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pdf" ContentType="application/pd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Relationship Id="rId9" Type="http://schemas.openxmlformats.org/officeDocument/2006/relationships/slide" Target="slides/slide2.xml"/>
<Relationship Id="rId10" Type="http://schemas.openxmlformats.org/officeDocument/2006/relationships/slide" Target="slides/slide3.xml"/>
<Relationship Id="rId11" Type="http://schemas.openxmlformats.org/officeDocument/2006/relationships/slide" Target="slides/slide4.xml"/>
<Relationship Id="rId12" Type="http://schemas.openxmlformats.org/officeDocument/2006/relationships/slide" Target="slides/slide5.xml"/>
<Relationship Id="rId13" Type="http://schemas.openxmlformats.org/officeDocument/2006/relationships/slide" Target="slides/slide6.xml"/>
<Relationship Id="rId14" Type="http://schemas.openxmlformats.org/officeDocument/2006/relationships/slide" Target="slides/slide7.xml"/>
<Relationship Id="rId15" Type="http://schemas.openxmlformats.org/officeDocument/2006/relationships/slide" Target="slides/slide8.xml"/>
<Relationship Id="rId16" Type="http://schemas.openxmlformats.org/officeDocument/2006/relationships/slide" Target="slides/slide9.xml"/>
<Relationship Id="rId17" Type="http://schemas.openxmlformats.org/officeDocument/2006/relationships/slide" Target="slides/slide10.xml"/>
<Relationship Id="rId18" Type="http://schemas.openxmlformats.org/officeDocument/2006/relationships/slide" Target="slides/slide11.xml"/>
<Relationship Id="rId19" Type="http://schemas.openxmlformats.org/officeDocument/2006/relationships/slide" Target="slides/slide12.xml"/>
<Relationship Id="rId20" Type="http://schemas.openxmlformats.org/officeDocument/2006/relationships/slide" Target="slides/slide13.xml"/>
<Relationship Id="rId21" Type="http://schemas.openxmlformats.org/officeDocument/2006/relationships/slide" Target="slides/slide14.xml"/>
<Relationship Id="rId22" Type="http://schemas.openxmlformats.org/officeDocument/2006/relationships/slide" Target="slides/slide15.xml"/>
<Relationship Id="rId23" Type="http://schemas.openxmlformats.org/officeDocument/2006/relationships/slide" Target="slides/slide16.xml"/>
<Relationship Id="rId24" Type="http://schemas.openxmlformats.org/officeDocument/2006/relationships/slide" Target="slides/slide17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Relationship Id="rId2" Type="http://schemas.openxmlformats.org/officeDocument/2006/relationships/image" Target="../media/25e8acd4ba7ba11022f95afd307782cb1e07a0ce.png"/>
</Relationships>

</file>

<file path=ppt/slides/_rels/slide2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Relationship Id="rId2" Type="http://schemas.openxmlformats.org/officeDocument/2006/relationships/image" Target="../media/25e8acd4ba7ba11022f95afd307782cb1e07a0ce.png"/>
</Relationships>

</file>

<file path=ppt/slides/_rels/slide3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Relationship Id="rId2" Type="http://schemas.openxmlformats.org/officeDocument/2006/relationships/image" Target="../media/25e8acd4ba7ba11022f95afd307782cb1e07a0ce.png"/>
</Relationships>

</file>

<file path=ppt/slides/_rels/slide4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Relationship Id="rId2" Type="http://schemas.openxmlformats.org/officeDocument/2006/relationships/image" Target="../media/25e8acd4ba7ba11022f95afd307782cb1e07a0ce.png"/>
</Relationships>

</file>

<file path=ppt/slides/_rels/slide5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Relationship Id="rId2" Type="http://schemas.openxmlformats.org/officeDocument/2006/relationships/image" Target="../media/25e8acd4ba7ba11022f95afd307782cb1e07a0ce.png"/>
</Relationships>

</file>

<file path=ppt/slides/_rels/slide6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Relationship Id="rId2" Type="http://schemas.openxmlformats.org/officeDocument/2006/relationships/image" Target="../media/25e8acd4ba7ba11022f95afd307782cb1e07a0ce.png"/>
</Relationships>

</file>

<file path=ppt/slides/_rels/slide7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Relationship Id="rId2" Type="http://schemas.openxmlformats.org/officeDocument/2006/relationships/image" Target="../media/25e8acd4ba7ba11022f95afd307782cb1e07a0ce.png"/>
</Relationships>

</file>

<file path=ppt/slides/_rels/slide8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Relationship Id="rId2" Type="http://schemas.openxmlformats.org/officeDocument/2006/relationships/image" Target="../media/25e8acd4ba7ba11022f95afd307782cb1e07a0ce.png"/>
</Relationships>

</file>

<file path=ppt/slides/_rels/slide9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Relationship Id="rId2" Type="http://schemas.openxmlformats.org/officeDocument/2006/relationships/image" Target="../media/25e8acd4ba7ba11022f95afd307782cb1e07a0ce.png"/>
</Relationships>

</file>

<file path=ppt/slides/_rels/slide10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Relationship Id="rId2" Type="http://schemas.openxmlformats.org/officeDocument/2006/relationships/image" Target="../media/25e8acd4ba7ba11022f95afd307782cb1e07a0ce.png"/>
</Relationships>

</file>

<file path=ppt/slides/_rels/slide1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Relationship Id="rId2" Type="http://schemas.openxmlformats.org/officeDocument/2006/relationships/image" Target="../media/25e8acd4ba7ba11022f95afd307782cb1e07a0ce.png"/>
</Relationships>

</file>

<file path=ppt/slides/_rels/slide12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Relationship Id="rId2" Type="http://schemas.openxmlformats.org/officeDocument/2006/relationships/image" Target="../media/25e8acd4ba7ba11022f95afd307782cb1e07a0ce.png"/>
</Relationships>

</file>

<file path=ppt/slides/_rels/slide13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Relationship Id="rId2" Type="http://schemas.openxmlformats.org/officeDocument/2006/relationships/image" Target="../media/25e8acd4ba7ba11022f95afd307782cb1e07a0ce.png"/>
</Relationships>

</file>

<file path=ppt/slides/_rels/slide14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Relationship Id="rId2" Type="http://schemas.openxmlformats.org/officeDocument/2006/relationships/image" Target="../media/25e8acd4ba7ba11022f95afd307782cb1e07a0ce.png"/>
</Relationships>

</file>

<file path=ppt/slides/_rels/slide15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Relationship Id="rId2" Type="http://schemas.openxmlformats.org/officeDocument/2006/relationships/image" Target="../media/25e8acd4ba7ba11022f95afd307782cb1e07a0ce.png"/>
</Relationships>

</file>

<file path=ppt/slides/_rels/slide16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Relationship Id="rId2" Type="http://schemas.openxmlformats.org/officeDocument/2006/relationships/image" Target="../media/25e8acd4ba7ba11022f95afd307782cb1e07a0ce.png"/>
</Relationships>

</file>

<file path=ppt/slides/_rels/slide17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rc4"/>
            <p:cNvSpPr/>
            <p:nvPr/>
          </p:nvSpPr>
          <p:spPr>
            <a:xfrm>
              <a:off x="1654055" y="1600200"/>
              <a:ext cx="5835888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13550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rc5"/>
            <p:cNvSpPr/>
            <p:nvPr/>
          </p:nvSpPr>
          <p:spPr>
            <a:xfrm>
              <a:off x="2201917" y="2354586"/>
              <a:ext cx="4342247" cy="3366361"/>
            </a:xfrm>
            <a:prstGeom prst="rect">
              <a:avLst/>
            </a:prstGeom>
            <a:solidFill>
              <a:srgbClr val="F0F8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2610961" y="2354586"/>
              <a:ext cx="0" cy="3366361"/>
            </a:xfrm>
            <a:custGeom>
              <a:avLst/>
              <a:pathLst>
                <a:path w="0" h="3366361">
                  <a:moveTo>
                    <a:pt x="0" y="3366361"/>
                  </a:moveTo>
                  <a:lnTo>
                    <a:pt x="0" y="3348846"/>
                  </a:lnTo>
                  <a:lnTo>
                    <a:pt x="0" y="3309435"/>
                  </a:lnTo>
                  <a:lnTo>
                    <a:pt x="0" y="3270024"/>
                  </a:lnTo>
                  <a:lnTo>
                    <a:pt x="0" y="3230613"/>
                  </a:lnTo>
                  <a:lnTo>
                    <a:pt x="0" y="3191202"/>
                  </a:lnTo>
                  <a:lnTo>
                    <a:pt x="0" y="3151791"/>
                  </a:lnTo>
                  <a:lnTo>
                    <a:pt x="0" y="3112380"/>
                  </a:lnTo>
                  <a:lnTo>
                    <a:pt x="0" y="3072969"/>
                  </a:lnTo>
                  <a:lnTo>
                    <a:pt x="0" y="3033559"/>
                  </a:lnTo>
                  <a:lnTo>
                    <a:pt x="0" y="2994148"/>
                  </a:lnTo>
                  <a:lnTo>
                    <a:pt x="0" y="2954737"/>
                  </a:lnTo>
                  <a:lnTo>
                    <a:pt x="0" y="2915326"/>
                  </a:lnTo>
                  <a:lnTo>
                    <a:pt x="0" y="2875915"/>
                  </a:lnTo>
                  <a:lnTo>
                    <a:pt x="0" y="2836504"/>
                  </a:lnTo>
                  <a:lnTo>
                    <a:pt x="0" y="2797093"/>
                  </a:lnTo>
                  <a:lnTo>
                    <a:pt x="0" y="2757682"/>
                  </a:lnTo>
                  <a:lnTo>
                    <a:pt x="0" y="2718271"/>
                  </a:lnTo>
                  <a:lnTo>
                    <a:pt x="0" y="2678860"/>
                  </a:lnTo>
                  <a:lnTo>
                    <a:pt x="0" y="2639450"/>
                  </a:lnTo>
                  <a:lnTo>
                    <a:pt x="0" y="2600039"/>
                  </a:lnTo>
                  <a:lnTo>
                    <a:pt x="0" y="2560628"/>
                  </a:lnTo>
                  <a:lnTo>
                    <a:pt x="0" y="2521217"/>
                  </a:lnTo>
                  <a:lnTo>
                    <a:pt x="0" y="2481806"/>
                  </a:lnTo>
                  <a:lnTo>
                    <a:pt x="0" y="2442395"/>
                  </a:lnTo>
                  <a:lnTo>
                    <a:pt x="0" y="2402984"/>
                  </a:lnTo>
                  <a:lnTo>
                    <a:pt x="0" y="2363573"/>
                  </a:lnTo>
                  <a:lnTo>
                    <a:pt x="0" y="2324162"/>
                  </a:lnTo>
                  <a:lnTo>
                    <a:pt x="0" y="2284751"/>
                  </a:lnTo>
                  <a:lnTo>
                    <a:pt x="0" y="2245340"/>
                  </a:lnTo>
                  <a:lnTo>
                    <a:pt x="0" y="2205930"/>
                  </a:lnTo>
                  <a:lnTo>
                    <a:pt x="0" y="2166519"/>
                  </a:lnTo>
                  <a:lnTo>
                    <a:pt x="0" y="2127108"/>
                  </a:lnTo>
                  <a:lnTo>
                    <a:pt x="0" y="2087697"/>
                  </a:lnTo>
                  <a:lnTo>
                    <a:pt x="0" y="2048286"/>
                  </a:lnTo>
                  <a:lnTo>
                    <a:pt x="0" y="2008875"/>
                  </a:lnTo>
                  <a:lnTo>
                    <a:pt x="0" y="1969464"/>
                  </a:lnTo>
                  <a:lnTo>
                    <a:pt x="0" y="1930053"/>
                  </a:lnTo>
                  <a:lnTo>
                    <a:pt x="0" y="1890642"/>
                  </a:lnTo>
                  <a:lnTo>
                    <a:pt x="0" y="1851231"/>
                  </a:lnTo>
                  <a:lnTo>
                    <a:pt x="0" y="1811821"/>
                  </a:lnTo>
                  <a:lnTo>
                    <a:pt x="0" y="1772410"/>
                  </a:lnTo>
                  <a:lnTo>
                    <a:pt x="0" y="1732999"/>
                  </a:lnTo>
                  <a:lnTo>
                    <a:pt x="0" y="1693588"/>
                  </a:lnTo>
                  <a:lnTo>
                    <a:pt x="0" y="1654177"/>
                  </a:lnTo>
                  <a:lnTo>
                    <a:pt x="0" y="1614766"/>
                  </a:lnTo>
                  <a:lnTo>
                    <a:pt x="0" y="1575355"/>
                  </a:lnTo>
                  <a:lnTo>
                    <a:pt x="0" y="1535944"/>
                  </a:lnTo>
                  <a:lnTo>
                    <a:pt x="0" y="1496533"/>
                  </a:lnTo>
                  <a:lnTo>
                    <a:pt x="0" y="1457122"/>
                  </a:lnTo>
                  <a:lnTo>
                    <a:pt x="0" y="1417711"/>
                  </a:lnTo>
                  <a:lnTo>
                    <a:pt x="0" y="1378301"/>
                  </a:lnTo>
                  <a:lnTo>
                    <a:pt x="0" y="1338890"/>
                  </a:lnTo>
                  <a:lnTo>
                    <a:pt x="0" y="1299479"/>
                  </a:lnTo>
                  <a:lnTo>
                    <a:pt x="0" y="1260068"/>
                  </a:lnTo>
                  <a:lnTo>
                    <a:pt x="0" y="1220657"/>
                  </a:lnTo>
                  <a:lnTo>
                    <a:pt x="0" y="1181246"/>
                  </a:lnTo>
                  <a:lnTo>
                    <a:pt x="0" y="1141835"/>
                  </a:lnTo>
                  <a:lnTo>
                    <a:pt x="0" y="1102424"/>
                  </a:lnTo>
                  <a:lnTo>
                    <a:pt x="0" y="1063013"/>
                  </a:lnTo>
                  <a:lnTo>
                    <a:pt x="0" y="1023602"/>
                  </a:lnTo>
                  <a:lnTo>
                    <a:pt x="0" y="984192"/>
                  </a:lnTo>
                  <a:lnTo>
                    <a:pt x="0" y="944781"/>
                  </a:lnTo>
                  <a:lnTo>
                    <a:pt x="0" y="905370"/>
                  </a:lnTo>
                  <a:lnTo>
                    <a:pt x="0" y="865959"/>
                  </a:lnTo>
                  <a:lnTo>
                    <a:pt x="0" y="826548"/>
                  </a:lnTo>
                  <a:lnTo>
                    <a:pt x="0" y="787137"/>
                  </a:lnTo>
                  <a:lnTo>
                    <a:pt x="0" y="747726"/>
                  </a:lnTo>
                  <a:lnTo>
                    <a:pt x="0" y="708315"/>
                  </a:lnTo>
                  <a:lnTo>
                    <a:pt x="0" y="668904"/>
                  </a:lnTo>
                  <a:lnTo>
                    <a:pt x="0" y="629493"/>
                  </a:lnTo>
                  <a:lnTo>
                    <a:pt x="0" y="590082"/>
                  </a:lnTo>
                  <a:lnTo>
                    <a:pt x="0" y="550672"/>
                  </a:lnTo>
                  <a:lnTo>
                    <a:pt x="0" y="511261"/>
                  </a:lnTo>
                  <a:lnTo>
                    <a:pt x="0" y="471850"/>
                  </a:lnTo>
                  <a:lnTo>
                    <a:pt x="0" y="432439"/>
                  </a:lnTo>
                  <a:lnTo>
                    <a:pt x="0" y="393028"/>
                  </a:lnTo>
                  <a:lnTo>
                    <a:pt x="0" y="353617"/>
                  </a:lnTo>
                  <a:lnTo>
                    <a:pt x="0" y="314206"/>
                  </a:lnTo>
                  <a:lnTo>
                    <a:pt x="0" y="274795"/>
                  </a:lnTo>
                  <a:lnTo>
                    <a:pt x="0" y="235384"/>
                  </a:lnTo>
                  <a:lnTo>
                    <a:pt x="0" y="195973"/>
                  </a:lnTo>
                  <a:lnTo>
                    <a:pt x="0" y="156563"/>
                  </a:lnTo>
                  <a:lnTo>
                    <a:pt x="0" y="117152"/>
                  </a:lnTo>
                  <a:lnTo>
                    <a:pt x="0" y="77741"/>
                  </a:lnTo>
                  <a:lnTo>
                    <a:pt x="0" y="38330"/>
                  </a:ln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rnd">
              <a:solidFill>
                <a:srgbClr val="F0F8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3140137" y="2354586"/>
              <a:ext cx="0" cy="3366361"/>
            </a:xfrm>
            <a:custGeom>
              <a:avLst/>
              <a:pathLst>
                <a:path w="0" h="3366361">
                  <a:moveTo>
                    <a:pt x="0" y="3366361"/>
                  </a:moveTo>
                  <a:lnTo>
                    <a:pt x="0" y="3348846"/>
                  </a:lnTo>
                  <a:lnTo>
                    <a:pt x="0" y="3309435"/>
                  </a:lnTo>
                  <a:lnTo>
                    <a:pt x="0" y="3270024"/>
                  </a:lnTo>
                  <a:lnTo>
                    <a:pt x="0" y="3230613"/>
                  </a:lnTo>
                  <a:lnTo>
                    <a:pt x="0" y="3191202"/>
                  </a:lnTo>
                  <a:lnTo>
                    <a:pt x="0" y="3151791"/>
                  </a:lnTo>
                  <a:lnTo>
                    <a:pt x="0" y="3112380"/>
                  </a:lnTo>
                  <a:lnTo>
                    <a:pt x="0" y="3072969"/>
                  </a:lnTo>
                  <a:lnTo>
                    <a:pt x="0" y="3033559"/>
                  </a:lnTo>
                  <a:lnTo>
                    <a:pt x="0" y="2994148"/>
                  </a:lnTo>
                  <a:lnTo>
                    <a:pt x="0" y="2954737"/>
                  </a:lnTo>
                  <a:lnTo>
                    <a:pt x="0" y="2915326"/>
                  </a:lnTo>
                  <a:lnTo>
                    <a:pt x="0" y="2875915"/>
                  </a:lnTo>
                  <a:lnTo>
                    <a:pt x="0" y="2836504"/>
                  </a:lnTo>
                  <a:lnTo>
                    <a:pt x="0" y="2797093"/>
                  </a:lnTo>
                  <a:lnTo>
                    <a:pt x="0" y="2757682"/>
                  </a:lnTo>
                  <a:lnTo>
                    <a:pt x="0" y="2718271"/>
                  </a:lnTo>
                  <a:lnTo>
                    <a:pt x="0" y="2678860"/>
                  </a:lnTo>
                  <a:lnTo>
                    <a:pt x="0" y="2639450"/>
                  </a:lnTo>
                  <a:lnTo>
                    <a:pt x="0" y="2600039"/>
                  </a:lnTo>
                  <a:lnTo>
                    <a:pt x="0" y="2560628"/>
                  </a:lnTo>
                  <a:lnTo>
                    <a:pt x="0" y="2521217"/>
                  </a:lnTo>
                  <a:lnTo>
                    <a:pt x="0" y="2481806"/>
                  </a:lnTo>
                  <a:lnTo>
                    <a:pt x="0" y="2442395"/>
                  </a:lnTo>
                  <a:lnTo>
                    <a:pt x="0" y="2402984"/>
                  </a:lnTo>
                  <a:lnTo>
                    <a:pt x="0" y="2363573"/>
                  </a:lnTo>
                  <a:lnTo>
                    <a:pt x="0" y="2324162"/>
                  </a:lnTo>
                  <a:lnTo>
                    <a:pt x="0" y="2284751"/>
                  </a:lnTo>
                  <a:lnTo>
                    <a:pt x="0" y="2245340"/>
                  </a:lnTo>
                  <a:lnTo>
                    <a:pt x="0" y="2205930"/>
                  </a:lnTo>
                  <a:lnTo>
                    <a:pt x="0" y="2166519"/>
                  </a:lnTo>
                  <a:lnTo>
                    <a:pt x="0" y="2127108"/>
                  </a:lnTo>
                  <a:lnTo>
                    <a:pt x="0" y="2087697"/>
                  </a:lnTo>
                  <a:lnTo>
                    <a:pt x="0" y="2048286"/>
                  </a:lnTo>
                  <a:lnTo>
                    <a:pt x="0" y="2008875"/>
                  </a:lnTo>
                  <a:lnTo>
                    <a:pt x="0" y="1969464"/>
                  </a:lnTo>
                  <a:lnTo>
                    <a:pt x="0" y="1930053"/>
                  </a:lnTo>
                  <a:lnTo>
                    <a:pt x="0" y="1890642"/>
                  </a:lnTo>
                  <a:lnTo>
                    <a:pt x="0" y="1851231"/>
                  </a:lnTo>
                  <a:lnTo>
                    <a:pt x="0" y="1811821"/>
                  </a:lnTo>
                  <a:lnTo>
                    <a:pt x="0" y="1772410"/>
                  </a:lnTo>
                  <a:lnTo>
                    <a:pt x="0" y="1732999"/>
                  </a:lnTo>
                  <a:lnTo>
                    <a:pt x="0" y="1693588"/>
                  </a:lnTo>
                  <a:lnTo>
                    <a:pt x="0" y="1654177"/>
                  </a:lnTo>
                  <a:lnTo>
                    <a:pt x="0" y="1614766"/>
                  </a:lnTo>
                  <a:lnTo>
                    <a:pt x="0" y="1575355"/>
                  </a:lnTo>
                  <a:lnTo>
                    <a:pt x="0" y="1535944"/>
                  </a:lnTo>
                  <a:lnTo>
                    <a:pt x="0" y="1496533"/>
                  </a:lnTo>
                  <a:lnTo>
                    <a:pt x="0" y="1457122"/>
                  </a:lnTo>
                  <a:lnTo>
                    <a:pt x="0" y="1417711"/>
                  </a:lnTo>
                  <a:lnTo>
                    <a:pt x="0" y="1378301"/>
                  </a:lnTo>
                  <a:lnTo>
                    <a:pt x="0" y="1338890"/>
                  </a:lnTo>
                  <a:lnTo>
                    <a:pt x="0" y="1299479"/>
                  </a:lnTo>
                  <a:lnTo>
                    <a:pt x="0" y="1260068"/>
                  </a:lnTo>
                  <a:lnTo>
                    <a:pt x="0" y="1220657"/>
                  </a:lnTo>
                  <a:lnTo>
                    <a:pt x="0" y="1181246"/>
                  </a:lnTo>
                  <a:lnTo>
                    <a:pt x="0" y="1141835"/>
                  </a:lnTo>
                  <a:lnTo>
                    <a:pt x="0" y="1102424"/>
                  </a:lnTo>
                  <a:lnTo>
                    <a:pt x="0" y="1063013"/>
                  </a:lnTo>
                  <a:lnTo>
                    <a:pt x="0" y="1023602"/>
                  </a:lnTo>
                  <a:lnTo>
                    <a:pt x="0" y="984192"/>
                  </a:lnTo>
                  <a:lnTo>
                    <a:pt x="0" y="944781"/>
                  </a:lnTo>
                  <a:lnTo>
                    <a:pt x="0" y="905370"/>
                  </a:lnTo>
                  <a:lnTo>
                    <a:pt x="0" y="865959"/>
                  </a:lnTo>
                  <a:lnTo>
                    <a:pt x="0" y="826548"/>
                  </a:lnTo>
                  <a:lnTo>
                    <a:pt x="0" y="787137"/>
                  </a:lnTo>
                  <a:lnTo>
                    <a:pt x="0" y="747726"/>
                  </a:lnTo>
                  <a:lnTo>
                    <a:pt x="0" y="708315"/>
                  </a:lnTo>
                  <a:lnTo>
                    <a:pt x="0" y="668904"/>
                  </a:lnTo>
                  <a:lnTo>
                    <a:pt x="0" y="629493"/>
                  </a:lnTo>
                  <a:lnTo>
                    <a:pt x="0" y="590082"/>
                  </a:lnTo>
                  <a:lnTo>
                    <a:pt x="0" y="550672"/>
                  </a:lnTo>
                  <a:lnTo>
                    <a:pt x="0" y="511261"/>
                  </a:lnTo>
                  <a:lnTo>
                    <a:pt x="0" y="471850"/>
                  </a:lnTo>
                  <a:lnTo>
                    <a:pt x="0" y="432439"/>
                  </a:lnTo>
                  <a:lnTo>
                    <a:pt x="0" y="393028"/>
                  </a:lnTo>
                  <a:lnTo>
                    <a:pt x="0" y="353617"/>
                  </a:lnTo>
                  <a:lnTo>
                    <a:pt x="0" y="314206"/>
                  </a:lnTo>
                  <a:lnTo>
                    <a:pt x="0" y="274795"/>
                  </a:lnTo>
                  <a:lnTo>
                    <a:pt x="0" y="235384"/>
                  </a:lnTo>
                  <a:lnTo>
                    <a:pt x="0" y="195973"/>
                  </a:lnTo>
                  <a:lnTo>
                    <a:pt x="0" y="156563"/>
                  </a:lnTo>
                  <a:lnTo>
                    <a:pt x="0" y="117152"/>
                  </a:lnTo>
                  <a:lnTo>
                    <a:pt x="0" y="77741"/>
                  </a:lnTo>
                  <a:lnTo>
                    <a:pt x="0" y="38330"/>
                  </a:ln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rnd">
              <a:solidFill>
                <a:srgbClr val="F0F8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3669312" y="2354586"/>
              <a:ext cx="0" cy="3366361"/>
            </a:xfrm>
            <a:custGeom>
              <a:avLst/>
              <a:pathLst>
                <a:path w="0" h="3366361">
                  <a:moveTo>
                    <a:pt x="0" y="3366361"/>
                  </a:moveTo>
                  <a:lnTo>
                    <a:pt x="0" y="3348846"/>
                  </a:lnTo>
                  <a:lnTo>
                    <a:pt x="0" y="3309435"/>
                  </a:lnTo>
                  <a:lnTo>
                    <a:pt x="0" y="3270024"/>
                  </a:lnTo>
                  <a:lnTo>
                    <a:pt x="0" y="3230613"/>
                  </a:lnTo>
                  <a:lnTo>
                    <a:pt x="0" y="3191202"/>
                  </a:lnTo>
                  <a:lnTo>
                    <a:pt x="0" y="3151791"/>
                  </a:lnTo>
                  <a:lnTo>
                    <a:pt x="0" y="3112380"/>
                  </a:lnTo>
                  <a:lnTo>
                    <a:pt x="0" y="3072969"/>
                  </a:lnTo>
                  <a:lnTo>
                    <a:pt x="0" y="3033559"/>
                  </a:lnTo>
                  <a:lnTo>
                    <a:pt x="0" y="2994148"/>
                  </a:lnTo>
                  <a:lnTo>
                    <a:pt x="0" y="2954737"/>
                  </a:lnTo>
                  <a:lnTo>
                    <a:pt x="0" y="2915326"/>
                  </a:lnTo>
                  <a:lnTo>
                    <a:pt x="0" y="2875915"/>
                  </a:lnTo>
                  <a:lnTo>
                    <a:pt x="0" y="2836504"/>
                  </a:lnTo>
                  <a:lnTo>
                    <a:pt x="0" y="2797093"/>
                  </a:lnTo>
                  <a:lnTo>
                    <a:pt x="0" y="2757682"/>
                  </a:lnTo>
                  <a:lnTo>
                    <a:pt x="0" y="2718271"/>
                  </a:lnTo>
                  <a:lnTo>
                    <a:pt x="0" y="2678860"/>
                  </a:lnTo>
                  <a:lnTo>
                    <a:pt x="0" y="2639450"/>
                  </a:lnTo>
                  <a:lnTo>
                    <a:pt x="0" y="2600039"/>
                  </a:lnTo>
                  <a:lnTo>
                    <a:pt x="0" y="2560628"/>
                  </a:lnTo>
                  <a:lnTo>
                    <a:pt x="0" y="2521217"/>
                  </a:lnTo>
                  <a:lnTo>
                    <a:pt x="0" y="2481806"/>
                  </a:lnTo>
                  <a:lnTo>
                    <a:pt x="0" y="2442395"/>
                  </a:lnTo>
                  <a:lnTo>
                    <a:pt x="0" y="2402984"/>
                  </a:lnTo>
                  <a:lnTo>
                    <a:pt x="0" y="2363573"/>
                  </a:lnTo>
                  <a:lnTo>
                    <a:pt x="0" y="2324162"/>
                  </a:lnTo>
                  <a:lnTo>
                    <a:pt x="0" y="2284751"/>
                  </a:lnTo>
                  <a:lnTo>
                    <a:pt x="0" y="2245340"/>
                  </a:lnTo>
                  <a:lnTo>
                    <a:pt x="0" y="2205930"/>
                  </a:lnTo>
                  <a:lnTo>
                    <a:pt x="0" y="2166519"/>
                  </a:lnTo>
                  <a:lnTo>
                    <a:pt x="0" y="2127108"/>
                  </a:lnTo>
                  <a:lnTo>
                    <a:pt x="0" y="2087697"/>
                  </a:lnTo>
                  <a:lnTo>
                    <a:pt x="0" y="2048286"/>
                  </a:lnTo>
                  <a:lnTo>
                    <a:pt x="0" y="2008875"/>
                  </a:lnTo>
                  <a:lnTo>
                    <a:pt x="0" y="1969464"/>
                  </a:lnTo>
                  <a:lnTo>
                    <a:pt x="0" y="1930053"/>
                  </a:lnTo>
                  <a:lnTo>
                    <a:pt x="0" y="1890642"/>
                  </a:lnTo>
                  <a:lnTo>
                    <a:pt x="0" y="1851231"/>
                  </a:lnTo>
                  <a:lnTo>
                    <a:pt x="0" y="1811821"/>
                  </a:lnTo>
                  <a:lnTo>
                    <a:pt x="0" y="1772410"/>
                  </a:lnTo>
                  <a:lnTo>
                    <a:pt x="0" y="1732999"/>
                  </a:lnTo>
                  <a:lnTo>
                    <a:pt x="0" y="1693588"/>
                  </a:lnTo>
                  <a:lnTo>
                    <a:pt x="0" y="1654177"/>
                  </a:lnTo>
                  <a:lnTo>
                    <a:pt x="0" y="1614766"/>
                  </a:lnTo>
                  <a:lnTo>
                    <a:pt x="0" y="1575355"/>
                  </a:lnTo>
                  <a:lnTo>
                    <a:pt x="0" y="1535944"/>
                  </a:lnTo>
                  <a:lnTo>
                    <a:pt x="0" y="1496533"/>
                  </a:lnTo>
                  <a:lnTo>
                    <a:pt x="0" y="1457122"/>
                  </a:lnTo>
                  <a:lnTo>
                    <a:pt x="0" y="1417711"/>
                  </a:lnTo>
                  <a:lnTo>
                    <a:pt x="0" y="1378301"/>
                  </a:lnTo>
                  <a:lnTo>
                    <a:pt x="0" y="1338890"/>
                  </a:lnTo>
                  <a:lnTo>
                    <a:pt x="0" y="1299479"/>
                  </a:lnTo>
                  <a:lnTo>
                    <a:pt x="0" y="1260068"/>
                  </a:lnTo>
                  <a:lnTo>
                    <a:pt x="0" y="1220657"/>
                  </a:lnTo>
                  <a:lnTo>
                    <a:pt x="0" y="1181246"/>
                  </a:lnTo>
                  <a:lnTo>
                    <a:pt x="0" y="1141835"/>
                  </a:lnTo>
                  <a:lnTo>
                    <a:pt x="0" y="1102424"/>
                  </a:lnTo>
                  <a:lnTo>
                    <a:pt x="0" y="1063013"/>
                  </a:lnTo>
                  <a:lnTo>
                    <a:pt x="0" y="1023602"/>
                  </a:lnTo>
                  <a:lnTo>
                    <a:pt x="0" y="984192"/>
                  </a:lnTo>
                  <a:lnTo>
                    <a:pt x="0" y="944781"/>
                  </a:lnTo>
                  <a:lnTo>
                    <a:pt x="0" y="905370"/>
                  </a:lnTo>
                  <a:lnTo>
                    <a:pt x="0" y="865959"/>
                  </a:lnTo>
                  <a:lnTo>
                    <a:pt x="0" y="826548"/>
                  </a:lnTo>
                  <a:lnTo>
                    <a:pt x="0" y="787137"/>
                  </a:lnTo>
                  <a:lnTo>
                    <a:pt x="0" y="747726"/>
                  </a:lnTo>
                  <a:lnTo>
                    <a:pt x="0" y="708315"/>
                  </a:lnTo>
                  <a:lnTo>
                    <a:pt x="0" y="668904"/>
                  </a:lnTo>
                  <a:lnTo>
                    <a:pt x="0" y="629493"/>
                  </a:lnTo>
                  <a:lnTo>
                    <a:pt x="0" y="590082"/>
                  </a:lnTo>
                  <a:lnTo>
                    <a:pt x="0" y="550672"/>
                  </a:lnTo>
                  <a:lnTo>
                    <a:pt x="0" y="511261"/>
                  </a:lnTo>
                  <a:lnTo>
                    <a:pt x="0" y="471850"/>
                  </a:lnTo>
                  <a:lnTo>
                    <a:pt x="0" y="432439"/>
                  </a:lnTo>
                  <a:lnTo>
                    <a:pt x="0" y="393028"/>
                  </a:lnTo>
                  <a:lnTo>
                    <a:pt x="0" y="353617"/>
                  </a:lnTo>
                  <a:lnTo>
                    <a:pt x="0" y="314206"/>
                  </a:lnTo>
                  <a:lnTo>
                    <a:pt x="0" y="274795"/>
                  </a:lnTo>
                  <a:lnTo>
                    <a:pt x="0" y="235384"/>
                  </a:lnTo>
                  <a:lnTo>
                    <a:pt x="0" y="195973"/>
                  </a:lnTo>
                  <a:lnTo>
                    <a:pt x="0" y="156563"/>
                  </a:lnTo>
                  <a:lnTo>
                    <a:pt x="0" y="117152"/>
                  </a:lnTo>
                  <a:lnTo>
                    <a:pt x="0" y="77741"/>
                  </a:lnTo>
                  <a:lnTo>
                    <a:pt x="0" y="38330"/>
                  </a:ln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rnd">
              <a:solidFill>
                <a:srgbClr val="F0F8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4198487" y="2354586"/>
              <a:ext cx="0" cy="3366361"/>
            </a:xfrm>
            <a:custGeom>
              <a:avLst/>
              <a:pathLst>
                <a:path w="0" h="3366361">
                  <a:moveTo>
                    <a:pt x="0" y="3366361"/>
                  </a:moveTo>
                  <a:lnTo>
                    <a:pt x="0" y="3348846"/>
                  </a:lnTo>
                  <a:lnTo>
                    <a:pt x="0" y="3309435"/>
                  </a:lnTo>
                  <a:lnTo>
                    <a:pt x="0" y="3270024"/>
                  </a:lnTo>
                  <a:lnTo>
                    <a:pt x="0" y="3230613"/>
                  </a:lnTo>
                  <a:lnTo>
                    <a:pt x="0" y="3191202"/>
                  </a:lnTo>
                  <a:lnTo>
                    <a:pt x="0" y="3151791"/>
                  </a:lnTo>
                  <a:lnTo>
                    <a:pt x="0" y="3112380"/>
                  </a:lnTo>
                  <a:lnTo>
                    <a:pt x="0" y="3072969"/>
                  </a:lnTo>
                  <a:lnTo>
                    <a:pt x="0" y="3033559"/>
                  </a:lnTo>
                  <a:lnTo>
                    <a:pt x="0" y="2994148"/>
                  </a:lnTo>
                  <a:lnTo>
                    <a:pt x="0" y="2954737"/>
                  </a:lnTo>
                  <a:lnTo>
                    <a:pt x="0" y="2915326"/>
                  </a:lnTo>
                  <a:lnTo>
                    <a:pt x="0" y="2875915"/>
                  </a:lnTo>
                  <a:lnTo>
                    <a:pt x="0" y="2836504"/>
                  </a:lnTo>
                  <a:lnTo>
                    <a:pt x="0" y="2797093"/>
                  </a:lnTo>
                  <a:lnTo>
                    <a:pt x="0" y="2757682"/>
                  </a:lnTo>
                  <a:lnTo>
                    <a:pt x="0" y="2718271"/>
                  </a:lnTo>
                  <a:lnTo>
                    <a:pt x="0" y="2678860"/>
                  </a:lnTo>
                  <a:lnTo>
                    <a:pt x="0" y="2639450"/>
                  </a:lnTo>
                  <a:lnTo>
                    <a:pt x="0" y="2600039"/>
                  </a:lnTo>
                  <a:lnTo>
                    <a:pt x="0" y="2560628"/>
                  </a:lnTo>
                  <a:lnTo>
                    <a:pt x="0" y="2521217"/>
                  </a:lnTo>
                  <a:lnTo>
                    <a:pt x="0" y="2481806"/>
                  </a:lnTo>
                  <a:lnTo>
                    <a:pt x="0" y="2442395"/>
                  </a:lnTo>
                  <a:lnTo>
                    <a:pt x="0" y="2402984"/>
                  </a:lnTo>
                  <a:lnTo>
                    <a:pt x="0" y="2363573"/>
                  </a:lnTo>
                  <a:lnTo>
                    <a:pt x="0" y="2324162"/>
                  </a:lnTo>
                  <a:lnTo>
                    <a:pt x="0" y="2284751"/>
                  </a:lnTo>
                  <a:lnTo>
                    <a:pt x="0" y="2245340"/>
                  </a:lnTo>
                  <a:lnTo>
                    <a:pt x="0" y="2205930"/>
                  </a:lnTo>
                  <a:lnTo>
                    <a:pt x="0" y="2166519"/>
                  </a:lnTo>
                  <a:lnTo>
                    <a:pt x="0" y="2127108"/>
                  </a:lnTo>
                  <a:lnTo>
                    <a:pt x="0" y="2087697"/>
                  </a:lnTo>
                  <a:lnTo>
                    <a:pt x="0" y="2048286"/>
                  </a:lnTo>
                  <a:lnTo>
                    <a:pt x="0" y="2008875"/>
                  </a:lnTo>
                  <a:lnTo>
                    <a:pt x="0" y="1969464"/>
                  </a:lnTo>
                  <a:lnTo>
                    <a:pt x="0" y="1930053"/>
                  </a:lnTo>
                  <a:lnTo>
                    <a:pt x="0" y="1890642"/>
                  </a:lnTo>
                  <a:lnTo>
                    <a:pt x="0" y="1851231"/>
                  </a:lnTo>
                  <a:lnTo>
                    <a:pt x="0" y="1811821"/>
                  </a:lnTo>
                  <a:lnTo>
                    <a:pt x="0" y="1772410"/>
                  </a:lnTo>
                  <a:lnTo>
                    <a:pt x="0" y="1732999"/>
                  </a:lnTo>
                  <a:lnTo>
                    <a:pt x="0" y="1693588"/>
                  </a:lnTo>
                  <a:lnTo>
                    <a:pt x="0" y="1654177"/>
                  </a:lnTo>
                  <a:lnTo>
                    <a:pt x="0" y="1614766"/>
                  </a:lnTo>
                  <a:lnTo>
                    <a:pt x="0" y="1575355"/>
                  </a:lnTo>
                  <a:lnTo>
                    <a:pt x="0" y="1535944"/>
                  </a:lnTo>
                  <a:lnTo>
                    <a:pt x="0" y="1496533"/>
                  </a:lnTo>
                  <a:lnTo>
                    <a:pt x="0" y="1457122"/>
                  </a:lnTo>
                  <a:lnTo>
                    <a:pt x="0" y="1417711"/>
                  </a:lnTo>
                  <a:lnTo>
                    <a:pt x="0" y="1378301"/>
                  </a:lnTo>
                  <a:lnTo>
                    <a:pt x="0" y="1338890"/>
                  </a:lnTo>
                  <a:lnTo>
                    <a:pt x="0" y="1299479"/>
                  </a:lnTo>
                  <a:lnTo>
                    <a:pt x="0" y="1260068"/>
                  </a:lnTo>
                  <a:lnTo>
                    <a:pt x="0" y="1220657"/>
                  </a:lnTo>
                  <a:lnTo>
                    <a:pt x="0" y="1181246"/>
                  </a:lnTo>
                  <a:lnTo>
                    <a:pt x="0" y="1141835"/>
                  </a:lnTo>
                  <a:lnTo>
                    <a:pt x="0" y="1102424"/>
                  </a:lnTo>
                  <a:lnTo>
                    <a:pt x="0" y="1063013"/>
                  </a:lnTo>
                  <a:lnTo>
                    <a:pt x="0" y="1023602"/>
                  </a:lnTo>
                  <a:lnTo>
                    <a:pt x="0" y="984192"/>
                  </a:lnTo>
                  <a:lnTo>
                    <a:pt x="0" y="944781"/>
                  </a:lnTo>
                  <a:lnTo>
                    <a:pt x="0" y="905370"/>
                  </a:lnTo>
                  <a:lnTo>
                    <a:pt x="0" y="865959"/>
                  </a:lnTo>
                  <a:lnTo>
                    <a:pt x="0" y="826548"/>
                  </a:lnTo>
                  <a:lnTo>
                    <a:pt x="0" y="787137"/>
                  </a:lnTo>
                  <a:lnTo>
                    <a:pt x="0" y="747726"/>
                  </a:lnTo>
                  <a:lnTo>
                    <a:pt x="0" y="708315"/>
                  </a:lnTo>
                  <a:lnTo>
                    <a:pt x="0" y="668904"/>
                  </a:lnTo>
                  <a:lnTo>
                    <a:pt x="0" y="629493"/>
                  </a:lnTo>
                  <a:lnTo>
                    <a:pt x="0" y="590082"/>
                  </a:lnTo>
                  <a:lnTo>
                    <a:pt x="0" y="550672"/>
                  </a:lnTo>
                  <a:lnTo>
                    <a:pt x="0" y="511261"/>
                  </a:lnTo>
                  <a:lnTo>
                    <a:pt x="0" y="471850"/>
                  </a:lnTo>
                  <a:lnTo>
                    <a:pt x="0" y="432439"/>
                  </a:lnTo>
                  <a:lnTo>
                    <a:pt x="0" y="393028"/>
                  </a:lnTo>
                  <a:lnTo>
                    <a:pt x="0" y="353617"/>
                  </a:lnTo>
                  <a:lnTo>
                    <a:pt x="0" y="314206"/>
                  </a:lnTo>
                  <a:lnTo>
                    <a:pt x="0" y="274795"/>
                  </a:lnTo>
                  <a:lnTo>
                    <a:pt x="0" y="235384"/>
                  </a:lnTo>
                  <a:lnTo>
                    <a:pt x="0" y="195973"/>
                  </a:lnTo>
                  <a:lnTo>
                    <a:pt x="0" y="156563"/>
                  </a:lnTo>
                  <a:lnTo>
                    <a:pt x="0" y="117152"/>
                  </a:lnTo>
                  <a:lnTo>
                    <a:pt x="0" y="77741"/>
                  </a:lnTo>
                  <a:lnTo>
                    <a:pt x="0" y="38330"/>
                  </a:ln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rnd">
              <a:solidFill>
                <a:srgbClr val="F0F8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4727662" y="2354586"/>
              <a:ext cx="0" cy="3366361"/>
            </a:xfrm>
            <a:custGeom>
              <a:avLst/>
              <a:pathLst>
                <a:path w="0" h="3366361">
                  <a:moveTo>
                    <a:pt x="0" y="3366361"/>
                  </a:moveTo>
                  <a:lnTo>
                    <a:pt x="0" y="3348846"/>
                  </a:lnTo>
                  <a:lnTo>
                    <a:pt x="0" y="3309435"/>
                  </a:lnTo>
                  <a:lnTo>
                    <a:pt x="0" y="3270024"/>
                  </a:lnTo>
                  <a:lnTo>
                    <a:pt x="0" y="3230613"/>
                  </a:lnTo>
                  <a:lnTo>
                    <a:pt x="0" y="3191202"/>
                  </a:lnTo>
                  <a:lnTo>
                    <a:pt x="0" y="3151791"/>
                  </a:lnTo>
                  <a:lnTo>
                    <a:pt x="0" y="3112380"/>
                  </a:lnTo>
                  <a:lnTo>
                    <a:pt x="0" y="3072969"/>
                  </a:lnTo>
                  <a:lnTo>
                    <a:pt x="0" y="3033559"/>
                  </a:lnTo>
                  <a:lnTo>
                    <a:pt x="0" y="2994148"/>
                  </a:lnTo>
                  <a:lnTo>
                    <a:pt x="0" y="2954737"/>
                  </a:lnTo>
                  <a:lnTo>
                    <a:pt x="0" y="2915326"/>
                  </a:lnTo>
                  <a:lnTo>
                    <a:pt x="0" y="2875915"/>
                  </a:lnTo>
                  <a:lnTo>
                    <a:pt x="0" y="2836504"/>
                  </a:lnTo>
                  <a:lnTo>
                    <a:pt x="0" y="2797093"/>
                  </a:lnTo>
                  <a:lnTo>
                    <a:pt x="0" y="2757682"/>
                  </a:lnTo>
                  <a:lnTo>
                    <a:pt x="0" y="2718271"/>
                  </a:lnTo>
                  <a:lnTo>
                    <a:pt x="0" y="2678860"/>
                  </a:lnTo>
                  <a:lnTo>
                    <a:pt x="0" y="2639450"/>
                  </a:lnTo>
                  <a:lnTo>
                    <a:pt x="0" y="2600039"/>
                  </a:lnTo>
                  <a:lnTo>
                    <a:pt x="0" y="2560628"/>
                  </a:lnTo>
                  <a:lnTo>
                    <a:pt x="0" y="2521217"/>
                  </a:lnTo>
                  <a:lnTo>
                    <a:pt x="0" y="2481806"/>
                  </a:lnTo>
                  <a:lnTo>
                    <a:pt x="0" y="2442395"/>
                  </a:lnTo>
                  <a:lnTo>
                    <a:pt x="0" y="2402984"/>
                  </a:lnTo>
                  <a:lnTo>
                    <a:pt x="0" y="2363573"/>
                  </a:lnTo>
                  <a:lnTo>
                    <a:pt x="0" y="2324162"/>
                  </a:lnTo>
                  <a:lnTo>
                    <a:pt x="0" y="2284751"/>
                  </a:lnTo>
                  <a:lnTo>
                    <a:pt x="0" y="2245340"/>
                  </a:lnTo>
                  <a:lnTo>
                    <a:pt x="0" y="2205930"/>
                  </a:lnTo>
                  <a:lnTo>
                    <a:pt x="0" y="2166519"/>
                  </a:lnTo>
                  <a:lnTo>
                    <a:pt x="0" y="2127108"/>
                  </a:lnTo>
                  <a:lnTo>
                    <a:pt x="0" y="2087697"/>
                  </a:lnTo>
                  <a:lnTo>
                    <a:pt x="0" y="2048286"/>
                  </a:lnTo>
                  <a:lnTo>
                    <a:pt x="0" y="2008875"/>
                  </a:lnTo>
                  <a:lnTo>
                    <a:pt x="0" y="1969464"/>
                  </a:lnTo>
                  <a:lnTo>
                    <a:pt x="0" y="1930053"/>
                  </a:lnTo>
                  <a:lnTo>
                    <a:pt x="0" y="1890642"/>
                  </a:lnTo>
                  <a:lnTo>
                    <a:pt x="0" y="1851231"/>
                  </a:lnTo>
                  <a:lnTo>
                    <a:pt x="0" y="1811821"/>
                  </a:lnTo>
                  <a:lnTo>
                    <a:pt x="0" y="1772410"/>
                  </a:lnTo>
                  <a:lnTo>
                    <a:pt x="0" y="1732999"/>
                  </a:lnTo>
                  <a:lnTo>
                    <a:pt x="0" y="1693588"/>
                  </a:lnTo>
                  <a:lnTo>
                    <a:pt x="0" y="1654177"/>
                  </a:lnTo>
                  <a:lnTo>
                    <a:pt x="0" y="1614766"/>
                  </a:lnTo>
                  <a:lnTo>
                    <a:pt x="0" y="1575355"/>
                  </a:lnTo>
                  <a:lnTo>
                    <a:pt x="0" y="1535944"/>
                  </a:lnTo>
                  <a:lnTo>
                    <a:pt x="0" y="1496533"/>
                  </a:lnTo>
                  <a:lnTo>
                    <a:pt x="0" y="1457122"/>
                  </a:lnTo>
                  <a:lnTo>
                    <a:pt x="0" y="1417711"/>
                  </a:lnTo>
                  <a:lnTo>
                    <a:pt x="0" y="1378301"/>
                  </a:lnTo>
                  <a:lnTo>
                    <a:pt x="0" y="1338890"/>
                  </a:lnTo>
                  <a:lnTo>
                    <a:pt x="0" y="1299479"/>
                  </a:lnTo>
                  <a:lnTo>
                    <a:pt x="0" y="1260068"/>
                  </a:lnTo>
                  <a:lnTo>
                    <a:pt x="0" y="1220657"/>
                  </a:lnTo>
                  <a:lnTo>
                    <a:pt x="0" y="1181246"/>
                  </a:lnTo>
                  <a:lnTo>
                    <a:pt x="0" y="1141835"/>
                  </a:lnTo>
                  <a:lnTo>
                    <a:pt x="0" y="1102424"/>
                  </a:lnTo>
                  <a:lnTo>
                    <a:pt x="0" y="1063013"/>
                  </a:lnTo>
                  <a:lnTo>
                    <a:pt x="0" y="1023602"/>
                  </a:lnTo>
                  <a:lnTo>
                    <a:pt x="0" y="984192"/>
                  </a:lnTo>
                  <a:lnTo>
                    <a:pt x="0" y="944781"/>
                  </a:lnTo>
                  <a:lnTo>
                    <a:pt x="0" y="905370"/>
                  </a:lnTo>
                  <a:lnTo>
                    <a:pt x="0" y="865959"/>
                  </a:lnTo>
                  <a:lnTo>
                    <a:pt x="0" y="826548"/>
                  </a:lnTo>
                  <a:lnTo>
                    <a:pt x="0" y="787137"/>
                  </a:lnTo>
                  <a:lnTo>
                    <a:pt x="0" y="747726"/>
                  </a:lnTo>
                  <a:lnTo>
                    <a:pt x="0" y="708315"/>
                  </a:lnTo>
                  <a:lnTo>
                    <a:pt x="0" y="668904"/>
                  </a:lnTo>
                  <a:lnTo>
                    <a:pt x="0" y="629493"/>
                  </a:lnTo>
                  <a:lnTo>
                    <a:pt x="0" y="590082"/>
                  </a:lnTo>
                  <a:lnTo>
                    <a:pt x="0" y="550672"/>
                  </a:lnTo>
                  <a:lnTo>
                    <a:pt x="0" y="511261"/>
                  </a:lnTo>
                  <a:lnTo>
                    <a:pt x="0" y="471850"/>
                  </a:lnTo>
                  <a:lnTo>
                    <a:pt x="0" y="432439"/>
                  </a:lnTo>
                  <a:lnTo>
                    <a:pt x="0" y="393028"/>
                  </a:lnTo>
                  <a:lnTo>
                    <a:pt x="0" y="353617"/>
                  </a:lnTo>
                  <a:lnTo>
                    <a:pt x="0" y="314206"/>
                  </a:lnTo>
                  <a:lnTo>
                    <a:pt x="0" y="274795"/>
                  </a:lnTo>
                  <a:lnTo>
                    <a:pt x="0" y="235384"/>
                  </a:lnTo>
                  <a:lnTo>
                    <a:pt x="0" y="195973"/>
                  </a:lnTo>
                  <a:lnTo>
                    <a:pt x="0" y="156563"/>
                  </a:lnTo>
                  <a:lnTo>
                    <a:pt x="0" y="117152"/>
                  </a:lnTo>
                  <a:lnTo>
                    <a:pt x="0" y="77741"/>
                  </a:lnTo>
                  <a:lnTo>
                    <a:pt x="0" y="38330"/>
                  </a:ln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rnd">
              <a:solidFill>
                <a:srgbClr val="F0F8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5256837" y="2354586"/>
              <a:ext cx="0" cy="3366361"/>
            </a:xfrm>
            <a:custGeom>
              <a:avLst/>
              <a:pathLst>
                <a:path w="0" h="3366361">
                  <a:moveTo>
                    <a:pt x="0" y="3366361"/>
                  </a:moveTo>
                  <a:lnTo>
                    <a:pt x="0" y="3348846"/>
                  </a:lnTo>
                  <a:lnTo>
                    <a:pt x="0" y="3309435"/>
                  </a:lnTo>
                  <a:lnTo>
                    <a:pt x="0" y="3270024"/>
                  </a:lnTo>
                  <a:lnTo>
                    <a:pt x="0" y="3230613"/>
                  </a:lnTo>
                  <a:lnTo>
                    <a:pt x="0" y="3191202"/>
                  </a:lnTo>
                  <a:lnTo>
                    <a:pt x="0" y="3151791"/>
                  </a:lnTo>
                  <a:lnTo>
                    <a:pt x="0" y="3112380"/>
                  </a:lnTo>
                  <a:lnTo>
                    <a:pt x="0" y="3072969"/>
                  </a:lnTo>
                  <a:lnTo>
                    <a:pt x="0" y="3033559"/>
                  </a:lnTo>
                  <a:lnTo>
                    <a:pt x="0" y="2994148"/>
                  </a:lnTo>
                  <a:lnTo>
                    <a:pt x="0" y="2954737"/>
                  </a:lnTo>
                  <a:lnTo>
                    <a:pt x="0" y="2915326"/>
                  </a:lnTo>
                  <a:lnTo>
                    <a:pt x="0" y="2875915"/>
                  </a:lnTo>
                  <a:lnTo>
                    <a:pt x="0" y="2836504"/>
                  </a:lnTo>
                  <a:lnTo>
                    <a:pt x="0" y="2797093"/>
                  </a:lnTo>
                  <a:lnTo>
                    <a:pt x="0" y="2757682"/>
                  </a:lnTo>
                  <a:lnTo>
                    <a:pt x="0" y="2718271"/>
                  </a:lnTo>
                  <a:lnTo>
                    <a:pt x="0" y="2678860"/>
                  </a:lnTo>
                  <a:lnTo>
                    <a:pt x="0" y="2639450"/>
                  </a:lnTo>
                  <a:lnTo>
                    <a:pt x="0" y="2600039"/>
                  </a:lnTo>
                  <a:lnTo>
                    <a:pt x="0" y="2560628"/>
                  </a:lnTo>
                  <a:lnTo>
                    <a:pt x="0" y="2521217"/>
                  </a:lnTo>
                  <a:lnTo>
                    <a:pt x="0" y="2481806"/>
                  </a:lnTo>
                  <a:lnTo>
                    <a:pt x="0" y="2442395"/>
                  </a:lnTo>
                  <a:lnTo>
                    <a:pt x="0" y="2402984"/>
                  </a:lnTo>
                  <a:lnTo>
                    <a:pt x="0" y="2363573"/>
                  </a:lnTo>
                  <a:lnTo>
                    <a:pt x="0" y="2324162"/>
                  </a:lnTo>
                  <a:lnTo>
                    <a:pt x="0" y="2284751"/>
                  </a:lnTo>
                  <a:lnTo>
                    <a:pt x="0" y="2245340"/>
                  </a:lnTo>
                  <a:lnTo>
                    <a:pt x="0" y="2205930"/>
                  </a:lnTo>
                  <a:lnTo>
                    <a:pt x="0" y="2166519"/>
                  </a:lnTo>
                  <a:lnTo>
                    <a:pt x="0" y="2127108"/>
                  </a:lnTo>
                  <a:lnTo>
                    <a:pt x="0" y="2087697"/>
                  </a:lnTo>
                  <a:lnTo>
                    <a:pt x="0" y="2048286"/>
                  </a:lnTo>
                  <a:lnTo>
                    <a:pt x="0" y="2008875"/>
                  </a:lnTo>
                  <a:lnTo>
                    <a:pt x="0" y="1969464"/>
                  </a:lnTo>
                  <a:lnTo>
                    <a:pt x="0" y="1930053"/>
                  </a:lnTo>
                  <a:lnTo>
                    <a:pt x="0" y="1890642"/>
                  </a:lnTo>
                  <a:lnTo>
                    <a:pt x="0" y="1851231"/>
                  </a:lnTo>
                  <a:lnTo>
                    <a:pt x="0" y="1811821"/>
                  </a:lnTo>
                  <a:lnTo>
                    <a:pt x="0" y="1772410"/>
                  </a:lnTo>
                  <a:lnTo>
                    <a:pt x="0" y="1732999"/>
                  </a:lnTo>
                  <a:lnTo>
                    <a:pt x="0" y="1693588"/>
                  </a:lnTo>
                  <a:lnTo>
                    <a:pt x="0" y="1654177"/>
                  </a:lnTo>
                  <a:lnTo>
                    <a:pt x="0" y="1614766"/>
                  </a:lnTo>
                  <a:lnTo>
                    <a:pt x="0" y="1575355"/>
                  </a:lnTo>
                  <a:lnTo>
                    <a:pt x="0" y="1535944"/>
                  </a:lnTo>
                  <a:lnTo>
                    <a:pt x="0" y="1496533"/>
                  </a:lnTo>
                  <a:lnTo>
                    <a:pt x="0" y="1457122"/>
                  </a:lnTo>
                  <a:lnTo>
                    <a:pt x="0" y="1417711"/>
                  </a:lnTo>
                  <a:lnTo>
                    <a:pt x="0" y="1378301"/>
                  </a:lnTo>
                  <a:lnTo>
                    <a:pt x="0" y="1338890"/>
                  </a:lnTo>
                  <a:lnTo>
                    <a:pt x="0" y="1299479"/>
                  </a:lnTo>
                  <a:lnTo>
                    <a:pt x="0" y="1260068"/>
                  </a:lnTo>
                  <a:lnTo>
                    <a:pt x="0" y="1220657"/>
                  </a:lnTo>
                  <a:lnTo>
                    <a:pt x="0" y="1181246"/>
                  </a:lnTo>
                  <a:lnTo>
                    <a:pt x="0" y="1141835"/>
                  </a:lnTo>
                  <a:lnTo>
                    <a:pt x="0" y="1102424"/>
                  </a:lnTo>
                  <a:lnTo>
                    <a:pt x="0" y="1063013"/>
                  </a:lnTo>
                  <a:lnTo>
                    <a:pt x="0" y="1023602"/>
                  </a:lnTo>
                  <a:lnTo>
                    <a:pt x="0" y="984192"/>
                  </a:lnTo>
                  <a:lnTo>
                    <a:pt x="0" y="944781"/>
                  </a:lnTo>
                  <a:lnTo>
                    <a:pt x="0" y="905370"/>
                  </a:lnTo>
                  <a:lnTo>
                    <a:pt x="0" y="865959"/>
                  </a:lnTo>
                  <a:lnTo>
                    <a:pt x="0" y="826548"/>
                  </a:lnTo>
                  <a:lnTo>
                    <a:pt x="0" y="787137"/>
                  </a:lnTo>
                  <a:lnTo>
                    <a:pt x="0" y="747726"/>
                  </a:lnTo>
                  <a:lnTo>
                    <a:pt x="0" y="708315"/>
                  </a:lnTo>
                  <a:lnTo>
                    <a:pt x="0" y="668904"/>
                  </a:lnTo>
                  <a:lnTo>
                    <a:pt x="0" y="629493"/>
                  </a:lnTo>
                  <a:lnTo>
                    <a:pt x="0" y="590082"/>
                  </a:lnTo>
                  <a:lnTo>
                    <a:pt x="0" y="550672"/>
                  </a:lnTo>
                  <a:lnTo>
                    <a:pt x="0" y="511261"/>
                  </a:lnTo>
                  <a:lnTo>
                    <a:pt x="0" y="471850"/>
                  </a:lnTo>
                  <a:lnTo>
                    <a:pt x="0" y="432439"/>
                  </a:lnTo>
                  <a:lnTo>
                    <a:pt x="0" y="393028"/>
                  </a:lnTo>
                  <a:lnTo>
                    <a:pt x="0" y="353617"/>
                  </a:lnTo>
                  <a:lnTo>
                    <a:pt x="0" y="314206"/>
                  </a:lnTo>
                  <a:lnTo>
                    <a:pt x="0" y="274795"/>
                  </a:lnTo>
                  <a:lnTo>
                    <a:pt x="0" y="235384"/>
                  </a:lnTo>
                  <a:lnTo>
                    <a:pt x="0" y="195973"/>
                  </a:lnTo>
                  <a:lnTo>
                    <a:pt x="0" y="156563"/>
                  </a:lnTo>
                  <a:lnTo>
                    <a:pt x="0" y="117152"/>
                  </a:lnTo>
                  <a:lnTo>
                    <a:pt x="0" y="77741"/>
                  </a:lnTo>
                  <a:lnTo>
                    <a:pt x="0" y="38330"/>
                  </a:ln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rnd">
              <a:solidFill>
                <a:srgbClr val="F0F8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5786012" y="2354586"/>
              <a:ext cx="0" cy="3366361"/>
            </a:xfrm>
            <a:custGeom>
              <a:avLst/>
              <a:pathLst>
                <a:path w="0" h="3366361">
                  <a:moveTo>
                    <a:pt x="0" y="3366361"/>
                  </a:moveTo>
                  <a:lnTo>
                    <a:pt x="0" y="3348846"/>
                  </a:lnTo>
                  <a:lnTo>
                    <a:pt x="0" y="3309435"/>
                  </a:lnTo>
                  <a:lnTo>
                    <a:pt x="0" y="3270024"/>
                  </a:lnTo>
                  <a:lnTo>
                    <a:pt x="0" y="3230613"/>
                  </a:lnTo>
                  <a:lnTo>
                    <a:pt x="0" y="3191202"/>
                  </a:lnTo>
                  <a:lnTo>
                    <a:pt x="0" y="3151791"/>
                  </a:lnTo>
                  <a:lnTo>
                    <a:pt x="0" y="3112380"/>
                  </a:lnTo>
                  <a:lnTo>
                    <a:pt x="0" y="3072969"/>
                  </a:lnTo>
                  <a:lnTo>
                    <a:pt x="0" y="3033559"/>
                  </a:lnTo>
                  <a:lnTo>
                    <a:pt x="0" y="2994148"/>
                  </a:lnTo>
                  <a:lnTo>
                    <a:pt x="0" y="2954737"/>
                  </a:lnTo>
                  <a:lnTo>
                    <a:pt x="0" y="2915326"/>
                  </a:lnTo>
                  <a:lnTo>
                    <a:pt x="0" y="2875915"/>
                  </a:lnTo>
                  <a:lnTo>
                    <a:pt x="0" y="2836504"/>
                  </a:lnTo>
                  <a:lnTo>
                    <a:pt x="0" y="2797093"/>
                  </a:lnTo>
                  <a:lnTo>
                    <a:pt x="0" y="2757682"/>
                  </a:lnTo>
                  <a:lnTo>
                    <a:pt x="0" y="2718271"/>
                  </a:lnTo>
                  <a:lnTo>
                    <a:pt x="0" y="2678860"/>
                  </a:lnTo>
                  <a:lnTo>
                    <a:pt x="0" y="2639450"/>
                  </a:lnTo>
                  <a:lnTo>
                    <a:pt x="0" y="2600039"/>
                  </a:lnTo>
                  <a:lnTo>
                    <a:pt x="0" y="2560628"/>
                  </a:lnTo>
                  <a:lnTo>
                    <a:pt x="0" y="2521217"/>
                  </a:lnTo>
                  <a:lnTo>
                    <a:pt x="0" y="2481806"/>
                  </a:lnTo>
                  <a:lnTo>
                    <a:pt x="0" y="2442395"/>
                  </a:lnTo>
                  <a:lnTo>
                    <a:pt x="0" y="2402984"/>
                  </a:lnTo>
                  <a:lnTo>
                    <a:pt x="0" y="2363573"/>
                  </a:lnTo>
                  <a:lnTo>
                    <a:pt x="0" y="2324162"/>
                  </a:lnTo>
                  <a:lnTo>
                    <a:pt x="0" y="2284751"/>
                  </a:lnTo>
                  <a:lnTo>
                    <a:pt x="0" y="2245340"/>
                  </a:lnTo>
                  <a:lnTo>
                    <a:pt x="0" y="2205930"/>
                  </a:lnTo>
                  <a:lnTo>
                    <a:pt x="0" y="2166519"/>
                  </a:lnTo>
                  <a:lnTo>
                    <a:pt x="0" y="2127108"/>
                  </a:lnTo>
                  <a:lnTo>
                    <a:pt x="0" y="2087697"/>
                  </a:lnTo>
                  <a:lnTo>
                    <a:pt x="0" y="2048286"/>
                  </a:lnTo>
                  <a:lnTo>
                    <a:pt x="0" y="2008875"/>
                  </a:lnTo>
                  <a:lnTo>
                    <a:pt x="0" y="1969464"/>
                  </a:lnTo>
                  <a:lnTo>
                    <a:pt x="0" y="1930053"/>
                  </a:lnTo>
                  <a:lnTo>
                    <a:pt x="0" y="1890642"/>
                  </a:lnTo>
                  <a:lnTo>
                    <a:pt x="0" y="1851231"/>
                  </a:lnTo>
                  <a:lnTo>
                    <a:pt x="0" y="1811821"/>
                  </a:lnTo>
                  <a:lnTo>
                    <a:pt x="0" y="1772410"/>
                  </a:lnTo>
                  <a:lnTo>
                    <a:pt x="0" y="1732999"/>
                  </a:lnTo>
                  <a:lnTo>
                    <a:pt x="0" y="1693588"/>
                  </a:lnTo>
                  <a:lnTo>
                    <a:pt x="0" y="1654177"/>
                  </a:lnTo>
                  <a:lnTo>
                    <a:pt x="0" y="1614766"/>
                  </a:lnTo>
                  <a:lnTo>
                    <a:pt x="0" y="1575355"/>
                  </a:lnTo>
                  <a:lnTo>
                    <a:pt x="0" y="1535944"/>
                  </a:lnTo>
                  <a:lnTo>
                    <a:pt x="0" y="1496533"/>
                  </a:lnTo>
                  <a:lnTo>
                    <a:pt x="0" y="1457122"/>
                  </a:lnTo>
                  <a:lnTo>
                    <a:pt x="0" y="1417711"/>
                  </a:lnTo>
                  <a:lnTo>
                    <a:pt x="0" y="1378301"/>
                  </a:lnTo>
                  <a:lnTo>
                    <a:pt x="0" y="1338890"/>
                  </a:lnTo>
                  <a:lnTo>
                    <a:pt x="0" y="1299479"/>
                  </a:lnTo>
                  <a:lnTo>
                    <a:pt x="0" y="1260068"/>
                  </a:lnTo>
                  <a:lnTo>
                    <a:pt x="0" y="1220657"/>
                  </a:lnTo>
                  <a:lnTo>
                    <a:pt x="0" y="1181246"/>
                  </a:lnTo>
                  <a:lnTo>
                    <a:pt x="0" y="1141835"/>
                  </a:lnTo>
                  <a:lnTo>
                    <a:pt x="0" y="1102424"/>
                  </a:lnTo>
                  <a:lnTo>
                    <a:pt x="0" y="1063013"/>
                  </a:lnTo>
                  <a:lnTo>
                    <a:pt x="0" y="1023602"/>
                  </a:lnTo>
                  <a:lnTo>
                    <a:pt x="0" y="984192"/>
                  </a:lnTo>
                  <a:lnTo>
                    <a:pt x="0" y="944781"/>
                  </a:lnTo>
                  <a:lnTo>
                    <a:pt x="0" y="905370"/>
                  </a:lnTo>
                  <a:lnTo>
                    <a:pt x="0" y="865959"/>
                  </a:lnTo>
                  <a:lnTo>
                    <a:pt x="0" y="826548"/>
                  </a:lnTo>
                  <a:lnTo>
                    <a:pt x="0" y="787137"/>
                  </a:lnTo>
                  <a:lnTo>
                    <a:pt x="0" y="747726"/>
                  </a:lnTo>
                  <a:lnTo>
                    <a:pt x="0" y="708315"/>
                  </a:lnTo>
                  <a:lnTo>
                    <a:pt x="0" y="668904"/>
                  </a:lnTo>
                  <a:lnTo>
                    <a:pt x="0" y="629493"/>
                  </a:lnTo>
                  <a:lnTo>
                    <a:pt x="0" y="590082"/>
                  </a:lnTo>
                  <a:lnTo>
                    <a:pt x="0" y="550672"/>
                  </a:lnTo>
                  <a:lnTo>
                    <a:pt x="0" y="511261"/>
                  </a:lnTo>
                  <a:lnTo>
                    <a:pt x="0" y="471850"/>
                  </a:lnTo>
                  <a:lnTo>
                    <a:pt x="0" y="432439"/>
                  </a:lnTo>
                  <a:lnTo>
                    <a:pt x="0" y="393028"/>
                  </a:lnTo>
                  <a:lnTo>
                    <a:pt x="0" y="353617"/>
                  </a:lnTo>
                  <a:lnTo>
                    <a:pt x="0" y="314206"/>
                  </a:lnTo>
                  <a:lnTo>
                    <a:pt x="0" y="274795"/>
                  </a:lnTo>
                  <a:lnTo>
                    <a:pt x="0" y="235384"/>
                  </a:lnTo>
                  <a:lnTo>
                    <a:pt x="0" y="195973"/>
                  </a:lnTo>
                  <a:lnTo>
                    <a:pt x="0" y="156563"/>
                  </a:lnTo>
                  <a:lnTo>
                    <a:pt x="0" y="117152"/>
                  </a:lnTo>
                  <a:lnTo>
                    <a:pt x="0" y="77741"/>
                  </a:lnTo>
                  <a:lnTo>
                    <a:pt x="0" y="38330"/>
                  </a:ln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rnd">
              <a:solidFill>
                <a:srgbClr val="F0F8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6315187" y="2354586"/>
              <a:ext cx="0" cy="3366361"/>
            </a:xfrm>
            <a:custGeom>
              <a:avLst/>
              <a:pathLst>
                <a:path w="0" h="3366361">
                  <a:moveTo>
                    <a:pt x="0" y="3366361"/>
                  </a:moveTo>
                  <a:lnTo>
                    <a:pt x="0" y="3348846"/>
                  </a:lnTo>
                  <a:lnTo>
                    <a:pt x="0" y="3309435"/>
                  </a:lnTo>
                  <a:lnTo>
                    <a:pt x="0" y="3270024"/>
                  </a:lnTo>
                  <a:lnTo>
                    <a:pt x="0" y="3230613"/>
                  </a:lnTo>
                  <a:lnTo>
                    <a:pt x="0" y="3191202"/>
                  </a:lnTo>
                  <a:lnTo>
                    <a:pt x="0" y="3151791"/>
                  </a:lnTo>
                  <a:lnTo>
                    <a:pt x="0" y="3112380"/>
                  </a:lnTo>
                  <a:lnTo>
                    <a:pt x="0" y="3072969"/>
                  </a:lnTo>
                  <a:lnTo>
                    <a:pt x="0" y="3033559"/>
                  </a:lnTo>
                  <a:lnTo>
                    <a:pt x="0" y="2994148"/>
                  </a:lnTo>
                  <a:lnTo>
                    <a:pt x="0" y="2954737"/>
                  </a:lnTo>
                  <a:lnTo>
                    <a:pt x="0" y="2915326"/>
                  </a:lnTo>
                  <a:lnTo>
                    <a:pt x="0" y="2875915"/>
                  </a:lnTo>
                  <a:lnTo>
                    <a:pt x="0" y="2836504"/>
                  </a:lnTo>
                  <a:lnTo>
                    <a:pt x="0" y="2797093"/>
                  </a:lnTo>
                  <a:lnTo>
                    <a:pt x="0" y="2757682"/>
                  </a:lnTo>
                  <a:lnTo>
                    <a:pt x="0" y="2718271"/>
                  </a:lnTo>
                  <a:lnTo>
                    <a:pt x="0" y="2678860"/>
                  </a:lnTo>
                  <a:lnTo>
                    <a:pt x="0" y="2639450"/>
                  </a:lnTo>
                  <a:lnTo>
                    <a:pt x="0" y="2600039"/>
                  </a:lnTo>
                  <a:lnTo>
                    <a:pt x="0" y="2560628"/>
                  </a:lnTo>
                  <a:lnTo>
                    <a:pt x="0" y="2521217"/>
                  </a:lnTo>
                  <a:lnTo>
                    <a:pt x="0" y="2481806"/>
                  </a:lnTo>
                  <a:lnTo>
                    <a:pt x="0" y="2442395"/>
                  </a:lnTo>
                  <a:lnTo>
                    <a:pt x="0" y="2402984"/>
                  </a:lnTo>
                  <a:lnTo>
                    <a:pt x="0" y="2363573"/>
                  </a:lnTo>
                  <a:lnTo>
                    <a:pt x="0" y="2324162"/>
                  </a:lnTo>
                  <a:lnTo>
                    <a:pt x="0" y="2284751"/>
                  </a:lnTo>
                  <a:lnTo>
                    <a:pt x="0" y="2245340"/>
                  </a:lnTo>
                  <a:lnTo>
                    <a:pt x="0" y="2205930"/>
                  </a:lnTo>
                  <a:lnTo>
                    <a:pt x="0" y="2166519"/>
                  </a:lnTo>
                  <a:lnTo>
                    <a:pt x="0" y="2127108"/>
                  </a:lnTo>
                  <a:lnTo>
                    <a:pt x="0" y="2087697"/>
                  </a:lnTo>
                  <a:lnTo>
                    <a:pt x="0" y="2048286"/>
                  </a:lnTo>
                  <a:lnTo>
                    <a:pt x="0" y="2008875"/>
                  </a:lnTo>
                  <a:lnTo>
                    <a:pt x="0" y="1969464"/>
                  </a:lnTo>
                  <a:lnTo>
                    <a:pt x="0" y="1930053"/>
                  </a:lnTo>
                  <a:lnTo>
                    <a:pt x="0" y="1890642"/>
                  </a:lnTo>
                  <a:lnTo>
                    <a:pt x="0" y="1851231"/>
                  </a:lnTo>
                  <a:lnTo>
                    <a:pt x="0" y="1811821"/>
                  </a:lnTo>
                  <a:lnTo>
                    <a:pt x="0" y="1772410"/>
                  </a:lnTo>
                  <a:lnTo>
                    <a:pt x="0" y="1732999"/>
                  </a:lnTo>
                  <a:lnTo>
                    <a:pt x="0" y="1693588"/>
                  </a:lnTo>
                  <a:lnTo>
                    <a:pt x="0" y="1654177"/>
                  </a:lnTo>
                  <a:lnTo>
                    <a:pt x="0" y="1614766"/>
                  </a:lnTo>
                  <a:lnTo>
                    <a:pt x="0" y="1575355"/>
                  </a:lnTo>
                  <a:lnTo>
                    <a:pt x="0" y="1535944"/>
                  </a:lnTo>
                  <a:lnTo>
                    <a:pt x="0" y="1496533"/>
                  </a:lnTo>
                  <a:lnTo>
                    <a:pt x="0" y="1457122"/>
                  </a:lnTo>
                  <a:lnTo>
                    <a:pt x="0" y="1417711"/>
                  </a:lnTo>
                  <a:lnTo>
                    <a:pt x="0" y="1378301"/>
                  </a:lnTo>
                  <a:lnTo>
                    <a:pt x="0" y="1338890"/>
                  </a:lnTo>
                  <a:lnTo>
                    <a:pt x="0" y="1299479"/>
                  </a:lnTo>
                  <a:lnTo>
                    <a:pt x="0" y="1260068"/>
                  </a:lnTo>
                  <a:lnTo>
                    <a:pt x="0" y="1220657"/>
                  </a:lnTo>
                  <a:lnTo>
                    <a:pt x="0" y="1181246"/>
                  </a:lnTo>
                  <a:lnTo>
                    <a:pt x="0" y="1141835"/>
                  </a:lnTo>
                  <a:lnTo>
                    <a:pt x="0" y="1102424"/>
                  </a:lnTo>
                  <a:lnTo>
                    <a:pt x="0" y="1063013"/>
                  </a:lnTo>
                  <a:lnTo>
                    <a:pt x="0" y="1023602"/>
                  </a:lnTo>
                  <a:lnTo>
                    <a:pt x="0" y="984192"/>
                  </a:lnTo>
                  <a:lnTo>
                    <a:pt x="0" y="944781"/>
                  </a:lnTo>
                  <a:lnTo>
                    <a:pt x="0" y="905370"/>
                  </a:lnTo>
                  <a:lnTo>
                    <a:pt x="0" y="865959"/>
                  </a:lnTo>
                  <a:lnTo>
                    <a:pt x="0" y="826548"/>
                  </a:lnTo>
                  <a:lnTo>
                    <a:pt x="0" y="787137"/>
                  </a:lnTo>
                  <a:lnTo>
                    <a:pt x="0" y="747726"/>
                  </a:lnTo>
                  <a:lnTo>
                    <a:pt x="0" y="708315"/>
                  </a:lnTo>
                  <a:lnTo>
                    <a:pt x="0" y="668904"/>
                  </a:lnTo>
                  <a:lnTo>
                    <a:pt x="0" y="629493"/>
                  </a:lnTo>
                  <a:lnTo>
                    <a:pt x="0" y="590082"/>
                  </a:lnTo>
                  <a:lnTo>
                    <a:pt x="0" y="550672"/>
                  </a:lnTo>
                  <a:lnTo>
                    <a:pt x="0" y="511261"/>
                  </a:lnTo>
                  <a:lnTo>
                    <a:pt x="0" y="471850"/>
                  </a:lnTo>
                  <a:lnTo>
                    <a:pt x="0" y="432439"/>
                  </a:lnTo>
                  <a:lnTo>
                    <a:pt x="0" y="393028"/>
                  </a:lnTo>
                  <a:lnTo>
                    <a:pt x="0" y="353617"/>
                  </a:lnTo>
                  <a:lnTo>
                    <a:pt x="0" y="314206"/>
                  </a:lnTo>
                  <a:lnTo>
                    <a:pt x="0" y="274795"/>
                  </a:lnTo>
                  <a:lnTo>
                    <a:pt x="0" y="235384"/>
                  </a:lnTo>
                  <a:lnTo>
                    <a:pt x="0" y="195973"/>
                  </a:lnTo>
                  <a:lnTo>
                    <a:pt x="0" y="156563"/>
                  </a:lnTo>
                  <a:lnTo>
                    <a:pt x="0" y="117152"/>
                  </a:lnTo>
                  <a:lnTo>
                    <a:pt x="0" y="77741"/>
                  </a:lnTo>
                  <a:lnTo>
                    <a:pt x="0" y="38330"/>
                  </a:ln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rnd">
              <a:solidFill>
                <a:srgbClr val="F0F8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2201917" y="5407850"/>
              <a:ext cx="4342247" cy="0"/>
            </a:xfrm>
            <a:custGeom>
              <a:avLst/>
              <a:pathLst>
                <a:path w="4342247" h="0">
                  <a:moveTo>
                    <a:pt x="0" y="0"/>
                  </a:moveTo>
                  <a:lnTo>
                    <a:pt x="24190" y="0"/>
                  </a:lnTo>
                  <a:lnTo>
                    <a:pt x="72297" y="0"/>
                  </a:lnTo>
                  <a:lnTo>
                    <a:pt x="120403" y="0"/>
                  </a:lnTo>
                  <a:lnTo>
                    <a:pt x="168510" y="0"/>
                  </a:lnTo>
                  <a:lnTo>
                    <a:pt x="216617" y="0"/>
                  </a:lnTo>
                  <a:lnTo>
                    <a:pt x="264724" y="0"/>
                  </a:lnTo>
                  <a:lnTo>
                    <a:pt x="312831" y="0"/>
                  </a:lnTo>
                  <a:lnTo>
                    <a:pt x="360938" y="0"/>
                  </a:lnTo>
                  <a:lnTo>
                    <a:pt x="409044" y="0"/>
                  </a:lnTo>
                  <a:lnTo>
                    <a:pt x="457151" y="0"/>
                  </a:lnTo>
                  <a:lnTo>
                    <a:pt x="505258" y="0"/>
                  </a:lnTo>
                  <a:lnTo>
                    <a:pt x="553365" y="0"/>
                  </a:lnTo>
                  <a:lnTo>
                    <a:pt x="601472" y="0"/>
                  </a:lnTo>
                  <a:lnTo>
                    <a:pt x="649579" y="0"/>
                  </a:lnTo>
                  <a:lnTo>
                    <a:pt x="697685" y="0"/>
                  </a:lnTo>
                  <a:lnTo>
                    <a:pt x="745792" y="0"/>
                  </a:lnTo>
                  <a:lnTo>
                    <a:pt x="793899" y="0"/>
                  </a:lnTo>
                  <a:lnTo>
                    <a:pt x="842006" y="0"/>
                  </a:lnTo>
                  <a:lnTo>
                    <a:pt x="890113" y="0"/>
                  </a:lnTo>
                  <a:lnTo>
                    <a:pt x="938219" y="0"/>
                  </a:lnTo>
                  <a:lnTo>
                    <a:pt x="986326" y="0"/>
                  </a:lnTo>
                  <a:lnTo>
                    <a:pt x="1034433" y="0"/>
                  </a:lnTo>
                  <a:lnTo>
                    <a:pt x="1082540" y="0"/>
                  </a:lnTo>
                  <a:lnTo>
                    <a:pt x="1130647" y="0"/>
                  </a:lnTo>
                  <a:lnTo>
                    <a:pt x="1178754" y="0"/>
                  </a:lnTo>
                  <a:lnTo>
                    <a:pt x="1226860" y="0"/>
                  </a:lnTo>
                  <a:lnTo>
                    <a:pt x="1274967" y="0"/>
                  </a:lnTo>
                  <a:lnTo>
                    <a:pt x="1323074" y="0"/>
                  </a:lnTo>
                  <a:lnTo>
                    <a:pt x="1371181" y="0"/>
                  </a:lnTo>
                  <a:lnTo>
                    <a:pt x="1419288" y="0"/>
                  </a:lnTo>
                  <a:lnTo>
                    <a:pt x="1467394" y="0"/>
                  </a:lnTo>
                  <a:lnTo>
                    <a:pt x="1515501" y="0"/>
                  </a:lnTo>
                  <a:lnTo>
                    <a:pt x="1563608" y="0"/>
                  </a:lnTo>
                  <a:lnTo>
                    <a:pt x="1611715" y="0"/>
                  </a:lnTo>
                  <a:lnTo>
                    <a:pt x="1659822" y="0"/>
                  </a:lnTo>
                  <a:lnTo>
                    <a:pt x="1707929" y="0"/>
                  </a:lnTo>
                  <a:lnTo>
                    <a:pt x="1756035" y="0"/>
                  </a:lnTo>
                  <a:lnTo>
                    <a:pt x="1804142" y="0"/>
                  </a:lnTo>
                  <a:lnTo>
                    <a:pt x="1852249" y="0"/>
                  </a:lnTo>
                  <a:lnTo>
                    <a:pt x="1900356" y="0"/>
                  </a:lnTo>
                  <a:lnTo>
                    <a:pt x="1948463" y="0"/>
                  </a:lnTo>
                  <a:lnTo>
                    <a:pt x="1996570" y="0"/>
                  </a:lnTo>
                  <a:lnTo>
                    <a:pt x="2044676" y="0"/>
                  </a:lnTo>
                  <a:lnTo>
                    <a:pt x="2092783" y="0"/>
                  </a:lnTo>
                  <a:lnTo>
                    <a:pt x="2140890" y="0"/>
                  </a:lnTo>
                  <a:lnTo>
                    <a:pt x="2188997" y="0"/>
                  </a:lnTo>
                  <a:lnTo>
                    <a:pt x="2237104" y="0"/>
                  </a:lnTo>
                  <a:lnTo>
                    <a:pt x="2285210" y="0"/>
                  </a:lnTo>
                  <a:lnTo>
                    <a:pt x="2333317" y="0"/>
                  </a:lnTo>
                  <a:lnTo>
                    <a:pt x="2381424" y="0"/>
                  </a:lnTo>
                  <a:lnTo>
                    <a:pt x="2429531" y="0"/>
                  </a:lnTo>
                  <a:lnTo>
                    <a:pt x="2477638" y="0"/>
                  </a:lnTo>
                  <a:lnTo>
                    <a:pt x="2525745" y="0"/>
                  </a:lnTo>
                  <a:lnTo>
                    <a:pt x="2573851" y="0"/>
                  </a:lnTo>
                  <a:lnTo>
                    <a:pt x="2621958" y="0"/>
                  </a:lnTo>
                  <a:lnTo>
                    <a:pt x="2670065" y="0"/>
                  </a:lnTo>
                  <a:lnTo>
                    <a:pt x="2718172" y="0"/>
                  </a:lnTo>
                  <a:lnTo>
                    <a:pt x="2766279" y="0"/>
                  </a:lnTo>
                  <a:lnTo>
                    <a:pt x="2814386" y="0"/>
                  </a:lnTo>
                  <a:lnTo>
                    <a:pt x="2862492" y="0"/>
                  </a:lnTo>
                  <a:lnTo>
                    <a:pt x="2910599" y="0"/>
                  </a:lnTo>
                  <a:lnTo>
                    <a:pt x="2958706" y="0"/>
                  </a:lnTo>
                  <a:lnTo>
                    <a:pt x="3006813" y="0"/>
                  </a:lnTo>
                  <a:lnTo>
                    <a:pt x="3054920" y="0"/>
                  </a:lnTo>
                  <a:lnTo>
                    <a:pt x="3103026" y="0"/>
                  </a:lnTo>
                  <a:lnTo>
                    <a:pt x="3151133" y="0"/>
                  </a:lnTo>
                  <a:lnTo>
                    <a:pt x="3199240" y="0"/>
                  </a:lnTo>
                  <a:lnTo>
                    <a:pt x="3247347" y="0"/>
                  </a:lnTo>
                  <a:lnTo>
                    <a:pt x="3295454" y="0"/>
                  </a:lnTo>
                  <a:lnTo>
                    <a:pt x="3343561" y="0"/>
                  </a:lnTo>
                  <a:lnTo>
                    <a:pt x="3391667" y="0"/>
                  </a:lnTo>
                  <a:lnTo>
                    <a:pt x="3439774" y="0"/>
                  </a:lnTo>
                  <a:lnTo>
                    <a:pt x="3487881" y="0"/>
                  </a:lnTo>
                  <a:lnTo>
                    <a:pt x="3535988" y="0"/>
                  </a:lnTo>
                  <a:lnTo>
                    <a:pt x="3584095" y="0"/>
                  </a:lnTo>
                  <a:lnTo>
                    <a:pt x="3632202" y="0"/>
                  </a:lnTo>
                  <a:lnTo>
                    <a:pt x="3680308" y="0"/>
                  </a:lnTo>
                  <a:lnTo>
                    <a:pt x="3728415" y="0"/>
                  </a:lnTo>
                  <a:lnTo>
                    <a:pt x="3776522" y="0"/>
                  </a:lnTo>
                  <a:lnTo>
                    <a:pt x="3824629" y="0"/>
                  </a:lnTo>
                  <a:lnTo>
                    <a:pt x="3872736" y="0"/>
                  </a:lnTo>
                  <a:lnTo>
                    <a:pt x="3920842" y="0"/>
                  </a:lnTo>
                  <a:lnTo>
                    <a:pt x="3968949" y="0"/>
                  </a:lnTo>
                  <a:lnTo>
                    <a:pt x="4017056" y="0"/>
                  </a:lnTo>
                  <a:lnTo>
                    <a:pt x="4065163" y="0"/>
                  </a:lnTo>
                  <a:lnTo>
                    <a:pt x="4113270" y="0"/>
                  </a:lnTo>
                  <a:lnTo>
                    <a:pt x="4161377" y="0"/>
                  </a:lnTo>
                  <a:lnTo>
                    <a:pt x="4209483" y="0"/>
                  </a:lnTo>
                  <a:lnTo>
                    <a:pt x="4257590" y="0"/>
                  </a:lnTo>
                  <a:lnTo>
                    <a:pt x="4305697" y="0"/>
                  </a:lnTo>
                  <a:lnTo>
                    <a:pt x="4342247" y="0"/>
                  </a:lnTo>
                  <a:lnTo>
                    <a:pt x="4342247" y="0"/>
                  </a:lnTo>
                </a:path>
              </a:pathLst>
            </a:custGeom>
            <a:ln w="13550" cap="rnd">
              <a:solidFill>
                <a:srgbClr val="F0F8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2201917" y="4757570"/>
              <a:ext cx="4342247" cy="0"/>
            </a:xfrm>
            <a:custGeom>
              <a:avLst/>
              <a:pathLst>
                <a:path w="4342247" h="0">
                  <a:moveTo>
                    <a:pt x="0" y="0"/>
                  </a:moveTo>
                  <a:lnTo>
                    <a:pt x="24190" y="0"/>
                  </a:lnTo>
                  <a:lnTo>
                    <a:pt x="72297" y="0"/>
                  </a:lnTo>
                  <a:lnTo>
                    <a:pt x="120403" y="0"/>
                  </a:lnTo>
                  <a:lnTo>
                    <a:pt x="168510" y="0"/>
                  </a:lnTo>
                  <a:lnTo>
                    <a:pt x="216617" y="0"/>
                  </a:lnTo>
                  <a:lnTo>
                    <a:pt x="264724" y="0"/>
                  </a:lnTo>
                  <a:lnTo>
                    <a:pt x="312831" y="0"/>
                  </a:lnTo>
                  <a:lnTo>
                    <a:pt x="360938" y="0"/>
                  </a:lnTo>
                  <a:lnTo>
                    <a:pt x="409044" y="0"/>
                  </a:lnTo>
                  <a:lnTo>
                    <a:pt x="457151" y="0"/>
                  </a:lnTo>
                  <a:lnTo>
                    <a:pt x="505258" y="0"/>
                  </a:lnTo>
                  <a:lnTo>
                    <a:pt x="553365" y="0"/>
                  </a:lnTo>
                  <a:lnTo>
                    <a:pt x="601472" y="0"/>
                  </a:lnTo>
                  <a:lnTo>
                    <a:pt x="649579" y="0"/>
                  </a:lnTo>
                  <a:lnTo>
                    <a:pt x="697685" y="0"/>
                  </a:lnTo>
                  <a:lnTo>
                    <a:pt x="745792" y="0"/>
                  </a:lnTo>
                  <a:lnTo>
                    <a:pt x="793899" y="0"/>
                  </a:lnTo>
                  <a:lnTo>
                    <a:pt x="842006" y="0"/>
                  </a:lnTo>
                  <a:lnTo>
                    <a:pt x="890113" y="0"/>
                  </a:lnTo>
                  <a:lnTo>
                    <a:pt x="938219" y="0"/>
                  </a:lnTo>
                  <a:lnTo>
                    <a:pt x="986326" y="0"/>
                  </a:lnTo>
                  <a:lnTo>
                    <a:pt x="1034433" y="0"/>
                  </a:lnTo>
                  <a:lnTo>
                    <a:pt x="1082540" y="0"/>
                  </a:lnTo>
                  <a:lnTo>
                    <a:pt x="1130647" y="0"/>
                  </a:lnTo>
                  <a:lnTo>
                    <a:pt x="1178754" y="0"/>
                  </a:lnTo>
                  <a:lnTo>
                    <a:pt x="1226860" y="0"/>
                  </a:lnTo>
                  <a:lnTo>
                    <a:pt x="1274967" y="0"/>
                  </a:lnTo>
                  <a:lnTo>
                    <a:pt x="1323074" y="0"/>
                  </a:lnTo>
                  <a:lnTo>
                    <a:pt x="1371181" y="0"/>
                  </a:lnTo>
                  <a:lnTo>
                    <a:pt x="1419288" y="0"/>
                  </a:lnTo>
                  <a:lnTo>
                    <a:pt x="1467394" y="0"/>
                  </a:lnTo>
                  <a:lnTo>
                    <a:pt x="1515501" y="0"/>
                  </a:lnTo>
                  <a:lnTo>
                    <a:pt x="1563608" y="0"/>
                  </a:lnTo>
                  <a:lnTo>
                    <a:pt x="1611715" y="0"/>
                  </a:lnTo>
                  <a:lnTo>
                    <a:pt x="1659822" y="0"/>
                  </a:lnTo>
                  <a:lnTo>
                    <a:pt x="1707929" y="0"/>
                  </a:lnTo>
                  <a:lnTo>
                    <a:pt x="1756035" y="0"/>
                  </a:lnTo>
                  <a:lnTo>
                    <a:pt x="1804142" y="0"/>
                  </a:lnTo>
                  <a:lnTo>
                    <a:pt x="1852249" y="0"/>
                  </a:lnTo>
                  <a:lnTo>
                    <a:pt x="1900356" y="0"/>
                  </a:lnTo>
                  <a:lnTo>
                    <a:pt x="1948463" y="0"/>
                  </a:lnTo>
                  <a:lnTo>
                    <a:pt x="1996570" y="0"/>
                  </a:lnTo>
                  <a:lnTo>
                    <a:pt x="2044676" y="0"/>
                  </a:lnTo>
                  <a:lnTo>
                    <a:pt x="2092783" y="0"/>
                  </a:lnTo>
                  <a:lnTo>
                    <a:pt x="2140890" y="0"/>
                  </a:lnTo>
                  <a:lnTo>
                    <a:pt x="2188997" y="0"/>
                  </a:lnTo>
                  <a:lnTo>
                    <a:pt x="2237104" y="0"/>
                  </a:lnTo>
                  <a:lnTo>
                    <a:pt x="2285210" y="0"/>
                  </a:lnTo>
                  <a:lnTo>
                    <a:pt x="2333317" y="0"/>
                  </a:lnTo>
                  <a:lnTo>
                    <a:pt x="2381424" y="0"/>
                  </a:lnTo>
                  <a:lnTo>
                    <a:pt x="2429531" y="0"/>
                  </a:lnTo>
                  <a:lnTo>
                    <a:pt x="2477638" y="0"/>
                  </a:lnTo>
                  <a:lnTo>
                    <a:pt x="2525745" y="0"/>
                  </a:lnTo>
                  <a:lnTo>
                    <a:pt x="2573851" y="0"/>
                  </a:lnTo>
                  <a:lnTo>
                    <a:pt x="2621958" y="0"/>
                  </a:lnTo>
                  <a:lnTo>
                    <a:pt x="2670065" y="0"/>
                  </a:lnTo>
                  <a:lnTo>
                    <a:pt x="2718172" y="0"/>
                  </a:lnTo>
                  <a:lnTo>
                    <a:pt x="2766279" y="0"/>
                  </a:lnTo>
                  <a:lnTo>
                    <a:pt x="2814386" y="0"/>
                  </a:lnTo>
                  <a:lnTo>
                    <a:pt x="2862492" y="0"/>
                  </a:lnTo>
                  <a:lnTo>
                    <a:pt x="2910599" y="0"/>
                  </a:lnTo>
                  <a:lnTo>
                    <a:pt x="2958706" y="0"/>
                  </a:lnTo>
                  <a:lnTo>
                    <a:pt x="3006813" y="0"/>
                  </a:lnTo>
                  <a:lnTo>
                    <a:pt x="3054920" y="0"/>
                  </a:lnTo>
                  <a:lnTo>
                    <a:pt x="3103026" y="0"/>
                  </a:lnTo>
                  <a:lnTo>
                    <a:pt x="3151133" y="0"/>
                  </a:lnTo>
                  <a:lnTo>
                    <a:pt x="3199240" y="0"/>
                  </a:lnTo>
                  <a:lnTo>
                    <a:pt x="3247347" y="0"/>
                  </a:lnTo>
                  <a:lnTo>
                    <a:pt x="3295454" y="0"/>
                  </a:lnTo>
                  <a:lnTo>
                    <a:pt x="3343561" y="0"/>
                  </a:lnTo>
                  <a:lnTo>
                    <a:pt x="3391667" y="0"/>
                  </a:lnTo>
                  <a:lnTo>
                    <a:pt x="3439774" y="0"/>
                  </a:lnTo>
                  <a:lnTo>
                    <a:pt x="3487881" y="0"/>
                  </a:lnTo>
                  <a:lnTo>
                    <a:pt x="3535988" y="0"/>
                  </a:lnTo>
                  <a:lnTo>
                    <a:pt x="3584095" y="0"/>
                  </a:lnTo>
                  <a:lnTo>
                    <a:pt x="3632202" y="0"/>
                  </a:lnTo>
                  <a:lnTo>
                    <a:pt x="3680308" y="0"/>
                  </a:lnTo>
                  <a:lnTo>
                    <a:pt x="3728415" y="0"/>
                  </a:lnTo>
                  <a:lnTo>
                    <a:pt x="3776522" y="0"/>
                  </a:lnTo>
                  <a:lnTo>
                    <a:pt x="3824629" y="0"/>
                  </a:lnTo>
                  <a:lnTo>
                    <a:pt x="3872736" y="0"/>
                  </a:lnTo>
                  <a:lnTo>
                    <a:pt x="3920842" y="0"/>
                  </a:lnTo>
                  <a:lnTo>
                    <a:pt x="3968949" y="0"/>
                  </a:lnTo>
                  <a:lnTo>
                    <a:pt x="4017056" y="0"/>
                  </a:lnTo>
                  <a:lnTo>
                    <a:pt x="4065163" y="0"/>
                  </a:lnTo>
                  <a:lnTo>
                    <a:pt x="4113270" y="0"/>
                  </a:lnTo>
                  <a:lnTo>
                    <a:pt x="4161377" y="0"/>
                  </a:lnTo>
                  <a:lnTo>
                    <a:pt x="4209483" y="0"/>
                  </a:lnTo>
                  <a:lnTo>
                    <a:pt x="4257590" y="0"/>
                  </a:lnTo>
                  <a:lnTo>
                    <a:pt x="4305697" y="0"/>
                  </a:lnTo>
                  <a:lnTo>
                    <a:pt x="4342247" y="0"/>
                  </a:lnTo>
                  <a:lnTo>
                    <a:pt x="4342247" y="0"/>
                  </a:lnTo>
                </a:path>
              </a:pathLst>
            </a:custGeom>
            <a:ln w="13550" cap="rnd">
              <a:solidFill>
                <a:srgbClr val="F0F8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2201917" y="4107291"/>
              <a:ext cx="4342247" cy="0"/>
            </a:xfrm>
            <a:custGeom>
              <a:avLst/>
              <a:pathLst>
                <a:path w="4342247" h="0">
                  <a:moveTo>
                    <a:pt x="0" y="0"/>
                  </a:moveTo>
                  <a:lnTo>
                    <a:pt x="24190" y="0"/>
                  </a:lnTo>
                  <a:lnTo>
                    <a:pt x="72297" y="0"/>
                  </a:lnTo>
                  <a:lnTo>
                    <a:pt x="120403" y="0"/>
                  </a:lnTo>
                  <a:lnTo>
                    <a:pt x="168510" y="0"/>
                  </a:lnTo>
                  <a:lnTo>
                    <a:pt x="216617" y="0"/>
                  </a:lnTo>
                  <a:lnTo>
                    <a:pt x="264724" y="0"/>
                  </a:lnTo>
                  <a:lnTo>
                    <a:pt x="312831" y="0"/>
                  </a:lnTo>
                  <a:lnTo>
                    <a:pt x="360938" y="0"/>
                  </a:lnTo>
                  <a:lnTo>
                    <a:pt x="409044" y="0"/>
                  </a:lnTo>
                  <a:lnTo>
                    <a:pt x="457151" y="0"/>
                  </a:lnTo>
                  <a:lnTo>
                    <a:pt x="505258" y="0"/>
                  </a:lnTo>
                  <a:lnTo>
                    <a:pt x="553365" y="0"/>
                  </a:lnTo>
                  <a:lnTo>
                    <a:pt x="601472" y="0"/>
                  </a:lnTo>
                  <a:lnTo>
                    <a:pt x="649579" y="0"/>
                  </a:lnTo>
                  <a:lnTo>
                    <a:pt x="697685" y="0"/>
                  </a:lnTo>
                  <a:lnTo>
                    <a:pt x="745792" y="0"/>
                  </a:lnTo>
                  <a:lnTo>
                    <a:pt x="793899" y="0"/>
                  </a:lnTo>
                  <a:lnTo>
                    <a:pt x="842006" y="0"/>
                  </a:lnTo>
                  <a:lnTo>
                    <a:pt x="890113" y="0"/>
                  </a:lnTo>
                  <a:lnTo>
                    <a:pt x="938219" y="0"/>
                  </a:lnTo>
                  <a:lnTo>
                    <a:pt x="986326" y="0"/>
                  </a:lnTo>
                  <a:lnTo>
                    <a:pt x="1034433" y="0"/>
                  </a:lnTo>
                  <a:lnTo>
                    <a:pt x="1082540" y="0"/>
                  </a:lnTo>
                  <a:lnTo>
                    <a:pt x="1130647" y="0"/>
                  </a:lnTo>
                  <a:lnTo>
                    <a:pt x="1178754" y="0"/>
                  </a:lnTo>
                  <a:lnTo>
                    <a:pt x="1226860" y="0"/>
                  </a:lnTo>
                  <a:lnTo>
                    <a:pt x="1274967" y="0"/>
                  </a:lnTo>
                  <a:lnTo>
                    <a:pt x="1323074" y="0"/>
                  </a:lnTo>
                  <a:lnTo>
                    <a:pt x="1371181" y="0"/>
                  </a:lnTo>
                  <a:lnTo>
                    <a:pt x="1419288" y="0"/>
                  </a:lnTo>
                  <a:lnTo>
                    <a:pt x="1467394" y="0"/>
                  </a:lnTo>
                  <a:lnTo>
                    <a:pt x="1515501" y="0"/>
                  </a:lnTo>
                  <a:lnTo>
                    <a:pt x="1563608" y="0"/>
                  </a:lnTo>
                  <a:lnTo>
                    <a:pt x="1611715" y="0"/>
                  </a:lnTo>
                  <a:lnTo>
                    <a:pt x="1659822" y="0"/>
                  </a:lnTo>
                  <a:lnTo>
                    <a:pt x="1707929" y="0"/>
                  </a:lnTo>
                  <a:lnTo>
                    <a:pt x="1756035" y="0"/>
                  </a:lnTo>
                  <a:lnTo>
                    <a:pt x="1804142" y="0"/>
                  </a:lnTo>
                  <a:lnTo>
                    <a:pt x="1852249" y="0"/>
                  </a:lnTo>
                  <a:lnTo>
                    <a:pt x="1900356" y="0"/>
                  </a:lnTo>
                  <a:lnTo>
                    <a:pt x="1948463" y="0"/>
                  </a:lnTo>
                  <a:lnTo>
                    <a:pt x="1996570" y="0"/>
                  </a:lnTo>
                  <a:lnTo>
                    <a:pt x="2044676" y="0"/>
                  </a:lnTo>
                  <a:lnTo>
                    <a:pt x="2092783" y="0"/>
                  </a:lnTo>
                  <a:lnTo>
                    <a:pt x="2140890" y="0"/>
                  </a:lnTo>
                  <a:lnTo>
                    <a:pt x="2188997" y="0"/>
                  </a:lnTo>
                  <a:lnTo>
                    <a:pt x="2237104" y="0"/>
                  </a:lnTo>
                  <a:lnTo>
                    <a:pt x="2285210" y="0"/>
                  </a:lnTo>
                  <a:lnTo>
                    <a:pt x="2333317" y="0"/>
                  </a:lnTo>
                  <a:lnTo>
                    <a:pt x="2381424" y="0"/>
                  </a:lnTo>
                  <a:lnTo>
                    <a:pt x="2429531" y="0"/>
                  </a:lnTo>
                  <a:lnTo>
                    <a:pt x="2477638" y="0"/>
                  </a:lnTo>
                  <a:lnTo>
                    <a:pt x="2525745" y="0"/>
                  </a:lnTo>
                  <a:lnTo>
                    <a:pt x="2573851" y="0"/>
                  </a:lnTo>
                  <a:lnTo>
                    <a:pt x="2621958" y="0"/>
                  </a:lnTo>
                  <a:lnTo>
                    <a:pt x="2670065" y="0"/>
                  </a:lnTo>
                  <a:lnTo>
                    <a:pt x="2718172" y="0"/>
                  </a:lnTo>
                  <a:lnTo>
                    <a:pt x="2766279" y="0"/>
                  </a:lnTo>
                  <a:lnTo>
                    <a:pt x="2814386" y="0"/>
                  </a:lnTo>
                  <a:lnTo>
                    <a:pt x="2862492" y="0"/>
                  </a:lnTo>
                  <a:lnTo>
                    <a:pt x="2910599" y="0"/>
                  </a:lnTo>
                  <a:lnTo>
                    <a:pt x="2958706" y="0"/>
                  </a:lnTo>
                  <a:lnTo>
                    <a:pt x="3006813" y="0"/>
                  </a:lnTo>
                  <a:lnTo>
                    <a:pt x="3054920" y="0"/>
                  </a:lnTo>
                  <a:lnTo>
                    <a:pt x="3103026" y="0"/>
                  </a:lnTo>
                  <a:lnTo>
                    <a:pt x="3151133" y="0"/>
                  </a:lnTo>
                  <a:lnTo>
                    <a:pt x="3199240" y="0"/>
                  </a:lnTo>
                  <a:lnTo>
                    <a:pt x="3247347" y="0"/>
                  </a:lnTo>
                  <a:lnTo>
                    <a:pt x="3295454" y="0"/>
                  </a:lnTo>
                  <a:lnTo>
                    <a:pt x="3343561" y="0"/>
                  </a:lnTo>
                  <a:lnTo>
                    <a:pt x="3391667" y="0"/>
                  </a:lnTo>
                  <a:lnTo>
                    <a:pt x="3439774" y="0"/>
                  </a:lnTo>
                  <a:lnTo>
                    <a:pt x="3487881" y="0"/>
                  </a:lnTo>
                  <a:lnTo>
                    <a:pt x="3535988" y="0"/>
                  </a:lnTo>
                  <a:lnTo>
                    <a:pt x="3584095" y="0"/>
                  </a:lnTo>
                  <a:lnTo>
                    <a:pt x="3632202" y="0"/>
                  </a:lnTo>
                  <a:lnTo>
                    <a:pt x="3680308" y="0"/>
                  </a:lnTo>
                  <a:lnTo>
                    <a:pt x="3728415" y="0"/>
                  </a:lnTo>
                  <a:lnTo>
                    <a:pt x="3776522" y="0"/>
                  </a:lnTo>
                  <a:lnTo>
                    <a:pt x="3824629" y="0"/>
                  </a:lnTo>
                  <a:lnTo>
                    <a:pt x="3872736" y="0"/>
                  </a:lnTo>
                  <a:lnTo>
                    <a:pt x="3920842" y="0"/>
                  </a:lnTo>
                  <a:lnTo>
                    <a:pt x="3968949" y="0"/>
                  </a:lnTo>
                  <a:lnTo>
                    <a:pt x="4017056" y="0"/>
                  </a:lnTo>
                  <a:lnTo>
                    <a:pt x="4065163" y="0"/>
                  </a:lnTo>
                  <a:lnTo>
                    <a:pt x="4113270" y="0"/>
                  </a:lnTo>
                  <a:lnTo>
                    <a:pt x="4161377" y="0"/>
                  </a:lnTo>
                  <a:lnTo>
                    <a:pt x="4209483" y="0"/>
                  </a:lnTo>
                  <a:lnTo>
                    <a:pt x="4257590" y="0"/>
                  </a:lnTo>
                  <a:lnTo>
                    <a:pt x="4305697" y="0"/>
                  </a:lnTo>
                  <a:lnTo>
                    <a:pt x="4342247" y="0"/>
                  </a:lnTo>
                  <a:lnTo>
                    <a:pt x="4342247" y="0"/>
                  </a:lnTo>
                </a:path>
              </a:pathLst>
            </a:custGeom>
            <a:ln w="13550" cap="rnd">
              <a:solidFill>
                <a:srgbClr val="F0F8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2201917" y="3457011"/>
              <a:ext cx="4342247" cy="0"/>
            </a:xfrm>
            <a:custGeom>
              <a:avLst/>
              <a:pathLst>
                <a:path w="4342247" h="0">
                  <a:moveTo>
                    <a:pt x="0" y="0"/>
                  </a:moveTo>
                  <a:lnTo>
                    <a:pt x="24190" y="0"/>
                  </a:lnTo>
                  <a:lnTo>
                    <a:pt x="72297" y="0"/>
                  </a:lnTo>
                  <a:lnTo>
                    <a:pt x="120403" y="0"/>
                  </a:lnTo>
                  <a:lnTo>
                    <a:pt x="168510" y="0"/>
                  </a:lnTo>
                  <a:lnTo>
                    <a:pt x="216617" y="0"/>
                  </a:lnTo>
                  <a:lnTo>
                    <a:pt x="264724" y="0"/>
                  </a:lnTo>
                  <a:lnTo>
                    <a:pt x="312831" y="0"/>
                  </a:lnTo>
                  <a:lnTo>
                    <a:pt x="360938" y="0"/>
                  </a:lnTo>
                  <a:lnTo>
                    <a:pt x="409044" y="0"/>
                  </a:lnTo>
                  <a:lnTo>
                    <a:pt x="457151" y="0"/>
                  </a:lnTo>
                  <a:lnTo>
                    <a:pt x="505258" y="0"/>
                  </a:lnTo>
                  <a:lnTo>
                    <a:pt x="553365" y="0"/>
                  </a:lnTo>
                  <a:lnTo>
                    <a:pt x="601472" y="0"/>
                  </a:lnTo>
                  <a:lnTo>
                    <a:pt x="649579" y="0"/>
                  </a:lnTo>
                  <a:lnTo>
                    <a:pt x="697685" y="0"/>
                  </a:lnTo>
                  <a:lnTo>
                    <a:pt x="745792" y="0"/>
                  </a:lnTo>
                  <a:lnTo>
                    <a:pt x="793899" y="0"/>
                  </a:lnTo>
                  <a:lnTo>
                    <a:pt x="842006" y="0"/>
                  </a:lnTo>
                  <a:lnTo>
                    <a:pt x="890113" y="0"/>
                  </a:lnTo>
                  <a:lnTo>
                    <a:pt x="938219" y="0"/>
                  </a:lnTo>
                  <a:lnTo>
                    <a:pt x="986326" y="0"/>
                  </a:lnTo>
                  <a:lnTo>
                    <a:pt x="1034433" y="0"/>
                  </a:lnTo>
                  <a:lnTo>
                    <a:pt x="1082540" y="0"/>
                  </a:lnTo>
                  <a:lnTo>
                    <a:pt x="1130647" y="0"/>
                  </a:lnTo>
                  <a:lnTo>
                    <a:pt x="1178754" y="0"/>
                  </a:lnTo>
                  <a:lnTo>
                    <a:pt x="1226860" y="0"/>
                  </a:lnTo>
                  <a:lnTo>
                    <a:pt x="1274967" y="0"/>
                  </a:lnTo>
                  <a:lnTo>
                    <a:pt x="1323074" y="0"/>
                  </a:lnTo>
                  <a:lnTo>
                    <a:pt x="1371181" y="0"/>
                  </a:lnTo>
                  <a:lnTo>
                    <a:pt x="1419288" y="0"/>
                  </a:lnTo>
                  <a:lnTo>
                    <a:pt x="1467394" y="0"/>
                  </a:lnTo>
                  <a:lnTo>
                    <a:pt x="1515501" y="0"/>
                  </a:lnTo>
                  <a:lnTo>
                    <a:pt x="1563608" y="0"/>
                  </a:lnTo>
                  <a:lnTo>
                    <a:pt x="1611715" y="0"/>
                  </a:lnTo>
                  <a:lnTo>
                    <a:pt x="1659822" y="0"/>
                  </a:lnTo>
                  <a:lnTo>
                    <a:pt x="1707929" y="0"/>
                  </a:lnTo>
                  <a:lnTo>
                    <a:pt x="1756035" y="0"/>
                  </a:lnTo>
                  <a:lnTo>
                    <a:pt x="1804142" y="0"/>
                  </a:lnTo>
                  <a:lnTo>
                    <a:pt x="1852249" y="0"/>
                  </a:lnTo>
                  <a:lnTo>
                    <a:pt x="1900356" y="0"/>
                  </a:lnTo>
                  <a:lnTo>
                    <a:pt x="1948463" y="0"/>
                  </a:lnTo>
                  <a:lnTo>
                    <a:pt x="1996570" y="0"/>
                  </a:lnTo>
                  <a:lnTo>
                    <a:pt x="2044676" y="0"/>
                  </a:lnTo>
                  <a:lnTo>
                    <a:pt x="2092783" y="0"/>
                  </a:lnTo>
                  <a:lnTo>
                    <a:pt x="2140890" y="0"/>
                  </a:lnTo>
                  <a:lnTo>
                    <a:pt x="2188997" y="0"/>
                  </a:lnTo>
                  <a:lnTo>
                    <a:pt x="2237104" y="0"/>
                  </a:lnTo>
                  <a:lnTo>
                    <a:pt x="2285210" y="0"/>
                  </a:lnTo>
                  <a:lnTo>
                    <a:pt x="2333317" y="0"/>
                  </a:lnTo>
                  <a:lnTo>
                    <a:pt x="2381424" y="0"/>
                  </a:lnTo>
                  <a:lnTo>
                    <a:pt x="2429531" y="0"/>
                  </a:lnTo>
                  <a:lnTo>
                    <a:pt x="2477638" y="0"/>
                  </a:lnTo>
                  <a:lnTo>
                    <a:pt x="2525745" y="0"/>
                  </a:lnTo>
                  <a:lnTo>
                    <a:pt x="2573851" y="0"/>
                  </a:lnTo>
                  <a:lnTo>
                    <a:pt x="2621958" y="0"/>
                  </a:lnTo>
                  <a:lnTo>
                    <a:pt x="2670065" y="0"/>
                  </a:lnTo>
                  <a:lnTo>
                    <a:pt x="2718172" y="0"/>
                  </a:lnTo>
                  <a:lnTo>
                    <a:pt x="2766279" y="0"/>
                  </a:lnTo>
                  <a:lnTo>
                    <a:pt x="2814386" y="0"/>
                  </a:lnTo>
                  <a:lnTo>
                    <a:pt x="2862492" y="0"/>
                  </a:lnTo>
                  <a:lnTo>
                    <a:pt x="2910599" y="0"/>
                  </a:lnTo>
                  <a:lnTo>
                    <a:pt x="2958706" y="0"/>
                  </a:lnTo>
                  <a:lnTo>
                    <a:pt x="3006813" y="0"/>
                  </a:lnTo>
                  <a:lnTo>
                    <a:pt x="3054920" y="0"/>
                  </a:lnTo>
                  <a:lnTo>
                    <a:pt x="3103026" y="0"/>
                  </a:lnTo>
                  <a:lnTo>
                    <a:pt x="3151133" y="0"/>
                  </a:lnTo>
                  <a:lnTo>
                    <a:pt x="3199240" y="0"/>
                  </a:lnTo>
                  <a:lnTo>
                    <a:pt x="3247347" y="0"/>
                  </a:lnTo>
                  <a:lnTo>
                    <a:pt x="3295454" y="0"/>
                  </a:lnTo>
                  <a:lnTo>
                    <a:pt x="3343561" y="0"/>
                  </a:lnTo>
                  <a:lnTo>
                    <a:pt x="3391667" y="0"/>
                  </a:lnTo>
                  <a:lnTo>
                    <a:pt x="3439774" y="0"/>
                  </a:lnTo>
                  <a:lnTo>
                    <a:pt x="3487881" y="0"/>
                  </a:lnTo>
                  <a:lnTo>
                    <a:pt x="3535988" y="0"/>
                  </a:lnTo>
                  <a:lnTo>
                    <a:pt x="3584095" y="0"/>
                  </a:lnTo>
                  <a:lnTo>
                    <a:pt x="3632202" y="0"/>
                  </a:lnTo>
                  <a:lnTo>
                    <a:pt x="3680308" y="0"/>
                  </a:lnTo>
                  <a:lnTo>
                    <a:pt x="3728415" y="0"/>
                  </a:lnTo>
                  <a:lnTo>
                    <a:pt x="3776522" y="0"/>
                  </a:lnTo>
                  <a:lnTo>
                    <a:pt x="3824629" y="0"/>
                  </a:lnTo>
                  <a:lnTo>
                    <a:pt x="3872736" y="0"/>
                  </a:lnTo>
                  <a:lnTo>
                    <a:pt x="3920842" y="0"/>
                  </a:lnTo>
                  <a:lnTo>
                    <a:pt x="3968949" y="0"/>
                  </a:lnTo>
                  <a:lnTo>
                    <a:pt x="4017056" y="0"/>
                  </a:lnTo>
                  <a:lnTo>
                    <a:pt x="4065163" y="0"/>
                  </a:lnTo>
                  <a:lnTo>
                    <a:pt x="4113270" y="0"/>
                  </a:lnTo>
                  <a:lnTo>
                    <a:pt x="4161377" y="0"/>
                  </a:lnTo>
                  <a:lnTo>
                    <a:pt x="4209483" y="0"/>
                  </a:lnTo>
                  <a:lnTo>
                    <a:pt x="4257590" y="0"/>
                  </a:lnTo>
                  <a:lnTo>
                    <a:pt x="4305697" y="0"/>
                  </a:lnTo>
                  <a:lnTo>
                    <a:pt x="4342247" y="0"/>
                  </a:lnTo>
                  <a:lnTo>
                    <a:pt x="4342247" y="0"/>
                  </a:lnTo>
                </a:path>
              </a:pathLst>
            </a:custGeom>
            <a:ln w="13550" cap="rnd">
              <a:solidFill>
                <a:srgbClr val="F0F8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2201917" y="2806731"/>
              <a:ext cx="4342247" cy="0"/>
            </a:xfrm>
            <a:custGeom>
              <a:avLst/>
              <a:pathLst>
                <a:path w="4342247" h="0">
                  <a:moveTo>
                    <a:pt x="0" y="0"/>
                  </a:moveTo>
                  <a:lnTo>
                    <a:pt x="24190" y="0"/>
                  </a:lnTo>
                  <a:lnTo>
                    <a:pt x="72297" y="0"/>
                  </a:lnTo>
                  <a:lnTo>
                    <a:pt x="120403" y="0"/>
                  </a:lnTo>
                  <a:lnTo>
                    <a:pt x="168510" y="0"/>
                  </a:lnTo>
                  <a:lnTo>
                    <a:pt x="216617" y="0"/>
                  </a:lnTo>
                  <a:lnTo>
                    <a:pt x="264724" y="0"/>
                  </a:lnTo>
                  <a:lnTo>
                    <a:pt x="312831" y="0"/>
                  </a:lnTo>
                  <a:lnTo>
                    <a:pt x="360938" y="0"/>
                  </a:lnTo>
                  <a:lnTo>
                    <a:pt x="409044" y="0"/>
                  </a:lnTo>
                  <a:lnTo>
                    <a:pt x="457151" y="0"/>
                  </a:lnTo>
                  <a:lnTo>
                    <a:pt x="505258" y="0"/>
                  </a:lnTo>
                  <a:lnTo>
                    <a:pt x="553365" y="0"/>
                  </a:lnTo>
                  <a:lnTo>
                    <a:pt x="601472" y="0"/>
                  </a:lnTo>
                  <a:lnTo>
                    <a:pt x="649579" y="0"/>
                  </a:lnTo>
                  <a:lnTo>
                    <a:pt x="697685" y="0"/>
                  </a:lnTo>
                  <a:lnTo>
                    <a:pt x="745792" y="0"/>
                  </a:lnTo>
                  <a:lnTo>
                    <a:pt x="793899" y="0"/>
                  </a:lnTo>
                  <a:lnTo>
                    <a:pt x="842006" y="0"/>
                  </a:lnTo>
                  <a:lnTo>
                    <a:pt x="890113" y="0"/>
                  </a:lnTo>
                  <a:lnTo>
                    <a:pt x="938219" y="0"/>
                  </a:lnTo>
                  <a:lnTo>
                    <a:pt x="986326" y="0"/>
                  </a:lnTo>
                  <a:lnTo>
                    <a:pt x="1034433" y="0"/>
                  </a:lnTo>
                  <a:lnTo>
                    <a:pt x="1082540" y="0"/>
                  </a:lnTo>
                  <a:lnTo>
                    <a:pt x="1130647" y="0"/>
                  </a:lnTo>
                  <a:lnTo>
                    <a:pt x="1178754" y="0"/>
                  </a:lnTo>
                  <a:lnTo>
                    <a:pt x="1226860" y="0"/>
                  </a:lnTo>
                  <a:lnTo>
                    <a:pt x="1274967" y="0"/>
                  </a:lnTo>
                  <a:lnTo>
                    <a:pt x="1323074" y="0"/>
                  </a:lnTo>
                  <a:lnTo>
                    <a:pt x="1371181" y="0"/>
                  </a:lnTo>
                  <a:lnTo>
                    <a:pt x="1419288" y="0"/>
                  </a:lnTo>
                  <a:lnTo>
                    <a:pt x="1467394" y="0"/>
                  </a:lnTo>
                  <a:lnTo>
                    <a:pt x="1515501" y="0"/>
                  </a:lnTo>
                  <a:lnTo>
                    <a:pt x="1563608" y="0"/>
                  </a:lnTo>
                  <a:lnTo>
                    <a:pt x="1611715" y="0"/>
                  </a:lnTo>
                  <a:lnTo>
                    <a:pt x="1659822" y="0"/>
                  </a:lnTo>
                  <a:lnTo>
                    <a:pt x="1707929" y="0"/>
                  </a:lnTo>
                  <a:lnTo>
                    <a:pt x="1756035" y="0"/>
                  </a:lnTo>
                  <a:lnTo>
                    <a:pt x="1804142" y="0"/>
                  </a:lnTo>
                  <a:lnTo>
                    <a:pt x="1852249" y="0"/>
                  </a:lnTo>
                  <a:lnTo>
                    <a:pt x="1900356" y="0"/>
                  </a:lnTo>
                  <a:lnTo>
                    <a:pt x="1948463" y="0"/>
                  </a:lnTo>
                  <a:lnTo>
                    <a:pt x="1996570" y="0"/>
                  </a:lnTo>
                  <a:lnTo>
                    <a:pt x="2044676" y="0"/>
                  </a:lnTo>
                  <a:lnTo>
                    <a:pt x="2092783" y="0"/>
                  </a:lnTo>
                  <a:lnTo>
                    <a:pt x="2140890" y="0"/>
                  </a:lnTo>
                  <a:lnTo>
                    <a:pt x="2188997" y="0"/>
                  </a:lnTo>
                  <a:lnTo>
                    <a:pt x="2237104" y="0"/>
                  </a:lnTo>
                  <a:lnTo>
                    <a:pt x="2285210" y="0"/>
                  </a:lnTo>
                  <a:lnTo>
                    <a:pt x="2333317" y="0"/>
                  </a:lnTo>
                  <a:lnTo>
                    <a:pt x="2381424" y="0"/>
                  </a:lnTo>
                  <a:lnTo>
                    <a:pt x="2429531" y="0"/>
                  </a:lnTo>
                  <a:lnTo>
                    <a:pt x="2477638" y="0"/>
                  </a:lnTo>
                  <a:lnTo>
                    <a:pt x="2525745" y="0"/>
                  </a:lnTo>
                  <a:lnTo>
                    <a:pt x="2573851" y="0"/>
                  </a:lnTo>
                  <a:lnTo>
                    <a:pt x="2621958" y="0"/>
                  </a:lnTo>
                  <a:lnTo>
                    <a:pt x="2670065" y="0"/>
                  </a:lnTo>
                  <a:lnTo>
                    <a:pt x="2718172" y="0"/>
                  </a:lnTo>
                  <a:lnTo>
                    <a:pt x="2766279" y="0"/>
                  </a:lnTo>
                  <a:lnTo>
                    <a:pt x="2814386" y="0"/>
                  </a:lnTo>
                  <a:lnTo>
                    <a:pt x="2862492" y="0"/>
                  </a:lnTo>
                  <a:lnTo>
                    <a:pt x="2910599" y="0"/>
                  </a:lnTo>
                  <a:lnTo>
                    <a:pt x="2958706" y="0"/>
                  </a:lnTo>
                  <a:lnTo>
                    <a:pt x="3006813" y="0"/>
                  </a:lnTo>
                  <a:lnTo>
                    <a:pt x="3054920" y="0"/>
                  </a:lnTo>
                  <a:lnTo>
                    <a:pt x="3103026" y="0"/>
                  </a:lnTo>
                  <a:lnTo>
                    <a:pt x="3151133" y="0"/>
                  </a:lnTo>
                  <a:lnTo>
                    <a:pt x="3199240" y="0"/>
                  </a:lnTo>
                  <a:lnTo>
                    <a:pt x="3247347" y="0"/>
                  </a:lnTo>
                  <a:lnTo>
                    <a:pt x="3295454" y="0"/>
                  </a:lnTo>
                  <a:lnTo>
                    <a:pt x="3343561" y="0"/>
                  </a:lnTo>
                  <a:lnTo>
                    <a:pt x="3391667" y="0"/>
                  </a:lnTo>
                  <a:lnTo>
                    <a:pt x="3439774" y="0"/>
                  </a:lnTo>
                  <a:lnTo>
                    <a:pt x="3487881" y="0"/>
                  </a:lnTo>
                  <a:lnTo>
                    <a:pt x="3535988" y="0"/>
                  </a:lnTo>
                  <a:lnTo>
                    <a:pt x="3584095" y="0"/>
                  </a:lnTo>
                  <a:lnTo>
                    <a:pt x="3632202" y="0"/>
                  </a:lnTo>
                  <a:lnTo>
                    <a:pt x="3680308" y="0"/>
                  </a:lnTo>
                  <a:lnTo>
                    <a:pt x="3728415" y="0"/>
                  </a:lnTo>
                  <a:lnTo>
                    <a:pt x="3776522" y="0"/>
                  </a:lnTo>
                  <a:lnTo>
                    <a:pt x="3824629" y="0"/>
                  </a:lnTo>
                  <a:lnTo>
                    <a:pt x="3872736" y="0"/>
                  </a:lnTo>
                  <a:lnTo>
                    <a:pt x="3920842" y="0"/>
                  </a:lnTo>
                  <a:lnTo>
                    <a:pt x="3968949" y="0"/>
                  </a:lnTo>
                  <a:lnTo>
                    <a:pt x="4017056" y="0"/>
                  </a:lnTo>
                  <a:lnTo>
                    <a:pt x="4065163" y="0"/>
                  </a:lnTo>
                  <a:lnTo>
                    <a:pt x="4113270" y="0"/>
                  </a:lnTo>
                  <a:lnTo>
                    <a:pt x="4161377" y="0"/>
                  </a:lnTo>
                  <a:lnTo>
                    <a:pt x="4209483" y="0"/>
                  </a:lnTo>
                  <a:lnTo>
                    <a:pt x="4257590" y="0"/>
                  </a:lnTo>
                  <a:lnTo>
                    <a:pt x="4305697" y="0"/>
                  </a:lnTo>
                  <a:lnTo>
                    <a:pt x="4342247" y="0"/>
                  </a:lnTo>
                  <a:lnTo>
                    <a:pt x="4342247" y="0"/>
                  </a:lnTo>
                </a:path>
              </a:pathLst>
            </a:custGeom>
            <a:ln w="13550" cap="rnd">
              <a:solidFill>
                <a:srgbClr val="F0F8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g19"/>
            <p:cNvSpPr/>
            <p:nvPr/>
          </p:nvSpPr>
          <p:spPr>
            <a:xfrm>
              <a:off x="5671824" y="250760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DA3">
                <a:alpha val="100000"/>
              </a:srgbClr>
            </a:solidFill>
            <a:ln w="5420" cap="flat">
              <a:solidFill>
                <a:srgbClr val="3A7DA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g20"/>
            <p:cNvSpPr/>
            <p:nvPr/>
          </p:nvSpPr>
          <p:spPr>
            <a:xfrm>
              <a:off x="5683461" y="250760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CA3">
                <a:alpha val="100000"/>
              </a:srgbClr>
            </a:solidFill>
            <a:ln w="5420" cap="flat">
              <a:solidFill>
                <a:srgbClr val="3A7CA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g21"/>
            <p:cNvSpPr/>
            <p:nvPr/>
          </p:nvSpPr>
          <p:spPr>
            <a:xfrm>
              <a:off x="5695098" y="250760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CA3">
                <a:alpha val="100000"/>
              </a:srgbClr>
            </a:solidFill>
            <a:ln w="5420" cap="flat">
              <a:solidFill>
                <a:srgbClr val="3A7CA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g22"/>
            <p:cNvSpPr/>
            <p:nvPr/>
          </p:nvSpPr>
          <p:spPr>
            <a:xfrm>
              <a:off x="5718373" y="250760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BA3">
                <a:alpha val="100000"/>
              </a:srgbClr>
            </a:solidFill>
            <a:ln w="5420" cap="flat">
              <a:solidFill>
                <a:srgbClr val="3A7BA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pg23"/>
            <p:cNvSpPr/>
            <p:nvPr/>
          </p:nvSpPr>
          <p:spPr>
            <a:xfrm>
              <a:off x="5730010" y="250760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BA3">
                <a:alpha val="100000"/>
              </a:srgbClr>
            </a:solidFill>
            <a:ln w="5420" cap="flat">
              <a:solidFill>
                <a:srgbClr val="3A7BA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g24"/>
            <p:cNvSpPr/>
            <p:nvPr/>
          </p:nvSpPr>
          <p:spPr>
            <a:xfrm>
              <a:off x="5741648" y="250760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BA3">
                <a:alpha val="100000"/>
              </a:srgbClr>
            </a:solidFill>
            <a:ln w="5420" cap="flat">
              <a:solidFill>
                <a:srgbClr val="3A7BA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g25"/>
            <p:cNvSpPr/>
            <p:nvPr/>
          </p:nvSpPr>
          <p:spPr>
            <a:xfrm>
              <a:off x="6276965" y="250760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84A5">
                <a:alpha val="100000"/>
              </a:srgbClr>
            </a:solidFill>
            <a:ln w="5420" cap="flat">
              <a:solidFill>
                <a:srgbClr val="3984A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" name="pg26"/>
            <p:cNvSpPr/>
            <p:nvPr/>
          </p:nvSpPr>
          <p:spPr>
            <a:xfrm>
              <a:off x="6288602" y="250760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84A5">
                <a:alpha val="100000"/>
              </a:srgbClr>
            </a:solidFill>
            <a:ln w="5420" cap="flat">
              <a:solidFill>
                <a:srgbClr val="3984A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" name="pg27"/>
            <p:cNvSpPr/>
            <p:nvPr/>
          </p:nvSpPr>
          <p:spPr>
            <a:xfrm>
              <a:off x="6300240" y="250760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84A5">
                <a:alpha val="100000"/>
              </a:srgbClr>
            </a:solidFill>
            <a:ln w="5420" cap="flat">
              <a:solidFill>
                <a:srgbClr val="3984A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" name="pg28"/>
            <p:cNvSpPr/>
            <p:nvPr/>
          </p:nvSpPr>
          <p:spPr>
            <a:xfrm>
              <a:off x="5648549" y="252190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CA3">
                <a:alpha val="100000"/>
              </a:srgbClr>
            </a:solidFill>
            <a:ln w="5420" cap="flat">
              <a:solidFill>
                <a:srgbClr val="3A7CA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" name="pg29"/>
            <p:cNvSpPr/>
            <p:nvPr/>
          </p:nvSpPr>
          <p:spPr>
            <a:xfrm>
              <a:off x="5660186" y="252190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CA3">
                <a:alpha val="100000"/>
              </a:srgbClr>
            </a:solidFill>
            <a:ln w="5420" cap="flat">
              <a:solidFill>
                <a:srgbClr val="3A7CA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" name="pg30"/>
            <p:cNvSpPr/>
            <p:nvPr/>
          </p:nvSpPr>
          <p:spPr>
            <a:xfrm>
              <a:off x="5671824" y="252190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CA3">
                <a:alpha val="100000"/>
              </a:srgbClr>
            </a:solidFill>
            <a:ln w="5420" cap="flat">
              <a:solidFill>
                <a:srgbClr val="3A7CA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" name="pg31"/>
            <p:cNvSpPr/>
            <p:nvPr/>
          </p:nvSpPr>
          <p:spPr>
            <a:xfrm>
              <a:off x="5683461" y="252190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BA3">
                <a:alpha val="100000"/>
              </a:srgbClr>
            </a:solidFill>
            <a:ln w="5420" cap="flat">
              <a:solidFill>
                <a:srgbClr val="3A7BA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" name="pg32"/>
            <p:cNvSpPr/>
            <p:nvPr/>
          </p:nvSpPr>
          <p:spPr>
            <a:xfrm>
              <a:off x="5695098" y="252190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BA3">
                <a:alpha val="100000"/>
              </a:srgbClr>
            </a:solidFill>
            <a:ln w="5420" cap="flat">
              <a:solidFill>
                <a:srgbClr val="3A7BA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" name="pg33"/>
            <p:cNvSpPr/>
            <p:nvPr/>
          </p:nvSpPr>
          <p:spPr>
            <a:xfrm>
              <a:off x="5706736" y="252190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BA3">
                <a:alpha val="100000"/>
              </a:srgbClr>
            </a:solidFill>
            <a:ln w="5420" cap="flat">
              <a:solidFill>
                <a:srgbClr val="3A7BA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" name="pg34"/>
            <p:cNvSpPr/>
            <p:nvPr/>
          </p:nvSpPr>
          <p:spPr>
            <a:xfrm>
              <a:off x="5718373" y="252190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AA3">
                <a:alpha val="100000"/>
              </a:srgbClr>
            </a:solidFill>
            <a:ln w="5420" cap="flat">
              <a:solidFill>
                <a:srgbClr val="3A7AA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" name="pg35"/>
            <p:cNvSpPr/>
            <p:nvPr/>
          </p:nvSpPr>
          <p:spPr>
            <a:xfrm>
              <a:off x="5730010" y="252190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AA3">
                <a:alpha val="100000"/>
              </a:srgbClr>
            </a:solidFill>
            <a:ln w="5420" cap="flat">
              <a:solidFill>
                <a:srgbClr val="3A7AA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" name="pg36"/>
            <p:cNvSpPr/>
            <p:nvPr/>
          </p:nvSpPr>
          <p:spPr>
            <a:xfrm>
              <a:off x="5741648" y="252190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AA3">
                <a:alpha val="100000"/>
              </a:srgbClr>
            </a:solidFill>
            <a:ln w="5420" cap="flat">
              <a:solidFill>
                <a:srgbClr val="3A7AA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" name="pg37"/>
            <p:cNvSpPr/>
            <p:nvPr/>
          </p:nvSpPr>
          <p:spPr>
            <a:xfrm>
              <a:off x="6265328" y="252190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83A5">
                <a:alpha val="100000"/>
              </a:srgbClr>
            </a:solidFill>
            <a:ln w="5420" cap="flat">
              <a:solidFill>
                <a:srgbClr val="3983A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" name="pg38"/>
            <p:cNvSpPr/>
            <p:nvPr/>
          </p:nvSpPr>
          <p:spPr>
            <a:xfrm>
              <a:off x="6276965" y="252190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83A5">
                <a:alpha val="100000"/>
              </a:srgbClr>
            </a:solidFill>
            <a:ln w="5420" cap="flat">
              <a:solidFill>
                <a:srgbClr val="3983A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" name="pg39"/>
            <p:cNvSpPr/>
            <p:nvPr/>
          </p:nvSpPr>
          <p:spPr>
            <a:xfrm>
              <a:off x="6288602" y="252190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84A5">
                <a:alpha val="100000"/>
              </a:srgbClr>
            </a:solidFill>
            <a:ln w="5420" cap="flat">
              <a:solidFill>
                <a:srgbClr val="3984A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" name="pg40"/>
            <p:cNvSpPr/>
            <p:nvPr/>
          </p:nvSpPr>
          <p:spPr>
            <a:xfrm>
              <a:off x="6300240" y="252190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84A5">
                <a:alpha val="100000"/>
              </a:srgbClr>
            </a:solidFill>
            <a:ln w="5420" cap="flat">
              <a:solidFill>
                <a:srgbClr val="3984A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" name="pg41"/>
            <p:cNvSpPr/>
            <p:nvPr/>
          </p:nvSpPr>
          <p:spPr>
            <a:xfrm>
              <a:off x="6311877" y="252190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84A5">
                <a:alpha val="100000"/>
              </a:srgbClr>
            </a:solidFill>
            <a:ln w="5420" cap="flat">
              <a:solidFill>
                <a:srgbClr val="3984A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" name="pg42"/>
            <p:cNvSpPr/>
            <p:nvPr/>
          </p:nvSpPr>
          <p:spPr>
            <a:xfrm>
              <a:off x="5636912" y="253620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CA3">
                <a:alpha val="100000"/>
              </a:srgbClr>
            </a:solidFill>
            <a:ln w="5420" cap="flat">
              <a:solidFill>
                <a:srgbClr val="3A7CA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" name="pg43"/>
            <p:cNvSpPr/>
            <p:nvPr/>
          </p:nvSpPr>
          <p:spPr>
            <a:xfrm>
              <a:off x="5648549" y="253620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CA3">
                <a:alpha val="100000"/>
              </a:srgbClr>
            </a:solidFill>
            <a:ln w="5420" cap="flat">
              <a:solidFill>
                <a:srgbClr val="3A7CA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" name="pg44"/>
            <p:cNvSpPr/>
            <p:nvPr/>
          </p:nvSpPr>
          <p:spPr>
            <a:xfrm>
              <a:off x="5660186" y="253620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BA3">
                <a:alpha val="100000"/>
              </a:srgbClr>
            </a:solidFill>
            <a:ln w="5420" cap="flat">
              <a:solidFill>
                <a:srgbClr val="3A7BA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" name="pg45"/>
            <p:cNvSpPr/>
            <p:nvPr/>
          </p:nvSpPr>
          <p:spPr>
            <a:xfrm>
              <a:off x="5671824" y="253620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BA3">
                <a:alpha val="100000"/>
              </a:srgbClr>
            </a:solidFill>
            <a:ln w="5420" cap="flat">
              <a:solidFill>
                <a:srgbClr val="3A7BA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" name="pg46"/>
            <p:cNvSpPr/>
            <p:nvPr/>
          </p:nvSpPr>
          <p:spPr>
            <a:xfrm>
              <a:off x="5683461" y="253620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AA3">
                <a:alpha val="100000"/>
              </a:srgbClr>
            </a:solidFill>
            <a:ln w="5420" cap="flat">
              <a:solidFill>
                <a:srgbClr val="3A7AA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" name="pg47"/>
            <p:cNvSpPr/>
            <p:nvPr/>
          </p:nvSpPr>
          <p:spPr>
            <a:xfrm>
              <a:off x="5695098" y="253620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AA3">
                <a:alpha val="100000"/>
              </a:srgbClr>
            </a:solidFill>
            <a:ln w="5420" cap="flat">
              <a:solidFill>
                <a:srgbClr val="3A7AA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" name="pg48"/>
            <p:cNvSpPr/>
            <p:nvPr/>
          </p:nvSpPr>
          <p:spPr>
            <a:xfrm>
              <a:off x="5706736" y="253620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AA3">
                <a:alpha val="100000"/>
              </a:srgbClr>
            </a:solidFill>
            <a:ln w="5420" cap="flat">
              <a:solidFill>
                <a:srgbClr val="3A7AA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" name="pg49"/>
            <p:cNvSpPr/>
            <p:nvPr/>
          </p:nvSpPr>
          <p:spPr>
            <a:xfrm>
              <a:off x="5718373" y="253620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9A3">
                <a:alpha val="100000"/>
              </a:srgbClr>
            </a:solidFill>
            <a:ln w="5420" cap="flat">
              <a:solidFill>
                <a:srgbClr val="3A79A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" name="pg50"/>
            <p:cNvSpPr/>
            <p:nvPr/>
          </p:nvSpPr>
          <p:spPr>
            <a:xfrm>
              <a:off x="5730010" y="253620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9A3">
                <a:alpha val="100000"/>
              </a:srgbClr>
            </a:solidFill>
            <a:ln w="5420" cap="flat">
              <a:solidFill>
                <a:srgbClr val="3A79A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" name="pg51"/>
            <p:cNvSpPr/>
            <p:nvPr/>
          </p:nvSpPr>
          <p:spPr>
            <a:xfrm>
              <a:off x="5741648" y="253620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9A2">
                <a:alpha val="100000"/>
              </a:srgbClr>
            </a:solidFill>
            <a:ln w="5420" cap="flat">
              <a:solidFill>
                <a:srgbClr val="3A79A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" name="pg52"/>
            <p:cNvSpPr/>
            <p:nvPr/>
          </p:nvSpPr>
          <p:spPr>
            <a:xfrm>
              <a:off x="5753285" y="253620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9A2">
                <a:alpha val="100000"/>
              </a:srgbClr>
            </a:solidFill>
            <a:ln w="5420" cap="flat">
              <a:solidFill>
                <a:srgbClr val="3A79A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" name="pg53"/>
            <p:cNvSpPr/>
            <p:nvPr/>
          </p:nvSpPr>
          <p:spPr>
            <a:xfrm>
              <a:off x="6265328" y="253620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83A5">
                <a:alpha val="100000"/>
              </a:srgbClr>
            </a:solidFill>
            <a:ln w="5420" cap="flat">
              <a:solidFill>
                <a:srgbClr val="3983A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" name="pg54"/>
            <p:cNvSpPr/>
            <p:nvPr/>
          </p:nvSpPr>
          <p:spPr>
            <a:xfrm>
              <a:off x="6276965" y="253620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83A5">
                <a:alpha val="100000"/>
              </a:srgbClr>
            </a:solidFill>
            <a:ln w="5420" cap="flat">
              <a:solidFill>
                <a:srgbClr val="3983A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" name="pg55"/>
            <p:cNvSpPr/>
            <p:nvPr/>
          </p:nvSpPr>
          <p:spPr>
            <a:xfrm>
              <a:off x="6288602" y="253620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83A5">
                <a:alpha val="100000"/>
              </a:srgbClr>
            </a:solidFill>
            <a:ln w="5420" cap="flat">
              <a:solidFill>
                <a:srgbClr val="3983A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" name="pg56"/>
            <p:cNvSpPr/>
            <p:nvPr/>
          </p:nvSpPr>
          <p:spPr>
            <a:xfrm>
              <a:off x="6300240" y="253620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84A5">
                <a:alpha val="100000"/>
              </a:srgbClr>
            </a:solidFill>
            <a:ln w="5420" cap="flat">
              <a:solidFill>
                <a:srgbClr val="3984A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" name="pg57"/>
            <p:cNvSpPr/>
            <p:nvPr/>
          </p:nvSpPr>
          <p:spPr>
            <a:xfrm>
              <a:off x="6311877" y="253620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84A5">
                <a:alpha val="100000"/>
              </a:srgbClr>
            </a:solidFill>
            <a:ln w="5420" cap="flat">
              <a:solidFill>
                <a:srgbClr val="3984A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" name="pg58"/>
            <p:cNvSpPr/>
            <p:nvPr/>
          </p:nvSpPr>
          <p:spPr>
            <a:xfrm>
              <a:off x="5578725" y="255050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EA4">
                <a:alpha val="100000"/>
              </a:srgbClr>
            </a:solidFill>
            <a:ln w="5420" cap="flat">
              <a:solidFill>
                <a:srgbClr val="3A7EA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" name="pg59"/>
            <p:cNvSpPr/>
            <p:nvPr/>
          </p:nvSpPr>
          <p:spPr>
            <a:xfrm>
              <a:off x="5590363" y="255050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DA3">
                <a:alpha val="100000"/>
              </a:srgbClr>
            </a:solidFill>
            <a:ln w="5420" cap="flat">
              <a:solidFill>
                <a:srgbClr val="3A7DA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" name="pg60"/>
            <p:cNvSpPr/>
            <p:nvPr/>
          </p:nvSpPr>
          <p:spPr>
            <a:xfrm>
              <a:off x="5602000" y="255050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DA3">
                <a:alpha val="100000"/>
              </a:srgbClr>
            </a:solidFill>
            <a:ln w="5420" cap="flat">
              <a:solidFill>
                <a:srgbClr val="3A7DA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" name="pg61"/>
            <p:cNvSpPr/>
            <p:nvPr/>
          </p:nvSpPr>
          <p:spPr>
            <a:xfrm>
              <a:off x="5613637" y="255050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CA3">
                <a:alpha val="100000"/>
              </a:srgbClr>
            </a:solidFill>
            <a:ln w="5420" cap="flat">
              <a:solidFill>
                <a:srgbClr val="3A7CA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" name="pg62"/>
            <p:cNvSpPr/>
            <p:nvPr/>
          </p:nvSpPr>
          <p:spPr>
            <a:xfrm>
              <a:off x="5625275" y="255050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CA3">
                <a:alpha val="100000"/>
              </a:srgbClr>
            </a:solidFill>
            <a:ln w="5420" cap="flat">
              <a:solidFill>
                <a:srgbClr val="3A7CA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" name="pg63"/>
            <p:cNvSpPr/>
            <p:nvPr/>
          </p:nvSpPr>
          <p:spPr>
            <a:xfrm>
              <a:off x="5636912" y="255050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BA3">
                <a:alpha val="100000"/>
              </a:srgbClr>
            </a:solidFill>
            <a:ln w="5420" cap="flat">
              <a:solidFill>
                <a:srgbClr val="3A7BA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" name="pg64"/>
            <p:cNvSpPr/>
            <p:nvPr/>
          </p:nvSpPr>
          <p:spPr>
            <a:xfrm>
              <a:off x="5648549" y="255050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BA3">
                <a:alpha val="100000"/>
              </a:srgbClr>
            </a:solidFill>
            <a:ln w="5420" cap="flat">
              <a:solidFill>
                <a:srgbClr val="3A7BA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" name="pg65"/>
            <p:cNvSpPr/>
            <p:nvPr/>
          </p:nvSpPr>
          <p:spPr>
            <a:xfrm>
              <a:off x="5660186" y="255050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AA3">
                <a:alpha val="100000"/>
              </a:srgbClr>
            </a:solidFill>
            <a:ln w="5420" cap="flat">
              <a:solidFill>
                <a:srgbClr val="3A7AA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" name="pg66"/>
            <p:cNvSpPr/>
            <p:nvPr/>
          </p:nvSpPr>
          <p:spPr>
            <a:xfrm>
              <a:off x="5671824" y="255050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AA3">
                <a:alpha val="100000"/>
              </a:srgbClr>
            </a:solidFill>
            <a:ln w="5420" cap="flat">
              <a:solidFill>
                <a:srgbClr val="3A7AA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" name="pg67"/>
            <p:cNvSpPr/>
            <p:nvPr/>
          </p:nvSpPr>
          <p:spPr>
            <a:xfrm>
              <a:off x="5683461" y="255050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9A3">
                <a:alpha val="100000"/>
              </a:srgbClr>
            </a:solidFill>
            <a:ln w="5420" cap="flat">
              <a:solidFill>
                <a:srgbClr val="3A79A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" name="pg68"/>
            <p:cNvSpPr/>
            <p:nvPr/>
          </p:nvSpPr>
          <p:spPr>
            <a:xfrm>
              <a:off x="5695098" y="255050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9A3">
                <a:alpha val="100000"/>
              </a:srgbClr>
            </a:solidFill>
            <a:ln w="5420" cap="flat">
              <a:solidFill>
                <a:srgbClr val="3A79A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" name="pg69"/>
            <p:cNvSpPr/>
            <p:nvPr/>
          </p:nvSpPr>
          <p:spPr>
            <a:xfrm>
              <a:off x="5706736" y="255050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9A2">
                <a:alpha val="100000"/>
              </a:srgbClr>
            </a:solidFill>
            <a:ln w="5420" cap="flat">
              <a:solidFill>
                <a:srgbClr val="3A79A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" name="pg70"/>
            <p:cNvSpPr/>
            <p:nvPr/>
          </p:nvSpPr>
          <p:spPr>
            <a:xfrm>
              <a:off x="5718373" y="255050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8A2">
                <a:alpha val="100000"/>
              </a:srgbClr>
            </a:solidFill>
            <a:ln w="5420" cap="flat">
              <a:solidFill>
                <a:srgbClr val="3A78A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" name="pg71"/>
            <p:cNvSpPr/>
            <p:nvPr/>
          </p:nvSpPr>
          <p:spPr>
            <a:xfrm>
              <a:off x="5730010" y="255050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8A2">
                <a:alpha val="100000"/>
              </a:srgbClr>
            </a:solidFill>
            <a:ln w="5420" cap="flat">
              <a:solidFill>
                <a:srgbClr val="3A78A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" name="pg72"/>
            <p:cNvSpPr/>
            <p:nvPr/>
          </p:nvSpPr>
          <p:spPr>
            <a:xfrm>
              <a:off x="5741648" y="255050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8A2">
                <a:alpha val="100000"/>
              </a:srgbClr>
            </a:solidFill>
            <a:ln w="5420" cap="flat">
              <a:solidFill>
                <a:srgbClr val="3A78A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" name="pg73"/>
            <p:cNvSpPr/>
            <p:nvPr/>
          </p:nvSpPr>
          <p:spPr>
            <a:xfrm>
              <a:off x="6276965" y="255050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83A5">
                <a:alpha val="100000"/>
              </a:srgbClr>
            </a:solidFill>
            <a:ln w="5420" cap="flat">
              <a:solidFill>
                <a:srgbClr val="3983A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" name="pg74"/>
            <p:cNvSpPr/>
            <p:nvPr/>
          </p:nvSpPr>
          <p:spPr>
            <a:xfrm>
              <a:off x="6288602" y="255050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83A5">
                <a:alpha val="100000"/>
              </a:srgbClr>
            </a:solidFill>
            <a:ln w="5420" cap="flat">
              <a:solidFill>
                <a:srgbClr val="3983A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" name="pg75"/>
            <p:cNvSpPr/>
            <p:nvPr/>
          </p:nvSpPr>
          <p:spPr>
            <a:xfrm>
              <a:off x="6300240" y="255050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84A5">
                <a:alpha val="100000"/>
              </a:srgbClr>
            </a:solidFill>
            <a:ln w="5420" cap="flat">
              <a:solidFill>
                <a:srgbClr val="3984A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" name="pg76"/>
            <p:cNvSpPr/>
            <p:nvPr/>
          </p:nvSpPr>
          <p:spPr>
            <a:xfrm>
              <a:off x="5543813" y="256480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FA4">
                <a:alpha val="100000"/>
              </a:srgbClr>
            </a:solidFill>
            <a:ln w="5420" cap="flat">
              <a:solidFill>
                <a:srgbClr val="3A7FA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" name="pg77"/>
            <p:cNvSpPr/>
            <p:nvPr/>
          </p:nvSpPr>
          <p:spPr>
            <a:xfrm>
              <a:off x="5555451" y="256480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EA4">
                <a:alpha val="100000"/>
              </a:srgbClr>
            </a:solidFill>
            <a:ln w="5420" cap="flat">
              <a:solidFill>
                <a:srgbClr val="3A7EA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" name="pg78"/>
            <p:cNvSpPr/>
            <p:nvPr/>
          </p:nvSpPr>
          <p:spPr>
            <a:xfrm>
              <a:off x="5567088" y="256480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DA4">
                <a:alpha val="100000"/>
              </a:srgbClr>
            </a:solidFill>
            <a:ln w="5420" cap="flat">
              <a:solidFill>
                <a:srgbClr val="3A7DA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" name="pg79"/>
            <p:cNvSpPr/>
            <p:nvPr/>
          </p:nvSpPr>
          <p:spPr>
            <a:xfrm>
              <a:off x="5578725" y="256480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DA3">
                <a:alpha val="100000"/>
              </a:srgbClr>
            </a:solidFill>
            <a:ln w="5420" cap="flat">
              <a:solidFill>
                <a:srgbClr val="3A7DA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" name="pg80"/>
            <p:cNvSpPr/>
            <p:nvPr/>
          </p:nvSpPr>
          <p:spPr>
            <a:xfrm>
              <a:off x="5590363" y="256480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CA3">
                <a:alpha val="100000"/>
              </a:srgbClr>
            </a:solidFill>
            <a:ln w="5420" cap="flat">
              <a:solidFill>
                <a:srgbClr val="3A7CA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" name="pg81"/>
            <p:cNvSpPr/>
            <p:nvPr/>
          </p:nvSpPr>
          <p:spPr>
            <a:xfrm>
              <a:off x="5602000" y="256480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CA3">
                <a:alpha val="100000"/>
              </a:srgbClr>
            </a:solidFill>
            <a:ln w="5420" cap="flat">
              <a:solidFill>
                <a:srgbClr val="3A7CA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" name="pg82"/>
            <p:cNvSpPr/>
            <p:nvPr/>
          </p:nvSpPr>
          <p:spPr>
            <a:xfrm>
              <a:off x="5613637" y="256480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BA3">
                <a:alpha val="100000"/>
              </a:srgbClr>
            </a:solidFill>
            <a:ln w="5420" cap="flat">
              <a:solidFill>
                <a:srgbClr val="3A7BA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" name="pg83"/>
            <p:cNvSpPr/>
            <p:nvPr/>
          </p:nvSpPr>
          <p:spPr>
            <a:xfrm>
              <a:off x="5625275" y="256480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BA3">
                <a:alpha val="100000"/>
              </a:srgbClr>
            </a:solidFill>
            <a:ln w="5420" cap="flat">
              <a:solidFill>
                <a:srgbClr val="3A7BA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" name="pg84"/>
            <p:cNvSpPr/>
            <p:nvPr/>
          </p:nvSpPr>
          <p:spPr>
            <a:xfrm>
              <a:off x="5636912" y="256480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AA3">
                <a:alpha val="100000"/>
              </a:srgbClr>
            </a:solidFill>
            <a:ln w="5420" cap="flat">
              <a:solidFill>
                <a:srgbClr val="3A7AA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" name="pg85"/>
            <p:cNvSpPr/>
            <p:nvPr/>
          </p:nvSpPr>
          <p:spPr>
            <a:xfrm>
              <a:off x="5648549" y="256480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AA3">
                <a:alpha val="100000"/>
              </a:srgbClr>
            </a:solidFill>
            <a:ln w="5420" cap="flat">
              <a:solidFill>
                <a:srgbClr val="3A7AA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" name="pg86"/>
            <p:cNvSpPr/>
            <p:nvPr/>
          </p:nvSpPr>
          <p:spPr>
            <a:xfrm>
              <a:off x="5660186" y="256480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AA3">
                <a:alpha val="100000"/>
              </a:srgbClr>
            </a:solidFill>
            <a:ln w="5420" cap="flat">
              <a:solidFill>
                <a:srgbClr val="3A7AA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" name="pg87"/>
            <p:cNvSpPr/>
            <p:nvPr/>
          </p:nvSpPr>
          <p:spPr>
            <a:xfrm>
              <a:off x="5671824" y="256480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9A3">
                <a:alpha val="100000"/>
              </a:srgbClr>
            </a:solidFill>
            <a:ln w="5420" cap="flat">
              <a:solidFill>
                <a:srgbClr val="3A79A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" name="pg88"/>
            <p:cNvSpPr/>
            <p:nvPr/>
          </p:nvSpPr>
          <p:spPr>
            <a:xfrm>
              <a:off x="5683461" y="256480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8A2">
                <a:alpha val="100000"/>
              </a:srgbClr>
            </a:solidFill>
            <a:ln w="5420" cap="flat">
              <a:solidFill>
                <a:srgbClr val="3A78A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" name="pg89"/>
            <p:cNvSpPr/>
            <p:nvPr/>
          </p:nvSpPr>
          <p:spPr>
            <a:xfrm>
              <a:off x="5695098" y="256480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8A2">
                <a:alpha val="100000"/>
              </a:srgbClr>
            </a:solidFill>
            <a:ln w="5420" cap="flat">
              <a:solidFill>
                <a:srgbClr val="3A78A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" name="pg90"/>
            <p:cNvSpPr/>
            <p:nvPr/>
          </p:nvSpPr>
          <p:spPr>
            <a:xfrm>
              <a:off x="5706736" y="256480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8A2">
                <a:alpha val="100000"/>
              </a:srgbClr>
            </a:solidFill>
            <a:ln w="5420" cap="flat">
              <a:solidFill>
                <a:srgbClr val="3A78A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" name="pg91"/>
            <p:cNvSpPr/>
            <p:nvPr/>
          </p:nvSpPr>
          <p:spPr>
            <a:xfrm>
              <a:off x="5718373" y="256480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7A2">
                <a:alpha val="100000"/>
              </a:srgbClr>
            </a:solidFill>
            <a:ln w="5420" cap="flat">
              <a:solidFill>
                <a:srgbClr val="3A77A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" name="pg92"/>
            <p:cNvSpPr/>
            <p:nvPr/>
          </p:nvSpPr>
          <p:spPr>
            <a:xfrm>
              <a:off x="5730010" y="256480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7A2">
                <a:alpha val="100000"/>
              </a:srgbClr>
            </a:solidFill>
            <a:ln w="5420" cap="flat">
              <a:solidFill>
                <a:srgbClr val="3A77A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" name="pg93"/>
            <p:cNvSpPr/>
            <p:nvPr/>
          </p:nvSpPr>
          <p:spPr>
            <a:xfrm>
              <a:off x="6288602" y="256480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83A5">
                <a:alpha val="100000"/>
              </a:srgbClr>
            </a:solidFill>
            <a:ln w="5420" cap="flat">
              <a:solidFill>
                <a:srgbClr val="3983A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" name="pg94"/>
            <p:cNvSpPr/>
            <p:nvPr/>
          </p:nvSpPr>
          <p:spPr>
            <a:xfrm>
              <a:off x="5532176" y="257910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FA4">
                <a:alpha val="100000"/>
              </a:srgbClr>
            </a:solidFill>
            <a:ln w="5420" cap="flat">
              <a:solidFill>
                <a:srgbClr val="3A7FA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" name="pg95"/>
            <p:cNvSpPr/>
            <p:nvPr/>
          </p:nvSpPr>
          <p:spPr>
            <a:xfrm>
              <a:off x="5543813" y="257910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EA4">
                <a:alpha val="100000"/>
              </a:srgbClr>
            </a:solidFill>
            <a:ln w="5420" cap="flat">
              <a:solidFill>
                <a:srgbClr val="3A7EA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" name="pg96"/>
            <p:cNvSpPr/>
            <p:nvPr/>
          </p:nvSpPr>
          <p:spPr>
            <a:xfrm>
              <a:off x="5555451" y="257910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EA4">
                <a:alpha val="100000"/>
              </a:srgbClr>
            </a:solidFill>
            <a:ln w="5420" cap="flat">
              <a:solidFill>
                <a:srgbClr val="3A7EA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7" name="pg97"/>
            <p:cNvSpPr/>
            <p:nvPr/>
          </p:nvSpPr>
          <p:spPr>
            <a:xfrm>
              <a:off x="5567088" y="257910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DA3">
                <a:alpha val="100000"/>
              </a:srgbClr>
            </a:solidFill>
            <a:ln w="5420" cap="flat">
              <a:solidFill>
                <a:srgbClr val="3A7DA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8" name="pg98"/>
            <p:cNvSpPr/>
            <p:nvPr/>
          </p:nvSpPr>
          <p:spPr>
            <a:xfrm>
              <a:off x="5578725" y="257910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CA3">
                <a:alpha val="100000"/>
              </a:srgbClr>
            </a:solidFill>
            <a:ln w="5420" cap="flat">
              <a:solidFill>
                <a:srgbClr val="3A7CA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9" name="pg99"/>
            <p:cNvSpPr/>
            <p:nvPr/>
          </p:nvSpPr>
          <p:spPr>
            <a:xfrm>
              <a:off x="5590363" y="257910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CA3">
                <a:alpha val="100000"/>
              </a:srgbClr>
            </a:solidFill>
            <a:ln w="5420" cap="flat">
              <a:solidFill>
                <a:srgbClr val="3A7CA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0" name="pg100"/>
            <p:cNvSpPr/>
            <p:nvPr/>
          </p:nvSpPr>
          <p:spPr>
            <a:xfrm>
              <a:off x="5602000" y="257910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BA3">
                <a:alpha val="100000"/>
              </a:srgbClr>
            </a:solidFill>
            <a:ln w="5420" cap="flat">
              <a:solidFill>
                <a:srgbClr val="3A7BA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1" name="pg101"/>
            <p:cNvSpPr/>
            <p:nvPr/>
          </p:nvSpPr>
          <p:spPr>
            <a:xfrm>
              <a:off x="5613637" y="257910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BA3">
                <a:alpha val="100000"/>
              </a:srgbClr>
            </a:solidFill>
            <a:ln w="5420" cap="flat">
              <a:solidFill>
                <a:srgbClr val="3A7BA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2" name="pg102"/>
            <p:cNvSpPr/>
            <p:nvPr/>
          </p:nvSpPr>
          <p:spPr>
            <a:xfrm>
              <a:off x="5625275" y="257910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AA3">
                <a:alpha val="100000"/>
              </a:srgbClr>
            </a:solidFill>
            <a:ln w="5420" cap="flat">
              <a:solidFill>
                <a:srgbClr val="3A7AA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3" name="pg103"/>
            <p:cNvSpPr/>
            <p:nvPr/>
          </p:nvSpPr>
          <p:spPr>
            <a:xfrm>
              <a:off x="5636912" y="257910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AA3">
                <a:alpha val="100000"/>
              </a:srgbClr>
            </a:solidFill>
            <a:ln w="5420" cap="flat">
              <a:solidFill>
                <a:srgbClr val="3A7AA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4" name="pg104"/>
            <p:cNvSpPr/>
            <p:nvPr/>
          </p:nvSpPr>
          <p:spPr>
            <a:xfrm>
              <a:off x="5648549" y="257910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9A3">
                <a:alpha val="100000"/>
              </a:srgbClr>
            </a:solidFill>
            <a:ln w="5420" cap="flat">
              <a:solidFill>
                <a:srgbClr val="3A79A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5" name="pg105"/>
            <p:cNvSpPr/>
            <p:nvPr/>
          </p:nvSpPr>
          <p:spPr>
            <a:xfrm>
              <a:off x="5660186" y="257910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9A2">
                <a:alpha val="100000"/>
              </a:srgbClr>
            </a:solidFill>
            <a:ln w="5420" cap="flat">
              <a:solidFill>
                <a:srgbClr val="3A79A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6" name="pg106"/>
            <p:cNvSpPr/>
            <p:nvPr/>
          </p:nvSpPr>
          <p:spPr>
            <a:xfrm>
              <a:off x="5671824" y="257910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8A2">
                <a:alpha val="100000"/>
              </a:srgbClr>
            </a:solidFill>
            <a:ln w="5420" cap="flat">
              <a:solidFill>
                <a:srgbClr val="3A78A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7" name="pg107"/>
            <p:cNvSpPr/>
            <p:nvPr/>
          </p:nvSpPr>
          <p:spPr>
            <a:xfrm>
              <a:off x="5683461" y="257910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7A2">
                <a:alpha val="100000"/>
              </a:srgbClr>
            </a:solidFill>
            <a:ln w="5420" cap="flat">
              <a:solidFill>
                <a:srgbClr val="3A77A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8" name="pg108"/>
            <p:cNvSpPr/>
            <p:nvPr/>
          </p:nvSpPr>
          <p:spPr>
            <a:xfrm>
              <a:off x="5695098" y="257910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7A2">
                <a:alpha val="100000"/>
              </a:srgbClr>
            </a:solidFill>
            <a:ln w="5420" cap="flat">
              <a:solidFill>
                <a:srgbClr val="3A77A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9" name="pg109"/>
            <p:cNvSpPr/>
            <p:nvPr/>
          </p:nvSpPr>
          <p:spPr>
            <a:xfrm>
              <a:off x="5508901" y="259340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FA4">
                <a:alpha val="100000"/>
              </a:srgbClr>
            </a:solidFill>
            <a:ln w="5420" cap="flat">
              <a:solidFill>
                <a:srgbClr val="3A7FA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0" name="pg110"/>
            <p:cNvSpPr/>
            <p:nvPr/>
          </p:nvSpPr>
          <p:spPr>
            <a:xfrm>
              <a:off x="5520539" y="259340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FA4">
                <a:alpha val="100000"/>
              </a:srgbClr>
            </a:solidFill>
            <a:ln w="5420" cap="flat">
              <a:solidFill>
                <a:srgbClr val="3A7FA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1" name="pg111"/>
            <p:cNvSpPr/>
            <p:nvPr/>
          </p:nvSpPr>
          <p:spPr>
            <a:xfrm>
              <a:off x="5532176" y="259340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EA4">
                <a:alpha val="100000"/>
              </a:srgbClr>
            </a:solidFill>
            <a:ln w="5420" cap="flat">
              <a:solidFill>
                <a:srgbClr val="3A7EA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2" name="pg112"/>
            <p:cNvSpPr/>
            <p:nvPr/>
          </p:nvSpPr>
          <p:spPr>
            <a:xfrm>
              <a:off x="5543813" y="259340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EA4">
                <a:alpha val="100000"/>
              </a:srgbClr>
            </a:solidFill>
            <a:ln w="5420" cap="flat">
              <a:solidFill>
                <a:srgbClr val="3A7EA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3" name="pg113"/>
            <p:cNvSpPr/>
            <p:nvPr/>
          </p:nvSpPr>
          <p:spPr>
            <a:xfrm>
              <a:off x="5555451" y="259340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DA3">
                <a:alpha val="100000"/>
              </a:srgbClr>
            </a:solidFill>
            <a:ln w="5420" cap="flat">
              <a:solidFill>
                <a:srgbClr val="3A7DA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4" name="pg114"/>
            <p:cNvSpPr/>
            <p:nvPr/>
          </p:nvSpPr>
          <p:spPr>
            <a:xfrm>
              <a:off x="5567088" y="259340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CA3">
                <a:alpha val="100000"/>
              </a:srgbClr>
            </a:solidFill>
            <a:ln w="5420" cap="flat">
              <a:solidFill>
                <a:srgbClr val="3A7CA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5" name="pg115"/>
            <p:cNvSpPr/>
            <p:nvPr/>
          </p:nvSpPr>
          <p:spPr>
            <a:xfrm>
              <a:off x="5578725" y="259340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BA3">
                <a:alpha val="100000"/>
              </a:srgbClr>
            </a:solidFill>
            <a:ln w="5420" cap="flat">
              <a:solidFill>
                <a:srgbClr val="3A7BA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6" name="pg116"/>
            <p:cNvSpPr/>
            <p:nvPr/>
          </p:nvSpPr>
          <p:spPr>
            <a:xfrm>
              <a:off x="5590363" y="259340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BA3">
                <a:alpha val="100000"/>
              </a:srgbClr>
            </a:solidFill>
            <a:ln w="5420" cap="flat">
              <a:solidFill>
                <a:srgbClr val="3A7BA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7" name="pg117"/>
            <p:cNvSpPr/>
            <p:nvPr/>
          </p:nvSpPr>
          <p:spPr>
            <a:xfrm>
              <a:off x="5602000" y="259340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AA3">
                <a:alpha val="100000"/>
              </a:srgbClr>
            </a:solidFill>
            <a:ln w="5420" cap="flat">
              <a:solidFill>
                <a:srgbClr val="3A7AA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8" name="pg118"/>
            <p:cNvSpPr/>
            <p:nvPr/>
          </p:nvSpPr>
          <p:spPr>
            <a:xfrm>
              <a:off x="5613637" y="259340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AA3">
                <a:alpha val="100000"/>
              </a:srgbClr>
            </a:solidFill>
            <a:ln w="5420" cap="flat">
              <a:solidFill>
                <a:srgbClr val="3A7AA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9" name="pg119"/>
            <p:cNvSpPr/>
            <p:nvPr/>
          </p:nvSpPr>
          <p:spPr>
            <a:xfrm>
              <a:off x="5625275" y="259340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9A3">
                <a:alpha val="100000"/>
              </a:srgbClr>
            </a:solidFill>
            <a:ln w="5420" cap="flat">
              <a:solidFill>
                <a:srgbClr val="3A79A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0" name="pg120"/>
            <p:cNvSpPr/>
            <p:nvPr/>
          </p:nvSpPr>
          <p:spPr>
            <a:xfrm>
              <a:off x="5636912" y="259340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9A2">
                <a:alpha val="100000"/>
              </a:srgbClr>
            </a:solidFill>
            <a:ln w="5420" cap="flat">
              <a:solidFill>
                <a:srgbClr val="3A79A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1" name="pg121"/>
            <p:cNvSpPr/>
            <p:nvPr/>
          </p:nvSpPr>
          <p:spPr>
            <a:xfrm>
              <a:off x="5648549" y="259340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8A2">
                <a:alpha val="100000"/>
              </a:srgbClr>
            </a:solidFill>
            <a:ln w="5420" cap="flat">
              <a:solidFill>
                <a:srgbClr val="3A78A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2" name="pg122"/>
            <p:cNvSpPr/>
            <p:nvPr/>
          </p:nvSpPr>
          <p:spPr>
            <a:xfrm>
              <a:off x="5660186" y="259340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8A2">
                <a:alpha val="100000"/>
              </a:srgbClr>
            </a:solidFill>
            <a:ln w="5420" cap="flat">
              <a:solidFill>
                <a:srgbClr val="3A78A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3" name="pg123"/>
            <p:cNvSpPr/>
            <p:nvPr/>
          </p:nvSpPr>
          <p:spPr>
            <a:xfrm>
              <a:off x="5473989" y="260770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81A4">
                <a:alpha val="100000"/>
              </a:srgbClr>
            </a:solidFill>
            <a:ln w="5420" cap="flat">
              <a:solidFill>
                <a:srgbClr val="3981A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4" name="pg124"/>
            <p:cNvSpPr/>
            <p:nvPr/>
          </p:nvSpPr>
          <p:spPr>
            <a:xfrm>
              <a:off x="5485627" y="260770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80A4">
                <a:alpha val="100000"/>
              </a:srgbClr>
            </a:solidFill>
            <a:ln w="5420" cap="flat">
              <a:solidFill>
                <a:srgbClr val="3A80A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5" name="pg125"/>
            <p:cNvSpPr/>
            <p:nvPr/>
          </p:nvSpPr>
          <p:spPr>
            <a:xfrm>
              <a:off x="5497264" y="260770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80A4">
                <a:alpha val="100000"/>
              </a:srgbClr>
            </a:solidFill>
            <a:ln w="5420" cap="flat">
              <a:solidFill>
                <a:srgbClr val="3A80A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6" name="pg126"/>
            <p:cNvSpPr/>
            <p:nvPr/>
          </p:nvSpPr>
          <p:spPr>
            <a:xfrm>
              <a:off x="5508901" y="260770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FA4">
                <a:alpha val="100000"/>
              </a:srgbClr>
            </a:solidFill>
            <a:ln w="5420" cap="flat">
              <a:solidFill>
                <a:srgbClr val="3A7FA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7" name="pg127"/>
            <p:cNvSpPr/>
            <p:nvPr/>
          </p:nvSpPr>
          <p:spPr>
            <a:xfrm>
              <a:off x="5520539" y="260770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EA4">
                <a:alpha val="100000"/>
              </a:srgbClr>
            </a:solidFill>
            <a:ln w="5420" cap="flat">
              <a:solidFill>
                <a:srgbClr val="3A7EA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8" name="pg128"/>
            <p:cNvSpPr/>
            <p:nvPr/>
          </p:nvSpPr>
          <p:spPr>
            <a:xfrm>
              <a:off x="5532176" y="260770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EA4">
                <a:alpha val="100000"/>
              </a:srgbClr>
            </a:solidFill>
            <a:ln w="5420" cap="flat">
              <a:solidFill>
                <a:srgbClr val="3A7EA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9" name="pg129"/>
            <p:cNvSpPr/>
            <p:nvPr/>
          </p:nvSpPr>
          <p:spPr>
            <a:xfrm>
              <a:off x="5543813" y="260770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DA3">
                <a:alpha val="100000"/>
              </a:srgbClr>
            </a:solidFill>
            <a:ln w="5420" cap="flat">
              <a:solidFill>
                <a:srgbClr val="3A7DA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0" name="pg130"/>
            <p:cNvSpPr/>
            <p:nvPr/>
          </p:nvSpPr>
          <p:spPr>
            <a:xfrm>
              <a:off x="5555451" y="260770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DA3">
                <a:alpha val="100000"/>
              </a:srgbClr>
            </a:solidFill>
            <a:ln w="5420" cap="flat">
              <a:solidFill>
                <a:srgbClr val="3A7DA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1" name="pg131"/>
            <p:cNvSpPr/>
            <p:nvPr/>
          </p:nvSpPr>
          <p:spPr>
            <a:xfrm>
              <a:off x="5567088" y="260770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BA3">
                <a:alpha val="100000"/>
              </a:srgbClr>
            </a:solidFill>
            <a:ln w="5420" cap="flat">
              <a:solidFill>
                <a:srgbClr val="3A7BA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2" name="pg132"/>
            <p:cNvSpPr/>
            <p:nvPr/>
          </p:nvSpPr>
          <p:spPr>
            <a:xfrm>
              <a:off x="5578725" y="260770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BA3">
                <a:alpha val="100000"/>
              </a:srgbClr>
            </a:solidFill>
            <a:ln w="5420" cap="flat">
              <a:solidFill>
                <a:srgbClr val="3A7BA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3" name="pg133"/>
            <p:cNvSpPr/>
            <p:nvPr/>
          </p:nvSpPr>
          <p:spPr>
            <a:xfrm>
              <a:off x="5590363" y="260770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AA3">
                <a:alpha val="100000"/>
              </a:srgbClr>
            </a:solidFill>
            <a:ln w="5420" cap="flat">
              <a:solidFill>
                <a:srgbClr val="3A7AA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4" name="pg134"/>
            <p:cNvSpPr/>
            <p:nvPr/>
          </p:nvSpPr>
          <p:spPr>
            <a:xfrm>
              <a:off x="5602000" y="260770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AA3">
                <a:alpha val="100000"/>
              </a:srgbClr>
            </a:solidFill>
            <a:ln w="5420" cap="flat">
              <a:solidFill>
                <a:srgbClr val="3A7AA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5" name="pg135"/>
            <p:cNvSpPr/>
            <p:nvPr/>
          </p:nvSpPr>
          <p:spPr>
            <a:xfrm>
              <a:off x="5613637" y="260770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9A3">
                <a:alpha val="100000"/>
              </a:srgbClr>
            </a:solidFill>
            <a:ln w="5420" cap="flat">
              <a:solidFill>
                <a:srgbClr val="3A79A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6" name="pg136"/>
            <p:cNvSpPr/>
            <p:nvPr/>
          </p:nvSpPr>
          <p:spPr>
            <a:xfrm>
              <a:off x="5625275" y="260770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8A2">
                <a:alpha val="100000"/>
              </a:srgbClr>
            </a:solidFill>
            <a:ln w="5420" cap="flat">
              <a:solidFill>
                <a:srgbClr val="3A78A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7" name="pg137"/>
            <p:cNvSpPr/>
            <p:nvPr/>
          </p:nvSpPr>
          <p:spPr>
            <a:xfrm>
              <a:off x="5450715" y="262200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82A4">
                <a:alpha val="100000"/>
              </a:srgbClr>
            </a:solidFill>
            <a:ln w="5420" cap="flat">
              <a:solidFill>
                <a:srgbClr val="3982A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8" name="pg138"/>
            <p:cNvSpPr/>
            <p:nvPr/>
          </p:nvSpPr>
          <p:spPr>
            <a:xfrm>
              <a:off x="5462352" y="262200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81A4">
                <a:alpha val="100000"/>
              </a:srgbClr>
            </a:solidFill>
            <a:ln w="5420" cap="flat">
              <a:solidFill>
                <a:srgbClr val="3981A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9" name="pg139"/>
            <p:cNvSpPr/>
            <p:nvPr/>
          </p:nvSpPr>
          <p:spPr>
            <a:xfrm>
              <a:off x="5473989" y="262200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80A4">
                <a:alpha val="100000"/>
              </a:srgbClr>
            </a:solidFill>
            <a:ln w="5420" cap="flat">
              <a:solidFill>
                <a:srgbClr val="3A80A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0" name="pg140"/>
            <p:cNvSpPr/>
            <p:nvPr/>
          </p:nvSpPr>
          <p:spPr>
            <a:xfrm>
              <a:off x="5485627" y="262200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80A4">
                <a:alpha val="100000"/>
              </a:srgbClr>
            </a:solidFill>
            <a:ln w="5420" cap="flat">
              <a:solidFill>
                <a:srgbClr val="3A80A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1" name="pg141"/>
            <p:cNvSpPr/>
            <p:nvPr/>
          </p:nvSpPr>
          <p:spPr>
            <a:xfrm>
              <a:off x="5497264" y="262200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FA4">
                <a:alpha val="100000"/>
              </a:srgbClr>
            </a:solidFill>
            <a:ln w="5420" cap="flat">
              <a:solidFill>
                <a:srgbClr val="3A7FA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2" name="pg142"/>
            <p:cNvSpPr/>
            <p:nvPr/>
          </p:nvSpPr>
          <p:spPr>
            <a:xfrm>
              <a:off x="5508901" y="262200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EA4">
                <a:alpha val="100000"/>
              </a:srgbClr>
            </a:solidFill>
            <a:ln w="5420" cap="flat">
              <a:solidFill>
                <a:srgbClr val="3A7EA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3" name="pg143"/>
            <p:cNvSpPr/>
            <p:nvPr/>
          </p:nvSpPr>
          <p:spPr>
            <a:xfrm>
              <a:off x="5520539" y="262200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EA4">
                <a:alpha val="100000"/>
              </a:srgbClr>
            </a:solidFill>
            <a:ln w="5420" cap="flat">
              <a:solidFill>
                <a:srgbClr val="3A7EA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4" name="pg144"/>
            <p:cNvSpPr/>
            <p:nvPr/>
          </p:nvSpPr>
          <p:spPr>
            <a:xfrm>
              <a:off x="5532176" y="262200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DA3">
                <a:alpha val="100000"/>
              </a:srgbClr>
            </a:solidFill>
            <a:ln w="5420" cap="flat">
              <a:solidFill>
                <a:srgbClr val="3A7DA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5" name="pg145"/>
            <p:cNvSpPr/>
            <p:nvPr/>
          </p:nvSpPr>
          <p:spPr>
            <a:xfrm>
              <a:off x="5543813" y="262200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DA3">
                <a:alpha val="100000"/>
              </a:srgbClr>
            </a:solidFill>
            <a:ln w="5420" cap="flat">
              <a:solidFill>
                <a:srgbClr val="3A7DA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6" name="pg146"/>
            <p:cNvSpPr/>
            <p:nvPr/>
          </p:nvSpPr>
          <p:spPr>
            <a:xfrm>
              <a:off x="5555451" y="262200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CA3">
                <a:alpha val="100000"/>
              </a:srgbClr>
            </a:solidFill>
            <a:ln w="5420" cap="flat">
              <a:solidFill>
                <a:srgbClr val="3A7CA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7" name="pg147"/>
            <p:cNvSpPr/>
            <p:nvPr/>
          </p:nvSpPr>
          <p:spPr>
            <a:xfrm>
              <a:off x="5567088" y="262200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BA3">
                <a:alpha val="100000"/>
              </a:srgbClr>
            </a:solidFill>
            <a:ln w="5420" cap="flat">
              <a:solidFill>
                <a:srgbClr val="3A7BA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8" name="pg148"/>
            <p:cNvSpPr/>
            <p:nvPr/>
          </p:nvSpPr>
          <p:spPr>
            <a:xfrm>
              <a:off x="5578725" y="262200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AA3">
                <a:alpha val="100000"/>
              </a:srgbClr>
            </a:solidFill>
            <a:ln w="5420" cap="flat">
              <a:solidFill>
                <a:srgbClr val="3A7AA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9" name="pg149"/>
            <p:cNvSpPr/>
            <p:nvPr/>
          </p:nvSpPr>
          <p:spPr>
            <a:xfrm>
              <a:off x="5439077" y="263630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82A5">
                <a:alpha val="100000"/>
              </a:srgbClr>
            </a:solidFill>
            <a:ln w="5420" cap="flat">
              <a:solidFill>
                <a:srgbClr val="3982A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0" name="pg150"/>
            <p:cNvSpPr/>
            <p:nvPr/>
          </p:nvSpPr>
          <p:spPr>
            <a:xfrm>
              <a:off x="5450715" y="263630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81A4">
                <a:alpha val="100000"/>
              </a:srgbClr>
            </a:solidFill>
            <a:ln w="5420" cap="flat">
              <a:solidFill>
                <a:srgbClr val="3981A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1" name="pg151"/>
            <p:cNvSpPr/>
            <p:nvPr/>
          </p:nvSpPr>
          <p:spPr>
            <a:xfrm>
              <a:off x="5462352" y="263630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81A4">
                <a:alpha val="100000"/>
              </a:srgbClr>
            </a:solidFill>
            <a:ln w="5420" cap="flat">
              <a:solidFill>
                <a:srgbClr val="3A81A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2" name="pg152"/>
            <p:cNvSpPr/>
            <p:nvPr/>
          </p:nvSpPr>
          <p:spPr>
            <a:xfrm>
              <a:off x="5473989" y="263630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80A4">
                <a:alpha val="100000"/>
              </a:srgbClr>
            </a:solidFill>
            <a:ln w="5420" cap="flat">
              <a:solidFill>
                <a:srgbClr val="3A80A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3" name="pg153"/>
            <p:cNvSpPr/>
            <p:nvPr/>
          </p:nvSpPr>
          <p:spPr>
            <a:xfrm>
              <a:off x="5485627" y="263630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FA4">
                <a:alpha val="100000"/>
              </a:srgbClr>
            </a:solidFill>
            <a:ln w="5420" cap="flat">
              <a:solidFill>
                <a:srgbClr val="3A7FA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4" name="pg154"/>
            <p:cNvSpPr/>
            <p:nvPr/>
          </p:nvSpPr>
          <p:spPr>
            <a:xfrm>
              <a:off x="5497264" y="263630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FA4">
                <a:alpha val="100000"/>
              </a:srgbClr>
            </a:solidFill>
            <a:ln w="5420" cap="flat">
              <a:solidFill>
                <a:srgbClr val="3A7FA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5" name="pg155"/>
            <p:cNvSpPr/>
            <p:nvPr/>
          </p:nvSpPr>
          <p:spPr>
            <a:xfrm>
              <a:off x="5508901" y="263630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EA4">
                <a:alpha val="100000"/>
              </a:srgbClr>
            </a:solidFill>
            <a:ln w="5420" cap="flat">
              <a:solidFill>
                <a:srgbClr val="3A7EA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6" name="pg156"/>
            <p:cNvSpPr/>
            <p:nvPr/>
          </p:nvSpPr>
          <p:spPr>
            <a:xfrm>
              <a:off x="5520539" y="263630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DA3">
                <a:alpha val="100000"/>
              </a:srgbClr>
            </a:solidFill>
            <a:ln w="5420" cap="flat">
              <a:solidFill>
                <a:srgbClr val="3A7DA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7" name="pg157"/>
            <p:cNvSpPr/>
            <p:nvPr/>
          </p:nvSpPr>
          <p:spPr>
            <a:xfrm>
              <a:off x="5532176" y="263630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DA3">
                <a:alpha val="100000"/>
              </a:srgbClr>
            </a:solidFill>
            <a:ln w="5420" cap="flat">
              <a:solidFill>
                <a:srgbClr val="3A7DA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8" name="pg158"/>
            <p:cNvSpPr/>
            <p:nvPr/>
          </p:nvSpPr>
          <p:spPr>
            <a:xfrm>
              <a:off x="5543813" y="263630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CA3">
                <a:alpha val="100000"/>
              </a:srgbClr>
            </a:solidFill>
            <a:ln w="5420" cap="flat">
              <a:solidFill>
                <a:srgbClr val="3A7CA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9" name="pg159"/>
            <p:cNvSpPr/>
            <p:nvPr/>
          </p:nvSpPr>
          <p:spPr>
            <a:xfrm>
              <a:off x="5555451" y="263630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BA3">
                <a:alpha val="100000"/>
              </a:srgbClr>
            </a:solidFill>
            <a:ln w="5420" cap="flat">
              <a:solidFill>
                <a:srgbClr val="3A7BA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0" name="pg160"/>
            <p:cNvSpPr/>
            <p:nvPr/>
          </p:nvSpPr>
          <p:spPr>
            <a:xfrm>
              <a:off x="5427440" y="265060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83A5">
                <a:alpha val="100000"/>
              </a:srgbClr>
            </a:solidFill>
            <a:ln w="5420" cap="flat">
              <a:solidFill>
                <a:srgbClr val="3983A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1" name="pg161"/>
            <p:cNvSpPr/>
            <p:nvPr/>
          </p:nvSpPr>
          <p:spPr>
            <a:xfrm>
              <a:off x="5439077" y="265060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82A5">
                <a:alpha val="100000"/>
              </a:srgbClr>
            </a:solidFill>
            <a:ln w="5420" cap="flat">
              <a:solidFill>
                <a:srgbClr val="3982A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2" name="pg162"/>
            <p:cNvSpPr/>
            <p:nvPr/>
          </p:nvSpPr>
          <p:spPr>
            <a:xfrm>
              <a:off x="5450715" y="265060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80A4">
                <a:alpha val="100000"/>
              </a:srgbClr>
            </a:solidFill>
            <a:ln w="5420" cap="flat">
              <a:solidFill>
                <a:srgbClr val="3A80A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3" name="pg163"/>
            <p:cNvSpPr/>
            <p:nvPr/>
          </p:nvSpPr>
          <p:spPr>
            <a:xfrm>
              <a:off x="5462352" y="265060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80A4">
                <a:alpha val="100000"/>
              </a:srgbClr>
            </a:solidFill>
            <a:ln w="5420" cap="flat">
              <a:solidFill>
                <a:srgbClr val="3A80A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4" name="pg164"/>
            <p:cNvSpPr/>
            <p:nvPr/>
          </p:nvSpPr>
          <p:spPr>
            <a:xfrm>
              <a:off x="5473989" y="265060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FA4">
                <a:alpha val="100000"/>
              </a:srgbClr>
            </a:solidFill>
            <a:ln w="5420" cap="flat">
              <a:solidFill>
                <a:srgbClr val="3A7FA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5" name="pg165"/>
            <p:cNvSpPr/>
            <p:nvPr/>
          </p:nvSpPr>
          <p:spPr>
            <a:xfrm>
              <a:off x="5485627" y="265060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EA4">
                <a:alpha val="100000"/>
              </a:srgbClr>
            </a:solidFill>
            <a:ln w="5420" cap="flat">
              <a:solidFill>
                <a:srgbClr val="3A7EA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6" name="pg166"/>
            <p:cNvSpPr/>
            <p:nvPr/>
          </p:nvSpPr>
          <p:spPr>
            <a:xfrm>
              <a:off x="5497264" y="265060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EA4">
                <a:alpha val="100000"/>
              </a:srgbClr>
            </a:solidFill>
            <a:ln w="5420" cap="flat">
              <a:solidFill>
                <a:srgbClr val="3A7EA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7" name="pg167"/>
            <p:cNvSpPr/>
            <p:nvPr/>
          </p:nvSpPr>
          <p:spPr>
            <a:xfrm>
              <a:off x="5508901" y="265060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DA3">
                <a:alpha val="100000"/>
              </a:srgbClr>
            </a:solidFill>
            <a:ln w="5420" cap="flat">
              <a:solidFill>
                <a:srgbClr val="3A7DA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8" name="pg168"/>
            <p:cNvSpPr/>
            <p:nvPr/>
          </p:nvSpPr>
          <p:spPr>
            <a:xfrm>
              <a:off x="5520539" y="265060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CA3">
                <a:alpha val="100000"/>
              </a:srgbClr>
            </a:solidFill>
            <a:ln w="5420" cap="flat">
              <a:solidFill>
                <a:srgbClr val="3A7CA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9" name="pg169"/>
            <p:cNvSpPr/>
            <p:nvPr/>
          </p:nvSpPr>
          <p:spPr>
            <a:xfrm>
              <a:off x="5532176" y="265060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CA3">
                <a:alpha val="100000"/>
              </a:srgbClr>
            </a:solidFill>
            <a:ln w="5420" cap="flat">
              <a:solidFill>
                <a:srgbClr val="3A7CA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0" name="pg170"/>
            <p:cNvSpPr/>
            <p:nvPr/>
          </p:nvSpPr>
          <p:spPr>
            <a:xfrm>
              <a:off x="5415803" y="266490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83A5">
                <a:alpha val="100000"/>
              </a:srgbClr>
            </a:solidFill>
            <a:ln w="5420" cap="flat">
              <a:solidFill>
                <a:srgbClr val="3983A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1" name="pg171"/>
            <p:cNvSpPr/>
            <p:nvPr/>
          </p:nvSpPr>
          <p:spPr>
            <a:xfrm>
              <a:off x="5427440" y="266490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82A5">
                <a:alpha val="100000"/>
              </a:srgbClr>
            </a:solidFill>
            <a:ln w="5420" cap="flat">
              <a:solidFill>
                <a:srgbClr val="3982A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2" name="pg172"/>
            <p:cNvSpPr/>
            <p:nvPr/>
          </p:nvSpPr>
          <p:spPr>
            <a:xfrm>
              <a:off x="5439077" y="266490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82A4">
                <a:alpha val="100000"/>
              </a:srgbClr>
            </a:solidFill>
            <a:ln w="5420" cap="flat">
              <a:solidFill>
                <a:srgbClr val="3982A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3" name="pg173"/>
            <p:cNvSpPr/>
            <p:nvPr/>
          </p:nvSpPr>
          <p:spPr>
            <a:xfrm>
              <a:off x="5450715" y="266490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80A4">
                <a:alpha val="100000"/>
              </a:srgbClr>
            </a:solidFill>
            <a:ln w="5420" cap="flat">
              <a:solidFill>
                <a:srgbClr val="3A80A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4" name="pg174"/>
            <p:cNvSpPr/>
            <p:nvPr/>
          </p:nvSpPr>
          <p:spPr>
            <a:xfrm>
              <a:off x="5462352" y="266490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FA4">
                <a:alpha val="100000"/>
              </a:srgbClr>
            </a:solidFill>
            <a:ln w="5420" cap="flat">
              <a:solidFill>
                <a:srgbClr val="3A7FA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5" name="pg175"/>
            <p:cNvSpPr/>
            <p:nvPr/>
          </p:nvSpPr>
          <p:spPr>
            <a:xfrm>
              <a:off x="5473989" y="266490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FA4">
                <a:alpha val="100000"/>
              </a:srgbClr>
            </a:solidFill>
            <a:ln w="5420" cap="flat">
              <a:solidFill>
                <a:srgbClr val="3A7FA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6" name="pg176"/>
            <p:cNvSpPr/>
            <p:nvPr/>
          </p:nvSpPr>
          <p:spPr>
            <a:xfrm>
              <a:off x="5485627" y="266490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EA4">
                <a:alpha val="100000"/>
              </a:srgbClr>
            </a:solidFill>
            <a:ln w="5420" cap="flat">
              <a:solidFill>
                <a:srgbClr val="3A7EA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7" name="pg177"/>
            <p:cNvSpPr/>
            <p:nvPr/>
          </p:nvSpPr>
          <p:spPr>
            <a:xfrm>
              <a:off x="5497264" y="266490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DA3">
                <a:alpha val="100000"/>
              </a:srgbClr>
            </a:solidFill>
            <a:ln w="5420" cap="flat">
              <a:solidFill>
                <a:srgbClr val="3A7DA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8" name="pg178"/>
            <p:cNvSpPr/>
            <p:nvPr/>
          </p:nvSpPr>
          <p:spPr>
            <a:xfrm>
              <a:off x="5508901" y="266490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CA3">
                <a:alpha val="100000"/>
              </a:srgbClr>
            </a:solidFill>
            <a:ln w="5420" cap="flat">
              <a:solidFill>
                <a:srgbClr val="3A7CA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9" name="pg179"/>
            <p:cNvSpPr/>
            <p:nvPr/>
          </p:nvSpPr>
          <p:spPr>
            <a:xfrm>
              <a:off x="5380891" y="267921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85A5">
                <a:alpha val="100000"/>
              </a:srgbClr>
            </a:solidFill>
            <a:ln w="5420" cap="flat">
              <a:solidFill>
                <a:srgbClr val="3985A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0" name="pg180"/>
            <p:cNvSpPr/>
            <p:nvPr/>
          </p:nvSpPr>
          <p:spPr>
            <a:xfrm>
              <a:off x="5392528" y="267921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84A5">
                <a:alpha val="100000"/>
              </a:srgbClr>
            </a:solidFill>
            <a:ln w="5420" cap="flat">
              <a:solidFill>
                <a:srgbClr val="3984A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1" name="pg181"/>
            <p:cNvSpPr/>
            <p:nvPr/>
          </p:nvSpPr>
          <p:spPr>
            <a:xfrm>
              <a:off x="5404165" y="267921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84A5">
                <a:alpha val="100000"/>
              </a:srgbClr>
            </a:solidFill>
            <a:ln w="5420" cap="flat">
              <a:solidFill>
                <a:srgbClr val="3984A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2" name="pg182"/>
            <p:cNvSpPr/>
            <p:nvPr/>
          </p:nvSpPr>
          <p:spPr>
            <a:xfrm>
              <a:off x="5415803" y="267921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83A5">
                <a:alpha val="100000"/>
              </a:srgbClr>
            </a:solidFill>
            <a:ln w="5420" cap="flat">
              <a:solidFill>
                <a:srgbClr val="3983A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3" name="pg183"/>
            <p:cNvSpPr/>
            <p:nvPr/>
          </p:nvSpPr>
          <p:spPr>
            <a:xfrm>
              <a:off x="5427440" y="267921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82A5">
                <a:alpha val="100000"/>
              </a:srgbClr>
            </a:solidFill>
            <a:ln w="5420" cap="flat">
              <a:solidFill>
                <a:srgbClr val="3982A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4" name="pg184"/>
            <p:cNvSpPr/>
            <p:nvPr/>
          </p:nvSpPr>
          <p:spPr>
            <a:xfrm>
              <a:off x="5439077" y="267921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81A4">
                <a:alpha val="100000"/>
              </a:srgbClr>
            </a:solidFill>
            <a:ln w="5420" cap="flat">
              <a:solidFill>
                <a:srgbClr val="3981A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5" name="pg185"/>
            <p:cNvSpPr/>
            <p:nvPr/>
          </p:nvSpPr>
          <p:spPr>
            <a:xfrm>
              <a:off x="5450715" y="267921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80A4">
                <a:alpha val="100000"/>
              </a:srgbClr>
            </a:solidFill>
            <a:ln w="5420" cap="flat">
              <a:solidFill>
                <a:srgbClr val="3A80A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6" name="pg186"/>
            <p:cNvSpPr/>
            <p:nvPr/>
          </p:nvSpPr>
          <p:spPr>
            <a:xfrm>
              <a:off x="5462352" y="267921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FA4">
                <a:alpha val="100000"/>
              </a:srgbClr>
            </a:solidFill>
            <a:ln w="5420" cap="flat">
              <a:solidFill>
                <a:srgbClr val="3A7FA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7" name="pg187"/>
            <p:cNvSpPr/>
            <p:nvPr/>
          </p:nvSpPr>
          <p:spPr>
            <a:xfrm>
              <a:off x="5473989" y="267921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EA4">
                <a:alpha val="100000"/>
              </a:srgbClr>
            </a:solidFill>
            <a:ln w="5420" cap="flat">
              <a:solidFill>
                <a:srgbClr val="3A7EA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8" name="pg188"/>
            <p:cNvSpPr/>
            <p:nvPr/>
          </p:nvSpPr>
          <p:spPr>
            <a:xfrm>
              <a:off x="5485627" y="267921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EA4">
                <a:alpha val="100000"/>
              </a:srgbClr>
            </a:solidFill>
            <a:ln w="5420" cap="flat">
              <a:solidFill>
                <a:srgbClr val="3A7EA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9" name="pg189"/>
            <p:cNvSpPr/>
            <p:nvPr/>
          </p:nvSpPr>
          <p:spPr>
            <a:xfrm>
              <a:off x="5369253" y="269351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86A5">
                <a:alpha val="100000"/>
              </a:srgbClr>
            </a:solidFill>
            <a:ln w="5420" cap="flat">
              <a:solidFill>
                <a:srgbClr val="3986A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0" name="pg190"/>
            <p:cNvSpPr/>
            <p:nvPr/>
          </p:nvSpPr>
          <p:spPr>
            <a:xfrm>
              <a:off x="5380891" y="269351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85A5">
                <a:alpha val="100000"/>
              </a:srgbClr>
            </a:solidFill>
            <a:ln w="5420" cap="flat">
              <a:solidFill>
                <a:srgbClr val="3985A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1" name="pg191"/>
            <p:cNvSpPr/>
            <p:nvPr/>
          </p:nvSpPr>
          <p:spPr>
            <a:xfrm>
              <a:off x="5392528" y="269351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84A5">
                <a:alpha val="100000"/>
              </a:srgbClr>
            </a:solidFill>
            <a:ln w="5420" cap="flat">
              <a:solidFill>
                <a:srgbClr val="3984A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2" name="pg192"/>
            <p:cNvSpPr/>
            <p:nvPr/>
          </p:nvSpPr>
          <p:spPr>
            <a:xfrm>
              <a:off x="5404165" y="269351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83A5">
                <a:alpha val="100000"/>
              </a:srgbClr>
            </a:solidFill>
            <a:ln w="5420" cap="flat">
              <a:solidFill>
                <a:srgbClr val="3983A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3" name="pg193"/>
            <p:cNvSpPr/>
            <p:nvPr/>
          </p:nvSpPr>
          <p:spPr>
            <a:xfrm>
              <a:off x="5415803" y="269351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83A5">
                <a:alpha val="100000"/>
              </a:srgbClr>
            </a:solidFill>
            <a:ln w="5420" cap="flat">
              <a:solidFill>
                <a:srgbClr val="3983A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4" name="pg194"/>
            <p:cNvSpPr/>
            <p:nvPr/>
          </p:nvSpPr>
          <p:spPr>
            <a:xfrm>
              <a:off x="5427440" y="269351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82A4">
                <a:alpha val="100000"/>
              </a:srgbClr>
            </a:solidFill>
            <a:ln w="5420" cap="flat">
              <a:solidFill>
                <a:srgbClr val="3982A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5" name="pg195"/>
            <p:cNvSpPr/>
            <p:nvPr/>
          </p:nvSpPr>
          <p:spPr>
            <a:xfrm>
              <a:off x="5439077" y="269351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81A4">
                <a:alpha val="100000"/>
              </a:srgbClr>
            </a:solidFill>
            <a:ln w="5420" cap="flat">
              <a:solidFill>
                <a:srgbClr val="3981A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6" name="pg196"/>
            <p:cNvSpPr/>
            <p:nvPr/>
          </p:nvSpPr>
          <p:spPr>
            <a:xfrm>
              <a:off x="5450715" y="269351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FA4">
                <a:alpha val="100000"/>
              </a:srgbClr>
            </a:solidFill>
            <a:ln w="5420" cap="flat">
              <a:solidFill>
                <a:srgbClr val="3A7FA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7" name="pg197"/>
            <p:cNvSpPr/>
            <p:nvPr/>
          </p:nvSpPr>
          <p:spPr>
            <a:xfrm>
              <a:off x="5462352" y="269351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FA4">
                <a:alpha val="100000"/>
              </a:srgbClr>
            </a:solidFill>
            <a:ln w="5420" cap="flat">
              <a:solidFill>
                <a:srgbClr val="3A7FA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8" name="pg198"/>
            <p:cNvSpPr/>
            <p:nvPr/>
          </p:nvSpPr>
          <p:spPr>
            <a:xfrm>
              <a:off x="6311877" y="269351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84A5">
                <a:alpha val="100000"/>
              </a:srgbClr>
            </a:solidFill>
            <a:ln w="5420" cap="flat">
              <a:solidFill>
                <a:srgbClr val="3984A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9" name="pg199"/>
            <p:cNvSpPr/>
            <p:nvPr/>
          </p:nvSpPr>
          <p:spPr>
            <a:xfrm>
              <a:off x="5311067" y="270781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88AA6">
                <a:alpha val="100000"/>
              </a:srgbClr>
            </a:solidFill>
            <a:ln w="5420" cap="flat">
              <a:solidFill>
                <a:srgbClr val="388AA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0" name="pg200"/>
            <p:cNvSpPr/>
            <p:nvPr/>
          </p:nvSpPr>
          <p:spPr>
            <a:xfrm>
              <a:off x="5322704" y="270781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889A6">
                <a:alpha val="100000"/>
              </a:srgbClr>
            </a:solidFill>
            <a:ln w="5420" cap="flat">
              <a:solidFill>
                <a:srgbClr val="3889A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1" name="pg201"/>
            <p:cNvSpPr/>
            <p:nvPr/>
          </p:nvSpPr>
          <p:spPr>
            <a:xfrm>
              <a:off x="5334341" y="270781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888A6">
                <a:alpha val="100000"/>
              </a:srgbClr>
            </a:solidFill>
            <a:ln w="5420" cap="flat">
              <a:solidFill>
                <a:srgbClr val="3888A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2" name="pg202"/>
            <p:cNvSpPr/>
            <p:nvPr/>
          </p:nvSpPr>
          <p:spPr>
            <a:xfrm>
              <a:off x="5345979" y="270781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87A6">
                <a:alpha val="100000"/>
              </a:srgbClr>
            </a:solidFill>
            <a:ln w="5420" cap="flat">
              <a:solidFill>
                <a:srgbClr val="3987A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3" name="pg203"/>
            <p:cNvSpPr/>
            <p:nvPr/>
          </p:nvSpPr>
          <p:spPr>
            <a:xfrm>
              <a:off x="5357616" y="270781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86A5">
                <a:alpha val="100000"/>
              </a:srgbClr>
            </a:solidFill>
            <a:ln w="5420" cap="flat">
              <a:solidFill>
                <a:srgbClr val="3986A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4" name="pg204"/>
            <p:cNvSpPr/>
            <p:nvPr/>
          </p:nvSpPr>
          <p:spPr>
            <a:xfrm>
              <a:off x="5369253" y="270781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85A5">
                <a:alpha val="100000"/>
              </a:srgbClr>
            </a:solidFill>
            <a:ln w="5420" cap="flat">
              <a:solidFill>
                <a:srgbClr val="3985A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5" name="pg205"/>
            <p:cNvSpPr/>
            <p:nvPr/>
          </p:nvSpPr>
          <p:spPr>
            <a:xfrm>
              <a:off x="5380891" y="270781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85A5">
                <a:alpha val="100000"/>
              </a:srgbClr>
            </a:solidFill>
            <a:ln w="5420" cap="flat">
              <a:solidFill>
                <a:srgbClr val="3985A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6" name="pg206"/>
            <p:cNvSpPr/>
            <p:nvPr/>
          </p:nvSpPr>
          <p:spPr>
            <a:xfrm>
              <a:off x="5392528" y="270781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84A5">
                <a:alpha val="100000"/>
              </a:srgbClr>
            </a:solidFill>
            <a:ln w="5420" cap="flat">
              <a:solidFill>
                <a:srgbClr val="3984A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7" name="pg207"/>
            <p:cNvSpPr/>
            <p:nvPr/>
          </p:nvSpPr>
          <p:spPr>
            <a:xfrm>
              <a:off x="5404165" y="270781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83A5">
                <a:alpha val="100000"/>
              </a:srgbClr>
            </a:solidFill>
            <a:ln w="5420" cap="flat">
              <a:solidFill>
                <a:srgbClr val="3983A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8" name="pg208"/>
            <p:cNvSpPr/>
            <p:nvPr/>
          </p:nvSpPr>
          <p:spPr>
            <a:xfrm>
              <a:off x="5415803" y="270781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82A5">
                <a:alpha val="100000"/>
              </a:srgbClr>
            </a:solidFill>
            <a:ln w="5420" cap="flat">
              <a:solidFill>
                <a:srgbClr val="3982A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9" name="pg209"/>
            <p:cNvSpPr/>
            <p:nvPr/>
          </p:nvSpPr>
          <p:spPr>
            <a:xfrm>
              <a:off x="5427440" y="270781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81A4">
                <a:alpha val="100000"/>
              </a:srgbClr>
            </a:solidFill>
            <a:ln w="5420" cap="flat">
              <a:solidFill>
                <a:srgbClr val="3981A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0" name="pg210"/>
            <p:cNvSpPr/>
            <p:nvPr/>
          </p:nvSpPr>
          <p:spPr>
            <a:xfrm>
              <a:off x="5439077" y="270781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81A4">
                <a:alpha val="100000"/>
              </a:srgbClr>
            </a:solidFill>
            <a:ln w="5420" cap="flat">
              <a:solidFill>
                <a:srgbClr val="3A81A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1" name="pg211"/>
            <p:cNvSpPr/>
            <p:nvPr/>
          </p:nvSpPr>
          <p:spPr>
            <a:xfrm>
              <a:off x="5450715" y="270781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FA4">
                <a:alpha val="100000"/>
              </a:srgbClr>
            </a:solidFill>
            <a:ln w="5420" cap="flat">
              <a:solidFill>
                <a:srgbClr val="3A7FA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2" name="pg212"/>
            <p:cNvSpPr/>
            <p:nvPr/>
          </p:nvSpPr>
          <p:spPr>
            <a:xfrm>
              <a:off x="6276965" y="270781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84A5">
                <a:alpha val="100000"/>
              </a:srgbClr>
            </a:solidFill>
            <a:ln w="5420" cap="flat">
              <a:solidFill>
                <a:srgbClr val="3984A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3" name="pg213"/>
            <p:cNvSpPr/>
            <p:nvPr/>
          </p:nvSpPr>
          <p:spPr>
            <a:xfrm>
              <a:off x="6288602" y="270781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84A5">
                <a:alpha val="100000"/>
              </a:srgbClr>
            </a:solidFill>
            <a:ln w="5420" cap="flat">
              <a:solidFill>
                <a:srgbClr val="3984A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4" name="pg214"/>
            <p:cNvSpPr/>
            <p:nvPr/>
          </p:nvSpPr>
          <p:spPr>
            <a:xfrm>
              <a:off x="6300240" y="270781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84A5">
                <a:alpha val="100000"/>
              </a:srgbClr>
            </a:solidFill>
            <a:ln w="5420" cap="flat">
              <a:solidFill>
                <a:srgbClr val="3984A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5" name="pg215"/>
            <p:cNvSpPr/>
            <p:nvPr/>
          </p:nvSpPr>
          <p:spPr>
            <a:xfrm>
              <a:off x="6311877" y="270781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85A5">
                <a:alpha val="100000"/>
              </a:srgbClr>
            </a:solidFill>
            <a:ln w="5420" cap="flat">
              <a:solidFill>
                <a:srgbClr val="3985A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6" name="pg216"/>
            <p:cNvSpPr/>
            <p:nvPr/>
          </p:nvSpPr>
          <p:spPr>
            <a:xfrm>
              <a:off x="6323514" y="270781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85A5">
                <a:alpha val="100000"/>
              </a:srgbClr>
            </a:solidFill>
            <a:ln w="5420" cap="flat">
              <a:solidFill>
                <a:srgbClr val="3985A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7" name="pg217"/>
            <p:cNvSpPr/>
            <p:nvPr/>
          </p:nvSpPr>
          <p:spPr>
            <a:xfrm>
              <a:off x="5299429" y="272211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88AA6">
                <a:alpha val="100000"/>
              </a:srgbClr>
            </a:solidFill>
            <a:ln w="5420" cap="flat">
              <a:solidFill>
                <a:srgbClr val="388AA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8" name="pg218"/>
            <p:cNvSpPr/>
            <p:nvPr/>
          </p:nvSpPr>
          <p:spPr>
            <a:xfrm>
              <a:off x="5311067" y="272211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88AA6">
                <a:alpha val="100000"/>
              </a:srgbClr>
            </a:solidFill>
            <a:ln w="5420" cap="flat">
              <a:solidFill>
                <a:srgbClr val="388AA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9" name="pg219"/>
            <p:cNvSpPr/>
            <p:nvPr/>
          </p:nvSpPr>
          <p:spPr>
            <a:xfrm>
              <a:off x="5322704" y="272211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889A6">
                <a:alpha val="100000"/>
              </a:srgbClr>
            </a:solidFill>
            <a:ln w="5420" cap="flat">
              <a:solidFill>
                <a:srgbClr val="3889A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0" name="pg220"/>
            <p:cNvSpPr/>
            <p:nvPr/>
          </p:nvSpPr>
          <p:spPr>
            <a:xfrm>
              <a:off x="5334341" y="272211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888A6">
                <a:alpha val="100000"/>
              </a:srgbClr>
            </a:solidFill>
            <a:ln w="5420" cap="flat">
              <a:solidFill>
                <a:srgbClr val="3888A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1" name="pg221"/>
            <p:cNvSpPr/>
            <p:nvPr/>
          </p:nvSpPr>
          <p:spPr>
            <a:xfrm>
              <a:off x="5345979" y="272211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87A6">
                <a:alpha val="100000"/>
              </a:srgbClr>
            </a:solidFill>
            <a:ln w="5420" cap="flat">
              <a:solidFill>
                <a:srgbClr val="3987A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2" name="pg222"/>
            <p:cNvSpPr/>
            <p:nvPr/>
          </p:nvSpPr>
          <p:spPr>
            <a:xfrm>
              <a:off x="5357616" y="272211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86A5">
                <a:alpha val="100000"/>
              </a:srgbClr>
            </a:solidFill>
            <a:ln w="5420" cap="flat">
              <a:solidFill>
                <a:srgbClr val="3986A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3" name="pg223"/>
            <p:cNvSpPr/>
            <p:nvPr/>
          </p:nvSpPr>
          <p:spPr>
            <a:xfrm>
              <a:off x="5369253" y="272211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85A5">
                <a:alpha val="100000"/>
              </a:srgbClr>
            </a:solidFill>
            <a:ln w="5420" cap="flat">
              <a:solidFill>
                <a:srgbClr val="3985A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4" name="pg224"/>
            <p:cNvSpPr/>
            <p:nvPr/>
          </p:nvSpPr>
          <p:spPr>
            <a:xfrm>
              <a:off x="5380891" y="272211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84A5">
                <a:alpha val="100000"/>
              </a:srgbClr>
            </a:solidFill>
            <a:ln w="5420" cap="flat">
              <a:solidFill>
                <a:srgbClr val="3984A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5" name="pg225"/>
            <p:cNvSpPr/>
            <p:nvPr/>
          </p:nvSpPr>
          <p:spPr>
            <a:xfrm>
              <a:off x="5392528" y="272211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84A5">
                <a:alpha val="100000"/>
              </a:srgbClr>
            </a:solidFill>
            <a:ln w="5420" cap="flat">
              <a:solidFill>
                <a:srgbClr val="3984A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6" name="pg226"/>
            <p:cNvSpPr/>
            <p:nvPr/>
          </p:nvSpPr>
          <p:spPr>
            <a:xfrm>
              <a:off x="5404165" y="272211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83A5">
                <a:alpha val="100000"/>
              </a:srgbClr>
            </a:solidFill>
            <a:ln w="5420" cap="flat">
              <a:solidFill>
                <a:srgbClr val="3983A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7" name="pg227"/>
            <p:cNvSpPr/>
            <p:nvPr/>
          </p:nvSpPr>
          <p:spPr>
            <a:xfrm>
              <a:off x="5415803" y="272211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82A5">
                <a:alpha val="100000"/>
              </a:srgbClr>
            </a:solidFill>
            <a:ln w="5420" cap="flat">
              <a:solidFill>
                <a:srgbClr val="3982A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8" name="pg228"/>
            <p:cNvSpPr/>
            <p:nvPr/>
          </p:nvSpPr>
          <p:spPr>
            <a:xfrm>
              <a:off x="5427440" y="272211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81A4">
                <a:alpha val="100000"/>
              </a:srgbClr>
            </a:solidFill>
            <a:ln w="5420" cap="flat">
              <a:solidFill>
                <a:srgbClr val="3981A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9" name="pg229"/>
            <p:cNvSpPr/>
            <p:nvPr/>
          </p:nvSpPr>
          <p:spPr>
            <a:xfrm>
              <a:off x="5439077" y="272211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80A4">
                <a:alpha val="100000"/>
              </a:srgbClr>
            </a:solidFill>
            <a:ln w="5420" cap="flat">
              <a:solidFill>
                <a:srgbClr val="3A80A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0" name="pg230"/>
            <p:cNvSpPr/>
            <p:nvPr/>
          </p:nvSpPr>
          <p:spPr>
            <a:xfrm>
              <a:off x="6183866" y="272211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FA4">
                <a:alpha val="100000"/>
              </a:srgbClr>
            </a:solidFill>
            <a:ln w="5420" cap="flat">
              <a:solidFill>
                <a:srgbClr val="3A7FA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1" name="pg231"/>
            <p:cNvSpPr/>
            <p:nvPr/>
          </p:nvSpPr>
          <p:spPr>
            <a:xfrm>
              <a:off x="6195504" y="272211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80A4">
                <a:alpha val="100000"/>
              </a:srgbClr>
            </a:solidFill>
            <a:ln w="5420" cap="flat">
              <a:solidFill>
                <a:srgbClr val="3A80A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2" name="pg232"/>
            <p:cNvSpPr/>
            <p:nvPr/>
          </p:nvSpPr>
          <p:spPr>
            <a:xfrm>
              <a:off x="6207141" y="272211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80A4">
                <a:alpha val="100000"/>
              </a:srgbClr>
            </a:solidFill>
            <a:ln w="5420" cap="flat">
              <a:solidFill>
                <a:srgbClr val="3A80A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3" name="pg233"/>
            <p:cNvSpPr/>
            <p:nvPr/>
          </p:nvSpPr>
          <p:spPr>
            <a:xfrm>
              <a:off x="6218778" y="272211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81A4">
                <a:alpha val="100000"/>
              </a:srgbClr>
            </a:solidFill>
            <a:ln w="5420" cap="flat">
              <a:solidFill>
                <a:srgbClr val="3981A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4" name="pg234"/>
            <p:cNvSpPr/>
            <p:nvPr/>
          </p:nvSpPr>
          <p:spPr>
            <a:xfrm>
              <a:off x="6253690" y="272211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83A5">
                <a:alpha val="100000"/>
              </a:srgbClr>
            </a:solidFill>
            <a:ln w="5420" cap="flat">
              <a:solidFill>
                <a:srgbClr val="3983A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5" name="pg235"/>
            <p:cNvSpPr/>
            <p:nvPr/>
          </p:nvSpPr>
          <p:spPr>
            <a:xfrm>
              <a:off x="6265328" y="272211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83A5">
                <a:alpha val="100000"/>
              </a:srgbClr>
            </a:solidFill>
            <a:ln w="5420" cap="flat">
              <a:solidFill>
                <a:srgbClr val="3983A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6" name="pg236"/>
            <p:cNvSpPr/>
            <p:nvPr/>
          </p:nvSpPr>
          <p:spPr>
            <a:xfrm>
              <a:off x="6276965" y="272211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84A5">
                <a:alpha val="100000"/>
              </a:srgbClr>
            </a:solidFill>
            <a:ln w="5420" cap="flat">
              <a:solidFill>
                <a:srgbClr val="3984A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7" name="pg237"/>
            <p:cNvSpPr/>
            <p:nvPr/>
          </p:nvSpPr>
          <p:spPr>
            <a:xfrm>
              <a:off x="6288602" y="272211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84A5">
                <a:alpha val="100000"/>
              </a:srgbClr>
            </a:solidFill>
            <a:ln w="5420" cap="flat">
              <a:solidFill>
                <a:srgbClr val="3984A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8" name="pg238"/>
            <p:cNvSpPr/>
            <p:nvPr/>
          </p:nvSpPr>
          <p:spPr>
            <a:xfrm>
              <a:off x="6300240" y="272211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85A5">
                <a:alpha val="100000"/>
              </a:srgbClr>
            </a:solidFill>
            <a:ln w="5420" cap="flat">
              <a:solidFill>
                <a:srgbClr val="3985A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9" name="pg239"/>
            <p:cNvSpPr/>
            <p:nvPr/>
          </p:nvSpPr>
          <p:spPr>
            <a:xfrm>
              <a:off x="6311877" y="272211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85A5">
                <a:alpha val="100000"/>
              </a:srgbClr>
            </a:solidFill>
            <a:ln w="5420" cap="flat">
              <a:solidFill>
                <a:srgbClr val="3985A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0" name="pg240"/>
            <p:cNvSpPr/>
            <p:nvPr/>
          </p:nvSpPr>
          <p:spPr>
            <a:xfrm>
              <a:off x="6323514" y="272211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85A5">
                <a:alpha val="100000"/>
              </a:srgbClr>
            </a:solidFill>
            <a:ln w="5420" cap="flat">
              <a:solidFill>
                <a:srgbClr val="3985A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1" name="pg241"/>
            <p:cNvSpPr/>
            <p:nvPr/>
          </p:nvSpPr>
          <p:spPr>
            <a:xfrm>
              <a:off x="6335152" y="272211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86A5">
                <a:alpha val="100000"/>
              </a:srgbClr>
            </a:solidFill>
            <a:ln w="5420" cap="flat">
              <a:solidFill>
                <a:srgbClr val="3986A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2" name="pg242"/>
            <p:cNvSpPr/>
            <p:nvPr/>
          </p:nvSpPr>
          <p:spPr>
            <a:xfrm>
              <a:off x="5299429" y="273641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88AA6">
                <a:alpha val="100000"/>
              </a:srgbClr>
            </a:solidFill>
            <a:ln w="5420" cap="flat">
              <a:solidFill>
                <a:srgbClr val="388AA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3" name="pg243"/>
            <p:cNvSpPr/>
            <p:nvPr/>
          </p:nvSpPr>
          <p:spPr>
            <a:xfrm>
              <a:off x="5311067" y="273641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88AA6">
                <a:alpha val="100000"/>
              </a:srgbClr>
            </a:solidFill>
            <a:ln w="5420" cap="flat">
              <a:solidFill>
                <a:srgbClr val="388AA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4" name="pg244"/>
            <p:cNvSpPr/>
            <p:nvPr/>
          </p:nvSpPr>
          <p:spPr>
            <a:xfrm>
              <a:off x="5322704" y="273641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889A6">
                <a:alpha val="100000"/>
              </a:srgbClr>
            </a:solidFill>
            <a:ln w="5420" cap="flat">
              <a:solidFill>
                <a:srgbClr val="3889A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5" name="pg245"/>
            <p:cNvSpPr/>
            <p:nvPr/>
          </p:nvSpPr>
          <p:spPr>
            <a:xfrm>
              <a:off x="5334341" y="273641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887A6">
                <a:alpha val="100000"/>
              </a:srgbClr>
            </a:solidFill>
            <a:ln w="5420" cap="flat">
              <a:solidFill>
                <a:srgbClr val="3887A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6" name="pg246"/>
            <p:cNvSpPr/>
            <p:nvPr/>
          </p:nvSpPr>
          <p:spPr>
            <a:xfrm>
              <a:off x="5345979" y="273641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87A6">
                <a:alpha val="100000"/>
              </a:srgbClr>
            </a:solidFill>
            <a:ln w="5420" cap="flat">
              <a:solidFill>
                <a:srgbClr val="3987A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7" name="pg247"/>
            <p:cNvSpPr/>
            <p:nvPr/>
          </p:nvSpPr>
          <p:spPr>
            <a:xfrm>
              <a:off x="5357616" y="273641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86A5">
                <a:alpha val="100000"/>
              </a:srgbClr>
            </a:solidFill>
            <a:ln w="5420" cap="flat">
              <a:solidFill>
                <a:srgbClr val="3986A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8" name="pg248"/>
            <p:cNvSpPr/>
            <p:nvPr/>
          </p:nvSpPr>
          <p:spPr>
            <a:xfrm>
              <a:off x="5369253" y="273641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85A5">
                <a:alpha val="100000"/>
              </a:srgbClr>
            </a:solidFill>
            <a:ln w="5420" cap="flat">
              <a:solidFill>
                <a:srgbClr val="3985A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9" name="pg249"/>
            <p:cNvSpPr/>
            <p:nvPr/>
          </p:nvSpPr>
          <p:spPr>
            <a:xfrm>
              <a:off x="5380891" y="273641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84A5">
                <a:alpha val="100000"/>
              </a:srgbClr>
            </a:solidFill>
            <a:ln w="5420" cap="flat">
              <a:solidFill>
                <a:srgbClr val="3984A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0" name="pg250"/>
            <p:cNvSpPr/>
            <p:nvPr/>
          </p:nvSpPr>
          <p:spPr>
            <a:xfrm>
              <a:off x="5392528" y="273641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83A5">
                <a:alpha val="100000"/>
              </a:srgbClr>
            </a:solidFill>
            <a:ln w="5420" cap="flat">
              <a:solidFill>
                <a:srgbClr val="3983A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1" name="pg251"/>
            <p:cNvSpPr/>
            <p:nvPr/>
          </p:nvSpPr>
          <p:spPr>
            <a:xfrm>
              <a:off x="5404165" y="273641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83A5">
                <a:alpha val="100000"/>
              </a:srgbClr>
            </a:solidFill>
            <a:ln w="5420" cap="flat">
              <a:solidFill>
                <a:srgbClr val="3983A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2" name="pg252"/>
            <p:cNvSpPr/>
            <p:nvPr/>
          </p:nvSpPr>
          <p:spPr>
            <a:xfrm>
              <a:off x="5415803" y="273641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82A4">
                <a:alpha val="100000"/>
              </a:srgbClr>
            </a:solidFill>
            <a:ln w="5420" cap="flat">
              <a:solidFill>
                <a:srgbClr val="3982A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3" name="pg253"/>
            <p:cNvSpPr/>
            <p:nvPr/>
          </p:nvSpPr>
          <p:spPr>
            <a:xfrm>
              <a:off x="5427440" y="273641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81A4">
                <a:alpha val="100000"/>
              </a:srgbClr>
            </a:solidFill>
            <a:ln w="5420" cap="flat">
              <a:solidFill>
                <a:srgbClr val="3981A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4" name="pg254"/>
            <p:cNvSpPr/>
            <p:nvPr/>
          </p:nvSpPr>
          <p:spPr>
            <a:xfrm>
              <a:off x="6172229" y="273641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EA4">
                <a:alpha val="100000"/>
              </a:srgbClr>
            </a:solidFill>
            <a:ln w="5420" cap="flat">
              <a:solidFill>
                <a:srgbClr val="3A7EA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5" name="pg255"/>
            <p:cNvSpPr/>
            <p:nvPr/>
          </p:nvSpPr>
          <p:spPr>
            <a:xfrm>
              <a:off x="6183866" y="273641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FA4">
                <a:alpha val="100000"/>
              </a:srgbClr>
            </a:solidFill>
            <a:ln w="5420" cap="flat">
              <a:solidFill>
                <a:srgbClr val="3A7FA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6" name="pg256"/>
            <p:cNvSpPr/>
            <p:nvPr/>
          </p:nvSpPr>
          <p:spPr>
            <a:xfrm>
              <a:off x="6195504" y="273641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80A4">
                <a:alpha val="100000"/>
              </a:srgbClr>
            </a:solidFill>
            <a:ln w="5420" cap="flat">
              <a:solidFill>
                <a:srgbClr val="3A80A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7" name="pg257"/>
            <p:cNvSpPr/>
            <p:nvPr/>
          </p:nvSpPr>
          <p:spPr>
            <a:xfrm>
              <a:off x="6207141" y="273641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81A4">
                <a:alpha val="100000"/>
              </a:srgbClr>
            </a:solidFill>
            <a:ln w="5420" cap="flat">
              <a:solidFill>
                <a:srgbClr val="3A81A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8" name="pg258"/>
            <p:cNvSpPr/>
            <p:nvPr/>
          </p:nvSpPr>
          <p:spPr>
            <a:xfrm>
              <a:off x="6218778" y="273641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81A4">
                <a:alpha val="100000"/>
              </a:srgbClr>
            </a:solidFill>
            <a:ln w="5420" cap="flat">
              <a:solidFill>
                <a:srgbClr val="3981A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9" name="pg259"/>
            <p:cNvSpPr/>
            <p:nvPr/>
          </p:nvSpPr>
          <p:spPr>
            <a:xfrm>
              <a:off x="6230416" y="273641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82A5">
                <a:alpha val="100000"/>
              </a:srgbClr>
            </a:solidFill>
            <a:ln w="5420" cap="flat">
              <a:solidFill>
                <a:srgbClr val="3982A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0" name="pg260"/>
            <p:cNvSpPr/>
            <p:nvPr/>
          </p:nvSpPr>
          <p:spPr>
            <a:xfrm>
              <a:off x="6242053" y="273641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83A5">
                <a:alpha val="100000"/>
              </a:srgbClr>
            </a:solidFill>
            <a:ln w="5420" cap="flat">
              <a:solidFill>
                <a:srgbClr val="3983A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1" name="pg261"/>
            <p:cNvSpPr/>
            <p:nvPr/>
          </p:nvSpPr>
          <p:spPr>
            <a:xfrm>
              <a:off x="6253690" y="273641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83A5">
                <a:alpha val="100000"/>
              </a:srgbClr>
            </a:solidFill>
            <a:ln w="5420" cap="flat">
              <a:solidFill>
                <a:srgbClr val="3983A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2" name="pg262"/>
            <p:cNvSpPr/>
            <p:nvPr/>
          </p:nvSpPr>
          <p:spPr>
            <a:xfrm>
              <a:off x="6265328" y="273641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84A5">
                <a:alpha val="100000"/>
              </a:srgbClr>
            </a:solidFill>
            <a:ln w="5420" cap="flat">
              <a:solidFill>
                <a:srgbClr val="3984A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3" name="pg263"/>
            <p:cNvSpPr/>
            <p:nvPr/>
          </p:nvSpPr>
          <p:spPr>
            <a:xfrm>
              <a:off x="6276965" y="273641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84A5">
                <a:alpha val="100000"/>
              </a:srgbClr>
            </a:solidFill>
            <a:ln w="5420" cap="flat">
              <a:solidFill>
                <a:srgbClr val="3984A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4" name="pg264"/>
            <p:cNvSpPr/>
            <p:nvPr/>
          </p:nvSpPr>
          <p:spPr>
            <a:xfrm>
              <a:off x="6288602" y="273641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85A5">
                <a:alpha val="100000"/>
              </a:srgbClr>
            </a:solidFill>
            <a:ln w="5420" cap="flat">
              <a:solidFill>
                <a:srgbClr val="3985A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5" name="pg265"/>
            <p:cNvSpPr/>
            <p:nvPr/>
          </p:nvSpPr>
          <p:spPr>
            <a:xfrm>
              <a:off x="6300240" y="273641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85A5">
                <a:alpha val="100000"/>
              </a:srgbClr>
            </a:solidFill>
            <a:ln w="5420" cap="flat">
              <a:solidFill>
                <a:srgbClr val="3985A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6" name="pg266"/>
            <p:cNvSpPr/>
            <p:nvPr/>
          </p:nvSpPr>
          <p:spPr>
            <a:xfrm>
              <a:off x="6311877" y="273641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85A5">
                <a:alpha val="100000"/>
              </a:srgbClr>
            </a:solidFill>
            <a:ln w="5420" cap="flat">
              <a:solidFill>
                <a:srgbClr val="3985A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7" name="pg267"/>
            <p:cNvSpPr/>
            <p:nvPr/>
          </p:nvSpPr>
          <p:spPr>
            <a:xfrm>
              <a:off x="6323514" y="273641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86A5">
                <a:alpha val="100000"/>
              </a:srgbClr>
            </a:solidFill>
            <a:ln w="5420" cap="flat">
              <a:solidFill>
                <a:srgbClr val="3986A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8" name="pg268"/>
            <p:cNvSpPr/>
            <p:nvPr/>
          </p:nvSpPr>
          <p:spPr>
            <a:xfrm>
              <a:off x="5299429" y="275071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88AA6">
                <a:alpha val="100000"/>
              </a:srgbClr>
            </a:solidFill>
            <a:ln w="5420" cap="flat">
              <a:solidFill>
                <a:srgbClr val="388AA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9" name="pg269"/>
            <p:cNvSpPr/>
            <p:nvPr/>
          </p:nvSpPr>
          <p:spPr>
            <a:xfrm>
              <a:off x="5311067" y="275071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88AA6">
                <a:alpha val="100000"/>
              </a:srgbClr>
            </a:solidFill>
            <a:ln w="5420" cap="flat">
              <a:solidFill>
                <a:srgbClr val="388AA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0" name="pg270"/>
            <p:cNvSpPr/>
            <p:nvPr/>
          </p:nvSpPr>
          <p:spPr>
            <a:xfrm>
              <a:off x="5322704" y="275071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889A6">
                <a:alpha val="100000"/>
              </a:srgbClr>
            </a:solidFill>
            <a:ln w="5420" cap="flat">
              <a:solidFill>
                <a:srgbClr val="3889A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1" name="pg271"/>
            <p:cNvSpPr/>
            <p:nvPr/>
          </p:nvSpPr>
          <p:spPr>
            <a:xfrm>
              <a:off x="5334341" y="275071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887A6">
                <a:alpha val="100000"/>
              </a:srgbClr>
            </a:solidFill>
            <a:ln w="5420" cap="flat">
              <a:solidFill>
                <a:srgbClr val="3887A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2" name="pg272"/>
            <p:cNvSpPr/>
            <p:nvPr/>
          </p:nvSpPr>
          <p:spPr>
            <a:xfrm>
              <a:off x="5345979" y="275071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87A6">
                <a:alpha val="100000"/>
              </a:srgbClr>
            </a:solidFill>
            <a:ln w="5420" cap="flat">
              <a:solidFill>
                <a:srgbClr val="3987A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3" name="pg273"/>
            <p:cNvSpPr/>
            <p:nvPr/>
          </p:nvSpPr>
          <p:spPr>
            <a:xfrm>
              <a:off x="5357616" y="275071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86A5">
                <a:alpha val="100000"/>
              </a:srgbClr>
            </a:solidFill>
            <a:ln w="5420" cap="flat">
              <a:solidFill>
                <a:srgbClr val="3986A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4" name="pg274"/>
            <p:cNvSpPr/>
            <p:nvPr/>
          </p:nvSpPr>
          <p:spPr>
            <a:xfrm>
              <a:off x="5369253" y="275071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85A5">
                <a:alpha val="100000"/>
              </a:srgbClr>
            </a:solidFill>
            <a:ln w="5420" cap="flat">
              <a:solidFill>
                <a:srgbClr val="3985A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5" name="pg275"/>
            <p:cNvSpPr/>
            <p:nvPr/>
          </p:nvSpPr>
          <p:spPr>
            <a:xfrm>
              <a:off x="5380891" y="275071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84A5">
                <a:alpha val="100000"/>
              </a:srgbClr>
            </a:solidFill>
            <a:ln w="5420" cap="flat">
              <a:solidFill>
                <a:srgbClr val="3984A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6" name="pg276"/>
            <p:cNvSpPr/>
            <p:nvPr/>
          </p:nvSpPr>
          <p:spPr>
            <a:xfrm>
              <a:off x="5392528" y="275071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83A5">
                <a:alpha val="100000"/>
              </a:srgbClr>
            </a:solidFill>
            <a:ln w="5420" cap="flat">
              <a:solidFill>
                <a:srgbClr val="3983A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7" name="pg277"/>
            <p:cNvSpPr/>
            <p:nvPr/>
          </p:nvSpPr>
          <p:spPr>
            <a:xfrm>
              <a:off x="5404165" y="275071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83A5">
                <a:alpha val="100000"/>
              </a:srgbClr>
            </a:solidFill>
            <a:ln w="5420" cap="flat">
              <a:solidFill>
                <a:srgbClr val="3983A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8" name="pg278"/>
            <p:cNvSpPr/>
            <p:nvPr/>
          </p:nvSpPr>
          <p:spPr>
            <a:xfrm>
              <a:off x="5415803" y="275071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82A4">
                <a:alpha val="100000"/>
              </a:srgbClr>
            </a:solidFill>
            <a:ln w="5420" cap="flat">
              <a:solidFill>
                <a:srgbClr val="3982A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9" name="pg279"/>
            <p:cNvSpPr/>
            <p:nvPr/>
          </p:nvSpPr>
          <p:spPr>
            <a:xfrm>
              <a:off x="5427440" y="275071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81A4">
                <a:alpha val="100000"/>
              </a:srgbClr>
            </a:solidFill>
            <a:ln w="5420" cap="flat">
              <a:solidFill>
                <a:srgbClr val="3981A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0" name="pg280"/>
            <p:cNvSpPr/>
            <p:nvPr/>
          </p:nvSpPr>
          <p:spPr>
            <a:xfrm>
              <a:off x="6079130" y="275071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5A2">
                <a:alpha val="100000"/>
              </a:srgbClr>
            </a:solidFill>
            <a:ln w="5420" cap="flat">
              <a:solidFill>
                <a:srgbClr val="3A75A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1" name="pg281"/>
            <p:cNvSpPr/>
            <p:nvPr/>
          </p:nvSpPr>
          <p:spPr>
            <a:xfrm>
              <a:off x="6090768" y="275071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6A2">
                <a:alpha val="100000"/>
              </a:srgbClr>
            </a:solidFill>
            <a:ln w="5420" cap="flat">
              <a:solidFill>
                <a:srgbClr val="3A76A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2" name="pg282"/>
            <p:cNvSpPr/>
            <p:nvPr/>
          </p:nvSpPr>
          <p:spPr>
            <a:xfrm>
              <a:off x="6102405" y="275071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7A2">
                <a:alpha val="100000"/>
              </a:srgbClr>
            </a:solidFill>
            <a:ln w="5420" cap="flat">
              <a:solidFill>
                <a:srgbClr val="3A77A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3" name="pg283"/>
            <p:cNvSpPr/>
            <p:nvPr/>
          </p:nvSpPr>
          <p:spPr>
            <a:xfrm>
              <a:off x="6114042" y="275071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9A2">
                <a:alpha val="100000"/>
              </a:srgbClr>
            </a:solidFill>
            <a:ln w="5420" cap="flat">
              <a:solidFill>
                <a:srgbClr val="3A79A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4" name="pg284"/>
            <p:cNvSpPr/>
            <p:nvPr/>
          </p:nvSpPr>
          <p:spPr>
            <a:xfrm>
              <a:off x="6148954" y="275071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DA3">
                <a:alpha val="100000"/>
              </a:srgbClr>
            </a:solidFill>
            <a:ln w="5420" cap="flat">
              <a:solidFill>
                <a:srgbClr val="3A7DA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5" name="pg285"/>
            <p:cNvSpPr/>
            <p:nvPr/>
          </p:nvSpPr>
          <p:spPr>
            <a:xfrm>
              <a:off x="6160592" y="275071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EA4">
                <a:alpha val="100000"/>
              </a:srgbClr>
            </a:solidFill>
            <a:ln w="5420" cap="flat">
              <a:solidFill>
                <a:srgbClr val="3A7EA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6" name="pg286"/>
            <p:cNvSpPr/>
            <p:nvPr/>
          </p:nvSpPr>
          <p:spPr>
            <a:xfrm>
              <a:off x="6172229" y="275071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FA4">
                <a:alpha val="100000"/>
              </a:srgbClr>
            </a:solidFill>
            <a:ln w="5420" cap="flat">
              <a:solidFill>
                <a:srgbClr val="3A7FA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7" name="pg287"/>
            <p:cNvSpPr/>
            <p:nvPr/>
          </p:nvSpPr>
          <p:spPr>
            <a:xfrm>
              <a:off x="6183866" y="275071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80A4">
                <a:alpha val="100000"/>
              </a:srgbClr>
            </a:solidFill>
            <a:ln w="5420" cap="flat">
              <a:solidFill>
                <a:srgbClr val="3A80A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8" name="pg288"/>
            <p:cNvSpPr/>
            <p:nvPr/>
          </p:nvSpPr>
          <p:spPr>
            <a:xfrm>
              <a:off x="6195504" y="275071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81A4">
                <a:alpha val="100000"/>
              </a:srgbClr>
            </a:solidFill>
            <a:ln w="5420" cap="flat">
              <a:solidFill>
                <a:srgbClr val="3A81A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9" name="pg289"/>
            <p:cNvSpPr/>
            <p:nvPr/>
          </p:nvSpPr>
          <p:spPr>
            <a:xfrm>
              <a:off x="6207141" y="275071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81A4">
                <a:alpha val="100000"/>
              </a:srgbClr>
            </a:solidFill>
            <a:ln w="5420" cap="flat">
              <a:solidFill>
                <a:srgbClr val="3981A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0" name="pg290"/>
            <p:cNvSpPr/>
            <p:nvPr/>
          </p:nvSpPr>
          <p:spPr>
            <a:xfrm>
              <a:off x="6218778" y="275071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82A5">
                <a:alpha val="100000"/>
              </a:srgbClr>
            </a:solidFill>
            <a:ln w="5420" cap="flat">
              <a:solidFill>
                <a:srgbClr val="3982A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1" name="pg291"/>
            <p:cNvSpPr/>
            <p:nvPr/>
          </p:nvSpPr>
          <p:spPr>
            <a:xfrm>
              <a:off x="6230416" y="275071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83A5">
                <a:alpha val="100000"/>
              </a:srgbClr>
            </a:solidFill>
            <a:ln w="5420" cap="flat">
              <a:solidFill>
                <a:srgbClr val="3983A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2" name="pg292"/>
            <p:cNvSpPr/>
            <p:nvPr/>
          </p:nvSpPr>
          <p:spPr>
            <a:xfrm>
              <a:off x="6242053" y="275071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83A5">
                <a:alpha val="100000"/>
              </a:srgbClr>
            </a:solidFill>
            <a:ln w="5420" cap="flat">
              <a:solidFill>
                <a:srgbClr val="3983A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3" name="pg293"/>
            <p:cNvSpPr/>
            <p:nvPr/>
          </p:nvSpPr>
          <p:spPr>
            <a:xfrm>
              <a:off x="6253690" y="275071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84A5">
                <a:alpha val="100000"/>
              </a:srgbClr>
            </a:solidFill>
            <a:ln w="5420" cap="flat">
              <a:solidFill>
                <a:srgbClr val="3984A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4" name="pg294"/>
            <p:cNvSpPr/>
            <p:nvPr/>
          </p:nvSpPr>
          <p:spPr>
            <a:xfrm>
              <a:off x="6265328" y="275071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85A5">
                <a:alpha val="100000"/>
              </a:srgbClr>
            </a:solidFill>
            <a:ln w="5420" cap="flat">
              <a:solidFill>
                <a:srgbClr val="3985A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5" name="pg295"/>
            <p:cNvSpPr/>
            <p:nvPr/>
          </p:nvSpPr>
          <p:spPr>
            <a:xfrm>
              <a:off x="6276965" y="275071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85A5">
                <a:alpha val="100000"/>
              </a:srgbClr>
            </a:solidFill>
            <a:ln w="5420" cap="flat">
              <a:solidFill>
                <a:srgbClr val="3985A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6" name="pg296"/>
            <p:cNvSpPr/>
            <p:nvPr/>
          </p:nvSpPr>
          <p:spPr>
            <a:xfrm>
              <a:off x="6288602" y="275071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85A5">
                <a:alpha val="100000"/>
              </a:srgbClr>
            </a:solidFill>
            <a:ln w="5420" cap="flat">
              <a:solidFill>
                <a:srgbClr val="3985A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7" name="pg297"/>
            <p:cNvSpPr/>
            <p:nvPr/>
          </p:nvSpPr>
          <p:spPr>
            <a:xfrm>
              <a:off x="6300240" y="275071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86A5">
                <a:alpha val="100000"/>
              </a:srgbClr>
            </a:solidFill>
            <a:ln w="5420" cap="flat">
              <a:solidFill>
                <a:srgbClr val="3986A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8" name="pg298"/>
            <p:cNvSpPr/>
            <p:nvPr/>
          </p:nvSpPr>
          <p:spPr>
            <a:xfrm>
              <a:off x="6311877" y="275071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86A5">
                <a:alpha val="100000"/>
              </a:srgbClr>
            </a:solidFill>
            <a:ln w="5420" cap="flat">
              <a:solidFill>
                <a:srgbClr val="3986A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9" name="pg299"/>
            <p:cNvSpPr/>
            <p:nvPr/>
          </p:nvSpPr>
          <p:spPr>
            <a:xfrm>
              <a:off x="6323514" y="275071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86A5">
                <a:alpha val="100000"/>
              </a:srgbClr>
            </a:solidFill>
            <a:ln w="5420" cap="flat">
              <a:solidFill>
                <a:srgbClr val="3986A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0" name="pg300"/>
            <p:cNvSpPr/>
            <p:nvPr/>
          </p:nvSpPr>
          <p:spPr>
            <a:xfrm>
              <a:off x="5287792" y="276501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88BA7">
                <a:alpha val="100000"/>
              </a:srgbClr>
            </a:solidFill>
            <a:ln w="5420" cap="flat">
              <a:solidFill>
                <a:srgbClr val="388B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1" name="pg301"/>
            <p:cNvSpPr/>
            <p:nvPr/>
          </p:nvSpPr>
          <p:spPr>
            <a:xfrm>
              <a:off x="5299429" y="276501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88BA6">
                <a:alpha val="100000"/>
              </a:srgbClr>
            </a:solidFill>
            <a:ln w="5420" cap="flat">
              <a:solidFill>
                <a:srgbClr val="388BA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2" name="pg302"/>
            <p:cNvSpPr/>
            <p:nvPr/>
          </p:nvSpPr>
          <p:spPr>
            <a:xfrm>
              <a:off x="5311067" y="276501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88AA6">
                <a:alpha val="100000"/>
              </a:srgbClr>
            </a:solidFill>
            <a:ln w="5420" cap="flat">
              <a:solidFill>
                <a:srgbClr val="388AA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3" name="pg303"/>
            <p:cNvSpPr/>
            <p:nvPr/>
          </p:nvSpPr>
          <p:spPr>
            <a:xfrm>
              <a:off x="5322704" y="276501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889A6">
                <a:alpha val="100000"/>
              </a:srgbClr>
            </a:solidFill>
            <a:ln w="5420" cap="flat">
              <a:solidFill>
                <a:srgbClr val="3889A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4" name="pg304"/>
            <p:cNvSpPr/>
            <p:nvPr/>
          </p:nvSpPr>
          <p:spPr>
            <a:xfrm>
              <a:off x="5334341" y="276501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887A6">
                <a:alpha val="100000"/>
              </a:srgbClr>
            </a:solidFill>
            <a:ln w="5420" cap="flat">
              <a:solidFill>
                <a:srgbClr val="3887A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5" name="pg305"/>
            <p:cNvSpPr/>
            <p:nvPr/>
          </p:nvSpPr>
          <p:spPr>
            <a:xfrm>
              <a:off x="5345979" y="276501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87A6">
                <a:alpha val="100000"/>
              </a:srgbClr>
            </a:solidFill>
            <a:ln w="5420" cap="flat">
              <a:solidFill>
                <a:srgbClr val="3987A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6" name="pg306"/>
            <p:cNvSpPr/>
            <p:nvPr/>
          </p:nvSpPr>
          <p:spPr>
            <a:xfrm>
              <a:off x="5357616" y="276501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86A5">
                <a:alpha val="100000"/>
              </a:srgbClr>
            </a:solidFill>
            <a:ln w="5420" cap="flat">
              <a:solidFill>
                <a:srgbClr val="3986A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7" name="pg307"/>
            <p:cNvSpPr/>
            <p:nvPr/>
          </p:nvSpPr>
          <p:spPr>
            <a:xfrm>
              <a:off x="5369253" y="276501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85A5">
                <a:alpha val="100000"/>
              </a:srgbClr>
            </a:solidFill>
            <a:ln w="5420" cap="flat">
              <a:solidFill>
                <a:srgbClr val="3985A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8" name="pg308"/>
            <p:cNvSpPr/>
            <p:nvPr/>
          </p:nvSpPr>
          <p:spPr>
            <a:xfrm>
              <a:off x="5380891" y="276501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84A5">
                <a:alpha val="100000"/>
              </a:srgbClr>
            </a:solidFill>
            <a:ln w="5420" cap="flat">
              <a:solidFill>
                <a:srgbClr val="3984A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9" name="pg309"/>
            <p:cNvSpPr/>
            <p:nvPr/>
          </p:nvSpPr>
          <p:spPr>
            <a:xfrm>
              <a:off x="5392528" y="276501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83A5">
                <a:alpha val="100000"/>
              </a:srgbClr>
            </a:solidFill>
            <a:ln w="5420" cap="flat">
              <a:solidFill>
                <a:srgbClr val="3983A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0" name="pg310"/>
            <p:cNvSpPr/>
            <p:nvPr/>
          </p:nvSpPr>
          <p:spPr>
            <a:xfrm>
              <a:off x="5404165" y="276501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82A5">
                <a:alpha val="100000"/>
              </a:srgbClr>
            </a:solidFill>
            <a:ln w="5420" cap="flat">
              <a:solidFill>
                <a:srgbClr val="3982A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1" name="pg311"/>
            <p:cNvSpPr/>
            <p:nvPr/>
          </p:nvSpPr>
          <p:spPr>
            <a:xfrm>
              <a:off x="5415803" y="276501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82A4">
                <a:alpha val="100000"/>
              </a:srgbClr>
            </a:solidFill>
            <a:ln w="5420" cap="flat">
              <a:solidFill>
                <a:srgbClr val="3982A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2" name="pg312"/>
            <p:cNvSpPr/>
            <p:nvPr/>
          </p:nvSpPr>
          <p:spPr>
            <a:xfrm>
              <a:off x="6067493" y="276501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3A1">
                <a:alpha val="100000"/>
              </a:srgbClr>
            </a:solidFill>
            <a:ln w="5420" cap="flat">
              <a:solidFill>
                <a:srgbClr val="3A73A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3" name="pg313"/>
            <p:cNvSpPr/>
            <p:nvPr/>
          </p:nvSpPr>
          <p:spPr>
            <a:xfrm>
              <a:off x="6079130" y="276501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5A2">
                <a:alpha val="100000"/>
              </a:srgbClr>
            </a:solidFill>
            <a:ln w="5420" cap="flat">
              <a:solidFill>
                <a:srgbClr val="3A75A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4" name="pg314"/>
            <p:cNvSpPr/>
            <p:nvPr/>
          </p:nvSpPr>
          <p:spPr>
            <a:xfrm>
              <a:off x="6090768" y="276501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6A2">
                <a:alpha val="100000"/>
              </a:srgbClr>
            </a:solidFill>
            <a:ln w="5420" cap="flat">
              <a:solidFill>
                <a:srgbClr val="3A76A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5" name="pg315"/>
            <p:cNvSpPr/>
            <p:nvPr/>
          </p:nvSpPr>
          <p:spPr>
            <a:xfrm>
              <a:off x="6102405" y="276501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7A2">
                <a:alpha val="100000"/>
              </a:srgbClr>
            </a:solidFill>
            <a:ln w="5420" cap="flat">
              <a:solidFill>
                <a:srgbClr val="3A77A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6" name="pg316"/>
            <p:cNvSpPr/>
            <p:nvPr/>
          </p:nvSpPr>
          <p:spPr>
            <a:xfrm>
              <a:off x="6114042" y="276501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9A2">
                <a:alpha val="100000"/>
              </a:srgbClr>
            </a:solidFill>
            <a:ln w="5420" cap="flat">
              <a:solidFill>
                <a:srgbClr val="3A79A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7" name="pg317"/>
            <p:cNvSpPr/>
            <p:nvPr/>
          </p:nvSpPr>
          <p:spPr>
            <a:xfrm>
              <a:off x="6125680" y="276501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AA3">
                <a:alpha val="100000"/>
              </a:srgbClr>
            </a:solidFill>
            <a:ln w="5420" cap="flat">
              <a:solidFill>
                <a:srgbClr val="3A7AA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8" name="pg318"/>
            <p:cNvSpPr/>
            <p:nvPr/>
          </p:nvSpPr>
          <p:spPr>
            <a:xfrm>
              <a:off x="6137317" y="276501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BA3">
                <a:alpha val="100000"/>
              </a:srgbClr>
            </a:solidFill>
            <a:ln w="5420" cap="flat">
              <a:solidFill>
                <a:srgbClr val="3A7BA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9" name="pg319"/>
            <p:cNvSpPr/>
            <p:nvPr/>
          </p:nvSpPr>
          <p:spPr>
            <a:xfrm>
              <a:off x="6148954" y="276501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EA4">
                <a:alpha val="100000"/>
              </a:srgbClr>
            </a:solidFill>
            <a:ln w="5420" cap="flat">
              <a:solidFill>
                <a:srgbClr val="3A7EA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0" name="pg320"/>
            <p:cNvSpPr/>
            <p:nvPr/>
          </p:nvSpPr>
          <p:spPr>
            <a:xfrm>
              <a:off x="6160592" y="276501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FA4">
                <a:alpha val="100000"/>
              </a:srgbClr>
            </a:solidFill>
            <a:ln w="5420" cap="flat">
              <a:solidFill>
                <a:srgbClr val="3A7FA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1" name="pg321"/>
            <p:cNvSpPr/>
            <p:nvPr/>
          </p:nvSpPr>
          <p:spPr>
            <a:xfrm>
              <a:off x="6172229" y="276501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80A4">
                <a:alpha val="100000"/>
              </a:srgbClr>
            </a:solidFill>
            <a:ln w="5420" cap="flat">
              <a:solidFill>
                <a:srgbClr val="3A80A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2" name="pg322"/>
            <p:cNvSpPr/>
            <p:nvPr/>
          </p:nvSpPr>
          <p:spPr>
            <a:xfrm>
              <a:off x="6183866" y="276501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81A4">
                <a:alpha val="100000"/>
              </a:srgbClr>
            </a:solidFill>
            <a:ln w="5420" cap="flat">
              <a:solidFill>
                <a:srgbClr val="3A81A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3" name="pg323"/>
            <p:cNvSpPr/>
            <p:nvPr/>
          </p:nvSpPr>
          <p:spPr>
            <a:xfrm>
              <a:off x="6195504" y="276501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81A4">
                <a:alpha val="100000"/>
              </a:srgbClr>
            </a:solidFill>
            <a:ln w="5420" cap="flat">
              <a:solidFill>
                <a:srgbClr val="3981A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4" name="pg324"/>
            <p:cNvSpPr/>
            <p:nvPr/>
          </p:nvSpPr>
          <p:spPr>
            <a:xfrm>
              <a:off x="6207141" y="276501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82A5">
                <a:alpha val="100000"/>
              </a:srgbClr>
            </a:solidFill>
            <a:ln w="5420" cap="flat">
              <a:solidFill>
                <a:srgbClr val="3982A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5" name="pg325"/>
            <p:cNvSpPr/>
            <p:nvPr/>
          </p:nvSpPr>
          <p:spPr>
            <a:xfrm>
              <a:off x="6218778" y="276501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83A5">
                <a:alpha val="100000"/>
              </a:srgbClr>
            </a:solidFill>
            <a:ln w="5420" cap="flat">
              <a:solidFill>
                <a:srgbClr val="3983A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6" name="pg326"/>
            <p:cNvSpPr/>
            <p:nvPr/>
          </p:nvSpPr>
          <p:spPr>
            <a:xfrm>
              <a:off x="6230416" y="276501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83A5">
                <a:alpha val="100000"/>
              </a:srgbClr>
            </a:solidFill>
            <a:ln w="5420" cap="flat">
              <a:solidFill>
                <a:srgbClr val="3983A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7" name="pg327"/>
            <p:cNvSpPr/>
            <p:nvPr/>
          </p:nvSpPr>
          <p:spPr>
            <a:xfrm>
              <a:off x="6242053" y="276501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84A5">
                <a:alpha val="100000"/>
              </a:srgbClr>
            </a:solidFill>
            <a:ln w="5420" cap="flat">
              <a:solidFill>
                <a:srgbClr val="3984A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8" name="pg328"/>
            <p:cNvSpPr/>
            <p:nvPr/>
          </p:nvSpPr>
          <p:spPr>
            <a:xfrm>
              <a:off x="6253690" y="276501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85A5">
                <a:alpha val="100000"/>
              </a:srgbClr>
            </a:solidFill>
            <a:ln w="5420" cap="flat">
              <a:solidFill>
                <a:srgbClr val="3985A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9" name="pg329"/>
            <p:cNvSpPr/>
            <p:nvPr/>
          </p:nvSpPr>
          <p:spPr>
            <a:xfrm>
              <a:off x="6265328" y="276501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85A5">
                <a:alpha val="100000"/>
              </a:srgbClr>
            </a:solidFill>
            <a:ln w="5420" cap="flat">
              <a:solidFill>
                <a:srgbClr val="3985A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0" name="pg330"/>
            <p:cNvSpPr/>
            <p:nvPr/>
          </p:nvSpPr>
          <p:spPr>
            <a:xfrm>
              <a:off x="6276965" y="276501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86A5">
                <a:alpha val="100000"/>
              </a:srgbClr>
            </a:solidFill>
            <a:ln w="5420" cap="flat">
              <a:solidFill>
                <a:srgbClr val="3986A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1" name="pg331"/>
            <p:cNvSpPr/>
            <p:nvPr/>
          </p:nvSpPr>
          <p:spPr>
            <a:xfrm>
              <a:off x="6288602" y="276501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86A5">
                <a:alpha val="100000"/>
              </a:srgbClr>
            </a:solidFill>
            <a:ln w="5420" cap="flat">
              <a:solidFill>
                <a:srgbClr val="3986A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2" name="pg332"/>
            <p:cNvSpPr/>
            <p:nvPr/>
          </p:nvSpPr>
          <p:spPr>
            <a:xfrm>
              <a:off x="6300240" y="276501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86A5">
                <a:alpha val="100000"/>
              </a:srgbClr>
            </a:solidFill>
            <a:ln w="5420" cap="flat">
              <a:solidFill>
                <a:srgbClr val="3986A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3" name="pg333"/>
            <p:cNvSpPr/>
            <p:nvPr/>
          </p:nvSpPr>
          <p:spPr>
            <a:xfrm>
              <a:off x="6311877" y="276501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87A6">
                <a:alpha val="100000"/>
              </a:srgbClr>
            </a:solidFill>
            <a:ln w="5420" cap="flat">
              <a:solidFill>
                <a:srgbClr val="3987A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4" name="pg334"/>
            <p:cNvSpPr/>
            <p:nvPr/>
          </p:nvSpPr>
          <p:spPr>
            <a:xfrm>
              <a:off x="6323514" y="276501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87A6">
                <a:alpha val="100000"/>
              </a:srgbClr>
            </a:solidFill>
            <a:ln w="5420" cap="flat">
              <a:solidFill>
                <a:srgbClr val="3987A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5" name="pg335"/>
            <p:cNvSpPr/>
            <p:nvPr/>
          </p:nvSpPr>
          <p:spPr>
            <a:xfrm>
              <a:off x="5264517" y="277931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8DA7">
                <a:alpha val="100000"/>
              </a:srgbClr>
            </a:solidFill>
            <a:ln w="5420" cap="flat">
              <a:solidFill>
                <a:srgbClr val="378D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6" name="pg336"/>
            <p:cNvSpPr/>
            <p:nvPr/>
          </p:nvSpPr>
          <p:spPr>
            <a:xfrm>
              <a:off x="5276155" y="277931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8CA7">
                <a:alpha val="100000"/>
              </a:srgbClr>
            </a:solidFill>
            <a:ln w="5420" cap="flat">
              <a:solidFill>
                <a:srgbClr val="378C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7" name="pg337"/>
            <p:cNvSpPr/>
            <p:nvPr/>
          </p:nvSpPr>
          <p:spPr>
            <a:xfrm>
              <a:off x="5287792" y="277931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88BA7">
                <a:alpha val="100000"/>
              </a:srgbClr>
            </a:solidFill>
            <a:ln w="5420" cap="flat">
              <a:solidFill>
                <a:srgbClr val="388B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8" name="pg338"/>
            <p:cNvSpPr/>
            <p:nvPr/>
          </p:nvSpPr>
          <p:spPr>
            <a:xfrm>
              <a:off x="5299429" y="277931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88BA6">
                <a:alpha val="100000"/>
              </a:srgbClr>
            </a:solidFill>
            <a:ln w="5420" cap="flat">
              <a:solidFill>
                <a:srgbClr val="388BA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9" name="pg339"/>
            <p:cNvSpPr/>
            <p:nvPr/>
          </p:nvSpPr>
          <p:spPr>
            <a:xfrm>
              <a:off x="5311067" y="277931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88AA6">
                <a:alpha val="100000"/>
              </a:srgbClr>
            </a:solidFill>
            <a:ln w="5420" cap="flat">
              <a:solidFill>
                <a:srgbClr val="388AA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0" name="pg340"/>
            <p:cNvSpPr/>
            <p:nvPr/>
          </p:nvSpPr>
          <p:spPr>
            <a:xfrm>
              <a:off x="5322704" y="277931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889A6">
                <a:alpha val="100000"/>
              </a:srgbClr>
            </a:solidFill>
            <a:ln w="5420" cap="flat">
              <a:solidFill>
                <a:srgbClr val="3889A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1" name="pg341"/>
            <p:cNvSpPr/>
            <p:nvPr/>
          </p:nvSpPr>
          <p:spPr>
            <a:xfrm>
              <a:off x="5334341" y="277931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887A6">
                <a:alpha val="100000"/>
              </a:srgbClr>
            </a:solidFill>
            <a:ln w="5420" cap="flat">
              <a:solidFill>
                <a:srgbClr val="3887A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2" name="pg342"/>
            <p:cNvSpPr/>
            <p:nvPr/>
          </p:nvSpPr>
          <p:spPr>
            <a:xfrm>
              <a:off x="5345979" y="277931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87A6">
                <a:alpha val="100000"/>
              </a:srgbClr>
            </a:solidFill>
            <a:ln w="5420" cap="flat">
              <a:solidFill>
                <a:srgbClr val="3987A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3" name="pg343"/>
            <p:cNvSpPr/>
            <p:nvPr/>
          </p:nvSpPr>
          <p:spPr>
            <a:xfrm>
              <a:off x="5357616" y="277931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86A5">
                <a:alpha val="100000"/>
              </a:srgbClr>
            </a:solidFill>
            <a:ln w="5420" cap="flat">
              <a:solidFill>
                <a:srgbClr val="3986A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4" name="pg344"/>
            <p:cNvSpPr/>
            <p:nvPr/>
          </p:nvSpPr>
          <p:spPr>
            <a:xfrm>
              <a:off x="5369253" y="277931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85A5">
                <a:alpha val="100000"/>
              </a:srgbClr>
            </a:solidFill>
            <a:ln w="5420" cap="flat">
              <a:solidFill>
                <a:srgbClr val="3985A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5" name="pg345"/>
            <p:cNvSpPr/>
            <p:nvPr/>
          </p:nvSpPr>
          <p:spPr>
            <a:xfrm>
              <a:off x="5380891" y="277931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84A5">
                <a:alpha val="100000"/>
              </a:srgbClr>
            </a:solidFill>
            <a:ln w="5420" cap="flat">
              <a:solidFill>
                <a:srgbClr val="3984A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6" name="pg346"/>
            <p:cNvSpPr/>
            <p:nvPr/>
          </p:nvSpPr>
          <p:spPr>
            <a:xfrm>
              <a:off x="6067493" y="277931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3A1">
                <a:alpha val="100000"/>
              </a:srgbClr>
            </a:solidFill>
            <a:ln w="5420" cap="flat">
              <a:solidFill>
                <a:srgbClr val="3A73A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7" name="pg347"/>
            <p:cNvSpPr/>
            <p:nvPr/>
          </p:nvSpPr>
          <p:spPr>
            <a:xfrm>
              <a:off x="6079130" y="277931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5A2">
                <a:alpha val="100000"/>
              </a:srgbClr>
            </a:solidFill>
            <a:ln w="5420" cap="flat">
              <a:solidFill>
                <a:srgbClr val="3A75A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8" name="pg348"/>
            <p:cNvSpPr/>
            <p:nvPr/>
          </p:nvSpPr>
          <p:spPr>
            <a:xfrm>
              <a:off x="6090768" y="277931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6A2">
                <a:alpha val="100000"/>
              </a:srgbClr>
            </a:solidFill>
            <a:ln w="5420" cap="flat">
              <a:solidFill>
                <a:srgbClr val="3A76A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9" name="pg349"/>
            <p:cNvSpPr/>
            <p:nvPr/>
          </p:nvSpPr>
          <p:spPr>
            <a:xfrm>
              <a:off x="6102405" y="277931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8A2">
                <a:alpha val="100000"/>
              </a:srgbClr>
            </a:solidFill>
            <a:ln w="5420" cap="flat">
              <a:solidFill>
                <a:srgbClr val="3A78A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0" name="pg350"/>
            <p:cNvSpPr/>
            <p:nvPr/>
          </p:nvSpPr>
          <p:spPr>
            <a:xfrm>
              <a:off x="6114042" y="277931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9A3">
                <a:alpha val="100000"/>
              </a:srgbClr>
            </a:solidFill>
            <a:ln w="5420" cap="flat">
              <a:solidFill>
                <a:srgbClr val="3A79A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1" name="pg351"/>
            <p:cNvSpPr/>
            <p:nvPr/>
          </p:nvSpPr>
          <p:spPr>
            <a:xfrm>
              <a:off x="6125680" y="277931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BA3">
                <a:alpha val="100000"/>
              </a:srgbClr>
            </a:solidFill>
            <a:ln w="5420" cap="flat">
              <a:solidFill>
                <a:srgbClr val="3A7BA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2" name="pg352"/>
            <p:cNvSpPr/>
            <p:nvPr/>
          </p:nvSpPr>
          <p:spPr>
            <a:xfrm>
              <a:off x="6137317" y="277931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CA3">
                <a:alpha val="100000"/>
              </a:srgbClr>
            </a:solidFill>
            <a:ln w="5420" cap="flat">
              <a:solidFill>
                <a:srgbClr val="3A7CA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3" name="pg353"/>
            <p:cNvSpPr/>
            <p:nvPr/>
          </p:nvSpPr>
          <p:spPr>
            <a:xfrm>
              <a:off x="6148954" y="277931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EA4">
                <a:alpha val="100000"/>
              </a:srgbClr>
            </a:solidFill>
            <a:ln w="5420" cap="flat">
              <a:solidFill>
                <a:srgbClr val="3A7EA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4" name="pg354"/>
            <p:cNvSpPr/>
            <p:nvPr/>
          </p:nvSpPr>
          <p:spPr>
            <a:xfrm>
              <a:off x="6160592" y="277931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FA4">
                <a:alpha val="100000"/>
              </a:srgbClr>
            </a:solidFill>
            <a:ln w="5420" cap="flat">
              <a:solidFill>
                <a:srgbClr val="3A7FA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5" name="pg355"/>
            <p:cNvSpPr/>
            <p:nvPr/>
          </p:nvSpPr>
          <p:spPr>
            <a:xfrm>
              <a:off x="6172229" y="277931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81A4">
                <a:alpha val="100000"/>
              </a:srgbClr>
            </a:solidFill>
            <a:ln w="5420" cap="flat">
              <a:solidFill>
                <a:srgbClr val="3A81A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6" name="pg356"/>
            <p:cNvSpPr/>
            <p:nvPr/>
          </p:nvSpPr>
          <p:spPr>
            <a:xfrm>
              <a:off x="6183866" y="277931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81A4">
                <a:alpha val="100000"/>
              </a:srgbClr>
            </a:solidFill>
            <a:ln w="5420" cap="flat">
              <a:solidFill>
                <a:srgbClr val="3981A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7" name="pg357"/>
            <p:cNvSpPr/>
            <p:nvPr/>
          </p:nvSpPr>
          <p:spPr>
            <a:xfrm>
              <a:off x="6195504" y="277931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82A5">
                <a:alpha val="100000"/>
              </a:srgbClr>
            </a:solidFill>
            <a:ln w="5420" cap="flat">
              <a:solidFill>
                <a:srgbClr val="3982A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8" name="pg358"/>
            <p:cNvSpPr/>
            <p:nvPr/>
          </p:nvSpPr>
          <p:spPr>
            <a:xfrm>
              <a:off x="6207141" y="277931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83A5">
                <a:alpha val="100000"/>
              </a:srgbClr>
            </a:solidFill>
            <a:ln w="5420" cap="flat">
              <a:solidFill>
                <a:srgbClr val="3983A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9" name="pg359"/>
            <p:cNvSpPr/>
            <p:nvPr/>
          </p:nvSpPr>
          <p:spPr>
            <a:xfrm>
              <a:off x="6218778" y="277931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84A5">
                <a:alpha val="100000"/>
              </a:srgbClr>
            </a:solidFill>
            <a:ln w="5420" cap="flat">
              <a:solidFill>
                <a:srgbClr val="3984A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0" name="pg360"/>
            <p:cNvSpPr/>
            <p:nvPr/>
          </p:nvSpPr>
          <p:spPr>
            <a:xfrm>
              <a:off x="6230416" y="277931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84A5">
                <a:alpha val="100000"/>
              </a:srgbClr>
            </a:solidFill>
            <a:ln w="5420" cap="flat">
              <a:solidFill>
                <a:srgbClr val="3984A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1" name="pg361"/>
            <p:cNvSpPr/>
            <p:nvPr/>
          </p:nvSpPr>
          <p:spPr>
            <a:xfrm>
              <a:off x="6242053" y="277931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85A5">
                <a:alpha val="100000"/>
              </a:srgbClr>
            </a:solidFill>
            <a:ln w="5420" cap="flat">
              <a:solidFill>
                <a:srgbClr val="3985A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2" name="pg362"/>
            <p:cNvSpPr/>
            <p:nvPr/>
          </p:nvSpPr>
          <p:spPr>
            <a:xfrm>
              <a:off x="6253690" y="277931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85A5">
                <a:alpha val="100000"/>
              </a:srgbClr>
            </a:solidFill>
            <a:ln w="5420" cap="flat">
              <a:solidFill>
                <a:srgbClr val="3985A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3" name="pg363"/>
            <p:cNvSpPr/>
            <p:nvPr/>
          </p:nvSpPr>
          <p:spPr>
            <a:xfrm>
              <a:off x="6265328" y="277931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86A5">
                <a:alpha val="100000"/>
              </a:srgbClr>
            </a:solidFill>
            <a:ln w="5420" cap="flat">
              <a:solidFill>
                <a:srgbClr val="3986A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4" name="pg364"/>
            <p:cNvSpPr/>
            <p:nvPr/>
          </p:nvSpPr>
          <p:spPr>
            <a:xfrm>
              <a:off x="6276965" y="277931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86A6">
                <a:alpha val="100000"/>
              </a:srgbClr>
            </a:solidFill>
            <a:ln w="5420" cap="flat">
              <a:solidFill>
                <a:srgbClr val="3986A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5" name="pg365"/>
            <p:cNvSpPr/>
            <p:nvPr/>
          </p:nvSpPr>
          <p:spPr>
            <a:xfrm>
              <a:off x="6288602" y="277931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87A6">
                <a:alpha val="100000"/>
              </a:srgbClr>
            </a:solidFill>
            <a:ln w="5420" cap="flat">
              <a:solidFill>
                <a:srgbClr val="3987A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6" name="pg366"/>
            <p:cNvSpPr/>
            <p:nvPr/>
          </p:nvSpPr>
          <p:spPr>
            <a:xfrm>
              <a:off x="6300240" y="277931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887A6">
                <a:alpha val="100000"/>
              </a:srgbClr>
            </a:solidFill>
            <a:ln w="5420" cap="flat">
              <a:solidFill>
                <a:srgbClr val="3887A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7" name="pg367"/>
            <p:cNvSpPr/>
            <p:nvPr/>
          </p:nvSpPr>
          <p:spPr>
            <a:xfrm>
              <a:off x="6311877" y="277931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887A6">
                <a:alpha val="100000"/>
              </a:srgbClr>
            </a:solidFill>
            <a:ln w="5420" cap="flat">
              <a:solidFill>
                <a:srgbClr val="3887A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8" name="pg368"/>
            <p:cNvSpPr/>
            <p:nvPr/>
          </p:nvSpPr>
          <p:spPr>
            <a:xfrm>
              <a:off x="6323514" y="277931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887A6">
                <a:alpha val="100000"/>
              </a:srgbClr>
            </a:solidFill>
            <a:ln w="5420" cap="flat">
              <a:solidFill>
                <a:srgbClr val="3887A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9" name="pg369"/>
            <p:cNvSpPr/>
            <p:nvPr/>
          </p:nvSpPr>
          <p:spPr>
            <a:xfrm>
              <a:off x="5264517" y="279361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8DA7">
                <a:alpha val="100000"/>
              </a:srgbClr>
            </a:solidFill>
            <a:ln w="5420" cap="flat">
              <a:solidFill>
                <a:srgbClr val="378D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0" name="pg370"/>
            <p:cNvSpPr/>
            <p:nvPr/>
          </p:nvSpPr>
          <p:spPr>
            <a:xfrm>
              <a:off x="5276155" y="279361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8CA7">
                <a:alpha val="100000"/>
              </a:srgbClr>
            </a:solidFill>
            <a:ln w="5420" cap="flat">
              <a:solidFill>
                <a:srgbClr val="378C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1" name="pg371"/>
            <p:cNvSpPr/>
            <p:nvPr/>
          </p:nvSpPr>
          <p:spPr>
            <a:xfrm>
              <a:off x="5287792" y="279361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88CA7">
                <a:alpha val="100000"/>
              </a:srgbClr>
            </a:solidFill>
            <a:ln w="5420" cap="flat">
              <a:solidFill>
                <a:srgbClr val="388C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2" name="pg372"/>
            <p:cNvSpPr/>
            <p:nvPr/>
          </p:nvSpPr>
          <p:spPr>
            <a:xfrm>
              <a:off x="5299429" y="279361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88BA6">
                <a:alpha val="100000"/>
              </a:srgbClr>
            </a:solidFill>
            <a:ln w="5420" cap="flat">
              <a:solidFill>
                <a:srgbClr val="388BA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3" name="pg373"/>
            <p:cNvSpPr/>
            <p:nvPr/>
          </p:nvSpPr>
          <p:spPr>
            <a:xfrm>
              <a:off x="5311067" y="279361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88AA6">
                <a:alpha val="100000"/>
              </a:srgbClr>
            </a:solidFill>
            <a:ln w="5420" cap="flat">
              <a:solidFill>
                <a:srgbClr val="388AA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4" name="pg374"/>
            <p:cNvSpPr/>
            <p:nvPr/>
          </p:nvSpPr>
          <p:spPr>
            <a:xfrm>
              <a:off x="5322704" y="279361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889A6">
                <a:alpha val="100000"/>
              </a:srgbClr>
            </a:solidFill>
            <a:ln w="5420" cap="flat">
              <a:solidFill>
                <a:srgbClr val="3889A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5" name="pg375"/>
            <p:cNvSpPr/>
            <p:nvPr/>
          </p:nvSpPr>
          <p:spPr>
            <a:xfrm>
              <a:off x="5334341" y="279361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887A6">
                <a:alpha val="100000"/>
              </a:srgbClr>
            </a:solidFill>
            <a:ln w="5420" cap="flat">
              <a:solidFill>
                <a:srgbClr val="3887A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6" name="pg376"/>
            <p:cNvSpPr/>
            <p:nvPr/>
          </p:nvSpPr>
          <p:spPr>
            <a:xfrm>
              <a:off x="5345979" y="279361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87A6">
                <a:alpha val="100000"/>
              </a:srgbClr>
            </a:solidFill>
            <a:ln w="5420" cap="flat">
              <a:solidFill>
                <a:srgbClr val="3987A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7" name="pg377"/>
            <p:cNvSpPr/>
            <p:nvPr/>
          </p:nvSpPr>
          <p:spPr>
            <a:xfrm>
              <a:off x="5357616" y="279361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86A5">
                <a:alpha val="100000"/>
              </a:srgbClr>
            </a:solidFill>
            <a:ln w="5420" cap="flat">
              <a:solidFill>
                <a:srgbClr val="3986A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8" name="pg378"/>
            <p:cNvSpPr/>
            <p:nvPr/>
          </p:nvSpPr>
          <p:spPr>
            <a:xfrm>
              <a:off x="6067493" y="279361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3A1">
                <a:alpha val="100000"/>
              </a:srgbClr>
            </a:solidFill>
            <a:ln w="5420" cap="flat">
              <a:solidFill>
                <a:srgbClr val="3A73A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9" name="pg379"/>
            <p:cNvSpPr/>
            <p:nvPr/>
          </p:nvSpPr>
          <p:spPr>
            <a:xfrm>
              <a:off x="6079130" y="279361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5A2">
                <a:alpha val="100000"/>
              </a:srgbClr>
            </a:solidFill>
            <a:ln w="5420" cap="flat">
              <a:solidFill>
                <a:srgbClr val="3A75A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0" name="pg380"/>
            <p:cNvSpPr/>
            <p:nvPr/>
          </p:nvSpPr>
          <p:spPr>
            <a:xfrm>
              <a:off x="6090768" y="279361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7A2">
                <a:alpha val="100000"/>
              </a:srgbClr>
            </a:solidFill>
            <a:ln w="5420" cap="flat">
              <a:solidFill>
                <a:srgbClr val="3A77A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1" name="pg381"/>
            <p:cNvSpPr/>
            <p:nvPr/>
          </p:nvSpPr>
          <p:spPr>
            <a:xfrm>
              <a:off x="6102405" y="279361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9A2">
                <a:alpha val="100000"/>
              </a:srgbClr>
            </a:solidFill>
            <a:ln w="5420" cap="flat">
              <a:solidFill>
                <a:srgbClr val="3A79A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2" name="pg382"/>
            <p:cNvSpPr/>
            <p:nvPr/>
          </p:nvSpPr>
          <p:spPr>
            <a:xfrm>
              <a:off x="6114042" y="279361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AA3">
                <a:alpha val="100000"/>
              </a:srgbClr>
            </a:solidFill>
            <a:ln w="5420" cap="flat">
              <a:solidFill>
                <a:srgbClr val="3A7AA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3" name="pg383"/>
            <p:cNvSpPr/>
            <p:nvPr/>
          </p:nvSpPr>
          <p:spPr>
            <a:xfrm>
              <a:off x="6125680" y="279361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CA3">
                <a:alpha val="100000"/>
              </a:srgbClr>
            </a:solidFill>
            <a:ln w="5420" cap="flat">
              <a:solidFill>
                <a:srgbClr val="3A7CA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4" name="pg384"/>
            <p:cNvSpPr/>
            <p:nvPr/>
          </p:nvSpPr>
          <p:spPr>
            <a:xfrm>
              <a:off x="6137317" y="279361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EA4">
                <a:alpha val="100000"/>
              </a:srgbClr>
            </a:solidFill>
            <a:ln w="5420" cap="flat">
              <a:solidFill>
                <a:srgbClr val="3A7EA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5" name="pg385"/>
            <p:cNvSpPr/>
            <p:nvPr/>
          </p:nvSpPr>
          <p:spPr>
            <a:xfrm>
              <a:off x="6148954" y="279361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80A4">
                <a:alpha val="100000"/>
              </a:srgbClr>
            </a:solidFill>
            <a:ln w="5420" cap="flat">
              <a:solidFill>
                <a:srgbClr val="3A80A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6" name="pg386"/>
            <p:cNvSpPr/>
            <p:nvPr/>
          </p:nvSpPr>
          <p:spPr>
            <a:xfrm>
              <a:off x="6160592" y="279361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82A4">
                <a:alpha val="100000"/>
              </a:srgbClr>
            </a:solidFill>
            <a:ln w="5420" cap="flat">
              <a:solidFill>
                <a:srgbClr val="3982A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7" name="pg387"/>
            <p:cNvSpPr/>
            <p:nvPr/>
          </p:nvSpPr>
          <p:spPr>
            <a:xfrm>
              <a:off x="6172229" y="279361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83A5">
                <a:alpha val="100000"/>
              </a:srgbClr>
            </a:solidFill>
            <a:ln w="5420" cap="flat">
              <a:solidFill>
                <a:srgbClr val="3983A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8" name="pg388"/>
            <p:cNvSpPr/>
            <p:nvPr/>
          </p:nvSpPr>
          <p:spPr>
            <a:xfrm>
              <a:off x="6183866" y="279361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84A5">
                <a:alpha val="100000"/>
              </a:srgbClr>
            </a:solidFill>
            <a:ln w="5420" cap="flat">
              <a:solidFill>
                <a:srgbClr val="3984A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9" name="pg389"/>
            <p:cNvSpPr/>
            <p:nvPr/>
          </p:nvSpPr>
          <p:spPr>
            <a:xfrm>
              <a:off x="6195504" y="279361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84A5">
                <a:alpha val="100000"/>
              </a:srgbClr>
            </a:solidFill>
            <a:ln w="5420" cap="flat">
              <a:solidFill>
                <a:srgbClr val="3984A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0" name="pg390"/>
            <p:cNvSpPr/>
            <p:nvPr/>
          </p:nvSpPr>
          <p:spPr>
            <a:xfrm>
              <a:off x="6207141" y="279361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85A5">
                <a:alpha val="100000"/>
              </a:srgbClr>
            </a:solidFill>
            <a:ln w="5420" cap="flat">
              <a:solidFill>
                <a:srgbClr val="3985A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1" name="pg391"/>
            <p:cNvSpPr/>
            <p:nvPr/>
          </p:nvSpPr>
          <p:spPr>
            <a:xfrm>
              <a:off x="6218778" y="279361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86A5">
                <a:alpha val="100000"/>
              </a:srgbClr>
            </a:solidFill>
            <a:ln w="5420" cap="flat">
              <a:solidFill>
                <a:srgbClr val="3986A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2" name="pg392"/>
            <p:cNvSpPr/>
            <p:nvPr/>
          </p:nvSpPr>
          <p:spPr>
            <a:xfrm>
              <a:off x="6230416" y="279361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87A6">
                <a:alpha val="100000"/>
              </a:srgbClr>
            </a:solidFill>
            <a:ln w="5420" cap="flat">
              <a:solidFill>
                <a:srgbClr val="3987A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3" name="pg393"/>
            <p:cNvSpPr/>
            <p:nvPr/>
          </p:nvSpPr>
          <p:spPr>
            <a:xfrm>
              <a:off x="6242053" y="279361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887A6">
                <a:alpha val="100000"/>
              </a:srgbClr>
            </a:solidFill>
            <a:ln w="5420" cap="flat">
              <a:solidFill>
                <a:srgbClr val="3887A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4" name="pg394"/>
            <p:cNvSpPr/>
            <p:nvPr/>
          </p:nvSpPr>
          <p:spPr>
            <a:xfrm>
              <a:off x="6253690" y="279361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888A6">
                <a:alpha val="100000"/>
              </a:srgbClr>
            </a:solidFill>
            <a:ln w="5420" cap="flat">
              <a:solidFill>
                <a:srgbClr val="3888A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5" name="pg395"/>
            <p:cNvSpPr/>
            <p:nvPr/>
          </p:nvSpPr>
          <p:spPr>
            <a:xfrm>
              <a:off x="6265328" y="279361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888A6">
                <a:alpha val="100000"/>
              </a:srgbClr>
            </a:solidFill>
            <a:ln w="5420" cap="flat">
              <a:solidFill>
                <a:srgbClr val="3888A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6" name="pg396"/>
            <p:cNvSpPr/>
            <p:nvPr/>
          </p:nvSpPr>
          <p:spPr>
            <a:xfrm>
              <a:off x="6276965" y="279361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888A6">
                <a:alpha val="100000"/>
              </a:srgbClr>
            </a:solidFill>
            <a:ln w="5420" cap="flat">
              <a:solidFill>
                <a:srgbClr val="3888A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7" name="pg397"/>
            <p:cNvSpPr/>
            <p:nvPr/>
          </p:nvSpPr>
          <p:spPr>
            <a:xfrm>
              <a:off x="6288602" y="279361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889A6">
                <a:alpha val="100000"/>
              </a:srgbClr>
            </a:solidFill>
            <a:ln w="5420" cap="flat">
              <a:solidFill>
                <a:srgbClr val="3889A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8" name="pg398"/>
            <p:cNvSpPr/>
            <p:nvPr/>
          </p:nvSpPr>
          <p:spPr>
            <a:xfrm>
              <a:off x="6300240" y="279361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889A6">
                <a:alpha val="100000"/>
              </a:srgbClr>
            </a:solidFill>
            <a:ln w="5420" cap="flat">
              <a:solidFill>
                <a:srgbClr val="3889A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9" name="pg399"/>
            <p:cNvSpPr/>
            <p:nvPr/>
          </p:nvSpPr>
          <p:spPr>
            <a:xfrm>
              <a:off x="6311877" y="279361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889A6">
                <a:alpha val="100000"/>
              </a:srgbClr>
            </a:solidFill>
            <a:ln w="5420" cap="flat">
              <a:solidFill>
                <a:srgbClr val="3889A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0" name="pg400"/>
            <p:cNvSpPr/>
            <p:nvPr/>
          </p:nvSpPr>
          <p:spPr>
            <a:xfrm>
              <a:off x="6323514" y="279361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889A6">
                <a:alpha val="100000"/>
              </a:srgbClr>
            </a:solidFill>
            <a:ln w="5420" cap="flat">
              <a:solidFill>
                <a:srgbClr val="3889A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1" name="pg401"/>
            <p:cNvSpPr/>
            <p:nvPr/>
          </p:nvSpPr>
          <p:spPr>
            <a:xfrm>
              <a:off x="6335152" y="279361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889A6">
                <a:alpha val="100000"/>
              </a:srgbClr>
            </a:solidFill>
            <a:ln w="5420" cap="flat">
              <a:solidFill>
                <a:srgbClr val="3889A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2" name="pg402"/>
            <p:cNvSpPr/>
            <p:nvPr/>
          </p:nvSpPr>
          <p:spPr>
            <a:xfrm>
              <a:off x="5264517" y="280791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8DA7">
                <a:alpha val="100000"/>
              </a:srgbClr>
            </a:solidFill>
            <a:ln w="5420" cap="flat">
              <a:solidFill>
                <a:srgbClr val="378D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3" name="pg403"/>
            <p:cNvSpPr/>
            <p:nvPr/>
          </p:nvSpPr>
          <p:spPr>
            <a:xfrm>
              <a:off x="5276155" y="280791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8CA7">
                <a:alpha val="100000"/>
              </a:srgbClr>
            </a:solidFill>
            <a:ln w="5420" cap="flat">
              <a:solidFill>
                <a:srgbClr val="378C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4" name="pg404"/>
            <p:cNvSpPr/>
            <p:nvPr/>
          </p:nvSpPr>
          <p:spPr>
            <a:xfrm>
              <a:off x="5287792" y="280791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8CA7">
                <a:alpha val="100000"/>
              </a:srgbClr>
            </a:solidFill>
            <a:ln w="5420" cap="flat">
              <a:solidFill>
                <a:srgbClr val="378C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5" name="pg405"/>
            <p:cNvSpPr/>
            <p:nvPr/>
          </p:nvSpPr>
          <p:spPr>
            <a:xfrm>
              <a:off x="5299429" y="280791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88BA6">
                <a:alpha val="100000"/>
              </a:srgbClr>
            </a:solidFill>
            <a:ln w="5420" cap="flat">
              <a:solidFill>
                <a:srgbClr val="388BA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6" name="pg406"/>
            <p:cNvSpPr/>
            <p:nvPr/>
          </p:nvSpPr>
          <p:spPr>
            <a:xfrm>
              <a:off x="5311067" y="280791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88AA6">
                <a:alpha val="100000"/>
              </a:srgbClr>
            </a:solidFill>
            <a:ln w="5420" cap="flat">
              <a:solidFill>
                <a:srgbClr val="388AA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7" name="pg407"/>
            <p:cNvSpPr/>
            <p:nvPr/>
          </p:nvSpPr>
          <p:spPr>
            <a:xfrm>
              <a:off x="5322704" y="280791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889A6">
                <a:alpha val="100000"/>
              </a:srgbClr>
            </a:solidFill>
            <a:ln w="5420" cap="flat">
              <a:solidFill>
                <a:srgbClr val="3889A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8" name="pg408"/>
            <p:cNvSpPr/>
            <p:nvPr/>
          </p:nvSpPr>
          <p:spPr>
            <a:xfrm>
              <a:off x="6055856" y="280791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71A1">
                <a:alpha val="100000"/>
              </a:srgbClr>
            </a:solidFill>
            <a:ln w="5420" cap="flat">
              <a:solidFill>
                <a:srgbClr val="3B71A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9" name="pg409"/>
            <p:cNvSpPr/>
            <p:nvPr/>
          </p:nvSpPr>
          <p:spPr>
            <a:xfrm>
              <a:off x="6067493" y="280791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3A1">
                <a:alpha val="100000"/>
              </a:srgbClr>
            </a:solidFill>
            <a:ln w="5420" cap="flat">
              <a:solidFill>
                <a:srgbClr val="3A73A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0" name="pg410"/>
            <p:cNvSpPr/>
            <p:nvPr/>
          </p:nvSpPr>
          <p:spPr>
            <a:xfrm>
              <a:off x="6079130" y="280791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5A2">
                <a:alpha val="100000"/>
              </a:srgbClr>
            </a:solidFill>
            <a:ln w="5420" cap="flat">
              <a:solidFill>
                <a:srgbClr val="3A75A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1" name="pg411"/>
            <p:cNvSpPr/>
            <p:nvPr/>
          </p:nvSpPr>
          <p:spPr>
            <a:xfrm>
              <a:off x="6090768" y="280791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7A2">
                <a:alpha val="100000"/>
              </a:srgbClr>
            </a:solidFill>
            <a:ln w="5420" cap="flat">
              <a:solidFill>
                <a:srgbClr val="3A77A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2" name="pg412"/>
            <p:cNvSpPr/>
            <p:nvPr/>
          </p:nvSpPr>
          <p:spPr>
            <a:xfrm>
              <a:off x="6102405" y="280791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9A3">
                <a:alpha val="100000"/>
              </a:srgbClr>
            </a:solidFill>
            <a:ln w="5420" cap="flat">
              <a:solidFill>
                <a:srgbClr val="3A79A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3" name="pg413"/>
            <p:cNvSpPr/>
            <p:nvPr/>
          </p:nvSpPr>
          <p:spPr>
            <a:xfrm>
              <a:off x="6114042" y="280791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BA3">
                <a:alpha val="100000"/>
              </a:srgbClr>
            </a:solidFill>
            <a:ln w="5420" cap="flat">
              <a:solidFill>
                <a:srgbClr val="3A7BA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4" name="pg414"/>
            <p:cNvSpPr/>
            <p:nvPr/>
          </p:nvSpPr>
          <p:spPr>
            <a:xfrm>
              <a:off x="6125680" y="280791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DA3">
                <a:alpha val="100000"/>
              </a:srgbClr>
            </a:solidFill>
            <a:ln w="5420" cap="flat">
              <a:solidFill>
                <a:srgbClr val="3A7DA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5" name="pg415"/>
            <p:cNvSpPr/>
            <p:nvPr/>
          </p:nvSpPr>
          <p:spPr>
            <a:xfrm>
              <a:off x="6137317" y="280791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FA4">
                <a:alpha val="100000"/>
              </a:srgbClr>
            </a:solidFill>
            <a:ln w="5420" cap="flat">
              <a:solidFill>
                <a:srgbClr val="3A7FA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6" name="pg416"/>
            <p:cNvSpPr/>
            <p:nvPr/>
          </p:nvSpPr>
          <p:spPr>
            <a:xfrm>
              <a:off x="6148954" y="280791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82A4">
                <a:alpha val="100000"/>
              </a:srgbClr>
            </a:solidFill>
            <a:ln w="5420" cap="flat">
              <a:solidFill>
                <a:srgbClr val="3982A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7" name="pg417"/>
            <p:cNvSpPr/>
            <p:nvPr/>
          </p:nvSpPr>
          <p:spPr>
            <a:xfrm>
              <a:off x="6160592" y="280791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83A5">
                <a:alpha val="100000"/>
              </a:srgbClr>
            </a:solidFill>
            <a:ln w="5420" cap="flat">
              <a:solidFill>
                <a:srgbClr val="3983A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8" name="pg418"/>
            <p:cNvSpPr/>
            <p:nvPr/>
          </p:nvSpPr>
          <p:spPr>
            <a:xfrm>
              <a:off x="6172229" y="280791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84A5">
                <a:alpha val="100000"/>
              </a:srgbClr>
            </a:solidFill>
            <a:ln w="5420" cap="flat">
              <a:solidFill>
                <a:srgbClr val="3984A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9" name="pg419"/>
            <p:cNvSpPr/>
            <p:nvPr/>
          </p:nvSpPr>
          <p:spPr>
            <a:xfrm>
              <a:off x="6230416" y="280791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888A6">
                <a:alpha val="100000"/>
              </a:srgbClr>
            </a:solidFill>
            <a:ln w="5420" cap="flat">
              <a:solidFill>
                <a:srgbClr val="3888A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0" name="pg420"/>
            <p:cNvSpPr/>
            <p:nvPr/>
          </p:nvSpPr>
          <p:spPr>
            <a:xfrm>
              <a:off x="6242053" y="280791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888A6">
                <a:alpha val="100000"/>
              </a:srgbClr>
            </a:solidFill>
            <a:ln w="5420" cap="flat">
              <a:solidFill>
                <a:srgbClr val="3888A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1" name="pg421"/>
            <p:cNvSpPr/>
            <p:nvPr/>
          </p:nvSpPr>
          <p:spPr>
            <a:xfrm>
              <a:off x="6253690" y="280791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889A6">
                <a:alpha val="100000"/>
              </a:srgbClr>
            </a:solidFill>
            <a:ln w="5420" cap="flat">
              <a:solidFill>
                <a:srgbClr val="3889A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2" name="pg422"/>
            <p:cNvSpPr/>
            <p:nvPr/>
          </p:nvSpPr>
          <p:spPr>
            <a:xfrm>
              <a:off x="6265328" y="280791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889A6">
                <a:alpha val="100000"/>
              </a:srgbClr>
            </a:solidFill>
            <a:ln w="5420" cap="flat">
              <a:solidFill>
                <a:srgbClr val="3889A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3" name="pg423"/>
            <p:cNvSpPr/>
            <p:nvPr/>
          </p:nvSpPr>
          <p:spPr>
            <a:xfrm>
              <a:off x="6276965" y="280791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889A6">
                <a:alpha val="100000"/>
              </a:srgbClr>
            </a:solidFill>
            <a:ln w="5420" cap="flat">
              <a:solidFill>
                <a:srgbClr val="3889A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4" name="pg424"/>
            <p:cNvSpPr/>
            <p:nvPr/>
          </p:nvSpPr>
          <p:spPr>
            <a:xfrm>
              <a:off x="6288602" y="280791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889A6">
                <a:alpha val="100000"/>
              </a:srgbClr>
            </a:solidFill>
            <a:ln w="5420" cap="flat">
              <a:solidFill>
                <a:srgbClr val="3889A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5" name="pg425"/>
            <p:cNvSpPr/>
            <p:nvPr/>
          </p:nvSpPr>
          <p:spPr>
            <a:xfrm>
              <a:off x="6300240" y="280791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88AA6">
                <a:alpha val="100000"/>
              </a:srgbClr>
            </a:solidFill>
            <a:ln w="5420" cap="flat">
              <a:solidFill>
                <a:srgbClr val="388AA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6" name="pg426"/>
            <p:cNvSpPr/>
            <p:nvPr/>
          </p:nvSpPr>
          <p:spPr>
            <a:xfrm>
              <a:off x="6311877" y="280791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88AA6">
                <a:alpha val="100000"/>
              </a:srgbClr>
            </a:solidFill>
            <a:ln w="5420" cap="flat">
              <a:solidFill>
                <a:srgbClr val="388AA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7" name="pg427"/>
            <p:cNvSpPr/>
            <p:nvPr/>
          </p:nvSpPr>
          <p:spPr>
            <a:xfrm>
              <a:off x="6323514" y="280791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88AA6">
                <a:alpha val="100000"/>
              </a:srgbClr>
            </a:solidFill>
            <a:ln w="5420" cap="flat">
              <a:solidFill>
                <a:srgbClr val="388AA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8" name="pg428"/>
            <p:cNvSpPr/>
            <p:nvPr/>
          </p:nvSpPr>
          <p:spPr>
            <a:xfrm>
              <a:off x="5264517" y="282221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8DA7">
                <a:alpha val="100000"/>
              </a:srgbClr>
            </a:solidFill>
            <a:ln w="5420" cap="flat">
              <a:solidFill>
                <a:srgbClr val="378D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9" name="pg429"/>
            <p:cNvSpPr/>
            <p:nvPr/>
          </p:nvSpPr>
          <p:spPr>
            <a:xfrm>
              <a:off x="5276155" y="282221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8DA7">
                <a:alpha val="100000"/>
              </a:srgbClr>
            </a:solidFill>
            <a:ln w="5420" cap="flat">
              <a:solidFill>
                <a:srgbClr val="378D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0" name="pg430"/>
            <p:cNvSpPr/>
            <p:nvPr/>
          </p:nvSpPr>
          <p:spPr>
            <a:xfrm>
              <a:off x="5287792" y="282221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8CA7">
                <a:alpha val="100000"/>
              </a:srgbClr>
            </a:solidFill>
            <a:ln w="5420" cap="flat">
              <a:solidFill>
                <a:srgbClr val="378C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1" name="pg431"/>
            <p:cNvSpPr/>
            <p:nvPr/>
          </p:nvSpPr>
          <p:spPr>
            <a:xfrm>
              <a:off x="5299429" y="282221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88BA6">
                <a:alpha val="100000"/>
              </a:srgbClr>
            </a:solidFill>
            <a:ln w="5420" cap="flat">
              <a:solidFill>
                <a:srgbClr val="388BA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2" name="pg432"/>
            <p:cNvSpPr/>
            <p:nvPr/>
          </p:nvSpPr>
          <p:spPr>
            <a:xfrm>
              <a:off x="6009306" y="282221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59E">
                <a:alpha val="100000"/>
              </a:srgbClr>
            </a:solidFill>
            <a:ln w="5420" cap="flat">
              <a:solidFill>
                <a:srgbClr val="3A65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3" name="pg433"/>
            <p:cNvSpPr/>
            <p:nvPr/>
          </p:nvSpPr>
          <p:spPr>
            <a:xfrm>
              <a:off x="6020944" y="282221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79E">
                <a:alpha val="100000"/>
              </a:srgbClr>
            </a:solidFill>
            <a:ln w="5420" cap="flat">
              <a:solidFill>
                <a:srgbClr val="3A67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4" name="pg434"/>
            <p:cNvSpPr/>
            <p:nvPr/>
          </p:nvSpPr>
          <p:spPr>
            <a:xfrm>
              <a:off x="6032581" y="282221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CA0">
                <a:alpha val="100000"/>
              </a:srgbClr>
            </a:solidFill>
            <a:ln w="5420" cap="flat">
              <a:solidFill>
                <a:srgbClr val="3A6CA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5" name="pg435"/>
            <p:cNvSpPr/>
            <p:nvPr/>
          </p:nvSpPr>
          <p:spPr>
            <a:xfrm>
              <a:off x="6044218" y="282221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FA0">
                <a:alpha val="100000"/>
              </a:srgbClr>
            </a:solidFill>
            <a:ln w="5420" cap="flat">
              <a:solidFill>
                <a:srgbClr val="3A6FA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6" name="pg436"/>
            <p:cNvSpPr/>
            <p:nvPr/>
          </p:nvSpPr>
          <p:spPr>
            <a:xfrm>
              <a:off x="6055856" y="282221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71A1">
                <a:alpha val="100000"/>
              </a:srgbClr>
            </a:solidFill>
            <a:ln w="5420" cap="flat">
              <a:solidFill>
                <a:srgbClr val="3B71A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7" name="pg437"/>
            <p:cNvSpPr/>
            <p:nvPr/>
          </p:nvSpPr>
          <p:spPr>
            <a:xfrm>
              <a:off x="6067493" y="282221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4A1">
                <a:alpha val="100000"/>
              </a:srgbClr>
            </a:solidFill>
            <a:ln w="5420" cap="flat">
              <a:solidFill>
                <a:srgbClr val="3A74A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8" name="pg438"/>
            <p:cNvSpPr/>
            <p:nvPr/>
          </p:nvSpPr>
          <p:spPr>
            <a:xfrm>
              <a:off x="6079130" y="282221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6A2">
                <a:alpha val="100000"/>
              </a:srgbClr>
            </a:solidFill>
            <a:ln w="5420" cap="flat">
              <a:solidFill>
                <a:srgbClr val="3A76A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9" name="pg439"/>
            <p:cNvSpPr/>
            <p:nvPr/>
          </p:nvSpPr>
          <p:spPr>
            <a:xfrm>
              <a:off x="6090768" y="282221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8A2">
                <a:alpha val="100000"/>
              </a:srgbClr>
            </a:solidFill>
            <a:ln w="5420" cap="flat">
              <a:solidFill>
                <a:srgbClr val="3A78A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0" name="pg440"/>
            <p:cNvSpPr/>
            <p:nvPr/>
          </p:nvSpPr>
          <p:spPr>
            <a:xfrm>
              <a:off x="6102405" y="282221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AA3">
                <a:alpha val="100000"/>
              </a:srgbClr>
            </a:solidFill>
            <a:ln w="5420" cap="flat">
              <a:solidFill>
                <a:srgbClr val="3A7AA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1" name="pg441"/>
            <p:cNvSpPr/>
            <p:nvPr/>
          </p:nvSpPr>
          <p:spPr>
            <a:xfrm>
              <a:off x="6114042" y="282221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CA3">
                <a:alpha val="100000"/>
              </a:srgbClr>
            </a:solidFill>
            <a:ln w="5420" cap="flat">
              <a:solidFill>
                <a:srgbClr val="3A7CA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2" name="pg442"/>
            <p:cNvSpPr/>
            <p:nvPr/>
          </p:nvSpPr>
          <p:spPr>
            <a:xfrm>
              <a:off x="6207141" y="282221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888A6">
                <a:alpha val="100000"/>
              </a:srgbClr>
            </a:solidFill>
            <a:ln w="5420" cap="flat">
              <a:solidFill>
                <a:srgbClr val="3888A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3" name="pg443"/>
            <p:cNvSpPr/>
            <p:nvPr/>
          </p:nvSpPr>
          <p:spPr>
            <a:xfrm>
              <a:off x="6218778" y="282221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889A6">
                <a:alpha val="100000"/>
              </a:srgbClr>
            </a:solidFill>
            <a:ln w="5420" cap="flat">
              <a:solidFill>
                <a:srgbClr val="3889A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4" name="pg444"/>
            <p:cNvSpPr/>
            <p:nvPr/>
          </p:nvSpPr>
          <p:spPr>
            <a:xfrm>
              <a:off x="6230416" y="282221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889A6">
                <a:alpha val="100000"/>
              </a:srgbClr>
            </a:solidFill>
            <a:ln w="5420" cap="flat">
              <a:solidFill>
                <a:srgbClr val="3889A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5" name="pg445"/>
            <p:cNvSpPr/>
            <p:nvPr/>
          </p:nvSpPr>
          <p:spPr>
            <a:xfrm>
              <a:off x="6242053" y="282221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88AA6">
                <a:alpha val="100000"/>
              </a:srgbClr>
            </a:solidFill>
            <a:ln w="5420" cap="flat">
              <a:solidFill>
                <a:srgbClr val="388AA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6" name="pg446"/>
            <p:cNvSpPr/>
            <p:nvPr/>
          </p:nvSpPr>
          <p:spPr>
            <a:xfrm>
              <a:off x="6253690" y="282221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88AA6">
                <a:alpha val="100000"/>
              </a:srgbClr>
            </a:solidFill>
            <a:ln w="5420" cap="flat">
              <a:solidFill>
                <a:srgbClr val="388AA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7" name="pg447"/>
            <p:cNvSpPr/>
            <p:nvPr/>
          </p:nvSpPr>
          <p:spPr>
            <a:xfrm>
              <a:off x="6265328" y="282221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88AA6">
                <a:alpha val="100000"/>
              </a:srgbClr>
            </a:solidFill>
            <a:ln w="5420" cap="flat">
              <a:solidFill>
                <a:srgbClr val="388AA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8" name="pg448"/>
            <p:cNvSpPr/>
            <p:nvPr/>
          </p:nvSpPr>
          <p:spPr>
            <a:xfrm>
              <a:off x="6276965" y="282221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88BA6">
                <a:alpha val="100000"/>
              </a:srgbClr>
            </a:solidFill>
            <a:ln w="5420" cap="flat">
              <a:solidFill>
                <a:srgbClr val="388BA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9" name="pg449"/>
            <p:cNvSpPr/>
            <p:nvPr/>
          </p:nvSpPr>
          <p:spPr>
            <a:xfrm>
              <a:off x="6288602" y="282221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88BA6">
                <a:alpha val="100000"/>
              </a:srgbClr>
            </a:solidFill>
            <a:ln w="5420" cap="flat">
              <a:solidFill>
                <a:srgbClr val="388BA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0" name="pg450"/>
            <p:cNvSpPr/>
            <p:nvPr/>
          </p:nvSpPr>
          <p:spPr>
            <a:xfrm>
              <a:off x="6300240" y="282221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88AA6">
                <a:alpha val="100000"/>
              </a:srgbClr>
            </a:solidFill>
            <a:ln w="5420" cap="flat">
              <a:solidFill>
                <a:srgbClr val="388AA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1" name="pg451"/>
            <p:cNvSpPr/>
            <p:nvPr/>
          </p:nvSpPr>
          <p:spPr>
            <a:xfrm>
              <a:off x="6311877" y="282221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88AA6">
                <a:alpha val="100000"/>
              </a:srgbClr>
            </a:solidFill>
            <a:ln w="5420" cap="flat">
              <a:solidFill>
                <a:srgbClr val="388AA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2" name="pg452"/>
            <p:cNvSpPr/>
            <p:nvPr/>
          </p:nvSpPr>
          <p:spPr>
            <a:xfrm>
              <a:off x="5892933" y="283651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B82">
                <a:alpha val="100000"/>
              </a:srgbClr>
            </a:solidFill>
            <a:ln w="5420" cap="flat">
              <a:solidFill>
                <a:srgbClr val="3C4B8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3" name="pg453"/>
            <p:cNvSpPr/>
            <p:nvPr/>
          </p:nvSpPr>
          <p:spPr>
            <a:xfrm>
              <a:off x="5904570" y="283651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C84">
                <a:alpha val="100000"/>
              </a:srgbClr>
            </a:solidFill>
            <a:ln w="5420" cap="flat">
              <a:solidFill>
                <a:srgbClr val="3C4C8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4" name="pg454"/>
            <p:cNvSpPr/>
            <p:nvPr/>
          </p:nvSpPr>
          <p:spPr>
            <a:xfrm>
              <a:off x="5916208" y="283651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508A">
                <a:alpha val="100000"/>
              </a:srgbClr>
            </a:solidFill>
            <a:ln w="5420" cap="flat">
              <a:solidFill>
                <a:srgbClr val="3B508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5" name="pg455"/>
            <p:cNvSpPr/>
            <p:nvPr/>
          </p:nvSpPr>
          <p:spPr>
            <a:xfrm>
              <a:off x="5927845" y="283651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538D">
                <a:alpha val="100000"/>
              </a:srgbClr>
            </a:solidFill>
            <a:ln w="5420" cap="flat">
              <a:solidFill>
                <a:srgbClr val="3B538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6" name="pg456"/>
            <p:cNvSpPr/>
            <p:nvPr/>
          </p:nvSpPr>
          <p:spPr>
            <a:xfrm>
              <a:off x="5939482" y="283651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5590">
                <a:alpha val="100000"/>
              </a:srgbClr>
            </a:solidFill>
            <a:ln w="5420" cap="flat">
              <a:solidFill>
                <a:srgbClr val="3B559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7" name="pg457"/>
            <p:cNvSpPr/>
            <p:nvPr/>
          </p:nvSpPr>
          <p:spPr>
            <a:xfrm>
              <a:off x="5951120" y="283651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5794">
                <a:alpha val="100000"/>
              </a:srgbClr>
            </a:solidFill>
            <a:ln w="5420" cap="flat">
              <a:solidFill>
                <a:srgbClr val="3A579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8" name="pg458"/>
            <p:cNvSpPr/>
            <p:nvPr/>
          </p:nvSpPr>
          <p:spPr>
            <a:xfrm>
              <a:off x="5962757" y="283651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5A97">
                <a:alpha val="100000"/>
              </a:srgbClr>
            </a:solidFill>
            <a:ln w="5420" cap="flat">
              <a:solidFill>
                <a:srgbClr val="3A5A9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9" name="pg459"/>
            <p:cNvSpPr/>
            <p:nvPr/>
          </p:nvSpPr>
          <p:spPr>
            <a:xfrm>
              <a:off x="5974394" y="283651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5C9B">
                <a:alpha val="100000"/>
              </a:srgbClr>
            </a:solidFill>
            <a:ln w="5420" cap="flat">
              <a:solidFill>
                <a:srgbClr val="395C9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0" name="pg460"/>
            <p:cNvSpPr/>
            <p:nvPr/>
          </p:nvSpPr>
          <p:spPr>
            <a:xfrm>
              <a:off x="5986032" y="283651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5F9C">
                <a:alpha val="100000"/>
              </a:srgbClr>
            </a:solidFill>
            <a:ln w="5420" cap="flat">
              <a:solidFill>
                <a:srgbClr val="395F9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1" name="pg461"/>
            <p:cNvSpPr/>
            <p:nvPr/>
          </p:nvSpPr>
          <p:spPr>
            <a:xfrm>
              <a:off x="5997669" y="283651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19D">
                <a:alpha val="100000"/>
              </a:srgbClr>
            </a:solidFill>
            <a:ln w="5420" cap="flat">
              <a:solidFill>
                <a:srgbClr val="3A61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2" name="pg462"/>
            <p:cNvSpPr/>
            <p:nvPr/>
          </p:nvSpPr>
          <p:spPr>
            <a:xfrm>
              <a:off x="6009306" y="283651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49E">
                <a:alpha val="100000"/>
              </a:srgbClr>
            </a:solidFill>
            <a:ln w="5420" cap="flat">
              <a:solidFill>
                <a:srgbClr val="3A64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3" name="pg463"/>
            <p:cNvSpPr/>
            <p:nvPr/>
          </p:nvSpPr>
          <p:spPr>
            <a:xfrm>
              <a:off x="6020944" y="283651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79E">
                <a:alpha val="100000"/>
              </a:srgbClr>
            </a:solidFill>
            <a:ln w="5420" cap="flat">
              <a:solidFill>
                <a:srgbClr val="3A67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4" name="pg464"/>
            <p:cNvSpPr/>
            <p:nvPr/>
          </p:nvSpPr>
          <p:spPr>
            <a:xfrm>
              <a:off x="6032581" y="283651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CA0">
                <a:alpha val="100000"/>
              </a:srgbClr>
            </a:solidFill>
            <a:ln w="5420" cap="flat">
              <a:solidFill>
                <a:srgbClr val="3A6CA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5" name="pg465"/>
            <p:cNvSpPr/>
            <p:nvPr/>
          </p:nvSpPr>
          <p:spPr>
            <a:xfrm>
              <a:off x="6044218" y="283651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FA0">
                <a:alpha val="100000"/>
              </a:srgbClr>
            </a:solidFill>
            <a:ln w="5420" cap="flat">
              <a:solidFill>
                <a:srgbClr val="3A6FA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6" name="pg466"/>
            <p:cNvSpPr/>
            <p:nvPr/>
          </p:nvSpPr>
          <p:spPr>
            <a:xfrm>
              <a:off x="6055856" y="283651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71A1">
                <a:alpha val="100000"/>
              </a:srgbClr>
            </a:solidFill>
            <a:ln w="5420" cap="flat">
              <a:solidFill>
                <a:srgbClr val="3B71A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7" name="pg467"/>
            <p:cNvSpPr/>
            <p:nvPr/>
          </p:nvSpPr>
          <p:spPr>
            <a:xfrm>
              <a:off x="6067493" y="283651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4A1">
                <a:alpha val="100000"/>
              </a:srgbClr>
            </a:solidFill>
            <a:ln w="5420" cap="flat">
              <a:solidFill>
                <a:srgbClr val="3A74A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8" name="pg468"/>
            <p:cNvSpPr/>
            <p:nvPr/>
          </p:nvSpPr>
          <p:spPr>
            <a:xfrm>
              <a:off x="6079130" y="283651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6A2">
                <a:alpha val="100000"/>
              </a:srgbClr>
            </a:solidFill>
            <a:ln w="5420" cap="flat">
              <a:solidFill>
                <a:srgbClr val="3A76A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9" name="pg469"/>
            <p:cNvSpPr/>
            <p:nvPr/>
          </p:nvSpPr>
          <p:spPr>
            <a:xfrm>
              <a:off x="6090768" y="283651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9A2">
                <a:alpha val="100000"/>
              </a:srgbClr>
            </a:solidFill>
            <a:ln w="5420" cap="flat">
              <a:solidFill>
                <a:srgbClr val="3A79A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0" name="pg470"/>
            <p:cNvSpPr/>
            <p:nvPr/>
          </p:nvSpPr>
          <p:spPr>
            <a:xfrm>
              <a:off x="6102405" y="283651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BA3">
                <a:alpha val="100000"/>
              </a:srgbClr>
            </a:solidFill>
            <a:ln w="5420" cap="flat">
              <a:solidFill>
                <a:srgbClr val="3A7BA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1" name="pg471"/>
            <p:cNvSpPr/>
            <p:nvPr/>
          </p:nvSpPr>
          <p:spPr>
            <a:xfrm>
              <a:off x="6114042" y="283651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DA3">
                <a:alpha val="100000"/>
              </a:srgbClr>
            </a:solidFill>
            <a:ln w="5420" cap="flat">
              <a:solidFill>
                <a:srgbClr val="3A7DA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2" name="pg472"/>
            <p:cNvSpPr/>
            <p:nvPr/>
          </p:nvSpPr>
          <p:spPr>
            <a:xfrm>
              <a:off x="6183866" y="283651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888A6">
                <a:alpha val="100000"/>
              </a:srgbClr>
            </a:solidFill>
            <a:ln w="5420" cap="flat">
              <a:solidFill>
                <a:srgbClr val="3888A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3" name="pg473"/>
            <p:cNvSpPr/>
            <p:nvPr/>
          </p:nvSpPr>
          <p:spPr>
            <a:xfrm>
              <a:off x="6195504" y="283651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889A6">
                <a:alpha val="100000"/>
              </a:srgbClr>
            </a:solidFill>
            <a:ln w="5420" cap="flat">
              <a:solidFill>
                <a:srgbClr val="3889A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4" name="pg474"/>
            <p:cNvSpPr/>
            <p:nvPr/>
          </p:nvSpPr>
          <p:spPr>
            <a:xfrm>
              <a:off x="6207141" y="283651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88AA6">
                <a:alpha val="100000"/>
              </a:srgbClr>
            </a:solidFill>
            <a:ln w="5420" cap="flat">
              <a:solidFill>
                <a:srgbClr val="388AA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5" name="pg475"/>
            <p:cNvSpPr/>
            <p:nvPr/>
          </p:nvSpPr>
          <p:spPr>
            <a:xfrm>
              <a:off x="6218778" y="283651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88BA6">
                <a:alpha val="100000"/>
              </a:srgbClr>
            </a:solidFill>
            <a:ln w="5420" cap="flat">
              <a:solidFill>
                <a:srgbClr val="388BA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6" name="pg476"/>
            <p:cNvSpPr/>
            <p:nvPr/>
          </p:nvSpPr>
          <p:spPr>
            <a:xfrm>
              <a:off x="6230416" y="283651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88BA6">
                <a:alpha val="100000"/>
              </a:srgbClr>
            </a:solidFill>
            <a:ln w="5420" cap="flat">
              <a:solidFill>
                <a:srgbClr val="388BA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7" name="pg477"/>
            <p:cNvSpPr/>
            <p:nvPr/>
          </p:nvSpPr>
          <p:spPr>
            <a:xfrm>
              <a:off x="6242053" y="283651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88BA7">
                <a:alpha val="100000"/>
              </a:srgbClr>
            </a:solidFill>
            <a:ln w="5420" cap="flat">
              <a:solidFill>
                <a:srgbClr val="388B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8" name="pg478"/>
            <p:cNvSpPr/>
            <p:nvPr/>
          </p:nvSpPr>
          <p:spPr>
            <a:xfrm>
              <a:off x="6253690" y="283651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88CA7">
                <a:alpha val="100000"/>
              </a:srgbClr>
            </a:solidFill>
            <a:ln w="5420" cap="flat">
              <a:solidFill>
                <a:srgbClr val="388C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9" name="pg479"/>
            <p:cNvSpPr/>
            <p:nvPr/>
          </p:nvSpPr>
          <p:spPr>
            <a:xfrm>
              <a:off x="6265328" y="283651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8CA7">
                <a:alpha val="100000"/>
              </a:srgbClr>
            </a:solidFill>
            <a:ln w="5420" cap="flat">
              <a:solidFill>
                <a:srgbClr val="378C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0" name="pg480"/>
            <p:cNvSpPr/>
            <p:nvPr/>
          </p:nvSpPr>
          <p:spPr>
            <a:xfrm>
              <a:off x="6276965" y="283651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88CA7">
                <a:alpha val="100000"/>
              </a:srgbClr>
            </a:solidFill>
            <a:ln w="5420" cap="flat">
              <a:solidFill>
                <a:srgbClr val="388C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1" name="pg481"/>
            <p:cNvSpPr/>
            <p:nvPr/>
          </p:nvSpPr>
          <p:spPr>
            <a:xfrm>
              <a:off x="6288602" y="283651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88BA7">
                <a:alpha val="100000"/>
              </a:srgbClr>
            </a:solidFill>
            <a:ln w="5420" cap="flat">
              <a:solidFill>
                <a:srgbClr val="388B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2" name="pg482"/>
            <p:cNvSpPr/>
            <p:nvPr/>
          </p:nvSpPr>
          <p:spPr>
            <a:xfrm>
              <a:off x="5881296" y="285081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57A">
                <a:alpha val="100000"/>
              </a:srgbClr>
            </a:solidFill>
            <a:ln w="5420" cap="flat">
              <a:solidFill>
                <a:srgbClr val="3C457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3" name="pg483"/>
            <p:cNvSpPr/>
            <p:nvPr/>
          </p:nvSpPr>
          <p:spPr>
            <a:xfrm>
              <a:off x="5892933" y="285081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77D">
                <a:alpha val="100000"/>
              </a:srgbClr>
            </a:solidFill>
            <a:ln w="5420" cap="flat">
              <a:solidFill>
                <a:srgbClr val="3C477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4" name="pg484"/>
            <p:cNvSpPr/>
            <p:nvPr/>
          </p:nvSpPr>
          <p:spPr>
            <a:xfrm>
              <a:off x="5904570" y="285081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980">
                <a:alpha val="100000"/>
              </a:srgbClr>
            </a:solidFill>
            <a:ln w="5420" cap="flat">
              <a:solidFill>
                <a:srgbClr val="3C498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5" name="pg485"/>
            <p:cNvSpPr/>
            <p:nvPr/>
          </p:nvSpPr>
          <p:spPr>
            <a:xfrm>
              <a:off x="5916208" y="285081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4E86">
                <a:alpha val="100000"/>
              </a:srgbClr>
            </a:solidFill>
            <a:ln w="5420" cap="flat">
              <a:solidFill>
                <a:srgbClr val="3B4E8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6" name="pg486"/>
            <p:cNvSpPr/>
            <p:nvPr/>
          </p:nvSpPr>
          <p:spPr>
            <a:xfrm>
              <a:off x="5927845" y="285081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508A">
                <a:alpha val="100000"/>
              </a:srgbClr>
            </a:solidFill>
            <a:ln w="5420" cap="flat">
              <a:solidFill>
                <a:srgbClr val="3B508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7" name="pg487"/>
            <p:cNvSpPr/>
            <p:nvPr/>
          </p:nvSpPr>
          <p:spPr>
            <a:xfrm>
              <a:off x="5939482" y="285081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538D">
                <a:alpha val="100000"/>
              </a:srgbClr>
            </a:solidFill>
            <a:ln w="5420" cap="flat">
              <a:solidFill>
                <a:srgbClr val="3B538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8" name="pg488"/>
            <p:cNvSpPr/>
            <p:nvPr/>
          </p:nvSpPr>
          <p:spPr>
            <a:xfrm>
              <a:off x="5951120" y="285081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5591">
                <a:alpha val="100000"/>
              </a:srgbClr>
            </a:solidFill>
            <a:ln w="5420" cap="flat">
              <a:solidFill>
                <a:srgbClr val="3B559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9" name="pg489"/>
            <p:cNvSpPr/>
            <p:nvPr/>
          </p:nvSpPr>
          <p:spPr>
            <a:xfrm>
              <a:off x="5962757" y="285081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5895">
                <a:alpha val="100000"/>
              </a:srgbClr>
            </a:solidFill>
            <a:ln w="5420" cap="flat">
              <a:solidFill>
                <a:srgbClr val="3A589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0" name="pg490"/>
            <p:cNvSpPr/>
            <p:nvPr/>
          </p:nvSpPr>
          <p:spPr>
            <a:xfrm>
              <a:off x="5974394" y="285081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5B99">
                <a:alpha val="100000"/>
              </a:srgbClr>
            </a:solidFill>
            <a:ln w="5420" cap="flat">
              <a:solidFill>
                <a:srgbClr val="3A5B9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1" name="pg491"/>
            <p:cNvSpPr/>
            <p:nvPr/>
          </p:nvSpPr>
          <p:spPr>
            <a:xfrm>
              <a:off x="5986032" y="285081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5E9C">
                <a:alpha val="100000"/>
              </a:srgbClr>
            </a:solidFill>
            <a:ln w="5420" cap="flat">
              <a:solidFill>
                <a:srgbClr val="395E9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2" name="pg492"/>
            <p:cNvSpPr/>
            <p:nvPr/>
          </p:nvSpPr>
          <p:spPr>
            <a:xfrm>
              <a:off x="5997669" y="285081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619D">
                <a:alpha val="100000"/>
              </a:srgbClr>
            </a:solidFill>
            <a:ln w="5420" cap="flat">
              <a:solidFill>
                <a:srgbClr val="3961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3" name="pg493"/>
            <p:cNvSpPr/>
            <p:nvPr/>
          </p:nvSpPr>
          <p:spPr>
            <a:xfrm>
              <a:off x="6009306" y="285081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39E">
                <a:alpha val="100000"/>
              </a:srgbClr>
            </a:solidFill>
            <a:ln w="5420" cap="flat">
              <a:solidFill>
                <a:srgbClr val="3A63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4" name="pg494"/>
            <p:cNvSpPr/>
            <p:nvPr/>
          </p:nvSpPr>
          <p:spPr>
            <a:xfrm>
              <a:off x="6020944" y="285081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69E">
                <a:alpha val="100000"/>
              </a:srgbClr>
            </a:solidFill>
            <a:ln w="5420" cap="flat">
              <a:solidFill>
                <a:srgbClr val="3A66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5" name="pg495"/>
            <p:cNvSpPr/>
            <p:nvPr/>
          </p:nvSpPr>
          <p:spPr>
            <a:xfrm>
              <a:off x="6032581" y="285081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CA0">
                <a:alpha val="100000"/>
              </a:srgbClr>
            </a:solidFill>
            <a:ln w="5420" cap="flat">
              <a:solidFill>
                <a:srgbClr val="3A6CA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6" name="pg496"/>
            <p:cNvSpPr/>
            <p:nvPr/>
          </p:nvSpPr>
          <p:spPr>
            <a:xfrm>
              <a:off x="6044218" y="285081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FA0">
                <a:alpha val="100000"/>
              </a:srgbClr>
            </a:solidFill>
            <a:ln w="5420" cap="flat">
              <a:solidFill>
                <a:srgbClr val="3A6FA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7" name="pg497"/>
            <p:cNvSpPr/>
            <p:nvPr/>
          </p:nvSpPr>
          <p:spPr>
            <a:xfrm>
              <a:off x="6055856" y="285081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72A1">
                <a:alpha val="100000"/>
              </a:srgbClr>
            </a:solidFill>
            <a:ln w="5420" cap="flat">
              <a:solidFill>
                <a:srgbClr val="3B72A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8" name="pg498"/>
            <p:cNvSpPr/>
            <p:nvPr/>
          </p:nvSpPr>
          <p:spPr>
            <a:xfrm>
              <a:off x="6067493" y="285081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5A2">
                <a:alpha val="100000"/>
              </a:srgbClr>
            </a:solidFill>
            <a:ln w="5420" cap="flat">
              <a:solidFill>
                <a:srgbClr val="3A75A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9" name="pg499"/>
            <p:cNvSpPr/>
            <p:nvPr/>
          </p:nvSpPr>
          <p:spPr>
            <a:xfrm>
              <a:off x="6079130" y="285081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7A2">
                <a:alpha val="100000"/>
              </a:srgbClr>
            </a:solidFill>
            <a:ln w="5420" cap="flat">
              <a:solidFill>
                <a:srgbClr val="3A77A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0" name="pg500"/>
            <p:cNvSpPr/>
            <p:nvPr/>
          </p:nvSpPr>
          <p:spPr>
            <a:xfrm>
              <a:off x="6090768" y="285081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AA3">
                <a:alpha val="100000"/>
              </a:srgbClr>
            </a:solidFill>
            <a:ln w="5420" cap="flat">
              <a:solidFill>
                <a:srgbClr val="3A7AA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1" name="pg501"/>
            <p:cNvSpPr/>
            <p:nvPr/>
          </p:nvSpPr>
          <p:spPr>
            <a:xfrm>
              <a:off x="6102405" y="285081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CA3">
                <a:alpha val="100000"/>
              </a:srgbClr>
            </a:solidFill>
            <a:ln w="5420" cap="flat">
              <a:solidFill>
                <a:srgbClr val="3A7CA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2" name="pg502"/>
            <p:cNvSpPr/>
            <p:nvPr/>
          </p:nvSpPr>
          <p:spPr>
            <a:xfrm>
              <a:off x="6172229" y="285081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889A6">
                <a:alpha val="100000"/>
              </a:srgbClr>
            </a:solidFill>
            <a:ln w="5420" cap="flat">
              <a:solidFill>
                <a:srgbClr val="3889A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3" name="pg503"/>
            <p:cNvSpPr/>
            <p:nvPr/>
          </p:nvSpPr>
          <p:spPr>
            <a:xfrm>
              <a:off x="6183866" y="285081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88AA6">
                <a:alpha val="100000"/>
              </a:srgbClr>
            </a:solidFill>
            <a:ln w="5420" cap="flat">
              <a:solidFill>
                <a:srgbClr val="388AA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4" name="pg504"/>
            <p:cNvSpPr/>
            <p:nvPr/>
          </p:nvSpPr>
          <p:spPr>
            <a:xfrm>
              <a:off x="6195504" y="285081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88BA6">
                <a:alpha val="100000"/>
              </a:srgbClr>
            </a:solidFill>
            <a:ln w="5420" cap="flat">
              <a:solidFill>
                <a:srgbClr val="388BA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5" name="pg505"/>
            <p:cNvSpPr/>
            <p:nvPr/>
          </p:nvSpPr>
          <p:spPr>
            <a:xfrm>
              <a:off x="6207141" y="285081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8CA7">
                <a:alpha val="100000"/>
              </a:srgbClr>
            </a:solidFill>
            <a:ln w="5420" cap="flat">
              <a:solidFill>
                <a:srgbClr val="378C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6" name="pg506"/>
            <p:cNvSpPr/>
            <p:nvPr/>
          </p:nvSpPr>
          <p:spPr>
            <a:xfrm>
              <a:off x="6218778" y="285081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8CA7">
                <a:alpha val="100000"/>
              </a:srgbClr>
            </a:solidFill>
            <a:ln w="5420" cap="flat">
              <a:solidFill>
                <a:srgbClr val="378C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7" name="pg507"/>
            <p:cNvSpPr/>
            <p:nvPr/>
          </p:nvSpPr>
          <p:spPr>
            <a:xfrm>
              <a:off x="6230416" y="285081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8DA7">
                <a:alpha val="100000"/>
              </a:srgbClr>
            </a:solidFill>
            <a:ln w="5420" cap="flat">
              <a:solidFill>
                <a:srgbClr val="378D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8" name="pg508"/>
            <p:cNvSpPr/>
            <p:nvPr/>
          </p:nvSpPr>
          <p:spPr>
            <a:xfrm>
              <a:off x="6242053" y="285081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8DA7">
                <a:alpha val="100000"/>
              </a:srgbClr>
            </a:solidFill>
            <a:ln w="5420" cap="flat">
              <a:solidFill>
                <a:srgbClr val="378D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9" name="pg509"/>
            <p:cNvSpPr/>
            <p:nvPr/>
          </p:nvSpPr>
          <p:spPr>
            <a:xfrm>
              <a:off x="6253690" y="285081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8DA7">
                <a:alpha val="100000"/>
              </a:srgbClr>
            </a:solidFill>
            <a:ln w="5420" cap="flat">
              <a:solidFill>
                <a:srgbClr val="378D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0" name="pg510"/>
            <p:cNvSpPr/>
            <p:nvPr/>
          </p:nvSpPr>
          <p:spPr>
            <a:xfrm>
              <a:off x="6265328" y="285081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8DA7">
                <a:alpha val="100000"/>
              </a:srgbClr>
            </a:solidFill>
            <a:ln w="5420" cap="flat">
              <a:solidFill>
                <a:srgbClr val="378D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1" name="pg511"/>
            <p:cNvSpPr/>
            <p:nvPr/>
          </p:nvSpPr>
          <p:spPr>
            <a:xfrm>
              <a:off x="6276965" y="285081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8DA7">
                <a:alpha val="100000"/>
              </a:srgbClr>
            </a:solidFill>
            <a:ln w="5420" cap="flat">
              <a:solidFill>
                <a:srgbClr val="378D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2" name="pg512"/>
            <p:cNvSpPr/>
            <p:nvPr/>
          </p:nvSpPr>
          <p:spPr>
            <a:xfrm>
              <a:off x="5869658" y="286511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3F71">
                <a:alpha val="100000"/>
              </a:srgbClr>
            </a:solidFill>
            <a:ln w="5420" cap="flat">
              <a:solidFill>
                <a:srgbClr val="3B3F7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3" name="pg513"/>
            <p:cNvSpPr/>
            <p:nvPr/>
          </p:nvSpPr>
          <p:spPr>
            <a:xfrm>
              <a:off x="5881296" y="286511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174">
                <a:alpha val="100000"/>
              </a:srgbClr>
            </a:solidFill>
            <a:ln w="5420" cap="flat">
              <a:solidFill>
                <a:srgbClr val="3C417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4" name="pg514"/>
            <p:cNvSpPr/>
            <p:nvPr/>
          </p:nvSpPr>
          <p:spPr>
            <a:xfrm>
              <a:off x="5892933" y="286511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377">
                <a:alpha val="100000"/>
              </a:srgbClr>
            </a:solidFill>
            <a:ln w="5420" cap="flat">
              <a:solidFill>
                <a:srgbClr val="3C437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5" name="pg515"/>
            <p:cNvSpPr/>
            <p:nvPr/>
          </p:nvSpPr>
          <p:spPr>
            <a:xfrm>
              <a:off x="5904570" y="286511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67B">
                <a:alpha val="100000"/>
              </a:srgbClr>
            </a:solidFill>
            <a:ln w="5420" cap="flat">
              <a:solidFill>
                <a:srgbClr val="3C467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6" name="pg516"/>
            <p:cNvSpPr/>
            <p:nvPr/>
          </p:nvSpPr>
          <p:spPr>
            <a:xfrm>
              <a:off x="5916208" y="286511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B83">
                <a:alpha val="100000"/>
              </a:srgbClr>
            </a:solidFill>
            <a:ln w="5420" cap="flat">
              <a:solidFill>
                <a:srgbClr val="3C4B8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7" name="pg517"/>
            <p:cNvSpPr/>
            <p:nvPr/>
          </p:nvSpPr>
          <p:spPr>
            <a:xfrm>
              <a:off x="5927845" y="286511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4E87">
                <a:alpha val="100000"/>
              </a:srgbClr>
            </a:solidFill>
            <a:ln w="5420" cap="flat">
              <a:solidFill>
                <a:srgbClr val="3B4E8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8" name="pg518"/>
            <p:cNvSpPr/>
            <p:nvPr/>
          </p:nvSpPr>
          <p:spPr>
            <a:xfrm>
              <a:off x="5939482" y="286511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518B">
                <a:alpha val="100000"/>
              </a:srgbClr>
            </a:solidFill>
            <a:ln w="5420" cap="flat">
              <a:solidFill>
                <a:srgbClr val="3B518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9" name="pg519"/>
            <p:cNvSpPr/>
            <p:nvPr/>
          </p:nvSpPr>
          <p:spPr>
            <a:xfrm>
              <a:off x="5951120" y="286511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548F">
                <a:alpha val="100000"/>
              </a:srgbClr>
            </a:solidFill>
            <a:ln w="5420" cap="flat">
              <a:solidFill>
                <a:srgbClr val="3B548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0" name="pg520"/>
            <p:cNvSpPr/>
            <p:nvPr/>
          </p:nvSpPr>
          <p:spPr>
            <a:xfrm>
              <a:off x="5962757" y="286511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5793">
                <a:alpha val="100000"/>
              </a:srgbClr>
            </a:solidFill>
            <a:ln w="5420" cap="flat">
              <a:solidFill>
                <a:srgbClr val="3A579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1" name="pg521"/>
            <p:cNvSpPr/>
            <p:nvPr/>
          </p:nvSpPr>
          <p:spPr>
            <a:xfrm>
              <a:off x="5974394" y="286511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5A97">
                <a:alpha val="100000"/>
              </a:srgbClr>
            </a:solidFill>
            <a:ln w="5420" cap="flat">
              <a:solidFill>
                <a:srgbClr val="3A5A9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2" name="pg522"/>
            <p:cNvSpPr/>
            <p:nvPr/>
          </p:nvSpPr>
          <p:spPr>
            <a:xfrm>
              <a:off x="5986032" y="286511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5D9B">
                <a:alpha val="100000"/>
              </a:srgbClr>
            </a:solidFill>
            <a:ln w="5420" cap="flat">
              <a:solidFill>
                <a:srgbClr val="395D9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3" name="pg523"/>
            <p:cNvSpPr/>
            <p:nvPr/>
          </p:nvSpPr>
          <p:spPr>
            <a:xfrm>
              <a:off x="5997669" y="286511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609D">
                <a:alpha val="100000"/>
              </a:srgbClr>
            </a:solidFill>
            <a:ln w="5420" cap="flat">
              <a:solidFill>
                <a:srgbClr val="3960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4" name="pg524"/>
            <p:cNvSpPr/>
            <p:nvPr/>
          </p:nvSpPr>
          <p:spPr>
            <a:xfrm>
              <a:off x="6009306" y="286511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39D">
                <a:alpha val="100000"/>
              </a:srgbClr>
            </a:solidFill>
            <a:ln w="5420" cap="flat">
              <a:solidFill>
                <a:srgbClr val="3A63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5" name="pg525"/>
            <p:cNvSpPr/>
            <p:nvPr/>
          </p:nvSpPr>
          <p:spPr>
            <a:xfrm>
              <a:off x="6020944" y="286511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69E">
                <a:alpha val="100000"/>
              </a:srgbClr>
            </a:solidFill>
            <a:ln w="5420" cap="flat">
              <a:solidFill>
                <a:srgbClr val="3A66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6" name="pg526"/>
            <p:cNvSpPr/>
            <p:nvPr/>
          </p:nvSpPr>
          <p:spPr>
            <a:xfrm>
              <a:off x="6032581" y="286511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CA0">
                <a:alpha val="100000"/>
              </a:srgbClr>
            </a:solidFill>
            <a:ln w="5420" cap="flat">
              <a:solidFill>
                <a:srgbClr val="3A6CA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7" name="pg527"/>
            <p:cNvSpPr/>
            <p:nvPr/>
          </p:nvSpPr>
          <p:spPr>
            <a:xfrm>
              <a:off x="6044218" y="286511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FA0">
                <a:alpha val="100000"/>
              </a:srgbClr>
            </a:solidFill>
            <a:ln w="5420" cap="flat">
              <a:solidFill>
                <a:srgbClr val="3A6FA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8" name="pg528"/>
            <p:cNvSpPr/>
            <p:nvPr/>
          </p:nvSpPr>
          <p:spPr>
            <a:xfrm>
              <a:off x="6055856" y="286511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72A1">
                <a:alpha val="100000"/>
              </a:srgbClr>
            </a:solidFill>
            <a:ln w="5420" cap="flat">
              <a:solidFill>
                <a:srgbClr val="3B72A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9" name="pg529"/>
            <p:cNvSpPr/>
            <p:nvPr/>
          </p:nvSpPr>
          <p:spPr>
            <a:xfrm>
              <a:off x="6067493" y="286511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5A2">
                <a:alpha val="100000"/>
              </a:srgbClr>
            </a:solidFill>
            <a:ln w="5420" cap="flat">
              <a:solidFill>
                <a:srgbClr val="3A75A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0" name="pg530"/>
            <p:cNvSpPr/>
            <p:nvPr/>
          </p:nvSpPr>
          <p:spPr>
            <a:xfrm>
              <a:off x="6079130" y="286511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8A2">
                <a:alpha val="100000"/>
              </a:srgbClr>
            </a:solidFill>
            <a:ln w="5420" cap="flat">
              <a:solidFill>
                <a:srgbClr val="3A78A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1" name="pg531"/>
            <p:cNvSpPr/>
            <p:nvPr/>
          </p:nvSpPr>
          <p:spPr>
            <a:xfrm>
              <a:off x="6090768" y="286511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BA3">
                <a:alpha val="100000"/>
              </a:srgbClr>
            </a:solidFill>
            <a:ln w="5420" cap="flat">
              <a:solidFill>
                <a:srgbClr val="3A7BA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2" name="pg532"/>
            <p:cNvSpPr/>
            <p:nvPr/>
          </p:nvSpPr>
          <p:spPr>
            <a:xfrm>
              <a:off x="6172229" y="286511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88BA7">
                <a:alpha val="100000"/>
              </a:srgbClr>
            </a:solidFill>
            <a:ln w="5420" cap="flat">
              <a:solidFill>
                <a:srgbClr val="388B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3" name="pg533"/>
            <p:cNvSpPr/>
            <p:nvPr/>
          </p:nvSpPr>
          <p:spPr>
            <a:xfrm>
              <a:off x="6183866" y="286511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8CA7">
                <a:alpha val="100000"/>
              </a:srgbClr>
            </a:solidFill>
            <a:ln w="5420" cap="flat">
              <a:solidFill>
                <a:srgbClr val="378C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4" name="pg534"/>
            <p:cNvSpPr/>
            <p:nvPr/>
          </p:nvSpPr>
          <p:spPr>
            <a:xfrm>
              <a:off x="6195504" y="286511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8DA7">
                <a:alpha val="100000"/>
              </a:srgbClr>
            </a:solidFill>
            <a:ln w="5420" cap="flat">
              <a:solidFill>
                <a:srgbClr val="378D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5" name="pg535"/>
            <p:cNvSpPr/>
            <p:nvPr/>
          </p:nvSpPr>
          <p:spPr>
            <a:xfrm>
              <a:off x="6207141" y="286511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8EA7">
                <a:alpha val="100000"/>
              </a:srgbClr>
            </a:solidFill>
            <a:ln w="5420" cap="flat">
              <a:solidFill>
                <a:srgbClr val="378E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6" name="pg536"/>
            <p:cNvSpPr/>
            <p:nvPr/>
          </p:nvSpPr>
          <p:spPr>
            <a:xfrm>
              <a:off x="6218778" y="286511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8EA7">
                <a:alpha val="100000"/>
              </a:srgbClr>
            </a:solidFill>
            <a:ln w="5420" cap="flat">
              <a:solidFill>
                <a:srgbClr val="378E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7" name="pg537"/>
            <p:cNvSpPr/>
            <p:nvPr/>
          </p:nvSpPr>
          <p:spPr>
            <a:xfrm>
              <a:off x="6230416" y="286511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8EA7">
                <a:alpha val="100000"/>
              </a:srgbClr>
            </a:solidFill>
            <a:ln w="5420" cap="flat">
              <a:solidFill>
                <a:srgbClr val="378E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8" name="pg538"/>
            <p:cNvSpPr/>
            <p:nvPr/>
          </p:nvSpPr>
          <p:spPr>
            <a:xfrm>
              <a:off x="6242053" y="286511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8FA7">
                <a:alpha val="100000"/>
              </a:srgbClr>
            </a:solidFill>
            <a:ln w="5420" cap="flat">
              <a:solidFill>
                <a:srgbClr val="378F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9" name="pg539"/>
            <p:cNvSpPr/>
            <p:nvPr/>
          </p:nvSpPr>
          <p:spPr>
            <a:xfrm>
              <a:off x="6253690" y="286511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8FA7">
                <a:alpha val="100000"/>
              </a:srgbClr>
            </a:solidFill>
            <a:ln w="5420" cap="flat">
              <a:solidFill>
                <a:srgbClr val="378F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0" name="pg540"/>
            <p:cNvSpPr/>
            <p:nvPr/>
          </p:nvSpPr>
          <p:spPr>
            <a:xfrm>
              <a:off x="5869658" y="287941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3A6A">
                <a:alpha val="100000"/>
              </a:srgbClr>
            </a:solidFill>
            <a:ln w="5420" cap="flat">
              <a:solidFill>
                <a:srgbClr val="3B3A6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1" name="pg541"/>
            <p:cNvSpPr/>
            <p:nvPr/>
          </p:nvSpPr>
          <p:spPr>
            <a:xfrm>
              <a:off x="5881296" y="287941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3C6E">
                <a:alpha val="100000"/>
              </a:srgbClr>
            </a:solidFill>
            <a:ln w="5420" cap="flat">
              <a:solidFill>
                <a:srgbClr val="3B3C6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2" name="pg542"/>
            <p:cNvSpPr/>
            <p:nvPr/>
          </p:nvSpPr>
          <p:spPr>
            <a:xfrm>
              <a:off x="5892933" y="287941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3F72">
                <a:alpha val="100000"/>
              </a:srgbClr>
            </a:solidFill>
            <a:ln w="5420" cap="flat">
              <a:solidFill>
                <a:srgbClr val="3B3F7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3" name="pg543"/>
            <p:cNvSpPr/>
            <p:nvPr/>
          </p:nvSpPr>
          <p:spPr>
            <a:xfrm>
              <a:off x="5904570" y="287941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276">
                <a:alpha val="100000"/>
              </a:srgbClr>
            </a:solidFill>
            <a:ln w="5420" cap="flat">
              <a:solidFill>
                <a:srgbClr val="3C427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4" name="pg544"/>
            <p:cNvSpPr/>
            <p:nvPr/>
          </p:nvSpPr>
          <p:spPr>
            <a:xfrm>
              <a:off x="5916208" y="287941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97F">
                <a:alpha val="100000"/>
              </a:srgbClr>
            </a:solidFill>
            <a:ln w="5420" cap="flat">
              <a:solidFill>
                <a:srgbClr val="3C497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5" name="pg545"/>
            <p:cNvSpPr/>
            <p:nvPr/>
          </p:nvSpPr>
          <p:spPr>
            <a:xfrm>
              <a:off x="5927845" y="287941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C84">
                <a:alpha val="100000"/>
              </a:srgbClr>
            </a:solidFill>
            <a:ln w="5420" cap="flat">
              <a:solidFill>
                <a:srgbClr val="3C4C8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6" name="pg546"/>
            <p:cNvSpPr/>
            <p:nvPr/>
          </p:nvSpPr>
          <p:spPr>
            <a:xfrm>
              <a:off x="5939482" y="287941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4F88">
                <a:alpha val="100000"/>
              </a:srgbClr>
            </a:solidFill>
            <a:ln w="5420" cap="flat">
              <a:solidFill>
                <a:srgbClr val="3B4F8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7" name="pg547"/>
            <p:cNvSpPr/>
            <p:nvPr/>
          </p:nvSpPr>
          <p:spPr>
            <a:xfrm>
              <a:off x="5951120" y="287941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538D">
                <a:alpha val="100000"/>
              </a:srgbClr>
            </a:solidFill>
            <a:ln w="5420" cap="flat">
              <a:solidFill>
                <a:srgbClr val="3B538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8" name="pg548"/>
            <p:cNvSpPr/>
            <p:nvPr/>
          </p:nvSpPr>
          <p:spPr>
            <a:xfrm>
              <a:off x="5962757" y="287941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5692">
                <a:alpha val="100000"/>
              </a:srgbClr>
            </a:solidFill>
            <a:ln w="5420" cap="flat">
              <a:solidFill>
                <a:srgbClr val="3B569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9" name="pg549"/>
            <p:cNvSpPr/>
            <p:nvPr/>
          </p:nvSpPr>
          <p:spPr>
            <a:xfrm>
              <a:off x="5974394" y="287941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5996">
                <a:alpha val="100000"/>
              </a:srgbClr>
            </a:solidFill>
            <a:ln w="5420" cap="flat">
              <a:solidFill>
                <a:srgbClr val="3A599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0" name="pg550"/>
            <p:cNvSpPr/>
            <p:nvPr/>
          </p:nvSpPr>
          <p:spPr>
            <a:xfrm>
              <a:off x="5986032" y="287941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5C9A">
                <a:alpha val="100000"/>
              </a:srgbClr>
            </a:solidFill>
            <a:ln w="5420" cap="flat">
              <a:solidFill>
                <a:srgbClr val="395C9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1" name="pg551"/>
            <p:cNvSpPr/>
            <p:nvPr/>
          </p:nvSpPr>
          <p:spPr>
            <a:xfrm>
              <a:off x="5997669" y="287941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5F9D">
                <a:alpha val="100000"/>
              </a:srgbClr>
            </a:solidFill>
            <a:ln w="5420" cap="flat">
              <a:solidFill>
                <a:srgbClr val="395F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2" name="pg552"/>
            <p:cNvSpPr/>
            <p:nvPr/>
          </p:nvSpPr>
          <p:spPr>
            <a:xfrm>
              <a:off x="6009306" y="287941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39D">
                <a:alpha val="100000"/>
              </a:srgbClr>
            </a:solidFill>
            <a:ln w="5420" cap="flat">
              <a:solidFill>
                <a:srgbClr val="3A63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3" name="pg553"/>
            <p:cNvSpPr/>
            <p:nvPr/>
          </p:nvSpPr>
          <p:spPr>
            <a:xfrm>
              <a:off x="6020944" y="287941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69E">
                <a:alpha val="100000"/>
              </a:srgbClr>
            </a:solidFill>
            <a:ln w="5420" cap="flat">
              <a:solidFill>
                <a:srgbClr val="3A66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4" name="pg554"/>
            <p:cNvSpPr/>
            <p:nvPr/>
          </p:nvSpPr>
          <p:spPr>
            <a:xfrm>
              <a:off x="6032581" y="287941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CA0">
                <a:alpha val="100000"/>
              </a:srgbClr>
            </a:solidFill>
            <a:ln w="5420" cap="flat">
              <a:solidFill>
                <a:srgbClr val="3A6CA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5" name="pg555"/>
            <p:cNvSpPr/>
            <p:nvPr/>
          </p:nvSpPr>
          <p:spPr>
            <a:xfrm>
              <a:off x="6044218" y="287941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6FA0">
                <a:alpha val="100000"/>
              </a:srgbClr>
            </a:solidFill>
            <a:ln w="5420" cap="flat">
              <a:solidFill>
                <a:srgbClr val="3B6FA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6" name="pg556"/>
            <p:cNvSpPr/>
            <p:nvPr/>
          </p:nvSpPr>
          <p:spPr>
            <a:xfrm>
              <a:off x="6172229" y="287941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8DA7">
                <a:alpha val="100000"/>
              </a:srgbClr>
            </a:solidFill>
            <a:ln w="5420" cap="flat">
              <a:solidFill>
                <a:srgbClr val="378D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7" name="pg557"/>
            <p:cNvSpPr/>
            <p:nvPr/>
          </p:nvSpPr>
          <p:spPr>
            <a:xfrm>
              <a:off x="6183866" y="287941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8EA7">
                <a:alpha val="100000"/>
              </a:srgbClr>
            </a:solidFill>
            <a:ln w="5420" cap="flat">
              <a:solidFill>
                <a:srgbClr val="378E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8" name="pg558"/>
            <p:cNvSpPr/>
            <p:nvPr/>
          </p:nvSpPr>
          <p:spPr>
            <a:xfrm>
              <a:off x="6195504" y="287941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8FA7">
                <a:alpha val="100000"/>
              </a:srgbClr>
            </a:solidFill>
            <a:ln w="5420" cap="flat">
              <a:solidFill>
                <a:srgbClr val="378F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9" name="pg559"/>
            <p:cNvSpPr/>
            <p:nvPr/>
          </p:nvSpPr>
          <p:spPr>
            <a:xfrm>
              <a:off x="6207141" y="287941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690A7">
                <a:alpha val="100000"/>
              </a:srgbClr>
            </a:solidFill>
            <a:ln w="5420" cap="flat">
              <a:solidFill>
                <a:srgbClr val="3690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0" name="pg560"/>
            <p:cNvSpPr/>
            <p:nvPr/>
          </p:nvSpPr>
          <p:spPr>
            <a:xfrm>
              <a:off x="6218778" y="287941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690A8">
                <a:alpha val="100000"/>
              </a:srgbClr>
            </a:solidFill>
            <a:ln w="5420" cap="flat">
              <a:solidFill>
                <a:srgbClr val="3690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1" name="pg561"/>
            <p:cNvSpPr/>
            <p:nvPr/>
          </p:nvSpPr>
          <p:spPr>
            <a:xfrm>
              <a:off x="6230416" y="287941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690A8">
                <a:alpha val="100000"/>
              </a:srgbClr>
            </a:solidFill>
            <a:ln w="5420" cap="flat">
              <a:solidFill>
                <a:srgbClr val="3690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2" name="pg562"/>
            <p:cNvSpPr/>
            <p:nvPr/>
          </p:nvSpPr>
          <p:spPr>
            <a:xfrm>
              <a:off x="5858021" y="289371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315E">
                <a:alpha val="100000"/>
              </a:srgbClr>
            </a:solidFill>
            <a:ln w="5420" cap="flat">
              <a:solidFill>
                <a:srgbClr val="3A315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3" name="pg563"/>
            <p:cNvSpPr/>
            <p:nvPr/>
          </p:nvSpPr>
          <p:spPr>
            <a:xfrm>
              <a:off x="5869658" y="289371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3462">
                <a:alpha val="100000"/>
              </a:srgbClr>
            </a:solidFill>
            <a:ln w="5420" cap="flat">
              <a:solidFill>
                <a:srgbClr val="3A346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4" name="pg564"/>
            <p:cNvSpPr/>
            <p:nvPr/>
          </p:nvSpPr>
          <p:spPr>
            <a:xfrm>
              <a:off x="5881296" y="289371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3867">
                <a:alpha val="100000"/>
              </a:srgbClr>
            </a:solidFill>
            <a:ln w="5420" cap="flat">
              <a:solidFill>
                <a:srgbClr val="3B386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5" name="pg565"/>
            <p:cNvSpPr/>
            <p:nvPr/>
          </p:nvSpPr>
          <p:spPr>
            <a:xfrm>
              <a:off x="5892933" y="289371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3C6D">
                <a:alpha val="100000"/>
              </a:srgbClr>
            </a:solidFill>
            <a:ln w="5420" cap="flat">
              <a:solidFill>
                <a:srgbClr val="3B3C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6" name="pg566"/>
            <p:cNvSpPr/>
            <p:nvPr/>
          </p:nvSpPr>
          <p:spPr>
            <a:xfrm>
              <a:off x="5904570" y="289371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4072">
                <a:alpha val="100000"/>
              </a:srgbClr>
            </a:solidFill>
            <a:ln w="5420" cap="flat">
              <a:solidFill>
                <a:srgbClr val="3B407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7" name="pg567"/>
            <p:cNvSpPr/>
            <p:nvPr/>
          </p:nvSpPr>
          <p:spPr>
            <a:xfrm>
              <a:off x="5916208" y="289371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77D">
                <a:alpha val="100000"/>
              </a:srgbClr>
            </a:solidFill>
            <a:ln w="5420" cap="flat">
              <a:solidFill>
                <a:srgbClr val="3C477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8" name="pg568"/>
            <p:cNvSpPr/>
            <p:nvPr/>
          </p:nvSpPr>
          <p:spPr>
            <a:xfrm>
              <a:off x="5927845" y="289371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B82">
                <a:alpha val="100000"/>
              </a:srgbClr>
            </a:solidFill>
            <a:ln w="5420" cap="flat">
              <a:solidFill>
                <a:srgbClr val="3C4B8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9" name="pg569"/>
            <p:cNvSpPr/>
            <p:nvPr/>
          </p:nvSpPr>
          <p:spPr>
            <a:xfrm>
              <a:off x="5939482" y="289371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4E87">
                <a:alpha val="100000"/>
              </a:srgbClr>
            </a:solidFill>
            <a:ln w="5420" cap="flat">
              <a:solidFill>
                <a:srgbClr val="3B4E8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0" name="pg570"/>
            <p:cNvSpPr/>
            <p:nvPr/>
          </p:nvSpPr>
          <p:spPr>
            <a:xfrm>
              <a:off x="5951120" y="289371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528C">
                <a:alpha val="100000"/>
              </a:srgbClr>
            </a:solidFill>
            <a:ln w="5420" cap="flat">
              <a:solidFill>
                <a:srgbClr val="3B528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1" name="pg571"/>
            <p:cNvSpPr/>
            <p:nvPr/>
          </p:nvSpPr>
          <p:spPr>
            <a:xfrm>
              <a:off x="5962757" y="289371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5590">
                <a:alpha val="100000"/>
              </a:srgbClr>
            </a:solidFill>
            <a:ln w="5420" cap="flat">
              <a:solidFill>
                <a:srgbClr val="3B559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2" name="pg572"/>
            <p:cNvSpPr/>
            <p:nvPr/>
          </p:nvSpPr>
          <p:spPr>
            <a:xfrm>
              <a:off x="5974394" y="289371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5895">
                <a:alpha val="100000"/>
              </a:srgbClr>
            </a:solidFill>
            <a:ln w="5420" cap="flat">
              <a:solidFill>
                <a:srgbClr val="3A589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3" name="pg573"/>
            <p:cNvSpPr/>
            <p:nvPr/>
          </p:nvSpPr>
          <p:spPr>
            <a:xfrm>
              <a:off x="5986032" y="289371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5B9A">
                <a:alpha val="100000"/>
              </a:srgbClr>
            </a:solidFill>
            <a:ln w="5420" cap="flat">
              <a:solidFill>
                <a:srgbClr val="395B9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4" name="pg574"/>
            <p:cNvSpPr/>
            <p:nvPr/>
          </p:nvSpPr>
          <p:spPr>
            <a:xfrm>
              <a:off x="5997669" y="289371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5F9C">
                <a:alpha val="100000"/>
              </a:srgbClr>
            </a:solidFill>
            <a:ln w="5420" cap="flat">
              <a:solidFill>
                <a:srgbClr val="395F9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5" name="pg575"/>
            <p:cNvSpPr/>
            <p:nvPr/>
          </p:nvSpPr>
          <p:spPr>
            <a:xfrm>
              <a:off x="6009306" y="289371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29D">
                <a:alpha val="100000"/>
              </a:srgbClr>
            </a:solidFill>
            <a:ln w="5420" cap="flat">
              <a:solidFill>
                <a:srgbClr val="3A62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6" name="pg576"/>
            <p:cNvSpPr/>
            <p:nvPr/>
          </p:nvSpPr>
          <p:spPr>
            <a:xfrm>
              <a:off x="6160592" y="289371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8EA7">
                <a:alpha val="100000"/>
              </a:srgbClr>
            </a:solidFill>
            <a:ln w="5420" cap="flat">
              <a:solidFill>
                <a:srgbClr val="378E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7" name="pg577"/>
            <p:cNvSpPr/>
            <p:nvPr/>
          </p:nvSpPr>
          <p:spPr>
            <a:xfrm>
              <a:off x="6172229" y="289371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8FA7">
                <a:alpha val="100000"/>
              </a:srgbClr>
            </a:solidFill>
            <a:ln w="5420" cap="flat">
              <a:solidFill>
                <a:srgbClr val="378F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8" name="pg578"/>
            <p:cNvSpPr/>
            <p:nvPr/>
          </p:nvSpPr>
          <p:spPr>
            <a:xfrm>
              <a:off x="6183866" y="289371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690A8">
                <a:alpha val="100000"/>
              </a:srgbClr>
            </a:solidFill>
            <a:ln w="5420" cap="flat">
              <a:solidFill>
                <a:srgbClr val="3690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9" name="pg579"/>
            <p:cNvSpPr/>
            <p:nvPr/>
          </p:nvSpPr>
          <p:spPr>
            <a:xfrm>
              <a:off x="6195504" y="289371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691A8">
                <a:alpha val="100000"/>
              </a:srgbClr>
            </a:solidFill>
            <a:ln w="5420" cap="flat">
              <a:solidFill>
                <a:srgbClr val="3691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0" name="pg580"/>
            <p:cNvSpPr/>
            <p:nvPr/>
          </p:nvSpPr>
          <p:spPr>
            <a:xfrm>
              <a:off x="6207141" y="289371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691A8">
                <a:alpha val="100000"/>
              </a:srgbClr>
            </a:solidFill>
            <a:ln w="5420" cap="flat">
              <a:solidFill>
                <a:srgbClr val="3691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1" name="pg581"/>
            <p:cNvSpPr/>
            <p:nvPr/>
          </p:nvSpPr>
          <p:spPr>
            <a:xfrm>
              <a:off x="6218778" y="289371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692A8">
                <a:alpha val="100000"/>
              </a:srgbClr>
            </a:solidFill>
            <a:ln w="5420" cap="flat">
              <a:solidFill>
                <a:srgbClr val="3692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2" name="pg582"/>
            <p:cNvSpPr/>
            <p:nvPr/>
          </p:nvSpPr>
          <p:spPr>
            <a:xfrm>
              <a:off x="5799834" y="290801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3462">
                <a:alpha val="100000"/>
              </a:srgbClr>
            </a:solidFill>
            <a:ln w="5420" cap="flat">
              <a:solidFill>
                <a:srgbClr val="3A346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3" name="pg583"/>
            <p:cNvSpPr/>
            <p:nvPr/>
          </p:nvSpPr>
          <p:spPr>
            <a:xfrm>
              <a:off x="5811472" y="290801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82C57">
                <a:alpha val="100000"/>
              </a:srgbClr>
            </a:solidFill>
            <a:ln w="5420" cap="flat">
              <a:solidFill>
                <a:srgbClr val="382C5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4" name="pg584"/>
            <p:cNvSpPr/>
            <p:nvPr/>
          </p:nvSpPr>
          <p:spPr>
            <a:xfrm>
              <a:off x="5823109" y="290801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5274E">
                <a:alpha val="100000"/>
              </a:srgbClr>
            </a:solidFill>
            <a:ln w="5420" cap="flat">
              <a:solidFill>
                <a:srgbClr val="35274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5" name="pg585"/>
            <p:cNvSpPr/>
            <p:nvPr/>
          </p:nvSpPr>
          <p:spPr>
            <a:xfrm>
              <a:off x="5834746" y="290801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3264B">
                <a:alpha val="100000"/>
              </a:srgbClr>
            </a:solidFill>
            <a:ln w="5420" cap="flat">
              <a:solidFill>
                <a:srgbClr val="33264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6" name="pg586"/>
            <p:cNvSpPr/>
            <p:nvPr/>
          </p:nvSpPr>
          <p:spPr>
            <a:xfrm>
              <a:off x="5846384" y="290801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62850">
                <a:alpha val="100000"/>
              </a:srgbClr>
            </a:solidFill>
            <a:ln w="5420" cap="flat">
              <a:solidFill>
                <a:srgbClr val="36285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7" name="pg587"/>
            <p:cNvSpPr/>
            <p:nvPr/>
          </p:nvSpPr>
          <p:spPr>
            <a:xfrm>
              <a:off x="5858021" y="290801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82B56">
                <a:alpha val="100000"/>
              </a:srgbClr>
            </a:solidFill>
            <a:ln w="5420" cap="flat">
              <a:solidFill>
                <a:srgbClr val="382B5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8" name="pg588"/>
            <p:cNvSpPr/>
            <p:nvPr/>
          </p:nvSpPr>
          <p:spPr>
            <a:xfrm>
              <a:off x="5869658" y="290801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305C">
                <a:alpha val="100000"/>
              </a:srgbClr>
            </a:solidFill>
            <a:ln w="5420" cap="flat">
              <a:solidFill>
                <a:srgbClr val="3930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9" name="pg589"/>
            <p:cNvSpPr/>
            <p:nvPr/>
          </p:nvSpPr>
          <p:spPr>
            <a:xfrm>
              <a:off x="5881296" y="290801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3462">
                <a:alpha val="100000"/>
              </a:srgbClr>
            </a:solidFill>
            <a:ln w="5420" cap="flat">
              <a:solidFill>
                <a:srgbClr val="3A346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0" name="pg590"/>
            <p:cNvSpPr/>
            <p:nvPr/>
          </p:nvSpPr>
          <p:spPr>
            <a:xfrm>
              <a:off x="5892933" y="290801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3969">
                <a:alpha val="100000"/>
              </a:srgbClr>
            </a:solidFill>
            <a:ln w="5420" cap="flat">
              <a:solidFill>
                <a:srgbClr val="3B396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1" name="pg591"/>
            <p:cNvSpPr/>
            <p:nvPr/>
          </p:nvSpPr>
          <p:spPr>
            <a:xfrm>
              <a:off x="5904570" y="290801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3D6F">
                <a:alpha val="100000"/>
              </a:srgbClr>
            </a:solidFill>
            <a:ln w="5420" cap="flat">
              <a:solidFill>
                <a:srgbClr val="3B3D6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2" name="pg592"/>
            <p:cNvSpPr/>
            <p:nvPr/>
          </p:nvSpPr>
          <p:spPr>
            <a:xfrm>
              <a:off x="5916208" y="290801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67B">
                <a:alpha val="100000"/>
              </a:srgbClr>
            </a:solidFill>
            <a:ln w="5420" cap="flat">
              <a:solidFill>
                <a:srgbClr val="3C467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3" name="pg593"/>
            <p:cNvSpPr/>
            <p:nvPr/>
          </p:nvSpPr>
          <p:spPr>
            <a:xfrm>
              <a:off x="5927845" y="290801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A80">
                <a:alpha val="100000"/>
              </a:srgbClr>
            </a:solidFill>
            <a:ln w="5420" cap="flat">
              <a:solidFill>
                <a:srgbClr val="3C4A8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4" name="pg594"/>
            <p:cNvSpPr/>
            <p:nvPr/>
          </p:nvSpPr>
          <p:spPr>
            <a:xfrm>
              <a:off x="5939482" y="290801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4D86">
                <a:alpha val="100000"/>
              </a:srgbClr>
            </a:solidFill>
            <a:ln w="5420" cap="flat">
              <a:solidFill>
                <a:srgbClr val="3B4D8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5" name="pg595"/>
            <p:cNvSpPr/>
            <p:nvPr/>
          </p:nvSpPr>
          <p:spPr>
            <a:xfrm>
              <a:off x="5951120" y="290801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518B">
                <a:alpha val="100000"/>
              </a:srgbClr>
            </a:solidFill>
            <a:ln w="5420" cap="flat">
              <a:solidFill>
                <a:srgbClr val="3B518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6" name="pg596"/>
            <p:cNvSpPr/>
            <p:nvPr/>
          </p:nvSpPr>
          <p:spPr>
            <a:xfrm>
              <a:off x="5974394" y="290801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5895">
                <a:alpha val="100000"/>
              </a:srgbClr>
            </a:solidFill>
            <a:ln w="5420" cap="flat">
              <a:solidFill>
                <a:srgbClr val="3A589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7" name="pg597"/>
            <p:cNvSpPr/>
            <p:nvPr/>
          </p:nvSpPr>
          <p:spPr>
            <a:xfrm>
              <a:off x="5986032" y="290801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5B9A">
                <a:alpha val="100000"/>
              </a:srgbClr>
            </a:solidFill>
            <a:ln w="5420" cap="flat">
              <a:solidFill>
                <a:srgbClr val="395B9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8" name="pg598"/>
            <p:cNvSpPr/>
            <p:nvPr/>
          </p:nvSpPr>
          <p:spPr>
            <a:xfrm>
              <a:off x="5997669" y="290801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5F9C">
                <a:alpha val="100000"/>
              </a:srgbClr>
            </a:solidFill>
            <a:ln w="5420" cap="flat">
              <a:solidFill>
                <a:srgbClr val="395F9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9" name="pg599"/>
            <p:cNvSpPr/>
            <p:nvPr/>
          </p:nvSpPr>
          <p:spPr>
            <a:xfrm>
              <a:off x="6160592" y="290801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690A7">
                <a:alpha val="100000"/>
              </a:srgbClr>
            </a:solidFill>
            <a:ln w="5420" cap="flat">
              <a:solidFill>
                <a:srgbClr val="3690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0" name="pg600"/>
            <p:cNvSpPr/>
            <p:nvPr/>
          </p:nvSpPr>
          <p:spPr>
            <a:xfrm>
              <a:off x="6172229" y="290801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691A8">
                <a:alpha val="100000"/>
              </a:srgbClr>
            </a:solidFill>
            <a:ln w="5420" cap="flat">
              <a:solidFill>
                <a:srgbClr val="3691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1" name="pg601"/>
            <p:cNvSpPr/>
            <p:nvPr/>
          </p:nvSpPr>
          <p:spPr>
            <a:xfrm>
              <a:off x="6183866" y="290801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692A8">
                <a:alpha val="100000"/>
              </a:srgbClr>
            </a:solidFill>
            <a:ln w="5420" cap="flat">
              <a:solidFill>
                <a:srgbClr val="3692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2" name="pg602"/>
            <p:cNvSpPr/>
            <p:nvPr/>
          </p:nvSpPr>
          <p:spPr>
            <a:xfrm>
              <a:off x="6195504" y="290801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693A8">
                <a:alpha val="100000"/>
              </a:srgbClr>
            </a:solidFill>
            <a:ln w="5420" cap="flat">
              <a:solidFill>
                <a:srgbClr val="3693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3" name="pg603"/>
            <p:cNvSpPr/>
            <p:nvPr/>
          </p:nvSpPr>
          <p:spPr>
            <a:xfrm>
              <a:off x="6207141" y="290801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593A8">
                <a:alpha val="100000"/>
              </a:srgbClr>
            </a:solidFill>
            <a:ln w="5420" cap="flat">
              <a:solidFill>
                <a:srgbClr val="3593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4" name="pg604"/>
            <p:cNvSpPr/>
            <p:nvPr/>
          </p:nvSpPr>
          <p:spPr>
            <a:xfrm>
              <a:off x="5764922" y="292232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5B99">
                <a:alpha val="100000"/>
              </a:srgbClr>
            </a:solidFill>
            <a:ln w="5420" cap="flat">
              <a:solidFill>
                <a:srgbClr val="3A5B9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5" name="pg605"/>
            <p:cNvSpPr/>
            <p:nvPr/>
          </p:nvSpPr>
          <p:spPr>
            <a:xfrm>
              <a:off x="5776560" y="292232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5894">
                <a:alpha val="100000"/>
              </a:srgbClr>
            </a:solidFill>
            <a:ln w="5420" cap="flat">
              <a:solidFill>
                <a:srgbClr val="3A589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6" name="pg606"/>
            <p:cNvSpPr/>
            <p:nvPr/>
          </p:nvSpPr>
          <p:spPr>
            <a:xfrm>
              <a:off x="5788197" y="292232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518B">
                <a:alpha val="100000"/>
              </a:srgbClr>
            </a:solidFill>
            <a:ln w="5420" cap="flat">
              <a:solidFill>
                <a:srgbClr val="3B518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7" name="pg607"/>
            <p:cNvSpPr/>
            <p:nvPr/>
          </p:nvSpPr>
          <p:spPr>
            <a:xfrm>
              <a:off x="5799834" y="292232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3563">
                <a:alpha val="100000"/>
              </a:srgbClr>
            </a:solidFill>
            <a:ln w="5420" cap="flat">
              <a:solidFill>
                <a:srgbClr val="3A356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8" name="pg608"/>
            <p:cNvSpPr/>
            <p:nvPr/>
          </p:nvSpPr>
          <p:spPr>
            <a:xfrm>
              <a:off x="5811472" y="292232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4274C">
                <a:alpha val="100000"/>
              </a:srgbClr>
            </a:solidFill>
            <a:ln w="5420" cap="flat">
              <a:solidFill>
                <a:srgbClr val="34274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9" name="pg609"/>
            <p:cNvSpPr/>
            <p:nvPr/>
          </p:nvSpPr>
          <p:spPr>
            <a:xfrm>
              <a:off x="5823109" y="292232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2D213F">
                <a:alpha val="100000"/>
              </a:srgbClr>
            </a:solidFill>
            <a:ln w="5420" cap="flat">
              <a:solidFill>
                <a:srgbClr val="2D213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0" name="pg610"/>
            <p:cNvSpPr/>
            <p:nvPr/>
          </p:nvSpPr>
          <p:spPr>
            <a:xfrm>
              <a:off x="5834746" y="292232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2C213F">
                <a:alpha val="100000"/>
              </a:srgbClr>
            </a:solidFill>
            <a:ln w="5420" cap="flat">
              <a:solidFill>
                <a:srgbClr val="2C213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1" name="pg611"/>
            <p:cNvSpPr/>
            <p:nvPr/>
          </p:nvSpPr>
          <p:spPr>
            <a:xfrm>
              <a:off x="5846384" y="292232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02445">
                <a:alpha val="100000"/>
              </a:srgbClr>
            </a:solidFill>
            <a:ln w="5420" cap="flat">
              <a:solidFill>
                <a:srgbClr val="30244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2" name="pg612"/>
            <p:cNvSpPr/>
            <p:nvPr/>
          </p:nvSpPr>
          <p:spPr>
            <a:xfrm>
              <a:off x="5858021" y="292232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5284F">
                <a:alpha val="100000"/>
              </a:srgbClr>
            </a:solidFill>
            <a:ln w="5420" cap="flat">
              <a:solidFill>
                <a:srgbClr val="35284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3" name="pg613"/>
            <p:cNvSpPr/>
            <p:nvPr/>
          </p:nvSpPr>
          <p:spPr>
            <a:xfrm>
              <a:off x="5869658" y="292232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2D58">
                <a:alpha val="100000"/>
              </a:srgbClr>
            </a:solidFill>
            <a:ln w="5420" cap="flat">
              <a:solidFill>
                <a:srgbClr val="392D5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4" name="pg614"/>
            <p:cNvSpPr/>
            <p:nvPr/>
          </p:nvSpPr>
          <p:spPr>
            <a:xfrm>
              <a:off x="5881296" y="292232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3360">
                <a:alpha val="100000"/>
              </a:srgbClr>
            </a:solidFill>
            <a:ln w="5420" cap="flat">
              <a:solidFill>
                <a:srgbClr val="3A336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5" name="pg615"/>
            <p:cNvSpPr/>
            <p:nvPr/>
          </p:nvSpPr>
          <p:spPr>
            <a:xfrm>
              <a:off x="5892933" y="292232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3867">
                <a:alpha val="100000"/>
              </a:srgbClr>
            </a:solidFill>
            <a:ln w="5420" cap="flat">
              <a:solidFill>
                <a:srgbClr val="3B386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6" name="pg616"/>
            <p:cNvSpPr/>
            <p:nvPr/>
          </p:nvSpPr>
          <p:spPr>
            <a:xfrm>
              <a:off x="5904570" y="292232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3D6E">
                <a:alpha val="100000"/>
              </a:srgbClr>
            </a:solidFill>
            <a:ln w="5420" cap="flat">
              <a:solidFill>
                <a:srgbClr val="3B3D6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7" name="pg617"/>
            <p:cNvSpPr/>
            <p:nvPr/>
          </p:nvSpPr>
          <p:spPr>
            <a:xfrm>
              <a:off x="5927845" y="292232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980">
                <a:alpha val="100000"/>
              </a:srgbClr>
            </a:solidFill>
            <a:ln w="5420" cap="flat">
              <a:solidFill>
                <a:srgbClr val="3C498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8" name="pg618"/>
            <p:cNvSpPr/>
            <p:nvPr/>
          </p:nvSpPr>
          <p:spPr>
            <a:xfrm>
              <a:off x="5939482" y="292232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4D86">
                <a:alpha val="100000"/>
              </a:srgbClr>
            </a:solidFill>
            <a:ln w="5420" cap="flat">
              <a:solidFill>
                <a:srgbClr val="3B4D8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9" name="pg619"/>
            <p:cNvSpPr/>
            <p:nvPr/>
          </p:nvSpPr>
          <p:spPr>
            <a:xfrm>
              <a:off x="6160592" y="292232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691A8">
                <a:alpha val="100000"/>
              </a:srgbClr>
            </a:solidFill>
            <a:ln w="5420" cap="flat">
              <a:solidFill>
                <a:srgbClr val="3691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0" name="pg620"/>
            <p:cNvSpPr/>
            <p:nvPr/>
          </p:nvSpPr>
          <p:spPr>
            <a:xfrm>
              <a:off x="6172229" y="292232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692A8">
                <a:alpha val="100000"/>
              </a:srgbClr>
            </a:solidFill>
            <a:ln w="5420" cap="flat">
              <a:solidFill>
                <a:srgbClr val="3692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1" name="pg621"/>
            <p:cNvSpPr/>
            <p:nvPr/>
          </p:nvSpPr>
          <p:spPr>
            <a:xfrm>
              <a:off x="6183866" y="292232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593A8">
                <a:alpha val="100000"/>
              </a:srgbClr>
            </a:solidFill>
            <a:ln w="5420" cap="flat">
              <a:solidFill>
                <a:srgbClr val="3593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2" name="pg622"/>
            <p:cNvSpPr/>
            <p:nvPr/>
          </p:nvSpPr>
          <p:spPr>
            <a:xfrm>
              <a:off x="6195504" y="292232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594A8">
                <a:alpha val="100000"/>
              </a:srgbClr>
            </a:solidFill>
            <a:ln w="5420" cap="flat">
              <a:solidFill>
                <a:srgbClr val="3594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3" name="pg623"/>
            <p:cNvSpPr/>
            <p:nvPr/>
          </p:nvSpPr>
          <p:spPr>
            <a:xfrm>
              <a:off x="6207141" y="292232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595A8">
                <a:alpha val="100000"/>
              </a:srgbClr>
            </a:solidFill>
            <a:ln w="5420" cap="flat">
              <a:solidFill>
                <a:srgbClr val="3595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4" name="pg624"/>
            <p:cNvSpPr/>
            <p:nvPr/>
          </p:nvSpPr>
          <p:spPr>
            <a:xfrm>
              <a:off x="5753285" y="293662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49E">
                <a:alpha val="100000"/>
              </a:srgbClr>
            </a:solidFill>
            <a:ln w="5420" cap="flat">
              <a:solidFill>
                <a:srgbClr val="3A64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5" name="pg625"/>
            <p:cNvSpPr/>
            <p:nvPr/>
          </p:nvSpPr>
          <p:spPr>
            <a:xfrm>
              <a:off x="5764922" y="293662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79E">
                <a:alpha val="100000"/>
              </a:srgbClr>
            </a:solidFill>
            <a:ln w="5420" cap="flat">
              <a:solidFill>
                <a:srgbClr val="3A67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6" name="pg626"/>
            <p:cNvSpPr/>
            <p:nvPr/>
          </p:nvSpPr>
          <p:spPr>
            <a:xfrm>
              <a:off x="5776560" y="293662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A9F">
                <a:alpha val="100000"/>
              </a:srgbClr>
            </a:solidFill>
            <a:ln w="5420" cap="flat">
              <a:solidFill>
                <a:srgbClr val="3A6A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7" name="pg627"/>
            <p:cNvSpPr/>
            <p:nvPr/>
          </p:nvSpPr>
          <p:spPr>
            <a:xfrm>
              <a:off x="5788197" y="293662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DA0">
                <a:alpha val="100000"/>
              </a:srgbClr>
            </a:solidFill>
            <a:ln w="5420" cap="flat">
              <a:solidFill>
                <a:srgbClr val="3A6DA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8" name="pg628"/>
            <p:cNvSpPr/>
            <p:nvPr/>
          </p:nvSpPr>
          <p:spPr>
            <a:xfrm>
              <a:off x="5799834" y="293662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5996">
                <a:alpha val="100000"/>
              </a:srgbClr>
            </a:solidFill>
            <a:ln w="5420" cap="flat">
              <a:solidFill>
                <a:srgbClr val="3A599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9" name="pg629"/>
            <p:cNvSpPr/>
            <p:nvPr/>
          </p:nvSpPr>
          <p:spPr>
            <a:xfrm>
              <a:off x="5811472" y="293662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3D6F">
                <a:alpha val="100000"/>
              </a:srgbClr>
            </a:solidFill>
            <a:ln w="5420" cap="flat">
              <a:solidFill>
                <a:srgbClr val="3B3D6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0" name="pg630"/>
            <p:cNvSpPr/>
            <p:nvPr/>
          </p:nvSpPr>
          <p:spPr>
            <a:xfrm>
              <a:off x="5823109" y="293662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82B56">
                <a:alpha val="100000"/>
              </a:srgbClr>
            </a:solidFill>
            <a:ln w="5420" cap="flat">
              <a:solidFill>
                <a:srgbClr val="382B5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1" name="pg631"/>
            <p:cNvSpPr/>
            <p:nvPr/>
          </p:nvSpPr>
          <p:spPr>
            <a:xfrm>
              <a:off x="5834746" y="293662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5284E">
                <a:alpha val="100000"/>
              </a:srgbClr>
            </a:solidFill>
            <a:ln w="5420" cap="flat">
              <a:solidFill>
                <a:srgbClr val="35284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2" name="pg632"/>
            <p:cNvSpPr/>
            <p:nvPr/>
          </p:nvSpPr>
          <p:spPr>
            <a:xfrm>
              <a:off x="5846384" y="293662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2952">
                <a:alpha val="100000"/>
              </a:srgbClr>
            </a:solidFill>
            <a:ln w="5420" cap="flat">
              <a:solidFill>
                <a:srgbClr val="37295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3" name="pg633"/>
            <p:cNvSpPr/>
            <p:nvPr/>
          </p:nvSpPr>
          <p:spPr>
            <a:xfrm>
              <a:off x="5858021" y="293662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2D58">
                <a:alpha val="100000"/>
              </a:srgbClr>
            </a:solidFill>
            <a:ln w="5420" cap="flat">
              <a:solidFill>
                <a:srgbClr val="392D5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4" name="pg634"/>
            <p:cNvSpPr/>
            <p:nvPr/>
          </p:nvSpPr>
          <p:spPr>
            <a:xfrm>
              <a:off x="5869658" y="293662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325F">
                <a:alpha val="100000"/>
              </a:srgbClr>
            </a:solidFill>
            <a:ln w="5420" cap="flat">
              <a:solidFill>
                <a:srgbClr val="3A325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5" name="pg635"/>
            <p:cNvSpPr/>
            <p:nvPr/>
          </p:nvSpPr>
          <p:spPr>
            <a:xfrm>
              <a:off x="5881296" y="293662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3766">
                <a:alpha val="100000"/>
              </a:srgbClr>
            </a:solidFill>
            <a:ln w="5420" cap="flat">
              <a:solidFill>
                <a:srgbClr val="3B37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6" name="pg636"/>
            <p:cNvSpPr/>
            <p:nvPr/>
          </p:nvSpPr>
          <p:spPr>
            <a:xfrm>
              <a:off x="5892933" y="293662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3B6C">
                <a:alpha val="100000"/>
              </a:srgbClr>
            </a:solidFill>
            <a:ln w="5420" cap="flat">
              <a:solidFill>
                <a:srgbClr val="3B3B6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7" name="pg637"/>
            <p:cNvSpPr/>
            <p:nvPr/>
          </p:nvSpPr>
          <p:spPr>
            <a:xfrm>
              <a:off x="6160592" y="293662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593A8">
                <a:alpha val="100000"/>
              </a:srgbClr>
            </a:solidFill>
            <a:ln w="5420" cap="flat">
              <a:solidFill>
                <a:srgbClr val="3593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8" name="pg638"/>
            <p:cNvSpPr/>
            <p:nvPr/>
          </p:nvSpPr>
          <p:spPr>
            <a:xfrm>
              <a:off x="6172229" y="293662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594A8">
                <a:alpha val="100000"/>
              </a:srgbClr>
            </a:solidFill>
            <a:ln w="5420" cap="flat">
              <a:solidFill>
                <a:srgbClr val="3594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9" name="pg639"/>
            <p:cNvSpPr/>
            <p:nvPr/>
          </p:nvSpPr>
          <p:spPr>
            <a:xfrm>
              <a:off x="6183866" y="293662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595A9">
                <a:alpha val="100000"/>
              </a:srgbClr>
            </a:solidFill>
            <a:ln w="5420" cap="flat">
              <a:solidFill>
                <a:srgbClr val="3595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0" name="pg640"/>
            <p:cNvSpPr/>
            <p:nvPr/>
          </p:nvSpPr>
          <p:spPr>
            <a:xfrm>
              <a:off x="6195504" y="293662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496A9">
                <a:alpha val="100000"/>
              </a:srgbClr>
            </a:solidFill>
            <a:ln w="5420" cap="flat">
              <a:solidFill>
                <a:srgbClr val="3496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1" name="pg641"/>
            <p:cNvSpPr/>
            <p:nvPr/>
          </p:nvSpPr>
          <p:spPr>
            <a:xfrm>
              <a:off x="6207141" y="293662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496A9">
                <a:alpha val="100000"/>
              </a:srgbClr>
            </a:solidFill>
            <a:ln w="5420" cap="flat">
              <a:solidFill>
                <a:srgbClr val="3496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2" name="pg642"/>
            <p:cNvSpPr/>
            <p:nvPr/>
          </p:nvSpPr>
          <p:spPr>
            <a:xfrm>
              <a:off x="6218778" y="293662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496A9">
                <a:alpha val="100000"/>
              </a:srgbClr>
            </a:solidFill>
            <a:ln w="5420" cap="flat">
              <a:solidFill>
                <a:srgbClr val="3496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3" name="pg643"/>
            <p:cNvSpPr/>
            <p:nvPr/>
          </p:nvSpPr>
          <p:spPr>
            <a:xfrm>
              <a:off x="6230416" y="293662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496A9">
                <a:alpha val="100000"/>
              </a:srgbClr>
            </a:solidFill>
            <a:ln w="5420" cap="flat">
              <a:solidFill>
                <a:srgbClr val="3496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4" name="pg644"/>
            <p:cNvSpPr/>
            <p:nvPr/>
          </p:nvSpPr>
          <p:spPr>
            <a:xfrm>
              <a:off x="6276965" y="293662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593A8">
                <a:alpha val="100000"/>
              </a:srgbClr>
            </a:solidFill>
            <a:ln w="5420" cap="flat">
              <a:solidFill>
                <a:srgbClr val="3593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5" name="pg645"/>
            <p:cNvSpPr/>
            <p:nvPr/>
          </p:nvSpPr>
          <p:spPr>
            <a:xfrm>
              <a:off x="6288602" y="293662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692A8">
                <a:alpha val="100000"/>
              </a:srgbClr>
            </a:solidFill>
            <a:ln w="5420" cap="flat">
              <a:solidFill>
                <a:srgbClr val="3692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6" name="pg646"/>
            <p:cNvSpPr/>
            <p:nvPr/>
          </p:nvSpPr>
          <p:spPr>
            <a:xfrm>
              <a:off x="6300240" y="293662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692A8">
                <a:alpha val="100000"/>
              </a:srgbClr>
            </a:solidFill>
            <a:ln w="5420" cap="flat">
              <a:solidFill>
                <a:srgbClr val="3692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7" name="pg647"/>
            <p:cNvSpPr/>
            <p:nvPr/>
          </p:nvSpPr>
          <p:spPr>
            <a:xfrm>
              <a:off x="6311877" y="293662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691A8">
                <a:alpha val="100000"/>
              </a:srgbClr>
            </a:solidFill>
            <a:ln w="5420" cap="flat">
              <a:solidFill>
                <a:srgbClr val="3691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8" name="pg648"/>
            <p:cNvSpPr/>
            <p:nvPr/>
          </p:nvSpPr>
          <p:spPr>
            <a:xfrm>
              <a:off x="6323514" y="293662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690A8">
                <a:alpha val="100000"/>
              </a:srgbClr>
            </a:solidFill>
            <a:ln w="5420" cap="flat">
              <a:solidFill>
                <a:srgbClr val="3690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9" name="pg649"/>
            <p:cNvSpPr/>
            <p:nvPr/>
          </p:nvSpPr>
          <p:spPr>
            <a:xfrm>
              <a:off x="5741648" y="295092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69E">
                <a:alpha val="100000"/>
              </a:srgbClr>
            </a:solidFill>
            <a:ln w="5420" cap="flat">
              <a:solidFill>
                <a:srgbClr val="3A66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0" name="pg650"/>
            <p:cNvSpPr/>
            <p:nvPr/>
          </p:nvSpPr>
          <p:spPr>
            <a:xfrm>
              <a:off x="5753285" y="295092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79E">
                <a:alpha val="100000"/>
              </a:srgbClr>
            </a:solidFill>
            <a:ln w="5420" cap="flat">
              <a:solidFill>
                <a:srgbClr val="3A67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1" name="pg651"/>
            <p:cNvSpPr/>
            <p:nvPr/>
          </p:nvSpPr>
          <p:spPr>
            <a:xfrm>
              <a:off x="5764922" y="295092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99F">
                <a:alpha val="100000"/>
              </a:srgbClr>
            </a:solidFill>
            <a:ln w="5420" cap="flat">
              <a:solidFill>
                <a:srgbClr val="3A69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2" name="pg652"/>
            <p:cNvSpPr/>
            <p:nvPr/>
          </p:nvSpPr>
          <p:spPr>
            <a:xfrm>
              <a:off x="5776560" y="295092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DA0">
                <a:alpha val="100000"/>
              </a:srgbClr>
            </a:solidFill>
            <a:ln w="5420" cap="flat">
              <a:solidFill>
                <a:srgbClr val="3A6DA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3" name="pg653"/>
            <p:cNvSpPr/>
            <p:nvPr/>
          </p:nvSpPr>
          <p:spPr>
            <a:xfrm>
              <a:off x="5788197" y="295092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71A1">
                <a:alpha val="100000"/>
              </a:srgbClr>
            </a:solidFill>
            <a:ln w="5420" cap="flat">
              <a:solidFill>
                <a:srgbClr val="3B71A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4" name="pg654"/>
            <p:cNvSpPr/>
            <p:nvPr/>
          </p:nvSpPr>
          <p:spPr>
            <a:xfrm>
              <a:off x="5799834" y="295092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59E">
                <a:alpha val="100000"/>
              </a:srgbClr>
            </a:solidFill>
            <a:ln w="5420" cap="flat">
              <a:solidFill>
                <a:srgbClr val="3A65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5" name="pg655"/>
            <p:cNvSpPr/>
            <p:nvPr/>
          </p:nvSpPr>
          <p:spPr>
            <a:xfrm>
              <a:off x="5811472" y="295092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528C">
                <a:alpha val="100000"/>
              </a:srgbClr>
            </a:solidFill>
            <a:ln w="5420" cap="flat">
              <a:solidFill>
                <a:srgbClr val="3B528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6" name="pg656"/>
            <p:cNvSpPr/>
            <p:nvPr/>
          </p:nvSpPr>
          <p:spPr>
            <a:xfrm>
              <a:off x="5823109" y="295092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175">
                <a:alpha val="100000"/>
              </a:srgbClr>
            </a:solidFill>
            <a:ln w="5420" cap="flat">
              <a:solidFill>
                <a:srgbClr val="3C417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7" name="pg657"/>
            <p:cNvSpPr/>
            <p:nvPr/>
          </p:nvSpPr>
          <p:spPr>
            <a:xfrm>
              <a:off x="5834746" y="295092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3968">
                <a:alpha val="100000"/>
              </a:srgbClr>
            </a:solidFill>
            <a:ln w="5420" cap="flat">
              <a:solidFill>
                <a:srgbClr val="3B396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8" name="pg658"/>
            <p:cNvSpPr/>
            <p:nvPr/>
          </p:nvSpPr>
          <p:spPr>
            <a:xfrm>
              <a:off x="5846384" y="295092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3665">
                <a:alpha val="100000"/>
              </a:srgbClr>
            </a:solidFill>
            <a:ln w="5420" cap="flat">
              <a:solidFill>
                <a:srgbClr val="3A366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9" name="pg659"/>
            <p:cNvSpPr/>
            <p:nvPr/>
          </p:nvSpPr>
          <p:spPr>
            <a:xfrm>
              <a:off x="5858021" y="295092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3766">
                <a:alpha val="100000"/>
              </a:srgbClr>
            </a:solidFill>
            <a:ln w="5420" cap="flat">
              <a:solidFill>
                <a:srgbClr val="3B37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0" name="pg660"/>
            <p:cNvSpPr/>
            <p:nvPr/>
          </p:nvSpPr>
          <p:spPr>
            <a:xfrm>
              <a:off x="5869658" y="295092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3969">
                <a:alpha val="100000"/>
              </a:srgbClr>
            </a:solidFill>
            <a:ln w="5420" cap="flat">
              <a:solidFill>
                <a:srgbClr val="3B396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1" name="pg661"/>
            <p:cNvSpPr/>
            <p:nvPr/>
          </p:nvSpPr>
          <p:spPr>
            <a:xfrm>
              <a:off x="5881296" y="295092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3B6C">
                <a:alpha val="100000"/>
              </a:srgbClr>
            </a:solidFill>
            <a:ln w="5420" cap="flat">
              <a:solidFill>
                <a:srgbClr val="3B3B6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2" name="pg662"/>
            <p:cNvSpPr/>
            <p:nvPr/>
          </p:nvSpPr>
          <p:spPr>
            <a:xfrm>
              <a:off x="6172229" y="295092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595A9">
                <a:alpha val="100000"/>
              </a:srgbClr>
            </a:solidFill>
            <a:ln w="5420" cap="flat">
              <a:solidFill>
                <a:srgbClr val="3595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3" name="pg663"/>
            <p:cNvSpPr/>
            <p:nvPr/>
          </p:nvSpPr>
          <p:spPr>
            <a:xfrm>
              <a:off x="6183866" y="295092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596A9">
                <a:alpha val="100000"/>
              </a:srgbClr>
            </a:solidFill>
            <a:ln w="5420" cap="flat">
              <a:solidFill>
                <a:srgbClr val="3596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4" name="pg664"/>
            <p:cNvSpPr/>
            <p:nvPr/>
          </p:nvSpPr>
          <p:spPr>
            <a:xfrm>
              <a:off x="6195504" y="295092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496A9">
                <a:alpha val="100000"/>
              </a:srgbClr>
            </a:solidFill>
            <a:ln w="5420" cap="flat">
              <a:solidFill>
                <a:srgbClr val="3496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5" name="pg665"/>
            <p:cNvSpPr/>
            <p:nvPr/>
          </p:nvSpPr>
          <p:spPr>
            <a:xfrm>
              <a:off x="6207141" y="295092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496A9">
                <a:alpha val="100000"/>
              </a:srgbClr>
            </a:solidFill>
            <a:ln w="5420" cap="flat">
              <a:solidFill>
                <a:srgbClr val="3496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6" name="pg666"/>
            <p:cNvSpPr/>
            <p:nvPr/>
          </p:nvSpPr>
          <p:spPr>
            <a:xfrm>
              <a:off x="6218778" y="295092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497A9">
                <a:alpha val="100000"/>
              </a:srgbClr>
            </a:solidFill>
            <a:ln w="5420" cap="flat">
              <a:solidFill>
                <a:srgbClr val="3497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7" name="pg667"/>
            <p:cNvSpPr/>
            <p:nvPr/>
          </p:nvSpPr>
          <p:spPr>
            <a:xfrm>
              <a:off x="6230416" y="295092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496A9">
                <a:alpha val="100000"/>
              </a:srgbClr>
            </a:solidFill>
            <a:ln w="5420" cap="flat">
              <a:solidFill>
                <a:srgbClr val="3496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8" name="pg668"/>
            <p:cNvSpPr/>
            <p:nvPr/>
          </p:nvSpPr>
          <p:spPr>
            <a:xfrm>
              <a:off x="6242053" y="295092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496A9">
                <a:alpha val="100000"/>
              </a:srgbClr>
            </a:solidFill>
            <a:ln w="5420" cap="flat">
              <a:solidFill>
                <a:srgbClr val="3496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9" name="pg669"/>
            <p:cNvSpPr/>
            <p:nvPr/>
          </p:nvSpPr>
          <p:spPr>
            <a:xfrm>
              <a:off x="6265328" y="295092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594A8">
                <a:alpha val="100000"/>
              </a:srgbClr>
            </a:solidFill>
            <a:ln w="5420" cap="flat">
              <a:solidFill>
                <a:srgbClr val="3594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0" name="pg670"/>
            <p:cNvSpPr/>
            <p:nvPr/>
          </p:nvSpPr>
          <p:spPr>
            <a:xfrm>
              <a:off x="6276965" y="295092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593A8">
                <a:alpha val="100000"/>
              </a:srgbClr>
            </a:solidFill>
            <a:ln w="5420" cap="flat">
              <a:solidFill>
                <a:srgbClr val="3593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1" name="pg671"/>
            <p:cNvSpPr/>
            <p:nvPr/>
          </p:nvSpPr>
          <p:spPr>
            <a:xfrm>
              <a:off x="6288602" y="295092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693A8">
                <a:alpha val="100000"/>
              </a:srgbClr>
            </a:solidFill>
            <a:ln w="5420" cap="flat">
              <a:solidFill>
                <a:srgbClr val="3693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2" name="pg672"/>
            <p:cNvSpPr/>
            <p:nvPr/>
          </p:nvSpPr>
          <p:spPr>
            <a:xfrm>
              <a:off x="6300240" y="295092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692A8">
                <a:alpha val="100000"/>
              </a:srgbClr>
            </a:solidFill>
            <a:ln w="5420" cap="flat">
              <a:solidFill>
                <a:srgbClr val="3692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3" name="pg673"/>
            <p:cNvSpPr/>
            <p:nvPr/>
          </p:nvSpPr>
          <p:spPr>
            <a:xfrm>
              <a:off x="6311877" y="295092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691A8">
                <a:alpha val="100000"/>
              </a:srgbClr>
            </a:solidFill>
            <a:ln w="5420" cap="flat">
              <a:solidFill>
                <a:srgbClr val="3691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4" name="pg674"/>
            <p:cNvSpPr/>
            <p:nvPr/>
          </p:nvSpPr>
          <p:spPr>
            <a:xfrm>
              <a:off x="6323514" y="295092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690A8">
                <a:alpha val="100000"/>
              </a:srgbClr>
            </a:solidFill>
            <a:ln w="5420" cap="flat">
              <a:solidFill>
                <a:srgbClr val="3690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5" name="pg675"/>
            <p:cNvSpPr/>
            <p:nvPr/>
          </p:nvSpPr>
          <p:spPr>
            <a:xfrm>
              <a:off x="6335152" y="295092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690A8">
                <a:alpha val="100000"/>
              </a:srgbClr>
            </a:solidFill>
            <a:ln w="5420" cap="flat">
              <a:solidFill>
                <a:srgbClr val="3690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6" name="pg676"/>
            <p:cNvSpPr/>
            <p:nvPr/>
          </p:nvSpPr>
          <p:spPr>
            <a:xfrm>
              <a:off x="5730010" y="296522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99F">
                <a:alpha val="100000"/>
              </a:srgbClr>
            </a:solidFill>
            <a:ln w="5420" cap="flat">
              <a:solidFill>
                <a:srgbClr val="3A69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7" name="pg677"/>
            <p:cNvSpPr/>
            <p:nvPr/>
          </p:nvSpPr>
          <p:spPr>
            <a:xfrm>
              <a:off x="5741648" y="296522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89F">
                <a:alpha val="100000"/>
              </a:srgbClr>
            </a:solidFill>
            <a:ln w="5420" cap="flat">
              <a:solidFill>
                <a:srgbClr val="3A68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8" name="pg678"/>
            <p:cNvSpPr/>
            <p:nvPr/>
          </p:nvSpPr>
          <p:spPr>
            <a:xfrm>
              <a:off x="5753285" y="296522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89F">
                <a:alpha val="100000"/>
              </a:srgbClr>
            </a:solidFill>
            <a:ln w="5420" cap="flat">
              <a:solidFill>
                <a:srgbClr val="3A68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9" name="pg679"/>
            <p:cNvSpPr/>
            <p:nvPr/>
          </p:nvSpPr>
          <p:spPr>
            <a:xfrm>
              <a:off x="5764922" y="296522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99F">
                <a:alpha val="100000"/>
              </a:srgbClr>
            </a:solidFill>
            <a:ln w="5420" cap="flat">
              <a:solidFill>
                <a:srgbClr val="3A69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0" name="pg680"/>
            <p:cNvSpPr/>
            <p:nvPr/>
          </p:nvSpPr>
          <p:spPr>
            <a:xfrm>
              <a:off x="5776560" y="296522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A9F">
                <a:alpha val="100000"/>
              </a:srgbClr>
            </a:solidFill>
            <a:ln w="5420" cap="flat">
              <a:solidFill>
                <a:srgbClr val="3A6A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1" name="pg681"/>
            <p:cNvSpPr/>
            <p:nvPr/>
          </p:nvSpPr>
          <p:spPr>
            <a:xfrm>
              <a:off x="5788197" y="296522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B9F">
                <a:alpha val="100000"/>
              </a:srgbClr>
            </a:solidFill>
            <a:ln w="5420" cap="flat">
              <a:solidFill>
                <a:srgbClr val="3A6B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2" name="pg682"/>
            <p:cNvSpPr/>
            <p:nvPr/>
          </p:nvSpPr>
          <p:spPr>
            <a:xfrm>
              <a:off x="5799834" y="296522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39D">
                <a:alpha val="100000"/>
              </a:srgbClr>
            </a:solidFill>
            <a:ln w="5420" cap="flat">
              <a:solidFill>
                <a:srgbClr val="3A63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3" name="pg683"/>
            <p:cNvSpPr/>
            <p:nvPr/>
          </p:nvSpPr>
          <p:spPr>
            <a:xfrm>
              <a:off x="5811472" y="296522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5895">
                <a:alpha val="100000"/>
              </a:srgbClr>
            </a:solidFill>
            <a:ln w="5420" cap="flat">
              <a:solidFill>
                <a:srgbClr val="3A589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4" name="pg684"/>
            <p:cNvSpPr/>
            <p:nvPr/>
          </p:nvSpPr>
          <p:spPr>
            <a:xfrm>
              <a:off x="5823109" y="296522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4E86">
                <a:alpha val="100000"/>
              </a:srgbClr>
            </a:solidFill>
            <a:ln w="5420" cap="flat">
              <a:solidFill>
                <a:srgbClr val="3B4E8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5" name="pg685"/>
            <p:cNvSpPr/>
            <p:nvPr/>
          </p:nvSpPr>
          <p:spPr>
            <a:xfrm>
              <a:off x="5834746" y="296522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67B">
                <a:alpha val="100000"/>
              </a:srgbClr>
            </a:solidFill>
            <a:ln w="5420" cap="flat">
              <a:solidFill>
                <a:srgbClr val="3C467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6" name="pg686"/>
            <p:cNvSpPr/>
            <p:nvPr/>
          </p:nvSpPr>
          <p:spPr>
            <a:xfrm>
              <a:off x="5846384" y="296522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174">
                <a:alpha val="100000"/>
              </a:srgbClr>
            </a:solidFill>
            <a:ln w="5420" cap="flat">
              <a:solidFill>
                <a:srgbClr val="3C417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7" name="pg687"/>
            <p:cNvSpPr/>
            <p:nvPr/>
          </p:nvSpPr>
          <p:spPr>
            <a:xfrm>
              <a:off x="6172229" y="296522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594A8">
                <a:alpha val="100000"/>
              </a:srgbClr>
            </a:solidFill>
            <a:ln w="5420" cap="flat">
              <a:solidFill>
                <a:srgbClr val="3594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8" name="pg688"/>
            <p:cNvSpPr/>
            <p:nvPr/>
          </p:nvSpPr>
          <p:spPr>
            <a:xfrm>
              <a:off x="6183866" y="296522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595A9">
                <a:alpha val="100000"/>
              </a:srgbClr>
            </a:solidFill>
            <a:ln w="5420" cap="flat">
              <a:solidFill>
                <a:srgbClr val="3595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9" name="pg689"/>
            <p:cNvSpPr/>
            <p:nvPr/>
          </p:nvSpPr>
          <p:spPr>
            <a:xfrm>
              <a:off x="6195504" y="296522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496A9">
                <a:alpha val="100000"/>
              </a:srgbClr>
            </a:solidFill>
            <a:ln w="5420" cap="flat">
              <a:solidFill>
                <a:srgbClr val="3496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0" name="pg690"/>
            <p:cNvSpPr/>
            <p:nvPr/>
          </p:nvSpPr>
          <p:spPr>
            <a:xfrm>
              <a:off x="6207141" y="296522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496A9">
                <a:alpha val="100000"/>
              </a:srgbClr>
            </a:solidFill>
            <a:ln w="5420" cap="flat">
              <a:solidFill>
                <a:srgbClr val="3496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1" name="pg691"/>
            <p:cNvSpPr/>
            <p:nvPr/>
          </p:nvSpPr>
          <p:spPr>
            <a:xfrm>
              <a:off x="6218778" y="296522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496A9">
                <a:alpha val="100000"/>
              </a:srgbClr>
            </a:solidFill>
            <a:ln w="5420" cap="flat">
              <a:solidFill>
                <a:srgbClr val="3496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2" name="pg692"/>
            <p:cNvSpPr/>
            <p:nvPr/>
          </p:nvSpPr>
          <p:spPr>
            <a:xfrm>
              <a:off x="6230416" y="296522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496A9">
                <a:alpha val="100000"/>
              </a:srgbClr>
            </a:solidFill>
            <a:ln w="5420" cap="flat">
              <a:solidFill>
                <a:srgbClr val="3496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3" name="pg693"/>
            <p:cNvSpPr/>
            <p:nvPr/>
          </p:nvSpPr>
          <p:spPr>
            <a:xfrm>
              <a:off x="6242053" y="296522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496A9">
                <a:alpha val="100000"/>
              </a:srgbClr>
            </a:solidFill>
            <a:ln w="5420" cap="flat">
              <a:solidFill>
                <a:srgbClr val="3496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4" name="pg694"/>
            <p:cNvSpPr/>
            <p:nvPr/>
          </p:nvSpPr>
          <p:spPr>
            <a:xfrm>
              <a:off x="6253690" y="296522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595A9">
                <a:alpha val="100000"/>
              </a:srgbClr>
            </a:solidFill>
            <a:ln w="5420" cap="flat">
              <a:solidFill>
                <a:srgbClr val="3595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5" name="pg695"/>
            <p:cNvSpPr/>
            <p:nvPr/>
          </p:nvSpPr>
          <p:spPr>
            <a:xfrm>
              <a:off x="6265328" y="296522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594A8">
                <a:alpha val="100000"/>
              </a:srgbClr>
            </a:solidFill>
            <a:ln w="5420" cap="flat">
              <a:solidFill>
                <a:srgbClr val="3594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6" name="pg696"/>
            <p:cNvSpPr/>
            <p:nvPr/>
          </p:nvSpPr>
          <p:spPr>
            <a:xfrm>
              <a:off x="6276965" y="296522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593A8">
                <a:alpha val="100000"/>
              </a:srgbClr>
            </a:solidFill>
            <a:ln w="5420" cap="flat">
              <a:solidFill>
                <a:srgbClr val="3593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7" name="pg697"/>
            <p:cNvSpPr/>
            <p:nvPr/>
          </p:nvSpPr>
          <p:spPr>
            <a:xfrm>
              <a:off x="6288602" y="296522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692A8">
                <a:alpha val="100000"/>
              </a:srgbClr>
            </a:solidFill>
            <a:ln w="5420" cap="flat">
              <a:solidFill>
                <a:srgbClr val="3692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8" name="pg698"/>
            <p:cNvSpPr/>
            <p:nvPr/>
          </p:nvSpPr>
          <p:spPr>
            <a:xfrm>
              <a:off x="6300240" y="296522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692A8">
                <a:alpha val="100000"/>
              </a:srgbClr>
            </a:solidFill>
            <a:ln w="5420" cap="flat">
              <a:solidFill>
                <a:srgbClr val="3692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9" name="pg699"/>
            <p:cNvSpPr/>
            <p:nvPr/>
          </p:nvSpPr>
          <p:spPr>
            <a:xfrm>
              <a:off x="6311877" y="296522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691A8">
                <a:alpha val="100000"/>
              </a:srgbClr>
            </a:solidFill>
            <a:ln w="5420" cap="flat">
              <a:solidFill>
                <a:srgbClr val="3691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0" name="pg700"/>
            <p:cNvSpPr/>
            <p:nvPr/>
          </p:nvSpPr>
          <p:spPr>
            <a:xfrm>
              <a:off x="6323514" y="296522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690A8">
                <a:alpha val="100000"/>
              </a:srgbClr>
            </a:solidFill>
            <a:ln w="5420" cap="flat">
              <a:solidFill>
                <a:srgbClr val="3690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1" name="pg701"/>
            <p:cNvSpPr/>
            <p:nvPr/>
          </p:nvSpPr>
          <p:spPr>
            <a:xfrm>
              <a:off x="6335152" y="296522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690A8">
                <a:alpha val="100000"/>
              </a:srgbClr>
            </a:solidFill>
            <a:ln w="5420" cap="flat">
              <a:solidFill>
                <a:srgbClr val="3690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2" name="pg702"/>
            <p:cNvSpPr/>
            <p:nvPr/>
          </p:nvSpPr>
          <p:spPr>
            <a:xfrm>
              <a:off x="5718373" y="297952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EA0">
                <a:alpha val="100000"/>
              </a:srgbClr>
            </a:solidFill>
            <a:ln w="5420" cap="flat">
              <a:solidFill>
                <a:srgbClr val="3A6EA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3" name="pg703"/>
            <p:cNvSpPr/>
            <p:nvPr/>
          </p:nvSpPr>
          <p:spPr>
            <a:xfrm>
              <a:off x="5730010" y="297952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B9F">
                <a:alpha val="100000"/>
              </a:srgbClr>
            </a:solidFill>
            <a:ln w="5420" cap="flat">
              <a:solidFill>
                <a:srgbClr val="3A6B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4" name="pg704"/>
            <p:cNvSpPr/>
            <p:nvPr/>
          </p:nvSpPr>
          <p:spPr>
            <a:xfrm>
              <a:off x="5741648" y="297952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A9F">
                <a:alpha val="100000"/>
              </a:srgbClr>
            </a:solidFill>
            <a:ln w="5420" cap="flat">
              <a:solidFill>
                <a:srgbClr val="3A6A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5" name="pg705"/>
            <p:cNvSpPr/>
            <p:nvPr/>
          </p:nvSpPr>
          <p:spPr>
            <a:xfrm>
              <a:off x="5753285" y="297952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89F">
                <a:alpha val="100000"/>
              </a:srgbClr>
            </a:solidFill>
            <a:ln w="5420" cap="flat">
              <a:solidFill>
                <a:srgbClr val="3A68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6" name="pg706"/>
            <p:cNvSpPr/>
            <p:nvPr/>
          </p:nvSpPr>
          <p:spPr>
            <a:xfrm>
              <a:off x="5764922" y="297952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89F">
                <a:alpha val="100000"/>
              </a:srgbClr>
            </a:solidFill>
            <a:ln w="5420" cap="flat">
              <a:solidFill>
                <a:srgbClr val="3A68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7" name="pg707"/>
            <p:cNvSpPr/>
            <p:nvPr/>
          </p:nvSpPr>
          <p:spPr>
            <a:xfrm>
              <a:off x="5776560" y="297952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79E">
                <a:alpha val="100000"/>
              </a:srgbClr>
            </a:solidFill>
            <a:ln w="5420" cap="flat">
              <a:solidFill>
                <a:srgbClr val="3A67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8" name="pg708"/>
            <p:cNvSpPr/>
            <p:nvPr/>
          </p:nvSpPr>
          <p:spPr>
            <a:xfrm>
              <a:off x="5788197" y="297952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69E">
                <a:alpha val="100000"/>
              </a:srgbClr>
            </a:solidFill>
            <a:ln w="5420" cap="flat">
              <a:solidFill>
                <a:srgbClr val="3A66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9" name="pg709"/>
            <p:cNvSpPr/>
            <p:nvPr/>
          </p:nvSpPr>
          <p:spPr>
            <a:xfrm>
              <a:off x="5799834" y="297952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609D">
                <a:alpha val="100000"/>
              </a:srgbClr>
            </a:solidFill>
            <a:ln w="5420" cap="flat">
              <a:solidFill>
                <a:srgbClr val="3960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0" name="pg710"/>
            <p:cNvSpPr/>
            <p:nvPr/>
          </p:nvSpPr>
          <p:spPr>
            <a:xfrm>
              <a:off x="5811472" y="297952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5A98">
                <a:alpha val="100000"/>
              </a:srgbClr>
            </a:solidFill>
            <a:ln w="5420" cap="flat">
              <a:solidFill>
                <a:srgbClr val="3A5A9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1" name="pg711"/>
            <p:cNvSpPr/>
            <p:nvPr/>
          </p:nvSpPr>
          <p:spPr>
            <a:xfrm>
              <a:off x="6183866" y="297952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594A8">
                <a:alpha val="100000"/>
              </a:srgbClr>
            </a:solidFill>
            <a:ln w="5420" cap="flat">
              <a:solidFill>
                <a:srgbClr val="3594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2" name="pg712"/>
            <p:cNvSpPr/>
            <p:nvPr/>
          </p:nvSpPr>
          <p:spPr>
            <a:xfrm>
              <a:off x="6195504" y="297952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595A9">
                <a:alpha val="100000"/>
              </a:srgbClr>
            </a:solidFill>
            <a:ln w="5420" cap="flat">
              <a:solidFill>
                <a:srgbClr val="3595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3" name="pg713"/>
            <p:cNvSpPr/>
            <p:nvPr/>
          </p:nvSpPr>
          <p:spPr>
            <a:xfrm>
              <a:off x="6207141" y="297952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595A9">
                <a:alpha val="100000"/>
              </a:srgbClr>
            </a:solidFill>
            <a:ln w="5420" cap="flat">
              <a:solidFill>
                <a:srgbClr val="3595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4" name="pg714"/>
            <p:cNvSpPr/>
            <p:nvPr/>
          </p:nvSpPr>
          <p:spPr>
            <a:xfrm>
              <a:off x="6218778" y="297952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596A9">
                <a:alpha val="100000"/>
              </a:srgbClr>
            </a:solidFill>
            <a:ln w="5420" cap="flat">
              <a:solidFill>
                <a:srgbClr val="3596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5" name="pg715"/>
            <p:cNvSpPr/>
            <p:nvPr/>
          </p:nvSpPr>
          <p:spPr>
            <a:xfrm>
              <a:off x="6230416" y="297952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595A9">
                <a:alpha val="100000"/>
              </a:srgbClr>
            </a:solidFill>
            <a:ln w="5420" cap="flat">
              <a:solidFill>
                <a:srgbClr val="3595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6" name="pg716"/>
            <p:cNvSpPr/>
            <p:nvPr/>
          </p:nvSpPr>
          <p:spPr>
            <a:xfrm>
              <a:off x="6242053" y="297952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595A9">
                <a:alpha val="100000"/>
              </a:srgbClr>
            </a:solidFill>
            <a:ln w="5420" cap="flat">
              <a:solidFill>
                <a:srgbClr val="3595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7" name="pg717"/>
            <p:cNvSpPr/>
            <p:nvPr/>
          </p:nvSpPr>
          <p:spPr>
            <a:xfrm>
              <a:off x="6253690" y="297952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595A9">
                <a:alpha val="100000"/>
              </a:srgbClr>
            </a:solidFill>
            <a:ln w="5420" cap="flat">
              <a:solidFill>
                <a:srgbClr val="3595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8" name="pg718"/>
            <p:cNvSpPr/>
            <p:nvPr/>
          </p:nvSpPr>
          <p:spPr>
            <a:xfrm>
              <a:off x="6265328" y="297952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593A8">
                <a:alpha val="100000"/>
              </a:srgbClr>
            </a:solidFill>
            <a:ln w="5420" cap="flat">
              <a:solidFill>
                <a:srgbClr val="3593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9" name="pg719"/>
            <p:cNvSpPr/>
            <p:nvPr/>
          </p:nvSpPr>
          <p:spPr>
            <a:xfrm>
              <a:off x="6276965" y="297952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593A8">
                <a:alpha val="100000"/>
              </a:srgbClr>
            </a:solidFill>
            <a:ln w="5420" cap="flat">
              <a:solidFill>
                <a:srgbClr val="3593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0" name="pg720"/>
            <p:cNvSpPr/>
            <p:nvPr/>
          </p:nvSpPr>
          <p:spPr>
            <a:xfrm>
              <a:off x="6288602" y="297952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692A8">
                <a:alpha val="100000"/>
              </a:srgbClr>
            </a:solidFill>
            <a:ln w="5420" cap="flat">
              <a:solidFill>
                <a:srgbClr val="3692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1" name="pg721"/>
            <p:cNvSpPr/>
            <p:nvPr/>
          </p:nvSpPr>
          <p:spPr>
            <a:xfrm>
              <a:off x="6300240" y="297952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691A8">
                <a:alpha val="100000"/>
              </a:srgbClr>
            </a:solidFill>
            <a:ln w="5420" cap="flat">
              <a:solidFill>
                <a:srgbClr val="3691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2" name="pg722"/>
            <p:cNvSpPr/>
            <p:nvPr/>
          </p:nvSpPr>
          <p:spPr>
            <a:xfrm>
              <a:off x="6311877" y="297952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691A8">
                <a:alpha val="100000"/>
              </a:srgbClr>
            </a:solidFill>
            <a:ln w="5420" cap="flat">
              <a:solidFill>
                <a:srgbClr val="3691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3" name="pg723"/>
            <p:cNvSpPr/>
            <p:nvPr/>
          </p:nvSpPr>
          <p:spPr>
            <a:xfrm>
              <a:off x="6323514" y="297952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690A8">
                <a:alpha val="100000"/>
              </a:srgbClr>
            </a:solidFill>
            <a:ln w="5420" cap="flat">
              <a:solidFill>
                <a:srgbClr val="3690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4" name="pg724"/>
            <p:cNvSpPr/>
            <p:nvPr/>
          </p:nvSpPr>
          <p:spPr>
            <a:xfrm>
              <a:off x="5706736" y="299382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5A2">
                <a:alpha val="100000"/>
              </a:srgbClr>
            </a:solidFill>
            <a:ln w="5420" cap="flat">
              <a:solidFill>
                <a:srgbClr val="3A75A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5" name="pg725"/>
            <p:cNvSpPr/>
            <p:nvPr/>
          </p:nvSpPr>
          <p:spPr>
            <a:xfrm>
              <a:off x="5718373" y="299382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72A1">
                <a:alpha val="100000"/>
              </a:srgbClr>
            </a:solidFill>
            <a:ln w="5420" cap="flat">
              <a:solidFill>
                <a:srgbClr val="3B72A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6" name="pg726"/>
            <p:cNvSpPr/>
            <p:nvPr/>
          </p:nvSpPr>
          <p:spPr>
            <a:xfrm>
              <a:off x="5730010" y="299382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FA0">
                <a:alpha val="100000"/>
              </a:srgbClr>
            </a:solidFill>
            <a:ln w="5420" cap="flat">
              <a:solidFill>
                <a:srgbClr val="3A6FA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7" name="pg727"/>
            <p:cNvSpPr/>
            <p:nvPr/>
          </p:nvSpPr>
          <p:spPr>
            <a:xfrm>
              <a:off x="5741648" y="299382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CA0">
                <a:alpha val="100000"/>
              </a:srgbClr>
            </a:solidFill>
            <a:ln w="5420" cap="flat">
              <a:solidFill>
                <a:srgbClr val="3A6CA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8" name="pg728"/>
            <p:cNvSpPr/>
            <p:nvPr/>
          </p:nvSpPr>
          <p:spPr>
            <a:xfrm>
              <a:off x="5753285" y="299382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A9F">
                <a:alpha val="100000"/>
              </a:srgbClr>
            </a:solidFill>
            <a:ln w="5420" cap="flat">
              <a:solidFill>
                <a:srgbClr val="3A6A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9" name="pg729"/>
            <p:cNvSpPr/>
            <p:nvPr/>
          </p:nvSpPr>
          <p:spPr>
            <a:xfrm>
              <a:off x="5764922" y="299382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89F">
                <a:alpha val="100000"/>
              </a:srgbClr>
            </a:solidFill>
            <a:ln w="5420" cap="flat">
              <a:solidFill>
                <a:srgbClr val="3A68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0" name="pg730"/>
            <p:cNvSpPr/>
            <p:nvPr/>
          </p:nvSpPr>
          <p:spPr>
            <a:xfrm>
              <a:off x="5776560" y="299382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69E">
                <a:alpha val="100000"/>
              </a:srgbClr>
            </a:solidFill>
            <a:ln w="5420" cap="flat">
              <a:solidFill>
                <a:srgbClr val="3A66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1" name="pg731"/>
            <p:cNvSpPr/>
            <p:nvPr/>
          </p:nvSpPr>
          <p:spPr>
            <a:xfrm>
              <a:off x="6195504" y="299382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594A8">
                <a:alpha val="100000"/>
              </a:srgbClr>
            </a:solidFill>
            <a:ln w="5420" cap="flat">
              <a:solidFill>
                <a:srgbClr val="3594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2" name="pg732"/>
            <p:cNvSpPr/>
            <p:nvPr/>
          </p:nvSpPr>
          <p:spPr>
            <a:xfrm>
              <a:off x="6207141" y="299382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594A8">
                <a:alpha val="100000"/>
              </a:srgbClr>
            </a:solidFill>
            <a:ln w="5420" cap="flat">
              <a:solidFill>
                <a:srgbClr val="3594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3" name="pg733"/>
            <p:cNvSpPr/>
            <p:nvPr/>
          </p:nvSpPr>
          <p:spPr>
            <a:xfrm>
              <a:off x="6218778" y="299382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594A8">
                <a:alpha val="100000"/>
              </a:srgbClr>
            </a:solidFill>
            <a:ln w="5420" cap="flat">
              <a:solidFill>
                <a:srgbClr val="3594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4" name="pg734"/>
            <p:cNvSpPr/>
            <p:nvPr/>
          </p:nvSpPr>
          <p:spPr>
            <a:xfrm>
              <a:off x="6230416" y="299382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594A8">
                <a:alpha val="100000"/>
              </a:srgbClr>
            </a:solidFill>
            <a:ln w="5420" cap="flat">
              <a:solidFill>
                <a:srgbClr val="3594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5" name="pg735"/>
            <p:cNvSpPr/>
            <p:nvPr/>
          </p:nvSpPr>
          <p:spPr>
            <a:xfrm>
              <a:off x="6242053" y="299382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594A8">
                <a:alpha val="100000"/>
              </a:srgbClr>
            </a:solidFill>
            <a:ln w="5420" cap="flat">
              <a:solidFill>
                <a:srgbClr val="3594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6" name="pg736"/>
            <p:cNvSpPr/>
            <p:nvPr/>
          </p:nvSpPr>
          <p:spPr>
            <a:xfrm>
              <a:off x="6253690" y="299382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594A8">
                <a:alpha val="100000"/>
              </a:srgbClr>
            </a:solidFill>
            <a:ln w="5420" cap="flat">
              <a:solidFill>
                <a:srgbClr val="3594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7" name="pg737"/>
            <p:cNvSpPr/>
            <p:nvPr/>
          </p:nvSpPr>
          <p:spPr>
            <a:xfrm>
              <a:off x="6265328" y="299382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593A8">
                <a:alpha val="100000"/>
              </a:srgbClr>
            </a:solidFill>
            <a:ln w="5420" cap="flat">
              <a:solidFill>
                <a:srgbClr val="3593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8" name="pg738"/>
            <p:cNvSpPr/>
            <p:nvPr/>
          </p:nvSpPr>
          <p:spPr>
            <a:xfrm>
              <a:off x="6276965" y="299382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692A8">
                <a:alpha val="100000"/>
              </a:srgbClr>
            </a:solidFill>
            <a:ln w="5420" cap="flat">
              <a:solidFill>
                <a:srgbClr val="3692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9" name="pg739"/>
            <p:cNvSpPr/>
            <p:nvPr/>
          </p:nvSpPr>
          <p:spPr>
            <a:xfrm>
              <a:off x="6288602" y="299382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692A8">
                <a:alpha val="100000"/>
              </a:srgbClr>
            </a:solidFill>
            <a:ln w="5420" cap="flat">
              <a:solidFill>
                <a:srgbClr val="3692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0" name="pg740"/>
            <p:cNvSpPr/>
            <p:nvPr/>
          </p:nvSpPr>
          <p:spPr>
            <a:xfrm>
              <a:off x="6300240" y="299382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691A8">
                <a:alpha val="100000"/>
              </a:srgbClr>
            </a:solidFill>
            <a:ln w="5420" cap="flat">
              <a:solidFill>
                <a:srgbClr val="3691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1" name="pg741"/>
            <p:cNvSpPr/>
            <p:nvPr/>
          </p:nvSpPr>
          <p:spPr>
            <a:xfrm>
              <a:off x="6311877" y="299382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691A8">
                <a:alpha val="100000"/>
              </a:srgbClr>
            </a:solidFill>
            <a:ln w="5420" cap="flat">
              <a:solidFill>
                <a:srgbClr val="3691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2" name="pg742"/>
            <p:cNvSpPr/>
            <p:nvPr/>
          </p:nvSpPr>
          <p:spPr>
            <a:xfrm>
              <a:off x="5706736" y="300812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9A3">
                <a:alpha val="100000"/>
              </a:srgbClr>
            </a:solidFill>
            <a:ln w="5420" cap="flat">
              <a:solidFill>
                <a:srgbClr val="3A79A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3" name="pg743"/>
            <p:cNvSpPr/>
            <p:nvPr/>
          </p:nvSpPr>
          <p:spPr>
            <a:xfrm>
              <a:off x="5718373" y="300812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7A2">
                <a:alpha val="100000"/>
              </a:srgbClr>
            </a:solidFill>
            <a:ln w="5420" cap="flat">
              <a:solidFill>
                <a:srgbClr val="3A77A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4" name="pg744"/>
            <p:cNvSpPr/>
            <p:nvPr/>
          </p:nvSpPr>
          <p:spPr>
            <a:xfrm>
              <a:off x="5730010" y="300812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3A1">
                <a:alpha val="100000"/>
              </a:srgbClr>
            </a:solidFill>
            <a:ln w="5420" cap="flat">
              <a:solidFill>
                <a:srgbClr val="3A73A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5" name="pg745"/>
            <p:cNvSpPr/>
            <p:nvPr/>
          </p:nvSpPr>
          <p:spPr>
            <a:xfrm>
              <a:off x="5741648" y="300812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70A1">
                <a:alpha val="100000"/>
              </a:srgbClr>
            </a:solidFill>
            <a:ln w="5420" cap="flat">
              <a:solidFill>
                <a:srgbClr val="3B70A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6" name="pg746"/>
            <p:cNvSpPr/>
            <p:nvPr/>
          </p:nvSpPr>
          <p:spPr>
            <a:xfrm>
              <a:off x="5753285" y="300812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DA0">
                <a:alpha val="100000"/>
              </a:srgbClr>
            </a:solidFill>
            <a:ln w="5420" cap="flat">
              <a:solidFill>
                <a:srgbClr val="3A6DA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7" name="pg747"/>
            <p:cNvSpPr/>
            <p:nvPr/>
          </p:nvSpPr>
          <p:spPr>
            <a:xfrm>
              <a:off x="5764922" y="300812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A9F">
                <a:alpha val="100000"/>
              </a:srgbClr>
            </a:solidFill>
            <a:ln w="5420" cap="flat">
              <a:solidFill>
                <a:srgbClr val="3A6A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8" name="pg748"/>
            <p:cNvSpPr/>
            <p:nvPr/>
          </p:nvSpPr>
          <p:spPr>
            <a:xfrm>
              <a:off x="6218778" y="300812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593A8">
                <a:alpha val="100000"/>
              </a:srgbClr>
            </a:solidFill>
            <a:ln w="5420" cap="flat">
              <a:solidFill>
                <a:srgbClr val="3593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9" name="pg749"/>
            <p:cNvSpPr/>
            <p:nvPr/>
          </p:nvSpPr>
          <p:spPr>
            <a:xfrm>
              <a:off x="6230416" y="300812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593A8">
                <a:alpha val="100000"/>
              </a:srgbClr>
            </a:solidFill>
            <a:ln w="5420" cap="flat">
              <a:solidFill>
                <a:srgbClr val="3593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0" name="pg750"/>
            <p:cNvSpPr/>
            <p:nvPr/>
          </p:nvSpPr>
          <p:spPr>
            <a:xfrm>
              <a:off x="6242053" y="300812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593A8">
                <a:alpha val="100000"/>
              </a:srgbClr>
            </a:solidFill>
            <a:ln w="5420" cap="flat">
              <a:solidFill>
                <a:srgbClr val="3593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1" name="pg751"/>
            <p:cNvSpPr/>
            <p:nvPr/>
          </p:nvSpPr>
          <p:spPr>
            <a:xfrm>
              <a:off x="6253690" y="300812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693A8">
                <a:alpha val="100000"/>
              </a:srgbClr>
            </a:solidFill>
            <a:ln w="5420" cap="flat">
              <a:solidFill>
                <a:srgbClr val="3693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2" name="pg752"/>
            <p:cNvSpPr/>
            <p:nvPr/>
          </p:nvSpPr>
          <p:spPr>
            <a:xfrm>
              <a:off x="6265328" y="300812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692A8">
                <a:alpha val="100000"/>
              </a:srgbClr>
            </a:solidFill>
            <a:ln w="5420" cap="flat">
              <a:solidFill>
                <a:srgbClr val="3692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3" name="pg753"/>
            <p:cNvSpPr/>
            <p:nvPr/>
          </p:nvSpPr>
          <p:spPr>
            <a:xfrm>
              <a:off x="6276965" y="300812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691A8">
                <a:alpha val="100000"/>
              </a:srgbClr>
            </a:solidFill>
            <a:ln w="5420" cap="flat">
              <a:solidFill>
                <a:srgbClr val="3691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4" name="pg754"/>
            <p:cNvSpPr/>
            <p:nvPr/>
          </p:nvSpPr>
          <p:spPr>
            <a:xfrm>
              <a:off x="6288602" y="300812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691A8">
                <a:alpha val="100000"/>
              </a:srgbClr>
            </a:solidFill>
            <a:ln w="5420" cap="flat">
              <a:solidFill>
                <a:srgbClr val="3691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5" name="pg755"/>
            <p:cNvSpPr/>
            <p:nvPr/>
          </p:nvSpPr>
          <p:spPr>
            <a:xfrm>
              <a:off x="5695098" y="302242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81A4">
                <a:alpha val="100000"/>
              </a:srgbClr>
            </a:solidFill>
            <a:ln w="5420" cap="flat">
              <a:solidFill>
                <a:srgbClr val="3A81A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6" name="pg756"/>
            <p:cNvSpPr/>
            <p:nvPr/>
          </p:nvSpPr>
          <p:spPr>
            <a:xfrm>
              <a:off x="5706736" y="302242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EA4">
                <a:alpha val="100000"/>
              </a:srgbClr>
            </a:solidFill>
            <a:ln w="5420" cap="flat">
              <a:solidFill>
                <a:srgbClr val="3A7EA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7" name="pg757"/>
            <p:cNvSpPr/>
            <p:nvPr/>
          </p:nvSpPr>
          <p:spPr>
            <a:xfrm>
              <a:off x="5718373" y="302242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BA3">
                <a:alpha val="100000"/>
              </a:srgbClr>
            </a:solidFill>
            <a:ln w="5420" cap="flat">
              <a:solidFill>
                <a:srgbClr val="3A7BA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8" name="pg758"/>
            <p:cNvSpPr/>
            <p:nvPr/>
          </p:nvSpPr>
          <p:spPr>
            <a:xfrm>
              <a:off x="5730010" y="302242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7A2">
                <a:alpha val="100000"/>
              </a:srgbClr>
            </a:solidFill>
            <a:ln w="5420" cap="flat">
              <a:solidFill>
                <a:srgbClr val="3A77A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9" name="pg759"/>
            <p:cNvSpPr/>
            <p:nvPr/>
          </p:nvSpPr>
          <p:spPr>
            <a:xfrm>
              <a:off x="5741648" y="302242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4A1">
                <a:alpha val="100000"/>
              </a:srgbClr>
            </a:solidFill>
            <a:ln w="5420" cap="flat">
              <a:solidFill>
                <a:srgbClr val="3A74A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0" name="pg760"/>
            <p:cNvSpPr/>
            <p:nvPr/>
          </p:nvSpPr>
          <p:spPr>
            <a:xfrm>
              <a:off x="5753285" y="302242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71A1">
                <a:alpha val="100000"/>
              </a:srgbClr>
            </a:solidFill>
            <a:ln w="5420" cap="flat">
              <a:solidFill>
                <a:srgbClr val="3B71A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1" name="pg761"/>
            <p:cNvSpPr/>
            <p:nvPr/>
          </p:nvSpPr>
          <p:spPr>
            <a:xfrm>
              <a:off x="6242053" y="302242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692A8">
                <a:alpha val="100000"/>
              </a:srgbClr>
            </a:solidFill>
            <a:ln w="5420" cap="flat">
              <a:solidFill>
                <a:srgbClr val="3692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2" name="pg762"/>
            <p:cNvSpPr/>
            <p:nvPr/>
          </p:nvSpPr>
          <p:spPr>
            <a:xfrm>
              <a:off x="6253690" y="302242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692A8">
                <a:alpha val="100000"/>
              </a:srgbClr>
            </a:solidFill>
            <a:ln w="5420" cap="flat">
              <a:solidFill>
                <a:srgbClr val="3692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3" name="pg763"/>
            <p:cNvSpPr/>
            <p:nvPr/>
          </p:nvSpPr>
          <p:spPr>
            <a:xfrm>
              <a:off x="6265328" y="302242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691A8">
                <a:alpha val="100000"/>
              </a:srgbClr>
            </a:solidFill>
            <a:ln w="5420" cap="flat">
              <a:solidFill>
                <a:srgbClr val="3691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4" name="pg764"/>
            <p:cNvSpPr/>
            <p:nvPr/>
          </p:nvSpPr>
          <p:spPr>
            <a:xfrm>
              <a:off x="5683461" y="303672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87A6">
                <a:alpha val="100000"/>
              </a:srgbClr>
            </a:solidFill>
            <a:ln w="5420" cap="flat">
              <a:solidFill>
                <a:srgbClr val="3987A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5" name="pg765"/>
            <p:cNvSpPr/>
            <p:nvPr/>
          </p:nvSpPr>
          <p:spPr>
            <a:xfrm>
              <a:off x="5695098" y="303672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85A5">
                <a:alpha val="100000"/>
              </a:srgbClr>
            </a:solidFill>
            <a:ln w="5420" cap="flat">
              <a:solidFill>
                <a:srgbClr val="3985A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6" name="pg766"/>
            <p:cNvSpPr/>
            <p:nvPr/>
          </p:nvSpPr>
          <p:spPr>
            <a:xfrm>
              <a:off x="5706736" y="303672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82A4">
                <a:alpha val="100000"/>
              </a:srgbClr>
            </a:solidFill>
            <a:ln w="5420" cap="flat">
              <a:solidFill>
                <a:srgbClr val="3982A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7" name="pg767"/>
            <p:cNvSpPr/>
            <p:nvPr/>
          </p:nvSpPr>
          <p:spPr>
            <a:xfrm>
              <a:off x="5718373" y="303672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EA4">
                <a:alpha val="100000"/>
              </a:srgbClr>
            </a:solidFill>
            <a:ln w="5420" cap="flat">
              <a:solidFill>
                <a:srgbClr val="3A7EA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8" name="pg768"/>
            <p:cNvSpPr/>
            <p:nvPr/>
          </p:nvSpPr>
          <p:spPr>
            <a:xfrm>
              <a:off x="5730010" y="303672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AA3">
                <a:alpha val="100000"/>
              </a:srgbClr>
            </a:solidFill>
            <a:ln w="5420" cap="flat">
              <a:solidFill>
                <a:srgbClr val="3A7AA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9" name="pg769"/>
            <p:cNvSpPr/>
            <p:nvPr/>
          </p:nvSpPr>
          <p:spPr>
            <a:xfrm>
              <a:off x="5741648" y="303672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7A2">
                <a:alpha val="100000"/>
              </a:srgbClr>
            </a:solidFill>
            <a:ln w="5420" cap="flat">
              <a:solidFill>
                <a:srgbClr val="3A77A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0" name="pg770"/>
            <p:cNvSpPr/>
            <p:nvPr/>
          </p:nvSpPr>
          <p:spPr>
            <a:xfrm>
              <a:off x="5683461" y="305102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88AA6">
                <a:alpha val="100000"/>
              </a:srgbClr>
            </a:solidFill>
            <a:ln w="5420" cap="flat">
              <a:solidFill>
                <a:srgbClr val="388AA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1" name="pg771"/>
            <p:cNvSpPr/>
            <p:nvPr/>
          </p:nvSpPr>
          <p:spPr>
            <a:xfrm>
              <a:off x="5695098" y="305102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888A6">
                <a:alpha val="100000"/>
              </a:srgbClr>
            </a:solidFill>
            <a:ln w="5420" cap="flat">
              <a:solidFill>
                <a:srgbClr val="3888A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2" name="pg772"/>
            <p:cNvSpPr/>
            <p:nvPr/>
          </p:nvSpPr>
          <p:spPr>
            <a:xfrm>
              <a:off x="5706736" y="305102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83A5">
                <a:alpha val="100000"/>
              </a:srgbClr>
            </a:solidFill>
            <a:ln w="5420" cap="flat">
              <a:solidFill>
                <a:srgbClr val="3983A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3" name="pg773"/>
            <p:cNvSpPr/>
            <p:nvPr/>
          </p:nvSpPr>
          <p:spPr>
            <a:xfrm>
              <a:off x="5718373" y="305102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FA4">
                <a:alpha val="100000"/>
              </a:srgbClr>
            </a:solidFill>
            <a:ln w="5420" cap="flat">
              <a:solidFill>
                <a:srgbClr val="3A7FA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4" name="pg774"/>
            <p:cNvSpPr/>
            <p:nvPr/>
          </p:nvSpPr>
          <p:spPr>
            <a:xfrm>
              <a:off x="5730010" y="305102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CA3">
                <a:alpha val="100000"/>
              </a:srgbClr>
            </a:solidFill>
            <a:ln w="5420" cap="flat">
              <a:solidFill>
                <a:srgbClr val="3A7CA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5" name="pg775"/>
            <p:cNvSpPr/>
            <p:nvPr/>
          </p:nvSpPr>
          <p:spPr>
            <a:xfrm>
              <a:off x="5671824" y="306532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86A5">
                <a:alpha val="100000"/>
              </a:srgbClr>
            </a:solidFill>
            <a:ln w="5420" cap="flat">
              <a:solidFill>
                <a:srgbClr val="3986A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6" name="pg776"/>
            <p:cNvSpPr/>
            <p:nvPr/>
          </p:nvSpPr>
          <p:spPr>
            <a:xfrm>
              <a:off x="5683461" y="306532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889A6">
                <a:alpha val="100000"/>
              </a:srgbClr>
            </a:solidFill>
            <a:ln w="5420" cap="flat">
              <a:solidFill>
                <a:srgbClr val="3889A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7" name="pg777"/>
            <p:cNvSpPr/>
            <p:nvPr/>
          </p:nvSpPr>
          <p:spPr>
            <a:xfrm>
              <a:off x="5695098" y="306532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85A5">
                <a:alpha val="100000"/>
              </a:srgbClr>
            </a:solidFill>
            <a:ln w="5420" cap="flat">
              <a:solidFill>
                <a:srgbClr val="3985A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8" name="pg778"/>
            <p:cNvSpPr/>
            <p:nvPr/>
          </p:nvSpPr>
          <p:spPr>
            <a:xfrm>
              <a:off x="5706736" y="306532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81A4">
                <a:alpha val="100000"/>
              </a:srgbClr>
            </a:solidFill>
            <a:ln w="5420" cap="flat">
              <a:solidFill>
                <a:srgbClr val="3A81A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9" name="pg779"/>
            <p:cNvSpPr/>
            <p:nvPr/>
          </p:nvSpPr>
          <p:spPr>
            <a:xfrm>
              <a:off x="5718373" y="306532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DA3">
                <a:alpha val="100000"/>
              </a:srgbClr>
            </a:solidFill>
            <a:ln w="5420" cap="flat">
              <a:solidFill>
                <a:srgbClr val="3A7DA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0" name="pg780"/>
            <p:cNvSpPr/>
            <p:nvPr/>
          </p:nvSpPr>
          <p:spPr>
            <a:xfrm>
              <a:off x="5730010" y="306532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BA3">
                <a:alpha val="100000"/>
              </a:srgbClr>
            </a:solidFill>
            <a:ln w="5420" cap="flat">
              <a:solidFill>
                <a:srgbClr val="3A7BA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1" name="pg781"/>
            <p:cNvSpPr/>
            <p:nvPr/>
          </p:nvSpPr>
          <p:spPr>
            <a:xfrm>
              <a:off x="5671824" y="307962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6A2">
                <a:alpha val="100000"/>
              </a:srgbClr>
            </a:solidFill>
            <a:ln w="5420" cap="flat">
              <a:solidFill>
                <a:srgbClr val="3A76A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2" name="pg782"/>
            <p:cNvSpPr/>
            <p:nvPr/>
          </p:nvSpPr>
          <p:spPr>
            <a:xfrm>
              <a:off x="5683461" y="307962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70A1">
                <a:alpha val="100000"/>
              </a:srgbClr>
            </a:solidFill>
            <a:ln w="5420" cap="flat">
              <a:solidFill>
                <a:srgbClr val="3B70A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3" name="pg783"/>
            <p:cNvSpPr/>
            <p:nvPr/>
          </p:nvSpPr>
          <p:spPr>
            <a:xfrm>
              <a:off x="5695098" y="307962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70A1">
                <a:alpha val="100000"/>
              </a:srgbClr>
            </a:solidFill>
            <a:ln w="5420" cap="flat">
              <a:solidFill>
                <a:srgbClr val="3B70A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4" name="pg784"/>
            <p:cNvSpPr/>
            <p:nvPr/>
          </p:nvSpPr>
          <p:spPr>
            <a:xfrm>
              <a:off x="5706736" y="307962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73A1">
                <a:alpha val="100000"/>
              </a:srgbClr>
            </a:solidFill>
            <a:ln w="5420" cap="flat">
              <a:solidFill>
                <a:srgbClr val="3B73A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5" name="pg785"/>
            <p:cNvSpPr/>
            <p:nvPr/>
          </p:nvSpPr>
          <p:spPr>
            <a:xfrm>
              <a:off x="5718373" y="307962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5A2">
                <a:alpha val="100000"/>
              </a:srgbClr>
            </a:solidFill>
            <a:ln w="5420" cap="flat">
              <a:solidFill>
                <a:srgbClr val="3A75A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6" name="pg786"/>
            <p:cNvSpPr/>
            <p:nvPr/>
          </p:nvSpPr>
          <p:spPr>
            <a:xfrm>
              <a:off x="5730010" y="307962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6A2">
                <a:alpha val="100000"/>
              </a:srgbClr>
            </a:solidFill>
            <a:ln w="5420" cap="flat">
              <a:solidFill>
                <a:srgbClr val="3A76A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7" name="pg787"/>
            <p:cNvSpPr/>
            <p:nvPr/>
          </p:nvSpPr>
          <p:spPr>
            <a:xfrm>
              <a:off x="5671824" y="309392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73A1">
                <a:alpha val="100000"/>
              </a:srgbClr>
            </a:solidFill>
            <a:ln w="5420" cap="flat">
              <a:solidFill>
                <a:srgbClr val="3B73A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8" name="pg788"/>
            <p:cNvSpPr/>
            <p:nvPr/>
          </p:nvSpPr>
          <p:spPr>
            <a:xfrm>
              <a:off x="5683461" y="309392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FA0">
                <a:alpha val="100000"/>
              </a:srgbClr>
            </a:solidFill>
            <a:ln w="5420" cap="flat">
              <a:solidFill>
                <a:srgbClr val="3A6FA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9" name="pg789"/>
            <p:cNvSpPr/>
            <p:nvPr/>
          </p:nvSpPr>
          <p:spPr>
            <a:xfrm>
              <a:off x="5695098" y="309392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6FA0">
                <a:alpha val="100000"/>
              </a:srgbClr>
            </a:solidFill>
            <a:ln w="5420" cap="flat">
              <a:solidFill>
                <a:srgbClr val="3B6FA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0" name="pg790"/>
            <p:cNvSpPr/>
            <p:nvPr/>
          </p:nvSpPr>
          <p:spPr>
            <a:xfrm>
              <a:off x="5706736" y="309392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71A1">
                <a:alpha val="100000"/>
              </a:srgbClr>
            </a:solidFill>
            <a:ln w="5420" cap="flat">
              <a:solidFill>
                <a:srgbClr val="3B71A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1" name="pg791"/>
            <p:cNvSpPr/>
            <p:nvPr/>
          </p:nvSpPr>
          <p:spPr>
            <a:xfrm>
              <a:off x="5718373" y="309392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3A1">
                <a:alpha val="100000"/>
              </a:srgbClr>
            </a:solidFill>
            <a:ln w="5420" cap="flat">
              <a:solidFill>
                <a:srgbClr val="3A73A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2" name="pg792"/>
            <p:cNvSpPr/>
            <p:nvPr/>
          </p:nvSpPr>
          <p:spPr>
            <a:xfrm>
              <a:off x="5730010" y="309392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4A1">
                <a:alpha val="100000"/>
              </a:srgbClr>
            </a:solidFill>
            <a:ln w="5420" cap="flat">
              <a:solidFill>
                <a:srgbClr val="3A74A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3" name="pg793"/>
            <p:cNvSpPr/>
            <p:nvPr/>
          </p:nvSpPr>
          <p:spPr>
            <a:xfrm>
              <a:off x="5671824" y="310822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4A1">
                <a:alpha val="100000"/>
              </a:srgbClr>
            </a:solidFill>
            <a:ln w="5420" cap="flat">
              <a:solidFill>
                <a:srgbClr val="3A74A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4" name="pg794"/>
            <p:cNvSpPr/>
            <p:nvPr/>
          </p:nvSpPr>
          <p:spPr>
            <a:xfrm>
              <a:off x="5683461" y="310822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71A1">
                <a:alpha val="100000"/>
              </a:srgbClr>
            </a:solidFill>
            <a:ln w="5420" cap="flat">
              <a:solidFill>
                <a:srgbClr val="3B71A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5" name="pg795"/>
            <p:cNvSpPr/>
            <p:nvPr/>
          </p:nvSpPr>
          <p:spPr>
            <a:xfrm>
              <a:off x="5695098" y="310822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71A1">
                <a:alpha val="100000"/>
              </a:srgbClr>
            </a:solidFill>
            <a:ln w="5420" cap="flat">
              <a:solidFill>
                <a:srgbClr val="3B71A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6" name="pg796"/>
            <p:cNvSpPr/>
            <p:nvPr/>
          </p:nvSpPr>
          <p:spPr>
            <a:xfrm>
              <a:off x="5706736" y="310822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72A1">
                <a:alpha val="100000"/>
              </a:srgbClr>
            </a:solidFill>
            <a:ln w="5420" cap="flat">
              <a:solidFill>
                <a:srgbClr val="3B72A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7" name="pg797"/>
            <p:cNvSpPr/>
            <p:nvPr/>
          </p:nvSpPr>
          <p:spPr>
            <a:xfrm>
              <a:off x="5718373" y="310822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3A1">
                <a:alpha val="100000"/>
              </a:srgbClr>
            </a:solidFill>
            <a:ln w="5420" cap="flat">
              <a:solidFill>
                <a:srgbClr val="3A73A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8" name="pg798"/>
            <p:cNvSpPr/>
            <p:nvPr/>
          </p:nvSpPr>
          <p:spPr>
            <a:xfrm>
              <a:off x="5730010" y="310822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4A1">
                <a:alpha val="100000"/>
              </a:srgbClr>
            </a:solidFill>
            <a:ln w="5420" cap="flat">
              <a:solidFill>
                <a:srgbClr val="3A74A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9" name="pg799"/>
            <p:cNvSpPr/>
            <p:nvPr/>
          </p:nvSpPr>
          <p:spPr>
            <a:xfrm>
              <a:off x="5741648" y="310822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4A1">
                <a:alpha val="100000"/>
              </a:srgbClr>
            </a:solidFill>
            <a:ln w="5420" cap="flat">
              <a:solidFill>
                <a:srgbClr val="3A74A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0" name="pg800"/>
            <p:cNvSpPr/>
            <p:nvPr/>
          </p:nvSpPr>
          <p:spPr>
            <a:xfrm>
              <a:off x="5660186" y="312252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5A2">
                <a:alpha val="100000"/>
              </a:srgbClr>
            </a:solidFill>
            <a:ln w="5420" cap="flat">
              <a:solidFill>
                <a:srgbClr val="3A75A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1" name="pg801"/>
            <p:cNvSpPr/>
            <p:nvPr/>
          </p:nvSpPr>
          <p:spPr>
            <a:xfrm>
              <a:off x="5671824" y="312252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4A1">
                <a:alpha val="100000"/>
              </a:srgbClr>
            </a:solidFill>
            <a:ln w="5420" cap="flat">
              <a:solidFill>
                <a:srgbClr val="3A74A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2" name="pg802"/>
            <p:cNvSpPr/>
            <p:nvPr/>
          </p:nvSpPr>
          <p:spPr>
            <a:xfrm>
              <a:off x="5683461" y="312252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3A1">
                <a:alpha val="100000"/>
              </a:srgbClr>
            </a:solidFill>
            <a:ln w="5420" cap="flat">
              <a:solidFill>
                <a:srgbClr val="3A73A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3" name="pg803"/>
            <p:cNvSpPr/>
            <p:nvPr/>
          </p:nvSpPr>
          <p:spPr>
            <a:xfrm>
              <a:off x="5695098" y="312252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73A1">
                <a:alpha val="100000"/>
              </a:srgbClr>
            </a:solidFill>
            <a:ln w="5420" cap="flat">
              <a:solidFill>
                <a:srgbClr val="3B73A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4" name="pg804"/>
            <p:cNvSpPr/>
            <p:nvPr/>
          </p:nvSpPr>
          <p:spPr>
            <a:xfrm>
              <a:off x="5706736" y="312252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3A1">
                <a:alpha val="100000"/>
              </a:srgbClr>
            </a:solidFill>
            <a:ln w="5420" cap="flat">
              <a:solidFill>
                <a:srgbClr val="3A73A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5" name="pg805"/>
            <p:cNvSpPr/>
            <p:nvPr/>
          </p:nvSpPr>
          <p:spPr>
            <a:xfrm>
              <a:off x="5718373" y="312252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4A1">
                <a:alpha val="100000"/>
              </a:srgbClr>
            </a:solidFill>
            <a:ln w="5420" cap="flat">
              <a:solidFill>
                <a:srgbClr val="3A74A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6" name="pg806"/>
            <p:cNvSpPr/>
            <p:nvPr/>
          </p:nvSpPr>
          <p:spPr>
            <a:xfrm>
              <a:off x="5730010" y="312252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4A1">
                <a:alpha val="100000"/>
              </a:srgbClr>
            </a:solidFill>
            <a:ln w="5420" cap="flat">
              <a:solidFill>
                <a:srgbClr val="3A74A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7" name="pg807"/>
            <p:cNvSpPr/>
            <p:nvPr/>
          </p:nvSpPr>
          <p:spPr>
            <a:xfrm>
              <a:off x="5648549" y="313682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6A2">
                <a:alpha val="100000"/>
              </a:srgbClr>
            </a:solidFill>
            <a:ln w="5420" cap="flat">
              <a:solidFill>
                <a:srgbClr val="3A76A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8" name="pg808"/>
            <p:cNvSpPr/>
            <p:nvPr/>
          </p:nvSpPr>
          <p:spPr>
            <a:xfrm>
              <a:off x="5660186" y="313682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5A2">
                <a:alpha val="100000"/>
              </a:srgbClr>
            </a:solidFill>
            <a:ln w="5420" cap="flat">
              <a:solidFill>
                <a:srgbClr val="3A75A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9" name="pg809"/>
            <p:cNvSpPr/>
            <p:nvPr/>
          </p:nvSpPr>
          <p:spPr>
            <a:xfrm>
              <a:off x="5671824" y="313682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5A2">
                <a:alpha val="100000"/>
              </a:srgbClr>
            </a:solidFill>
            <a:ln w="5420" cap="flat">
              <a:solidFill>
                <a:srgbClr val="3A75A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0" name="pg810"/>
            <p:cNvSpPr/>
            <p:nvPr/>
          </p:nvSpPr>
          <p:spPr>
            <a:xfrm>
              <a:off x="5683461" y="313682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4A1">
                <a:alpha val="100000"/>
              </a:srgbClr>
            </a:solidFill>
            <a:ln w="5420" cap="flat">
              <a:solidFill>
                <a:srgbClr val="3A74A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1" name="pg811"/>
            <p:cNvSpPr/>
            <p:nvPr/>
          </p:nvSpPr>
          <p:spPr>
            <a:xfrm>
              <a:off x="5695098" y="313682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4A1">
                <a:alpha val="100000"/>
              </a:srgbClr>
            </a:solidFill>
            <a:ln w="5420" cap="flat">
              <a:solidFill>
                <a:srgbClr val="3A74A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2" name="pg812"/>
            <p:cNvSpPr/>
            <p:nvPr/>
          </p:nvSpPr>
          <p:spPr>
            <a:xfrm>
              <a:off x="5706736" y="313682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4A1">
                <a:alpha val="100000"/>
              </a:srgbClr>
            </a:solidFill>
            <a:ln w="5420" cap="flat">
              <a:solidFill>
                <a:srgbClr val="3A74A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3" name="pg813"/>
            <p:cNvSpPr/>
            <p:nvPr/>
          </p:nvSpPr>
          <p:spPr>
            <a:xfrm>
              <a:off x="5718373" y="313682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4A1">
                <a:alpha val="100000"/>
              </a:srgbClr>
            </a:solidFill>
            <a:ln w="5420" cap="flat">
              <a:solidFill>
                <a:srgbClr val="3A74A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4" name="pg814"/>
            <p:cNvSpPr/>
            <p:nvPr/>
          </p:nvSpPr>
          <p:spPr>
            <a:xfrm>
              <a:off x="5648549" y="315112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5A2">
                <a:alpha val="100000"/>
              </a:srgbClr>
            </a:solidFill>
            <a:ln w="5420" cap="flat">
              <a:solidFill>
                <a:srgbClr val="3A75A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5" name="pg815"/>
            <p:cNvSpPr/>
            <p:nvPr/>
          </p:nvSpPr>
          <p:spPr>
            <a:xfrm>
              <a:off x="5660186" y="315112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5A2">
                <a:alpha val="100000"/>
              </a:srgbClr>
            </a:solidFill>
            <a:ln w="5420" cap="flat">
              <a:solidFill>
                <a:srgbClr val="3A75A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6" name="pg816"/>
            <p:cNvSpPr/>
            <p:nvPr/>
          </p:nvSpPr>
          <p:spPr>
            <a:xfrm>
              <a:off x="5671824" y="315112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5A2">
                <a:alpha val="100000"/>
              </a:srgbClr>
            </a:solidFill>
            <a:ln w="5420" cap="flat">
              <a:solidFill>
                <a:srgbClr val="3A75A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7" name="pg817"/>
            <p:cNvSpPr/>
            <p:nvPr/>
          </p:nvSpPr>
          <p:spPr>
            <a:xfrm>
              <a:off x="5683461" y="315112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4A1">
                <a:alpha val="100000"/>
              </a:srgbClr>
            </a:solidFill>
            <a:ln w="5420" cap="flat">
              <a:solidFill>
                <a:srgbClr val="3A74A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8" name="pg818"/>
            <p:cNvSpPr/>
            <p:nvPr/>
          </p:nvSpPr>
          <p:spPr>
            <a:xfrm>
              <a:off x="5695098" y="315112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4A1">
                <a:alpha val="100000"/>
              </a:srgbClr>
            </a:solidFill>
            <a:ln w="5420" cap="flat">
              <a:solidFill>
                <a:srgbClr val="3A74A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9" name="pg819"/>
            <p:cNvSpPr/>
            <p:nvPr/>
          </p:nvSpPr>
          <p:spPr>
            <a:xfrm>
              <a:off x="5706736" y="315112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4A1">
                <a:alpha val="100000"/>
              </a:srgbClr>
            </a:solidFill>
            <a:ln w="5420" cap="flat">
              <a:solidFill>
                <a:srgbClr val="3A74A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0" name="pg820"/>
            <p:cNvSpPr/>
            <p:nvPr/>
          </p:nvSpPr>
          <p:spPr>
            <a:xfrm>
              <a:off x="5718373" y="315112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4A1">
                <a:alpha val="100000"/>
              </a:srgbClr>
            </a:solidFill>
            <a:ln w="5420" cap="flat">
              <a:solidFill>
                <a:srgbClr val="3A74A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1" name="pg821"/>
            <p:cNvSpPr/>
            <p:nvPr/>
          </p:nvSpPr>
          <p:spPr>
            <a:xfrm>
              <a:off x="5741648" y="315112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5A2">
                <a:alpha val="100000"/>
              </a:srgbClr>
            </a:solidFill>
            <a:ln w="5420" cap="flat">
              <a:solidFill>
                <a:srgbClr val="3A75A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2" name="pg822"/>
            <p:cNvSpPr/>
            <p:nvPr/>
          </p:nvSpPr>
          <p:spPr>
            <a:xfrm>
              <a:off x="5753285" y="315112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5A2">
                <a:alpha val="100000"/>
              </a:srgbClr>
            </a:solidFill>
            <a:ln w="5420" cap="flat">
              <a:solidFill>
                <a:srgbClr val="3A75A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3" name="pg823"/>
            <p:cNvSpPr/>
            <p:nvPr/>
          </p:nvSpPr>
          <p:spPr>
            <a:xfrm>
              <a:off x="5764922" y="315112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5A2">
                <a:alpha val="100000"/>
              </a:srgbClr>
            </a:solidFill>
            <a:ln w="5420" cap="flat">
              <a:solidFill>
                <a:srgbClr val="3A75A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4" name="pg824"/>
            <p:cNvSpPr/>
            <p:nvPr/>
          </p:nvSpPr>
          <p:spPr>
            <a:xfrm>
              <a:off x="5776560" y="315112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5A2">
                <a:alpha val="100000"/>
              </a:srgbClr>
            </a:solidFill>
            <a:ln w="5420" cap="flat">
              <a:solidFill>
                <a:srgbClr val="3A75A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5" name="pg825"/>
            <p:cNvSpPr/>
            <p:nvPr/>
          </p:nvSpPr>
          <p:spPr>
            <a:xfrm>
              <a:off x="5648549" y="316543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4A1">
                <a:alpha val="100000"/>
              </a:srgbClr>
            </a:solidFill>
            <a:ln w="5420" cap="flat">
              <a:solidFill>
                <a:srgbClr val="3A74A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6" name="pg826"/>
            <p:cNvSpPr/>
            <p:nvPr/>
          </p:nvSpPr>
          <p:spPr>
            <a:xfrm>
              <a:off x="5660186" y="316543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4A1">
                <a:alpha val="100000"/>
              </a:srgbClr>
            </a:solidFill>
            <a:ln w="5420" cap="flat">
              <a:solidFill>
                <a:srgbClr val="3A74A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7" name="pg827"/>
            <p:cNvSpPr/>
            <p:nvPr/>
          </p:nvSpPr>
          <p:spPr>
            <a:xfrm>
              <a:off x="5671824" y="316543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4A1">
                <a:alpha val="100000"/>
              </a:srgbClr>
            </a:solidFill>
            <a:ln w="5420" cap="flat">
              <a:solidFill>
                <a:srgbClr val="3A74A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8" name="pg828"/>
            <p:cNvSpPr/>
            <p:nvPr/>
          </p:nvSpPr>
          <p:spPr>
            <a:xfrm>
              <a:off x="5683461" y="316543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4A1">
                <a:alpha val="100000"/>
              </a:srgbClr>
            </a:solidFill>
            <a:ln w="5420" cap="flat">
              <a:solidFill>
                <a:srgbClr val="3A74A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9" name="pg829"/>
            <p:cNvSpPr/>
            <p:nvPr/>
          </p:nvSpPr>
          <p:spPr>
            <a:xfrm>
              <a:off x="5695098" y="316543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4A1">
                <a:alpha val="100000"/>
              </a:srgbClr>
            </a:solidFill>
            <a:ln w="5420" cap="flat">
              <a:solidFill>
                <a:srgbClr val="3A74A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0" name="pg830"/>
            <p:cNvSpPr/>
            <p:nvPr/>
          </p:nvSpPr>
          <p:spPr>
            <a:xfrm>
              <a:off x="5706736" y="316543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4A1">
                <a:alpha val="100000"/>
              </a:srgbClr>
            </a:solidFill>
            <a:ln w="5420" cap="flat">
              <a:solidFill>
                <a:srgbClr val="3A74A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1" name="pg831"/>
            <p:cNvSpPr/>
            <p:nvPr/>
          </p:nvSpPr>
          <p:spPr>
            <a:xfrm>
              <a:off x="5718373" y="316543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5A2">
                <a:alpha val="100000"/>
              </a:srgbClr>
            </a:solidFill>
            <a:ln w="5420" cap="flat">
              <a:solidFill>
                <a:srgbClr val="3A75A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2" name="pg832"/>
            <p:cNvSpPr/>
            <p:nvPr/>
          </p:nvSpPr>
          <p:spPr>
            <a:xfrm>
              <a:off x="5730010" y="316543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5A2">
                <a:alpha val="100000"/>
              </a:srgbClr>
            </a:solidFill>
            <a:ln w="5420" cap="flat">
              <a:solidFill>
                <a:srgbClr val="3A75A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3" name="pg833"/>
            <p:cNvSpPr/>
            <p:nvPr/>
          </p:nvSpPr>
          <p:spPr>
            <a:xfrm>
              <a:off x="5741648" y="316543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5A2">
                <a:alpha val="100000"/>
              </a:srgbClr>
            </a:solidFill>
            <a:ln w="5420" cap="flat">
              <a:solidFill>
                <a:srgbClr val="3A75A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4" name="pg834"/>
            <p:cNvSpPr/>
            <p:nvPr/>
          </p:nvSpPr>
          <p:spPr>
            <a:xfrm>
              <a:off x="5753285" y="316543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5A2">
                <a:alpha val="100000"/>
              </a:srgbClr>
            </a:solidFill>
            <a:ln w="5420" cap="flat">
              <a:solidFill>
                <a:srgbClr val="3A75A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5" name="pg835"/>
            <p:cNvSpPr/>
            <p:nvPr/>
          </p:nvSpPr>
          <p:spPr>
            <a:xfrm>
              <a:off x="5764922" y="316543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5A2">
                <a:alpha val="100000"/>
              </a:srgbClr>
            </a:solidFill>
            <a:ln w="5420" cap="flat">
              <a:solidFill>
                <a:srgbClr val="3A75A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6" name="pg836"/>
            <p:cNvSpPr/>
            <p:nvPr/>
          </p:nvSpPr>
          <p:spPr>
            <a:xfrm>
              <a:off x="5776560" y="316543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5A2">
                <a:alpha val="100000"/>
              </a:srgbClr>
            </a:solidFill>
            <a:ln w="5420" cap="flat">
              <a:solidFill>
                <a:srgbClr val="3A75A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7" name="pg837"/>
            <p:cNvSpPr/>
            <p:nvPr/>
          </p:nvSpPr>
          <p:spPr>
            <a:xfrm>
              <a:off x="5788197" y="316543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5A2">
                <a:alpha val="100000"/>
              </a:srgbClr>
            </a:solidFill>
            <a:ln w="5420" cap="flat">
              <a:solidFill>
                <a:srgbClr val="3A75A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8" name="pg838"/>
            <p:cNvSpPr/>
            <p:nvPr/>
          </p:nvSpPr>
          <p:spPr>
            <a:xfrm>
              <a:off x="5671824" y="317973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3A1">
                <a:alpha val="100000"/>
              </a:srgbClr>
            </a:solidFill>
            <a:ln w="5420" cap="flat">
              <a:solidFill>
                <a:srgbClr val="3A73A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9" name="pg839"/>
            <p:cNvSpPr/>
            <p:nvPr/>
          </p:nvSpPr>
          <p:spPr>
            <a:xfrm>
              <a:off x="5683461" y="317973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4A1">
                <a:alpha val="100000"/>
              </a:srgbClr>
            </a:solidFill>
            <a:ln w="5420" cap="flat">
              <a:solidFill>
                <a:srgbClr val="3A74A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0" name="pg840"/>
            <p:cNvSpPr/>
            <p:nvPr/>
          </p:nvSpPr>
          <p:spPr>
            <a:xfrm>
              <a:off x="5695098" y="317973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4A1">
                <a:alpha val="100000"/>
              </a:srgbClr>
            </a:solidFill>
            <a:ln w="5420" cap="flat">
              <a:solidFill>
                <a:srgbClr val="3A74A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1" name="pg841"/>
            <p:cNvSpPr/>
            <p:nvPr/>
          </p:nvSpPr>
          <p:spPr>
            <a:xfrm>
              <a:off x="5706736" y="317973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4A1">
                <a:alpha val="100000"/>
              </a:srgbClr>
            </a:solidFill>
            <a:ln w="5420" cap="flat">
              <a:solidFill>
                <a:srgbClr val="3A74A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2" name="pg842"/>
            <p:cNvSpPr/>
            <p:nvPr/>
          </p:nvSpPr>
          <p:spPr>
            <a:xfrm>
              <a:off x="5718373" y="317973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5A2">
                <a:alpha val="100000"/>
              </a:srgbClr>
            </a:solidFill>
            <a:ln w="5420" cap="flat">
              <a:solidFill>
                <a:srgbClr val="3A75A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3" name="pg843"/>
            <p:cNvSpPr/>
            <p:nvPr/>
          </p:nvSpPr>
          <p:spPr>
            <a:xfrm>
              <a:off x="5730010" y="317973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5A2">
                <a:alpha val="100000"/>
              </a:srgbClr>
            </a:solidFill>
            <a:ln w="5420" cap="flat">
              <a:solidFill>
                <a:srgbClr val="3A75A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4" name="pg844"/>
            <p:cNvSpPr/>
            <p:nvPr/>
          </p:nvSpPr>
          <p:spPr>
            <a:xfrm>
              <a:off x="5741648" y="317973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5A2">
                <a:alpha val="100000"/>
              </a:srgbClr>
            </a:solidFill>
            <a:ln w="5420" cap="flat">
              <a:solidFill>
                <a:srgbClr val="3A75A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5" name="pg845"/>
            <p:cNvSpPr/>
            <p:nvPr/>
          </p:nvSpPr>
          <p:spPr>
            <a:xfrm>
              <a:off x="5753285" y="317973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5A2">
                <a:alpha val="100000"/>
              </a:srgbClr>
            </a:solidFill>
            <a:ln w="5420" cap="flat">
              <a:solidFill>
                <a:srgbClr val="3A75A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6" name="pg846"/>
            <p:cNvSpPr/>
            <p:nvPr/>
          </p:nvSpPr>
          <p:spPr>
            <a:xfrm>
              <a:off x="5764922" y="317973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5A2">
                <a:alpha val="100000"/>
              </a:srgbClr>
            </a:solidFill>
            <a:ln w="5420" cap="flat">
              <a:solidFill>
                <a:srgbClr val="3A75A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7" name="pg847"/>
            <p:cNvSpPr/>
            <p:nvPr/>
          </p:nvSpPr>
          <p:spPr>
            <a:xfrm>
              <a:off x="5776560" y="317973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5A2">
                <a:alpha val="100000"/>
              </a:srgbClr>
            </a:solidFill>
            <a:ln w="5420" cap="flat">
              <a:solidFill>
                <a:srgbClr val="3A75A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8" name="pg848"/>
            <p:cNvSpPr/>
            <p:nvPr/>
          </p:nvSpPr>
          <p:spPr>
            <a:xfrm>
              <a:off x="5788197" y="317973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5A2">
                <a:alpha val="100000"/>
              </a:srgbClr>
            </a:solidFill>
            <a:ln w="5420" cap="flat">
              <a:solidFill>
                <a:srgbClr val="3A75A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9" name="pg849"/>
            <p:cNvSpPr/>
            <p:nvPr/>
          </p:nvSpPr>
          <p:spPr>
            <a:xfrm>
              <a:off x="5799834" y="317973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5A2">
                <a:alpha val="100000"/>
              </a:srgbClr>
            </a:solidFill>
            <a:ln w="5420" cap="flat">
              <a:solidFill>
                <a:srgbClr val="3A75A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0" name="pg850"/>
            <p:cNvSpPr/>
            <p:nvPr/>
          </p:nvSpPr>
          <p:spPr>
            <a:xfrm>
              <a:off x="5625275" y="319403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70A0">
                <a:alpha val="100000"/>
              </a:srgbClr>
            </a:solidFill>
            <a:ln w="5420" cap="flat">
              <a:solidFill>
                <a:srgbClr val="3B70A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1" name="pg851"/>
            <p:cNvSpPr/>
            <p:nvPr/>
          </p:nvSpPr>
          <p:spPr>
            <a:xfrm>
              <a:off x="5636912" y="319403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70A1">
                <a:alpha val="100000"/>
              </a:srgbClr>
            </a:solidFill>
            <a:ln w="5420" cap="flat">
              <a:solidFill>
                <a:srgbClr val="3B70A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2" name="pg852"/>
            <p:cNvSpPr/>
            <p:nvPr/>
          </p:nvSpPr>
          <p:spPr>
            <a:xfrm>
              <a:off x="5648549" y="319403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70A0">
                <a:alpha val="100000"/>
              </a:srgbClr>
            </a:solidFill>
            <a:ln w="5420" cap="flat">
              <a:solidFill>
                <a:srgbClr val="3B70A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3" name="pg853"/>
            <p:cNvSpPr/>
            <p:nvPr/>
          </p:nvSpPr>
          <p:spPr>
            <a:xfrm>
              <a:off x="5660186" y="319403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70A1">
                <a:alpha val="100000"/>
              </a:srgbClr>
            </a:solidFill>
            <a:ln w="5420" cap="flat">
              <a:solidFill>
                <a:srgbClr val="3B70A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4" name="pg854"/>
            <p:cNvSpPr/>
            <p:nvPr/>
          </p:nvSpPr>
          <p:spPr>
            <a:xfrm>
              <a:off x="5695098" y="319403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3A1">
                <a:alpha val="100000"/>
              </a:srgbClr>
            </a:solidFill>
            <a:ln w="5420" cap="flat">
              <a:solidFill>
                <a:srgbClr val="3A73A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5" name="pg855"/>
            <p:cNvSpPr/>
            <p:nvPr/>
          </p:nvSpPr>
          <p:spPr>
            <a:xfrm>
              <a:off x="5706736" y="319403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4A1">
                <a:alpha val="100000"/>
              </a:srgbClr>
            </a:solidFill>
            <a:ln w="5420" cap="flat">
              <a:solidFill>
                <a:srgbClr val="3A74A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6" name="pg856"/>
            <p:cNvSpPr/>
            <p:nvPr/>
          </p:nvSpPr>
          <p:spPr>
            <a:xfrm>
              <a:off x="5718373" y="319403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4A1">
                <a:alpha val="100000"/>
              </a:srgbClr>
            </a:solidFill>
            <a:ln w="5420" cap="flat">
              <a:solidFill>
                <a:srgbClr val="3A74A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7" name="pg857"/>
            <p:cNvSpPr/>
            <p:nvPr/>
          </p:nvSpPr>
          <p:spPr>
            <a:xfrm>
              <a:off x="5730010" y="319403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5A2">
                <a:alpha val="100000"/>
              </a:srgbClr>
            </a:solidFill>
            <a:ln w="5420" cap="flat">
              <a:solidFill>
                <a:srgbClr val="3A75A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8" name="pg858"/>
            <p:cNvSpPr/>
            <p:nvPr/>
          </p:nvSpPr>
          <p:spPr>
            <a:xfrm>
              <a:off x="5741648" y="319403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5A2">
                <a:alpha val="100000"/>
              </a:srgbClr>
            </a:solidFill>
            <a:ln w="5420" cap="flat">
              <a:solidFill>
                <a:srgbClr val="3A75A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9" name="pg859"/>
            <p:cNvSpPr/>
            <p:nvPr/>
          </p:nvSpPr>
          <p:spPr>
            <a:xfrm>
              <a:off x="5753285" y="319403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5A2">
                <a:alpha val="100000"/>
              </a:srgbClr>
            </a:solidFill>
            <a:ln w="5420" cap="flat">
              <a:solidFill>
                <a:srgbClr val="3A75A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0" name="pg860"/>
            <p:cNvSpPr/>
            <p:nvPr/>
          </p:nvSpPr>
          <p:spPr>
            <a:xfrm>
              <a:off x="5764922" y="319403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5A2">
                <a:alpha val="100000"/>
              </a:srgbClr>
            </a:solidFill>
            <a:ln w="5420" cap="flat">
              <a:solidFill>
                <a:srgbClr val="3A75A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1" name="pg861"/>
            <p:cNvSpPr/>
            <p:nvPr/>
          </p:nvSpPr>
          <p:spPr>
            <a:xfrm>
              <a:off x="5776560" y="319403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6A2">
                <a:alpha val="100000"/>
              </a:srgbClr>
            </a:solidFill>
            <a:ln w="5420" cap="flat">
              <a:solidFill>
                <a:srgbClr val="3A76A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2" name="pg862"/>
            <p:cNvSpPr/>
            <p:nvPr/>
          </p:nvSpPr>
          <p:spPr>
            <a:xfrm>
              <a:off x="5788197" y="319403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6A2">
                <a:alpha val="100000"/>
              </a:srgbClr>
            </a:solidFill>
            <a:ln w="5420" cap="flat">
              <a:solidFill>
                <a:srgbClr val="3A76A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3" name="pg863"/>
            <p:cNvSpPr/>
            <p:nvPr/>
          </p:nvSpPr>
          <p:spPr>
            <a:xfrm>
              <a:off x="5799834" y="319403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6A2">
                <a:alpha val="100000"/>
              </a:srgbClr>
            </a:solidFill>
            <a:ln w="5420" cap="flat">
              <a:solidFill>
                <a:srgbClr val="3A76A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4" name="pg864"/>
            <p:cNvSpPr/>
            <p:nvPr/>
          </p:nvSpPr>
          <p:spPr>
            <a:xfrm>
              <a:off x="5613637" y="320833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EA0">
                <a:alpha val="100000"/>
              </a:srgbClr>
            </a:solidFill>
            <a:ln w="5420" cap="flat">
              <a:solidFill>
                <a:srgbClr val="3A6EA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5" name="pg865"/>
            <p:cNvSpPr/>
            <p:nvPr/>
          </p:nvSpPr>
          <p:spPr>
            <a:xfrm>
              <a:off x="5625275" y="320833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DA0">
                <a:alpha val="100000"/>
              </a:srgbClr>
            </a:solidFill>
            <a:ln w="5420" cap="flat">
              <a:solidFill>
                <a:srgbClr val="3A6DA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6" name="pg866"/>
            <p:cNvSpPr/>
            <p:nvPr/>
          </p:nvSpPr>
          <p:spPr>
            <a:xfrm>
              <a:off x="5636912" y="320833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DA0">
                <a:alpha val="100000"/>
              </a:srgbClr>
            </a:solidFill>
            <a:ln w="5420" cap="flat">
              <a:solidFill>
                <a:srgbClr val="3A6DA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7" name="pg867"/>
            <p:cNvSpPr/>
            <p:nvPr/>
          </p:nvSpPr>
          <p:spPr>
            <a:xfrm>
              <a:off x="5648549" y="320833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EA0">
                <a:alpha val="100000"/>
              </a:srgbClr>
            </a:solidFill>
            <a:ln w="5420" cap="flat">
              <a:solidFill>
                <a:srgbClr val="3A6EA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8" name="pg868"/>
            <p:cNvSpPr/>
            <p:nvPr/>
          </p:nvSpPr>
          <p:spPr>
            <a:xfrm>
              <a:off x="5660186" y="320833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FA0">
                <a:alpha val="100000"/>
              </a:srgbClr>
            </a:solidFill>
            <a:ln w="5420" cap="flat">
              <a:solidFill>
                <a:srgbClr val="3A6FA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9" name="pg869"/>
            <p:cNvSpPr/>
            <p:nvPr/>
          </p:nvSpPr>
          <p:spPr>
            <a:xfrm>
              <a:off x="5671824" y="320833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70A0">
                <a:alpha val="100000"/>
              </a:srgbClr>
            </a:solidFill>
            <a:ln w="5420" cap="flat">
              <a:solidFill>
                <a:srgbClr val="3B70A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0" name="pg870"/>
            <p:cNvSpPr/>
            <p:nvPr/>
          </p:nvSpPr>
          <p:spPr>
            <a:xfrm>
              <a:off x="5683461" y="320833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72A1">
                <a:alpha val="100000"/>
              </a:srgbClr>
            </a:solidFill>
            <a:ln w="5420" cap="flat">
              <a:solidFill>
                <a:srgbClr val="3B72A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1" name="pg871"/>
            <p:cNvSpPr/>
            <p:nvPr/>
          </p:nvSpPr>
          <p:spPr>
            <a:xfrm>
              <a:off x="5695098" y="320833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72A1">
                <a:alpha val="100000"/>
              </a:srgbClr>
            </a:solidFill>
            <a:ln w="5420" cap="flat">
              <a:solidFill>
                <a:srgbClr val="3B72A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2" name="pg872"/>
            <p:cNvSpPr/>
            <p:nvPr/>
          </p:nvSpPr>
          <p:spPr>
            <a:xfrm>
              <a:off x="5706736" y="320833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3A1">
                <a:alpha val="100000"/>
              </a:srgbClr>
            </a:solidFill>
            <a:ln w="5420" cap="flat">
              <a:solidFill>
                <a:srgbClr val="3A73A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3" name="pg873"/>
            <p:cNvSpPr/>
            <p:nvPr/>
          </p:nvSpPr>
          <p:spPr>
            <a:xfrm>
              <a:off x="5718373" y="320833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4A1">
                <a:alpha val="100000"/>
              </a:srgbClr>
            </a:solidFill>
            <a:ln w="5420" cap="flat">
              <a:solidFill>
                <a:srgbClr val="3A74A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4" name="pg874"/>
            <p:cNvSpPr/>
            <p:nvPr/>
          </p:nvSpPr>
          <p:spPr>
            <a:xfrm>
              <a:off x="5730010" y="320833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5A2">
                <a:alpha val="100000"/>
              </a:srgbClr>
            </a:solidFill>
            <a:ln w="5420" cap="flat">
              <a:solidFill>
                <a:srgbClr val="3A75A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5" name="pg875"/>
            <p:cNvSpPr/>
            <p:nvPr/>
          </p:nvSpPr>
          <p:spPr>
            <a:xfrm>
              <a:off x="5741648" y="320833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5A2">
                <a:alpha val="100000"/>
              </a:srgbClr>
            </a:solidFill>
            <a:ln w="5420" cap="flat">
              <a:solidFill>
                <a:srgbClr val="3A75A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6" name="pg876"/>
            <p:cNvSpPr/>
            <p:nvPr/>
          </p:nvSpPr>
          <p:spPr>
            <a:xfrm>
              <a:off x="5753285" y="320833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5A2">
                <a:alpha val="100000"/>
              </a:srgbClr>
            </a:solidFill>
            <a:ln w="5420" cap="flat">
              <a:solidFill>
                <a:srgbClr val="3A75A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7" name="pg877"/>
            <p:cNvSpPr/>
            <p:nvPr/>
          </p:nvSpPr>
          <p:spPr>
            <a:xfrm>
              <a:off x="5764922" y="320833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6A2">
                <a:alpha val="100000"/>
              </a:srgbClr>
            </a:solidFill>
            <a:ln w="5420" cap="flat">
              <a:solidFill>
                <a:srgbClr val="3A76A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8" name="pg878"/>
            <p:cNvSpPr/>
            <p:nvPr/>
          </p:nvSpPr>
          <p:spPr>
            <a:xfrm>
              <a:off x="5776560" y="320833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6A2">
                <a:alpha val="100000"/>
              </a:srgbClr>
            </a:solidFill>
            <a:ln w="5420" cap="flat">
              <a:solidFill>
                <a:srgbClr val="3A76A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9" name="pg879"/>
            <p:cNvSpPr/>
            <p:nvPr/>
          </p:nvSpPr>
          <p:spPr>
            <a:xfrm>
              <a:off x="5788197" y="320833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6A2">
                <a:alpha val="100000"/>
              </a:srgbClr>
            </a:solidFill>
            <a:ln w="5420" cap="flat">
              <a:solidFill>
                <a:srgbClr val="3A76A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0" name="pg880"/>
            <p:cNvSpPr/>
            <p:nvPr/>
          </p:nvSpPr>
          <p:spPr>
            <a:xfrm>
              <a:off x="5799834" y="320833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6A2">
                <a:alpha val="100000"/>
              </a:srgbClr>
            </a:solidFill>
            <a:ln w="5420" cap="flat">
              <a:solidFill>
                <a:srgbClr val="3A76A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1" name="pg881"/>
            <p:cNvSpPr/>
            <p:nvPr/>
          </p:nvSpPr>
          <p:spPr>
            <a:xfrm>
              <a:off x="5811472" y="320833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7A2">
                <a:alpha val="100000"/>
              </a:srgbClr>
            </a:solidFill>
            <a:ln w="5420" cap="flat">
              <a:solidFill>
                <a:srgbClr val="3A77A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2" name="pg882"/>
            <p:cNvSpPr/>
            <p:nvPr/>
          </p:nvSpPr>
          <p:spPr>
            <a:xfrm>
              <a:off x="5613637" y="322263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99F">
                <a:alpha val="100000"/>
              </a:srgbClr>
            </a:solidFill>
            <a:ln w="5420" cap="flat">
              <a:solidFill>
                <a:srgbClr val="3A69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3" name="pg883"/>
            <p:cNvSpPr/>
            <p:nvPr/>
          </p:nvSpPr>
          <p:spPr>
            <a:xfrm>
              <a:off x="5625275" y="322263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89F">
                <a:alpha val="100000"/>
              </a:srgbClr>
            </a:solidFill>
            <a:ln w="5420" cap="flat">
              <a:solidFill>
                <a:srgbClr val="3A68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4" name="pg884"/>
            <p:cNvSpPr/>
            <p:nvPr/>
          </p:nvSpPr>
          <p:spPr>
            <a:xfrm>
              <a:off x="5636912" y="322263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89F">
                <a:alpha val="100000"/>
              </a:srgbClr>
            </a:solidFill>
            <a:ln w="5420" cap="flat">
              <a:solidFill>
                <a:srgbClr val="3A68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5" name="pg885"/>
            <p:cNvSpPr/>
            <p:nvPr/>
          </p:nvSpPr>
          <p:spPr>
            <a:xfrm>
              <a:off x="5648549" y="322263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99F">
                <a:alpha val="100000"/>
              </a:srgbClr>
            </a:solidFill>
            <a:ln w="5420" cap="flat">
              <a:solidFill>
                <a:srgbClr val="3A69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6" name="pg886"/>
            <p:cNvSpPr/>
            <p:nvPr/>
          </p:nvSpPr>
          <p:spPr>
            <a:xfrm>
              <a:off x="5660186" y="322263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A9F">
                <a:alpha val="100000"/>
              </a:srgbClr>
            </a:solidFill>
            <a:ln w="5420" cap="flat">
              <a:solidFill>
                <a:srgbClr val="3A6A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7" name="pg887"/>
            <p:cNvSpPr/>
            <p:nvPr/>
          </p:nvSpPr>
          <p:spPr>
            <a:xfrm>
              <a:off x="5671824" y="322263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CA0">
                <a:alpha val="100000"/>
              </a:srgbClr>
            </a:solidFill>
            <a:ln w="5420" cap="flat">
              <a:solidFill>
                <a:srgbClr val="3A6CA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8" name="pg888"/>
            <p:cNvSpPr/>
            <p:nvPr/>
          </p:nvSpPr>
          <p:spPr>
            <a:xfrm>
              <a:off x="5683461" y="322263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6FA0">
                <a:alpha val="100000"/>
              </a:srgbClr>
            </a:solidFill>
            <a:ln w="5420" cap="flat">
              <a:solidFill>
                <a:srgbClr val="3B6FA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9" name="pg889"/>
            <p:cNvSpPr/>
            <p:nvPr/>
          </p:nvSpPr>
          <p:spPr>
            <a:xfrm>
              <a:off x="5695098" y="322263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71A1">
                <a:alpha val="100000"/>
              </a:srgbClr>
            </a:solidFill>
            <a:ln w="5420" cap="flat">
              <a:solidFill>
                <a:srgbClr val="3B71A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0" name="pg890"/>
            <p:cNvSpPr/>
            <p:nvPr/>
          </p:nvSpPr>
          <p:spPr>
            <a:xfrm>
              <a:off x="5706736" y="322263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72A1">
                <a:alpha val="100000"/>
              </a:srgbClr>
            </a:solidFill>
            <a:ln w="5420" cap="flat">
              <a:solidFill>
                <a:srgbClr val="3B72A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1" name="pg891"/>
            <p:cNvSpPr/>
            <p:nvPr/>
          </p:nvSpPr>
          <p:spPr>
            <a:xfrm>
              <a:off x="5718373" y="322263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3A1">
                <a:alpha val="100000"/>
              </a:srgbClr>
            </a:solidFill>
            <a:ln w="5420" cap="flat">
              <a:solidFill>
                <a:srgbClr val="3A73A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2" name="pg892"/>
            <p:cNvSpPr/>
            <p:nvPr/>
          </p:nvSpPr>
          <p:spPr>
            <a:xfrm>
              <a:off x="5730010" y="322263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4A1">
                <a:alpha val="100000"/>
              </a:srgbClr>
            </a:solidFill>
            <a:ln w="5420" cap="flat">
              <a:solidFill>
                <a:srgbClr val="3A74A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3" name="pg893"/>
            <p:cNvSpPr/>
            <p:nvPr/>
          </p:nvSpPr>
          <p:spPr>
            <a:xfrm>
              <a:off x="5741648" y="322263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5A2">
                <a:alpha val="100000"/>
              </a:srgbClr>
            </a:solidFill>
            <a:ln w="5420" cap="flat">
              <a:solidFill>
                <a:srgbClr val="3A75A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4" name="pg894"/>
            <p:cNvSpPr/>
            <p:nvPr/>
          </p:nvSpPr>
          <p:spPr>
            <a:xfrm>
              <a:off x="5753285" y="322263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6A2">
                <a:alpha val="100000"/>
              </a:srgbClr>
            </a:solidFill>
            <a:ln w="5420" cap="flat">
              <a:solidFill>
                <a:srgbClr val="3A76A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5" name="pg895"/>
            <p:cNvSpPr/>
            <p:nvPr/>
          </p:nvSpPr>
          <p:spPr>
            <a:xfrm>
              <a:off x="5764922" y="322263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6A2">
                <a:alpha val="100000"/>
              </a:srgbClr>
            </a:solidFill>
            <a:ln w="5420" cap="flat">
              <a:solidFill>
                <a:srgbClr val="3A76A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6" name="pg896"/>
            <p:cNvSpPr/>
            <p:nvPr/>
          </p:nvSpPr>
          <p:spPr>
            <a:xfrm>
              <a:off x="5776560" y="322263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7A2">
                <a:alpha val="100000"/>
              </a:srgbClr>
            </a:solidFill>
            <a:ln w="5420" cap="flat">
              <a:solidFill>
                <a:srgbClr val="3A77A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7" name="pg897"/>
            <p:cNvSpPr/>
            <p:nvPr/>
          </p:nvSpPr>
          <p:spPr>
            <a:xfrm>
              <a:off x="5788197" y="322263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7A2">
                <a:alpha val="100000"/>
              </a:srgbClr>
            </a:solidFill>
            <a:ln w="5420" cap="flat">
              <a:solidFill>
                <a:srgbClr val="3A77A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8" name="pg898"/>
            <p:cNvSpPr/>
            <p:nvPr/>
          </p:nvSpPr>
          <p:spPr>
            <a:xfrm>
              <a:off x="5799834" y="322263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8A2">
                <a:alpha val="100000"/>
              </a:srgbClr>
            </a:solidFill>
            <a:ln w="5420" cap="flat">
              <a:solidFill>
                <a:srgbClr val="3A78A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9" name="pg899"/>
            <p:cNvSpPr/>
            <p:nvPr/>
          </p:nvSpPr>
          <p:spPr>
            <a:xfrm>
              <a:off x="5811472" y="322263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8A2">
                <a:alpha val="100000"/>
              </a:srgbClr>
            </a:solidFill>
            <a:ln w="5420" cap="flat">
              <a:solidFill>
                <a:srgbClr val="3A78A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0" name="pg900"/>
            <p:cNvSpPr/>
            <p:nvPr/>
          </p:nvSpPr>
          <p:spPr>
            <a:xfrm>
              <a:off x="5613637" y="323693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89F">
                <a:alpha val="100000"/>
              </a:srgbClr>
            </a:solidFill>
            <a:ln w="5420" cap="flat">
              <a:solidFill>
                <a:srgbClr val="3A68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1" name="pg901"/>
            <p:cNvSpPr/>
            <p:nvPr/>
          </p:nvSpPr>
          <p:spPr>
            <a:xfrm>
              <a:off x="5625275" y="323693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79E">
                <a:alpha val="100000"/>
              </a:srgbClr>
            </a:solidFill>
            <a:ln w="5420" cap="flat">
              <a:solidFill>
                <a:srgbClr val="3A67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2" name="pg902"/>
            <p:cNvSpPr/>
            <p:nvPr/>
          </p:nvSpPr>
          <p:spPr>
            <a:xfrm>
              <a:off x="5636912" y="323693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79E">
                <a:alpha val="100000"/>
              </a:srgbClr>
            </a:solidFill>
            <a:ln w="5420" cap="flat">
              <a:solidFill>
                <a:srgbClr val="3A67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3" name="pg903"/>
            <p:cNvSpPr/>
            <p:nvPr/>
          </p:nvSpPr>
          <p:spPr>
            <a:xfrm>
              <a:off x="5648549" y="323693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89F">
                <a:alpha val="100000"/>
              </a:srgbClr>
            </a:solidFill>
            <a:ln w="5420" cap="flat">
              <a:solidFill>
                <a:srgbClr val="3A68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4" name="pg904"/>
            <p:cNvSpPr/>
            <p:nvPr/>
          </p:nvSpPr>
          <p:spPr>
            <a:xfrm>
              <a:off x="5660186" y="323693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99F">
                <a:alpha val="100000"/>
              </a:srgbClr>
            </a:solidFill>
            <a:ln w="5420" cap="flat">
              <a:solidFill>
                <a:srgbClr val="3A69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5" name="pg905"/>
            <p:cNvSpPr/>
            <p:nvPr/>
          </p:nvSpPr>
          <p:spPr>
            <a:xfrm>
              <a:off x="5671824" y="323693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B9F">
                <a:alpha val="100000"/>
              </a:srgbClr>
            </a:solidFill>
            <a:ln w="5420" cap="flat">
              <a:solidFill>
                <a:srgbClr val="3A6B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6" name="pg906"/>
            <p:cNvSpPr/>
            <p:nvPr/>
          </p:nvSpPr>
          <p:spPr>
            <a:xfrm>
              <a:off x="5683461" y="323693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FA0">
                <a:alpha val="100000"/>
              </a:srgbClr>
            </a:solidFill>
            <a:ln w="5420" cap="flat">
              <a:solidFill>
                <a:srgbClr val="3A6FA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7" name="pg907"/>
            <p:cNvSpPr/>
            <p:nvPr/>
          </p:nvSpPr>
          <p:spPr>
            <a:xfrm>
              <a:off x="5695098" y="323693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70A1">
                <a:alpha val="100000"/>
              </a:srgbClr>
            </a:solidFill>
            <a:ln w="5420" cap="flat">
              <a:solidFill>
                <a:srgbClr val="3B70A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8" name="pg908"/>
            <p:cNvSpPr/>
            <p:nvPr/>
          </p:nvSpPr>
          <p:spPr>
            <a:xfrm>
              <a:off x="5706736" y="323693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72A1">
                <a:alpha val="100000"/>
              </a:srgbClr>
            </a:solidFill>
            <a:ln w="5420" cap="flat">
              <a:solidFill>
                <a:srgbClr val="3B72A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9" name="pg909"/>
            <p:cNvSpPr/>
            <p:nvPr/>
          </p:nvSpPr>
          <p:spPr>
            <a:xfrm>
              <a:off x="5718373" y="323693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3A1">
                <a:alpha val="100000"/>
              </a:srgbClr>
            </a:solidFill>
            <a:ln w="5420" cap="flat">
              <a:solidFill>
                <a:srgbClr val="3A73A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0" name="pg910"/>
            <p:cNvSpPr/>
            <p:nvPr/>
          </p:nvSpPr>
          <p:spPr>
            <a:xfrm>
              <a:off x="5730010" y="323693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4A1">
                <a:alpha val="100000"/>
              </a:srgbClr>
            </a:solidFill>
            <a:ln w="5420" cap="flat">
              <a:solidFill>
                <a:srgbClr val="3A74A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1" name="pg911"/>
            <p:cNvSpPr/>
            <p:nvPr/>
          </p:nvSpPr>
          <p:spPr>
            <a:xfrm>
              <a:off x="5741648" y="323693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5A2">
                <a:alpha val="100000"/>
              </a:srgbClr>
            </a:solidFill>
            <a:ln w="5420" cap="flat">
              <a:solidFill>
                <a:srgbClr val="3A75A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2" name="pg912"/>
            <p:cNvSpPr/>
            <p:nvPr/>
          </p:nvSpPr>
          <p:spPr>
            <a:xfrm>
              <a:off x="5753285" y="323693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6A2">
                <a:alpha val="100000"/>
              </a:srgbClr>
            </a:solidFill>
            <a:ln w="5420" cap="flat">
              <a:solidFill>
                <a:srgbClr val="3A76A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3" name="pg913"/>
            <p:cNvSpPr/>
            <p:nvPr/>
          </p:nvSpPr>
          <p:spPr>
            <a:xfrm>
              <a:off x="5764922" y="323693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7A2">
                <a:alpha val="100000"/>
              </a:srgbClr>
            </a:solidFill>
            <a:ln w="5420" cap="flat">
              <a:solidFill>
                <a:srgbClr val="3A77A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4" name="pg914"/>
            <p:cNvSpPr/>
            <p:nvPr/>
          </p:nvSpPr>
          <p:spPr>
            <a:xfrm>
              <a:off x="5776560" y="323693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7A2">
                <a:alpha val="100000"/>
              </a:srgbClr>
            </a:solidFill>
            <a:ln w="5420" cap="flat">
              <a:solidFill>
                <a:srgbClr val="3A77A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5" name="pg915"/>
            <p:cNvSpPr/>
            <p:nvPr/>
          </p:nvSpPr>
          <p:spPr>
            <a:xfrm>
              <a:off x="5788197" y="323693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8A2">
                <a:alpha val="100000"/>
              </a:srgbClr>
            </a:solidFill>
            <a:ln w="5420" cap="flat">
              <a:solidFill>
                <a:srgbClr val="3A78A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6" name="pg916"/>
            <p:cNvSpPr/>
            <p:nvPr/>
          </p:nvSpPr>
          <p:spPr>
            <a:xfrm>
              <a:off x="5799834" y="323693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9A2">
                <a:alpha val="100000"/>
              </a:srgbClr>
            </a:solidFill>
            <a:ln w="5420" cap="flat">
              <a:solidFill>
                <a:srgbClr val="3A79A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7" name="pg917"/>
            <p:cNvSpPr/>
            <p:nvPr/>
          </p:nvSpPr>
          <p:spPr>
            <a:xfrm>
              <a:off x="5811472" y="323693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9A2">
                <a:alpha val="100000"/>
              </a:srgbClr>
            </a:solidFill>
            <a:ln w="5420" cap="flat">
              <a:solidFill>
                <a:srgbClr val="3A79A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8" name="pg918"/>
            <p:cNvSpPr/>
            <p:nvPr/>
          </p:nvSpPr>
          <p:spPr>
            <a:xfrm>
              <a:off x="5473989" y="325123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86A5">
                <a:alpha val="100000"/>
              </a:srgbClr>
            </a:solidFill>
            <a:ln w="5420" cap="flat">
              <a:solidFill>
                <a:srgbClr val="3986A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9" name="pg919"/>
            <p:cNvSpPr/>
            <p:nvPr/>
          </p:nvSpPr>
          <p:spPr>
            <a:xfrm>
              <a:off x="5520539" y="325123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80A4">
                <a:alpha val="100000"/>
              </a:srgbClr>
            </a:solidFill>
            <a:ln w="5420" cap="flat">
              <a:solidFill>
                <a:srgbClr val="3A80A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0" name="pg920"/>
            <p:cNvSpPr/>
            <p:nvPr/>
          </p:nvSpPr>
          <p:spPr>
            <a:xfrm>
              <a:off x="5532176" y="325123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DA3">
                <a:alpha val="100000"/>
              </a:srgbClr>
            </a:solidFill>
            <a:ln w="5420" cap="flat">
              <a:solidFill>
                <a:srgbClr val="3A7DA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1" name="pg921"/>
            <p:cNvSpPr/>
            <p:nvPr/>
          </p:nvSpPr>
          <p:spPr>
            <a:xfrm>
              <a:off x="5543813" y="325123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BA3">
                <a:alpha val="100000"/>
              </a:srgbClr>
            </a:solidFill>
            <a:ln w="5420" cap="flat">
              <a:solidFill>
                <a:srgbClr val="3A7BA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2" name="pg922"/>
            <p:cNvSpPr/>
            <p:nvPr/>
          </p:nvSpPr>
          <p:spPr>
            <a:xfrm>
              <a:off x="5555451" y="325123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7A2">
                <a:alpha val="100000"/>
              </a:srgbClr>
            </a:solidFill>
            <a:ln w="5420" cap="flat">
              <a:solidFill>
                <a:srgbClr val="3A77A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3" name="pg923"/>
            <p:cNvSpPr/>
            <p:nvPr/>
          </p:nvSpPr>
          <p:spPr>
            <a:xfrm>
              <a:off x="5567088" y="325123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71A1">
                <a:alpha val="100000"/>
              </a:srgbClr>
            </a:solidFill>
            <a:ln w="5420" cap="flat">
              <a:solidFill>
                <a:srgbClr val="3B71A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4" name="pg924"/>
            <p:cNvSpPr/>
            <p:nvPr/>
          </p:nvSpPr>
          <p:spPr>
            <a:xfrm>
              <a:off x="5578725" y="325123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EA0">
                <a:alpha val="100000"/>
              </a:srgbClr>
            </a:solidFill>
            <a:ln w="5420" cap="flat">
              <a:solidFill>
                <a:srgbClr val="3A6EA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5" name="pg925"/>
            <p:cNvSpPr/>
            <p:nvPr/>
          </p:nvSpPr>
          <p:spPr>
            <a:xfrm>
              <a:off x="5590363" y="325123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B9F">
                <a:alpha val="100000"/>
              </a:srgbClr>
            </a:solidFill>
            <a:ln w="5420" cap="flat">
              <a:solidFill>
                <a:srgbClr val="3A6B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6" name="pg926"/>
            <p:cNvSpPr/>
            <p:nvPr/>
          </p:nvSpPr>
          <p:spPr>
            <a:xfrm>
              <a:off x="5602000" y="325123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99F">
                <a:alpha val="100000"/>
              </a:srgbClr>
            </a:solidFill>
            <a:ln w="5420" cap="flat">
              <a:solidFill>
                <a:srgbClr val="3A69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7" name="pg927"/>
            <p:cNvSpPr/>
            <p:nvPr/>
          </p:nvSpPr>
          <p:spPr>
            <a:xfrm>
              <a:off x="5613637" y="325123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89F">
                <a:alpha val="100000"/>
              </a:srgbClr>
            </a:solidFill>
            <a:ln w="5420" cap="flat">
              <a:solidFill>
                <a:srgbClr val="3A68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8" name="pg928"/>
            <p:cNvSpPr/>
            <p:nvPr/>
          </p:nvSpPr>
          <p:spPr>
            <a:xfrm>
              <a:off x="5625275" y="325123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79E">
                <a:alpha val="100000"/>
              </a:srgbClr>
            </a:solidFill>
            <a:ln w="5420" cap="flat">
              <a:solidFill>
                <a:srgbClr val="3A67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9" name="pg929"/>
            <p:cNvSpPr/>
            <p:nvPr/>
          </p:nvSpPr>
          <p:spPr>
            <a:xfrm>
              <a:off x="5636912" y="325123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79E">
                <a:alpha val="100000"/>
              </a:srgbClr>
            </a:solidFill>
            <a:ln w="5420" cap="flat">
              <a:solidFill>
                <a:srgbClr val="3A67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0" name="pg930"/>
            <p:cNvSpPr/>
            <p:nvPr/>
          </p:nvSpPr>
          <p:spPr>
            <a:xfrm>
              <a:off x="5648549" y="325123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89F">
                <a:alpha val="100000"/>
              </a:srgbClr>
            </a:solidFill>
            <a:ln w="5420" cap="flat">
              <a:solidFill>
                <a:srgbClr val="3A68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1" name="pg931"/>
            <p:cNvSpPr/>
            <p:nvPr/>
          </p:nvSpPr>
          <p:spPr>
            <a:xfrm>
              <a:off x="5660186" y="325123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A9F">
                <a:alpha val="100000"/>
              </a:srgbClr>
            </a:solidFill>
            <a:ln w="5420" cap="flat">
              <a:solidFill>
                <a:srgbClr val="3A6A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2" name="pg932"/>
            <p:cNvSpPr/>
            <p:nvPr/>
          </p:nvSpPr>
          <p:spPr>
            <a:xfrm>
              <a:off x="5671824" y="325123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B9F">
                <a:alpha val="100000"/>
              </a:srgbClr>
            </a:solidFill>
            <a:ln w="5420" cap="flat">
              <a:solidFill>
                <a:srgbClr val="3A6B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3" name="pg933"/>
            <p:cNvSpPr/>
            <p:nvPr/>
          </p:nvSpPr>
          <p:spPr>
            <a:xfrm>
              <a:off x="5683461" y="325123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FA0">
                <a:alpha val="100000"/>
              </a:srgbClr>
            </a:solidFill>
            <a:ln w="5420" cap="flat">
              <a:solidFill>
                <a:srgbClr val="3A6FA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4" name="pg934"/>
            <p:cNvSpPr/>
            <p:nvPr/>
          </p:nvSpPr>
          <p:spPr>
            <a:xfrm>
              <a:off x="5695098" y="325123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71A1">
                <a:alpha val="100000"/>
              </a:srgbClr>
            </a:solidFill>
            <a:ln w="5420" cap="flat">
              <a:solidFill>
                <a:srgbClr val="3B71A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5" name="pg935"/>
            <p:cNvSpPr/>
            <p:nvPr/>
          </p:nvSpPr>
          <p:spPr>
            <a:xfrm>
              <a:off x="5706736" y="325123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72A1">
                <a:alpha val="100000"/>
              </a:srgbClr>
            </a:solidFill>
            <a:ln w="5420" cap="flat">
              <a:solidFill>
                <a:srgbClr val="3B72A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6" name="pg936"/>
            <p:cNvSpPr/>
            <p:nvPr/>
          </p:nvSpPr>
          <p:spPr>
            <a:xfrm>
              <a:off x="5718373" y="325123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4A1">
                <a:alpha val="100000"/>
              </a:srgbClr>
            </a:solidFill>
            <a:ln w="5420" cap="flat">
              <a:solidFill>
                <a:srgbClr val="3A74A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7" name="pg937"/>
            <p:cNvSpPr/>
            <p:nvPr/>
          </p:nvSpPr>
          <p:spPr>
            <a:xfrm>
              <a:off x="5730010" y="325123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5A2">
                <a:alpha val="100000"/>
              </a:srgbClr>
            </a:solidFill>
            <a:ln w="5420" cap="flat">
              <a:solidFill>
                <a:srgbClr val="3A75A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8" name="pg938"/>
            <p:cNvSpPr/>
            <p:nvPr/>
          </p:nvSpPr>
          <p:spPr>
            <a:xfrm>
              <a:off x="5741648" y="325123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6A2">
                <a:alpha val="100000"/>
              </a:srgbClr>
            </a:solidFill>
            <a:ln w="5420" cap="flat">
              <a:solidFill>
                <a:srgbClr val="3A76A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9" name="pg939"/>
            <p:cNvSpPr/>
            <p:nvPr/>
          </p:nvSpPr>
          <p:spPr>
            <a:xfrm>
              <a:off x="5753285" y="325123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7A2">
                <a:alpha val="100000"/>
              </a:srgbClr>
            </a:solidFill>
            <a:ln w="5420" cap="flat">
              <a:solidFill>
                <a:srgbClr val="3A77A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0" name="pg940"/>
            <p:cNvSpPr/>
            <p:nvPr/>
          </p:nvSpPr>
          <p:spPr>
            <a:xfrm>
              <a:off x="5764922" y="325123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7A2">
                <a:alpha val="100000"/>
              </a:srgbClr>
            </a:solidFill>
            <a:ln w="5420" cap="flat">
              <a:solidFill>
                <a:srgbClr val="3A77A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1" name="pg941"/>
            <p:cNvSpPr/>
            <p:nvPr/>
          </p:nvSpPr>
          <p:spPr>
            <a:xfrm>
              <a:off x="5776560" y="325123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8A2">
                <a:alpha val="100000"/>
              </a:srgbClr>
            </a:solidFill>
            <a:ln w="5420" cap="flat">
              <a:solidFill>
                <a:srgbClr val="3A78A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2" name="pg942"/>
            <p:cNvSpPr/>
            <p:nvPr/>
          </p:nvSpPr>
          <p:spPr>
            <a:xfrm>
              <a:off x="5788197" y="325123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9A2">
                <a:alpha val="100000"/>
              </a:srgbClr>
            </a:solidFill>
            <a:ln w="5420" cap="flat">
              <a:solidFill>
                <a:srgbClr val="3A79A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3" name="pg943"/>
            <p:cNvSpPr/>
            <p:nvPr/>
          </p:nvSpPr>
          <p:spPr>
            <a:xfrm>
              <a:off x="5799834" y="325123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9A3">
                <a:alpha val="100000"/>
              </a:srgbClr>
            </a:solidFill>
            <a:ln w="5420" cap="flat">
              <a:solidFill>
                <a:srgbClr val="3A79A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4" name="pg944"/>
            <p:cNvSpPr/>
            <p:nvPr/>
          </p:nvSpPr>
          <p:spPr>
            <a:xfrm>
              <a:off x="5345979" y="326553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692A8">
                <a:alpha val="100000"/>
              </a:srgbClr>
            </a:solidFill>
            <a:ln w="5420" cap="flat">
              <a:solidFill>
                <a:srgbClr val="3692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5" name="pg945"/>
            <p:cNvSpPr/>
            <p:nvPr/>
          </p:nvSpPr>
          <p:spPr>
            <a:xfrm>
              <a:off x="5357616" y="326553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690A7">
                <a:alpha val="100000"/>
              </a:srgbClr>
            </a:solidFill>
            <a:ln w="5420" cap="flat">
              <a:solidFill>
                <a:srgbClr val="3690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6" name="pg946"/>
            <p:cNvSpPr/>
            <p:nvPr/>
          </p:nvSpPr>
          <p:spPr>
            <a:xfrm>
              <a:off x="5369253" y="326553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8DA7">
                <a:alpha val="100000"/>
              </a:srgbClr>
            </a:solidFill>
            <a:ln w="5420" cap="flat">
              <a:solidFill>
                <a:srgbClr val="378D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7" name="pg947"/>
            <p:cNvSpPr/>
            <p:nvPr/>
          </p:nvSpPr>
          <p:spPr>
            <a:xfrm>
              <a:off x="5439077" y="326553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86A5">
                <a:alpha val="100000"/>
              </a:srgbClr>
            </a:solidFill>
            <a:ln w="5420" cap="flat">
              <a:solidFill>
                <a:srgbClr val="3986A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8" name="pg948"/>
            <p:cNvSpPr/>
            <p:nvPr/>
          </p:nvSpPr>
          <p:spPr>
            <a:xfrm>
              <a:off x="5450715" y="326553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86A5">
                <a:alpha val="100000"/>
              </a:srgbClr>
            </a:solidFill>
            <a:ln w="5420" cap="flat">
              <a:solidFill>
                <a:srgbClr val="3986A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9" name="pg949"/>
            <p:cNvSpPr/>
            <p:nvPr/>
          </p:nvSpPr>
          <p:spPr>
            <a:xfrm>
              <a:off x="5462352" y="326553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86A5">
                <a:alpha val="100000"/>
              </a:srgbClr>
            </a:solidFill>
            <a:ln w="5420" cap="flat">
              <a:solidFill>
                <a:srgbClr val="3986A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0" name="pg950"/>
            <p:cNvSpPr/>
            <p:nvPr/>
          </p:nvSpPr>
          <p:spPr>
            <a:xfrm>
              <a:off x="5473989" y="326553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86A5">
                <a:alpha val="100000"/>
              </a:srgbClr>
            </a:solidFill>
            <a:ln w="5420" cap="flat">
              <a:solidFill>
                <a:srgbClr val="3986A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1" name="pg951"/>
            <p:cNvSpPr/>
            <p:nvPr/>
          </p:nvSpPr>
          <p:spPr>
            <a:xfrm>
              <a:off x="5485627" y="326553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85A5">
                <a:alpha val="100000"/>
              </a:srgbClr>
            </a:solidFill>
            <a:ln w="5420" cap="flat">
              <a:solidFill>
                <a:srgbClr val="3985A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2" name="pg952"/>
            <p:cNvSpPr/>
            <p:nvPr/>
          </p:nvSpPr>
          <p:spPr>
            <a:xfrm>
              <a:off x="5497264" y="326553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84A5">
                <a:alpha val="100000"/>
              </a:srgbClr>
            </a:solidFill>
            <a:ln w="5420" cap="flat">
              <a:solidFill>
                <a:srgbClr val="3984A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3" name="pg953"/>
            <p:cNvSpPr/>
            <p:nvPr/>
          </p:nvSpPr>
          <p:spPr>
            <a:xfrm>
              <a:off x="5508901" y="326553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83A5">
                <a:alpha val="100000"/>
              </a:srgbClr>
            </a:solidFill>
            <a:ln w="5420" cap="flat">
              <a:solidFill>
                <a:srgbClr val="3983A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4" name="pg954"/>
            <p:cNvSpPr/>
            <p:nvPr/>
          </p:nvSpPr>
          <p:spPr>
            <a:xfrm>
              <a:off x="5520539" y="326553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81A4">
                <a:alpha val="100000"/>
              </a:srgbClr>
            </a:solidFill>
            <a:ln w="5420" cap="flat">
              <a:solidFill>
                <a:srgbClr val="3A81A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5" name="pg955"/>
            <p:cNvSpPr/>
            <p:nvPr/>
          </p:nvSpPr>
          <p:spPr>
            <a:xfrm>
              <a:off x="5532176" y="326553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EA4">
                <a:alpha val="100000"/>
              </a:srgbClr>
            </a:solidFill>
            <a:ln w="5420" cap="flat">
              <a:solidFill>
                <a:srgbClr val="3A7EA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6" name="pg956"/>
            <p:cNvSpPr/>
            <p:nvPr/>
          </p:nvSpPr>
          <p:spPr>
            <a:xfrm>
              <a:off x="5543813" y="326553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CA3">
                <a:alpha val="100000"/>
              </a:srgbClr>
            </a:solidFill>
            <a:ln w="5420" cap="flat">
              <a:solidFill>
                <a:srgbClr val="3A7CA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7" name="pg957"/>
            <p:cNvSpPr/>
            <p:nvPr/>
          </p:nvSpPr>
          <p:spPr>
            <a:xfrm>
              <a:off x="5555451" y="326553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9A2">
                <a:alpha val="100000"/>
              </a:srgbClr>
            </a:solidFill>
            <a:ln w="5420" cap="flat">
              <a:solidFill>
                <a:srgbClr val="3A79A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8" name="pg958"/>
            <p:cNvSpPr/>
            <p:nvPr/>
          </p:nvSpPr>
          <p:spPr>
            <a:xfrm>
              <a:off x="5567088" y="326553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72A1">
                <a:alpha val="100000"/>
              </a:srgbClr>
            </a:solidFill>
            <a:ln w="5420" cap="flat">
              <a:solidFill>
                <a:srgbClr val="3B72A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9" name="pg959"/>
            <p:cNvSpPr/>
            <p:nvPr/>
          </p:nvSpPr>
          <p:spPr>
            <a:xfrm>
              <a:off x="5578725" y="326553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6FA0">
                <a:alpha val="100000"/>
              </a:srgbClr>
            </a:solidFill>
            <a:ln w="5420" cap="flat">
              <a:solidFill>
                <a:srgbClr val="3B6FA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0" name="pg960"/>
            <p:cNvSpPr/>
            <p:nvPr/>
          </p:nvSpPr>
          <p:spPr>
            <a:xfrm>
              <a:off x="5590363" y="326553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DA0">
                <a:alpha val="100000"/>
              </a:srgbClr>
            </a:solidFill>
            <a:ln w="5420" cap="flat">
              <a:solidFill>
                <a:srgbClr val="3A6DA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1" name="pg961"/>
            <p:cNvSpPr/>
            <p:nvPr/>
          </p:nvSpPr>
          <p:spPr>
            <a:xfrm>
              <a:off x="5602000" y="326553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B9F">
                <a:alpha val="100000"/>
              </a:srgbClr>
            </a:solidFill>
            <a:ln w="5420" cap="flat">
              <a:solidFill>
                <a:srgbClr val="3A6B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2" name="pg962"/>
            <p:cNvSpPr/>
            <p:nvPr/>
          </p:nvSpPr>
          <p:spPr>
            <a:xfrm>
              <a:off x="5613637" y="326553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99F">
                <a:alpha val="100000"/>
              </a:srgbClr>
            </a:solidFill>
            <a:ln w="5420" cap="flat">
              <a:solidFill>
                <a:srgbClr val="3A69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3" name="pg963"/>
            <p:cNvSpPr/>
            <p:nvPr/>
          </p:nvSpPr>
          <p:spPr>
            <a:xfrm>
              <a:off x="5625275" y="326553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99F">
                <a:alpha val="100000"/>
              </a:srgbClr>
            </a:solidFill>
            <a:ln w="5420" cap="flat">
              <a:solidFill>
                <a:srgbClr val="3A69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4" name="pg964"/>
            <p:cNvSpPr/>
            <p:nvPr/>
          </p:nvSpPr>
          <p:spPr>
            <a:xfrm>
              <a:off x="5636912" y="326553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99F">
                <a:alpha val="100000"/>
              </a:srgbClr>
            </a:solidFill>
            <a:ln w="5420" cap="flat">
              <a:solidFill>
                <a:srgbClr val="3A69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5" name="pg965"/>
            <p:cNvSpPr/>
            <p:nvPr/>
          </p:nvSpPr>
          <p:spPr>
            <a:xfrm>
              <a:off x="5648549" y="326553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99F">
                <a:alpha val="100000"/>
              </a:srgbClr>
            </a:solidFill>
            <a:ln w="5420" cap="flat">
              <a:solidFill>
                <a:srgbClr val="3A69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6" name="pg966"/>
            <p:cNvSpPr/>
            <p:nvPr/>
          </p:nvSpPr>
          <p:spPr>
            <a:xfrm>
              <a:off x="5660186" y="326553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B9F">
                <a:alpha val="100000"/>
              </a:srgbClr>
            </a:solidFill>
            <a:ln w="5420" cap="flat">
              <a:solidFill>
                <a:srgbClr val="3A6B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7" name="pg967"/>
            <p:cNvSpPr/>
            <p:nvPr/>
          </p:nvSpPr>
          <p:spPr>
            <a:xfrm>
              <a:off x="5671824" y="326553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CA0">
                <a:alpha val="100000"/>
              </a:srgbClr>
            </a:solidFill>
            <a:ln w="5420" cap="flat">
              <a:solidFill>
                <a:srgbClr val="3A6CA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8" name="pg968"/>
            <p:cNvSpPr/>
            <p:nvPr/>
          </p:nvSpPr>
          <p:spPr>
            <a:xfrm>
              <a:off x="5683461" y="326553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70A0">
                <a:alpha val="100000"/>
              </a:srgbClr>
            </a:solidFill>
            <a:ln w="5420" cap="flat">
              <a:solidFill>
                <a:srgbClr val="3B70A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9" name="pg969"/>
            <p:cNvSpPr/>
            <p:nvPr/>
          </p:nvSpPr>
          <p:spPr>
            <a:xfrm>
              <a:off x="5695098" y="326553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71A1">
                <a:alpha val="100000"/>
              </a:srgbClr>
            </a:solidFill>
            <a:ln w="5420" cap="flat">
              <a:solidFill>
                <a:srgbClr val="3B71A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70" name="pg970"/>
            <p:cNvSpPr/>
            <p:nvPr/>
          </p:nvSpPr>
          <p:spPr>
            <a:xfrm>
              <a:off x="5706736" y="326553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73A1">
                <a:alpha val="100000"/>
              </a:srgbClr>
            </a:solidFill>
            <a:ln w="5420" cap="flat">
              <a:solidFill>
                <a:srgbClr val="3B73A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71" name="pg971"/>
            <p:cNvSpPr/>
            <p:nvPr/>
          </p:nvSpPr>
          <p:spPr>
            <a:xfrm>
              <a:off x="5718373" y="326553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4A1">
                <a:alpha val="100000"/>
              </a:srgbClr>
            </a:solidFill>
            <a:ln w="5420" cap="flat">
              <a:solidFill>
                <a:srgbClr val="3A74A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72" name="pg972"/>
            <p:cNvSpPr/>
            <p:nvPr/>
          </p:nvSpPr>
          <p:spPr>
            <a:xfrm>
              <a:off x="5730010" y="326553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5A2">
                <a:alpha val="100000"/>
              </a:srgbClr>
            </a:solidFill>
            <a:ln w="5420" cap="flat">
              <a:solidFill>
                <a:srgbClr val="3A75A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73" name="pg973"/>
            <p:cNvSpPr/>
            <p:nvPr/>
          </p:nvSpPr>
          <p:spPr>
            <a:xfrm>
              <a:off x="5741648" y="326553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6A2">
                <a:alpha val="100000"/>
              </a:srgbClr>
            </a:solidFill>
            <a:ln w="5420" cap="flat">
              <a:solidFill>
                <a:srgbClr val="3A76A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74" name="pg974"/>
            <p:cNvSpPr/>
            <p:nvPr/>
          </p:nvSpPr>
          <p:spPr>
            <a:xfrm>
              <a:off x="5753285" y="326553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7A2">
                <a:alpha val="100000"/>
              </a:srgbClr>
            </a:solidFill>
            <a:ln w="5420" cap="flat">
              <a:solidFill>
                <a:srgbClr val="3A77A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75" name="pg975"/>
            <p:cNvSpPr/>
            <p:nvPr/>
          </p:nvSpPr>
          <p:spPr>
            <a:xfrm>
              <a:off x="5764922" y="326553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8A2">
                <a:alpha val="100000"/>
              </a:srgbClr>
            </a:solidFill>
            <a:ln w="5420" cap="flat">
              <a:solidFill>
                <a:srgbClr val="3A78A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76" name="pg976"/>
            <p:cNvSpPr/>
            <p:nvPr/>
          </p:nvSpPr>
          <p:spPr>
            <a:xfrm>
              <a:off x="5334341" y="327983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595A9">
                <a:alpha val="100000"/>
              </a:srgbClr>
            </a:solidFill>
            <a:ln w="5420" cap="flat">
              <a:solidFill>
                <a:srgbClr val="3595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77" name="pg977"/>
            <p:cNvSpPr/>
            <p:nvPr/>
          </p:nvSpPr>
          <p:spPr>
            <a:xfrm>
              <a:off x="5345979" y="327983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692A8">
                <a:alpha val="100000"/>
              </a:srgbClr>
            </a:solidFill>
            <a:ln w="5420" cap="flat">
              <a:solidFill>
                <a:srgbClr val="3692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78" name="pg978"/>
            <p:cNvSpPr/>
            <p:nvPr/>
          </p:nvSpPr>
          <p:spPr>
            <a:xfrm>
              <a:off x="5357616" y="327983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690A7">
                <a:alpha val="100000"/>
              </a:srgbClr>
            </a:solidFill>
            <a:ln w="5420" cap="flat">
              <a:solidFill>
                <a:srgbClr val="3690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79" name="pg979"/>
            <p:cNvSpPr/>
            <p:nvPr/>
          </p:nvSpPr>
          <p:spPr>
            <a:xfrm>
              <a:off x="5369253" y="327983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8DA7">
                <a:alpha val="100000"/>
              </a:srgbClr>
            </a:solidFill>
            <a:ln w="5420" cap="flat">
              <a:solidFill>
                <a:srgbClr val="378D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80" name="pg980"/>
            <p:cNvSpPr/>
            <p:nvPr/>
          </p:nvSpPr>
          <p:spPr>
            <a:xfrm>
              <a:off x="5380891" y="327983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88BA7">
                <a:alpha val="100000"/>
              </a:srgbClr>
            </a:solidFill>
            <a:ln w="5420" cap="flat">
              <a:solidFill>
                <a:srgbClr val="388B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81" name="pg981"/>
            <p:cNvSpPr/>
            <p:nvPr/>
          </p:nvSpPr>
          <p:spPr>
            <a:xfrm>
              <a:off x="5415803" y="327983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87A6">
                <a:alpha val="100000"/>
              </a:srgbClr>
            </a:solidFill>
            <a:ln w="5420" cap="flat">
              <a:solidFill>
                <a:srgbClr val="3987A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82" name="pg982"/>
            <p:cNvSpPr/>
            <p:nvPr/>
          </p:nvSpPr>
          <p:spPr>
            <a:xfrm>
              <a:off x="5427440" y="327983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86A5">
                <a:alpha val="100000"/>
              </a:srgbClr>
            </a:solidFill>
            <a:ln w="5420" cap="flat">
              <a:solidFill>
                <a:srgbClr val="3986A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83" name="pg983"/>
            <p:cNvSpPr/>
            <p:nvPr/>
          </p:nvSpPr>
          <p:spPr>
            <a:xfrm>
              <a:off x="5439077" y="327983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86A5">
                <a:alpha val="100000"/>
              </a:srgbClr>
            </a:solidFill>
            <a:ln w="5420" cap="flat">
              <a:solidFill>
                <a:srgbClr val="3986A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84" name="pg984"/>
            <p:cNvSpPr/>
            <p:nvPr/>
          </p:nvSpPr>
          <p:spPr>
            <a:xfrm>
              <a:off x="5450715" y="327983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86A5">
                <a:alpha val="100000"/>
              </a:srgbClr>
            </a:solidFill>
            <a:ln w="5420" cap="flat">
              <a:solidFill>
                <a:srgbClr val="3986A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85" name="pg985"/>
            <p:cNvSpPr/>
            <p:nvPr/>
          </p:nvSpPr>
          <p:spPr>
            <a:xfrm>
              <a:off x="5462352" y="327983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86A5">
                <a:alpha val="100000"/>
              </a:srgbClr>
            </a:solidFill>
            <a:ln w="5420" cap="flat">
              <a:solidFill>
                <a:srgbClr val="3986A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86" name="pg986"/>
            <p:cNvSpPr/>
            <p:nvPr/>
          </p:nvSpPr>
          <p:spPr>
            <a:xfrm>
              <a:off x="5473989" y="327983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86A5">
                <a:alpha val="100000"/>
              </a:srgbClr>
            </a:solidFill>
            <a:ln w="5420" cap="flat">
              <a:solidFill>
                <a:srgbClr val="3986A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87" name="pg987"/>
            <p:cNvSpPr/>
            <p:nvPr/>
          </p:nvSpPr>
          <p:spPr>
            <a:xfrm>
              <a:off x="5485627" y="327983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86A5">
                <a:alpha val="100000"/>
              </a:srgbClr>
            </a:solidFill>
            <a:ln w="5420" cap="flat">
              <a:solidFill>
                <a:srgbClr val="3986A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88" name="pg988"/>
            <p:cNvSpPr/>
            <p:nvPr/>
          </p:nvSpPr>
          <p:spPr>
            <a:xfrm>
              <a:off x="5497264" y="327983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85A5">
                <a:alpha val="100000"/>
              </a:srgbClr>
            </a:solidFill>
            <a:ln w="5420" cap="flat">
              <a:solidFill>
                <a:srgbClr val="3985A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89" name="pg989"/>
            <p:cNvSpPr/>
            <p:nvPr/>
          </p:nvSpPr>
          <p:spPr>
            <a:xfrm>
              <a:off x="5508901" y="327983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84A5">
                <a:alpha val="100000"/>
              </a:srgbClr>
            </a:solidFill>
            <a:ln w="5420" cap="flat">
              <a:solidFill>
                <a:srgbClr val="3984A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90" name="pg990"/>
            <p:cNvSpPr/>
            <p:nvPr/>
          </p:nvSpPr>
          <p:spPr>
            <a:xfrm>
              <a:off x="5520539" y="327983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82A5">
                <a:alpha val="100000"/>
              </a:srgbClr>
            </a:solidFill>
            <a:ln w="5420" cap="flat">
              <a:solidFill>
                <a:srgbClr val="3982A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91" name="pg991"/>
            <p:cNvSpPr/>
            <p:nvPr/>
          </p:nvSpPr>
          <p:spPr>
            <a:xfrm>
              <a:off x="5532176" y="327983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80A4">
                <a:alpha val="100000"/>
              </a:srgbClr>
            </a:solidFill>
            <a:ln w="5420" cap="flat">
              <a:solidFill>
                <a:srgbClr val="3A80A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92" name="pg992"/>
            <p:cNvSpPr/>
            <p:nvPr/>
          </p:nvSpPr>
          <p:spPr>
            <a:xfrm>
              <a:off x="5543813" y="327983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DA3">
                <a:alpha val="100000"/>
              </a:srgbClr>
            </a:solidFill>
            <a:ln w="5420" cap="flat">
              <a:solidFill>
                <a:srgbClr val="3A7DA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93" name="pg993"/>
            <p:cNvSpPr/>
            <p:nvPr/>
          </p:nvSpPr>
          <p:spPr>
            <a:xfrm>
              <a:off x="5555451" y="327983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AA3">
                <a:alpha val="100000"/>
              </a:srgbClr>
            </a:solidFill>
            <a:ln w="5420" cap="flat">
              <a:solidFill>
                <a:srgbClr val="3A7AA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94" name="pg994"/>
            <p:cNvSpPr/>
            <p:nvPr/>
          </p:nvSpPr>
          <p:spPr>
            <a:xfrm>
              <a:off x="5567088" y="327983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4A1">
                <a:alpha val="100000"/>
              </a:srgbClr>
            </a:solidFill>
            <a:ln w="5420" cap="flat">
              <a:solidFill>
                <a:srgbClr val="3A74A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95" name="pg995"/>
            <p:cNvSpPr/>
            <p:nvPr/>
          </p:nvSpPr>
          <p:spPr>
            <a:xfrm>
              <a:off x="5578725" y="327983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72A1">
                <a:alpha val="100000"/>
              </a:srgbClr>
            </a:solidFill>
            <a:ln w="5420" cap="flat">
              <a:solidFill>
                <a:srgbClr val="3B72A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96" name="pg996"/>
            <p:cNvSpPr/>
            <p:nvPr/>
          </p:nvSpPr>
          <p:spPr>
            <a:xfrm>
              <a:off x="5590363" y="327983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FA0">
                <a:alpha val="100000"/>
              </a:srgbClr>
            </a:solidFill>
            <a:ln w="5420" cap="flat">
              <a:solidFill>
                <a:srgbClr val="3A6FA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97" name="pg997"/>
            <p:cNvSpPr/>
            <p:nvPr/>
          </p:nvSpPr>
          <p:spPr>
            <a:xfrm>
              <a:off x="5602000" y="327983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DA0">
                <a:alpha val="100000"/>
              </a:srgbClr>
            </a:solidFill>
            <a:ln w="5420" cap="flat">
              <a:solidFill>
                <a:srgbClr val="3A6DA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98" name="pg998"/>
            <p:cNvSpPr/>
            <p:nvPr/>
          </p:nvSpPr>
          <p:spPr>
            <a:xfrm>
              <a:off x="5613637" y="327983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CA0">
                <a:alpha val="100000"/>
              </a:srgbClr>
            </a:solidFill>
            <a:ln w="5420" cap="flat">
              <a:solidFill>
                <a:srgbClr val="3A6CA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99" name="pg999"/>
            <p:cNvSpPr/>
            <p:nvPr/>
          </p:nvSpPr>
          <p:spPr>
            <a:xfrm>
              <a:off x="5625275" y="327983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B9F">
                <a:alpha val="100000"/>
              </a:srgbClr>
            </a:solidFill>
            <a:ln w="5420" cap="flat">
              <a:solidFill>
                <a:srgbClr val="3A6B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00" name="pg1000"/>
            <p:cNvSpPr/>
            <p:nvPr/>
          </p:nvSpPr>
          <p:spPr>
            <a:xfrm>
              <a:off x="5636912" y="327983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B9F">
                <a:alpha val="100000"/>
              </a:srgbClr>
            </a:solidFill>
            <a:ln w="5420" cap="flat">
              <a:solidFill>
                <a:srgbClr val="3A6B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01" name="pg1001"/>
            <p:cNvSpPr/>
            <p:nvPr/>
          </p:nvSpPr>
          <p:spPr>
            <a:xfrm>
              <a:off x="5648549" y="327983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C9F">
                <a:alpha val="100000"/>
              </a:srgbClr>
            </a:solidFill>
            <a:ln w="5420" cap="flat">
              <a:solidFill>
                <a:srgbClr val="3A6C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02" name="pg1002"/>
            <p:cNvSpPr/>
            <p:nvPr/>
          </p:nvSpPr>
          <p:spPr>
            <a:xfrm>
              <a:off x="5660186" y="327983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DA0">
                <a:alpha val="100000"/>
              </a:srgbClr>
            </a:solidFill>
            <a:ln w="5420" cap="flat">
              <a:solidFill>
                <a:srgbClr val="3A6DA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03" name="pg1003"/>
            <p:cNvSpPr/>
            <p:nvPr/>
          </p:nvSpPr>
          <p:spPr>
            <a:xfrm>
              <a:off x="5671824" y="327983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EA0">
                <a:alpha val="100000"/>
              </a:srgbClr>
            </a:solidFill>
            <a:ln w="5420" cap="flat">
              <a:solidFill>
                <a:srgbClr val="3A6EA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04" name="pg1004"/>
            <p:cNvSpPr/>
            <p:nvPr/>
          </p:nvSpPr>
          <p:spPr>
            <a:xfrm>
              <a:off x="5683461" y="327983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70A1">
                <a:alpha val="100000"/>
              </a:srgbClr>
            </a:solidFill>
            <a:ln w="5420" cap="flat">
              <a:solidFill>
                <a:srgbClr val="3B70A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05" name="pg1005"/>
            <p:cNvSpPr/>
            <p:nvPr/>
          </p:nvSpPr>
          <p:spPr>
            <a:xfrm>
              <a:off x="5706736" y="327983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4A1">
                <a:alpha val="100000"/>
              </a:srgbClr>
            </a:solidFill>
            <a:ln w="5420" cap="flat">
              <a:solidFill>
                <a:srgbClr val="3A74A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06" name="pg1006"/>
            <p:cNvSpPr/>
            <p:nvPr/>
          </p:nvSpPr>
          <p:spPr>
            <a:xfrm>
              <a:off x="5718373" y="327983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5A2">
                <a:alpha val="100000"/>
              </a:srgbClr>
            </a:solidFill>
            <a:ln w="5420" cap="flat">
              <a:solidFill>
                <a:srgbClr val="3A75A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07" name="pg1007"/>
            <p:cNvSpPr/>
            <p:nvPr/>
          </p:nvSpPr>
          <p:spPr>
            <a:xfrm>
              <a:off x="5334341" y="329413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596A9">
                <a:alpha val="100000"/>
              </a:srgbClr>
            </a:solidFill>
            <a:ln w="5420" cap="flat">
              <a:solidFill>
                <a:srgbClr val="3596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08" name="pg1008"/>
            <p:cNvSpPr/>
            <p:nvPr/>
          </p:nvSpPr>
          <p:spPr>
            <a:xfrm>
              <a:off x="5345979" y="329413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593A8">
                <a:alpha val="100000"/>
              </a:srgbClr>
            </a:solidFill>
            <a:ln w="5420" cap="flat">
              <a:solidFill>
                <a:srgbClr val="3593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09" name="pg1009"/>
            <p:cNvSpPr/>
            <p:nvPr/>
          </p:nvSpPr>
          <p:spPr>
            <a:xfrm>
              <a:off x="5357616" y="329413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690A8">
                <a:alpha val="100000"/>
              </a:srgbClr>
            </a:solidFill>
            <a:ln w="5420" cap="flat">
              <a:solidFill>
                <a:srgbClr val="3690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10" name="pg1010"/>
            <p:cNvSpPr/>
            <p:nvPr/>
          </p:nvSpPr>
          <p:spPr>
            <a:xfrm>
              <a:off x="5369253" y="329413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8EA7">
                <a:alpha val="100000"/>
              </a:srgbClr>
            </a:solidFill>
            <a:ln w="5420" cap="flat">
              <a:solidFill>
                <a:srgbClr val="378E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11" name="pg1011"/>
            <p:cNvSpPr/>
            <p:nvPr/>
          </p:nvSpPr>
          <p:spPr>
            <a:xfrm>
              <a:off x="5380891" y="329413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88BA7">
                <a:alpha val="100000"/>
              </a:srgbClr>
            </a:solidFill>
            <a:ln w="5420" cap="flat">
              <a:solidFill>
                <a:srgbClr val="388B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12" name="pg1012"/>
            <p:cNvSpPr/>
            <p:nvPr/>
          </p:nvSpPr>
          <p:spPr>
            <a:xfrm>
              <a:off x="5392528" y="329413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889A6">
                <a:alpha val="100000"/>
              </a:srgbClr>
            </a:solidFill>
            <a:ln w="5420" cap="flat">
              <a:solidFill>
                <a:srgbClr val="3889A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13" name="pg1013"/>
            <p:cNvSpPr/>
            <p:nvPr/>
          </p:nvSpPr>
          <p:spPr>
            <a:xfrm>
              <a:off x="5404165" y="329413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888A6">
                <a:alpha val="100000"/>
              </a:srgbClr>
            </a:solidFill>
            <a:ln w="5420" cap="flat">
              <a:solidFill>
                <a:srgbClr val="3888A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14" name="pg1014"/>
            <p:cNvSpPr/>
            <p:nvPr/>
          </p:nvSpPr>
          <p:spPr>
            <a:xfrm>
              <a:off x="5415803" y="329413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86A5">
                <a:alpha val="100000"/>
              </a:srgbClr>
            </a:solidFill>
            <a:ln w="5420" cap="flat">
              <a:solidFill>
                <a:srgbClr val="3986A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15" name="pg1015"/>
            <p:cNvSpPr/>
            <p:nvPr/>
          </p:nvSpPr>
          <p:spPr>
            <a:xfrm>
              <a:off x="5427440" y="329413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85A5">
                <a:alpha val="100000"/>
              </a:srgbClr>
            </a:solidFill>
            <a:ln w="5420" cap="flat">
              <a:solidFill>
                <a:srgbClr val="3985A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16" name="pg1016"/>
            <p:cNvSpPr/>
            <p:nvPr/>
          </p:nvSpPr>
          <p:spPr>
            <a:xfrm>
              <a:off x="5439077" y="329413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85A5">
                <a:alpha val="100000"/>
              </a:srgbClr>
            </a:solidFill>
            <a:ln w="5420" cap="flat">
              <a:solidFill>
                <a:srgbClr val="3985A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17" name="pg1017"/>
            <p:cNvSpPr/>
            <p:nvPr/>
          </p:nvSpPr>
          <p:spPr>
            <a:xfrm>
              <a:off x="5450715" y="329413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85A5">
                <a:alpha val="100000"/>
              </a:srgbClr>
            </a:solidFill>
            <a:ln w="5420" cap="flat">
              <a:solidFill>
                <a:srgbClr val="3985A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18" name="pg1018"/>
            <p:cNvSpPr/>
            <p:nvPr/>
          </p:nvSpPr>
          <p:spPr>
            <a:xfrm>
              <a:off x="5462352" y="329413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86A5">
                <a:alpha val="100000"/>
              </a:srgbClr>
            </a:solidFill>
            <a:ln w="5420" cap="flat">
              <a:solidFill>
                <a:srgbClr val="3986A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19" name="pg1019"/>
            <p:cNvSpPr/>
            <p:nvPr/>
          </p:nvSpPr>
          <p:spPr>
            <a:xfrm>
              <a:off x="5473989" y="329413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86A5">
                <a:alpha val="100000"/>
              </a:srgbClr>
            </a:solidFill>
            <a:ln w="5420" cap="flat">
              <a:solidFill>
                <a:srgbClr val="3986A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20" name="pg1020"/>
            <p:cNvSpPr/>
            <p:nvPr/>
          </p:nvSpPr>
          <p:spPr>
            <a:xfrm>
              <a:off x="5485627" y="329413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86A5">
                <a:alpha val="100000"/>
              </a:srgbClr>
            </a:solidFill>
            <a:ln w="5420" cap="flat">
              <a:solidFill>
                <a:srgbClr val="3986A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21" name="pg1021"/>
            <p:cNvSpPr/>
            <p:nvPr/>
          </p:nvSpPr>
          <p:spPr>
            <a:xfrm>
              <a:off x="5497264" y="329413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85A5">
                <a:alpha val="100000"/>
              </a:srgbClr>
            </a:solidFill>
            <a:ln w="5420" cap="flat">
              <a:solidFill>
                <a:srgbClr val="3985A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22" name="pg1022"/>
            <p:cNvSpPr/>
            <p:nvPr/>
          </p:nvSpPr>
          <p:spPr>
            <a:xfrm>
              <a:off x="5508901" y="329413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85A5">
                <a:alpha val="100000"/>
              </a:srgbClr>
            </a:solidFill>
            <a:ln w="5420" cap="flat">
              <a:solidFill>
                <a:srgbClr val="3985A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23" name="pg1023"/>
            <p:cNvSpPr/>
            <p:nvPr/>
          </p:nvSpPr>
          <p:spPr>
            <a:xfrm>
              <a:off x="5520539" y="329413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83A5">
                <a:alpha val="100000"/>
              </a:srgbClr>
            </a:solidFill>
            <a:ln w="5420" cap="flat">
              <a:solidFill>
                <a:srgbClr val="3983A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24" name="pg1024"/>
            <p:cNvSpPr/>
            <p:nvPr/>
          </p:nvSpPr>
          <p:spPr>
            <a:xfrm>
              <a:off x="5532176" y="329413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81A4">
                <a:alpha val="100000"/>
              </a:srgbClr>
            </a:solidFill>
            <a:ln w="5420" cap="flat">
              <a:solidFill>
                <a:srgbClr val="3981A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25" name="pg1025"/>
            <p:cNvSpPr/>
            <p:nvPr/>
          </p:nvSpPr>
          <p:spPr>
            <a:xfrm>
              <a:off x="5543813" y="329413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FA4">
                <a:alpha val="100000"/>
              </a:srgbClr>
            </a:solidFill>
            <a:ln w="5420" cap="flat">
              <a:solidFill>
                <a:srgbClr val="3A7FA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26" name="pg1026"/>
            <p:cNvSpPr/>
            <p:nvPr/>
          </p:nvSpPr>
          <p:spPr>
            <a:xfrm>
              <a:off x="5555451" y="329413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CA3">
                <a:alpha val="100000"/>
              </a:srgbClr>
            </a:solidFill>
            <a:ln w="5420" cap="flat">
              <a:solidFill>
                <a:srgbClr val="3A7CA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27" name="pg1027"/>
            <p:cNvSpPr/>
            <p:nvPr/>
          </p:nvSpPr>
          <p:spPr>
            <a:xfrm>
              <a:off x="5567088" y="329413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7A2">
                <a:alpha val="100000"/>
              </a:srgbClr>
            </a:solidFill>
            <a:ln w="5420" cap="flat">
              <a:solidFill>
                <a:srgbClr val="3A77A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28" name="pg1028"/>
            <p:cNvSpPr/>
            <p:nvPr/>
          </p:nvSpPr>
          <p:spPr>
            <a:xfrm>
              <a:off x="5578725" y="329413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4A1">
                <a:alpha val="100000"/>
              </a:srgbClr>
            </a:solidFill>
            <a:ln w="5420" cap="flat">
              <a:solidFill>
                <a:srgbClr val="3A74A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29" name="pg1029"/>
            <p:cNvSpPr/>
            <p:nvPr/>
          </p:nvSpPr>
          <p:spPr>
            <a:xfrm>
              <a:off x="5590363" y="329413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72A1">
                <a:alpha val="100000"/>
              </a:srgbClr>
            </a:solidFill>
            <a:ln w="5420" cap="flat">
              <a:solidFill>
                <a:srgbClr val="3B72A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30" name="pg1030"/>
            <p:cNvSpPr/>
            <p:nvPr/>
          </p:nvSpPr>
          <p:spPr>
            <a:xfrm>
              <a:off x="5602000" y="329413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70A1">
                <a:alpha val="100000"/>
              </a:srgbClr>
            </a:solidFill>
            <a:ln w="5420" cap="flat">
              <a:solidFill>
                <a:srgbClr val="3B70A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31" name="pg1031"/>
            <p:cNvSpPr/>
            <p:nvPr/>
          </p:nvSpPr>
          <p:spPr>
            <a:xfrm>
              <a:off x="5613637" y="329413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FA0">
                <a:alpha val="100000"/>
              </a:srgbClr>
            </a:solidFill>
            <a:ln w="5420" cap="flat">
              <a:solidFill>
                <a:srgbClr val="3A6FA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32" name="pg1032"/>
            <p:cNvSpPr/>
            <p:nvPr/>
          </p:nvSpPr>
          <p:spPr>
            <a:xfrm>
              <a:off x="5625275" y="329413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EA0">
                <a:alpha val="100000"/>
              </a:srgbClr>
            </a:solidFill>
            <a:ln w="5420" cap="flat">
              <a:solidFill>
                <a:srgbClr val="3A6EA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33" name="pg1033"/>
            <p:cNvSpPr/>
            <p:nvPr/>
          </p:nvSpPr>
          <p:spPr>
            <a:xfrm>
              <a:off x="5636912" y="329413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EA0">
                <a:alpha val="100000"/>
              </a:srgbClr>
            </a:solidFill>
            <a:ln w="5420" cap="flat">
              <a:solidFill>
                <a:srgbClr val="3A6EA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34" name="pg1034"/>
            <p:cNvSpPr/>
            <p:nvPr/>
          </p:nvSpPr>
          <p:spPr>
            <a:xfrm>
              <a:off x="5345979" y="330843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594A8">
                <a:alpha val="100000"/>
              </a:srgbClr>
            </a:solidFill>
            <a:ln w="5420" cap="flat">
              <a:solidFill>
                <a:srgbClr val="3594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35" name="pg1035"/>
            <p:cNvSpPr/>
            <p:nvPr/>
          </p:nvSpPr>
          <p:spPr>
            <a:xfrm>
              <a:off x="5357616" y="330843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691A8">
                <a:alpha val="100000"/>
              </a:srgbClr>
            </a:solidFill>
            <a:ln w="5420" cap="flat">
              <a:solidFill>
                <a:srgbClr val="3691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36" name="pg1036"/>
            <p:cNvSpPr/>
            <p:nvPr/>
          </p:nvSpPr>
          <p:spPr>
            <a:xfrm>
              <a:off x="5369253" y="330843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8EA7">
                <a:alpha val="100000"/>
              </a:srgbClr>
            </a:solidFill>
            <a:ln w="5420" cap="flat">
              <a:solidFill>
                <a:srgbClr val="378E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37" name="pg1037"/>
            <p:cNvSpPr/>
            <p:nvPr/>
          </p:nvSpPr>
          <p:spPr>
            <a:xfrm>
              <a:off x="5380891" y="330843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8CA7">
                <a:alpha val="100000"/>
              </a:srgbClr>
            </a:solidFill>
            <a:ln w="5420" cap="flat">
              <a:solidFill>
                <a:srgbClr val="378C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38" name="pg1038"/>
            <p:cNvSpPr/>
            <p:nvPr/>
          </p:nvSpPr>
          <p:spPr>
            <a:xfrm>
              <a:off x="5392528" y="330843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88AA6">
                <a:alpha val="100000"/>
              </a:srgbClr>
            </a:solidFill>
            <a:ln w="5420" cap="flat">
              <a:solidFill>
                <a:srgbClr val="388AA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39" name="pg1039"/>
            <p:cNvSpPr/>
            <p:nvPr/>
          </p:nvSpPr>
          <p:spPr>
            <a:xfrm>
              <a:off x="5404165" y="330843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888A6">
                <a:alpha val="100000"/>
              </a:srgbClr>
            </a:solidFill>
            <a:ln w="5420" cap="flat">
              <a:solidFill>
                <a:srgbClr val="3888A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40" name="pg1040"/>
            <p:cNvSpPr/>
            <p:nvPr/>
          </p:nvSpPr>
          <p:spPr>
            <a:xfrm>
              <a:off x="5415803" y="330843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86A5">
                <a:alpha val="100000"/>
              </a:srgbClr>
            </a:solidFill>
            <a:ln w="5420" cap="flat">
              <a:solidFill>
                <a:srgbClr val="3986A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41" name="pg1041"/>
            <p:cNvSpPr/>
            <p:nvPr/>
          </p:nvSpPr>
          <p:spPr>
            <a:xfrm>
              <a:off x="5427440" y="330843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86A5">
                <a:alpha val="100000"/>
              </a:srgbClr>
            </a:solidFill>
            <a:ln w="5420" cap="flat">
              <a:solidFill>
                <a:srgbClr val="3986A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42" name="pg1042"/>
            <p:cNvSpPr/>
            <p:nvPr/>
          </p:nvSpPr>
          <p:spPr>
            <a:xfrm>
              <a:off x="5439077" y="330843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85A5">
                <a:alpha val="100000"/>
              </a:srgbClr>
            </a:solidFill>
            <a:ln w="5420" cap="flat">
              <a:solidFill>
                <a:srgbClr val="3985A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43" name="pg1043"/>
            <p:cNvSpPr/>
            <p:nvPr/>
          </p:nvSpPr>
          <p:spPr>
            <a:xfrm>
              <a:off x="5450715" y="330843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86A5">
                <a:alpha val="100000"/>
              </a:srgbClr>
            </a:solidFill>
            <a:ln w="5420" cap="flat">
              <a:solidFill>
                <a:srgbClr val="3986A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44" name="pg1044"/>
            <p:cNvSpPr/>
            <p:nvPr/>
          </p:nvSpPr>
          <p:spPr>
            <a:xfrm>
              <a:off x="5462352" y="330843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86A5">
                <a:alpha val="100000"/>
              </a:srgbClr>
            </a:solidFill>
            <a:ln w="5420" cap="flat">
              <a:solidFill>
                <a:srgbClr val="3986A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45" name="pg1045"/>
            <p:cNvSpPr/>
            <p:nvPr/>
          </p:nvSpPr>
          <p:spPr>
            <a:xfrm>
              <a:off x="5473989" y="330843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86A5">
                <a:alpha val="100000"/>
              </a:srgbClr>
            </a:solidFill>
            <a:ln w="5420" cap="flat">
              <a:solidFill>
                <a:srgbClr val="3986A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46" name="pg1046"/>
            <p:cNvSpPr/>
            <p:nvPr/>
          </p:nvSpPr>
          <p:spPr>
            <a:xfrm>
              <a:off x="5485627" y="330843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86A5">
                <a:alpha val="100000"/>
              </a:srgbClr>
            </a:solidFill>
            <a:ln w="5420" cap="flat">
              <a:solidFill>
                <a:srgbClr val="3986A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47" name="pg1047"/>
            <p:cNvSpPr/>
            <p:nvPr/>
          </p:nvSpPr>
          <p:spPr>
            <a:xfrm>
              <a:off x="5497264" y="330843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86A5">
                <a:alpha val="100000"/>
              </a:srgbClr>
            </a:solidFill>
            <a:ln w="5420" cap="flat">
              <a:solidFill>
                <a:srgbClr val="3986A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48" name="pg1048"/>
            <p:cNvSpPr/>
            <p:nvPr/>
          </p:nvSpPr>
          <p:spPr>
            <a:xfrm>
              <a:off x="5508901" y="330843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85A5">
                <a:alpha val="100000"/>
              </a:srgbClr>
            </a:solidFill>
            <a:ln w="5420" cap="flat">
              <a:solidFill>
                <a:srgbClr val="3985A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49" name="pg1049"/>
            <p:cNvSpPr/>
            <p:nvPr/>
          </p:nvSpPr>
          <p:spPr>
            <a:xfrm>
              <a:off x="5520539" y="330843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84A5">
                <a:alpha val="100000"/>
              </a:srgbClr>
            </a:solidFill>
            <a:ln w="5420" cap="flat">
              <a:solidFill>
                <a:srgbClr val="3984A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50" name="pg1050"/>
            <p:cNvSpPr/>
            <p:nvPr/>
          </p:nvSpPr>
          <p:spPr>
            <a:xfrm>
              <a:off x="5532176" y="330843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83A5">
                <a:alpha val="100000"/>
              </a:srgbClr>
            </a:solidFill>
            <a:ln w="5420" cap="flat">
              <a:solidFill>
                <a:srgbClr val="3983A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51" name="pg1051"/>
            <p:cNvSpPr/>
            <p:nvPr/>
          </p:nvSpPr>
          <p:spPr>
            <a:xfrm>
              <a:off x="5543813" y="330843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81A4">
                <a:alpha val="100000"/>
              </a:srgbClr>
            </a:solidFill>
            <a:ln w="5420" cap="flat">
              <a:solidFill>
                <a:srgbClr val="3A81A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52" name="pg1052"/>
            <p:cNvSpPr/>
            <p:nvPr/>
          </p:nvSpPr>
          <p:spPr>
            <a:xfrm>
              <a:off x="5555451" y="330843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EA4">
                <a:alpha val="100000"/>
              </a:srgbClr>
            </a:solidFill>
            <a:ln w="5420" cap="flat">
              <a:solidFill>
                <a:srgbClr val="3A7EA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53" name="pg1053"/>
            <p:cNvSpPr/>
            <p:nvPr/>
          </p:nvSpPr>
          <p:spPr>
            <a:xfrm>
              <a:off x="5567088" y="330843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9A3">
                <a:alpha val="100000"/>
              </a:srgbClr>
            </a:solidFill>
            <a:ln w="5420" cap="flat">
              <a:solidFill>
                <a:srgbClr val="3A79A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54" name="pg1054"/>
            <p:cNvSpPr/>
            <p:nvPr/>
          </p:nvSpPr>
          <p:spPr>
            <a:xfrm>
              <a:off x="5590363" y="330843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5A2">
                <a:alpha val="100000"/>
              </a:srgbClr>
            </a:solidFill>
            <a:ln w="5420" cap="flat">
              <a:solidFill>
                <a:srgbClr val="3A75A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55" name="pg1055"/>
            <p:cNvSpPr/>
            <p:nvPr/>
          </p:nvSpPr>
          <p:spPr>
            <a:xfrm>
              <a:off x="5345979" y="332273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496A9">
                <a:alpha val="100000"/>
              </a:srgbClr>
            </a:solidFill>
            <a:ln w="5420" cap="flat">
              <a:solidFill>
                <a:srgbClr val="3496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56" name="pg1056"/>
            <p:cNvSpPr/>
            <p:nvPr/>
          </p:nvSpPr>
          <p:spPr>
            <a:xfrm>
              <a:off x="5357616" y="332273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693A8">
                <a:alpha val="100000"/>
              </a:srgbClr>
            </a:solidFill>
            <a:ln w="5420" cap="flat">
              <a:solidFill>
                <a:srgbClr val="3693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57" name="pg1057"/>
            <p:cNvSpPr/>
            <p:nvPr/>
          </p:nvSpPr>
          <p:spPr>
            <a:xfrm>
              <a:off x="5369253" y="332273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690A8">
                <a:alpha val="100000"/>
              </a:srgbClr>
            </a:solidFill>
            <a:ln w="5420" cap="flat">
              <a:solidFill>
                <a:srgbClr val="3690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58" name="pg1058"/>
            <p:cNvSpPr/>
            <p:nvPr/>
          </p:nvSpPr>
          <p:spPr>
            <a:xfrm>
              <a:off x="5380891" y="332273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8DA7">
                <a:alpha val="100000"/>
              </a:srgbClr>
            </a:solidFill>
            <a:ln w="5420" cap="flat">
              <a:solidFill>
                <a:srgbClr val="378D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59" name="pg1059"/>
            <p:cNvSpPr/>
            <p:nvPr/>
          </p:nvSpPr>
          <p:spPr>
            <a:xfrm>
              <a:off x="5392528" y="332273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88BA6">
                <a:alpha val="100000"/>
              </a:srgbClr>
            </a:solidFill>
            <a:ln w="5420" cap="flat">
              <a:solidFill>
                <a:srgbClr val="388BA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60" name="pg1060"/>
            <p:cNvSpPr/>
            <p:nvPr/>
          </p:nvSpPr>
          <p:spPr>
            <a:xfrm>
              <a:off x="5404165" y="332273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889A6">
                <a:alpha val="100000"/>
              </a:srgbClr>
            </a:solidFill>
            <a:ln w="5420" cap="flat">
              <a:solidFill>
                <a:srgbClr val="3889A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61" name="pg1061"/>
            <p:cNvSpPr/>
            <p:nvPr/>
          </p:nvSpPr>
          <p:spPr>
            <a:xfrm>
              <a:off x="5415803" y="332273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887A6">
                <a:alpha val="100000"/>
              </a:srgbClr>
            </a:solidFill>
            <a:ln w="5420" cap="flat">
              <a:solidFill>
                <a:srgbClr val="3887A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62" name="pg1062"/>
            <p:cNvSpPr/>
            <p:nvPr/>
          </p:nvSpPr>
          <p:spPr>
            <a:xfrm>
              <a:off x="5427440" y="332273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86A5">
                <a:alpha val="100000"/>
              </a:srgbClr>
            </a:solidFill>
            <a:ln w="5420" cap="flat">
              <a:solidFill>
                <a:srgbClr val="3986A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63" name="pg1063"/>
            <p:cNvSpPr/>
            <p:nvPr/>
          </p:nvSpPr>
          <p:spPr>
            <a:xfrm>
              <a:off x="5439077" y="332273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86A5">
                <a:alpha val="100000"/>
              </a:srgbClr>
            </a:solidFill>
            <a:ln w="5420" cap="flat">
              <a:solidFill>
                <a:srgbClr val="3986A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64" name="pg1064"/>
            <p:cNvSpPr/>
            <p:nvPr/>
          </p:nvSpPr>
          <p:spPr>
            <a:xfrm>
              <a:off x="5450715" y="332273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86A5">
                <a:alpha val="100000"/>
              </a:srgbClr>
            </a:solidFill>
            <a:ln w="5420" cap="flat">
              <a:solidFill>
                <a:srgbClr val="3986A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65" name="pg1065"/>
            <p:cNvSpPr/>
            <p:nvPr/>
          </p:nvSpPr>
          <p:spPr>
            <a:xfrm>
              <a:off x="5462352" y="332273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86A6">
                <a:alpha val="100000"/>
              </a:srgbClr>
            </a:solidFill>
            <a:ln w="5420" cap="flat">
              <a:solidFill>
                <a:srgbClr val="3986A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66" name="pg1066"/>
            <p:cNvSpPr/>
            <p:nvPr/>
          </p:nvSpPr>
          <p:spPr>
            <a:xfrm>
              <a:off x="5334341" y="333703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89BA9">
                <a:alpha val="100000"/>
              </a:srgbClr>
            </a:solidFill>
            <a:ln w="5420" cap="flat">
              <a:solidFill>
                <a:srgbClr val="389B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67" name="pg1067"/>
            <p:cNvSpPr/>
            <p:nvPr/>
          </p:nvSpPr>
          <p:spPr>
            <a:xfrm>
              <a:off x="5345979" y="333703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598A9">
                <a:alpha val="100000"/>
              </a:srgbClr>
            </a:solidFill>
            <a:ln w="5420" cap="flat">
              <a:solidFill>
                <a:srgbClr val="3598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68" name="pg1068"/>
            <p:cNvSpPr/>
            <p:nvPr/>
          </p:nvSpPr>
          <p:spPr>
            <a:xfrm>
              <a:off x="5357616" y="333703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595A9">
                <a:alpha val="100000"/>
              </a:srgbClr>
            </a:solidFill>
            <a:ln w="5420" cap="flat">
              <a:solidFill>
                <a:srgbClr val="3595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69" name="pg1069"/>
            <p:cNvSpPr/>
            <p:nvPr/>
          </p:nvSpPr>
          <p:spPr>
            <a:xfrm>
              <a:off x="5369253" y="333703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692A8">
                <a:alpha val="100000"/>
              </a:srgbClr>
            </a:solidFill>
            <a:ln w="5420" cap="flat">
              <a:solidFill>
                <a:srgbClr val="3692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70" name="pg1070"/>
            <p:cNvSpPr/>
            <p:nvPr/>
          </p:nvSpPr>
          <p:spPr>
            <a:xfrm>
              <a:off x="5380891" y="333703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8FA7">
                <a:alpha val="100000"/>
              </a:srgbClr>
            </a:solidFill>
            <a:ln w="5420" cap="flat">
              <a:solidFill>
                <a:srgbClr val="378F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71" name="pg1071"/>
            <p:cNvSpPr/>
            <p:nvPr/>
          </p:nvSpPr>
          <p:spPr>
            <a:xfrm>
              <a:off x="5392528" y="333703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8DA7">
                <a:alpha val="100000"/>
              </a:srgbClr>
            </a:solidFill>
            <a:ln w="5420" cap="flat">
              <a:solidFill>
                <a:srgbClr val="378D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72" name="pg1072"/>
            <p:cNvSpPr/>
            <p:nvPr/>
          </p:nvSpPr>
          <p:spPr>
            <a:xfrm>
              <a:off x="5404165" y="333703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88BA6">
                <a:alpha val="100000"/>
              </a:srgbClr>
            </a:solidFill>
            <a:ln w="5420" cap="flat">
              <a:solidFill>
                <a:srgbClr val="388BA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73" name="pg1073"/>
            <p:cNvSpPr/>
            <p:nvPr/>
          </p:nvSpPr>
          <p:spPr>
            <a:xfrm>
              <a:off x="5415803" y="333703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889A6">
                <a:alpha val="100000"/>
              </a:srgbClr>
            </a:solidFill>
            <a:ln w="5420" cap="flat">
              <a:solidFill>
                <a:srgbClr val="3889A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74" name="pg1074"/>
            <p:cNvSpPr/>
            <p:nvPr/>
          </p:nvSpPr>
          <p:spPr>
            <a:xfrm>
              <a:off x="5427440" y="333703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888A6">
                <a:alpha val="100000"/>
              </a:srgbClr>
            </a:solidFill>
            <a:ln w="5420" cap="flat">
              <a:solidFill>
                <a:srgbClr val="3888A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75" name="pg1075"/>
            <p:cNvSpPr/>
            <p:nvPr/>
          </p:nvSpPr>
          <p:spPr>
            <a:xfrm>
              <a:off x="5322704" y="335133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0A3AA">
                <a:alpha val="100000"/>
              </a:srgbClr>
            </a:solidFill>
            <a:ln w="5420" cap="flat">
              <a:solidFill>
                <a:srgbClr val="40A3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76" name="pg1076"/>
            <p:cNvSpPr/>
            <p:nvPr/>
          </p:nvSpPr>
          <p:spPr>
            <a:xfrm>
              <a:off x="5334341" y="335133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9EAA">
                <a:alpha val="100000"/>
              </a:srgbClr>
            </a:solidFill>
            <a:ln w="5420" cap="flat">
              <a:solidFill>
                <a:srgbClr val="3B9E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77" name="pg1077"/>
            <p:cNvSpPr/>
            <p:nvPr/>
          </p:nvSpPr>
          <p:spPr>
            <a:xfrm>
              <a:off x="5345979" y="335133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89BA9">
                <a:alpha val="100000"/>
              </a:srgbClr>
            </a:solidFill>
            <a:ln w="5420" cap="flat">
              <a:solidFill>
                <a:srgbClr val="389B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78" name="pg1078"/>
            <p:cNvSpPr/>
            <p:nvPr/>
          </p:nvSpPr>
          <p:spPr>
            <a:xfrm>
              <a:off x="5357616" y="335133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598A9">
                <a:alpha val="100000"/>
              </a:srgbClr>
            </a:solidFill>
            <a:ln w="5420" cap="flat">
              <a:solidFill>
                <a:srgbClr val="3598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79" name="pg1079"/>
            <p:cNvSpPr/>
            <p:nvPr/>
          </p:nvSpPr>
          <p:spPr>
            <a:xfrm>
              <a:off x="5369253" y="335133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595A9">
                <a:alpha val="100000"/>
              </a:srgbClr>
            </a:solidFill>
            <a:ln w="5420" cap="flat">
              <a:solidFill>
                <a:srgbClr val="3595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80" name="pg1080"/>
            <p:cNvSpPr/>
            <p:nvPr/>
          </p:nvSpPr>
          <p:spPr>
            <a:xfrm>
              <a:off x="5380891" y="335133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692A8">
                <a:alpha val="100000"/>
              </a:srgbClr>
            </a:solidFill>
            <a:ln w="5420" cap="flat">
              <a:solidFill>
                <a:srgbClr val="3692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81" name="pg1081"/>
            <p:cNvSpPr/>
            <p:nvPr/>
          </p:nvSpPr>
          <p:spPr>
            <a:xfrm>
              <a:off x="5392528" y="335133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690A7">
                <a:alpha val="100000"/>
              </a:srgbClr>
            </a:solidFill>
            <a:ln w="5420" cap="flat">
              <a:solidFill>
                <a:srgbClr val="3690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82" name="pg1082"/>
            <p:cNvSpPr/>
            <p:nvPr/>
          </p:nvSpPr>
          <p:spPr>
            <a:xfrm>
              <a:off x="5404165" y="335133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8DA7">
                <a:alpha val="100000"/>
              </a:srgbClr>
            </a:solidFill>
            <a:ln w="5420" cap="flat">
              <a:solidFill>
                <a:srgbClr val="378D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83" name="pg1083"/>
            <p:cNvSpPr/>
            <p:nvPr/>
          </p:nvSpPr>
          <p:spPr>
            <a:xfrm>
              <a:off x="5311067" y="336563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8ACAB">
                <a:alpha val="100000"/>
              </a:srgbClr>
            </a:solidFill>
            <a:ln w="5420" cap="flat">
              <a:solidFill>
                <a:srgbClr val="48AC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84" name="pg1084"/>
            <p:cNvSpPr/>
            <p:nvPr/>
          </p:nvSpPr>
          <p:spPr>
            <a:xfrm>
              <a:off x="5322704" y="336563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6AAAA">
                <a:alpha val="100000"/>
              </a:srgbClr>
            </a:solidFill>
            <a:ln w="5420" cap="flat">
              <a:solidFill>
                <a:srgbClr val="46AA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85" name="pg1085"/>
            <p:cNvSpPr/>
            <p:nvPr/>
          </p:nvSpPr>
          <p:spPr>
            <a:xfrm>
              <a:off x="5334341" y="336563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1A4AA">
                <a:alpha val="100000"/>
              </a:srgbClr>
            </a:solidFill>
            <a:ln w="5420" cap="flat">
              <a:solidFill>
                <a:srgbClr val="41A4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86" name="pg1086"/>
            <p:cNvSpPr/>
            <p:nvPr/>
          </p:nvSpPr>
          <p:spPr>
            <a:xfrm>
              <a:off x="5345979" y="336563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FA2AA">
                <a:alpha val="100000"/>
              </a:srgbClr>
            </a:solidFill>
            <a:ln w="5420" cap="flat">
              <a:solidFill>
                <a:srgbClr val="3FA2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87" name="pg1087"/>
            <p:cNvSpPr/>
            <p:nvPr/>
          </p:nvSpPr>
          <p:spPr>
            <a:xfrm>
              <a:off x="5357616" y="336563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9FAA">
                <a:alpha val="100000"/>
              </a:srgbClr>
            </a:solidFill>
            <a:ln w="5420" cap="flat">
              <a:solidFill>
                <a:srgbClr val="3C9F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88" name="pg1088"/>
            <p:cNvSpPr/>
            <p:nvPr/>
          </p:nvSpPr>
          <p:spPr>
            <a:xfrm>
              <a:off x="5369253" y="336563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9CA9">
                <a:alpha val="100000"/>
              </a:srgbClr>
            </a:solidFill>
            <a:ln w="5420" cap="flat">
              <a:solidFill>
                <a:srgbClr val="399C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89" name="pg1089"/>
            <p:cNvSpPr/>
            <p:nvPr/>
          </p:nvSpPr>
          <p:spPr>
            <a:xfrm>
              <a:off x="5380891" y="336563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99A9">
                <a:alpha val="100000"/>
              </a:srgbClr>
            </a:solidFill>
            <a:ln w="5420" cap="flat">
              <a:solidFill>
                <a:srgbClr val="3799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90" name="pg1090"/>
            <p:cNvSpPr/>
            <p:nvPr/>
          </p:nvSpPr>
          <p:spPr>
            <a:xfrm>
              <a:off x="5311067" y="337993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BB0AB">
                <a:alpha val="100000"/>
              </a:srgbClr>
            </a:solidFill>
            <a:ln w="5420" cap="flat">
              <a:solidFill>
                <a:srgbClr val="4BB0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91" name="pg1091"/>
            <p:cNvSpPr/>
            <p:nvPr/>
          </p:nvSpPr>
          <p:spPr>
            <a:xfrm>
              <a:off x="5322704" y="337993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9AEAB">
                <a:alpha val="100000"/>
              </a:srgbClr>
            </a:solidFill>
            <a:ln w="5420" cap="flat">
              <a:solidFill>
                <a:srgbClr val="49AE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92" name="pg1092"/>
            <p:cNvSpPr/>
            <p:nvPr/>
          </p:nvSpPr>
          <p:spPr>
            <a:xfrm>
              <a:off x="5334341" y="337993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5A8AA">
                <a:alpha val="100000"/>
              </a:srgbClr>
            </a:solidFill>
            <a:ln w="5420" cap="flat">
              <a:solidFill>
                <a:srgbClr val="45A8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93" name="pg1093"/>
            <p:cNvSpPr/>
            <p:nvPr/>
          </p:nvSpPr>
          <p:spPr>
            <a:xfrm>
              <a:off x="5345979" y="337993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2A5AA">
                <a:alpha val="100000"/>
              </a:srgbClr>
            </a:solidFill>
            <a:ln w="5420" cap="flat">
              <a:solidFill>
                <a:srgbClr val="42A5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94" name="pg1094"/>
            <p:cNvSpPr/>
            <p:nvPr/>
          </p:nvSpPr>
          <p:spPr>
            <a:xfrm>
              <a:off x="5357616" y="337993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0A3AA">
                <a:alpha val="100000"/>
              </a:srgbClr>
            </a:solidFill>
            <a:ln w="5420" cap="flat">
              <a:solidFill>
                <a:srgbClr val="40A3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95" name="pg1095"/>
            <p:cNvSpPr/>
            <p:nvPr/>
          </p:nvSpPr>
          <p:spPr>
            <a:xfrm>
              <a:off x="5369253" y="337993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DA0AA">
                <a:alpha val="100000"/>
              </a:srgbClr>
            </a:solidFill>
            <a:ln w="5420" cap="flat">
              <a:solidFill>
                <a:srgbClr val="3DA0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96" name="pg1096"/>
            <p:cNvSpPr/>
            <p:nvPr/>
          </p:nvSpPr>
          <p:spPr>
            <a:xfrm>
              <a:off x="5380891" y="337993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9EAA">
                <a:alpha val="100000"/>
              </a:srgbClr>
            </a:solidFill>
            <a:ln w="5420" cap="flat">
              <a:solidFill>
                <a:srgbClr val="3B9E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97" name="pg1097"/>
            <p:cNvSpPr/>
            <p:nvPr/>
          </p:nvSpPr>
          <p:spPr>
            <a:xfrm>
              <a:off x="5311067" y="339424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EB3AB">
                <a:alpha val="100000"/>
              </a:srgbClr>
            </a:solidFill>
            <a:ln w="5420" cap="flat">
              <a:solidFill>
                <a:srgbClr val="4EB3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98" name="pg1098"/>
            <p:cNvSpPr/>
            <p:nvPr/>
          </p:nvSpPr>
          <p:spPr>
            <a:xfrm>
              <a:off x="5322704" y="339424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CB1AB">
                <a:alpha val="100000"/>
              </a:srgbClr>
            </a:solidFill>
            <a:ln w="5420" cap="flat">
              <a:solidFill>
                <a:srgbClr val="4CB1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99" name="pg1099"/>
            <p:cNvSpPr/>
            <p:nvPr/>
          </p:nvSpPr>
          <p:spPr>
            <a:xfrm>
              <a:off x="5334341" y="339424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8ACAA">
                <a:alpha val="100000"/>
              </a:srgbClr>
            </a:solidFill>
            <a:ln w="5420" cap="flat">
              <a:solidFill>
                <a:srgbClr val="48AC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00" name="pg1100"/>
            <p:cNvSpPr/>
            <p:nvPr/>
          </p:nvSpPr>
          <p:spPr>
            <a:xfrm>
              <a:off x="5345979" y="339424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6A9AA">
                <a:alpha val="100000"/>
              </a:srgbClr>
            </a:solidFill>
            <a:ln w="5420" cap="flat">
              <a:solidFill>
                <a:srgbClr val="46A9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01" name="pg1101"/>
            <p:cNvSpPr/>
            <p:nvPr/>
          </p:nvSpPr>
          <p:spPr>
            <a:xfrm>
              <a:off x="5357616" y="339424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4A7AA">
                <a:alpha val="100000"/>
              </a:srgbClr>
            </a:solidFill>
            <a:ln w="5420" cap="flat">
              <a:solidFill>
                <a:srgbClr val="44A7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02" name="pg1102"/>
            <p:cNvSpPr/>
            <p:nvPr/>
          </p:nvSpPr>
          <p:spPr>
            <a:xfrm>
              <a:off x="5369253" y="339424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1A4AA">
                <a:alpha val="100000"/>
              </a:srgbClr>
            </a:solidFill>
            <a:ln w="5420" cap="flat">
              <a:solidFill>
                <a:srgbClr val="41A4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03" name="pg1103"/>
            <p:cNvSpPr/>
            <p:nvPr/>
          </p:nvSpPr>
          <p:spPr>
            <a:xfrm>
              <a:off x="5380891" y="339424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FA2AA">
                <a:alpha val="100000"/>
              </a:srgbClr>
            </a:solidFill>
            <a:ln w="5420" cap="flat">
              <a:solidFill>
                <a:srgbClr val="3FA2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04" name="pg1104"/>
            <p:cNvSpPr/>
            <p:nvPr/>
          </p:nvSpPr>
          <p:spPr>
            <a:xfrm>
              <a:off x="5311067" y="340854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0B6AB">
                <a:alpha val="100000"/>
              </a:srgbClr>
            </a:solidFill>
            <a:ln w="5420" cap="flat">
              <a:solidFill>
                <a:srgbClr val="50B6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05" name="pg1105"/>
            <p:cNvSpPr/>
            <p:nvPr/>
          </p:nvSpPr>
          <p:spPr>
            <a:xfrm>
              <a:off x="5322704" y="340854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FB5AB">
                <a:alpha val="100000"/>
              </a:srgbClr>
            </a:solidFill>
            <a:ln w="5420" cap="flat">
              <a:solidFill>
                <a:srgbClr val="4FB5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06" name="pg1106"/>
            <p:cNvSpPr/>
            <p:nvPr/>
          </p:nvSpPr>
          <p:spPr>
            <a:xfrm>
              <a:off x="5334341" y="340854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BB0AB">
                <a:alpha val="100000"/>
              </a:srgbClr>
            </a:solidFill>
            <a:ln w="5420" cap="flat">
              <a:solidFill>
                <a:srgbClr val="4BB0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07" name="pg1107"/>
            <p:cNvSpPr/>
            <p:nvPr/>
          </p:nvSpPr>
          <p:spPr>
            <a:xfrm>
              <a:off x="5345979" y="340854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9AEAB">
                <a:alpha val="100000"/>
              </a:srgbClr>
            </a:solidFill>
            <a:ln w="5420" cap="flat">
              <a:solidFill>
                <a:srgbClr val="49AE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08" name="pg1108"/>
            <p:cNvSpPr/>
            <p:nvPr/>
          </p:nvSpPr>
          <p:spPr>
            <a:xfrm>
              <a:off x="5357616" y="340854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7ABAA">
                <a:alpha val="100000"/>
              </a:srgbClr>
            </a:solidFill>
            <a:ln w="5420" cap="flat">
              <a:solidFill>
                <a:srgbClr val="47AB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09" name="pg1109"/>
            <p:cNvSpPr/>
            <p:nvPr/>
          </p:nvSpPr>
          <p:spPr>
            <a:xfrm>
              <a:off x="5369253" y="340854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5A8AA">
                <a:alpha val="100000"/>
              </a:srgbClr>
            </a:solidFill>
            <a:ln w="5420" cap="flat">
              <a:solidFill>
                <a:srgbClr val="45A8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10" name="pg1110"/>
            <p:cNvSpPr/>
            <p:nvPr/>
          </p:nvSpPr>
          <p:spPr>
            <a:xfrm>
              <a:off x="5380891" y="340854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3A6AA">
                <a:alpha val="100000"/>
              </a:srgbClr>
            </a:solidFill>
            <a:ln w="5420" cap="flat">
              <a:solidFill>
                <a:srgbClr val="43A6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11" name="pg1111"/>
            <p:cNvSpPr/>
            <p:nvPr/>
          </p:nvSpPr>
          <p:spPr>
            <a:xfrm>
              <a:off x="5241243" y="342284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BC6AC">
                <a:alpha val="100000"/>
              </a:srgbClr>
            </a:solidFill>
            <a:ln w="5420" cap="flat">
              <a:solidFill>
                <a:srgbClr val="5BC6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12" name="pg1112"/>
            <p:cNvSpPr/>
            <p:nvPr/>
          </p:nvSpPr>
          <p:spPr>
            <a:xfrm>
              <a:off x="5252880" y="342284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AC5AC">
                <a:alpha val="100000"/>
              </a:srgbClr>
            </a:solidFill>
            <a:ln w="5420" cap="flat">
              <a:solidFill>
                <a:srgbClr val="5AC5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13" name="pg1113"/>
            <p:cNvSpPr/>
            <p:nvPr/>
          </p:nvSpPr>
          <p:spPr>
            <a:xfrm>
              <a:off x="5334341" y="342284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EB4AB">
                <a:alpha val="100000"/>
              </a:srgbClr>
            </a:solidFill>
            <a:ln w="5420" cap="flat">
              <a:solidFill>
                <a:srgbClr val="4EB4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14" name="pg1114"/>
            <p:cNvSpPr/>
            <p:nvPr/>
          </p:nvSpPr>
          <p:spPr>
            <a:xfrm>
              <a:off x="5345979" y="342284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CB2AB">
                <a:alpha val="100000"/>
              </a:srgbClr>
            </a:solidFill>
            <a:ln w="5420" cap="flat">
              <a:solidFill>
                <a:srgbClr val="4CB2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15" name="pg1115"/>
            <p:cNvSpPr/>
            <p:nvPr/>
          </p:nvSpPr>
          <p:spPr>
            <a:xfrm>
              <a:off x="5357616" y="342284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AAFAB">
                <a:alpha val="100000"/>
              </a:srgbClr>
            </a:solidFill>
            <a:ln w="5420" cap="flat">
              <a:solidFill>
                <a:srgbClr val="4AAF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16" name="pg1116"/>
            <p:cNvSpPr/>
            <p:nvPr/>
          </p:nvSpPr>
          <p:spPr>
            <a:xfrm>
              <a:off x="5369253" y="342284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8ADAB">
                <a:alpha val="100000"/>
              </a:srgbClr>
            </a:solidFill>
            <a:ln w="5420" cap="flat">
              <a:solidFill>
                <a:srgbClr val="48AD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17" name="pg1117"/>
            <p:cNvSpPr/>
            <p:nvPr/>
          </p:nvSpPr>
          <p:spPr>
            <a:xfrm>
              <a:off x="5380891" y="342284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6AAAA">
                <a:alpha val="100000"/>
              </a:srgbClr>
            </a:solidFill>
            <a:ln w="5420" cap="flat">
              <a:solidFill>
                <a:srgbClr val="46AA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18" name="pg1118"/>
            <p:cNvSpPr/>
            <p:nvPr/>
          </p:nvSpPr>
          <p:spPr>
            <a:xfrm>
              <a:off x="5217968" y="343714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ECBAC">
                <a:alpha val="100000"/>
              </a:srgbClr>
            </a:solidFill>
            <a:ln w="5420" cap="flat">
              <a:solidFill>
                <a:srgbClr val="5ECB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19" name="pg1119"/>
            <p:cNvSpPr/>
            <p:nvPr/>
          </p:nvSpPr>
          <p:spPr>
            <a:xfrm>
              <a:off x="5229605" y="343714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ECAAC">
                <a:alpha val="100000"/>
              </a:srgbClr>
            </a:solidFill>
            <a:ln w="5420" cap="flat">
              <a:solidFill>
                <a:srgbClr val="5ECA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20" name="pg1120"/>
            <p:cNvSpPr/>
            <p:nvPr/>
          </p:nvSpPr>
          <p:spPr>
            <a:xfrm>
              <a:off x="5241243" y="343714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DC9AC">
                <a:alpha val="100000"/>
              </a:srgbClr>
            </a:solidFill>
            <a:ln w="5420" cap="flat">
              <a:solidFill>
                <a:srgbClr val="5DC9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21" name="pg1121"/>
            <p:cNvSpPr/>
            <p:nvPr/>
          </p:nvSpPr>
          <p:spPr>
            <a:xfrm>
              <a:off x="5252880" y="343714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CC8AC">
                <a:alpha val="100000"/>
              </a:srgbClr>
            </a:solidFill>
            <a:ln w="5420" cap="flat">
              <a:solidFill>
                <a:srgbClr val="5CC8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22" name="pg1122"/>
            <p:cNvSpPr/>
            <p:nvPr/>
          </p:nvSpPr>
          <p:spPr>
            <a:xfrm>
              <a:off x="5264517" y="343714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BC7AC">
                <a:alpha val="100000"/>
              </a:srgbClr>
            </a:solidFill>
            <a:ln w="5420" cap="flat">
              <a:solidFill>
                <a:srgbClr val="5BC7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23" name="pg1123"/>
            <p:cNvSpPr/>
            <p:nvPr/>
          </p:nvSpPr>
          <p:spPr>
            <a:xfrm>
              <a:off x="5334341" y="343714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1B8AB">
                <a:alpha val="100000"/>
              </a:srgbClr>
            </a:solidFill>
            <a:ln w="5420" cap="flat">
              <a:solidFill>
                <a:srgbClr val="51B8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24" name="pg1124"/>
            <p:cNvSpPr/>
            <p:nvPr/>
          </p:nvSpPr>
          <p:spPr>
            <a:xfrm>
              <a:off x="5345979" y="343714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FB5AB">
                <a:alpha val="100000"/>
              </a:srgbClr>
            </a:solidFill>
            <a:ln w="5420" cap="flat">
              <a:solidFill>
                <a:srgbClr val="4FB5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25" name="pg1125"/>
            <p:cNvSpPr/>
            <p:nvPr/>
          </p:nvSpPr>
          <p:spPr>
            <a:xfrm>
              <a:off x="5357616" y="343714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DB3AB">
                <a:alpha val="100000"/>
              </a:srgbClr>
            </a:solidFill>
            <a:ln w="5420" cap="flat">
              <a:solidFill>
                <a:srgbClr val="4DB3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26" name="pg1126"/>
            <p:cNvSpPr/>
            <p:nvPr/>
          </p:nvSpPr>
          <p:spPr>
            <a:xfrm>
              <a:off x="5369253" y="343714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CB1AB">
                <a:alpha val="100000"/>
              </a:srgbClr>
            </a:solidFill>
            <a:ln w="5420" cap="flat">
              <a:solidFill>
                <a:srgbClr val="4CB1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27" name="pg1127"/>
            <p:cNvSpPr/>
            <p:nvPr/>
          </p:nvSpPr>
          <p:spPr>
            <a:xfrm>
              <a:off x="5380891" y="343714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AAEAB">
                <a:alpha val="100000"/>
              </a:srgbClr>
            </a:solidFill>
            <a:ln w="5420" cap="flat">
              <a:solidFill>
                <a:srgbClr val="4AAE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28" name="pg1128"/>
            <p:cNvSpPr/>
            <p:nvPr/>
          </p:nvSpPr>
          <p:spPr>
            <a:xfrm>
              <a:off x="5194693" y="345144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5CFAE">
                <a:alpha val="100000"/>
              </a:srgbClr>
            </a:solidFill>
            <a:ln w="5420" cap="flat">
              <a:solidFill>
                <a:srgbClr val="65CFA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29" name="pg1129"/>
            <p:cNvSpPr/>
            <p:nvPr/>
          </p:nvSpPr>
          <p:spPr>
            <a:xfrm>
              <a:off x="5206331" y="345144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3CFAD">
                <a:alpha val="100000"/>
              </a:srgbClr>
            </a:solidFill>
            <a:ln w="5420" cap="flat">
              <a:solidFill>
                <a:srgbClr val="63CFA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30" name="pg1130"/>
            <p:cNvSpPr/>
            <p:nvPr/>
          </p:nvSpPr>
          <p:spPr>
            <a:xfrm>
              <a:off x="5217968" y="345144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0CEAC">
                <a:alpha val="100000"/>
              </a:srgbClr>
            </a:solidFill>
            <a:ln w="5420" cap="flat">
              <a:solidFill>
                <a:srgbClr val="60CE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31" name="pg1131"/>
            <p:cNvSpPr/>
            <p:nvPr/>
          </p:nvSpPr>
          <p:spPr>
            <a:xfrm>
              <a:off x="5229605" y="345144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FCDAC">
                <a:alpha val="100000"/>
              </a:srgbClr>
            </a:solidFill>
            <a:ln w="5420" cap="flat">
              <a:solidFill>
                <a:srgbClr val="5FCD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32" name="pg1132"/>
            <p:cNvSpPr/>
            <p:nvPr/>
          </p:nvSpPr>
          <p:spPr>
            <a:xfrm>
              <a:off x="5241243" y="345144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FCCAC">
                <a:alpha val="100000"/>
              </a:srgbClr>
            </a:solidFill>
            <a:ln w="5420" cap="flat">
              <a:solidFill>
                <a:srgbClr val="5FCC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33" name="pg1133"/>
            <p:cNvSpPr/>
            <p:nvPr/>
          </p:nvSpPr>
          <p:spPr>
            <a:xfrm>
              <a:off x="5252880" y="345144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ECBAC">
                <a:alpha val="100000"/>
              </a:srgbClr>
            </a:solidFill>
            <a:ln w="5420" cap="flat">
              <a:solidFill>
                <a:srgbClr val="5ECB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34" name="pg1134"/>
            <p:cNvSpPr/>
            <p:nvPr/>
          </p:nvSpPr>
          <p:spPr>
            <a:xfrm>
              <a:off x="5264517" y="345144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DC9AC">
                <a:alpha val="100000"/>
              </a:srgbClr>
            </a:solidFill>
            <a:ln w="5420" cap="flat">
              <a:solidFill>
                <a:srgbClr val="5DC9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35" name="pg1135"/>
            <p:cNvSpPr/>
            <p:nvPr/>
          </p:nvSpPr>
          <p:spPr>
            <a:xfrm>
              <a:off x="5322704" y="345144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7C0AB">
                <a:alpha val="100000"/>
              </a:srgbClr>
            </a:solidFill>
            <a:ln w="5420" cap="flat">
              <a:solidFill>
                <a:srgbClr val="57C0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36" name="pg1136"/>
            <p:cNvSpPr/>
            <p:nvPr/>
          </p:nvSpPr>
          <p:spPr>
            <a:xfrm>
              <a:off x="5334341" y="345144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4BBAB">
                <a:alpha val="100000"/>
              </a:srgbClr>
            </a:solidFill>
            <a:ln w="5420" cap="flat">
              <a:solidFill>
                <a:srgbClr val="54BB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37" name="pg1137"/>
            <p:cNvSpPr/>
            <p:nvPr/>
          </p:nvSpPr>
          <p:spPr>
            <a:xfrm>
              <a:off x="5345979" y="345144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2B9AB">
                <a:alpha val="100000"/>
              </a:srgbClr>
            </a:solidFill>
            <a:ln w="5420" cap="flat">
              <a:solidFill>
                <a:srgbClr val="52B9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38" name="pg1138"/>
            <p:cNvSpPr/>
            <p:nvPr/>
          </p:nvSpPr>
          <p:spPr>
            <a:xfrm>
              <a:off x="5357616" y="345144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0B7AB">
                <a:alpha val="100000"/>
              </a:srgbClr>
            </a:solidFill>
            <a:ln w="5420" cap="flat">
              <a:solidFill>
                <a:srgbClr val="50B7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39" name="pg1139"/>
            <p:cNvSpPr/>
            <p:nvPr/>
          </p:nvSpPr>
          <p:spPr>
            <a:xfrm>
              <a:off x="5369253" y="345144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EB4AB">
                <a:alpha val="100000"/>
              </a:srgbClr>
            </a:solidFill>
            <a:ln w="5420" cap="flat">
              <a:solidFill>
                <a:srgbClr val="4EB4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40" name="pg1140"/>
            <p:cNvSpPr/>
            <p:nvPr/>
          </p:nvSpPr>
          <p:spPr>
            <a:xfrm>
              <a:off x="5183056" y="346574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BD1B0">
                <a:alpha val="100000"/>
              </a:srgbClr>
            </a:solidFill>
            <a:ln w="5420" cap="flat">
              <a:solidFill>
                <a:srgbClr val="6BD1B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41" name="pg1141"/>
            <p:cNvSpPr/>
            <p:nvPr/>
          </p:nvSpPr>
          <p:spPr>
            <a:xfrm>
              <a:off x="5194693" y="346574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AD1B0">
                <a:alpha val="100000"/>
              </a:srgbClr>
            </a:solidFill>
            <a:ln w="5420" cap="flat">
              <a:solidFill>
                <a:srgbClr val="6AD1B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42" name="pg1142"/>
            <p:cNvSpPr/>
            <p:nvPr/>
          </p:nvSpPr>
          <p:spPr>
            <a:xfrm>
              <a:off x="5206331" y="346574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AD1B0">
                <a:alpha val="100000"/>
              </a:srgbClr>
            </a:solidFill>
            <a:ln w="5420" cap="flat">
              <a:solidFill>
                <a:srgbClr val="6AD1B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43" name="pg1143"/>
            <p:cNvSpPr/>
            <p:nvPr/>
          </p:nvSpPr>
          <p:spPr>
            <a:xfrm>
              <a:off x="5217968" y="346574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7D0AE">
                <a:alpha val="100000"/>
              </a:srgbClr>
            </a:solidFill>
            <a:ln w="5420" cap="flat">
              <a:solidFill>
                <a:srgbClr val="67D0A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44" name="pg1144"/>
            <p:cNvSpPr/>
            <p:nvPr/>
          </p:nvSpPr>
          <p:spPr>
            <a:xfrm>
              <a:off x="5229605" y="346574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4CFAE">
                <a:alpha val="100000"/>
              </a:srgbClr>
            </a:solidFill>
            <a:ln w="5420" cap="flat">
              <a:solidFill>
                <a:srgbClr val="64CFA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45" name="pg1145"/>
            <p:cNvSpPr/>
            <p:nvPr/>
          </p:nvSpPr>
          <p:spPr>
            <a:xfrm>
              <a:off x="5241243" y="346574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1CEAD">
                <a:alpha val="100000"/>
              </a:srgbClr>
            </a:solidFill>
            <a:ln w="5420" cap="flat">
              <a:solidFill>
                <a:srgbClr val="61CEA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46" name="pg1146"/>
            <p:cNvSpPr/>
            <p:nvPr/>
          </p:nvSpPr>
          <p:spPr>
            <a:xfrm>
              <a:off x="5252880" y="346574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0CDAC">
                <a:alpha val="100000"/>
              </a:srgbClr>
            </a:solidFill>
            <a:ln w="5420" cap="flat">
              <a:solidFill>
                <a:srgbClr val="60CD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47" name="pg1147"/>
            <p:cNvSpPr/>
            <p:nvPr/>
          </p:nvSpPr>
          <p:spPr>
            <a:xfrm>
              <a:off x="5264517" y="346574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FCCAC">
                <a:alpha val="100000"/>
              </a:srgbClr>
            </a:solidFill>
            <a:ln w="5420" cap="flat">
              <a:solidFill>
                <a:srgbClr val="5FCC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48" name="pg1148"/>
            <p:cNvSpPr/>
            <p:nvPr/>
          </p:nvSpPr>
          <p:spPr>
            <a:xfrm>
              <a:off x="5322704" y="346574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9C3AC">
                <a:alpha val="100000"/>
              </a:srgbClr>
            </a:solidFill>
            <a:ln w="5420" cap="flat">
              <a:solidFill>
                <a:srgbClr val="59C3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49" name="pg1149"/>
            <p:cNvSpPr/>
            <p:nvPr/>
          </p:nvSpPr>
          <p:spPr>
            <a:xfrm>
              <a:off x="5334341" y="346574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6BFAB">
                <a:alpha val="100000"/>
              </a:srgbClr>
            </a:solidFill>
            <a:ln w="5420" cap="flat">
              <a:solidFill>
                <a:srgbClr val="56BF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50" name="pg1150"/>
            <p:cNvSpPr/>
            <p:nvPr/>
          </p:nvSpPr>
          <p:spPr>
            <a:xfrm>
              <a:off x="5345979" y="346574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4BCAB">
                <a:alpha val="100000"/>
              </a:srgbClr>
            </a:solidFill>
            <a:ln w="5420" cap="flat">
              <a:solidFill>
                <a:srgbClr val="54BC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51" name="pg1151"/>
            <p:cNvSpPr/>
            <p:nvPr/>
          </p:nvSpPr>
          <p:spPr>
            <a:xfrm>
              <a:off x="5357616" y="346574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3BAAB">
                <a:alpha val="100000"/>
              </a:srgbClr>
            </a:solidFill>
            <a:ln w="5420" cap="flat">
              <a:solidFill>
                <a:srgbClr val="53BA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52" name="pg1152"/>
            <p:cNvSpPr/>
            <p:nvPr/>
          </p:nvSpPr>
          <p:spPr>
            <a:xfrm>
              <a:off x="5369253" y="346574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1B8AB">
                <a:alpha val="100000"/>
              </a:srgbClr>
            </a:solidFill>
            <a:ln w="5420" cap="flat">
              <a:solidFill>
                <a:srgbClr val="51B8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53" name="pg1153"/>
            <p:cNvSpPr/>
            <p:nvPr/>
          </p:nvSpPr>
          <p:spPr>
            <a:xfrm>
              <a:off x="5124869" y="348004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BD1B0">
                <a:alpha val="100000"/>
              </a:srgbClr>
            </a:solidFill>
            <a:ln w="5420" cap="flat">
              <a:solidFill>
                <a:srgbClr val="6BD1B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54" name="pg1154"/>
            <p:cNvSpPr/>
            <p:nvPr/>
          </p:nvSpPr>
          <p:spPr>
            <a:xfrm>
              <a:off x="5136507" y="348004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CD1B0">
                <a:alpha val="100000"/>
              </a:srgbClr>
            </a:solidFill>
            <a:ln w="5420" cap="flat">
              <a:solidFill>
                <a:srgbClr val="6CD1B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55" name="pg1155"/>
            <p:cNvSpPr/>
            <p:nvPr/>
          </p:nvSpPr>
          <p:spPr>
            <a:xfrm>
              <a:off x="5148144" y="348004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DD1B1">
                <a:alpha val="100000"/>
              </a:srgbClr>
            </a:solidFill>
            <a:ln w="5420" cap="flat">
              <a:solidFill>
                <a:srgbClr val="6DD1B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56" name="pg1156"/>
            <p:cNvSpPr/>
            <p:nvPr/>
          </p:nvSpPr>
          <p:spPr>
            <a:xfrm>
              <a:off x="5159781" y="348004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ED2B1">
                <a:alpha val="100000"/>
              </a:srgbClr>
            </a:solidFill>
            <a:ln w="5420" cap="flat">
              <a:solidFill>
                <a:srgbClr val="6ED2B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57" name="pg1157"/>
            <p:cNvSpPr/>
            <p:nvPr/>
          </p:nvSpPr>
          <p:spPr>
            <a:xfrm>
              <a:off x="5171419" y="348004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0D2B2">
                <a:alpha val="100000"/>
              </a:srgbClr>
            </a:solidFill>
            <a:ln w="5420" cap="flat">
              <a:solidFill>
                <a:srgbClr val="70D2B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58" name="pg1158"/>
            <p:cNvSpPr/>
            <p:nvPr/>
          </p:nvSpPr>
          <p:spPr>
            <a:xfrm>
              <a:off x="5183056" y="348004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0D2B2">
                <a:alpha val="100000"/>
              </a:srgbClr>
            </a:solidFill>
            <a:ln w="5420" cap="flat">
              <a:solidFill>
                <a:srgbClr val="70D2B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59" name="pg1159"/>
            <p:cNvSpPr/>
            <p:nvPr/>
          </p:nvSpPr>
          <p:spPr>
            <a:xfrm>
              <a:off x="5194693" y="348004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0D2B2">
                <a:alpha val="100000"/>
              </a:srgbClr>
            </a:solidFill>
            <a:ln w="5420" cap="flat">
              <a:solidFill>
                <a:srgbClr val="70D2B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60" name="pg1160"/>
            <p:cNvSpPr/>
            <p:nvPr/>
          </p:nvSpPr>
          <p:spPr>
            <a:xfrm>
              <a:off x="5206331" y="348004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0D2B2">
                <a:alpha val="100000"/>
              </a:srgbClr>
            </a:solidFill>
            <a:ln w="5420" cap="flat">
              <a:solidFill>
                <a:srgbClr val="70D2B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61" name="pg1161"/>
            <p:cNvSpPr/>
            <p:nvPr/>
          </p:nvSpPr>
          <p:spPr>
            <a:xfrm>
              <a:off x="5217968" y="348004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DD1B1">
                <a:alpha val="100000"/>
              </a:srgbClr>
            </a:solidFill>
            <a:ln w="5420" cap="flat">
              <a:solidFill>
                <a:srgbClr val="6DD1B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62" name="pg1162"/>
            <p:cNvSpPr/>
            <p:nvPr/>
          </p:nvSpPr>
          <p:spPr>
            <a:xfrm>
              <a:off x="5229605" y="348004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AD1B0">
                <a:alpha val="100000"/>
              </a:srgbClr>
            </a:solidFill>
            <a:ln w="5420" cap="flat">
              <a:solidFill>
                <a:srgbClr val="6AD1B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63" name="pg1163"/>
            <p:cNvSpPr/>
            <p:nvPr/>
          </p:nvSpPr>
          <p:spPr>
            <a:xfrm>
              <a:off x="5241243" y="348004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8D0AF">
                <a:alpha val="100000"/>
              </a:srgbClr>
            </a:solidFill>
            <a:ln w="5420" cap="flat">
              <a:solidFill>
                <a:srgbClr val="68D0A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64" name="pg1164"/>
            <p:cNvSpPr/>
            <p:nvPr/>
          </p:nvSpPr>
          <p:spPr>
            <a:xfrm>
              <a:off x="5252880" y="348004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4CFAE">
                <a:alpha val="100000"/>
              </a:srgbClr>
            </a:solidFill>
            <a:ln w="5420" cap="flat">
              <a:solidFill>
                <a:srgbClr val="64CFA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65" name="pg1165"/>
            <p:cNvSpPr/>
            <p:nvPr/>
          </p:nvSpPr>
          <p:spPr>
            <a:xfrm>
              <a:off x="5311067" y="348004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DC9AC">
                <a:alpha val="100000"/>
              </a:srgbClr>
            </a:solidFill>
            <a:ln w="5420" cap="flat">
              <a:solidFill>
                <a:srgbClr val="5DC9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66" name="pg1166"/>
            <p:cNvSpPr/>
            <p:nvPr/>
          </p:nvSpPr>
          <p:spPr>
            <a:xfrm>
              <a:off x="5322704" y="348004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BC6AC">
                <a:alpha val="100000"/>
              </a:srgbClr>
            </a:solidFill>
            <a:ln w="5420" cap="flat">
              <a:solidFill>
                <a:srgbClr val="5BC6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67" name="pg1167"/>
            <p:cNvSpPr/>
            <p:nvPr/>
          </p:nvSpPr>
          <p:spPr>
            <a:xfrm>
              <a:off x="5334341" y="348004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8C2AC">
                <a:alpha val="100000"/>
              </a:srgbClr>
            </a:solidFill>
            <a:ln w="5420" cap="flat">
              <a:solidFill>
                <a:srgbClr val="58C2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68" name="pg1168"/>
            <p:cNvSpPr/>
            <p:nvPr/>
          </p:nvSpPr>
          <p:spPr>
            <a:xfrm>
              <a:off x="5345979" y="348004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7C0AB">
                <a:alpha val="100000"/>
              </a:srgbClr>
            </a:solidFill>
            <a:ln w="5420" cap="flat">
              <a:solidFill>
                <a:srgbClr val="57C0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69" name="pg1169"/>
            <p:cNvSpPr/>
            <p:nvPr/>
          </p:nvSpPr>
          <p:spPr>
            <a:xfrm>
              <a:off x="5357616" y="348004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5BDAB">
                <a:alpha val="100000"/>
              </a:srgbClr>
            </a:solidFill>
            <a:ln w="5420" cap="flat">
              <a:solidFill>
                <a:srgbClr val="55BD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70" name="pg1170"/>
            <p:cNvSpPr/>
            <p:nvPr/>
          </p:nvSpPr>
          <p:spPr>
            <a:xfrm>
              <a:off x="5369253" y="348004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3BBAB">
                <a:alpha val="100000"/>
              </a:srgbClr>
            </a:solidFill>
            <a:ln w="5420" cap="flat">
              <a:solidFill>
                <a:srgbClr val="53BB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71" name="pg1171"/>
            <p:cNvSpPr/>
            <p:nvPr/>
          </p:nvSpPr>
          <p:spPr>
            <a:xfrm>
              <a:off x="5113232" y="349434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CD1B0">
                <a:alpha val="100000"/>
              </a:srgbClr>
            </a:solidFill>
            <a:ln w="5420" cap="flat">
              <a:solidFill>
                <a:srgbClr val="6CD1B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72" name="pg1172"/>
            <p:cNvSpPr/>
            <p:nvPr/>
          </p:nvSpPr>
          <p:spPr>
            <a:xfrm>
              <a:off x="5124869" y="349434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DD1B1">
                <a:alpha val="100000"/>
              </a:srgbClr>
            </a:solidFill>
            <a:ln w="5420" cap="flat">
              <a:solidFill>
                <a:srgbClr val="6DD1B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73" name="pg1173"/>
            <p:cNvSpPr/>
            <p:nvPr/>
          </p:nvSpPr>
          <p:spPr>
            <a:xfrm>
              <a:off x="5136507" y="349434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ED2B1">
                <a:alpha val="100000"/>
              </a:srgbClr>
            </a:solidFill>
            <a:ln w="5420" cap="flat">
              <a:solidFill>
                <a:srgbClr val="6ED2B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74" name="pg1174"/>
            <p:cNvSpPr/>
            <p:nvPr/>
          </p:nvSpPr>
          <p:spPr>
            <a:xfrm>
              <a:off x="5148144" y="349434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0D2B2">
                <a:alpha val="100000"/>
              </a:srgbClr>
            </a:solidFill>
            <a:ln w="5420" cap="flat">
              <a:solidFill>
                <a:srgbClr val="70D2B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75" name="pg1175"/>
            <p:cNvSpPr/>
            <p:nvPr/>
          </p:nvSpPr>
          <p:spPr>
            <a:xfrm>
              <a:off x="5159781" y="349434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2D3B3">
                <a:alpha val="100000"/>
              </a:srgbClr>
            </a:solidFill>
            <a:ln w="5420" cap="flat">
              <a:solidFill>
                <a:srgbClr val="72D3B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76" name="pg1176"/>
            <p:cNvSpPr/>
            <p:nvPr/>
          </p:nvSpPr>
          <p:spPr>
            <a:xfrm>
              <a:off x="5171419" y="349434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3D3B3">
                <a:alpha val="100000"/>
              </a:srgbClr>
            </a:solidFill>
            <a:ln w="5420" cap="flat">
              <a:solidFill>
                <a:srgbClr val="73D3B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77" name="pg1177"/>
            <p:cNvSpPr/>
            <p:nvPr/>
          </p:nvSpPr>
          <p:spPr>
            <a:xfrm>
              <a:off x="5183056" y="349434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4D3B4">
                <a:alpha val="100000"/>
              </a:srgbClr>
            </a:solidFill>
            <a:ln w="5420" cap="flat">
              <a:solidFill>
                <a:srgbClr val="74D3B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78" name="pg1178"/>
            <p:cNvSpPr/>
            <p:nvPr/>
          </p:nvSpPr>
          <p:spPr>
            <a:xfrm>
              <a:off x="5194693" y="349434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5D4B4">
                <a:alpha val="100000"/>
              </a:srgbClr>
            </a:solidFill>
            <a:ln w="5420" cap="flat">
              <a:solidFill>
                <a:srgbClr val="75D4B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79" name="pg1179"/>
            <p:cNvSpPr/>
            <p:nvPr/>
          </p:nvSpPr>
          <p:spPr>
            <a:xfrm>
              <a:off x="5206331" y="349434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5D4B4">
                <a:alpha val="100000"/>
              </a:srgbClr>
            </a:solidFill>
            <a:ln w="5420" cap="flat">
              <a:solidFill>
                <a:srgbClr val="75D4B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80" name="pg1180"/>
            <p:cNvSpPr/>
            <p:nvPr/>
          </p:nvSpPr>
          <p:spPr>
            <a:xfrm>
              <a:off x="5217968" y="349434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2D3B3">
                <a:alpha val="100000"/>
              </a:srgbClr>
            </a:solidFill>
            <a:ln w="5420" cap="flat">
              <a:solidFill>
                <a:srgbClr val="72D3B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81" name="pg1181"/>
            <p:cNvSpPr/>
            <p:nvPr/>
          </p:nvSpPr>
          <p:spPr>
            <a:xfrm>
              <a:off x="5229605" y="349434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FD2B2">
                <a:alpha val="100000"/>
              </a:srgbClr>
            </a:solidFill>
            <a:ln w="5420" cap="flat">
              <a:solidFill>
                <a:srgbClr val="6FD2B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82" name="pg1182"/>
            <p:cNvSpPr/>
            <p:nvPr/>
          </p:nvSpPr>
          <p:spPr>
            <a:xfrm>
              <a:off x="5241243" y="349434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DD1B1">
                <a:alpha val="100000"/>
              </a:srgbClr>
            </a:solidFill>
            <a:ln w="5420" cap="flat">
              <a:solidFill>
                <a:srgbClr val="6DD1B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83" name="pg1183"/>
            <p:cNvSpPr/>
            <p:nvPr/>
          </p:nvSpPr>
          <p:spPr>
            <a:xfrm>
              <a:off x="5299429" y="349434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FCCAC">
                <a:alpha val="100000"/>
              </a:srgbClr>
            </a:solidFill>
            <a:ln w="5420" cap="flat">
              <a:solidFill>
                <a:srgbClr val="5FCC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84" name="pg1184"/>
            <p:cNvSpPr/>
            <p:nvPr/>
          </p:nvSpPr>
          <p:spPr>
            <a:xfrm>
              <a:off x="5311067" y="349434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ECBAC">
                <a:alpha val="100000"/>
              </a:srgbClr>
            </a:solidFill>
            <a:ln w="5420" cap="flat">
              <a:solidFill>
                <a:srgbClr val="5ECB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85" name="pg1185"/>
            <p:cNvSpPr/>
            <p:nvPr/>
          </p:nvSpPr>
          <p:spPr>
            <a:xfrm>
              <a:off x="5322704" y="349434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DC9AC">
                <a:alpha val="100000"/>
              </a:srgbClr>
            </a:solidFill>
            <a:ln w="5420" cap="flat">
              <a:solidFill>
                <a:srgbClr val="5DC9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86" name="pg1186"/>
            <p:cNvSpPr/>
            <p:nvPr/>
          </p:nvSpPr>
          <p:spPr>
            <a:xfrm>
              <a:off x="5334341" y="349434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AC5AC">
                <a:alpha val="100000"/>
              </a:srgbClr>
            </a:solidFill>
            <a:ln w="5420" cap="flat">
              <a:solidFill>
                <a:srgbClr val="5AC5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87" name="pg1187"/>
            <p:cNvSpPr/>
            <p:nvPr/>
          </p:nvSpPr>
          <p:spPr>
            <a:xfrm>
              <a:off x="5345979" y="349434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9C2AC">
                <a:alpha val="100000"/>
              </a:srgbClr>
            </a:solidFill>
            <a:ln w="5420" cap="flat">
              <a:solidFill>
                <a:srgbClr val="59C2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88" name="pg1188"/>
            <p:cNvSpPr/>
            <p:nvPr/>
          </p:nvSpPr>
          <p:spPr>
            <a:xfrm>
              <a:off x="5357616" y="349434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7C0AC">
                <a:alpha val="100000"/>
              </a:srgbClr>
            </a:solidFill>
            <a:ln w="5420" cap="flat">
              <a:solidFill>
                <a:srgbClr val="57C0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89" name="pg1189"/>
            <p:cNvSpPr/>
            <p:nvPr/>
          </p:nvSpPr>
          <p:spPr>
            <a:xfrm>
              <a:off x="5369253" y="349434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6BEAB">
                <a:alpha val="100000"/>
              </a:srgbClr>
            </a:solidFill>
            <a:ln w="5420" cap="flat">
              <a:solidFill>
                <a:srgbClr val="56BE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90" name="pg1190"/>
            <p:cNvSpPr/>
            <p:nvPr/>
          </p:nvSpPr>
          <p:spPr>
            <a:xfrm>
              <a:off x="5089957" y="350864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FD2B2">
                <a:alpha val="100000"/>
              </a:srgbClr>
            </a:solidFill>
            <a:ln w="5420" cap="flat">
              <a:solidFill>
                <a:srgbClr val="6FD2B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91" name="pg1191"/>
            <p:cNvSpPr/>
            <p:nvPr/>
          </p:nvSpPr>
          <p:spPr>
            <a:xfrm>
              <a:off x="5101595" y="350864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0D2B2">
                <a:alpha val="100000"/>
              </a:srgbClr>
            </a:solidFill>
            <a:ln w="5420" cap="flat">
              <a:solidFill>
                <a:srgbClr val="70D2B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92" name="pg1192"/>
            <p:cNvSpPr/>
            <p:nvPr/>
          </p:nvSpPr>
          <p:spPr>
            <a:xfrm>
              <a:off x="5113232" y="350864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1D2B2">
                <a:alpha val="100000"/>
              </a:srgbClr>
            </a:solidFill>
            <a:ln w="5420" cap="flat">
              <a:solidFill>
                <a:srgbClr val="71D2B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93" name="pg1193"/>
            <p:cNvSpPr/>
            <p:nvPr/>
          </p:nvSpPr>
          <p:spPr>
            <a:xfrm>
              <a:off x="5124869" y="350864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2D3B3">
                <a:alpha val="100000"/>
              </a:srgbClr>
            </a:solidFill>
            <a:ln w="5420" cap="flat">
              <a:solidFill>
                <a:srgbClr val="72D3B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94" name="pg1194"/>
            <p:cNvSpPr/>
            <p:nvPr/>
          </p:nvSpPr>
          <p:spPr>
            <a:xfrm>
              <a:off x="5136507" y="350864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3D3B3">
                <a:alpha val="100000"/>
              </a:srgbClr>
            </a:solidFill>
            <a:ln w="5420" cap="flat">
              <a:solidFill>
                <a:srgbClr val="73D3B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95" name="pg1195"/>
            <p:cNvSpPr/>
            <p:nvPr/>
          </p:nvSpPr>
          <p:spPr>
            <a:xfrm>
              <a:off x="5148144" y="350864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4D4B4">
                <a:alpha val="100000"/>
              </a:srgbClr>
            </a:solidFill>
            <a:ln w="5420" cap="flat">
              <a:solidFill>
                <a:srgbClr val="74D4B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96" name="pg1196"/>
            <p:cNvSpPr/>
            <p:nvPr/>
          </p:nvSpPr>
          <p:spPr>
            <a:xfrm>
              <a:off x="5159781" y="350864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6D4B4">
                <a:alpha val="100000"/>
              </a:srgbClr>
            </a:solidFill>
            <a:ln w="5420" cap="flat">
              <a:solidFill>
                <a:srgbClr val="76D4B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97" name="pg1197"/>
            <p:cNvSpPr/>
            <p:nvPr/>
          </p:nvSpPr>
          <p:spPr>
            <a:xfrm>
              <a:off x="5171419" y="350864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8D5B5">
                <a:alpha val="100000"/>
              </a:srgbClr>
            </a:solidFill>
            <a:ln w="5420" cap="flat">
              <a:solidFill>
                <a:srgbClr val="78D5B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98" name="pg1198"/>
            <p:cNvSpPr/>
            <p:nvPr/>
          </p:nvSpPr>
          <p:spPr>
            <a:xfrm>
              <a:off x="5183056" y="350864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9D5B6">
                <a:alpha val="100000"/>
              </a:srgbClr>
            </a:solidFill>
            <a:ln w="5420" cap="flat">
              <a:solidFill>
                <a:srgbClr val="79D5B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99" name="pg1199"/>
            <p:cNvSpPr/>
            <p:nvPr/>
          </p:nvSpPr>
          <p:spPr>
            <a:xfrm>
              <a:off x="5194693" y="350864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AD5B6">
                <a:alpha val="100000"/>
              </a:srgbClr>
            </a:solidFill>
            <a:ln w="5420" cap="flat">
              <a:solidFill>
                <a:srgbClr val="7AD5B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00" name="pg1200"/>
            <p:cNvSpPr/>
            <p:nvPr/>
          </p:nvSpPr>
          <p:spPr>
            <a:xfrm>
              <a:off x="5206331" y="350864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AD5B6">
                <a:alpha val="100000"/>
              </a:srgbClr>
            </a:solidFill>
            <a:ln w="5420" cap="flat">
              <a:solidFill>
                <a:srgbClr val="7AD5B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01" name="pg1201"/>
            <p:cNvSpPr/>
            <p:nvPr/>
          </p:nvSpPr>
          <p:spPr>
            <a:xfrm>
              <a:off x="5217968" y="350864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7D4B5">
                <a:alpha val="100000"/>
              </a:srgbClr>
            </a:solidFill>
            <a:ln w="5420" cap="flat">
              <a:solidFill>
                <a:srgbClr val="77D4B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02" name="pg1202"/>
            <p:cNvSpPr/>
            <p:nvPr/>
          </p:nvSpPr>
          <p:spPr>
            <a:xfrm>
              <a:off x="5287792" y="350864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AD1B0">
                <a:alpha val="100000"/>
              </a:srgbClr>
            </a:solidFill>
            <a:ln w="5420" cap="flat">
              <a:solidFill>
                <a:srgbClr val="6AD1B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03" name="pg1203"/>
            <p:cNvSpPr/>
            <p:nvPr/>
          </p:nvSpPr>
          <p:spPr>
            <a:xfrm>
              <a:off x="5299429" y="350864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7D0AE">
                <a:alpha val="100000"/>
              </a:srgbClr>
            </a:solidFill>
            <a:ln w="5420" cap="flat">
              <a:solidFill>
                <a:srgbClr val="67D0A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04" name="pg1204"/>
            <p:cNvSpPr/>
            <p:nvPr/>
          </p:nvSpPr>
          <p:spPr>
            <a:xfrm>
              <a:off x="5311067" y="350864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3CFAD">
                <a:alpha val="100000"/>
              </a:srgbClr>
            </a:solidFill>
            <a:ln w="5420" cap="flat">
              <a:solidFill>
                <a:srgbClr val="63CFA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05" name="pg1205"/>
            <p:cNvSpPr/>
            <p:nvPr/>
          </p:nvSpPr>
          <p:spPr>
            <a:xfrm>
              <a:off x="5322704" y="350864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FCDAC">
                <a:alpha val="100000"/>
              </a:srgbClr>
            </a:solidFill>
            <a:ln w="5420" cap="flat">
              <a:solidFill>
                <a:srgbClr val="5FCD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06" name="pg1206"/>
            <p:cNvSpPr/>
            <p:nvPr/>
          </p:nvSpPr>
          <p:spPr>
            <a:xfrm>
              <a:off x="5334341" y="350864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DC9AC">
                <a:alpha val="100000"/>
              </a:srgbClr>
            </a:solidFill>
            <a:ln w="5420" cap="flat">
              <a:solidFill>
                <a:srgbClr val="5DC9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07" name="pg1207"/>
            <p:cNvSpPr/>
            <p:nvPr/>
          </p:nvSpPr>
          <p:spPr>
            <a:xfrm>
              <a:off x="5345979" y="350864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CC7AC">
                <a:alpha val="100000"/>
              </a:srgbClr>
            </a:solidFill>
            <a:ln w="5420" cap="flat">
              <a:solidFill>
                <a:srgbClr val="5CC7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08" name="pg1208"/>
            <p:cNvSpPr/>
            <p:nvPr/>
          </p:nvSpPr>
          <p:spPr>
            <a:xfrm>
              <a:off x="5066683" y="352294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2D3B3">
                <a:alpha val="100000"/>
              </a:srgbClr>
            </a:solidFill>
            <a:ln w="5420" cap="flat">
              <a:solidFill>
                <a:srgbClr val="72D3B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09" name="pg1209"/>
            <p:cNvSpPr/>
            <p:nvPr/>
          </p:nvSpPr>
          <p:spPr>
            <a:xfrm>
              <a:off x="5078320" y="352294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2D3B3">
                <a:alpha val="100000"/>
              </a:srgbClr>
            </a:solidFill>
            <a:ln w="5420" cap="flat">
              <a:solidFill>
                <a:srgbClr val="72D3B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10" name="pg1210"/>
            <p:cNvSpPr/>
            <p:nvPr/>
          </p:nvSpPr>
          <p:spPr>
            <a:xfrm>
              <a:off x="5089957" y="352294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2D3B3">
                <a:alpha val="100000"/>
              </a:srgbClr>
            </a:solidFill>
            <a:ln w="5420" cap="flat">
              <a:solidFill>
                <a:srgbClr val="72D3B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11" name="pg1211"/>
            <p:cNvSpPr/>
            <p:nvPr/>
          </p:nvSpPr>
          <p:spPr>
            <a:xfrm>
              <a:off x="5101595" y="352294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2D3B3">
                <a:alpha val="100000"/>
              </a:srgbClr>
            </a:solidFill>
            <a:ln w="5420" cap="flat">
              <a:solidFill>
                <a:srgbClr val="72D3B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12" name="pg1212"/>
            <p:cNvSpPr/>
            <p:nvPr/>
          </p:nvSpPr>
          <p:spPr>
            <a:xfrm>
              <a:off x="5113232" y="352294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3D3B3">
                <a:alpha val="100000"/>
              </a:srgbClr>
            </a:solidFill>
            <a:ln w="5420" cap="flat">
              <a:solidFill>
                <a:srgbClr val="73D3B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13" name="pg1213"/>
            <p:cNvSpPr/>
            <p:nvPr/>
          </p:nvSpPr>
          <p:spPr>
            <a:xfrm>
              <a:off x="5124869" y="352294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3D3B3">
                <a:alpha val="100000"/>
              </a:srgbClr>
            </a:solidFill>
            <a:ln w="5420" cap="flat">
              <a:solidFill>
                <a:srgbClr val="73D3B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14" name="pg1214"/>
            <p:cNvSpPr/>
            <p:nvPr/>
          </p:nvSpPr>
          <p:spPr>
            <a:xfrm>
              <a:off x="5136507" y="352294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4D3B4">
                <a:alpha val="100000"/>
              </a:srgbClr>
            </a:solidFill>
            <a:ln w="5420" cap="flat">
              <a:solidFill>
                <a:srgbClr val="74D3B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15" name="pg1215"/>
            <p:cNvSpPr/>
            <p:nvPr/>
          </p:nvSpPr>
          <p:spPr>
            <a:xfrm>
              <a:off x="5148144" y="352294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5D4B4">
                <a:alpha val="100000"/>
              </a:srgbClr>
            </a:solidFill>
            <a:ln w="5420" cap="flat">
              <a:solidFill>
                <a:srgbClr val="75D4B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16" name="pg1216"/>
            <p:cNvSpPr/>
            <p:nvPr/>
          </p:nvSpPr>
          <p:spPr>
            <a:xfrm>
              <a:off x="5159781" y="352294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7D4B5">
                <a:alpha val="100000"/>
              </a:srgbClr>
            </a:solidFill>
            <a:ln w="5420" cap="flat">
              <a:solidFill>
                <a:srgbClr val="77D4B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17" name="pg1217"/>
            <p:cNvSpPr/>
            <p:nvPr/>
          </p:nvSpPr>
          <p:spPr>
            <a:xfrm>
              <a:off x="5171419" y="352294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8D5B5">
                <a:alpha val="100000"/>
              </a:srgbClr>
            </a:solidFill>
            <a:ln w="5420" cap="flat">
              <a:solidFill>
                <a:srgbClr val="78D5B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18" name="pg1218"/>
            <p:cNvSpPr/>
            <p:nvPr/>
          </p:nvSpPr>
          <p:spPr>
            <a:xfrm>
              <a:off x="5183056" y="352294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AD5B6">
                <a:alpha val="100000"/>
              </a:srgbClr>
            </a:solidFill>
            <a:ln w="5420" cap="flat">
              <a:solidFill>
                <a:srgbClr val="7AD5B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19" name="pg1219"/>
            <p:cNvSpPr/>
            <p:nvPr/>
          </p:nvSpPr>
          <p:spPr>
            <a:xfrm>
              <a:off x="5194693" y="352294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BD5B6">
                <a:alpha val="100000"/>
              </a:srgbClr>
            </a:solidFill>
            <a:ln w="5420" cap="flat">
              <a:solidFill>
                <a:srgbClr val="7BD5B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20" name="pg1220"/>
            <p:cNvSpPr/>
            <p:nvPr/>
          </p:nvSpPr>
          <p:spPr>
            <a:xfrm>
              <a:off x="5206331" y="352294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BD5B6">
                <a:alpha val="100000"/>
              </a:srgbClr>
            </a:solidFill>
            <a:ln w="5420" cap="flat">
              <a:solidFill>
                <a:srgbClr val="7BD5B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21" name="pg1221"/>
            <p:cNvSpPr/>
            <p:nvPr/>
          </p:nvSpPr>
          <p:spPr>
            <a:xfrm>
              <a:off x="5217968" y="352294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8D5B5">
                <a:alpha val="100000"/>
              </a:srgbClr>
            </a:solidFill>
            <a:ln w="5420" cap="flat">
              <a:solidFill>
                <a:srgbClr val="78D5B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22" name="pg1222"/>
            <p:cNvSpPr/>
            <p:nvPr/>
          </p:nvSpPr>
          <p:spPr>
            <a:xfrm>
              <a:off x="5229605" y="352294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6D4B4">
                <a:alpha val="100000"/>
              </a:srgbClr>
            </a:solidFill>
            <a:ln w="5420" cap="flat">
              <a:solidFill>
                <a:srgbClr val="76D4B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23" name="pg1223"/>
            <p:cNvSpPr/>
            <p:nvPr/>
          </p:nvSpPr>
          <p:spPr>
            <a:xfrm>
              <a:off x="5241243" y="352294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4D4B4">
                <a:alpha val="100000"/>
              </a:srgbClr>
            </a:solidFill>
            <a:ln w="5420" cap="flat">
              <a:solidFill>
                <a:srgbClr val="74D4B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24" name="pg1224"/>
            <p:cNvSpPr/>
            <p:nvPr/>
          </p:nvSpPr>
          <p:spPr>
            <a:xfrm>
              <a:off x="5252880" y="352294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3D3B3">
                <a:alpha val="100000"/>
              </a:srgbClr>
            </a:solidFill>
            <a:ln w="5420" cap="flat">
              <a:solidFill>
                <a:srgbClr val="73D3B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25" name="pg1225"/>
            <p:cNvSpPr/>
            <p:nvPr/>
          </p:nvSpPr>
          <p:spPr>
            <a:xfrm>
              <a:off x="5276155" y="352294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1D2B2">
                <a:alpha val="100000"/>
              </a:srgbClr>
            </a:solidFill>
            <a:ln w="5420" cap="flat">
              <a:solidFill>
                <a:srgbClr val="71D2B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26" name="pg1226"/>
            <p:cNvSpPr/>
            <p:nvPr/>
          </p:nvSpPr>
          <p:spPr>
            <a:xfrm>
              <a:off x="5287792" y="352294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ED2B1">
                <a:alpha val="100000"/>
              </a:srgbClr>
            </a:solidFill>
            <a:ln w="5420" cap="flat">
              <a:solidFill>
                <a:srgbClr val="6ED2B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27" name="pg1227"/>
            <p:cNvSpPr/>
            <p:nvPr/>
          </p:nvSpPr>
          <p:spPr>
            <a:xfrm>
              <a:off x="5299429" y="352294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BD1B0">
                <a:alpha val="100000"/>
              </a:srgbClr>
            </a:solidFill>
            <a:ln w="5420" cap="flat">
              <a:solidFill>
                <a:srgbClr val="6BD1B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28" name="pg1228"/>
            <p:cNvSpPr/>
            <p:nvPr/>
          </p:nvSpPr>
          <p:spPr>
            <a:xfrm>
              <a:off x="5311067" y="352294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7D0AF">
                <a:alpha val="100000"/>
              </a:srgbClr>
            </a:solidFill>
            <a:ln w="5420" cap="flat">
              <a:solidFill>
                <a:srgbClr val="67D0A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29" name="pg1229"/>
            <p:cNvSpPr/>
            <p:nvPr/>
          </p:nvSpPr>
          <p:spPr>
            <a:xfrm>
              <a:off x="5322704" y="352294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3CFAD">
                <a:alpha val="100000"/>
              </a:srgbClr>
            </a:solidFill>
            <a:ln w="5420" cap="flat">
              <a:solidFill>
                <a:srgbClr val="63CFA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30" name="pg1230"/>
            <p:cNvSpPr/>
            <p:nvPr/>
          </p:nvSpPr>
          <p:spPr>
            <a:xfrm>
              <a:off x="5334341" y="352294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ECBAC">
                <a:alpha val="100000"/>
              </a:srgbClr>
            </a:solidFill>
            <a:ln w="5420" cap="flat">
              <a:solidFill>
                <a:srgbClr val="5ECB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31" name="pg1231"/>
            <p:cNvSpPr/>
            <p:nvPr/>
          </p:nvSpPr>
          <p:spPr>
            <a:xfrm>
              <a:off x="5345979" y="352294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DC9AC">
                <a:alpha val="100000"/>
              </a:srgbClr>
            </a:solidFill>
            <a:ln w="5420" cap="flat">
              <a:solidFill>
                <a:srgbClr val="5DC9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32" name="pg1232"/>
            <p:cNvSpPr/>
            <p:nvPr/>
          </p:nvSpPr>
          <p:spPr>
            <a:xfrm>
              <a:off x="5066683" y="353724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6D4B4">
                <a:alpha val="100000"/>
              </a:srgbClr>
            </a:solidFill>
            <a:ln w="5420" cap="flat">
              <a:solidFill>
                <a:srgbClr val="76D4B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33" name="pg1233"/>
            <p:cNvSpPr/>
            <p:nvPr/>
          </p:nvSpPr>
          <p:spPr>
            <a:xfrm>
              <a:off x="5078320" y="353724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6D4B4">
                <a:alpha val="100000"/>
              </a:srgbClr>
            </a:solidFill>
            <a:ln w="5420" cap="flat">
              <a:solidFill>
                <a:srgbClr val="76D4B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34" name="pg1234"/>
            <p:cNvSpPr/>
            <p:nvPr/>
          </p:nvSpPr>
          <p:spPr>
            <a:xfrm>
              <a:off x="5089957" y="353724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6D4B4">
                <a:alpha val="100000"/>
              </a:srgbClr>
            </a:solidFill>
            <a:ln w="5420" cap="flat">
              <a:solidFill>
                <a:srgbClr val="76D4B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35" name="pg1235"/>
            <p:cNvSpPr/>
            <p:nvPr/>
          </p:nvSpPr>
          <p:spPr>
            <a:xfrm>
              <a:off x="5101595" y="353724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5D4B4">
                <a:alpha val="100000"/>
              </a:srgbClr>
            </a:solidFill>
            <a:ln w="5420" cap="flat">
              <a:solidFill>
                <a:srgbClr val="75D4B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36" name="pg1236"/>
            <p:cNvSpPr/>
            <p:nvPr/>
          </p:nvSpPr>
          <p:spPr>
            <a:xfrm>
              <a:off x="5113232" y="353724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5D4B4">
                <a:alpha val="100000"/>
              </a:srgbClr>
            </a:solidFill>
            <a:ln w="5420" cap="flat">
              <a:solidFill>
                <a:srgbClr val="75D4B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37" name="pg1237"/>
            <p:cNvSpPr/>
            <p:nvPr/>
          </p:nvSpPr>
          <p:spPr>
            <a:xfrm>
              <a:off x="5124869" y="353724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5D4B4">
                <a:alpha val="100000"/>
              </a:srgbClr>
            </a:solidFill>
            <a:ln w="5420" cap="flat">
              <a:solidFill>
                <a:srgbClr val="75D4B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38" name="pg1238"/>
            <p:cNvSpPr/>
            <p:nvPr/>
          </p:nvSpPr>
          <p:spPr>
            <a:xfrm>
              <a:off x="5136507" y="353724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5D4B4">
                <a:alpha val="100000"/>
              </a:srgbClr>
            </a:solidFill>
            <a:ln w="5420" cap="flat">
              <a:solidFill>
                <a:srgbClr val="75D4B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39" name="pg1239"/>
            <p:cNvSpPr/>
            <p:nvPr/>
          </p:nvSpPr>
          <p:spPr>
            <a:xfrm>
              <a:off x="5148144" y="353724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6D4B4">
                <a:alpha val="100000"/>
              </a:srgbClr>
            </a:solidFill>
            <a:ln w="5420" cap="flat">
              <a:solidFill>
                <a:srgbClr val="76D4B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40" name="pg1240"/>
            <p:cNvSpPr/>
            <p:nvPr/>
          </p:nvSpPr>
          <p:spPr>
            <a:xfrm>
              <a:off x="5159781" y="353724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7D4B5">
                <a:alpha val="100000"/>
              </a:srgbClr>
            </a:solidFill>
            <a:ln w="5420" cap="flat">
              <a:solidFill>
                <a:srgbClr val="77D4B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41" name="pg1241"/>
            <p:cNvSpPr/>
            <p:nvPr/>
          </p:nvSpPr>
          <p:spPr>
            <a:xfrm>
              <a:off x="5171419" y="353724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8D5B5">
                <a:alpha val="100000"/>
              </a:srgbClr>
            </a:solidFill>
            <a:ln w="5420" cap="flat">
              <a:solidFill>
                <a:srgbClr val="78D5B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42" name="pg1242"/>
            <p:cNvSpPr/>
            <p:nvPr/>
          </p:nvSpPr>
          <p:spPr>
            <a:xfrm>
              <a:off x="5183056" y="353724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9D5B5">
                <a:alpha val="100000"/>
              </a:srgbClr>
            </a:solidFill>
            <a:ln w="5420" cap="flat">
              <a:solidFill>
                <a:srgbClr val="79D5B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43" name="pg1243"/>
            <p:cNvSpPr/>
            <p:nvPr/>
          </p:nvSpPr>
          <p:spPr>
            <a:xfrm>
              <a:off x="5194693" y="353724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9D5B6">
                <a:alpha val="100000"/>
              </a:srgbClr>
            </a:solidFill>
            <a:ln w="5420" cap="flat">
              <a:solidFill>
                <a:srgbClr val="79D5B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44" name="pg1244"/>
            <p:cNvSpPr/>
            <p:nvPr/>
          </p:nvSpPr>
          <p:spPr>
            <a:xfrm>
              <a:off x="5206331" y="353724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9D5B6">
                <a:alpha val="100000"/>
              </a:srgbClr>
            </a:solidFill>
            <a:ln w="5420" cap="flat">
              <a:solidFill>
                <a:srgbClr val="79D5B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45" name="pg1245"/>
            <p:cNvSpPr/>
            <p:nvPr/>
          </p:nvSpPr>
          <p:spPr>
            <a:xfrm>
              <a:off x="5217968" y="353724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7D4B5">
                <a:alpha val="100000"/>
              </a:srgbClr>
            </a:solidFill>
            <a:ln w="5420" cap="flat">
              <a:solidFill>
                <a:srgbClr val="77D4B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46" name="pg1246"/>
            <p:cNvSpPr/>
            <p:nvPr/>
          </p:nvSpPr>
          <p:spPr>
            <a:xfrm>
              <a:off x="5229605" y="353724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6D4B4">
                <a:alpha val="100000"/>
              </a:srgbClr>
            </a:solidFill>
            <a:ln w="5420" cap="flat">
              <a:solidFill>
                <a:srgbClr val="76D4B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47" name="pg1247"/>
            <p:cNvSpPr/>
            <p:nvPr/>
          </p:nvSpPr>
          <p:spPr>
            <a:xfrm>
              <a:off x="5241243" y="353724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6D4B4">
                <a:alpha val="100000"/>
              </a:srgbClr>
            </a:solidFill>
            <a:ln w="5420" cap="flat">
              <a:solidFill>
                <a:srgbClr val="76D4B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48" name="pg1248"/>
            <p:cNvSpPr/>
            <p:nvPr/>
          </p:nvSpPr>
          <p:spPr>
            <a:xfrm>
              <a:off x="5252880" y="353724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6D4B4">
                <a:alpha val="100000"/>
              </a:srgbClr>
            </a:solidFill>
            <a:ln w="5420" cap="flat">
              <a:solidFill>
                <a:srgbClr val="76D4B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49" name="pg1249"/>
            <p:cNvSpPr/>
            <p:nvPr/>
          </p:nvSpPr>
          <p:spPr>
            <a:xfrm>
              <a:off x="5264517" y="353724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5D4B4">
                <a:alpha val="100000"/>
              </a:srgbClr>
            </a:solidFill>
            <a:ln w="5420" cap="flat">
              <a:solidFill>
                <a:srgbClr val="75D4B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50" name="pg1250"/>
            <p:cNvSpPr/>
            <p:nvPr/>
          </p:nvSpPr>
          <p:spPr>
            <a:xfrm>
              <a:off x="5276155" y="353724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4D4B4">
                <a:alpha val="100000"/>
              </a:srgbClr>
            </a:solidFill>
            <a:ln w="5420" cap="flat">
              <a:solidFill>
                <a:srgbClr val="74D4B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51" name="pg1251"/>
            <p:cNvSpPr/>
            <p:nvPr/>
          </p:nvSpPr>
          <p:spPr>
            <a:xfrm>
              <a:off x="5287792" y="353724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2D3B3">
                <a:alpha val="100000"/>
              </a:srgbClr>
            </a:solidFill>
            <a:ln w="5420" cap="flat">
              <a:solidFill>
                <a:srgbClr val="72D3B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52" name="pg1252"/>
            <p:cNvSpPr/>
            <p:nvPr/>
          </p:nvSpPr>
          <p:spPr>
            <a:xfrm>
              <a:off x="5299429" y="353724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FD2B2">
                <a:alpha val="100000"/>
              </a:srgbClr>
            </a:solidFill>
            <a:ln w="5420" cap="flat">
              <a:solidFill>
                <a:srgbClr val="6FD2B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53" name="pg1253"/>
            <p:cNvSpPr/>
            <p:nvPr/>
          </p:nvSpPr>
          <p:spPr>
            <a:xfrm>
              <a:off x="5311067" y="353724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BD1B0">
                <a:alpha val="100000"/>
              </a:srgbClr>
            </a:solidFill>
            <a:ln w="5420" cap="flat">
              <a:solidFill>
                <a:srgbClr val="6BD1B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54" name="pg1254"/>
            <p:cNvSpPr/>
            <p:nvPr/>
          </p:nvSpPr>
          <p:spPr>
            <a:xfrm>
              <a:off x="5322704" y="353724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7D0AE">
                <a:alpha val="100000"/>
              </a:srgbClr>
            </a:solidFill>
            <a:ln w="5420" cap="flat">
              <a:solidFill>
                <a:srgbClr val="67D0A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55" name="pg1255"/>
            <p:cNvSpPr/>
            <p:nvPr/>
          </p:nvSpPr>
          <p:spPr>
            <a:xfrm>
              <a:off x="5334341" y="353724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FCDAC">
                <a:alpha val="100000"/>
              </a:srgbClr>
            </a:solidFill>
            <a:ln w="5420" cap="flat">
              <a:solidFill>
                <a:srgbClr val="5FCD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56" name="pg1256"/>
            <p:cNvSpPr/>
            <p:nvPr/>
          </p:nvSpPr>
          <p:spPr>
            <a:xfrm>
              <a:off x="5066683" y="355154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AD5B6">
                <a:alpha val="100000"/>
              </a:srgbClr>
            </a:solidFill>
            <a:ln w="5420" cap="flat">
              <a:solidFill>
                <a:srgbClr val="7AD5B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57" name="pg1257"/>
            <p:cNvSpPr/>
            <p:nvPr/>
          </p:nvSpPr>
          <p:spPr>
            <a:xfrm>
              <a:off x="5078320" y="355154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AD5B6">
                <a:alpha val="100000"/>
              </a:srgbClr>
            </a:solidFill>
            <a:ln w="5420" cap="flat">
              <a:solidFill>
                <a:srgbClr val="7AD5B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58" name="pg1258"/>
            <p:cNvSpPr/>
            <p:nvPr/>
          </p:nvSpPr>
          <p:spPr>
            <a:xfrm>
              <a:off x="5089957" y="355154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9D5B6">
                <a:alpha val="100000"/>
              </a:srgbClr>
            </a:solidFill>
            <a:ln w="5420" cap="flat">
              <a:solidFill>
                <a:srgbClr val="79D5B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59" name="pg1259"/>
            <p:cNvSpPr/>
            <p:nvPr/>
          </p:nvSpPr>
          <p:spPr>
            <a:xfrm>
              <a:off x="5101595" y="355154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8D5B5">
                <a:alpha val="100000"/>
              </a:srgbClr>
            </a:solidFill>
            <a:ln w="5420" cap="flat">
              <a:solidFill>
                <a:srgbClr val="78D5B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60" name="pg1260"/>
            <p:cNvSpPr/>
            <p:nvPr/>
          </p:nvSpPr>
          <p:spPr>
            <a:xfrm>
              <a:off x="5113232" y="355154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7D4B5">
                <a:alpha val="100000"/>
              </a:srgbClr>
            </a:solidFill>
            <a:ln w="5420" cap="flat">
              <a:solidFill>
                <a:srgbClr val="77D4B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61" name="pg1261"/>
            <p:cNvSpPr/>
            <p:nvPr/>
          </p:nvSpPr>
          <p:spPr>
            <a:xfrm>
              <a:off x="5124869" y="355154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7D4B5">
                <a:alpha val="100000"/>
              </a:srgbClr>
            </a:solidFill>
            <a:ln w="5420" cap="flat">
              <a:solidFill>
                <a:srgbClr val="77D4B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62" name="pg1262"/>
            <p:cNvSpPr/>
            <p:nvPr/>
          </p:nvSpPr>
          <p:spPr>
            <a:xfrm>
              <a:off x="5136507" y="355154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6D4B4">
                <a:alpha val="100000"/>
              </a:srgbClr>
            </a:solidFill>
            <a:ln w="5420" cap="flat">
              <a:solidFill>
                <a:srgbClr val="76D4B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63" name="pg1263"/>
            <p:cNvSpPr/>
            <p:nvPr/>
          </p:nvSpPr>
          <p:spPr>
            <a:xfrm>
              <a:off x="5148144" y="355154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7D4B4">
                <a:alpha val="100000"/>
              </a:srgbClr>
            </a:solidFill>
            <a:ln w="5420" cap="flat">
              <a:solidFill>
                <a:srgbClr val="77D4B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64" name="pg1264"/>
            <p:cNvSpPr/>
            <p:nvPr/>
          </p:nvSpPr>
          <p:spPr>
            <a:xfrm>
              <a:off x="5159781" y="355154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7D4B5">
                <a:alpha val="100000"/>
              </a:srgbClr>
            </a:solidFill>
            <a:ln w="5420" cap="flat">
              <a:solidFill>
                <a:srgbClr val="77D4B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65" name="pg1265"/>
            <p:cNvSpPr/>
            <p:nvPr/>
          </p:nvSpPr>
          <p:spPr>
            <a:xfrm>
              <a:off x="5171419" y="355154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7D4B5">
                <a:alpha val="100000"/>
              </a:srgbClr>
            </a:solidFill>
            <a:ln w="5420" cap="flat">
              <a:solidFill>
                <a:srgbClr val="77D4B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66" name="pg1266"/>
            <p:cNvSpPr/>
            <p:nvPr/>
          </p:nvSpPr>
          <p:spPr>
            <a:xfrm>
              <a:off x="5183056" y="355154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8D5B5">
                <a:alpha val="100000"/>
              </a:srgbClr>
            </a:solidFill>
            <a:ln w="5420" cap="flat">
              <a:solidFill>
                <a:srgbClr val="78D5B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67" name="pg1267"/>
            <p:cNvSpPr/>
            <p:nvPr/>
          </p:nvSpPr>
          <p:spPr>
            <a:xfrm>
              <a:off x="5194693" y="355154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8D5B5">
                <a:alpha val="100000"/>
              </a:srgbClr>
            </a:solidFill>
            <a:ln w="5420" cap="flat">
              <a:solidFill>
                <a:srgbClr val="78D5B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68" name="pg1268"/>
            <p:cNvSpPr/>
            <p:nvPr/>
          </p:nvSpPr>
          <p:spPr>
            <a:xfrm>
              <a:off x="5206331" y="355154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8D5B5">
                <a:alpha val="100000"/>
              </a:srgbClr>
            </a:solidFill>
            <a:ln w="5420" cap="flat">
              <a:solidFill>
                <a:srgbClr val="78D5B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69" name="pg1269"/>
            <p:cNvSpPr/>
            <p:nvPr/>
          </p:nvSpPr>
          <p:spPr>
            <a:xfrm>
              <a:off x="5217968" y="355154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7D4B5">
                <a:alpha val="100000"/>
              </a:srgbClr>
            </a:solidFill>
            <a:ln w="5420" cap="flat">
              <a:solidFill>
                <a:srgbClr val="77D4B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70" name="pg1270"/>
            <p:cNvSpPr/>
            <p:nvPr/>
          </p:nvSpPr>
          <p:spPr>
            <a:xfrm>
              <a:off x="5229605" y="355154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7D4B5">
                <a:alpha val="100000"/>
              </a:srgbClr>
            </a:solidFill>
            <a:ln w="5420" cap="flat">
              <a:solidFill>
                <a:srgbClr val="77D4B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71" name="pg1271"/>
            <p:cNvSpPr/>
            <p:nvPr/>
          </p:nvSpPr>
          <p:spPr>
            <a:xfrm>
              <a:off x="5241243" y="355154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8D4B5">
                <a:alpha val="100000"/>
              </a:srgbClr>
            </a:solidFill>
            <a:ln w="5420" cap="flat">
              <a:solidFill>
                <a:srgbClr val="78D4B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72" name="pg1272"/>
            <p:cNvSpPr/>
            <p:nvPr/>
          </p:nvSpPr>
          <p:spPr>
            <a:xfrm>
              <a:off x="5252880" y="355154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8D5B5">
                <a:alpha val="100000"/>
              </a:srgbClr>
            </a:solidFill>
            <a:ln w="5420" cap="flat">
              <a:solidFill>
                <a:srgbClr val="78D5B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73" name="pg1273"/>
            <p:cNvSpPr/>
            <p:nvPr/>
          </p:nvSpPr>
          <p:spPr>
            <a:xfrm>
              <a:off x="5264517" y="355154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8D5B5">
                <a:alpha val="100000"/>
              </a:srgbClr>
            </a:solidFill>
            <a:ln w="5420" cap="flat">
              <a:solidFill>
                <a:srgbClr val="78D5B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74" name="pg1274"/>
            <p:cNvSpPr/>
            <p:nvPr/>
          </p:nvSpPr>
          <p:spPr>
            <a:xfrm>
              <a:off x="5276155" y="355154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7D4B5">
                <a:alpha val="100000"/>
              </a:srgbClr>
            </a:solidFill>
            <a:ln w="5420" cap="flat">
              <a:solidFill>
                <a:srgbClr val="77D4B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75" name="pg1275"/>
            <p:cNvSpPr/>
            <p:nvPr/>
          </p:nvSpPr>
          <p:spPr>
            <a:xfrm>
              <a:off x="5287792" y="355154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5D4B4">
                <a:alpha val="100000"/>
              </a:srgbClr>
            </a:solidFill>
            <a:ln w="5420" cap="flat">
              <a:solidFill>
                <a:srgbClr val="75D4B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76" name="pg1276"/>
            <p:cNvSpPr/>
            <p:nvPr/>
          </p:nvSpPr>
          <p:spPr>
            <a:xfrm>
              <a:off x="5299429" y="355154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2D3B3">
                <a:alpha val="100000"/>
              </a:srgbClr>
            </a:solidFill>
            <a:ln w="5420" cap="flat">
              <a:solidFill>
                <a:srgbClr val="72D3B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77" name="pg1277"/>
            <p:cNvSpPr/>
            <p:nvPr/>
          </p:nvSpPr>
          <p:spPr>
            <a:xfrm>
              <a:off x="5311067" y="355154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ED2B1">
                <a:alpha val="100000"/>
              </a:srgbClr>
            </a:solidFill>
            <a:ln w="5420" cap="flat">
              <a:solidFill>
                <a:srgbClr val="6ED2B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78" name="pg1278"/>
            <p:cNvSpPr/>
            <p:nvPr/>
          </p:nvSpPr>
          <p:spPr>
            <a:xfrm>
              <a:off x="5322704" y="355154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AD1AF">
                <a:alpha val="100000"/>
              </a:srgbClr>
            </a:solidFill>
            <a:ln w="5420" cap="flat">
              <a:solidFill>
                <a:srgbClr val="6AD1A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79" name="pg1279"/>
            <p:cNvSpPr/>
            <p:nvPr/>
          </p:nvSpPr>
          <p:spPr>
            <a:xfrm>
              <a:off x="5031771" y="356584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FD7B8">
                <a:alpha val="100000"/>
              </a:srgbClr>
            </a:solidFill>
            <a:ln w="5420" cap="flat">
              <a:solidFill>
                <a:srgbClr val="7FD7B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80" name="pg1280"/>
            <p:cNvSpPr/>
            <p:nvPr/>
          </p:nvSpPr>
          <p:spPr>
            <a:xfrm>
              <a:off x="5043408" y="356584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80D7B8">
                <a:alpha val="100000"/>
              </a:srgbClr>
            </a:solidFill>
            <a:ln w="5420" cap="flat">
              <a:solidFill>
                <a:srgbClr val="80D7B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81" name="pg1281"/>
            <p:cNvSpPr/>
            <p:nvPr/>
          </p:nvSpPr>
          <p:spPr>
            <a:xfrm>
              <a:off x="5066683" y="356584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FD7B8">
                <a:alpha val="100000"/>
              </a:srgbClr>
            </a:solidFill>
            <a:ln w="5420" cap="flat">
              <a:solidFill>
                <a:srgbClr val="7FD7B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82" name="pg1282"/>
            <p:cNvSpPr/>
            <p:nvPr/>
          </p:nvSpPr>
          <p:spPr>
            <a:xfrm>
              <a:off x="5078320" y="356584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ED6B8">
                <a:alpha val="100000"/>
              </a:srgbClr>
            </a:solidFill>
            <a:ln w="5420" cap="flat">
              <a:solidFill>
                <a:srgbClr val="7ED6B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83" name="pg1283"/>
            <p:cNvSpPr/>
            <p:nvPr/>
          </p:nvSpPr>
          <p:spPr>
            <a:xfrm>
              <a:off x="5089957" y="356584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DD6B7">
                <a:alpha val="100000"/>
              </a:srgbClr>
            </a:solidFill>
            <a:ln w="5420" cap="flat">
              <a:solidFill>
                <a:srgbClr val="7DD6B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84" name="pg1284"/>
            <p:cNvSpPr/>
            <p:nvPr/>
          </p:nvSpPr>
          <p:spPr>
            <a:xfrm>
              <a:off x="5101595" y="356584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BD6B6">
                <a:alpha val="100000"/>
              </a:srgbClr>
            </a:solidFill>
            <a:ln w="5420" cap="flat">
              <a:solidFill>
                <a:srgbClr val="7BD6B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85" name="pg1285"/>
            <p:cNvSpPr/>
            <p:nvPr/>
          </p:nvSpPr>
          <p:spPr>
            <a:xfrm>
              <a:off x="5113232" y="356584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AD5B6">
                <a:alpha val="100000"/>
              </a:srgbClr>
            </a:solidFill>
            <a:ln w="5420" cap="flat">
              <a:solidFill>
                <a:srgbClr val="7AD5B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86" name="pg1286"/>
            <p:cNvSpPr/>
            <p:nvPr/>
          </p:nvSpPr>
          <p:spPr>
            <a:xfrm>
              <a:off x="5124869" y="356584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9D5B5">
                <a:alpha val="100000"/>
              </a:srgbClr>
            </a:solidFill>
            <a:ln w="5420" cap="flat">
              <a:solidFill>
                <a:srgbClr val="79D5B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87" name="pg1287"/>
            <p:cNvSpPr/>
            <p:nvPr/>
          </p:nvSpPr>
          <p:spPr>
            <a:xfrm>
              <a:off x="5136507" y="356584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8D5B5">
                <a:alpha val="100000"/>
              </a:srgbClr>
            </a:solidFill>
            <a:ln w="5420" cap="flat">
              <a:solidFill>
                <a:srgbClr val="78D5B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88" name="pg1288"/>
            <p:cNvSpPr/>
            <p:nvPr/>
          </p:nvSpPr>
          <p:spPr>
            <a:xfrm>
              <a:off x="5148144" y="356584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8D4B5">
                <a:alpha val="100000"/>
              </a:srgbClr>
            </a:solidFill>
            <a:ln w="5420" cap="flat">
              <a:solidFill>
                <a:srgbClr val="78D4B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89" name="pg1289"/>
            <p:cNvSpPr/>
            <p:nvPr/>
          </p:nvSpPr>
          <p:spPr>
            <a:xfrm>
              <a:off x="5183056" y="356584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7D4B5">
                <a:alpha val="100000"/>
              </a:srgbClr>
            </a:solidFill>
            <a:ln w="5420" cap="flat">
              <a:solidFill>
                <a:srgbClr val="77D4B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90" name="pg1290"/>
            <p:cNvSpPr/>
            <p:nvPr/>
          </p:nvSpPr>
          <p:spPr>
            <a:xfrm>
              <a:off x="5194693" y="356584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7D4B5">
                <a:alpha val="100000"/>
              </a:srgbClr>
            </a:solidFill>
            <a:ln w="5420" cap="flat">
              <a:solidFill>
                <a:srgbClr val="77D4B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91" name="pg1291"/>
            <p:cNvSpPr/>
            <p:nvPr/>
          </p:nvSpPr>
          <p:spPr>
            <a:xfrm>
              <a:off x="5206331" y="356584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7D4B5">
                <a:alpha val="100000"/>
              </a:srgbClr>
            </a:solidFill>
            <a:ln w="5420" cap="flat">
              <a:solidFill>
                <a:srgbClr val="77D4B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92" name="pg1292"/>
            <p:cNvSpPr/>
            <p:nvPr/>
          </p:nvSpPr>
          <p:spPr>
            <a:xfrm>
              <a:off x="5217968" y="356584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7D4B5">
                <a:alpha val="100000"/>
              </a:srgbClr>
            </a:solidFill>
            <a:ln w="5420" cap="flat">
              <a:solidFill>
                <a:srgbClr val="77D4B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93" name="pg1293"/>
            <p:cNvSpPr/>
            <p:nvPr/>
          </p:nvSpPr>
          <p:spPr>
            <a:xfrm>
              <a:off x="5229605" y="356584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7D4B5">
                <a:alpha val="100000"/>
              </a:srgbClr>
            </a:solidFill>
            <a:ln w="5420" cap="flat">
              <a:solidFill>
                <a:srgbClr val="77D4B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94" name="pg1294"/>
            <p:cNvSpPr/>
            <p:nvPr/>
          </p:nvSpPr>
          <p:spPr>
            <a:xfrm>
              <a:off x="5241243" y="356584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9D5B5">
                <a:alpha val="100000"/>
              </a:srgbClr>
            </a:solidFill>
            <a:ln w="5420" cap="flat">
              <a:solidFill>
                <a:srgbClr val="79D5B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95" name="pg1295"/>
            <p:cNvSpPr/>
            <p:nvPr/>
          </p:nvSpPr>
          <p:spPr>
            <a:xfrm>
              <a:off x="5252880" y="356584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AD5B6">
                <a:alpha val="100000"/>
              </a:srgbClr>
            </a:solidFill>
            <a:ln w="5420" cap="flat">
              <a:solidFill>
                <a:srgbClr val="7AD5B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96" name="pg1296"/>
            <p:cNvSpPr/>
            <p:nvPr/>
          </p:nvSpPr>
          <p:spPr>
            <a:xfrm>
              <a:off x="5264517" y="356584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AD5B6">
                <a:alpha val="100000"/>
              </a:srgbClr>
            </a:solidFill>
            <a:ln w="5420" cap="flat">
              <a:solidFill>
                <a:srgbClr val="7AD5B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97" name="pg1297"/>
            <p:cNvSpPr/>
            <p:nvPr/>
          </p:nvSpPr>
          <p:spPr>
            <a:xfrm>
              <a:off x="5276155" y="356584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9D5B5">
                <a:alpha val="100000"/>
              </a:srgbClr>
            </a:solidFill>
            <a:ln w="5420" cap="flat">
              <a:solidFill>
                <a:srgbClr val="79D5B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98" name="pg1298"/>
            <p:cNvSpPr/>
            <p:nvPr/>
          </p:nvSpPr>
          <p:spPr>
            <a:xfrm>
              <a:off x="5287792" y="356584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6D4B4">
                <a:alpha val="100000"/>
              </a:srgbClr>
            </a:solidFill>
            <a:ln w="5420" cap="flat">
              <a:solidFill>
                <a:srgbClr val="76D4B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99" name="pg1299"/>
            <p:cNvSpPr/>
            <p:nvPr/>
          </p:nvSpPr>
          <p:spPr>
            <a:xfrm>
              <a:off x="5299429" y="356584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3D3B3">
                <a:alpha val="100000"/>
              </a:srgbClr>
            </a:solidFill>
            <a:ln w="5420" cap="flat">
              <a:solidFill>
                <a:srgbClr val="73D3B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00" name="pg1300"/>
            <p:cNvSpPr/>
            <p:nvPr/>
          </p:nvSpPr>
          <p:spPr>
            <a:xfrm>
              <a:off x="5311067" y="356584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FD2B2">
                <a:alpha val="100000"/>
              </a:srgbClr>
            </a:solidFill>
            <a:ln w="5420" cap="flat">
              <a:solidFill>
                <a:srgbClr val="6FD2B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01" name="pg1301"/>
            <p:cNvSpPr/>
            <p:nvPr/>
          </p:nvSpPr>
          <p:spPr>
            <a:xfrm>
              <a:off x="5020133" y="358014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83D8BA">
                <a:alpha val="100000"/>
              </a:srgbClr>
            </a:solidFill>
            <a:ln w="5420" cap="flat">
              <a:solidFill>
                <a:srgbClr val="83D8B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02" name="pg1302"/>
            <p:cNvSpPr/>
            <p:nvPr/>
          </p:nvSpPr>
          <p:spPr>
            <a:xfrm>
              <a:off x="5031771" y="358014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84D8BA">
                <a:alpha val="100000"/>
              </a:srgbClr>
            </a:solidFill>
            <a:ln w="5420" cap="flat">
              <a:solidFill>
                <a:srgbClr val="84D8B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03" name="pg1303"/>
            <p:cNvSpPr/>
            <p:nvPr/>
          </p:nvSpPr>
          <p:spPr>
            <a:xfrm>
              <a:off x="5043408" y="358014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85D8BA">
                <a:alpha val="100000"/>
              </a:srgbClr>
            </a:solidFill>
            <a:ln w="5420" cap="flat">
              <a:solidFill>
                <a:srgbClr val="85D8B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04" name="pg1304"/>
            <p:cNvSpPr/>
            <p:nvPr/>
          </p:nvSpPr>
          <p:spPr>
            <a:xfrm>
              <a:off x="5055045" y="358014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85D8BA">
                <a:alpha val="100000"/>
              </a:srgbClr>
            </a:solidFill>
            <a:ln w="5420" cap="flat">
              <a:solidFill>
                <a:srgbClr val="85D8B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05" name="pg1305"/>
            <p:cNvSpPr/>
            <p:nvPr/>
          </p:nvSpPr>
          <p:spPr>
            <a:xfrm>
              <a:off x="5066683" y="358014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84D8BA">
                <a:alpha val="100000"/>
              </a:srgbClr>
            </a:solidFill>
            <a:ln w="5420" cap="flat">
              <a:solidFill>
                <a:srgbClr val="84D8B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06" name="pg1306"/>
            <p:cNvSpPr/>
            <p:nvPr/>
          </p:nvSpPr>
          <p:spPr>
            <a:xfrm>
              <a:off x="5078320" y="358014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83D8BA">
                <a:alpha val="100000"/>
              </a:srgbClr>
            </a:solidFill>
            <a:ln w="5420" cap="flat">
              <a:solidFill>
                <a:srgbClr val="83D8B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07" name="pg1307"/>
            <p:cNvSpPr/>
            <p:nvPr/>
          </p:nvSpPr>
          <p:spPr>
            <a:xfrm>
              <a:off x="5089957" y="358014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82D8B9">
                <a:alpha val="100000"/>
              </a:srgbClr>
            </a:solidFill>
            <a:ln w="5420" cap="flat">
              <a:solidFill>
                <a:srgbClr val="82D8B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08" name="pg1308"/>
            <p:cNvSpPr/>
            <p:nvPr/>
          </p:nvSpPr>
          <p:spPr>
            <a:xfrm>
              <a:off x="5101595" y="358014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FD7B8">
                <a:alpha val="100000"/>
              </a:srgbClr>
            </a:solidFill>
            <a:ln w="5420" cap="flat">
              <a:solidFill>
                <a:srgbClr val="7FD7B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09" name="pg1309"/>
            <p:cNvSpPr/>
            <p:nvPr/>
          </p:nvSpPr>
          <p:spPr>
            <a:xfrm>
              <a:off x="5113232" y="358014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ED6B7">
                <a:alpha val="100000"/>
              </a:srgbClr>
            </a:solidFill>
            <a:ln w="5420" cap="flat">
              <a:solidFill>
                <a:srgbClr val="7ED6B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10" name="pg1310"/>
            <p:cNvSpPr/>
            <p:nvPr/>
          </p:nvSpPr>
          <p:spPr>
            <a:xfrm>
              <a:off x="5124869" y="358014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CD6B7">
                <a:alpha val="100000"/>
              </a:srgbClr>
            </a:solidFill>
            <a:ln w="5420" cap="flat">
              <a:solidFill>
                <a:srgbClr val="7CD6B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11" name="pg1311"/>
            <p:cNvSpPr/>
            <p:nvPr/>
          </p:nvSpPr>
          <p:spPr>
            <a:xfrm>
              <a:off x="5136507" y="358014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BD5B6">
                <a:alpha val="100000"/>
              </a:srgbClr>
            </a:solidFill>
            <a:ln w="5420" cap="flat">
              <a:solidFill>
                <a:srgbClr val="7BD5B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12" name="pg1312"/>
            <p:cNvSpPr/>
            <p:nvPr/>
          </p:nvSpPr>
          <p:spPr>
            <a:xfrm>
              <a:off x="5148144" y="358014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9D5B6">
                <a:alpha val="100000"/>
              </a:srgbClr>
            </a:solidFill>
            <a:ln w="5420" cap="flat">
              <a:solidFill>
                <a:srgbClr val="79D5B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13" name="pg1313"/>
            <p:cNvSpPr/>
            <p:nvPr/>
          </p:nvSpPr>
          <p:spPr>
            <a:xfrm>
              <a:off x="5194693" y="358014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6D4B4">
                <a:alpha val="100000"/>
              </a:srgbClr>
            </a:solidFill>
            <a:ln w="5420" cap="flat">
              <a:solidFill>
                <a:srgbClr val="76D4B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14" name="pg1314"/>
            <p:cNvSpPr/>
            <p:nvPr/>
          </p:nvSpPr>
          <p:spPr>
            <a:xfrm>
              <a:off x="5206331" y="358014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6D4B4">
                <a:alpha val="100000"/>
              </a:srgbClr>
            </a:solidFill>
            <a:ln w="5420" cap="flat">
              <a:solidFill>
                <a:srgbClr val="76D4B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15" name="pg1315"/>
            <p:cNvSpPr/>
            <p:nvPr/>
          </p:nvSpPr>
          <p:spPr>
            <a:xfrm>
              <a:off x="5217968" y="358014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6D4B4">
                <a:alpha val="100000"/>
              </a:srgbClr>
            </a:solidFill>
            <a:ln w="5420" cap="flat">
              <a:solidFill>
                <a:srgbClr val="76D4B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16" name="pg1316"/>
            <p:cNvSpPr/>
            <p:nvPr/>
          </p:nvSpPr>
          <p:spPr>
            <a:xfrm>
              <a:off x="5229605" y="358014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7D4B5">
                <a:alpha val="100000"/>
              </a:srgbClr>
            </a:solidFill>
            <a:ln w="5420" cap="flat">
              <a:solidFill>
                <a:srgbClr val="77D4B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17" name="pg1317"/>
            <p:cNvSpPr/>
            <p:nvPr/>
          </p:nvSpPr>
          <p:spPr>
            <a:xfrm>
              <a:off x="5241243" y="358014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8D5B5">
                <a:alpha val="100000"/>
              </a:srgbClr>
            </a:solidFill>
            <a:ln w="5420" cap="flat">
              <a:solidFill>
                <a:srgbClr val="78D5B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18" name="pg1318"/>
            <p:cNvSpPr/>
            <p:nvPr/>
          </p:nvSpPr>
          <p:spPr>
            <a:xfrm>
              <a:off x="5252880" y="358014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9D5B6">
                <a:alpha val="100000"/>
              </a:srgbClr>
            </a:solidFill>
            <a:ln w="5420" cap="flat">
              <a:solidFill>
                <a:srgbClr val="79D5B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19" name="pg1319"/>
            <p:cNvSpPr/>
            <p:nvPr/>
          </p:nvSpPr>
          <p:spPr>
            <a:xfrm>
              <a:off x="5264517" y="358014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9D5B6">
                <a:alpha val="100000"/>
              </a:srgbClr>
            </a:solidFill>
            <a:ln w="5420" cap="flat">
              <a:solidFill>
                <a:srgbClr val="79D5B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20" name="pg1320"/>
            <p:cNvSpPr/>
            <p:nvPr/>
          </p:nvSpPr>
          <p:spPr>
            <a:xfrm>
              <a:off x="5276155" y="358014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8D5B5">
                <a:alpha val="100000"/>
              </a:srgbClr>
            </a:solidFill>
            <a:ln w="5420" cap="flat">
              <a:solidFill>
                <a:srgbClr val="78D5B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21" name="pg1321"/>
            <p:cNvSpPr/>
            <p:nvPr/>
          </p:nvSpPr>
          <p:spPr>
            <a:xfrm>
              <a:off x="5287792" y="358014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6D4B4">
                <a:alpha val="100000"/>
              </a:srgbClr>
            </a:solidFill>
            <a:ln w="5420" cap="flat">
              <a:solidFill>
                <a:srgbClr val="76D4B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22" name="pg1322"/>
            <p:cNvSpPr/>
            <p:nvPr/>
          </p:nvSpPr>
          <p:spPr>
            <a:xfrm>
              <a:off x="5299429" y="358014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3D3B3">
                <a:alpha val="100000"/>
              </a:srgbClr>
            </a:solidFill>
            <a:ln w="5420" cap="flat">
              <a:solidFill>
                <a:srgbClr val="73D3B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23" name="pg1323"/>
            <p:cNvSpPr/>
            <p:nvPr/>
          </p:nvSpPr>
          <p:spPr>
            <a:xfrm>
              <a:off x="5008496" y="359444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88D9BC">
                <a:alpha val="100000"/>
              </a:srgbClr>
            </a:solidFill>
            <a:ln w="5420" cap="flat">
              <a:solidFill>
                <a:srgbClr val="88D9B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24" name="pg1324"/>
            <p:cNvSpPr/>
            <p:nvPr/>
          </p:nvSpPr>
          <p:spPr>
            <a:xfrm>
              <a:off x="5020133" y="359444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89DABC">
                <a:alpha val="100000"/>
              </a:srgbClr>
            </a:solidFill>
            <a:ln w="5420" cap="flat">
              <a:solidFill>
                <a:srgbClr val="89DAB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25" name="pg1325"/>
            <p:cNvSpPr/>
            <p:nvPr/>
          </p:nvSpPr>
          <p:spPr>
            <a:xfrm>
              <a:off x="5031771" y="359444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8ADABD">
                <a:alpha val="100000"/>
              </a:srgbClr>
            </a:solidFill>
            <a:ln w="5420" cap="flat">
              <a:solidFill>
                <a:srgbClr val="8ADAB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26" name="pg1326"/>
            <p:cNvSpPr/>
            <p:nvPr/>
          </p:nvSpPr>
          <p:spPr>
            <a:xfrm>
              <a:off x="5043408" y="359444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8ADABD">
                <a:alpha val="100000"/>
              </a:srgbClr>
            </a:solidFill>
            <a:ln w="5420" cap="flat">
              <a:solidFill>
                <a:srgbClr val="8ADAB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27" name="pg1327"/>
            <p:cNvSpPr/>
            <p:nvPr/>
          </p:nvSpPr>
          <p:spPr>
            <a:xfrm>
              <a:off x="5055045" y="359444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8ADABD">
                <a:alpha val="100000"/>
              </a:srgbClr>
            </a:solidFill>
            <a:ln w="5420" cap="flat">
              <a:solidFill>
                <a:srgbClr val="8ADAB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28" name="pg1328"/>
            <p:cNvSpPr/>
            <p:nvPr/>
          </p:nvSpPr>
          <p:spPr>
            <a:xfrm>
              <a:off x="5066683" y="359444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8ADABC">
                <a:alpha val="100000"/>
              </a:srgbClr>
            </a:solidFill>
            <a:ln w="5420" cap="flat">
              <a:solidFill>
                <a:srgbClr val="8ADAB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29" name="pg1329"/>
            <p:cNvSpPr/>
            <p:nvPr/>
          </p:nvSpPr>
          <p:spPr>
            <a:xfrm>
              <a:off x="5078320" y="359444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89DABC">
                <a:alpha val="100000"/>
              </a:srgbClr>
            </a:solidFill>
            <a:ln w="5420" cap="flat">
              <a:solidFill>
                <a:srgbClr val="89DAB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30" name="pg1330"/>
            <p:cNvSpPr/>
            <p:nvPr/>
          </p:nvSpPr>
          <p:spPr>
            <a:xfrm>
              <a:off x="5089957" y="359444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87D9BB">
                <a:alpha val="100000"/>
              </a:srgbClr>
            </a:solidFill>
            <a:ln w="5420" cap="flat">
              <a:solidFill>
                <a:srgbClr val="87D9B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31" name="pg1331"/>
            <p:cNvSpPr/>
            <p:nvPr/>
          </p:nvSpPr>
          <p:spPr>
            <a:xfrm>
              <a:off x="5101595" y="359444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84D8BA">
                <a:alpha val="100000"/>
              </a:srgbClr>
            </a:solidFill>
            <a:ln w="5420" cap="flat">
              <a:solidFill>
                <a:srgbClr val="84D8B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32" name="pg1332"/>
            <p:cNvSpPr/>
            <p:nvPr/>
          </p:nvSpPr>
          <p:spPr>
            <a:xfrm>
              <a:off x="5113232" y="359444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82D7B9">
                <a:alpha val="100000"/>
              </a:srgbClr>
            </a:solidFill>
            <a:ln w="5420" cap="flat">
              <a:solidFill>
                <a:srgbClr val="82D7B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33" name="pg1333"/>
            <p:cNvSpPr/>
            <p:nvPr/>
          </p:nvSpPr>
          <p:spPr>
            <a:xfrm>
              <a:off x="5124869" y="359444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80D7B8">
                <a:alpha val="100000"/>
              </a:srgbClr>
            </a:solidFill>
            <a:ln w="5420" cap="flat">
              <a:solidFill>
                <a:srgbClr val="80D7B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34" name="pg1334"/>
            <p:cNvSpPr/>
            <p:nvPr/>
          </p:nvSpPr>
          <p:spPr>
            <a:xfrm>
              <a:off x="5136507" y="359444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ED6B7">
                <a:alpha val="100000"/>
              </a:srgbClr>
            </a:solidFill>
            <a:ln w="5420" cap="flat">
              <a:solidFill>
                <a:srgbClr val="7ED6B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35" name="pg1335"/>
            <p:cNvSpPr/>
            <p:nvPr/>
          </p:nvSpPr>
          <p:spPr>
            <a:xfrm>
              <a:off x="5148144" y="359444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CD6B7">
                <a:alpha val="100000"/>
              </a:srgbClr>
            </a:solidFill>
            <a:ln w="5420" cap="flat">
              <a:solidFill>
                <a:srgbClr val="7CD6B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36" name="pg1336"/>
            <p:cNvSpPr/>
            <p:nvPr/>
          </p:nvSpPr>
          <p:spPr>
            <a:xfrm>
              <a:off x="5194693" y="359444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6D4B4">
                <a:alpha val="100000"/>
              </a:srgbClr>
            </a:solidFill>
            <a:ln w="5420" cap="flat">
              <a:solidFill>
                <a:srgbClr val="76D4B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37" name="pg1337"/>
            <p:cNvSpPr/>
            <p:nvPr/>
          </p:nvSpPr>
          <p:spPr>
            <a:xfrm>
              <a:off x="5206331" y="359444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6D4B4">
                <a:alpha val="100000"/>
              </a:srgbClr>
            </a:solidFill>
            <a:ln w="5420" cap="flat">
              <a:solidFill>
                <a:srgbClr val="76D4B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38" name="pg1338"/>
            <p:cNvSpPr/>
            <p:nvPr/>
          </p:nvSpPr>
          <p:spPr>
            <a:xfrm>
              <a:off x="5217968" y="359444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6D4B4">
                <a:alpha val="100000"/>
              </a:srgbClr>
            </a:solidFill>
            <a:ln w="5420" cap="flat">
              <a:solidFill>
                <a:srgbClr val="76D4B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39" name="pg1339"/>
            <p:cNvSpPr/>
            <p:nvPr/>
          </p:nvSpPr>
          <p:spPr>
            <a:xfrm>
              <a:off x="5229605" y="359444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6D4B4">
                <a:alpha val="100000"/>
              </a:srgbClr>
            </a:solidFill>
            <a:ln w="5420" cap="flat">
              <a:solidFill>
                <a:srgbClr val="76D4B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40" name="pg1340"/>
            <p:cNvSpPr/>
            <p:nvPr/>
          </p:nvSpPr>
          <p:spPr>
            <a:xfrm>
              <a:off x="5241243" y="359444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7D4B5">
                <a:alpha val="100000"/>
              </a:srgbClr>
            </a:solidFill>
            <a:ln w="5420" cap="flat">
              <a:solidFill>
                <a:srgbClr val="77D4B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41" name="pg1341"/>
            <p:cNvSpPr/>
            <p:nvPr/>
          </p:nvSpPr>
          <p:spPr>
            <a:xfrm>
              <a:off x="5252880" y="359444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8D4B5">
                <a:alpha val="100000"/>
              </a:srgbClr>
            </a:solidFill>
            <a:ln w="5420" cap="flat">
              <a:solidFill>
                <a:srgbClr val="78D4B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42" name="pg1342"/>
            <p:cNvSpPr/>
            <p:nvPr/>
          </p:nvSpPr>
          <p:spPr>
            <a:xfrm>
              <a:off x="5264517" y="359444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7D4B5">
                <a:alpha val="100000"/>
              </a:srgbClr>
            </a:solidFill>
            <a:ln w="5420" cap="flat">
              <a:solidFill>
                <a:srgbClr val="77D4B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43" name="pg1343"/>
            <p:cNvSpPr/>
            <p:nvPr/>
          </p:nvSpPr>
          <p:spPr>
            <a:xfrm>
              <a:off x="5276155" y="359444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6D4B4">
                <a:alpha val="100000"/>
              </a:srgbClr>
            </a:solidFill>
            <a:ln w="5420" cap="flat">
              <a:solidFill>
                <a:srgbClr val="76D4B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44" name="pg1344"/>
            <p:cNvSpPr/>
            <p:nvPr/>
          </p:nvSpPr>
          <p:spPr>
            <a:xfrm>
              <a:off x="5287792" y="359444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5D4B4">
                <a:alpha val="100000"/>
              </a:srgbClr>
            </a:solidFill>
            <a:ln w="5420" cap="flat">
              <a:solidFill>
                <a:srgbClr val="75D4B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45" name="pg1345"/>
            <p:cNvSpPr/>
            <p:nvPr/>
          </p:nvSpPr>
          <p:spPr>
            <a:xfrm>
              <a:off x="4996859" y="360874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8BDABD">
                <a:alpha val="100000"/>
              </a:srgbClr>
            </a:solidFill>
            <a:ln w="5420" cap="flat">
              <a:solidFill>
                <a:srgbClr val="8BDAB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46" name="pg1346"/>
            <p:cNvSpPr/>
            <p:nvPr/>
          </p:nvSpPr>
          <p:spPr>
            <a:xfrm>
              <a:off x="5008496" y="360874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8CDBBE">
                <a:alpha val="100000"/>
              </a:srgbClr>
            </a:solidFill>
            <a:ln w="5420" cap="flat">
              <a:solidFill>
                <a:srgbClr val="8CDBB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47" name="pg1347"/>
            <p:cNvSpPr/>
            <p:nvPr/>
          </p:nvSpPr>
          <p:spPr>
            <a:xfrm>
              <a:off x="5020133" y="360874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8EDBBF">
                <a:alpha val="100000"/>
              </a:srgbClr>
            </a:solidFill>
            <a:ln w="5420" cap="flat">
              <a:solidFill>
                <a:srgbClr val="8EDBB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48" name="pg1348"/>
            <p:cNvSpPr/>
            <p:nvPr/>
          </p:nvSpPr>
          <p:spPr>
            <a:xfrm>
              <a:off x="5031771" y="360874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90DCBF">
                <a:alpha val="100000"/>
              </a:srgbClr>
            </a:solidFill>
            <a:ln w="5420" cap="flat">
              <a:solidFill>
                <a:srgbClr val="90DCB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49" name="pg1349"/>
            <p:cNvSpPr/>
            <p:nvPr/>
          </p:nvSpPr>
          <p:spPr>
            <a:xfrm>
              <a:off x="5043408" y="360874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90DCBF">
                <a:alpha val="100000"/>
              </a:srgbClr>
            </a:solidFill>
            <a:ln w="5420" cap="flat">
              <a:solidFill>
                <a:srgbClr val="90DCB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50" name="pg1350"/>
            <p:cNvSpPr/>
            <p:nvPr/>
          </p:nvSpPr>
          <p:spPr>
            <a:xfrm>
              <a:off x="5055045" y="360874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90DCBF">
                <a:alpha val="100000"/>
              </a:srgbClr>
            </a:solidFill>
            <a:ln w="5420" cap="flat">
              <a:solidFill>
                <a:srgbClr val="90DCB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51" name="pg1351"/>
            <p:cNvSpPr/>
            <p:nvPr/>
          </p:nvSpPr>
          <p:spPr>
            <a:xfrm>
              <a:off x="5066683" y="360874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90DCBF">
                <a:alpha val="100000"/>
              </a:srgbClr>
            </a:solidFill>
            <a:ln w="5420" cap="flat">
              <a:solidFill>
                <a:srgbClr val="90DCB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52" name="pg1352"/>
            <p:cNvSpPr/>
            <p:nvPr/>
          </p:nvSpPr>
          <p:spPr>
            <a:xfrm>
              <a:off x="5078320" y="360874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8EDBBF">
                <a:alpha val="100000"/>
              </a:srgbClr>
            </a:solidFill>
            <a:ln w="5420" cap="flat">
              <a:solidFill>
                <a:srgbClr val="8EDBB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53" name="pg1353"/>
            <p:cNvSpPr/>
            <p:nvPr/>
          </p:nvSpPr>
          <p:spPr>
            <a:xfrm>
              <a:off x="5089957" y="360874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8DDBBE">
                <a:alpha val="100000"/>
              </a:srgbClr>
            </a:solidFill>
            <a:ln w="5420" cap="flat">
              <a:solidFill>
                <a:srgbClr val="8DDBB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54" name="pg1354"/>
            <p:cNvSpPr/>
            <p:nvPr/>
          </p:nvSpPr>
          <p:spPr>
            <a:xfrm>
              <a:off x="5101595" y="360874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89DABC">
                <a:alpha val="100000"/>
              </a:srgbClr>
            </a:solidFill>
            <a:ln w="5420" cap="flat">
              <a:solidFill>
                <a:srgbClr val="89DAB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55" name="pg1355"/>
            <p:cNvSpPr/>
            <p:nvPr/>
          </p:nvSpPr>
          <p:spPr>
            <a:xfrm>
              <a:off x="5113232" y="360874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86D9BB">
                <a:alpha val="100000"/>
              </a:srgbClr>
            </a:solidFill>
            <a:ln w="5420" cap="flat">
              <a:solidFill>
                <a:srgbClr val="86D9B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56" name="pg1356"/>
            <p:cNvSpPr/>
            <p:nvPr/>
          </p:nvSpPr>
          <p:spPr>
            <a:xfrm>
              <a:off x="5124869" y="360874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84D8BA">
                <a:alpha val="100000"/>
              </a:srgbClr>
            </a:solidFill>
            <a:ln w="5420" cap="flat">
              <a:solidFill>
                <a:srgbClr val="84D8B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57" name="pg1357"/>
            <p:cNvSpPr/>
            <p:nvPr/>
          </p:nvSpPr>
          <p:spPr>
            <a:xfrm>
              <a:off x="5136507" y="360874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81D7B9">
                <a:alpha val="100000"/>
              </a:srgbClr>
            </a:solidFill>
            <a:ln w="5420" cap="flat">
              <a:solidFill>
                <a:srgbClr val="81D7B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58" name="pg1358"/>
            <p:cNvSpPr/>
            <p:nvPr/>
          </p:nvSpPr>
          <p:spPr>
            <a:xfrm>
              <a:off x="5148144" y="360874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FD7B8">
                <a:alpha val="100000"/>
              </a:srgbClr>
            </a:solidFill>
            <a:ln w="5420" cap="flat">
              <a:solidFill>
                <a:srgbClr val="7FD7B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59" name="pg1359"/>
            <p:cNvSpPr/>
            <p:nvPr/>
          </p:nvSpPr>
          <p:spPr>
            <a:xfrm>
              <a:off x="5159781" y="360874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DD6B7">
                <a:alpha val="100000"/>
              </a:srgbClr>
            </a:solidFill>
            <a:ln w="5420" cap="flat">
              <a:solidFill>
                <a:srgbClr val="7DD6B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60" name="pg1360"/>
            <p:cNvSpPr/>
            <p:nvPr/>
          </p:nvSpPr>
          <p:spPr>
            <a:xfrm>
              <a:off x="5206331" y="360874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6D4B4">
                <a:alpha val="100000"/>
              </a:srgbClr>
            </a:solidFill>
            <a:ln w="5420" cap="flat">
              <a:solidFill>
                <a:srgbClr val="76D4B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61" name="pg1361"/>
            <p:cNvSpPr/>
            <p:nvPr/>
          </p:nvSpPr>
          <p:spPr>
            <a:xfrm>
              <a:off x="5217968" y="360874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5D4B4">
                <a:alpha val="100000"/>
              </a:srgbClr>
            </a:solidFill>
            <a:ln w="5420" cap="flat">
              <a:solidFill>
                <a:srgbClr val="75D4B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62" name="pg1362"/>
            <p:cNvSpPr/>
            <p:nvPr/>
          </p:nvSpPr>
          <p:spPr>
            <a:xfrm>
              <a:off x="5229605" y="360874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5D4B4">
                <a:alpha val="100000"/>
              </a:srgbClr>
            </a:solidFill>
            <a:ln w="5420" cap="flat">
              <a:solidFill>
                <a:srgbClr val="75D4B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63" name="pg1363"/>
            <p:cNvSpPr/>
            <p:nvPr/>
          </p:nvSpPr>
          <p:spPr>
            <a:xfrm>
              <a:off x="5241243" y="360874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5D4B4">
                <a:alpha val="100000"/>
              </a:srgbClr>
            </a:solidFill>
            <a:ln w="5420" cap="flat">
              <a:solidFill>
                <a:srgbClr val="75D4B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64" name="pg1364"/>
            <p:cNvSpPr/>
            <p:nvPr/>
          </p:nvSpPr>
          <p:spPr>
            <a:xfrm>
              <a:off x="5252880" y="360874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5D4B4">
                <a:alpha val="100000"/>
              </a:srgbClr>
            </a:solidFill>
            <a:ln w="5420" cap="flat">
              <a:solidFill>
                <a:srgbClr val="75D4B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65" name="pg1365"/>
            <p:cNvSpPr/>
            <p:nvPr/>
          </p:nvSpPr>
          <p:spPr>
            <a:xfrm>
              <a:off x="5264517" y="360874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5D4B4">
                <a:alpha val="100000"/>
              </a:srgbClr>
            </a:solidFill>
            <a:ln w="5420" cap="flat">
              <a:solidFill>
                <a:srgbClr val="75D4B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66" name="pg1366"/>
            <p:cNvSpPr/>
            <p:nvPr/>
          </p:nvSpPr>
          <p:spPr>
            <a:xfrm>
              <a:off x="5276155" y="360874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4D3B3">
                <a:alpha val="100000"/>
              </a:srgbClr>
            </a:solidFill>
            <a:ln w="5420" cap="flat">
              <a:solidFill>
                <a:srgbClr val="74D3B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67" name="pg1367"/>
            <p:cNvSpPr/>
            <p:nvPr/>
          </p:nvSpPr>
          <p:spPr>
            <a:xfrm>
              <a:off x="4996859" y="362304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8FDBBF">
                <a:alpha val="100000"/>
              </a:srgbClr>
            </a:solidFill>
            <a:ln w="5420" cap="flat">
              <a:solidFill>
                <a:srgbClr val="8FDBB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68" name="pg1368"/>
            <p:cNvSpPr/>
            <p:nvPr/>
          </p:nvSpPr>
          <p:spPr>
            <a:xfrm>
              <a:off x="5008496" y="362304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91DCC0">
                <a:alpha val="100000"/>
              </a:srgbClr>
            </a:solidFill>
            <a:ln w="5420" cap="flat">
              <a:solidFill>
                <a:srgbClr val="91DCC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69" name="pg1369"/>
            <p:cNvSpPr/>
            <p:nvPr/>
          </p:nvSpPr>
          <p:spPr>
            <a:xfrm>
              <a:off x="5020133" y="362304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94DDC1">
                <a:alpha val="100000"/>
              </a:srgbClr>
            </a:solidFill>
            <a:ln w="5420" cap="flat">
              <a:solidFill>
                <a:srgbClr val="94DDC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70" name="pg1370"/>
            <p:cNvSpPr/>
            <p:nvPr/>
          </p:nvSpPr>
          <p:spPr>
            <a:xfrm>
              <a:off x="5031771" y="362304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95DDC2">
                <a:alpha val="100000"/>
              </a:srgbClr>
            </a:solidFill>
            <a:ln w="5420" cap="flat">
              <a:solidFill>
                <a:srgbClr val="95DDC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71" name="pg1371"/>
            <p:cNvSpPr/>
            <p:nvPr/>
          </p:nvSpPr>
          <p:spPr>
            <a:xfrm>
              <a:off x="5043408" y="362304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96DEC2">
                <a:alpha val="100000"/>
              </a:srgbClr>
            </a:solidFill>
            <a:ln w="5420" cap="flat">
              <a:solidFill>
                <a:srgbClr val="96DEC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72" name="pg1372"/>
            <p:cNvSpPr/>
            <p:nvPr/>
          </p:nvSpPr>
          <p:spPr>
            <a:xfrm>
              <a:off x="5055045" y="362304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96DEC2">
                <a:alpha val="100000"/>
              </a:srgbClr>
            </a:solidFill>
            <a:ln w="5420" cap="flat">
              <a:solidFill>
                <a:srgbClr val="96DEC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73" name="pg1373"/>
            <p:cNvSpPr/>
            <p:nvPr/>
          </p:nvSpPr>
          <p:spPr>
            <a:xfrm>
              <a:off x="5066683" y="362304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95DDC2">
                <a:alpha val="100000"/>
              </a:srgbClr>
            </a:solidFill>
            <a:ln w="5420" cap="flat">
              <a:solidFill>
                <a:srgbClr val="95DDC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74" name="pg1374"/>
            <p:cNvSpPr/>
            <p:nvPr/>
          </p:nvSpPr>
          <p:spPr>
            <a:xfrm>
              <a:off x="5078320" y="362304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94DDC1">
                <a:alpha val="100000"/>
              </a:srgbClr>
            </a:solidFill>
            <a:ln w="5420" cap="flat">
              <a:solidFill>
                <a:srgbClr val="94DDC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75" name="pg1375"/>
            <p:cNvSpPr/>
            <p:nvPr/>
          </p:nvSpPr>
          <p:spPr>
            <a:xfrm>
              <a:off x="5089957" y="362304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93DDC0">
                <a:alpha val="100000"/>
              </a:srgbClr>
            </a:solidFill>
            <a:ln w="5420" cap="flat">
              <a:solidFill>
                <a:srgbClr val="93DDC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76" name="pg1376"/>
            <p:cNvSpPr/>
            <p:nvPr/>
          </p:nvSpPr>
          <p:spPr>
            <a:xfrm>
              <a:off x="5101595" y="362304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8EDBBF">
                <a:alpha val="100000"/>
              </a:srgbClr>
            </a:solidFill>
            <a:ln w="5420" cap="flat">
              <a:solidFill>
                <a:srgbClr val="8EDBB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77" name="pg1377"/>
            <p:cNvSpPr/>
            <p:nvPr/>
          </p:nvSpPr>
          <p:spPr>
            <a:xfrm>
              <a:off x="5113232" y="362304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8CDABD">
                <a:alpha val="100000"/>
              </a:srgbClr>
            </a:solidFill>
            <a:ln w="5420" cap="flat">
              <a:solidFill>
                <a:srgbClr val="8CDAB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78" name="pg1378"/>
            <p:cNvSpPr/>
            <p:nvPr/>
          </p:nvSpPr>
          <p:spPr>
            <a:xfrm>
              <a:off x="5124869" y="362304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89DABC">
                <a:alpha val="100000"/>
              </a:srgbClr>
            </a:solidFill>
            <a:ln w="5420" cap="flat">
              <a:solidFill>
                <a:srgbClr val="89DAB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79" name="pg1379"/>
            <p:cNvSpPr/>
            <p:nvPr/>
          </p:nvSpPr>
          <p:spPr>
            <a:xfrm>
              <a:off x="5136507" y="362304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86D9BB">
                <a:alpha val="100000"/>
              </a:srgbClr>
            </a:solidFill>
            <a:ln w="5420" cap="flat">
              <a:solidFill>
                <a:srgbClr val="86D9B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80" name="pg1380"/>
            <p:cNvSpPr/>
            <p:nvPr/>
          </p:nvSpPr>
          <p:spPr>
            <a:xfrm>
              <a:off x="5148144" y="362304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83D8BA">
                <a:alpha val="100000"/>
              </a:srgbClr>
            </a:solidFill>
            <a:ln w="5420" cap="flat">
              <a:solidFill>
                <a:srgbClr val="83D8B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81" name="pg1381"/>
            <p:cNvSpPr/>
            <p:nvPr/>
          </p:nvSpPr>
          <p:spPr>
            <a:xfrm>
              <a:off x="5159781" y="362304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80D7B8">
                <a:alpha val="100000"/>
              </a:srgbClr>
            </a:solidFill>
            <a:ln w="5420" cap="flat">
              <a:solidFill>
                <a:srgbClr val="80D7B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82" name="pg1382"/>
            <p:cNvSpPr/>
            <p:nvPr/>
          </p:nvSpPr>
          <p:spPr>
            <a:xfrm>
              <a:off x="5206331" y="362304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6D4B4">
                <a:alpha val="100000"/>
              </a:srgbClr>
            </a:solidFill>
            <a:ln w="5420" cap="flat">
              <a:solidFill>
                <a:srgbClr val="76D4B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83" name="pg1383"/>
            <p:cNvSpPr/>
            <p:nvPr/>
          </p:nvSpPr>
          <p:spPr>
            <a:xfrm>
              <a:off x="5217968" y="362304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5D4B4">
                <a:alpha val="100000"/>
              </a:srgbClr>
            </a:solidFill>
            <a:ln w="5420" cap="flat">
              <a:solidFill>
                <a:srgbClr val="75D4B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84" name="pg1384"/>
            <p:cNvSpPr/>
            <p:nvPr/>
          </p:nvSpPr>
          <p:spPr>
            <a:xfrm>
              <a:off x="5229605" y="362304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4D4B4">
                <a:alpha val="100000"/>
              </a:srgbClr>
            </a:solidFill>
            <a:ln w="5420" cap="flat">
              <a:solidFill>
                <a:srgbClr val="74D4B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85" name="pg1385"/>
            <p:cNvSpPr/>
            <p:nvPr/>
          </p:nvSpPr>
          <p:spPr>
            <a:xfrm>
              <a:off x="5241243" y="362304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4D3B3">
                <a:alpha val="100000"/>
              </a:srgbClr>
            </a:solidFill>
            <a:ln w="5420" cap="flat">
              <a:solidFill>
                <a:srgbClr val="74D3B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86" name="pg1386"/>
            <p:cNvSpPr/>
            <p:nvPr/>
          </p:nvSpPr>
          <p:spPr>
            <a:xfrm>
              <a:off x="5252880" y="362304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3D3B3">
                <a:alpha val="100000"/>
              </a:srgbClr>
            </a:solidFill>
            <a:ln w="5420" cap="flat">
              <a:solidFill>
                <a:srgbClr val="73D3B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87" name="pg1387"/>
            <p:cNvSpPr/>
            <p:nvPr/>
          </p:nvSpPr>
          <p:spPr>
            <a:xfrm>
              <a:off x="5264517" y="362304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3D3B3">
                <a:alpha val="100000"/>
              </a:srgbClr>
            </a:solidFill>
            <a:ln w="5420" cap="flat">
              <a:solidFill>
                <a:srgbClr val="73D3B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88" name="pg1388"/>
            <p:cNvSpPr/>
            <p:nvPr/>
          </p:nvSpPr>
          <p:spPr>
            <a:xfrm>
              <a:off x="4985221" y="363735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8FDBBF">
                <a:alpha val="100000"/>
              </a:srgbClr>
            </a:solidFill>
            <a:ln w="5420" cap="flat">
              <a:solidFill>
                <a:srgbClr val="8FDBB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89" name="pg1389"/>
            <p:cNvSpPr/>
            <p:nvPr/>
          </p:nvSpPr>
          <p:spPr>
            <a:xfrm>
              <a:off x="4996859" y="363735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93DDC0">
                <a:alpha val="100000"/>
              </a:srgbClr>
            </a:solidFill>
            <a:ln w="5420" cap="flat">
              <a:solidFill>
                <a:srgbClr val="93DDC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90" name="pg1390"/>
            <p:cNvSpPr/>
            <p:nvPr/>
          </p:nvSpPr>
          <p:spPr>
            <a:xfrm>
              <a:off x="5008496" y="363735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96DEC2">
                <a:alpha val="100000"/>
              </a:srgbClr>
            </a:solidFill>
            <a:ln w="5420" cap="flat">
              <a:solidFill>
                <a:srgbClr val="96DEC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91" name="pg1391"/>
            <p:cNvSpPr/>
            <p:nvPr/>
          </p:nvSpPr>
          <p:spPr>
            <a:xfrm>
              <a:off x="5020133" y="363735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99DFC3">
                <a:alpha val="100000"/>
              </a:srgbClr>
            </a:solidFill>
            <a:ln w="5420" cap="flat">
              <a:solidFill>
                <a:srgbClr val="99DFC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92" name="pg1392"/>
            <p:cNvSpPr/>
            <p:nvPr/>
          </p:nvSpPr>
          <p:spPr>
            <a:xfrm>
              <a:off x="5031771" y="363735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9BDFC4">
                <a:alpha val="100000"/>
              </a:srgbClr>
            </a:solidFill>
            <a:ln w="5420" cap="flat">
              <a:solidFill>
                <a:srgbClr val="9BDFC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93" name="pg1393"/>
            <p:cNvSpPr/>
            <p:nvPr/>
          </p:nvSpPr>
          <p:spPr>
            <a:xfrm>
              <a:off x="5043408" y="363735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9CDFC4">
                <a:alpha val="100000"/>
              </a:srgbClr>
            </a:solidFill>
            <a:ln w="5420" cap="flat">
              <a:solidFill>
                <a:srgbClr val="9CDFC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94" name="pg1394"/>
            <p:cNvSpPr/>
            <p:nvPr/>
          </p:nvSpPr>
          <p:spPr>
            <a:xfrm>
              <a:off x="5055045" y="363735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9CDFC4">
                <a:alpha val="100000"/>
              </a:srgbClr>
            </a:solidFill>
            <a:ln w="5420" cap="flat">
              <a:solidFill>
                <a:srgbClr val="9CDFC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95" name="pg1395"/>
            <p:cNvSpPr/>
            <p:nvPr/>
          </p:nvSpPr>
          <p:spPr>
            <a:xfrm>
              <a:off x="5066683" y="363735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9BDFC4">
                <a:alpha val="100000"/>
              </a:srgbClr>
            </a:solidFill>
            <a:ln w="5420" cap="flat">
              <a:solidFill>
                <a:srgbClr val="9BDFC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96" name="pg1396"/>
            <p:cNvSpPr/>
            <p:nvPr/>
          </p:nvSpPr>
          <p:spPr>
            <a:xfrm>
              <a:off x="5078320" y="363735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9ADFC4">
                <a:alpha val="100000"/>
              </a:srgbClr>
            </a:solidFill>
            <a:ln w="5420" cap="flat">
              <a:solidFill>
                <a:srgbClr val="9ADFC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97" name="pg1397"/>
            <p:cNvSpPr/>
            <p:nvPr/>
          </p:nvSpPr>
          <p:spPr>
            <a:xfrm>
              <a:off x="5089957" y="363735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98DEC3">
                <a:alpha val="100000"/>
              </a:srgbClr>
            </a:solidFill>
            <a:ln w="5420" cap="flat">
              <a:solidFill>
                <a:srgbClr val="98DEC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98" name="pg1398"/>
            <p:cNvSpPr/>
            <p:nvPr/>
          </p:nvSpPr>
          <p:spPr>
            <a:xfrm>
              <a:off x="5101595" y="363735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94DDC1">
                <a:alpha val="100000"/>
              </a:srgbClr>
            </a:solidFill>
            <a:ln w="5420" cap="flat">
              <a:solidFill>
                <a:srgbClr val="94DDC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99" name="pg1399"/>
            <p:cNvSpPr/>
            <p:nvPr/>
          </p:nvSpPr>
          <p:spPr>
            <a:xfrm>
              <a:off x="5113232" y="363735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92DCC0">
                <a:alpha val="100000"/>
              </a:srgbClr>
            </a:solidFill>
            <a:ln w="5420" cap="flat">
              <a:solidFill>
                <a:srgbClr val="92DCC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00" name="pg1400"/>
            <p:cNvSpPr/>
            <p:nvPr/>
          </p:nvSpPr>
          <p:spPr>
            <a:xfrm>
              <a:off x="5124869" y="363735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8EDBBF">
                <a:alpha val="100000"/>
              </a:srgbClr>
            </a:solidFill>
            <a:ln w="5420" cap="flat">
              <a:solidFill>
                <a:srgbClr val="8EDBB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01" name="pg1401"/>
            <p:cNvSpPr/>
            <p:nvPr/>
          </p:nvSpPr>
          <p:spPr>
            <a:xfrm>
              <a:off x="5136507" y="363735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8BDABD">
                <a:alpha val="100000"/>
              </a:srgbClr>
            </a:solidFill>
            <a:ln w="5420" cap="flat">
              <a:solidFill>
                <a:srgbClr val="8BDAB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02" name="pg1402"/>
            <p:cNvSpPr/>
            <p:nvPr/>
          </p:nvSpPr>
          <p:spPr>
            <a:xfrm>
              <a:off x="5148144" y="363735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87D9BB">
                <a:alpha val="100000"/>
              </a:srgbClr>
            </a:solidFill>
            <a:ln w="5420" cap="flat">
              <a:solidFill>
                <a:srgbClr val="87D9B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03" name="pg1403"/>
            <p:cNvSpPr/>
            <p:nvPr/>
          </p:nvSpPr>
          <p:spPr>
            <a:xfrm>
              <a:off x="5159781" y="363735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84D8BA">
                <a:alpha val="100000"/>
              </a:srgbClr>
            </a:solidFill>
            <a:ln w="5420" cap="flat">
              <a:solidFill>
                <a:srgbClr val="84D8B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04" name="pg1404"/>
            <p:cNvSpPr/>
            <p:nvPr/>
          </p:nvSpPr>
          <p:spPr>
            <a:xfrm>
              <a:off x="5171419" y="363735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81D7B9">
                <a:alpha val="100000"/>
              </a:srgbClr>
            </a:solidFill>
            <a:ln w="5420" cap="flat">
              <a:solidFill>
                <a:srgbClr val="81D7B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05" name="pg1405"/>
            <p:cNvSpPr/>
            <p:nvPr/>
          </p:nvSpPr>
          <p:spPr>
            <a:xfrm>
              <a:off x="5206331" y="363735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8D4B5">
                <a:alpha val="100000"/>
              </a:srgbClr>
            </a:solidFill>
            <a:ln w="5420" cap="flat">
              <a:solidFill>
                <a:srgbClr val="78D4B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06" name="pg1406"/>
            <p:cNvSpPr/>
            <p:nvPr/>
          </p:nvSpPr>
          <p:spPr>
            <a:xfrm>
              <a:off x="5217968" y="363735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5D4B4">
                <a:alpha val="100000"/>
              </a:srgbClr>
            </a:solidFill>
            <a:ln w="5420" cap="flat">
              <a:solidFill>
                <a:srgbClr val="75D4B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07" name="pg1407"/>
            <p:cNvSpPr/>
            <p:nvPr/>
          </p:nvSpPr>
          <p:spPr>
            <a:xfrm>
              <a:off x="5229605" y="363735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4D3B3">
                <a:alpha val="100000"/>
              </a:srgbClr>
            </a:solidFill>
            <a:ln w="5420" cap="flat">
              <a:solidFill>
                <a:srgbClr val="74D3B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08" name="pg1408"/>
            <p:cNvSpPr/>
            <p:nvPr/>
          </p:nvSpPr>
          <p:spPr>
            <a:xfrm>
              <a:off x="5241243" y="363735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3D3B3">
                <a:alpha val="100000"/>
              </a:srgbClr>
            </a:solidFill>
            <a:ln w="5420" cap="flat">
              <a:solidFill>
                <a:srgbClr val="73D3B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09" name="pg1409"/>
            <p:cNvSpPr/>
            <p:nvPr/>
          </p:nvSpPr>
          <p:spPr>
            <a:xfrm>
              <a:off x="5252880" y="363735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2D3B3">
                <a:alpha val="100000"/>
              </a:srgbClr>
            </a:solidFill>
            <a:ln w="5420" cap="flat">
              <a:solidFill>
                <a:srgbClr val="72D3B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10" name="pg1410"/>
            <p:cNvSpPr/>
            <p:nvPr/>
          </p:nvSpPr>
          <p:spPr>
            <a:xfrm>
              <a:off x="5264517" y="363735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1D2B2">
                <a:alpha val="100000"/>
              </a:srgbClr>
            </a:solidFill>
            <a:ln w="5420" cap="flat">
              <a:solidFill>
                <a:srgbClr val="71D2B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11" name="pg1411"/>
            <p:cNvSpPr/>
            <p:nvPr/>
          </p:nvSpPr>
          <p:spPr>
            <a:xfrm>
              <a:off x="4985221" y="365165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93DDC0">
                <a:alpha val="100000"/>
              </a:srgbClr>
            </a:solidFill>
            <a:ln w="5420" cap="flat">
              <a:solidFill>
                <a:srgbClr val="93DDC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12" name="pg1412"/>
            <p:cNvSpPr/>
            <p:nvPr/>
          </p:nvSpPr>
          <p:spPr>
            <a:xfrm>
              <a:off x="4996859" y="365165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98DEC3">
                <a:alpha val="100000"/>
              </a:srgbClr>
            </a:solidFill>
            <a:ln w="5420" cap="flat">
              <a:solidFill>
                <a:srgbClr val="98DEC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13" name="pg1413"/>
            <p:cNvSpPr/>
            <p:nvPr/>
          </p:nvSpPr>
          <p:spPr>
            <a:xfrm>
              <a:off x="5008496" y="365165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9CE0C5">
                <a:alpha val="100000"/>
              </a:srgbClr>
            </a:solidFill>
            <a:ln w="5420" cap="flat">
              <a:solidFill>
                <a:srgbClr val="9CE0C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14" name="pg1414"/>
            <p:cNvSpPr/>
            <p:nvPr/>
          </p:nvSpPr>
          <p:spPr>
            <a:xfrm>
              <a:off x="5020133" y="365165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A0E1C6">
                <a:alpha val="100000"/>
              </a:srgbClr>
            </a:solidFill>
            <a:ln w="5420" cap="flat">
              <a:solidFill>
                <a:srgbClr val="A0E1C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15" name="pg1415"/>
            <p:cNvSpPr/>
            <p:nvPr/>
          </p:nvSpPr>
          <p:spPr>
            <a:xfrm>
              <a:off x="5031771" y="365165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A2E1C7">
                <a:alpha val="100000"/>
              </a:srgbClr>
            </a:solidFill>
            <a:ln w="5420" cap="flat">
              <a:solidFill>
                <a:srgbClr val="A2E1C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16" name="pg1416"/>
            <p:cNvSpPr/>
            <p:nvPr/>
          </p:nvSpPr>
          <p:spPr>
            <a:xfrm>
              <a:off x="5043408" y="365165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A2E2C8">
                <a:alpha val="100000"/>
              </a:srgbClr>
            </a:solidFill>
            <a:ln w="5420" cap="flat">
              <a:solidFill>
                <a:srgbClr val="A2E2C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17" name="pg1417"/>
            <p:cNvSpPr/>
            <p:nvPr/>
          </p:nvSpPr>
          <p:spPr>
            <a:xfrm>
              <a:off x="5055045" y="365165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A2E1C8">
                <a:alpha val="100000"/>
              </a:srgbClr>
            </a:solidFill>
            <a:ln w="5420" cap="flat">
              <a:solidFill>
                <a:srgbClr val="A2E1C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18" name="pg1418"/>
            <p:cNvSpPr/>
            <p:nvPr/>
          </p:nvSpPr>
          <p:spPr>
            <a:xfrm>
              <a:off x="5066683" y="365165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A2E1C7">
                <a:alpha val="100000"/>
              </a:srgbClr>
            </a:solidFill>
            <a:ln w="5420" cap="flat">
              <a:solidFill>
                <a:srgbClr val="A2E1C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19" name="pg1419"/>
            <p:cNvSpPr/>
            <p:nvPr/>
          </p:nvSpPr>
          <p:spPr>
            <a:xfrm>
              <a:off x="5078320" y="365165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A3E2C8">
                <a:alpha val="100000"/>
              </a:srgbClr>
            </a:solidFill>
            <a:ln w="5420" cap="flat">
              <a:solidFill>
                <a:srgbClr val="A3E2C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20" name="pg1420"/>
            <p:cNvSpPr/>
            <p:nvPr/>
          </p:nvSpPr>
          <p:spPr>
            <a:xfrm>
              <a:off x="5089957" y="365165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A4E2C8">
                <a:alpha val="100000"/>
              </a:srgbClr>
            </a:solidFill>
            <a:ln w="5420" cap="flat">
              <a:solidFill>
                <a:srgbClr val="A4E2C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21" name="pg1421"/>
            <p:cNvSpPr/>
            <p:nvPr/>
          </p:nvSpPr>
          <p:spPr>
            <a:xfrm>
              <a:off x="5101595" y="365165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A3E2C8">
                <a:alpha val="100000"/>
              </a:srgbClr>
            </a:solidFill>
            <a:ln w="5420" cap="flat">
              <a:solidFill>
                <a:srgbClr val="A3E2C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22" name="pg1422"/>
            <p:cNvSpPr/>
            <p:nvPr/>
          </p:nvSpPr>
          <p:spPr>
            <a:xfrm>
              <a:off x="5113232" y="365165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A0E1C7">
                <a:alpha val="100000"/>
              </a:srgbClr>
            </a:solidFill>
            <a:ln w="5420" cap="flat">
              <a:solidFill>
                <a:srgbClr val="A0E1C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23" name="pg1423"/>
            <p:cNvSpPr/>
            <p:nvPr/>
          </p:nvSpPr>
          <p:spPr>
            <a:xfrm>
              <a:off x="5124869" y="365165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9CDFC5">
                <a:alpha val="100000"/>
              </a:srgbClr>
            </a:solidFill>
            <a:ln w="5420" cap="flat">
              <a:solidFill>
                <a:srgbClr val="9CDFC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24" name="pg1424"/>
            <p:cNvSpPr/>
            <p:nvPr/>
          </p:nvSpPr>
          <p:spPr>
            <a:xfrm>
              <a:off x="5136507" y="365165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97DEC2">
                <a:alpha val="100000"/>
              </a:srgbClr>
            </a:solidFill>
            <a:ln w="5420" cap="flat">
              <a:solidFill>
                <a:srgbClr val="97DEC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25" name="pg1425"/>
            <p:cNvSpPr/>
            <p:nvPr/>
          </p:nvSpPr>
          <p:spPr>
            <a:xfrm>
              <a:off x="5148144" y="365165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91DCC0">
                <a:alpha val="100000"/>
              </a:srgbClr>
            </a:solidFill>
            <a:ln w="5420" cap="flat">
              <a:solidFill>
                <a:srgbClr val="91DCC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26" name="pg1426"/>
            <p:cNvSpPr/>
            <p:nvPr/>
          </p:nvSpPr>
          <p:spPr>
            <a:xfrm>
              <a:off x="5159781" y="365165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8CDABD">
                <a:alpha val="100000"/>
              </a:srgbClr>
            </a:solidFill>
            <a:ln w="5420" cap="flat">
              <a:solidFill>
                <a:srgbClr val="8CDAB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27" name="pg1427"/>
            <p:cNvSpPr/>
            <p:nvPr/>
          </p:nvSpPr>
          <p:spPr>
            <a:xfrm>
              <a:off x="5171419" y="365165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87D9BB">
                <a:alpha val="100000"/>
              </a:srgbClr>
            </a:solidFill>
            <a:ln w="5420" cap="flat">
              <a:solidFill>
                <a:srgbClr val="87D9B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28" name="pg1428"/>
            <p:cNvSpPr/>
            <p:nvPr/>
          </p:nvSpPr>
          <p:spPr>
            <a:xfrm>
              <a:off x="5183056" y="365165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82D8B9">
                <a:alpha val="100000"/>
              </a:srgbClr>
            </a:solidFill>
            <a:ln w="5420" cap="flat">
              <a:solidFill>
                <a:srgbClr val="82D8B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29" name="pg1429"/>
            <p:cNvSpPr/>
            <p:nvPr/>
          </p:nvSpPr>
          <p:spPr>
            <a:xfrm>
              <a:off x="5217968" y="365165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6D4B4">
                <a:alpha val="100000"/>
              </a:srgbClr>
            </a:solidFill>
            <a:ln w="5420" cap="flat">
              <a:solidFill>
                <a:srgbClr val="76D4B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30" name="pg1430"/>
            <p:cNvSpPr/>
            <p:nvPr/>
          </p:nvSpPr>
          <p:spPr>
            <a:xfrm>
              <a:off x="5229605" y="365165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4D3B3">
                <a:alpha val="100000"/>
              </a:srgbClr>
            </a:solidFill>
            <a:ln w="5420" cap="flat">
              <a:solidFill>
                <a:srgbClr val="74D3B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31" name="pg1431"/>
            <p:cNvSpPr/>
            <p:nvPr/>
          </p:nvSpPr>
          <p:spPr>
            <a:xfrm>
              <a:off x="5241243" y="365165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2D3B3">
                <a:alpha val="100000"/>
              </a:srgbClr>
            </a:solidFill>
            <a:ln w="5420" cap="flat">
              <a:solidFill>
                <a:srgbClr val="72D3B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32" name="pg1432"/>
            <p:cNvSpPr/>
            <p:nvPr/>
          </p:nvSpPr>
          <p:spPr>
            <a:xfrm>
              <a:off x="5252880" y="365165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0D2B2">
                <a:alpha val="100000"/>
              </a:srgbClr>
            </a:solidFill>
            <a:ln w="5420" cap="flat">
              <a:solidFill>
                <a:srgbClr val="70D2B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33" name="pg1433"/>
            <p:cNvSpPr/>
            <p:nvPr/>
          </p:nvSpPr>
          <p:spPr>
            <a:xfrm>
              <a:off x="5264517" y="365165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ED2B1">
                <a:alpha val="100000"/>
              </a:srgbClr>
            </a:solidFill>
            <a:ln w="5420" cap="flat">
              <a:solidFill>
                <a:srgbClr val="6ED2B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34" name="pg1434"/>
            <p:cNvSpPr/>
            <p:nvPr/>
          </p:nvSpPr>
          <p:spPr>
            <a:xfrm>
              <a:off x="4985221" y="366595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93DDC0">
                <a:alpha val="100000"/>
              </a:srgbClr>
            </a:solidFill>
            <a:ln w="5420" cap="flat">
              <a:solidFill>
                <a:srgbClr val="93DDC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35" name="pg1435"/>
            <p:cNvSpPr/>
            <p:nvPr/>
          </p:nvSpPr>
          <p:spPr>
            <a:xfrm>
              <a:off x="4996859" y="366595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98DEC3">
                <a:alpha val="100000"/>
              </a:srgbClr>
            </a:solidFill>
            <a:ln w="5420" cap="flat">
              <a:solidFill>
                <a:srgbClr val="98DEC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36" name="pg1436"/>
            <p:cNvSpPr/>
            <p:nvPr/>
          </p:nvSpPr>
          <p:spPr>
            <a:xfrm>
              <a:off x="5008496" y="366595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9CE0C5">
                <a:alpha val="100000"/>
              </a:srgbClr>
            </a:solidFill>
            <a:ln w="5420" cap="flat">
              <a:solidFill>
                <a:srgbClr val="9CE0C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37" name="pg1437"/>
            <p:cNvSpPr/>
            <p:nvPr/>
          </p:nvSpPr>
          <p:spPr>
            <a:xfrm>
              <a:off x="5020133" y="366595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A0E1C6">
                <a:alpha val="100000"/>
              </a:srgbClr>
            </a:solidFill>
            <a:ln w="5420" cap="flat">
              <a:solidFill>
                <a:srgbClr val="A0E1C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38" name="pg1438"/>
            <p:cNvSpPr/>
            <p:nvPr/>
          </p:nvSpPr>
          <p:spPr>
            <a:xfrm>
              <a:off x="5031771" y="366595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A2E1C8">
                <a:alpha val="100000"/>
              </a:srgbClr>
            </a:solidFill>
            <a:ln w="5420" cap="flat">
              <a:solidFill>
                <a:srgbClr val="A2E1C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39" name="pg1439"/>
            <p:cNvSpPr/>
            <p:nvPr/>
          </p:nvSpPr>
          <p:spPr>
            <a:xfrm>
              <a:off x="5043408" y="366595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A3E2C8">
                <a:alpha val="100000"/>
              </a:srgbClr>
            </a:solidFill>
            <a:ln w="5420" cap="flat">
              <a:solidFill>
                <a:srgbClr val="A3E2C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40" name="pg1440"/>
            <p:cNvSpPr/>
            <p:nvPr/>
          </p:nvSpPr>
          <p:spPr>
            <a:xfrm>
              <a:off x="5055045" y="366595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A3E2C8">
                <a:alpha val="100000"/>
              </a:srgbClr>
            </a:solidFill>
            <a:ln w="5420" cap="flat">
              <a:solidFill>
                <a:srgbClr val="A3E2C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41" name="pg1441"/>
            <p:cNvSpPr/>
            <p:nvPr/>
          </p:nvSpPr>
          <p:spPr>
            <a:xfrm>
              <a:off x="5066683" y="366595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A4E2C8">
                <a:alpha val="100000"/>
              </a:srgbClr>
            </a:solidFill>
            <a:ln w="5420" cap="flat">
              <a:solidFill>
                <a:srgbClr val="A4E2C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42" name="pg1442"/>
            <p:cNvSpPr/>
            <p:nvPr/>
          </p:nvSpPr>
          <p:spPr>
            <a:xfrm>
              <a:off x="5078320" y="366595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A8E3CA">
                <a:alpha val="100000"/>
              </a:srgbClr>
            </a:solidFill>
            <a:ln w="5420" cap="flat">
              <a:solidFill>
                <a:srgbClr val="A8E3C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43" name="pg1443"/>
            <p:cNvSpPr/>
            <p:nvPr/>
          </p:nvSpPr>
          <p:spPr>
            <a:xfrm>
              <a:off x="5089957" y="366595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ACE5CC">
                <a:alpha val="100000"/>
              </a:srgbClr>
            </a:solidFill>
            <a:ln w="5420" cap="flat">
              <a:solidFill>
                <a:srgbClr val="ACE5C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44" name="pg1444"/>
            <p:cNvSpPr/>
            <p:nvPr/>
          </p:nvSpPr>
          <p:spPr>
            <a:xfrm>
              <a:off x="5101595" y="366595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AEE5CD">
                <a:alpha val="100000"/>
              </a:srgbClr>
            </a:solidFill>
            <a:ln w="5420" cap="flat">
              <a:solidFill>
                <a:srgbClr val="AEE5C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45" name="pg1445"/>
            <p:cNvSpPr/>
            <p:nvPr/>
          </p:nvSpPr>
          <p:spPr>
            <a:xfrm>
              <a:off x="5113232" y="366595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AAE4CB">
                <a:alpha val="100000"/>
              </a:srgbClr>
            </a:solidFill>
            <a:ln w="5420" cap="flat">
              <a:solidFill>
                <a:srgbClr val="AAE4C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46" name="pg1446"/>
            <p:cNvSpPr/>
            <p:nvPr/>
          </p:nvSpPr>
          <p:spPr>
            <a:xfrm>
              <a:off x="5124869" y="366595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A4E2C8">
                <a:alpha val="100000"/>
              </a:srgbClr>
            </a:solidFill>
            <a:ln w="5420" cap="flat">
              <a:solidFill>
                <a:srgbClr val="A4E2C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47" name="pg1447"/>
            <p:cNvSpPr/>
            <p:nvPr/>
          </p:nvSpPr>
          <p:spPr>
            <a:xfrm>
              <a:off x="5136507" y="366595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9DE0C5">
                <a:alpha val="100000"/>
              </a:srgbClr>
            </a:solidFill>
            <a:ln w="5420" cap="flat">
              <a:solidFill>
                <a:srgbClr val="9DE0C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48" name="pg1448"/>
            <p:cNvSpPr/>
            <p:nvPr/>
          </p:nvSpPr>
          <p:spPr>
            <a:xfrm>
              <a:off x="5148144" y="366595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96DEC2">
                <a:alpha val="100000"/>
              </a:srgbClr>
            </a:solidFill>
            <a:ln w="5420" cap="flat">
              <a:solidFill>
                <a:srgbClr val="96DEC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49" name="pg1449"/>
            <p:cNvSpPr/>
            <p:nvPr/>
          </p:nvSpPr>
          <p:spPr>
            <a:xfrm>
              <a:off x="5159781" y="366595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8FDBBF">
                <a:alpha val="100000"/>
              </a:srgbClr>
            </a:solidFill>
            <a:ln w="5420" cap="flat">
              <a:solidFill>
                <a:srgbClr val="8FDBB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50" name="pg1450"/>
            <p:cNvSpPr/>
            <p:nvPr/>
          </p:nvSpPr>
          <p:spPr>
            <a:xfrm>
              <a:off x="5171419" y="366595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89DABC">
                <a:alpha val="100000"/>
              </a:srgbClr>
            </a:solidFill>
            <a:ln w="5420" cap="flat">
              <a:solidFill>
                <a:srgbClr val="89DAB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51" name="pg1451"/>
            <p:cNvSpPr/>
            <p:nvPr/>
          </p:nvSpPr>
          <p:spPr>
            <a:xfrm>
              <a:off x="5183056" y="366595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84D8BA">
                <a:alpha val="100000"/>
              </a:srgbClr>
            </a:solidFill>
            <a:ln w="5420" cap="flat">
              <a:solidFill>
                <a:srgbClr val="84D8B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52" name="pg1452"/>
            <p:cNvSpPr/>
            <p:nvPr/>
          </p:nvSpPr>
          <p:spPr>
            <a:xfrm>
              <a:off x="5206331" y="366595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CD6B7">
                <a:alpha val="100000"/>
              </a:srgbClr>
            </a:solidFill>
            <a:ln w="5420" cap="flat">
              <a:solidFill>
                <a:srgbClr val="7CD6B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53" name="pg1453"/>
            <p:cNvSpPr/>
            <p:nvPr/>
          </p:nvSpPr>
          <p:spPr>
            <a:xfrm>
              <a:off x="5217968" y="366595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6D4B4">
                <a:alpha val="100000"/>
              </a:srgbClr>
            </a:solidFill>
            <a:ln w="5420" cap="flat">
              <a:solidFill>
                <a:srgbClr val="76D4B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54" name="pg1454"/>
            <p:cNvSpPr/>
            <p:nvPr/>
          </p:nvSpPr>
          <p:spPr>
            <a:xfrm>
              <a:off x="5229605" y="366595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4D3B3">
                <a:alpha val="100000"/>
              </a:srgbClr>
            </a:solidFill>
            <a:ln w="5420" cap="flat">
              <a:solidFill>
                <a:srgbClr val="74D3B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55" name="pg1455"/>
            <p:cNvSpPr/>
            <p:nvPr/>
          </p:nvSpPr>
          <p:spPr>
            <a:xfrm>
              <a:off x="5241243" y="366595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2D3B3">
                <a:alpha val="100000"/>
              </a:srgbClr>
            </a:solidFill>
            <a:ln w="5420" cap="flat">
              <a:solidFill>
                <a:srgbClr val="72D3B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56" name="pg1456"/>
            <p:cNvSpPr/>
            <p:nvPr/>
          </p:nvSpPr>
          <p:spPr>
            <a:xfrm>
              <a:off x="5252880" y="366595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0D2B2">
                <a:alpha val="100000"/>
              </a:srgbClr>
            </a:solidFill>
            <a:ln w="5420" cap="flat">
              <a:solidFill>
                <a:srgbClr val="70D2B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57" name="pg1457"/>
            <p:cNvSpPr/>
            <p:nvPr/>
          </p:nvSpPr>
          <p:spPr>
            <a:xfrm>
              <a:off x="5264517" y="366595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DD2B1">
                <a:alpha val="100000"/>
              </a:srgbClr>
            </a:solidFill>
            <a:ln w="5420" cap="flat">
              <a:solidFill>
                <a:srgbClr val="6DD2B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58" name="pg1458"/>
            <p:cNvSpPr/>
            <p:nvPr/>
          </p:nvSpPr>
          <p:spPr>
            <a:xfrm>
              <a:off x="4996859" y="368025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96DEC2">
                <a:alpha val="100000"/>
              </a:srgbClr>
            </a:solidFill>
            <a:ln w="5420" cap="flat">
              <a:solidFill>
                <a:srgbClr val="96DEC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59" name="pg1459"/>
            <p:cNvSpPr/>
            <p:nvPr/>
          </p:nvSpPr>
          <p:spPr>
            <a:xfrm>
              <a:off x="5008496" y="368025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9ADFC4">
                <a:alpha val="100000"/>
              </a:srgbClr>
            </a:solidFill>
            <a:ln w="5420" cap="flat">
              <a:solidFill>
                <a:srgbClr val="9ADFC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60" name="pg1460"/>
            <p:cNvSpPr/>
            <p:nvPr/>
          </p:nvSpPr>
          <p:spPr>
            <a:xfrm>
              <a:off x="5020133" y="368025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9EE0C6">
                <a:alpha val="100000"/>
              </a:srgbClr>
            </a:solidFill>
            <a:ln w="5420" cap="flat">
              <a:solidFill>
                <a:srgbClr val="9EE0C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61" name="pg1461"/>
            <p:cNvSpPr/>
            <p:nvPr/>
          </p:nvSpPr>
          <p:spPr>
            <a:xfrm>
              <a:off x="5031771" y="368025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A1E1C7">
                <a:alpha val="100000"/>
              </a:srgbClr>
            </a:solidFill>
            <a:ln w="5420" cap="flat">
              <a:solidFill>
                <a:srgbClr val="A1E1C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62" name="pg1462"/>
            <p:cNvSpPr/>
            <p:nvPr/>
          </p:nvSpPr>
          <p:spPr>
            <a:xfrm>
              <a:off x="5043408" y="368025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A2E2C8">
                <a:alpha val="100000"/>
              </a:srgbClr>
            </a:solidFill>
            <a:ln w="5420" cap="flat">
              <a:solidFill>
                <a:srgbClr val="A2E2C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63" name="pg1463"/>
            <p:cNvSpPr/>
            <p:nvPr/>
          </p:nvSpPr>
          <p:spPr>
            <a:xfrm>
              <a:off x="5055045" y="368025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A4E2C8">
                <a:alpha val="100000"/>
              </a:srgbClr>
            </a:solidFill>
            <a:ln w="5420" cap="flat">
              <a:solidFill>
                <a:srgbClr val="A4E2C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64" name="pg1464"/>
            <p:cNvSpPr/>
            <p:nvPr/>
          </p:nvSpPr>
          <p:spPr>
            <a:xfrm>
              <a:off x="5066683" y="368025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A9E4CB">
                <a:alpha val="100000"/>
              </a:srgbClr>
            </a:solidFill>
            <a:ln w="5420" cap="flat">
              <a:solidFill>
                <a:srgbClr val="A9E4C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65" name="pg1465"/>
            <p:cNvSpPr/>
            <p:nvPr/>
          </p:nvSpPr>
          <p:spPr>
            <a:xfrm>
              <a:off x="5078320" y="368025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B1E6CF">
                <a:alpha val="100000"/>
              </a:srgbClr>
            </a:solidFill>
            <a:ln w="5420" cap="flat">
              <a:solidFill>
                <a:srgbClr val="B1E6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66" name="pg1466"/>
            <p:cNvSpPr/>
            <p:nvPr/>
          </p:nvSpPr>
          <p:spPr>
            <a:xfrm>
              <a:off x="5089957" y="368025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B9E9D3">
                <a:alpha val="100000"/>
              </a:srgbClr>
            </a:solidFill>
            <a:ln w="5420" cap="flat">
              <a:solidFill>
                <a:srgbClr val="B9E9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67" name="pg1467"/>
            <p:cNvSpPr/>
            <p:nvPr/>
          </p:nvSpPr>
          <p:spPr>
            <a:xfrm>
              <a:off x="5101595" y="368025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BCEAD4">
                <a:alpha val="100000"/>
              </a:srgbClr>
            </a:solidFill>
            <a:ln w="5420" cap="flat">
              <a:solidFill>
                <a:srgbClr val="BCEAD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68" name="pg1468"/>
            <p:cNvSpPr/>
            <p:nvPr/>
          </p:nvSpPr>
          <p:spPr>
            <a:xfrm>
              <a:off x="5113232" y="368025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B6E8D1">
                <a:alpha val="100000"/>
              </a:srgbClr>
            </a:solidFill>
            <a:ln w="5420" cap="flat">
              <a:solidFill>
                <a:srgbClr val="B6E8D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69" name="pg1469"/>
            <p:cNvSpPr/>
            <p:nvPr/>
          </p:nvSpPr>
          <p:spPr>
            <a:xfrm>
              <a:off x="5124869" y="368025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ADE5CD">
                <a:alpha val="100000"/>
              </a:srgbClr>
            </a:solidFill>
            <a:ln w="5420" cap="flat">
              <a:solidFill>
                <a:srgbClr val="ADE5C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70" name="pg1470"/>
            <p:cNvSpPr/>
            <p:nvPr/>
          </p:nvSpPr>
          <p:spPr>
            <a:xfrm>
              <a:off x="5136507" y="368025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A3E2C8">
                <a:alpha val="100000"/>
              </a:srgbClr>
            </a:solidFill>
            <a:ln w="5420" cap="flat">
              <a:solidFill>
                <a:srgbClr val="A3E2C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71" name="pg1471"/>
            <p:cNvSpPr/>
            <p:nvPr/>
          </p:nvSpPr>
          <p:spPr>
            <a:xfrm>
              <a:off x="5148144" y="368025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99DFC4">
                <a:alpha val="100000"/>
              </a:srgbClr>
            </a:solidFill>
            <a:ln w="5420" cap="flat">
              <a:solidFill>
                <a:srgbClr val="99DFC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72" name="pg1472"/>
            <p:cNvSpPr/>
            <p:nvPr/>
          </p:nvSpPr>
          <p:spPr>
            <a:xfrm>
              <a:off x="5159781" y="368025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91DCC0">
                <a:alpha val="100000"/>
              </a:srgbClr>
            </a:solidFill>
            <a:ln w="5420" cap="flat">
              <a:solidFill>
                <a:srgbClr val="91DCC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73" name="pg1473"/>
            <p:cNvSpPr/>
            <p:nvPr/>
          </p:nvSpPr>
          <p:spPr>
            <a:xfrm>
              <a:off x="5171419" y="368025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8ADABD">
                <a:alpha val="100000"/>
              </a:srgbClr>
            </a:solidFill>
            <a:ln w="5420" cap="flat">
              <a:solidFill>
                <a:srgbClr val="8ADAB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74" name="pg1474"/>
            <p:cNvSpPr/>
            <p:nvPr/>
          </p:nvSpPr>
          <p:spPr>
            <a:xfrm>
              <a:off x="5183056" y="368025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85D8BA">
                <a:alpha val="100000"/>
              </a:srgbClr>
            </a:solidFill>
            <a:ln w="5420" cap="flat">
              <a:solidFill>
                <a:srgbClr val="85D8B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75" name="pg1475"/>
            <p:cNvSpPr/>
            <p:nvPr/>
          </p:nvSpPr>
          <p:spPr>
            <a:xfrm>
              <a:off x="5194693" y="368025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80D7B9">
                <a:alpha val="100000"/>
              </a:srgbClr>
            </a:solidFill>
            <a:ln w="5420" cap="flat">
              <a:solidFill>
                <a:srgbClr val="80D7B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76" name="pg1476"/>
            <p:cNvSpPr/>
            <p:nvPr/>
          </p:nvSpPr>
          <p:spPr>
            <a:xfrm>
              <a:off x="5206331" y="368025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DD6B7">
                <a:alpha val="100000"/>
              </a:srgbClr>
            </a:solidFill>
            <a:ln w="5420" cap="flat">
              <a:solidFill>
                <a:srgbClr val="7DD6B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77" name="pg1477"/>
            <p:cNvSpPr/>
            <p:nvPr/>
          </p:nvSpPr>
          <p:spPr>
            <a:xfrm>
              <a:off x="5217968" y="368025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7D4B5">
                <a:alpha val="100000"/>
              </a:srgbClr>
            </a:solidFill>
            <a:ln w="5420" cap="flat">
              <a:solidFill>
                <a:srgbClr val="77D4B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78" name="pg1478"/>
            <p:cNvSpPr/>
            <p:nvPr/>
          </p:nvSpPr>
          <p:spPr>
            <a:xfrm>
              <a:off x="5229605" y="368025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4D3B3">
                <a:alpha val="100000"/>
              </a:srgbClr>
            </a:solidFill>
            <a:ln w="5420" cap="flat">
              <a:solidFill>
                <a:srgbClr val="74D3B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79" name="pg1479"/>
            <p:cNvSpPr/>
            <p:nvPr/>
          </p:nvSpPr>
          <p:spPr>
            <a:xfrm>
              <a:off x="5241243" y="368025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2D3B3">
                <a:alpha val="100000"/>
              </a:srgbClr>
            </a:solidFill>
            <a:ln w="5420" cap="flat">
              <a:solidFill>
                <a:srgbClr val="72D3B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80" name="pg1480"/>
            <p:cNvSpPr/>
            <p:nvPr/>
          </p:nvSpPr>
          <p:spPr>
            <a:xfrm>
              <a:off x="5252880" y="368025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FD2B2">
                <a:alpha val="100000"/>
              </a:srgbClr>
            </a:solidFill>
            <a:ln w="5420" cap="flat">
              <a:solidFill>
                <a:srgbClr val="6FD2B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81" name="pg1481"/>
            <p:cNvSpPr/>
            <p:nvPr/>
          </p:nvSpPr>
          <p:spPr>
            <a:xfrm>
              <a:off x="5264517" y="368025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ED2B1">
                <a:alpha val="100000"/>
              </a:srgbClr>
            </a:solidFill>
            <a:ln w="5420" cap="flat">
              <a:solidFill>
                <a:srgbClr val="6ED2B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82" name="pg1482"/>
            <p:cNvSpPr/>
            <p:nvPr/>
          </p:nvSpPr>
          <p:spPr>
            <a:xfrm>
              <a:off x="5008496" y="369455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97DEC2">
                <a:alpha val="100000"/>
              </a:srgbClr>
            </a:solidFill>
            <a:ln w="5420" cap="flat">
              <a:solidFill>
                <a:srgbClr val="97DEC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83" name="pg1483"/>
            <p:cNvSpPr/>
            <p:nvPr/>
          </p:nvSpPr>
          <p:spPr>
            <a:xfrm>
              <a:off x="5020133" y="369455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9BDFC4">
                <a:alpha val="100000"/>
              </a:srgbClr>
            </a:solidFill>
            <a:ln w="5420" cap="flat">
              <a:solidFill>
                <a:srgbClr val="9BDFC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84" name="pg1484"/>
            <p:cNvSpPr/>
            <p:nvPr/>
          </p:nvSpPr>
          <p:spPr>
            <a:xfrm>
              <a:off x="5031771" y="369455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9EE0C6">
                <a:alpha val="100000"/>
              </a:srgbClr>
            </a:solidFill>
            <a:ln w="5420" cap="flat">
              <a:solidFill>
                <a:srgbClr val="9EE0C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85" name="pg1485"/>
            <p:cNvSpPr/>
            <p:nvPr/>
          </p:nvSpPr>
          <p:spPr>
            <a:xfrm>
              <a:off x="5043408" y="369455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A2E1C7">
                <a:alpha val="100000"/>
              </a:srgbClr>
            </a:solidFill>
            <a:ln w="5420" cap="flat">
              <a:solidFill>
                <a:srgbClr val="A2E1C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86" name="pg1486"/>
            <p:cNvSpPr/>
            <p:nvPr/>
          </p:nvSpPr>
          <p:spPr>
            <a:xfrm>
              <a:off x="5055045" y="369455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A7E3CA">
                <a:alpha val="100000"/>
              </a:srgbClr>
            </a:solidFill>
            <a:ln w="5420" cap="flat">
              <a:solidFill>
                <a:srgbClr val="A7E3C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87" name="pg1487"/>
            <p:cNvSpPr/>
            <p:nvPr/>
          </p:nvSpPr>
          <p:spPr>
            <a:xfrm>
              <a:off x="5066683" y="369455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B1E6CE">
                <a:alpha val="100000"/>
              </a:srgbClr>
            </a:solidFill>
            <a:ln w="5420" cap="flat">
              <a:solidFill>
                <a:srgbClr val="B1E6C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88" name="pg1488"/>
            <p:cNvSpPr/>
            <p:nvPr/>
          </p:nvSpPr>
          <p:spPr>
            <a:xfrm>
              <a:off x="5078320" y="369455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BEEAD5">
                <a:alpha val="100000"/>
              </a:srgbClr>
            </a:solidFill>
            <a:ln w="5420" cap="flat">
              <a:solidFill>
                <a:srgbClr val="BEEAD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89" name="pg1489"/>
            <p:cNvSpPr/>
            <p:nvPr/>
          </p:nvSpPr>
          <p:spPr>
            <a:xfrm>
              <a:off x="5089957" y="369455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CAEEDB">
                <a:alpha val="100000"/>
              </a:srgbClr>
            </a:solidFill>
            <a:ln w="5420" cap="flat">
              <a:solidFill>
                <a:srgbClr val="CAEED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90" name="pg1490"/>
            <p:cNvSpPr/>
            <p:nvPr/>
          </p:nvSpPr>
          <p:spPr>
            <a:xfrm>
              <a:off x="5101595" y="369455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CCEFDC">
                <a:alpha val="100000"/>
              </a:srgbClr>
            </a:solidFill>
            <a:ln w="5420" cap="flat">
              <a:solidFill>
                <a:srgbClr val="CCEFD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91" name="pg1491"/>
            <p:cNvSpPr/>
            <p:nvPr/>
          </p:nvSpPr>
          <p:spPr>
            <a:xfrm>
              <a:off x="5113232" y="369455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C2ECD7">
                <a:alpha val="100000"/>
              </a:srgbClr>
            </a:solidFill>
            <a:ln w="5420" cap="flat">
              <a:solidFill>
                <a:srgbClr val="C2ECD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92" name="pg1492"/>
            <p:cNvSpPr/>
            <p:nvPr/>
          </p:nvSpPr>
          <p:spPr>
            <a:xfrm>
              <a:off x="5124869" y="369455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B5E7D0">
                <a:alpha val="100000"/>
              </a:srgbClr>
            </a:solidFill>
            <a:ln w="5420" cap="flat">
              <a:solidFill>
                <a:srgbClr val="B5E7D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93" name="pg1493"/>
            <p:cNvSpPr/>
            <p:nvPr/>
          </p:nvSpPr>
          <p:spPr>
            <a:xfrm>
              <a:off x="5136507" y="369455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A7E3CA">
                <a:alpha val="100000"/>
              </a:srgbClr>
            </a:solidFill>
            <a:ln w="5420" cap="flat">
              <a:solidFill>
                <a:srgbClr val="A7E3C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94" name="pg1494"/>
            <p:cNvSpPr/>
            <p:nvPr/>
          </p:nvSpPr>
          <p:spPr>
            <a:xfrm>
              <a:off x="5148144" y="369455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9BDFC4">
                <a:alpha val="100000"/>
              </a:srgbClr>
            </a:solidFill>
            <a:ln w="5420" cap="flat">
              <a:solidFill>
                <a:srgbClr val="9BDFC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95" name="pg1495"/>
            <p:cNvSpPr/>
            <p:nvPr/>
          </p:nvSpPr>
          <p:spPr>
            <a:xfrm>
              <a:off x="5159781" y="369455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91DCC0">
                <a:alpha val="100000"/>
              </a:srgbClr>
            </a:solidFill>
            <a:ln w="5420" cap="flat">
              <a:solidFill>
                <a:srgbClr val="91DCC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96" name="pg1496"/>
            <p:cNvSpPr/>
            <p:nvPr/>
          </p:nvSpPr>
          <p:spPr>
            <a:xfrm>
              <a:off x="5171419" y="369455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8ADABD">
                <a:alpha val="100000"/>
              </a:srgbClr>
            </a:solidFill>
            <a:ln w="5420" cap="flat">
              <a:solidFill>
                <a:srgbClr val="8ADAB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97" name="pg1497"/>
            <p:cNvSpPr/>
            <p:nvPr/>
          </p:nvSpPr>
          <p:spPr>
            <a:xfrm>
              <a:off x="5183056" y="369455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84D8BA">
                <a:alpha val="100000"/>
              </a:srgbClr>
            </a:solidFill>
            <a:ln w="5420" cap="flat">
              <a:solidFill>
                <a:srgbClr val="84D8B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98" name="pg1498"/>
            <p:cNvSpPr/>
            <p:nvPr/>
          </p:nvSpPr>
          <p:spPr>
            <a:xfrm>
              <a:off x="5194693" y="369455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80D7B8">
                <a:alpha val="100000"/>
              </a:srgbClr>
            </a:solidFill>
            <a:ln w="5420" cap="flat">
              <a:solidFill>
                <a:srgbClr val="80D7B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99" name="pg1499"/>
            <p:cNvSpPr/>
            <p:nvPr/>
          </p:nvSpPr>
          <p:spPr>
            <a:xfrm>
              <a:off x="5206331" y="369455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CD6B7">
                <a:alpha val="100000"/>
              </a:srgbClr>
            </a:solidFill>
            <a:ln w="5420" cap="flat">
              <a:solidFill>
                <a:srgbClr val="7CD6B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00" name="pg1500"/>
            <p:cNvSpPr/>
            <p:nvPr/>
          </p:nvSpPr>
          <p:spPr>
            <a:xfrm>
              <a:off x="5217968" y="369455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7D4B5">
                <a:alpha val="100000"/>
              </a:srgbClr>
            </a:solidFill>
            <a:ln w="5420" cap="flat">
              <a:solidFill>
                <a:srgbClr val="77D4B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01" name="pg1501"/>
            <p:cNvSpPr/>
            <p:nvPr/>
          </p:nvSpPr>
          <p:spPr>
            <a:xfrm>
              <a:off x="5229605" y="369455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4D3B4">
                <a:alpha val="100000"/>
              </a:srgbClr>
            </a:solidFill>
            <a:ln w="5420" cap="flat">
              <a:solidFill>
                <a:srgbClr val="74D3B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02" name="pg1502"/>
            <p:cNvSpPr/>
            <p:nvPr/>
          </p:nvSpPr>
          <p:spPr>
            <a:xfrm>
              <a:off x="5241243" y="369455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2D3B3">
                <a:alpha val="100000"/>
              </a:srgbClr>
            </a:solidFill>
            <a:ln w="5420" cap="flat">
              <a:solidFill>
                <a:srgbClr val="72D3B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03" name="pg1503"/>
            <p:cNvSpPr/>
            <p:nvPr/>
          </p:nvSpPr>
          <p:spPr>
            <a:xfrm>
              <a:off x="5252880" y="369455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0D2B2">
                <a:alpha val="100000"/>
              </a:srgbClr>
            </a:solidFill>
            <a:ln w="5420" cap="flat">
              <a:solidFill>
                <a:srgbClr val="70D2B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04" name="pg1504"/>
            <p:cNvSpPr/>
            <p:nvPr/>
          </p:nvSpPr>
          <p:spPr>
            <a:xfrm>
              <a:off x="5008496" y="370885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93DDC0">
                <a:alpha val="100000"/>
              </a:srgbClr>
            </a:solidFill>
            <a:ln w="5420" cap="flat">
              <a:solidFill>
                <a:srgbClr val="93DDC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05" name="pg1505"/>
            <p:cNvSpPr/>
            <p:nvPr/>
          </p:nvSpPr>
          <p:spPr>
            <a:xfrm>
              <a:off x="5020133" y="370885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96DEC2">
                <a:alpha val="100000"/>
              </a:srgbClr>
            </a:solidFill>
            <a:ln w="5420" cap="flat">
              <a:solidFill>
                <a:srgbClr val="96DEC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06" name="pg1506"/>
            <p:cNvSpPr/>
            <p:nvPr/>
          </p:nvSpPr>
          <p:spPr>
            <a:xfrm>
              <a:off x="5031771" y="370885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9BDFC4">
                <a:alpha val="100000"/>
              </a:srgbClr>
            </a:solidFill>
            <a:ln w="5420" cap="flat">
              <a:solidFill>
                <a:srgbClr val="9BDFC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07" name="pg1507"/>
            <p:cNvSpPr/>
            <p:nvPr/>
          </p:nvSpPr>
          <p:spPr>
            <a:xfrm>
              <a:off x="5043408" y="370885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A0E1C7">
                <a:alpha val="100000"/>
              </a:srgbClr>
            </a:solidFill>
            <a:ln w="5420" cap="flat">
              <a:solidFill>
                <a:srgbClr val="A0E1C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08" name="pg1508"/>
            <p:cNvSpPr/>
            <p:nvPr/>
          </p:nvSpPr>
          <p:spPr>
            <a:xfrm>
              <a:off x="5055045" y="370885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A9E4CB">
                <a:alpha val="100000"/>
              </a:srgbClr>
            </a:solidFill>
            <a:ln w="5420" cap="flat">
              <a:solidFill>
                <a:srgbClr val="A9E4C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09" name="pg1509"/>
            <p:cNvSpPr/>
            <p:nvPr/>
          </p:nvSpPr>
          <p:spPr>
            <a:xfrm>
              <a:off x="5066683" y="370885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B5E8D1">
                <a:alpha val="100000"/>
              </a:srgbClr>
            </a:solidFill>
            <a:ln w="5420" cap="flat">
              <a:solidFill>
                <a:srgbClr val="B5E8D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10" name="pg1510"/>
            <p:cNvSpPr/>
            <p:nvPr/>
          </p:nvSpPr>
          <p:spPr>
            <a:xfrm>
              <a:off x="5078320" y="370885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C5EDD8">
                <a:alpha val="100000"/>
              </a:srgbClr>
            </a:solidFill>
            <a:ln w="5420" cap="flat">
              <a:solidFill>
                <a:srgbClr val="C5EDD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11" name="pg1511"/>
            <p:cNvSpPr/>
            <p:nvPr/>
          </p:nvSpPr>
          <p:spPr>
            <a:xfrm>
              <a:off x="5089957" y="370885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D4F2E0">
                <a:alpha val="100000"/>
              </a:srgbClr>
            </a:solidFill>
            <a:ln w="5420" cap="flat">
              <a:solidFill>
                <a:srgbClr val="D4F2E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12" name="pg1512"/>
            <p:cNvSpPr/>
            <p:nvPr/>
          </p:nvSpPr>
          <p:spPr>
            <a:xfrm>
              <a:off x="5101595" y="370885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D6F2E1">
                <a:alpha val="100000"/>
              </a:srgbClr>
            </a:solidFill>
            <a:ln w="5420" cap="flat">
              <a:solidFill>
                <a:srgbClr val="D6F2E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13" name="pg1513"/>
            <p:cNvSpPr/>
            <p:nvPr/>
          </p:nvSpPr>
          <p:spPr>
            <a:xfrm>
              <a:off x="5113232" y="370885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C8EEDA">
                <a:alpha val="100000"/>
              </a:srgbClr>
            </a:solidFill>
            <a:ln w="5420" cap="flat">
              <a:solidFill>
                <a:srgbClr val="C8EED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14" name="pg1514"/>
            <p:cNvSpPr/>
            <p:nvPr/>
          </p:nvSpPr>
          <p:spPr>
            <a:xfrm>
              <a:off x="5124869" y="370885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B7E8D1">
                <a:alpha val="100000"/>
              </a:srgbClr>
            </a:solidFill>
            <a:ln w="5420" cap="flat">
              <a:solidFill>
                <a:srgbClr val="B7E8D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15" name="pg1515"/>
            <p:cNvSpPr/>
            <p:nvPr/>
          </p:nvSpPr>
          <p:spPr>
            <a:xfrm>
              <a:off x="5136507" y="370885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A6E3CA">
                <a:alpha val="100000"/>
              </a:srgbClr>
            </a:solidFill>
            <a:ln w="5420" cap="flat">
              <a:solidFill>
                <a:srgbClr val="A6E3C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16" name="pg1516"/>
            <p:cNvSpPr/>
            <p:nvPr/>
          </p:nvSpPr>
          <p:spPr>
            <a:xfrm>
              <a:off x="5148144" y="370885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99DFC3">
                <a:alpha val="100000"/>
              </a:srgbClr>
            </a:solidFill>
            <a:ln w="5420" cap="flat">
              <a:solidFill>
                <a:srgbClr val="99DFC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17" name="pg1517"/>
            <p:cNvSpPr/>
            <p:nvPr/>
          </p:nvSpPr>
          <p:spPr>
            <a:xfrm>
              <a:off x="5159781" y="370885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8EDBBF">
                <a:alpha val="100000"/>
              </a:srgbClr>
            </a:solidFill>
            <a:ln w="5420" cap="flat">
              <a:solidFill>
                <a:srgbClr val="8EDBB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18" name="pg1518"/>
            <p:cNvSpPr/>
            <p:nvPr/>
          </p:nvSpPr>
          <p:spPr>
            <a:xfrm>
              <a:off x="5171419" y="370885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87D9BB">
                <a:alpha val="100000"/>
              </a:srgbClr>
            </a:solidFill>
            <a:ln w="5420" cap="flat">
              <a:solidFill>
                <a:srgbClr val="87D9B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19" name="pg1519"/>
            <p:cNvSpPr/>
            <p:nvPr/>
          </p:nvSpPr>
          <p:spPr>
            <a:xfrm>
              <a:off x="5183056" y="370885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82D8B9">
                <a:alpha val="100000"/>
              </a:srgbClr>
            </a:solidFill>
            <a:ln w="5420" cap="flat">
              <a:solidFill>
                <a:srgbClr val="82D8B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20" name="pg1520"/>
            <p:cNvSpPr/>
            <p:nvPr/>
          </p:nvSpPr>
          <p:spPr>
            <a:xfrm>
              <a:off x="5194693" y="370885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FD7B8">
                <a:alpha val="100000"/>
              </a:srgbClr>
            </a:solidFill>
            <a:ln w="5420" cap="flat">
              <a:solidFill>
                <a:srgbClr val="7FD7B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21" name="pg1521"/>
            <p:cNvSpPr/>
            <p:nvPr/>
          </p:nvSpPr>
          <p:spPr>
            <a:xfrm>
              <a:off x="5206331" y="370885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CD6B7">
                <a:alpha val="100000"/>
              </a:srgbClr>
            </a:solidFill>
            <a:ln w="5420" cap="flat">
              <a:solidFill>
                <a:srgbClr val="7CD6B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22" name="pg1522"/>
            <p:cNvSpPr/>
            <p:nvPr/>
          </p:nvSpPr>
          <p:spPr>
            <a:xfrm>
              <a:off x="5217968" y="370885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7D4B5">
                <a:alpha val="100000"/>
              </a:srgbClr>
            </a:solidFill>
            <a:ln w="5420" cap="flat">
              <a:solidFill>
                <a:srgbClr val="77D4B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23" name="pg1523"/>
            <p:cNvSpPr/>
            <p:nvPr/>
          </p:nvSpPr>
          <p:spPr>
            <a:xfrm>
              <a:off x="5229605" y="370885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4D3B4">
                <a:alpha val="100000"/>
              </a:srgbClr>
            </a:solidFill>
            <a:ln w="5420" cap="flat">
              <a:solidFill>
                <a:srgbClr val="74D3B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24" name="pg1524"/>
            <p:cNvSpPr/>
            <p:nvPr/>
          </p:nvSpPr>
          <p:spPr>
            <a:xfrm>
              <a:off x="5241243" y="370885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2D3B3">
                <a:alpha val="100000"/>
              </a:srgbClr>
            </a:solidFill>
            <a:ln w="5420" cap="flat">
              <a:solidFill>
                <a:srgbClr val="72D3B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25" name="pg1525"/>
            <p:cNvSpPr/>
            <p:nvPr/>
          </p:nvSpPr>
          <p:spPr>
            <a:xfrm>
              <a:off x="5031771" y="372315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95DDC1">
                <a:alpha val="100000"/>
              </a:srgbClr>
            </a:solidFill>
            <a:ln w="5420" cap="flat">
              <a:solidFill>
                <a:srgbClr val="95DDC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26" name="pg1526"/>
            <p:cNvSpPr/>
            <p:nvPr/>
          </p:nvSpPr>
          <p:spPr>
            <a:xfrm>
              <a:off x="5043408" y="372315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9BDFC4">
                <a:alpha val="100000"/>
              </a:srgbClr>
            </a:solidFill>
            <a:ln w="5420" cap="flat">
              <a:solidFill>
                <a:srgbClr val="9BDFC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27" name="pg1527"/>
            <p:cNvSpPr/>
            <p:nvPr/>
          </p:nvSpPr>
          <p:spPr>
            <a:xfrm>
              <a:off x="5055045" y="372315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A4E2C9">
                <a:alpha val="100000"/>
              </a:srgbClr>
            </a:solidFill>
            <a:ln w="5420" cap="flat">
              <a:solidFill>
                <a:srgbClr val="A4E2C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28" name="pg1528"/>
            <p:cNvSpPr/>
            <p:nvPr/>
          </p:nvSpPr>
          <p:spPr>
            <a:xfrm>
              <a:off x="5066683" y="372315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B1E6CE">
                <a:alpha val="100000"/>
              </a:srgbClr>
            </a:solidFill>
            <a:ln w="5420" cap="flat">
              <a:solidFill>
                <a:srgbClr val="B1E6C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29" name="pg1529"/>
            <p:cNvSpPr/>
            <p:nvPr/>
          </p:nvSpPr>
          <p:spPr>
            <a:xfrm>
              <a:off x="5078320" y="372315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C0EBD6">
                <a:alpha val="100000"/>
              </a:srgbClr>
            </a:solidFill>
            <a:ln w="5420" cap="flat">
              <a:solidFill>
                <a:srgbClr val="C0EBD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30" name="pg1530"/>
            <p:cNvSpPr/>
            <p:nvPr/>
          </p:nvSpPr>
          <p:spPr>
            <a:xfrm>
              <a:off x="5089957" y="372315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CEF0DD">
                <a:alpha val="100000"/>
              </a:srgbClr>
            </a:solidFill>
            <a:ln w="5420" cap="flat">
              <a:solidFill>
                <a:srgbClr val="CEF0D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31" name="pg1531"/>
            <p:cNvSpPr/>
            <p:nvPr/>
          </p:nvSpPr>
          <p:spPr>
            <a:xfrm>
              <a:off x="5101595" y="372315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CFF0DD">
                <a:alpha val="100000"/>
              </a:srgbClr>
            </a:solidFill>
            <a:ln w="5420" cap="flat">
              <a:solidFill>
                <a:srgbClr val="CFF0D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32" name="pg1532"/>
            <p:cNvSpPr/>
            <p:nvPr/>
          </p:nvSpPr>
          <p:spPr>
            <a:xfrm>
              <a:off x="5113232" y="372315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C1ECD6">
                <a:alpha val="100000"/>
              </a:srgbClr>
            </a:solidFill>
            <a:ln w="5420" cap="flat">
              <a:solidFill>
                <a:srgbClr val="C1ECD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33" name="pg1533"/>
            <p:cNvSpPr/>
            <p:nvPr/>
          </p:nvSpPr>
          <p:spPr>
            <a:xfrm>
              <a:off x="5124869" y="372315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B0E6CE">
                <a:alpha val="100000"/>
              </a:srgbClr>
            </a:solidFill>
            <a:ln w="5420" cap="flat">
              <a:solidFill>
                <a:srgbClr val="B0E6C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34" name="pg1534"/>
            <p:cNvSpPr/>
            <p:nvPr/>
          </p:nvSpPr>
          <p:spPr>
            <a:xfrm>
              <a:off x="5136507" y="372315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9FE1C6">
                <a:alpha val="100000"/>
              </a:srgbClr>
            </a:solidFill>
            <a:ln w="5420" cap="flat">
              <a:solidFill>
                <a:srgbClr val="9FE1C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35" name="pg1535"/>
            <p:cNvSpPr/>
            <p:nvPr/>
          </p:nvSpPr>
          <p:spPr>
            <a:xfrm>
              <a:off x="5148144" y="372315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92DCC0">
                <a:alpha val="100000"/>
              </a:srgbClr>
            </a:solidFill>
            <a:ln w="5420" cap="flat">
              <a:solidFill>
                <a:srgbClr val="92DCC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36" name="pg1536"/>
            <p:cNvSpPr/>
            <p:nvPr/>
          </p:nvSpPr>
          <p:spPr>
            <a:xfrm>
              <a:off x="5159781" y="372315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89DABC">
                <a:alpha val="100000"/>
              </a:srgbClr>
            </a:solidFill>
            <a:ln w="5420" cap="flat">
              <a:solidFill>
                <a:srgbClr val="89DAB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37" name="pg1537"/>
            <p:cNvSpPr/>
            <p:nvPr/>
          </p:nvSpPr>
          <p:spPr>
            <a:xfrm>
              <a:off x="5171419" y="372315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83D8BA">
                <a:alpha val="100000"/>
              </a:srgbClr>
            </a:solidFill>
            <a:ln w="5420" cap="flat">
              <a:solidFill>
                <a:srgbClr val="83D8B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38" name="pg1538"/>
            <p:cNvSpPr/>
            <p:nvPr/>
          </p:nvSpPr>
          <p:spPr>
            <a:xfrm>
              <a:off x="5183056" y="372315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FD7B8">
                <a:alpha val="100000"/>
              </a:srgbClr>
            </a:solidFill>
            <a:ln w="5420" cap="flat">
              <a:solidFill>
                <a:srgbClr val="7FD7B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39" name="pg1539"/>
            <p:cNvSpPr/>
            <p:nvPr/>
          </p:nvSpPr>
          <p:spPr>
            <a:xfrm>
              <a:off x="5194693" y="372315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DD6B7">
                <a:alpha val="100000"/>
              </a:srgbClr>
            </a:solidFill>
            <a:ln w="5420" cap="flat">
              <a:solidFill>
                <a:srgbClr val="7DD6B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40" name="pg1540"/>
            <p:cNvSpPr/>
            <p:nvPr/>
          </p:nvSpPr>
          <p:spPr>
            <a:xfrm>
              <a:off x="5206331" y="372315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BD5B6">
                <a:alpha val="100000"/>
              </a:srgbClr>
            </a:solidFill>
            <a:ln w="5420" cap="flat">
              <a:solidFill>
                <a:srgbClr val="7BD5B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41" name="pg1541"/>
            <p:cNvSpPr/>
            <p:nvPr/>
          </p:nvSpPr>
          <p:spPr>
            <a:xfrm>
              <a:off x="5217968" y="372315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7D4B4">
                <a:alpha val="100000"/>
              </a:srgbClr>
            </a:solidFill>
            <a:ln w="5420" cap="flat">
              <a:solidFill>
                <a:srgbClr val="77D4B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42" name="pg1542"/>
            <p:cNvSpPr/>
            <p:nvPr/>
          </p:nvSpPr>
          <p:spPr>
            <a:xfrm>
              <a:off x="5229605" y="372315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4D4B4">
                <a:alpha val="100000"/>
              </a:srgbClr>
            </a:solidFill>
            <a:ln w="5420" cap="flat">
              <a:solidFill>
                <a:srgbClr val="74D4B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43" name="pg1543"/>
            <p:cNvSpPr/>
            <p:nvPr/>
          </p:nvSpPr>
          <p:spPr>
            <a:xfrm>
              <a:off x="5043408" y="373745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91DCC0">
                <a:alpha val="100000"/>
              </a:srgbClr>
            </a:solidFill>
            <a:ln w="5420" cap="flat">
              <a:solidFill>
                <a:srgbClr val="91DCC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44" name="pg1544"/>
            <p:cNvSpPr/>
            <p:nvPr/>
          </p:nvSpPr>
          <p:spPr>
            <a:xfrm>
              <a:off x="5055045" y="373745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99DEC3">
                <a:alpha val="100000"/>
              </a:srgbClr>
            </a:solidFill>
            <a:ln w="5420" cap="flat">
              <a:solidFill>
                <a:srgbClr val="99DEC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45" name="pg1545"/>
            <p:cNvSpPr/>
            <p:nvPr/>
          </p:nvSpPr>
          <p:spPr>
            <a:xfrm>
              <a:off x="5066683" y="373745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A2E2C8">
                <a:alpha val="100000"/>
              </a:srgbClr>
            </a:solidFill>
            <a:ln w="5420" cap="flat">
              <a:solidFill>
                <a:srgbClr val="A2E2C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46" name="pg1546"/>
            <p:cNvSpPr/>
            <p:nvPr/>
          </p:nvSpPr>
          <p:spPr>
            <a:xfrm>
              <a:off x="5078320" y="373745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AEE5CD">
                <a:alpha val="100000"/>
              </a:srgbClr>
            </a:solidFill>
            <a:ln w="5420" cap="flat">
              <a:solidFill>
                <a:srgbClr val="AEE5C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47" name="pg1547"/>
            <p:cNvSpPr/>
            <p:nvPr/>
          </p:nvSpPr>
          <p:spPr>
            <a:xfrm>
              <a:off x="5089957" y="373745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B8E8D2">
                <a:alpha val="100000"/>
              </a:srgbClr>
            </a:solidFill>
            <a:ln w="5420" cap="flat">
              <a:solidFill>
                <a:srgbClr val="B8E8D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48" name="pg1548"/>
            <p:cNvSpPr/>
            <p:nvPr/>
          </p:nvSpPr>
          <p:spPr>
            <a:xfrm>
              <a:off x="5101595" y="373745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B8E9D2">
                <a:alpha val="100000"/>
              </a:srgbClr>
            </a:solidFill>
            <a:ln w="5420" cap="flat">
              <a:solidFill>
                <a:srgbClr val="B8E9D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49" name="pg1549"/>
            <p:cNvSpPr/>
            <p:nvPr/>
          </p:nvSpPr>
          <p:spPr>
            <a:xfrm>
              <a:off x="5113232" y="373745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ADE5CD">
                <a:alpha val="100000"/>
              </a:srgbClr>
            </a:solidFill>
            <a:ln w="5420" cap="flat">
              <a:solidFill>
                <a:srgbClr val="ADE5C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50" name="pg1550"/>
            <p:cNvSpPr/>
            <p:nvPr/>
          </p:nvSpPr>
          <p:spPr>
            <a:xfrm>
              <a:off x="5124869" y="373745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A0E1C7">
                <a:alpha val="100000"/>
              </a:srgbClr>
            </a:solidFill>
            <a:ln w="5420" cap="flat">
              <a:solidFill>
                <a:srgbClr val="A0E1C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51" name="pg1551"/>
            <p:cNvSpPr/>
            <p:nvPr/>
          </p:nvSpPr>
          <p:spPr>
            <a:xfrm>
              <a:off x="5136507" y="373745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93DDC1">
                <a:alpha val="100000"/>
              </a:srgbClr>
            </a:solidFill>
            <a:ln w="5420" cap="flat">
              <a:solidFill>
                <a:srgbClr val="93DDC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52" name="pg1552"/>
            <p:cNvSpPr/>
            <p:nvPr/>
          </p:nvSpPr>
          <p:spPr>
            <a:xfrm>
              <a:off x="5148144" y="373745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89DABC">
                <a:alpha val="100000"/>
              </a:srgbClr>
            </a:solidFill>
            <a:ln w="5420" cap="flat">
              <a:solidFill>
                <a:srgbClr val="89DAB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53" name="pg1553"/>
            <p:cNvSpPr/>
            <p:nvPr/>
          </p:nvSpPr>
          <p:spPr>
            <a:xfrm>
              <a:off x="5159781" y="373745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82D8B9">
                <a:alpha val="100000"/>
              </a:srgbClr>
            </a:solidFill>
            <a:ln w="5420" cap="flat">
              <a:solidFill>
                <a:srgbClr val="82D8B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54" name="pg1554"/>
            <p:cNvSpPr/>
            <p:nvPr/>
          </p:nvSpPr>
          <p:spPr>
            <a:xfrm>
              <a:off x="5171419" y="373745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FD7B8">
                <a:alpha val="100000"/>
              </a:srgbClr>
            </a:solidFill>
            <a:ln w="5420" cap="flat">
              <a:solidFill>
                <a:srgbClr val="7FD7B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55" name="pg1555"/>
            <p:cNvSpPr/>
            <p:nvPr/>
          </p:nvSpPr>
          <p:spPr>
            <a:xfrm>
              <a:off x="5183056" y="373745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DD6B7">
                <a:alpha val="100000"/>
              </a:srgbClr>
            </a:solidFill>
            <a:ln w="5420" cap="flat">
              <a:solidFill>
                <a:srgbClr val="7DD6B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56" name="pg1556"/>
            <p:cNvSpPr/>
            <p:nvPr/>
          </p:nvSpPr>
          <p:spPr>
            <a:xfrm>
              <a:off x="5194693" y="373745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CD6B7">
                <a:alpha val="100000"/>
              </a:srgbClr>
            </a:solidFill>
            <a:ln w="5420" cap="flat">
              <a:solidFill>
                <a:srgbClr val="7CD6B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57" name="pg1557"/>
            <p:cNvSpPr/>
            <p:nvPr/>
          </p:nvSpPr>
          <p:spPr>
            <a:xfrm>
              <a:off x="5206331" y="373745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BD5B6">
                <a:alpha val="100000"/>
              </a:srgbClr>
            </a:solidFill>
            <a:ln w="5420" cap="flat">
              <a:solidFill>
                <a:srgbClr val="7BD5B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58" name="pg1558"/>
            <p:cNvSpPr/>
            <p:nvPr/>
          </p:nvSpPr>
          <p:spPr>
            <a:xfrm>
              <a:off x="5217968" y="373745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6D4B4">
                <a:alpha val="100000"/>
              </a:srgbClr>
            </a:solidFill>
            <a:ln w="5420" cap="flat">
              <a:solidFill>
                <a:srgbClr val="76D4B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59" name="pg1559"/>
            <p:cNvSpPr/>
            <p:nvPr/>
          </p:nvSpPr>
          <p:spPr>
            <a:xfrm>
              <a:off x="5055045" y="375175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87D9BB">
                <a:alpha val="100000"/>
              </a:srgbClr>
            </a:solidFill>
            <a:ln w="5420" cap="flat">
              <a:solidFill>
                <a:srgbClr val="87D9B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60" name="pg1560"/>
            <p:cNvSpPr/>
            <p:nvPr/>
          </p:nvSpPr>
          <p:spPr>
            <a:xfrm>
              <a:off x="5066683" y="375175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8DDBBE">
                <a:alpha val="100000"/>
              </a:srgbClr>
            </a:solidFill>
            <a:ln w="5420" cap="flat">
              <a:solidFill>
                <a:srgbClr val="8DDBB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61" name="pg1561"/>
            <p:cNvSpPr/>
            <p:nvPr/>
          </p:nvSpPr>
          <p:spPr>
            <a:xfrm>
              <a:off x="5078320" y="375175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93DDC1">
                <a:alpha val="100000"/>
              </a:srgbClr>
            </a:solidFill>
            <a:ln w="5420" cap="flat">
              <a:solidFill>
                <a:srgbClr val="93DDC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62" name="pg1562"/>
            <p:cNvSpPr/>
            <p:nvPr/>
          </p:nvSpPr>
          <p:spPr>
            <a:xfrm>
              <a:off x="5089957" y="375175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99DFC3">
                <a:alpha val="100000"/>
              </a:srgbClr>
            </a:solidFill>
            <a:ln w="5420" cap="flat">
              <a:solidFill>
                <a:srgbClr val="99DFC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63" name="pg1563"/>
            <p:cNvSpPr/>
            <p:nvPr/>
          </p:nvSpPr>
          <p:spPr>
            <a:xfrm>
              <a:off x="5101595" y="375175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9ADFC4">
                <a:alpha val="100000"/>
              </a:srgbClr>
            </a:solidFill>
            <a:ln w="5420" cap="flat">
              <a:solidFill>
                <a:srgbClr val="9ADFC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64" name="pg1564"/>
            <p:cNvSpPr/>
            <p:nvPr/>
          </p:nvSpPr>
          <p:spPr>
            <a:xfrm>
              <a:off x="5113232" y="375175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94DDC1">
                <a:alpha val="100000"/>
              </a:srgbClr>
            </a:solidFill>
            <a:ln w="5420" cap="flat">
              <a:solidFill>
                <a:srgbClr val="94DDC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65" name="pg1565"/>
            <p:cNvSpPr/>
            <p:nvPr/>
          </p:nvSpPr>
          <p:spPr>
            <a:xfrm>
              <a:off x="5124869" y="375175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8DDBBE">
                <a:alpha val="100000"/>
              </a:srgbClr>
            </a:solidFill>
            <a:ln w="5420" cap="flat">
              <a:solidFill>
                <a:srgbClr val="8DDBB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66" name="pg1566"/>
            <p:cNvSpPr/>
            <p:nvPr/>
          </p:nvSpPr>
          <p:spPr>
            <a:xfrm>
              <a:off x="5136507" y="375175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86D9BB">
                <a:alpha val="100000"/>
              </a:srgbClr>
            </a:solidFill>
            <a:ln w="5420" cap="flat">
              <a:solidFill>
                <a:srgbClr val="86D9B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67" name="pg1567"/>
            <p:cNvSpPr/>
            <p:nvPr/>
          </p:nvSpPr>
          <p:spPr>
            <a:xfrm>
              <a:off x="5148144" y="375175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81D7B9">
                <a:alpha val="100000"/>
              </a:srgbClr>
            </a:solidFill>
            <a:ln w="5420" cap="flat">
              <a:solidFill>
                <a:srgbClr val="81D7B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68" name="pg1568"/>
            <p:cNvSpPr/>
            <p:nvPr/>
          </p:nvSpPr>
          <p:spPr>
            <a:xfrm>
              <a:off x="5159781" y="375175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ED6B7">
                <a:alpha val="100000"/>
              </a:srgbClr>
            </a:solidFill>
            <a:ln w="5420" cap="flat">
              <a:solidFill>
                <a:srgbClr val="7ED6B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69" name="pg1569"/>
            <p:cNvSpPr/>
            <p:nvPr/>
          </p:nvSpPr>
          <p:spPr>
            <a:xfrm>
              <a:off x="5171419" y="375175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DD6B7">
                <a:alpha val="100000"/>
              </a:srgbClr>
            </a:solidFill>
            <a:ln w="5420" cap="flat">
              <a:solidFill>
                <a:srgbClr val="7DD6B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70" name="pg1570"/>
            <p:cNvSpPr/>
            <p:nvPr/>
          </p:nvSpPr>
          <p:spPr>
            <a:xfrm>
              <a:off x="5183056" y="375175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DD6B7">
                <a:alpha val="100000"/>
              </a:srgbClr>
            </a:solidFill>
            <a:ln w="5420" cap="flat">
              <a:solidFill>
                <a:srgbClr val="7DD6B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71" name="pg1571"/>
            <p:cNvSpPr/>
            <p:nvPr/>
          </p:nvSpPr>
          <p:spPr>
            <a:xfrm>
              <a:off x="5194693" y="375175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CD6B7">
                <a:alpha val="100000"/>
              </a:srgbClr>
            </a:solidFill>
            <a:ln w="5420" cap="flat">
              <a:solidFill>
                <a:srgbClr val="7CD6B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72" name="pg1572"/>
            <p:cNvSpPr/>
            <p:nvPr/>
          </p:nvSpPr>
          <p:spPr>
            <a:xfrm>
              <a:off x="5206331" y="375175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BD5B6">
                <a:alpha val="100000"/>
              </a:srgbClr>
            </a:solidFill>
            <a:ln w="5420" cap="flat">
              <a:solidFill>
                <a:srgbClr val="7BD5B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73" name="pg1573"/>
            <p:cNvSpPr/>
            <p:nvPr/>
          </p:nvSpPr>
          <p:spPr>
            <a:xfrm>
              <a:off x="5217968" y="375175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7D4B5">
                <a:alpha val="100000"/>
              </a:srgbClr>
            </a:solidFill>
            <a:ln w="5420" cap="flat">
              <a:solidFill>
                <a:srgbClr val="77D4B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74" name="pg1574"/>
            <p:cNvSpPr/>
            <p:nvPr/>
          </p:nvSpPr>
          <p:spPr>
            <a:xfrm>
              <a:off x="5008496" y="376605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7D0AF">
                <a:alpha val="100000"/>
              </a:srgbClr>
            </a:solidFill>
            <a:ln w="5420" cap="flat">
              <a:solidFill>
                <a:srgbClr val="67D0A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75" name="pg1575"/>
            <p:cNvSpPr/>
            <p:nvPr/>
          </p:nvSpPr>
          <p:spPr>
            <a:xfrm>
              <a:off x="5020133" y="376605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8D0AF">
                <a:alpha val="100000"/>
              </a:srgbClr>
            </a:solidFill>
            <a:ln w="5420" cap="flat">
              <a:solidFill>
                <a:srgbClr val="68D0A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76" name="pg1576"/>
            <p:cNvSpPr/>
            <p:nvPr/>
          </p:nvSpPr>
          <p:spPr>
            <a:xfrm>
              <a:off x="5031771" y="376605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8D0AF">
                <a:alpha val="100000"/>
              </a:srgbClr>
            </a:solidFill>
            <a:ln w="5420" cap="flat">
              <a:solidFill>
                <a:srgbClr val="68D0A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77" name="pg1577"/>
            <p:cNvSpPr/>
            <p:nvPr/>
          </p:nvSpPr>
          <p:spPr>
            <a:xfrm>
              <a:off x="5043408" y="376605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FD2B1">
                <a:alpha val="100000"/>
              </a:srgbClr>
            </a:solidFill>
            <a:ln w="5420" cap="flat">
              <a:solidFill>
                <a:srgbClr val="6FD2B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78" name="pg1578"/>
            <p:cNvSpPr/>
            <p:nvPr/>
          </p:nvSpPr>
          <p:spPr>
            <a:xfrm>
              <a:off x="5055045" y="376605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2D3B3">
                <a:alpha val="100000"/>
              </a:srgbClr>
            </a:solidFill>
            <a:ln w="5420" cap="flat">
              <a:solidFill>
                <a:srgbClr val="72D3B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79" name="pg1579"/>
            <p:cNvSpPr/>
            <p:nvPr/>
          </p:nvSpPr>
          <p:spPr>
            <a:xfrm>
              <a:off x="5066683" y="376605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4D3B3">
                <a:alpha val="100000"/>
              </a:srgbClr>
            </a:solidFill>
            <a:ln w="5420" cap="flat">
              <a:solidFill>
                <a:srgbClr val="74D3B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80" name="pg1580"/>
            <p:cNvSpPr/>
            <p:nvPr/>
          </p:nvSpPr>
          <p:spPr>
            <a:xfrm>
              <a:off x="5078320" y="376605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7D4B4">
                <a:alpha val="100000"/>
              </a:srgbClr>
            </a:solidFill>
            <a:ln w="5420" cap="flat">
              <a:solidFill>
                <a:srgbClr val="77D4B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81" name="pg1581"/>
            <p:cNvSpPr/>
            <p:nvPr/>
          </p:nvSpPr>
          <p:spPr>
            <a:xfrm>
              <a:off x="5089957" y="376605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9D5B5">
                <a:alpha val="100000"/>
              </a:srgbClr>
            </a:solidFill>
            <a:ln w="5420" cap="flat">
              <a:solidFill>
                <a:srgbClr val="79D5B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82" name="pg1582"/>
            <p:cNvSpPr/>
            <p:nvPr/>
          </p:nvSpPr>
          <p:spPr>
            <a:xfrm>
              <a:off x="5101595" y="376605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BD6B6">
                <a:alpha val="100000"/>
              </a:srgbClr>
            </a:solidFill>
            <a:ln w="5420" cap="flat">
              <a:solidFill>
                <a:srgbClr val="7BD6B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83" name="pg1583"/>
            <p:cNvSpPr/>
            <p:nvPr/>
          </p:nvSpPr>
          <p:spPr>
            <a:xfrm>
              <a:off x="5113232" y="376605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BD5B6">
                <a:alpha val="100000"/>
              </a:srgbClr>
            </a:solidFill>
            <a:ln w="5420" cap="flat">
              <a:solidFill>
                <a:srgbClr val="7BD5B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84" name="pg1584"/>
            <p:cNvSpPr/>
            <p:nvPr/>
          </p:nvSpPr>
          <p:spPr>
            <a:xfrm>
              <a:off x="5124869" y="376605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AD5B6">
                <a:alpha val="100000"/>
              </a:srgbClr>
            </a:solidFill>
            <a:ln w="5420" cap="flat">
              <a:solidFill>
                <a:srgbClr val="7AD5B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85" name="pg1585"/>
            <p:cNvSpPr/>
            <p:nvPr/>
          </p:nvSpPr>
          <p:spPr>
            <a:xfrm>
              <a:off x="5136507" y="376605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9D5B6">
                <a:alpha val="100000"/>
              </a:srgbClr>
            </a:solidFill>
            <a:ln w="5420" cap="flat">
              <a:solidFill>
                <a:srgbClr val="79D5B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86" name="pg1586"/>
            <p:cNvSpPr/>
            <p:nvPr/>
          </p:nvSpPr>
          <p:spPr>
            <a:xfrm>
              <a:off x="5148144" y="376605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9D5B6">
                <a:alpha val="100000"/>
              </a:srgbClr>
            </a:solidFill>
            <a:ln w="5420" cap="flat">
              <a:solidFill>
                <a:srgbClr val="79D5B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87" name="pg1587"/>
            <p:cNvSpPr/>
            <p:nvPr/>
          </p:nvSpPr>
          <p:spPr>
            <a:xfrm>
              <a:off x="5159781" y="376605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BD5B6">
                <a:alpha val="100000"/>
              </a:srgbClr>
            </a:solidFill>
            <a:ln w="5420" cap="flat">
              <a:solidFill>
                <a:srgbClr val="7BD5B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88" name="pg1588"/>
            <p:cNvSpPr/>
            <p:nvPr/>
          </p:nvSpPr>
          <p:spPr>
            <a:xfrm>
              <a:off x="5171419" y="376605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CD6B7">
                <a:alpha val="100000"/>
              </a:srgbClr>
            </a:solidFill>
            <a:ln w="5420" cap="flat">
              <a:solidFill>
                <a:srgbClr val="7CD6B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89" name="pg1589"/>
            <p:cNvSpPr/>
            <p:nvPr/>
          </p:nvSpPr>
          <p:spPr>
            <a:xfrm>
              <a:off x="5183056" y="376605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DD6B7">
                <a:alpha val="100000"/>
              </a:srgbClr>
            </a:solidFill>
            <a:ln w="5420" cap="flat">
              <a:solidFill>
                <a:srgbClr val="7DD6B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90" name="pg1590"/>
            <p:cNvSpPr/>
            <p:nvPr/>
          </p:nvSpPr>
          <p:spPr>
            <a:xfrm>
              <a:off x="5194693" y="376605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CD6B7">
                <a:alpha val="100000"/>
              </a:srgbClr>
            </a:solidFill>
            <a:ln w="5420" cap="flat">
              <a:solidFill>
                <a:srgbClr val="7CD6B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91" name="pg1591"/>
            <p:cNvSpPr/>
            <p:nvPr/>
          </p:nvSpPr>
          <p:spPr>
            <a:xfrm>
              <a:off x="5206331" y="376605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AD5B6">
                <a:alpha val="100000"/>
              </a:srgbClr>
            </a:solidFill>
            <a:ln w="5420" cap="flat">
              <a:solidFill>
                <a:srgbClr val="7AD5B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92" name="pg1592"/>
            <p:cNvSpPr/>
            <p:nvPr/>
          </p:nvSpPr>
          <p:spPr>
            <a:xfrm>
              <a:off x="4996859" y="378035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0CEAC">
                <a:alpha val="100000"/>
              </a:srgbClr>
            </a:solidFill>
            <a:ln w="5420" cap="flat">
              <a:solidFill>
                <a:srgbClr val="60CE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93" name="pg1593"/>
            <p:cNvSpPr/>
            <p:nvPr/>
          </p:nvSpPr>
          <p:spPr>
            <a:xfrm>
              <a:off x="5008496" y="378035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0CEAC">
                <a:alpha val="100000"/>
              </a:srgbClr>
            </a:solidFill>
            <a:ln w="5420" cap="flat">
              <a:solidFill>
                <a:srgbClr val="60CE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94" name="pg1594"/>
            <p:cNvSpPr/>
            <p:nvPr/>
          </p:nvSpPr>
          <p:spPr>
            <a:xfrm>
              <a:off x="5020133" y="378035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0CDAC">
                <a:alpha val="100000"/>
              </a:srgbClr>
            </a:solidFill>
            <a:ln w="5420" cap="flat">
              <a:solidFill>
                <a:srgbClr val="60CD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95" name="pg1595"/>
            <p:cNvSpPr/>
            <p:nvPr/>
          </p:nvSpPr>
          <p:spPr>
            <a:xfrm>
              <a:off x="5031771" y="378035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FCDAC">
                <a:alpha val="100000"/>
              </a:srgbClr>
            </a:solidFill>
            <a:ln w="5420" cap="flat">
              <a:solidFill>
                <a:srgbClr val="5FCD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96" name="pg1596"/>
            <p:cNvSpPr/>
            <p:nvPr/>
          </p:nvSpPr>
          <p:spPr>
            <a:xfrm>
              <a:off x="5043408" y="378035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FCDAC">
                <a:alpha val="100000"/>
              </a:srgbClr>
            </a:solidFill>
            <a:ln w="5420" cap="flat">
              <a:solidFill>
                <a:srgbClr val="5FCD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97" name="pg1597"/>
            <p:cNvSpPr/>
            <p:nvPr/>
          </p:nvSpPr>
          <p:spPr>
            <a:xfrm>
              <a:off x="5055045" y="378035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FCCAC">
                <a:alpha val="100000"/>
              </a:srgbClr>
            </a:solidFill>
            <a:ln w="5420" cap="flat">
              <a:solidFill>
                <a:srgbClr val="5FCC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98" name="pg1598"/>
            <p:cNvSpPr/>
            <p:nvPr/>
          </p:nvSpPr>
          <p:spPr>
            <a:xfrm>
              <a:off x="5066683" y="378035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FCCAC">
                <a:alpha val="100000"/>
              </a:srgbClr>
            </a:solidFill>
            <a:ln w="5420" cap="flat">
              <a:solidFill>
                <a:srgbClr val="5FCC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99" name="pg1599"/>
            <p:cNvSpPr/>
            <p:nvPr/>
          </p:nvSpPr>
          <p:spPr>
            <a:xfrm>
              <a:off x="5078320" y="378035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FCDAC">
                <a:alpha val="100000"/>
              </a:srgbClr>
            </a:solidFill>
            <a:ln w="5420" cap="flat">
              <a:solidFill>
                <a:srgbClr val="5FCD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00" name="pg1600"/>
            <p:cNvSpPr/>
            <p:nvPr/>
          </p:nvSpPr>
          <p:spPr>
            <a:xfrm>
              <a:off x="5089957" y="378035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0CDAC">
                <a:alpha val="100000"/>
              </a:srgbClr>
            </a:solidFill>
            <a:ln w="5420" cap="flat">
              <a:solidFill>
                <a:srgbClr val="60CD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01" name="pg1601"/>
            <p:cNvSpPr/>
            <p:nvPr/>
          </p:nvSpPr>
          <p:spPr>
            <a:xfrm>
              <a:off x="5101595" y="378035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2CFAD">
                <a:alpha val="100000"/>
              </a:srgbClr>
            </a:solidFill>
            <a:ln w="5420" cap="flat">
              <a:solidFill>
                <a:srgbClr val="62CFA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02" name="pg1602"/>
            <p:cNvSpPr/>
            <p:nvPr/>
          </p:nvSpPr>
          <p:spPr>
            <a:xfrm>
              <a:off x="5113232" y="378035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5CFAE">
                <a:alpha val="100000"/>
              </a:srgbClr>
            </a:solidFill>
            <a:ln w="5420" cap="flat">
              <a:solidFill>
                <a:srgbClr val="65CFA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03" name="pg1603"/>
            <p:cNvSpPr/>
            <p:nvPr/>
          </p:nvSpPr>
          <p:spPr>
            <a:xfrm>
              <a:off x="5124869" y="378035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9D0AF">
                <a:alpha val="100000"/>
              </a:srgbClr>
            </a:solidFill>
            <a:ln w="5420" cap="flat">
              <a:solidFill>
                <a:srgbClr val="69D0A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04" name="pg1604"/>
            <p:cNvSpPr/>
            <p:nvPr/>
          </p:nvSpPr>
          <p:spPr>
            <a:xfrm>
              <a:off x="5136507" y="378035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DD1B1">
                <a:alpha val="100000"/>
              </a:srgbClr>
            </a:solidFill>
            <a:ln w="5420" cap="flat">
              <a:solidFill>
                <a:srgbClr val="6DD1B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05" name="pg1605"/>
            <p:cNvSpPr/>
            <p:nvPr/>
          </p:nvSpPr>
          <p:spPr>
            <a:xfrm>
              <a:off x="5148144" y="378035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1D3B2">
                <a:alpha val="100000"/>
              </a:srgbClr>
            </a:solidFill>
            <a:ln w="5420" cap="flat">
              <a:solidFill>
                <a:srgbClr val="71D3B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06" name="pg1606"/>
            <p:cNvSpPr/>
            <p:nvPr/>
          </p:nvSpPr>
          <p:spPr>
            <a:xfrm>
              <a:off x="5159781" y="378035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6D4B4">
                <a:alpha val="100000"/>
              </a:srgbClr>
            </a:solidFill>
            <a:ln w="5420" cap="flat">
              <a:solidFill>
                <a:srgbClr val="76D4B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07" name="pg1607"/>
            <p:cNvSpPr/>
            <p:nvPr/>
          </p:nvSpPr>
          <p:spPr>
            <a:xfrm>
              <a:off x="5171419" y="378035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9D5B6">
                <a:alpha val="100000"/>
              </a:srgbClr>
            </a:solidFill>
            <a:ln w="5420" cap="flat">
              <a:solidFill>
                <a:srgbClr val="79D5B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08" name="pg1608"/>
            <p:cNvSpPr/>
            <p:nvPr/>
          </p:nvSpPr>
          <p:spPr>
            <a:xfrm>
              <a:off x="5183056" y="378035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BD5B6">
                <a:alpha val="100000"/>
              </a:srgbClr>
            </a:solidFill>
            <a:ln w="5420" cap="flat">
              <a:solidFill>
                <a:srgbClr val="7BD5B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09" name="pg1609"/>
            <p:cNvSpPr/>
            <p:nvPr/>
          </p:nvSpPr>
          <p:spPr>
            <a:xfrm>
              <a:off x="5194693" y="378035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AD5B6">
                <a:alpha val="100000"/>
              </a:srgbClr>
            </a:solidFill>
            <a:ln w="5420" cap="flat">
              <a:solidFill>
                <a:srgbClr val="7AD5B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10" name="pg1610"/>
            <p:cNvSpPr/>
            <p:nvPr/>
          </p:nvSpPr>
          <p:spPr>
            <a:xfrm>
              <a:off x="5206331" y="378035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8D5B5">
                <a:alpha val="100000"/>
              </a:srgbClr>
            </a:solidFill>
            <a:ln w="5420" cap="flat">
              <a:solidFill>
                <a:srgbClr val="78D5B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11" name="pg1611"/>
            <p:cNvSpPr/>
            <p:nvPr/>
          </p:nvSpPr>
          <p:spPr>
            <a:xfrm>
              <a:off x="4996859" y="379465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BC6AC">
                <a:alpha val="100000"/>
              </a:srgbClr>
            </a:solidFill>
            <a:ln w="5420" cap="flat">
              <a:solidFill>
                <a:srgbClr val="5BC6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12" name="pg1612"/>
            <p:cNvSpPr/>
            <p:nvPr/>
          </p:nvSpPr>
          <p:spPr>
            <a:xfrm>
              <a:off x="5008496" y="379465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AC5AC">
                <a:alpha val="100000"/>
              </a:srgbClr>
            </a:solidFill>
            <a:ln w="5420" cap="flat">
              <a:solidFill>
                <a:srgbClr val="5AC5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13" name="pg1613"/>
            <p:cNvSpPr/>
            <p:nvPr/>
          </p:nvSpPr>
          <p:spPr>
            <a:xfrm>
              <a:off x="5020133" y="379465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9C4AC">
                <a:alpha val="100000"/>
              </a:srgbClr>
            </a:solidFill>
            <a:ln w="5420" cap="flat">
              <a:solidFill>
                <a:srgbClr val="59C4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14" name="pg1614"/>
            <p:cNvSpPr/>
            <p:nvPr/>
          </p:nvSpPr>
          <p:spPr>
            <a:xfrm>
              <a:off x="5031771" y="379465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8C2AC">
                <a:alpha val="100000"/>
              </a:srgbClr>
            </a:solidFill>
            <a:ln w="5420" cap="flat">
              <a:solidFill>
                <a:srgbClr val="58C2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15" name="pg1615"/>
            <p:cNvSpPr/>
            <p:nvPr/>
          </p:nvSpPr>
          <p:spPr>
            <a:xfrm>
              <a:off x="5043408" y="379465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7C0AC">
                <a:alpha val="100000"/>
              </a:srgbClr>
            </a:solidFill>
            <a:ln w="5420" cap="flat">
              <a:solidFill>
                <a:srgbClr val="57C0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16" name="pg1616"/>
            <p:cNvSpPr/>
            <p:nvPr/>
          </p:nvSpPr>
          <p:spPr>
            <a:xfrm>
              <a:off x="5055045" y="379465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6BFAB">
                <a:alpha val="100000"/>
              </a:srgbClr>
            </a:solidFill>
            <a:ln w="5420" cap="flat">
              <a:solidFill>
                <a:srgbClr val="56BF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17" name="pg1617"/>
            <p:cNvSpPr/>
            <p:nvPr/>
          </p:nvSpPr>
          <p:spPr>
            <a:xfrm>
              <a:off x="5066683" y="379465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7C0AB">
                <a:alpha val="100000"/>
              </a:srgbClr>
            </a:solidFill>
            <a:ln w="5420" cap="flat">
              <a:solidFill>
                <a:srgbClr val="57C0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18" name="pg1618"/>
            <p:cNvSpPr/>
            <p:nvPr/>
          </p:nvSpPr>
          <p:spPr>
            <a:xfrm>
              <a:off x="5078320" y="379465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9C3AC">
                <a:alpha val="100000"/>
              </a:srgbClr>
            </a:solidFill>
            <a:ln w="5420" cap="flat">
              <a:solidFill>
                <a:srgbClr val="59C3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19" name="pg1619"/>
            <p:cNvSpPr/>
            <p:nvPr/>
          </p:nvSpPr>
          <p:spPr>
            <a:xfrm>
              <a:off x="5089957" y="379465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DC9AC">
                <a:alpha val="100000"/>
              </a:srgbClr>
            </a:solidFill>
            <a:ln w="5420" cap="flat">
              <a:solidFill>
                <a:srgbClr val="5DC9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20" name="pg1620"/>
            <p:cNvSpPr/>
            <p:nvPr/>
          </p:nvSpPr>
          <p:spPr>
            <a:xfrm>
              <a:off x="5101595" y="379465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CC8AC">
                <a:alpha val="100000"/>
              </a:srgbClr>
            </a:solidFill>
            <a:ln w="5420" cap="flat">
              <a:solidFill>
                <a:srgbClr val="5CC8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21" name="pg1621"/>
            <p:cNvSpPr/>
            <p:nvPr/>
          </p:nvSpPr>
          <p:spPr>
            <a:xfrm>
              <a:off x="5113232" y="379465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BC6AC">
                <a:alpha val="100000"/>
              </a:srgbClr>
            </a:solidFill>
            <a:ln w="5420" cap="flat">
              <a:solidFill>
                <a:srgbClr val="5BC6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22" name="pg1622"/>
            <p:cNvSpPr/>
            <p:nvPr/>
          </p:nvSpPr>
          <p:spPr>
            <a:xfrm>
              <a:off x="5124869" y="379465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BC6AC">
                <a:alpha val="100000"/>
              </a:srgbClr>
            </a:solidFill>
            <a:ln w="5420" cap="flat">
              <a:solidFill>
                <a:srgbClr val="5BC6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23" name="pg1623"/>
            <p:cNvSpPr/>
            <p:nvPr/>
          </p:nvSpPr>
          <p:spPr>
            <a:xfrm>
              <a:off x="5136507" y="379465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DC9AC">
                <a:alpha val="100000"/>
              </a:srgbClr>
            </a:solidFill>
            <a:ln w="5420" cap="flat">
              <a:solidFill>
                <a:srgbClr val="5DC9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24" name="pg1624"/>
            <p:cNvSpPr/>
            <p:nvPr/>
          </p:nvSpPr>
          <p:spPr>
            <a:xfrm>
              <a:off x="5148144" y="379465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FCCAC">
                <a:alpha val="100000"/>
              </a:srgbClr>
            </a:solidFill>
            <a:ln w="5420" cap="flat">
              <a:solidFill>
                <a:srgbClr val="5FCC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25" name="pg1625"/>
            <p:cNvSpPr/>
            <p:nvPr/>
          </p:nvSpPr>
          <p:spPr>
            <a:xfrm>
              <a:off x="5159781" y="379465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1CEAC">
                <a:alpha val="100000"/>
              </a:srgbClr>
            </a:solidFill>
            <a:ln w="5420" cap="flat">
              <a:solidFill>
                <a:srgbClr val="61CE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26" name="pg1626"/>
            <p:cNvSpPr/>
            <p:nvPr/>
          </p:nvSpPr>
          <p:spPr>
            <a:xfrm>
              <a:off x="5171419" y="379465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7D0AF">
                <a:alpha val="100000"/>
              </a:srgbClr>
            </a:solidFill>
            <a:ln w="5420" cap="flat">
              <a:solidFill>
                <a:srgbClr val="67D0A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27" name="pg1627"/>
            <p:cNvSpPr/>
            <p:nvPr/>
          </p:nvSpPr>
          <p:spPr>
            <a:xfrm>
              <a:off x="5183056" y="379465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BD1B0">
                <a:alpha val="100000"/>
              </a:srgbClr>
            </a:solidFill>
            <a:ln w="5420" cap="flat">
              <a:solidFill>
                <a:srgbClr val="6BD1B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28" name="pg1628"/>
            <p:cNvSpPr/>
            <p:nvPr/>
          </p:nvSpPr>
          <p:spPr>
            <a:xfrm>
              <a:off x="5194693" y="379465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ED2B1">
                <a:alpha val="100000"/>
              </a:srgbClr>
            </a:solidFill>
            <a:ln w="5420" cap="flat">
              <a:solidFill>
                <a:srgbClr val="6ED2B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29" name="pg1629"/>
            <p:cNvSpPr/>
            <p:nvPr/>
          </p:nvSpPr>
          <p:spPr>
            <a:xfrm>
              <a:off x="4996859" y="380895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9C3AC">
                <a:alpha val="100000"/>
              </a:srgbClr>
            </a:solidFill>
            <a:ln w="5420" cap="flat">
              <a:solidFill>
                <a:srgbClr val="59C3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30" name="pg1630"/>
            <p:cNvSpPr/>
            <p:nvPr/>
          </p:nvSpPr>
          <p:spPr>
            <a:xfrm>
              <a:off x="5008496" y="380895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8C2AC">
                <a:alpha val="100000"/>
              </a:srgbClr>
            </a:solidFill>
            <a:ln w="5420" cap="flat">
              <a:solidFill>
                <a:srgbClr val="58C2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31" name="pg1631"/>
            <p:cNvSpPr/>
            <p:nvPr/>
          </p:nvSpPr>
          <p:spPr>
            <a:xfrm>
              <a:off x="5020133" y="380895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7C0AB">
                <a:alpha val="100000"/>
              </a:srgbClr>
            </a:solidFill>
            <a:ln w="5420" cap="flat">
              <a:solidFill>
                <a:srgbClr val="57C0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32" name="pg1632"/>
            <p:cNvSpPr/>
            <p:nvPr/>
          </p:nvSpPr>
          <p:spPr>
            <a:xfrm>
              <a:off x="5031771" y="380895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5BDAB">
                <a:alpha val="100000"/>
              </a:srgbClr>
            </a:solidFill>
            <a:ln w="5420" cap="flat">
              <a:solidFill>
                <a:srgbClr val="55BD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33" name="pg1633"/>
            <p:cNvSpPr/>
            <p:nvPr/>
          </p:nvSpPr>
          <p:spPr>
            <a:xfrm>
              <a:off x="5043408" y="380895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3BBAB">
                <a:alpha val="100000"/>
              </a:srgbClr>
            </a:solidFill>
            <a:ln w="5420" cap="flat">
              <a:solidFill>
                <a:srgbClr val="53BB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34" name="pg1634"/>
            <p:cNvSpPr/>
            <p:nvPr/>
          </p:nvSpPr>
          <p:spPr>
            <a:xfrm>
              <a:off x="5055045" y="380895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1B8AB">
                <a:alpha val="100000"/>
              </a:srgbClr>
            </a:solidFill>
            <a:ln w="5420" cap="flat">
              <a:solidFill>
                <a:srgbClr val="51B8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35" name="pg1635"/>
            <p:cNvSpPr/>
            <p:nvPr/>
          </p:nvSpPr>
          <p:spPr>
            <a:xfrm>
              <a:off x="5066683" y="380895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0B7AB">
                <a:alpha val="100000"/>
              </a:srgbClr>
            </a:solidFill>
            <a:ln w="5420" cap="flat">
              <a:solidFill>
                <a:srgbClr val="50B7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36" name="pg1636"/>
            <p:cNvSpPr/>
            <p:nvPr/>
          </p:nvSpPr>
          <p:spPr>
            <a:xfrm>
              <a:off x="5078320" y="380895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1B8AB">
                <a:alpha val="100000"/>
              </a:srgbClr>
            </a:solidFill>
            <a:ln w="5420" cap="flat">
              <a:solidFill>
                <a:srgbClr val="51B8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37" name="pg1637"/>
            <p:cNvSpPr/>
            <p:nvPr/>
          </p:nvSpPr>
          <p:spPr>
            <a:xfrm>
              <a:off x="5089957" y="380895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7C0AB">
                <a:alpha val="100000"/>
              </a:srgbClr>
            </a:solidFill>
            <a:ln w="5420" cap="flat">
              <a:solidFill>
                <a:srgbClr val="57C0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38" name="pg1638"/>
            <p:cNvSpPr/>
            <p:nvPr/>
          </p:nvSpPr>
          <p:spPr>
            <a:xfrm>
              <a:off x="5101595" y="380895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8C2AC">
                <a:alpha val="100000"/>
              </a:srgbClr>
            </a:solidFill>
            <a:ln w="5420" cap="flat">
              <a:solidFill>
                <a:srgbClr val="58C2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39" name="pg1639"/>
            <p:cNvSpPr/>
            <p:nvPr/>
          </p:nvSpPr>
          <p:spPr>
            <a:xfrm>
              <a:off x="5113232" y="380895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7C0AC">
                <a:alpha val="100000"/>
              </a:srgbClr>
            </a:solidFill>
            <a:ln w="5420" cap="flat">
              <a:solidFill>
                <a:srgbClr val="57C0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40" name="pg1640"/>
            <p:cNvSpPr/>
            <p:nvPr/>
          </p:nvSpPr>
          <p:spPr>
            <a:xfrm>
              <a:off x="5124869" y="380895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8C2AC">
                <a:alpha val="100000"/>
              </a:srgbClr>
            </a:solidFill>
            <a:ln w="5420" cap="flat">
              <a:solidFill>
                <a:srgbClr val="58C2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41" name="pg1641"/>
            <p:cNvSpPr/>
            <p:nvPr/>
          </p:nvSpPr>
          <p:spPr>
            <a:xfrm>
              <a:off x="5136507" y="380895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AC4AC">
                <a:alpha val="100000"/>
              </a:srgbClr>
            </a:solidFill>
            <a:ln w="5420" cap="flat">
              <a:solidFill>
                <a:srgbClr val="5AC4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42" name="pg1642"/>
            <p:cNvSpPr/>
            <p:nvPr/>
          </p:nvSpPr>
          <p:spPr>
            <a:xfrm>
              <a:off x="5148144" y="380895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CC7AC">
                <a:alpha val="100000"/>
              </a:srgbClr>
            </a:solidFill>
            <a:ln w="5420" cap="flat">
              <a:solidFill>
                <a:srgbClr val="5CC7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43" name="pg1643"/>
            <p:cNvSpPr/>
            <p:nvPr/>
          </p:nvSpPr>
          <p:spPr>
            <a:xfrm>
              <a:off x="5159781" y="380895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ECAAC">
                <a:alpha val="100000"/>
              </a:srgbClr>
            </a:solidFill>
            <a:ln w="5420" cap="flat">
              <a:solidFill>
                <a:srgbClr val="5ECA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44" name="pg1644"/>
            <p:cNvSpPr/>
            <p:nvPr/>
          </p:nvSpPr>
          <p:spPr>
            <a:xfrm>
              <a:off x="5171419" y="380895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FCDAC">
                <a:alpha val="100000"/>
              </a:srgbClr>
            </a:solidFill>
            <a:ln w="5420" cap="flat">
              <a:solidFill>
                <a:srgbClr val="5FCD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45" name="pg1645"/>
            <p:cNvSpPr/>
            <p:nvPr/>
          </p:nvSpPr>
          <p:spPr>
            <a:xfrm>
              <a:off x="5183056" y="380895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1CEAC">
                <a:alpha val="100000"/>
              </a:srgbClr>
            </a:solidFill>
            <a:ln w="5420" cap="flat">
              <a:solidFill>
                <a:srgbClr val="61CE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46" name="pg1646"/>
            <p:cNvSpPr/>
            <p:nvPr/>
          </p:nvSpPr>
          <p:spPr>
            <a:xfrm>
              <a:off x="5008496" y="382325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6BFAB">
                <a:alpha val="100000"/>
              </a:srgbClr>
            </a:solidFill>
            <a:ln w="5420" cap="flat">
              <a:solidFill>
                <a:srgbClr val="56BF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47" name="pg1647"/>
            <p:cNvSpPr/>
            <p:nvPr/>
          </p:nvSpPr>
          <p:spPr>
            <a:xfrm>
              <a:off x="5020133" y="382325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5BDAB">
                <a:alpha val="100000"/>
              </a:srgbClr>
            </a:solidFill>
            <a:ln w="5420" cap="flat">
              <a:solidFill>
                <a:srgbClr val="55BD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48" name="pg1648"/>
            <p:cNvSpPr/>
            <p:nvPr/>
          </p:nvSpPr>
          <p:spPr>
            <a:xfrm>
              <a:off x="5031771" y="382325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3BAAB">
                <a:alpha val="100000"/>
              </a:srgbClr>
            </a:solidFill>
            <a:ln w="5420" cap="flat">
              <a:solidFill>
                <a:srgbClr val="53BA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49" name="pg1649"/>
            <p:cNvSpPr/>
            <p:nvPr/>
          </p:nvSpPr>
          <p:spPr>
            <a:xfrm>
              <a:off x="5043408" y="382325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0B6AB">
                <a:alpha val="100000"/>
              </a:srgbClr>
            </a:solidFill>
            <a:ln w="5420" cap="flat">
              <a:solidFill>
                <a:srgbClr val="50B6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50" name="pg1650"/>
            <p:cNvSpPr/>
            <p:nvPr/>
          </p:nvSpPr>
          <p:spPr>
            <a:xfrm>
              <a:off x="5055045" y="382325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DB2AB">
                <a:alpha val="100000"/>
              </a:srgbClr>
            </a:solidFill>
            <a:ln w="5420" cap="flat">
              <a:solidFill>
                <a:srgbClr val="4DB2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51" name="pg1651"/>
            <p:cNvSpPr/>
            <p:nvPr/>
          </p:nvSpPr>
          <p:spPr>
            <a:xfrm>
              <a:off x="5066683" y="382325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8ACAB">
                <a:alpha val="100000"/>
              </a:srgbClr>
            </a:solidFill>
            <a:ln w="5420" cap="flat">
              <a:solidFill>
                <a:srgbClr val="48AC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52" name="pg1652"/>
            <p:cNvSpPr/>
            <p:nvPr/>
          </p:nvSpPr>
          <p:spPr>
            <a:xfrm>
              <a:off x="5078320" y="382325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2A5AA">
                <a:alpha val="100000"/>
              </a:srgbClr>
            </a:solidFill>
            <a:ln w="5420" cap="flat">
              <a:solidFill>
                <a:srgbClr val="42A5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53" name="pg1653"/>
            <p:cNvSpPr/>
            <p:nvPr/>
          </p:nvSpPr>
          <p:spPr>
            <a:xfrm>
              <a:off x="5089957" y="382325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D9FAA">
                <a:alpha val="100000"/>
              </a:srgbClr>
            </a:solidFill>
            <a:ln w="5420" cap="flat">
              <a:solidFill>
                <a:srgbClr val="3D9F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54" name="pg1654"/>
            <p:cNvSpPr/>
            <p:nvPr/>
          </p:nvSpPr>
          <p:spPr>
            <a:xfrm>
              <a:off x="5101595" y="382325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DB3AB">
                <a:alpha val="100000"/>
              </a:srgbClr>
            </a:solidFill>
            <a:ln w="5420" cap="flat">
              <a:solidFill>
                <a:srgbClr val="4DB3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55" name="pg1655"/>
            <p:cNvSpPr/>
            <p:nvPr/>
          </p:nvSpPr>
          <p:spPr>
            <a:xfrm>
              <a:off x="5113232" y="382325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2B8AB">
                <a:alpha val="100000"/>
              </a:srgbClr>
            </a:solidFill>
            <a:ln w="5420" cap="flat">
              <a:solidFill>
                <a:srgbClr val="52B8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56" name="pg1656"/>
            <p:cNvSpPr/>
            <p:nvPr/>
          </p:nvSpPr>
          <p:spPr>
            <a:xfrm>
              <a:off x="5124869" y="382325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4BCAB">
                <a:alpha val="100000"/>
              </a:srgbClr>
            </a:solidFill>
            <a:ln w="5420" cap="flat">
              <a:solidFill>
                <a:srgbClr val="54BC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57" name="pg1657"/>
            <p:cNvSpPr/>
            <p:nvPr/>
          </p:nvSpPr>
          <p:spPr>
            <a:xfrm>
              <a:off x="5136507" y="382325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7C0AC">
                <a:alpha val="100000"/>
              </a:srgbClr>
            </a:solidFill>
            <a:ln w="5420" cap="flat">
              <a:solidFill>
                <a:srgbClr val="57C0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58" name="pg1658"/>
            <p:cNvSpPr/>
            <p:nvPr/>
          </p:nvSpPr>
          <p:spPr>
            <a:xfrm>
              <a:off x="5148144" y="382325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9C3AC">
                <a:alpha val="100000"/>
              </a:srgbClr>
            </a:solidFill>
            <a:ln w="5420" cap="flat">
              <a:solidFill>
                <a:srgbClr val="59C3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59" name="pg1659"/>
            <p:cNvSpPr/>
            <p:nvPr/>
          </p:nvSpPr>
          <p:spPr>
            <a:xfrm>
              <a:off x="5159781" y="382325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BC6AC">
                <a:alpha val="100000"/>
              </a:srgbClr>
            </a:solidFill>
            <a:ln w="5420" cap="flat">
              <a:solidFill>
                <a:srgbClr val="5BC6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60" name="pg1660"/>
            <p:cNvSpPr/>
            <p:nvPr/>
          </p:nvSpPr>
          <p:spPr>
            <a:xfrm>
              <a:off x="5171419" y="382325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DC9AC">
                <a:alpha val="100000"/>
              </a:srgbClr>
            </a:solidFill>
            <a:ln w="5420" cap="flat">
              <a:solidFill>
                <a:srgbClr val="5DC9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61" name="pg1661"/>
            <p:cNvSpPr/>
            <p:nvPr/>
          </p:nvSpPr>
          <p:spPr>
            <a:xfrm>
              <a:off x="5043408" y="383755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EB4AB">
                <a:alpha val="100000"/>
              </a:srgbClr>
            </a:solidFill>
            <a:ln w="5420" cap="flat">
              <a:solidFill>
                <a:srgbClr val="4EB4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62" name="pg1662"/>
            <p:cNvSpPr/>
            <p:nvPr/>
          </p:nvSpPr>
          <p:spPr>
            <a:xfrm>
              <a:off x="5055045" y="383755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BAFAB">
                <a:alpha val="100000"/>
              </a:srgbClr>
            </a:solidFill>
            <a:ln w="5420" cap="flat">
              <a:solidFill>
                <a:srgbClr val="4BAF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63" name="pg1663"/>
            <p:cNvSpPr/>
            <p:nvPr/>
          </p:nvSpPr>
          <p:spPr>
            <a:xfrm>
              <a:off x="5066683" y="383755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6A9AA">
                <a:alpha val="100000"/>
              </a:srgbClr>
            </a:solidFill>
            <a:ln w="5420" cap="flat">
              <a:solidFill>
                <a:srgbClr val="46A9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64" name="pg1664"/>
            <p:cNvSpPr/>
            <p:nvPr/>
          </p:nvSpPr>
          <p:spPr>
            <a:xfrm>
              <a:off x="5078320" y="383755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FA2AA">
                <a:alpha val="100000"/>
              </a:srgbClr>
            </a:solidFill>
            <a:ln w="5420" cap="flat">
              <a:solidFill>
                <a:srgbClr val="3FA2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65" name="pg1665"/>
            <p:cNvSpPr/>
            <p:nvPr/>
          </p:nvSpPr>
          <p:spPr>
            <a:xfrm>
              <a:off x="5089957" y="383755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9EAA">
                <a:alpha val="100000"/>
              </a:srgbClr>
            </a:solidFill>
            <a:ln w="5420" cap="flat">
              <a:solidFill>
                <a:srgbClr val="3B9E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66" name="pg1666"/>
            <p:cNvSpPr/>
            <p:nvPr/>
          </p:nvSpPr>
          <p:spPr>
            <a:xfrm>
              <a:off x="5101595" y="383755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8ACAA">
                <a:alpha val="100000"/>
              </a:srgbClr>
            </a:solidFill>
            <a:ln w="5420" cap="flat">
              <a:solidFill>
                <a:srgbClr val="48AC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67" name="pg1667"/>
            <p:cNvSpPr/>
            <p:nvPr/>
          </p:nvSpPr>
          <p:spPr>
            <a:xfrm>
              <a:off x="5113232" y="383755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EB3AB">
                <a:alpha val="100000"/>
              </a:srgbClr>
            </a:solidFill>
            <a:ln w="5420" cap="flat">
              <a:solidFill>
                <a:srgbClr val="4EB3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68" name="pg1668"/>
            <p:cNvSpPr/>
            <p:nvPr/>
          </p:nvSpPr>
          <p:spPr>
            <a:xfrm>
              <a:off x="5124869" y="383755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2B9AB">
                <a:alpha val="100000"/>
              </a:srgbClr>
            </a:solidFill>
            <a:ln w="5420" cap="flat">
              <a:solidFill>
                <a:srgbClr val="52B9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69" name="pg1669"/>
            <p:cNvSpPr/>
            <p:nvPr/>
          </p:nvSpPr>
          <p:spPr>
            <a:xfrm>
              <a:off x="5136507" y="383755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5BDAB">
                <a:alpha val="100000"/>
              </a:srgbClr>
            </a:solidFill>
            <a:ln w="5420" cap="flat">
              <a:solidFill>
                <a:srgbClr val="55BD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70" name="pg1670"/>
            <p:cNvSpPr/>
            <p:nvPr/>
          </p:nvSpPr>
          <p:spPr>
            <a:xfrm>
              <a:off x="5148144" y="383755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7C1AC">
                <a:alpha val="100000"/>
              </a:srgbClr>
            </a:solidFill>
            <a:ln w="5420" cap="flat">
              <a:solidFill>
                <a:srgbClr val="57C1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71" name="pg1671"/>
            <p:cNvSpPr/>
            <p:nvPr/>
          </p:nvSpPr>
          <p:spPr>
            <a:xfrm>
              <a:off x="5159781" y="383755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9C4AC">
                <a:alpha val="100000"/>
              </a:srgbClr>
            </a:solidFill>
            <a:ln w="5420" cap="flat">
              <a:solidFill>
                <a:srgbClr val="59C4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72" name="pg1672"/>
            <p:cNvSpPr/>
            <p:nvPr/>
          </p:nvSpPr>
          <p:spPr>
            <a:xfrm>
              <a:off x="5171419" y="383755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BC6AC">
                <a:alpha val="100000"/>
              </a:srgbClr>
            </a:solidFill>
            <a:ln w="5420" cap="flat">
              <a:solidFill>
                <a:srgbClr val="5BC6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73" name="pg1673"/>
            <p:cNvSpPr/>
            <p:nvPr/>
          </p:nvSpPr>
          <p:spPr>
            <a:xfrm>
              <a:off x="5066683" y="385185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7ABAA">
                <a:alpha val="100000"/>
              </a:srgbClr>
            </a:solidFill>
            <a:ln w="5420" cap="flat">
              <a:solidFill>
                <a:srgbClr val="47AB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74" name="pg1674"/>
            <p:cNvSpPr/>
            <p:nvPr/>
          </p:nvSpPr>
          <p:spPr>
            <a:xfrm>
              <a:off x="5078320" y="385185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4A8AA">
                <a:alpha val="100000"/>
              </a:srgbClr>
            </a:solidFill>
            <a:ln w="5420" cap="flat">
              <a:solidFill>
                <a:srgbClr val="44A8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75" name="pg1675"/>
            <p:cNvSpPr/>
            <p:nvPr/>
          </p:nvSpPr>
          <p:spPr>
            <a:xfrm>
              <a:off x="5089957" y="385185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3A6AA">
                <a:alpha val="100000"/>
              </a:srgbClr>
            </a:solidFill>
            <a:ln w="5420" cap="flat">
              <a:solidFill>
                <a:srgbClr val="43A6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76" name="pg1676"/>
            <p:cNvSpPr/>
            <p:nvPr/>
          </p:nvSpPr>
          <p:spPr>
            <a:xfrm>
              <a:off x="5101595" y="385185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9ADAB">
                <a:alpha val="100000"/>
              </a:srgbClr>
            </a:solidFill>
            <a:ln w="5420" cap="flat">
              <a:solidFill>
                <a:srgbClr val="49AD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77" name="pg1677"/>
            <p:cNvSpPr/>
            <p:nvPr/>
          </p:nvSpPr>
          <p:spPr>
            <a:xfrm>
              <a:off x="5113232" y="385185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DB3AB">
                <a:alpha val="100000"/>
              </a:srgbClr>
            </a:solidFill>
            <a:ln w="5420" cap="flat">
              <a:solidFill>
                <a:srgbClr val="4DB3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78" name="pg1678"/>
            <p:cNvSpPr/>
            <p:nvPr/>
          </p:nvSpPr>
          <p:spPr>
            <a:xfrm>
              <a:off x="5124869" y="385185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1B7AB">
                <a:alpha val="100000"/>
              </a:srgbClr>
            </a:solidFill>
            <a:ln w="5420" cap="flat">
              <a:solidFill>
                <a:srgbClr val="51B7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79" name="pg1679"/>
            <p:cNvSpPr/>
            <p:nvPr/>
          </p:nvSpPr>
          <p:spPr>
            <a:xfrm>
              <a:off x="5136507" y="385185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4BBAB">
                <a:alpha val="100000"/>
              </a:srgbClr>
            </a:solidFill>
            <a:ln w="5420" cap="flat">
              <a:solidFill>
                <a:srgbClr val="54BB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80" name="pg1680"/>
            <p:cNvSpPr/>
            <p:nvPr/>
          </p:nvSpPr>
          <p:spPr>
            <a:xfrm>
              <a:off x="5148144" y="385185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6BFAB">
                <a:alpha val="100000"/>
              </a:srgbClr>
            </a:solidFill>
            <a:ln w="5420" cap="flat">
              <a:solidFill>
                <a:srgbClr val="56BF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81" name="pg1681"/>
            <p:cNvSpPr/>
            <p:nvPr/>
          </p:nvSpPr>
          <p:spPr>
            <a:xfrm>
              <a:off x="5159781" y="385185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8C2AC">
                <a:alpha val="100000"/>
              </a:srgbClr>
            </a:solidFill>
            <a:ln w="5420" cap="flat">
              <a:solidFill>
                <a:srgbClr val="58C2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82" name="pg1682"/>
            <p:cNvSpPr/>
            <p:nvPr/>
          </p:nvSpPr>
          <p:spPr>
            <a:xfrm>
              <a:off x="5171419" y="385185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9C4AC">
                <a:alpha val="100000"/>
              </a:srgbClr>
            </a:solidFill>
            <a:ln w="5420" cap="flat">
              <a:solidFill>
                <a:srgbClr val="59C4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83" name="pg1683"/>
            <p:cNvSpPr/>
            <p:nvPr/>
          </p:nvSpPr>
          <p:spPr>
            <a:xfrm>
              <a:off x="5078320" y="386616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9ADAB">
                <a:alpha val="100000"/>
              </a:srgbClr>
            </a:solidFill>
            <a:ln w="5420" cap="flat">
              <a:solidFill>
                <a:srgbClr val="49AD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84" name="pg1684"/>
            <p:cNvSpPr/>
            <p:nvPr/>
          </p:nvSpPr>
          <p:spPr>
            <a:xfrm>
              <a:off x="5089957" y="386616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9ADAB">
                <a:alpha val="100000"/>
              </a:srgbClr>
            </a:solidFill>
            <a:ln w="5420" cap="flat">
              <a:solidFill>
                <a:srgbClr val="49AD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85" name="pg1685"/>
            <p:cNvSpPr/>
            <p:nvPr/>
          </p:nvSpPr>
          <p:spPr>
            <a:xfrm>
              <a:off x="5101595" y="386616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CB1AB">
                <a:alpha val="100000"/>
              </a:srgbClr>
            </a:solidFill>
            <a:ln w="5420" cap="flat">
              <a:solidFill>
                <a:srgbClr val="4CB1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86" name="pg1686"/>
            <p:cNvSpPr/>
            <p:nvPr/>
          </p:nvSpPr>
          <p:spPr>
            <a:xfrm>
              <a:off x="5113232" y="386616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EB4AB">
                <a:alpha val="100000"/>
              </a:srgbClr>
            </a:solidFill>
            <a:ln w="5420" cap="flat">
              <a:solidFill>
                <a:srgbClr val="4EB4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87" name="pg1687"/>
            <p:cNvSpPr/>
            <p:nvPr/>
          </p:nvSpPr>
          <p:spPr>
            <a:xfrm>
              <a:off x="5124869" y="386616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1B8AB">
                <a:alpha val="100000"/>
              </a:srgbClr>
            </a:solidFill>
            <a:ln w="5420" cap="flat">
              <a:solidFill>
                <a:srgbClr val="51B8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88" name="pg1688"/>
            <p:cNvSpPr/>
            <p:nvPr/>
          </p:nvSpPr>
          <p:spPr>
            <a:xfrm>
              <a:off x="5136507" y="386616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3BBAB">
                <a:alpha val="100000"/>
              </a:srgbClr>
            </a:solidFill>
            <a:ln w="5420" cap="flat">
              <a:solidFill>
                <a:srgbClr val="53BB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89" name="pg1689"/>
            <p:cNvSpPr/>
            <p:nvPr/>
          </p:nvSpPr>
          <p:spPr>
            <a:xfrm>
              <a:off x="5148144" y="386616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5BEAB">
                <a:alpha val="100000"/>
              </a:srgbClr>
            </a:solidFill>
            <a:ln w="5420" cap="flat">
              <a:solidFill>
                <a:srgbClr val="55BE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90" name="pg1690"/>
            <p:cNvSpPr/>
            <p:nvPr/>
          </p:nvSpPr>
          <p:spPr>
            <a:xfrm>
              <a:off x="5159781" y="386616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7C0AC">
                <a:alpha val="100000"/>
              </a:srgbClr>
            </a:solidFill>
            <a:ln w="5420" cap="flat">
              <a:solidFill>
                <a:srgbClr val="57C0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91" name="pg1691"/>
            <p:cNvSpPr/>
            <p:nvPr/>
          </p:nvSpPr>
          <p:spPr>
            <a:xfrm>
              <a:off x="5171419" y="386616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8C2AC">
                <a:alpha val="100000"/>
              </a:srgbClr>
            </a:solidFill>
            <a:ln w="5420" cap="flat">
              <a:solidFill>
                <a:srgbClr val="58C2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92" name="pg1692"/>
            <p:cNvSpPr/>
            <p:nvPr/>
          </p:nvSpPr>
          <p:spPr>
            <a:xfrm>
              <a:off x="5089957" y="388046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CB1AB">
                <a:alpha val="100000"/>
              </a:srgbClr>
            </a:solidFill>
            <a:ln w="5420" cap="flat">
              <a:solidFill>
                <a:srgbClr val="4CB1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93" name="pg1693"/>
            <p:cNvSpPr/>
            <p:nvPr/>
          </p:nvSpPr>
          <p:spPr>
            <a:xfrm>
              <a:off x="5101595" y="388046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EB4AB">
                <a:alpha val="100000"/>
              </a:srgbClr>
            </a:solidFill>
            <a:ln w="5420" cap="flat">
              <a:solidFill>
                <a:srgbClr val="4EB4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94" name="pg1694"/>
            <p:cNvSpPr/>
            <p:nvPr/>
          </p:nvSpPr>
          <p:spPr>
            <a:xfrm>
              <a:off x="5113232" y="388046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0B6AB">
                <a:alpha val="100000"/>
              </a:srgbClr>
            </a:solidFill>
            <a:ln w="5420" cap="flat">
              <a:solidFill>
                <a:srgbClr val="50B6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95" name="pg1695"/>
            <p:cNvSpPr/>
            <p:nvPr/>
          </p:nvSpPr>
          <p:spPr>
            <a:xfrm>
              <a:off x="5124869" y="388046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2B9AB">
                <a:alpha val="100000"/>
              </a:srgbClr>
            </a:solidFill>
            <a:ln w="5420" cap="flat">
              <a:solidFill>
                <a:srgbClr val="52B9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96" name="pg1696"/>
            <p:cNvSpPr/>
            <p:nvPr/>
          </p:nvSpPr>
          <p:spPr>
            <a:xfrm>
              <a:off x="5136507" y="388046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4BBAB">
                <a:alpha val="100000"/>
              </a:srgbClr>
            </a:solidFill>
            <a:ln w="5420" cap="flat">
              <a:solidFill>
                <a:srgbClr val="54BB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97" name="pg1697"/>
            <p:cNvSpPr/>
            <p:nvPr/>
          </p:nvSpPr>
          <p:spPr>
            <a:xfrm>
              <a:off x="5148144" y="388046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5BDAB">
                <a:alpha val="100000"/>
              </a:srgbClr>
            </a:solidFill>
            <a:ln w="5420" cap="flat">
              <a:solidFill>
                <a:srgbClr val="55BD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98" name="pg1698"/>
            <p:cNvSpPr/>
            <p:nvPr/>
          </p:nvSpPr>
          <p:spPr>
            <a:xfrm>
              <a:off x="5159781" y="388046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7C0AB">
                <a:alpha val="100000"/>
              </a:srgbClr>
            </a:solidFill>
            <a:ln w="5420" cap="flat">
              <a:solidFill>
                <a:srgbClr val="57C0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99" name="pg1699"/>
            <p:cNvSpPr/>
            <p:nvPr/>
          </p:nvSpPr>
          <p:spPr>
            <a:xfrm>
              <a:off x="5171419" y="388046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8C1AC">
                <a:alpha val="100000"/>
              </a:srgbClr>
            </a:solidFill>
            <a:ln w="5420" cap="flat">
              <a:solidFill>
                <a:srgbClr val="58C1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00" name="pg1700"/>
            <p:cNvSpPr/>
            <p:nvPr/>
          </p:nvSpPr>
          <p:spPr>
            <a:xfrm>
              <a:off x="5183056" y="388046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9C3AC">
                <a:alpha val="100000"/>
              </a:srgbClr>
            </a:solidFill>
            <a:ln w="5420" cap="flat">
              <a:solidFill>
                <a:srgbClr val="59C3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01" name="pg1701"/>
            <p:cNvSpPr/>
            <p:nvPr/>
          </p:nvSpPr>
          <p:spPr>
            <a:xfrm>
              <a:off x="5124869" y="389476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3BAAB">
                <a:alpha val="100000"/>
              </a:srgbClr>
            </a:solidFill>
            <a:ln w="5420" cap="flat">
              <a:solidFill>
                <a:srgbClr val="53BA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02" name="pg1702"/>
            <p:cNvSpPr/>
            <p:nvPr/>
          </p:nvSpPr>
          <p:spPr>
            <a:xfrm>
              <a:off x="5136507" y="389476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4BCAB">
                <a:alpha val="100000"/>
              </a:srgbClr>
            </a:solidFill>
            <a:ln w="5420" cap="flat">
              <a:solidFill>
                <a:srgbClr val="54BC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03" name="pg1703"/>
            <p:cNvSpPr/>
            <p:nvPr/>
          </p:nvSpPr>
          <p:spPr>
            <a:xfrm>
              <a:off x="5148144" y="389476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5BDAB">
                <a:alpha val="100000"/>
              </a:srgbClr>
            </a:solidFill>
            <a:ln w="5420" cap="flat">
              <a:solidFill>
                <a:srgbClr val="55BD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04" name="pg1704"/>
            <p:cNvSpPr/>
            <p:nvPr/>
          </p:nvSpPr>
          <p:spPr>
            <a:xfrm>
              <a:off x="5159781" y="389476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6BFAB">
                <a:alpha val="100000"/>
              </a:srgbClr>
            </a:solidFill>
            <a:ln w="5420" cap="flat">
              <a:solidFill>
                <a:srgbClr val="56BF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05" name="pg1705"/>
            <p:cNvSpPr/>
            <p:nvPr/>
          </p:nvSpPr>
          <p:spPr>
            <a:xfrm>
              <a:off x="5171419" y="389476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7C1AC">
                <a:alpha val="100000"/>
              </a:srgbClr>
            </a:solidFill>
            <a:ln w="5420" cap="flat">
              <a:solidFill>
                <a:srgbClr val="57C1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06" name="pg1706"/>
            <p:cNvSpPr/>
            <p:nvPr/>
          </p:nvSpPr>
          <p:spPr>
            <a:xfrm>
              <a:off x="5183056" y="389476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8C2AC">
                <a:alpha val="100000"/>
              </a:srgbClr>
            </a:solidFill>
            <a:ln w="5420" cap="flat">
              <a:solidFill>
                <a:srgbClr val="58C2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07" name="pg1707"/>
            <p:cNvSpPr/>
            <p:nvPr/>
          </p:nvSpPr>
          <p:spPr>
            <a:xfrm>
              <a:off x="5066683" y="390906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1B8AB">
                <a:alpha val="100000"/>
              </a:srgbClr>
            </a:solidFill>
            <a:ln w="5420" cap="flat">
              <a:solidFill>
                <a:srgbClr val="51B8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08" name="pg1708"/>
            <p:cNvSpPr/>
            <p:nvPr/>
          </p:nvSpPr>
          <p:spPr>
            <a:xfrm>
              <a:off x="5113232" y="390906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3BAAB">
                <a:alpha val="100000"/>
              </a:srgbClr>
            </a:solidFill>
            <a:ln w="5420" cap="flat">
              <a:solidFill>
                <a:srgbClr val="53BA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09" name="pg1709"/>
            <p:cNvSpPr/>
            <p:nvPr/>
          </p:nvSpPr>
          <p:spPr>
            <a:xfrm>
              <a:off x="5124869" y="390906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3BBAB">
                <a:alpha val="100000"/>
              </a:srgbClr>
            </a:solidFill>
            <a:ln w="5420" cap="flat">
              <a:solidFill>
                <a:srgbClr val="53BB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10" name="pg1710"/>
            <p:cNvSpPr/>
            <p:nvPr/>
          </p:nvSpPr>
          <p:spPr>
            <a:xfrm>
              <a:off x="5136507" y="390906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4BCAB">
                <a:alpha val="100000"/>
              </a:srgbClr>
            </a:solidFill>
            <a:ln w="5420" cap="flat">
              <a:solidFill>
                <a:srgbClr val="54BC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11" name="pg1711"/>
            <p:cNvSpPr/>
            <p:nvPr/>
          </p:nvSpPr>
          <p:spPr>
            <a:xfrm>
              <a:off x="5148144" y="390906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5BEAB">
                <a:alpha val="100000"/>
              </a:srgbClr>
            </a:solidFill>
            <a:ln w="5420" cap="flat">
              <a:solidFill>
                <a:srgbClr val="55BE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12" name="pg1712"/>
            <p:cNvSpPr/>
            <p:nvPr/>
          </p:nvSpPr>
          <p:spPr>
            <a:xfrm>
              <a:off x="5159781" y="390906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6BFAB">
                <a:alpha val="100000"/>
              </a:srgbClr>
            </a:solidFill>
            <a:ln w="5420" cap="flat">
              <a:solidFill>
                <a:srgbClr val="56BF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13" name="pg1713"/>
            <p:cNvSpPr/>
            <p:nvPr/>
          </p:nvSpPr>
          <p:spPr>
            <a:xfrm>
              <a:off x="5171419" y="390906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7C0AC">
                <a:alpha val="100000"/>
              </a:srgbClr>
            </a:solidFill>
            <a:ln w="5420" cap="flat">
              <a:solidFill>
                <a:srgbClr val="57C0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14" name="pg1714"/>
            <p:cNvSpPr/>
            <p:nvPr/>
          </p:nvSpPr>
          <p:spPr>
            <a:xfrm>
              <a:off x="5183056" y="390906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8C1AC">
                <a:alpha val="100000"/>
              </a:srgbClr>
            </a:solidFill>
            <a:ln w="5420" cap="flat">
              <a:solidFill>
                <a:srgbClr val="58C1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15" name="pg1715"/>
            <p:cNvSpPr/>
            <p:nvPr/>
          </p:nvSpPr>
          <p:spPr>
            <a:xfrm>
              <a:off x="5055045" y="392336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2B9AB">
                <a:alpha val="100000"/>
              </a:srgbClr>
            </a:solidFill>
            <a:ln w="5420" cap="flat">
              <a:solidFill>
                <a:srgbClr val="52B9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16" name="pg1716"/>
            <p:cNvSpPr/>
            <p:nvPr/>
          </p:nvSpPr>
          <p:spPr>
            <a:xfrm>
              <a:off x="5066683" y="392336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2B9AB">
                <a:alpha val="100000"/>
              </a:srgbClr>
            </a:solidFill>
            <a:ln w="5420" cap="flat">
              <a:solidFill>
                <a:srgbClr val="52B9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17" name="pg1717"/>
            <p:cNvSpPr/>
            <p:nvPr/>
          </p:nvSpPr>
          <p:spPr>
            <a:xfrm>
              <a:off x="5078320" y="392336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2B9AB">
                <a:alpha val="100000"/>
              </a:srgbClr>
            </a:solidFill>
            <a:ln w="5420" cap="flat">
              <a:solidFill>
                <a:srgbClr val="52B9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18" name="pg1718"/>
            <p:cNvSpPr/>
            <p:nvPr/>
          </p:nvSpPr>
          <p:spPr>
            <a:xfrm>
              <a:off x="5089957" y="392336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2B9AB">
                <a:alpha val="100000"/>
              </a:srgbClr>
            </a:solidFill>
            <a:ln w="5420" cap="flat">
              <a:solidFill>
                <a:srgbClr val="52B9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19" name="pg1719"/>
            <p:cNvSpPr/>
            <p:nvPr/>
          </p:nvSpPr>
          <p:spPr>
            <a:xfrm>
              <a:off x="5101595" y="392336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3BAAB">
                <a:alpha val="100000"/>
              </a:srgbClr>
            </a:solidFill>
            <a:ln w="5420" cap="flat">
              <a:solidFill>
                <a:srgbClr val="53BA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20" name="pg1720"/>
            <p:cNvSpPr/>
            <p:nvPr/>
          </p:nvSpPr>
          <p:spPr>
            <a:xfrm>
              <a:off x="5113232" y="392336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3BBAB">
                <a:alpha val="100000"/>
              </a:srgbClr>
            </a:solidFill>
            <a:ln w="5420" cap="flat">
              <a:solidFill>
                <a:srgbClr val="53BB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21" name="pg1721"/>
            <p:cNvSpPr/>
            <p:nvPr/>
          </p:nvSpPr>
          <p:spPr>
            <a:xfrm>
              <a:off x="5124869" y="392336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4BCAB">
                <a:alpha val="100000"/>
              </a:srgbClr>
            </a:solidFill>
            <a:ln w="5420" cap="flat">
              <a:solidFill>
                <a:srgbClr val="54BC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22" name="pg1722"/>
            <p:cNvSpPr/>
            <p:nvPr/>
          </p:nvSpPr>
          <p:spPr>
            <a:xfrm>
              <a:off x="5136507" y="392336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5BDAB">
                <a:alpha val="100000"/>
              </a:srgbClr>
            </a:solidFill>
            <a:ln w="5420" cap="flat">
              <a:solidFill>
                <a:srgbClr val="55BD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23" name="pg1723"/>
            <p:cNvSpPr/>
            <p:nvPr/>
          </p:nvSpPr>
          <p:spPr>
            <a:xfrm>
              <a:off x="5148144" y="392336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5BEAB">
                <a:alpha val="100000"/>
              </a:srgbClr>
            </a:solidFill>
            <a:ln w="5420" cap="flat">
              <a:solidFill>
                <a:srgbClr val="55BE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24" name="pg1724"/>
            <p:cNvSpPr/>
            <p:nvPr/>
          </p:nvSpPr>
          <p:spPr>
            <a:xfrm>
              <a:off x="5159781" y="392336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6BFAB">
                <a:alpha val="100000"/>
              </a:srgbClr>
            </a:solidFill>
            <a:ln w="5420" cap="flat">
              <a:solidFill>
                <a:srgbClr val="56BF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25" name="pg1725"/>
            <p:cNvSpPr/>
            <p:nvPr/>
          </p:nvSpPr>
          <p:spPr>
            <a:xfrm>
              <a:off x="5171419" y="392336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7C0AB">
                <a:alpha val="100000"/>
              </a:srgbClr>
            </a:solidFill>
            <a:ln w="5420" cap="flat">
              <a:solidFill>
                <a:srgbClr val="57C0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26" name="pg1726"/>
            <p:cNvSpPr/>
            <p:nvPr/>
          </p:nvSpPr>
          <p:spPr>
            <a:xfrm>
              <a:off x="5183056" y="392336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7C0AC">
                <a:alpha val="100000"/>
              </a:srgbClr>
            </a:solidFill>
            <a:ln w="5420" cap="flat">
              <a:solidFill>
                <a:srgbClr val="57C0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27" name="pg1727"/>
            <p:cNvSpPr/>
            <p:nvPr/>
          </p:nvSpPr>
          <p:spPr>
            <a:xfrm>
              <a:off x="5043408" y="393766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3BAAB">
                <a:alpha val="100000"/>
              </a:srgbClr>
            </a:solidFill>
            <a:ln w="5420" cap="flat">
              <a:solidFill>
                <a:srgbClr val="53BA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28" name="pg1728"/>
            <p:cNvSpPr/>
            <p:nvPr/>
          </p:nvSpPr>
          <p:spPr>
            <a:xfrm>
              <a:off x="5055045" y="393766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3BAAB">
                <a:alpha val="100000"/>
              </a:srgbClr>
            </a:solidFill>
            <a:ln w="5420" cap="flat">
              <a:solidFill>
                <a:srgbClr val="53BA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29" name="pg1729"/>
            <p:cNvSpPr/>
            <p:nvPr/>
          </p:nvSpPr>
          <p:spPr>
            <a:xfrm>
              <a:off x="5066683" y="393766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3BAAB">
                <a:alpha val="100000"/>
              </a:srgbClr>
            </a:solidFill>
            <a:ln w="5420" cap="flat">
              <a:solidFill>
                <a:srgbClr val="53BA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30" name="pg1730"/>
            <p:cNvSpPr/>
            <p:nvPr/>
          </p:nvSpPr>
          <p:spPr>
            <a:xfrm>
              <a:off x="5078320" y="393766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3BAAB">
                <a:alpha val="100000"/>
              </a:srgbClr>
            </a:solidFill>
            <a:ln w="5420" cap="flat">
              <a:solidFill>
                <a:srgbClr val="53BA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31" name="pg1731"/>
            <p:cNvSpPr/>
            <p:nvPr/>
          </p:nvSpPr>
          <p:spPr>
            <a:xfrm>
              <a:off x="5089957" y="393766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3BAAB">
                <a:alpha val="100000"/>
              </a:srgbClr>
            </a:solidFill>
            <a:ln w="5420" cap="flat">
              <a:solidFill>
                <a:srgbClr val="53BA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32" name="pg1732"/>
            <p:cNvSpPr/>
            <p:nvPr/>
          </p:nvSpPr>
          <p:spPr>
            <a:xfrm>
              <a:off x="5101595" y="393766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3BBAB">
                <a:alpha val="100000"/>
              </a:srgbClr>
            </a:solidFill>
            <a:ln w="5420" cap="flat">
              <a:solidFill>
                <a:srgbClr val="53BB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33" name="pg1733"/>
            <p:cNvSpPr/>
            <p:nvPr/>
          </p:nvSpPr>
          <p:spPr>
            <a:xfrm>
              <a:off x="5113232" y="393766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4BCAB">
                <a:alpha val="100000"/>
              </a:srgbClr>
            </a:solidFill>
            <a:ln w="5420" cap="flat">
              <a:solidFill>
                <a:srgbClr val="54BC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34" name="pg1734"/>
            <p:cNvSpPr/>
            <p:nvPr/>
          </p:nvSpPr>
          <p:spPr>
            <a:xfrm>
              <a:off x="5124869" y="393766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4BCAB">
                <a:alpha val="100000"/>
              </a:srgbClr>
            </a:solidFill>
            <a:ln w="5420" cap="flat">
              <a:solidFill>
                <a:srgbClr val="54BC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35" name="pg1735"/>
            <p:cNvSpPr/>
            <p:nvPr/>
          </p:nvSpPr>
          <p:spPr>
            <a:xfrm>
              <a:off x="5136507" y="393766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5BDAB">
                <a:alpha val="100000"/>
              </a:srgbClr>
            </a:solidFill>
            <a:ln w="5420" cap="flat">
              <a:solidFill>
                <a:srgbClr val="55BD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36" name="pg1736"/>
            <p:cNvSpPr/>
            <p:nvPr/>
          </p:nvSpPr>
          <p:spPr>
            <a:xfrm>
              <a:off x="5148144" y="393766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5BDAB">
                <a:alpha val="100000"/>
              </a:srgbClr>
            </a:solidFill>
            <a:ln w="5420" cap="flat">
              <a:solidFill>
                <a:srgbClr val="55BD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37" name="pg1737"/>
            <p:cNvSpPr/>
            <p:nvPr/>
          </p:nvSpPr>
          <p:spPr>
            <a:xfrm>
              <a:off x="5159781" y="393766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6BEAB">
                <a:alpha val="100000"/>
              </a:srgbClr>
            </a:solidFill>
            <a:ln w="5420" cap="flat">
              <a:solidFill>
                <a:srgbClr val="56BE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38" name="pg1738"/>
            <p:cNvSpPr/>
            <p:nvPr/>
          </p:nvSpPr>
          <p:spPr>
            <a:xfrm>
              <a:off x="5171419" y="393766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6BFAB">
                <a:alpha val="100000"/>
              </a:srgbClr>
            </a:solidFill>
            <a:ln w="5420" cap="flat">
              <a:solidFill>
                <a:srgbClr val="56BF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39" name="pg1739"/>
            <p:cNvSpPr/>
            <p:nvPr/>
          </p:nvSpPr>
          <p:spPr>
            <a:xfrm>
              <a:off x="5183056" y="393766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6BFAB">
                <a:alpha val="100000"/>
              </a:srgbClr>
            </a:solidFill>
            <a:ln w="5420" cap="flat">
              <a:solidFill>
                <a:srgbClr val="56BF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40" name="pg1740"/>
            <p:cNvSpPr/>
            <p:nvPr/>
          </p:nvSpPr>
          <p:spPr>
            <a:xfrm>
              <a:off x="5194693" y="393766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7C0AB">
                <a:alpha val="100000"/>
              </a:srgbClr>
            </a:solidFill>
            <a:ln w="5420" cap="flat">
              <a:solidFill>
                <a:srgbClr val="57C0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41" name="pg1741"/>
            <p:cNvSpPr/>
            <p:nvPr/>
          </p:nvSpPr>
          <p:spPr>
            <a:xfrm>
              <a:off x="5043408" y="395196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3BAAB">
                <a:alpha val="100000"/>
              </a:srgbClr>
            </a:solidFill>
            <a:ln w="5420" cap="flat">
              <a:solidFill>
                <a:srgbClr val="53BA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42" name="pg1742"/>
            <p:cNvSpPr/>
            <p:nvPr/>
          </p:nvSpPr>
          <p:spPr>
            <a:xfrm>
              <a:off x="5055045" y="395196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3BAAB">
                <a:alpha val="100000"/>
              </a:srgbClr>
            </a:solidFill>
            <a:ln w="5420" cap="flat">
              <a:solidFill>
                <a:srgbClr val="53BA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43" name="pg1743"/>
            <p:cNvSpPr/>
            <p:nvPr/>
          </p:nvSpPr>
          <p:spPr>
            <a:xfrm>
              <a:off x="5066683" y="395196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3BAAB">
                <a:alpha val="100000"/>
              </a:srgbClr>
            </a:solidFill>
            <a:ln w="5420" cap="flat">
              <a:solidFill>
                <a:srgbClr val="53BA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44" name="pg1744"/>
            <p:cNvSpPr/>
            <p:nvPr/>
          </p:nvSpPr>
          <p:spPr>
            <a:xfrm>
              <a:off x="5078320" y="395196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3BAAB">
                <a:alpha val="100000"/>
              </a:srgbClr>
            </a:solidFill>
            <a:ln w="5420" cap="flat">
              <a:solidFill>
                <a:srgbClr val="53BA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45" name="pg1745"/>
            <p:cNvSpPr/>
            <p:nvPr/>
          </p:nvSpPr>
          <p:spPr>
            <a:xfrm>
              <a:off x="5089957" y="395196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3BAAB">
                <a:alpha val="100000"/>
              </a:srgbClr>
            </a:solidFill>
            <a:ln w="5420" cap="flat">
              <a:solidFill>
                <a:srgbClr val="53BA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46" name="pg1746"/>
            <p:cNvSpPr/>
            <p:nvPr/>
          </p:nvSpPr>
          <p:spPr>
            <a:xfrm>
              <a:off x="5101595" y="395196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4BBAB">
                <a:alpha val="100000"/>
              </a:srgbClr>
            </a:solidFill>
            <a:ln w="5420" cap="flat">
              <a:solidFill>
                <a:srgbClr val="54BB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47" name="pg1747"/>
            <p:cNvSpPr/>
            <p:nvPr/>
          </p:nvSpPr>
          <p:spPr>
            <a:xfrm>
              <a:off x="5113232" y="395196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4BCAB">
                <a:alpha val="100000"/>
              </a:srgbClr>
            </a:solidFill>
            <a:ln w="5420" cap="flat">
              <a:solidFill>
                <a:srgbClr val="54BC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48" name="pg1748"/>
            <p:cNvSpPr/>
            <p:nvPr/>
          </p:nvSpPr>
          <p:spPr>
            <a:xfrm>
              <a:off x="5124869" y="395196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4BCAB">
                <a:alpha val="100000"/>
              </a:srgbClr>
            </a:solidFill>
            <a:ln w="5420" cap="flat">
              <a:solidFill>
                <a:srgbClr val="54BC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49" name="pg1749"/>
            <p:cNvSpPr/>
            <p:nvPr/>
          </p:nvSpPr>
          <p:spPr>
            <a:xfrm>
              <a:off x="5136507" y="395196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4BDAB">
                <a:alpha val="100000"/>
              </a:srgbClr>
            </a:solidFill>
            <a:ln w="5420" cap="flat">
              <a:solidFill>
                <a:srgbClr val="54BD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50" name="pg1750"/>
            <p:cNvSpPr/>
            <p:nvPr/>
          </p:nvSpPr>
          <p:spPr>
            <a:xfrm>
              <a:off x="5148144" y="395196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5BDAB">
                <a:alpha val="100000"/>
              </a:srgbClr>
            </a:solidFill>
            <a:ln w="5420" cap="flat">
              <a:solidFill>
                <a:srgbClr val="55BD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51" name="pg1751"/>
            <p:cNvSpPr/>
            <p:nvPr/>
          </p:nvSpPr>
          <p:spPr>
            <a:xfrm>
              <a:off x="5159781" y="395196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5BEAB">
                <a:alpha val="100000"/>
              </a:srgbClr>
            </a:solidFill>
            <a:ln w="5420" cap="flat">
              <a:solidFill>
                <a:srgbClr val="55BE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52" name="pg1752"/>
            <p:cNvSpPr/>
            <p:nvPr/>
          </p:nvSpPr>
          <p:spPr>
            <a:xfrm>
              <a:off x="5171419" y="395196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6BEAB">
                <a:alpha val="100000"/>
              </a:srgbClr>
            </a:solidFill>
            <a:ln w="5420" cap="flat">
              <a:solidFill>
                <a:srgbClr val="56BE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53" name="pg1753"/>
            <p:cNvSpPr/>
            <p:nvPr/>
          </p:nvSpPr>
          <p:spPr>
            <a:xfrm>
              <a:off x="5183056" y="395196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6BFAB">
                <a:alpha val="100000"/>
              </a:srgbClr>
            </a:solidFill>
            <a:ln w="5420" cap="flat">
              <a:solidFill>
                <a:srgbClr val="56BF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54" name="pg1754"/>
            <p:cNvSpPr/>
            <p:nvPr/>
          </p:nvSpPr>
          <p:spPr>
            <a:xfrm>
              <a:off x="5194693" y="395196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6BFAB">
                <a:alpha val="100000"/>
              </a:srgbClr>
            </a:solidFill>
            <a:ln w="5420" cap="flat">
              <a:solidFill>
                <a:srgbClr val="56BF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55" name="pg1755"/>
            <p:cNvSpPr/>
            <p:nvPr/>
          </p:nvSpPr>
          <p:spPr>
            <a:xfrm>
              <a:off x="5206331" y="395196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6BFAB">
                <a:alpha val="100000"/>
              </a:srgbClr>
            </a:solidFill>
            <a:ln w="5420" cap="flat">
              <a:solidFill>
                <a:srgbClr val="56BF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56" name="pg1756"/>
            <p:cNvSpPr/>
            <p:nvPr/>
          </p:nvSpPr>
          <p:spPr>
            <a:xfrm>
              <a:off x="5043408" y="396626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2BAAB">
                <a:alpha val="100000"/>
              </a:srgbClr>
            </a:solidFill>
            <a:ln w="5420" cap="flat">
              <a:solidFill>
                <a:srgbClr val="52BA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57" name="pg1757"/>
            <p:cNvSpPr/>
            <p:nvPr/>
          </p:nvSpPr>
          <p:spPr>
            <a:xfrm>
              <a:off x="5055045" y="396626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2BAAB">
                <a:alpha val="100000"/>
              </a:srgbClr>
            </a:solidFill>
            <a:ln w="5420" cap="flat">
              <a:solidFill>
                <a:srgbClr val="52BA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58" name="pg1758"/>
            <p:cNvSpPr/>
            <p:nvPr/>
          </p:nvSpPr>
          <p:spPr>
            <a:xfrm>
              <a:off x="5066683" y="396626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3BAAB">
                <a:alpha val="100000"/>
              </a:srgbClr>
            </a:solidFill>
            <a:ln w="5420" cap="flat">
              <a:solidFill>
                <a:srgbClr val="53BA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59" name="pg1759"/>
            <p:cNvSpPr/>
            <p:nvPr/>
          </p:nvSpPr>
          <p:spPr>
            <a:xfrm>
              <a:off x="5078320" y="396626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3BAAB">
                <a:alpha val="100000"/>
              </a:srgbClr>
            </a:solidFill>
            <a:ln w="5420" cap="flat">
              <a:solidFill>
                <a:srgbClr val="53BA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60" name="pg1760"/>
            <p:cNvSpPr/>
            <p:nvPr/>
          </p:nvSpPr>
          <p:spPr>
            <a:xfrm>
              <a:off x="5089957" y="396626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3BAAB">
                <a:alpha val="100000"/>
              </a:srgbClr>
            </a:solidFill>
            <a:ln w="5420" cap="flat">
              <a:solidFill>
                <a:srgbClr val="53BA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61" name="pg1761"/>
            <p:cNvSpPr/>
            <p:nvPr/>
          </p:nvSpPr>
          <p:spPr>
            <a:xfrm>
              <a:off x="5101595" y="396626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3BBAB">
                <a:alpha val="100000"/>
              </a:srgbClr>
            </a:solidFill>
            <a:ln w="5420" cap="flat">
              <a:solidFill>
                <a:srgbClr val="53BB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62" name="pg1762"/>
            <p:cNvSpPr/>
            <p:nvPr/>
          </p:nvSpPr>
          <p:spPr>
            <a:xfrm>
              <a:off x="5113232" y="396626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4BBAB">
                <a:alpha val="100000"/>
              </a:srgbClr>
            </a:solidFill>
            <a:ln w="5420" cap="flat">
              <a:solidFill>
                <a:srgbClr val="54BB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63" name="pg1763"/>
            <p:cNvSpPr/>
            <p:nvPr/>
          </p:nvSpPr>
          <p:spPr>
            <a:xfrm>
              <a:off x="5124869" y="396626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4BCAB">
                <a:alpha val="100000"/>
              </a:srgbClr>
            </a:solidFill>
            <a:ln w="5420" cap="flat">
              <a:solidFill>
                <a:srgbClr val="54BC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64" name="pg1764"/>
            <p:cNvSpPr/>
            <p:nvPr/>
          </p:nvSpPr>
          <p:spPr>
            <a:xfrm>
              <a:off x="5136507" y="396626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4BCAB">
                <a:alpha val="100000"/>
              </a:srgbClr>
            </a:solidFill>
            <a:ln w="5420" cap="flat">
              <a:solidFill>
                <a:srgbClr val="54BC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65" name="pg1765"/>
            <p:cNvSpPr/>
            <p:nvPr/>
          </p:nvSpPr>
          <p:spPr>
            <a:xfrm>
              <a:off x="5148144" y="396626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5BDAB">
                <a:alpha val="100000"/>
              </a:srgbClr>
            </a:solidFill>
            <a:ln w="5420" cap="flat">
              <a:solidFill>
                <a:srgbClr val="55BD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66" name="pg1766"/>
            <p:cNvSpPr/>
            <p:nvPr/>
          </p:nvSpPr>
          <p:spPr>
            <a:xfrm>
              <a:off x="5159781" y="396626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5BDAB">
                <a:alpha val="100000"/>
              </a:srgbClr>
            </a:solidFill>
            <a:ln w="5420" cap="flat">
              <a:solidFill>
                <a:srgbClr val="55BD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67" name="pg1767"/>
            <p:cNvSpPr/>
            <p:nvPr/>
          </p:nvSpPr>
          <p:spPr>
            <a:xfrm>
              <a:off x="5171419" y="396626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5BDAB">
                <a:alpha val="100000"/>
              </a:srgbClr>
            </a:solidFill>
            <a:ln w="5420" cap="flat">
              <a:solidFill>
                <a:srgbClr val="55BD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68" name="pg1768"/>
            <p:cNvSpPr/>
            <p:nvPr/>
          </p:nvSpPr>
          <p:spPr>
            <a:xfrm>
              <a:off x="5183056" y="396626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5BEAB">
                <a:alpha val="100000"/>
              </a:srgbClr>
            </a:solidFill>
            <a:ln w="5420" cap="flat">
              <a:solidFill>
                <a:srgbClr val="55BE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69" name="pg1769"/>
            <p:cNvSpPr/>
            <p:nvPr/>
          </p:nvSpPr>
          <p:spPr>
            <a:xfrm>
              <a:off x="5194693" y="396626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6BEAB">
                <a:alpha val="100000"/>
              </a:srgbClr>
            </a:solidFill>
            <a:ln w="5420" cap="flat">
              <a:solidFill>
                <a:srgbClr val="56BE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70" name="pg1770"/>
            <p:cNvSpPr/>
            <p:nvPr/>
          </p:nvSpPr>
          <p:spPr>
            <a:xfrm>
              <a:off x="5206331" y="396626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6BEAB">
                <a:alpha val="100000"/>
              </a:srgbClr>
            </a:solidFill>
            <a:ln w="5420" cap="flat">
              <a:solidFill>
                <a:srgbClr val="56BE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71" name="pg1771"/>
            <p:cNvSpPr/>
            <p:nvPr/>
          </p:nvSpPr>
          <p:spPr>
            <a:xfrm>
              <a:off x="5043408" y="398056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2B9AB">
                <a:alpha val="100000"/>
              </a:srgbClr>
            </a:solidFill>
            <a:ln w="5420" cap="flat">
              <a:solidFill>
                <a:srgbClr val="52B9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72" name="pg1772"/>
            <p:cNvSpPr/>
            <p:nvPr/>
          </p:nvSpPr>
          <p:spPr>
            <a:xfrm>
              <a:off x="5055045" y="398056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2B9AB">
                <a:alpha val="100000"/>
              </a:srgbClr>
            </a:solidFill>
            <a:ln w="5420" cap="flat">
              <a:solidFill>
                <a:srgbClr val="52B9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73" name="pg1773"/>
            <p:cNvSpPr/>
            <p:nvPr/>
          </p:nvSpPr>
          <p:spPr>
            <a:xfrm>
              <a:off x="5066683" y="398056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2B9AB">
                <a:alpha val="100000"/>
              </a:srgbClr>
            </a:solidFill>
            <a:ln w="5420" cap="flat">
              <a:solidFill>
                <a:srgbClr val="52B9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74" name="pg1774"/>
            <p:cNvSpPr/>
            <p:nvPr/>
          </p:nvSpPr>
          <p:spPr>
            <a:xfrm>
              <a:off x="5078320" y="398056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2BAAB">
                <a:alpha val="100000"/>
              </a:srgbClr>
            </a:solidFill>
            <a:ln w="5420" cap="flat">
              <a:solidFill>
                <a:srgbClr val="52BA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75" name="pg1775"/>
            <p:cNvSpPr/>
            <p:nvPr/>
          </p:nvSpPr>
          <p:spPr>
            <a:xfrm>
              <a:off x="5089957" y="398056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3BAAB">
                <a:alpha val="100000"/>
              </a:srgbClr>
            </a:solidFill>
            <a:ln w="5420" cap="flat">
              <a:solidFill>
                <a:srgbClr val="53BA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76" name="pg1776"/>
            <p:cNvSpPr/>
            <p:nvPr/>
          </p:nvSpPr>
          <p:spPr>
            <a:xfrm>
              <a:off x="5101595" y="398056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3BAAB">
                <a:alpha val="100000"/>
              </a:srgbClr>
            </a:solidFill>
            <a:ln w="5420" cap="flat">
              <a:solidFill>
                <a:srgbClr val="53BA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77" name="pg1777"/>
            <p:cNvSpPr/>
            <p:nvPr/>
          </p:nvSpPr>
          <p:spPr>
            <a:xfrm>
              <a:off x="5113232" y="398056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3BBAB">
                <a:alpha val="100000"/>
              </a:srgbClr>
            </a:solidFill>
            <a:ln w="5420" cap="flat">
              <a:solidFill>
                <a:srgbClr val="53BB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78" name="pg1778"/>
            <p:cNvSpPr/>
            <p:nvPr/>
          </p:nvSpPr>
          <p:spPr>
            <a:xfrm>
              <a:off x="5124869" y="398056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4BBAB">
                <a:alpha val="100000"/>
              </a:srgbClr>
            </a:solidFill>
            <a:ln w="5420" cap="flat">
              <a:solidFill>
                <a:srgbClr val="54BB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79" name="pg1779"/>
            <p:cNvSpPr/>
            <p:nvPr/>
          </p:nvSpPr>
          <p:spPr>
            <a:xfrm>
              <a:off x="5136507" y="398056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4BCAB">
                <a:alpha val="100000"/>
              </a:srgbClr>
            </a:solidFill>
            <a:ln w="5420" cap="flat">
              <a:solidFill>
                <a:srgbClr val="54BC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80" name="pg1780"/>
            <p:cNvSpPr/>
            <p:nvPr/>
          </p:nvSpPr>
          <p:spPr>
            <a:xfrm>
              <a:off x="5148144" y="398056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4BCAB">
                <a:alpha val="100000"/>
              </a:srgbClr>
            </a:solidFill>
            <a:ln w="5420" cap="flat">
              <a:solidFill>
                <a:srgbClr val="54BC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81" name="pg1781"/>
            <p:cNvSpPr/>
            <p:nvPr/>
          </p:nvSpPr>
          <p:spPr>
            <a:xfrm>
              <a:off x="5159781" y="398056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4BCAB">
                <a:alpha val="100000"/>
              </a:srgbClr>
            </a:solidFill>
            <a:ln w="5420" cap="flat">
              <a:solidFill>
                <a:srgbClr val="54BC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82" name="pg1782"/>
            <p:cNvSpPr/>
            <p:nvPr/>
          </p:nvSpPr>
          <p:spPr>
            <a:xfrm>
              <a:off x="5171419" y="398056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5BDAB">
                <a:alpha val="100000"/>
              </a:srgbClr>
            </a:solidFill>
            <a:ln w="5420" cap="flat">
              <a:solidFill>
                <a:srgbClr val="55BD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83" name="pg1783"/>
            <p:cNvSpPr/>
            <p:nvPr/>
          </p:nvSpPr>
          <p:spPr>
            <a:xfrm>
              <a:off x="5183056" y="398056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5BDAB">
                <a:alpha val="100000"/>
              </a:srgbClr>
            </a:solidFill>
            <a:ln w="5420" cap="flat">
              <a:solidFill>
                <a:srgbClr val="55BD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84" name="pg1784"/>
            <p:cNvSpPr/>
            <p:nvPr/>
          </p:nvSpPr>
          <p:spPr>
            <a:xfrm>
              <a:off x="5194693" y="398056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5BDAB">
                <a:alpha val="100000"/>
              </a:srgbClr>
            </a:solidFill>
            <a:ln w="5420" cap="flat">
              <a:solidFill>
                <a:srgbClr val="55BD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85" name="pg1785"/>
            <p:cNvSpPr/>
            <p:nvPr/>
          </p:nvSpPr>
          <p:spPr>
            <a:xfrm>
              <a:off x="5206331" y="398056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5BEAB">
                <a:alpha val="100000"/>
              </a:srgbClr>
            </a:solidFill>
            <a:ln w="5420" cap="flat">
              <a:solidFill>
                <a:srgbClr val="55BE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86" name="pg1786"/>
            <p:cNvSpPr/>
            <p:nvPr/>
          </p:nvSpPr>
          <p:spPr>
            <a:xfrm>
              <a:off x="5217968" y="398056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5BEAB">
                <a:alpha val="100000"/>
              </a:srgbClr>
            </a:solidFill>
            <a:ln w="5420" cap="flat">
              <a:solidFill>
                <a:srgbClr val="55BE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87" name="pg1787"/>
            <p:cNvSpPr/>
            <p:nvPr/>
          </p:nvSpPr>
          <p:spPr>
            <a:xfrm>
              <a:off x="5055045" y="399486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1B8AB">
                <a:alpha val="100000"/>
              </a:srgbClr>
            </a:solidFill>
            <a:ln w="5420" cap="flat">
              <a:solidFill>
                <a:srgbClr val="51B8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88" name="pg1788"/>
            <p:cNvSpPr/>
            <p:nvPr/>
          </p:nvSpPr>
          <p:spPr>
            <a:xfrm>
              <a:off x="5066683" y="399486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2B8AB">
                <a:alpha val="100000"/>
              </a:srgbClr>
            </a:solidFill>
            <a:ln w="5420" cap="flat">
              <a:solidFill>
                <a:srgbClr val="52B8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89" name="pg1789"/>
            <p:cNvSpPr/>
            <p:nvPr/>
          </p:nvSpPr>
          <p:spPr>
            <a:xfrm>
              <a:off x="5078320" y="399486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2B9AB">
                <a:alpha val="100000"/>
              </a:srgbClr>
            </a:solidFill>
            <a:ln w="5420" cap="flat">
              <a:solidFill>
                <a:srgbClr val="52B9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90" name="pg1790"/>
            <p:cNvSpPr/>
            <p:nvPr/>
          </p:nvSpPr>
          <p:spPr>
            <a:xfrm>
              <a:off x="5089957" y="399486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2B9AB">
                <a:alpha val="100000"/>
              </a:srgbClr>
            </a:solidFill>
            <a:ln w="5420" cap="flat">
              <a:solidFill>
                <a:srgbClr val="52B9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91" name="pg1791"/>
            <p:cNvSpPr/>
            <p:nvPr/>
          </p:nvSpPr>
          <p:spPr>
            <a:xfrm>
              <a:off x="5101595" y="399486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3BAAB">
                <a:alpha val="100000"/>
              </a:srgbClr>
            </a:solidFill>
            <a:ln w="5420" cap="flat">
              <a:solidFill>
                <a:srgbClr val="53BA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92" name="pg1792"/>
            <p:cNvSpPr/>
            <p:nvPr/>
          </p:nvSpPr>
          <p:spPr>
            <a:xfrm>
              <a:off x="5113232" y="399486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3BAAB">
                <a:alpha val="100000"/>
              </a:srgbClr>
            </a:solidFill>
            <a:ln w="5420" cap="flat">
              <a:solidFill>
                <a:srgbClr val="53BA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93" name="pg1793"/>
            <p:cNvSpPr/>
            <p:nvPr/>
          </p:nvSpPr>
          <p:spPr>
            <a:xfrm>
              <a:off x="5124869" y="399486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3BBAB">
                <a:alpha val="100000"/>
              </a:srgbClr>
            </a:solidFill>
            <a:ln w="5420" cap="flat">
              <a:solidFill>
                <a:srgbClr val="53BB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94" name="pg1794"/>
            <p:cNvSpPr/>
            <p:nvPr/>
          </p:nvSpPr>
          <p:spPr>
            <a:xfrm>
              <a:off x="5136507" y="399486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3BBAB">
                <a:alpha val="100000"/>
              </a:srgbClr>
            </a:solidFill>
            <a:ln w="5420" cap="flat">
              <a:solidFill>
                <a:srgbClr val="53BB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95" name="pg1795"/>
            <p:cNvSpPr/>
            <p:nvPr/>
          </p:nvSpPr>
          <p:spPr>
            <a:xfrm>
              <a:off x="5148144" y="399486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4BBAB">
                <a:alpha val="100000"/>
              </a:srgbClr>
            </a:solidFill>
            <a:ln w="5420" cap="flat">
              <a:solidFill>
                <a:srgbClr val="54BB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96" name="pg1796"/>
            <p:cNvSpPr/>
            <p:nvPr/>
          </p:nvSpPr>
          <p:spPr>
            <a:xfrm>
              <a:off x="5159781" y="399486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4BCAB">
                <a:alpha val="100000"/>
              </a:srgbClr>
            </a:solidFill>
            <a:ln w="5420" cap="flat">
              <a:solidFill>
                <a:srgbClr val="54BC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97" name="pg1797"/>
            <p:cNvSpPr/>
            <p:nvPr/>
          </p:nvSpPr>
          <p:spPr>
            <a:xfrm>
              <a:off x="5171419" y="399486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4BCAB">
                <a:alpha val="100000"/>
              </a:srgbClr>
            </a:solidFill>
            <a:ln w="5420" cap="flat">
              <a:solidFill>
                <a:srgbClr val="54BC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98" name="pg1798"/>
            <p:cNvSpPr/>
            <p:nvPr/>
          </p:nvSpPr>
          <p:spPr>
            <a:xfrm>
              <a:off x="5183056" y="399486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4BCAB">
                <a:alpha val="100000"/>
              </a:srgbClr>
            </a:solidFill>
            <a:ln w="5420" cap="flat">
              <a:solidFill>
                <a:srgbClr val="54BC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99" name="pg1799"/>
            <p:cNvSpPr/>
            <p:nvPr/>
          </p:nvSpPr>
          <p:spPr>
            <a:xfrm>
              <a:off x="5194693" y="399486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4BDAB">
                <a:alpha val="100000"/>
              </a:srgbClr>
            </a:solidFill>
            <a:ln w="5420" cap="flat">
              <a:solidFill>
                <a:srgbClr val="54BD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00" name="pg1800"/>
            <p:cNvSpPr/>
            <p:nvPr/>
          </p:nvSpPr>
          <p:spPr>
            <a:xfrm>
              <a:off x="5206331" y="399486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5BDAB">
                <a:alpha val="100000"/>
              </a:srgbClr>
            </a:solidFill>
            <a:ln w="5420" cap="flat">
              <a:solidFill>
                <a:srgbClr val="55BD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01" name="pg1801"/>
            <p:cNvSpPr/>
            <p:nvPr/>
          </p:nvSpPr>
          <p:spPr>
            <a:xfrm>
              <a:off x="5217968" y="399486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5BDAB">
                <a:alpha val="100000"/>
              </a:srgbClr>
            </a:solidFill>
            <a:ln w="5420" cap="flat">
              <a:solidFill>
                <a:srgbClr val="55BD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02" name="pg1802"/>
            <p:cNvSpPr/>
            <p:nvPr/>
          </p:nvSpPr>
          <p:spPr>
            <a:xfrm>
              <a:off x="5020133" y="400916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0B6AB">
                <a:alpha val="100000"/>
              </a:srgbClr>
            </a:solidFill>
            <a:ln w="5420" cap="flat">
              <a:solidFill>
                <a:srgbClr val="50B6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03" name="pg1803"/>
            <p:cNvSpPr/>
            <p:nvPr/>
          </p:nvSpPr>
          <p:spPr>
            <a:xfrm>
              <a:off x="5031771" y="400916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0B7AB">
                <a:alpha val="100000"/>
              </a:srgbClr>
            </a:solidFill>
            <a:ln w="5420" cap="flat">
              <a:solidFill>
                <a:srgbClr val="50B7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04" name="pg1804"/>
            <p:cNvSpPr/>
            <p:nvPr/>
          </p:nvSpPr>
          <p:spPr>
            <a:xfrm>
              <a:off x="5043408" y="400916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0B7AB">
                <a:alpha val="100000"/>
              </a:srgbClr>
            </a:solidFill>
            <a:ln w="5420" cap="flat">
              <a:solidFill>
                <a:srgbClr val="50B7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05" name="pg1805"/>
            <p:cNvSpPr/>
            <p:nvPr/>
          </p:nvSpPr>
          <p:spPr>
            <a:xfrm>
              <a:off x="5055045" y="400916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1B7AB">
                <a:alpha val="100000"/>
              </a:srgbClr>
            </a:solidFill>
            <a:ln w="5420" cap="flat">
              <a:solidFill>
                <a:srgbClr val="51B7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06" name="pg1806"/>
            <p:cNvSpPr/>
            <p:nvPr/>
          </p:nvSpPr>
          <p:spPr>
            <a:xfrm>
              <a:off x="5066683" y="400916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1B8AB">
                <a:alpha val="100000"/>
              </a:srgbClr>
            </a:solidFill>
            <a:ln w="5420" cap="flat">
              <a:solidFill>
                <a:srgbClr val="51B8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07" name="pg1807"/>
            <p:cNvSpPr/>
            <p:nvPr/>
          </p:nvSpPr>
          <p:spPr>
            <a:xfrm>
              <a:off x="5078320" y="400916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1B8AB">
                <a:alpha val="100000"/>
              </a:srgbClr>
            </a:solidFill>
            <a:ln w="5420" cap="flat">
              <a:solidFill>
                <a:srgbClr val="51B8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08" name="pg1808"/>
            <p:cNvSpPr/>
            <p:nvPr/>
          </p:nvSpPr>
          <p:spPr>
            <a:xfrm>
              <a:off x="5089957" y="400916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1B8AB">
                <a:alpha val="100000"/>
              </a:srgbClr>
            </a:solidFill>
            <a:ln w="5420" cap="flat">
              <a:solidFill>
                <a:srgbClr val="51B8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09" name="pg1809"/>
            <p:cNvSpPr/>
            <p:nvPr/>
          </p:nvSpPr>
          <p:spPr>
            <a:xfrm>
              <a:off x="5101595" y="400916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2B9AB">
                <a:alpha val="100000"/>
              </a:srgbClr>
            </a:solidFill>
            <a:ln w="5420" cap="flat">
              <a:solidFill>
                <a:srgbClr val="52B9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10" name="pg1810"/>
            <p:cNvSpPr/>
            <p:nvPr/>
          </p:nvSpPr>
          <p:spPr>
            <a:xfrm>
              <a:off x="5113232" y="400916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2B9AB">
                <a:alpha val="100000"/>
              </a:srgbClr>
            </a:solidFill>
            <a:ln w="5420" cap="flat">
              <a:solidFill>
                <a:srgbClr val="52B9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11" name="pg1811"/>
            <p:cNvSpPr/>
            <p:nvPr/>
          </p:nvSpPr>
          <p:spPr>
            <a:xfrm>
              <a:off x="5124869" y="400916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2BAAB">
                <a:alpha val="100000"/>
              </a:srgbClr>
            </a:solidFill>
            <a:ln w="5420" cap="flat">
              <a:solidFill>
                <a:srgbClr val="52BA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12" name="pg1812"/>
            <p:cNvSpPr/>
            <p:nvPr/>
          </p:nvSpPr>
          <p:spPr>
            <a:xfrm>
              <a:off x="5136507" y="400916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3BAAB">
                <a:alpha val="100000"/>
              </a:srgbClr>
            </a:solidFill>
            <a:ln w="5420" cap="flat">
              <a:solidFill>
                <a:srgbClr val="53BA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13" name="pg1813"/>
            <p:cNvSpPr/>
            <p:nvPr/>
          </p:nvSpPr>
          <p:spPr>
            <a:xfrm>
              <a:off x="5148144" y="400916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3BAAB">
                <a:alpha val="100000"/>
              </a:srgbClr>
            </a:solidFill>
            <a:ln w="5420" cap="flat">
              <a:solidFill>
                <a:srgbClr val="53BA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14" name="pg1814"/>
            <p:cNvSpPr/>
            <p:nvPr/>
          </p:nvSpPr>
          <p:spPr>
            <a:xfrm>
              <a:off x="5159781" y="400916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3BBAB">
                <a:alpha val="100000"/>
              </a:srgbClr>
            </a:solidFill>
            <a:ln w="5420" cap="flat">
              <a:solidFill>
                <a:srgbClr val="53BB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15" name="pg1815"/>
            <p:cNvSpPr/>
            <p:nvPr/>
          </p:nvSpPr>
          <p:spPr>
            <a:xfrm>
              <a:off x="5171419" y="400916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3BBAB">
                <a:alpha val="100000"/>
              </a:srgbClr>
            </a:solidFill>
            <a:ln w="5420" cap="flat">
              <a:solidFill>
                <a:srgbClr val="53BB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16" name="pg1816"/>
            <p:cNvSpPr/>
            <p:nvPr/>
          </p:nvSpPr>
          <p:spPr>
            <a:xfrm>
              <a:off x="5183056" y="400916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4BBAB">
                <a:alpha val="100000"/>
              </a:srgbClr>
            </a:solidFill>
            <a:ln w="5420" cap="flat">
              <a:solidFill>
                <a:srgbClr val="54BB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17" name="pg1817"/>
            <p:cNvSpPr/>
            <p:nvPr/>
          </p:nvSpPr>
          <p:spPr>
            <a:xfrm>
              <a:off x="5194693" y="400916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4BCAB">
                <a:alpha val="100000"/>
              </a:srgbClr>
            </a:solidFill>
            <a:ln w="5420" cap="flat">
              <a:solidFill>
                <a:srgbClr val="54BC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18" name="pg1818"/>
            <p:cNvSpPr/>
            <p:nvPr/>
          </p:nvSpPr>
          <p:spPr>
            <a:xfrm>
              <a:off x="5206331" y="400916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4BCAB">
                <a:alpha val="100000"/>
              </a:srgbClr>
            </a:solidFill>
            <a:ln w="5420" cap="flat">
              <a:solidFill>
                <a:srgbClr val="54BC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19" name="pg1819"/>
            <p:cNvSpPr/>
            <p:nvPr/>
          </p:nvSpPr>
          <p:spPr>
            <a:xfrm>
              <a:off x="5020133" y="402346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FB5AB">
                <a:alpha val="100000"/>
              </a:srgbClr>
            </a:solidFill>
            <a:ln w="5420" cap="flat">
              <a:solidFill>
                <a:srgbClr val="4FB5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20" name="pg1820"/>
            <p:cNvSpPr/>
            <p:nvPr/>
          </p:nvSpPr>
          <p:spPr>
            <a:xfrm>
              <a:off x="5031771" y="402346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FB5AB">
                <a:alpha val="100000"/>
              </a:srgbClr>
            </a:solidFill>
            <a:ln w="5420" cap="flat">
              <a:solidFill>
                <a:srgbClr val="4FB5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21" name="pg1821"/>
            <p:cNvSpPr/>
            <p:nvPr/>
          </p:nvSpPr>
          <p:spPr>
            <a:xfrm>
              <a:off x="5043408" y="402346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0B6AB">
                <a:alpha val="100000"/>
              </a:srgbClr>
            </a:solidFill>
            <a:ln w="5420" cap="flat">
              <a:solidFill>
                <a:srgbClr val="50B6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22" name="pg1822"/>
            <p:cNvSpPr/>
            <p:nvPr/>
          </p:nvSpPr>
          <p:spPr>
            <a:xfrm>
              <a:off x="5055045" y="402346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0B6AB">
                <a:alpha val="100000"/>
              </a:srgbClr>
            </a:solidFill>
            <a:ln w="5420" cap="flat">
              <a:solidFill>
                <a:srgbClr val="50B6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23" name="pg1823"/>
            <p:cNvSpPr/>
            <p:nvPr/>
          </p:nvSpPr>
          <p:spPr>
            <a:xfrm>
              <a:off x="5066683" y="402346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0B6AB">
                <a:alpha val="100000"/>
              </a:srgbClr>
            </a:solidFill>
            <a:ln w="5420" cap="flat">
              <a:solidFill>
                <a:srgbClr val="50B6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24" name="pg1824"/>
            <p:cNvSpPr/>
            <p:nvPr/>
          </p:nvSpPr>
          <p:spPr>
            <a:xfrm>
              <a:off x="5078320" y="402346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0B7AB">
                <a:alpha val="100000"/>
              </a:srgbClr>
            </a:solidFill>
            <a:ln w="5420" cap="flat">
              <a:solidFill>
                <a:srgbClr val="50B7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25" name="pg1825"/>
            <p:cNvSpPr/>
            <p:nvPr/>
          </p:nvSpPr>
          <p:spPr>
            <a:xfrm>
              <a:off x="5089957" y="402346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1B7AB">
                <a:alpha val="100000"/>
              </a:srgbClr>
            </a:solidFill>
            <a:ln w="5420" cap="flat">
              <a:solidFill>
                <a:srgbClr val="51B7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26" name="pg1826"/>
            <p:cNvSpPr/>
            <p:nvPr/>
          </p:nvSpPr>
          <p:spPr>
            <a:xfrm>
              <a:off x="5101595" y="402346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1B8AB">
                <a:alpha val="100000"/>
              </a:srgbClr>
            </a:solidFill>
            <a:ln w="5420" cap="flat">
              <a:solidFill>
                <a:srgbClr val="51B8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27" name="pg1827"/>
            <p:cNvSpPr/>
            <p:nvPr/>
          </p:nvSpPr>
          <p:spPr>
            <a:xfrm>
              <a:off x="5113232" y="402346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2B8AB">
                <a:alpha val="100000"/>
              </a:srgbClr>
            </a:solidFill>
            <a:ln w="5420" cap="flat">
              <a:solidFill>
                <a:srgbClr val="52B8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28" name="pg1828"/>
            <p:cNvSpPr/>
            <p:nvPr/>
          </p:nvSpPr>
          <p:spPr>
            <a:xfrm>
              <a:off x="5124869" y="402346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2B9AB">
                <a:alpha val="100000"/>
              </a:srgbClr>
            </a:solidFill>
            <a:ln w="5420" cap="flat">
              <a:solidFill>
                <a:srgbClr val="52B9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29" name="pg1829"/>
            <p:cNvSpPr/>
            <p:nvPr/>
          </p:nvSpPr>
          <p:spPr>
            <a:xfrm>
              <a:off x="5136507" y="402346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2B9AB">
                <a:alpha val="100000"/>
              </a:srgbClr>
            </a:solidFill>
            <a:ln w="5420" cap="flat">
              <a:solidFill>
                <a:srgbClr val="52B9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30" name="pg1830"/>
            <p:cNvSpPr/>
            <p:nvPr/>
          </p:nvSpPr>
          <p:spPr>
            <a:xfrm>
              <a:off x="5148144" y="402346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2BAAB">
                <a:alpha val="100000"/>
              </a:srgbClr>
            </a:solidFill>
            <a:ln w="5420" cap="flat">
              <a:solidFill>
                <a:srgbClr val="52BA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31" name="pg1831"/>
            <p:cNvSpPr/>
            <p:nvPr/>
          </p:nvSpPr>
          <p:spPr>
            <a:xfrm>
              <a:off x="5159781" y="402346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3BAAB">
                <a:alpha val="100000"/>
              </a:srgbClr>
            </a:solidFill>
            <a:ln w="5420" cap="flat">
              <a:solidFill>
                <a:srgbClr val="53BA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32" name="pg1832"/>
            <p:cNvSpPr/>
            <p:nvPr/>
          </p:nvSpPr>
          <p:spPr>
            <a:xfrm>
              <a:off x="5171419" y="402346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3BAAB">
                <a:alpha val="100000"/>
              </a:srgbClr>
            </a:solidFill>
            <a:ln w="5420" cap="flat">
              <a:solidFill>
                <a:srgbClr val="53BA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33" name="pg1833"/>
            <p:cNvSpPr/>
            <p:nvPr/>
          </p:nvSpPr>
          <p:spPr>
            <a:xfrm>
              <a:off x="5183056" y="402346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3BAAB">
                <a:alpha val="100000"/>
              </a:srgbClr>
            </a:solidFill>
            <a:ln w="5420" cap="flat">
              <a:solidFill>
                <a:srgbClr val="53BA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34" name="pg1834"/>
            <p:cNvSpPr/>
            <p:nvPr/>
          </p:nvSpPr>
          <p:spPr>
            <a:xfrm>
              <a:off x="5194693" y="402346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3BBAB">
                <a:alpha val="100000"/>
              </a:srgbClr>
            </a:solidFill>
            <a:ln w="5420" cap="flat">
              <a:solidFill>
                <a:srgbClr val="53BB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35" name="pg1835"/>
            <p:cNvSpPr/>
            <p:nvPr/>
          </p:nvSpPr>
          <p:spPr>
            <a:xfrm>
              <a:off x="5020133" y="403776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EB3AB">
                <a:alpha val="100000"/>
              </a:srgbClr>
            </a:solidFill>
            <a:ln w="5420" cap="flat">
              <a:solidFill>
                <a:srgbClr val="4EB3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36" name="pg1836"/>
            <p:cNvSpPr/>
            <p:nvPr/>
          </p:nvSpPr>
          <p:spPr>
            <a:xfrm>
              <a:off x="5031771" y="403776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EB4AB">
                <a:alpha val="100000"/>
              </a:srgbClr>
            </a:solidFill>
            <a:ln w="5420" cap="flat">
              <a:solidFill>
                <a:srgbClr val="4EB4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37" name="pg1837"/>
            <p:cNvSpPr/>
            <p:nvPr/>
          </p:nvSpPr>
          <p:spPr>
            <a:xfrm>
              <a:off x="5043408" y="403776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FB4AB">
                <a:alpha val="100000"/>
              </a:srgbClr>
            </a:solidFill>
            <a:ln w="5420" cap="flat">
              <a:solidFill>
                <a:srgbClr val="4FB4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38" name="pg1838"/>
            <p:cNvSpPr/>
            <p:nvPr/>
          </p:nvSpPr>
          <p:spPr>
            <a:xfrm>
              <a:off x="5055045" y="403776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FB5AB">
                <a:alpha val="100000"/>
              </a:srgbClr>
            </a:solidFill>
            <a:ln w="5420" cap="flat">
              <a:solidFill>
                <a:srgbClr val="4FB5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39" name="pg1839"/>
            <p:cNvSpPr/>
            <p:nvPr/>
          </p:nvSpPr>
          <p:spPr>
            <a:xfrm>
              <a:off x="5066683" y="403776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FB5AB">
                <a:alpha val="100000"/>
              </a:srgbClr>
            </a:solidFill>
            <a:ln w="5420" cap="flat">
              <a:solidFill>
                <a:srgbClr val="4FB5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40" name="pg1840"/>
            <p:cNvSpPr/>
            <p:nvPr/>
          </p:nvSpPr>
          <p:spPr>
            <a:xfrm>
              <a:off x="5078320" y="403776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0B6AB">
                <a:alpha val="100000"/>
              </a:srgbClr>
            </a:solidFill>
            <a:ln w="5420" cap="flat">
              <a:solidFill>
                <a:srgbClr val="50B6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41" name="pg1841"/>
            <p:cNvSpPr/>
            <p:nvPr/>
          </p:nvSpPr>
          <p:spPr>
            <a:xfrm>
              <a:off x="5089957" y="403776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0B6AB">
                <a:alpha val="100000"/>
              </a:srgbClr>
            </a:solidFill>
            <a:ln w="5420" cap="flat">
              <a:solidFill>
                <a:srgbClr val="50B6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42" name="pg1842"/>
            <p:cNvSpPr/>
            <p:nvPr/>
          </p:nvSpPr>
          <p:spPr>
            <a:xfrm>
              <a:off x="5101595" y="403776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1B7AB">
                <a:alpha val="100000"/>
              </a:srgbClr>
            </a:solidFill>
            <a:ln w="5420" cap="flat">
              <a:solidFill>
                <a:srgbClr val="51B7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43" name="pg1843"/>
            <p:cNvSpPr/>
            <p:nvPr/>
          </p:nvSpPr>
          <p:spPr>
            <a:xfrm>
              <a:off x="5113232" y="403776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1B7AB">
                <a:alpha val="100000"/>
              </a:srgbClr>
            </a:solidFill>
            <a:ln w="5420" cap="flat">
              <a:solidFill>
                <a:srgbClr val="51B7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44" name="pg1844"/>
            <p:cNvSpPr/>
            <p:nvPr/>
          </p:nvSpPr>
          <p:spPr>
            <a:xfrm>
              <a:off x="5124869" y="403776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1B8AB">
                <a:alpha val="100000"/>
              </a:srgbClr>
            </a:solidFill>
            <a:ln w="5420" cap="flat">
              <a:solidFill>
                <a:srgbClr val="51B8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45" name="pg1845"/>
            <p:cNvSpPr/>
            <p:nvPr/>
          </p:nvSpPr>
          <p:spPr>
            <a:xfrm>
              <a:off x="5136507" y="403776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1B8AB">
                <a:alpha val="100000"/>
              </a:srgbClr>
            </a:solidFill>
            <a:ln w="5420" cap="flat">
              <a:solidFill>
                <a:srgbClr val="51B8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46" name="pg1846"/>
            <p:cNvSpPr/>
            <p:nvPr/>
          </p:nvSpPr>
          <p:spPr>
            <a:xfrm>
              <a:off x="5148144" y="403776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2B9AB">
                <a:alpha val="100000"/>
              </a:srgbClr>
            </a:solidFill>
            <a:ln w="5420" cap="flat">
              <a:solidFill>
                <a:srgbClr val="52B9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47" name="pg1847"/>
            <p:cNvSpPr/>
            <p:nvPr/>
          </p:nvSpPr>
          <p:spPr>
            <a:xfrm>
              <a:off x="5159781" y="403776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2B9AB">
                <a:alpha val="100000"/>
              </a:srgbClr>
            </a:solidFill>
            <a:ln w="5420" cap="flat">
              <a:solidFill>
                <a:srgbClr val="52B9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48" name="pg1848"/>
            <p:cNvSpPr/>
            <p:nvPr/>
          </p:nvSpPr>
          <p:spPr>
            <a:xfrm>
              <a:off x="5171419" y="403776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2B9AB">
                <a:alpha val="100000"/>
              </a:srgbClr>
            </a:solidFill>
            <a:ln w="5420" cap="flat">
              <a:solidFill>
                <a:srgbClr val="52B9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49" name="pg1849"/>
            <p:cNvSpPr/>
            <p:nvPr/>
          </p:nvSpPr>
          <p:spPr>
            <a:xfrm>
              <a:off x="5183056" y="403776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2BAAB">
                <a:alpha val="100000"/>
              </a:srgbClr>
            </a:solidFill>
            <a:ln w="5420" cap="flat">
              <a:solidFill>
                <a:srgbClr val="52BA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50" name="pg1850"/>
            <p:cNvSpPr/>
            <p:nvPr/>
          </p:nvSpPr>
          <p:spPr>
            <a:xfrm>
              <a:off x="5020133" y="405206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DB2AB">
                <a:alpha val="100000"/>
              </a:srgbClr>
            </a:solidFill>
            <a:ln w="5420" cap="flat">
              <a:solidFill>
                <a:srgbClr val="4DB2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51" name="pg1851"/>
            <p:cNvSpPr/>
            <p:nvPr/>
          </p:nvSpPr>
          <p:spPr>
            <a:xfrm>
              <a:off x="5031771" y="405206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DB3AB">
                <a:alpha val="100000"/>
              </a:srgbClr>
            </a:solidFill>
            <a:ln w="5420" cap="flat">
              <a:solidFill>
                <a:srgbClr val="4DB3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52" name="pg1852"/>
            <p:cNvSpPr/>
            <p:nvPr/>
          </p:nvSpPr>
          <p:spPr>
            <a:xfrm>
              <a:off x="5043408" y="405206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DB3AB">
                <a:alpha val="100000"/>
              </a:srgbClr>
            </a:solidFill>
            <a:ln w="5420" cap="flat">
              <a:solidFill>
                <a:srgbClr val="4DB3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53" name="pg1853"/>
            <p:cNvSpPr/>
            <p:nvPr/>
          </p:nvSpPr>
          <p:spPr>
            <a:xfrm>
              <a:off x="5055045" y="405206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EB3AB">
                <a:alpha val="100000"/>
              </a:srgbClr>
            </a:solidFill>
            <a:ln w="5420" cap="flat">
              <a:solidFill>
                <a:srgbClr val="4EB3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54" name="pg1854"/>
            <p:cNvSpPr/>
            <p:nvPr/>
          </p:nvSpPr>
          <p:spPr>
            <a:xfrm>
              <a:off x="5066683" y="405206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EB4AB">
                <a:alpha val="100000"/>
              </a:srgbClr>
            </a:solidFill>
            <a:ln w="5420" cap="flat">
              <a:solidFill>
                <a:srgbClr val="4EB4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55" name="pg1855"/>
            <p:cNvSpPr/>
            <p:nvPr/>
          </p:nvSpPr>
          <p:spPr>
            <a:xfrm>
              <a:off x="5078320" y="405206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FB4AB">
                <a:alpha val="100000"/>
              </a:srgbClr>
            </a:solidFill>
            <a:ln w="5420" cap="flat">
              <a:solidFill>
                <a:srgbClr val="4FB4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56" name="pg1856"/>
            <p:cNvSpPr/>
            <p:nvPr/>
          </p:nvSpPr>
          <p:spPr>
            <a:xfrm>
              <a:off x="5089957" y="405206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FB5AB">
                <a:alpha val="100000"/>
              </a:srgbClr>
            </a:solidFill>
            <a:ln w="5420" cap="flat">
              <a:solidFill>
                <a:srgbClr val="4FB5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57" name="pg1857"/>
            <p:cNvSpPr/>
            <p:nvPr/>
          </p:nvSpPr>
          <p:spPr>
            <a:xfrm>
              <a:off x="5101595" y="405206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0B6AB">
                <a:alpha val="100000"/>
              </a:srgbClr>
            </a:solidFill>
            <a:ln w="5420" cap="flat">
              <a:solidFill>
                <a:srgbClr val="50B6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58" name="pg1858"/>
            <p:cNvSpPr/>
            <p:nvPr/>
          </p:nvSpPr>
          <p:spPr>
            <a:xfrm>
              <a:off x="5113232" y="405206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0B6AB">
                <a:alpha val="100000"/>
              </a:srgbClr>
            </a:solidFill>
            <a:ln w="5420" cap="flat">
              <a:solidFill>
                <a:srgbClr val="50B6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59" name="pg1859"/>
            <p:cNvSpPr/>
            <p:nvPr/>
          </p:nvSpPr>
          <p:spPr>
            <a:xfrm>
              <a:off x="5124869" y="405206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0B7AB">
                <a:alpha val="100000"/>
              </a:srgbClr>
            </a:solidFill>
            <a:ln w="5420" cap="flat">
              <a:solidFill>
                <a:srgbClr val="50B7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60" name="pg1860"/>
            <p:cNvSpPr/>
            <p:nvPr/>
          </p:nvSpPr>
          <p:spPr>
            <a:xfrm>
              <a:off x="5136507" y="405206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1B7AB">
                <a:alpha val="100000"/>
              </a:srgbClr>
            </a:solidFill>
            <a:ln w="5420" cap="flat">
              <a:solidFill>
                <a:srgbClr val="51B7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61" name="pg1861"/>
            <p:cNvSpPr/>
            <p:nvPr/>
          </p:nvSpPr>
          <p:spPr>
            <a:xfrm>
              <a:off x="5148144" y="405206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1B8AB">
                <a:alpha val="100000"/>
              </a:srgbClr>
            </a:solidFill>
            <a:ln w="5420" cap="flat">
              <a:solidFill>
                <a:srgbClr val="51B8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62" name="pg1862"/>
            <p:cNvSpPr/>
            <p:nvPr/>
          </p:nvSpPr>
          <p:spPr>
            <a:xfrm>
              <a:off x="5159781" y="405206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1B8AB">
                <a:alpha val="100000"/>
              </a:srgbClr>
            </a:solidFill>
            <a:ln w="5420" cap="flat">
              <a:solidFill>
                <a:srgbClr val="51B8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63" name="pg1863"/>
            <p:cNvSpPr/>
            <p:nvPr/>
          </p:nvSpPr>
          <p:spPr>
            <a:xfrm>
              <a:off x="5171419" y="405206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1B8AB">
                <a:alpha val="100000"/>
              </a:srgbClr>
            </a:solidFill>
            <a:ln w="5420" cap="flat">
              <a:solidFill>
                <a:srgbClr val="51B8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64" name="pg1864"/>
            <p:cNvSpPr/>
            <p:nvPr/>
          </p:nvSpPr>
          <p:spPr>
            <a:xfrm>
              <a:off x="5008496" y="406636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BB0AB">
                <a:alpha val="100000"/>
              </a:srgbClr>
            </a:solidFill>
            <a:ln w="5420" cap="flat">
              <a:solidFill>
                <a:srgbClr val="4BB0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65" name="pg1865"/>
            <p:cNvSpPr/>
            <p:nvPr/>
          </p:nvSpPr>
          <p:spPr>
            <a:xfrm>
              <a:off x="5020133" y="406636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CB0AB">
                <a:alpha val="100000"/>
              </a:srgbClr>
            </a:solidFill>
            <a:ln w="5420" cap="flat">
              <a:solidFill>
                <a:srgbClr val="4CB0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66" name="pg1866"/>
            <p:cNvSpPr/>
            <p:nvPr/>
          </p:nvSpPr>
          <p:spPr>
            <a:xfrm>
              <a:off x="5031771" y="406636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CB1AB">
                <a:alpha val="100000"/>
              </a:srgbClr>
            </a:solidFill>
            <a:ln w="5420" cap="flat">
              <a:solidFill>
                <a:srgbClr val="4CB1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67" name="pg1867"/>
            <p:cNvSpPr/>
            <p:nvPr/>
          </p:nvSpPr>
          <p:spPr>
            <a:xfrm>
              <a:off x="5043408" y="406636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CB2AB">
                <a:alpha val="100000"/>
              </a:srgbClr>
            </a:solidFill>
            <a:ln w="5420" cap="flat">
              <a:solidFill>
                <a:srgbClr val="4CB2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68" name="pg1868"/>
            <p:cNvSpPr/>
            <p:nvPr/>
          </p:nvSpPr>
          <p:spPr>
            <a:xfrm>
              <a:off x="5055045" y="406636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DB2AB">
                <a:alpha val="100000"/>
              </a:srgbClr>
            </a:solidFill>
            <a:ln w="5420" cap="flat">
              <a:solidFill>
                <a:srgbClr val="4DB2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69" name="pg1869"/>
            <p:cNvSpPr/>
            <p:nvPr/>
          </p:nvSpPr>
          <p:spPr>
            <a:xfrm>
              <a:off x="5066683" y="406636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DB3AB">
                <a:alpha val="100000"/>
              </a:srgbClr>
            </a:solidFill>
            <a:ln w="5420" cap="flat">
              <a:solidFill>
                <a:srgbClr val="4DB3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70" name="pg1870"/>
            <p:cNvSpPr/>
            <p:nvPr/>
          </p:nvSpPr>
          <p:spPr>
            <a:xfrm>
              <a:off x="5078320" y="406636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EB3AB">
                <a:alpha val="100000"/>
              </a:srgbClr>
            </a:solidFill>
            <a:ln w="5420" cap="flat">
              <a:solidFill>
                <a:srgbClr val="4EB3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71" name="pg1871"/>
            <p:cNvSpPr/>
            <p:nvPr/>
          </p:nvSpPr>
          <p:spPr>
            <a:xfrm>
              <a:off x="5089957" y="406636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EB4AB">
                <a:alpha val="100000"/>
              </a:srgbClr>
            </a:solidFill>
            <a:ln w="5420" cap="flat">
              <a:solidFill>
                <a:srgbClr val="4EB4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72" name="pg1872"/>
            <p:cNvSpPr/>
            <p:nvPr/>
          </p:nvSpPr>
          <p:spPr>
            <a:xfrm>
              <a:off x="5101595" y="406636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FB5AB">
                <a:alpha val="100000"/>
              </a:srgbClr>
            </a:solidFill>
            <a:ln w="5420" cap="flat">
              <a:solidFill>
                <a:srgbClr val="4FB5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73" name="pg1873"/>
            <p:cNvSpPr/>
            <p:nvPr/>
          </p:nvSpPr>
          <p:spPr>
            <a:xfrm>
              <a:off x="5113232" y="406636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FB5AB">
                <a:alpha val="100000"/>
              </a:srgbClr>
            </a:solidFill>
            <a:ln w="5420" cap="flat">
              <a:solidFill>
                <a:srgbClr val="4FB5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74" name="pg1874"/>
            <p:cNvSpPr/>
            <p:nvPr/>
          </p:nvSpPr>
          <p:spPr>
            <a:xfrm>
              <a:off x="5124869" y="406636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0B6AB">
                <a:alpha val="100000"/>
              </a:srgbClr>
            </a:solidFill>
            <a:ln w="5420" cap="flat">
              <a:solidFill>
                <a:srgbClr val="50B6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75" name="pg1875"/>
            <p:cNvSpPr/>
            <p:nvPr/>
          </p:nvSpPr>
          <p:spPr>
            <a:xfrm>
              <a:off x="5136507" y="406636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0B6AB">
                <a:alpha val="100000"/>
              </a:srgbClr>
            </a:solidFill>
            <a:ln w="5420" cap="flat">
              <a:solidFill>
                <a:srgbClr val="50B6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76" name="pg1876"/>
            <p:cNvSpPr/>
            <p:nvPr/>
          </p:nvSpPr>
          <p:spPr>
            <a:xfrm>
              <a:off x="5148144" y="406636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0B7AB">
                <a:alpha val="100000"/>
              </a:srgbClr>
            </a:solidFill>
            <a:ln w="5420" cap="flat">
              <a:solidFill>
                <a:srgbClr val="50B7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77" name="pg1877"/>
            <p:cNvSpPr/>
            <p:nvPr/>
          </p:nvSpPr>
          <p:spPr>
            <a:xfrm>
              <a:off x="5008496" y="408066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9ADAB">
                <a:alpha val="100000"/>
              </a:srgbClr>
            </a:solidFill>
            <a:ln w="5420" cap="flat">
              <a:solidFill>
                <a:srgbClr val="49AD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78" name="pg1878"/>
            <p:cNvSpPr/>
            <p:nvPr/>
          </p:nvSpPr>
          <p:spPr>
            <a:xfrm>
              <a:off x="5020133" y="408066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9ADAB">
                <a:alpha val="100000"/>
              </a:srgbClr>
            </a:solidFill>
            <a:ln w="5420" cap="flat">
              <a:solidFill>
                <a:srgbClr val="49AD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79" name="pg1879"/>
            <p:cNvSpPr/>
            <p:nvPr/>
          </p:nvSpPr>
          <p:spPr>
            <a:xfrm>
              <a:off x="5031771" y="408066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AAEAB">
                <a:alpha val="100000"/>
              </a:srgbClr>
            </a:solidFill>
            <a:ln w="5420" cap="flat">
              <a:solidFill>
                <a:srgbClr val="4AAE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80" name="pg1880"/>
            <p:cNvSpPr/>
            <p:nvPr/>
          </p:nvSpPr>
          <p:spPr>
            <a:xfrm>
              <a:off x="5043408" y="408066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AAFAB">
                <a:alpha val="100000"/>
              </a:srgbClr>
            </a:solidFill>
            <a:ln w="5420" cap="flat">
              <a:solidFill>
                <a:srgbClr val="4AAF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81" name="pg1881"/>
            <p:cNvSpPr/>
            <p:nvPr/>
          </p:nvSpPr>
          <p:spPr>
            <a:xfrm>
              <a:off x="5055045" y="408066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BAFAB">
                <a:alpha val="100000"/>
              </a:srgbClr>
            </a:solidFill>
            <a:ln w="5420" cap="flat">
              <a:solidFill>
                <a:srgbClr val="4BAF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82" name="pg1882"/>
            <p:cNvSpPr/>
            <p:nvPr/>
          </p:nvSpPr>
          <p:spPr>
            <a:xfrm>
              <a:off x="5066683" y="408066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BB0AB">
                <a:alpha val="100000"/>
              </a:srgbClr>
            </a:solidFill>
            <a:ln w="5420" cap="flat">
              <a:solidFill>
                <a:srgbClr val="4BB0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83" name="pg1883"/>
            <p:cNvSpPr/>
            <p:nvPr/>
          </p:nvSpPr>
          <p:spPr>
            <a:xfrm>
              <a:off x="5078320" y="408066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CB1AB">
                <a:alpha val="100000"/>
              </a:srgbClr>
            </a:solidFill>
            <a:ln w="5420" cap="flat">
              <a:solidFill>
                <a:srgbClr val="4CB1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84" name="pg1884"/>
            <p:cNvSpPr/>
            <p:nvPr/>
          </p:nvSpPr>
          <p:spPr>
            <a:xfrm>
              <a:off x="5089957" y="408066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CB1AB">
                <a:alpha val="100000"/>
              </a:srgbClr>
            </a:solidFill>
            <a:ln w="5420" cap="flat">
              <a:solidFill>
                <a:srgbClr val="4CB1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85" name="pg1885"/>
            <p:cNvSpPr/>
            <p:nvPr/>
          </p:nvSpPr>
          <p:spPr>
            <a:xfrm>
              <a:off x="5101595" y="408066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DB2AB">
                <a:alpha val="100000"/>
              </a:srgbClr>
            </a:solidFill>
            <a:ln w="5420" cap="flat">
              <a:solidFill>
                <a:srgbClr val="4DB2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86" name="pg1886"/>
            <p:cNvSpPr/>
            <p:nvPr/>
          </p:nvSpPr>
          <p:spPr>
            <a:xfrm>
              <a:off x="5113232" y="408066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EB3AB">
                <a:alpha val="100000"/>
              </a:srgbClr>
            </a:solidFill>
            <a:ln w="5420" cap="flat">
              <a:solidFill>
                <a:srgbClr val="4EB3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87" name="pg1887"/>
            <p:cNvSpPr/>
            <p:nvPr/>
          </p:nvSpPr>
          <p:spPr>
            <a:xfrm>
              <a:off x="5124869" y="408066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EB4AB">
                <a:alpha val="100000"/>
              </a:srgbClr>
            </a:solidFill>
            <a:ln w="5420" cap="flat">
              <a:solidFill>
                <a:srgbClr val="4EB4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88" name="pg1888"/>
            <p:cNvSpPr/>
            <p:nvPr/>
          </p:nvSpPr>
          <p:spPr>
            <a:xfrm>
              <a:off x="5136507" y="408066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FB4AB">
                <a:alpha val="100000"/>
              </a:srgbClr>
            </a:solidFill>
            <a:ln w="5420" cap="flat">
              <a:solidFill>
                <a:srgbClr val="4FB4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89" name="pg1889"/>
            <p:cNvSpPr/>
            <p:nvPr/>
          </p:nvSpPr>
          <p:spPr>
            <a:xfrm>
              <a:off x="5008496" y="409496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7ABAA">
                <a:alpha val="100000"/>
              </a:srgbClr>
            </a:solidFill>
            <a:ln w="5420" cap="flat">
              <a:solidFill>
                <a:srgbClr val="47AB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90" name="pg1890"/>
            <p:cNvSpPr/>
            <p:nvPr/>
          </p:nvSpPr>
          <p:spPr>
            <a:xfrm>
              <a:off x="5020133" y="409496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8ACAA">
                <a:alpha val="100000"/>
              </a:srgbClr>
            </a:solidFill>
            <a:ln w="5420" cap="flat">
              <a:solidFill>
                <a:srgbClr val="48AC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91" name="pg1891"/>
            <p:cNvSpPr/>
            <p:nvPr/>
          </p:nvSpPr>
          <p:spPr>
            <a:xfrm>
              <a:off x="5031771" y="409496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8ACAB">
                <a:alpha val="100000"/>
              </a:srgbClr>
            </a:solidFill>
            <a:ln w="5420" cap="flat">
              <a:solidFill>
                <a:srgbClr val="48AC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92" name="pg1892"/>
            <p:cNvSpPr/>
            <p:nvPr/>
          </p:nvSpPr>
          <p:spPr>
            <a:xfrm>
              <a:off x="5043408" y="409496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9ADAB">
                <a:alpha val="100000"/>
              </a:srgbClr>
            </a:solidFill>
            <a:ln w="5420" cap="flat">
              <a:solidFill>
                <a:srgbClr val="49AD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93" name="pg1893"/>
            <p:cNvSpPr/>
            <p:nvPr/>
          </p:nvSpPr>
          <p:spPr>
            <a:xfrm>
              <a:off x="5055045" y="409496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9AEAB">
                <a:alpha val="100000"/>
              </a:srgbClr>
            </a:solidFill>
            <a:ln w="5420" cap="flat">
              <a:solidFill>
                <a:srgbClr val="49AE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94" name="pg1894"/>
            <p:cNvSpPr/>
            <p:nvPr/>
          </p:nvSpPr>
          <p:spPr>
            <a:xfrm>
              <a:off x="5066683" y="409496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AAFAB">
                <a:alpha val="100000"/>
              </a:srgbClr>
            </a:solidFill>
            <a:ln w="5420" cap="flat">
              <a:solidFill>
                <a:srgbClr val="4AAF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95" name="pg1895"/>
            <p:cNvSpPr/>
            <p:nvPr/>
          </p:nvSpPr>
          <p:spPr>
            <a:xfrm>
              <a:off x="5078320" y="409496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BAFAB">
                <a:alpha val="100000"/>
              </a:srgbClr>
            </a:solidFill>
            <a:ln w="5420" cap="flat">
              <a:solidFill>
                <a:srgbClr val="4BAF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96" name="pg1896"/>
            <p:cNvSpPr/>
            <p:nvPr/>
          </p:nvSpPr>
          <p:spPr>
            <a:xfrm>
              <a:off x="5089957" y="409496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BB0AB">
                <a:alpha val="100000"/>
              </a:srgbClr>
            </a:solidFill>
            <a:ln w="5420" cap="flat">
              <a:solidFill>
                <a:srgbClr val="4BB0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97" name="pg1897"/>
            <p:cNvSpPr/>
            <p:nvPr/>
          </p:nvSpPr>
          <p:spPr>
            <a:xfrm>
              <a:off x="5101595" y="409496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CB1AB">
                <a:alpha val="100000"/>
              </a:srgbClr>
            </a:solidFill>
            <a:ln w="5420" cap="flat">
              <a:solidFill>
                <a:srgbClr val="4CB1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98" name="pg1898"/>
            <p:cNvSpPr/>
            <p:nvPr/>
          </p:nvSpPr>
          <p:spPr>
            <a:xfrm>
              <a:off x="5113232" y="409496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DB2AB">
                <a:alpha val="100000"/>
              </a:srgbClr>
            </a:solidFill>
            <a:ln w="5420" cap="flat">
              <a:solidFill>
                <a:srgbClr val="4DB2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99" name="pg1899"/>
            <p:cNvSpPr/>
            <p:nvPr/>
          </p:nvSpPr>
          <p:spPr>
            <a:xfrm>
              <a:off x="5124869" y="409496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DB2AB">
                <a:alpha val="100000"/>
              </a:srgbClr>
            </a:solidFill>
            <a:ln w="5420" cap="flat">
              <a:solidFill>
                <a:srgbClr val="4DB2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00" name="pg1900"/>
            <p:cNvSpPr/>
            <p:nvPr/>
          </p:nvSpPr>
          <p:spPr>
            <a:xfrm>
              <a:off x="4985221" y="410927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5A8AA">
                <a:alpha val="100000"/>
              </a:srgbClr>
            </a:solidFill>
            <a:ln w="5420" cap="flat">
              <a:solidFill>
                <a:srgbClr val="45A8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01" name="pg1901"/>
            <p:cNvSpPr/>
            <p:nvPr/>
          </p:nvSpPr>
          <p:spPr>
            <a:xfrm>
              <a:off x="4996859" y="410927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5A9AA">
                <a:alpha val="100000"/>
              </a:srgbClr>
            </a:solidFill>
            <a:ln w="5420" cap="flat">
              <a:solidFill>
                <a:srgbClr val="45A9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02" name="pg1902"/>
            <p:cNvSpPr/>
            <p:nvPr/>
          </p:nvSpPr>
          <p:spPr>
            <a:xfrm>
              <a:off x="5008496" y="410927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6A9AA">
                <a:alpha val="100000"/>
              </a:srgbClr>
            </a:solidFill>
            <a:ln w="5420" cap="flat">
              <a:solidFill>
                <a:srgbClr val="46A9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03" name="pg1903"/>
            <p:cNvSpPr/>
            <p:nvPr/>
          </p:nvSpPr>
          <p:spPr>
            <a:xfrm>
              <a:off x="5020133" y="410927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6AAAA">
                <a:alpha val="100000"/>
              </a:srgbClr>
            </a:solidFill>
            <a:ln w="5420" cap="flat">
              <a:solidFill>
                <a:srgbClr val="46AA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04" name="pg1904"/>
            <p:cNvSpPr/>
            <p:nvPr/>
          </p:nvSpPr>
          <p:spPr>
            <a:xfrm>
              <a:off x="5031771" y="410927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7ABAA">
                <a:alpha val="100000"/>
              </a:srgbClr>
            </a:solidFill>
            <a:ln w="5420" cap="flat">
              <a:solidFill>
                <a:srgbClr val="47AB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05" name="pg1905"/>
            <p:cNvSpPr/>
            <p:nvPr/>
          </p:nvSpPr>
          <p:spPr>
            <a:xfrm>
              <a:off x="5043408" y="410927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8ACAA">
                <a:alpha val="100000"/>
              </a:srgbClr>
            </a:solidFill>
            <a:ln w="5420" cap="flat">
              <a:solidFill>
                <a:srgbClr val="48AC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06" name="pg1906"/>
            <p:cNvSpPr/>
            <p:nvPr/>
          </p:nvSpPr>
          <p:spPr>
            <a:xfrm>
              <a:off x="5055045" y="410927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8ADAB">
                <a:alpha val="100000"/>
              </a:srgbClr>
            </a:solidFill>
            <a:ln w="5420" cap="flat">
              <a:solidFill>
                <a:srgbClr val="48AD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07" name="pg1907"/>
            <p:cNvSpPr/>
            <p:nvPr/>
          </p:nvSpPr>
          <p:spPr>
            <a:xfrm>
              <a:off x="5066683" y="410927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9ADAB">
                <a:alpha val="100000"/>
              </a:srgbClr>
            </a:solidFill>
            <a:ln w="5420" cap="flat">
              <a:solidFill>
                <a:srgbClr val="49AD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08" name="pg1908"/>
            <p:cNvSpPr/>
            <p:nvPr/>
          </p:nvSpPr>
          <p:spPr>
            <a:xfrm>
              <a:off x="5078320" y="410927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AAEAB">
                <a:alpha val="100000"/>
              </a:srgbClr>
            </a:solidFill>
            <a:ln w="5420" cap="flat">
              <a:solidFill>
                <a:srgbClr val="4AAE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09" name="pg1909"/>
            <p:cNvSpPr/>
            <p:nvPr/>
          </p:nvSpPr>
          <p:spPr>
            <a:xfrm>
              <a:off x="5089957" y="410927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AAFAB">
                <a:alpha val="100000"/>
              </a:srgbClr>
            </a:solidFill>
            <a:ln w="5420" cap="flat">
              <a:solidFill>
                <a:srgbClr val="4AAF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10" name="pg1910"/>
            <p:cNvSpPr/>
            <p:nvPr/>
          </p:nvSpPr>
          <p:spPr>
            <a:xfrm>
              <a:off x="5101595" y="410927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BB0AB">
                <a:alpha val="100000"/>
              </a:srgbClr>
            </a:solidFill>
            <a:ln w="5420" cap="flat">
              <a:solidFill>
                <a:srgbClr val="4BB0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11" name="pg1911"/>
            <p:cNvSpPr/>
            <p:nvPr/>
          </p:nvSpPr>
          <p:spPr>
            <a:xfrm>
              <a:off x="5113232" y="410927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CB1AB">
                <a:alpha val="100000"/>
              </a:srgbClr>
            </a:solidFill>
            <a:ln w="5420" cap="flat">
              <a:solidFill>
                <a:srgbClr val="4CB1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12" name="pg1912"/>
            <p:cNvSpPr/>
            <p:nvPr/>
          </p:nvSpPr>
          <p:spPr>
            <a:xfrm>
              <a:off x="5124869" y="410927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CB1AB">
                <a:alpha val="100000"/>
              </a:srgbClr>
            </a:solidFill>
            <a:ln w="5420" cap="flat">
              <a:solidFill>
                <a:srgbClr val="4CB1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13" name="pg1913"/>
            <p:cNvSpPr/>
            <p:nvPr/>
          </p:nvSpPr>
          <p:spPr>
            <a:xfrm>
              <a:off x="4973584" y="412357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2A5AA">
                <a:alpha val="100000"/>
              </a:srgbClr>
            </a:solidFill>
            <a:ln w="5420" cap="flat">
              <a:solidFill>
                <a:srgbClr val="42A5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14" name="pg1914"/>
            <p:cNvSpPr/>
            <p:nvPr/>
          </p:nvSpPr>
          <p:spPr>
            <a:xfrm>
              <a:off x="4985221" y="412357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3A6AA">
                <a:alpha val="100000"/>
              </a:srgbClr>
            </a:solidFill>
            <a:ln w="5420" cap="flat">
              <a:solidFill>
                <a:srgbClr val="43A6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15" name="pg1915"/>
            <p:cNvSpPr/>
            <p:nvPr/>
          </p:nvSpPr>
          <p:spPr>
            <a:xfrm>
              <a:off x="4996859" y="412357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4A7AA">
                <a:alpha val="100000"/>
              </a:srgbClr>
            </a:solidFill>
            <a:ln w="5420" cap="flat">
              <a:solidFill>
                <a:srgbClr val="44A7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16" name="pg1916"/>
            <p:cNvSpPr/>
            <p:nvPr/>
          </p:nvSpPr>
          <p:spPr>
            <a:xfrm>
              <a:off x="5008496" y="412357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5A8AA">
                <a:alpha val="100000"/>
              </a:srgbClr>
            </a:solidFill>
            <a:ln w="5420" cap="flat">
              <a:solidFill>
                <a:srgbClr val="45A8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17" name="pg1917"/>
            <p:cNvSpPr/>
            <p:nvPr/>
          </p:nvSpPr>
          <p:spPr>
            <a:xfrm>
              <a:off x="5020133" y="412357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5A9AA">
                <a:alpha val="100000"/>
              </a:srgbClr>
            </a:solidFill>
            <a:ln w="5420" cap="flat">
              <a:solidFill>
                <a:srgbClr val="45A9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18" name="pg1918"/>
            <p:cNvSpPr/>
            <p:nvPr/>
          </p:nvSpPr>
          <p:spPr>
            <a:xfrm>
              <a:off x="5031771" y="412357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6AAAA">
                <a:alpha val="100000"/>
              </a:srgbClr>
            </a:solidFill>
            <a:ln w="5420" cap="flat">
              <a:solidFill>
                <a:srgbClr val="46AA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19" name="pg1919"/>
            <p:cNvSpPr/>
            <p:nvPr/>
          </p:nvSpPr>
          <p:spPr>
            <a:xfrm>
              <a:off x="5043408" y="412357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7AAAA">
                <a:alpha val="100000"/>
              </a:srgbClr>
            </a:solidFill>
            <a:ln w="5420" cap="flat">
              <a:solidFill>
                <a:srgbClr val="47AA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20" name="pg1920"/>
            <p:cNvSpPr/>
            <p:nvPr/>
          </p:nvSpPr>
          <p:spPr>
            <a:xfrm>
              <a:off x="5055045" y="412357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7ABAA">
                <a:alpha val="100000"/>
              </a:srgbClr>
            </a:solidFill>
            <a:ln w="5420" cap="flat">
              <a:solidFill>
                <a:srgbClr val="47AB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21" name="pg1921"/>
            <p:cNvSpPr/>
            <p:nvPr/>
          </p:nvSpPr>
          <p:spPr>
            <a:xfrm>
              <a:off x="5066683" y="412357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8ACAA">
                <a:alpha val="100000"/>
              </a:srgbClr>
            </a:solidFill>
            <a:ln w="5420" cap="flat">
              <a:solidFill>
                <a:srgbClr val="48AC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22" name="pg1922"/>
            <p:cNvSpPr/>
            <p:nvPr/>
          </p:nvSpPr>
          <p:spPr>
            <a:xfrm>
              <a:off x="5078320" y="412357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9ADAB">
                <a:alpha val="100000"/>
              </a:srgbClr>
            </a:solidFill>
            <a:ln w="5420" cap="flat">
              <a:solidFill>
                <a:srgbClr val="49AD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23" name="pg1923"/>
            <p:cNvSpPr/>
            <p:nvPr/>
          </p:nvSpPr>
          <p:spPr>
            <a:xfrm>
              <a:off x="5089957" y="412357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9AEAB">
                <a:alpha val="100000"/>
              </a:srgbClr>
            </a:solidFill>
            <a:ln w="5420" cap="flat">
              <a:solidFill>
                <a:srgbClr val="49AE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24" name="pg1924"/>
            <p:cNvSpPr/>
            <p:nvPr/>
          </p:nvSpPr>
          <p:spPr>
            <a:xfrm>
              <a:off x="5101595" y="412357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BAFAB">
                <a:alpha val="100000"/>
              </a:srgbClr>
            </a:solidFill>
            <a:ln w="5420" cap="flat">
              <a:solidFill>
                <a:srgbClr val="4BAF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25" name="pg1925"/>
            <p:cNvSpPr/>
            <p:nvPr/>
          </p:nvSpPr>
          <p:spPr>
            <a:xfrm>
              <a:off x="5113232" y="412357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BB0AB">
                <a:alpha val="100000"/>
              </a:srgbClr>
            </a:solidFill>
            <a:ln w="5420" cap="flat">
              <a:solidFill>
                <a:srgbClr val="4BB0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26" name="pg1926"/>
            <p:cNvSpPr/>
            <p:nvPr/>
          </p:nvSpPr>
          <p:spPr>
            <a:xfrm>
              <a:off x="5124869" y="412357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CB0AB">
                <a:alpha val="100000"/>
              </a:srgbClr>
            </a:solidFill>
            <a:ln w="5420" cap="flat">
              <a:solidFill>
                <a:srgbClr val="4CB0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27" name="pg1927"/>
            <p:cNvSpPr/>
            <p:nvPr/>
          </p:nvSpPr>
          <p:spPr>
            <a:xfrm>
              <a:off x="4973584" y="413787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1A4AA">
                <a:alpha val="100000"/>
              </a:srgbClr>
            </a:solidFill>
            <a:ln w="5420" cap="flat">
              <a:solidFill>
                <a:srgbClr val="41A4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28" name="pg1928"/>
            <p:cNvSpPr/>
            <p:nvPr/>
          </p:nvSpPr>
          <p:spPr>
            <a:xfrm>
              <a:off x="4985221" y="413787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2A5AA">
                <a:alpha val="100000"/>
              </a:srgbClr>
            </a:solidFill>
            <a:ln w="5420" cap="flat">
              <a:solidFill>
                <a:srgbClr val="42A5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29" name="pg1929"/>
            <p:cNvSpPr/>
            <p:nvPr/>
          </p:nvSpPr>
          <p:spPr>
            <a:xfrm>
              <a:off x="4996859" y="413787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2A6AA">
                <a:alpha val="100000"/>
              </a:srgbClr>
            </a:solidFill>
            <a:ln w="5420" cap="flat">
              <a:solidFill>
                <a:srgbClr val="42A6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30" name="pg1930"/>
            <p:cNvSpPr/>
            <p:nvPr/>
          </p:nvSpPr>
          <p:spPr>
            <a:xfrm>
              <a:off x="5008496" y="413787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3A6AA">
                <a:alpha val="100000"/>
              </a:srgbClr>
            </a:solidFill>
            <a:ln w="5420" cap="flat">
              <a:solidFill>
                <a:srgbClr val="43A6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31" name="pg1931"/>
            <p:cNvSpPr/>
            <p:nvPr/>
          </p:nvSpPr>
          <p:spPr>
            <a:xfrm>
              <a:off x="5020133" y="413787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4A7AA">
                <a:alpha val="100000"/>
              </a:srgbClr>
            </a:solidFill>
            <a:ln w="5420" cap="flat">
              <a:solidFill>
                <a:srgbClr val="44A7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32" name="pg1932"/>
            <p:cNvSpPr/>
            <p:nvPr/>
          </p:nvSpPr>
          <p:spPr>
            <a:xfrm>
              <a:off x="5031771" y="413787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5A8AA">
                <a:alpha val="100000"/>
              </a:srgbClr>
            </a:solidFill>
            <a:ln w="5420" cap="flat">
              <a:solidFill>
                <a:srgbClr val="45A8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33" name="pg1933"/>
            <p:cNvSpPr/>
            <p:nvPr/>
          </p:nvSpPr>
          <p:spPr>
            <a:xfrm>
              <a:off x="5043408" y="413787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6A9AA">
                <a:alpha val="100000"/>
              </a:srgbClr>
            </a:solidFill>
            <a:ln w="5420" cap="flat">
              <a:solidFill>
                <a:srgbClr val="46A9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34" name="pg1934"/>
            <p:cNvSpPr/>
            <p:nvPr/>
          </p:nvSpPr>
          <p:spPr>
            <a:xfrm>
              <a:off x="5055045" y="413787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6AAAA">
                <a:alpha val="100000"/>
              </a:srgbClr>
            </a:solidFill>
            <a:ln w="5420" cap="flat">
              <a:solidFill>
                <a:srgbClr val="46AA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35" name="pg1935"/>
            <p:cNvSpPr/>
            <p:nvPr/>
          </p:nvSpPr>
          <p:spPr>
            <a:xfrm>
              <a:off x="5066683" y="413787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7ABAA">
                <a:alpha val="100000"/>
              </a:srgbClr>
            </a:solidFill>
            <a:ln w="5420" cap="flat">
              <a:solidFill>
                <a:srgbClr val="47AB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36" name="pg1936"/>
            <p:cNvSpPr/>
            <p:nvPr/>
          </p:nvSpPr>
          <p:spPr>
            <a:xfrm>
              <a:off x="5078320" y="413787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8ACAA">
                <a:alpha val="100000"/>
              </a:srgbClr>
            </a:solidFill>
            <a:ln w="5420" cap="flat">
              <a:solidFill>
                <a:srgbClr val="48AC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37" name="pg1937"/>
            <p:cNvSpPr/>
            <p:nvPr/>
          </p:nvSpPr>
          <p:spPr>
            <a:xfrm>
              <a:off x="5089957" y="413787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8ADAB">
                <a:alpha val="100000"/>
              </a:srgbClr>
            </a:solidFill>
            <a:ln w="5420" cap="flat">
              <a:solidFill>
                <a:srgbClr val="48AD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38" name="pg1938"/>
            <p:cNvSpPr/>
            <p:nvPr/>
          </p:nvSpPr>
          <p:spPr>
            <a:xfrm>
              <a:off x="5101595" y="413787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AAEAB">
                <a:alpha val="100000"/>
              </a:srgbClr>
            </a:solidFill>
            <a:ln w="5420" cap="flat">
              <a:solidFill>
                <a:srgbClr val="4AAE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39" name="pg1939"/>
            <p:cNvSpPr/>
            <p:nvPr/>
          </p:nvSpPr>
          <p:spPr>
            <a:xfrm>
              <a:off x="5113232" y="413787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AAFAB">
                <a:alpha val="100000"/>
              </a:srgbClr>
            </a:solidFill>
            <a:ln w="5420" cap="flat">
              <a:solidFill>
                <a:srgbClr val="4AAF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40" name="pg1940"/>
            <p:cNvSpPr/>
            <p:nvPr/>
          </p:nvSpPr>
          <p:spPr>
            <a:xfrm>
              <a:off x="4961947" y="415217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EA1AA">
                <a:alpha val="100000"/>
              </a:srgbClr>
            </a:solidFill>
            <a:ln w="5420" cap="flat">
              <a:solidFill>
                <a:srgbClr val="3EA1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41" name="pg1941"/>
            <p:cNvSpPr/>
            <p:nvPr/>
          </p:nvSpPr>
          <p:spPr>
            <a:xfrm>
              <a:off x="4973584" y="415217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FA2AA">
                <a:alpha val="100000"/>
              </a:srgbClr>
            </a:solidFill>
            <a:ln w="5420" cap="flat">
              <a:solidFill>
                <a:srgbClr val="3FA2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42" name="pg1942"/>
            <p:cNvSpPr/>
            <p:nvPr/>
          </p:nvSpPr>
          <p:spPr>
            <a:xfrm>
              <a:off x="4985221" y="415217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0A3AA">
                <a:alpha val="100000"/>
              </a:srgbClr>
            </a:solidFill>
            <a:ln w="5420" cap="flat">
              <a:solidFill>
                <a:srgbClr val="40A3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43" name="pg1943"/>
            <p:cNvSpPr/>
            <p:nvPr/>
          </p:nvSpPr>
          <p:spPr>
            <a:xfrm>
              <a:off x="4996859" y="415217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1A4AA">
                <a:alpha val="100000"/>
              </a:srgbClr>
            </a:solidFill>
            <a:ln w="5420" cap="flat">
              <a:solidFill>
                <a:srgbClr val="41A4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44" name="pg1944"/>
            <p:cNvSpPr/>
            <p:nvPr/>
          </p:nvSpPr>
          <p:spPr>
            <a:xfrm>
              <a:off x="5008496" y="415217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2A5AA">
                <a:alpha val="100000"/>
              </a:srgbClr>
            </a:solidFill>
            <a:ln w="5420" cap="flat">
              <a:solidFill>
                <a:srgbClr val="42A5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45" name="pg1945"/>
            <p:cNvSpPr/>
            <p:nvPr/>
          </p:nvSpPr>
          <p:spPr>
            <a:xfrm>
              <a:off x="5020133" y="415217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3A6AA">
                <a:alpha val="100000"/>
              </a:srgbClr>
            </a:solidFill>
            <a:ln w="5420" cap="flat">
              <a:solidFill>
                <a:srgbClr val="43A6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46" name="pg1946"/>
            <p:cNvSpPr/>
            <p:nvPr/>
          </p:nvSpPr>
          <p:spPr>
            <a:xfrm>
              <a:off x="5031771" y="415217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4A7AA">
                <a:alpha val="100000"/>
              </a:srgbClr>
            </a:solidFill>
            <a:ln w="5420" cap="flat">
              <a:solidFill>
                <a:srgbClr val="44A7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47" name="pg1947"/>
            <p:cNvSpPr/>
            <p:nvPr/>
          </p:nvSpPr>
          <p:spPr>
            <a:xfrm>
              <a:off x="5043408" y="415217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5A8AA">
                <a:alpha val="100000"/>
              </a:srgbClr>
            </a:solidFill>
            <a:ln w="5420" cap="flat">
              <a:solidFill>
                <a:srgbClr val="45A8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48" name="pg1948"/>
            <p:cNvSpPr/>
            <p:nvPr/>
          </p:nvSpPr>
          <p:spPr>
            <a:xfrm>
              <a:off x="5055045" y="415217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5A9AA">
                <a:alpha val="100000"/>
              </a:srgbClr>
            </a:solidFill>
            <a:ln w="5420" cap="flat">
              <a:solidFill>
                <a:srgbClr val="45A9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49" name="pg1949"/>
            <p:cNvSpPr/>
            <p:nvPr/>
          </p:nvSpPr>
          <p:spPr>
            <a:xfrm>
              <a:off x="5066683" y="415217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6AAAA">
                <a:alpha val="100000"/>
              </a:srgbClr>
            </a:solidFill>
            <a:ln w="5420" cap="flat">
              <a:solidFill>
                <a:srgbClr val="46AA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50" name="pg1950"/>
            <p:cNvSpPr/>
            <p:nvPr/>
          </p:nvSpPr>
          <p:spPr>
            <a:xfrm>
              <a:off x="5078320" y="415217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7ABAA">
                <a:alpha val="100000"/>
              </a:srgbClr>
            </a:solidFill>
            <a:ln w="5420" cap="flat">
              <a:solidFill>
                <a:srgbClr val="47AB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51" name="pg1951"/>
            <p:cNvSpPr/>
            <p:nvPr/>
          </p:nvSpPr>
          <p:spPr>
            <a:xfrm>
              <a:off x="5089957" y="415217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8ACAA">
                <a:alpha val="100000"/>
              </a:srgbClr>
            </a:solidFill>
            <a:ln w="5420" cap="flat">
              <a:solidFill>
                <a:srgbClr val="48AC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52" name="pg1952"/>
            <p:cNvSpPr/>
            <p:nvPr/>
          </p:nvSpPr>
          <p:spPr>
            <a:xfrm>
              <a:off x="5101595" y="415217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9ADAB">
                <a:alpha val="100000"/>
              </a:srgbClr>
            </a:solidFill>
            <a:ln w="5420" cap="flat">
              <a:solidFill>
                <a:srgbClr val="49AD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53" name="pg1953"/>
            <p:cNvSpPr/>
            <p:nvPr/>
          </p:nvSpPr>
          <p:spPr>
            <a:xfrm>
              <a:off x="4950309" y="416647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9FAA">
                <a:alpha val="100000"/>
              </a:srgbClr>
            </a:solidFill>
            <a:ln w="5420" cap="flat">
              <a:solidFill>
                <a:srgbClr val="3C9F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54" name="pg1954"/>
            <p:cNvSpPr/>
            <p:nvPr/>
          </p:nvSpPr>
          <p:spPr>
            <a:xfrm>
              <a:off x="4961947" y="416647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D9FAA">
                <a:alpha val="100000"/>
              </a:srgbClr>
            </a:solidFill>
            <a:ln w="5420" cap="flat">
              <a:solidFill>
                <a:srgbClr val="3D9F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55" name="pg1955"/>
            <p:cNvSpPr/>
            <p:nvPr/>
          </p:nvSpPr>
          <p:spPr>
            <a:xfrm>
              <a:off x="4973584" y="416647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DA0AA">
                <a:alpha val="100000"/>
              </a:srgbClr>
            </a:solidFill>
            <a:ln w="5420" cap="flat">
              <a:solidFill>
                <a:srgbClr val="3DA0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56" name="pg1956"/>
            <p:cNvSpPr/>
            <p:nvPr/>
          </p:nvSpPr>
          <p:spPr>
            <a:xfrm>
              <a:off x="4985221" y="416647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FA2AA">
                <a:alpha val="100000"/>
              </a:srgbClr>
            </a:solidFill>
            <a:ln w="5420" cap="flat">
              <a:solidFill>
                <a:srgbClr val="3FA2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57" name="pg1957"/>
            <p:cNvSpPr/>
            <p:nvPr/>
          </p:nvSpPr>
          <p:spPr>
            <a:xfrm>
              <a:off x="4996859" y="416647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0A3AA">
                <a:alpha val="100000"/>
              </a:srgbClr>
            </a:solidFill>
            <a:ln w="5420" cap="flat">
              <a:solidFill>
                <a:srgbClr val="40A3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58" name="pg1958"/>
            <p:cNvSpPr/>
            <p:nvPr/>
          </p:nvSpPr>
          <p:spPr>
            <a:xfrm>
              <a:off x="5008496" y="416647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1A4AA">
                <a:alpha val="100000"/>
              </a:srgbClr>
            </a:solidFill>
            <a:ln w="5420" cap="flat">
              <a:solidFill>
                <a:srgbClr val="41A4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59" name="pg1959"/>
            <p:cNvSpPr/>
            <p:nvPr/>
          </p:nvSpPr>
          <p:spPr>
            <a:xfrm>
              <a:off x="5020133" y="416647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2A5AA">
                <a:alpha val="100000"/>
              </a:srgbClr>
            </a:solidFill>
            <a:ln w="5420" cap="flat">
              <a:solidFill>
                <a:srgbClr val="42A5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60" name="pg1960"/>
            <p:cNvSpPr/>
            <p:nvPr/>
          </p:nvSpPr>
          <p:spPr>
            <a:xfrm>
              <a:off x="5031771" y="416647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3A6AA">
                <a:alpha val="100000"/>
              </a:srgbClr>
            </a:solidFill>
            <a:ln w="5420" cap="flat">
              <a:solidFill>
                <a:srgbClr val="43A6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61" name="pg1961"/>
            <p:cNvSpPr/>
            <p:nvPr/>
          </p:nvSpPr>
          <p:spPr>
            <a:xfrm>
              <a:off x="5043408" y="416647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4A7AA">
                <a:alpha val="100000"/>
              </a:srgbClr>
            </a:solidFill>
            <a:ln w="5420" cap="flat">
              <a:solidFill>
                <a:srgbClr val="44A7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62" name="pg1962"/>
            <p:cNvSpPr/>
            <p:nvPr/>
          </p:nvSpPr>
          <p:spPr>
            <a:xfrm>
              <a:off x="5055045" y="416647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5A8AA">
                <a:alpha val="100000"/>
              </a:srgbClr>
            </a:solidFill>
            <a:ln w="5420" cap="flat">
              <a:solidFill>
                <a:srgbClr val="45A8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63" name="pg1963"/>
            <p:cNvSpPr/>
            <p:nvPr/>
          </p:nvSpPr>
          <p:spPr>
            <a:xfrm>
              <a:off x="5066683" y="416647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6A9AA">
                <a:alpha val="100000"/>
              </a:srgbClr>
            </a:solidFill>
            <a:ln w="5420" cap="flat">
              <a:solidFill>
                <a:srgbClr val="46A9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64" name="pg1964"/>
            <p:cNvSpPr/>
            <p:nvPr/>
          </p:nvSpPr>
          <p:spPr>
            <a:xfrm>
              <a:off x="5078320" y="416647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6AAAA">
                <a:alpha val="100000"/>
              </a:srgbClr>
            </a:solidFill>
            <a:ln w="5420" cap="flat">
              <a:solidFill>
                <a:srgbClr val="46AA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65" name="pg1965"/>
            <p:cNvSpPr/>
            <p:nvPr/>
          </p:nvSpPr>
          <p:spPr>
            <a:xfrm>
              <a:off x="4927035" y="418077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9EAA">
                <a:alpha val="100000"/>
              </a:srgbClr>
            </a:solidFill>
            <a:ln w="5420" cap="flat">
              <a:solidFill>
                <a:srgbClr val="3C9E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66" name="pg1966"/>
            <p:cNvSpPr/>
            <p:nvPr/>
          </p:nvSpPr>
          <p:spPr>
            <a:xfrm>
              <a:off x="4938672" y="418077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9EAA">
                <a:alpha val="100000"/>
              </a:srgbClr>
            </a:solidFill>
            <a:ln w="5420" cap="flat">
              <a:solidFill>
                <a:srgbClr val="3B9E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67" name="pg1967"/>
            <p:cNvSpPr/>
            <p:nvPr/>
          </p:nvSpPr>
          <p:spPr>
            <a:xfrm>
              <a:off x="4950309" y="418077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9DA9">
                <a:alpha val="100000"/>
              </a:srgbClr>
            </a:solidFill>
            <a:ln w="5420" cap="flat">
              <a:solidFill>
                <a:srgbClr val="3B9D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68" name="pg1968"/>
            <p:cNvSpPr/>
            <p:nvPr/>
          </p:nvSpPr>
          <p:spPr>
            <a:xfrm>
              <a:off x="4961947" y="418077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9DA9">
                <a:alpha val="100000"/>
              </a:srgbClr>
            </a:solidFill>
            <a:ln w="5420" cap="flat">
              <a:solidFill>
                <a:srgbClr val="3B9D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69" name="pg1969"/>
            <p:cNvSpPr/>
            <p:nvPr/>
          </p:nvSpPr>
          <p:spPr>
            <a:xfrm>
              <a:off x="4973584" y="418077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9EAA">
                <a:alpha val="100000"/>
              </a:srgbClr>
            </a:solidFill>
            <a:ln w="5420" cap="flat">
              <a:solidFill>
                <a:srgbClr val="3B9E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70" name="pg1970"/>
            <p:cNvSpPr/>
            <p:nvPr/>
          </p:nvSpPr>
          <p:spPr>
            <a:xfrm>
              <a:off x="4985221" y="418077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EA0AA">
                <a:alpha val="100000"/>
              </a:srgbClr>
            </a:solidFill>
            <a:ln w="5420" cap="flat">
              <a:solidFill>
                <a:srgbClr val="3EA0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71" name="pg1971"/>
            <p:cNvSpPr/>
            <p:nvPr/>
          </p:nvSpPr>
          <p:spPr>
            <a:xfrm>
              <a:off x="4996859" y="418077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FA2AA">
                <a:alpha val="100000"/>
              </a:srgbClr>
            </a:solidFill>
            <a:ln w="5420" cap="flat">
              <a:solidFill>
                <a:srgbClr val="3FA2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72" name="pg1972"/>
            <p:cNvSpPr/>
            <p:nvPr/>
          </p:nvSpPr>
          <p:spPr>
            <a:xfrm>
              <a:off x="5008496" y="418077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0A3AA">
                <a:alpha val="100000"/>
              </a:srgbClr>
            </a:solidFill>
            <a:ln w="5420" cap="flat">
              <a:solidFill>
                <a:srgbClr val="40A3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73" name="pg1973"/>
            <p:cNvSpPr/>
            <p:nvPr/>
          </p:nvSpPr>
          <p:spPr>
            <a:xfrm>
              <a:off x="5020133" y="418077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1A4AA">
                <a:alpha val="100000"/>
              </a:srgbClr>
            </a:solidFill>
            <a:ln w="5420" cap="flat">
              <a:solidFill>
                <a:srgbClr val="41A4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74" name="pg1974"/>
            <p:cNvSpPr/>
            <p:nvPr/>
          </p:nvSpPr>
          <p:spPr>
            <a:xfrm>
              <a:off x="4915397" y="419507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D9FAA">
                <a:alpha val="100000"/>
              </a:srgbClr>
            </a:solidFill>
            <a:ln w="5420" cap="flat">
              <a:solidFill>
                <a:srgbClr val="3D9F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75" name="pg1975"/>
            <p:cNvSpPr/>
            <p:nvPr/>
          </p:nvSpPr>
          <p:spPr>
            <a:xfrm>
              <a:off x="4927035" y="419507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9EAA">
                <a:alpha val="100000"/>
              </a:srgbClr>
            </a:solidFill>
            <a:ln w="5420" cap="flat">
              <a:solidFill>
                <a:srgbClr val="3B9E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76" name="pg1976"/>
            <p:cNvSpPr/>
            <p:nvPr/>
          </p:nvSpPr>
          <p:spPr>
            <a:xfrm>
              <a:off x="4938672" y="419507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9CA9">
                <a:alpha val="100000"/>
              </a:srgbClr>
            </a:solidFill>
            <a:ln w="5420" cap="flat">
              <a:solidFill>
                <a:srgbClr val="399C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77" name="pg1977"/>
            <p:cNvSpPr/>
            <p:nvPr/>
          </p:nvSpPr>
          <p:spPr>
            <a:xfrm>
              <a:off x="4950309" y="419507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89BA9">
                <a:alpha val="100000"/>
              </a:srgbClr>
            </a:solidFill>
            <a:ln w="5420" cap="flat">
              <a:solidFill>
                <a:srgbClr val="389B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78" name="pg1978"/>
            <p:cNvSpPr/>
            <p:nvPr/>
          </p:nvSpPr>
          <p:spPr>
            <a:xfrm>
              <a:off x="4961947" y="419507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89BA9">
                <a:alpha val="100000"/>
              </a:srgbClr>
            </a:solidFill>
            <a:ln w="5420" cap="flat">
              <a:solidFill>
                <a:srgbClr val="389B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79" name="pg1979"/>
            <p:cNvSpPr/>
            <p:nvPr/>
          </p:nvSpPr>
          <p:spPr>
            <a:xfrm>
              <a:off x="4973584" y="419507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9CA9">
                <a:alpha val="100000"/>
              </a:srgbClr>
            </a:solidFill>
            <a:ln w="5420" cap="flat">
              <a:solidFill>
                <a:srgbClr val="3A9C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80" name="pg1980"/>
            <p:cNvSpPr/>
            <p:nvPr/>
          </p:nvSpPr>
          <p:spPr>
            <a:xfrm>
              <a:off x="4985221" y="419507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DA0AA">
                <a:alpha val="100000"/>
              </a:srgbClr>
            </a:solidFill>
            <a:ln w="5420" cap="flat">
              <a:solidFill>
                <a:srgbClr val="3DA0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81" name="pg1981"/>
            <p:cNvSpPr/>
            <p:nvPr/>
          </p:nvSpPr>
          <p:spPr>
            <a:xfrm>
              <a:off x="4996859" y="419507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EA1AA">
                <a:alpha val="100000"/>
              </a:srgbClr>
            </a:solidFill>
            <a:ln w="5420" cap="flat">
              <a:solidFill>
                <a:srgbClr val="3EA1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82" name="pg1982"/>
            <p:cNvSpPr/>
            <p:nvPr/>
          </p:nvSpPr>
          <p:spPr>
            <a:xfrm>
              <a:off x="4892123" y="420937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1A4AA">
                <a:alpha val="100000"/>
              </a:srgbClr>
            </a:solidFill>
            <a:ln w="5420" cap="flat">
              <a:solidFill>
                <a:srgbClr val="41A4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83" name="pg1983"/>
            <p:cNvSpPr/>
            <p:nvPr/>
          </p:nvSpPr>
          <p:spPr>
            <a:xfrm>
              <a:off x="4903760" y="420937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0A2AA">
                <a:alpha val="100000"/>
              </a:srgbClr>
            </a:solidFill>
            <a:ln w="5420" cap="flat">
              <a:solidFill>
                <a:srgbClr val="40A2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84" name="pg1984"/>
            <p:cNvSpPr/>
            <p:nvPr/>
          </p:nvSpPr>
          <p:spPr>
            <a:xfrm>
              <a:off x="4915397" y="420937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DA0AA">
                <a:alpha val="100000"/>
              </a:srgbClr>
            </a:solidFill>
            <a:ln w="5420" cap="flat">
              <a:solidFill>
                <a:srgbClr val="3DA0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85" name="pg1985"/>
            <p:cNvSpPr/>
            <p:nvPr/>
          </p:nvSpPr>
          <p:spPr>
            <a:xfrm>
              <a:off x="4927035" y="420937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9EAA">
                <a:alpha val="100000"/>
              </a:srgbClr>
            </a:solidFill>
            <a:ln w="5420" cap="flat">
              <a:solidFill>
                <a:srgbClr val="3B9E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86" name="pg1986"/>
            <p:cNvSpPr/>
            <p:nvPr/>
          </p:nvSpPr>
          <p:spPr>
            <a:xfrm>
              <a:off x="4938672" y="420937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9AA9">
                <a:alpha val="100000"/>
              </a:srgbClr>
            </a:solidFill>
            <a:ln w="5420" cap="flat">
              <a:solidFill>
                <a:srgbClr val="379A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87" name="pg1987"/>
            <p:cNvSpPr/>
            <p:nvPr/>
          </p:nvSpPr>
          <p:spPr>
            <a:xfrm>
              <a:off x="4950309" y="420937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598A9">
                <a:alpha val="100000"/>
              </a:srgbClr>
            </a:solidFill>
            <a:ln w="5420" cap="flat">
              <a:solidFill>
                <a:srgbClr val="3598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88" name="pg1988"/>
            <p:cNvSpPr/>
            <p:nvPr/>
          </p:nvSpPr>
          <p:spPr>
            <a:xfrm>
              <a:off x="4961947" y="420937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699A9">
                <a:alpha val="100000"/>
              </a:srgbClr>
            </a:solidFill>
            <a:ln w="5420" cap="flat">
              <a:solidFill>
                <a:srgbClr val="3699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89" name="pg1989"/>
            <p:cNvSpPr/>
            <p:nvPr/>
          </p:nvSpPr>
          <p:spPr>
            <a:xfrm>
              <a:off x="4973584" y="420937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9BA9">
                <a:alpha val="100000"/>
              </a:srgbClr>
            </a:solidFill>
            <a:ln w="5420" cap="flat">
              <a:solidFill>
                <a:srgbClr val="399B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90" name="pg1990"/>
            <p:cNvSpPr/>
            <p:nvPr/>
          </p:nvSpPr>
          <p:spPr>
            <a:xfrm>
              <a:off x="4985221" y="420937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D9FAA">
                <a:alpha val="100000"/>
              </a:srgbClr>
            </a:solidFill>
            <a:ln w="5420" cap="flat">
              <a:solidFill>
                <a:srgbClr val="3D9F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91" name="pg1991"/>
            <p:cNvSpPr/>
            <p:nvPr/>
          </p:nvSpPr>
          <p:spPr>
            <a:xfrm>
              <a:off x="4857211" y="422367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6AAAA">
                <a:alpha val="100000"/>
              </a:srgbClr>
            </a:solidFill>
            <a:ln w="5420" cap="flat">
              <a:solidFill>
                <a:srgbClr val="46AA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92" name="pg1992"/>
            <p:cNvSpPr/>
            <p:nvPr/>
          </p:nvSpPr>
          <p:spPr>
            <a:xfrm>
              <a:off x="4868848" y="422367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4A7AA">
                <a:alpha val="100000"/>
              </a:srgbClr>
            </a:solidFill>
            <a:ln w="5420" cap="flat">
              <a:solidFill>
                <a:srgbClr val="44A7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93" name="pg1993"/>
            <p:cNvSpPr/>
            <p:nvPr/>
          </p:nvSpPr>
          <p:spPr>
            <a:xfrm>
              <a:off x="4880485" y="422367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2A6AA">
                <a:alpha val="100000"/>
              </a:srgbClr>
            </a:solidFill>
            <a:ln w="5420" cap="flat">
              <a:solidFill>
                <a:srgbClr val="42A6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94" name="pg1994"/>
            <p:cNvSpPr/>
            <p:nvPr/>
          </p:nvSpPr>
          <p:spPr>
            <a:xfrm>
              <a:off x="4892123" y="422367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1A4AA">
                <a:alpha val="100000"/>
              </a:srgbClr>
            </a:solidFill>
            <a:ln w="5420" cap="flat">
              <a:solidFill>
                <a:srgbClr val="41A4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95" name="pg1995"/>
            <p:cNvSpPr/>
            <p:nvPr/>
          </p:nvSpPr>
          <p:spPr>
            <a:xfrm>
              <a:off x="4903760" y="422367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0A3AA">
                <a:alpha val="100000"/>
              </a:srgbClr>
            </a:solidFill>
            <a:ln w="5420" cap="flat">
              <a:solidFill>
                <a:srgbClr val="40A3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96" name="pg1996"/>
            <p:cNvSpPr/>
            <p:nvPr/>
          </p:nvSpPr>
          <p:spPr>
            <a:xfrm>
              <a:off x="4915397" y="422367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FA2AA">
                <a:alpha val="100000"/>
              </a:srgbClr>
            </a:solidFill>
            <a:ln w="5420" cap="flat">
              <a:solidFill>
                <a:srgbClr val="3FA2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97" name="pg1997"/>
            <p:cNvSpPr/>
            <p:nvPr/>
          </p:nvSpPr>
          <p:spPr>
            <a:xfrm>
              <a:off x="4927035" y="422367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EA1AA">
                <a:alpha val="100000"/>
              </a:srgbClr>
            </a:solidFill>
            <a:ln w="5420" cap="flat">
              <a:solidFill>
                <a:srgbClr val="3EA1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98" name="pg1998"/>
            <p:cNvSpPr/>
            <p:nvPr/>
          </p:nvSpPr>
          <p:spPr>
            <a:xfrm>
              <a:off x="4938672" y="422367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9DA9">
                <a:alpha val="100000"/>
              </a:srgbClr>
            </a:solidFill>
            <a:ln w="5420" cap="flat">
              <a:solidFill>
                <a:srgbClr val="3B9D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99" name="pg1999"/>
            <p:cNvSpPr/>
            <p:nvPr/>
          </p:nvSpPr>
          <p:spPr>
            <a:xfrm>
              <a:off x="4950309" y="422367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699A9">
                <a:alpha val="100000"/>
              </a:srgbClr>
            </a:solidFill>
            <a:ln w="5420" cap="flat">
              <a:solidFill>
                <a:srgbClr val="3699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00" name="pg2000"/>
            <p:cNvSpPr/>
            <p:nvPr/>
          </p:nvSpPr>
          <p:spPr>
            <a:xfrm>
              <a:off x="4961947" y="422367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9AA9">
                <a:alpha val="100000"/>
              </a:srgbClr>
            </a:solidFill>
            <a:ln w="5420" cap="flat">
              <a:solidFill>
                <a:srgbClr val="379A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01" name="pg2001"/>
            <p:cNvSpPr/>
            <p:nvPr/>
          </p:nvSpPr>
          <p:spPr>
            <a:xfrm>
              <a:off x="4973584" y="422367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9DA9">
                <a:alpha val="100000"/>
              </a:srgbClr>
            </a:solidFill>
            <a:ln w="5420" cap="flat">
              <a:solidFill>
                <a:srgbClr val="3A9D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02" name="pg2002"/>
            <p:cNvSpPr/>
            <p:nvPr/>
          </p:nvSpPr>
          <p:spPr>
            <a:xfrm>
              <a:off x="4833936" y="423797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AAFAB">
                <a:alpha val="100000"/>
              </a:srgbClr>
            </a:solidFill>
            <a:ln w="5420" cap="flat">
              <a:solidFill>
                <a:srgbClr val="4AAF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03" name="pg2003"/>
            <p:cNvSpPr/>
            <p:nvPr/>
          </p:nvSpPr>
          <p:spPr>
            <a:xfrm>
              <a:off x="4845573" y="423797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9AEAB">
                <a:alpha val="100000"/>
              </a:srgbClr>
            </a:solidFill>
            <a:ln w="5420" cap="flat">
              <a:solidFill>
                <a:srgbClr val="49AE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04" name="pg2004"/>
            <p:cNvSpPr/>
            <p:nvPr/>
          </p:nvSpPr>
          <p:spPr>
            <a:xfrm>
              <a:off x="4857211" y="423797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8ACAA">
                <a:alpha val="100000"/>
              </a:srgbClr>
            </a:solidFill>
            <a:ln w="5420" cap="flat">
              <a:solidFill>
                <a:srgbClr val="48AC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05" name="pg2005"/>
            <p:cNvSpPr/>
            <p:nvPr/>
          </p:nvSpPr>
          <p:spPr>
            <a:xfrm>
              <a:off x="4868848" y="423797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5A9AA">
                <a:alpha val="100000"/>
              </a:srgbClr>
            </a:solidFill>
            <a:ln w="5420" cap="flat">
              <a:solidFill>
                <a:srgbClr val="45A9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06" name="pg2006"/>
            <p:cNvSpPr/>
            <p:nvPr/>
          </p:nvSpPr>
          <p:spPr>
            <a:xfrm>
              <a:off x="4880485" y="423797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4A8AA">
                <a:alpha val="100000"/>
              </a:srgbClr>
            </a:solidFill>
            <a:ln w="5420" cap="flat">
              <a:solidFill>
                <a:srgbClr val="44A8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07" name="pg2007"/>
            <p:cNvSpPr/>
            <p:nvPr/>
          </p:nvSpPr>
          <p:spPr>
            <a:xfrm>
              <a:off x="4892123" y="423797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3A6AA">
                <a:alpha val="100000"/>
              </a:srgbClr>
            </a:solidFill>
            <a:ln w="5420" cap="flat">
              <a:solidFill>
                <a:srgbClr val="43A6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08" name="pg2008"/>
            <p:cNvSpPr/>
            <p:nvPr/>
          </p:nvSpPr>
          <p:spPr>
            <a:xfrm>
              <a:off x="4903760" y="423797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3A6AA">
                <a:alpha val="100000"/>
              </a:srgbClr>
            </a:solidFill>
            <a:ln w="5420" cap="flat">
              <a:solidFill>
                <a:srgbClr val="43A6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09" name="pg2009"/>
            <p:cNvSpPr/>
            <p:nvPr/>
          </p:nvSpPr>
          <p:spPr>
            <a:xfrm>
              <a:off x="4915397" y="423797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3A6AA">
                <a:alpha val="100000"/>
              </a:srgbClr>
            </a:solidFill>
            <a:ln w="5420" cap="flat">
              <a:solidFill>
                <a:srgbClr val="43A6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10" name="pg2010"/>
            <p:cNvSpPr/>
            <p:nvPr/>
          </p:nvSpPr>
          <p:spPr>
            <a:xfrm>
              <a:off x="4927035" y="423797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4A8AA">
                <a:alpha val="100000"/>
              </a:srgbClr>
            </a:solidFill>
            <a:ln w="5420" cap="flat">
              <a:solidFill>
                <a:srgbClr val="44A8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11" name="pg2011"/>
            <p:cNvSpPr/>
            <p:nvPr/>
          </p:nvSpPr>
          <p:spPr>
            <a:xfrm>
              <a:off x="4938672" y="423797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5A9AA">
                <a:alpha val="100000"/>
              </a:srgbClr>
            </a:solidFill>
            <a:ln w="5420" cap="flat">
              <a:solidFill>
                <a:srgbClr val="45A9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12" name="pg2012"/>
            <p:cNvSpPr/>
            <p:nvPr/>
          </p:nvSpPr>
          <p:spPr>
            <a:xfrm>
              <a:off x="4950309" y="423797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5A8AA">
                <a:alpha val="100000"/>
              </a:srgbClr>
            </a:solidFill>
            <a:ln w="5420" cap="flat">
              <a:solidFill>
                <a:srgbClr val="45A8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13" name="pg2013"/>
            <p:cNvSpPr/>
            <p:nvPr/>
          </p:nvSpPr>
          <p:spPr>
            <a:xfrm>
              <a:off x="4961947" y="423797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2A5AA">
                <a:alpha val="100000"/>
              </a:srgbClr>
            </a:solidFill>
            <a:ln w="5420" cap="flat">
              <a:solidFill>
                <a:srgbClr val="42A5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14" name="pg2014"/>
            <p:cNvSpPr/>
            <p:nvPr/>
          </p:nvSpPr>
          <p:spPr>
            <a:xfrm>
              <a:off x="4822299" y="425227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CB1AB">
                <a:alpha val="100000"/>
              </a:srgbClr>
            </a:solidFill>
            <a:ln w="5420" cap="flat">
              <a:solidFill>
                <a:srgbClr val="4CB1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15" name="pg2015"/>
            <p:cNvSpPr/>
            <p:nvPr/>
          </p:nvSpPr>
          <p:spPr>
            <a:xfrm>
              <a:off x="4833936" y="425227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BB0AB">
                <a:alpha val="100000"/>
              </a:srgbClr>
            </a:solidFill>
            <a:ln w="5420" cap="flat">
              <a:solidFill>
                <a:srgbClr val="4BB0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16" name="pg2016"/>
            <p:cNvSpPr/>
            <p:nvPr/>
          </p:nvSpPr>
          <p:spPr>
            <a:xfrm>
              <a:off x="4845573" y="425227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BAFAB">
                <a:alpha val="100000"/>
              </a:srgbClr>
            </a:solidFill>
            <a:ln w="5420" cap="flat">
              <a:solidFill>
                <a:srgbClr val="4BAF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17" name="pg2017"/>
            <p:cNvSpPr/>
            <p:nvPr/>
          </p:nvSpPr>
          <p:spPr>
            <a:xfrm>
              <a:off x="4857211" y="425227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9AEAB">
                <a:alpha val="100000"/>
              </a:srgbClr>
            </a:solidFill>
            <a:ln w="5420" cap="flat">
              <a:solidFill>
                <a:srgbClr val="49AE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18" name="pg2018"/>
            <p:cNvSpPr/>
            <p:nvPr/>
          </p:nvSpPr>
          <p:spPr>
            <a:xfrm>
              <a:off x="4868848" y="425227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7AAAA">
                <a:alpha val="100000"/>
              </a:srgbClr>
            </a:solidFill>
            <a:ln w="5420" cap="flat">
              <a:solidFill>
                <a:srgbClr val="47AA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19" name="pg2019"/>
            <p:cNvSpPr/>
            <p:nvPr/>
          </p:nvSpPr>
          <p:spPr>
            <a:xfrm>
              <a:off x="4880485" y="425227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5A9AA">
                <a:alpha val="100000"/>
              </a:srgbClr>
            </a:solidFill>
            <a:ln w="5420" cap="flat">
              <a:solidFill>
                <a:srgbClr val="45A9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20" name="pg2020"/>
            <p:cNvSpPr/>
            <p:nvPr/>
          </p:nvSpPr>
          <p:spPr>
            <a:xfrm>
              <a:off x="4892123" y="425227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4A7AA">
                <a:alpha val="100000"/>
              </a:srgbClr>
            </a:solidFill>
            <a:ln w="5420" cap="flat">
              <a:solidFill>
                <a:srgbClr val="44A7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21" name="pg2021"/>
            <p:cNvSpPr/>
            <p:nvPr/>
          </p:nvSpPr>
          <p:spPr>
            <a:xfrm>
              <a:off x="4903760" y="425227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3A7AA">
                <a:alpha val="100000"/>
              </a:srgbClr>
            </a:solidFill>
            <a:ln w="5420" cap="flat">
              <a:solidFill>
                <a:srgbClr val="43A7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22" name="pg2022"/>
            <p:cNvSpPr/>
            <p:nvPr/>
          </p:nvSpPr>
          <p:spPr>
            <a:xfrm>
              <a:off x="4915397" y="425227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3A7AA">
                <a:alpha val="100000"/>
              </a:srgbClr>
            </a:solidFill>
            <a:ln w="5420" cap="flat">
              <a:solidFill>
                <a:srgbClr val="43A7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23" name="pg2023"/>
            <p:cNvSpPr/>
            <p:nvPr/>
          </p:nvSpPr>
          <p:spPr>
            <a:xfrm>
              <a:off x="4927035" y="425227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4A7AA">
                <a:alpha val="100000"/>
              </a:srgbClr>
            </a:solidFill>
            <a:ln w="5420" cap="flat">
              <a:solidFill>
                <a:srgbClr val="44A7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24" name="pg2024"/>
            <p:cNvSpPr/>
            <p:nvPr/>
          </p:nvSpPr>
          <p:spPr>
            <a:xfrm>
              <a:off x="4938672" y="425227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4A7AA">
                <a:alpha val="100000"/>
              </a:srgbClr>
            </a:solidFill>
            <a:ln w="5420" cap="flat">
              <a:solidFill>
                <a:srgbClr val="44A7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25" name="pg2025"/>
            <p:cNvSpPr/>
            <p:nvPr/>
          </p:nvSpPr>
          <p:spPr>
            <a:xfrm>
              <a:off x="4950309" y="425227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3A7AA">
                <a:alpha val="100000"/>
              </a:srgbClr>
            </a:solidFill>
            <a:ln w="5420" cap="flat">
              <a:solidFill>
                <a:srgbClr val="43A7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26" name="pg2026"/>
            <p:cNvSpPr/>
            <p:nvPr/>
          </p:nvSpPr>
          <p:spPr>
            <a:xfrm>
              <a:off x="4961947" y="425227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2A6AA">
                <a:alpha val="100000"/>
              </a:srgbClr>
            </a:solidFill>
            <a:ln w="5420" cap="flat">
              <a:solidFill>
                <a:srgbClr val="42A6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27" name="pg2027"/>
            <p:cNvSpPr/>
            <p:nvPr/>
          </p:nvSpPr>
          <p:spPr>
            <a:xfrm>
              <a:off x="4810661" y="426657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DB2AB">
                <a:alpha val="100000"/>
              </a:srgbClr>
            </a:solidFill>
            <a:ln w="5420" cap="flat">
              <a:solidFill>
                <a:srgbClr val="4DB2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28" name="pg2028"/>
            <p:cNvSpPr/>
            <p:nvPr/>
          </p:nvSpPr>
          <p:spPr>
            <a:xfrm>
              <a:off x="4822299" y="426657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DB2AB">
                <a:alpha val="100000"/>
              </a:srgbClr>
            </a:solidFill>
            <a:ln w="5420" cap="flat">
              <a:solidFill>
                <a:srgbClr val="4DB2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29" name="pg2029"/>
            <p:cNvSpPr/>
            <p:nvPr/>
          </p:nvSpPr>
          <p:spPr>
            <a:xfrm>
              <a:off x="4833936" y="426657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CB2AB">
                <a:alpha val="100000"/>
              </a:srgbClr>
            </a:solidFill>
            <a:ln w="5420" cap="flat">
              <a:solidFill>
                <a:srgbClr val="4CB2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30" name="pg2030"/>
            <p:cNvSpPr/>
            <p:nvPr/>
          </p:nvSpPr>
          <p:spPr>
            <a:xfrm>
              <a:off x="4845573" y="426657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CB1AB">
                <a:alpha val="100000"/>
              </a:srgbClr>
            </a:solidFill>
            <a:ln w="5420" cap="flat">
              <a:solidFill>
                <a:srgbClr val="4CB1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31" name="pg2031"/>
            <p:cNvSpPr/>
            <p:nvPr/>
          </p:nvSpPr>
          <p:spPr>
            <a:xfrm>
              <a:off x="4857211" y="426657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BAFAB">
                <a:alpha val="100000"/>
              </a:srgbClr>
            </a:solidFill>
            <a:ln w="5420" cap="flat">
              <a:solidFill>
                <a:srgbClr val="4BAF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32" name="pg2032"/>
            <p:cNvSpPr/>
            <p:nvPr/>
          </p:nvSpPr>
          <p:spPr>
            <a:xfrm>
              <a:off x="4868848" y="426657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8ACAA">
                <a:alpha val="100000"/>
              </a:srgbClr>
            </a:solidFill>
            <a:ln w="5420" cap="flat">
              <a:solidFill>
                <a:srgbClr val="48AC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33" name="pg2033"/>
            <p:cNvSpPr/>
            <p:nvPr/>
          </p:nvSpPr>
          <p:spPr>
            <a:xfrm>
              <a:off x="4880485" y="426657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6AAAA">
                <a:alpha val="100000"/>
              </a:srgbClr>
            </a:solidFill>
            <a:ln w="5420" cap="flat">
              <a:solidFill>
                <a:srgbClr val="46AA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34" name="pg2034"/>
            <p:cNvSpPr/>
            <p:nvPr/>
          </p:nvSpPr>
          <p:spPr>
            <a:xfrm>
              <a:off x="4892123" y="426657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5A8AA">
                <a:alpha val="100000"/>
              </a:srgbClr>
            </a:solidFill>
            <a:ln w="5420" cap="flat">
              <a:solidFill>
                <a:srgbClr val="45A8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35" name="pg2035"/>
            <p:cNvSpPr/>
            <p:nvPr/>
          </p:nvSpPr>
          <p:spPr>
            <a:xfrm>
              <a:off x="4903760" y="426657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4A7AA">
                <a:alpha val="100000"/>
              </a:srgbClr>
            </a:solidFill>
            <a:ln w="5420" cap="flat">
              <a:solidFill>
                <a:srgbClr val="44A7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36" name="pg2036"/>
            <p:cNvSpPr/>
            <p:nvPr/>
          </p:nvSpPr>
          <p:spPr>
            <a:xfrm>
              <a:off x="4915397" y="426657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4A7AA">
                <a:alpha val="100000"/>
              </a:srgbClr>
            </a:solidFill>
            <a:ln w="5420" cap="flat">
              <a:solidFill>
                <a:srgbClr val="44A7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37" name="pg2037"/>
            <p:cNvSpPr/>
            <p:nvPr/>
          </p:nvSpPr>
          <p:spPr>
            <a:xfrm>
              <a:off x="4927035" y="426657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3A7AA">
                <a:alpha val="100000"/>
              </a:srgbClr>
            </a:solidFill>
            <a:ln w="5420" cap="flat">
              <a:solidFill>
                <a:srgbClr val="43A7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38" name="pg2038"/>
            <p:cNvSpPr/>
            <p:nvPr/>
          </p:nvSpPr>
          <p:spPr>
            <a:xfrm>
              <a:off x="4938672" y="426657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3A7AA">
                <a:alpha val="100000"/>
              </a:srgbClr>
            </a:solidFill>
            <a:ln w="5420" cap="flat">
              <a:solidFill>
                <a:srgbClr val="43A7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39" name="pg2039"/>
            <p:cNvSpPr/>
            <p:nvPr/>
          </p:nvSpPr>
          <p:spPr>
            <a:xfrm>
              <a:off x="4950309" y="426657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3A6AA">
                <a:alpha val="100000"/>
              </a:srgbClr>
            </a:solidFill>
            <a:ln w="5420" cap="flat">
              <a:solidFill>
                <a:srgbClr val="43A6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40" name="pg2040"/>
            <p:cNvSpPr/>
            <p:nvPr/>
          </p:nvSpPr>
          <p:spPr>
            <a:xfrm>
              <a:off x="4799024" y="428087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DB2AB">
                <a:alpha val="100000"/>
              </a:srgbClr>
            </a:solidFill>
            <a:ln w="5420" cap="flat">
              <a:solidFill>
                <a:srgbClr val="4DB2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41" name="pg2041"/>
            <p:cNvSpPr/>
            <p:nvPr/>
          </p:nvSpPr>
          <p:spPr>
            <a:xfrm>
              <a:off x="4810661" y="428087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DB3AB">
                <a:alpha val="100000"/>
              </a:srgbClr>
            </a:solidFill>
            <a:ln w="5420" cap="flat">
              <a:solidFill>
                <a:srgbClr val="4DB3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42" name="pg2042"/>
            <p:cNvSpPr/>
            <p:nvPr/>
          </p:nvSpPr>
          <p:spPr>
            <a:xfrm>
              <a:off x="4822299" y="428087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DB3AB">
                <a:alpha val="100000"/>
              </a:srgbClr>
            </a:solidFill>
            <a:ln w="5420" cap="flat">
              <a:solidFill>
                <a:srgbClr val="4DB3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43" name="pg2043"/>
            <p:cNvSpPr/>
            <p:nvPr/>
          </p:nvSpPr>
          <p:spPr>
            <a:xfrm>
              <a:off x="4833936" y="428087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DB3AB">
                <a:alpha val="100000"/>
              </a:srgbClr>
            </a:solidFill>
            <a:ln w="5420" cap="flat">
              <a:solidFill>
                <a:srgbClr val="4DB3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44" name="pg2044"/>
            <p:cNvSpPr/>
            <p:nvPr/>
          </p:nvSpPr>
          <p:spPr>
            <a:xfrm>
              <a:off x="4845573" y="428087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DB2AB">
                <a:alpha val="100000"/>
              </a:srgbClr>
            </a:solidFill>
            <a:ln w="5420" cap="flat">
              <a:solidFill>
                <a:srgbClr val="4DB2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45" name="pg2045"/>
            <p:cNvSpPr/>
            <p:nvPr/>
          </p:nvSpPr>
          <p:spPr>
            <a:xfrm>
              <a:off x="4857211" y="428087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BB0AB">
                <a:alpha val="100000"/>
              </a:srgbClr>
            </a:solidFill>
            <a:ln w="5420" cap="flat">
              <a:solidFill>
                <a:srgbClr val="4BB0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46" name="pg2046"/>
            <p:cNvSpPr/>
            <p:nvPr/>
          </p:nvSpPr>
          <p:spPr>
            <a:xfrm>
              <a:off x="4868848" y="428087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8ADAB">
                <a:alpha val="100000"/>
              </a:srgbClr>
            </a:solidFill>
            <a:ln w="5420" cap="flat">
              <a:solidFill>
                <a:srgbClr val="48AD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47" name="pg2047"/>
            <p:cNvSpPr/>
            <p:nvPr/>
          </p:nvSpPr>
          <p:spPr>
            <a:xfrm>
              <a:off x="4787387" y="429517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DB2AB">
                <a:alpha val="100000"/>
              </a:srgbClr>
            </a:solidFill>
            <a:ln w="5420" cap="flat">
              <a:solidFill>
                <a:srgbClr val="4DB2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48" name="pg2048"/>
            <p:cNvSpPr/>
            <p:nvPr/>
          </p:nvSpPr>
          <p:spPr>
            <a:xfrm>
              <a:off x="4799024" y="429517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DB2AB">
                <a:alpha val="100000"/>
              </a:srgbClr>
            </a:solidFill>
            <a:ln w="5420" cap="flat">
              <a:solidFill>
                <a:srgbClr val="4DB2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49" name="pg2049"/>
            <p:cNvSpPr/>
            <p:nvPr/>
          </p:nvSpPr>
          <p:spPr>
            <a:xfrm>
              <a:off x="4810661" y="429517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DB3AB">
                <a:alpha val="100000"/>
              </a:srgbClr>
            </a:solidFill>
            <a:ln w="5420" cap="flat">
              <a:solidFill>
                <a:srgbClr val="4DB3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50" name="pg2050"/>
            <p:cNvSpPr/>
            <p:nvPr/>
          </p:nvSpPr>
          <p:spPr>
            <a:xfrm>
              <a:off x="4822299" y="429517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EB3AB">
                <a:alpha val="100000"/>
              </a:srgbClr>
            </a:solidFill>
            <a:ln w="5420" cap="flat">
              <a:solidFill>
                <a:srgbClr val="4EB3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51" name="pg2051"/>
            <p:cNvSpPr/>
            <p:nvPr/>
          </p:nvSpPr>
          <p:spPr>
            <a:xfrm>
              <a:off x="4833936" y="429517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DB3AB">
                <a:alpha val="100000"/>
              </a:srgbClr>
            </a:solidFill>
            <a:ln w="5420" cap="flat">
              <a:solidFill>
                <a:srgbClr val="4DB3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52" name="pg2052"/>
            <p:cNvSpPr/>
            <p:nvPr/>
          </p:nvSpPr>
          <p:spPr>
            <a:xfrm>
              <a:off x="4845573" y="429517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DB2AB">
                <a:alpha val="100000"/>
              </a:srgbClr>
            </a:solidFill>
            <a:ln w="5420" cap="flat">
              <a:solidFill>
                <a:srgbClr val="4DB2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53" name="pg2053"/>
            <p:cNvSpPr/>
            <p:nvPr/>
          </p:nvSpPr>
          <p:spPr>
            <a:xfrm>
              <a:off x="4857211" y="429517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CB1AB">
                <a:alpha val="100000"/>
              </a:srgbClr>
            </a:solidFill>
            <a:ln w="5420" cap="flat">
              <a:solidFill>
                <a:srgbClr val="4CB1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54" name="pg2054"/>
            <p:cNvSpPr/>
            <p:nvPr/>
          </p:nvSpPr>
          <p:spPr>
            <a:xfrm>
              <a:off x="4775749" y="430947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DB2AB">
                <a:alpha val="100000"/>
              </a:srgbClr>
            </a:solidFill>
            <a:ln w="5420" cap="flat">
              <a:solidFill>
                <a:srgbClr val="4DB2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55" name="pg2055"/>
            <p:cNvSpPr/>
            <p:nvPr/>
          </p:nvSpPr>
          <p:spPr>
            <a:xfrm>
              <a:off x="4787387" y="430947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DB2AB">
                <a:alpha val="100000"/>
              </a:srgbClr>
            </a:solidFill>
            <a:ln w="5420" cap="flat">
              <a:solidFill>
                <a:srgbClr val="4DB2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56" name="pg2056"/>
            <p:cNvSpPr/>
            <p:nvPr/>
          </p:nvSpPr>
          <p:spPr>
            <a:xfrm>
              <a:off x="4799024" y="430947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DB2AB">
                <a:alpha val="100000"/>
              </a:srgbClr>
            </a:solidFill>
            <a:ln w="5420" cap="flat">
              <a:solidFill>
                <a:srgbClr val="4DB2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57" name="pg2057"/>
            <p:cNvSpPr/>
            <p:nvPr/>
          </p:nvSpPr>
          <p:spPr>
            <a:xfrm>
              <a:off x="4810661" y="430947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DB3AB">
                <a:alpha val="100000"/>
              </a:srgbClr>
            </a:solidFill>
            <a:ln w="5420" cap="flat">
              <a:solidFill>
                <a:srgbClr val="4DB3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58" name="pg2058"/>
            <p:cNvSpPr/>
            <p:nvPr/>
          </p:nvSpPr>
          <p:spPr>
            <a:xfrm>
              <a:off x="4822299" y="430947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DB3AB">
                <a:alpha val="100000"/>
              </a:srgbClr>
            </a:solidFill>
            <a:ln w="5420" cap="flat">
              <a:solidFill>
                <a:srgbClr val="4DB3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59" name="pg2059"/>
            <p:cNvSpPr/>
            <p:nvPr/>
          </p:nvSpPr>
          <p:spPr>
            <a:xfrm>
              <a:off x="4833936" y="430947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DB2AB">
                <a:alpha val="100000"/>
              </a:srgbClr>
            </a:solidFill>
            <a:ln w="5420" cap="flat">
              <a:solidFill>
                <a:srgbClr val="4DB2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60" name="pg2060"/>
            <p:cNvSpPr/>
            <p:nvPr/>
          </p:nvSpPr>
          <p:spPr>
            <a:xfrm>
              <a:off x="4845573" y="430947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DB2AB">
                <a:alpha val="100000"/>
              </a:srgbClr>
            </a:solidFill>
            <a:ln w="5420" cap="flat">
              <a:solidFill>
                <a:srgbClr val="4DB2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61" name="pg2061"/>
            <p:cNvSpPr/>
            <p:nvPr/>
          </p:nvSpPr>
          <p:spPr>
            <a:xfrm>
              <a:off x="4775749" y="432377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DB2AB">
                <a:alpha val="100000"/>
              </a:srgbClr>
            </a:solidFill>
            <a:ln w="5420" cap="flat">
              <a:solidFill>
                <a:srgbClr val="4DB2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62" name="pg2062"/>
            <p:cNvSpPr/>
            <p:nvPr/>
          </p:nvSpPr>
          <p:spPr>
            <a:xfrm>
              <a:off x="4787387" y="432377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DB2AB">
                <a:alpha val="100000"/>
              </a:srgbClr>
            </a:solidFill>
            <a:ln w="5420" cap="flat">
              <a:solidFill>
                <a:srgbClr val="4DB2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63" name="pg2063"/>
            <p:cNvSpPr/>
            <p:nvPr/>
          </p:nvSpPr>
          <p:spPr>
            <a:xfrm>
              <a:off x="4799024" y="432377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DB2AB">
                <a:alpha val="100000"/>
              </a:srgbClr>
            </a:solidFill>
            <a:ln w="5420" cap="flat">
              <a:solidFill>
                <a:srgbClr val="4DB2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64" name="pg2064"/>
            <p:cNvSpPr/>
            <p:nvPr/>
          </p:nvSpPr>
          <p:spPr>
            <a:xfrm>
              <a:off x="4810661" y="432377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DB2AB">
                <a:alpha val="100000"/>
              </a:srgbClr>
            </a:solidFill>
            <a:ln w="5420" cap="flat">
              <a:solidFill>
                <a:srgbClr val="4DB2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65" name="pg2065"/>
            <p:cNvSpPr/>
            <p:nvPr/>
          </p:nvSpPr>
          <p:spPr>
            <a:xfrm>
              <a:off x="4822299" y="432377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DB2AB">
                <a:alpha val="100000"/>
              </a:srgbClr>
            </a:solidFill>
            <a:ln w="5420" cap="flat">
              <a:solidFill>
                <a:srgbClr val="4DB2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66" name="pg2066"/>
            <p:cNvSpPr/>
            <p:nvPr/>
          </p:nvSpPr>
          <p:spPr>
            <a:xfrm>
              <a:off x="4833936" y="432377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CB2AB">
                <a:alpha val="100000"/>
              </a:srgbClr>
            </a:solidFill>
            <a:ln w="5420" cap="flat">
              <a:solidFill>
                <a:srgbClr val="4CB2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67" name="pg2067"/>
            <p:cNvSpPr/>
            <p:nvPr/>
          </p:nvSpPr>
          <p:spPr>
            <a:xfrm>
              <a:off x="4752475" y="433807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FB5AB">
                <a:alpha val="100000"/>
              </a:srgbClr>
            </a:solidFill>
            <a:ln w="5420" cap="flat">
              <a:solidFill>
                <a:srgbClr val="4FB5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68" name="pg2068"/>
            <p:cNvSpPr/>
            <p:nvPr/>
          </p:nvSpPr>
          <p:spPr>
            <a:xfrm>
              <a:off x="4764112" y="433807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EB4AB">
                <a:alpha val="100000"/>
              </a:srgbClr>
            </a:solidFill>
            <a:ln w="5420" cap="flat">
              <a:solidFill>
                <a:srgbClr val="4EB4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69" name="pg2069"/>
            <p:cNvSpPr/>
            <p:nvPr/>
          </p:nvSpPr>
          <p:spPr>
            <a:xfrm>
              <a:off x="4775749" y="433807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EB3AB">
                <a:alpha val="100000"/>
              </a:srgbClr>
            </a:solidFill>
            <a:ln w="5420" cap="flat">
              <a:solidFill>
                <a:srgbClr val="4EB3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70" name="pg2070"/>
            <p:cNvSpPr/>
            <p:nvPr/>
          </p:nvSpPr>
          <p:spPr>
            <a:xfrm>
              <a:off x="4787387" y="433807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DB2AB">
                <a:alpha val="100000"/>
              </a:srgbClr>
            </a:solidFill>
            <a:ln w="5420" cap="flat">
              <a:solidFill>
                <a:srgbClr val="4DB2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71" name="pg2071"/>
            <p:cNvSpPr/>
            <p:nvPr/>
          </p:nvSpPr>
          <p:spPr>
            <a:xfrm>
              <a:off x="4799024" y="433807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DB2AB">
                <a:alpha val="100000"/>
              </a:srgbClr>
            </a:solidFill>
            <a:ln w="5420" cap="flat">
              <a:solidFill>
                <a:srgbClr val="4DB2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72" name="pg2072"/>
            <p:cNvSpPr/>
            <p:nvPr/>
          </p:nvSpPr>
          <p:spPr>
            <a:xfrm>
              <a:off x="4810661" y="433807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CB2AB">
                <a:alpha val="100000"/>
              </a:srgbClr>
            </a:solidFill>
            <a:ln w="5420" cap="flat">
              <a:solidFill>
                <a:srgbClr val="4CB2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73" name="pg2073"/>
            <p:cNvSpPr/>
            <p:nvPr/>
          </p:nvSpPr>
          <p:spPr>
            <a:xfrm>
              <a:off x="4822299" y="433807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CB1AB">
                <a:alpha val="100000"/>
              </a:srgbClr>
            </a:solidFill>
            <a:ln w="5420" cap="flat">
              <a:solidFill>
                <a:srgbClr val="4CB1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74" name="pg2074"/>
            <p:cNvSpPr/>
            <p:nvPr/>
          </p:nvSpPr>
          <p:spPr>
            <a:xfrm>
              <a:off x="4740837" y="435238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3BBAB">
                <a:alpha val="100000"/>
              </a:srgbClr>
            </a:solidFill>
            <a:ln w="5420" cap="flat">
              <a:solidFill>
                <a:srgbClr val="53BB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75" name="pg2075"/>
            <p:cNvSpPr/>
            <p:nvPr/>
          </p:nvSpPr>
          <p:spPr>
            <a:xfrm>
              <a:off x="4752475" y="435238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1B8AB">
                <a:alpha val="100000"/>
              </a:srgbClr>
            </a:solidFill>
            <a:ln w="5420" cap="flat">
              <a:solidFill>
                <a:srgbClr val="51B8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76" name="pg2076"/>
            <p:cNvSpPr/>
            <p:nvPr/>
          </p:nvSpPr>
          <p:spPr>
            <a:xfrm>
              <a:off x="4764112" y="435238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0B6AB">
                <a:alpha val="100000"/>
              </a:srgbClr>
            </a:solidFill>
            <a:ln w="5420" cap="flat">
              <a:solidFill>
                <a:srgbClr val="50B6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77" name="pg2077"/>
            <p:cNvSpPr/>
            <p:nvPr/>
          </p:nvSpPr>
          <p:spPr>
            <a:xfrm>
              <a:off x="4775749" y="435238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FB5AB">
                <a:alpha val="100000"/>
              </a:srgbClr>
            </a:solidFill>
            <a:ln w="5420" cap="flat">
              <a:solidFill>
                <a:srgbClr val="4FB5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78" name="pg2078"/>
            <p:cNvSpPr/>
            <p:nvPr/>
          </p:nvSpPr>
          <p:spPr>
            <a:xfrm>
              <a:off x="4787387" y="435238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EB3AB">
                <a:alpha val="100000"/>
              </a:srgbClr>
            </a:solidFill>
            <a:ln w="5420" cap="flat">
              <a:solidFill>
                <a:srgbClr val="4EB3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79" name="pg2079"/>
            <p:cNvSpPr/>
            <p:nvPr/>
          </p:nvSpPr>
          <p:spPr>
            <a:xfrm>
              <a:off x="4799024" y="435238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DB2AB">
                <a:alpha val="100000"/>
              </a:srgbClr>
            </a:solidFill>
            <a:ln w="5420" cap="flat">
              <a:solidFill>
                <a:srgbClr val="4DB2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80" name="pg2080"/>
            <p:cNvSpPr/>
            <p:nvPr/>
          </p:nvSpPr>
          <p:spPr>
            <a:xfrm>
              <a:off x="4810661" y="435238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CB2AB">
                <a:alpha val="100000"/>
              </a:srgbClr>
            </a:solidFill>
            <a:ln w="5420" cap="flat">
              <a:solidFill>
                <a:srgbClr val="4CB2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81" name="pg2081"/>
            <p:cNvSpPr/>
            <p:nvPr/>
          </p:nvSpPr>
          <p:spPr>
            <a:xfrm>
              <a:off x="4822299" y="435238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CB1AB">
                <a:alpha val="100000"/>
              </a:srgbClr>
            </a:solidFill>
            <a:ln w="5420" cap="flat">
              <a:solidFill>
                <a:srgbClr val="4CB1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82" name="pg2082"/>
            <p:cNvSpPr/>
            <p:nvPr/>
          </p:nvSpPr>
          <p:spPr>
            <a:xfrm>
              <a:off x="4717563" y="436668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4BCAB">
                <a:alpha val="100000"/>
              </a:srgbClr>
            </a:solidFill>
            <a:ln w="5420" cap="flat">
              <a:solidFill>
                <a:srgbClr val="54BC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83" name="pg2083"/>
            <p:cNvSpPr/>
            <p:nvPr/>
          </p:nvSpPr>
          <p:spPr>
            <a:xfrm>
              <a:off x="4729200" y="436668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5BDAB">
                <a:alpha val="100000"/>
              </a:srgbClr>
            </a:solidFill>
            <a:ln w="5420" cap="flat">
              <a:solidFill>
                <a:srgbClr val="55BD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84" name="pg2084"/>
            <p:cNvSpPr/>
            <p:nvPr/>
          </p:nvSpPr>
          <p:spPr>
            <a:xfrm>
              <a:off x="4740837" y="436668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5BEAB">
                <a:alpha val="100000"/>
              </a:srgbClr>
            </a:solidFill>
            <a:ln w="5420" cap="flat">
              <a:solidFill>
                <a:srgbClr val="55BE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85" name="pg2085"/>
            <p:cNvSpPr/>
            <p:nvPr/>
          </p:nvSpPr>
          <p:spPr>
            <a:xfrm>
              <a:off x="4752475" y="436668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3BBAB">
                <a:alpha val="100000"/>
              </a:srgbClr>
            </a:solidFill>
            <a:ln w="5420" cap="flat">
              <a:solidFill>
                <a:srgbClr val="53BB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86" name="pg2086"/>
            <p:cNvSpPr/>
            <p:nvPr/>
          </p:nvSpPr>
          <p:spPr>
            <a:xfrm>
              <a:off x="4764112" y="436668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2B9AB">
                <a:alpha val="100000"/>
              </a:srgbClr>
            </a:solidFill>
            <a:ln w="5420" cap="flat">
              <a:solidFill>
                <a:srgbClr val="52B9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87" name="pg2087"/>
            <p:cNvSpPr/>
            <p:nvPr/>
          </p:nvSpPr>
          <p:spPr>
            <a:xfrm>
              <a:off x="4775749" y="436668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0B6AB">
                <a:alpha val="100000"/>
              </a:srgbClr>
            </a:solidFill>
            <a:ln w="5420" cap="flat">
              <a:solidFill>
                <a:srgbClr val="50B6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88" name="pg2088"/>
            <p:cNvSpPr/>
            <p:nvPr/>
          </p:nvSpPr>
          <p:spPr>
            <a:xfrm>
              <a:off x="4787387" y="436668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FB4AB">
                <a:alpha val="100000"/>
              </a:srgbClr>
            </a:solidFill>
            <a:ln w="5420" cap="flat">
              <a:solidFill>
                <a:srgbClr val="4FB4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89" name="pg2089"/>
            <p:cNvSpPr/>
            <p:nvPr/>
          </p:nvSpPr>
          <p:spPr>
            <a:xfrm>
              <a:off x="4799024" y="436668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DB3AB">
                <a:alpha val="100000"/>
              </a:srgbClr>
            </a:solidFill>
            <a:ln w="5420" cap="flat">
              <a:solidFill>
                <a:srgbClr val="4DB3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90" name="pg2090"/>
            <p:cNvSpPr/>
            <p:nvPr/>
          </p:nvSpPr>
          <p:spPr>
            <a:xfrm>
              <a:off x="4810661" y="436668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DB2AB">
                <a:alpha val="100000"/>
              </a:srgbClr>
            </a:solidFill>
            <a:ln w="5420" cap="flat">
              <a:solidFill>
                <a:srgbClr val="4DB2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91" name="pg2091"/>
            <p:cNvSpPr/>
            <p:nvPr/>
          </p:nvSpPr>
          <p:spPr>
            <a:xfrm>
              <a:off x="4705925" y="438098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4BCAB">
                <a:alpha val="100000"/>
              </a:srgbClr>
            </a:solidFill>
            <a:ln w="5420" cap="flat">
              <a:solidFill>
                <a:srgbClr val="54BC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92" name="pg2092"/>
            <p:cNvSpPr/>
            <p:nvPr/>
          </p:nvSpPr>
          <p:spPr>
            <a:xfrm>
              <a:off x="4717563" y="438098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7C1AC">
                <a:alpha val="100000"/>
              </a:srgbClr>
            </a:solidFill>
            <a:ln w="5420" cap="flat">
              <a:solidFill>
                <a:srgbClr val="57C1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93" name="pg2093"/>
            <p:cNvSpPr/>
            <p:nvPr/>
          </p:nvSpPr>
          <p:spPr>
            <a:xfrm>
              <a:off x="4729200" y="438098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9C3AC">
                <a:alpha val="100000"/>
              </a:srgbClr>
            </a:solidFill>
            <a:ln w="5420" cap="flat">
              <a:solidFill>
                <a:srgbClr val="59C3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94" name="pg2094"/>
            <p:cNvSpPr/>
            <p:nvPr/>
          </p:nvSpPr>
          <p:spPr>
            <a:xfrm>
              <a:off x="4740837" y="438098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AC4AC">
                <a:alpha val="100000"/>
              </a:srgbClr>
            </a:solidFill>
            <a:ln w="5420" cap="flat">
              <a:solidFill>
                <a:srgbClr val="5AC4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95" name="pg2095"/>
            <p:cNvSpPr/>
            <p:nvPr/>
          </p:nvSpPr>
          <p:spPr>
            <a:xfrm>
              <a:off x="4752475" y="438098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7C0AB">
                <a:alpha val="100000"/>
              </a:srgbClr>
            </a:solidFill>
            <a:ln w="5420" cap="flat">
              <a:solidFill>
                <a:srgbClr val="57C0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96" name="pg2096"/>
            <p:cNvSpPr/>
            <p:nvPr/>
          </p:nvSpPr>
          <p:spPr>
            <a:xfrm>
              <a:off x="4764112" y="438098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4BCAB">
                <a:alpha val="100000"/>
              </a:srgbClr>
            </a:solidFill>
            <a:ln w="5420" cap="flat">
              <a:solidFill>
                <a:srgbClr val="54BC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97" name="pg2097"/>
            <p:cNvSpPr/>
            <p:nvPr/>
          </p:nvSpPr>
          <p:spPr>
            <a:xfrm>
              <a:off x="4775749" y="438098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2B9AB">
                <a:alpha val="100000"/>
              </a:srgbClr>
            </a:solidFill>
            <a:ln w="5420" cap="flat">
              <a:solidFill>
                <a:srgbClr val="52B9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98" name="pg2098"/>
            <p:cNvSpPr/>
            <p:nvPr/>
          </p:nvSpPr>
          <p:spPr>
            <a:xfrm>
              <a:off x="4787387" y="438098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0B6AB">
                <a:alpha val="100000"/>
              </a:srgbClr>
            </a:solidFill>
            <a:ln w="5420" cap="flat">
              <a:solidFill>
                <a:srgbClr val="50B6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99" name="pg2099"/>
            <p:cNvSpPr/>
            <p:nvPr/>
          </p:nvSpPr>
          <p:spPr>
            <a:xfrm>
              <a:off x="4647739" y="439528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DA0AA">
                <a:alpha val="100000"/>
              </a:srgbClr>
            </a:solidFill>
            <a:ln w="5420" cap="flat">
              <a:solidFill>
                <a:srgbClr val="3DA0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00" name="pg2100"/>
            <p:cNvSpPr/>
            <p:nvPr/>
          </p:nvSpPr>
          <p:spPr>
            <a:xfrm>
              <a:off x="4659376" y="439528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1A4AA">
                <a:alpha val="100000"/>
              </a:srgbClr>
            </a:solidFill>
            <a:ln w="5420" cap="flat">
              <a:solidFill>
                <a:srgbClr val="41A4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01" name="pg2101"/>
            <p:cNvSpPr/>
            <p:nvPr/>
          </p:nvSpPr>
          <p:spPr>
            <a:xfrm>
              <a:off x="4671013" y="439528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6A9AA">
                <a:alpha val="100000"/>
              </a:srgbClr>
            </a:solidFill>
            <a:ln w="5420" cap="flat">
              <a:solidFill>
                <a:srgbClr val="46A9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02" name="pg2102"/>
            <p:cNvSpPr/>
            <p:nvPr/>
          </p:nvSpPr>
          <p:spPr>
            <a:xfrm>
              <a:off x="4682651" y="439528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AAFAB">
                <a:alpha val="100000"/>
              </a:srgbClr>
            </a:solidFill>
            <a:ln w="5420" cap="flat">
              <a:solidFill>
                <a:srgbClr val="4AAF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03" name="pg2103"/>
            <p:cNvSpPr/>
            <p:nvPr/>
          </p:nvSpPr>
          <p:spPr>
            <a:xfrm>
              <a:off x="4694288" y="439528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FB5AB">
                <a:alpha val="100000"/>
              </a:srgbClr>
            </a:solidFill>
            <a:ln w="5420" cap="flat">
              <a:solidFill>
                <a:srgbClr val="4FB5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04" name="pg2104"/>
            <p:cNvSpPr/>
            <p:nvPr/>
          </p:nvSpPr>
          <p:spPr>
            <a:xfrm>
              <a:off x="4705925" y="439528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4BBAB">
                <a:alpha val="100000"/>
              </a:srgbClr>
            </a:solidFill>
            <a:ln w="5420" cap="flat">
              <a:solidFill>
                <a:srgbClr val="54BB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05" name="pg2105"/>
            <p:cNvSpPr/>
            <p:nvPr/>
          </p:nvSpPr>
          <p:spPr>
            <a:xfrm>
              <a:off x="4717563" y="439528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7C0AC">
                <a:alpha val="100000"/>
              </a:srgbClr>
            </a:solidFill>
            <a:ln w="5420" cap="flat">
              <a:solidFill>
                <a:srgbClr val="57C0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06" name="pg2106"/>
            <p:cNvSpPr/>
            <p:nvPr/>
          </p:nvSpPr>
          <p:spPr>
            <a:xfrm>
              <a:off x="4729200" y="439528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9C3AC">
                <a:alpha val="100000"/>
              </a:srgbClr>
            </a:solidFill>
            <a:ln w="5420" cap="flat">
              <a:solidFill>
                <a:srgbClr val="59C3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07" name="pg2107"/>
            <p:cNvSpPr/>
            <p:nvPr/>
          </p:nvSpPr>
          <p:spPr>
            <a:xfrm>
              <a:off x="4740837" y="439528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9C4AC">
                <a:alpha val="100000"/>
              </a:srgbClr>
            </a:solidFill>
            <a:ln w="5420" cap="flat">
              <a:solidFill>
                <a:srgbClr val="59C4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08" name="pg2108"/>
            <p:cNvSpPr/>
            <p:nvPr/>
          </p:nvSpPr>
          <p:spPr>
            <a:xfrm>
              <a:off x="4752475" y="439528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7BFAB">
                <a:alpha val="100000"/>
              </a:srgbClr>
            </a:solidFill>
            <a:ln w="5420" cap="flat">
              <a:solidFill>
                <a:srgbClr val="57BF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09" name="pg2109"/>
            <p:cNvSpPr/>
            <p:nvPr/>
          </p:nvSpPr>
          <p:spPr>
            <a:xfrm>
              <a:off x="4764112" y="439528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4BCAB">
                <a:alpha val="100000"/>
              </a:srgbClr>
            </a:solidFill>
            <a:ln w="5420" cap="flat">
              <a:solidFill>
                <a:srgbClr val="54BC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10" name="pg2110"/>
            <p:cNvSpPr/>
            <p:nvPr/>
          </p:nvSpPr>
          <p:spPr>
            <a:xfrm>
              <a:off x="4775749" y="439528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2B9AB">
                <a:alpha val="100000"/>
              </a:srgbClr>
            </a:solidFill>
            <a:ln w="5420" cap="flat">
              <a:solidFill>
                <a:srgbClr val="52B9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11" name="pg2111"/>
            <p:cNvSpPr/>
            <p:nvPr/>
          </p:nvSpPr>
          <p:spPr>
            <a:xfrm>
              <a:off x="4624464" y="440958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595A9">
                <a:alpha val="100000"/>
              </a:srgbClr>
            </a:solidFill>
            <a:ln w="5420" cap="flat">
              <a:solidFill>
                <a:srgbClr val="3595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12" name="pg2112"/>
            <p:cNvSpPr/>
            <p:nvPr/>
          </p:nvSpPr>
          <p:spPr>
            <a:xfrm>
              <a:off x="4636101" y="440958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9AA9">
                <a:alpha val="100000"/>
              </a:srgbClr>
            </a:solidFill>
            <a:ln w="5420" cap="flat">
              <a:solidFill>
                <a:srgbClr val="379A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13" name="pg2113"/>
            <p:cNvSpPr/>
            <p:nvPr/>
          </p:nvSpPr>
          <p:spPr>
            <a:xfrm>
              <a:off x="4647739" y="440958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9DA9">
                <a:alpha val="100000"/>
              </a:srgbClr>
            </a:solidFill>
            <a:ln w="5420" cap="flat">
              <a:solidFill>
                <a:srgbClr val="3A9D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14" name="pg2114"/>
            <p:cNvSpPr/>
            <p:nvPr/>
          </p:nvSpPr>
          <p:spPr>
            <a:xfrm>
              <a:off x="4659376" y="440958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EA1AA">
                <a:alpha val="100000"/>
              </a:srgbClr>
            </a:solidFill>
            <a:ln w="5420" cap="flat">
              <a:solidFill>
                <a:srgbClr val="3EA1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15" name="pg2115"/>
            <p:cNvSpPr/>
            <p:nvPr/>
          </p:nvSpPr>
          <p:spPr>
            <a:xfrm>
              <a:off x="4671013" y="440958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2A6AA">
                <a:alpha val="100000"/>
              </a:srgbClr>
            </a:solidFill>
            <a:ln w="5420" cap="flat">
              <a:solidFill>
                <a:srgbClr val="42A6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16" name="pg2116"/>
            <p:cNvSpPr/>
            <p:nvPr/>
          </p:nvSpPr>
          <p:spPr>
            <a:xfrm>
              <a:off x="4682651" y="440958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7ABAA">
                <a:alpha val="100000"/>
              </a:srgbClr>
            </a:solidFill>
            <a:ln w="5420" cap="flat">
              <a:solidFill>
                <a:srgbClr val="47AB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17" name="pg2117"/>
            <p:cNvSpPr/>
            <p:nvPr/>
          </p:nvSpPr>
          <p:spPr>
            <a:xfrm>
              <a:off x="4694288" y="440958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DB2AB">
                <a:alpha val="100000"/>
              </a:srgbClr>
            </a:solidFill>
            <a:ln w="5420" cap="flat">
              <a:solidFill>
                <a:srgbClr val="4DB2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18" name="pg2118"/>
            <p:cNvSpPr/>
            <p:nvPr/>
          </p:nvSpPr>
          <p:spPr>
            <a:xfrm>
              <a:off x="4705925" y="440958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1B8AB">
                <a:alpha val="100000"/>
              </a:srgbClr>
            </a:solidFill>
            <a:ln w="5420" cap="flat">
              <a:solidFill>
                <a:srgbClr val="51B8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19" name="pg2119"/>
            <p:cNvSpPr/>
            <p:nvPr/>
          </p:nvSpPr>
          <p:spPr>
            <a:xfrm>
              <a:off x="4717563" y="440958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5BDAB">
                <a:alpha val="100000"/>
              </a:srgbClr>
            </a:solidFill>
            <a:ln w="5420" cap="flat">
              <a:solidFill>
                <a:srgbClr val="55BD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20" name="pg2120"/>
            <p:cNvSpPr/>
            <p:nvPr/>
          </p:nvSpPr>
          <p:spPr>
            <a:xfrm>
              <a:off x="4729200" y="440958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7C0AB">
                <a:alpha val="100000"/>
              </a:srgbClr>
            </a:solidFill>
            <a:ln w="5420" cap="flat">
              <a:solidFill>
                <a:srgbClr val="57C0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21" name="pg2121"/>
            <p:cNvSpPr/>
            <p:nvPr/>
          </p:nvSpPr>
          <p:spPr>
            <a:xfrm>
              <a:off x="4740837" y="440958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7C1AC">
                <a:alpha val="100000"/>
              </a:srgbClr>
            </a:solidFill>
            <a:ln w="5420" cap="flat">
              <a:solidFill>
                <a:srgbClr val="57C1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22" name="pg2122"/>
            <p:cNvSpPr/>
            <p:nvPr/>
          </p:nvSpPr>
          <p:spPr>
            <a:xfrm>
              <a:off x="4752475" y="440958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5BEAB">
                <a:alpha val="100000"/>
              </a:srgbClr>
            </a:solidFill>
            <a:ln w="5420" cap="flat">
              <a:solidFill>
                <a:srgbClr val="55BE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23" name="pg2123"/>
            <p:cNvSpPr/>
            <p:nvPr/>
          </p:nvSpPr>
          <p:spPr>
            <a:xfrm>
              <a:off x="4764112" y="440958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4BCAB">
                <a:alpha val="100000"/>
              </a:srgbClr>
            </a:solidFill>
            <a:ln w="5420" cap="flat">
              <a:solidFill>
                <a:srgbClr val="54BC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24" name="pg2124"/>
            <p:cNvSpPr/>
            <p:nvPr/>
          </p:nvSpPr>
          <p:spPr>
            <a:xfrm>
              <a:off x="4612827" y="442388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691A8">
                <a:alpha val="100000"/>
              </a:srgbClr>
            </a:solidFill>
            <a:ln w="5420" cap="flat">
              <a:solidFill>
                <a:srgbClr val="3691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25" name="pg2125"/>
            <p:cNvSpPr/>
            <p:nvPr/>
          </p:nvSpPr>
          <p:spPr>
            <a:xfrm>
              <a:off x="4624464" y="442388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692A8">
                <a:alpha val="100000"/>
              </a:srgbClr>
            </a:solidFill>
            <a:ln w="5420" cap="flat">
              <a:solidFill>
                <a:srgbClr val="3692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26" name="pg2126"/>
            <p:cNvSpPr/>
            <p:nvPr/>
          </p:nvSpPr>
          <p:spPr>
            <a:xfrm>
              <a:off x="4636101" y="442388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496A9">
                <a:alpha val="100000"/>
              </a:srgbClr>
            </a:solidFill>
            <a:ln w="5420" cap="flat">
              <a:solidFill>
                <a:srgbClr val="3496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27" name="pg2127"/>
            <p:cNvSpPr/>
            <p:nvPr/>
          </p:nvSpPr>
          <p:spPr>
            <a:xfrm>
              <a:off x="4647739" y="442388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699A9">
                <a:alpha val="100000"/>
              </a:srgbClr>
            </a:solidFill>
            <a:ln w="5420" cap="flat">
              <a:solidFill>
                <a:srgbClr val="3699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28" name="pg2128"/>
            <p:cNvSpPr/>
            <p:nvPr/>
          </p:nvSpPr>
          <p:spPr>
            <a:xfrm>
              <a:off x="4659376" y="442388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9CA9">
                <a:alpha val="100000"/>
              </a:srgbClr>
            </a:solidFill>
            <a:ln w="5420" cap="flat">
              <a:solidFill>
                <a:srgbClr val="3A9C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29" name="pg2129"/>
            <p:cNvSpPr/>
            <p:nvPr/>
          </p:nvSpPr>
          <p:spPr>
            <a:xfrm>
              <a:off x="4671013" y="442388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EA1AA">
                <a:alpha val="100000"/>
              </a:srgbClr>
            </a:solidFill>
            <a:ln w="5420" cap="flat">
              <a:solidFill>
                <a:srgbClr val="3EA1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30" name="pg2130"/>
            <p:cNvSpPr/>
            <p:nvPr/>
          </p:nvSpPr>
          <p:spPr>
            <a:xfrm>
              <a:off x="4682651" y="442388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3A7AA">
                <a:alpha val="100000"/>
              </a:srgbClr>
            </a:solidFill>
            <a:ln w="5420" cap="flat">
              <a:solidFill>
                <a:srgbClr val="43A7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31" name="pg2131"/>
            <p:cNvSpPr/>
            <p:nvPr/>
          </p:nvSpPr>
          <p:spPr>
            <a:xfrm>
              <a:off x="4694288" y="442388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8ACAB">
                <a:alpha val="100000"/>
              </a:srgbClr>
            </a:solidFill>
            <a:ln w="5420" cap="flat">
              <a:solidFill>
                <a:srgbClr val="48AC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32" name="pg2132"/>
            <p:cNvSpPr/>
            <p:nvPr/>
          </p:nvSpPr>
          <p:spPr>
            <a:xfrm>
              <a:off x="4705925" y="442388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DB2AB">
                <a:alpha val="100000"/>
              </a:srgbClr>
            </a:solidFill>
            <a:ln w="5420" cap="flat">
              <a:solidFill>
                <a:srgbClr val="4DB2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33" name="pg2133"/>
            <p:cNvSpPr/>
            <p:nvPr/>
          </p:nvSpPr>
          <p:spPr>
            <a:xfrm>
              <a:off x="4717563" y="442388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0B7AB">
                <a:alpha val="100000"/>
              </a:srgbClr>
            </a:solidFill>
            <a:ln w="5420" cap="flat">
              <a:solidFill>
                <a:srgbClr val="50B7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34" name="pg2134"/>
            <p:cNvSpPr/>
            <p:nvPr/>
          </p:nvSpPr>
          <p:spPr>
            <a:xfrm>
              <a:off x="4729200" y="442388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3BAAB">
                <a:alpha val="100000"/>
              </a:srgbClr>
            </a:solidFill>
            <a:ln w="5420" cap="flat">
              <a:solidFill>
                <a:srgbClr val="53BA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35" name="pg2135"/>
            <p:cNvSpPr/>
            <p:nvPr/>
          </p:nvSpPr>
          <p:spPr>
            <a:xfrm>
              <a:off x="4740837" y="442388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4BBAB">
                <a:alpha val="100000"/>
              </a:srgbClr>
            </a:solidFill>
            <a:ln w="5420" cap="flat">
              <a:solidFill>
                <a:srgbClr val="54BB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36" name="pg2136"/>
            <p:cNvSpPr/>
            <p:nvPr/>
          </p:nvSpPr>
          <p:spPr>
            <a:xfrm>
              <a:off x="4612827" y="443818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8EA7">
                <a:alpha val="100000"/>
              </a:srgbClr>
            </a:solidFill>
            <a:ln w="5420" cap="flat">
              <a:solidFill>
                <a:srgbClr val="378E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37" name="pg2137"/>
            <p:cNvSpPr/>
            <p:nvPr/>
          </p:nvSpPr>
          <p:spPr>
            <a:xfrm>
              <a:off x="4624464" y="443818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8EA7">
                <a:alpha val="100000"/>
              </a:srgbClr>
            </a:solidFill>
            <a:ln w="5420" cap="flat">
              <a:solidFill>
                <a:srgbClr val="378E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38" name="pg2138"/>
            <p:cNvSpPr/>
            <p:nvPr/>
          </p:nvSpPr>
          <p:spPr>
            <a:xfrm>
              <a:off x="4636101" y="443818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692A8">
                <a:alpha val="100000"/>
              </a:srgbClr>
            </a:solidFill>
            <a:ln w="5420" cap="flat">
              <a:solidFill>
                <a:srgbClr val="3692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39" name="pg2139"/>
            <p:cNvSpPr/>
            <p:nvPr/>
          </p:nvSpPr>
          <p:spPr>
            <a:xfrm>
              <a:off x="4647739" y="443818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595A8">
                <a:alpha val="100000"/>
              </a:srgbClr>
            </a:solidFill>
            <a:ln w="5420" cap="flat">
              <a:solidFill>
                <a:srgbClr val="3595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40" name="pg2140"/>
            <p:cNvSpPr/>
            <p:nvPr/>
          </p:nvSpPr>
          <p:spPr>
            <a:xfrm>
              <a:off x="4659376" y="443818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598A9">
                <a:alpha val="100000"/>
              </a:srgbClr>
            </a:solidFill>
            <a:ln w="5420" cap="flat">
              <a:solidFill>
                <a:srgbClr val="3598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41" name="pg2141"/>
            <p:cNvSpPr/>
            <p:nvPr/>
          </p:nvSpPr>
          <p:spPr>
            <a:xfrm>
              <a:off x="4671013" y="443818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9CA9">
                <a:alpha val="100000"/>
              </a:srgbClr>
            </a:solidFill>
            <a:ln w="5420" cap="flat">
              <a:solidFill>
                <a:srgbClr val="3A9C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42" name="pg2142"/>
            <p:cNvSpPr/>
            <p:nvPr/>
          </p:nvSpPr>
          <p:spPr>
            <a:xfrm>
              <a:off x="4682651" y="443818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FA1AA">
                <a:alpha val="100000"/>
              </a:srgbClr>
            </a:solidFill>
            <a:ln w="5420" cap="flat">
              <a:solidFill>
                <a:srgbClr val="3FA1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43" name="pg2143"/>
            <p:cNvSpPr/>
            <p:nvPr/>
          </p:nvSpPr>
          <p:spPr>
            <a:xfrm>
              <a:off x="4694288" y="443818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3A7AA">
                <a:alpha val="100000"/>
              </a:srgbClr>
            </a:solidFill>
            <a:ln w="5420" cap="flat">
              <a:solidFill>
                <a:srgbClr val="43A7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44" name="pg2144"/>
            <p:cNvSpPr/>
            <p:nvPr/>
          </p:nvSpPr>
          <p:spPr>
            <a:xfrm>
              <a:off x="4705925" y="443818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8ACAA">
                <a:alpha val="100000"/>
              </a:srgbClr>
            </a:solidFill>
            <a:ln w="5420" cap="flat">
              <a:solidFill>
                <a:srgbClr val="48AC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45" name="pg2145"/>
            <p:cNvSpPr/>
            <p:nvPr/>
          </p:nvSpPr>
          <p:spPr>
            <a:xfrm>
              <a:off x="4717563" y="443818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BB0AB">
                <a:alpha val="100000"/>
              </a:srgbClr>
            </a:solidFill>
            <a:ln w="5420" cap="flat">
              <a:solidFill>
                <a:srgbClr val="4BB0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46" name="pg2146"/>
            <p:cNvSpPr/>
            <p:nvPr/>
          </p:nvSpPr>
          <p:spPr>
            <a:xfrm>
              <a:off x="4729200" y="443818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EB4AB">
                <a:alpha val="100000"/>
              </a:srgbClr>
            </a:solidFill>
            <a:ln w="5420" cap="flat">
              <a:solidFill>
                <a:srgbClr val="4EB4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47" name="pg2147"/>
            <p:cNvSpPr/>
            <p:nvPr/>
          </p:nvSpPr>
          <p:spPr>
            <a:xfrm>
              <a:off x="4612827" y="445248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88BA6">
                <a:alpha val="100000"/>
              </a:srgbClr>
            </a:solidFill>
            <a:ln w="5420" cap="flat">
              <a:solidFill>
                <a:srgbClr val="388BA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48" name="pg2148"/>
            <p:cNvSpPr/>
            <p:nvPr/>
          </p:nvSpPr>
          <p:spPr>
            <a:xfrm>
              <a:off x="4624464" y="445248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88BA7">
                <a:alpha val="100000"/>
              </a:srgbClr>
            </a:solidFill>
            <a:ln w="5420" cap="flat">
              <a:solidFill>
                <a:srgbClr val="388B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49" name="pg2149"/>
            <p:cNvSpPr/>
            <p:nvPr/>
          </p:nvSpPr>
          <p:spPr>
            <a:xfrm>
              <a:off x="4636101" y="445248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8EA7">
                <a:alpha val="100000"/>
              </a:srgbClr>
            </a:solidFill>
            <a:ln w="5420" cap="flat">
              <a:solidFill>
                <a:srgbClr val="378E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50" name="pg2150"/>
            <p:cNvSpPr/>
            <p:nvPr/>
          </p:nvSpPr>
          <p:spPr>
            <a:xfrm>
              <a:off x="4647739" y="445248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691A8">
                <a:alpha val="100000"/>
              </a:srgbClr>
            </a:solidFill>
            <a:ln w="5420" cap="flat">
              <a:solidFill>
                <a:srgbClr val="3691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51" name="pg2151"/>
            <p:cNvSpPr/>
            <p:nvPr/>
          </p:nvSpPr>
          <p:spPr>
            <a:xfrm>
              <a:off x="4659376" y="445248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594A8">
                <a:alpha val="100000"/>
              </a:srgbClr>
            </a:solidFill>
            <a:ln w="5420" cap="flat">
              <a:solidFill>
                <a:srgbClr val="3594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52" name="pg2152"/>
            <p:cNvSpPr/>
            <p:nvPr/>
          </p:nvSpPr>
          <p:spPr>
            <a:xfrm>
              <a:off x="4671013" y="445248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598A9">
                <a:alpha val="100000"/>
              </a:srgbClr>
            </a:solidFill>
            <a:ln w="5420" cap="flat">
              <a:solidFill>
                <a:srgbClr val="3598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53" name="pg2153"/>
            <p:cNvSpPr/>
            <p:nvPr/>
          </p:nvSpPr>
          <p:spPr>
            <a:xfrm>
              <a:off x="4682651" y="445248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9DA9">
                <a:alpha val="100000"/>
              </a:srgbClr>
            </a:solidFill>
            <a:ln w="5420" cap="flat">
              <a:solidFill>
                <a:srgbClr val="3A9D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54" name="pg2154"/>
            <p:cNvSpPr/>
            <p:nvPr/>
          </p:nvSpPr>
          <p:spPr>
            <a:xfrm>
              <a:off x="4694288" y="445248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FA1AA">
                <a:alpha val="100000"/>
              </a:srgbClr>
            </a:solidFill>
            <a:ln w="5420" cap="flat">
              <a:solidFill>
                <a:srgbClr val="3FA1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55" name="pg2155"/>
            <p:cNvSpPr/>
            <p:nvPr/>
          </p:nvSpPr>
          <p:spPr>
            <a:xfrm>
              <a:off x="4612827" y="446678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887A6">
                <a:alpha val="100000"/>
              </a:srgbClr>
            </a:solidFill>
            <a:ln w="5420" cap="flat">
              <a:solidFill>
                <a:srgbClr val="3887A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56" name="pg2156"/>
            <p:cNvSpPr/>
            <p:nvPr/>
          </p:nvSpPr>
          <p:spPr>
            <a:xfrm>
              <a:off x="4624464" y="446678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889A6">
                <a:alpha val="100000"/>
              </a:srgbClr>
            </a:solidFill>
            <a:ln w="5420" cap="flat">
              <a:solidFill>
                <a:srgbClr val="3889A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57" name="pg2157"/>
            <p:cNvSpPr/>
            <p:nvPr/>
          </p:nvSpPr>
          <p:spPr>
            <a:xfrm>
              <a:off x="4636101" y="446678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8CA7">
                <a:alpha val="100000"/>
              </a:srgbClr>
            </a:solidFill>
            <a:ln w="5420" cap="flat">
              <a:solidFill>
                <a:srgbClr val="378C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58" name="pg2158"/>
            <p:cNvSpPr/>
            <p:nvPr/>
          </p:nvSpPr>
          <p:spPr>
            <a:xfrm>
              <a:off x="4647739" y="446678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8EA7">
                <a:alpha val="100000"/>
              </a:srgbClr>
            </a:solidFill>
            <a:ln w="5420" cap="flat">
              <a:solidFill>
                <a:srgbClr val="378E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59" name="pg2159"/>
            <p:cNvSpPr/>
            <p:nvPr/>
          </p:nvSpPr>
          <p:spPr>
            <a:xfrm>
              <a:off x="4659376" y="446678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691A8">
                <a:alpha val="100000"/>
              </a:srgbClr>
            </a:solidFill>
            <a:ln w="5420" cap="flat">
              <a:solidFill>
                <a:srgbClr val="3691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60" name="pg2160"/>
            <p:cNvSpPr/>
            <p:nvPr/>
          </p:nvSpPr>
          <p:spPr>
            <a:xfrm>
              <a:off x="4671013" y="446678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595A9">
                <a:alpha val="100000"/>
              </a:srgbClr>
            </a:solidFill>
            <a:ln w="5420" cap="flat">
              <a:solidFill>
                <a:srgbClr val="3595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61" name="pg2161"/>
            <p:cNvSpPr/>
            <p:nvPr/>
          </p:nvSpPr>
          <p:spPr>
            <a:xfrm>
              <a:off x="4682651" y="446678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699A9">
                <a:alpha val="100000"/>
              </a:srgbClr>
            </a:solidFill>
            <a:ln w="5420" cap="flat">
              <a:solidFill>
                <a:srgbClr val="3699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62" name="pg2162"/>
            <p:cNvSpPr/>
            <p:nvPr/>
          </p:nvSpPr>
          <p:spPr>
            <a:xfrm>
              <a:off x="4589552" y="448108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86A5">
                <a:alpha val="100000"/>
              </a:srgbClr>
            </a:solidFill>
            <a:ln w="5420" cap="flat">
              <a:solidFill>
                <a:srgbClr val="3986A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63" name="pg2163"/>
            <p:cNvSpPr/>
            <p:nvPr/>
          </p:nvSpPr>
          <p:spPr>
            <a:xfrm>
              <a:off x="4601190" y="448108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84A5">
                <a:alpha val="100000"/>
              </a:srgbClr>
            </a:solidFill>
            <a:ln w="5420" cap="flat">
              <a:solidFill>
                <a:srgbClr val="3984A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64" name="pg2164"/>
            <p:cNvSpPr/>
            <p:nvPr/>
          </p:nvSpPr>
          <p:spPr>
            <a:xfrm>
              <a:off x="4612827" y="448108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83A5">
                <a:alpha val="100000"/>
              </a:srgbClr>
            </a:solidFill>
            <a:ln w="5420" cap="flat">
              <a:solidFill>
                <a:srgbClr val="3983A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65" name="pg2165"/>
            <p:cNvSpPr/>
            <p:nvPr/>
          </p:nvSpPr>
          <p:spPr>
            <a:xfrm>
              <a:off x="4624464" y="448108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888A6">
                <a:alpha val="100000"/>
              </a:srgbClr>
            </a:solidFill>
            <a:ln w="5420" cap="flat">
              <a:solidFill>
                <a:srgbClr val="3888A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66" name="pg2166"/>
            <p:cNvSpPr/>
            <p:nvPr/>
          </p:nvSpPr>
          <p:spPr>
            <a:xfrm>
              <a:off x="4636101" y="448108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88CA7">
                <a:alpha val="100000"/>
              </a:srgbClr>
            </a:solidFill>
            <a:ln w="5420" cap="flat">
              <a:solidFill>
                <a:srgbClr val="388C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67" name="pg2167"/>
            <p:cNvSpPr/>
            <p:nvPr/>
          </p:nvSpPr>
          <p:spPr>
            <a:xfrm>
              <a:off x="4647739" y="448108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8DA7">
                <a:alpha val="100000"/>
              </a:srgbClr>
            </a:solidFill>
            <a:ln w="5420" cap="flat">
              <a:solidFill>
                <a:srgbClr val="378D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68" name="pg2168"/>
            <p:cNvSpPr/>
            <p:nvPr/>
          </p:nvSpPr>
          <p:spPr>
            <a:xfrm>
              <a:off x="4659376" y="448108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8FA7">
                <a:alpha val="100000"/>
              </a:srgbClr>
            </a:solidFill>
            <a:ln w="5420" cap="flat">
              <a:solidFill>
                <a:srgbClr val="378F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69" name="pg2169"/>
            <p:cNvSpPr/>
            <p:nvPr/>
          </p:nvSpPr>
          <p:spPr>
            <a:xfrm>
              <a:off x="4671013" y="448108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692A8">
                <a:alpha val="100000"/>
              </a:srgbClr>
            </a:solidFill>
            <a:ln w="5420" cap="flat">
              <a:solidFill>
                <a:srgbClr val="3692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70" name="pg2170"/>
            <p:cNvSpPr/>
            <p:nvPr/>
          </p:nvSpPr>
          <p:spPr>
            <a:xfrm>
              <a:off x="4589552" y="449538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86A5">
                <a:alpha val="100000"/>
              </a:srgbClr>
            </a:solidFill>
            <a:ln w="5420" cap="flat">
              <a:solidFill>
                <a:srgbClr val="3986A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71" name="pg2171"/>
            <p:cNvSpPr/>
            <p:nvPr/>
          </p:nvSpPr>
          <p:spPr>
            <a:xfrm>
              <a:off x="4601190" y="449538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82A4">
                <a:alpha val="100000"/>
              </a:srgbClr>
            </a:solidFill>
            <a:ln w="5420" cap="flat">
              <a:solidFill>
                <a:srgbClr val="3982A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72" name="pg2172"/>
            <p:cNvSpPr/>
            <p:nvPr/>
          </p:nvSpPr>
          <p:spPr>
            <a:xfrm>
              <a:off x="4612827" y="449538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DA3">
                <a:alpha val="100000"/>
              </a:srgbClr>
            </a:solidFill>
            <a:ln w="5420" cap="flat">
              <a:solidFill>
                <a:srgbClr val="3A7DA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73" name="pg2173"/>
            <p:cNvSpPr/>
            <p:nvPr/>
          </p:nvSpPr>
          <p:spPr>
            <a:xfrm>
              <a:off x="4624464" y="449538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85A5">
                <a:alpha val="100000"/>
              </a:srgbClr>
            </a:solidFill>
            <a:ln w="5420" cap="flat">
              <a:solidFill>
                <a:srgbClr val="3985A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74" name="pg2174"/>
            <p:cNvSpPr/>
            <p:nvPr/>
          </p:nvSpPr>
          <p:spPr>
            <a:xfrm>
              <a:off x="4636101" y="449538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88BA7">
                <a:alpha val="100000"/>
              </a:srgbClr>
            </a:solidFill>
            <a:ln w="5420" cap="flat">
              <a:solidFill>
                <a:srgbClr val="388B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75" name="pg2175"/>
            <p:cNvSpPr/>
            <p:nvPr/>
          </p:nvSpPr>
          <p:spPr>
            <a:xfrm>
              <a:off x="4647739" y="449538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8CA7">
                <a:alpha val="100000"/>
              </a:srgbClr>
            </a:solidFill>
            <a:ln w="5420" cap="flat">
              <a:solidFill>
                <a:srgbClr val="378C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76" name="pg2176"/>
            <p:cNvSpPr/>
            <p:nvPr/>
          </p:nvSpPr>
          <p:spPr>
            <a:xfrm>
              <a:off x="4659376" y="449538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8EA7">
                <a:alpha val="100000"/>
              </a:srgbClr>
            </a:solidFill>
            <a:ln w="5420" cap="flat">
              <a:solidFill>
                <a:srgbClr val="378E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77" name="pg2177"/>
            <p:cNvSpPr/>
            <p:nvPr/>
          </p:nvSpPr>
          <p:spPr>
            <a:xfrm>
              <a:off x="4577915" y="450968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8CA7">
                <a:alpha val="100000"/>
              </a:srgbClr>
            </a:solidFill>
            <a:ln w="5420" cap="flat">
              <a:solidFill>
                <a:srgbClr val="378C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78" name="pg2178"/>
            <p:cNvSpPr/>
            <p:nvPr/>
          </p:nvSpPr>
          <p:spPr>
            <a:xfrm>
              <a:off x="4589552" y="450968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889A6">
                <a:alpha val="100000"/>
              </a:srgbClr>
            </a:solidFill>
            <a:ln w="5420" cap="flat">
              <a:solidFill>
                <a:srgbClr val="3889A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79" name="pg2179"/>
            <p:cNvSpPr/>
            <p:nvPr/>
          </p:nvSpPr>
          <p:spPr>
            <a:xfrm>
              <a:off x="4601190" y="450968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84A5">
                <a:alpha val="100000"/>
              </a:srgbClr>
            </a:solidFill>
            <a:ln w="5420" cap="flat">
              <a:solidFill>
                <a:srgbClr val="3984A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80" name="pg2180"/>
            <p:cNvSpPr/>
            <p:nvPr/>
          </p:nvSpPr>
          <p:spPr>
            <a:xfrm>
              <a:off x="4612827" y="450968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81A4">
                <a:alpha val="100000"/>
              </a:srgbClr>
            </a:solidFill>
            <a:ln w="5420" cap="flat">
              <a:solidFill>
                <a:srgbClr val="3981A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81" name="pg2181"/>
            <p:cNvSpPr/>
            <p:nvPr/>
          </p:nvSpPr>
          <p:spPr>
            <a:xfrm>
              <a:off x="4624464" y="450968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84A5">
                <a:alpha val="100000"/>
              </a:srgbClr>
            </a:solidFill>
            <a:ln w="5420" cap="flat">
              <a:solidFill>
                <a:srgbClr val="3984A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82" name="pg2182"/>
            <p:cNvSpPr/>
            <p:nvPr/>
          </p:nvSpPr>
          <p:spPr>
            <a:xfrm>
              <a:off x="4636101" y="450968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88BA6">
                <a:alpha val="100000"/>
              </a:srgbClr>
            </a:solidFill>
            <a:ln w="5420" cap="flat">
              <a:solidFill>
                <a:srgbClr val="388BA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83" name="pg2183"/>
            <p:cNvSpPr/>
            <p:nvPr/>
          </p:nvSpPr>
          <p:spPr>
            <a:xfrm>
              <a:off x="4647739" y="450968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8CA7">
                <a:alpha val="100000"/>
              </a:srgbClr>
            </a:solidFill>
            <a:ln w="5420" cap="flat">
              <a:solidFill>
                <a:srgbClr val="378C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84" name="pg2184"/>
            <p:cNvSpPr/>
            <p:nvPr/>
          </p:nvSpPr>
          <p:spPr>
            <a:xfrm>
              <a:off x="4577915" y="452398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594A8">
                <a:alpha val="100000"/>
              </a:srgbClr>
            </a:solidFill>
            <a:ln w="5420" cap="flat">
              <a:solidFill>
                <a:srgbClr val="3594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85" name="pg2185"/>
            <p:cNvSpPr/>
            <p:nvPr/>
          </p:nvSpPr>
          <p:spPr>
            <a:xfrm>
              <a:off x="4589552" y="452398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593A8">
                <a:alpha val="100000"/>
              </a:srgbClr>
            </a:solidFill>
            <a:ln w="5420" cap="flat">
              <a:solidFill>
                <a:srgbClr val="3593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86" name="pg2186"/>
            <p:cNvSpPr/>
            <p:nvPr/>
          </p:nvSpPr>
          <p:spPr>
            <a:xfrm>
              <a:off x="4601190" y="452398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691A8">
                <a:alpha val="100000"/>
              </a:srgbClr>
            </a:solidFill>
            <a:ln w="5420" cap="flat">
              <a:solidFill>
                <a:srgbClr val="3691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87" name="pg2187"/>
            <p:cNvSpPr/>
            <p:nvPr/>
          </p:nvSpPr>
          <p:spPr>
            <a:xfrm>
              <a:off x="4612827" y="452398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8FA7">
                <a:alpha val="100000"/>
              </a:srgbClr>
            </a:solidFill>
            <a:ln w="5420" cap="flat">
              <a:solidFill>
                <a:srgbClr val="378F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88" name="pg2188"/>
            <p:cNvSpPr/>
            <p:nvPr/>
          </p:nvSpPr>
          <p:spPr>
            <a:xfrm>
              <a:off x="4624464" y="452398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8EA7">
                <a:alpha val="100000"/>
              </a:srgbClr>
            </a:solidFill>
            <a:ln w="5420" cap="flat">
              <a:solidFill>
                <a:srgbClr val="378E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89" name="pg2189"/>
            <p:cNvSpPr/>
            <p:nvPr/>
          </p:nvSpPr>
          <p:spPr>
            <a:xfrm>
              <a:off x="4636101" y="452398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8DA7">
                <a:alpha val="100000"/>
              </a:srgbClr>
            </a:solidFill>
            <a:ln w="5420" cap="flat">
              <a:solidFill>
                <a:srgbClr val="378D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90" name="pg2190"/>
            <p:cNvSpPr/>
            <p:nvPr/>
          </p:nvSpPr>
          <p:spPr>
            <a:xfrm>
              <a:off x="4566278" y="453828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496A9">
                <a:alpha val="100000"/>
              </a:srgbClr>
            </a:solidFill>
            <a:ln w="5420" cap="flat">
              <a:solidFill>
                <a:srgbClr val="3496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91" name="pg2191"/>
            <p:cNvSpPr/>
            <p:nvPr/>
          </p:nvSpPr>
          <p:spPr>
            <a:xfrm>
              <a:off x="4577915" y="453828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497A9">
                <a:alpha val="100000"/>
              </a:srgbClr>
            </a:solidFill>
            <a:ln w="5420" cap="flat">
              <a:solidFill>
                <a:srgbClr val="3497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92" name="pg2192"/>
            <p:cNvSpPr/>
            <p:nvPr/>
          </p:nvSpPr>
          <p:spPr>
            <a:xfrm>
              <a:off x="4589552" y="453828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497A9">
                <a:alpha val="100000"/>
              </a:srgbClr>
            </a:solidFill>
            <a:ln w="5420" cap="flat">
              <a:solidFill>
                <a:srgbClr val="3497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93" name="pg2193"/>
            <p:cNvSpPr/>
            <p:nvPr/>
          </p:nvSpPr>
          <p:spPr>
            <a:xfrm>
              <a:off x="4601190" y="453828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497A9">
                <a:alpha val="100000"/>
              </a:srgbClr>
            </a:solidFill>
            <a:ln w="5420" cap="flat">
              <a:solidFill>
                <a:srgbClr val="3497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94" name="pg2194"/>
            <p:cNvSpPr/>
            <p:nvPr/>
          </p:nvSpPr>
          <p:spPr>
            <a:xfrm>
              <a:off x="4612827" y="453828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595A9">
                <a:alpha val="100000"/>
              </a:srgbClr>
            </a:solidFill>
            <a:ln w="5420" cap="flat">
              <a:solidFill>
                <a:srgbClr val="3595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95" name="pg2195"/>
            <p:cNvSpPr/>
            <p:nvPr/>
          </p:nvSpPr>
          <p:spPr>
            <a:xfrm>
              <a:off x="4624464" y="453828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693A8">
                <a:alpha val="100000"/>
              </a:srgbClr>
            </a:solidFill>
            <a:ln w="5420" cap="flat">
              <a:solidFill>
                <a:srgbClr val="3693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96" name="pg2196"/>
            <p:cNvSpPr/>
            <p:nvPr/>
          </p:nvSpPr>
          <p:spPr>
            <a:xfrm>
              <a:off x="4566278" y="455258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496A9">
                <a:alpha val="100000"/>
              </a:srgbClr>
            </a:solidFill>
            <a:ln w="5420" cap="flat">
              <a:solidFill>
                <a:srgbClr val="3496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97" name="pg2197"/>
            <p:cNvSpPr/>
            <p:nvPr/>
          </p:nvSpPr>
          <p:spPr>
            <a:xfrm>
              <a:off x="4577915" y="455258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595A9">
                <a:alpha val="100000"/>
              </a:srgbClr>
            </a:solidFill>
            <a:ln w="5420" cap="flat">
              <a:solidFill>
                <a:srgbClr val="3595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98" name="pg2198"/>
            <p:cNvSpPr/>
            <p:nvPr/>
          </p:nvSpPr>
          <p:spPr>
            <a:xfrm>
              <a:off x="4589552" y="455258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89BA9">
                <a:alpha val="100000"/>
              </a:srgbClr>
            </a:solidFill>
            <a:ln w="5420" cap="flat">
              <a:solidFill>
                <a:srgbClr val="389B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99" name="pg2199"/>
            <p:cNvSpPr/>
            <p:nvPr/>
          </p:nvSpPr>
          <p:spPr>
            <a:xfrm>
              <a:off x="4601190" y="455258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89BA9">
                <a:alpha val="100000"/>
              </a:srgbClr>
            </a:solidFill>
            <a:ln w="5420" cap="flat">
              <a:solidFill>
                <a:srgbClr val="389B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00" name="pg2200"/>
            <p:cNvSpPr/>
            <p:nvPr/>
          </p:nvSpPr>
          <p:spPr>
            <a:xfrm>
              <a:off x="4612827" y="455258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699A9">
                <a:alpha val="100000"/>
              </a:srgbClr>
            </a:solidFill>
            <a:ln w="5420" cap="flat">
              <a:solidFill>
                <a:srgbClr val="3699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01" name="pg2201"/>
            <p:cNvSpPr/>
            <p:nvPr/>
          </p:nvSpPr>
          <p:spPr>
            <a:xfrm>
              <a:off x="4554640" y="456688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597A9">
                <a:alpha val="100000"/>
              </a:srgbClr>
            </a:solidFill>
            <a:ln w="5420" cap="flat">
              <a:solidFill>
                <a:srgbClr val="3597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02" name="pg2202"/>
            <p:cNvSpPr/>
            <p:nvPr/>
          </p:nvSpPr>
          <p:spPr>
            <a:xfrm>
              <a:off x="4566278" y="456688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497A9">
                <a:alpha val="100000"/>
              </a:srgbClr>
            </a:solidFill>
            <a:ln w="5420" cap="flat">
              <a:solidFill>
                <a:srgbClr val="3497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03" name="pg2203"/>
            <p:cNvSpPr/>
            <p:nvPr/>
          </p:nvSpPr>
          <p:spPr>
            <a:xfrm>
              <a:off x="4577915" y="456688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699A9">
                <a:alpha val="100000"/>
              </a:srgbClr>
            </a:solidFill>
            <a:ln w="5420" cap="flat">
              <a:solidFill>
                <a:srgbClr val="3699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04" name="pg2204"/>
            <p:cNvSpPr/>
            <p:nvPr/>
          </p:nvSpPr>
          <p:spPr>
            <a:xfrm>
              <a:off x="4589552" y="456688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EA0AA">
                <a:alpha val="100000"/>
              </a:srgbClr>
            </a:solidFill>
            <a:ln w="5420" cap="flat">
              <a:solidFill>
                <a:srgbClr val="3EA0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05" name="pg2205"/>
            <p:cNvSpPr/>
            <p:nvPr/>
          </p:nvSpPr>
          <p:spPr>
            <a:xfrm>
              <a:off x="4601190" y="456688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9DA9">
                <a:alpha val="100000"/>
              </a:srgbClr>
            </a:solidFill>
            <a:ln w="5420" cap="flat">
              <a:solidFill>
                <a:srgbClr val="3A9D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06" name="pg2206"/>
            <p:cNvSpPr/>
            <p:nvPr/>
          </p:nvSpPr>
          <p:spPr>
            <a:xfrm>
              <a:off x="4612827" y="456688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89AA9">
                <a:alpha val="100000"/>
              </a:srgbClr>
            </a:solidFill>
            <a:ln w="5420" cap="flat">
              <a:solidFill>
                <a:srgbClr val="389A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07" name="pg2207"/>
            <p:cNvSpPr/>
            <p:nvPr/>
          </p:nvSpPr>
          <p:spPr>
            <a:xfrm>
              <a:off x="4554640" y="458119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598A9">
                <a:alpha val="100000"/>
              </a:srgbClr>
            </a:solidFill>
            <a:ln w="5420" cap="flat">
              <a:solidFill>
                <a:srgbClr val="3598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08" name="pg2208"/>
            <p:cNvSpPr/>
            <p:nvPr/>
          </p:nvSpPr>
          <p:spPr>
            <a:xfrm>
              <a:off x="4566278" y="458119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699A9">
                <a:alpha val="100000"/>
              </a:srgbClr>
            </a:solidFill>
            <a:ln w="5420" cap="flat">
              <a:solidFill>
                <a:srgbClr val="3699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09" name="pg2209"/>
            <p:cNvSpPr/>
            <p:nvPr/>
          </p:nvSpPr>
          <p:spPr>
            <a:xfrm>
              <a:off x="4577915" y="458119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89BA9">
                <a:alpha val="100000"/>
              </a:srgbClr>
            </a:solidFill>
            <a:ln w="5420" cap="flat">
              <a:solidFill>
                <a:srgbClr val="389B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10" name="pg2210"/>
            <p:cNvSpPr/>
            <p:nvPr/>
          </p:nvSpPr>
          <p:spPr>
            <a:xfrm>
              <a:off x="4589552" y="458119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9DA9">
                <a:alpha val="100000"/>
              </a:srgbClr>
            </a:solidFill>
            <a:ln w="5420" cap="flat">
              <a:solidFill>
                <a:srgbClr val="3A9D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11" name="pg2211"/>
            <p:cNvSpPr/>
            <p:nvPr/>
          </p:nvSpPr>
          <p:spPr>
            <a:xfrm>
              <a:off x="4601190" y="458119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9CA9">
                <a:alpha val="100000"/>
              </a:srgbClr>
            </a:solidFill>
            <a:ln w="5420" cap="flat">
              <a:solidFill>
                <a:srgbClr val="399C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12" name="pg2212"/>
            <p:cNvSpPr/>
            <p:nvPr/>
          </p:nvSpPr>
          <p:spPr>
            <a:xfrm>
              <a:off x="4543003" y="459549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497A9">
                <a:alpha val="100000"/>
              </a:srgbClr>
            </a:solidFill>
            <a:ln w="5420" cap="flat">
              <a:solidFill>
                <a:srgbClr val="3497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13" name="pg2213"/>
            <p:cNvSpPr/>
            <p:nvPr/>
          </p:nvSpPr>
          <p:spPr>
            <a:xfrm>
              <a:off x="4554640" y="459549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598A9">
                <a:alpha val="100000"/>
              </a:srgbClr>
            </a:solidFill>
            <a:ln w="5420" cap="flat">
              <a:solidFill>
                <a:srgbClr val="3598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14" name="pg2214"/>
            <p:cNvSpPr/>
            <p:nvPr/>
          </p:nvSpPr>
          <p:spPr>
            <a:xfrm>
              <a:off x="4566278" y="459549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699A9">
                <a:alpha val="100000"/>
              </a:srgbClr>
            </a:solidFill>
            <a:ln w="5420" cap="flat">
              <a:solidFill>
                <a:srgbClr val="3699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15" name="pg2215"/>
            <p:cNvSpPr/>
            <p:nvPr/>
          </p:nvSpPr>
          <p:spPr>
            <a:xfrm>
              <a:off x="4577915" y="459549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9AA9">
                <a:alpha val="100000"/>
              </a:srgbClr>
            </a:solidFill>
            <a:ln w="5420" cap="flat">
              <a:solidFill>
                <a:srgbClr val="379A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16" name="pg2216"/>
            <p:cNvSpPr/>
            <p:nvPr/>
          </p:nvSpPr>
          <p:spPr>
            <a:xfrm>
              <a:off x="4589552" y="459549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9AA9">
                <a:alpha val="100000"/>
              </a:srgbClr>
            </a:solidFill>
            <a:ln w="5420" cap="flat">
              <a:solidFill>
                <a:srgbClr val="379A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17" name="pg2217"/>
            <p:cNvSpPr/>
            <p:nvPr/>
          </p:nvSpPr>
          <p:spPr>
            <a:xfrm>
              <a:off x="4601190" y="459549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9AA9">
                <a:alpha val="100000"/>
              </a:srgbClr>
            </a:solidFill>
            <a:ln w="5420" cap="flat">
              <a:solidFill>
                <a:srgbClr val="379A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18" name="pg2218"/>
            <p:cNvSpPr/>
            <p:nvPr/>
          </p:nvSpPr>
          <p:spPr>
            <a:xfrm>
              <a:off x="4543003" y="460979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496A9">
                <a:alpha val="100000"/>
              </a:srgbClr>
            </a:solidFill>
            <a:ln w="5420" cap="flat">
              <a:solidFill>
                <a:srgbClr val="3496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19" name="pg2219"/>
            <p:cNvSpPr/>
            <p:nvPr/>
          </p:nvSpPr>
          <p:spPr>
            <a:xfrm>
              <a:off x="4554640" y="460979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497A9">
                <a:alpha val="100000"/>
              </a:srgbClr>
            </a:solidFill>
            <a:ln w="5420" cap="flat">
              <a:solidFill>
                <a:srgbClr val="3497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20" name="pg2220"/>
            <p:cNvSpPr/>
            <p:nvPr/>
          </p:nvSpPr>
          <p:spPr>
            <a:xfrm>
              <a:off x="4566278" y="460979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497A9">
                <a:alpha val="100000"/>
              </a:srgbClr>
            </a:solidFill>
            <a:ln w="5420" cap="flat">
              <a:solidFill>
                <a:srgbClr val="3497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21" name="pg2221"/>
            <p:cNvSpPr/>
            <p:nvPr/>
          </p:nvSpPr>
          <p:spPr>
            <a:xfrm>
              <a:off x="4577915" y="460979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598A9">
                <a:alpha val="100000"/>
              </a:srgbClr>
            </a:solidFill>
            <a:ln w="5420" cap="flat">
              <a:solidFill>
                <a:srgbClr val="3598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22" name="pg2222"/>
            <p:cNvSpPr/>
            <p:nvPr/>
          </p:nvSpPr>
          <p:spPr>
            <a:xfrm>
              <a:off x="4589552" y="460979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598A9">
                <a:alpha val="100000"/>
              </a:srgbClr>
            </a:solidFill>
            <a:ln w="5420" cap="flat">
              <a:solidFill>
                <a:srgbClr val="3598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23" name="pg2223"/>
            <p:cNvSpPr/>
            <p:nvPr/>
          </p:nvSpPr>
          <p:spPr>
            <a:xfrm>
              <a:off x="4601190" y="460979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598A9">
                <a:alpha val="100000"/>
              </a:srgbClr>
            </a:solidFill>
            <a:ln w="5420" cap="flat">
              <a:solidFill>
                <a:srgbClr val="3598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24" name="pg2224"/>
            <p:cNvSpPr/>
            <p:nvPr/>
          </p:nvSpPr>
          <p:spPr>
            <a:xfrm>
              <a:off x="4543003" y="462409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594A8">
                <a:alpha val="100000"/>
              </a:srgbClr>
            </a:solidFill>
            <a:ln w="5420" cap="flat">
              <a:solidFill>
                <a:srgbClr val="3594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25" name="pg2225"/>
            <p:cNvSpPr/>
            <p:nvPr/>
          </p:nvSpPr>
          <p:spPr>
            <a:xfrm>
              <a:off x="4554640" y="462409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595A8">
                <a:alpha val="100000"/>
              </a:srgbClr>
            </a:solidFill>
            <a:ln w="5420" cap="flat">
              <a:solidFill>
                <a:srgbClr val="3595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26" name="pg2226"/>
            <p:cNvSpPr/>
            <p:nvPr/>
          </p:nvSpPr>
          <p:spPr>
            <a:xfrm>
              <a:off x="4566278" y="462409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595A9">
                <a:alpha val="100000"/>
              </a:srgbClr>
            </a:solidFill>
            <a:ln w="5420" cap="flat">
              <a:solidFill>
                <a:srgbClr val="3595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27" name="pg2227"/>
            <p:cNvSpPr/>
            <p:nvPr/>
          </p:nvSpPr>
          <p:spPr>
            <a:xfrm>
              <a:off x="4577915" y="462409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595A9">
                <a:alpha val="100000"/>
              </a:srgbClr>
            </a:solidFill>
            <a:ln w="5420" cap="flat">
              <a:solidFill>
                <a:srgbClr val="3595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28" name="pg2228"/>
            <p:cNvSpPr/>
            <p:nvPr/>
          </p:nvSpPr>
          <p:spPr>
            <a:xfrm>
              <a:off x="4589552" y="462409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496A9">
                <a:alpha val="100000"/>
              </a:srgbClr>
            </a:solidFill>
            <a:ln w="5420" cap="flat">
              <a:solidFill>
                <a:srgbClr val="3496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29" name="pg2229"/>
            <p:cNvSpPr/>
            <p:nvPr/>
          </p:nvSpPr>
          <p:spPr>
            <a:xfrm>
              <a:off x="3856400" y="463839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2D3B3">
                <a:alpha val="100000"/>
              </a:srgbClr>
            </a:solidFill>
            <a:ln w="5420" cap="flat">
              <a:solidFill>
                <a:srgbClr val="72D3B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30" name="pg2230"/>
            <p:cNvSpPr/>
            <p:nvPr/>
          </p:nvSpPr>
          <p:spPr>
            <a:xfrm>
              <a:off x="3868038" y="463839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0D2B2">
                <a:alpha val="100000"/>
              </a:srgbClr>
            </a:solidFill>
            <a:ln w="5420" cap="flat">
              <a:solidFill>
                <a:srgbClr val="70D2B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31" name="pg2231"/>
            <p:cNvSpPr/>
            <p:nvPr/>
          </p:nvSpPr>
          <p:spPr>
            <a:xfrm>
              <a:off x="3879675" y="463839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ED2B1">
                <a:alpha val="100000"/>
              </a:srgbClr>
            </a:solidFill>
            <a:ln w="5420" cap="flat">
              <a:solidFill>
                <a:srgbClr val="6ED2B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32" name="pg2232"/>
            <p:cNvSpPr/>
            <p:nvPr/>
          </p:nvSpPr>
          <p:spPr>
            <a:xfrm>
              <a:off x="3891312" y="463839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CD1B0">
                <a:alpha val="100000"/>
              </a:srgbClr>
            </a:solidFill>
            <a:ln w="5420" cap="flat">
              <a:solidFill>
                <a:srgbClr val="6CD1B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33" name="pg2233"/>
            <p:cNvSpPr/>
            <p:nvPr/>
          </p:nvSpPr>
          <p:spPr>
            <a:xfrm>
              <a:off x="4543003" y="463839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691A8">
                <a:alpha val="100000"/>
              </a:srgbClr>
            </a:solidFill>
            <a:ln w="5420" cap="flat">
              <a:solidFill>
                <a:srgbClr val="3691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34" name="pg2234"/>
            <p:cNvSpPr/>
            <p:nvPr/>
          </p:nvSpPr>
          <p:spPr>
            <a:xfrm>
              <a:off x="4554640" y="463839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691A8">
                <a:alpha val="100000"/>
              </a:srgbClr>
            </a:solidFill>
            <a:ln w="5420" cap="flat">
              <a:solidFill>
                <a:srgbClr val="3691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35" name="pg2235"/>
            <p:cNvSpPr/>
            <p:nvPr/>
          </p:nvSpPr>
          <p:spPr>
            <a:xfrm>
              <a:off x="4566278" y="463839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691A8">
                <a:alpha val="100000"/>
              </a:srgbClr>
            </a:solidFill>
            <a:ln w="5420" cap="flat">
              <a:solidFill>
                <a:srgbClr val="3691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36" name="pg2236"/>
            <p:cNvSpPr/>
            <p:nvPr/>
          </p:nvSpPr>
          <p:spPr>
            <a:xfrm>
              <a:off x="4577915" y="463839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692A8">
                <a:alpha val="100000"/>
              </a:srgbClr>
            </a:solidFill>
            <a:ln w="5420" cap="flat">
              <a:solidFill>
                <a:srgbClr val="3692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37" name="pg2237"/>
            <p:cNvSpPr/>
            <p:nvPr/>
          </p:nvSpPr>
          <p:spPr>
            <a:xfrm>
              <a:off x="3856400" y="465269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4D4B4">
                <a:alpha val="100000"/>
              </a:srgbClr>
            </a:solidFill>
            <a:ln w="5420" cap="flat">
              <a:solidFill>
                <a:srgbClr val="74D4B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38" name="pg2238"/>
            <p:cNvSpPr/>
            <p:nvPr/>
          </p:nvSpPr>
          <p:spPr>
            <a:xfrm>
              <a:off x="3868038" y="465269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3D3B3">
                <a:alpha val="100000"/>
              </a:srgbClr>
            </a:solidFill>
            <a:ln w="5420" cap="flat">
              <a:solidFill>
                <a:srgbClr val="73D3B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39" name="pg2239"/>
            <p:cNvSpPr/>
            <p:nvPr/>
          </p:nvSpPr>
          <p:spPr>
            <a:xfrm>
              <a:off x="3879675" y="465269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1D3B2">
                <a:alpha val="100000"/>
              </a:srgbClr>
            </a:solidFill>
            <a:ln w="5420" cap="flat">
              <a:solidFill>
                <a:srgbClr val="71D3B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40" name="pg2240"/>
            <p:cNvSpPr/>
            <p:nvPr/>
          </p:nvSpPr>
          <p:spPr>
            <a:xfrm>
              <a:off x="3891312" y="465269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ED2B1">
                <a:alpha val="100000"/>
              </a:srgbClr>
            </a:solidFill>
            <a:ln w="5420" cap="flat">
              <a:solidFill>
                <a:srgbClr val="6ED2B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41" name="pg2241"/>
            <p:cNvSpPr/>
            <p:nvPr/>
          </p:nvSpPr>
          <p:spPr>
            <a:xfrm>
              <a:off x="3902950" y="465269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CD1B0">
                <a:alpha val="100000"/>
              </a:srgbClr>
            </a:solidFill>
            <a:ln w="5420" cap="flat">
              <a:solidFill>
                <a:srgbClr val="6CD1B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42" name="pg2242"/>
            <p:cNvSpPr/>
            <p:nvPr/>
          </p:nvSpPr>
          <p:spPr>
            <a:xfrm>
              <a:off x="3949499" y="465269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ECBAC">
                <a:alpha val="100000"/>
              </a:srgbClr>
            </a:solidFill>
            <a:ln w="5420" cap="flat">
              <a:solidFill>
                <a:srgbClr val="5ECB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43" name="pg2243"/>
            <p:cNvSpPr/>
            <p:nvPr/>
          </p:nvSpPr>
          <p:spPr>
            <a:xfrm>
              <a:off x="3961136" y="465269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DC9AC">
                <a:alpha val="100000"/>
              </a:srgbClr>
            </a:solidFill>
            <a:ln w="5420" cap="flat">
              <a:solidFill>
                <a:srgbClr val="5DC9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44" name="pg2244"/>
            <p:cNvSpPr/>
            <p:nvPr/>
          </p:nvSpPr>
          <p:spPr>
            <a:xfrm>
              <a:off x="3972774" y="465269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CC8AC">
                <a:alpha val="100000"/>
              </a:srgbClr>
            </a:solidFill>
            <a:ln w="5420" cap="flat">
              <a:solidFill>
                <a:srgbClr val="5CC8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45" name="pg2245"/>
            <p:cNvSpPr/>
            <p:nvPr/>
          </p:nvSpPr>
          <p:spPr>
            <a:xfrm>
              <a:off x="3984411" y="465269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BC6AC">
                <a:alpha val="100000"/>
              </a:srgbClr>
            </a:solidFill>
            <a:ln w="5420" cap="flat">
              <a:solidFill>
                <a:srgbClr val="5BC6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46" name="pg2246"/>
            <p:cNvSpPr/>
            <p:nvPr/>
          </p:nvSpPr>
          <p:spPr>
            <a:xfrm>
              <a:off x="3996048" y="465269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AC5AC">
                <a:alpha val="100000"/>
              </a:srgbClr>
            </a:solidFill>
            <a:ln w="5420" cap="flat">
              <a:solidFill>
                <a:srgbClr val="5AC5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47" name="pg2247"/>
            <p:cNvSpPr/>
            <p:nvPr/>
          </p:nvSpPr>
          <p:spPr>
            <a:xfrm>
              <a:off x="4543003" y="465269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8EA7">
                <a:alpha val="100000"/>
              </a:srgbClr>
            </a:solidFill>
            <a:ln w="5420" cap="flat">
              <a:solidFill>
                <a:srgbClr val="378E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48" name="pg2248"/>
            <p:cNvSpPr/>
            <p:nvPr/>
          </p:nvSpPr>
          <p:spPr>
            <a:xfrm>
              <a:off x="4554640" y="465269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8DA7">
                <a:alpha val="100000"/>
              </a:srgbClr>
            </a:solidFill>
            <a:ln w="5420" cap="flat">
              <a:solidFill>
                <a:srgbClr val="378D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49" name="pg2249"/>
            <p:cNvSpPr/>
            <p:nvPr/>
          </p:nvSpPr>
          <p:spPr>
            <a:xfrm>
              <a:off x="4566278" y="465269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8CA7">
                <a:alpha val="100000"/>
              </a:srgbClr>
            </a:solidFill>
            <a:ln w="5420" cap="flat">
              <a:solidFill>
                <a:srgbClr val="378C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50" name="pg2250"/>
            <p:cNvSpPr/>
            <p:nvPr/>
          </p:nvSpPr>
          <p:spPr>
            <a:xfrm>
              <a:off x="4577915" y="465269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8DA7">
                <a:alpha val="100000"/>
              </a:srgbClr>
            </a:solidFill>
            <a:ln w="5420" cap="flat">
              <a:solidFill>
                <a:srgbClr val="378D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51" name="pg2251"/>
            <p:cNvSpPr/>
            <p:nvPr/>
          </p:nvSpPr>
          <p:spPr>
            <a:xfrm>
              <a:off x="4589552" y="465269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8DA7">
                <a:alpha val="100000"/>
              </a:srgbClr>
            </a:solidFill>
            <a:ln w="5420" cap="flat">
              <a:solidFill>
                <a:srgbClr val="378D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52" name="pg2252"/>
            <p:cNvSpPr/>
            <p:nvPr/>
          </p:nvSpPr>
          <p:spPr>
            <a:xfrm>
              <a:off x="3774939" y="466699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4D3B3">
                <a:alpha val="100000"/>
              </a:srgbClr>
            </a:solidFill>
            <a:ln w="5420" cap="flat">
              <a:solidFill>
                <a:srgbClr val="74D3B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53" name="pg2253"/>
            <p:cNvSpPr/>
            <p:nvPr/>
          </p:nvSpPr>
          <p:spPr>
            <a:xfrm>
              <a:off x="3786576" y="466699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5D4B4">
                <a:alpha val="100000"/>
              </a:srgbClr>
            </a:solidFill>
            <a:ln w="5420" cap="flat">
              <a:solidFill>
                <a:srgbClr val="75D4B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54" name="pg2254"/>
            <p:cNvSpPr/>
            <p:nvPr/>
          </p:nvSpPr>
          <p:spPr>
            <a:xfrm>
              <a:off x="3844763" y="466699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BD5B6">
                <a:alpha val="100000"/>
              </a:srgbClr>
            </a:solidFill>
            <a:ln w="5420" cap="flat">
              <a:solidFill>
                <a:srgbClr val="7BD5B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55" name="pg2255"/>
            <p:cNvSpPr/>
            <p:nvPr/>
          </p:nvSpPr>
          <p:spPr>
            <a:xfrm>
              <a:off x="3856400" y="466699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AD5B6">
                <a:alpha val="100000"/>
              </a:srgbClr>
            </a:solidFill>
            <a:ln w="5420" cap="flat">
              <a:solidFill>
                <a:srgbClr val="7AD5B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56" name="pg2256"/>
            <p:cNvSpPr/>
            <p:nvPr/>
          </p:nvSpPr>
          <p:spPr>
            <a:xfrm>
              <a:off x="3868038" y="466699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8D5B5">
                <a:alpha val="100000"/>
              </a:srgbClr>
            </a:solidFill>
            <a:ln w="5420" cap="flat">
              <a:solidFill>
                <a:srgbClr val="78D5B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57" name="pg2257"/>
            <p:cNvSpPr/>
            <p:nvPr/>
          </p:nvSpPr>
          <p:spPr>
            <a:xfrm>
              <a:off x="3879675" y="466699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6D4B4">
                <a:alpha val="100000"/>
              </a:srgbClr>
            </a:solidFill>
            <a:ln w="5420" cap="flat">
              <a:solidFill>
                <a:srgbClr val="76D4B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58" name="pg2258"/>
            <p:cNvSpPr/>
            <p:nvPr/>
          </p:nvSpPr>
          <p:spPr>
            <a:xfrm>
              <a:off x="3891312" y="466699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3D3B3">
                <a:alpha val="100000"/>
              </a:srgbClr>
            </a:solidFill>
            <a:ln w="5420" cap="flat">
              <a:solidFill>
                <a:srgbClr val="73D3B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59" name="pg2259"/>
            <p:cNvSpPr/>
            <p:nvPr/>
          </p:nvSpPr>
          <p:spPr>
            <a:xfrm>
              <a:off x="3902950" y="466699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0D2B2">
                <a:alpha val="100000"/>
              </a:srgbClr>
            </a:solidFill>
            <a:ln w="5420" cap="flat">
              <a:solidFill>
                <a:srgbClr val="70D2B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60" name="pg2260"/>
            <p:cNvSpPr/>
            <p:nvPr/>
          </p:nvSpPr>
          <p:spPr>
            <a:xfrm>
              <a:off x="3949499" y="466699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ECCAC">
                <a:alpha val="100000"/>
              </a:srgbClr>
            </a:solidFill>
            <a:ln w="5420" cap="flat">
              <a:solidFill>
                <a:srgbClr val="5ECC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61" name="pg2261"/>
            <p:cNvSpPr/>
            <p:nvPr/>
          </p:nvSpPr>
          <p:spPr>
            <a:xfrm>
              <a:off x="3961136" y="466699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DCAAC">
                <a:alpha val="100000"/>
              </a:srgbClr>
            </a:solidFill>
            <a:ln w="5420" cap="flat">
              <a:solidFill>
                <a:srgbClr val="5DCA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62" name="pg2262"/>
            <p:cNvSpPr/>
            <p:nvPr/>
          </p:nvSpPr>
          <p:spPr>
            <a:xfrm>
              <a:off x="3972774" y="466699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CC8AC">
                <a:alpha val="100000"/>
              </a:srgbClr>
            </a:solidFill>
            <a:ln w="5420" cap="flat">
              <a:solidFill>
                <a:srgbClr val="5CC8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63" name="pg2263"/>
            <p:cNvSpPr/>
            <p:nvPr/>
          </p:nvSpPr>
          <p:spPr>
            <a:xfrm>
              <a:off x="3984411" y="466699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BC7AC">
                <a:alpha val="100000"/>
              </a:srgbClr>
            </a:solidFill>
            <a:ln w="5420" cap="flat">
              <a:solidFill>
                <a:srgbClr val="5BC7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64" name="pg2264"/>
            <p:cNvSpPr/>
            <p:nvPr/>
          </p:nvSpPr>
          <p:spPr>
            <a:xfrm>
              <a:off x="3996048" y="466699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AC5AC">
                <a:alpha val="100000"/>
              </a:srgbClr>
            </a:solidFill>
            <a:ln w="5420" cap="flat">
              <a:solidFill>
                <a:srgbClr val="5AC5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65" name="pg2265"/>
            <p:cNvSpPr/>
            <p:nvPr/>
          </p:nvSpPr>
          <p:spPr>
            <a:xfrm>
              <a:off x="4007686" y="466699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9C3AC">
                <a:alpha val="100000"/>
              </a:srgbClr>
            </a:solidFill>
            <a:ln w="5420" cap="flat">
              <a:solidFill>
                <a:srgbClr val="59C3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66" name="pg2266"/>
            <p:cNvSpPr/>
            <p:nvPr/>
          </p:nvSpPr>
          <p:spPr>
            <a:xfrm>
              <a:off x="4019323" y="466699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8C2AC">
                <a:alpha val="100000"/>
              </a:srgbClr>
            </a:solidFill>
            <a:ln w="5420" cap="flat">
              <a:solidFill>
                <a:srgbClr val="58C2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67" name="pg2267"/>
            <p:cNvSpPr/>
            <p:nvPr/>
          </p:nvSpPr>
          <p:spPr>
            <a:xfrm>
              <a:off x="4030960" y="466699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7C1AC">
                <a:alpha val="100000"/>
              </a:srgbClr>
            </a:solidFill>
            <a:ln w="5420" cap="flat">
              <a:solidFill>
                <a:srgbClr val="57C1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68" name="pg2268"/>
            <p:cNvSpPr/>
            <p:nvPr/>
          </p:nvSpPr>
          <p:spPr>
            <a:xfrm>
              <a:off x="4042598" y="466699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6BEAB">
                <a:alpha val="100000"/>
              </a:srgbClr>
            </a:solidFill>
            <a:ln w="5420" cap="flat">
              <a:solidFill>
                <a:srgbClr val="56BE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69" name="pg2269"/>
            <p:cNvSpPr/>
            <p:nvPr/>
          </p:nvSpPr>
          <p:spPr>
            <a:xfrm>
              <a:off x="4054235" y="466699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5BDAB">
                <a:alpha val="100000"/>
              </a:srgbClr>
            </a:solidFill>
            <a:ln w="5420" cap="flat">
              <a:solidFill>
                <a:srgbClr val="55BD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70" name="pg2270"/>
            <p:cNvSpPr/>
            <p:nvPr/>
          </p:nvSpPr>
          <p:spPr>
            <a:xfrm>
              <a:off x="4065872" y="466699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4BCAB">
                <a:alpha val="100000"/>
              </a:srgbClr>
            </a:solidFill>
            <a:ln w="5420" cap="flat">
              <a:solidFill>
                <a:srgbClr val="54BC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71" name="pg2271"/>
            <p:cNvSpPr/>
            <p:nvPr/>
          </p:nvSpPr>
          <p:spPr>
            <a:xfrm>
              <a:off x="4077510" y="466699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4BBAB">
                <a:alpha val="100000"/>
              </a:srgbClr>
            </a:solidFill>
            <a:ln w="5420" cap="flat">
              <a:solidFill>
                <a:srgbClr val="54BB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72" name="pg2272"/>
            <p:cNvSpPr/>
            <p:nvPr/>
          </p:nvSpPr>
          <p:spPr>
            <a:xfrm>
              <a:off x="4543003" y="466699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86A5">
                <a:alpha val="100000"/>
              </a:srgbClr>
            </a:solidFill>
            <a:ln w="5420" cap="flat">
              <a:solidFill>
                <a:srgbClr val="3986A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73" name="pg2273"/>
            <p:cNvSpPr/>
            <p:nvPr/>
          </p:nvSpPr>
          <p:spPr>
            <a:xfrm>
              <a:off x="4554640" y="466699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84A5">
                <a:alpha val="100000"/>
              </a:srgbClr>
            </a:solidFill>
            <a:ln w="5420" cap="flat">
              <a:solidFill>
                <a:srgbClr val="3984A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74" name="pg2274"/>
            <p:cNvSpPr/>
            <p:nvPr/>
          </p:nvSpPr>
          <p:spPr>
            <a:xfrm>
              <a:off x="4566278" y="466699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83A5">
                <a:alpha val="100000"/>
              </a:srgbClr>
            </a:solidFill>
            <a:ln w="5420" cap="flat">
              <a:solidFill>
                <a:srgbClr val="3983A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75" name="pg2275"/>
            <p:cNvSpPr/>
            <p:nvPr/>
          </p:nvSpPr>
          <p:spPr>
            <a:xfrm>
              <a:off x="4577915" y="466699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83A5">
                <a:alpha val="100000"/>
              </a:srgbClr>
            </a:solidFill>
            <a:ln w="5420" cap="flat">
              <a:solidFill>
                <a:srgbClr val="3983A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76" name="pg2276"/>
            <p:cNvSpPr/>
            <p:nvPr/>
          </p:nvSpPr>
          <p:spPr>
            <a:xfrm>
              <a:off x="4589552" y="466699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85A5">
                <a:alpha val="100000"/>
              </a:srgbClr>
            </a:solidFill>
            <a:ln w="5420" cap="flat">
              <a:solidFill>
                <a:srgbClr val="3985A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77" name="pg2277"/>
            <p:cNvSpPr/>
            <p:nvPr/>
          </p:nvSpPr>
          <p:spPr>
            <a:xfrm>
              <a:off x="3623654" y="468129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1D2B2">
                <a:alpha val="100000"/>
              </a:srgbClr>
            </a:solidFill>
            <a:ln w="5420" cap="flat">
              <a:solidFill>
                <a:srgbClr val="71D2B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78" name="pg2278"/>
            <p:cNvSpPr/>
            <p:nvPr/>
          </p:nvSpPr>
          <p:spPr>
            <a:xfrm>
              <a:off x="3635291" y="468129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1D3B2">
                <a:alpha val="100000"/>
              </a:srgbClr>
            </a:solidFill>
            <a:ln w="5420" cap="flat">
              <a:solidFill>
                <a:srgbClr val="71D3B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79" name="pg2279"/>
            <p:cNvSpPr/>
            <p:nvPr/>
          </p:nvSpPr>
          <p:spPr>
            <a:xfrm>
              <a:off x="3646928" y="468129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1D3B2">
                <a:alpha val="100000"/>
              </a:srgbClr>
            </a:solidFill>
            <a:ln w="5420" cap="flat">
              <a:solidFill>
                <a:srgbClr val="71D3B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80" name="pg2280"/>
            <p:cNvSpPr/>
            <p:nvPr/>
          </p:nvSpPr>
          <p:spPr>
            <a:xfrm>
              <a:off x="3658566" y="468129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1D3B2">
                <a:alpha val="100000"/>
              </a:srgbClr>
            </a:solidFill>
            <a:ln w="5420" cap="flat">
              <a:solidFill>
                <a:srgbClr val="71D3B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81" name="pg2281"/>
            <p:cNvSpPr/>
            <p:nvPr/>
          </p:nvSpPr>
          <p:spPr>
            <a:xfrm>
              <a:off x="3670203" y="468129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2D3B2">
                <a:alpha val="100000"/>
              </a:srgbClr>
            </a:solidFill>
            <a:ln w="5420" cap="flat">
              <a:solidFill>
                <a:srgbClr val="72D3B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82" name="pg2282"/>
            <p:cNvSpPr/>
            <p:nvPr/>
          </p:nvSpPr>
          <p:spPr>
            <a:xfrm>
              <a:off x="3728390" y="468129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3D3B3">
                <a:alpha val="100000"/>
              </a:srgbClr>
            </a:solidFill>
            <a:ln w="5420" cap="flat">
              <a:solidFill>
                <a:srgbClr val="73D3B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83" name="pg2283"/>
            <p:cNvSpPr/>
            <p:nvPr/>
          </p:nvSpPr>
          <p:spPr>
            <a:xfrm>
              <a:off x="3740027" y="468129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3D3B3">
                <a:alpha val="100000"/>
              </a:srgbClr>
            </a:solidFill>
            <a:ln w="5420" cap="flat">
              <a:solidFill>
                <a:srgbClr val="73D3B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84" name="pg2284"/>
            <p:cNvSpPr/>
            <p:nvPr/>
          </p:nvSpPr>
          <p:spPr>
            <a:xfrm>
              <a:off x="3751664" y="468129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4D3B3">
                <a:alpha val="100000"/>
              </a:srgbClr>
            </a:solidFill>
            <a:ln w="5420" cap="flat">
              <a:solidFill>
                <a:srgbClr val="74D3B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85" name="pg2285"/>
            <p:cNvSpPr/>
            <p:nvPr/>
          </p:nvSpPr>
          <p:spPr>
            <a:xfrm>
              <a:off x="3763302" y="468129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4D3B4">
                <a:alpha val="100000"/>
              </a:srgbClr>
            </a:solidFill>
            <a:ln w="5420" cap="flat">
              <a:solidFill>
                <a:srgbClr val="74D3B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86" name="pg2286"/>
            <p:cNvSpPr/>
            <p:nvPr/>
          </p:nvSpPr>
          <p:spPr>
            <a:xfrm>
              <a:off x="3774939" y="468129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5D4B4">
                <a:alpha val="100000"/>
              </a:srgbClr>
            </a:solidFill>
            <a:ln w="5420" cap="flat">
              <a:solidFill>
                <a:srgbClr val="75D4B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87" name="pg2287"/>
            <p:cNvSpPr/>
            <p:nvPr/>
          </p:nvSpPr>
          <p:spPr>
            <a:xfrm>
              <a:off x="3786576" y="468129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6D4B4">
                <a:alpha val="100000"/>
              </a:srgbClr>
            </a:solidFill>
            <a:ln w="5420" cap="flat">
              <a:solidFill>
                <a:srgbClr val="76D4B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88" name="pg2288"/>
            <p:cNvSpPr/>
            <p:nvPr/>
          </p:nvSpPr>
          <p:spPr>
            <a:xfrm>
              <a:off x="3798214" y="468129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7D4B5">
                <a:alpha val="100000"/>
              </a:srgbClr>
            </a:solidFill>
            <a:ln w="5420" cap="flat">
              <a:solidFill>
                <a:srgbClr val="77D4B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89" name="pg2289"/>
            <p:cNvSpPr/>
            <p:nvPr/>
          </p:nvSpPr>
          <p:spPr>
            <a:xfrm>
              <a:off x="3809851" y="468129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BD5B6">
                <a:alpha val="100000"/>
              </a:srgbClr>
            </a:solidFill>
            <a:ln w="5420" cap="flat">
              <a:solidFill>
                <a:srgbClr val="7BD5B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90" name="pg2290"/>
            <p:cNvSpPr/>
            <p:nvPr/>
          </p:nvSpPr>
          <p:spPr>
            <a:xfrm>
              <a:off x="3821488" y="468129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CD6B7">
                <a:alpha val="100000"/>
              </a:srgbClr>
            </a:solidFill>
            <a:ln w="5420" cap="flat">
              <a:solidFill>
                <a:srgbClr val="7CD6B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91" name="pg2291"/>
            <p:cNvSpPr/>
            <p:nvPr/>
          </p:nvSpPr>
          <p:spPr>
            <a:xfrm>
              <a:off x="3833126" y="468129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DD6B7">
                <a:alpha val="100000"/>
              </a:srgbClr>
            </a:solidFill>
            <a:ln w="5420" cap="flat">
              <a:solidFill>
                <a:srgbClr val="7DD6B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92" name="pg2292"/>
            <p:cNvSpPr/>
            <p:nvPr/>
          </p:nvSpPr>
          <p:spPr>
            <a:xfrm>
              <a:off x="3844763" y="468129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DD6B7">
                <a:alpha val="100000"/>
              </a:srgbClr>
            </a:solidFill>
            <a:ln w="5420" cap="flat">
              <a:solidFill>
                <a:srgbClr val="7DD6B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93" name="pg2293"/>
            <p:cNvSpPr/>
            <p:nvPr/>
          </p:nvSpPr>
          <p:spPr>
            <a:xfrm>
              <a:off x="3856400" y="468129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CD6B7">
                <a:alpha val="100000"/>
              </a:srgbClr>
            </a:solidFill>
            <a:ln w="5420" cap="flat">
              <a:solidFill>
                <a:srgbClr val="7CD6B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94" name="pg2294"/>
            <p:cNvSpPr/>
            <p:nvPr/>
          </p:nvSpPr>
          <p:spPr>
            <a:xfrm>
              <a:off x="3868038" y="468129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AD5B6">
                <a:alpha val="100000"/>
              </a:srgbClr>
            </a:solidFill>
            <a:ln w="5420" cap="flat">
              <a:solidFill>
                <a:srgbClr val="7AD5B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95" name="pg2295"/>
            <p:cNvSpPr/>
            <p:nvPr/>
          </p:nvSpPr>
          <p:spPr>
            <a:xfrm>
              <a:off x="3879675" y="468129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8D4B5">
                <a:alpha val="100000"/>
              </a:srgbClr>
            </a:solidFill>
            <a:ln w="5420" cap="flat">
              <a:solidFill>
                <a:srgbClr val="78D4B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96" name="pg2296"/>
            <p:cNvSpPr/>
            <p:nvPr/>
          </p:nvSpPr>
          <p:spPr>
            <a:xfrm>
              <a:off x="3891312" y="468129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5D4B4">
                <a:alpha val="100000"/>
              </a:srgbClr>
            </a:solidFill>
            <a:ln w="5420" cap="flat">
              <a:solidFill>
                <a:srgbClr val="75D4B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97" name="pg2297"/>
            <p:cNvSpPr/>
            <p:nvPr/>
          </p:nvSpPr>
          <p:spPr>
            <a:xfrm>
              <a:off x="3902950" y="468129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1D3B2">
                <a:alpha val="100000"/>
              </a:srgbClr>
            </a:solidFill>
            <a:ln w="5420" cap="flat">
              <a:solidFill>
                <a:srgbClr val="71D3B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98" name="pg2298"/>
            <p:cNvSpPr/>
            <p:nvPr/>
          </p:nvSpPr>
          <p:spPr>
            <a:xfrm>
              <a:off x="3914587" y="468129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DD1B1">
                <a:alpha val="100000"/>
              </a:srgbClr>
            </a:solidFill>
            <a:ln w="5420" cap="flat">
              <a:solidFill>
                <a:srgbClr val="6DD1B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99" name="pg2299"/>
            <p:cNvSpPr/>
            <p:nvPr/>
          </p:nvSpPr>
          <p:spPr>
            <a:xfrm>
              <a:off x="3926224" y="468129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4CFAD">
                <a:alpha val="100000"/>
              </a:srgbClr>
            </a:solidFill>
            <a:ln w="5420" cap="flat">
              <a:solidFill>
                <a:srgbClr val="64CFA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00" name="pg2300"/>
            <p:cNvSpPr/>
            <p:nvPr/>
          </p:nvSpPr>
          <p:spPr>
            <a:xfrm>
              <a:off x="3937862" y="468129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0CEAC">
                <a:alpha val="100000"/>
              </a:srgbClr>
            </a:solidFill>
            <a:ln w="5420" cap="flat">
              <a:solidFill>
                <a:srgbClr val="60CE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01" name="pg2301"/>
            <p:cNvSpPr/>
            <p:nvPr/>
          </p:nvSpPr>
          <p:spPr>
            <a:xfrm>
              <a:off x="3949499" y="468129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FCCAC">
                <a:alpha val="100000"/>
              </a:srgbClr>
            </a:solidFill>
            <a:ln w="5420" cap="flat">
              <a:solidFill>
                <a:srgbClr val="5FCC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02" name="pg2302"/>
            <p:cNvSpPr/>
            <p:nvPr/>
          </p:nvSpPr>
          <p:spPr>
            <a:xfrm>
              <a:off x="3961136" y="468129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ECAAC">
                <a:alpha val="100000"/>
              </a:srgbClr>
            </a:solidFill>
            <a:ln w="5420" cap="flat">
              <a:solidFill>
                <a:srgbClr val="5ECA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03" name="pg2303"/>
            <p:cNvSpPr/>
            <p:nvPr/>
          </p:nvSpPr>
          <p:spPr>
            <a:xfrm>
              <a:off x="3972774" y="468129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CC8AC">
                <a:alpha val="100000"/>
              </a:srgbClr>
            </a:solidFill>
            <a:ln w="5420" cap="flat">
              <a:solidFill>
                <a:srgbClr val="5CC8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04" name="pg2304"/>
            <p:cNvSpPr/>
            <p:nvPr/>
          </p:nvSpPr>
          <p:spPr>
            <a:xfrm>
              <a:off x="3984411" y="468129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BC7AC">
                <a:alpha val="100000"/>
              </a:srgbClr>
            </a:solidFill>
            <a:ln w="5420" cap="flat">
              <a:solidFill>
                <a:srgbClr val="5BC7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05" name="pg2305"/>
            <p:cNvSpPr/>
            <p:nvPr/>
          </p:nvSpPr>
          <p:spPr>
            <a:xfrm>
              <a:off x="3996048" y="468129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AC5AC">
                <a:alpha val="100000"/>
              </a:srgbClr>
            </a:solidFill>
            <a:ln w="5420" cap="flat">
              <a:solidFill>
                <a:srgbClr val="5AC5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06" name="pg2306"/>
            <p:cNvSpPr/>
            <p:nvPr/>
          </p:nvSpPr>
          <p:spPr>
            <a:xfrm>
              <a:off x="4007686" y="468129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9C4AC">
                <a:alpha val="100000"/>
              </a:srgbClr>
            </a:solidFill>
            <a:ln w="5420" cap="flat">
              <a:solidFill>
                <a:srgbClr val="59C4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07" name="pg2307"/>
            <p:cNvSpPr/>
            <p:nvPr/>
          </p:nvSpPr>
          <p:spPr>
            <a:xfrm>
              <a:off x="4019323" y="468129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8C2AC">
                <a:alpha val="100000"/>
              </a:srgbClr>
            </a:solidFill>
            <a:ln w="5420" cap="flat">
              <a:solidFill>
                <a:srgbClr val="58C2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08" name="pg2308"/>
            <p:cNvSpPr/>
            <p:nvPr/>
          </p:nvSpPr>
          <p:spPr>
            <a:xfrm>
              <a:off x="4030960" y="468129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7C1AC">
                <a:alpha val="100000"/>
              </a:srgbClr>
            </a:solidFill>
            <a:ln w="5420" cap="flat">
              <a:solidFill>
                <a:srgbClr val="57C1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09" name="pg2309"/>
            <p:cNvSpPr/>
            <p:nvPr/>
          </p:nvSpPr>
          <p:spPr>
            <a:xfrm>
              <a:off x="4042598" y="468129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6BEAB">
                <a:alpha val="100000"/>
              </a:srgbClr>
            </a:solidFill>
            <a:ln w="5420" cap="flat">
              <a:solidFill>
                <a:srgbClr val="56BE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10" name="pg2310"/>
            <p:cNvSpPr/>
            <p:nvPr/>
          </p:nvSpPr>
          <p:spPr>
            <a:xfrm>
              <a:off x="4054235" y="468129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5BDAB">
                <a:alpha val="100000"/>
              </a:srgbClr>
            </a:solidFill>
            <a:ln w="5420" cap="flat">
              <a:solidFill>
                <a:srgbClr val="55BD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11" name="pg2311"/>
            <p:cNvSpPr/>
            <p:nvPr/>
          </p:nvSpPr>
          <p:spPr>
            <a:xfrm>
              <a:off x="4065872" y="468129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4BCAB">
                <a:alpha val="100000"/>
              </a:srgbClr>
            </a:solidFill>
            <a:ln w="5420" cap="flat">
              <a:solidFill>
                <a:srgbClr val="54BC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12" name="pg2312"/>
            <p:cNvSpPr/>
            <p:nvPr/>
          </p:nvSpPr>
          <p:spPr>
            <a:xfrm>
              <a:off x="4077510" y="468129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4BBAB">
                <a:alpha val="100000"/>
              </a:srgbClr>
            </a:solidFill>
            <a:ln w="5420" cap="flat">
              <a:solidFill>
                <a:srgbClr val="54BB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13" name="pg2313"/>
            <p:cNvSpPr/>
            <p:nvPr/>
          </p:nvSpPr>
          <p:spPr>
            <a:xfrm>
              <a:off x="4089147" y="468129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3BBAB">
                <a:alpha val="100000"/>
              </a:srgbClr>
            </a:solidFill>
            <a:ln w="5420" cap="flat">
              <a:solidFill>
                <a:srgbClr val="53BB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14" name="pg2314"/>
            <p:cNvSpPr/>
            <p:nvPr/>
          </p:nvSpPr>
          <p:spPr>
            <a:xfrm>
              <a:off x="4124059" y="468129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2B9AB">
                <a:alpha val="100000"/>
              </a:srgbClr>
            </a:solidFill>
            <a:ln w="5420" cap="flat">
              <a:solidFill>
                <a:srgbClr val="52B9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15" name="pg2315"/>
            <p:cNvSpPr/>
            <p:nvPr/>
          </p:nvSpPr>
          <p:spPr>
            <a:xfrm>
              <a:off x="4543003" y="468129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83A5">
                <a:alpha val="100000"/>
              </a:srgbClr>
            </a:solidFill>
            <a:ln w="5420" cap="flat">
              <a:solidFill>
                <a:srgbClr val="3983A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16" name="pg2316"/>
            <p:cNvSpPr/>
            <p:nvPr/>
          </p:nvSpPr>
          <p:spPr>
            <a:xfrm>
              <a:off x="4554640" y="468129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81A4">
                <a:alpha val="100000"/>
              </a:srgbClr>
            </a:solidFill>
            <a:ln w="5420" cap="flat">
              <a:solidFill>
                <a:srgbClr val="3981A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17" name="pg2317"/>
            <p:cNvSpPr/>
            <p:nvPr/>
          </p:nvSpPr>
          <p:spPr>
            <a:xfrm>
              <a:off x="4566278" y="468129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80A4">
                <a:alpha val="100000"/>
              </a:srgbClr>
            </a:solidFill>
            <a:ln w="5420" cap="flat">
              <a:solidFill>
                <a:srgbClr val="3A80A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18" name="pg2318"/>
            <p:cNvSpPr/>
            <p:nvPr/>
          </p:nvSpPr>
          <p:spPr>
            <a:xfrm>
              <a:off x="4577915" y="468129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80A4">
                <a:alpha val="100000"/>
              </a:srgbClr>
            </a:solidFill>
            <a:ln w="5420" cap="flat">
              <a:solidFill>
                <a:srgbClr val="3A80A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19" name="pg2319"/>
            <p:cNvSpPr/>
            <p:nvPr/>
          </p:nvSpPr>
          <p:spPr>
            <a:xfrm>
              <a:off x="4589552" y="468129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82A5">
                <a:alpha val="100000"/>
              </a:srgbClr>
            </a:solidFill>
            <a:ln w="5420" cap="flat">
              <a:solidFill>
                <a:srgbClr val="3982A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20" name="pg2320"/>
            <p:cNvSpPr/>
            <p:nvPr/>
          </p:nvSpPr>
          <p:spPr>
            <a:xfrm>
              <a:off x="3612016" y="469559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2D3B3">
                <a:alpha val="100000"/>
              </a:srgbClr>
            </a:solidFill>
            <a:ln w="5420" cap="flat">
              <a:solidFill>
                <a:srgbClr val="72D3B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21" name="pg2321"/>
            <p:cNvSpPr/>
            <p:nvPr/>
          </p:nvSpPr>
          <p:spPr>
            <a:xfrm>
              <a:off x="3623654" y="469559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2D3B3">
                <a:alpha val="100000"/>
              </a:srgbClr>
            </a:solidFill>
            <a:ln w="5420" cap="flat">
              <a:solidFill>
                <a:srgbClr val="72D3B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22" name="pg2322"/>
            <p:cNvSpPr/>
            <p:nvPr/>
          </p:nvSpPr>
          <p:spPr>
            <a:xfrm>
              <a:off x="3635291" y="469559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2D3B3">
                <a:alpha val="100000"/>
              </a:srgbClr>
            </a:solidFill>
            <a:ln w="5420" cap="flat">
              <a:solidFill>
                <a:srgbClr val="72D3B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23" name="pg2323"/>
            <p:cNvSpPr/>
            <p:nvPr/>
          </p:nvSpPr>
          <p:spPr>
            <a:xfrm>
              <a:off x="3646928" y="469559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2D3B3">
                <a:alpha val="100000"/>
              </a:srgbClr>
            </a:solidFill>
            <a:ln w="5420" cap="flat">
              <a:solidFill>
                <a:srgbClr val="72D3B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24" name="pg2324"/>
            <p:cNvSpPr/>
            <p:nvPr/>
          </p:nvSpPr>
          <p:spPr>
            <a:xfrm>
              <a:off x="3658566" y="469559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2D3B3">
                <a:alpha val="100000"/>
              </a:srgbClr>
            </a:solidFill>
            <a:ln w="5420" cap="flat">
              <a:solidFill>
                <a:srgbClr val="72D3B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25" name="pg2325"/>
            <p:cNvSpPr/>
            <p:nvPr/>
          </p:nvSpPr>
          <p:spPr>
            <a:xfrm>
              <a:off x="3670203" y="469559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3D3B3">
                <a:alpha val="100000"/>
              </a:srgbClr>
            </a:solidFill>
            <a:ln w="5420" cap="flat">
              <a:solidFill>
                <a:srgbClr val="73D3B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26" name="pg2326"/>
            <p:cNvSpPr/>
            <p:nvPr/>
          </p:nvSpPr>
          <p:spPr>
            <a:xfrm>
              <a:off x="3681840" y="469559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3D3B3">
                <a:alpha val="100000"/>
              </a:srgbClr>
            </a:solidFill>
            <a:ln w="5420" cap="flat">
              <a:solidFill>
                <a:srgbClr val="73D3B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27" name="pg2327"/>
            <p:cNvSpPr/>
            <p:nvPr/>
          </p:nvSpPr>
          <p:spPr>
            <a:xfrm>
              <a:off x="3693478" y="469559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4D3B3">
                <a:alpha val="100000"/>
              </a:srgbClr>
            </a:solidFill>
            <a:ln w="5420" cap="flat">
              <a:solidFill>
                <a:srgbClr val="74D3B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28" name="pg2328"/>
            <p:cNvSpPr/>
            <p:nvPr/>
          </p:nvSpPr>
          <p:spPr>
            <a:xfrm>
              <a:off x="3705115" y="469559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4D4B4">
                <a:alpha val="100000"/>
              </a:srgbClr>
            </a:solidFill>
            <a:ln w="5420" cap="flat">
              <a:solidFill>
                <a:srgbClr val="74D4B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29" name="pg2329"/>
            <p:cNvSpPr/>
            <p:nvPr/>
          </p:nvSpPr>
          <p:spPr>
            <a:xfrm>
              <a:off x="3716752" y="469559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5D4B4">
                <a:alpha val="100000"/>
              </a:srgbClr>
            </a:solidFill>
            <a:ln w="5420" cap="flat">
              <a:solidFill>
                <a:srgbClr val="75D4B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30" name="pg2330"/>
            <p:cNvSpPr/>
            <p:nvPr/>
          </p:nvSpPr>
          <p:spPr>
            <a:xfrm>
              <a:off x="3728390" y="469559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5D4B4">
                <a:alpha val="100000"/>
              </a:srgbClr>
            </a:solidFill>
            <a:ln w="5420" cap="flat">
              <a:solidFill>
                <a:srgbClr val="75D4B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31" name="pg2331"/>
            <p:cNvSpPr/>
            <p:nvPr/>
          </p:nvSpPr>
          <p:spPr>
            <a:xfrm>
              <a:off x="3740027" y="469559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5D4B4">
                <a:alpha val="100000"/>
              </a:srgbClr>
            </a:solidFill>
            <a:ln w="5420" cap="flat">
              <a:solidFill>
                <a:srgbClr val="75D4B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32" name="pg2332"/>
            <p:cNvSpPr/>
            <p:nvPr/>
          </p:nvSpPr>
          <p:spPr>
            <a:xfrm>
              <a:off x="3751664" y="469559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5D4B4">
                <a:alpha val="100000"/>
              </a:srgbClr>
            </a:solidFill>
            <a:ln w="5420" cap="flat">
              <a:solidFill>
                <a:srgbClr val="75D4B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33" name="pg2333"/>
            <p:cNvSpPr/>
            <p:nvPr/>
          </p:nvSpPr>
          <p:spPr>
            <a:xfrm>
              <a:off x="3763302" y="469559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5D4B4">
                <a:alpha val="100000"/>
              </a:srgbClr>
            </a:solidFill>
            <a:ln w="5420" cap="flat">
              <a:solidFill>
                <a:srgbClr val="75D4B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34" name="pg2334"/>
            <p:cNvSpPr/>
            <p:nvPr/>
          </p:nvSpPr>
          <p:spPr>
            <a:xfrm>
              <a:off x="3774939" y="469559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6D4B4">
                <a:alpha val="100000"/>
              </a:srgbClr>
            </a:solidFill>
            <a:ln w="5420" cap="flat">
              <a:solidFill>
                <a:srgbClr val="76D4B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35" name="pg2335"/>
            <p:cNvSpPr/>
            <p:nvPr/>
          </p:nvSpPr>
          <p:spPr>
            <a:xfrm>
              <a:off x="3786576" y="469559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7D4B5">
                <a:alpha val="100000"/>
              </a:srgbClr>
            </a:solidFill>
            <a:ln w="5420" cap="flat">
              <a:solidFill>
                <a:srgbClr val="77D4B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36" name="pg2336"/>
            <p:cNvSpPr/>
            <p:nvPr/>
          </p:nvSpPr>
          <p:spPr>
            <a:xfrm>
              <a:off x="3798214" y="469559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8D5B5">
                <a:alpha val="100000"/>
              </a:srgbClr>
            </a:solidFill>
            <a:ln w="5420" cap="flat">
              <a:solidFill>
                <a:srgbClr val="78D5B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37" name="pg2337"/>
            <p:cNvSpPr/>
            <p:nvPr/>
          </p:nvSpPr>
          <p:spPr>
            <a:xfrm>
              <a:off x="3809851" y="469559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BD6B6">
                <a:alpha val="100000"/>
              </a:srgbClr>
            </a:solidFill>
            <a:ln w="5420" cap="flat">
              <a:solidFill>
                <a:srgbClr val="7BD6B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38" name="pg2338"/>
            <p:cNvSpPr/>
            <p:nvPr/>
          </p:nvSpPr>
          <p:spPr>
            <a:xfrm>
              <a:off x="3821488" y="469559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DD6B7">
                <a:alpha val="100000"/>
              </a:srgbClr>
            </a:solidFill>
            <a:ln w="5420" cap="flat">
              <a:solidFill>
                <a:srgbClr val="7DD6B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39" name="pg2339"/>
            <p:cNvSpPr/>
            <p:nvPr/>
          </p:nvSpPr>
          <p:spPr>
            <a:xfrm>
              <a:off x="3833126" y="469559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ED6B7">
                <a:alpha val="100000"/>
              </a:srgbClr>
            </a:solidFill>
            <a:ln w="5420" cap="flat">
              <a:solidFill>
                <a:srgbClr val="7ED6B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40" name="pg2340"/>
            <p:cNvSpPr/>
            <p:nvPr/>
          </p:nvSpPr>
          <p:spPr>
            <a:xfrm>
              <a:off x="3844763" y="469559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DD6B7">
                <a:alpha val="100000"/>
              </a:srgbClr>
            </a:solidFill>
            <a:ln w="5420" cap="flat">
              <a:solidFill>
                <a:srgbClr val="7DD6B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41" name="pg2341"/>
            <p:cNvSpPr/>
            <p:nvPr/>
          </p:nvSpPr>
          <p:spPr>
            <a:xfrm>
              <a:off x="3856400" y="469559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DD6B7">
                <a:alpha val="100000"/>
              </a:srgbClr>
            </a:solidFill>
            <a:ln w="5420" cap="flat">
              <a:solidFill>
                <a:srgbClr val="7DD6B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42" name="pg2342"/>
            <p:cNvSpPr/>
            <p:nvPr/>
          </p:nvSpPr>
          <p:spPr>
            <a:xfrm>
              <a:off x="3868038" y="469559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BD5B6">
                <a:alpha val="100000"/>
              </a:srgbClr>
            </a:solidFill>
            <a:ln w="5420" cap="flat">
              <a:solidFill>
                <a:srgbClr val="7BD5B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43" name="pg2343"/>
            <p:cNvSpPr/>
            <p:nvPr/>
          </p:nvSpPr>
          <p:spPr>
            <a:xfrm>
              <a:off x="3879675" y="469559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8D5B5">
                <a:alpha val="100000"/>
              </a:srgbClr>
            </a:solidFill>
            <a:ln w="5420" cap="flat">
              <a:solidFill>
                <a:srgbClr val="78D5B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44" name="pg2344"/>
            <p:cNvSpPr/>
            <p:nvPr/>
          </p:nvSpPr>
          <p:spPr>
            <a:xfrm>
              <a:off x="3891312" y="469559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5D4B4">
                <a:alpha val="100000"/>
              </a:srgbClr>
            </a:solidFill>
            <a:ln w="5420" cap="flat">
              <a:solidFill>
                <a:srgbClr val="75D4B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45" name="pg2345"/>
            <p:cNvSpPr/>
            <p:nvPr/>
          </p:nvSpPr>
          <p:spPr>
            <a:xfrm>
              <a:off x="3902950" y="469559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2D3B3">
                <a:alpha val="100000"/>
              </a:srgbClr>
            </a:solidFill>
            <a:ln w="5420" cap="flat">
              <a:solidFill>
                <a:srgbClr val="72D3B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46" name="pg2346"/>
            <p:cNvSpPr/>
            <p:nvPr/>
          </p:nvSpPr>
          <p:spPr>
            <a:xfrm>
              <a:off x="3914587" y="469559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DD2B1">
                <a:alpha val="100000"/>
              </a:srgbClr>
            </a:solidFill>
            <a:ln w="5420" cap="flat">
              <a:solidFill>
                <a:srgbClr val="6DD2B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47" name="pg2347"/>
            <p:cNvSpPr/>
            <p:nvPr/>
          </p:nvSpPr>
          <p:spPr>
            <a:xfrm>
              <a:off x="3926224" y="469559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4CFAE">
                <a:alpha val="100000"/>
              </a:srgbClr>
            </a:solidFill>
            <a:ln w="5420" cap="flat">
              <a:solidFill>
                <a:srgbClr val="64CFA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48" name="pg2348"/>
            <p:cNvSpPr/>
            <p:nvPr/>
          </p:nvSpPr>
          <p:spPr>
            <a:xfrm>
              <a:off x="3937862" y="469559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0CEAC">
                <a:alpha val="100000"/>
              </a:srgbClr>
            </a:solidFill>
            <a:ln w="5420" cap="flat">
              <a:solidFill>
                <a:srgbClr val="60CE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49" name="pg2349"/>
            <p:cNvSpPr/>
            <p:nvPr/>
          </p:nvSpPr>
          <p:spPr>
            <a:xfrm>
              <a:off x="3949499" y="469559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FCCAC">
                <a:alpha val="100000"/>
              </a:srgbClr>
            </a:solidFill>
            <a:ln w="5420" cap="flat">
              <a:solidFill>
                <a:srgbClr val="5FCC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50" name="pg2350"/>
            <p:cNvSpPr/>
            <p:nvPr/>
          </p:nvSpPr>
          <p:spPr>
            <a:xfrm>
              <a:off x="3961136" y="469559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ECAAC">
                <a:alpha val="100000"/>
              </a:srgbClr>
            </a:solidFill>
            <a:ln w="5420" cap="flat">
              <a:solidFill>
                <a:srgbClr val="5ECA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51" name="pg2351"/>
            <p:cNvSpPr/>
            <p:nvPr/>
          </p:nvSpPr>
          <p:spPr>
            <a:xfrm>
              <a:off x="3972774" y="469559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CC8AC">
                <a:alpha val="100000"/>
              </a:srgbClr>
            </a:solidFill>
            <a:ln w="5420" cap="flat">
              <a:solidFill>
                <a:srgbClr val="5CC8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52" name="pg2352"/>
            <p:cNvSpPr/>
            <p:nvPr/>
          </p:nvSpPr>
          <p:spPr>
            <a:xfrm>
              <a:off x="3984411" y="469559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BC7AC">
                <a:alpha val="100000"/>
              </a:srgbClr>
            </a:solidFill>
            <a:ln w="5420" cap="flat">
              <a:solidFill>
                <a:srgbClr val="5BC7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53" name="pg2353"/>
            <p:cNvSpPr/>
            <p:nvPr/>
          </p:nvSpPr>
          <p:spPr>
            <a:xfrm>
              <a:off x="3996048" y="469559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AC5AC">
                <a:alpha val="100000"/>
              </a:srgbClr>
            </a:solidFill>
            <a:ln w="5420" cap="flat">
              <a:solidFill>
                <a:srgbClr val="5AC5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54" name="pg2354"/>
            <p:cNvSpPr/>
            <p:nvPr/>
          </p:nvSpPr>
          <p:spPr>
            <a:xfrm>
              <a:off x="4007686" y="469559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9C3AC">
                <a:alpha val="100000"/>
              </a:srgbClr>
            </a:solidFill>
            <a:ln w="5420" cap="flat">
              <a:solidFill>
                <a:srgbClr val="59C3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55" name="pg2355"/>
            <p:cNvSpPr/>
            <p:nvPr/>
          </p:nvSpPr>
          <p:spPr>
            <a:xfrm>
              <a:off x="4019323" y="469559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8C2AC">
                <a:alpha val="100000"/>
              </a:srgbClr>
            </a:solidFill>
            <a:ln w="5420" cap="flat">
              <a:solidFill>
                <a:srgbClr val="58C2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56" name="pg2356"/>
            <p:cNvSpPr/>
            <p:nvPr/>
          </p:nvSpPr>
          <p:spPr>
            <a:xfrm>
              <a:off x="4030960" y="469559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7C1AC">
                <a:alpha val="100000"/>
              </a:srgbClr>
            </a:solidFill>
            <a:ln w="5420" cap="flat">
              <a:solidFill>
                <a:srgbClr val="57C1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57" name="pg2357"/>
            <p:cNvSpPr/>
            <p:nvPr/>
          </p:nvSpPr>
          <p:spPr>
            <a:xfrm>
              <a:off x="4042598" y="469559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6BEAB">
                <a:alpha val="100000"/>
              </a:srgbClr>
            </a:solidFill>
            <a:ln w="5420" cap="flat">
              <a:solidFill>
                <a:srgbClr val="56BE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58" name="pg2358"/>
            <p:cNvSpPr/>
            <p:nvPr/>
          </p:nvSpPr>
          <p:spPr>
            <a:xfrm>
              <a:off x="4054235" y="469559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5BDAB">
                <a:alpha val="100000"/>
              </a:srgbClr>
            </a:solidFill>
            <a:ln w="5420" cap="flat">
              <a:solidFill>
                <a:srgbClr val="55BD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59" name="pg2359"/>
            <p:cNvSpPr/>
            <p:nvPr/>
          </p:nvSpPr>
          <p:spPr>
            <a:xfrm>
              <a:off x="4065872" y="469559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4BCAB">
                <a:alpha val="100000"/>
              </a:srgbClr>
            </a:solidFill>
            <a:ln w="5420" cap="flat">
              <a:solidFill>
                <a:srgbClr val="54BC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60" name="pg2360"/>
            <p:cNvSpPr/>
            <p:nvPr/>
          </p:nvSpPr>
          <p:spPr>
            <a:xfrm>
              <a:off x="4077510" y="469559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4BBAB">
                <a:alpha val="100000"/>
              </a:srgbClr>
            </a:solidFill>
            <a:ln w="5420" cap="flat">
              <a:solidFill>
                <a:srgbClr val="54BB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61" name="pg2361"/>
            <p:cNvSpPr/>
            <p:nvPr/>
          </p:nvSpPr>
          <p:spPr>
            <a:xfrm>
              <a:off x="4089147" y="469559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3BAAB">
                <a:alpha val="100000"/>
              </a:srgbClr>
            </a:solidFill>
            <a:ln w="5420" cap="flat">
              <a:solidFill>
                <a:srgbClr val="53BA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62" name="pg2362"/>
            <p:cNvSpPr/>
            <p:nvPr/>
          </p:nvSpPr>
          <p:spPr>
            <a:xfrm>
              <a:off x="4100784" y="469559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3BAAB">
                <a:alpha val="100000"/>
              </a:srgbClr>
            </a:solidFill>
            <a:ln w="5420" cap="flat">
              <a:solidFill>
                <a:srgbClr val="53BA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63" name="pg2363"/>
            <p:cNvSpPr/>
            <p:nvPr/>
          </p:nvSpPr>
          <p:spPr>
            <a:xfrm>
              <a:off x="4112422" y="469559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2B9AB">
                <a:alpha val="100000"/>
              </a:srgbClr>
            </a:solidFill>
            <a:ln w="5420" cap="flat">
              <a:solidFill>
                <a:srgbClr val="52B9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64" name="pg2364"/>
            <p:cNvSpPr/>
            <p:nvPr/>
          </p:nvSpPr>
          <p:spPr>
            <a:xfrm>
              <a:off x="4124059" y="469559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2B9AB">
                <a:alpha val="100000"/>
              </a:srgbClr>
            </a:solidFill>
            <a:ln w="5420" cap="flat">
              <a:solidFill>
                <a:srgbClr val="52B9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65" name="pg2365"/>
            <p:cNvSpPr/>
            <p:nvPr/>
          </p:nvSpPr>
          <p:spPr>
            <a:xfrm>
              <a:off x="4135696" y="469559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2B8AB">
                <a:alpha val="100000"/>
              </a:srgbClr>
            </a:solidFill>
            <a:ln w="5420" cap="flat">
              <a:solidFill>
                <a:srgbClr val="52B8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66" name="pg2366"/>
            <p:cNvSpPr/>
            <p:nvPr/>
          </p:nvSpPr>
          <p:spPr>
            <a:xfrm>
              <a:off x="4147334" y="469559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1B8AB">
                <a:alpha val="100000"/>
              </a:srgbClr>
            </a:solidFill>
            <a:ln w="5420" cap="flat">
              <a:solidFill>
                <a:srgbClr val="51B8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67" name="pg2367"/>
            <p:cNvSpPr/>
            <p:nvPr/>
          </p:nvSpPr>
          <p:spPr>
            <a:xfrm>
              <a:off x="4554640" y="469559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81A4">
                <a:alpha val="100000"/>
              </a:srgbClr>
            </a:solidFill>
            <a:ln w="5420" cap="flat">
              <a:solidFill>
                <a:srgbClr val="3981A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68" name="pg2368"/>
            <p:cNvSpPr/>
            <p:nvPr/>
          </p:nvSpPr>
          <p:spPr>
            <a:xfrm>
              <a:off x="4566278" y="469559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80A4">
                <a:alpha val="100000"/>
              </a:srgbClr>
            </a:solidFill>
            <a:ln w="5420" cap="flat">
              <a:solidFill>
                <a:srgbClr val="3A80A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69" name="pg2369"/>
            <p:cNvSpPr/>
            <p:nvPr/>
          </p:nvSpPr>
          <p:spPr>
            <a:xfrm>
              <a:off x="4577915" y="469559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80A4">
                <a:alpha val="100000"/>
              </a:srgbClr>
            </a:solidFill>
            <a:ln w="5420" cap="flat">
              <a:solidFill>
                <a:srgbClr val="3A80A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70" name="pg2370"/>
            <p:cNvSpPr/>
            <p:nvPr/>
          </p:nvSpPr>
          <p:spPr>
            <a:xfrm>
              <a:off x="4589552" y="469559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82A4">
                <a:alpha val="100000"/>
              </a:srgbClr>
            </a:solidFill>
            <a:ln w="5420" cap="flat">
              <a:solidFill>
                <a:srgbClr val="3982A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71" name="pg2371"/>
            <p:cNvSpPr/>
            <p:nvPr/>
          </p:nvSpPr>
          <p:spPr>
            <a:xfrm>
              <a:off x="3600379" y="470989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3D3B3">
                <a:alpha val="100000"/>
              </a:srgbClr>
            </a:solidFill>
            <a:ln w="5420" cap="flat">
              <a:solidFill>
                <a:srgbClr val="73D3B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72" name="pg2372"/>
            <p:cNvSpPr/>
            <p:nvPr/>
          </p:nvSpPr>
          <p:spPr>
            <a:xfrm>
              <a:off x="3612016" y="470989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3D3B3">
                <a:alpha val="100000"/>
              </a:srgbClr>
            </a:solidFill>
            <a:ln w="5420" cap="flat">
              <a:solidFill>
                <a:srgbClr val="73D3B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73" name="pg2373"/>
            <p:cNvSpPr/>
            <p:nvPr/>
          </p:nvSpPr>
          <p:spPr>
            <a:xfrm>
              <a:off x="3623654" y="470989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2D3B3">
                <a:alpha val="100000"/>
              </a:srgbClr>
            </a:solidFill>
            <a:ln w="5420" cap="flat">
              <a:solidFill>
                <a:srgbClr val="72D3B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74" name="pg2374"/>
            <p:cNvSpPr/>
            <p:nvPr/>
          </p:nvSpPr>
          <p:spPr>
            <a:xfrm>
              <a:off x="3635291" y="470989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3D3B3">
                <a:alpha val="100000"/>
              </a:srgbClr>
            </a:solidFill>
            <a:ln w="5420" cap="flat">
              <a:solidFill>
                <a:srgbClr val="73D3B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75" name="pg2375"/>
            <p:cNvSpPr/>
            <p:nvPr/>
          </p:nvSpPr>
          <p:spPr>
            <a:xfrm>
              <a:off x="3646928" y="470989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3D3B3">
                <a:alpha val="100000"/>
              </a:srgbClr>
            </a:solidFill>
            <a:ln w="5420" cap="flat">
              <a:solidFill>
                <a:srgbClr val="73D3B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76" name="pg2376"/>
            <p:cNvSpPr/>
            <p:nvPr/>
          </p:nvSpPr>
          <p:spPr>
            <a:xfrm>
              <a:off x="3658566" y="470989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3D3B3">
                <a:alpha val="100000"/>
              </a:srgbClr>
            </a:solidFill>
            <a:ln w="5420" cap="flat">
              <a:solidFill>
                <a:srgbClr val="73D3B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77" name="pg2377"/>
            <p:cNvSpPr/>
            <p:nvPr/>
          </p:nvSpPr>
          <p:spPr>
            <a:xfrm>
              <a:off x="3670203" y="470989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4D3B3">
                <a:alpha val="100000"/>
              </a:srgbClr>
            </a:solidFill>
            <a:ln w="5420" cap="flat">
              <a:solidFill>
                <a:srgbClr val="74D3B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78" name="pg2378"/>
            <p:cNvSpPr/>
            <p:nvPr/>
          </p:nvSpPr>
          <p:spPr>
            <a:xfrm>
              <a:off x="3681840" y="470989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4D4B4">
                <a:alpha val="100000"/>
              </a:srgbClr>
            </a:solidFill>
            <a:ln w="5420" cap="flat">
              <a:solidFill>
                <a:srgbClr val="74D4B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79" name="pg2379"/>
            <p:cNvSpPr/>
            <p:nvPr/>
          </p:nvSpPr>
          <p:spPr>
            <a:xfrm>
              <a:off x="3693478" y="470989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6D4B4">
                <a:alpha val="100000"/>
              </a:srgbClr>
            </a:solidFill>
            <a:ln w="5420" cap="flat">
              <a:solidFill>
                <a:srgbClr val="76D4B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80" name="pg2380"/>
            <p:cNvSpPr/>
            <p:nvPr/>
          </p:nvSpPr>
          <p:spPr>
            <a:xfrm>
              <a:off x="3705115" y="470989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6D4B4">
                <a:alpha val="100000"/>
              </a:srgbClr>
            </a:solidFill>
            <a:ln w="5420" cap="flat">
              <a:solidFill>
                <a:srgbClr val="76D4B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81" name="pg2381"/>
            <p:cNvSpPr/>
            <p:nvPr/>
          </p:nvSpPr>
          <p:spPr>
            <a:xfrm>
              <a:off x="3716752" y="470989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6D4B4">
                <a:alpha val="100000"/>
              </a:srgbClr>
            </a:solidFill>
            <a:ln w="5420" cap="flat">
              <a:solidFill>
                <a:srgbClr val="76D4B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82" name="pg2382"/>
            <p:cNvSpPr/>
            <p:nvPr/>
          </p:nvSpPr>
          <p:spPr>
            <a:xfrm>
              <a:off x="3728390" y="470989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6D4B4">
                <a:alpha val="100000"/>
              </a:srgbClr>
            </a:solidFill>
            <a:ln w="5420" cap="flat">
              <a:solidFill>
                <a:srgbClr val="76D4B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83" name="pg2383"/>
            <p:cNvSpPr/>
            <p:nvPr/>
          </p:nvSpPr>
          <p:spPr>
            <a:xfrm>
              <a:off x="3740027" y="470989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6D4B4">
                <a:alpha val="100000"/>
              </a:srgbClr>
            </a:solidFill>
            <a:ln w="5420" cap="flat">
              <a:solidFill>
                <a:srgbClr val="76D4B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84" name="pg2384"/>
            <p:cNvSpPr/>
            <p:nvPr/>
          </p:nvSpPr>
          <p:spPr>
            <a:xfrm>
              <a:off x="3751664" y="470989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6D4B4">
                <a:alpha val="100000"/>
              </a:srgbClr>
            </a:solidFill>
            <a:ln w="5420" cap="flat">
              <a:solidFill>
                <a:srgbClr val="76D4B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85" name="pg2385"/>
            <p:cNvSpPr/>
            <p:nvPr/>
          </p:nvSpPr>
          <p:spPr>
            <a:xfrm>
              <a:off x="3763302" y="470989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6D4B4">
                <a:alpha val="100000"/>
              </a:srgbClr>
            </a:solidFill>
            <a:ln w="5420" cap="flat">
              <a:solidFill>
                <a:srgbClr val="76D4B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86" name="pg2386"/>
            <p:cNvSpPr/>
            <p:nvPr/>
          </p:nvSpPr>
          <p:spPr>
            <a:xfrm>
              <a:off x="3774939" y="470989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6D4B4">
                <a:alpha val="100000"/>
              </a:srgbClr>
            </a:solidFill>
            <a:ln w="5420" cap="flat">
              <a:solidFill>
                <a:srgbClr val="76D4B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87" name="pg2387"/>
            <p:cNvSpPr/>
            <p:nvPr/>
          </p:nvSpPr>
          <p:spPr>
            <a:xfrm>
              <a:off x="3786576" y="470989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7D4B5">
                <a:alpha val="100000"/>
              </a:srgbClr>
            </a:solidFill>
            <a:ln w="5420" cap="flat">
              <a:solidFill>
                <a:srgbClr val="77D4B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88" name="pg2388"/>
            <p:cNvSpPr/>
            <p:nvPr/>
          </p:nvSpPr>
          <p:spPr>
            <a:xfrm>
              <a:off x="3798214" y="470989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8D5B5">
                <a:alpha val="100000"/>
              </a:srgbClr>
            </a:solidFill>
            <a:ln w="5420" cap="flat">
              <a:solidFill>
                <a:srgbClr val="78D5B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89" name="pg2389"/>
            <p:cNvSpPr/>
            <p:nvPr/>
          </p:nvSpPr>
          <p:spPr>
            <a:xfrm>
              <a:off x="3809851" y="470989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BD6B6">
                <a:alpha val="100000"/>
              </a:srgbClr>
            </a:solidFill>
            <a:ln w="5420" cap="flat">
              <a:solidFill>
                <a:srgbClr val="7BD6B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90" name="pg2390"/>
            <p:cNvSpPr/>
            <p:nvPr/>
          </p:nvSpPr>
          <p:spPr>
            <a:xfrm>
              <a:off x="3821488" y="470989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CD6B7">
                <a:alpha val="100000"/>
              </a:srgbClr>
            </a:solidFill>
            <a:ln w="5420" cap="flat">
              <a:solidFill>
                <a:srgbClr val="7CD6B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91" name="pg2391"/>
            <p:cNvSpPr/>
            <p:nvPr/>
          </p:nvSpPr>
          <p:spPr>
            <a:xfrm>
              <a:off x="3833126" y="470989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DD6B7">
                <a:alpha val="100000"/>
              </a:srgbClr>
            </a:solidFill>
            <a:ln w="5420" cap="flat">
              <a:solidFill>
                <a:srgbClr val="7DD6B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92" name="pg2392"/>
            <p:cNvSpPr/>
            <p:nvPr/>
          </p:nvSpPr>
          <p:spPr>
            <a:xfrm>
              <a:off x="3844763" y="470989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DD6B7">
                <a:alpha val="100000"/>
              </a:srgbClr>
            </a:solidFill>
            <a:ln w="5420" cap="flat">
              <a:solidFill>
                <a:srgbClr val="7DD6B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93" name="pg2393"/>
            <p:cNvSpPr/>
            <p:nvPr/>
          </p:nvSpPr>
          <p:spPr>
            <a:xfrm>
              <a:off x="3856400" y="470989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CD6B7">
                <a:alpha val="100000"/>
              </a:srgbClr>
            </a:solidFill>
            <a:ln w="5420" cap="flat">
              <a:solidFill>
                <a:srgbClr val="7CD6B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94" name="pg2394"/>
            <p:cNvSpPr/>
            <p:nvPr/>
          </p:nvSpPr>
          <p:spPr>
            <a:xfrm>
              <a:off x="3868038" y="470989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BD5B6">
                <a:alpha val="100000"/>
              </a:srgbClr>
            </a:solidFill>
            <a:ln w="5420" cap="flat">
              <a:solidFill>
                <a:srgbClr val="7BD5B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95" name="pg2395"/>
            <p:cNvSpPr/>
            <p:nvPr/>
          </p:nvSpPr>
          <p:spPr>
            <a:xfrm>
              <a:off x="3879675" y="470989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8D5B5">
                <a:alpha val="100000"/>
              </a:srgbClr>
            </a:solidFill>
            <a:ln w="5420" cap="flat">
              <a:solidFill>
                <a:srgbClr val="78D5B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96" name="pg2396"/>
            <p:cNvSpPr/>
            <p:nvPr/>
          </p:nvSpPr>
          <p:spPr>
            <a:xfrm>
              <a:off x="3891312" y="470989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5D4B4">
                <a:alpha val="100000"/>
              </a:srgbClr>
            </a:solidFill>
            <a:ln w="5420" cap="flat">
              <a:solidFill>
                <a:srgbClr val="75D4B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97" name="pg2397"/>
            <p:cNvSpPr/>
            <p:nvPr/>
          </p:nvSpPr>
          <p:spPr>
            <a:xfrm>
              <a:off x="3902950" y="470989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1D3B2">
                <a:alpha val="100000"/>
              </a:srgbClr>
            </a:solidFill>
            <a:ln w="5420" cap="flat">
              <a:solidFill>
                <a:srgbClr val="71D3B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98" name="pg2398"/>
            <p:cNvSpPr/>
            <p:nvPr/>
          </p:nvSpPr>
          <p:spPr>
            <a:xfrm>
              <a:off x="3914587" y="470989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DD2B1">
                <a:alpha val="100000"/>
              </a:srgbClr>
            </a:solidFill>
            <a:ln w="5420" cap="flat">
              <a:solidFill>
                <a:srgbClr val="6DD2B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99" name="pg2399"/>
            <p:cNvSpPr/>
            <p:nvPr/>
          </p:nvSpPr>
          <p:spPr>
            <a:xfrm>
              <a:off x="3926224" y="470989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4CFAD">
                <a:alpha val="100000"/>
              </a:srgbClr>
            </a:solidFill>
            <a:ln w="5420" cap="flat">
              <a:solidFill>
                <a:srgbClr val="64CFA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00" name="pg2400"/>
            <p:cNvSpPr/>
            <p:nvPr/>
          </p:nvSpPr>
          <p:spPr>
            <a:xfrm>
              <a:off x="3937862" y="470989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0CEAC">
                <a:alpha val="100000"/>
              </a:srgbClr>
            </a:solidFill>
            <a:ln w="5420" cap="flat">
              <a:solidFill>
                <a:srgbClr val="60CE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01" name="pg2401"/>
            <p:cNvSpPr/>
            <p:nvPr/>
          </p:nvSpPr>
          <p:spPr>
            <a:xfrm>
              <a:off x="3949499" y="470989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FCCAC">
                <a:alpha val="100000"/>
              </a:srgbClr>
            </a:solidFill>
            <a:ln w="5420" cap="flat">
              <a:solidFill>
                <a:srgbClr val="5FCC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02" name="pg2402"/>
            <p:cNvSpPr/>
            <p:nvPr/>
          </p:nvSpPr>
          <p:spPr>
            <a:xfrm>
              <a:off x="3961136" y="470989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ECAAC">
                <a:alpha val="100000"/>
              </a:srgbClr>
            </a:solidFill>
            <a:ln w="5420" cap="flat">
              <a:solidFill>
                <a:srgbClr val="5ECA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03" name="pg2403"/>
            <p:cNvSpPr/>
            <p:nvPr/>
          </p:nvSpPr>
          <p:spPr>
            <a:xfrm>
              <a:off x="3972774" y="470989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CC8AC">
                <a:alpha val="100000"/>
              </a:srgbClr>
            </a:solidFill>
            <a:ln w="5420" cap="flat">
              <a:solidFill>
                <a:srgbClr val="5CC8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04" name="pg2404"/>
            <p:cNvSpPr/>
            <p:nvPr/>
          </p:nvSpPr>
          <p:spPr>
            <a:xfrm>
              <a:off x="3984411" y="470989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BC7AC">
                <a:alpha val="100000"/>
              </a:srgbClr>
            </a:solidFill>
            <a:ln w="5420" cap="flat">
              <a:solidFill>
                <a:srgbClr val="5BC7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05" name="pg2405"/>
            <p:cNvSpPr/>
            <p:nvPr/>
          </p:nvSpPr>
          <p:spPr>
            <a:xfrm>
              <a:off x="3996048" y="470989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AC5AC">
                <a:alpha val="100000"/>
              </a:srgbClr>
            </a:solidFill>
            <a:ln w="5420" cap="flat">
              <a:solidFill>
                <a:srgbClr val="5AC5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06" name="pg2406"/>
            <p:cNvSpPr/>
            <p:nvPr/>
          </p:nvSpPr>
          <p:spPr>
            <a:xfrm>
              <a:off x="4007686" y="470989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9C3AC">
                <a:alpha val="100000"/>
              </a:srgbClr>
            </a:solidFill>
            <a:ln w="5420" cap="flat">
              <a:solidFill>
                <a:srgbClr val="59C3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07" name="pg2407"/>
            <p:cNvSpPr/>
            <p:nvPr/>
          </p:nvSpPr>
          <p:spPr>
            <a:xfrm>
              <a:off x="4019323" y="470989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8C2AC">
                <a:alpha val="100000"/>
              </a:srgbClr>
            </a:solidFill>
            <a:ln w="5420" cap="flat">
              <a:solidFill>
                <a:srgbClr val="58C2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08" name="pg2408"/>
            <p:cNvSpPr/>
            <p:nvPr/>
          </p:nvSpPr>
          <p:spPr>
            <a:xfrm>
              <a:off x="4030960" y="470989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7C1AC">
                <a:alpha val="100000"/>
              </a:srgbClr>
            </a:solidFill>
            <a:ln w="5420" cap="flat">
              <a:solidFill>
                <a:srgbClr val="57C1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09" name="pg2409"/>
            <p:cNvSpPr/>
            <p:nvPr/>
          </p:nvSpPr>
          <p:spPr>
            <a:xfrm>
              <a:off x="4042598" y="470989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6BEAB">
                <a:alpha val="100000"/>
              </a:srgbClr>
            </a:solidFill>
            <a:ln w="5420" cap="flat">
              <a:solidFill>
                <a:srgbClr val="56BE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10" name="pg2410"/>
            <p:cNvSpPr/>
            <p:nvPr/>
          </p:nvSpPr>
          <p:spPr>
            <a:xfrm>
              <a:off x="4054235" y="470989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5BDAB">
                <a:alpha val="100000"/>
              </a:srgbClr>
            </a:solidFill>
            <a:ln w="5420" cap="flat">
              <a:solidFill>
                <a:srgbClr val="55BD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11" name="pg2411"/>
            <p:cNvSpPr/>
            <p:nvPr/>
          </p:nvSpPr>
          <p:spPr>
            <a:xfrm>
              <a:off x="4065872" y="470989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4BCAB">
                <a:alpha val="100000"/>
              </a:srgbClr>
            </a:solidFill>
            <a:ln w="5420" cap="flat">
              <a:solidFill>
                <a:srgbClr val="54BC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12" name="pg2412"/>
            <p:cNvSpPr/>
            <p:nvPr/>
          </p:nvSpPr>
          <p:spPr>
            <a:xfrm>
              <a:off x="4077510" y="470989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4BBAB">
                <a:alpha val="100000"/>
              </a:srgbClr>
            </a:solidFill>
            <a:ln w="5420" cap="flat">
              <a:solidFill>
                <a:srgbClr val="54BB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13" name="pg2413"/>
            <p:cNvSpPr/>
            <p:nvPr/>
          </p:nvSpPr>
          <p:spPr>
            <a:xfrm>
              <a:off x="4089147" y="470989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3BAAB">
                <a:alpha val="100000"/>
              </a:srgbClr>
            </a:solidFill>
            <a:ln w="5420" cap="flat">
              <a:solidFill>
                <a:srgbClr val="53BA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14" name="pg2414"/>
            <p:cNvSpPr/>
            <p:nvPr/>
          </p:nvSpPr>
          <p:spPr>
            <a:xfrm>
              <a:off x="4100784" y="470989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3BAAB">
                <a:alpha val="100000"/>
              </a:srgbClr>
            </a:solidFill>
            <a:ln w="5420" cap="flat">
              <a:solidFill>
                <a:srgbClr val="53BA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15" name="pg2415"/>
            <p:cNvSpPr/>
            <p:nvPr/>
          </p:nvSpPr>
          <p:spPr>
            <a:xfrm>
              <a:off x="4112422" y="470989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2B9AB">
                <a:alpha val="100000"/>
              </a:srgbClr>
            </a:solidFill>
            <a:ln w="5420" cap="flat">
              <a:solidFill>
                <a:srgbClr val="52B9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16" name="pg2416"/>
            <p:cNvSpPr/>
            <p:nvPr/>
          </p:nvSpPr>
          <p:spPr>
            <a:xfrm>
              <a:off x="4124059" y="470989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2B9AB">
                <a:alpha val="100000"/>
              </a:srgbClr>
            </a:solidFill>
            <a:ln w="5420" cap="flat">
              <a:solidFill>
                <a:srgbClr val="52B9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17" name="pg2417"/>
            <p:cNvSpPr/>
            <p:nvPr/>
          </p:nvSpPr>
          <p:spPr>
            <a:xfrm>
              <a:off x="4135696" y="470989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2B9AB">
                <a:alpha val="100000"/>
              </a:srgbClr>
            </a:solidFill>
            <a:ln w="5420" cap="flat">
              <a:solidFill>
                <a:srgbClr val="52B9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18" name="pg2418"/>
            <p:cNvSpPr/>
            <p:nvPr/>
          </p:nvSpPr>
          <p:spPr>
            <a:xfrm>
              <a:off x="4147334" y="470989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1B8AB">
                <a:alpha val="100000"/>
              </a:srgbClr>
            </a:solidFill>
            <a:ln w="5420" cap="flat">
              <a:solidFill>
                <a:srgbClr val="51B8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19" name="pg2419"/>
            <p:cNvSpPr/>
            <p:nvPr/>
          </p:nvSpPr>
          <p:spPr>
            <a:xfrm>
              <a:off x="4263707" y="470989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FB4AB">
                <a:alpha val="100000"/>
              </a:srgbClr>
            </a:solidFill>
            <a:ln w="5420" cap="flat">
              <a:solidFill>
                <a:srgbClr val="4FB4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20" name="pg2420"/>
            <p:cNvSpPr/>
            <p:nvPr/>
          </p:nvSpPr>
          <p:spPr>
            <a:xfrm>
              <a:off x="4275344" y="470989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EB4AB">
                <a:alpha val="100000"/>
              </a:srgbClr>
            </a:solidFill>
            <a:ln w="5420" cap="flat">
              <a:solidFill>
                <a:srgbClr val="4EB4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21" name="pg2421"/>
            <p:cNvSpPr/>
            <p:nvPr/>
          </p:nvSpPr>
          <p:spPr>
            <a:xfrm>
              <a:off x="4286982" y="470989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CB1AB">
                <a:alpha val="100000"/>
              </a:srgbClr>
            </a:solidFill>
            <a:ln w="5420" cap="flat">
              <a:solidFill>
                <a:srgbClr val="4CB1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22" name="pg2422"/>
            <p:cNvSpPr/>
            <p:nvPr/>
          </p:nvSpPr>
          <p:spPr>
            <a:xfrm>
              <a:off x="4298619" y="470989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BB0AB">
                <a:alpha val="100000"/>
              </a:srgbClr>
            </a:solidFill>
            <a:ln w="5420" cap="flat">
              <a:solidFill>
                <a:srgbClr val="4BB0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23" name="pg2423"/>
            <p:cNvSpPr/>
            <p:nvPr/>
          </p:nvSpPr>
          <p:spPr>
            <a:xfrm>
              <a:off x="4554640" y="470989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82A5">
                <a:alpha val="100000"/>
              </a:srgbClr>
            </a:solidFill>
            <a:ln w="5420" cap="flat">
              <a:solidFill>
                <a:srgbClr val="3982A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24" name="pg2424"/>
            <p:cNvSpPr/>
            <p:nvPr/>
          </p:nvSpPr>
          <p:spPr>
            <a:xfrm>
              <a:off x="4566278" y="470989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81A4">
                <a:alpha val="100000"/>
              </a:srgbClr>
            </a:solidFill>
            <a:ln w="5420" cap="flat">
              <a:solidFill>
                <a:srgbClr val="3981A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25" name="pg2425"/>
            <p:cNvSpPr/>
            <p:nvPr/>
          </p:nvSpPr>
          <p:spPr>
            <a:xfrm>
              <a:off x="4577915" y="470989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82A4">
                <a:alpha val="100000"/>
              </a:srgbClr>
            </a:solidFill>
            <a:ln w="5420" cap="flat">
              <a:solidFill>
                <a:srgbClr val="3982A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26" name="pg2426"/>
            <p:cNvSpPr/>
            <p:nvPr/>
          </p:nvSpPr>
          <p:spPr>
            <a:xfrm>
              <a:off x="4589552" y="470989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83A5">
                <a:alpha val="100000"/>
              </a:srgbClr>
            </a:solidFill>
            <a:ln w="5420" cap="flat">
              <a:solidFill>
                <a:srgbClr val="3983A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27" name="pg2427"/>
            <p:cNvSpPr/>
            <p:nvPr/>
          </p:nvSpPr>
          <p:spPr>
            <a:xfrm>
              <a:off x="4601190" y="470989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85A5">
                <a:alpha val="100000"/>
              </a:srgbClr>
            </a:solidFill>
            <a:ln w="5420" cap="flat">
              <a:solidFill>
                <a:srgbClr val="3985A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28" name="pg2428"/>
            <p:cNvSpPr/>
            <p:nvPr/>
          </p:nvSpPr>
          <p:spPr>
            <a:xfrm>
              <a:off x="3251259" y="472419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CC7AC">
                <a:alpha val="100000"/>
              </a:srgbClr>
            </a:solidFill>
            <a:ln w="5420" cap="flat">
              <a:solidFill>
                <a:srgbClr val="5CC7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29" name="pg2429"/>
            <p:cNvSpPr/>
            <p:nvPr/>
          </p:nvSpPr>
          <p:spPr>
            <a:xfrm>
              <a:off x="3262897" y="472419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CC8AC">
                <a:alpha val="100000"/>
              </a:srgbClr>
            </a:solidFill>
            <a:ln w="5420" cap="flat">
              <a:solidFill>
                <a:srgbClr val="5CC8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30" name="pg2430"/>
            <p:cNvSpPr/>
            <p:nvPr/>
          </p:nvSpPr>
          <p:spPr>
            <a:xfrm>
              <a:off x="3600379" y="472419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4D3B3">
                <a:alpha val="100000"/>
              </a:srgbClr>
            </a:solidFill>
            <a:ln w="5420" cap="flat">
              <a:solidFill>
                <a:srgbClr val="74D3B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31" name="pg2431"/>
            <p:cNvSpPr/>
            <p:nvPr/>
          </p:nvSpPr>
          <p:spPr>
            <a:xfrm>
              <a:off x="3612016" y="472419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3D3B3">
                <a:alpha val="100000"/>
              </a:srgbClr>
            </a:solidFill>
            <a:ln w="5420" cap="flat">
              <a:solidFill>
                <a:srgbClr val="73D3B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32" name="pg2432"/>
            <p:cNvSpPr/>
            <p:nvPr/>
          </p:nvSpPr>
          <p:spPr>
            <a:xfrm>
              <a:off x="3623654" y="472419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3D3B3">
                <a:alpha val="100000"/>
              </a:srgbClr>
            </a:solidFill>
            <a:ln w="5420" cap="flat">
              <a:solidFill>
                <a:srgbClr val="73D3B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33" name="pg2433"/>
            <p:cNvSpPr/>
            <p:nvPr/>
          </p:nvSpPr>
          <p:spPr>
            <a:xfrm>
              <a:off x="3635291" y="472419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3D3B3">
                <a:alpha val="100000"/>
              </a:srgbClr>
            </a:solidFill>
            <a:ln w="5420" cap="flat">
              <a:solidFill>
                <a:srgbClr val="73D3B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34" name="pg2434"/>
            <p:cNvSpPr/>
            <p:nvPr/>
          </p:nvSpPr>
          <p:spPr>
            <a:xfrm>
              <a:off x="3646928" y="472419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4D3B3">
                <a:alpha val="100000"/>
              </a:srgbClr>
            </a:solidFill>
            <a:ln w="5420" cap="flat">
              <a:solidFill>
                <a:srgbClr val="74D3B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35" name="pg2435"/>
            <p:cNvSpPr/>
            <p:nvPr/>
          </p:nvSpPr>
          <p:spPr>
            <a:xfrm>
              <a:off x="3658566" y="472419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4D3B4">
                <a:alpha val="100000"/>
              </a:srgbClr>
            </a:solidFill>
            <a:ln w="5420" cap="flat">
              <a:solidFill>
                <a:srgbClr val="74D3B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36" name="pg2436"/>
            <p:cNvSpPr/>
            <p:nvPr/>
          </p:nvSpPr>
          <p:spPr>
            <a:xfrm>
              <a:off x="3670203" y="472419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5D4B4">
                <a:alpha val="100000"/>
              </a:srgbClr>
            </a:solidFill>
            <a:ln w="5420" cap="flat">
              <a:solidFill>
                <a:srgbClr val="75D4B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37" name="pg2437"/>
            <p:cNvSpPr/>
            <p:nvPr/>
          </p:nvSpPr>
          <p:spPr>
            <a:xfrm>
              <a:off x="3681840" y="472419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6D4B4">
                <a:alpha val="100000"/>
              </a:srgbClr>
            </a:solidFill>
            <a:ln w="5420" cap="flat">
              <a:solidFill>
                <a:srgbClr val="76D4B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38" name="pg2438"/>
            <p:cNvSpPr/>
            <p:nvPr/>
          </p:nvSpPr>
          <p:spPr>
            <a:xfrm>
              <a:off x="3693478" y="472419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7D4B5">
                <a:alpha val="100000"/>
              </a:srgbClr>
            </a:solidFill>
            <a:ln w="5420" cap="flat">
              <a:solidFill>
                <a:srgbClr val="77D4B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39" name="pg2439"/>
            <p:cNvSpPr/>
            <p:nvPr/>
          </p:nvSpPr>
          <p:spPr>
            <a:xfrm>
              <a:off x="3705115" y="472419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8D5B5">
                <a:alpha val="100000"/>
              </a:srgbClr>
            </a:solidFill>
            <a:ln w="5420" cap="flat">
              <a:solidFill>
                <a:srgbClr val="78D5B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40" name="pg2440"/>
            <p:cNvSpPr/>
            <p:nvPr/>
          </p:nvSpPr>
          <p:spPr>
            <a:xfrm>
              <a:off x="3716752" y="472419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8D5B5">
                <a:alpha val="100000"/>
              </a:srgbClr>
            </a:solidFill>
            <a:ln w="5420" cap="flat">
              <a:solidFill>
                <a:srgbClr val="78D5B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41" name="pg2441"/>
            <p:cNvSpPr/>
            <p:nvPr/>
          </p:nvSpPr>
          <p:spPr>
            <a:xfrm>
              <a:off x="3728390" y="472419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8D5B5">
                <a:alpha val="100000"/>
              </a:srgbClr>
            </a:solidFill>
            <a:ln w="5420" cap="flat">
              <a:solidFill>
                <a:srgbClr val="78D5B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42" name="pg2442"/>
            <p:cNvSpPr/>
            <p:nvPr/>
          </p:nvSpPr>
          <p:spPr>
            <a:xfrm>
              <a:off x="3740027" y="472419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8D5B5">
                <a:alpha val="100000"/>
              </a:srgbClr>
            </a:solidFill>
            <a:ln w="5420" cap="flat">
              <a:solidFill>
                <a:srgbClr val="78D5B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43" name="pg2443"/>
            <p:cNvSpPr/>
            <p:nvPr/>
          </p:nvSpPr>
          <p:spPr>
            <a:xfrm>
              <a:off x="3751664" y="472419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8D4B5">
                <a:alpha val="100000"/>
              </a:srgbClr>
            </a:solidFill>
            <a:ln w="5420" cap="flat">
              <a:solidFill>
                <a:srgbClr val="78D4B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44" name="pg2444"/>
            <p:cNvSpPr/>
            <p:nvPr/>
          </p:nvSpPr>
          <p:spPr>
            <a:xfrm>
              <a:off x="3763302" y="472419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7D4B5">
                <a:alpha val="100000"/>
              </a:srgbClr>
            </a:solidFill>
            <a:ln w="5420" cap="flat">
              <a:solidFill>
                <a:srgbClr val="77D4B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45" name="pg2445"/>
            <p:cNvSpPr/>
            <p:nvPr/>
          </p:nvSpPr>
          <p:spPr>
            <a:xfrm>
              <a:off x="3774939" y="472419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7D4B5">
                <a:alpha val="100000"/>
              </a:srgbClr>
            </a:solidFill>
            <a:ln w="5420" cap="flat">
              <a:solidFill>
                <a:srgbClr val="77D4B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46" name="pg2446"/>
            <p:cNvSpPr/>
            <p:nvPr/>
          </p:nvSpPr>
          <p:spPr>
            <a:xfrm>
              <a:off x="3786576" y="472419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7D4B5">
                <a:alpha val="100000"/>
              </a:srgbClr>
            </a:solidFill>
            <a:ln w="5420" cap="flat">
              <a:solidFill>
                <a:srgbClr val="77D4B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47" name="pg2447"/>
            <p:cNvSpPr/>
            <p:nvPr/>
          </p:nvSpPr>
          <p:spPr>
            <a:xfrm>
              <a:off x="3798214" y="472419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8D5B5">
                <a:alpha val="100000"/>
              </a:srgbClr>
            </a:solidFill>
            <a:ln w="5420" cap="flat">
              <a:solidFill>
                <a:srgbClr val="78D5B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48" name="pg2448"/>
            <p:cNvSpPr/>
            <p:nvPr/>
          </p:nvSpPr>
          <p:spPr>
            <a:xfrm>
              <a:off x="3809851" y="472419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AD5B6">
                <a:alpha val="100000"/>
              </a:srgbClr>
            </a:solidFill>
            <a:ln w="5420" cap="flat">
              <a:solidFill>
                <a:srgbClr val="7AD5B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49" name="pg2449"/>
            <p:cNvSpPr/>
            <p:nvPr/>
          </p:nvSpPr>
          <p:spPr>
            <a:xfrm>
              <a:off x="3821488" y="472419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BD6B6">
                <a:alpha val="100000"/>
              </a:srgbClr>
            </a:solidFill>
            <a:ln w="5420" cap="flat">
              <a:solidFill>
                <a:srgbClr val="7BD6B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50" name="pg2450"/>
            <p:cNvSpPr/>
            <p:nvPr/>
          </p:nvSpPr>
          <p:spPr>
            <a:xfrm>
              <a:off x="3833126" y="472419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CD6B7">
                <a:alpha val="100000"/>
              </a:srgbClr>
            </a:solidFill>
            <a:ln w="5420" cap="flat">
              <a:solidFill>
                <a:srgbClr val="7CD6B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51" name="pg2451"/>
            <p:cNvSpPr/>
            <p:nvPr/>
          </p:nvSpPr>
          <p:spPr>
            <a:xfrm>
              <a:off x="3844763" y="472419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CD6B7">
                <a:alpha val="100000"/>
              </a:srgbClr>
            </a:solidFill>
            <a:ln w="5420" cap="flat">
              <a:solidFill>
                <a:srgbClr val="7CD6B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52" name="pg2452"/>
            <p:cNvSpPr/>
            <p:nvPr/>
          </p:nvSpPr>
          <p:spPr>
            <a:xfrm>
              <a:off x="3856400" y="472419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BD5B6">
                <a:alpha val="100000"/>
              </a:srgbClr>
            </a:solidFill>
            <a:ln w="5420" cap="flat">
              <a:solidFill>
                <a:srgbClr val="7BD5B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53" name="pg2453"/>
            <p:cNvSpPr/>
            <p:nvPr/>
          </p:nvSpPr>
          <p:spPr>
            <a:xfrm>
              <a:off x="3868038" y="472419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9D5B6">
                <a:alpha val="100000"/>
              </a:srgbClr>
            </a:solidFill>
            <a:ln w="5420" cap="flat">
              <a:solidFill>
                <a:srgbClr val="79D5B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54" name="pg2454"/>
            <p:cNvSpPr/>
            <p:nvPr/>
          </p:nvSpPr>
          <p:spPr>
            <a:xfrm>
              <a:off x="3879675" y="472419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7D4B5">
                <a:alpha val="100000"/>
              </a:srgbClr>
            </a:solidFill>
            <a:ln w="5420" cap="flat">
              <a:solidFill>
                <a:srgbClr val="77D4B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55" name="pg2455"/>
            <p:cNvSpPr/>
            <p:nvPr/>
          </p:nvSpPr>
          <p:spPr>
            <a:xfrm>
              <a:off x="3891312" y="472419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4D3B3">
                <a:alpha val="100000"/>
              </a:srgbClr>
            </a:solidFill>
            <a:ln w="5420" cap="flat">
              <a:solidFill>
                <a:srgbClr val="74D3B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56" name="pg2456"/>
            <p:cNvSpPr/>
            <p:nvPr/>
          </p:nvSpPr>
          <p:spPr>
            <a:xfrm>
              <a:off x="3902950" y="472419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0D2B2">
                <a:alpha val="100000"/>
              </a:srgbClr>
            </a:solidFill>
            <a:ln w="5420" cap="flat">
              <a:solidFill>
                <a:srgbClr val="70D2B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57" name="pg2457"/>
            <p:cNvSpPr/>
            <p:nvPr/>
          </p:nvSpPr>
          <p:spPr>
            <a:xfrm>
              <a:off x="3914587" y="472419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DD1B1">
                <a:alpha val="100000"/>
              </a:srgbClr>
            </a:solidFill>
            <a:ln w="5420" cap="flat">
              <a:solidFill>
                <a:srgbClr val="6DD1B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58" name="pg2458"/>
            <p:cNvSpPr/>
            <p:nvPr/>
          </p:nvSpPr>
          <p:spPr>
            <a:xfrm>
              <a:off x="3926224" y="472419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4CFAD">
                <a:alpha val="100000"/>
              </a:srgbClr>
            </a:solidFill>
            <a:ln w="5420" cap="flat">
              <a:solidFill>
                <a:srgbClr val="64CFA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59" name="pg2459"/>
            <p:cNvSpPr/>
            <p:nvPr/>
          </p:nvSpPr>
          <p:spPr>
            <a:xfrm>
              <a:off x="3937862" y="472419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0CEAC">
                <a:alpha val="100000"/>
              </a:srgbClr>
            </a:solidFill>
            <a:ln w="5420" cap="flat">
              <a:solidFill>
                <a:srgbClr val="60CE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60" name="pg2460"/>
            <p:cNvSpPr/>
            <p:nvPr/>
          </p:nvSpPr>
          <p:spPr>
            <a:xfrm>
              <a:off x="3949499" y="472419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FCCAC">
                <a:alpha val="100000"/>
              </a:srgbClr>
            </a:solidFill>
            <a:ln w="5420" cap="flat">
              <a:solidFill>
                <a:srgbClr val="5FCC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61" name="pg2461"/>
            <p:cNvSpPr/>
            <p:nvPr/>
          </p:nvSpPr>
          <p:spPr>
            <a:xfrm>
              <a:off x="3961136" y="472419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DCAAC">
                <a:alpha val="100000"/>
              </a:srgbClr>
            </a:solidFill>
            <a:ln w="5420" cap="flat">
              <a:solidFill>
                <a:srgbClr val="5DCA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62" name="pg2462"/>
            <p:cNvSpPr/>
            <p:nvPr/>
          </p:nvSpPr>
          <p:spPr>
            <a:xfrm>
              <a:off x="3972774" y="472419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CC8AC">
                <a:alpha val="100000"/>
              </a:srgbClr>
            </a:solidFill>
            <a:ln w="5420" cap="flat">
              <a:solidFill>
                <a:srgbClr val="5CC8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63" name="pg2463"/>
            <p:cNvSpPr/>
            <p:nvPr/>
          </p:nvSpPr>
          <p:spPr>
            <a:xfrm>
              <a:off x="3984411" y="472419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BC7AC">
                <a:alpha val="100000"/>
              </a:srgbClr>
            </a:solidFill>
            <a:ln w="5420" cap="flat">
              <a:solidFill>
                <a:srgbClr val="5BC7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64" name="pg2464"/>
            <p:cNvSpPr/>
            <p:nvPr/>
          </p:nvSpPr>
          <p:spPr>
            <a:xfrm>
              <a:off x="3996048" y="472419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AC5AC">
                <a:alpha val="100000"/>
              </a:srgbClr>
            </a:solidFill>
            <a:ln w="5420" cap="flat">
              <a:solidFill>
                <a:srgbClr val="5AC5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65" name="pg2465"/>
            <p:cNvSpPr/>
            <p:nvPr/>
          </p:nvSpPr>
          <p:spPr>
            <a:xfrm>
              <a:off x="4007686" y="472419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9C3AC">
                <a:alpha val="100000"/>
              </a:srgbClr>
            </a:solidFill>
            <a:ln w="5420" cap="flat">
              <a:solidFill>
                <a:srgbClr val="59C3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66" name="pg2466"/>
            <p:cNvSpPr/>
            <p:nvPr/>
          </p:nvSpPr>
          <p:spPr>
            <a:xfrm>
              <a:off x="4019323" y="472419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8C2AC">
                <a:alpha val="100000"/>
              </a:srgbClr>
            </a:solidFill>
            <a:ln w="5420" cap="flat">
              <a:solidFill>
                <a:srgbClr val="58C2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67" name="pg2467"/>
            <p:cNvSpPr/>
            <p:nvPr/>
          </p:nvSpPr>
          <p:spPr>
            <a:xfrm>
              <a:off x="4030960" y="472419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7C0AC">
                <a:alpha val="100000"/>
              </a:srgbClr>
            </a:solidFill>
            <a:ln w="5420" cap="flat">
              <a:solidFill>
                <a:srgbClr val="57C0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68" name="pg2468"/>
            <p:cNvSpPr/>
            <p:nvPr/>
          </p:nvSpPr>
          <p:spPr>
            <a:xfrm>
              <a:off x="4042598" y="472419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5BEAB">
                <a:alpha val="100000"/>
              </a:srgbClr>
            </a:solidFill>
            <a:ln w="5420" cap="flat">
              <a:solidFill>
                <a:srgbClr val="55BE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69" name="pg2469"/>
            <p:cNvSpPr/>
            <p:nvPr/>
          </p:nvSpPr>
          <p:spPr>
            <a:xfrm>
              <a:off x="4054235" y="472419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5BDAB">
                <a:alpha val="100000"/>
              </a:srgbClr>
            </a:solidFill>
            <a:ln w="5420" cap="flat">
              <a:solidFill>
                <a:srgbClr val="55BD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70" name="pg2470"/>
            <p:cNvSpPr/>
            <p:nvPr/>
          </p:nvSpPr>
          <p:spPr>
            <a:xfrm>
              <a:off x="4065872" y="472419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4BCAB">
                <a:alpha val="100000"/>
              </a:srgbClr>
            </a:solidFill>
            <a:ln w="5420" cap="flat">
              <a:solidFill>
                <a:srgbClr val="54BC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71" name="pg2471"/>
            <p:cNvSpPr/>
            <p:nvPr/>
          </p:nvSpPr>
          <p:spPr>
            <a:xfrm>
              <a:off x="4077510" y="472419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3BBAB">
                <a:alpha val="100000"/>
              </a:srgbClr>
            </a:solidFill>
            <a:ln w="5420" cap="flat">
              <a:solidFill>
                <a:srgbClr val="53BB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72" name="pg2472"/>
            <p:cNvSpPr/>
            <p:nvPr/>
          </p:nvSpPr>
          <p:spPr>
            <a:xfrm>
              <a:off x="4089147" y="472419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3BAAB">
                <a:alpha val="100000"/>
              </a:srgbClr>
            </a:solidFill>
            <a:ln w="5420" cap="flat">
              <a:solidFill>
                <a:srgbClr val="53BA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73" name="pg2473"/>
            <p:cNvSpPr/>
            <p:nvPr/>
          </p:nvSpPr>
          <p:spPr>
            <a:xfrm>
              <a:off x="4100784" y="472419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3BAAB">
                <a:alpha val="100000"/>
              </a:srgbClr>
            </a:solidFill>
            <a:ln w="5420" cap="flat">
              <a:solidFill>
                <a:srgbClr val="53BA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74" name="pg2474"/>
            <p:cNvSpPr/>
            <p:nvPr/>
          </p:nvSpPr>
          <p:spPr>
            <a:xfrm>
              <a:off x="4112422" y="472419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2B9AB">
                <a:alpha val="100000"/>
              </a:srgbClr>
            </a:solidFill>
            <a:ln w="5420" cap="flat">
              <a:solidFill>
                <a:srgbClr val="52B9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75" name="pg2475"/>
            <p:cNvSpPr/>
            <p:nvPr/>
          </p:nvSpPr>
          <p:spPr>
            <a:xfrm>
              <a:off x="4124059" y="472419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2B9AB">
                <a:alpha val="100000"/>
              </a:srgbClr>
            </a:solidFill>
            <a:ln w="5420" cap="flat">
              <a:solidFill>
                <a:srgbClr val="52B9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76" name="pg2476"/>
            <p:cNvSpPr/>
            <p:nvPr/>
          </p:nvSpPr>
          <p:spPr>
            <a:xfrm>
              <a:off x="4135696" y="472419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2B9AB">
                <a:alpha val="100000"/>
              </a:srgbClr>
            </a:solidFill>
            <a:ln w="5420" cap="flat">
              <a:solidFill>
                <a:srgbClr val="52B9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77" name="pg2477"/>
            <p:cNvSpPr/>
            <p:nvPr/>
          </p:nvSpPr>
          <p:spPr>
            <a:xfrm>
              <a:off x="4147334" y="472419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2B8AB">
                <a:alpha val="100000"/>
              </a:srgbClr>
            </a:solidFill>
            <a:ln w="5420" cap="flat">
              <a:solidFill>
                <a:srgbClr val="52B8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78" name="pg2478"/>
            <p:cNvSpPr/>
            <p:nvPr/>
          </p:nvSpPr>
          <p:spPr>
            <a:xfrm>
              <a:off x="4252070" y="472419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0B6AB">
                <a:alpha val="100000"/>
              </a:srgbClr>
            </a:solidFill>
            <a:ln w="5420" cap="flat">
              <a:solidFill>
                <a:srgbClr val="50B6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79" name="pg2479"/>
            <p:cNvSpPr/>
            <p:nvPr/>
          </p:nvSpPr>
          <p:spPr>
            <a:xfrm>
              <a:off x="4263707" y="472419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FB5AB">
                <a:alpha val="100000"/>
              </a:srgbClr>
            </a:solidFill>
            <a:ln w="5420" cap="flat">
              <a:solidFill>
                <a:srgbClr val="4FB5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80" name="pg2480"/>
            <p:cNvSpPr/>
            <p:nvPr/>
          </p:nvSpPr>
          <p:spPr>
            <a:xfrm>
              <a:off x="4275344" y="472419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EB4AB">
                <a:alpha val="100000"/>
              </a:srgbClr>
            </a:solidFill>
            <a:ln w="5420" cap="flat">
              <a:solidFill>
                <a:srgbClr val="4EB4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81" name="pg2481"/>
            <p:cNvSpPr/>
            <p:nvPr/>
          </p:nvSpPr>
          <p:spPr>
            <a:xfrm>
              <a:off x="4286982" y="472419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DB2AB">
                <a:alpha val="100000"/>
              </a:srgbClr>
            </a:solidFill>
            <a:ln w="5420" cap="flat">
              <a:solidFill>
                <a:srgbClr val="4DB2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82" name="pg2482"/>
            <p:cNvSpPr/>
            <p:nvPr/>
          </p:nvSpPr>
          <p:spPr>
            <a:xfrm>
              <a:off x="4298619" y="472419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CB1AB">
                <a:alpha val="100000"/>
              </a:srgbClr>
            </a:solidFill>
            <a:ln w="5420" cap="flat">
              <a:solidFill>
                <a:srgbClr val="4CB1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83" name="pg2483"/>
            <p:cNvSpPr/>
            <p:nvPr/>
          </p:nvSpPr>
          <p:spPr>
            <a:xfrm>
              <a:off x="4310256" y="472419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BB0AB">
                <a:alpha val="100000"/>
              </a:srgbClr>
            </a:solidFill>
            <a:ln w="5420" cap="flat">
              <a:solidFill>
                <a:srgbClr val="4BB0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84" name="pg2484"/>
            <p:cNvSpPr/>
            <p:nvPr/>
          </p:nvSpPr>
          <p:spPr>
            <a:xfrm>
              <a:off x="4321894" y="472419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AAEAB">
                <a:alpha val="100000"/>
              </a:srgbClr>
            </a:solidFill>
            <a:ln w="5420" cap="flat">
              <a:solidFill>
                <a:srgbClr val="4AAE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85" name="pg2485"/>
            <p:cNvSpPr/>
            <p:nvPr/>
          </p:nvSpPr>
          <p:spPr>
            <a:xfrm>
              <a:off x="4554640" y="472419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84A5">
                <a:alpha val="100000"/>
              </a:srgbClr>
            </a:solidFill>
            <a:ln w="5420" cap="flat">
              <a:solidFill>
                <a:srgbClr val="3984A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86" name="pg2486"/>
            <p:cNvSpPr/>
            <p:nvPr/>
          </p:nvSpPr>
          <p:spPr>
            <a:xfrm>
              <a:off x="4566278" y="472419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84A5">
                <a:alpha val="100000"/>
              </a:srgbClr>
            </a:solidFill>
            <a:ln w="5420" cap="flat">
              <a:solidFill>
                <a:srgbClr val="3984A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87" name="pg2487"/>
            <p:cNvSpPr/>
            <p:nvPr/>
          </p:nvSpPr>
          <p:spPr>
            <a:xfrm>
              <a:off x="4577915" y="472419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84A5">
                <a:alpha val="100000"/>
              </a:srgbClr>
            </a:solidFill>
            <a:ln w="5420" cap="flat">
              <a:solidFill>
                <a:srgbClr val="3984A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88" name="pg2488"/>
            <p:cNvSpPr/>
            <p:nvPr/>
          </p:nvSpPr>
          <p:spPr>
            <a:xfrm>
              <a:off x="4589552" y="472419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85A5">
                <a:alpha val="100000"/>
              </a:srgbClr>
            </a:solidFill>
            <a:ln w="5420" cap="flat">
              <a:solidFill>
                <a:srgbClr val="3985A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89" name="pg2489"/>
            <p:cNvSpPr/>
            <p:nvPr/>
          </p:nvSpPr>
          <p:spPr>
            <a:xfrm>
              <a:off x="4601190" y="472419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87A6">
                <a:alpha val="100000"/>
              </a:srgbClr>
            </a:solidFill>
            <a:ln w="5420" cap="flat">
              <a:solidFill>
                <a:srgbClr val="3987A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90" name="pg2490"/>
            <p:cNvSpPr/>
            <p:nvPr/>
          </p:nvSpPr>
          <p:spPr>
            <a:xfrm>
              <a:off x="3239622" y="473849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BC6AC">
                <a:alpha val="100000"/>
              </a:srgbClr>
            </a:solidFill>
            <a:ln w="5420" cap="flat">
              <a:solidFill>
                <a:srgbClr val="5BC6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91" name="pg2491"/>
            <p:cNvSpPr/>
            <p:nvPr/>
          </p:nvSpPr>
          <p:spPr>
            <a:xfrm>
              <a:off x="3251259" y="473849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BC6AC">
                <a:alpha val="100000"/>
              </a:srgbClr>
            </a:solidFill>
            <a:ln w="5420" cap="flat">
              <a:solidFill>
                <a:srgbClr val="5BC6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92" name="pg2492"/>
            <p:cNvSpPr/>
            <p:nvPr/>
          </p:nvSpPr>
          <p:spPr>
            <a:xfrm>
              <a:off x="3262897" y="473849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BC7AC">
                <a:alpha val="100000"/>
              </a:srgbClr>
            </a:solidFill>
            <a:ln w="5420" cap="flat">
              <a:solidFill>
                <a:srgbClr val="5BC7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93" name="pg2493"/>
            <p:cNvSpPr/>
            <p:nvPr/>
          </p:nvSpPr>
          <p:spPr>
            <a:xfrm>
              <a:off x="3274534" y="473849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CC8AC">
                <a:alpha val="100000"/>
              </a:srgbClr>
            </a:solidFill>
            <a:ln w="5420" cap="flat">
              <a:solidFill>
                <a:srgbClr val="5CC8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94" name="pg2494"/>
            <p:cNvSpPr/>
            <p:nvPr/>
          </p:nvSpPr>
          <p:spPr>
            <a:xfrm>
              <a:off x="3286171" y="473849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CC8AC">
                <a:alpha val="100000"/>
              </a:srgbClr>
            </a:solidFill>
            <a:ln w="5420" cap="flat">
              <a:solidFill>
                <a:srgbClr val="5CC8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95" name="pg2495"/>
            <p:cNvSpPr/>
            <p:nvPr/>
          </p:nvSpPr>
          <p:spPr>
            <a:xfrm>
              <a:off x="3600379" y="473849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4D4B4">
                <a:alpha val="100000"/>
              </a:srgbClr>
            </a:solidFill>
            <a:ln w="5420" cap="flat">
              <a:solidFill>
                <a:srgbClr val="74D4B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96" name="pg2496"/>
            <p:cNvSpPr/>
            <p:nvPr/>
          </p:nvSpPr>
          <p:spPr>
            <a:xfrm>
              <a:off x="3612016" y="473849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4D3B3">
                <a:alpha val="100000"/>
              </a:srgbClr>
            </a:solidFill>
            <a:ln w="5420" cap="flat">
              <a:solidFill>
                <a:srgbClr val="74D3B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97" name="pg2497"/>
            <p:cNvSpPr/>
            <p:nvPr/>
          </p:nvSpPr>
          <p:spPr>
            <a:xfrm>
              <a:off x="3623654" y="473849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4D3B3">
                <a:alpha val="100000"/>
              </a:srgbClr>
            </a:solidFill>
            <a:ln w="5420" cap="flat">
              <a:solidFill>
                <a:srgbClr val="74D3B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98" name="pg2498"/>
            <p:cNvSpPr/>
            <p:nvPr/>
          </p:nvSpPr>
          <p:spPr>
            <a:xfrm>
              <a:off x="3635291" y="473849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4D3B3">
                <a:alpha val="100000"/>
              </a:srgbClr>
            </a:solidFill>
            <a:ln w="5420" cap="flat">
              <a:solidFill>
                <a:srgbClr val="74D3B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99" name="pg2499"/>
            <p:cNvSpPr/>
            <p:nvPr/>
          </p:nvSpPr>
          <p:spPr>
            <a:xfrm>
              <a:off x="3646928" y="473849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4D3B3">
                <a:alpha val="100000"/>
              </a:srgbClr>
            </a:solidFill>
            <a:ln w="5420" cap="flat">
              <a:solidFill>
                <a:srgbClr val="74D3B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00" name="pg2500"/>
            <p:cNvSpPr/>
            <p:nvPr/>
          </p:nvSpPr>
          <p:spPr>
            <a:xfrm>
              <a:off x="3658566" y="473849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5D4B4">
                <a:alpha val="100000"/>
              </a:srgbClr>
            </a:solidFill>
            <a:ln w="5420" cap="flat">
              <a:solidFill>
                <a:srgbClr val="75D4B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01" name="pg2501"/>
            <p:cNvSpPr/>
            <p:nvPr/>
          </p:nvSpPr>
          <p:spPr>
            <a:xfrm>
              <a:off x="3670203" y="473849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6D4B4">
                <a:alpha val="100000"/>
              </a:srgbClr>
            </a:solidFill>
            <a:ln w="5420" cap="flat">
              <a:solidFill>
                <a:srgbClr val="76D4B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02" name="pg2502"/>
            <p:cNvSpPr/>
            <p:nvPr/>
          </p:nvSpPr>
          <p:spPr>
            <a:xfrm>
              <a:off x="3681840" y="473849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7D4B5">
                <a:alpha val="100000"/>
              </a:srgbClr>
            </a:solidFill>
            <a:ln w="5420" cap="flat">
              <a:solidFill>
                <a:srgbClr val="77D4B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03" name="pg2503"/>
            <p:cNvSpPr/>
            <p:nvPr/>
          </p:nvSpPr>
          <p:spPr>
            <a:xfrm>
              <a:off x="3693478" y="473849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9D5B6">
                <a:alpha val="100000"/>
              </a:srgbClr>
            </a:solidFill>
            <a:ln w="5420" cap="flat">
              <a:solidFill>
                <a:srgbClr val="79D5B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04" name="pg2504"/>
            <p:cNvSpPr/>
            <p:nvPr/>
          </p:nvSpPr>
          <p:spPr>
            <a:xfrm>
              <a:off x="3705115" y="473849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AD5B6">
                <a:alpha val="100000"/>
              </a:srgbClr>
            </a:solidFill>
            <a:ln w="5420" cap="flat">
              <a:solidFill>
                <a:srgbClr val="7AD5B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05" name="pg2505"/>
            <p:cNvSpPr/>
            <p:nvPr/>
          </p:nvSpPr>
          <p:spPr>
            <a:xfrm>
              <a:off x="3716752" y="473849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BD5B6">
                <a:alpha val="100000"/>
              </a:srgbClr>
            </a:solidFill>
            <a:ln w="5420" cap="flat">
              <a:solidFill>
                <a:srgbClr val="7BD5B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06" name="pg2506"/>
            <p:cNvSpPr/>
            <p:nvPr/>
          </p:nvSpPr>
          <p:spPr>
            <a:xfrm>
              <a:off x="3728390" y="473849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BD5B6">
                <a:alpha val="100000"/>
              </a:srgbClr>
            </a:solidFill>
            <a:ln w="5420" cap="flat">
              <a:solidFill>
                <a:srgbClr val="7BD5B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07" name="pg2507"/>
            <p:cNvSpPr/>
            <p:nvPr/>
          </p:nvSpPr>
          <p:spPr>
            <a:xfrm>
              <a:off x="3740027" y="473849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AD5B6">
                <a:alpha val="100000"/>
              </a:srgbClr>
            </a:solidFill>
            <a:ln w="5420" cap="flat">
              <a:solidFill>
                <a:srgbClr val="7AD5B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08" name="pg2508"/>
            <p:cNvSpPr/>
            <p:nvPr/>
          </p:nvSpPr>
          <p:spPr>
            <a:xfrm>
              <a:off x="3751664" y="473849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9D5B6">
                <a:alpha val="100000"/>
              </a:srgbClr>
            </a:solidFill>
            <a:ln w="5420" cap="flat">
              <a:solidFill>
                <a:srgbClr val="79D5B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09" name="pg2509"/>
            <p:cNvSpPr/>
            <p:nvPr/>
          </p:nvSpPr>
          <p:spPr>
            <a:xfrm>
              <a:off x="3856400" y="473849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9D5B5">
                <a:alpha val="100000"/>
              </a:srgbClr>
            </a:solidFill>
            <a:ln w="5420" cap="flat">
              <a:solidFill>
                <a:srgbClr val="79D5B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10" name="pg2510"/>
            <p:cNvSpPr/>
            <p:nvPr/>
          </p:nvSpPr>
          <p:spPr>
            <a:xfrm>
              <a:off x="3868038" y="473849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7D4B5">
                <a:alpha val="100000"/>
              </a:srgbClr>
            </a:solidFill>
            <a:ln w="5420" cap="flat">
              <a:solidFill>
                <a:srgbClr val="77D4B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11" name="pg2511"/>
            <p:cNvSpPr/>
            <p:nvPr/>
          </p:nvSpPr>
          <p:spPr>
            <a:xfrm>
              <a:off x="3879675" y="473849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5D4B4">
                <a:alpha val="100000"/>
              </a:srgbClr>
            </a:solidFill>
            <a:ln w="5420" cap="flat">
              <a:solidFill>
                <a:srgbClr val="75D4B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12" name="pg2512"/>
            <p:cNvSpPr/>
            <p:nvPr/>
          </p:nvSpPr>
          <p:spPr>
            <a:xfrm>
              <a:off x="3891312" y="473849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2D3B3">
                <a:alpha val="100000"/>
              </a:srgbClr>
            </a:solidFill>
            <a:ln w="5420" cap="flat">
              <a:solidFill>
                <a:srgbClr val="72D3B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13" name="pg2513"/>
            <p:cNvSpPr/>
            <p:nvPr/>
          </p:nvSpPr>
          <p:spPr>
            <a:xfrm>
              <a:off x="3902950" y="473849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FD2B1">
                <a:alpha val="100000"/>
              </a:srgbClr>
            </a:solidFill>
            <a:ln w="5420" cap="flat">
              <a:solidFill>
                <a:srgbClr val="6FD2B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14" name="pg2514"/>
            <p:cNvSpPr/>
            <p:nvPr/>
          </p:nvSpPr>
          <p:spPr>
            <a:xfrm>
              <a:off x="3914587" y="473849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BD1B0">
                <a:alpha val="100000"/>
              </a:srgbClr>
            </a:solidFill>
            <a:ln w="5420" cap="flat">
              <a:solidFill>
                <a:srgbClr val="6BD1B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15" name="pg2515"/>
            <p:cNvSpPr/>
            <p:nvPr/>
          </p:nvSpPr>
          <p:spPr>
            <a:xfrm>
              <a:off x="3926224" y="473849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2CFAD">
                <a:alpha val="100000"/>
              </a:srgbClr>
            </a:solidFill>
            <a:ln w="5420" cap="flat">
              <a:solidFill>
                <a:srgbClr val="62CFA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16" name="pg2516"/>
            <p:cNvSpPr/>
            <p:nvPr/>
          </p:nvSpPr>
          <p:spPr>
            <a:xfrm>
              <a:off x="3937862" y="473849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0CDAC">
                <a:alpha val="100000"/>
              </a:srgbClr>
            </a:solidFill>
            <a:ln w="5420" cap="flat">
              <a:solidFill>
                <a:srgbClr val="60CD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17" name="pg2517"/>
            <p:cNvSpPr/>
            <p:nvPr/>
          </p:nvSpPr>
          <p:spPr>
            <a:xfrm>
              <a:off x="3949499" y="473849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ECCAC">
                <a:alpha val="100000"/>
              </a:srgbClr>
            </a:solidFill>
            <a:ln w="5420" cap="flat">
              <a:solidFill>
                <a:srgbClr val="5ECC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18" name="pg2518"/>
            <p:cNvSpPr/>
            <p:nvPr/>
          </p:nvSpPr>
          <p:spPr>
            <a:xfrm>
              <a:off x="3961136" y="473849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DCAAC">
                <a:alpha val="100000"/>
              </a:srgbClr>
            </a:solidFill>
            <a:ln w="5420" cap="flat">
              <a:solidFill>
                <a:srgbClr val="5DCA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19" name="pg2519"/>
            <p:cNvSpPr/>
            <p:nvPr/>
          </p:nvSpPr>
          <p:spPr>
            <a:xfrm>
              <a:off x="4065872" y="473849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4BCAB">
                <a:alpha val="100000"/>
              </a:srgbClr>
            </a:solidFill>
            <a:ln w="5420" cap="flat">
              <a:solidFill>
                <a:srgbClr val="54BC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20" name="pg2520"/>
            <p:cNvSpPr/>
            <p:nvPr/>
          </p:nvSpPr>
          <p:spPr>
            <a:xfrm>
              <a:off x="4077510" y="473849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3BBAB">
                <a:alpha val="100000"/>
              </a:srgbClr>
            </a:solidFill>
            <a:ln w="5420" cap="flat">
              <a:solidFill>
                <a:srgbClr val="53BB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21" name="pg2521"/>
            <p:cNvSpPr/>
            <p:nvPr/>
          </p:nvSpPr>
          <p:spPr>
            <a:xfrm>
              <a:off x="4089147" y="473849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3BAAB">
                <a:alpha val="100000"/>
              </a:srgbClr>
            </a:solidFill>
            <a:ln w="5420" cap="flat">
              <a:solidFill>
                <a:srgbClr val="53BA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22" name="pg2522"/>
            <p:cNvSpPr/>
            <p:nvPr/>
          </p:nvSpPr>
          <p:spPr>
            <a:xfrm>
              <a:off x="4100784" y="473849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2BAAB">
                <a:alpha val="100000"/>
              </a:srgbClr>
            </a:solidFill>
            <a:ln w="5420" cap="flat">
              <a:solidFill>
                <a:srgbClr val="52BA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23" name="pg2523"/>
            <p:cNvSpPr/>
            <p:nvPr/>
          </p:nvSpPr>
          <p:spPr>
            <a:xfrm>
              <a:off x="4112422" y="473849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2B9AB">
                <a:alpha val="100000"/>
              </a:srgbClr>
            </a:solidFill>
            <a:ln w="5420" cap="flat">
              <a:solidFill>
                <a:srgbClr val="52B9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24" name="pg2524"/>
            <p:cNvSpPr/>
            <p:nvPr/>
          </p:nvSpPr>
          <p:spPr>
            <a:xfrm>
              <a:off x="4124059" y="473849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2B9AB">
                <a:alpha val="100000"/>
              </a:srgbClr>
            </a:solidFill>
            <a:ln w="5420" cap="flat">
              <a:solidFill>
                <a:srgbClr val="52B9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25" name="pg2525"/>
            <p:cNvSpPr/>
            <p:nvPr/>
          </p:nvSpPr>
          <p:spPr>
            <a:xfrm>
              <a:off x="4135696" y="473849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2B9AB">
                <a:alpha val="100000"/>
              </a:srgbClr>
            </a:solidFill>
            <a:ln w="5420" cap="flat">
              <a:solidFill>
                <a:srgbClr val="52B9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26" name="pg2526"/>
            <p:cNvSpPr/>
            <p:nvPr/>
          </p:nvSpPr>
          <p:spPr>
            <a:xfrm>
              <a:off x="4147334" y="473849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2B9AB">
                <a:alpha val="100000"/>
              </a:srgbClr>
            </a:solidFill>
            <a:ln w="5420" cap="flat">
              <a:solidFill>
                <a:srgbClr val="52B9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27" name="pg2527"/>
            <p:cNvSpPr/>
            <p:nvPr/>
          </p:nvSpPr>
          <p:spPr>
            <a:xfrm>
              <a:off x="4158971" y="473849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1B8AB">
                <a:alpha val="100000"/>
              </a:srgbClr>
            </a:solidFill>
            <a:ln w="5420" cap="flat">
              <a:solidFill>
                <a:srgbClr val="51B8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28" name="pg2528"/>
            <p:cNvSpPr/>
            <p:nvPr/>
          </p:nvSpPr>
          <p:spPr>
            <a:xfrm>
              <a:off x="4228795" y="473849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1B7AB">
                <a:alpha val="100000"/>
              </a:srgbClr>
            </a:solidFill>
            <a:ln w="5420" cap="flat">
              <a:solidFill>
                <a:srgbClr val="51B7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29" name="pg2529"/>
            <p:cNvSpPr/>
            <p:nvPr/>
          </p:nvSpPr>
          <p:spPr>
            <a:xfrm>
              <a:off x="4240432" y="473849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0B7AB">
                <a:alpha val="100000"/>
              </a:srgbClr>
            </a:solidFill>
            <a:ln w="5420" cap="flat">
              <a:solidFill>
                <a:srgbClr val="50B7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30" name="pg2530"/>
            <p:cNvSpPr/>
            <p:nvPr/>
          </p:nvSpPr>
          <p:spPr>
            <a:xfrm>
              <a:off x="4252070" y="473849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0B6AB">
                <a:alpha val="100000"/>
              </a:srgbClr>
            </a:solidFill>
            <a:ln w="5420" cap="flat">
              <a:solidFill>
                <a:srgbClr val="50B6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31" name="pg2531"/>
            <p:cNvSpPr/>
            <p:nvPr/>
          </p:nvSpPr>
          <p:spPr>
            <a:xfrm>
              <a:off x="4263707" y="473849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0B6AB">
                <a:alpha val="100000"/>
              </a:srgbClr>
            </a:solidFill>
            <a:ln w="5420" cap="flat">
              <a:solidFill>
                <a:srgbClr val="50B6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32" name="pg2532"/>
            <p:cNvSpPr/>
            <p:nvPr/>
          </p:nvSpPr>
          <p:spPr>
            <a:xfrm>
              <a:off x="4275344" y="473849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FB5AB">
                <a:alpha val="100000"/>
              </a:srgbClr>
            </a:solidFill>
            <a:ln w="5420" cap="flat">
              <a:solidFill>
                <a:srgbClr val="4FB5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33" name="pg2533"/>
            <p:cNvSpPr/>
            <p:nvPr/>
          </p:nvSpPr>
          <p:spPr>
            <a:xfrm>
              <a:off x="4286982" y="473849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DB3AB">
                <a:alpha val="100000"/>
              </a:srgbClr>
            </a:solidFill>
            <a:ln w="5420" cap="flat">
              <a:solidFill>
                <a:srgbClr val="4DB3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34" name="pg2534"/>
            <p:cNvSpPr/>
            <p:nvPr/>
          </p:nvSpPr>
          <p:spPr>
            <a:xfrm>
              <a:off x="4298619" y="473849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CB2AB">
                <a:alpha val="100000"/>
              </a:srgbClr>
            </a:solidFill>
            <a:ln w="5420" cap="flat">
              <a:solidFill>
                <a:srgbClr val="4CB2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35" name="pg2535"/>
            <p:cNvSpPr/>
            <p:nvPr/>
          </p:nvSpPr>
          <p:spPr>
            <a:xfrm>
              <a:off x="4310256" y="473849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BB0AB">
                <a:alpha val="100000"/>
              </a:srgbClr>
            </a:solidFill>
            <a:ln w="5420" cap="flat">
              <a:solidFill>
                <a:srgbClr val="4BB0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36" name="pg2536"/>
            <p:cNvSpPr/>
            <p:nvPr/>
          </p:nvSpPr>
          <p:spPr>
            <a:xfrm>
              <a:off x="4321894" y="473849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AAFAB">
                <a:alpha val="100000"/>
              </a:srgbClr>
            </a:solidFill>
            <a:ln w="5420" cap="flat">
              <a:solidFill>
                <a:srgbClr val="4AAF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37" name="pg2537"/>
            <p:cNvSpPr/>
            <p:nvPr/>
          </p:nvSpPr>
          <p:spPr>
            <a:xfrm>
              <a:off x="4333531" y="473849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9ADAB">
                <a:alpha val="100000"/>
              </a:srgbClr>
            </a:solidFill>
            <a:ln w="5420" cap="flat">
              <a:solidFill>
                <a:srgbClr val="49AD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38" name="pg2538"/>
            <p:cNvSpPr/>
            <p:nvPr/>
          </p:nvSpPr>
          <p:spPr>
            <a:xfrm>
              <a:off x="4345168" y="473849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8ACAA">
                <a:alpha val="100000"/>
              </a:srgbClr>
            </a:solidFill>
            <a:ln w="5420" cap="flat">
              <a:solidFill>
                <a:srgbClr val="48AC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39" name="pg2539"/>
            <p:cNvSpPr/>
            <p:nvPr/>
          </p:nvSpPr>
          <p:spPr>
            <a:xfrm>
              <a:off x="4554640" y="473849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87A6">
                <a:alpha val="100000"/>
              </a:srgbClr>
            </a:solidFill>
            <a:ln w="5420" cap="flat">
              <a:solidFill>
                <a:srgbClr val="3987A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40" name="pg2540"/>
            <p:cNvSpPr/>
            <p:nvPr/>
          </p:nvSpPr>
          <p:spPr>
            <a:xfrm>
              <a:off x="4566278" y="473849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87A6">
                <a:alpha val="100000"/>
              </a:srgbClr>
            </a:solidFill>
            <a:ln w="5420" cap="flat">
              <a:solidFill>
                <a:srgbClr val="3987A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41" name="pg2541"/>
            <p:cNvSpPr/>
            <p:nvPr/>
          </p:nvSpPr>
          <p:spPr>
            <a:xfrm>
              <a:off x="4577915" y="473849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87A6">
                <a:alpha val="100000"/>
              </a:srgbClr>
            </a:solidFill>
            <a:ln w="5420" cap="flat">
              <a:solidFill>
                <a:srgbClr val="3987A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42" name="pg2542"/>
            <p:cNvSpPr/>
            <p:nvPr/>
          </p:nvSpPr>
          <p:spPr>
            <a:xfrm>
              <a:off x="4589552" y="473849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888A6">
                <a:alpha val="100000"/>
              </a:srgbClr>
            </a:solidFill>
            <a:ln w="5420" cap="flat">
              <a:solidFill>
                <a:srgbClr val="3888A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43" name="pg2543"/>
            <p:cNvSpPr/>
            <p:nvPr/>
          </p:nvSpPr>
          <p:spPr>
            <a:xfrm>
              <a:off x="4601190" y="473849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889A6">
                <a:alpha val="100000"/>
              </a:srgbClr>
            </a:solidFill>
            <a:ln w="5420" cap="flat">
              <a:solidFill>
                <a:srgbClr val="3889A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44" name="pg2544"/>
            <p:cNvSpPr/>
            <p:nvPr/>
          </p:nvSpPr>
          <p:spPr>
            <a:xfrm>
              <a:off x="3146523" y="475279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2D3B3">
                <a:alpha val="100000"/>
              </a:srgbClr>
            </a:solidFill>
            <a:ln w="5420" cap="flat">
              <a:solidFill>
                <a:srgbClr val="72D3B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45" name="pg2545"/>
            <p:cNvSpPr/>
            <p:nvPr/>
          </p:nvSpPr>
          <p:spPr>
            <a:xfrm>
              <a:off x="3158161" y="475279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FD2B1">
                <a:alpha val="100000"/>
              </a:srgbClr>
            </a:solidFill>
            <a:ln w="5420" cap="flat">
              <a:solidFill>
                <a:srgbClr val="6FD2B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46" name="pg2546"/>
            <p:cNvSpPr/>
            <p:nvPr/>
          </p:nvSpPr>
          <p:spPr>
            <a:xfrm>
              <a:off x="3169798" y="475279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BD1B0">
                <a:alpha val="100000"/>
              </a:srgbClr>
            </a:solidFill>
            <a:ln w="5420" cap="flat">
              <a:solidFill>
                <a:srgbClr val="6BD1B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47" name="pg2547"/>
            <p:cNvSpPr/>
            <p:nvPr/>
          </p:nvSpPr>
          <p:spPr>
            <a:xfrm>
              <a:off x="3227985" y="475279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AC5AC">
                <a:alpha val="100000"/>
              </a:srgbClr>
            </a:solidFill>
            <a:ln w="5420" cap="flat">
              <a:solidFill>
                <a:srgbClr val="5AC5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48" name="pg2548"/>
            <p:cNvSpPr/>
            <p:nvPr/>
          </p:nvSpPr>
          <p:spPr>
            <a:xfrm>
              <a:off x="3239622" y="475279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AC5AC">
                <a:alpha val="100000"/>
              </a:srgbClr>
            </a:solidFill>
            <a:ln w="5420" cap="flat">
              <a:solidFill>
                <a:srgbClr val="5AC5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49" name="pg2549"/>
            <p:cNvSpPr/>
            <p:nvPr/>
          </p:nvSpPr>
          <p:spPr>
            <a:xfrm>
              <a:off x="3251259" y="475279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AC5AC">
                <a:alpha val="100000"/>
              </a:srgbClr>
            </a:solidFill>
            <a:ln w="5420" cap="flat">
              <a:solidFill>
                <a:srgbClr val="5AC5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50" name="pg2550"/>
            <p:cNvSpPr/>
            <p:nvPr/>
          </p:nvSpPr>
          <p:spPr>
            <a:xfrm>
              <a:off x="3262897" y="475279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BC5AC">
                <a:alpha val="100000"/>
              </a:srgbClr>
            </a:solidFill>
            <a:ln w="5420" cap="flat">
              <a:solidFill>
                <a:srgbClr val="5BC5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51" name="pg2551"/>
            <p:cNvSpPr/>
            <p:nvPr/>
          </p:nvSpPr>
          <p:spPr>
            <a:xfrm>
              <a:off x="3274534" y="475279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BC7AC">
                <a:alpha val="100000"/>
              </a:srgbClr>
            </a:solidFill>
            <a:ln w="5420" cap="flat">
              <a:solidFill>
                <a:srgbClr val="5BC7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52" name="pg2552"/>
            <p:cNvSpPr/>
            <p:nvPr/>
          </p:nvSpPr>
          <p:spPr>
            <a:xfrm>
              <a:off x="3286171" y="475279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CC8AC">
                <a:alpha val="100000"/>
              </a:srgbClr>
            </a:solidFill>
            <a:ln w="5420" cap="flat">
              <a:solidFill>
                <a:srgbClr val="5CC8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53" name="pg2553"/>
            <p:cNvSpPr/>
            <p:nvPr/>
          </p:nvSpPr>
          <p:spPr>
            <a:xfrm>
              <a:off x="3297809" y="475279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DC9AC">
                <a:alpha val="100000"/>
              </a:srgbClr>
            </a:solidFill>
            <a:ln w="5420" cap="flat">
              <a:solidFill>
                <a:srgbClr val="5DC9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54" name="pg2554"/>
            <p:cNvSpPr/>
            <p:nvPr/>
          </p:nvSpPr>
          <p:spPr>
            <a:xfrm>
              <a:off x="3309446" y="475279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DCAAC">
                <a:alpha val="100000"/>
              </a:srgbClr>
            </a:solidFill>
            <a:ln w="5420" cap="flat">
              <a:solidFill>
                <a:srgbClr val="5DCA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55" name="pg2555"/>
            <p:cNvSpPr/>
            <p:nvPr/>
          </p:nvSpPr>
          <p:spPr>
            <a:xfrm>
              <a:off x="3321083" y="475279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DCAAC">
                <a:alpha val="100000"/>
              </a:srgbClr>
            </a:solidFill>
            <a:ln w="5420" cap="flat">
              <a:solidFill>
                <a:srgbClr val="5DCA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56" name="pg2556"/>
            <p:cNvSpPr/>
            <p:nvPr/>
          </p:nvSpPr>
          <p:spPr>
            <a:xfrm>
              <a:off x="3332721" y="475279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DCAAC">
                <a:alpha val="100000"/>
              </a:srgbClr>
            </a:solidFill>
            <a:ln w="5420" cap="flat">
              <a:solidFill>
                <a:srgbClr val="5DCA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57" name="pg2557"/>
            <p:cNvSpPr/>
            <p:nvPr/>
          </p:nvSpPr>
          <p:spPr>
            <a:xfrm>
              <a:off x="3344358" y="475279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ECBAC">
                <a:alpha val="100000"/>
              </a:srgbClr>
            </a:solidFill>
            <a:ln w="5420" cap="flat">
              <a:solidFill>
                <a:srgbClr val="5ECB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58" name="pg2558"/>
            <p:cNvSpPr/>
            <p:nvPr/>
          </p:nvSpPr>
          <p:spPr>
            <a:xfrm>
              <a:off x="3437457" y="475279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4D4B4">
                <a:alpha val="100000"/>
              </a:srgbClr>
            </a:solidFill>
            <a:ln w="5420" cap="flat">
              <a:solidFill>
                <a:srgbClr val="74D4B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59" name="pg2559"/>
            <p:cNvSpPr/>
            <p:nvPr/>
          </p:nvSpPr>
          <p:spPr>
            <a:xfrm>
              <a:off x="3449094" y="475279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7D4B5">
                <a:alpha val="100000"/>
              </a:srgbClr>
            </a:solidFill>
            <a:ln w="5420" cap="flat">
              <a:solidFill>
                <a:srgbClr val="77D4B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60" name="pg2560"/>
            <p:cNvSpPr/>
            <p:nvPr/>
          </p:nvSpPr>
          <p:spPr>
            <a:xfrm>
              <a:off x="3460731" y="475279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BD5B6">
                <a:alpha val="100000"/>
              </a:srgbClr>
            </a:solidFill>
            <a:ln w="5420" cap="flat">
              <a:solidFill>
                <a:srgbClr val="7BD5B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61" name="pg2561"/>
            <p:cNvSpPr/>
            <p:nvPr/>
          </p:nvSpPr>
          <p:spPr>
            <a:xfrm>
              <a:off x="3472369" y="475279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CD6B7">
                <a:alpha val="100000"/>
              </a:srgbClr>
            </a:solidFill>
            <a:ln w="5420" cap="flat">
              <a:solidFill>
                <a:srgbClr val="7CD6B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62" name="pg2562"/>
            <p:cNvSpPr/>
            <p:nvPr/>
          </p:nvSpPr>
          <p:spPr>
            <a:xfrm>
              <a:off x="3484006" y="475279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ED6B7">
                <a:alpha val="100000"/>
              </a:srgbClr>
            </a:solidFill>
            <a:ln w="5420" cap="flat">
              <a:solidFill>
                <a:srgbClr val="7ED6B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63" name="pg2563"/>
            <p:cNvSpPr/>
            <p:nvPr/>
          </p:nvSpPr>
          <p:spPr>
            <a:xfrm>
              <a:off x="3600379" y="475279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5D4B4">
                <a:alpha val="100000"/>
              </a:srgbClr>
            </a:solidFill>
            <a:ln w="5420" cap="flat">
              <a:solidFill>
                <a:srgbClr val="75D4B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64" name="pg2564"/>
            <p:cNvSpPr/>
            <p:nvPr/>
          </p:nvSpPr>
          <p:spPr>
            <a:xfrm>
              <a:off x="3612016" y="475279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4D3B4">
                <a:alpha val="100000"/>
              </a:srgbClr>
            </a:solidFill>
            <a:ln w="5420" cap="flat">
              <a:solidFill>
                <a:srgbClr val="74D3B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65" name="pg2565"/>
            <p:cNvSpPr/>
            <p:nvPr/>
          </p:nvSpPr>
          <p:spPr>
            <a:xfrm>
              <a:off x="3623654" y="475279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4D3B3">
                <a:alpha val="100000"/>
              </a:srgbClr>
            </a:solidFill>
            <a:ln w="5420" cap="flat">
              <a:solidFill>
                <a:srgbClr val="74D3B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66" name="pg2566"/>
            <p:cNvSpPr/>
            <p:nvPr/>
          </p:nvSpPr>
          <p:spPr>
            <a:xfrm>
              <a:off x="3635291" y="475279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4D3B3">
                <a:alpha val="100000"/>
              </a:srgbClr>
            </a:solidFill>
            <a:ln w="5420" cap="flat">
              <a:solidFill>
                <a:srgbClr val="74D3B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67" name="pg2567"/>
            <p:cNvSpPr/>
            <p:nvPr/>
          </p:nvSpPr>
          <p:spPr>
            <a:xfrm>
              <a:off x="3646928" y="475279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4D3B3">
                <a:alpha val="100000"/>
              </a:srgbClr>
            </a:solidFill>
            <a:ln w="5420" cap="flat">
              <a:solidFill>
                <a:srgbClr val="74D3B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68" name="pg2568"/>
            <p:cNvSpPr/>
            <p:nvPr/>
          </p:nvSpPr>
          <p:spPr>
            <a:xfrm>
              <a:off x="3658566" y="475279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5D4B4">
                <a:alpha val="100000"/>
              </a:srgbClr>
            </a:solidFill>
            <a:ln w="5420" cap="flat">
              <a:solidFill>
                <a:srgbClr val="75D4B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69" name="pg2569"/>
            <p:cNvSpPr/>
            <p:nvPr/>
          </p:nvSpPr>
          <p:spPr>
            <a:xfrm>
              <a:off x="3670203" y="475279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6D4B4">
                <a:alpha val="100000"/>
              </a:srgbClr>
            </a:solidFill>
            <a:ln w="5420" cap="flat">
              <a:solidFill>
                <a:srgbClr val="76D4B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70" name="pg2570"/>
            <p:cNvSpPr/>
            <p:nvPr/>
          </p:nvSpPr>
          <p:spPr>
            <a:xfrm>
              <a:off x="3681840" y="475279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8D5B5">
                <a:alpha val="100000"/>
              </a:srgbClr>
            </a:solidFill>
            <a:ln w="5420" cap="flat">
              <a:solidFill>
                <a:srgbClr val="78D5B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71" name="pg2571"/>
            <p:cNvSpPr/>
            <p:nvPr/>
          </p:nvSpPr>
          <p:spPr>
            <a:xfrm>
              <a:off x="3693478" y="475279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CD6B7">
                <a:alpha val="100000"/>
              </a:srgbClr>
            </a:solidFill>
            <a:ln w="5420" cap="flat">
              <a:solidFill>
                <a:srgbClr val="7CD6B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72" name="pg2572"/>
            <p:cNvSpPr/>
            <p:nvPr/>
          </p:nvSpPr>
          <p:spPr>
            <a:xfrm>
              <a:off x="3705115" y="475279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DD6B7">
                <a:alpha val="100000"/>
              </a:srgbClr>
            </a:solidFill>
            <a:ln w="5420" cap="flat">
              <a:solidFill>
                <a:srgbClr val="7DD6B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73" name="pg2573"/>
            <p:cNvSpPr/>
            <p:nvPr/>
          </p:nvSpPr>
          <p:spPr>
            <a:xfrm>
              <a:off x="3716752" y="475279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ED6B7">
                <a:alpha val="100000"/>
              </a:srgbClr>
            </a:solidFill>
            <a:ln w="5420" cap="flat">
              <a:solidFill>
                <a:srgbClr val="7ED6B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74" name="pg2574"/>
            <p:cNvSpPr/>
            <p:nvPr/>
          </p:nvSpPr>
          <p:spPr>
            <a:xfrm>
              <a:off x="3728390" y="475279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DD6B7">
                <a:alpha val="100000"/>
              </a:srgbClr>
            </a:solidFill>
            <a:ln w="5420" cap="flat">
              <a:solidFill>
                <a:srgbClr val="7DD6B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75" name="pg2575"/>
            <p:cNvSpPr/>
            <p:nvPr/>
          </p:nvSpPr>
          <p:spPr>
            <a:xfrm>
              <a:off x="3740027" y="475279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DD6B7">
                <a:alpha val="100000"/>
              </a:srgbClr>
            </a:solidFill>
            <a:ln w="5420" cap="flat">
              <a:solidFill>
                <a:srgbClr val="7DD6B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76" name="pg2576"/>
            <p:cNvSpPr/>
            <p:nvPr/>
          </p:nvSpPr>
          <p:spPr>
            <a:xfrm>
              <a:off x="3751664" y="475279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BD6B6">
                <a:alpha val="100000"/>
              </a:srgbClr>
            </a:solidFill>
            <a:ln w="5420" cap="flat">
              <a:solidFill>
                <a:srgbClr val="7BD6B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77" name="pg2577"/>
            <p:cNvSpPr/>
            <p:nvPr/>
          </p:nvSpPr>
          <p:spPr>
            <a:xfrm>
              <a:off x="4100784" y="475279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2BAAB">
                <a:alpha val="100000"/>
              </a:srgbClr>
            </a:solidFill>
            <a:ln w="5420" cap="flat">
              <a:solidFill>
                <a:srgbClr val="52BA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78" name="pg2578"/>
            <p:cNvSpPr/>
            <p:nvPr/>
          </p:nvSpPr>
          <p:spPr>
            <a:xfrm>
              <a:off x="4112422" y="475279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2B9AB">
                <a:alpha val="100000"/>
              </a:srgbClr>
            </a:solidFill>
            <a:ln w="5420" cap="flat">
              <a:solidFill>
                <a:srgbClr val="52B9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79" name="pg2579"/>
            <p:cNvSpPr/>
            <p:nvPr/>
          </p:nvSpPr>
          <p:spPr>
            <a:xfrm>
              <a:off x="4124059" y="475279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2B9AB">
                <a:alpha val="100000"/>
              </a:srgbClr>
            </a:solidFill>
            <a:ln w="5420" cap="flat">
              <a:solidFill>
                <a:srgbClr val="52B9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80" name="pg2580"/>
            <p:cNvSpPr/>
            <p:nvPr/>
          </p:nvSpPr>
          <p:spPr>
            <a:xfrm>
              <a:off x="4135696" y="475279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2B9AB">
                <a:alpha val="100000"/>
              </a:srgbClr>
            </a:solidFill>
            <a:ln w="5420" cap="flat">
              <a:solidFill>
                <a:srgbClr val="52B9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81" name="pg2581"/>
            <p:cNvSpPr/>
            <p:nvPr/>
          </p:nvSpPr>
          <p:spPr>
            <a:xfrm>
              <a:off x="4147334" y="475279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2B9AB">
                <a:alpha val="100000"/>
              </a:srgbClr>
            </a:solidFill>
            <a:ln w="5420" cap="flat">
              <a:solidFill>
                <a:srgbClr val="52B9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82" name="pg2582"/>
            <p:cNvSpPr/>
            <p:nvPr/>
          </p:nvSpPr>
          <p:spPr>
            <a:xfrm>
              <a:off x="4158971" y="475279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2B8AB">
                <a:alpha val="100000"/>
              </a:srgbClr>
            </a:solidFill>
            <a:ln w="5420" cap="flat">
              <a:solidFill>
                <a:srgbClr val="52B8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83" name="pg2583"/>
            <p:cNvSpPr/>
            <p:nvPr/>
          </p:nvSpPr>
          <p:spPr>
            <a:xfrm>
              <a:off x="4170608" y="475279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2B8AB">
                <a:alpha val="100000"/>
              </a:srgbClr>
            </a:solidFill>
            <a:ln w="5420" cap="flat">
              <a:solidFill>
                <a:srgbClr val="52B8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84" name="pg2584"/>
            <p:cNvSpPr/>
            <p:nvPr/>
          </p:nvSpPr>
          <p:spPr>
            <a:xfrm>
              <a:off x="4193883" y="475279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1B8AB">
                <a:alpha val="100000"/>
              </a:srgbClr>
            </a:solidFill>
            <a:ln w="5420" cap="flat">
              <a:solidFill>
                <a:srgbClr val="51B8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85" name="pg2585"/>
            <p:cNvSpPr/>
            <p:nvPr/>
          </p:nvSpPr>
          <p:spPr>
            <a:xfrm>
              <a:off x="4205520" y="475279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1B8AB">
                <a:alpha val="100000"/>
              </a:srgbClr>
            </a:solidFill>
            <a:ln w="5420" cap="flat">
              <a:solidFill>
                <a:srgbClr val="51B8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86" name="pg2586"/>
            <p:cNvSpPr/>
            <p:nvPr/>
          </p:nvSpPr>
          <p:spPr>
            <a:xfrm>
              <a:off x="4217158" y="475279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1B8AB">
                <a:alpha val="100000"/>
              </a:srgbClr>
            </a:solidFill>
            <a:ln w="5420" cap="flat">
              <a:solidFill>
                <a:srgbClr val="51B8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87" name="pg2587"/>
            <p:cNvSpPr/>
            <p:nvPr/>
          </p:nvSpPr>
          <p:spPr>
            <a:xfrm>
              <a:off x="4228795" y="475279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1B8AB">
                <a:alpha val="100000"/>
              </a:srgbClr>
            </a:solidFill>
            <a:ln w="5420" cap="flat">
              <a:solidFill>
                <a:srgbClr val="51B8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88" name="pg2588"/>
            <p:cNvSpPr/>
            <p:nvPr/>
          </p:nvSpPr>
          <p:spPr>
            <a:xfrm>
              <a:off x="4240432" y="475279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1B7AB">
                <a:alpha val="100000"/>
              </a:srgbClr>
            </a:solidFill>
            <a:ln w="5420" cap="flat">
              <a:solidFill>
                <a:srgbClr val="51B7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89" name="pg2589"/>
            <p:cNvSpPr/>
            <p:nvPr/>
          </p:nvSpPr>
          <p:spPr>
            <a:xfrm>
              <a:off x="4252070" y="475279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0B7AB">
                <a:alpha val="100000"/>
              </a:srgbClr>
            </a:solidFill>
            <a:ln w="5420" cap="flat">
              <a:solidFill>
                <a:srgbClr val="50B7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90" name="pg2590"/>
            <p:cNvSpPr/>
            <p:nvPr/>
          </p:nvSpPr>
          <p:spPr>
            <a:xfrm>
              <a:off x="4263707" y="475279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0B6AB">
                <a:alpha val="100000"/>
              </a:srgbClr>
            </a:solidFill>
            <a:ln w="5420" cap="flat">
              <a:solidFill>
                <a:srgbClr val="50B6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91" name="pg2591"/>
            <p:cNvSpPr/>
            <p:nvPr/>
          </p:nvSpPr>
          <p:spPr>
            <a:xfrm>
              <a:off x="4275344" y="475279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FB5AB">
                <a:alpha val="100000"/>
              </a:srgbClr>
            </a:solidFill>
            <a:ln w="5420" cap="flat">
              <a:solidFill>
                <a:srgbClr val="4FB5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92" name="pg2592"/>
            <p:cNvSpPr/>
            <p:nvPr/>
          </p:nvSpPr>
          <p:spPr>
            <a:xfrm>
              <a:off x="4286982" y="475279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EB3AB">
                <a:alpha val="100000"/>
              </a:srgbClr>
            </a:solidFill>
            <a:ln w="5420" cap="flat">
              <a:solidFill>
                <a:srgbClr val="4EB3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93" name="pg2593"/>
            <p:cNvSpPr/>
            <p:nvPr/>
          </p:nvSpPr>
          <p:spPr>
            <a:xfrm>
              <a:off x="4298619" y="475279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DB2AB">
                <a:alpha val="100000"/>
              </a:srgbClr>
            </a:solidFill>
            <a:ln w="5420" cap="flat">
              <a:solidFill>
                <a:srgbClr val="4DB2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94" name="pg2594"/>
            <p:cNvSpPr/>
            <p:nvPr/>
          </p:nvSpPr>
          <p:spPr>
            <a:xfrm>
              <a:off x="4310256" y="475279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CB1AB">
                <a:alpha val="100000"/>
              </a:srgbClr>
            </a:solidFill>
            <a:ln w="5420" cap="flat">
              <a:solidFill>
                <a:srgbClr val="4CB1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95" name="pg2595"/>
            <p:cNvSpPr/>
            <p:nvPr/>
          </p:nvSpPr>
          <p:spPr>
            <a:xfrm>
              <a:off x="4321894" y="475279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BAFAB">
                <a:alpha val="100000"/>
              </a:srgbClr>
            </a:solidFill>
            <a:ln w="5420" cap="flat">
              <a:solidFill>
                <a:srgbClr val="4BAF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96" name="pg2596"/>
            <p:cNvSpPr/>
            <p:nvPr/>
          </p:nvSpPr>
          <p:spPr>
            <a:xfrm>
              <a:off x="4333531" y="475279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9AEAB">
                <a:alpha val="100000"/>
              </a:srgbClr>
            </a:solidFill>
            <a:ln w="5420" cap="flat">
              <a:solidFill>
                <a:srgbClr val="49AE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97" name="pg2597"/>
            <p:cNvSpPr/>
            <p:nvPr/>
          </p:nvSpPr>
          <p:spPr>
            <a:xfrm>
              <a:off x="4345168" y="475279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8ACAA">
                <a:alpha val="100000"/>
              </a:srgbClr>
            </a:solidFill>
            <a:ln w="5420" cap="flat">
              <a:solidFill>
                <a:srgbClr val="48AC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98" name="pg2598"/>
            <p:cNvSpPr/>
            <p:nvPr/>
          </p:nvSpPr>
          <p:spPr>
            <a:xfrm>
              <a:off x="4356806" y="475279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7ABAA">
                <a:alpha val="100000"/>
              </a:srgbClr>
            </a:solidFill>
            <a:ln w="5420" cap="flat">
              <a:solidFill>
                <a:srgbClr val="47AB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99" name="pg2599"/>
            <p:cNvSpPr/>
            <p:nvPr/>
          </p:nvSpPr>
          <p:spPr>
            <a:xfrm>
              <a:off x="4566278" y="475279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88AA6">
                <a:alpha val="100000"/>
              </a:srgbClr>
            </a:solidFill>
            <a:ln w="5420" cap="flat">
              <a:solidFill>
                <a:srgbClr val="388AA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00" name="pg2600"/>
            <p:cNvSpPr/>
            <p:nvPr/>
          </p:nvSpPr>
          <p:spPr>
            <a:xfrm>
              <a:off x="4577915" y="475279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88AA6">
                <a:alpha val="100000"/>
              </a:srgbClr>
            </a:solidFill>
            <a:ln w="5420" cap="flat">
              <a:solidFill>
                <a:srgbClr val="388AA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01" name="pg2601"/>
            <p:cNvSpPr/>
            <p:nvPr/>
          </p:nvSpPr>
          <p:spPr>
            <a:xfrm>
              <a:off x="4589552" y="475279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88AA6">
                <a:alpha val="100000"/>
              </a:srgbClr>
            </a:solidFill>
            <a:ln w="5420" cap="flat">
              <a:solidFill>
                <a:srgbClr val="388AA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02" name="pg2602"/>
            <p:cNvSpPr/>
            <p:nvPr/>
          </p:nvSpPr>
          <p:spPr>
            <a:xfrm>
              <a:off x="4601190" y="475279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88BA7">
                <a:alpha val="100000"/>
              </a:srgbClr>
            </a:solidFill>
            <a:ln w="5420" cap="flat">
              <a:solidFill>
                <a:srgbClr val="388B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03" name="pg2603"/>
            <p:cNvSpPr/>
            <p:nvPr/>
          </p:nvSpPr>
          <p:spPr>
            <a:xfrm>
              <a:off x="3123249" y="476709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7D4B5">
                <a:alpha val="100000"/>
              </a:srgbClr>
            </a:solidFill>
            <a:ln w="5420" cap="flat">
              <a:solidFill>
                <a:srgbClr val="77D4B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04" name="pg2604"/>
            <p:cNvSpPr/>
            <p:nvPr/>
          </p:nvSpPr>
          <p:spPr>
            <a:xfrm>
              <a:off x="3134886" y="476709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7D4B5">
                <a:alpha val="100000"/>
              </a:srgbClr>
            </a:solidFill>
            <a:ln w="5420" cap="flat">
              <a:solidFill>
                <a:srgbClr val="77D4B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05" name="pg2605"/>
            <p:cNvSpPr/>
            <p:nvPr/>
          </p:nvSpPr>
          <p:spPr>
            <a:xfrm>
              <a:off x="3146523" y="476709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6D4B4">
                <a:alpha val="100000"/>
              </a:srgbClr>
            </a:solidFill>
            <a:ln w="5420" cap="flat">
              <a:solidFill>
                <a:srgbClr val="76D4B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06" name="pg2606"/>
            <p:cNvSpPr/>
            <p:nvPr/>
          </p:nvSpPr>
          <p:spPr>
            <a:xfrm>
              <a:off x="3158161" y="476709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3D3B3">
                <a:alpha val="100000"/>
              </a:srgbClr>
            </a:solidFill>
            <a:ln w="5420" cap="flat">
              <a:solidFill>
                <a:srgbClr val="73D3B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07" name="pg2607"/>
            <p:cNvSpPr/>
            <p:nvPr/>
          </p:nvSpPr>
          <p:spPr>
            <a:xfrm>
              <a:off x="3169798" y="476709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ED2B1">
                <a:alpha val="100000"/>
              </a:srgbClr>
            </a:solidFill>
            <a:ln w="5420" cap="flat">
              <a:solidFill>
                <a:srgbClr val="6ED2B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08" name="pg2608"/>
            <p:cNvSpPr/>
            <p:nvPr/>
          </p:nvSpPr>
          <p:spPr>
            <a:xfrm>
              <a:off x="3181435" y="476709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9D0AF">
                <a:alpha val="100000"/>
              </a:srgbClr>
            </a:solidFill>
            <a:ln w="5420" cap="flat">
              <a:solidFill>
                <a:srgbClr val="69D0A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09" name="pg2609"/>
            <p:cNvSpPr/>
            <p:nvPr/>
          </p:nvSpPr>
          <p:spPr>
            <a:xfrm>
              <a:off x="3216347" y="476709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CC7AC">
                <a:alpha val="100000"/>
              </a:srgbClr>
            </a:solidFill>
            <a:ln w="5420" cap="flat">
              <a:solidFill>
                <a:srgbClr val="5CC7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10" name="pg2610"/>
            <p:cNvSpPr/>
            <p:nvPr/>
          </p:nvSpPr>
          <p:spPr>
            <a:xfrm>
              <a:off x="3227985" y="476709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AC4AC">
                <a:alpha val="100000"/>
              </a:srgbClr>
            </a:solidFill>
            <a:ln w="5420" cap="flat">
              <a:solidFill>
                <a:srgbClr val="5AC4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11" name="pg2611"/>
            <p:cNvSpPr/>
            <p:nvPr/>
          </p:nvSpPr>
          <p:spPr>
            <a:xfrm>
              <a:off x="3239622" y="476709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9C3AC">
                <a:alpha val="100000"/>
              </a:srgbClr>
            </a:solidFill>
            <a:ln w="5420" cap="flat">
              <a:solidFill>
                <a:srgbClr val="59C3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12" name="pg2612"/>
            <p:cNvSpPr/>
            <p:nvPr/>
          </p:nvSpPr>
          <p:spPr>
            <a:xfrm>
              <a:off x="3251259" y="476709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9C3AC">
                <a:alpha val="100000"/>
              </a:srgbClr>
            </a:solidFill>
            <a:ln w="5420" cap="flat">
              <a:solidFill>
                <a:srgbClr val="59C3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13" name="pg2613"/>
            <p:cNvSpPr/>
            <p:nvPr/>
          </p:nvSpPr>
          <p:spPr>
            <a:xfrm>
              <a:off x="3262897" y="476709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AC4AC">
                <a:alpha val="100000"/>
              </a:srgbClr>
            </a:solidFill>
            <a:ln w="5420" cap="flat">
              <a:solidFill>
                <a:srgbClr val="5AC4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14" name="pg2614"/>
            <p:cNvSpPr/>
            <p:nvPr/>
          </p:nvSpPr>
          <p:spPr>
            <a:xfrm>
              <a:off x="3274534" y="476709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BC6AC">
                <a:alpha val="100000"/>
              </a:srgbClr>
            </a:solidFill>
            <a:ln w="5420" cap="flat">
              <a:solidFill>
                <a:srgbClr val="5BC6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15" name="pg2615"/>
            <p:cNvSpPr/>
            <p:nvPr/>
          </p:nvSpPr>
          <p:spPr>
            <a:xfrm>
              <a:off x="3286171" y="476709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CC8AC">
                <a:alpha val="100000"/>
              </a:srgbClr>
            </a:solidFill>
            <a:ln w="5420" cap="flat">
              <a:solidFill>
                <a:srgbClr val="5CC8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16" name="pg2616"/>
            <p:cNvSpPr/>
            <p:nvPr/>
          </p:nvSpPr>
          <p:spPr>
            <a:xfrm>
              <a:off x="3297809" y="476709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DC9AC">
                <a:alpha val="100000"/>
              </a:srgbClr>
            </a:solidFill>
            <a:ln w="5420" cap="flat">
              <a:solidFill>
                <a:srgbClr val="5DC9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17" name="pg2617"/>
            <p:cNvSpPr/>
            <p:nvPr/>
          </p:nvSpPr>
          <p:spPr>
            <a:xfrm>
              <a:off x="3309446" y="476709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DCAAC">
                <a:alpha val="100000"/>
              </a:srgbClr>
            </a:solidFill>
            <a:ln w="5420" cap="flat">
              <a:solidFill>
                <a:srgbClr val="5DCA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18" name="pg2618"/>
            <p:cNvSpPr/>
            <p:nvPr/>
          </p:nvSpPr>
          <p:spPr>
            <a:xfrm>
              <a:off x="3321083" y="476709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DCAAC">
                <a:alpha val="100000"/>
              </a:srgbClr>
            </a:solidFill>
            <a:ln w="5420" cap="flat">
              <a:solidFill>
                <a:srgbClr val="5DCA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19" name="pg2619"/>
            <p:cNvSpPr/>
            <p:nvPr/>
          </p:nvSpPr>
          <p:spPr>
            <a:xfrm>
              <a:off x="3332721" y="476709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DCAAC">
                <a:alpha val="100000"/>
              </a:srgbClr>
            </a:solidFill>
            <a:ln w="5420" cap="flat">
              <a:solidFill>
                <a:srgbClr val="5DCA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20" name="pg2620"/>
            <p:cNvSpPr/>
            <p:nvPr/>
          </p:nvSpPr>
          <p:spPr>
            <a:xfrm>
              <a:off x="3344358" y="476709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ECBAC">
                <a:alpha val="100000"/>
              </a:srgbClr>
            </a:solidFill>
            <a:ln w="5420" cap="flat">
              <a:solidFill>
                <a:srgbClr val="5ECB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21" name="pg2621"/>
            <p:cNvSpPr/>
            <p:nvPr/>
          </p:nvSpPr>
          <p:spPr>
            <a:xfrm>
              <a:off x="3355995" y="476709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FCCAC">
                <a:alpha val="100000"/>
              </a:srgbClr>
            </a:solidFill>
            <a:ln w="5420" cap="flat">
              <a:solidFill>
                <a:srgbClr val="5FCC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22" name="pg2622"/>
            <p:cNvSpPr/>
            <p:nvPr/>
          </p:nvSpPr>
          <p:spPr>
            <a:xfrm>
              <a:off x="3367633" y="476709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FCDAC">
                <a:alpha val="100000"/>
              </a:srgbClr>
            </a:solidFill>
            <a:ln w="5420" cap="flat">
              <a:solidFill>
                <a:srgbClr val="5FCD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23" name="pg2623"/>
            <p:cNvSpPr/>
            <p:nvPr/>
          </p:nvSpPr>
          <p:spPr>
            <a:xfrm>
              <a:off x="3425819" y="476709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3D3B3">
                <a:alpha val="100000"/>
              </a:srgbClr>
            </a:solidFill>
            <a:ln w="5420" cap="flat">
              <a:solidFill>
                <a:srgbClr val="73D3B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24" name="pg2624"/>
            <p:cNvSpPr/>
            <p:nvPr/>
          </p:nvSpPr>
          <p:spPr>
            <a:xfrm>
              <a:off x="3437457" y="476709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6D4B4">
                <a:alpha val="100000"/>
              </a:srgbClr>
            </a:solidFill>
            <a:ln w="5420" cap="flat">
              <a:solidFill>
                <a:srgbClr val="76D4B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25" name="pg2625"/>
            <p:cNvSpPr/>
            <p:nvPr/>
          </p:nvSpPr>
          <p:spPr>
            <a:xfrm>
              <a:off x="3449094" y="476709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AD5B6">
                <a:alpha val="100000"/>
              </a:srgbClr>
            </a:solidFill>
            <a:ln w="5420" cap="flat">
              <a:solidFill>
                <a:srgbClr val="7AD5B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26" name="pg2626"/>
            <p:cNvSpPr/>
            <p:nvPr/>
          </p:nvSpPr>
          <p:spPr>
            <a:xfrm>
              <a:off x="3460731" y="476709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FD7B8">
                <a:alpha val="100000"/>
              </a:srgbClr>
            </a:solidFill>
            <a:ln w="5420" cap="flat">
              <a:solidFill>
                <a:srgbClr val="7FD7B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27" name="pg2627"/>
            <p:cNvSpPr/>
            <p:nvPr/>
          </p:nvSpPr>
          <p:spPr>
            <a:xfrm>
              <a:off x="3472369" y="476709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80D7B8">
                <a:alpha val="100000"/>
              </a:srgbClr>
            </a:solidFill>
            <a:ln w="5420" cap="flat">
              <a:solidFill>
                <a:srgbClr val="80D7B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28" name="pg2628"/>
            <p:cNvSpPr/>
            <p:nvPr/>
          </p:nvSpPr>
          <p:spPr>
            <a:xfrm>
              <a:off x="3484006" y="476709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81D7B9">
                <a:alpha val="100000"/>
              </a:srgbClr>
            </a:solidFill>
            <a:ln w="5420" cap="flat">
              <a:solidFill>
                <a:srgbClr val="81D7B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29" name="pg2629"/>
            <p:cNvSpPr/>
            <p:nvPr/>
          </p:nvSpPr>
          <p:spPr>
            <a:xfrm>
              <a:off x="3495643" y="476709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80D7B9">
                <a:alpha val="100000"/>
              </a:srgbClr>
            </a:solidFill>
            <a:ln w="5420" cap="flat">
              <a:solidFill>
                <a:srgbClr val="80D7B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30" name="pg2630"/>
            <p:cNvSpPr/>
            <p:nvPr/>
          </p:nvSpPr>
          <p:spPr>
            <a:xfrm>
              <a:off x="3507281" y="476709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80D7B9">
                <a:alpha val="100000"/>
              </a:srgbClr>
            </a:solidFill>
            <a:ln w="5420" cap="flat">
              <a:solidFill>
                <a:srgbClr val="80D7B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31" name="pg2631"/>
            <p:cNvSpPr/>
            <p:nvPr/>
          </p:nvSpPr>
          <p:spPr>
            <a:xfrm>
              <a:off x="3623654" y="476709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4D3B3">
                <a:alpha val="100000"/>
              </a:srgbClr>
            </a:solidFill>
            <a:ln w="5420" cap="flat">
              <a:solidFill>
                <a:srgbClr val="74D3B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32" name="pg2632"/>
            <p:cNvSpPr/>
            <p:nvPr/>
          </p:nvSpPr>
          <p:spPr>
            <a:xfrm>
              <a:off x="3635291" y="476709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3D3B3">
                <a:alpha val="100000"/>
              </a:srgbClr>
            </a:solidFill>
            <a:ln w="5420" cap="flat">
              <a:solidFill>
                <a:srgbClr val="73D3B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33" name="pg2633"/>
            <p:cNvSpPr/>
            <p:nvPr/>
          </p:nvSpPr>
          <p:spPr>
            <a:xfrm>
              <a:off x="3646928" y="476709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3D3B3">
                <a:alpha val="100000"/>
              </a:srgbClr>
            </a:solidFill>
            <a:ln w="5420" cap="flat">
              <a:solidFill>
                <a:srgbClr val="73D3B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34" name="pg2634"/>
            <p:cNvSpPr/>
            <p:nvPr/>
          </p:nvSpPr>
          <p:spPr>
            <a:xfrm>
              <a:off x="3658566" y="476709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4D3B4">
                <a:alpha val="100000"/>
              </a:srgbClr>
            </a:solidFill>
            <a:ln w="5420" cap="flat">
              <a:solidFill>
                <a:srgbClr val="74D3B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35" name="pg2635"/>
            <p:cNvSpPr/>
            <p:nvPr/>
          </p:nvSpPr>
          <p:spPr>
            <a:xfrm>
              <a:off x="3670203" y="476709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6D4B4">
                <a:alpha val="100000"/>
              </a:srgbClr>
            </a:solidFill>
            <a:ln w="5420" cap="flat">
              <a:solidFill>
                <a:srgbClr val="76D4B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36" name="pg2636"/>
            <p:cNvSpPr/>
            <p:nvPr/>
          </p:nvSpPr>
          <p:spPr>
            <a:xfrm>
              <a:off x="3681840" y="476709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8D5B5">
                <a:alpha val="100000"/>
              </a:srgbClr>
            </a:solidFill>
            <a:ln w="5420" cap="flat">
              <a:solidFill>
                <a:srgbClr val="78D5B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37" name="pg2637"/>
            <p:cNvSpPr/>
            <p:nvPr/>
          </p:nvSpPr>
          <p:spPr>
            <a:xfrm>
              <a:off x="3693478" y="476709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ED6B8">
                <a:alpha val="100000"/>
              </a:srgbClr>
            </a:solidFill>
            <a:ln w="5420" cap="flat">
              <a:solidFill>
                <a:srgbClr val="7ED6B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38" name="pg2638"/>
            <p:cNvSpPr/>
            <p:nvPr/>
          </p:nvSpPr>
          <p:spPr>
            <a:xfrm>
              <a:off x="3705115" y="476709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80D7B8">
                <a:alpha val="100000"/>
              </a:srgbClr>
            </a:solidFill>
            <a:ln w="5420" cap="flat">
              <a:solidFill>
                <a:srgbClr val="80D7B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39" name="pg2639"/>
            <p:cNvSpPr/>
            <p:nvPr/>
          </p:nvSpPr>
          <p:spPr>
            <a:xfrm>
              <a:off x="3716752" y="476709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81D7B9">
                <a:alpha val="100000"/>
              </a:srgbClr>
            </a:solidFill>
            <a:ln w="5420" cap="flat">
              <a:solidFill>
                <a:srgbClr val="81D7B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40" name="pg2640"/>
            <p:cNvSpPr/>
            <p:nvPr/>
          </p:nvSpPr>
          <p:spPr>
            <a:xfrm>
              <a:off x="3728390" y="476709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80D7B9">
                <a:alpha val="100000"/>
              </a:srgbClr>
            </a:solidFill>
            <a:ln w="5420" cap="flat">
              <a:solidFill>
                <a:srgbClr val="80D7B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41" name="pg2641"/>
            <p:cNvSpPr/>
            <p:nvPr/>
          </p:nvSpPr>
          <p:spPr>
            <a:xfrm>
              <a:off x="3740027" y="476709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FD7B8">
                <a:alpha val="100000"/>
              </a:srgbClr>
            </a:solidFill>
            <a:ln w="5420" cap="flat">
              <a:solidFill>
                <a:srgbClr val="7FD7B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42" name="pg2642"/>
            <p:cNvSpPr/>
            <p:nvPr/>
          </p:nvSpPr>
          <p:spPr>
            <a:xfrm>
              <a:off x="3751664" y="476709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DD6B7">
                <a:alpha val="100000"/>
              </a:srgbClr>
            </a:solidFill>
            <a:ln w="5420" cap="flat">
              <a:solidFill>
                <a:srgbClr val="7DD6B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43" name="pg2643"/>
            <p:cNvSpPr/>
            <p:nvPr/>
          </p:nvSpPr>
          <p:spPr>
            <a:xfrm>
              <a:off x="4112422" y="476709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2B9AB">
                <a:alpha val="100000"/>
              </a:srgbClr>
            </a:solidFill>
            <a:ln w="5420" cap="flat">
              <a:solidFill>
                <a:srgbClr val="52B9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44" name="pg2644"/>
            <p:cNvSpPr/>
            <p:nvPr/>
          </p:nvSpPr>
          <p:spPr>
            <a:xfrm>
              <a:off x="4124059" y="476709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2B9AB">
                <a:alpha val="100000"/>
              </a:srgbClr>
            </a:solidFill>
            <a:ln w="5420" cap="flat">
              <a:solidFill>
                <a:srgbClr val="52B9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45" name="pg2645"/>
            <p:cNvSpPr/>
            <p:nvPr/>
          </p:nvSpPr>
          <p:spPr>
            <a:xfrm>
              <a:off x="4135696" y="476709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2B9AB">
                <a:alpha val="100000"/>
              </a:srgbClr>
            </a:solidFill>
            <a:ln w="5420" cap="flat">
              <a:solidFill>
                <a:srgbClr val="52B9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46" name="pg2646"/>
            <p:cNvSpPr/>
            <p:nvPr/>
          </p:nvSpPr>
          <p:spPr>
            <a:xfrm>
              <a:off x="4147334" y="476709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2B9AB">
                <a:alpha val="100000"/>
              </a:srgbClr>
            </a:solidFill>
            <a:ln w="5420" cap="flat">
              <a:solidFill>
                <a:srgbClr val="52B9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47" name="pg2647"/>
            <p:cNvSpPr/>
            <p:nvPr/>
          </p:nvSpPr>
          <p:spPr>
            <a:xfrm>
              <a:off x="4158971" y="476709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2B9AB">
                <a:alpha val="100000"/>
              </a:srgbClr>
            </a:solidFill>
            <a:ln w="5420" cap="flat">
              <a:solidFill>
                <a:srgbClr val="52B9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48" name="pg2648"/>
            <p:cNvSpPr/>
            <p:nvPr/>
          </p:nvSpPr>
          <p:spPr>
            <a:xfrm>
              <a:off x="4170608" y="476709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2B9AB">
                <a:alpha val="100000"/>
              </a:srgbClr>
            </a:solidFill>
            <a:ln w="5420" cap="flat">
              <a:solidFill>
                <a:srgbClr val="52B9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49" name="pg2649"/>
            <p:cNvSpPr/>
            <p:nvPr/>
          </p:nvSpPr>
          <p:spPr>
            <a:xfrm>
              <a:off x="4182246" y="476709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2B8AB">
                <a:alpha val="100000"/>
              </a:srgbClr>
            </a:solidFill>
            <a:ln w="5420" cap="flat">
              <a:solidFill>
                <a:srgbClr val="52B8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50" name="pg2650"/>
            <p:cNvSpPr/>
            <p:nvPr/>
          </p:nvSpPr>
          <p:spPr>
            <a:xfrm>
              <a:off x="4193883" y="476709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1B8AB">
                <a:alpha val="100000"/>
              </a:srgbClr>
            </a:solidFill>
            <a:ln w="5420" cap="flat">
              <a:solidFill>
                <a:srgbClr val="51B8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51" name="pg2651"/>
            <p:cNvSpPr/>
            <p:nvPr/>
          </p:nvSpPr>
          <p:spPr>
            <a:xfrm>
              <a:off x="4205520" y="476709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1B8AB">
                <a:alpha val="100000"/>
              </a:srgbClr>
            </a:solidFill>
            <a:ln w="5420" cap="flat">
              <a:solidFill>
                <a:srgbClr val="51B8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52" name="pg2652"/>
            <p:cNvSpPr/>
            <p:nvPr/>
          </p:nvSpPr>
          <p:spPr>
            <a:xfrm>
              <a:off x="4217158" y="476709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1B8AB">
                <a:alpha val="100000"/>
              </a:srgbClr>
            </a:solidFill>
            <a:ln w="5420" cap="flat">
              <a:solidFill>
                <a:srgbClr val="51B8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53" name="pg2653"/>
            <p:cNvSpPr/>
            <p:nvPr/>
          </p:nvSpPr>
          <p:spPr>
            <a:xfrm>
              <a:off x="4228795" y="476709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1B8AB">
                <a:alpha val="100000"/>
              </a:srgbClr>
            </a:solidFill>
            <a:ln w="5420" cap="flat">
              <a:solidFill>
                <a:srgbClr val="51B8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54" name="pg2654"/>
            <p:cNvSpPr/>
            <p:nvPr/>
          </p:nvSpPr>
          <p:spPr>
            <a:xfrm>
              <a:off x="4240432" y="476709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1B8AB">
                <a:alpha val="100000"/>
              </a:srgbClr>
            </a:solidFill>
            <a:ln w="5420" cap="flat">
              <a:solidFill>
                <a:srgbClr val="51B8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55" name="pg2655"/>
            <p:cNvSpPr/>
            <p:nvPr/>
          </p:nvSpPr>
          <p:spPr>
            <a:xfrm>
              <a:off x="4252070" y="476709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1B7AB">
                <a:alpha val="100000"/>
              </a:srgbClr>
            </a:solidFill>
            <a:ln w="5420" cap="flat">
              <a:solidFill>
                <a:srgbClr val="51B7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56" name="pg2656"/>
            <p:cNvSpPr/>
            <p:nvPr/>
          </p:nvSpPr>
          <p:spPr>
            <a:xfrm>
              <a:off x="4263707" y="476709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0B7AB">
                <a:alpha val="100000"/>
              </a:srgbClr>
            </a:solidFill>
            <a:ln w="5420" cap="flat">
              <a:solidFill>
                <a:srgbClr val="50B7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57" name="pg2657"/>
            <p:cNvSpPr/>
            <p:nvPr/>
          </p:nvSpPr>
          <p:spPr>
            <a:xfrm>
              <a:off x="4275344" y="476709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0B6AB">
                <a:alpha val="100000"/>
              </a:srgbClr>
            </a:solidFill>
            <a:ln w="5420" cap="flat">
              <a:solidFill>
                <a:srgbClr val="50B6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58" name="pg2658"/>
            <p:cNvSpPr/>
            <p:nvPr/>
          </p:nvSpPr>
          <p:spPr>
            <a:xfrm>
              <a:off x="4286982" y="476709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EB4AB">
                <a:alpha val="100000"/>
              </a:srgbClr>
            </a:solidFill>
            <a:ln w="5420" cap="flat">
              <a:solidFill>
                <a:srgbClr val="4EB4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59" name="pg2659"/>
            <p:cNvSpPr/>
            <p:nvPr/>
          </p:nvSpPr>
          <p:spPr>
            <a:xfrm>
              <a:off x="4298619" y="476709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DB3AB">
                <a:alpha val="100000"/>
              </a:srgbClr>
            </a:solidFill>
            <a:ln w="5420" cap="flat">
              <a:solidFill>
                <a:srgbClr val="4DB3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60" name="pg2660"/>
            <p:cNvSpPr/>
            <p:nvPr/>
          </p:nvSpPr>
          <p:spPr>
            <a:xfrm>
              <a:off x="4310256" y="476709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CB1AB">
                <a:alpha val="100000"/>
              </a:srgbClr>
            </a:solidFill>
            <a:ln w="5420" cap="flat">
              <a:solidFill>
                <a:srgbClr val="4CB1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61" name="pg2661"/>
            <p:cNvSpPr/>
            <p:nvPr/>
          </p:nvSpPr>
          <p:spPr>
            <a:xfrm>
              <a:off x="4321894" y="476709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BB0AB">
                <a:alpha val="100000"/>
              </a:srgbClr>
            </a:solidFill>
            <a:ln w="5420" cap="flat">
              <a:solidFill>
                <a:srgbClr val="4BB0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62" name="pg2662"/>
            <p:cNvSpPr/>
            <p:nvPr/>
          </p:nvSpPr>
          <p:spPr>
            <a:xfrm>
              <a:off x="4333531" y="476709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AAEAB">
                <a:alpha val="100000"/>
              </a:srgbClr>
            </a:solidFill>
            <a:ln w="5420" cap="flat">
              <a:solidFill>
                <a:srgbClr val="4AAE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63" name="pg2663"/>
            <p:cNvSpPr/>
            <p:nvPr/>
          </p:nvSpPr>
          <p:spPr>
            <a:xfrm>
              <a:off x="4345168" y="476709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9ADAB">
                <a:alpha val="100000"/>
              </a:srgbClr>
            </a:solidFill>
            <a:ln w="5420" cap="flat">
              <a:solidFill>
                <a:srgbClr val="49AD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64" name="pg2664"/>
            <p:cNvSpPr/>
            <p:nvPr/>
          </p:nvSpPr>
          <p:spPr>
            <a:xfrm>
              <a:off x="4356806" y="476709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7ABAA">
                <a:alpha val="100000"/>
              </a:srgbClr>
            </a:solidFill>
            <a:ln w="5420" cap="flat">
              <a:solidFill>
                <a:srgbClr val="47AB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65" name="pg2665"/>
            <p:cNvSpPr/>
            <p:nvPr/>
          </p:nvSpPr>
          <p:spPr>
            <a:xfrm>
              <a:off x="4368443" y="476709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6AAAA">
                <a:alpha val="100000"/>
              </a:srgbClr>
            </a:solidFill>
            <a:ln w="5420" cap="flat">
              <a:solidFill>
                <a:srgbClr val="46AA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66" name="pg2666"/>
            <p:cNvSpPr/>
            <p:nvPr/>
          </p:nvSpPr>
          <p:spPr>
            <a:xfrm>
              <a:off x="4566278" y="476709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8CA7">
                <a:alpha val="100000"/>
              </a:srgbClr>
            </a:solidFill>
            <a:ln w="5420" cap="flat">
              <a:solidFill>
                <a:srgbClr val="378C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67" name="pg2667"/>
            <p:cNvSpPr/>
            <p:nvPr/>
          </p:nvSpPr>
          <p:spPr>
            <a:xfrm>
              <a:off x="4577915" y="476709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8CA7">
                <a:alpha val="100000"/>
              </a:srgbClr>
            </a:solidFill>
            <a:ln w="5420" cap="flat">
              <a:solidFill>
                <a:srgbClr val="378C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68" name="pg2668"/>
            <p:cNvSpPr/>
            <p:nvPr/>
          </p:nvSpPr>
          <p:spPr>
            <a:xfrm>
              <a:off x="4589552" y="476709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8DA7">
                <a:alpha val="100000"/>
              </a:srgbClr>
            </a:solidFill>
            <a:ln w="5420" cap="flat">
              <a:solidFill>
                <a:srgbClr val="378D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69" name="pg2669"/>
            <p:cNvSpPr/>
            <p:nvPr/>
          </p:nvSpPr>
          <p:spPr>
            <a:xfrm>
              <a:off x="4601190" y="476709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8DA7">
                <a:alpha val="100000"/>
              </a:srgbClr>
            </a:solidFill>
            <a:ln w="5420" cap="flat">
              <a:solidFill>
                <a:srgbClr val="378D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70" name="pg2670"/>
            <p:cNvSpPr/>
            <p:nvPr/>
          </p:nvSpPr>
          <p:spPr>
            <a:xfrm>
              <a:off x="4612827" y="476709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8EA7">
                <a:alpha val="100000"/>
              </a:srgbClr>
            </a:solidFill>
            <a:ln w="5420" cap="flat">
              <a:solidFill>
                <a:srgbClr val="378E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71" name="pg2671"/>
            <p:cNvSpPr/>
            <p:nvPr/>
          </p:nvSpPr>
          <p:spPr>
            <a:xfrm>
              <a:off x="3111611" y="478139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9D5B6">
                <a:alpha val="100000"/>
              </a:srgbClr>
            </a:solidFill>
            <a:ln w="5420" cap="flat">
              <a:solidFill>
                <a:srgbClr val="79D5B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72" name="pg2672"/>
            <p:cNvSpPr/>
            <p:nvPr/>
          </p:nvSpPr>
          <p:spPr>
            <a:xfrm>
              <a:off x="3123249" y="478139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BD6B6">
                <a:alpha val="100000"/>
              </a:srgbClr>
            </a:solidFill>
            <a:ln w="5420" cap="flat">
              <a:solidFill>
                <a:srgbClr val="7BD6B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73" name="pg2673"/>
            <p:cNvSpPr/>
            <p:nvPr/>
          </p:nvSpPr>
          <p:spPr>
            <a:xfrm>
              <a:off x="3134886" y="478139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CD6B7">
                <a:alpha val="100000"/>
              </a:srgbClr>
            </a:solidFill>
            <a:ln w="5420" cap="flat">
              <a:solidFill>
                <a:srgbClr val="7CD6B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74" name="pg2674"/>
            <p:cNvSpPr/>
            <p:nvPr/>
          </p:nvSpPr>
          <p:spPr>
            <a:xfrm>
              <a:off x="3146523" y="478139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CD6B7">
                <a:alpha val="100000"/>
              </a:srgbClr>
            </a:solidFill>
            <a:ln w="5420" cap="flat">
              <a:solidFill>
                <a:srgbClr val="7CD6B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75" name="pg2675"/>
            <p:cNvSpPr/>
            <p:nvPr/>
          </p:nvSpPr>
          <p:spPr>
            <a:xfrm>
              <a:off x="3158161" y="478139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9D5B5">
                <a:alpha val="100000"/>
              </a:srgbClr>
            </a:solidFill>
            <a:ln w="5420" cap="flat">
              <a:solidFill>
                <a:srgbClr val="79D5B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76" name="pg2676"/>
            <p:cNvSpPr/>
            <p:nvPr/>
          </p:nvSpPr>
          <p:spPr>
            <a:xfrm>
              <a:off x="3169798" y="478139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4D3B3">
                <a:alpha val="100000"/>
              </a:srgbClr>
            </a:solidFill>
            <a:ln w="5420" cap="flat">
              <a:solidFill>
                <a:srgbClr val="74D3B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77" name="pg2677"/>
            <p:cNvSpPr/>
            <p:nvPr/>
          </p:nvSpPr>
          <p:spPr>
            <a:xfrm>
              <a:off x="3181435" y="478139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CD1B0">
                <a:alpha val="100000"/>
              </a:srgbClr>
            </a:solidFill>
            <a:ln w="5420" cap="flat">
              <a:solidFill>
                <a:srgbClr val="6CD1B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78" name="pg2678"/>
            <p:cNvSpPr/>
            <p:nvPr/>
          </p:nvSpPr>
          <p:spPr>
            <a:xfrm>
              <a:off x="3193073" y="478139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4CFAD">
                <a:alpha val="100000"/>
              </a:srgbClr>
            </a:solidFill>
            <a:ln w="5420" cap="flat">
              <a:solidFill>
                <a:srgbClr val="64CFA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79" name="pg2679"/>
            <p:cNvSpPr/>
            <p:nvPr/>
          </p:nvSpPr>
          <p:spPr>
            <a:xfrm>
              <a:off x="3204710" y="478139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ECBAC">
                <a:alpha val="100000"/>
              </a:srgbClr>
            </a:solidFill>
            <a:ln w="5420" cap="flat">
              <a:solidFill>
                <a:srgbClr val="5ECB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80" name="pg2680"/>
            <p:cNvSpPr/>
            <p:nvPr/>
          </p:nvSpPr>
          <p:spPr>
            <a:xfrm>
              <a:off x="3216347" y="478139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CC8AC">
                <a:alpha val="100000"/>
              </a:srgbClr>
            </a:solidFill>
            <a:ln w="5420" cap="flat">
              <a:solidFill>
                <a:srgbClr val="5CC8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81" name="pg2681"/>
            <p:cNvSpPr/>
            <p:nvPr/>
          </p:nvSpPr>
          <p:spPr>
            <a:xfrm>
              <a:off x="3227985" y="478139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9C3AC">
                <a:alpha val="100000"/>
              </a:srgbClr>
            </a:solidFill>
            <a:ln w="5420" cap="flat">
              <a:solidFill>
                <a:srgbClr val="59C3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82" name="pg2682"/>
            <p:cNvSpPr/>
            <p:nvPr/>
          </p:nvSpPr>
          <p:spPr>
            <a:xfrm>
              <a:off x="3239622" y="478139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9C2AC">
                <a:alpha val="100000"/>
              </a:srgbClr>
            </a:solidFill>
            <a:ln w="5420" cap="flat">
              <a:solidFill>
                <a:srgbClr val="59C2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83" name="pg2683"/>
            <p:cNvSpPr/>
            <p:nvPr/>
          </p:nvSpPr>
          <p:spPr>
            <a:xfrm>
              <a:off x="3251259" y="478139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9C2AC">
                <a:alpha val="100000"/>
              </a:srgbClr>
            </a:solidFill>
            <a:ln w="5420" cap="flat">
              <a:solidFill>
                <a:srgbClr val="59C2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84" name="pg2684"/>
            <p:cNvSpPr/>
            <p:nvPr/>
          </p:nvSpPr>
          <p:spPr>
            <a:xfrm>
              <a:off x="3262897" y="478139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9C4AC">
                <a:alpha val="100000"/>
              </a:srgbClr>
            </a:solidFill>
            <a:ln w="5420" cap="flat">
              <a:solidFill>
                <a:srgbClr val="59C4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85" name="pg2685"/>
            <p:cNvSpPr/>
            <p:nvPr/>
          </p:nvSpPr>
          <p:spPr>
            <a:xfrm>
              <a:off x="3274534" y="478139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BC6AC">
                <a:alpha val="100000"/>
              </a:srgbClr>
            </a:solidFill>
            <a:ln w="5420" cap="flat">
              <a:solidFill>
                <a:srgbClr val="5BC6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86" name="pg2686"/>
            <p:cNvSpPr/>
            <p:nvPr/>
          </p:nvSpPr>
          <p:spPr>
            <a:xfrm>
              <a:off x="3286171" y="478139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CC8AC">
                <a:alpha val="100000"/>
              </a:srgbClr>
            </a:solidFill>
            <a:ln w="5420" cap="flat">
              <a:solidFill>
                <a:srgbClr val="5CC8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87" name="pg2687"/>
            <p:cNvSpPr/>
            <p:nvPr/>
          </p:nvSpPr>
          <p:spPr>
            <a:xfrm>
              <a:off x="3297809" y="478139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DC9AC">
                <a:alpha val="100000"/>
              </a:srgbClr>
            </a:solidFill>
            <a:ln w="5420" cap="flat">
              <a:solidFill>
                <a:srgbClr val="5DC9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88" name="pg2688"/>
            <p:cNvSpPr/>
            <p:nvPr/>
          </p:nvSpPr>
          <p:spPr>
            <a:xfrm>
              <a:off x="3309446" y="478139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DCAAC">
                <a:alpha val="100000"/>
              </a:srgbClr>
            </a:solidFill>
            <a:ln w="5420" cap="flat">
              <a:solidFill>
                <a:srgbClr val="5DCA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89" name="pg2689"/>
            <p:cNvSpPr/>
            <p:nvPr/>
          </p:nvSpPr>
          <p:spPr>
            <a:xfrm>
              <a:off x="3321083" y="478139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DCAAC">
                <a:alpha val="100000"/>
              </a:srgbClr>
            </a:solidFill>
            <a:ln w="5420" cap="flat">
              <a:solidFill>
                <a:srgbClr val="5DCA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90" name="pg2690"/>
            <p:cNvSpPr/>
            <p:nvPr/>
          </p:nvSpPr>
          <p:spPr>
            <a:xfrm>
              <a:off x="3332721" y="478139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DCAAC">
                <a:alpha val="100000"/>
              </a:srgbClr>
            </a:solidFill>
            <a:ln w="5420" cap="flat">
              <a:solidFill>
                <a:srgbClr val="5DCA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91" name="pg2691"/>
            <p:cNvSpPr/>
            <p:nvPr/>
          </p:nvSpPr>
          <p:spPr>
            <a:xfrm>
              <a:off x="3344358" y="478139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ECBAC">
                <a:alpha val="100000"/>
              </a:srgbClr>
            </a:solidFill>
            <a:ln w="5420" cap="flat">
              <a:solidFill>
                <a:srgbClr val="5ECB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92" name="pg2692"/>
            <p:cNvSpPr/>
            <p:nvPr/>
          </p:nvSpPr>
          <p:spPr>
            <a:xfrm>
              <a:off x="3355995" y="478139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FCCAC">
                <a:alpha val="100000"/>
              </a:srgbClr>
            </a:solidFill>
            <a:ln w="5420" cap="flat">
              <a:solidFill>
                <a:srgbClr val="5FCC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93" name="pg2693"/>
            <p:cNvSpPr/>
            <p:nvPr/>
          </p:nvSpPr>
          <p:spPr>
            <a:xfrm>
              <a:off x="3367633" y="478139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FCDAC">
                <a:alpha val="100000"/>
              </a:srgbClr>
            </a:solidFill>
            <a:ln w="5420" cap="flat">
              <a:solidFill>
                <a:srgbClr val="5FCD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94" name="pg2694"/>
            <p:cNvSpPr/>
            <p:nvPr/>
          </p:nvSpPr>
          <p:spPr>
            <a:xfrm>
              <a:off x="3379270" y="478139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2CEAD">
                <a:alpha val="100000"/>
              </a:srgbClr>
            </a:solidFill>
            <a:ln w="5420" cap="flat">
              <a:solidFill>
                <a:srgbClr val="62CEA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95" name="pg2695"/>
            <p:cNvSpPr/>
            <p:nvPr/>
          </p:nvSpPr>
          <p:spPr>
            <a:xfrm>
              <a:off x="3390907" y="478139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7D0AE">
                <a:alpha val="100000"/>
              </a:srgbClr>
            </a:solidFill>
            <a:ln w="5420" cap="flat">
              <a:solidFill>
                <a:srgbClr val="67D0A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96" name="pg2696"/>
            <p:cNvSpPr/>
            <p:nvPr/>
          </p:nvSpPr>
          <p:spPr>
            <a:xfrm>
              <a:off x="3402545" y="478139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BD1B0">
                <a:alpha val="100000"/>
              </a:srgbClr>
            </a:solidFill>
            <a:ln w="5420" cap="flat">
              <a:solidFill>
                <a:srgbClr val="6BD1B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97" name="pg2697"/>
            <p:cNvSpPr/>
            <p:nvPr/>
          </p:nvSpPr>
          <p:spPr>
            <a:xfrm>
              <a:off x="3414182" y="478139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1D2B2">
                <a:alpha val="100000"/>
              </a:srgbClr>
            </a:solidFill>
            <a:ln w="5420" cap="flat">
              <a:solidFill>
                <a:srgbClr val="71D2B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98" name="pg2698"/>
            <p:cNvSpPr/>
            <p:nvPr/>
          </p:nvSpPr>
          <p:spPr>
            <a:xfrm>
              <a:off x="3425819" y="478139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5D4B4">
                <a:alpha val="100000"/>
              </a:srgbClr>
            </a:solidFill>
            <a:ln w="5420" cap="flat">
              <a:solidFill>
                <a:srgbClr val="75D4B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99" name="pg2699"/>
            <p:cNvSpPr/>
            <p:nvPr/>
          </p:nvSpPr>
          <p:spPr>
            <a:xfrm>
              <a:off x="3437457" y="478139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AD5B6">
                <a:alpha val="100000"/>
              </a:srgbClr>
            </a:solidFill>
            <a:ln w="5420" cap="flat">
              <a:solidFill>
                <a:srgbClr val="7AD5B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00" name="pg2700"/>
            <p:cNvSpPr/>
            <p:nvPr/>
          </p:nvSpPr>
          <p:spPr>
            <a:xfrm>
              <a:off x="3449094" y="478139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DD6B7">
                <a:alpha val="100000"/>
              </a:srgbClr>
            </a:solidFill>
            <a:ln w="5420" cap="flat">
              <a:solidFill>
                <a:srgbClr val="7DD6B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01" name="pg2701"/>
            <p:cNvSpPr/>
            <p:nvPr/>
          </p:nvSpPr>
          <p:spPr>
            <a:xfrm>
              <a:off x="3460731" y="478139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83D8BA">
                <a:alpha val="100000"/>
              </a:srgbClr>
            </a:solidFill>
            <a:ln w="5420" cap="flat">
              <a:solidFill>
                <a:srgbClr val="83D8B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02" name="pg2702"/>
            <p:cNvSpPr/>
            <p:nvPr/>
          </p:nvSpPr>
          <p:spPr>
            <a:xfrm>
              <a:off x="3472369" y="478139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84D8BA">
                <a:alpha val="100000"/>
              </a:srgbClr>
            </a:solidFill>
            <a:ln w="5420" cap="flat">
              <a:solidFill>
                <a:srgbClr val="84D8B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03" name="pg2703"/>
            <p:cNvSpPr/>
            <p:nvPr/>
          </p:nvSpPr>
          <p:spPr>
            <a:xfrm>
              <a:off x="3484006" y="478139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85D8BA">
                <a:alpha val="100000"/>
              </a:srgbClr>
            </a:solidFill>
            <a:ln w="5420" cap="flat">
              <a:solidFill>
                <a:srgbClr val="85D8B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04" name="pg2704"/>
            <p:cNvSpPr/>
            <p:nvPr/>
          </p:nvSpPr>
          <p:spPr>
            <a:xfrm>
              <a:off x="3495643" y="478139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84D8BA">
                <a:alpha val="100000"/>
              </a:srgbClr>
            </a:solidFill>
            <a:ln w="5420" cap="flat">
              <a:solidFill>
                <a:srgbClr val="84D8B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05" name="pg2705"/>
            <p:cNvSpPr/>
            <p:nvPr/>
          </p:nvSpPr>
          <p:spPr>
            <a:xfrm>
              <a:off x="3507281" y="478139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83D8BA">
                <a:alpha val="100000"/>
              </a:srgbClr>
            </a:solidFill>
            <a:ln w="5420" cap="flat">
              <a:solidFill>
                <a:srgbClr val="83D8B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06" name="pg2706"/>
            <p:cNvSpPr/>
            <p:nvPr/>
          </p:nvSpPr>
          <p:spPr>
            <a:xfrm>
              <a:off x="3518918" y="478139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82D7B9">
                <a:alpha val="100000"/>
              </a:srgbClr>
            </a:solidFill>
            <a:ln w="5420" cap="flat">
              <a:solidFill>
                <a:srgbClr val="82D7B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07" name="pg2707"/>
            <p:cNvSpPr/>
            <p:nvPr/>
          </p:nvSpPr>
          <p:spPr>
            <a:xfrm>
              <a:off x="3530555" y="478139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80D7B8">
                <a:alpha val="100000"/>
              </a:srgbClr>
            </a:solidFill>
            <a:ln w="5420" cap="flat">
              <a:solidFill>
                <a:srgbClr val="80D7B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08" name="pg2708"/>
            <p:cNvSpPr/>
            <p:nvPr/>
          </p:nvSpPr>
          <p:spPr>
            <a:xfrm>
              <a:off x="3542193" y="478139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FD6B8">
                <a:alpha val="100000"/>
              </a:srgbClr>
            </a:solidFill>
            <a:ln w="5420" cap="flat">
              <a:solidFill>
                <a:srgbClr val="7FD6B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09" name="pg2709"/>
            <p:cNvSpPr/>
            <p:nvPr/>
          </p:nvSpPr>
          <p:spPr>
            <a:xfrm>
              <a:off x="3635291" y="478139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2D3B3">
                <a:alpha val="100000"/>
              </a:srgbClr>
            </a:solidFill>
            <a:ln w="5420" cap="flat">
              <a:solidFill>
                <a:srgbClr val="72D3B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10" name="pg2710"/>
            <p:cNvSpPr/>
            <p:nvPr/>
          </p:nvSpPr>
          <p:spPr>
            <a:xfrm>
              <a:off x="3646928" y="478139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2D3B3">
                <a:alpha val="100000"/>
              </a:srgbClr>
            </a:solidFill>
            <a:ln w="5420" cap="flat">
              <a:solidFill>
                <a:srgbClr val="72D3B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11" name="pg2711"/>
            <p:cNvSpPr/>
            <p:nvPr/>
          </p:nvSpPr>
          <p:spPr>
            <a:xfrm>
              <a:off x="3658566" y="478139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3D3B3">
                <a:alpha val="100000"/>
              </a:srgbClr>
            </a:solidFill>
            <a:ln w="5420" cap="flat">
              <a:solidFill>
                <a:srgbClr val="73D3B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12" name="pg2712"/>
            <p:cNvSpPr/>
            <p:nvPr/>
          </p:nvSpPr>
          <p:spPr>
            <a:xfrm>
              <a:off x="3681840" y="478139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8D5B5">
                <a:alpha val="100000"/>
              </a:srgbClr>
            </a:solidFill>
            <a:ln w="5420" cap="flat">
              <a:solidFill>
                <a:srgbClr val="78D5B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13" name="pg2713"/>
            <p:cNvSpPr/>
            <p:nvPr/>
          </p:nvSpPr>
          <p:spPr>
            <a:xfrm>
              <a:off x="3693478" y="478139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81D7B9">
                <a:alpha val="100000"/>
              </a:srgbClr>
            </a:solidFill>
            <a:ln w="5420" cap="flat">
              <a:solidFill>
                <a:srgbClr val="81D7B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14" name="pg2714"/>
            <p:cNvSpPr/>
            <p:nvPr/>
          </p:nvSpPr>
          <p:spPr>
            <a:xfrm>
              <a:off x="3705115" y="478139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83D8BA">
                <a:alpha val="100000"/>
              </a:srgbClr>
            </a:solidFill>
            <a:ln w="5420" cap="flat">
              <a:solidFill>
                <a:srgbClr val="83D8B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15" name="pg2715"/>
            <p:cNvSpPr/>
            <p:nvPr/>
          </p:nvSpPr>
          <p:spPr>
            <a:xfrm>
              <a:off x="3716752" y="478139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84D8BA">
                <a:alpha val="100000"/>
              </a:srgbClr>
            </a:solidFill>
            <a:ln w="5420" cap="flat">
              <a:solidFill>
                <a:srgbClr val="84D8B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16" name="pg2716"/>
            <p:cNvSpPr/>
            <p:nvPr/>
          </p:nvSpPr>
          <p:spPr>
            <a:xfrm>
              <a:off x="3728390" y="478139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83D8BA">
                <a:alpha val="100000"/>
              </a:srgbClr>
            </a:solidFill>
            <a:ln w="5420" cap="flat">
              <a:solidFill>
                <a:srgbClr val="83D8B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17" name="pg2717"/>
            <p:cNvSpPr/>
            <p:nvPr/>
          </p:nvSpPr>
          <p:spPr>
            <a:xfrm>
              <a:off x="3740027" y="478139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81D7B9">
                <a:alpha val="100000"/>
              </a:srgbClr>
            </a:solidFill>
            <a:ln w="5420" cap="flat">
              <a:solidFill>
                <a:srgbClr val="81D7B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18" name="pg2718"/>
            <p:cNvSpPr/>
            <p:nvPr/>
          </p:nvSpPr>
          <p:spPr>
            <a:xfrm>
              <a:off x="3751664" y="478139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FD7B8">
                <a:alpha val="100000"/>
              </a:srgbClr>
            </a:solidFill>
            <a:ln w="5420" cap="flat">
              <a:solidFill>
                <a:srgbClr val="7FD7B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19" name="pg2719"/>
            <p:cNvSpPr/>
            <p:nvPr/>
          </p:nvSpPr>
          <p:spPr>
            <a:xfrm>
              <a:off x="4124059" y="478139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2B9AB">
                <a:alpha val="100000"/>
              </a:srgbClr>
            </a:solidFill>
            <a:ln w="5420" cap="flat">
              <a:solidFill>
                <a:srgbClr val="52B9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20" name="pg2720"/>
            <p:cNvSpPr/>
            <p:nvPr/>
          </p:nvSpPr>
          <p:spPr>
            <a:xfrm>
              <a:off x="4135696" y="478139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2B9AB">
                <a:alpha val="100000"/>
              </a:srgbClr>
            </a:solidFill>
            <a:ln w="5420" cap="flat">
              <a:solidFill>
                <a:srgbClr val="52B9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21" name="pg2721"/>
            <p:cNvSpPr/>
            <p:nvPr/>
          </p:nvSpPr>
          <p:spPr>
            <a:xfrm>
              <a:off x="4147334" y="478139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2B9AB">
                <a:alpha val="100000"/>
              </a:srgbClr>
            </a:solidFill>
            <a:ln w="5420" cap="flat">
              <a:solidFill>
                <a:srgbClr val="52B9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22" name="pg2722"/>
            <p:cNvSpPr/>
            <p:nvPr/>
          </p:nvSpPr>
          <p:spPr>
            <a:xfrm>
              <a:off x="4158971" y="478139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2B9AB">
                <a:alpha val="100000"/>
              </a:srgbClr>
            </a:solidFill>
            <a:ln w="5420" cap="flat">
              <a:solidFill>
                <a:srgbClr val="52B9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23" name="pg2723"/>
            <p:cNvSpPr/>
            <p:nvPr/>
          </p:nvSpPr>
          <p:spPr>
            <a:xfrm>
              <a:off x="4170608" y="478139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2B9AB">
                <a:alpha val="100000"/>
              </a:srgbClr>
            </a:solidFill>
            <a:ln w="5420" cap="flat">
              <a:solidFill>
                <a:srgbClr val="52B9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24" name="pg2724"/>
            <p:cNvSpPr/>
            <p:nvPr/>
          </p:nvSpPr>
          <p:spPr>
            <a:xfrm>
              <a:off x="4182246" y="478139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2B9AB">
                <a:alpha val="100000"/>
              </a:srgbClr>
            </a:solidFill>
            <a:ln w="5420" cap="flat">
              <a:solidFill>
                <a:srgbClr val="52B9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25" name="pg2725"/>
            <p:cNvSpPr/>
            <p:nvPr/>
          </p:nvSpPr>
          <p:spPr>
            <a:xfrm>
              <a:off x="4193883" y="478139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2B8AB">
                <a:alpha val="100000"/>
              </a:srgbClr>
            </a:solidFill>
            <a:ln w="5420" cap="flat">
              <a:solidFill>
                <a:srgbClr val="52B8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26" name="pg2726"/>
            <p:cNvSpPr/>
            <p:nvPr/>
          </p:nvSpPr>
          <p:spPr>
            <a:xfrm>
              <a:off x="4205520" y="478139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2B8AB">
                <a:alpha val="100000"/>
              </a:srgbClr>
            </a:solidFill>
            <a:ln w="5420" cap="flat">
              <a:solidFill>
                <a:srgbClr val="52B8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27" name="pg2727"/>
            <p:cNvSpPr/>
            <p:nvPr/>
          </p:nvSpPr>
          <p:spPr>
            <a:xfrm>
              <a:off x="4217158" y="478139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1B8AB">
                <a:alpha val="100000"/>
              </a:srgbClr>
            </a:solidFill>
            <a:ln w="5420" cap="flat">
              <a:solidFill>
                <a:srgbClr val="51B8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28" name="pg2728"/>
            <p:cNvSpPr/>
            <p:nvPr/>
          </p:nvSpPr>
          <p:spPr>
            <a:xfrm>
              <a:off x="4228795" y="478139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1B8AB">
                <a:alpha val="100000"/>
              </a:srgbClr>
            </a:solidFill>
            <a:ln w="5420" cap="flat">
              <a:solidFill>
                <a:srgbClr val="51B8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29" name="pg2729"/>
            <p:cNvSpPr/>
            <p:nvPr/>
          </p:nvSpPr>
          <p:spPr>
            <a:xfrm>
              <a:off x="4240432" y="478139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1B8AB">
                <a:alpha val="100000"/>
              </a:srgbClr>
            </a:solidFill>
            <a:ln w="5420" cap="flat">
              <a:solidFill>
                <a:srgbClr val="51B8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30" name="pg2730"/>
            <p:cNvSpPr/>
            <p:nvPr/>
          </p:nvSpPr>
          <p:spPr>
            <a:xfrm>
              <a:off x="4252070" y="478139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1B8AB">
                <a:alpha val="100000"/>
              </a:srgbClr>
            </a:solidFill>
            <a:ln w="5420" cap="flat">
              <a:solidFill>
                <a:srgbClr val="51B8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31" name="pg2731"/>
            <p:cNvSpPr/>
            <p:nvPr/>
          </p:nvSpPr>
          <p:spPr>
            <a:xfrm>
              <a:off x="4263707" y="478139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1B7AB">
                <a:alpha val="100000"/>
              </a:srgbClr>
            </a:solidFill>
            <a:ln w="5420" cap="flat">
              <a:solidFill>
                <a:srgbClr val="51B7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32" name="pg2732"/>
            <p:cNvSpPr/>
            <p:nvPr/>
          </p:nvSpPr>
          <p:spPr>
            <a:xfrm>
              <a:off x="4275344" y="478139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0B6AB">
                <a:alpha val="100000"/>
              </a:srgbClr>
            </a:solidFill>
            <a:ln w="5420" cap="flat">
              <a:solidFill>
                <a:srgbClr val="50B6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33" name="pg2733"/>
            <p:cNvSpPr/>
            <p:nvPr/>
          </p:nvSpPr>
          <p:spPr>
            <a:xfrm>
              <a:off x="4310256" y="478139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DB2AB">
                <a:alpha val="100000"/>
              </a:srgbClr>
            </a:solidFill>
            <a:ln w="5420" cap="flat">
              <a:solidFill>
                <a:srgbClr val="4DB2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34" name="pg2734"/>
            <p:cNvSpPr/>
            <p:nvPr/>
          </p:nvSpPr>
          <p:spPr>
            <a:xfrm>
              <a:off x="4321894" y="478139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BB0AB">
                <a:alpha val="100000"/>
              </a:srgbClr>
            </a:solidFill>
            <a:ln w="5420" cap="flat">
              <a:solidFill>
                <a:srgbClr val="4BB0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35" name="pg2735"/>
            <p:cNvSpPr/>
            <p:nvPr/>
          </p:nvSpPr>
          <p:spPr>
            <a:xfrm>
              <a:off x="4333531" y="478139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AAFAB">
                <a:alpha val="100000"/>
              </a:srgbClr>
            </a:solidFill>
            <a:ln w="5420" cap="flat">
              <a:solidFill>
                <a:srgbClr val="4AAF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36" name="pg2736"/>
            <p:cNvSpPr/>
            <p:nvPr/>
          </p:nvSpPr>
          <p:spPr>
            <a:xfrm>
              <a:off x="4345168" y="478139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9ADAB">
                <a:alpha val="100000"/>
              </a:srgbClr>
            </a:solidFill>
            <a:ln w="5420" cap="flat">
              <a:solidFill>
                <a:srgbClr val="49AD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37" name="pg2737"/>
            <p:cNvSpPr/>
            <p:nvPr/>
          </p:nvSpPr>
          <p:spPr>
            <a:xfrm>
              <a:off x="4356806" y="478139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8ACAA">
                <a:alpha val="100000"/>
              </a:srgbClr>
            </a:solidFill>
            <a:ln w="5420" cap="flat">
              <a:solidFill>
                <a:srgbClr val="48AC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38" name="pg2738"/>
            <p:cNvSpPr/>
            <p:nvPr/>
          </p:nvSpPr>
          <p:spPr>
            <a:xfrm>
              <a:off x="4368443" y="478139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6AAAA">
                <a:alpha val="100000"/>
              </a:srgbClr>
            </a:solidFill>
            <a:ln w="5420" cap="flat">
              <a:solidFill>
                <a:srgbClr val="46AA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39" name="pg2739"/>
            <p:cNvSpPr/>
            <p:nvPr/>
          </p:nvSpPr>
          <p:spPr>
            <a:xfrm>
              <a:off x="4380080" y="478139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5A9AA">
                <a:alpha val="100000"/>
              </a:srgbClr>
            </a:solidFill>
            <a:ln w="5420" cap="flat">
              <a:solidFill>
                <a:srgbClr val="45A9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40" name="pg2740"/>
            <p:cNvSpPr/>
            <p:nvPr/>
          </p:nvSpPr>
          <p:spPr>
            <a:xfrm>
              <a:off x="4566278" y="478139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8FA7">
                <a:alpha val="100000"/>
              </a:srgbClr>
            </a:solidFill>
            <a:ln w="5420" cap="flat">
              <a:solidFill>
                <a:srgbClr val="378F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41" name="pg2741"/>
            <p:cNvSpPr/>
            <p:nvPr/>
          </p:nvSpPr>
          <p:spPr>
            <a:xfrm>
              <a:off x="4577915" y="478139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8FA7">
                <a:alpha val="100000"/>
              </a:srgbClr>
            </a:solidFill>
            <a:ln w="5420" cap="flat">
              <a:solidFill>
                <a:srgbClr val="378F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42" name="pg2742"/>
            <p:cNvSpPr/>
            <p:nvPr/>
          </p:nvSpPr>
          <p:spPr>
            <a:xfrm>
              <a:off x="4589552" y="478139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8FA7">
                <a:alpha val="100000"/>
              </a:srgbClr>
            </a:solidFill>
            <a:ln w="5420" cap="flat">
              <a:solidFill>
                <a:srgbClr val="378F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43" name="pg2743"/>
            <p:cNvSpPr/>
            <p:nvPr/>
          </p:nvSpPr>
          <p:spPr>
            <a:xfrm>
              <a:off x="4601190" y="478139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690A7">
                <a:alpha val="100000"/>
              </a:srgbClr>
            </a:solidFill>
            <a:ln w="5420" cap="flat">
              <a:solidFill>
                <a:srgbClr val="3690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44" name="pg2744"/>
            <p:cNvSpPr/>
            <p:nvPr/>
          </p:nvSpPr>
          <p:spPr>
            <a:xfrm>
              <a:off x="4612827" y="478139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690A8">
                <a:alpha val="100000"/>
              </a:srgbClr>
            </a:solidFill>
            <a:ln w="5420" cap="flat">
              <a:solidFill>
                <a:srgbClr val="3690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45" name="pg2745"/>
            <p:cNvSpPr/>
            <p:nvPr/>
          </p:nvSpPr>
          <p:spPr>
            <a:xfrm>
              <a:off x="3111611" y="479569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CD6B7">
                <a:alpha val="100000"/>
              </a:srgbClr>
            </a:solidFill>
            <a:ln w="5420" cap="flat">
              <a:solidFill>
                <a:srgbClr val="7CD6B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46" name="pg2746"/>
            <p:cNvSpPr/>
            <p:nvPr/>
          </p:nvSpPr>
          <p:spPr>
            <a:xfrm>
              <a:off x="3123249" y="479569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FD7B8">
                <a:alpha val="100000"/>
              </a:srgbClr>
            </a:solidFill>
            <a:ln w="5420" cap="flat">
              <a:solidFill>
                <a:srgbClr val="7FD7B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47" name="pg2747"/>
            <p:cNvSpPr/>
            <p:nvPr/>
          </p:nvSpPr>
          <p:spPr>
            <a:xfrm>
              <a:off x="3134886" y="479569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81D7B9">
                <a:alpha val="100000"/>
              </a:srgbClr>
            </a:solidFill>
            <a:ln w="5420" cap="flat">
              <a:solidFill>
                <a:srgbClr val="81D7B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48" name="pg2748"/>
            <p:cNvSpPr/>
            <p:nvPr/>
          </p:nvSpPr>
          <p:spPr>
            <a:xfrm>
              <a:off x="3146523" y="479569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81D7B9">
                <a:alpha val="100000"/>
              </a:srgbClr>
            </a:solidFill>
            <a:ln w="5420" cap="flat">
              <a:solidFill>
                <a:srgbClr val="81D7B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49" name="pg2749"/>
            <p:cNvSpPr/>
            <p:nvPr/>
          </p:nvSpPr>
          <p:spPr>
            <a:xfrm>
              <a:off x="3158161" y="479569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ED6B8">
                <a:alpha val="100000"/>
              </a:srgbClr>
            </a:solidFill>
            <a:ln w="5420" cap="flat">
              <a:solidFill>
                <a:srgbClr val="7ED6B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50" name="pg2750"/>
            <p:cNvSpPr/>
            <p:nvPr/>
          </p:nvSpPr>
          <p:spPr>
            <a:xfrm>
              <a:off x="3169798" y="479569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9D5B5">
                <a:alpha val="100000"/>
              </a:srgbClr>
            </a:solidFill>
            <a:ln w="5420" cap="flat">
              <a:solidFill>
                <a:srgbClr val="79D5B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51" name="pg2751"/>
            <p:cNvSpPr/>
            <p:nvPr/>
          </p:nvSpPr>
          <p:spPr>
            <a:xfrm>
              <a:off x="3181435" y="479569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1D3B2">
                <a:alpha val="100000"/>
              </a:srgbClr>
            </a:solidFill>
            <a:ln w="5420" cap="flat">
              <a:solidFill>
                <a:srgbClr val="71D3B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52" name="pg2752"/>
            <p:cNvSpPr/>
            <p:nvPr/>
          </p:nvSpPr>
          <p:spPr>
            <a:xfrm>
              <a:off x="3193073" y="479569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7D0AE">
                <a:alpha val="100000"/>
              </a:srgbClr>
            </a:solidFill>
            <a:ln w="5420" cap="flat">
              <a:solidFill>
                <a:srgbClr val="67D0A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53" name="pg2753"/>
            <p:cNvSpPr/>
            <p:nvPr/>
          </p:nvSpPr>
          <p:spPr>
            <a:xfrm>
              <a:off x="3204710" y="479569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FCCAC">
                <a:alpha val="100000"/>
              </a:srgbClr>
            </a:solidFill>
            <a:ln w="5420" cap="flat">
              <a:solidFill>
                <a:srgbClr val="5FCC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54" name="pg2754"/>
            <p:cNvSpPr/>
            <p:nvPr/>
          </p:nvSpPr>
          <p:spPr>
            <a:xfrm>
              <a:off x="3216347" y="479569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DC9AC">
                <a:alpha val="100000"/>
              </a:srgbClr>
            </a:solidFill>
            <a:ln w="5420" cap="flat">
              <a:solidFill>
                <a:srgbClr val="5DC9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55" name="pg2755"/>
            <p:cNvSpPr/>
            <p:nvPr/>
          </p:nvSpPr>
          <p:spPr>
            <a:xfrm>
              <a:off x="3227985" y="479569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9C4AC">
                <a:alpha val="100000"/>
              </a:srgbClr>
            </a:solidFill>
            <a:ln w="5420" cap="flat">
              <a:solidFill>
                <a:srgbClr val="59C4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56" name="pg2756"/>
            <p:cNvSpPr/>
            <p:nvPr/>
          </p:nvSpPr>
          <p:spPr>
            <a:xfrm>
              <a:off x="3239622" y="479569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9C3AC">
                <a:alpha val="100000"/>
              </a:srgbClr>
            </a:solidFill>
            <a:ln w="5420" cap="flat">
              <a:solidFill>
                <a:srgbClr val="59C3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57" name="pg2757"/>
            <p:cNvSpPr/>
            <p:nvPr/>
          </p:nvSpPr>
          <p:spPr>
            <a:xfrm>
              <a:off x="3251259" y="479569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9C3AC">
                <a:alpha val="100000"/>
              </a:srgbClr>
            </a:solidFill>
            <a:ln w="5420" cap="flat">
              <a:solidFill>
                <a:srgbClr val="59C3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58" name="pg2758"/>
            <p:cNvSpPr/>
            <p:nvPr/>
          </p:nvSpPr>
          <p:spPr>
            <a:xfrm>
              <a:off x="3262897" y="479569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AC4AC">
                <a:alpha val="100000"/>
              </a:srgbClr>
            </a:solidFill>
            <a:ln w="5420" cap="flat">
              <a:solidFill>
                <a:srgbClr val="5AC4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59" name="pg2759"/>
            <p:cNvSpPr/>
            <p:nvPr/>
          </p:nvSpPr>
          <p:spPr>
            <a:xfrm>
              <a:off x="3274534" y="479569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BC6AC">
                <a:alpha val="100000"/>
              </a:srgbClr>
            </a:solidFill>
            <a:ln w="5420" cap="flat">
              <a:solidFill>
                <a:srgbClr val="5BC6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60" name="pg2760"/>
            <p:cNvSpPr/>
            <p:nvPr/>
          </p:nvSpPr>
          <p:spPr>
            <a:xfrm>
              <a:off x="3286171" y="479569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CC8AC">
                <a:alpha val="100000"/>
              </a:srgbClr>
            </a:solidFill>
            <a:ln w="5420" cap="flat">
              <a:solidFill>
                <a:srgbClr val="5CC8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61" name="pg2761"/>
            <p:cNvSpPr/>
            <p:nvPr/>
          </p:nvSpPr>
          <p:spPr>
            <a:xfrm>
              <a:off x="3297809" y="479569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DC9AC">
                <a:alpha val="100000"/>
              </a:srgbClr>
            </a:solidFill>
            <a:ln w="5420" cap="flat">
              <a:solidFill>
                <a:srgbClr val="5DC9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62" name="pg2762"/>
            <p:cNvSpPr/>
            <p:nvPr/>
          </p:nvSpPr>
          <p:spPr>
            <a:xfrm>
              <a:off x="3309446" y="479569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DCAAC">
                <a:alpha val="100000"/>
              </a:srgbClr>
            </a:solidFill>
            <a:ln w="5420" cap="flat">
              <a:solidFill>
                <a:srgbClr val="5DCA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63" name="pg2763"/>
            <p:cNvSpPr/>
            <p:nvPr/>
          </p:nvSpPr>
          <p:spPr>
            <a:xfrm>
              <a:off x="3321083" y="479569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DCAAC">
                <a:alpha val="100000"/>
              </a:srgbClr>
            </a:solidFill>
            <a:ln w="5420" cap="flat">
              <a:solidFill>
                <a:srgbClr val="5DCA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64" name="pg2764"/>
            <p:cNvSpPr/>
            <p:nvPr/>
          </p:nvSpPr>
          <p:spPr>
            <a:xfrm>
              <a:off x="3332721" y="479569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DCAAC">
                <a:alpha val="100000"/>
              </a:srgbClr>
            </a:solidFill>
            <a:ln w="5420" cap="flat">
              <a:solidFill>
                <a:srgbClr val="5DCA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65" name="pg2765"/>
            <p:cNvSpPr/>
            <p:nvPr/>
          </p:nvSpPr>
          <p:spPr>
            <a:xfrm>
              <a:off x="3344358" y="479569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ECBAC">
                <a:alpha val="100000"/>
              </a:srgbClr>
            </a:solidFill>
            <a:ln w="5420" cap="flat">
              <a:solidFill>
                <a:srgbClr val="5ECB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66" name="pg2766"/>
            <p:cNvSpPr/>
            <p:nvPr/>
          </p:nvSpPr>
          <p:spPr>
            <a:xfrm>
              <a:off x="3355995" y="479569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FCCAC">
                <a:alpha val="100000"/>
              </a:srgbClr>
            </a:solidFill>
            <a:ln w="5420" cap="flat">
              <a:solidFill>
                <a:srgbClr val="5FCC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67" name="pg2767"/>
            <p:cNvSpPr/>
            <p:nvPr/>
          </p:nvSpPr>
          <p:spPr>
            <a:xfrm>
              <a:off x="3367633" y="479569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0CDAC">
                <a:alpha val="100000"/>
              </a:srgbClr>
            </a:solidFill>
            <a:ln w="5420" cap="flat">
              <a:solidFill>
                <a:srgbClr val="60CD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68" name="pg2768"/>
            <p:cNvSpPr/>
            <p:nvPr/>
          </p:nvSpPr>
          <p:spPr>
            <a:xfrm>
              <a:off x="3379270" y="479569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3CFAD">
                <a:alpha val="100000"/>
              </a:srgbClr>
            </a:solidFill>
            <a:ln w="5420" cap="flat">
              <a:solidFill>
                <a:srgbClr val="63CFA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69" name="pg2769"/>
            <p:cNvSpPr/>
            <p:nvPr/>
          </p:nvSpPr>
          <p:spPr>
            <a:xfrm>
              <a:off x="3390907" y="479569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8D0AF">
                <a:alpha val="100000"/>
              </a:srgbClr>
            </a:solidFill>
            <a:ln w="5420" cap="flat">
              <a:solidFill>
                <a:srgbClr val="68D0A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70" name="pg2770"/>
            <p:cNvSpPr/>
            <p:nvPr/>
          </p:nvSpPr>
          <p:spPr>
            <a:xfrm>
              <a:off x="3402545" y="479569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DD2B1">
                <a:alpha val="100000"/>
              </a:srgbClr>
            </a:solidFill>
            <a:ln w="5420" cap="flat">
              <a:solidFill>
                <a:srgbClr val="6DD2B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71" name="pg2771"/>
            <p:cNvSpPr/>
            <p:nvPr/>
          </p:nvSpPr>
          <p:spPr>
            <a:xfrm>
              <a:off x="3414182" y="479569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2D3B3">
                <a:alpha val="100000"/>
              </a:srgbClr>
            </a:solidFill>
            <a:ln w="5420" cap="flat">
              <a:solidFill>
                <a:srgbClr val="72D3B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72" name="pg2772"/>
            <p:cNvSpPr/>
            <p:nvPr/>
          </p:nvSpPr>
          <p:spPr>
            <a:xfrm>
              <a:off x="3425819" y="479569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8D4B5">
                <a:alpha val="100000"/>
              </a:srgbClr>
            </a:solidFill>
            <a:ln w="5420" cap="flat">
              <a:solidFill>
                <a:srgbClr val="78D4B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73" name="pg2773"/>
            <p:cNvSpPr/>
            <p:nvPr/>
          </p:nvSpPr>
          <p:spPr>
            <a:xfrm>
              <a:off x="3437457" y="479569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DD6B7">
                <a:alpha val="100000"/>
              </a:srgbClr>
            </a:solidFill>
            <a:ln w="5420" cap="flat">
              <a:solidFill>
                <a:srgbClr val="7DD6B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74" name="pg2774"/>
            <p:cNvSpPr/>
            <p:nvPr/>
          </p:nvSpPr>
          <p:spPr>
            <a:xfrm>
              <a:off x="3449094" y="479569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81D7B9">
                <a:alpha val="100000"/>
              </a:srgbClr>
            </a:solidFill>
            <a:ln w="5420" cap="flat">
              <a:solidFill>
                <a:srgbClr val="81D7B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75" name="pg2775"/>
            <p:cNvSpPr/>
            <p:nvPr/>
          </p:nvSpPr>
          <p:spPr>
            <a:xfrm>
              <a:off x="3460731" y="479569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87D9BB">
                <a:alpha val="100000"/>
              </a:srgbClr>
            </a:solidFill>
            <a:ln w="5420" cap="flat">
              <a:solidFill>
                <a:srgbClr val="87D9B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76" name="pg2776"/>
            <p:cNvSpPr/>
            <p:nvPr/>
          </p:nvSpPr>
          <p:spPr>
            <a:xfrm>
              <a:off x="3472369" y="479569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89DABC">
                <a:alpha val="100000"/>
              </a:srgbClr>
            </a:solidFill>
            <a:ln w="5420" cap="flat">
              <a:solidFill>
                <a:srgbClr val="89DAB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77" name="pg2777"/>
            <p:cNvSpPr/>
            <p:nvPr/>
          </p:nvSpPr>
          <p:spPr>
            <a:xfrm>
              <a:off x="3484006" y="479569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89DABC">
                <a:alpha val="100000"/>
              </a:srgbClr>
            </a:solidFill>
            <a:ln w="5420" cap="flat">
              <a:solidFill>
                <a:srgbClr val="89DAB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78" name="pg2778"/>
            <p:cNvSpPr/>
            <p:nvPr/>
          </p:nvSpPr>
          <p:spPr>
            <a:xfrm>
              <a:off x="3495643" y="479569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88D9BC">
                <a:alpha val="100000"/>
              </a:srgbClr>
            </a:solidFill>
            <a:ln w="5420" cap="flat">
              <a:solidFill>
                <a:srgbClr val="88D9B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79" name="pg2779"/>
            <p:cNvSpPr/>
            <p:nvPr/>
          </p:nvSpPr>
          <p:spPr>
            <a:xfrm>
              <a:off x="3507281" y="479569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86D9BB">
                <a:alpha val="100000"/>
              </a:srgbClr>
            </a:solidFill>
            <a:ln w="5420" cap="flat">
              <a:solidFill>
                <a:srgbClr val="86D9B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80" name="pg2780"/>
            <p:cNvSpPr/>
            <p:nvPr/>
          </p:nvSpPr>
          <p:spPr>
            <a:xfrm>
              <a:off x="3518918" y="479569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84D8BA">
                <a:alpha val="100000"/>
              </a:srgbClr>
            </a:solidFill>
            <a:ln w="5420" cap="flat">
              <a:solidFill>
                <a:srgbClr val="84D8B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81" name="pg2781"/>
            <p:cNvSpPr/>
            <p:nvPr/>
          </p:nvSpPr>
          <p:spPr>
            <a:xfrm>
              <a:off x="3530555" y="479569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82D7B9">
                <a:alpha val="100000"/>
              </a:srgbClr>
            </a:solidFill>
            <a:ln w="5420" cap="flat">
              <a:solidFill>
                <a:srgbClr val="82D7B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82" name="pg2782"/>
            <p:cNvSpPr/>
            <p:nvPr/>
          </p:nvSpPr>
          <p:spPr>
            <a:xfrm>
              <a:off x="3542193" y="479569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80D7B8">
                <a:alpha val="100000"/>
              </a:srgbClr>
            </a:solidFill>
            <a:ln w="5420" cap="flat">
              <a:solidFill>
                <a:srgbClr val="80D7B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83" name="pg2783"/>
            <p:cNvSpPr/>
            <p:nvPr/>
          </p:nvSpPr>
          <p:spPr>
            <a:xfrm>
              <a:off x="3553830" y="479569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ED6B8">
                <a:alpha val="100000"/>
              </a:srgbClr>
            </a:solidFill>
            <a:ln w="5420" cap="flat">
              <a:solidFill>
                <a:srgbClr val="7ED6B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84" name="pg2784"/>
            <p:cNvSpPr/>
            <p:nvPr/>
          </p:nvSpPr>
          <p:spPr>
            <a:xfrm>
              <a:off x="3623654" y="479569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1D3B2">
                <a:alpha val="100000"/>
              </a:srgbClr>
            </a:solidFill>
            <a:ln w="5420" cap="flat">
              <a:solidFill>
                <a:srgbClr val="71D3B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85" name="pg2785"/>
            <p:cNvSpPr/>
            <p:nvPr/>
          </p:nvSpPr>
          <p:spPr>
            <a:xfrm>
              <a:off x="3635291" y="479569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0D2B2">
                <a:alpha val="100000"/>
              </a:srgbClr>
            </a:solidFill>
            <a:ln w="5420" cap="flat">
              <a:solidFill>
                <a:srgbClr val="70D2B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86" name="pg2786"/>
            <p:cNvSpPr/>
            <p:nvPr/>
          </p:nvSpPr>
          <p:spPr>
            <a:xfrm>
              <a:off x="3646928" y="479569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0D2B2">
                <a:alpha val="100000"/>
              </a:srgbClr>
            </a:solidFill>
            <a:ln w="5420" cap="flat">
              <a:solidFill>
                <a:srgbClr val="70D2B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87" name="pg2787"/>
            <p:cNvSpPr/>
            <p:nvPr/>
          </p:nvSpPr>
          <p:spPr>
            <a:xfrm>
              <a:off x="3658566" y="479569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0D2B2">
                <a:alpha val="100000"/>
              </a:srgbClr>
            </a:solidFill>
            <a:ln w="5420" cap="flat">
              <a:solidFill>
                <a:srgbClr val="70D2B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88" name="pg2788"/>
            <p:cNvSpPr/>
            <p:nvPr/>
          </p:nvSpPr>
          <p:spPr>
            <a:xfrm>
              <a:off x="3670203" y="479569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2D3B3">
                <a:alpha val="100000"/>
              </a:srgbClr>
            </a:solidFill>
            <a:ln w="5420" cap="flat">
              <a:solidFill>
                <a:srgbClr val="72D3B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89" name="pg2789"/>
            <p:cNvSpPr/>
            <p:nvPr/>
          </p:nvSpPr>
          <p:spPr>
            <a:xfrm>
              <a:off x="3681840" y="479569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6D4B4">
                <a:alpha val="100000"/>
              </a:srgbClr>
            </a:solidFill>
            <a:ln w="5420" cap="flat">
              <a:solidFill>
                <a:srgbClr val="76D4B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90" name="pg2790"/>
            <p:cNvSpPr/>
            <p:nvPr/>
          </p:nvSpPr>
          <p:spPr>
            <a:xfrm>
              <a:off x="3693478" y="479569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82D8B9">
                <a:alpha val="100000"/>
              </a:srgbClr>
            </a:solidFill>
            <a:ln w="5420" cap="flat">
              <a:solidFill>
                <a:srgbClr val="82D8B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91" name="pg2791"/>
            <p:cNvSpPr/>
            <p:nvPr/>
          </p:nvSpPr>
          <p:spPr>
            <a:xfrm>
              <a:off x="3705115" y="479569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86D9BB">
                <a:alpha val="100000"/>
              </a:srgbClr>
            </a:solidFill>
            <a:ln w="5420" cap="flat">
              <a:solidFill>
                <a:srgbClr val="86D9B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92" name="pg2792"/>
            <p:cNvSpPr/>
            <p:nvPr/>
          </p:nvSpPr>
          <p:spPr>
            <a:xfrm>
              <a:off x="3716752" y="479569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87D9BB">
                <a:alpha val="100000"/>
              </a:srgbClr>
            </a:solidFill>
            <a:ln w="5420" cap="flat">
              <a:solidFill>
                <a:srgbClr val="87D9B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93" name="pg2793"/>
            <p:cNvSpPr/>
            <p:nvPr/>
          </p:nvSpPr>
          <p:spPr>
            <a:xfrm>
              <a:off x="3728390" y="479569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85D9BB">
                <a:alpha val="100000"/>
              </a:srgbClr>
            </a:solidFill>
            <a:ln w="5420" cap="flat">
              <a:solidFill>
                <a:srgbClr val="85D9B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94" name="pg2794"/>
            <p:cNvSpPr/>
            <p:nvPr/>
          </p:nvSpPr>
          <p:spPr>
            <a:xfrm>
              <a:off x="3740027" y="479569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83D8BA">
                <a:alpha val="100000"/>
              </a:srgbClr>
            </a:solidFill>
            <a:ln w="5420" cap="flat">
              <a:solidFill>
                <a:srgbClr val="83D8B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95" name="pg2795"/>
            <p:cNvSpPr/>
            <p:nvPr/>
          </p:nvSpPr>
          <p:spPr>
            <a:xfrm>
              <a:off x="4135696" y="479569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2B9AB">
                <a:alpha val="100000"/>
              </a:srgbClr>
            </a:solidFill>
            <a:ln w="5420" cap="flat">
              <a:solidFill>
                <a:srgbClr val="52B9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96" name="pg2796"/>
            <p:cNvSpPr/>
            <p:nvPr/>
          </p:nvSpPr>
          <p:spPr>
            <a:xfrm>
              <a:off x="4147334" y="479569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2B9AB">
                <a:alpha val="100000"/>
              </a:srgbClr>
            </a:solidFill>
            <a:ln w="5420" cap="flat">
              <a:solidFill>
                <a:srgbClr val="52B9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97" name="pg2797"/>
            <p:cNvSpPr/>
            <p:nvPr/>
          </p:nvSpPr>
          <p:spPr>
            <a:xfrm>
              <a:off x="4158971" y="479569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2B9AB">
                <a:alpha val="100000"/>
              </a:srgbClr>
            </a:solidFill>
            <a:ln w="5420" cap="flat">
              <a:solidFill>
                <a:srgbClr val="52B9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98" name="pg2798"/>
            <p:cNvSpPr/>
            <p:nvPr/>
          </p:nvSpPr>
          <p:spPr>
            <a:xfrm>
              <a:off x="4170608" y="479569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2B9AB">
                <a:alpha val="100000"/>
              </a:srgbClr>
            </a:solidFill>
            <a:ln w="5420" cap="flat">
              <a:solidFill>
                <a:srgbClr val="52B9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99" name="pg2799"/>
            <p:cNvSpPr/>
            <p:nvPr/>
          </p:nvSpPr>
          <p:spPr>
            <a:xfrm>
              <a:off x="4182246" y="479569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2B9AB">
                <a:alpha val="100000"/>
              </a:srgbClr>
            </a:solidFill>
            <a:ln w="5420" cap="flat">
              <a:solidFill>
                <a:srgbClr val="52B9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00" name="pg2800"/>
            <p:cNvSpPr/>
            <p:nvPr/>
          </p:nvSpPr>
          <p:spPr>
            <a:xfrm>
              <a:off x="4193883" y="479569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2B8AB">
                <a:alpha val="100000"/>
              </a:srgbClr>
            </a:solidFill>
            <a:ln w="5420" cap="flat">
              <a:solidFill>
                <a:srgbClr val="52B8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01" name="pg2801"/>
            <p:cNvSpPr/>
            <p:nvPr/>
          </p:nvSpPr>
          <p:spPr>
            <a:xfrm>
              <a:off x="4205520" y="479569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2B8AB">
                <a:alpha val="100000"/>
              </a:srgbClr>
            </a:solidFill>
            <a:ln w="5420" cap="flat">
              <a:solidFill>
                <a:srgbClr val="52B8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02" name="pg2802"/>
            <p:cNvSpPr/>
            <p:nvPr/>
          </p:nvSpPr>
          <p:spPr>
            <a:xfrm>
              <a:off x="4217158" y="479569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2B8AB">
                <a:alpha val="100000"/>
              </a:srgbClr>
            </a:solidFill>
            <a:ln w="5420" cap="flat">
              <a:solidFill>
                <a:srgbClr val="52B8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03" name="pg2803"/>
            <p:cNvSpPr/>
            <p:nvPr/>
          </p:nvSpPr>
          <p:spPr>
            <a:xfrm>
              <a:off x="4228795" y="479569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1B8AB">
                <a:alpha val="100000"/>
              </a:srgbClr>
            </a:solidFill>
            <a:ln w="5420" cap="flat">
              <a:solidFill>
                <a:srgbClr val="51B8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04" name="pg2804"/>
            <p:cNvSpPr/>
            <p:nvPr/>
          </p:nvSpPr>
          <p:spPr>
            <a:xfrm>
              <a:off x="4240432" y="479569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1B8AB">
                <a:alpha val="100000"/>
              </a:srgbClr>
            </a:solidFill>
            <a:ln w="5420" cap="flat">
              <a:solidFill>
                <a:srgbClr val="51B8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05" name="pg2805"/>
            <p:cNvSpPr/>
            <p:nvPr/>
          </p:nvSpPr>
          <p:spPr>
            <a:xfrm>
              <a:off x="4321894" y="479569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CB1AB">
                <a:alpha val="100000"/>
              </a:srgbClr>
            </a:solidFill>
            <a:ln w="5420" cap="flat">
              <a:solidFill>
                <a:srgbClr val="4CB1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06" name="pg2806"/>
            <p:cNvSpPr/>
            <p:nvPr/>
          </p:nvSpPr>
          <p:spPr>
            <a:xfrm>
              <a:off x="4333531" y="479569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BAFAB">
                <a:alpha val="100000"/>
              </a:srgbClr>
            </a:solidFill>
            <a:ln w="5420" cap="flat">
              <a:solidFill>
                <a:srgbClr val="4BAF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07" name="pg2807"/>
            <p:cNvSpPr/>
            <p:nvPr/>
          </p:nvSpPr>
          <p:spPr>
            <a:xfrm>
              <a:off x="4345168" y="479569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9AEAB">
                <a:alpha val="100000"/>
              </a:srgbClr>
            </a:solidFill>
            <a:ln w="5420" cap="flat">
              <a:solidFill>
                <a:srgbClr val="49AE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08" name="pg2808"/>
            <p:cNvSpPr/>
            <p:nvPr/>
          </p:nvSpPr>
          <p:spPr>
            <a:xfrm>
              <a:off x="4356806" y="479569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8ACAA">
                <a:alpha val="100000"/>
              </a:srgbClr>
            </a:solidFill>
            <a:ln w="5420" cap="flat">
              <a:solidFill>
                <a:srgbClr val="48AC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09" name="pg2809"/>
            <p:cNvSpPr/>
            <p:nvPr/>
          </p:nvSpPr>
          <p:spPr>
            <a:xfrm>
              <a:off x="4368443" y="479569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7ABAA">
                <a:alpha val="100000"/>
              </a:srgbClr>
            </a:solidFill>
            <a:ln w="5420" cap="flat">
              <a:solidFill>
                <a:srgbClr val="47AB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10" name="pg2810"/>
            <p:cNvSpPr/>
            <p:nvPr/>
          </p:nvSpPr>
          <p:spPr>
            <a:xfrm>
              <a:off x="4380080" y="479569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5A9AA">
                <a:alpha val="100000"/>
              </a:srgbClr>
            </a:solidFill>
            <a:ln w="5420" cap="flat">
              <a:solidFill>
                <a:srgbClr val="45A9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11" name="pg2811"/>
            <p:cNvSpPr/>
            <p:nvPr/>
          </p:nvSpPr>
          <p:spPr>
            <a:xfrm>
              <a:off x="4577915" y="479569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691A8">
                <a:alpha val="100000"/>
              </a:srgbClr>
            </a:solidFill>
            <a:ln w="5420" cap="flat">
              <a:solidFill>
                <a:srgbClr val="3691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12" name="pg2812"/>
            <p:cNvSpPr/>
            <p:nvPr/>
          </p:nvSpPr>
          <p:spPr>
            <a:xfrm>
              <a:off x="4589552" y="479569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691A8">
                <a:alpha val="100000"/>
              </a:srgbClr>
            </a:solidFill>
            <a:ln w="5420" cap="flat">
              <a:solidFill>
                <a:srgbClr val="3691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13" name="pg2813"/>
            <p:cNvSpPr/>
            <p:nvPr/>
          </p:nvSpPr>
          <p:spPr>
            <a:xfrm>
              <a:off x="4601190" y="479569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692A8">
                <a:alpha val="100000"/>
              </a:srgbClr>
            </a:solidFill>
            <a:ln w="5420" cap="flat">
              <a:solidFill>
                <a:srgbClr val="3692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14" name="pg2814"/>
            <p:cNvSpPr/>
            <p:nvPr/>
          </p:nvSpPr>
          <p:spPr>
            <a:xfrm>
              <a:off x="4612827" y="479569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692A8">
                <a:alpha val="100000"/>
              </a:srgbClr>
            </a:solidFill>
            <a:ln w="5420" cap="flat">
              <a:solidFill>
                <a:srgbClr val="3692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15" name="pg2815"/>
            <p:cNvSpPr/>
            <p:nvPr/>
          </p:nvSpPr>
          <p:spPr>
            <a:xfrm>
              <a:off x="4624464" y="479569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593A8">
                <a:alpha val="100000"/>
              </a:srgbClr>
            </a:solidFill>
            <a:ln w="5420" cap="flat">
              <a:solidFill>
                <a:srgbClr val="3593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16" name="pg2816"/>
            <p:cNvSpPr/>
            <p:nvPr/>
          </p:nvSpPr>
          <p:spPr>
            <a:xfrm>
              <a:off x="3111611" y="480999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ED6B8">
                <a:alpha val="100000"/>
              </a:srgbClr>
            </a:solidFill>
            <a:ln w="5420" cap="flat">
              <a:solidFill>
                <a:srgbClr val="7ED6B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17" name="pg2817"/>
            <p:cNvSpPr/>
            <p:nvPr/>
          </p:nvSpPr>
          <p:spPr>
            <a:xfrm>
              <a:off x="3123249" y="480999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81D7B9">
                <a:alpha val="100000"/>
              </a:srgbClr>
            </a:solidFill>
            <a:ln w="5420" cap="flat">
              <a:solidFill>
                <a:srgbClr val="81D7B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18" name="pg2818"/>
            <p:cNvSpPr/>
            <p:nvPr/>
          </p:nvSpPr>
          <p:spPr>
            <a:xfrm>
              <a:off x="3134886" y="480999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83D8BA">
                <a:alpha val="100000"/>
              </a:srgbClr>
            </a:solidFill>
            <a:ln w="5420" cap="flat">
              <a:solidFill>
                <a:srgbClr val="83D8B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19" name="pg2819"/>
            <p:cNvSpPr/>
            <p:nvPr/>
          </p:nvSpPr>
          <p:spPr>
            <a:xfrm>
              <a:off x="3146523" y="480999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84D8BA">
                <a:alpha val="100000"/>
              </a:srgbClr>
            </a:solidFill>
            <a:ln w="5420" cap="flat">
              <a:solidFill>
                <a:srgbClr val="84D8B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20" name="pg2820"/>
            <p:cNvSpPr/>
            <p:nvPr/>
          </p:nvSpPr>
          <p:spPr>
            <a:xfrm>
              <a:off x="3158161" y="480999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81D7B9">
                <a:alpha val="100000"/>
              </a:srgbClr>
            </a:solidFill>
            <a:ln w="5420" cap="flat">
              <a:solidFill>
                <a:srgbClr val="81D7B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21" name="pg2821"/>
            <p:cNvSpPr/>
            <p:nvPr/>
          </p:nvSpPr>
          <p:spPr>
            <a:xfrm>
              <a:off x="3169798" y="480999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DD6B7">
                <a:alpha val="100000"/>
              </a:srgbClr>
            </a:solidFill>
            <a:ln w="5420" cap="flat">
              <a:solidFill>
                <a:srgbClr val="7DD6B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22" name="pg2822"/>
            <p:cNvSpPr/>
            <p:nvPr/>
          </p:nvSpPr>
          <p:spPr>
            <a:xfrm>
              <a:off x="3181435" y="480999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5D4B4">
                <a:alpha val="100000"/>
              </a:srgbClr>
            </a:solidFill>
            <a:ln w="5420" cap="flat">
              <a:solidFill>
                <a:srgbClr val="75D4B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23" name="pg2823"/>
            <p:cNvSpPr/>
            <p:nvPr/>
          </p:nvSpPr>
          <p:spPr>
            <a:xfrm>
              <a:off x="3193073" y="480999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CD1B0">
                <a:alpha val="100000"/>
              </a:srgbClr>
            </a:solidFill>
            <a:ln w="5420" cap="flat">
              <a:solidFill>
                <a:srgbClr val="6CD1B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24" name="pg2824"/>
            <p:cNvSpPr/>
            <p:nvPr/>
          </p:nvSpPr>
          <p:spPr>
            <a:xfrm>
              <a:off x="3204710" y="480999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2CFAD">
                <a:alpha val="100000"/>
              </a:srgbClr>
            </a:solidFill>
            <a:ln w="5420" cap="flat">
              <a:solidFill>
                <a:srgbClr val="62CFA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25" name="pg2825"/>
            <p:cNvSpPr/>
            <p:nvPr/>
          </p:nvSpPr>
          <p:spPr>
            <a:xfrm>
              <a:off x="3216347" y="480999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ECBAC">
                <a:alpha val="100000"/>
              </a:srgbClr>
            </a:solidFill>
            <a:ln w="5420" cap="flat">
              <a:solidFill>
                <a:srgbClr val="5ECB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26" name="pg2826"/>
            <p:cNvSpPr/>
            <p:nvPr/>
          </p:nvSpPr>
          <p:spPr>
            <a:xfrm>
              <a:off x="3227985" y="480999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CC7AC">
                <a:alpha val="100000"/>
              </a:srgbClr>
            </a:solidFill>
            <a:ln w="5420" cap="flat">
              <a:solidFill>
                <a:srgbClr val="5CC7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27" name="pg2827"/>
            <p:cNvSpPr/>
            <p:nvPr/>
          </p:nvSpPr>
          <p:spPr>
            <a:xfrm>
              <a:off x="3239622" y="480999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BC6AC">
                <a:alpha val="100000"/>
              </a:srgbClr>
            </a:solidFill>
            <a:ln w="5420" cap="flat">
              <a:solidFill>
                <a:srgbClr val="5BC6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28" name="pg2828"/>
            <p:cNvSpPr/>
            <p:nvPr/>
          </p:nvSpPr>
          <p:spPr>
            <a:xfrm>
              <a:off x="3251259" y="480999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BC6AC">
                <a:alpha val="100000"/>
              </a:srgbClr>
            </a:solidFill>
            <a:ln w="5420" cap="flat">
              <a:solidFill>
                <a:srgbClr val="5BC6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29" name="pg2829"/>
            <p:cNvSpPr/>
            <p:nvPr/>
          </p:nvSpPr>
          <p:spPr>
            <a:xfrm>
              <a:off x="3262897" y="480999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BC6AC">
                <a:alpha val="100000"/>
              </a:srgbClr>
            </a:solidFill>
            <a:ln w="5420" cap="flat">
              <a:solidFill>
                <a:srgbClr val="5BC6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30" name="pg2830"/>
            <p:cNvSpPr/>
            <p:nvPr/>
          </p:nvSpPr>
          <p:spPr>
            <a:xfrm>
              <a:off x="3274534" y="480999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CC7AC">
                <a:alpha val="100000"/>
              </a:srgbClr>
            </a:solidFill>
            <a:ln w="5420" cap="flat">
              <a:solidFill>
                <a:srgbClr val="5CC7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31" name="pg2831"/>
            <p:cNvSpPr/>
            <p:nvPr/>
          </p:nvSpPr>
          <p:spPr>
            <a:xfrm>
              <a:off x="3286171" y="480999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CC8AC">
                <a:alpha val="100000"/>
              </a:srgbClr>
            </a:solidFill>
            <a:ln w="5420" cap="flat">
              <a:solidFill>
                <a:srgbClr val="5CC8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32" name="pg2832"/>
            <p:cNvSpPr/>
            <p:nvPr/>
          </p:nvSpPr>
          <p:spPr>
            <a:xfrm>
              <a:off x="3297809" y="480999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DC9AC">
                <a:alpha val="100000"/>
              </a:srgbClr>
            </a:solidFill>
            <a:ln w="5420" cap="flat">
              <a:solidFill>
                <a:srgbClr val="5DC9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33" name="pg2833"/>
            <p:cNvSpPr/>
            <p:nvPr/>
          </p:nvSpPr>
          <p:spPr>
            <a:xfrm>
              <a:off x="3309446" y="480999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DC9AC">
                <a:alpha val="100000"/>
              </a:srgbClr>
            </a:solidFill>
            <a:ln w="5420" cap="flat">
              <a:solidFill>
                <a:srgbClr val="5DC9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34" name="pg2834"/>
            <p:cNvSpPr/>
            <p:nvPr/>
          </p:nvSpPr>
          <p:spPr>
            <a:xfrm>
              <a:off x="3321083" y="480999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DCAAC">
                <a:alpha val="100000"/>
              </a:srgbClr>
            </a:solidFill>
            <a:ln w="5420" cap="flat">
              <a:solidFill>
                <a:srgbClr val="5DCA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35" name="pg2835"/>
            <p:cNvSpPr/>
            <p:nvPr/>
          </p:nvSpPr>
          <p:spPr>
            <a:xfrm>
              <a:off x="3332721" y="480999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ECAAC">
                <a:alpha val="100000"/>
              </a:srgbClr>
            </a:solidFill>
            <a:ln w="5420" cap="flat">
              <a:solidFill>
                <a:srgbClr val="5ECA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36" name="pg2836"/>
            <p:cNvSpPr/>
            <p:nvPr/>
          </p:nvSpPr>
          <p:spPr>
            <a:xfrm>
              <a:off x="3344358" y="480999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FCCAC">
                <a:alpha val="100000"/>
              </a:srgbClr>
            </a:solidFill>
            <a:ln w="5420" cap="flat">
              <a:solidFill>
                <a:srgbClr val="5FCC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37" name="pg2837"/>
            <p:cNvSpPr/>
            <p:nvPr/>
          </p:nvSpPr>
          <p:spPr>
            <a:xfrm>
              <a:off x="3355995" y="480999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0CDAC">
                <a:alpha val="100000"/>
              </a:srgbClr>
            </a:solidFill>
            <a:ln w="5420" cap="flat">
              <a:solidFill>
                <a:srgbClr val="60CD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38" name="pg2838"/>
            <p:cNvSpPr/>
            <p:nvPr/>
          </p:nvSpPr>
          <p:spPr>
            <a:xfrm>
              <a:off x="3367633" y="480999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2CEAD">
                <a:alpha val="100000"/>
              </a:srgbClr>
            </a:solidFill>
            <a:ln w="5420" cap="flat">
              <a:solidFill>
                <a:srgbClr val="62CEA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39" name="pg2839"/>
            <p:cNvSpPr/>
            <p:nvPr/>
          </p:nvSpPr>
          <p:spPr>
            <a:xfrm>
              <a:off x="3379270" y="480999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6D0AE">
                <a:alpha val="100000"/>
              </a:srgbClr>
            </a:solidFill>
            <a:ln w="5420" cap="flat">
              <a:solidFill>
                <a:srgbClr val="66D0A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40" name="pg2840"/>
            <p:cNvSpPr/>
            <p:nvPr/>
          </p:nvSpPr>
          <p:spPr>
            <a:xfrm>
              <a:off x="3390907" y="480999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BD1B0">
                <a:alpha val="100000"/>
              </a:srgbClr>
            </a:solidFill>
            <a:ln w="5420" cap="flat">
              <a:solidFill>
                <a:srgbClr val="6BD1B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41" name="pg2841"/>
            <p:cNvSpPr/>
            <p:nvPr/>
          </p:nvSpPr>
          <p:spPr>
            <a:xfrm>
              <a:off x="3402545" y="480999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1D2B2">
                <a:alpha val="100000"/>
              </a:srgbClr>
            </a:solidFill>
            <a:ln w="5420" cap="flat">
              <a:solidFill>
                <a:srgbClr val="71D2B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42" name="pg2842"/>
            <p:cNvSpPr/>
            <p:nvPr/>
          </p:nvSpPr>
          <p:spPr>
            <a:xfrm>
              <a:off x="3414182" y="480999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6D4B4">
                <a:alpha val="100000"/>
              </a:srgbClr>
            </a:solidFill>
            <a:ln w="5420" cap="flat">
              <a:solidFill>
                <a:srgbClr val="76D4B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43" name="pg2843"/>
            <p:cNvSpPr/>
            <p:nvPr/>
          </p:nvSpPr>
          <p:spPr>
            <a:xfrm>
              <a:off x="3425819" y="480999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CD6B7">
                <a:alpha val="100000"/>
              </a:srgbClr>
            </a:solidFill>
            <a:ln w="5420" cap="flat">
              <a:solidFill>
                <a:srgbClr val="7CD6B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44" name="pg2844"/>
            <p:cNvSpPr/>
            <p:nvPr/>
          </p:nvSpPr>
          <p:spPr>
            <a:xfrm>
              <a:off x="3437457" y="480999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81D7B9">
                <a:alpha val="100000"/>
              </a:srgbClr>
            </a:solidFill>
            <a:ln w="5420" cap="flat">
              <a:solidFill>
                <a:srgbClr val="81D7B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45" name="pg2845"/>
            <p:cNvSpPr/>
            <p:nvPr/>
          </p:nvSpPr>
          <p:spPr>
            <a:xfrm>
              <a:off x="3449094" y="480999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86D9BB">
                <a:alpha val="100000"/>
              </a:srgbClr>
            </a:solidFill>
            <a:ln w="5420" cap="flat">
              <a:solidFill>
                <a:srgbClr val="86D9B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46" name="pg2846"/>
            <p:cNvSpPr/>
            <p:nvPr/>
          </p:nvSpPr>
          <p:spPr>
            <a:xfrm>
              <a:off x="3460731" y="480999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8DDBBE">
                <a:alpha val="100000"/>
              </a:srgbClr>
            </a:solidFill>
            <a:ln w="5420" cap="flat">
              <a:solidFill>
                <a:srgbClr val="8DDBB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47" name="pg2847"/>
            <p:cNvSpPr/>
            <p:nvPr/>
          </p:nvSpPr>
          <p:spPr>
            <a:xfrm>
              <a:off x="3472369" y="480999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8FDCBF">
                <a:alpha val="100000"/>
              </a:srgbClr>
            </a:solidFill>
            <a:ln w="5420" cap="flat">
              <a:solidFill>
                <a:srgbClr val="8FDCB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48" name="pg2848"/>
            <p:cNvSpPr/>
            <p:nvPr/>
          </p:nvSpPr>
          <p:spPr>
            <a:xfrm>
              <a:off x="3484006" y="480999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8FDCBF">
                <a:alpha val="100000"/>
              </a:srgbClr>
            </a:solidFill>
            <a:ln w="5420" cap="flat">
              <a:solidFill>
                <a:srgbClr val="8FDCB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49" name="pg2849"/>
            <p:cNvSpPr/>
            <p:nvPr/>
          </p:nvSpPr>
          <p:spPr>
            <a:xfrm>
              <a:off x="3495643" y="480999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8EDBBE">
                <a:alpha val="100000"/>
              </a:srgbClr>
            </a:solidFill>
            <a:ln w="5420" cap="flat">
              <a:solidFill>
                <a:srgbClr val="8EDBB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50" name="pg2850"/>
            <p:cNvSpPr/>
            <p:nvPr/>
          </p:nvSpPr>
          <p:spPr>
            <a:xfrm>
              <a:off x="3507281" y="480999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8BDABD">
                <a:alpha val="100000"/>
              </a:srgbClr>
            </a:solidFill>
            <a:ln w="5420" cap="flat">
              <a:solidFill>
                <a:srgbClr val="8BDAB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51" name="pg2851"/>
            <p:cNvSpPr/>
            <p:nvPr/>
          </p:nvSpPr>
          <p:spPr>
            <a:xfrm>
              <a:off x="3518918" y="480999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87D9BB">
                <a:alpha val="100000"/>
              </a:srgbClr>
            </a:solidFill>
            <a:ln w="5420" cap="flat">
              <a:solidFill>
                <a:srgbClr val="87D9B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52" name="pg2852"/>
            <p:cNvSpPr/>
            <p:nvPr/>
          </p:nvSpPr>
          <p:spPr>
            <a:xfrm>
              <a:off x="3530555" y="480999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84D8BA">
                <a:alpha val="100000"/>
              </a:srgbClr>
            </a:solidFill>
            <a:ln w="5420" cap="flat">
              <a:solidFill>
                <a:srgbClr val="84D8B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53" name="pg2853"/>
            <p:cNvSpPr/>
            <p:nvPr/>
          </p:nvSpPr>
          <p:spPr>
            <a:xfrm>
              <a:off x="3542193" y="480999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82D7B9">
                <a:alpha val="100000"/>
              </a:srgbClr>
            </a:solidFill>
            <a:ln w="5420" cap="flat">
              <a:solidFill>
                <a:srgbClr val="82D7B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54" name="pg2854"/>
            <p:cNvSpPr/>
            <p:nvPr/>
          </p:nvSpPr>
          <p:spPr>
            <a:xfrm>
              <a:off x="3553830" y="480999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81D7B9">
                <a:alpha val="100000"/>
              </a:srgbClr>
            </a:solidFill>
            <a:ln w="5420" cap="flat">
              <a:solidFill>
                <a:srgbClr val="81D7B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55" name="pg2855"/>
            <p:cNvSpPr/>
            <p:nvPr/>
          </p:nvSpPr>
          <p:spPr>
            <a:xfrm>
              <a:off x="3612016" y="480999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4D4B4">
                <a:alpha val="100000"/>
              </a:srgbClr>
            </a:solidFill>
            <a:ln w="5420" cap="flat">
              <a:solidFill>
                <a:srgbClr val="74D4B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56" name="pg2856"/>
            <p:cNvSpPr/>
            <p:nvPr/>
          </p:nvSpPr>
          <p:spPr>
            <a:xfrm>
              <a:off x="3623654" y="480999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1D2B2">
                <a:alpha val="100000"/>
              </a:srgbClr>
            </a:solidFill>
            <a:ln w="5420" cap="flat">
              <a:solidFill>
                <a:srgbClr val="71D2B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57" name="pg2857"/>
            <p:cNvSpPr/>
            <p:nvPr/>
          </p:nvSpPr>
          <p:spPr>
            <a:xfrm>
              <a:off x="3635291" y="480999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DD2B1">
                <a:alpha val="100000"/>
              </a:srgbClr>
            </a:solidFill>
            <a:ln w="5420" cap="flat">
              <a:solidFill>
                <a:srgbClr val="6DD2B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58" name="pg2858"/>
            <p:cNvSpPr/>
            <p:nvPr/>
          </p:nvSpPr>
          <p:spPr>
            <a:xfrm>
              <a:off x="3646928" y="480999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AD1B0">
                <a:alpha val="100000"/>
              </a:srgbClr>
            </a:solidFill>
            <a:ln w="5420" cap="flat">
              <a:solidFill>
                <a:srgbClr val="6AD1B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59" name="pg2859"/>
            <p:cNvSpPr/>
            <p:nvPr/>
          </p:nvSpPr>
          <p:spPr>
            <a:xfrm>
              <a:off x="3658566" y="480999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9D0AF">
                <a:alpha val="100000"/>
              </a:srgbClr>
            </a:solidFill>
            <a:ln w="5420" cap="flat">
              <a:solidFill>
                <a:srgbClr val="69D0A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60" name="pg2860"/>
            <p:cNvSpPr/>
            <p:nvPr/>
          </p:nvSpPr>
          <p:spPr>
            <a:xfrm>
              <a:off x="3670203" y="480999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9D0AF">
                <a:alpha val="100000"/>
              </a:srgbClr>
            </a:solidFill>
            <a:ln w="5420" cap="flat">
              <a:solidFill>
                <a:srgbClr val="69D0A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61" name="pg2861"/>
            <p:cNvSpPr/>
            <p:nvPr/>
          </p:nvSpPr>
          <p:spPr>
            <a:xfrm>
              <a:off x="3681840" y="480999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DD1B1">
                <a:alpha val="100000"/>
              </a:srgbClr>
            </a:solidFill>
            <a:ln w="5420" cap="flat">
              <a:solidFill>
                <a:srgbClr val="6DD1B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62" name="pg2862"/>
            <p:cNvSpPr/>
            <p:nvPr/>
          </p:nvSpPr>
          <p:spPr>
            <a:xfrm>
              <a:off x="3693478" y="480999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DD6B7">
                <a:alpha val="100000"/>
              </a:srgbClr>
            </a:solidFill>
            <a:ln w="5420" cap="flat">
              <a:solidFill>
                <a:srgbClr val="7DD6B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63" name="pg2863"/>
            <p:cNvSpPr/>
            <p:nvPr/>
          </p:nvSpPr>
          <p:spPr>
            <a:xfrm>
              <a:off x="3705115" y="480999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82D8B9">
                <a:alpha val="100000"/>
              </a:srgbClr>
            </a:solidFill>
            <a:ln w="5420" cap="flat">
              <a:solidFill>
                <a:srgbClr val="82D8B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64" name="pg2864"/>
            <p:cNvSpPr/>
            <p:nvPr/>
          </p:nvSpPr>
          <p:spPr>
            <a:xfrm>
              <a:off x="3716752" y="480999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84D8BA">
                <a:alpha val="100000"/>
              </a:srgbClr>
            </a:solidFill>
            <a:ln w="5420" cap="flat">
              <a:solidFill>
                <a:srgbClr val="84D8B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65" name="pg2865"/>
            <p:cNvSpPr/>
            <p:nvPr/>
          </p:nvSpPr>
          <p:spPr>
            <a:xfrm>
              <a:off x="3728390" y="480999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83D8BA">
                <a:alpha val="100000"/>
              </a:srgbClr>
            </a:solidFill>
            <a:ln w="5420" cap="flat">
              <a:solidFill>
                <a:srgbClr val="83D8B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66" name="pg2866"/>
            <p:cNvSpPr/>
            <p:nvPr/>
          </p:nvSpPr>
          <p:spPr>
            <a:xfrm>
              <a:off x="3740027" y="480999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81D7B9">
                <a:alpha val="100000"/>
              </a:srgbClr>
            </a:solidFill>
            <a:ln w="5420" cap="flat">
              <a:solidFill>
                <a:srgbClr val="81D7B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67" name="pg2867"/>
            <p:cNvSpPr/>
            <p:nvPr/>
          </p:nvSpPr>
          <p:spPr>
            <a:xfrm>
              <a:off x="3751664" y="480999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FD7B8">
                <a:alpha val="100000"/>
              </a:srgbClr>
            </a:solidFill>
            <a:ln w="5420" cap="flat">
              <a:solidFill>
                <a:srgbClr val="7FD7B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68" name="pg2868"/>
            <p:cNvSpPr/>
            <p:nvPr/>
          </p:nvSpPr>
          <p:spPr>
            <a:xfrm>
              <a:off x="3763302" y="480999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CD6B7">
                <a:alpha val="100000"/>
              </a:srgbClr>
            </a:solidFill>
            <a:ln w="5420" cap="flat">
              <a:solidFill>
                <a:srgbClr val="7CD6B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69" name="pg2869"/>
            <p:cNvSpPr/>
            <p:nvPr/>
          </p:nvSpPr>
          <p:spPr>
            <a:xfrm>
              <a:off x="4135696" y="480999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2B9AB">
                <a:alpha val="100000"/>
              </a:srgbClr>
            </a:solidFill>
            <a:ln w="5420" cap="flat">
              <a:solidFill>
                <a:srgbClr val="52B9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70" name="pg2870"/>
            <p:cNvSpPr/>
            <p:nvPr/>
          </p:nvSpPr>
          <p:spPr>
            <a:xfrm>
              <a:off x="4147334" y="480999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2B9AB">
                <a:alpha val="100000"/>
              </a:srgbClr>
            </a:solidFill>
            <a:ln w="5420" cap="flat">
              <a:solidFill>
                <a:srgbClr val="52B9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71" name="pg2871"/>
            <p:cNvSpPr/>
            <p:nvPr/>
          </p:nvSpPr>
          <p:spPr>
            <a:xfrm>
              <a:off x="4158971" y="480999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2B9AB">
                <a:alpha val="100000"/>
              </a:srgbClr>
            </a:solidFill>
            <a:ln w="5420" cap="flat">
              <a:solidFill>
                <a:srgbClr val="52B9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72" name="pg2872"/>
            <p:cNvSpPr/>
            <p:nvPr/>
          </p:nvSpPr>
          <p:spPr>
            <a:xfrm>
              <a:off x="4170608" y="480999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2B9AB">
                <a:alpha val="100000"/>
              </a:srgbClr>
            </a:solidFill>
            <a:ln w="5420" cap="flat">
              <a:solidFill>
                <a:srgbClr val="52B9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73" name="pg2873"/>
            <p:cNvSpPr/>
            <p:nvPr/>
          </p:nvSpPr>
          <p:spPr>
            <a:xfrm>
              <a:off x="4182246" y="480999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2B9AB">
                <a:alpha val="100000"/>
              </a:srgbClr>
            </a:solidFill>
            <a:ln w="5420" cap="flat">
              <a:solidFill>
                <a:srgbClr val="52B9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74" name="pg2874"/>
            <p:cNvSpPr/>
            <p:nvPr/>
          </p:nvSpPr>
          <p:spPr>
            <a:xfrm>
              <a:off x="4193883" y="480999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2B8AB">
                <a:alpha val="100000"/>
              </a:srgbClr>
            </a:solidFill>
            <a:ln w="5420" cap="flat">
              <a:solidFill>
                <a:srgbClr val="52B8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75" name="pg2875"/>
            <p:cNvSpPr/>
            <p:nvPr/>
          </p:nvSpPr>
          <p:spPr>
            <a:xfrm>
              <a:off x="4205520" y="480999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1B8AB">
                <a:alpha val="100000"/>
              </a:srgbClr>
            </a:solidFill>
            <a:ln w="5420" cap="flat">
              <a:solidFill>
                <a:srgbClr val="51B8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76" name="pg2876"/>
            <p:cNvSpPr/>
            <p:nvPr/>
          </p:nvSpPr>
          <p:spPr>
            <a:xfrm>
              <a:off x="4217158" y="480999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1B8AB">
                <a:alpha val="100000"/>
              </a:srgbClr>
            </a:solidFill>
            <a:ln w="5420" cap="flat">
              <a:solidFill>
                <a:srgbClr val="51B8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77" name="pg2877"/>
            <p:cNvSpPr/>
            <p:nvPr/>
          </p:nvSpPr>
          <p:spPr>
            <a:xfrm>
              <a:off x="4333531" y="480999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BAFAB">
                <a:alpha val="100000"/>
              </a:srgbClr>
            </a:solidFill>
            <a:ln w="5420" cap="flat">
              <a:solidFill>
                <a:srgbClr val="4BAF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78" name="pg2878"/>
            <p:cNvSpPr/>
            <p:nvPr/>
          </p:nvSpPr>
          <p:spPr>
            <a:xfrm>
              <a:off x="4345168" y="480999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AAEAB">
                <a:alpha val="100000"/>
              </a:srgbClr>
            </a:solidFill>
            <a:ln w="5420" cap="flat">
              <a:solidFill>
                <a:srgbClr val="4AAE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79" name="pg2879"/>
            <p:cNvSpPr/>
            <p:nvPr/>
          </p:nvSpPr>
          <p:spPr>
            <a:xfrm>
              <a:off x="4356806" y="480999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9ADAB">
                <a:alpha val="100000"/>
              </a:srgbClr>
            </a:solidFill>
            <a:ln w="5420" cap="flat">
              <a:solidFill>
                <a:srgbClr val="49AD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80" name="pg2880"/>
            <p:cNvSpPr/>
            <p:nvPr/>
          </p:nvSpPr>
          <p:spPr>
            <a:xfrm>
              <a:off x="4368443" y="480999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8ACAA">
                <a:alpha val="100000"/>
              </a:srgbClr>
            </a:solidFill>
            <a:ln w="5420" cap="flat">
              <a:solidFill>
                <a:srgbClr val="48AC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81" name="pg2881"/>
            <p:cNvSpPr/>
            <p:nvPr/>
          </p:nvSpPr>
          <p:spPr>
            <a:xfrm>
              <a:off x="4380080" y="480999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6AAAA">
                <a:alpha val="100000"/>
              </a:srgbClr>
            </a:solidFill>
            <a:ln w="5420" cap="flat">
              <a:solidFill>
                <a:srgbClr val="46AA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82" name="pg2882"/>
            <p:cNvSpPr/>
            <p:nvPr/>
          </p:nvSpPr>
          <p:spPr>
            <a:xfrm>
              <a:off x="4391718" y="480999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5A9AA">
                <a:alpha val="100000"/>
              </a:srgbClr>
            </a:solidFill>
            <a:ln w="5420" cap="flat">
              <a:solidFill>
                <a:srgbClr val="45A9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83" name="pg2883"/>
            <p:cNvSpPr/>
            <p:nvPr/>
          </p:nvSpPr>
          <p:spPr>
            <a:xfrm>
              <a:off x="4403355" y="480999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3A6AA">
                <a:alpha val="100000"/>
              </a:srgbClr>
            </a:solidFill>
            <a:ln w="5420" cap="flat">
              <a:solidFill>
                <a:srgbClr val="43A6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84" name="pg2884"/>
            <p:cNvSpPr/>
            <p:nvPr/>
          </p:nvSpPr>
          <p:spPr>
            <a:xfrm>
              <a:off x="4577915" y="480999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595A9">
                <a:alpha val="100000"/>
              </a:srgbClr>
            </a:solidFill>
            <a:ln w="5420" cap="flat">
              <a:solidFill>
                <a:srgbClr val="3595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85" name="pg2885"/>
            <p:cNvSpPr/>
            <p:nvPr/>
          </p:nvSpPr>
          <p:spPr>
            <a:xfrm>
              <a:off x="4589552" y="480999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595A9">
                <a:alpha val="100000"/>
              </a:srgbClr>
            </a:solidFill>
            <a:ln w="5420" cap="flat">
              <a:solidFill>
                <a:srgbClr val="3595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86" name="pg2886"/>
            <p:cNvSpPr/>
            <p:nvPr/>
          </p:nvSpPr>
          <p:spPr>
            <a:xfrm>
              <a:off x="4601190" y="480999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595A9">
                <a:alpha val="100000"/>
              </a:srgbClr>
            </a:solidFill>
            <a:ln w="5420" cap="flat">
              <a:solidFill>
                <a:srgbClr val="3595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87" name="pg2887"/>
            <p:cNvSpPr/>
            <p:nvPr/>
          </p:nvSpPr>
          <p:spPr>
            <a:xfrm>
              <a:off x="4612827" y="480999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496A9">
                <a:alpha val="100000"/>
              </a:srgbClr>
            </a:solidFill>
            <a:ln w="5420" cap="flat">
              <a:solidFill>
                <a:srgbClr val="3496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88" name="pg2888"/>
            <p:cNvSpPr/>
            <p:nvPr/>
          </p:nvSpPr>
          <p:spPr>
            <a:xfrm>
              <a:off x="4624464" y="480999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496A9">
                <a:alpha val="100000"/>
              </a:srgbClr>
            </a:solidFill>
            <a:ln w="5420" cap="flat">
              <a:solidFill>
                <a:srgbClr val="3496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89" name="pg2889"/>
            <p:cNvSpPr/>
            <p:nvPr/>
          </p:nvSpPr>
          <p:spPr>
            <a:xfrm>
              <a:off x="3111611" y="482430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CD6B7">
                <a:alpha val="100000"/>
              </a:srgbClr>
            </a:solidFill>
            <a:ln w="5420" cap="flat">
              <a:solidFill>
                <a:srgbClr val="7CD6B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90" name="pg2890"/>
            <p:cNvSpPr/>
            <p:nvPr/>
          </p:nvSpPr>
          <p:spPr>
            <a:xfrm>
              <a:off x="3123249" y="482430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FD7B8">
                <a:alpha val="100000"/>
              </a:srgbClr>
            </a:solidFill>
            <a:ln w="5420" cap="flat">
              <a:solidFill>
                <a:srgbClr val="7FD7B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91" name="pg2891"/>
            <p:cNvSpPr/>
            <p:nvPr/>
          </p:nvSpPr>
          <p:spPr>
            <a:xfrm>
              <a:off x="3134886" y="482430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81D7B9">
                <a:alpha val="100000"/>
              </a:srgbClr>
            </a:solidFill>
            <a:ln w="5420" cap="flat">
              <a:solidFill>
                <a:srgbClr val="81D7B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92" name="pg2892"/>
            <p:cNvSpPr/>
            <p:nvPr/>
          </p:nvSpPr>
          <p:spPr>
            <a:xfrm>
              <a:off x="3146523" y="482430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81D7B9">
                <a:alpha val="100000"/>
              </a:srgbClr>
            </a:solidFill>
            <a:ln w="5420" cap="flat">
              <a:solidFill>
                <a:srgbClr val="81D7B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93" name="pg2893"/>
            <p:cNvSpPr/>
            <p:nvPr/>
          </p:nvSpPr>
          <p:spPr>
            <a:xfrm>
              <a:off x="3158161" y="482430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FD7B8">
                <a:alpha val="100000"/>
              </a:srgbClr>
            </a:solidFill>
            <a:ln w="5420" cap="flat">
              <a:solidFill>
                <a:srgbClr val="7FD7B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94" name="pg2894"/>
            <p:cNvSpPr/>
            <p:nvPr/>
          </p:nvSpPr>
          <p:spPr>
            <a:xfrm>
              <a:off x="3169798" y="482430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BD5B6">
                <a:alpha val="100000"/>
              </a:srgbClr>
            </a:solidFill>
            <a:ln w="5420" cap="flat">
              <a:solidFill>
                <a:srgbClr val="7BD5B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95" name="pg2895"/>
            <p:cNvSpPr/>
            <p:nvPr/>
          </p:nvSpPr>
          <p:spPr>
            <a:xfrm>
              <a:off x="3181435" y="482430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4D3B4">
                <a:alpha val="100000"/>
              </a:srgbClr>
            </a:solidFill>
            <a:ln w="5420" cap="flat">
              <a:solidFill>
                <a:srgbClr val="74D3B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96" name="pg2896"/>
            <p:cNvSpPr/>
            <p:nvPr/>
          </p:nvSpPr>
          <p:spPr>
            <a:xfrm>
              <a:off x="3193073" y="482430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CD1B1">
                <a:alpha val="100000"/>
              </a:srgbClr>
            </a:solidFill>
            <a:ln w="5420" cap="flat">
              <a:solidFill>
                <a:srgbClr val="6CD1B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97" name="pg2897"/>
            <p:cNvSpPr/>
            <p:nvPr/>
          </p:nvSpPr>
          <p:spPr>
            <a:xfrm>
              <a:off x="3204710" y="482430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4CFAD">
                <a:alpha val="100000"/>
              </a:srgbClr>
            </a:solidFill>
            <a:ln w="5420" cap="flat">
              <a:solidFill>
                <a:srgbClr val="64CFA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98" name="pg2898"/>
            <p:cNvSpPr/>
            <p:nvPr/>
          </p:nvSpPr>
          <p:spPr>
            <a:xfrm>
              <a:off x="3216347" y="482430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FCDAC">
                <a:alpha val="100000"/>
              </a:srgbClr>
            </a:solidFill>
            <a:ln w="5420" cap="flat">
              <a:solidFill>
                <a:srgbClr val="5FCD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99" name="pg2899"/>
            <p:cNvSpPr/>
            <p:nvPr/>
          </p:nvSpPr>
          <p:spPr>
            <a:xfrm>
              <a:off x="3227985" y="482430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DC9AC">
                <a:alpha val="100000"/>
              </a:srgbClr>
            </a:solidFill>
            <a:ln w="5420" cap="flat">
              <a:solidFill>
                <a:srgbClr val="5DC9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00" name="pg2900"/>
            <p:cNvSpPr/>
            <p:nvPr/>
          </p:nvSpPr>
          <p:spPr>
            <a:xfrm>
              <a:off x="3239622" y="482430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CC7AC">
                <a:alpha val="100000"/>
              </a:srgbClr>
            </a:solidFill>
            <a:ln w="5420" cap="flat">
              <a:solidFill>
                <a:srgbClr val="5CC7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01" name="pg2901"/>
            <p:cNvSpPr/>
            <p:nvPr/>
          </p:nvSpPr>
          <p:spPr>
            <a:xfrm>
              <a:off x="3355995" y="482430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0CEAC">
                <a:alpha val="100000"/>
              </a:srgbClr>
            </a:solidFill>
            <a:ln w="5420" cap="flat">
              <a:solidFill>
                <a:srgbClr val="60CE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02" name="pg2902"/>
            <p:cNvSpPr/>
            <p:nvPr/>
          </p:nvSpPr>
          <p:spPr>
            <a:xfrm>
              <a:off x="3367633" y="482430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3CFAD">
                <a:alpha val="100000"/>
              </a:srgbClr>
            </a:solidFill>
            <a:ln w="5420" cap="flat">
              <a:solidFill>
                <a:srgbClr val="63CFA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03" name="pg2903"/>
            <p:cNvSpPr/>
            <p:nvPr/>
          </p:nvSpPr>
          <p:spPr>
            <a:xfrm>
              <a:off x="3379270" y="482430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8D0AF">
                <a:alpha val="100000"/>
              </a:srgbClr>
            </a:solidFill>
            <a:ln w="5420" cap="flat">
              <a:solidFill>
                <a:srgbClr val="68D0A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04" name="pg2904"/>
            <p:cNvSpPr/>
            <p:nvPr/>
          </p:nvSpPr>
          <p:spPr>
            <a:xfrm>
              <a:off x="3390907" y="482430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CD1B1">
                <a:alpha val="100000"/>
              </a:srgbClr>
            </a:solidFill>
            <a:ln w="5420" cap="flat">
              <a:solidFill>
                <a:srgbClr val="6CD1B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05" name="pg2905"/>
            <p:cNvSpPr/>
            <p:nvPr/>
          </p:nvSpPr>
          <p:spPr>
            <a:xfrm>
              <a:off x="3402545" y="482430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2D3B3">
                <a:alpha val="100000"/>
              </a:srgbClr>
            </a:solidFill>
            <a:ln w="5420" cap="flat">
              <a:solidFill>
                <a:srgbClr val="72D3B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06" name="pg2906"/>
            <p:cNvSpPr/>
            <p:nvPr/>
          </p:nvSpPr>
          <p:spPr>
            <a:xfrm>
              <a:off x="3414182" y="482430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7D4B5">
                <a:alpha val="100000"/>
              </a:srgbClr>
            </a:solidFill>
            <a:ln w="5420" cap="flat">
              <a:solidFill>
                <a:srgbClr val="77D4B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07" name="pg2907"/>
            <p:cNvSpPr/>
            <p:nvPr/>
          </p:nvSpPr>
          <p:spPr>
            <a:xfrm>
              <a:off x="3425819" y="482430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CD6B7">
                <a:alpha val="100000"/>
              </a:srgbClr>
            </a:solidFill>
            <a:ln w="5420" cap="flat">
              <a:solidFill>
                <a:srgbClr val="7CD6B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08" name="pg2908"/>
            <p:cNvSpPr/>
            <p:nvPr/>
          </p:nvSpPr>
          <p:spPr>
            <a:xfrm>
              <a:off x="3437457" y="482430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82D7B9">
                <a:alpha val="100000"/>
              </a:srgbClr>
            </a:solidFill>
            <a:ln w="5420" cap="flat">
              <a:solidFill>
                <a:srgbClr val="82D7B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09" name="pg2909"/>
            <p:cNvSpPr/>
            <p:nvPr/>
          </p:nvSpPr>
          <p:spPr>
            <a:xfrm>
              <a:off x="3449094" y="482430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87D9BB">
                <a:alpha val="100000"/>
              </a:srgbClr>
            </a:solidFill>
            <a:ln w="5420" cap="flat">
              <a:solidFill>
                <a:srgbClr val="87D9B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10" name="pg2910"/>
            <p:cNvSpPr/>
            <p:nvPr/>
          </p:nvSpPr>
          <p:spPr>
            <a:xfrm>
              <a:off x="3460731" y="482430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8DDBBE">
                <a:alpha val="100000"/>
              </a:srgbClr>
            </a:solidFill>
            <a:ln w="5420" cap="flat">
              <a:solidFill>
                <a:srgbClr val="8DDBB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11" name="pg2911"/>
            <p:cNvSpPr/>
            <p:nvPr/>
          </p:nvSpPr>
          <p:spPr>
            <a:xfrm>
              <a:off x="3484006" y="482430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90DCBF">
                <a:alpha val="100000"/>
              </a:srgbClr>
            </a:solidFill>
            <a:ln w="5420" cap="flat">
              <a:solidFill>
                <a:srgbClr val="90DCB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12" name="pg2912"/>
            <p:cNvSpPr/>
            <p:nvPr/>
          </p:nvSpPr>
          <p:spPr>
            <a:xfrm>
              <a:off x="3495643" y="482430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8EDBBF">
                <a:alpha val="100000"/>
              </a:srgbClr>
            </a:solidFill>
            <a:ln w="5420" cap="flat">
              <a:solidFill>
                <a:srgbClr val="8EDBB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13" name="pg2913"/>
            <p:cNvSpPr/>
            <p:nvPr/>
          </p:nvSpPr>
          <p:spPr>
            <a:xfrm>
              <a:off x="3507281" y="482430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8BDABD">
                <a:alpha val="100000"/>
              </a:srgbClr>
            </a:solidFill>
            <a:ln w="5420" cap="flat">
              <a:solidFill>
                <a:srgbClr val="8BDAB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14" name="pg2914"/>
            <p:cNvSpPr/>
            <p:nvPr/>
          </p:nvSpPr>
          <p:spPr>
            <a:xfrm>
              <a:off x="3518918" y="482430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87D9BB">
                <a:alpha val="100000"/>
              </a:srgbClr>
            </a:solidFill>
            <a:ln w="5420" cap="flat">
              <a:solidFill>
                <a:srgbClr val="87D9B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15" name="pg2915"/>
            <p:cNvSpPr/>
            <p:nvPr/>
          </p:nvSpPr>
          <p:spPr>
            <a:xfrm>
              <a:off x="3530555" y="482430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84D8BA">
                <a:alpha val="100000"/>
              </a:srgbClr>
            </a:solidFill>
            <a:ln w="5420" cap="flat">
              <a:solidFill>
                <a:srgbClr val="84D8B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16" name="pg2916"/>
            <p:cNvSpPr/>
            <p:nvPr/>
          </p:nvSpPr>
          <p:spPr>
            <a:xfrm>
              <a:off x="3542193" y="482430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82D8B9">
                <a:alpha val="100000"/>
              </a:srgbClr>
            </a:solidFill>
            <a:ln w="5420" cap="flat">
              <a:solidFill>
                <a:srgbClr val="82D8B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17" name="pg2917"/>
            <p:cNvSpPr/>
            <p:nvPr/>
          </p:nvSpPr>
          <p:spPr>
            <a:xfrm>
              <a:off x="3553830" y="482430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81D7B9">
                <a:alpha val="100000"/>
              </a:srgbClr>
            </a:solidFill>
            <a:ln w="5420" cap="flat">
              <a:solidFill>
                <a:srgbClr val="81D7B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18" name="pg2918"/>
            <p:cNvSpPr/>
            <p:nvPr/>
          </p:nvSpPr>
          <p:spPr>
            <a:xfrm>
              <a:off x="3565467" y="482430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81D7B9">
                <a:alpha val="100000"/>
              </a:srgbClr>
            </a:solidFill>
            <a:ln w="5420" cap="flat">
              <a:solidFill>
                <a:srgbClr val="81D7B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19" name="pg2919"/>
            <p:cNvSpPr/>
            <p:nvPr/>
          </p:nvSpPr>
          <p:spPr>
            <a:xfrm>
              <a:off x="3588742" y="482430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DD6B7">
                <a:alpha val="100000"/>
              </a:srgbClr>
            </a:solidFill>
            <a:ln w="5420" cap="flat">
              <a:solidFill>
                <a:srgbClr val="7DD6B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20" name="pg2920"/>
            <p:cNvSpPr/>
            <p:nvPr/>
          </p:nvSpPr>
          <p:spPr>
            <a:xfrm>
              <a:off x="3600379" y="482430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AD5B6">
                <a:alpha val="100000"/>
              </a:srgbClr>
            </a:solidFill>
            <a:ln w="5420" cap="flat">
              <a:solidFill>
                <a:srgbClr val="7AD5B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21" name="pg2921"/>
            <p:cNvSpPr/>
            <p:nvPr/>
          </p:nvSpPr>
          <p:spPr>
            <a:xfrm>
              <a:off x="3612016" y="482430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5D4B4">
                <a:alpha val="100000"/>
              </a:srgbClr>
            </a:solidFill>
            <a:ln w="5420" cap="flat">
              <a:solidFill>
                <a:srgbClr val="75D4B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22" name="pg2922"/>
            <p:cNvSpPr/>
            <p:nvPr/>
          </p:nvSpPr>
          <p:spPr>
            <a:xfrm>
              <a:off x="3623654" y="482430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1D3B2">
                <a:alpha val="100000"/>
              </a:srgbClr>
            </a:solidFill>
            <a:ln w="5420" cap="flat">
              <a:solidFill>
                <a:srgbClr val="71D3B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23" name="pg2923"/>
            <p:cNvSpPr/>
            <p:nvPr/>
          </p:nvSpPr>
          <p:spPr>
            <a:xfrm>
              <a:off x="3635291" y="482430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DD1B1">
                <a:alpha val="100000"/>
              </a:srgbClr>
            </a:solidFill>
            <a:ln w="5420" cap="flat">
              <a:solidFill>
                <a:srgbClr val="6DD1B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24" name="pg2924"/>
            <p:cNvSpPr/>
            <p:nvPr/>
          </p:nvSpPr>
          <p:spPr>
            <a:xfrm>
              <a:off x="3646928" y="482430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AD1AF">
                <a:alpha val="100000"/>
              </a:srgbClr>
            </a:solidFill>
            <a:ln w="5420" cap="flat">
              <a:solidFill>
                <a:srgbClr val="6AD1A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25" name="pg2925"/>
            <p:cNvSpPr/>
            <p:nvPr/>
          </p:nvSpPr>
          <p:spPr>
            <a:xfrm>
              <a:off x="3658566" y="482430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8D0AF">
                <a:alpha val="100000"/>
              </a:srgbClr>
            </a:solidFill>
            <a:ln w="5420" cap="flat">
              <a:solidFill>
                <a:srgbClr val="68D0A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26" name="pg2926"/>
            <p:cNvSpPr/>
            <p:nvPr/>
          </p:nvSpPr>
          <p:spPr>
            <a:xfrm>
              <a:off x="3670203" y="482430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8D0AF">
                <a:alpha val="100000"/>
              </a:srgbClr>
            </a:solidFill>
            <a:ln w="5420" cap="flat">
              <a:solidFill>
                <a:srgbClr val="68D0A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27" name="pg2927"/>
            <p:cNvSpPr/>
            <p:nvPr/>
          </p:nvSpPr>
          <p:spPr>
            <a:xfrm>
              <a:off x="3681840" y="482430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BD1B0">
                <a:alpha val="100000"/>
              </a:srgbClr>
            </a:solidFill>
            <a:ln w="5420" cap="flat">
              <a:solidFill>
                <a:srgbClr val="6BD1B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28" name="pg2928"/>
            <p:cNvSpPr/>
            <p:nvPr/>
          </p:nvSpPr>
          <p:spPr>
            <a:xfrm>
              <a:off x="3693478" y="482430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8D5B5">
                <a:alpha val="100000"/>
              </a:srgbClr>
            </a:solidFill>
            <a:ln w="5420" cap="flat">
              <a:solidFill>
                <a:srgbClr val="78D5B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29" name="pg2929"/>
            <p:cNvSpPr/>
            <p:nvPr/>
          </p:nvSpPr>
          <p:spPr>
            <a:xfrm>
              <a:off x="3705115" y="482430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DD6B7">
                <a:alpha val="100000"/>
              </a:srgbClr>
            </a:solidFill>
            <a:ln w="5420" cap="flat">
              <a:solidFill>
                <a:srgbClr val="7DD6B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30" name="pg2930"/>
            <p:cNvSpPr/>
            <p:nvPr/>
          </p:nvSpPr>
          <p:spPr>
            <a:xfrm>
              <a:off x="3716752" y="482430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FD7B8">
                <a:alpha val="100000"/>
              </a:srgbClr>
            </a:solidFill>
            <a:ln w="5420" cap="flat">
              <a:solidFill>
                <a:srgbClr val="7FD7B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31" name="pg2931"/>
            <p:cNvSpPr/>
            <p:nvPr/>
          </p:nvSpPr>
          <p:spPr>
            <a:xfrm>
              <a:off x="3728390" y="482430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FD7B8">
                <a:alpha val="100000"/>
              </a:srgbClr>
            </a:solidFill>
            <a:ln w="5420" cap="flat">
              <a:solidFill>
                <a:srgbClr val="7FD7B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32" name="pg2932"/>
            <p:cNvSpPr/>
            <p:nvPr/>
          </p:nvSpPr>
          <p:spPr>
            <a:xfrm>
              <a:off x="3740027" y="482430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ED6B8">
                <a:alpha val="100000"/>
              </a:srgbClr>
            </a:solidFill>
            <a:ln w="5420" cap="flat">
              <a:solidFill>
                <a:srgbClr val="7ED6B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33" name="pg2933"/>
            <p:cNvSpPr/>
            <p:nvPr/>
          </p:nvSpPr>
          <p:spPr>
            <a:xfrm>
              <a:off x="3751664" y="482430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DD6B7">
                <a:alpha val="100000"/>
              </a:srgbClr>
            </a:solidFill>
            <a:ln w="5420" cap="flat">
              <a:solidFill>
                <a:srgbClr val="7DD6B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34" name="pg2934"/>
            <p:cNvSpPr/>
            <p:nvPr/>
          </p:nvSpPr>
          <p:spPr>
            <a:xfrm>
              <a:off x="3763302" y="482430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BD5B6">
                <a:alpha val="100000"/>
              </a:srgbClr>
            </a:solidFill>
            <a:ln w="5420" cap="flat">
              <a:solidFill>
                <a:srgbClr val="7BD5B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35" name="pg2935"/>
            <p:cNvSpPr/>
            <p:nvPr/>
          </p:nvSpPr>
          <p:spPr>
            <a:xfrm>
              <a:off x="3774939" y="482430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9D5B5">
                <a:alpha val="100000"/>
              </a:srgbClr>
            </a:solidFill>
            <a:ln w="5420" cap="flat">
              <a:solidFill>
                <a:srgbClr val="79D5B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36" name="pg2936"/>
            <p:cNvSpPr/>
            <p:nvPr/>
          </p:nvSpPr>
          <p:spPr>
            <a:xfrm>
              <a:off x="4158971" y="482430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2B9AB">
                <a:alpha val="100000"/>
              </a:srgbClr>
            </a:solidFill>
            <a:ln w="5420" cap="flat">
              <a:solidFill>
                <a:srgbClr val="52B9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37" name="pg2937"/>
            <p:cNvSpPr/>
            <p:nvPr/>
          </p:nvSpPr>
          <p:spPr>
            <a:xfrm>
              <a:off x="4345168" y="482430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AAEAB">
                <a:alpha val="100000"/>
              </a:srgbClr>
            </a:solidFill>
            <a:ln w="5420" cap="flat">
              <a:solidFill>
                <a:srgbClr val="4AAE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38" name="pg2938"/>
            <p:cNvSpPr/>
            <p:nvPr/>
          </p:nvSpPr>
          <p:spPr>
            <a:xfrm>
              <a:off x="4356806" y="482430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9ADAB">
                <a:alpha val="100000"/>
              </a:srgbClr>
            </a:solidFill>
            <a:ln w="5420" cap="flat">
              <a:solidFill>
                <a:srgbClr val="49AD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39" name="pg2939"/>
            <p:cNvSpPr/>
            <p:nvPr/>
          </p:nvSpPr>
          <p:spPr>
            <a:xfrm>
              <a:off x="4368443" y="482430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8ACAA">
                <a:alpha val="100000"/>
              </a:srgbClr>
            </a:solidFill>
            <a:ln w="5420" cap="flat">
              <a:solidFill>
                <a:srgbClr val="48AC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40" name="pg2940"/>
            <p:cNvSpPr/>
            <p:nvPr/>
          </p:nvSpPr>
          <p:spPr>
            <a:xfrm>
              <a:off x="4380080" y="482430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7AAAA">
                <a:alpha val="100000"/>
              </a:srgbClr>
            </a:solidFill>
            <a:ln w="5420" cap="flat">
              <a:solidFill>
                <a:srgbClr val="47AA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41" name="pg2941"/>
            <p:cNvSpPr/>
            <p:nvPr/>
          </p:nvSpPr>
          <p:spPr>
            <a:xfrm>
              <a:off x="4391718" y="482430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6A9AA">
                <a:alpha val="100000"/>
              </a:srgbClr>
            </a:solidFill>
            <a:ln w="5420" cap="flat">
              <a:solidFill>
                <a:srgbClr val="46A9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42" name="pg2942"/>
            <p:cNvSpPr/>
            <p:nvPr/>
          </p:nvSpPr>
          <p:spPr>
            <a:xfrm>
              <a:off x="4403355" y="482430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3A6AA">
                <a:alpha val="100000"/>
              </a:srgbClr>
            </a:solidFill>
            <a:ln w="5420" cap="flat">
              <a:solidFill>
                <a:srgbClr val="43A6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43" name="pg2943"/>
            <p:cNvSpPr/>
            <p:nvPr/>
          </p:nvSpPr>
          <p:spPr>
            <a:xfrm>
              <a:off x="4414992" y="482430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2A5AA">
                <a:alpha val="100000"/>
              </a:srgbClr>
            </a:solidFill>
            <a:ln w="5420" cap="flat">
              <a:solidFill>
                <a:srgbClr val="42A5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44" name="pg2944"/>
            <p:cNvSpPr/>
            <p:nvPr/>
          </p:nvSpPr>
          <p:spPr>
            <a:xfrm>
              <a:off x="4577915" y="482430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497A9">
                <a:alpha val="100000"/>
              </a:srgbClr>
            </a:solidFill>
            <a:ln w="5420" cap="flat">
              <a:solidFill>
                <a:srgbClr val="3497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45" name="pg2945"/>
            <p:cNvSpPr/>
            <p:nvPr/>
          </p:nvSpPr>
          <p:spPr>
            <a:xfrm>
              <a:off x="4589552" y="482430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497A9">
                <a:alpha val="100000"/>
              </a:srgbClr>
            </a:solidFill>
            <a:ln w="5420" cap="flat">
              <a:solidFill>
                <a:srgbClr val="3497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46" name="pg2946"/>
            <p:cNvSpPr/>
            <p:nvPr/>
          </p:nvSpPr>
          <p:spPr>
            <a:xfrm>
              <a:off x="4601190" y="482430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497A9">
                <a:alpha val="100000"/>
              </a:srgbClr>
            </a:solidFill>
            <a:ln w="5420" cap="flat">
              <a:solidFill>
                <a:srgbClr val="3497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47" name="pg2947"/>
            <p:cNvSpPr/>
            <p:nvPr/>
          </p:nvSpPr>
          <p:spPr>
            <a:xfrm>
              <a:off x="4612827" y="482430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497A9">
                <a:alpha val="100000"/>
              </a:srgbClr>
            </a:solidFill>
            <a:ln w="5420" cap="flat">
              <a:solidFill>
                <a:srgbClr val="3497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48" name="pg2948"/>
            <p:cNvSpPr/>
            <p:nvPr/>
          </p:nvSpPr>
          <p:spPr>
            <a:xfrm>
              <a:off x="4624464" y="482430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598A9">
                <a:alpha val="100000"/>
              </a:srgbClr>
            </a:solidFill>
            <a:ln w="5420" cap="flat">
              <a:solidFill>
                <a:srgbClr val="3598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49" name="pg2949"/>
            <p:cNvSpPr/>
            <p:nvPr/>
          </p:nvSpPr>
          <p:spPr>
            <a:xfrm>
              <a:off x="3099974" y="483860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2D3B3">
                <a:alpha val="100000"/>
              </a:srgbClr>
            </a:solidFill>
            <a:ln w="5420" cap="flat">
              <a:solidFill>
                <a:srgbClr val="72D3B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50" name="pg2950"/>
            <p:cNvSpPr/>
            <p:nvPr/>
          </p:nvSpPr>
          <p:spPr>
            <a:xfrm>
              <a:off x="3111611" y="483860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9D5B5">
                <a:alpha val="100000"/>
              </a:srgbClr>
            </a:solidFill>
            <a:ln w="5420" cap="flat">
              <a:solidFill>
                <a:srgbClr val="79D5B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51" name="pg2951"/>
            <p:cNvSpPr/>
            <p:nvPr/>
          </p:nvSpPr>
          <p:spPr>
            <a:xfrm>
              <a:off x="3123249" y="483860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BD6B6">
                <a:alpha val="100000"/>
              </a:srgbClr>
            </a:solidFill>
            <a:ln w="5420" cap="flat">
              <a:solidFill>
                <a:srgbClr val="7BD6B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52" name="pg2952"/>
            <p:cNvSpPr/>
            <p:nvPr/>
          </p:nvSpPr>
          <p:spPr>
            <a:xfrm>
              <a:off x="3134886" y="483860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DD6B7">
                <a:alpha val="100000"/>
              </a:srgbClr>
            </a:solidFill>
            <a:ln w="5420" cap="flat">
              <a:solidFill>
                <a:srgbClr val="7DD6B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53" name="pg2953"/>
            <p:cNvSpPr/>
            <p:nvPr/>
          </p:nvSpPr>
          <p:spPr>
            <a:xfrm>
              <a:off x="3146523" y="483860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DD6B7">
                <a:alpha val="100000"/>
              </a:srgbClr>
            </a:solidFill>
            <a:ln w="5420" cap="flat">
              <a:solidFill>
                <a:srgbClr val="7DD6B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54" name="pg2954"/>
            <p:cNvSpPr/>
            <p:nvPr/>
          </p:nvSpPr>
          <p:spPr>
            <a:xfrm>
              <a:off x="3158161" y="483860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BD5B6">
                <a:alpha val="100000"/>
              </a:srgbClr>
            </a:solidFill>
            <a:ln w="5420" cap="flat">
              <a:solidFill>
                <a:srgbClr val="7BD5B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55" name="pg2955"/>
            <p:cNvSpPr/>
            <p:nvPr/>
          </p:nvSpPr>
          <p:spPr>
            <a:xfrm>
              <a:off x="3169798" y="483860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7D4B5">
                <a:alpha val="100000"/>
              </a:srgbClr>
            </a:solidFill>
            <a:ln w="5420" cap="flat">
              <a:solidFill>
                <a:srgbClr val="77D4B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56" name="pg2956"/>
            <p:cNvSpPr/>
            <p:nvPr/>
          </p:nvSpPr>
          <p:spPr>
            <a:xfrm>
              <a:off x="3181435" y="483860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2D3B3">
                <a:alpha val="100000"/>
              </a:srgbClr>
            </a:solidFill>
            <a:ln w="5420" cap="flat">
              <a:solidFill>
                <a:srgbClr val="72D3B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57" name="pg2957"/>
            <p:cNvSpPr/>
            <p:nvPr/>
          </p:nvSpPr>
          <p:spPr>
            <a:xfrm>
              <a:off x="3193073" y="483860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CD1B0">
                <a:alpha val="100000"/>
              </a:srgbClr>
            </a:solidFill>
            <a:ln w="5420" cap="flat">
              <a:solidFill>
                <a:srgbClr val="6CD1B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58" name="pg2958"/>
            <p:cNvSpPr/>
            <p:nvPr/>
          </p:nvSpPr>
          <p:spPr>
            <a:xfrm>
              <a:off x="3204710" y="483860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5CFAE">
                <a:alpha val="100000"/>
              </a:srgbClr>
            </a:solidFill>
            <a:ln w="5420" cap="flat">
              <a:solidFill>
                <a:srgbClr val="65CFA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59" name="pg2959"/>
            <p:cNvSpPr/>
            <p:nvPr/>
          </p:nvSpPr>
          <p:spPr>
            <a:xfrm>
              <a:off x="3414182" y="483860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7D4B5">
                <a:alpha val="100000"/>
              </a:srgbClr>
            </a:solidFill>
            <a:ln w="5420" cap="flat">
              <a:solidFill>
                <a:srgbClr val="77D4B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60" name="pg2960"/>
            <p:cNvSpPr/>
            <p:nvPr/>
          </p:nvSpPr>
          <p:spPr>
            <a:xfrm>
              <a:off x="3425819" y="483860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DD6B7">
                <a:alpha val="100000"/>
              </a:srgbClr>
            </a:solidFill>
            <a:ln w="5420" cap="flat">
              <a:solidFill>
                <a:srgbClr val="7DD6B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61" name="pg2961"/>
            <p:cNvSpPr/>
            <p:nvPr/>
          </p:nvSpPr>
          <p:spPr>
            <a:xfrm>
              <a:off x="3495643" y="483860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8DDBBE">
                <a:alpha val="100000"/>
              </a:srgbClr>
            </a:solidFill>
            <a:ln w="5420" cap="flat">
              <a:solidFill>
                <a:srgbClr val="8DDBB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62" name="pg2962"/>
            <p:cNvSpPr/>
            <p:nvPr/>
          </p:nvSpPr>
          <p:spPr>
            <a:xfrm>
              <a:off x="3507281" y="483860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8ADABD">
                <a:alpha val="100000"/>
              </a:srgbClr>
            </a:solidFill>
            <a:ln w="5420" cap="flat">
              <a:solidFill>
                <a:srgbClr val="8ADAB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63" name="pg2963"/>
            <p:cNvSpPr/>
            <p:nvPr/>
          </p:nvSpPr>
          <p:spPr>
            <a:xfrm>
              <a:off x="3518918" y="483860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86D9BB">
                <a:alpha val="100000"/>
              </a:srgbClr>
            </a:solidFill>
            <a:ln w="5420" cap="flat">
              <a:solidFill>
                <a:srgbClr val="86D9B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64" name="pg2964"/>
            <p:cNvSpPr/>
            <p:nvPr/>
          </p:nvSpPr>
          <p:spPr>
            <a:xfrm>
              <a:off x="3530555" y="483860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83D8BA">
                <a:alpha val="100000"/>
              </a:srgbClr>
            </a:solidFill>
            <a:ln w="5420" cap="flat">
              <a:solidFill>
                <a:srgbClr val="83D8B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65" name="pg2965"/>
            <p:cNvSpPr/>
            <p:nvPr/>
          </p:nvSpPr>
          <p:spPr>
            <a:xfrm>
              <a:off x="3542193" y="483860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82D8B9">
                <a:alpha val="100000"/>
              </a:srgbClr>
            </a:solidFill>
            <a:ln w="5420" cap="flat">
              <a:solidFill>
                <a:srgbClr val="82D8B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66" name="pg2966"/>
            <p:cNvSpPr/>
            <p:nvPr/>
          </p:nvSpPr>
          <p:spPr>
            <a:xfrm>
              <a:off x="3553830" y="483860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82D7B9">
                <a:alpha val="100000"/>
              </a:srgbClr>
            </a:solidFill>
            <a:ln w="5420" cap="flat">
              <a:solidFill>
                <a:srgbClr val="82D7B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67" name="pg2967"/>
            <p:cNvSpPr/>
            <p:nvPr/>
          </p:nvSpPr>
          <p:spPr>
            <a:xfrm>
              <a:off x="3565467" y="483860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82D8B9">
                <a:alpha val="100000"/>
              </a:srgbClr>
            </a:solidFill>
            <a:ln w="5420" cap="flat">
              <a:solidFill>
                <a:srgbClr val="82D8B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68" name="pg2968"/>
            <p:cNvSpPr/>
            <p:nvPr/>
          </p:nvSpPr>
          <p:spPr>
            <a:xfrm>
              <a:off x="3577105" y="483860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81D7B9">
                <a:alpha val="100000"/>
              </a:srgbClr>
            </a:solidFill>
            <a:ln w="5420" cap="flat">
              <a:solidFill>
                <a:srgbClr val="81D7B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69" name="pg2969"/>
            <p:cNvSpPr/>
            <p:nvPr/>
          </p:nvSpPr>
          <p:spPr>
            <a:xfrm>
              <a:off x="3588742" y="483860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FD7B8">
                <a:alpha val="100000"/>
              </a:srgbClr>
            </a:solidFill>
            <a:ln w="5420" cap="flat">
              <a:solidFill>
                <a:srgbClr val="7FD7B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70" name="pg2970"/>
            <p:cNvSpPr/>
            <p:nvPr/>
          </p:nvSpPr>
          <p:spPr>
            <a:xfrm>
              <a:off x="3600379" y="483860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BD5B6">
                <a:alpha val="100000"/>
              </a:srgbClr>
            </a:solidFill>
            <a:ln w="5420" cap="flat">
              <a:solidFill>
                <a:srgbClr val="7BD5B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71" name="pg2971"/>
            <p:cNvSpPr/>
            <p:nvPr/>
          </p:nvSpPr>
          <p:spPr>
            <a:xfrm>
              <a:off x="3612016" y="483860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6D4B4">
                <a:alpha val="100000"/>
              </a:srgbClr>
            </a:solidFill>
            <a:ln w="5420" cap="flat">
              <a:solidFill>
                <a:srgbClr val="76D4B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72" name="pg2972"/>
            <p:cNvSpPr/>
            <p:nvPr/>
          </p:nvSpPr>
          <p:spPr>
            <a:xfrm>
              <a:off x="3623654" y="483860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2D3B3">
                <a:alpha val="100000"/>
              </a:srgbClr>
            </a:solidFill>
            <a:ln w="5420" cap="flat">
              <a:solidFill>
                <a:srgbClr val="72D3B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73" name="pg2973"/>
            <p:cNvSpPr/>
            <p:nvPr/>
          </p:nvSpPr>
          <p:spPr>
            <a:xfrm>
              <a:off x="3635291" y="483860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ED2B1">
                <a:alpha val="100000"/>
              </a:srgbClr>
            </a:solidFill>
            <a:ln w="5420" cap="flat">
              <a:solidFill>
                <a:srgbClr val="6ED2B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74" name="pg2974"/>
            <p:cNvSpPr/>
            <p:nvPr/>
          </p:nvSpPr>
          <p:spPr>
            <a:xfrm>
              <a:off x="3646928" y="483860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BD1B0">
                <a:alpha val="100000"/>
              </a:srgbClr>
            </a:solidFill>
            <a:ln w="5420" cap="flat">
              <a:solidFill>
                <a:srgbClr val="6BD1B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75" name="pg2975"/>
            <p:cNvSpPr/>
            <p:nvPr/>
          </p:nvSpPr>
          <p:spPr>
            <a:xfrm>
              <a:off x="3658566" y="483860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9D0AF">
                <a:alpha val="100000"/>
              </a:srgbClr>
            </a:solidFill>
            <a:ln w="5420" cap="flat">
              <a:solidFill>
                <a:srgbClr val="69D0A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76" name="pg2976"/>
            <p:cNvSpPr/>
            <p:nvPr/>
          </p:nvSpPr>
          <p:spPr>
            <a:xfrm>
              <a:off x="3670203" y="483860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AD1AF">
                <a:alpha val="100000"/>
              </a:srgbClr>
            </a:solidFill>
            <a:ln w="5420" cap="flat">
              <a:solidFill>
                <a:srgbClr val="6AD1A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77" name="pg2977"/>
            <p:cNvSpPr/>
            <p:nvPr/>
          </p:nvSpPr>
          <p:spPr>
            <a:xfrm>
              <a:off x="3681840" y="483860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CD1B0">
                <a:alpha val="100000"/>
              </a:srgbClr>
            </a:solidFill>
            <a:ln w="5420" cap="flat">
              <a:solidFill>
                <a:srgbClr val="6CD1B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78" name="pg2978"/>
            <p:cNvSpPr/>
            <p:nvPr/>
          </p:nvSpPr>
          <p:spPr>
            <a:xfrm>
              <a:off x="3693478" y="483860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5D4B4">
                <a:alpha val="100000"/>
              </a:srgbClr>
            </a:solidFill>
            <a:ln w="5420" cap="flat">
              <a:solidFill>
                <a:srgbClr val="75D4B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79" name="pg2979"/>
            <p:cNvSpPr/>
            <p:nvPr/>
          </p:nvSpPr>
          <p:spPr>
            <a:xfrm>
              <a:off x="3705115" y="483860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9D5B5">
                <a:alpha val="100000"/>
              </a:srgbClr>
            </a:solidFill>
            <a:ln w="5420" cap="flat">
              <a:solidFill>
                <a:srgbClr val="79D5B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80" name="pg2980"/>
            <p:cNvSpPr/>
            <p:nvPr/>
          </p:nvSpPr>
          <p:spPr>
            <a:xfrm>
              <a:off x="3716752" y="483860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BD5B6">
                <a:alpha val="100000"/>
              </a:srgbClr>
            </a:solidFill>
            <a:ln w="5420" cap="flat">
              <a:solidFill>
                <a:srgbClr val="7BD5B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81" name="pg2981"/>
            <p:cNvSpPr/>
            <p:nvPr/>
          </p:nvSpPr>
          <p:spPr>
            <a:xfrm>
              <a:off x="3728390" y="483860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BD6B6">
                <a:alpha val="100000"/>
              </a:srgbClr>
            </a:solidFill>
            <a:ln w="5420" cap="flat">
              <a:solidFill>
                <a:srgbClr val="7BD6B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82" name="pg2982"/>
            <p:cNvSpPr/>
            <p:nvPr/>
          </p:nvSpPr>
          <p:spPr>
            <a:xfrm>
              <a:off x="3740027" y="483860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BD5B6">
                <a:alpha val="100000"/>
              </a:srgbClr>
            </a:solidFill>
            <a:ln w="5420" cap="flat">
              <a:solidFill>
                <a:srgbClr val="7BD5B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83" name="pg2983"/>
            <p:cNvSpPr/>
            <p:nvPr/>
          </p:nvSpPr>
          <p:spPr>
            <a:xfrm>
              <a:off x="3751664" y="483860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AD5B6">
                <a:alpha val="100000"/>
              </a:srgbClr>
            </a:solidFill>
            <a:ln w="5420" cap="flat">
              <a:solidFill>
                <a:srgbClr val="7AD5B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84" name="pg2984"/>
            <p:cNvSpPr/>
            <p:nvPr/>
          </p:nvSpPr>
          <p:spPr>
            <a:xfrm>
              <a:off x="3763302" y="483860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9D5B5">
                <a:alpha val="100000"/>
              </a:srgbClr>
            </a:solidFill>
            <a:ln w="5420" cap="flat">
              <a:solidFill>
                <a:srgbClr val="79D5B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85" name="pg2985"/>
            <p:cNvSpPr/>
            <p:nvPr/>
          </p:nvSpPr>
          <p:spPr>
            <a:xfrm>
              <a:off x="3774939" y="483860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7D4B5">
                <a:alpha val="100000"/>
              </a:srgbClr>
            </a:solidFill>
            <a:ln w="5420" cap="flat">
              <a:solidFill>
                <a:srgbClr val="77D4B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86" name="pg2986"/>
            <p:cNvSpPr/>
            <p:nvPr/>
          </p:nvSpPr>
          <p:spPr>
            <a:xfrm>
              <a:off x="3786576" y="483860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5D4B4">
                <a:alpha val="100000"/>
              </a:srgbClr>
            </a:solidFill>
            <a:ln w="5420" cap="flat">
              <a:solidFill>
                <a:srgbClr val="75D4B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87" name="pg2987"/>
            <p:cNvSpPr/>
            <p:nvPr/>
          </p:nvSpPr>
          <p:spPr>
            <a:xfrm>
              <a:off x="4356806" y="483860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9ADAB">
                <a:alpha val="100000"/>
              </a:srgbClr>
            </a:solidFill>
            <a:ln w="5420" cap="flat">
              <a:solidFill>
                <a:srgbClr val="49AD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88" name="pg2988"/>
            <p:cNvSpPr/>
            <p:nvPr/>
          </p:nvSpPr>
          <p:spPr>
            <a:xfrm>
              <a:off x="4368443" y="483860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8ACAA">
                <a:alpha val="100000"/>
              </a:srgbClr>
            </a:solidFill>
            <a:ln w="5420" cap="flat">
              <a:solidFill>
                <a:srgbClr val="48AC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89" name="pg2989"/>
            <p:cNvSpPr/>
            <p:nvPr/>
          </p:nvSpPr>
          <p:spPr>
            <a:xfrm>
              <a:off x="4380080" y="483860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7ABAA">
                <a:alpha val="100000"/>
              </a:srgbClr>
            </a:solidFill>
            <a:ln w="5420" cap="flat">
              <a:solidFill>
                <a:srgbClr val="47AB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90" name="pg2990"/>
            <p:cNvSpPr/>
            <p:nvPr/>
          </p:nvSpPr>
          <p:spPr>
            <a:xfrm>
              <a:off x="4391718" y="483860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6AAAA">
                <a:alpha val="100000"/>
              </a:srgbClr>
            </a:solidFill>
            <a:ln w="5420" cap="flat">
              <a:solidFill>
                <a:srgbClr val="46AA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91" name="pg2991"/>
            <p:cNvSpPr/>
            <p:nvPr/>
          </p:nvSpPr>
          <p:spPr>
            <a:xfrm>
              <a:off x="4403355" y="483860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4A7AA">
                <a:alpha val="100000"/>
              </a:srgbClr>
            </a:solidFill>
            <a:ln w="5420" cap="flat">
              <a:solidFill>
                <a:srgbClr val="44A7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92" name="pg2992"/>
            <p:cNvSpPr/>
            <p:nvPr/>
          </p:nvSpPr>
          <p:spPr>
            <a:xfrm>
              <a:off x="4414992" y="483860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2A5AA">
                <a:alpha val="100000"/>
              </a:srgbClr>
            </a:solidFill>
            <a:ln w="5420" cap="flat">
              <a:solidFill>
                <a:srgbClr val="42A5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93" name="pg2993"/>
            <p:cNvSpPr/>
            <p:nvPr/>
          </p:nvSpPr>
          <p:spPr>
            <a:xfrm>
              <a:off x="4426630" y="483860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1A4AA">
                <a:alpha val="100000"/>
              </a:srgbClr>
            </a:solidFill>
            <a:ln w="5420" cap="flat">
              <a:solidFill>
                <a:srgbClr val="41A4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94" name="pg2994"/>
            <p:cNvSpPr/>
            <p:nvPr/>
          </p:nvSpPr>
          <p:spPr>
            <a:xfrm>
              <a:off x="4589552" y="483860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698A9">
                <a:alpha val="100000"/>
              </a:srgbClr>
            </a:solidFill>
            <a:ln w="5420" cap="flat">
              <a:solidFill>
                <a:srgbClr val="3698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95" name="pg2995"/>
            <p:cNvSpPr/>
            <p:nvPr/>
          </p:nvSpPr>
          <p:spPr>
            <a:xfrm>
              <a:off x="4601190" y="483860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698A9">
                <a:alpha val="100000"/>
              </a:srgbClr>
            </a:solidFill>
            <a:ln w="5420" cap="flat">
              <a:solidFill>
                <a:srgbClr val="3698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96" name="pg2996"/>
            <p:cNvSpPr/>
            <p:nvPr/>
          </p:nvSpPr>
          <p:spPr>
            <a:xfrm>
              <a:off x="4612827" y="483860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699A9">
                <a:alpha val="100000"/>
              </a:srgbClr>
            </a:solidFill>
            <a:ln w="5420" cap="flat">
              <a:solidFill>
                <a:srgbClr val="3699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97" name="pg2997"/>
            <p:cNvSpPr/>
            <p:nvPr/>
          </p:nvSpPr>
          <p:spPr>
            <a:xfrm>
              <a:off x="4624464" y="483860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699A9">
                <a:alpha val="100000"/>
              </a:srgbClr>
            </a:solidFill>
            <a:ln w="5420" cap="flat">
              <a:solidFill>
                <a:srgbClr val="3699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98" name="pg2998"/>
            <p:cNvSpPr/>
            <p:nvPr/>
          </p:nvSpPr>
          <p:spPr>
            <a:xfrm>
              <a:off x="4636101" y="483860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99A9">
                <a:alpha val="100000"/>
              </a:srgbClr>
            </a:solidFill>
            <a:ln w="5420" cap="flat">
              <a:solidFill>
                <a:srgbClr val="3799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99" name="pg2999"/>
            <p:cNvSpPr/>
            <p:nvPr/>
          </p:nvSpPr>
          <p:spPr>
            <a:xfrm>
              <a:off x="3099974" y="485290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FD2B1">
                <a:alpha val="100000"/>
              </a:srgbClr>
            </a:solidFill>
            <a:ln w="5420" cap="flat">
              <a:solidFill>
                <a:srgbClr val="6FD2B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00" name="pg3000"/>
            <p:cNvSpPr/>
            <p:nvPr/>
          </p:nvSpPr>
          <p:spPr>
            <a:xfrm>
              <a:off x="3111611" y="485290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5D4B4">
                <a:alpha val="100000"/>
              </a:srgbClr>
            </a:solidFill>
            <a:ln w="5420" cap="flat">
              <a:solidFill>
                <a:srgbClr val="75D4B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01" name="pg3001"/>
            <p:cNvSpPr/>
            <p:nvPr/>
          </p:nvSpPr>
          <p:spPr>
            <a:xfrm>
              <a:off x="3123249" y="485290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7D4B5">
                <a:alpha val="100000"/>
              </a:srgbClr>
            </a:solidFill>
            <a:ln w="5420" cap="flat">
              <a:solidFill>
                <a:srgbClr val="77D4B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02" name="pg3002"/>
            <p:cNvSpPr/>
            <p:nvPr/>
          </p:nvSpPr>
          <p:spPr>
            <a:xfrm>
              <a:off x="3134886" y="485290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8D5B5">
                <a:alpha val="100000"/>
              </a:srgbClr>
            </a:solidFill>
            <a:ln w="5420" cap="flat">
              <a:solidFill>
                <a:srgbClr val="78D5B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03" name="pg3003"/>
            <p:cNvSpPr/>
            <p:nvPr/>
          </p:nvSpPr>
          <p:spPr>
            <a:xfrm>
              <a:off x="3146523" y="485290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8D4B5">
                <a:alpha val="100000"/>
              </a:srgbClr>
            </a:solidFill>
            <a:ln w="5420" cap="flat">
              <a:solidFill>
                <a:srgbClr val="78D4B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04" name="pg3004"/>
            <p:cNvSpPr/>
            <p:nvPr/>
          </p:nvSpPr>
          <p:spPr>
            <a:xfrm>
              <a:off x="3158161" y="485290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6D4B4">
                <a:alpha val="100000"/>
              </a:srgbClr>
            </a:solidFill>
            <a:ln w="5420" cap="flat">
              <a:solidFill>
                <a:srgbClr val="76D4B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05" name="pg3005"/>
            <p:cNvSpPr/>
            <p:nvPr/>
          </p:nvSpPr>
          <p:spPr>
            <a:xfrm>
              <a:off x="3169798" y="485290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3D3B3">
                <a:alpha val="100000"/>
              </a:srgbClr>
            </a:solidFill>
            <a:ln w="5420" cap="flat">
              <a:solidFill>
                <a:srgbClr val="73D3B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06" name="pg3006"/>
            <p:cNvSpPr/>
            <p:nvPr/>
          </p:nvSpPr>
          <p:spPr>
            <a:xfrm>
              <a:off x="3181435" y="485290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0D2B2">
                <a:alpha val="100000"/>
              </a:srgbClr>
            </a:solidFill>
            <a:ln w="5420" cap="flat">
              <a:solidFill>
                <a:srgbClr val="70D2B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07" name="pg3007"/>
            <p:cNvSpPr/>
            <p:nvPr/>
          </p:nvSpPr>
          <p:spPr>
            <a:xfrm>
              <a:off x="3507281" y="485290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87D9BC">
                <a:alpha val="100000"/>
              </a:srgbClr>
            </a:solidFill>
            <a:ln w="5420" cap="flat">
              <a:solidFill>
                <a:srgbClr val="87D9B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08" name="pg3008"/>
            <p:cNvSpPr/>
            <p:nvPr/>
          </p:nvSpPr>
          <p:spPr>
            <a:xfrm>
              <a:off x="3518918" y="485290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85D8BA">
                <a:alpha val="100000"/>
              </a:srgbClr>
            </a:solidFill>
            <a:ln w="5420" cap="flat">
              <a:solidFill>
                <a:srgbClr val="85D8B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09" name="pg3009"/>
            <p:cNvSpPr/>
            <p:nvPr/>
          </p:nvSpPr>
          <p:spPr>
            <a:xfrm>
              <a:off x="3530555" y="485290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83D8B9">
                <a:alpha val="100000"/>
              </a:srgbClr>
            </a:solidFill>
            <a:ln w="5420" cap="flat">
              <a:solidFill>
                <a:srgbClr val="83D8B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10" name="pg3010"/>
            <p:cNvSpPr/>
            <p:nvPr/>
          </p:nvSpPr>
          <p:spPr>
            <a:xfrm>
              <a:off x="3542193" y="485290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82D7B9">
                <a:alpha val="100000"/>
              </a:srgbClr>
            </a:solidFill>
            <a:ln w="5420" cap="flat">
              <a:solidFill>
                <a:srgbClr val="82D7B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11" name="pg3011"/>
            <p:cNvSpPr/>
            <p:nvPr/>
          </p:nvSpPr>
          <p:spPr>
            <a:xfrm>
              <a:off x="3553830" y="485290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82D7B9">
                <a:alpha val="100000"/>
              </a:srgbClr>
            </a:solidFill>
            <a:ln w="5420" cap="flat">
              <a:solidFill>
                <a:srgbClr val="82D7B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12" name="pg3012"/>
            <p:cNvSpPr/>
            <p:nvPr/>
          </p:nvSpPr>
          <p:spPr>
            <a:xfrm>
              <a:off x="3565467" y="485290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82D8B9">
                <a:alpha val="100000"/>
              </a:srgbClr>
            </a:solidFill>
            <a:ln w="5420" cap="flat">
              <a:solidFill>
                <a:srgbClr val="82D8B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13" name="pg3013"/>
            <p:cNvSpPr/>
            <p:nvPr/>
          </p:nvSpPr>
          <p:spPr>
            <a:xfrm>
              <a:off x="3577105" y="485290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81D7B9">
                <a:alpha val="100000"/>
              </a:srgbClr>
            </a:solidFill>
            <a:ln w="5420" cap="flat">
              <a:solidFill>
                <a:srgbClr val="81D7B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14" name="pg3014"/>
            <p:cNvSpPr/>
            <p:nvPr/>
          </p:nvSpPr>
          <p:spPr>
            <a:xfrm>
              <a:off x="3588742" y="485290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FD7B8">
                <a:alpha val="100000"/>
              </a:srgbClr>
            </a:solidFill>
            <a:ln w="5420" cap="flat">
              <a:solidFill>
                <a:srgbClr val="7FD7B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15" name="pg3015"/>
            <p:cNvSpPr/>
            <p:nvPr/>
          </p:nvSpPr>
          <p:spPr>
            <a:xfrm>
              <a:off x="3600379" y="485290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BD6B6">
                <a:alpha val="100000"/>
              </a:srgbClr>
            </a:solidFill>
            <a:ln w="5420" cap="flat">
              <a:solidFill>
                <a:srgbClr val="7BD6B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16" name="pg3016"/>
            <p:cNvSpPr/>
            <p:nvPr/>
          </p:nvSpPr>
          <p:spPr>
            <a:xfrm>
              <a:off x="3612016" y="485290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7D4B5">
                <a:alpha val="100000"/>
              </a:srgbClr>
            </a:solidFill>
            <a:ln w="5420" cap="flat">
              <a:solidFill>
                <a:srgbClr val="77D4B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17" name="pg3017"/>
            <p:cNvSpPr/>
            <p:nvPr/>
          </p:nvSpPr>
          <p:spPr>
            <a:xfrm>
              <a:off x="3623654" y="485290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3D3B3">
                <a:alpha val="100000"/>
              </a:srgbClr>
            </a:solidFill>
            <a:ln w="5420" cap="flat">
              <a:solidFill>
                <a:srgbClr val="73D3B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18" name="pg3018"/>
            <p:cNvSpPr/>
            <p:nvPr/>
          </p:nvSpPr>
          <p:spPr>
            <a:xfrm>
              <a:off x="3635291" y="485290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0D2B2">
                <a:alpha val="100000"/>
              </a:srgbClr>
            </a:solidFill>
            <a:ln w="5420" cap="flat">
              <a:solidFill>
                <a:srgbClr val="70D2B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19" name="pg3019"/>
            <p:cNvSpPr/>
            <p:nvPr/>
          </p:nvSpPr>
          <p:spPr>
            <a:xfrm>
              <a:off x="3646928" y="485290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DD2B1">
                <a:alpha val="100000"/>
              </a:srgbClr>
            </a:solidFill>
            <a:ln w="5420" cap="flat">
              <a:solidFill>
                <a:srgbClr val="6DD2B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20" name="pg3020"/>
            <p:cNvSpPr/>
            <p:nvPr/>
          </p:nvSpPr>
          <p:spPr>
            <a:xfrm>
              <a:off x="3658566" y="485290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CD1B0">
                <a:alpha val="100000"/>
              </a:srgbClr>
            </a:solidFill>
            <a:ln w="5420" cap="flat">
              <a:solidFill>
                <a:srgbClr val="6CD1B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21" name="pg3021"/>
            <p:cNvSpPr/>
            <p:nvPr/>
          </p:nvSpPr>
          <p:spPr>
            <a:xfrm>
              <a:off x="3670203" y="485290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CD1B0">
                <a:alpha val="100000"/>
              </a:srgbClr>
            </a:solidFill>
            <a:ln w="5420" cap="flat">
              <a:solidFill>
                <a:srgbClr val="6CD1B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22" name="pg3022"/>
            <p:cNvSpPr/>
            <p:nvPr/>
          </p:nvSpPr>
          <p:spPr>
            <a:xfrm>
              <a:off x="3681840" y="485290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ED2B1">
                <a:alpha val="100000"/>
              </a:srgbClr>
            </a:solidFill>
            <a:ln w="5420" cap="flat">
              <a:solidFill>
                <a:srgbClr val="6ED2B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23" name="pg3023"/>
            <p:cNvSpPr/>
            <p:nvPr/>
          </p:nvSpPr>
          <p:spPr>
            <a:xfrm>
              <a:off x="3693478" y="485290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3D3B3">
                <a:alpha val="100000"/>
              </a:srgbClr>
            </a:solidFill>
            <a:ln w="5420" cap="flat">
              <a:solidFill>
                <a:srgbClr val="73D3B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24" name="pg3024"/>
            <p:cNvSpPr/>
            <p:nvPr/>
          </p:nvSpPr>
          <p:spPr>
            <a:xfrm>
              <a:off x="3705115" y="485290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6D4B4">
                <a:alpha val="100000"/>
              </a:srgbClr>
            </a:solidFill>
            <a:ln w="5420" cap="flat">
              <a:solidFill>
                <a:srgbClr val="76D4B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25" name="pg3025"/>
            <p:cNvSpPr/>
            <p:nvPr/>
          </p:nvSpPr>
          <p:spPr>
            <a:xfrm>
              <a:off x="3716752" y="485290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8D4B5">
                <a:alpha val="100000"/>
              </a:srgbClr>
            </a:solidFill>
            <a:ln w="5420" cap="flat">
              <a:solidFill>
                <a:srgbClr val="78D4B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26" name="pg3026"/>
            <p:cNvSpPr/>
            <p:nvPr/>
          </p:nvSpPr>
          <p:spPr>
            <a:xfrm>
              <a:off x="3728390" y="485290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8D5B5">
                <a:alpha val="100000"/>
              </a:srgbClr>
            </a:solidFill>
            <a:ln w="5420" cap="flat">
              <a:solidFill>
                <a:srgbClr val="78D5B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27" name="pg3027"/>
            <p:cNvSpPr/>
            <p:nvPr/>
          </p:nvSpPr>
          <p:spPr>
            <a:xfrm>
              <a:off x="3740027" y="485290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8D5B5">
                <a:alpha val="100000"/>
              </a:srgbClr>
            </a:solidFill>
            <a:ln w="5420" cap="flat">
              <a:solidFill>
                <a:srgbClr val="78D5B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28" name="pg3028"/>
            <p:cNvSpPr/>
            <p:nvPr/>
          </p:nvSpPr>
          <p:spPr>
            <a:xfrm>
              <a:off x="3751664" y="485290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8D4B5">
                <a:alpha val="100000"/>
              </a:srgbClr>
            </a:solidFill>
            <a:ln w="5420" cap="flat">
              <a:solidFill>
                <a:srgbClr val="78D4B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29" name="pg3029"/>
            <p:cNvSpPr/>
            <p:nvPr/>
          </p:nvSpPr>
          <p:spPr>
            <a:xfrm>
              <a:off x="3763302" y="485290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7D4B4">
                <a:alpha val="100000"/>
              </a:srgbClr>
            </a:solidFill>
            <a:ln w="5420" cap="flat">
              <a:solidFill>
                <a:srgbClr val="77D4B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30" name="pg3030"/>
            <p:cNvSpPr/>
            <p:nvPr/>
          </p:nvSpPr>
          <p:spPr>
            <a:xfrm>
              <a:off x="3774939" y="485290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5D4B4">
                <a:alpha val="100000"/>
              </a:srgbClr>
            </a:solidFill>
            <a:ln w="5420" cap="flat">
              <a:solidFill>
                <a:srgbClr val="75D4B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31" name="pg3031"/>
            <p:cNvSpPr/>
            <p:nvPr/>
          </p:nvSpPr>
          <p:spPr>
            <a:xfrm>
              <a:off x="3786576" y="485290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4D3B3">
                <a:alpha val="100000"/>
              </a:srgbClr>
            </a:solidFill>
            <a:ln w="5420" cap="flat">
              <a:solidFill>
                <a:srgbClr val="74D3B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32" name="pg3032"/>
            <p:cNvSpPr/>
            <p:nvPr/>
          </p:nvSpPr>
          <p:spPr>
            <a:xfrm>
              <a:off x="4368443" y="485290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8ACAA">
                <a:alpha val="100000"/>
              </a:srgbClr>
            </a:solidFill>
            <a:ln w="5420" cap="flat">
              <a:solidFill>
                <a:srgbClr val="48AC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33" name="pg3033"/>
            <p:cNvSpPr/>
            <p:nvPr/>
          </p:nvSpPr>
          <p:spPr>
            <a:xfrm>
              <a:off x="4380080" y="485290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7ABAA">
                <a:alpha val="100000"/>
              </a:srgbClr>
            </a:solidFill>
            <a:ln w="5420" cap="flat">
              <a:solidFill>
                <a:srgbClr val="47AB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34" name="pg3034"/>
            <p:cNvSpPr/>
            <p:nvPr/>
          </p:nvSpPr>
          <p:spPr>
            <a:xfrm>
              <a:off x="4391718" y="485290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6AAAA">
                <a:alpha val="100000"/>
              </a:srgbClr>
            </a:solidFill>
            <a:ln w="5420" cap="flat">
              <a:solidFill>
                <a:srgbClr val="46AA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35" name="pg3035"/>
            <p:cNvSpPr/>
            <p:nvPr/>
          </p:nvSpPr>
          <p:spPr>
            <a:xfrm>
              <a:off x="4403355" y="485290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4A7AA">
                <a:alpha val="100000"/>
              </a:srgbClr>
            </a:solidFill>
            <a:ln w="5420" cap="flat">
              <a:solidFill>
                <a:srgbClr val="44A7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36" name="pg3036"/>
            <p:cNvSpPr/>
            <p:nvPr/>
          </p:nvSpPr>
          <p:spPr>
            <a:xfrm>
              <a:off x="4414992" y="485290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3A6AA">
                <a:alpha val="100000"/>
              </a:srgbClr>
            </a:solidFill>
            <a:ln w="5420" cap="flat">
              <a:solidFill>
                <a:srgbClr val="43A6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37" name="pg3037"/>
            <p:cNvSpPr/>
            <p:nvPr/>
          </p:nvSpPr>
          <p:spPr>
            <a:xfrm>
              <a:off x="4426630" y="485290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2A5AA">
                <a:alpha val="100000"/>
              </a:srgbClr>
            </a:solidFill>
            <a:ln w="5420" cap="flat">
              <a:solidFill>
                <a:srgbClr val="42A5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38" name="pg3038"/>
            <p:cNvSpPr/>
            <p:nvPr/>
          </p:nvSpPr>
          <p:spPr>
            <a:xfrm>
              <a:off x="4438267" y="485290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1A4AA">
                <a:alpha val="100000"/>
              </a:srgbClr>
            </a:solidFill>
            <a:ln w="5420" cap="flat">
              <a:solidFill>
                <a:srgbClr val="41A4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39" name="pg3039"/>
            <p:cNvSpPr/>
            <p:nvPr/>
          </p:nvSpPr>
          <p:spPr>
            <a:xfrm>
              <a:off x="4589552" y="485290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9AA9">
                <a:alpha val="100000"/>
              </a:srgbClr>
            </a:solidFill>
            <a:ln w="5420" cap="flat">
              <a:solidFill>
                <a:srgbClr val="379A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40" name="pg3040"/>
            <p:cNvSpPr/>
            <p:nvPr/>
          </p:nvSpPr>
          <p:spPr>
            <a:xfrm>
              <a:off x="4601190" y="485290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9AA9">
                <a:alpha val="100000"/>
              </a:srgbClr>
            </a:solidFill>
            <a:ln w="5420" cap="flat">
              <a:solidFill>
                <a:srgbClr val="379A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41" name="pg3041"/>
            <p:cNvSpPr/>
            <p:nvPr/>
          </p:nvSpPr>
          <p:spPr>
            <a:xfrm>
              <a:off x="4612827" y="485290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9AA9">
                <a:alpha val="100000"/>
              </a:srgbClr>
            </a:solidFill>
            <a:ln w="5420" cap="flat">
              <a:solidFill>
                <a:srgbClr val="379A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42" name="pg3042"/>
            <p:cNvSpPr/>
            <p:nvPr/>
          </p:nvSpPr>
          <p:spPr>
            <a:xfrm>
              <a:off x="4624464" y="485290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9AA9">
                <a:alpha val="100000"/>
              </a:srgbClr>
            </a:solidFill>
            <a:ln w="5420" cap="flat">
              <a:solidFill>
                <a:srgbClr val="379A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43" name="pg3043"/>
            <p:cNvSpPr/>
            <p:nvPr/>
          </p:nvSpPr>
          <p:spPr>
            <a:xfrm>
              <a:off x="4636101" y="485290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89AA9">
                <a:alpha val="100000"/>
              </a:srgbClr>
            </a:solidFill>
            <a:ln w="5420" cap="flat">
              <a:solidFill>
                <a:srgbClr val="389A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44" name="pg3044"/>
            <p:cNvSpPr/>
            <p:nvPr/>
          </p:nvSpPr>
          <p:spPr>
            <a:xfrm>
              <a:off x="3088337" y="486720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8D0AF">
                <a:alpha val="100000"/>
              </a:srgbClr>
            </a:solidFill>
            <a:ln w="5420" cap="flat">
              <a:solidFill>
                <a:srgbClr val="68D0A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45" name="pg3045"/>
            <p:cNvSpPr/>
            <p:nvPr/>
          </p:nvSpPr>
          <p:spPr>
            <a:xfrm>
              <a:off x="3099974" y="486720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BD1B0">
                <a:alpha val="100000"/>
              </a:srgbClr>
            </a:solidFill>
            <a:ln w="5420" cap="flat">
              <a:solidFill>
                <a:srgbClr val="6BD1B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46" name="pg3046"/>
            <p:cNvSpPr/>
            <p:nvPr/>
          </p:nvSpPr>
          <p:spPr>
            <a:xfrm>
              <a:off x="3111611" y="486720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0D2B2">
                <a:alpha val="100000"/>
              </a:srgbClr>
            </a:solidFill>
            <a:ln w="5420" cap="flat">
              <a:solidFill>
                <a:srgbClr val="70D2B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47" name="pg3047"/>
            <p:cNvSpPr/>
            <p:nvPr/>
          </p:nvSpPr>
          <p:spPr>
            <a:xfrm>
              <a:off x="3123249" y="486720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2D3B3">
                <a:alpha val="100000"/>
              </a:srgbClr>
            </a:solidFill>
            <a:ln w="5420" cap="flat">
              <a:solidFill>
                <a:srgbClr val="72D3B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48" name="pg3048"/>
            <p:cNvSpPr/>
            <p:nvPr/>
          </p:nvSpPr>
          <p:spPr>
            <a:xfrm>
              <a:off x="3134886" y="486720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3D3B3">
                <a:alpha val="100000"/>
              </a:srgbClr>
            </a:solidFill>
            <a:ln w="5420" cap="flat">
              <a:solidFill>
                <a:srgbClr val="73D3B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49" name="pg3049"/>
            <p:cNvSpPr/>
            <p:nvPr/>
          </p:nvSpPr>
          <p:spPr>
            <a:xfrm>
              <a:off x="3146523" y="486720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3D3B3">
                <a:alpha val="100000"/>
              </a:srgbClr>
            </a:solidFill>
            <a:ln w="5420" cap="flat">
              <a:solidFill>
                <a:srgbClr val="73D3B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50" name="pg3050"/>
            <p:cNvSpPr/>
            <p:nvPr/>
          </p:nvSpPr>
          <p:spPr>
            <a:xfrm>
              <a:off x="3518918" y="486720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83D8BA">
                <a:alpha val="100000"/>
              </a:srgbClr>
            </a:solidFill>
            <a:ln w="5420" cap="flat">
              <a:solidFill>
                <a:srgbClr val="83D8B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51" name="pg3051"/>
            <p:cNvSpPr/>
            <p:nvPr/>
          </p:nvSpPr>
          <p:spPr>
            <a:xfrm>
              <a:off x="3530555" y="486720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82D7B9">
                <a:alpha val="100000"/>
              </a:srgbClr>
            </a:solidFill>
            <a:ln w="5420" cap="flat">
              <a:solidFill>
                <a:srgbClr val="82D7B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52" name="pg3052"/>
            <p:cNvSpPr/>
            <p:nvPr/>
          </p:nvSpPr>
          <p:spPr>
            <a:xfrm>
              <a:off x="3542193" y="486720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81D7B9">
                <a:alpha val="100000"/>
              </a:srgbClr>
            </a:solidFill>
            <a:ln w="5420" cap="flat">
              <a:solidFill>
                <a:srgbClr val="81D7B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53" name="pg3053"/>
            <p:cNvSpPr/>
            <p:nvPr/>
          </p:nvSpPr>
          <p:spPr>
            <a:xfrm>
              <a:off x="3553830" y="486720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81D7B9">
                <a:alpha val="100000"/>
              </a:srgbClr>
            </a:solidFill>
            <a:ln w="5420" cap="flat">
              <a:solidFill>
                <a:srgbClr val="81D7B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54" name="pg3054"/>
            <p:cNvSpPr/>
            <p:nvPr/>
          </p:nvSpPr>
          <p:spPr>
            <a:xfrm>
              <a:off x="3565467" y="486720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82D7B9">
                <a:alpha val="100000"/>
              </a:srgbClr>
            </a:solidFill>
            <a:ln w="5420" cap="flat">
              <a:solidFill>
                <a:srgbClr val="82D7B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55" name="pg3055"/>
            <p:cNvSpPr/>
            <p:nvPr/>
          </p:nvSpPr>
          <p:spPr>
            <a:xfrm>
              <a:off x="3577105" y="486720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80D7B8">
                <a:alpha val="100000"/>
              </a:srgbClr>
            </a:solidFill>
            <a:ln w="5420" cap="flat">
              <a:solidFill>
                <a:srgbClr val="80D7B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56" name="pg3056"/>
            <p:cNvSpPr/>
            <p:nvPr/>
          </p:nvSpPr>
          <p:spPr>
            <a:xfrm>
              <a:off x="3588742" y="486720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ED6B8">
                <a:alpha val="100000"/>
              </a:srgbClr>
            </a:solidFill>
            <a:ln w="5420" cap="flat">
              <a:solidFill>
                <a:srgbClr val="7ED6B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57" name="pg3057"/>
            <p:cNvSpPr/>
            <p:nvPr/>
          </p:nvSpPr>
          <p:spPr>
            <a:xfrm>
              <a:off x="3600379" y="486720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BD6B6">
                <a:alpha val="100000"/>
              </a:srgbClr>
            </a:solidFill>
            <a:ln w="5420" cap="flat">
              <a:solidFill>
                <a:srgbClr val="7BD6B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58" name="pg3058"/>
            <p:cNvSpPr/>
            <p:nvPr/>
          </p:nvSpPr>
          <p:spPr>
            <a:xfrm>
              <a:off x="3612016" y="486720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8D5B5">
                <a:alpha val="100000"/>
              </a:srgbClr>
            </a:solidFill>
            <a:ln w="5420" cap="flat">
              <a:solidFill>
                <a:srgbClr val="78D5B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59" name="pg3059"/>
            <p:cNvSpPr/>
            <p:nvPr/>
          </p:nvSpPr>
          <p:spPr>
            <a:xfrm>
              <a:off x="3623654" y="486720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4D4B4">
                <a:alpha val="100000"/>
              </a:srgbClr>
            </a:solidFill>
            <a:ln w="5420" cap="flat">
              <a:solidFill>
                <a:srgbClr val="74D4B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60" name="pg3060"/>
            <p:cNvSpPr/>
            <p:nvPr/>
          </p:nvSpPr>
          <p:spPr>
            <a:xfrm>
              <a:off x="3635291" y="486720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2D3B3">
                <a:alpha val="100000"/>
              </a:srgbClr>
            </a:solidFill>
            <a:ln w="5420" cap="flat">
              <a:solidFill>
                <a:srgbClr val="72D3B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61" name="pg3061"/>
            <p:cNvSpPr/>
            <p:nvPr/>
          </p:nvSpPr>
          <p:spPr>
            <a:xfrm>
              <a:off x="3646928" y="486720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0D2B2">
                <a:alpha val="100000"/>
              </a:srgbClr>
            </a:solidFill>
            <a:ln w="5420" cap="flat">
              <a:solidFill>
                <a:srgbClr val="70D2B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62" name="pg3062"/>
            <p:cNvSpPr/>
            <p:nvPr/>
          </p:nvSpPr>
          <p:spPr>
            <a:xfrm>
              <a:off x="3658566" y="486720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FD2B1">
                <a:alpha val="100000"/>
              </a:srgbClr>
            </a:solidFill>
            <a:ln w="5420" cap="flat">
              <a:solidFill>
                <a:srgbClr val="6FD2B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63" name="pg3063"/>
            <p:cNvSpPr/>
            <p:nvPr/>
          </p:nvSpPr>
          <p:spPr>
            <a:xfrm>
              <a:off x="3670203" y="486720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FD2B1">
                <a:alpha val="100000"/>
              </a:srgbClr>
            </a:solidFill>
            <a:ln w="5420" cap="flat">
              <a:solidFill>
                <a:srgbClr val="6FD2B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64" name="pg3064"/>
            <p:cNvSpPr/>
            <p:nvPr/>
          </p:nvSpPr>
          <p:spPr>
            <a:xfrm>
              <a:off x="3681840" y="486720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FD2B2">
                <a:alpha val="100000"/>
              </a:srgbClr>
            </a:solidFill>
            <a:ln w="5420" cap="flat">
              <a:solidFill>
                <a:srgbClr val="6FD2B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65" name="pg3065"/>
            <p:cNvSpPr/>
            <p:nvPr/>
          </p:nvSpPr>
          <p:spPr>
            <a:xfrm>
              <a:off x="3693478" y="486720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3D3B3">
                <a:alpha val="100000"/>
              </a:srgbClr>
            </a:solidFill>
            <a:ln w="5420" cap="flat">
              <a:solidFill>
                <a:srgbClr val="73D3B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66" name="pg3066"/>
            <p:cNvSpPr/>
            <p:nvPr/>
          </p:nvSpPr>
          <p:spPr>
            <a:xfrm>
              <a:off x="3705115" y="486720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4D3B4">
                <a:alpha val="100000"/>
              </a:srgbClr>
            </a:solidFill>
            <a:ln w="5420" cap="flat">
              <a:solidFill>
                <a:srgbClr val="74D3B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67" name="pg3067"/>
            <p:cNvSpPr/>
            <p:nvPr/>
          </p:nvSpPr>
          <p:spPr>
            <a:xfrm>
              <a:off x="3716752" y="486720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5D4B4">
                <a:alpha val="100000"/>
              </a:srgbClr>
            </a:solidFill>
            <a:ln w="5420" cap="flat">
              <a:solidFill>
                <a:srgbClr val="75D4B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68" name="pg3068"/>
            <p:cNvSpPr/>
            <p:nvPr/>
          </p:nvSpPr>
          <p:spPr>
            <a:xfrm>
              <a:off x="3728390" y="486720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6D4B4">
                <a:alpha val="100000"/>
              </a:srgbClr>
            </a:solidFill>
            <a:ln w="5420" cap="flat">
              <a:solidFill>
                <a:srgbClr val="76D4B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69" name="pg3069"/>
            <p:cNvSpPr/>
            <p:nvPr/>
          </p:nvSpPr>
          <p:spPr>
            <a:xfrm>
              <a:off x="3740027" y="486720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6D4B4">
                <a:alpha val="100000"/>
              </a:srgbClr>
            </a:solidFill>
            <a:ln w="5420" cap="flat">
              <a:solidFill>
                <a:srgbClr val="76D4B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70" name="pg3070"/>
            <p:cNvSpPr/>
            <p:nvPr/>
          </p:nvSpPr>
          <p:spPr>
            <a:xfrm>
              <a:off x="3751664" y="486720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5D4B4">
                <a:alpha val="100000"/>
              </a:srgbClr>
            </a:solidFill>
            <a:ln w="5420" cap="flat">
              <a:solidFill>
                <a:srgbClr val="75D4B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71" name="pg3071"/>
            <p:cNvSpPr/>
            <p:nvPr/>
          </p:nvSpPr>
          <p:spPr>
            <a:xfrm>
              <a:off x="3763302" y="486720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5D4B4">
                <a:alpha val="100000"/>
              </a:srgbClr>
            </a:solidFill>
            <a:ln w="5420" cap="flat">
              <a:solidFill>
                <a:srgbClr val="75D4B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72" name="pg3072"/>
            <p:cNvSpPr/>
            <p:nvPr/>
          </p:nvSpPr>
          <p:spPr>
            <a:xfrm>
              <a:off x="3774939" y="486720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3D3B3">
                <a:alpha val="100000"/>
              </a:srgbClr>
            </a:solidFill>
            <a:ln w="5420" cap="flat">
              <a:solidFill>
                <a:srgbClr val="73D3B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73" name="pg3073"/>
            <p:cNvSpPr/>
            <p:nvPr/>
          </p:nvSpPr>
          <p:spPr>
            <a:xfrm>
              <a:off x="3786576" y="486720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2D3B3">
                <a:alpha val="100000"/>
              </a:srgbClr>
            </a:solidFill>
            <a:ln w="5420" cap="flat">
              <a:solidFill>
                <a:srgbClr val="72D3B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74" name="pg3074"/>
            <p:cNvSpPr/>
            <p:nvPr/>
          </p:nvSpPr>
          <p:spPr>
            <a:xfrm>
              <a:off x="4380080" y="486720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7ABAA">
                <a:alpha val="100000"/>
              </a:srgbClr>
            </a:solidFill>
            <a:ln w="5420" cap="flat">
              <a:solidFill>
                <a:srgbClr val="47AB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75" name="pg3075"/>
            <p:cNvSpPr/>
            <p:nvPr/>
          </p:nvSpPr>
          <p:spPr>
            <a:xfrm>
              <a:off x="4391718" y="486720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7AAAA">
                <a:alpha val="100000"/>
              </a:srgbClr>
            </a:solidFill>
            <a:ln w="5420" cap="flat">
              <a:solidFill>
                <a:srgbClr val="47AA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76" name="pg3076"/>
            <p:cNvSpPr/>
            <p:nvPr/>
          </p:nvSpPr>
          <p:spPr>
            <a:xfrm>
              <a:off x="4403355" y="486720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5A8AA">
                <a:alpha val="100000"/>
              </a:srgbClr>
            </a:solidFill>
            <a:ln w="5420" cap="flat">
              <a:solidFill>
                <a:srgbClr val="45A8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77" name="pg3077"/>
            <p:cNvSpPr/>
            <p:nvPr/>
          </p:nvSpPr>
          <p:spPr>
            <a:xfrm>
              <a:off x="4414992" y="486720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4A7AA">
                <a:alpha val="100000"/>
              </a:srgbClr>
            </a:solidFill>
            <a:ln w="5420" cap="flat">
              <a:solidFill>
                <a:srgbClr val="44A7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78" name="pg3078"/>
            <p:cNvSpPr/>
            <p:nvPr/>
          </p:nvSpPr>
          <p:spPr>
            <a:xfrm>
              <a:off x="4426630" y="486720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2A6AA">
                <a:alpha val="100000"/>
              </a:srgbClr>
            </a:solidFill>
            <a:ln w="5420" cap="flat">
              <a:solidFill>
                <a:srgbClr val="42A6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79" name="pg3079"/>
            <p:cNvSpPr/>
            <p:nvPr/>
          </p:nvSpPr>
          <p:spPr>
            <a:xfrm>
              <a:off x="4438267" y="486720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1A4AA">
                <a:alpha val="100000"/>
              </a:srgbClr>
            </a:solidFill>
            <a:ln w="5420" cap="flat">
              <a:solidFill>
                <a:srgbClr val="41A4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80" name="pg3080"/>
            <p:cNvSpPr/>
            <p:nvPr/>
          </p:nvSpPr>
          <p:spPr>
            <a:xfrm>
              <a:off x="4449904" y="486720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0A3AA">
                <a:alpha val="100000"/>
              </a:srgbClr>
            </a:solidFill>
            <a:ln w="5420" cap="flat">
              <a:solidFill>
                <a:srgbClr val="40A3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81" name="pg3081"/>
            <p:cNvSpPr/>
            <p:nvPr/>
          </p:nvSpPr>
          <p:spPr>
            <a:xfrm>
              <a:off x="4601190" y="486720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89BA9">
                <a:alpha val="100000"/>
              </a:srgbClr>
            </a:solidFill>
            <a:ln w="5420" cap="flat">
              <a:solidFill>
                <a:srgbClr val="389B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82" name="pg3082"/>
            <p:cNvSpPr/>
            <p:nvPr/>
          </p:nvSpPr>
          <p:spPr>
            <a:xfrm>
              <a:off x="4612827" y="486720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89BA9">
                <a:alpha val="100000"/>
              </a:srgbClr>
            </a:solidFill>
            <a:ln w="5420" cap="flat">
              <a:solidFill>
                <a:srgbClr val="389B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83" name="pg3083"/>
            <p:cNvSpPr/>
            <p:nvPr/>
          </p:nvSpPr>
          <p:spPr>
            <a:xfrm>
              <a:off x="4624464" y="486720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89BA9">
                <a:alpha val="100000"/>
              </a:srgbClr>
            </a:solidFill>
            <a:ln w="5420" cap="flat">
              <a:solidFill>
                <a:srgbClr val="389B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84" name="pg3084"/>
            <p:cNvSpPr/>
            <p:nvPr/>
          </p:nvSpPr>
          <p:spPr>
            <a:xfrm>
              <a:off x="4636101" y="486720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9BA9">
                <a:alpha val="100000"/>
              </a:srgbClr>
            </a:solidFill>
            <a:ln w="5420" cap="flat">
              <a:solidFill>
                <a:srgbClr val="399B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85" name="pg3085"/>
            <p:cNvSpPr/>
            <p:nvPr/>
          </p:nvSpPr>
          <p:spPr>
            <a:xfrm>
              <a:off x="4647739" y="486720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9CA9">
                <a:alpha val="100000"/>
              </a:srgbClr>
            </a:solidFill>
            <a:ln w="5420" cap="flat">
              <a:solidFill>
                <a:srgbClr val="399C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86" name="pg3086"/>
            <p:cNvSpPr/>
            <p:nvPr/>
          </p:nvSpPr>
          <p:spPr>
            <a:xfrm>
              <a:off x="3065062" y="488150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0CEAC">
                <a:alpha val="100000"/>
              </a:srgbClr>
            </a:solidFill>
            <a:ln w="5420" cap="flat">
              <a:solidFill>
                <a:srgbClr val="60CE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87" name="pg3087"/>
            <p:cNvSpPr/>
            <p:nvPr/>
          </p:nvSpPr>
          <p:spPr>
            <a:xfrm>
              <a:off x="3076699" y="488150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3CFAD">
                <a:alpha val="100000"/>
              </a:srgbClr>
            </a:solidFill>
            <a:ln w="5420" cap="flat">
              <a:solidFill>
                <a:srgbClr val="63CFA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88" name="pg3088"/>
            <p:cNvSpPr/>
            <p:nvPr/>
          </p:nvSpPr>
          <p:spPr>
            <a:xfrm>
              <a:off x="3088337" y="488150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5CFAE">
                <a:alpha val="100000"/>
              </a:srgbClr>
            </a:solidFill>
            <a:ln w="5420" cap="flat">
              <a:solidFill>
                <a:srgbClr val="65CFA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89" name="pg3089"/>
            <p:cNvSpPr/>
            <p:nvPr/>
          </p:nvSpPr>
          <p:spPr>
            <a:xfrm>
              <a:off x="3099974" y="488150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8D0AF">
                <a:alpha val="100000"/>
              </a:srgbClr>
            </a:solidFill>
            <a:ln w="5420" cap="flat">
              <a:solidFill>
                <a:srgbClr val="68D0A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90" name="pg3090"/>
            <p:cNvSpPr/>
            <p:nvPr/>
          </p:nvSpPr>
          <p:spPr>
            <a:xfrm>
              <a:off x="3111611" y="488150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CD1B0">
                <a:alpha val="100000"/>
              </a:srgbClr>
            </a:solidFill>
            <a:ln w="5420" cap="flat">
              <a:solidFill>
                <a:srgbClr val="6CD1B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91" name="pg3091"/>
            <p:cNvSpPr/>
            <p:nvPr/>
          </p:nvSpPr>
          <p:spPr>
            <a:xfrm>
              <a:off x="3123249" y="488150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DD2B1">
                <a:alpha val="100000"/>
              </a:srgbClr>
            </a:solidFill>
            <a:ln w="5420" cap="flat">
              <a:solidFill>
                <a:srgbClr val="6DD2B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92" name="pg3092"/>
            <p:cNvSpPr/>
            <p:nvPr/>
          </p:nvSpPr>
          <p:spPr>
            <a:xfrm>
              <a:off x="3134886" y="488150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ED2B1">
                <a:alpha val="100000"/>
              </a:srgbClr>
            </a:solidFill>
            <a:ln w="5420" cap="flat">
              <a:solidFill>
                <a:srgbClr val="6ED2B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93" name="pg3093"/>
            <p:cNvSpPr/>
            <p:nvPr/>
          </p:nvSpPr>
          <p:spPr>
            <a:xfrm>
              <a:off x="3542193" y="488150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80D7B9">
                <a:alpha val="100000"/>
              </a:srgbClr>
            </a:solidFill>
            <a:ln w="5420" cap="flat">
              <a:solidFill>
                <a:srgbClr val="80D7B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94" name="pg3094"/>
            <p:cNvSpPr/>
            <p:nvPr/>
          </p:nvSpPr>
          <p:spPr>
            <a:xfrm>
              <a:off x="3553830" y="488150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80D7B8">
                <a:alpha val="100000"/>
              </a:srgbClr>
            </a:solidFill>
            <a:ln w="5420" cap="flat">
              <a:solidFill>
                <a:srgbClr val="80D7B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95" name="pg3095"/>
            <p:cNvSpPr/>
            <p:nvPr/>
          </p:nvSpPr>
          <p:spPr>
            <a:xfrm>
              <a:off x="3565467" y="488150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80D7B8">
                <a:alpha val="100000"/>
              </a:srgbClr>
            </a:solidFill>
            <a:ln w="5420" cap="flat">
              <a:solidFill>
                <a:srgbClr val="80D7B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96" name="pg3096"/>
            <p:cNvSpPr/>
            <p:nvPr/>
          </p:nvSpPr>
          <p:spPr>
            <a:xfrm>
              <a:off x="3577105" y="488150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FD7B8">
                <a:alpha val="100000"/>
              </a:srgbClr>
            </a:solidFill>
            <a:ln w="5420" cap="flat">
              <a:solidFill>
                <a:srgbClr val="7FD7B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97" name="pg3097"/>
            <p:cNvSpPr/>
            <p:nvPr/>
          </p:nvSpPr>
          <p:spPr>
            <a:xfrm>
              <a:off x="3588742" y="488150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DD6B7">
                <a:alpha val="100000"/>
              </a:srgbClr>
            </a:solidFill>
            <a:ln w="5420" cap="flat">
              <a:solidFill>
                <a:srgbClr val="7DD6B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98" name="pg3098"/>
            <p:cNvSpPr/>
            <p:nvPr/>
          </p:nvSpPr>
          <p:spPr>
            <a:xfrm>
              <a:off x="3600379" y="488150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AD5B6">
                <a:alpha val="100000"/>
              </a:srgbClr>
            </a:solidFill>
            <a:ln w="5420" cap="flat">
              <a:solidFill>
                <a:srgbClr val="7AD5B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99" name="pg3099"/>
            <p:cNvSpPr/>
            <p:nvPr/>
          </p:nvSpPr>
          <p:spPr>
            <a:xfrm>
              <a:off x="3612016" y="488150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8D4B5">
                <a:alpha val="100000"/>
              </a:srgbClr>
            </a:solidFill>
            <a:ln w="5420" cap="flat">
              <a:solidFill>
                <a:srgbClr val="78D4B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00" name="pg3100"/>
            <p:cNvSpPr/>
            <p:nvPr/>
          </p:nvSpPr>
          <p:spPr>
            <a:xfrm>
              <a:off x="3623654" y="488150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5D4B4">
                <a:alpha val="100000"/>
              </a:srgbClr>
            </a:solidFill>
            <a:ln w="5420" cap="flat">
              <a:solidFill>
                <a:srgbClr val="75D4B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01" name="pg3101"/>
            <p:cNvSpPr/>
            <p:nvPr/>
          </p:nvSpPr>
          <p:spPr>
            <a:xfrm>
              <a:off x="3635291" y="488150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3D3B3">
                <a:alpha val="100000"/>
              </a:srgbClr>
            </a:solidFill>
            <a:ln w="5420" cap="flat">
              <a:solidFill>
                <a:srgbClr val="73D3B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02" name="pg3102"/>
            <p:cNvSpPr/>
            <p:nvPr/>
          </p:nvSpPr>
          <p:spPr>
            <a:xfrm>
              <a:off x="3646928" y="488150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1D3B2">
                <a:alpha val="100000"/>
              </a:srgbClr>
            </a:solidFill>
            <a:ln w="5420" cap="flat">
              <a:solidFill>
                <a:srgbClr val="71D3B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03" name="pg3103"/>
            <p:cNvSpPr/>
            <p:nvPr/>
          </p:nvSpPr>
          <p:spPr>
            <a:xfrm>
              <a:off x="3658566" y="488150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0D2B2">
                <a:alpha val="100000"/>
              </a:srgbClr>
            </a:solidFill>
            <a:ln w="5420" cap="flat">
              <a:solidFill>
                <a:srgbClr val="70D2B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04" name="pg3104"/>
            <p:cNvSpPr/>
            <p:nvPr/>
          </p:nvSpPr>
          <p:spPr>
            <a:xfrm>
              <a:off x="3670203" y="488150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0D2B2">
                <a:alpha val="100000"/>
              </a:srgbClr>
            </a:solidFill>
            <a:ln w="5420" cap="flat">
              <a:solidFill>
                <a:srgbClr val="70D2B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05" name="pg3105"/>
            <p:cNvSpPr/>
            <p:nvPr/>
          </p:nvSpPr>
          <p:spPr>
            <a:xfrm>
              <a:off x="3705115" y="488150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3D3B3">
                <a:alpha val="100000"/>
              </a:srgbClr>
            </a:solidFill>
            <a:ln w="5420" cap="flat">
              <a:solidFill>
                <a:srgbClr val="73D3B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06" name="pg3106"/>
            <p:cNvSpPr/>
            <p:nvPr/>
          </p:nvSpPr>
          <p:spPr>
            <a:xfrm>
              <a:off x="3716752" y="488150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4D3B3">
                <a:alpha val="100000"/>
              </a:srgbClr>
            </a:solidFill>
            <a:ln w="5420" cap="flat">
              <a:solidFill>
                <a:srgbClr val="74D3B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07" name="pg3107"/>
            <p:cNvSpPr/>
            <p:nvPr/>
          </p:nvSpPr>
          <p:spPr>
            <a:xfrm>
              <a:off x="3728390" y="488150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4D3B3">
                <a:alpha val="100000"/>
              </a:srgbClr>
            </a:solidFill>
            <a:ln w="5420" cap="flat">
              <a:solidFill>
                <a:srgbClr val="74D3B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08" name="pg3108"/>
            <p:cNvSpPr/>
            <p:nvPr/>
          </p:nvSpPr>
          <p:spPr>
            <a:xfrm>
              <a:off x="3740027" y="488150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4D3B3">
                <a:alpha val="100000"/>
              </a:srgbClr>
            </a:solidFill>
            <a:ln w="5420" cap="flat">
              <a:solidFill>
                <a:srgbClr val="74D3B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09" name="pg3109"/>
            <p:cNvSpPr/>
            <p:nvPr/>
          </p:nvSpPr>
          <p:spPr>
            <a:xfrm>
              <a:off x="3751664" y="488150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3D3B3">
                <a:alpha val="100000"/>
              </a:srgbClr>
            </a:solidFill>
            <a:ln w="5420" cap="flat">
              <a:solidFill>
                <a:srgbClr val="73D3B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10" name="pg3110"/>
            <p:cNvSpPr/>
            <p:nvPr/>
          </p:nvSpPr>
          <p:spPr>
            <a:xfrm>
              <a:off x="3763302" y="488150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3D3B3">
                <a:alpha val="100000"/>
              </a:srgbClr>
            </a:solidFill>
            <a:ln w="5420" cap="flat">
              <a:solidFill>
                <a:srgbClr val="73D3B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11" name="pg3111"/>
            <p:cNvSpPr/>
            <p:nvPr/>
          </p:nvSpPr>
          <p:spPr>
            <a:xfrm>
              <a:off x="3774939" y="488150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2D3B3">
                <a:alpha val="100000"/>
              </a:srgbClr>
            </a:solidFill>
            <a:ln w="5420" cap="flat">
              <a:solidFill>
                <a:srgbClr val="72D3B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12" name="pg3112"/>
            <p:cNvSpPr/>
            <p:nvPr/>
          </p:nvSpPr>
          <p:spPr>
            <a:xfrm>
              <a:off x="3786576" y="488150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0D2B2">
                <a:alpha val="100000"/>
              </a:srgbClr>
            </a:solidFill>
            <a:ln w="5420" cap="flat">
              <a:solidFill>
                <a:srgbClr val="70D2B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13" name="pg3113"/>
            <p:cNvSpPr/>
            <p:nvPr/>
          </p:nvSpPr>
          <p:spPr>
            <a:xfrm>
              <a:off x="4403355" y="488150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5A8AA">
                <a:alpha val="100000"/>
              </a:srgbClr>
            </a:solidFill>
            <a:ln w="5420" cap="flat">
              <a:solidFill>
                <a:srgbClr val="45A8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14" name="pg3114"/>
            <p:cNvSpPr/>
            <p:nvPr/>
          </p:nvSpPr>
          <p:spPr>
            <a:xfrm>
              <a:off x="4414992" y="488150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4A7AA">
                <a:alpha val="100000"/>
              </a:srgbClr>
            </a:solidFill>
            <a:ln w="5420" cap="flat">
              <a:solidFill>
                <a:srgbClr val="44A7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15" name="pg3115"/>
            <p:cNvSpPr/>
            <p:nvPr/>
          </p:nvSpPr>
          <p:spPr>
            <a:xfrm>
              <a:off x="4426630" y="488150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3A6AA">
                <a:alpha val="100000"/>
              </a:srgbClr>
            </a:solidFill>
            <a:ln w="5420" cap="flat">
              <a:solidFill>
                <a:srgbClr val="43A6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16" name="pg3116"/>
            <p:cNvSpPr/>
            <p:nvPr/>
          </p:nvSpPr>
          <p:spPr>
            <a:xfrm>
              <a:off x="4438267" y="488150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2A5AA">
                <a:alpha val="100000"/>
              </a:srgbClr>
            </a:solidFill>
            <a:ln w="5420" cap="flat">
              <a:solidFill>
                <a:srgbClr val="42A5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17" name="pg3117"/>
            <p:cNvSpPr/>
            <p:nvPr/>
          </p:nvSpPr>
          <p:spPr>
            <a:xfrm>
              <a:off x="4449904" y="488150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1A4AA">
                <a:alpha val="100000"/>
              </a:srgbClr>
            </a:solidFill>
            <a:ln w="5420" cap="flat">
              <a:solidFill>
                <a:srgbClr val="41A4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18" name="pg3118"/>
            <p:cNvSpPr/>
            <p:nvPr/>
          </p:nvSpPr>
          <p:spPr>
            <a:xfrm>
              <a:off x="4461542" y="488150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0A3AA">
                <a:alpha val="100000"/>
              </a:srgbClr>
            </a:solidFill>
            <a:ln w="5420" cap="flat">
              <a:solidFill>
                <a:srgbClr val="40A3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19" name="pg3119"/>
            <p:cNvSpPr/>
            <p:nvPr/>
          </p:nvSpPr>
          <p:spPr>
            <a:xfrm>
              <a:off x="4601190" y="488150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9CA9">
                <a:alpha val="100000"/>
              </a:srgbClr>
            </a:solidFill>
            <a:ln w="5420" cap="flat">
              <a:solidFill>
                <a:srgbClr val="399C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20" name="pg3120"/>
            <p:cNvSpPr/>
            <p:nvPr/>
          </p:nvSpPr>
          <p:spPr>
            <a:xfrm>
              <a:off x="4612827" y="488150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9CA9">
                <a:alpha val="100000"/>
              </a:srgbClr>
            </a:solidFill>
            <a:ln w="5420" cap="flat">
              <a:solidFill>
                <a:srgbClr val="399C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21" name="pg3121"/>
            <p:cNvSpPr/>
            <p:nvPr/>
          </p:nvSpPr>
          <p:spPr>
            <a:xfrm>
              <a:off x="4624464" y="488150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9CA9">
                <a:alpha val="100000"/>
              </a:srgbClr>
            </a:solidFill>
            <a:ln w="5420" cap="flat">
              <a:solidFill>
                <a:srgbClr val="3A9C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22" name="pg3122"/>
            <p:cNvSpPr/>
            <p:nvPr/>
          </p:nvSpPr>
          <p:spPr>
            <a:xfrm>
              <a:off x="4636101" y="488150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9CA9">
                <a:alpha val="100000"/>
              </a:srgbClr>
            </a:solidFill>
            <a:ln w="5420" cap="flat">
              <a:solidFill>
                <a:srgbClr val="3A9C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23" name="pg3123"/>
            <p:cNvSpPr/>
            <p:nvPr/>
          </p:nvSpPr>
          <p:spPr>
            <a:xfrm>
              <a:off x="4647739" y="488150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9DA9">
                <a:alpha val="100000"/>
              </a:srgbClr>
            </a:solidFill>
            <a:ln w="5420" cap="flat">
              <a:solidFill>
                <a:srgbClr val="3A9D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24" name="pg3124"/>
            <p:cNvSpPr/>
            <p:nvPr/>
          </p:nvSpPr>
          <p:spPr>
            <a:xfrm>
              <a:off x="4659376" y="488150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9DA9">
                <a:alpha val="100000"/>
              </a:srgbClr>
            </a:solidFill>
            <a:ln w="5420" cap="flat">
              <a:solidFill>
                <a:srgbClr val="3A9D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25" name="pg3125"/>
            <p:cNvSpPr/>
            <p:nvPr/>
          </p:nvSpPr>
          <p:spPr>
            <a:xfrm>
              <a:off x="2948689" y="489580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BC7AC">
                <a:alpha val="100000"/>
              </a:srgbClr>
            </a:solidFill>
            <a:ln w="5420" cap="flat">
              <a:solidFill>
                <a:srgbClr val="5BC7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26" name="pg3126"/>
            <p:cNvSpPr/>
            <p:nvPr/>
          </p:nvSpPr>
          <p:spPr>
            <a:xfrm>
              <a:off x="2960326" y="489580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DC9AC">
                <a:alpha val="100000"/>
              </a:srgbClr>
            </a:solidFill>
            <a:ln w="5420" cap="flat">
              <a:solidFill>
                <a:srgbClr val="5DC9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27" name="pg3127"/>
            <p:cNvSpPr/>
            <p:nvPr/>
          </p:nvSpPr>
          <p:spPr>
            <a:xfrm>
              <a:off x="2971963" y="489580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ECAAC">
                <a:alpha val="100000"/>
              </a:srgbClr>
            </a:solidFill>
            <a:ln w="5420" cap="flat">
              <a:solidFill>
                <a:srgbClr val="5ECA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28" name="pg3128"/>
            <p:cNvSpPr/>
            <p:nvPr/>
          </p:nvSpPr>
          <p:spPr>
            <a:xfrm>
              <a:off x="2983601" y="489580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FCCAC">
                <a:alpha val="100000"/>
              </a:srgbClr>
            </a:solidFill>
            <a:ln w="5420" cap="flat">
              <a:solidFill>
                <a:srgbClr val="5FCC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29" name="pg3129"/>
            <p:cNvSpPr/>
            <p:nvPr/>
          </p:nvSpPr>
          <p:spPr>
            <a:xfrm>
              <a:off x="2995238" y="489580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0CDAC">
                <a:alpha val="100000"/>
              </a:srgbClr>
            </a:solidFill>
            <a:ln w="5420" cap="flat">
              <a:solidFill>
                <a:srgbClr val="60CD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30" name="pg3130"/>
            <p:cNvSpPr/>
            <p:nvPr/>
          </p:nvSpPr>
          <p:spPr>
            <a:xfrm>
              <a:off x="3006875" y="489580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0CDAC">
                <a:alpha val="100000"/>
              </a:srgbClr>
            </a:solidFill>
            <a:ln w="5420" cap="flat">
              <a:solidFill>
                <a:srgbClr val="60CD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31" name="pg3131"/>
            <p:cNvSpPr/>
            <p:nvPr/>
          </p:nvSpPr>
          <p:spPr>
            <a:xfrm>
              <a:off x="3041787" y="489580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FCDAC">
                <a:alpha val="100000"/>
              </a:srgbClr>
            </a:solidFill>
            <a:ln w="5420" cap="flat">
              <a:solidFill>
                <a:srgbClr val="5FCD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32" name="pg3132"/>
            <p:cNvSpPr/>
            <p:nvPr/>
          </p:nvSpPr>
          <p:spPr>
            <a:xfrm>
              <a:off x="3053425" y="489580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0CDAC">
                <a:alpha val="100000"/>
              </a:srgbClr>
            </a:solidFill>
            <a:ln w="5420" cap="flat">
              <a:solidFill>
                <a:srgbClr val="60CD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33" name="pg3133"/>
            <p:cNvSpPr/>
            <p:nvPr/>
          </p:nvSpPr>
          <p:spPr>
            <a:xfrm>
              <a:off x="3065062" y="489580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0CEAC">
                <a:alpha val="100000"/>
              </a:srgbClr>
            </a:solidFill>
            <a:ln w="5420" cap="flat">
              <a:solidFill>
                <a:srgbClr val="60CE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34" name="pg3134"/>
            <p:cNvSpPr/>
            <p:nvPr/>
          </p:nvSpPr>
          <p:spPr>
            <a:xfrm>
              <a:off x="3076699" y="489580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0CEAC">
                <a:alpha val="100000"/>
              </a:srgbClr>
            </a:solidFill>
            <a:ln w="5420" cap="flat">
              <a:solidFill>
                <a:srgbClr val="60CE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35" name="pg3135"/>
            <p:cNvSpPr/>
            <p:nvPr/>
          </p:nvSpPr>
          <p:spPr>
            <a:xfrm>
              <a:off x="3088337" y="489580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2CFAD">
                <a:alpha val="100000"/>
              </a:srgbClr>
            </a:solidFill>
            <a:ln w="5420" cap="flat">
              <a:solidFill>
                <a:srgbClr val="62CFA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36" name="pg3136"/>
            <p:cNvSpPr/>
            <p:nvPr/>
          </p:nvSpPr>
          <p:spPr>
            <a:xfrm>
              <a:off x="3099974" y="489580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4CFAE">
                <a:alpha val="100000"/>
              </a:srgbClr>
            </a:solidFill>
            <a:ln w="5420" cap="flat">
              <a:solidFill>
                <a:srgbClr val="64CFA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37" name="pg3137"/>
            <p:cNvSpPr/>
            <p:nvPr/>
          </p:nvSpPr>
          <p:spPr>
            <a:xfrm>
              <a:off x="3111611" y="489580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8D0AF">
                <a:alpha val="100000"/>
              </a:srgbClr>
            </a:solidFill>
            <a:ln w="5420" cap="flat">
              <a:solidFill>
                <a:srgbClr val="68D0A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38" name="pg3138"/>
            <p:cNvSpPr/>
            <p:nvPr/>
          </p:nvSpPr>
          <p:spPr>
            <a:xfrm>
              <a:off x="3123249" y="489580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9D1AF">
                <a:alpha val="100000"/>
              </a:srgbClr>
            </a:solidFill>
            <a:ln w="5420" cap="flat">
              <a:solidFill>
                <a:srgbClr val="69D1A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39" name="pg3139"/>
            <p:cNvSpPr/>
            <p:nvPr/>
          </p:nvSpPr>
          <p:spPr>
            <a:xfrm>
              <a:off x="3635291" y="489580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3D3B3">
                <a:alpha val="100000"/>
              </a:srgbClr>
            </a:solidFill>
            <a:ln w="5420" cap="flat">
              <a:solidFill>
                <a:srgbClr val="73D3B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40" name="pg3140"/>
            <p:cNvSpPr/>
            <p:nvPr/>
          </p:nvSpPr>
          <p:spPr>
            <a:xfrm>
              <a:off x="3646928" y="489580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2D3B3">
                <a:alpha val="100000"/>
              </a:srgbClr>
            </a:solidFill>
            <a:ln w="5420" cap="flat">
              <a:solidFill>
                <a:srgbClr val="72D3B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41" name="pg3141"/>
            <p:cNvSpPr/>
            <p:nvPr/>
          </p:nvSpPr>
          <p:spPr>
            <a:xfrm>
              <a:off x="3716752" y="489580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2D3B3">
                <a:alpha val="100000"/>
              </a:srgbClr>
            </a:solidFill>
            <a:ln w="5420" cap="flat">
              <a:solidFill>
                <a:srgbClr val="72D3B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42" name="pg3142"/>
            <p:cNvSpPr/>
            <p:nvPr/>
          </p:nvSpPr>
          <p:spPr>
            <a:xfrm>
              <a:off x="3728390" y="489580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2D3B3">
                <a:alpha val="100000"/>
              </a:srgbClr>
            </a:solidFill>
            <a:ln w="5420" cap="flat">
              <a:solidFill>
                <a:srgbClr val="72D3B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43" name="pg3143"/>
            <p:cNvSpPr/>
            <p:nvPr/>
          </p:nvSpPr>
          <p:spPr>
            <a:xfrm>
              <a:off x="3740027" y="489580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2D3B3">
                <a:alpha val="100000"/>
              </a:srgbClr>
            </a:solidFill>
            <a:ln w="5420" cap="flat">
              <a:solidFill>
                <a:srgbClr val="72D3B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44" name="pg3144"/>
            <p:cNvSpPr/>
            <p:nvPr/>
          </p:nvSpPr>
          <p:spPr>
            <a:xfrm>
              <a:off x="3751664" y="489580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2D3B3">
                <a:alpha val="100000"/>
              </a:srgbClr>
            </a:solidFill>
            <a:ln w="5420" cap="flat">
              <a:solidFill>
                <a:srgbClr val="72D3B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45" name="pg3145"/>
            <p:cNvSpPr/>
            <p:nvPr/>
          </p:nvSpPr>
          <p:spPr>
            <a:xfrm>
              <a:off x="3763302" y="489580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1D3B2">
                <a:alpha val="100000"/>
              </a:srgbClr>
            </a:solidFill>
            <a:ln w="5420" cap="flat">
              <a:solidFill>
                <a:srgbClr val="71D3B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46" name="pg3146"/>
            <p:cNvSpPr/>
            <p:nvPr/>
          </p:nvSpPr>
          <p:spPr>
            <a:xfrm>
              <a:off x="3774939" y="489580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0D2B2">
                <a:alpha val="100000"/>
              </a:srgbClr>
            </a:solidFill>
            <a:ln w="5420" cap="flat">
              <a:solidFill>
                <a:srgbClr val="70D2B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47" name="pg3147"/>
            <p:cNvSpPr/>
            <p:nvPr/>
          </p:nvSpPr>
          <p:spPr>
            <a:xfrm>
              <a:off x="4414992" y="489580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4A8AA">
                <a:alpha val="100000"/>
              </a:srgbClr>
            </a:solidFill>
            <a:ln w="5420" cap="flat">
              <a:solidFill>
                <a:srgbClr val="44A8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48" name="pg3148"/>
            <p:cNvSpPr/>
            <p:nvPr/>
          </p:nvSpPr>
          <p:spPr>
            <a:xfrm>
              <a:off x="4426630" y="489580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4A7AA">
                <a:alpha val="100000"/>
              </a:srgbClr>
            </a:solidFill>
            <a:ln w="5420" cap="flat">
              <a:solidFill>
                <a:srgbClr val="44A7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49" name="pg3149"/>
            <p:cNvSpPr/>
            <p:nvPr/>
          </p:nvSpPr>
          <p:spPr>
            <a:xfrm>
              <a:off x="4438267" y="489580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3A6AA">
                <a:alpha val="100000"/>
              </a:srgbClr>
            </a:solidFill>
            <a:ln w="5420" cap="flat">
              <a:solidFill>
                <a:srgbClr val="43A6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50" name="pg3150"/>
            <p:cNvSpPr/>
            <p:nvPr/>
          </p:nvSpPr>
          <p:spPr>
            <a:xfrm>
              <a:off x="4449904" y="489580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2A5AA">
                <a:alpha val="100000"/>
              </a:srgbClr>
            </a:solidFill>
            <a:ln w="5420" cap="flat">
              <a:solidFill>
                <a:srgbClr val="42A5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51" name="pg3151"/>
            <p:cNvSpPr/>
            <p:nvPr/>
          </p:nvSpPr>
          <p:spPr>
            <a:xfrm>
              <a:off x="4461542" y="489580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1A4AA">
                <a:alpha val="100000"/>
              </a:srgbClr>
            </a:solidFill>
            <a:ln w="5420" cap="flat">
              <a:solidFill>
                <a:srgbClr val="41A4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52" name="pg3152"/>
            <p:cNvSpPr/>
            <p:nvPr/>
          </p:nvSpPr>
          <p:spPr>
            <a:xfrm>
              <a:off x="4612827" y="489580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9DA9">
                <a:alpha val="100000"/>
              </a:srgbClr>
            </a:solidFill>
            <a:ln w="5420" cap="flat">
              <a:solidFill>
                <a:srgbClr val="3A9D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53" name="pg3153"/>
            <p:cNvSpPr/>
            <p:nvPr/>
          </p:nvSpPr>
          <p:spPr>
            <a:xfrm>
              <a:off x="4624464" y="489580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9DA9">
                <a:alpha val="100000"/>
              </a:srgbClr>
            </a:solidFill>
            <a:ln w="5420" cap="flat">
              <a:solidFill>
                <a:srgbClr val="3B9D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54" name="pg3154"/>
            <p:cNvSpPr/>
            <p:nvPr/>
          </p:nvSpPr>
          <p:spPr>
            <a:xfrm>
              <a:off x="4636101" y="489580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9DA9">
                <a:alpha val="100000"/>
              </a:srgbClr>
            </a:solidFill>
            <a:ln w="5420" cap="flat">
              <a:solidFill>
                <a:srgbClr val="3B9D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55" name="pg3155"/>
            <p:cNvSpPr/>
            <p:nvPr/>
          </p:nvSpPr>
          <p:spPr>
            <a:xfrm>
              <a:off x="4647739" y="489580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9DA9">
                <a:alpha val="100000"/>
              </a:srgbClr>
            </a:solidFill>
            <a:ln w="5420" cap="flat">
              <a:solidFill>
                <a:srgbClr val="3B9D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56" name="pg3156"/>
            <p:cNvSpPr/>
            <p:nvPr/>
          </p:nvSpPr>
          <p:spPr>
            <a:xfrm>
              <a:off x="4659376" y="489580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9EAA">
                <a:alpha val="100000"/>
              </a:srgbClr>
            </a:solidFill>
            <a:ln w="5420" cap="flat">
              <a:solidFill>
                <a:srgbClr val="3B9E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57" name="pg3157"/>
            <p:cNvSpPr/>
            <p:nvPr/>
          </p:nvSpPr>
          <p:spPr>
            <a:xfrm>
              <a:off x="2937051" y="491010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9C4AC">
                <a:alpha val="100000"/>
              </a:srgbClr>
            </a:solidFill>
            <a:ln w="5420" cap="flat">
              <a:solidFill>
                <a:srgbClr val="59C4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58" name="pg3158"/>
            <p:cNvSpPr/>
            <p:nvPr/>
          </p:nvSpPr>
          <p:spPr>
            <a:xfrm>
              <a:off x="2948689" y="491010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BC6AC">
                <a:alpha val="100000"/>
              </a:srgbClr>
            </a:solidFill>
            <a:ln w="5420" cap="flat">
              <a:solidFill>
                <a:srgbClr val="5BC6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59" name="pg3159"/>
            <p:cNvSpPr/>
            <p:nvPr/>
          </p:nvSpPr>
          <p:spPr>
            <a:xfrm>
              <a:off x="2960326" y="491010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CC8AC">
                <a:alpha val="100000"/>
              </a:srgbClr>
            </a:solidFill>
            <a:ln w="5420" cap="flat">
              <a:solidFill>
                <a:srgbClr val="5CC8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60" name="pg3160"/>
            <p:cNvSpPr/>
            <p:nvPr/>
          </p:nvSpPr>
          <p:spPr>
            <a:xfrm>
              <a:off x="2971963" y="491010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ECBAC">
                <a:alpha val="100000"/>
              </a:srgbClr>
            </a:solidFill>
            <a:ln w="5420" cap="flat">
              <a:solidFill>
                <a:srgbClr val="5ECB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61" name="pg3161"/>
            <p:cNvSpPr/>
            <p:nvPr/>
          </p:nvSpPr>
          <p:spPr>
            <a:xfrm>
              <a:off x="2983601" y="491010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FCCAC">
                <a:alpha val="100000"/>
              </a:srgbClr>
            </a:solidFill>
            <a:ln w="5420" cap="flat">
              <a:solidFill>
                <a:srgbClr val="5FCC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62" name="pg3162"/>
            <p:cNvSpPr/>
            <p:nvPr/>
          </p:nvSpPr>
          <p:spPr>
            <a:xfrm>
              <a:off x="2995238" y="491010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0CEAC">
                <a:alpha val="100000"/>
              </a:srgbClr>
            </a:solidFill>
            <a:ln w="5420" cap="flat">
              <a:solidFill>
                <a:srgbClr val="60CE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63" name="pg3163"/>
            <p:cNvSpPr/>
            <p:nvPr/>
          </p:nvSpPr>
          <p:spPr>
            <a:xfrm>
              <a:off x="3006875" y="491010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0CEAC">
                <a:alpha val="100000"/>
              </a:srgbClr>
            </a:solidFill>
            <a:ln w="5420" cap="flat">
              <a:solidFill>
                <a:srgbClr val="60CE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64" name="pg3164"/>
            <p:cNvSpPr/>
            <p:nvPr/>
          </p:nvSpPr>
          <p:spPr>
            <a:xfrm>
              <a:off x="3018513" y="491010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0CEAC">
                <a:alpha val="100000"/>
              </a:srgbClr>
            </a:solidFill>
            <a:ln w="5420" cap="flat">
              <a:solidFill>
                <a:srgbClr val="60CE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65" name="pg3165"/>
            <p:cNvSpPr/>
            <p:nvPr/>
          </p:nvSpPr>
          <p:spPr>
            <a:xfrm>
              <a:off x="3030150" y="491010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0CDAC">
                <a:alpha val="100000"/>
              </a:srgbClr>
            </a:solidFill>
            <a:ln w="5420" cap="flat">
              <a:solidFill>
                <a:srgbClr val="60CD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66" name="pg3166"/>
            <p:cNvSpPr/>
            <p:nvPr/>
          </p:nvSpPr>
          <p:spPr>
            <a:xfrm>
              <a:off x="3041787" y="491010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FCDAC">
                <a:alpha val="100000"/>
              </a:srgbClr>
            </a:solidFill>
            <a:ln w="5420" cap="flat">
              <a:solidFill>
                <a:srgbClr val="5FCD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67" name="pg3167"/>
            <p:cNvSpPr/>
            <p:nvPr/>
          </p:nvSpPr>
          <p:spPr>
            <a:xfrm>
              <a:off x="3053425" y="491010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FCDAC">
                <a:alpha val="100000"/>
              </a:srgbClr>
            </a:solidFill>
            <a:ln w="5420" cap="flat">
              <a:solidFill>
                <a:srgbClr val="5FCD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68" name="pg3168"/>
            <p:cNvSpPr/>
            <p:nvPr/>
          </p:nvSpPr>
          <p:spPr>
            <a:xfrm>
              <a:off x="3065062" y="491010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FCDAC">
                <a:alpha val="100000"/>
              </a:srgbClr>
            </a:solidFill>
            <a:ln w="5420" cap="flat">
              <a:solidFill>
                <a:srgbClr val="5FCD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69" name="pg3169"/>
            <p:cNvSpPr/>
            <p:nvPr/>
          </p:nvSpPr>
          <p:spPr>
            <a:xfrm>
              <a:off x="3076699" y="491010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0CEAC">
                <a:alpha val="100000"/>
              </a:srgbClr>
            </a:solidFill>
            <a:ln w="5420" cap="flat">
              <a:solidFill>
                <a:srgbClr val="60CE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70" name="pg3170"/>
            <p:cNvSpPr/>
            <p:nvPr/>
          </p:nvSpPr>
          <p:spPr>
            <a:xfrm>
              <a:off x="3088337" y="491010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0CEAC">
                <a:alpha val="100000"/>
              </a:srgbClr>
            </a:solidFill>
            <a:ln w="5420" cap="flat">
              <a:solidFill>
                <a:srgbClr val="60CE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71" name="pg3171"/>
            <p:cNvSpPr/>
            <p:nvPr/>
          </p:nvSpPr>
          <p:spPr>
            <a:xfrm>
              <a:off x="3099974" y="491010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2CEAD">
                <a:alpha val="100000"/>
              </a:srgbClr>
            </a:solidFill>
            <a:ln w="5420" cap="flat">
              <a:solidFill>
                <a:srgbClr val="62CEA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72" name="pg3172"/>
            <p:cNvSpPr/>
            <p:nvPr/>
          </p:nvSpPr>
          <p:spPr>
            <a:xfrm>
              <a:off x="3111611" y="491010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5CFAE">
                <a:alpha val="100000"/>
              </a:srgbClr>
            </a:solidFill>
            <a:ln w="5420" cap="flat">
              <a:solidFill>
                <a:srgbClr val="65CFA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73" name="pg3173"/>
            <p:cNvSpPr/>
            <p:nvPr/>
          </p:nvSpPr>
          <p:spPr>
            <a:xfrm>
              <a:off x="3716752" y="491010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1D3B2">
                <a:alpha val="100000"/>
              </a:srgbClr>
            </a:solidFill>
            <a:ln w="5420" cap="flat">
              <a:solidFill>
                <a:srgbClr val="71D3B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74" name="pg3174"/>
            <p:cNvSpPr/>
            <p:nvPr/>
          </p:nvSpPr>
          <p:spPr>
            <a:xfrm>
              <a:off x="3728390" y="491010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1D3B2">
                <a:alpha val="100000"/>
              </a:srgbClr>
            </a:solidFill>
            <a:ln w="5420" cap="flat">
              <a:solidFill>
                <a:srgbClr val="71D3B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75" name="pg3175"/>
            <p:cNvSpPr/>
            <p:nvPr/>
          </p:nvSpPr>
          <p:spPr>
            <a:xfrm>
              <a:off x="3740027" y="491010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1D2B2">
                <a:alpha val="100000"/>
              </a:srgbClr>
            </a:solidFill>
            <a:ln w="5420" cap="flat">
              <a:solidFill>
                <a:srgbClr val="71D2B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76" name="pg3176"/>
            <p:cNvSpPr/>
            <p:nvPr/>
          </p:nvSpPr>
          <p:spPr>
            <a:xfrm>
              <a:off x="3751664" y="491010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0D2B2">
                <a:alpha val="100000"/>
              </a:srgbClr>
            </a:solidFill>
            <a:ln w="5420" cap="flat">
              <a:solidFill>
                <a:srgbClr val="70D2B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77" name="pg3177"/>
            <p:cNvSpPr/>
            <p:nvPr/>
          </p:nvSpPr>
          <p:spPr>
            <a:xfrm>
              <a:off x="4414992" y="491010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5A8AA">
                <a:alpha val="100000"/>
              </a:srgbClr>
            </a:solidFill>
            <a:ln w="5420" cap="flat">
              <a:solidFill>
                <a:srgbClr val="45A8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78" name="pg3178"/>
            <p:cNvSpPr/>
            <p:nvPr/>
          </p:nvSpPr>
          <p:spPr>
            <a:xfrm>
              <a:off x="4426630" y="491010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4A7AA">
                <a:alpha val="100000"/>
              </a:srgbClr>
            </a:solidFill>
            <a:ln w="5420" cap="flat">
              <a:solidFill>
                <a:srgbClr val="44A7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79" name="pg3179"/>
            <p:cNvSpPr/>
            <p:nvPr/>
          </p:nvSpPr>
          <p:spPr>
            <a:xfrm>
              <a:off x="4438267" y="491010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3A6AA">
                <a:alpha val="100000"/>
              </a:srgbClr>
            </a:solidFill>
            <a:ln w="5420" cap="flat">
              <a:solidFill>
                <a:srgbClr val="43A6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80" name="pg3180"/>
            <p:cNvSpPr/>
            <p:nvPr/>
          </p:nvSpPr>
          <p:spPr>
            <a:xfrm>
              <a:off x="4449904" y="491010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2A6AA">
                <a:alpha val="100000"/>
              </a:srgbClr>
            </a:solidFill>
            <a:ln w="5420" cap="flat">
              <a:solidFill>
                <a:srgbClr val="42A6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81" name="pg3181"/>
            <p:cNvSpPr/>
            <p:nvPr/>
          </p:nvSpPr>
          <p:spPr>
            <a:xfrm>
              <a:off x="4461542" y="491010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2A5AA">
                <a:alpha val="100000"/>
              </a:srgbClr>
            </a:solidFill>
            <a:ln w="5420" cap="flat">
              <a:solidFill>
                <a:srgbClr val="42A5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82" name="pg3182"/>
            <p:cNvSpPr/>
            <p:nvPr/>
          </p:nvSpPr>
          <p:spPr>
            <a:xfrm>
              <a:off x="4612827" y="491010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9EAA">
                <a:alpha val="100000"/>
              </a:srgbClr>
            </a:solidFill>
            <a:ln w="5420" cap="flat">
              <a:solidFill>
                <a:srgbClr val="3B9E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83" name="pg3183"/>
            <p:cNvSpPr/>
            <p:nvPr/>
          </p:nvSpPr>
          <p:spPr>
            <a:xfrm>
              <a:off x="4624464" y="491010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9EAA">
                <a:alpha val="100000"/>
              </a:srgbClr>
            </a:solidFill>
            <a:ln w="5420" cap="flat">
              <a:solidFill>
                <a:srgbClr val="3B9E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84" name="pg3184"/>
            <p:cNvSpPr/>
            <p:nvPr/>
          </p:nvSpPr>
          <p:spPr>
            <a:xfrm>
              <a:off x="4636101" y="491010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9EAA">
                <a:alpha val="100000"/>
              </a:srgbClr>
            </a:solidFill>
            <a:ln w="5420" cap="flat">
              <a:solidFill>
                <a:srgbClr val="3C9E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85" name="pg3185"/>
            <p:cNvSpPr/>
            <p:nvPr/>
          </p:nvSpPr>
          <p:spPr>
            <a:xfrm>
              <a:off x="4647739" y="491010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9EAA">
                <a:alpha val="100000"/>
              </a:srgbClr>
            </a:solidFill>
            <a:ln w="5420" cap="flat">
              <a:solidFill>
                <a:srgbClr val="3C9E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86" name="pg3186"/>
            <p:cNvSpPr/>
            <p:nvPr/>
          </p:nvSpPr>
          <p:spPr>
            <a:xfrm>
              <a:off x="4659376" y="491010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9EAA">
                <a:alpha val="100000"/>
              </a:srgbClr>
            </a:solidFill>
            <a:ln w="5420" cap="flat">
              <a:solidFill>
                <a:srgbClr val="3C9E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87" name="pg3187"/>
            <p:cNvSpPr/>
            <p:nvPr/>
          </p:nvSpPr>
          <p:spPr>
            <a:xfrm>
              <a:off x="4671013" y="491010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9FAA">
                <a:alpha val="100000"/>
              </a:srgbClr>
            </a:solidFill>
            <a:ln w="5420" cap="flat">
              <a:solidFill>
                <a:srgbClr val="3C9F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88" name="pg3188"/>
            <p:cNvSpPr/>
            <p:nvPr/>
          </p:nvSpPr>
          <p:spPr>
            <a:xfrm>
              <a:off x="2937051" y="492440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8C2AC">
                <a:alpha val="100000"/>
              </a:srgbClr>
            </a:solidFill>
            <a:ln w="5420" cap="flat">
              <a:solidFill>
                <a:srgbClr val="58C2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89" name="pg3189"/>
            <p:cNvSpPr/>
            <p:nvPr/>
          </p:nvSpPr>
          <p:spPr>
            <a:xfrm>
              <a:off x="2948689" y="492440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AC4AC">
                <a:alpha val="100000"/>
              </a:srgbClr>
            </a:solidFill>
            <a:ln w="5420" cap="flat">
              <a:solidFill>
                <a:srgbClr val="5AC4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90" name="pg3190"/>
            <p:cNvSpPr/>
            <p:nvPr/>
          </p:nvSpPr>
          <p:spPr>
            <a:xfrm>
              <a:off x="2960326" y="492440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CC8AC">
                <a:alpha val="100000"/>
              </a:srgbClr>
            </a:solidFill>
            <a:ln w="5420" cap="flat">
              <a:solidFill>
                <a:srgbClr val="5CC8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91" name="pg3191"/>
            <p:cNvSpPr/>
            <p:nvPr/>
          </p:nvSpPr>
          <p:spPr>
            <a:xfrm>
              <a:off x="2971963" y="492440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ECAAC">
                <a:alpha val="100000"/>
              </a:srgbClr>
            </a:solidFill>
            <a:ln w="5420" cap="flat">
              <a:solidFill>
                <a:srgbClr val="5ECA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92" name="pg3192"/>
            <p:cNvSpPr/>
            <p:nvPr/>
          </p:nvSpPr>
          <p:spPr>
            <a:xfrm>
              <a:off x="2983601" y="492440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FCCAC">
                <a:alpha val="100000"/>
              </a:srgbClr>
            </a:solidFill>
            <a:ln w="5420" cap="flat">
              <a:solidFill>
                <a:srgbClr val="5FCC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93" name="pg3193"/>
            <p:cNvSpPr/>
            <p:nvPr/>
          </p:nvSpPr>
          <p:spPr>
            <a:xfrm>
              <a:off x="2995238" y="492440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0CEAC">
                <a:alpha val="100000"/>
              </a:srgbClr>
            </a:solidFill>
            <a:ln w="5420" cap="flat">
              <a:solidFill>
                <a:srgbClr val="60CE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94" name="pg3194"/>
            <p:cNvSpPr/>
            <p:nvPr/>
          </p:nvSpPr>
          <p:spPr>
            <a:xfrm>
              <a:off x="3006875" y="492440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0CEAC">
                <a:alpha val="100000"/>
              </a:srgbClr>
            </a:solidFill>
            <a:ln w="5420" cap="flat">
              <a:solidFill>
                <a:srgbClr val="60CE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95" name="pg3195"/>
            <p:cNvSpPr/>
            <p:nvPr/>
          </p:nvSpPr>
          <p:spPr>
            <a:xfrm>
              <a:off x="3018513" y="492440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0CEAC">
                <a:alpha val="100000"/>
              </a:srgbClr>
            </a:solidFill>
            <a:ln w="5420" cap="flat">
              <a:solidFill>
                <a:srgbClr val="60CE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96" name="pg3196"/>
            <p:cNvSpPr/>
            <p:nvPr/>
          </p:nvSpPr>
          <p:spPr>
            <a:xfrm>
              <a:off x="3030150" y="492440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0CDAC">
                <a:alpha val="100000"/>
              </a:srgbClr>
            </a:solidFill>
            <a:ln w="5420" cap="flat">
              <a:solidFill>
                <a:srgbClr val="60CD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97" name="pg3197"/>
            <p:cNvSpPr/>
            <p:nvPr/>
          </p:nvSpPr>
          <p:spPr>
            <a:xfrm>
              <a:off x="3041787" y="492440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FCDAC">
                <a:alpha val="100000"/>
              </a:srgbClr>
            </a:solidFill>
            <a:ln w="5420" cap="flat">
              <a:solidFill>
                <a:srgbClr val="5FCD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98" name="pg3198"/>
            <p:cNvSpPr/>
            <p:nvPr/>
          </p:nvSpPr>
          <p:spPr>
            <a:xfrm>
              <a:off x="3053425" y="492440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FCDAC">
                <a:alpha val="100000"/>
              </a:srgbClr>
            </a:solidFill>
            <a:ln w="5420" cap="flat">
              <a:solidFill>
                <a:srgbClr val="5FCD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99" name="pg3199"/>
            <p:cNvSpPr/>
            <p:nvPr/>
          </p:nvSpPr>
          <p:spPr>
            <a:xfrm>
              <a:off x="3065062" y="492440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FCDAC">
                <a:alpha val="100000"/>
              </a:srgbClr>
            </a:solidFill>
            <a:ln w="5420" cap="flat">
              <a:solidFill>
                <a:srgbClr val="5FCD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00" name="pg3200"/>
            <p:cNvSpPr/>
            <p:nvPr/>
          </p:nvSpPr>
          <p:spPr>
            <a:xfrm>
              <a:off x="3076699" y="492440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FCDAC">
                <a:alpha val="100000"/>
              </a:srgbClr>
            </a:solidFill>
            <a:ln w="5420" cap="flat">
              <a:solidFill>
                <a:srgbClr val="5FCD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01" name="pg3201"/>
            <p:cNvSpPr/>
            <p:nvPr/>
          </p:nvSpPr>
          <p:spPr>
            <a:xfrm>
              <a:off x="3088337" y="492440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0CDAC">
                <a:alpha val="100000"/>
              </a:srgbClr>
            </a:solidFill>
            <a:ln w="5420" cap="flat">
              <a:solidFill>
                <a:srgbClr val="60CD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02" name="pg3202"/>
            <p:cNvSpPr/>
            <p:nvPr/>
          </p:nvSpPr>
          <p:spPr>
            <a:xfrm>
              <a:off x="3099974" y="492440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0CEAC">
                <a:alpha val="100000"/>
              </a:srgbClr>
            </a:solidFill>
            <a:ln w="5420" cap="flat">
              <a:solidFill>
                <a:srgbClr val="60CE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03" name="pg3203"/>
            <p:cNvSpPr/>
            <p:nvPr/>
          </p:nvSpPr>
          <p:spPr>
            <a:xfrm>
              <a:off x="4414992" y="492440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5A9AA">
                <a:alpha val="100000"/>
              </a:srgbClr>
            </a:solidFill>
            <a:ln w="5420" cap="flat">
              <a:solidFill>
                <a:srgbClr val="45A9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04" name="pg3204"/>
            <p:cNvSpPr/>
            <p:nvPr/>
          </p:nvSpPr>
          <p:spPr>
            <a:xfrm>
              <a:off x="4426630" y="492440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5A8AA">
                <a:alpha val="100000"/>
              </a:srgbClr>
            </a:solidFill>
            <a:ln w="5420" cap="flat">
              <a:solidFill>
                <a:srgbClr val="45A8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05" name="pg3205"/>
            <p:cNvSpPr/>
            <p:nvPr/>
          </p:nvSpPr>
          <p:spPr>
            <a:xfrm>
              <a:off x="4438267" y="492440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4A7AA">
                <a:alpha val="100000"/>
              </a:srgbClr>
            </a:solidFill>
            <a:ln w="5420" cap="flat">
              <a:solidFill>
                <a:srgbClr val="44A7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06" name="pg3206"/>
            <p:cNvSpPr/>
            <p:nvPr/>
          </p:nvSpPr>
          <p:spPr>
            <a:xfrm>
              <a:off x="4449904" y="492440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3A6AA">
                <a:alpha val="100000"/>
              </a:srgbClr>
            </a:solidFill>
            <a:ln w="5420" cap="flat">
              <a:solidFill>
                <a:srgbClr val="43A6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07" name="pg3207"/>
            <p:cNvSpPr/>
            <p:nvPr/>
          </p:nvSpPr>
          <p:spPr>
            <a:xfrm>
              <a:off x="4461542" y="492440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2A5AA">
                <a:alpha val="100000"/>
              </a:srgbClr>
            </a:solidFill>
            <a:ln w="5420" cap="flat">
              <a:solidFill>
                <a:srgbClr val="42A5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08" name="pg3208"/>
            <p:cNvSpPr/>
            <p:nvPr/>
          </p:nvSpPr>
          <p:spPr>
            <a:xfrm>
              <a:off x="4612827" y="492440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9FAA">
                <a:alpha val="100000"/>
              </a:srgbClr>
            </a:solidFill>
            <a:ln w="5420" cap="flat">
              <a:solidFill>
                <a:srgbClr val="3C9F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09" name="pg3209"/>
            <p:cNvSpPr/>
            <p:nvPr/>
          </p:nvSpPr>
          <p:spPr>
            <a:xfrm>
              <a:off x="4624464" y="492440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9FAA">
                <a:alpha val="100000"/>
              </a:srgbClr>
            </a:solidFill>
            <a:ln w="5420" cap="flat">
              <a:solidFill>
                <a:srgbClr val="3C9F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10" name="pg3210"/>
            <p:cNvSpPr/>
            <p:nvPr/>
          </p:nvSpPr>
          <p:spPr>
            <a:xfrm>
              <a:off x="4636101" y="492440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9FAA">
                <a:alpha val="100000"/>
              </a:srgbClr>
            </a:solidFill>
            <a:ln w="5420" cap="flat">
              <a:solidFill>
                <a:srgbClr val="3C9F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11" name="pg3211"/>
            <p:cNvSpPr/>
            <p:nvPr/>
          </p:nvSpPr>
          <p:spPr>
            <a:xfrm>
              <a:off x="4647739" y="492440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9FAA">
                <a:alpha val="100000"/>
              </a:srgbClr>
            </a:solidFill>
            <a:ln w="5420" cap="flat">
              <a:solidFill>
                <a:srgbClr val="3C9F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12" name="pg3212"/>
            <p:cNvSpPr/>
            <p:nvPr/>
          </p:nvSpPr>
          <p:spPr>
            <a:xfrm>
              <a:off x="4659376" y="492440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D9FAA">
                <a:alpha val="100000"/>
              </a:srgbClr>
            </a:solidFill>
            <a:ln w="5420" cap="flat">
              <a:solidFill>
                <a:srgbClr val="3D9F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13" name="pg3213"/>
            <p:cNvSpPr/>
            <p:nvPr/>
          </p:nvSpPr>
          <p:spPr>
            <a:xfrm>
              <a:off x="4671013" y="492440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D9FAA">
                <a:alpha val="100000"/>
              </a:srgbClr>
            </a:solidFill>
            <a:ln w="5420" cap="flat">
              <a:solidFill>
                <a:srgbClr val="3D9F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14" name="pg3214"/>
            <p:cNvSpPr/>
            <p:nvPr/>
          </p:nvSpPr>
          <p:spPr>
            <a:xfrm>
              <a:off x="4682651" y="492440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D9FAA">
                <a:alpha val="100000"/>
              </a:srgbClr>
            </a:solidFill>
            <a:ln w="5420" cap="flat">
              <a:solidFill>
                <a:srgbClr val="3D9F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15" name="pg3215"/>
            <p:cNvSpPr/>
            <p:nvPr/>
          </p:nvSpPr>
          <p:spPr>
            <a:xfrm>
              <a:off x="2925414" y="493870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4BCAB">
                <a:alpha val="100000"/>
              </a:srgbClr>
            </a:solidFill>
            <a:ln w="5420" cap="flat">
              <a:solidFill>
                <a:srgbClr val="54BC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16" name="pg3216"/>
            <p:cNvSpPr/>
            <p:nvPr/>
          </p:nvSpPr>
          <p:spPr>
            <a:xfrm>
              <a:off x="2937051" y="493870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6BFAB">
                <a:alpha val="100000"/>
              </a:srgbClr>
            </a:solidFill>
            <a:ln w="5420" cap="flat">
              <a:solidFill>
                <a:srgbClr val="56BF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17" name="pg3217"/>
            <p:cNvSpPr/>
            <p:nvPr/>
          </p:nvSpPr>
          <p:spPr>
            <a:xfrm>
              <a:off x="2948689" y="493870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8C2AC">
                <a:alpha val="100000"/>
              </a:srgbClr>
            </a:solidFill>
            <a:ln w="5420" cap="flat">
              <a:solidFill>
                <a:srgbClr val="58C2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18" name="pg3218"/>
            <p:cNvSpPr/>
            <p:nvPr/>
          </p:nvSpPr>
          <p:spPr>
            <a:xfrm>
              <a:off x="2960326" y="493870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BC6AC">
                <a:alpha val="100000"/>
              </a:srgbClr>
            </a:solidFill>
            <a:ln w="5420" cap="flat">
              <a:solidFill>
                <a:srgbClr val="5BC6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19" name="pg3219"/>
            <p:cNvSpPr/>
            <p:nvPr/>
          </p:nvSpPr>
          <p:spPr>
            <a:xfrm>
              <a:off x="2971963" y="493870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DC9AC">
                <a:alpha val="100000"/>
              </a:srgbClr>
            </a:solidFill>
            <a:ln w="5420" cap="flat">
              <a:solidFill>
                <a:srgbClr val="5DC9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20" name="pg3220"/>
            <p:cNvSpPr/>
            <p:nvPr/>
          </p:nvSpPr>
          <p:spPr>
            <a:xfrm>
              <a:off x="2983601" y="493870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ECCAC">
                <a:alpha val="100000"/>
              </a:srgbClr>
            </a:solidFill>
            <a:ln w="5420" cap="flat">
              <a:solidFill>
                <a:srgbClr val="5ECC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21" name="pg3221"/>
            <p:cNvSpPr/>
            <p:nvPr/>
          </p:nvSpPr>
          <p:spPr>
            <a:xfrm>
              <a:off x="2995238" y="493870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0CEAC">
                <a:alpha val="100000"/>
              </a:srgbClr>
            </a:solidFill>
            <a:ln w="5420" cap="flat">
              <a:solidFill>
                <a:srgbClr val="60CE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22" name="pg3222"/>
            <p:cNvSpPr/>
            <p:nvPr/>
          </p:nvSpPr>
          <p:spPr>
            <a:xfrm>
              <a:off x="3006875" y="493870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0CEAC">
                <a:alpha val="100000"/>
              </a:srgbClr>
            </a:solidFill>
            <a:ln w="5420" cap="flat">
              <a:solidFill>
                <a:srgbClr val="60CE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23" name="pg3223"/>
            <p:cNvSpPr/>
            <p:nvPr/>
          </p:nvSpPr>
          <p:spPr>
            <a:xfrm>
              <a:off x="3018513" y="493870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0CDAC">
                <a:alpha val="100000"/>
              </a:srgbClr>
            </a:solidFill>
            <a:ln w="5420" cap="flat">
              <a:solidFill>
                <a:srgbClr val="60CD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24" name="pg3224"/>
            <p:cNvSpPr/>
            <p:nvPr/>
          </p:nvSpPr>
          <p:spPr>
            <a:xfrm>
              <a:off x="3030150" y="493870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FCDAC">
                <a:alpha val="100000"/>
              </a:srgbClr>
            </a:solidFill>
            <a:ln w="5420" cap="flat">
              <a:solidFill>
                <a:srgbClr val="5FCD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25" name="pg3225"/>
            <p:cNvSpPr/>
            <p:nvPr/>
          </p:nvSpPr>
          <p:spPr>
            <a:xfrm>
              <a:off x="3041787" y="493870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FCDAC">
                <a:alpha val="100000"/>
              </a:srgbClr>
            </a:solidFill>
            <a:ln w="5420" cap="flat">
              <a:solidFill>
                <a:srgbClr val="5FCD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26" name="pg3226"/>
            <p:cNvSpPr/>
            <p:nvPr/>
          </p:nvSpPr>
          <p:spPr>
            <a:xfrm>
              <a:off x="3053425" y="493870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FCCAC">
                <a:alpha val="100000"/>
              </a:srgbClr>
            </a:solidFill>
            <a:ln w="5420" cap="flat">
              <a:solidFill>
                <a:srgbClr val="5FCC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27" name="pg3227"/>
            <p:cNvSpPr/>
            <p:nvPr/>
          </p:nvSpPr>
          <p:spPr>
            <a:xfrm>
              <a:off x="3065062" y="493870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FCCAC">
                <a:alpha val="100000"/>
              </a:srgbClr>
            </a:solidFill>
            <a:ln w="5420" cap="flat">
              <a:solidFill>
                <a:srgbClr val="5FCC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28" name="pg3228"/>
            <p:cNvSpPr/>
            <p:nvPr/>
          </p:nvSpPr>
          <p:spPr>
            <a:xfrm>
              <a:off x="3076699" y="493870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FCCAC">
                <a:alpha val="100000"/>
              </a:srgbClr>
            </a:solidFill>
            <a:ln w="5420" cap="flat">
              <a:solidFill>
                <a:srgbClr val="5FCC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29" name="pg3229"/>
            <p:cNvSpPr/>
            <p:nvPr/>
          </p:nvSpPr>
          <p:spPr>
            <a:xfrm>
              <a:off x="4414992" y="493870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6A9AA">
                <a:alpha val="100000"/>
              </a:srgbClr>
            </a:solidFill>
            <a:ln w="5420" cap="flat">
              <a:solidFill>
                <a:srgbClr val="46A9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30" name="pg3230"/>
            <p:cNvSpPr/>
            <p:nvPr/>
          </p:nvSpPr>
          <p:spPr>
            <a:xfrm>
              <a:off x="4426630" y="493870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5A8AA">
                <a:alpha val="100000"/>
              </a:srgbClr>
            </a:solidFill>
            <a:ln w="5420" cap="flat">
              <a:solidFill>
                <a:srgbClr val="45A8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31" name="pg3231"/>
            <p:cNvSpPr/>
            <p:nvPr/>
          </p:nvSpPr>
          <p:spPr>
            <a:xfrm>
              <a:off x="4438267" y="493870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4A8AA">
                <a:alpha val="100000"/>
              </a:srgbClr>
            </a:solidFill>
            <a:ln w="5420" cap="flat">
              <a:solidFill>
                <a:srgbClr val="44A8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32" name="pg3232"/>
            <p:cNvSpPr/>
            <p:nvPr/>
          </p:nvSpPr>
          <p:spPr>
            <a:xfrm>
              <a:off x="4449904" y="493870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4A7AA">
                <a:alpha val="100000"/>
              </a:srgbClr>
            </a:solidFill>
            <a:ln w="5420" cap="flat">
              <a:solidFill>
                <a:srgbClr val="44A7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33" name="pg3233"/>
            <p:cNvSpPr/>
            <p:nvPr/>
          </p:nvSpPr>
          <p:spPr>
            <a:xfrm>
              <a:off x="4461542" y="493870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3A6AA">
                <a:alpha val="100000"/>
              </a:srgbClr>
            </a:solidFill>
            <a:ln w="5420" cap="flat">
              <a:solidFill>
                <a:srgbClr val="43A6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34" name="pg3234"/>
            <p:cNvSpPr/>
            <p:nvPr/>
          </p:nvSpPr>
          <p:spPr>
            <a:xfrm>
              <a:off x="4612827" y="493870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DA0AA">
                <a:alpha val="100000"/>
              </a:srgbClr>
            </a:solidFill>
            <a:ln w="5420" cap="flat">
              <a:solidFill>
                <a:srgbClr val="3DA0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35" name="pg3235"/>
            <p:cNvSpPr/>
            <p:nvPr/>
          </p:nvSpPr>
          <p:spPr>
            <a:xfrm>
              <a:off x="4624464" y="493870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DA0AA">
                <a:alpha val="100000"/>
              </a:srgbClr>
            </a:solidFill>
            <a:ln w="5420" cap="flat">
              <a:solidFill>
                <a:srgbClr val="3DA0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36" name="pg3236"/>
            <p:cNvSpPr/>
            <p:nvPr/>
          </p:nvSpPr>
          <p:spPr>
            <a:xfrm>
              <a:off x="4636101" y="493870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DA0AA">
                <a:alpha val="100000"/>
              </a:srgbClr>
            </a:solidFill>
            <a:ln w="5420" cap="flat">
              <a:solidFill>
                <a:srgbClr val="3DA0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37" name="pg3237"/>
            <p:cNvSpPr/>
            <p:nvPr/>
          </p:nvSpPr>
          <p:spPr>
            <a:xfrm>
              <a:off x="4647739" y="493870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DA0AA">
                <a:alpha val="100000"/>
              </a:srgbClr>
            </a:solidFill>
            <a:ln w="5420" cap="flat">
              <a:solidFill>
                <a:srgbClr val="3DA0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38" name="pg3238"/>
            <p:cNvSpPr/>
            <p:nvPr/>
          </p:nvSpPr>
          <p:spPr>
            <a:xfrm>
              <a:off x="4659376" y="493870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DA0AA">
                <a:alpha val="100000"/>
              </a:srgbClr>
            </a:solidFill>
            <a:ln w="5420" cap="flat">
              <a:solidFill>
                <a:srgbClr val="3DA0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39" name="pg3239"/>
            <p:cNvSpPr/>
            <p:nvPr/>
          </p:nvSpPr>
          <p:spPr>
            <a:xfrm>
              <a:off x="4671013" y="493870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DA0AA">
                <a:alpha val="100000"/>
              </a:srgbClr>
            </a:solidFill>
            <a:ln w="5420" cap="flat">
              <a:solidFill>
                <a:srgbClr val="3DA0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40" name="pg3240"/>
            <p:cNvSpPr/>
            <p:nvPr/>
          </p:nvSpPr>
          <p:spPr>
            <a:xfrm>
              <a:off x="4682651" y="493870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DA0AA">
                <a:alpha val="100000"/>
              </a:srgbClr>
            </a:solidFill>
            <a:ln w="5420" cap="flat">
              <a:solidFill>
                <a:srgbClr val="3DA0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41" name="pg3241"/>
            <p:cNvSpPr/>
            <p:nvPr/>
          </p:nvSpPr>
          <p:spPr>
            <a:xfrm>
              <a:off x="2925414" y="495300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FB5AB">
                <a:alpha val="100000"/>
              </a:srgbClr>
            </a:solidFill>
            <a:ln w="5420" cap="flat">
              <a:solidFill>
                <a:srgbClr val="4FB5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42" name="pg3242"/>
            <p:cNvSpPr/>
            <p:nvPr/>
          </p:nvSpPr>
          <p:spPr>
            <a:xfrm>
              <a:off x="2937051" y="495300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1B8AB">
                <a:alpha val="100000"/>
              </a:srgbClr>
            </a:solidFill>
            <a:ln w="5420" cap="flat">
              <a:solidFill>
                <a:srgbClr val="51B8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43" name="pg3243"/>
            <p:cNvSpPr/>
            <p:nvPr/>
          </p:nvSpPr>
          <p:spPr>
            <a:xfrm>
              <a:off x="2948689" y="495300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4BCAB">
                <a:alpha val="100000"/>
              </a:srgbClr>
            </a:solidFill>
            <a:ln w="5420" cap="flat">
              <a:solidFill>
                <a:srgbClr val="54BC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44" name="pg3244"/>
            <p:cNvSpPr/>
            <p:nvPr/>
          </p:nvSpPr>
          <p:spPr>
            <a:xfrm>
              <a:off x="2960326" y="495300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7C0AC">
                <a:alpha val="100000"/>
              </a:srgbClr>
            </a:solidFill>
            <a:ln w="5420" cap="flat">
              <a:solidFill>
                <a:srgbClr val="57C0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45" name="pg3245"/>
            <p:cNvSpPr/>
            <p:nvPr/>
          </p:nvSpPr>
          <p:spPr>
            <a:xfrm>
              <a:off x="2971963" y="495300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AC4AC">
                <a:alpha val="100000"/>
              </a:srgbClr>
            </a:solidFill>
            <a:ln w="5420" cap="flat">
              <a:solidFill>
                <a:srgbClr val="5AC4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46" name="pg3246"/>
            <p:cNvSpPr/>
            <p:nvPr/>
          </p:nvSpPr>
          <p:spPr>
            <a:xfrm>
              <a:off x="2983601" y="495300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CC7AC">
                <a:alpha val="100000"/>
              </a:srgbClr>
            </a:solidFill>
            <a:ln w="5420" cap="flat">
              <a:solidFill>
                <a:srgbClr val="5CC7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47" name="pg3247"/>
            <p:cNvSpPr/>
            <p:nvPr/>
          </p:nvSpPr>
          <p:spPr>
            <a:xfrm>
              <a:off x="2995238" y="495300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ECBAC">
                <a:alpha val="100000"/>
              </a:srgbClr>
            </a:solidFill>
            <a:ln w="5420" cap="flat">
              <a:solidFill>
                <a:srgbClr val="5ECB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48" name="pg3248"/>
            <p:cNvSpPr/>
            <p:nvPr/>
          </p:nvSpPr>
          <p:spPr>
            <a:xfrm>
              <a:off x="3006875" y="495300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ECBAC">
                <a:alpha val="100000"/>
              </a:srgbClr>
            </a:solidFill>
            <a:ln w="5420" cap="flat">
              <a:solidFill>
                <a:srgbClr val="5ECB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49" name="pg3249"/>
            <p:cNvSpPr/>
            <p:nvPr/>
          </p:nvSpPr>
          <p:spPr>
            <a:xfrm>
              <a:off x="3018513" y="495300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ECBAC">
                <a:alpha val="100000"/>
              </a:srgbClr>
            </a:solidFill>
            <a:ln w="5420" cap="flat">
              <a:solidFill>
                <a:srgbClr val="5ECB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50" name="pg3250"/>
            <p:cNvSpPr/>
            <p:nvPr/>
          </p:nvSpPr>
          <p:spPr>
            <a:xfrm>
              <a:off x="3030150" y="495300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ECBAC">
                <a:alpha val="100000"/>
              </a:srgbClr>
            </a:solidFill>
            <a:ln w="5420" cap="flat">
              <a:solidFill>
                <a:srgbClr val="5ECB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51" name="pg3251"/>
            <p:cNvSpPr/>
            <p:nvPr/>
          </p:nvSpPr>
          <p:spPr>
            <a:xfrm>
              <a:off x="3041787" y="495300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ECBAC">
                <a:alpha val="100000"/>
              </a:srgbClr>
            </a:solidFill>
            <a:ln w="5420" cap="flat">
              <a:solidFill>
                <a:srgbClr val="5ECB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52" name="pg3252"/>
            <p:cNvSpPr/>
            <p:nvPr/>
          </p:nvSpPr>
          <p:spPr>
            <a:xfrm>
              <a:off x="3053425" y="495300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ECBAC">
                <a:alpha val="100000"/>
              </a:srgbClr>
            </a:solidFill>
            <a:ln w="5420" cap="flat">
              <a:solidFill>
                <a:srgbClr val="5ECB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53" name="pg3253"/>
            <p:cNvSpPr/>
            <p:nvPr/>
          </p:nvSpPr>
          <p:spPr>
            <a:xfrm>
              <a:off x="4414992" y="495300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6AAAA">
                <a:alpha val="100000"/>
              </a:srgbClr>
            </a:solidFill>
            <a:ln w="5420" cap="flat">
              <a:solidFill>
                <a:srgbClr val="46AA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54" name="pg3254"/>
            <p:cNvSpPr/>
            <p:nvPr/>
          </p:nvSpPr>
          <p:spPr>
            <a:xfrm>
              <a:off x="4426630" y="495300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6A9AA">
                <a:alpha val="100000"/>
              </a:srgbClr>
            </a:solidFill>
            <a:ln w="5420" cap="flat">
              <a:solidFill>
                <a:srgbClr val="46A9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55" name="pg3255"/>
            <p:cNvSpPr/>
            <p:nvPr/>
          </p:nvSpPr>
          <p:spPr>
            <a:xfrm>
              <a:off x="4438267" y="495300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5A9AA">
                <a:alpha val="100000"/>
              </a:srgbClr>
            </a:solidFill>
            <a:ln w="5420" cap="flat">
              <a:solidFill>
                <a:srgbClr val="45A9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56" name="pg3256"/>
            <p:cNvSpPr/>
            <p:nvPr/>
          </p:nvSpPr>
          <p:spPr>
            <a:xfrm>
              <a:off x="4449904" y="495300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5A8AA">
                <a:alpha val="100000"/>
              </a:srgbClr>
            </a:solidFill>
            <a:ln w="5420" cap="flat">
              <a:solidFill>
                <a:srgbClr val="45A8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57" name="pg3257"/>
            <p:cNvSpPr/>
            <p:nvPr/>
          </p:nvSpPr>
          <p:spPr>
            <a:xfrm>
              <a:off x="4461542" y="495300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4A7AA">
                <a:alpha val="100000"/>
              </a:srgbClr>
            </a:solidFill>
            <a:ln w="5420" cap="flat">
              <a:solidFill>
                <a:srgbClr val="44A7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58" name="pg3258"/>
            <p:cNvSpPr/>
            <p:nvPr/>
          </p:nvSpPr>
          <p:spPr>
            <a:xfrm>
              <a:off x="4624464" y="495300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FA1AA">
                <a:alpha val="100000"/>
              </a:srgbClr>
            </a:solidFill>
            <a:ln w="5420" cap="flat">
              <a:solidFill>
                <a:srgbClr val="3FA1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59" name="pg3259"/>
            <p:cNvSpPr/>
            <p:nvPr/>
          </p:nvSpPr>
          <p:spPr>
            <a:xfrm>
              <a:off x="4636101" y="495300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FA1AA">
                <a:alpha val="100000"/>
              </a:srgbClr>
            </a:solidFill>
            <a:ln w="5420" cap="flat">
              <a:solidFill>
                <a:srgbClr val="3FA1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60" name="pg3260"/>
            <p:cNvSpPr/>
            <p:nvPr/>
          </p:nvSpPr>
          <p:spPr>
            <a:xfrm>
              <a:off x="4647739" y="495300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FA1AA">
                <a:alpha val="100000"/>
              </a:srgbClr>
            </a:solidFill>
            <a:ln w="5420" cap="flat">
              <a:solidFill>
                <a:srgbClr val="3FA1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61" name="pg3261"/>
            <p:cNvSpPr/>
            <p:nvPr/>
          </p:nvSpPr>
          <p:spPr>
            <a:xfrm>
              <a:off x="4659376" y="495300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FA1AA">
                <a:alpha val="100000"/>
              </a:srgbClr>
            </a:solidFill>
            <a:ln w="5420" cap="flat">
              <a:solidFill>
                <a:srgbClr val="3FA1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62" name="pg3262"/>
            <p:cNvSpPr/>
            <p:nvPr/>
          </p:nvSpPr>
          <p:spPr>
            <a:xfrm>
              <a:off x="4671013" y="495300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FA1AA">
                <a:alpha val="100000"/>
              </a:srgbClr>
            </a:solidFill>
            <a:ln w="5420" cap="flat">
              <a:solidFill>
                <a:srgbClr val="3FA1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63" name="pg3263"/>
            <p:cNvSpPr/>
            <p:nvPr/>
          </p:nvSpPr>
          <p:spPr>
            <a:xfrm>
              <a:off x="4682651" y="495300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FA1AA">
                <a:alpha val="100000"/>
              </a:srgbClr>
            </a:solidFill>
            <a:ln w="5420" cap="flat">
              <a:solidFill>
                <a:srgbClr val="3FA1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64" name="pg3264"/>
            <p:cNvSpPr/>
            <p:nvPr/>
          </p:nvSpPr>
          <p:spPr>
            <a:xfrm>
              <a:off x="2890502" y="496730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AAFAB">
                <a:alpha val="100000"/>
              </a:srgbClr>
            </a:solidFill>
            <a:ln w="5420" cap="flat">
              <a:solidFill>
                <a:srgbClr val="4AAF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65" name="pg3265"/>
            <p:cNvSpPr/>
            <p:nvPr/>
          </p:nvSpPr>
          <p:spPr>
            <a:xfrm>
              <a:off x="2902139" y="496730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AAFAB">
                <a:alpha val="100000"/>
              </a:srgbClr>
            </a:solidFill>
            <a:ln w="5420" cap="flat">
              <a:solidFill>
                <a:srgbClr val="4AAF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66" name="pg3266"/>
            <p:cNvSpPr/>
            <p:nvPr/>
          </p:nvSpPr>
          <p:spPr>
            <a:xfrm>
              <a:off x="2913777" y="496730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BB0AB">
                <a:alpha val="100000"/>
              </a:srgbClr>
            </a:solidFill>
            <a:ln w="5420" cap="flat">
              <a:solidFill>
                <a:srgbClr val="4BB0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67" name="pg3267"/>
            <p:cNvSpPr/>
            <p:nvPr/>
          </p:nvSpPr>
          <p:spPr>
            <a:xfrm>
              <a:off x="2925414" y="496730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CB2AB">
                <a:alpha val="100000"/>
              </a:srgbClr>
            </a:solidFill>
            <a:ln w="5420" cap="flat">
              <a:solidFill>
                <a:srgbClr val="4CB2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68" name="pg3268"/>
            <p:cNvSpPr/>
            <p:nvPr/>
          </p:nvSpPr>
          <p:spPr>
            <a:xfrm>
              <a:off x="2937051" y="496730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FB5AB">
                <a:alpha val="100000"/>
              </a:srgbClr>
            </a:solidFill>
            <a:ln w="5420" cap="flat">
              <a:solidFill>
                <a:srgbClr val="4FB5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69" name="pg3269"/>
            <p:cNvSpPr/>
            <p:nvPr/>
          </p:nvSpPr>
          <p:spPr>
            <a:xfrm>
              <a:off x="2948689" y="496730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2B8AB">
                <a:alpha val="100000"/>
              </a:srgbClr>
            </a:solidFill>
            <a:ln w="5420" cap="flat">
              <a:solidFill>
                <a:srgbClr val="52B8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70" name="pg3270"/>
            <p:cNvSpPr/>
            <p:nvPr/>
          </p:nvSpPr>
          <p:spPr>
            <a:xfrm>
              <a:off x="2960326" y="496730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5BDAB">
                <a:alpha val="100000"/>
              </a:srgbClr>
            </a:solidFill>
            <a:ln w="5420" cap="flat">
              <a:solidFill>
                <a:srgbClr val="55BD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71" name="pg3271"/>
            <p:cNvSpPr/>
            <p:nvPr/>
          </p:nvSpPr>
          <p:spPr>
            <a:xfrm>
              <a:off x="2971963" y="496730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8C1AC">
                <a:alpha val="100000"/>
              </a:srgbClr>
            </a:solidFill>
            <a:ln w="5420" cap="flat">
              <a:solidFill>
                <a:srgbClr val="58C1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72" name="pg3272"/>
            <p:cNvSpPr/>
            <p:nvPr/>
          </p:nvSpPr>
          <p:spPr>
            <a:xfrm>
              <a:off x="2983601" y="496730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AC4AC">
                <a:alpha val="100000"/>
              </a:srgbClr>
            </a:solidFill>
            <a:ln w="5420" cap="flat">
              <a:solidFill>
                <a:srgbClr val="5AC4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73" name="pg3273"/>
            <p:cNvSpPr/>
            <p:nvPr/>
          </p:nvSpPr>
          <p:spPr>
            <a:xfrm>
              <a:off x="2995238" y="496730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DC9AC">
                <a:alpha val="100000"/>
              </a:srgbClr>
            </a:solidFill>
            <a:ln w="5420" cap="flat">
              <a:solidFill>
                <a:srgbClr val="5DC9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74" name="pg3274"/>
            <p:cNvSpPr/>
            <p:nvPr/>
          </p:nvSpPr>
          <p:spPr>
            <a:xfrm>
              <a:off x="3006875" y="496730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DCAAC">
                <a:alpha val="100000"/>
              </a:srgbClr>
            </a:solidFill>
            <a:ln w="5420" cap="flat">
              <a:solidFill>
                <a:srgbClr val="5DCA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75" name="pg3275"/>
            <p:cNvSpPr/>
            <p:nvPr/>
          </p:nvSpPr>
          <p:spPr>
            <a:xfrm>
              <a:off x="3018513" y="496730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ECAAC">
                <a:alpha val="100000"/>
              </a:srgbClr>
            </a:solidFill>
            <a:ln w="5420" cap="flat">
              <a:solidFill>
                <a:srgbClr val="5ECA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76" name="pg3276"/>
            <p:cNvSpPr/>
            <p:nvPr/>
          </p:nvSpPr>
          <p:spPr>
            <a:xfrm>
              <a:off x="3030150" y="496730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ECBAC">
                <a:alpha val="100000"/>
              </a:srgbClr>
            </a:solidFill>
            <a:ln w="5420" cap="flat">
              <a:solidFill>
                <a:srgbClr val="5ECB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77" name="pg3277"/>
            <p:cNvSpPr/>
            <p:nvPr/>
          </p:nvSpPr>
          <p:spPr>
            <a:xfrm>
              <a:off x="4414992" y="496730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7ABAA">
                <a:alpha val="100000"/>
              </a:srgbClr>
            </a:solidFill>
            <a:ln w="5420" cap="flat">
              <a:solidFill>
                <a:srgbClr val="47AB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78" name="pg3278"/>
            <p:cNvSpPr/>
            <p:nvPr/>
          </p:nvSpPr>
          <p:spPr>
            <a:xfrm>
              <a:off x="4426630" y="496730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6AAAA">
                <a:alpha val="100000"/>
              </a:srgbClr>
            </a:solidFill>
            <a:ln w="5420" cap="flat">
              <a:solidFill>
                <a:srgbClr val="46AA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79" name="pg3279"/>
            <p:cNvSpPr/>
            <p:nvPr/>
          </p:nvSpPr>
          <p:spPr>
            <a:xfrm>
              <a:off x="4438267" y="496730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6A9AA">
                <a:alpha val="100000"/>
              </a:srgbClr>
            </a:solidFill>
            <a:ln w="5420" cap="flat">
              <a:solidFill>
                <a:srgbClr val="46A9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80" name="pg3280"/>
            <p:cNvSpPr/>
            <p:nvPr/>
          </p:nvSpPr>
          <p:spPr>
            <a:xfrm>
              <a:off x="4449904" y="496730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5A8AA">
                <a:alpha val="100000"/>
              </a:srgbClr>
            </a:solidFill>
            <a:ln w="5420" cap="flat">
              <a:solidFill>
                <a:srgbClr val="45A8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81" name="pg3281"/>
            <p:cNvSpPr/>
            <p:nvPr/>
          </p:nvSpPr>
          <p:spPr>
            <a:xfrm>
              <a:off x="4461542" y="496730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4A8AA">
                <a:alpha val="100000"/>
              </a:srgbClr>
            </a:solidFill>
            <a:ln w="5420" cap="flat">
              <a:solidFill>
                <a:srgbClr val="44A8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82" name="pg3282"/>
            <p:cNvSpPr/>
            <p:nvPr/>
          </p:nvSpPr>
          <p:spPr>
            <a:xfrm>
              <a:off x="4624464" y="496730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FA2AA">
                <a:alpha val="100000"/>
              </a:srgbClr>
            </a:solidFill>
            <a:ln w="5420" cap="flat">
              <a:solidFill>
                <a:srgbClr val="3FA2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83" name="pg3283"/>
            <p:cNvSpPr/>
            <p:nvPr/>
          </p:nvSpPr>
          <p:spPr>
            <a:xfrm>
              <a:off x="4636101" y="496730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FA2AA">
                <a:alpha val="100000"/>
              </a:srgbClr>
            </a:solidFill>
            <a:ln w="5420" cap="flat">
              <a:solidFill>
                <a:srgbClr val="3FA2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84" name="pg3284"/>
            <p:cNvSpPr/>
            <p:nvPr/>
          </p:nvSpPr>
          <p:spPr>
            <a:xfrm>
              <a:off x="4647739" y="496730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FA2AA">
                <a:alpha val="100000"/>
              </a:srgbClr>
            </a:solidFill>
            <a:ln w="5420" cap="flat">
              <a:solidFill>
                <a:srgbClr val="3FA2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85" name="pg3285"/>
            <p:cNvSpPr/>
            <p:nvPr/>
          </p:nvSpPr>
          <p:spPr>
            <a:xfrm>
              <a:off x="4659376" y="496730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FA2AA">
                <a:alpha val="100000"/>
              </a:srgbClr>
            </a:solidFill>
            <a:ln w="5420" cap="flat">
              <a:solidFill>
                <a:srgbClr val="3FA2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86" name="pg3286"/>
            <p:cNvSpPr/>
            <p:nvPr/>
          </p:nvSpPr>
          <p:spPr>
            <a:xfrm>
              <a:off x="4671013" y="496730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FA2AA">
                <a:alpha val="100000"/>
              </a:srgbClr>
            </a:solidFill>
            <a:ln w="5420" cap="flat">
              <a:solidFill>
                <a:srgbClr val="3FA2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87" name="pg3287"/>
            <p:cNvSpPr/>
            <p:nvPr/>
          </p:nvSpPr>
          <p:spPr>
            <a:xfrm>
              <a:off x="4682651" y="496730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FA2AA">
                <a:alpha val="100000"/>
              </a:srgbClr>
            </a:solidFill>
            <a:ln w="5420" cap="flat">
              <a:solidFill>
                <a:srgbClr val="3FA2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88" name="pg3288"/>
            <p:cNvSpPr/>
            <p:nvPr/>
          </p:nvSpPr>
          <p:spPr>
            <a:xfrm>
              <a:off x="2890502" y="498160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9ADAB">
                <a:alpha val="100000"/>
              </a:srgbClr>
            </a:solidFill>
            <a:ln w="5420" cap="flat">
              <a:solidFill>
                <a:srgbClr val="49AD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89" name="pg3289"/>
            <p:cNvSpPr/>
            <p:nvPr/>
          </p:nvSpPr>
          <p:spPr>
            <a:xfrm>
              <a:off x="2902139" y="498160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9ADAB">
                <a:alpha val="100000"/>
              </a:srgbClr>
            </a:solidFill>
            <a:ln w="5420" cap="flat">
              <a:solidFill>
                <a:srgbClr val="49AD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90" name="pg3290"/>
            <p:cNvSpPr/>
            <p:nvPr/>
          </p:nvSpPr>
          <p:spPr>
            <a:xfrm>
              <a:off x="2913777" y="498160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9AEAB">
                <a:alpha val="100000"/>
              </a:srgbClr>
            </a:solidFill>
            <a:ln w="5420" cap="flat">
              <a:solidFill>
                <a:srgbClr val="49AE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91" name="pg3291"/>
            <p:cNvSpPr/>
            <p:nvPr/>
          </p:nvSpPr>
          <p:spPr>
            <a:xfrm>
              <a:off x="2925414" y="498160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BAFAB">
                <a:alpha val="100000"/>
              </a:srgbClr>
            </a:solidFill>
            <a:ln w="5420" cap="flat">
              <a:solidFill>
                <a:srgbClr val="4BAF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92" name="pg3292"/>
            <p:cNvSpPr/>
            <p:nvPr/>
          </p:nvSpPr>
          <p:spPr>
            <a:xfrm>
              <a:off x="2937051" y="498160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DB2AB">
                <a:alpha val="100000"/>
              </a:srgbClr>
            </a:solidFill>
            <a:ln w="5420" cap="flat">
              <a:solidFill>
                <a:srgbClr val="4DB2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93" name="pg3293"/>
            <p:cNvSpPr/>
            <p:nvPr/>
          </p:nvSpPr>
          <p:spPr>
            <a:xfrm>
              <a:off x="2948689" y="498160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0B6AB">
                <a:alpha val="100000"/>
              </a:srgbClr>
            </a:solidFill>
            <a:ln w="5420" cap="flat">
              <a:solidFill>
                <a:srgbClr val="50B6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94" name="pg3294"/>
            <p:cNvSpPr/>
            <p:nvPr/>
          </p:nvSpPr>
          <p:spPr>
            <a:xfrm>
              <a:off x="2960326" y="498160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3BAAB">
                <a:alpha val="100000"/>
              </a:srgbClr>
            </a:solidFill>
            <a:ln w="5420" cap="flat">
              <a:solidFill>
                <a:srgbClr val="53BA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95" name="pg3295"/>
            <p:cNvSpPr/>
            <p:nvPr/>
          </p:nvSpPr>
          <p:spPr>
            <a:xfrm>
              <a:off x="2971963" y="498160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6BEAB">
                <a:alpha val="100000"/>
              </a:srgbClr>
            </a:solidFill>
            <a:ln w="5420" cap="flat">
              <a:solidFill>
                <a:srgbClr val="56BE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96" name="pg3296"/>
            <p:cNvSpPr/>
            <p:nvPr/>
          </p:nvSpPr>
          <p:spPr>
            <a:xfrm>
              <a:off x="2983601" y="498160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8C2AC">
                <a:alpha val="100000"/>
              </a:srgbClr>
            </a:solidFill>
            <a:ln w="5420" cap="flat">
              <a:solidFill>
                <a:srgbClr val="58C2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97" name="pg3297"/>
            <p:cNvSpPr/>
            <p:nvPr/>
          </p:nvSpPr>
          <p:spPr>
            <a:xfrm>
              <a:off x="4403355" y="498160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8ACAA">
                <a:alpha val="100000"/>
              </a:srgbClr>
            </a:solidFill>
            <a:ln w="5420" cap="flat">
              <a:solidFill>
                <a:srgbClr val="48AC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98" name="pg3298"/>
            <p:cNvSpPr/>
            <p:nvPr/>
          </p:nvSpPr>
          <p:spPr>
            <a:xfrm>
              <a:off x="4414992" y="498160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7ABAA">
                <a:alpha val="100000"/>
              </a:srgbClr>
            </a:solidFill>
            <a:ln w="5420" cap="flat">
              <a:solidFill>
                <a:srgbClr val="47AB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99" name="pg3299"/>
            <p:cNvSpPr/>
            <p:nvPr/>
          </p:nvSpPr>
          <p:spPr>
            <a:xfrm>
              <a:off x="4426630" y="498160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6AAAA">
                <a:alpha val="100000"/>
              </a:srgbClr>
            </a:solidFill>
            <a:ln w="5420" cap="flat">
              <a:solidFill>
                <a:srgbClr val="46AA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00" name="pg3300"/>
            <p:cNvSpPr/>
            <p:nvPr/>
          </p:nvSpPr>
          <p:spPr>
            <a:xfrm>
              <a:off x="4438267" y="498160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6AAAA">
                <a:alpha val="100000"/>
              </a:srgbClr>
            </a:solidFill>
            <a:ln w="5420" cap="flat">
              <a:solidFill>
                <a:srgbClr val="46AA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01" name="pg3301"/>
            <p:cNvSpPr/>
            <p:nvPr/>
          </p:nvSpPr>
          <p:spPr>
            <a:xfrm>
              <a:off x="4449904" y="498160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5A9AA">
                <a:alpha val="100000"/>
              </a:srgbClr>
            </a:solidFill>
            <a:ln w="5420" cap="flat">
              <a:solidFill>
                <a:srgbClr val="45A9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02" name="pg3302"/>
            <p:cNvSpPr/>
            <p:nvPr/>
          </p:nvSpPr>
          <p:spPr>
            <a:xfrm>
              <a:off x="4624464" y="498160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0A3AA">
                <a:alpha val="100000"/>
              </a:srgbClr>
            </a:solidFill>
            <a:ln w="5420" cap="flat">
              <a:solidFill>
                <a:srgbClr val="40A3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03" name="pg3303"/>
            <p:cNvSpPr/>
            <p:nvPr/>
          </p:nvSpPr>
          <p:spPr>
            <a:xfrm>
              <a:off x="4636101" y="498160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0A3AA">
                <a:alpha val="100000"/>
              </a:srgbClr>
            </a:solidFill>
            <a:ln w="5420" cap="flat">
              <a:solidFill>
                <a:srgbClr val="40A3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04" name="pg3304"/>
            <p:cNvSpPr/>
            <p:nvPr/>
          </p:nvSpPr>
          <p:spPr>
            <a:xfrm>
              <a:off x="4647739" y="498160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0A3AA">
                <a:alpha val="100000"/>
              </a:srgbClr>
            </a:solidFill>
            <a:ln w="5420" cap="flat">
              <a:solidFill>
                <a:srgbClr val="40A3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05" name="pg3305"/>
            <p:cNvSpPr/>
            <p:nvPr/>
          </p:nvSpPr>
          <p:spPr>
            <a:xfrm>
              <a:off x="4659376" y="498160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0A3AA">
                <a:alpha val="100000"/>
              </a:srgbClr>
            </a:solidFill>
            <a:ln w="5420" cap="flat">
              <a:solidFill>
                <a:srgbClr val="40A3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06" name="pg3306"/>
            <p:cNvSpPr/>
            <p:nvPr/>
          </p:nvSpPr>
          <p:spPr>
            <a:xfrm>
              <a:off x="4671013" y="498160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0A3AA">
                <a:alpha val="100000"/>
              </a:srgbClr>
            </a:solidFill>
            <a:ln w="5420" cap="flat">
              <a:solidFill>
                <a:srgbClr val="40A3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07" name="pg3307"/>
            <p:cNvSpPr/>
            <p:nvPr/>
          </p:nvSpPr>
          <p:spPr>
            <a:xfrm>
              <a:off x="4682651" y="498160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0A3AA">
                <a:alpha val="100000"/>
              </a:srgbClr>
            </a:solidFill>
            <a:ln w="5420" cap="flat">
              <a:solidFill>
                <a:srgbClr val="40A3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08" name="pg3308"/>
            <p:cNvSpPr/>
            <p:nvPr/>
          </p:nvSpPr>
          <p:spPr>
            <a:xfrm>
              <a:off x="2878865" y="499590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9AEAB">
                <a:alpha val="100000"/>
              </a:srgbClr>
            </a:solidFill>
            <a:ln w="5420" cap="flat">
              <a:solidFill>
                <a:srgbClr val="49AE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09" name="pg3309"/>
            <p:cNvSpPr/>
            <p:nvPr/>
          </p:nvSpPr>
          <p:spPr>
            <a:xfrm>
              <a:off x="2890502" y="499590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9ADAB">
                <a:alpha val="100000"/>
              </a:srgbClr>
            </a:solidFill>
            <a:ln w="5420" cap="flat">
              <a:solidFill>
                <a:srgbClr val="49AD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10" name="pg3310"/>
            <p:cNvSpPr/>
            <p:nvPr/>
          </p:nvSpPr>
          <p:spPr>
            <a:xfrm>
              <a:off x="2902139" y="499590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9ADAB">
                <a:alpha val="100000"/>
              </a:srgbClr>
            </a:solidFill>
            <a:ln w="5420" cap="flat">
              <a:solidFill>
                <a:srgbClr val="49AD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11" name="pg3311"/>
            <p:cNvSpPr/>
            <p:nvPr/>
          </p:nvSpPr>
          <p:spPr>
            <a:xfrm>
              <a:off x="2913777" y="499590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9ADAB">
                <a:alpha val="100000"/>
              </a:srgbClr>
            </a:solidFill>
            <a:ln w="5420" cap="flat">
              <a:solidFill>
                <a:srgbClr val="49AD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12" name="pg3312"/>
            <p:cNvSpPr/>
            <p:nvPr/>
          </p:nvSpPr>
          <p:spPr>
            <a:xfrm>
              <a:off x="2925414" y="499590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AAFAB">
                <a:alpha val="100000"/>
              </a:srgbClr>
            </a:solidFill>
            <a:ln w="5420" cap="flat">
              <a:solidFill>
                <a:srgbClr val="4AAF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13" name="pg3313"/>
            <p:cNvSpPr/>
            <p:nvPr/>
          </p:nvSpPr>
          <p:spPr>
            <a:xfrm>
              <a:off x="2937051" y="499590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CB1AB">
                <a:alpha val="100000"/>
              </a:srgbClr>
            </a:solidFill>
            <a:ln w="5420" cap="flat">
              <a:solidFill>
                <a:srgbClr val="4CB1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14" name="pg3314"/>
            <p:cNvSpPr/>
            <p:nvPr/>
          </p:nvSpPr>
          <p:spPr>
            <a:xfrm>
              <a:off x="2948689" y="499590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EB4AB">
                <a:alpha val="100000"/>
              </a:srgbClr>
            </a:solidFill>
            <a:ln w="5420" cap="flat">
              <a:solidFill>
                <a:srgbClr val="4EB4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15" name="pg3315"/>
            <p:cNvSpPr/>
            <p:nvPr/>
          </p:nvSpPr>
          <p:spPr>
            <a:xfrm>
              <a:off x="2960326" y="499590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1B8AB">
                <a:alpha val="100000"/>
              </a:srgbClr>
            </a:solidFill>
            <a:ln w="5420" cap="flat">
              <a:solidFill>
                <a:srgbClr val="51B8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16" name="pg3316"/>
            <p:cNvSpPr/>
            <p:nvPr/>
          </p:nvSpPr>
          <p:spPr>
            <a:xfrm>
              <a:off x="4403355" y="499590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8ACAA">
                <a:alpha val="100000"/>
              </a:srgbClr>
            </a:solidFill>
            <a:ln w="5420" cap="flat">
              <a:solidFill>
                <a:srgbClr val="48AC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17" name="pg3317"/>
            <p:cNvSpPr/>
            <p:nvPr/>
          </p:nvSpPr>
          <p:spPr>
            <a:xfrm>
              <a:off x="4414992" y="499590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7ABAA">
                <a:alpha val="100000"/>
              </a:srgbClr>
            </a:solidFill>
            <a:ln w="5420" cap="flat">
              <a:solidFill>
                <a:srgbClr val="47AB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18" name="pg3318"/>
            <p:cNvSpPr/>
            <p:nvPr/>
          </p:nvSpPr>
          <p:spPr>
            <a:xfrm>
              <a:off x="4426630" y="499590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7ABAA">
                <a:alpha val="100000"/>
              </a:srgbClr>
            </a:solidFill>
            <a:ln w="5420" cap="flat">
              <a:solidFill>
                <a:srgbClr val="47AB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19" name="pg3319"/>
            <p:cNvSpPr/>
            <p:nvPr/>
          </p:nvSpPr>
          <p:spPr>
            <a:xfrm>
              <a:off x="4438267" y="499590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6AAAA">
                <a:alpha val="100000"/>
              </a:srgbClr>
            </a:solidFill>
            <a:ln w="5420" cap="flat">
              <a:solidFill>
                <a:srgbClr val="46AA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20" name="pg3320"/>
            <p:cNvSpPr/>
            <p:nvPr/>
          </p:nvSpPr>
          <p:spPr>
            <a:xfrm>
              <a:off x="4449904" y="499590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6A9AA">
                <a:alpha val="100000"/>
              </a:srgbClr>
            </a:solidFill>
            <a:ln w="5420" cap="flat">
              <a:solidFill>
                <a:srgbClr val="46A9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21" name="pg3321"/>
            <p:cNvSpPr/>
            <p:nvPr/>
          </p:nvSpPr>
          <p:spPr>
            <a:xfrm>
              <a:off x="4461542" y="499590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5A9AA">
                <a:alpha val="100000"/>
              </a:srgbClr>
            </a:solidFill>
            <a:ln w="5420" cap="flat">
              <a:solidFill>
                <a:srgbClr val="45A9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22" name="pg3322"/>
            <p:cNvSpPr/>
            <p:nvPr/>
          </p:nvSpPr>
          <p:spPr>
            <a:xfrm>
              <a:off x="4473179" y="499590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5A8AA">
                <a:alpha val="100000"/>
              </a:srgbClr>
            </a:solidFill>
            <a:ln w="5420" cap="flat">
              <a:solidFill>
                <a:srgbClr val="45A8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23" name="pg3323"/>
            <p:cNvSpPr/>
            <p:nvPr/>
          </p:nvSpPr>
          <p:spPr>
            <a:xfrm>
              <a:off x="4636101" y="499590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0A3AA">
                <a:alpha val="100000"/>
              </a:srgbClr>
            </a:solidFill>
            <a:ln w="5420" cap="flat">
              <a:solidFill>
                <a:srgbClr val="40A3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24" name="pg3324"/>
            <p:cNvSpPr/>
            <p:nvPr/>
          </p:nvSpPr>
          <p:spPr>
            <a:xfrm>
              <a:off x="4647739" y="499590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0A3AA">
                <a:alpha val="100000"/>
              </a:srgbClr>
            </a:solidFill>
            <a:ln w="5420" cap="flat">
              <a:solidFill>
                <a:srgbClr val="40A3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25" name="pg3325"/>
            <p:cNvSpPr/>
            <p:nvPr/>
          </p:nvSpPr>
          <p:spPr>
            <a:xfrm>
              <a:off x="4659376" y="499590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0A3AA">
                <a:alpha val="100000"/>
              </a:srgbClr>
            </a:solidFill>
            <a:ln w="5420" cap="flat">
              <a:solidFill>
                <a:srgbClr val="40A3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26" name="pg3326"/>
            <p:cNvSpPr/>
            <p:nvPr/>
          </p:nvSpPr>
          <p:spPr>
            <a:xfrm>
              <a:off x="4671013" y="499590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0A3AA">
                <a:alpha val="100000"/>
              </a:srgbClr>
            </a:solidFill>
            <a:ln w="5420" cap="flat">
              <a:solidFill>
                <a:srgbClr val="40A3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27" name="pg3327"/>
            <p:cNvSpPr/>
            <p:nvPr/>
          </p:nvSpPr>
          <p:spPr>
            <a:xfrm>
              <a:off x="4682651" y="499590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0A3AA">
                <a:alpha val="100000"/>
              </a:srgbClr>
            </a:solidFill>
            <a:ln w="5420" cap="flat">
              <a:solidFill>
                <a:srgbClr val="40A3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28" name="pg3328"/>
            <p:cNvSpPr/>
            <p:nvPr/>
          </p:nvSpPr>
          <p:spPr>
            <a:xfrm>
              <a:off x="2867227" y="501020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BB0AB">
                <a:alpha val="100000"/>
              </a:srgbClr>
            </a:solidFill>
            <a:ln w="5420" cap="flat">
              <a:solidFill>
                <a:srgbClr val="4BB0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29" name="pg3329"/>
            <p:cNvSpPr/>
            <p:nvPr/>
          </p:nvSpPr>
          <p:spPr>
            <a:xfrm>
              <a:off x="2878865" y="501020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AAEAB">
                <a:alpha val="100000"/>
              </a:srgbClr>
            </a:solidFill>
            <a:ln w="5420" cap="flat">
              <a:solidFill>
                <a:srgbClr val="4AAE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30" name="pg3330"/>
            <p:cNvSpPr/>
            <p:nvPr/>
          </p:nvSpPr>
          <p:spPr>
            <a:xfrm>
              <a:off x="2890502" y="501020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9ADAB">
                <a:alpha val="100000"/>
              </a:srgbClr>
            </a:solidFill>
            <a:ln w="5420" cap="flat">
              <a:solidFill>
                <a:srgbClr val="49AD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31" name="pg3331"/>
            <p:cNvSpPr/>
            <p:nvPr/>
          </p:nvSpPr>
          <p:spPr>
            <a:xfrm>
              <a:off x="2902139" y="501020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9ADAB">
                <a:alpha val="100000"/>
              </a:srgbClr>
            </a:solidFill>
            <a:ln w="5420" cap="flat">
              <a:solidFill>
                <a:srgbClr val="49AD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32" name="pg3332"/>
            <p:cNvSpPr/>
            <p:nvPr/>
          </p:nvSpPr>
          <p:spPr>
            <a:xfrm>
              <a:off x="2913777" y="501020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9AEAB">
                <a:alpha val="100000"/>
              </a:srgbClr>
            </a:solidFill>
            <a:ln w="5420" cap="flat">
              <a:solidFill>
                <a:srgbClr val="49AE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33" name="pg3333"/>
            <p:cNvSpPr/>
            <p:nvPr/>
          </p:nvSpPr>
          <p:spPr>
            <a:xfrm>
              <a:off x="2925414" y="501020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AAFAB">
                <a:alpha val="100000"/>
              </a:srgbClr>
            </a:solidFill>
            <a:ln w="5420" cap="flat">
              <a:solidFill>
                <a:srgbClr val="4AAF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34" name="pg3334"/>
            <p:cNvSpPr/>
            <p:nvPr/>
          </p:nvSpPr>
          <p:spPr>
            <a:xfrm>
              <a:off x="2937051" y="501020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CB1AB">
                <a:alpha val="100000"/>
              </a:srgbClr>
            </a:solidFill>
            <a:ln w="5420" cap="flat">
              <a:solidFill>
                <a:srgbClr val="4CB1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35" name="pg3335"/>
            <p:cNvSpPr/>
            <p:nvPr/>
          </p:nvSpPr>
          <p:spPr>
            <a:xfrm>
              <a:off x="2948689" y="501020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EB4AB">
                <a:alpha val="100000"/>
              </a:srgbClr>
            </a:solidFill>
            <a:ln w="5420" cap="flat">
              <a:solidFill>
                <a:srgbClr val="4EB4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36" name="pg3336"/>
            <p:cNvSpPr/>
            <p:nvPr/>
          </p:nvSpPr>
          <p:spPr>
            <a:xfrm>
              <a:off x="4403355" y="501020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8ACAA">
                <a:alpha val="100000"/>
              </a:srgbClr>
            </a:solidFill>
            <a:ln w="5420" cap="flat">
              <a:solidFill>
                <a:srgbClr val="48AC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37" name="pg3337"/>
            <p:cNvSpPr/>
            <p:nvPr/>
          </p:nvSpPr>
          <p:spPr>
            <a:xfrm>
              <a:off x="4414992" y="501020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8ACAA">
                <a:alpha val="100000"/>
              </a:srgbClr>
            </a:solidFill>
            <a:ln w="5420" cap="flat">
              <a:solidFill>
                <a:srgbClr val="48AC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38" name="pg3338"/>
            <p:cNvSpPr/>
            <p:nvPr/>
          </p:nvSpPr>
          <p:spPr>
            <a:xfrm>
              <a:off x="4426630" y="501020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7ABAA">
                <a:alpha val="100000"/>
              </a:srgbClr>
            </a:solidFill>
            <a:ln w="5420" cap="flat">
              <a:solidFill>
                <a:srgbClr val="47AB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39" name="pg3339"/>
            <p:cNvSpPr/>
            <p:nvPr/>
          </p:nvSpPr>
          <p:spPr>
            <a:xfrm>
              <a:off x="4438267" y="501020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7AAAA">
                <a:alpha val="100000"/>
              </a:srgbClr>
            </a:solidFill>
            <a:ln w="5420" cap="flat">
              <a:solidFill>
                <a:srgbClr val="47AA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40" name="pg3340"/>
            <p:cNvSpPr/>
            <p:nvPr/>
          </p:nvSpPr>
          <p:spPr>
            <a:xfrm>
              <a:off x="4449904" y="501020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6AAAA">
                <a:alpha val="100000"/>
              </a:srgbClr>
            </a:solidFill>
            <a:ln w="5420" cap="flat">
              <a:solidFill>
                <a:srgbClr val="46AA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41" name="pg3341"/>
            <p:cNvSpPr/>
            <p:nvPr/>
          </p:nvSpPr>
          <p:spPr>
            <a:xfrm>
              <a:off x="4461542" y="501020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6A9AA">
                <a:alpha val="100000"/>
              </a:srgbClr>
            </a:solidFill>
            <a:ln w="5420" cap="flat">
              <a:solidFill>
                <a:srgbClr val="46A9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42" name="pg3342"/>
            <p:cNvSpPr/>
            <p:nvPr/>
          </p:nvSpPr>
          <p:spPr>
            <a:xfrm>
              <a:off x="4473179" y="501020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5A9AA">
                <a:alpha val="100000"/>
              </a:srgbClr>
            </a:solidFill>
            <a:ln w="5420" cap="flat">
              <a:solidFill>
                <a:srgbClr val="45A9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43" name="pg3343"/>
            <p:cNvSpPr/>
            <p:nvPr/>
          </p:nvSpPr>
          <p:spPr>
            <a:xfrm>
              <a:off x="4484816" y="501020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5A8AA">
                <a:alpha val="100000"/>
              </a:srgbClr>
            </a:solidFill>
            <a:ln w="5420" cap="flat">
              <a:solidFill>
                <a:srgbClr val="45A8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44" name="pg3344"/>
            <p:cNvSpPr/>
            <p:nvPr/>
          </p:nvSpPr>
          <p:spPr>
            <a:xfrm>
              <a:off x="4636101" y="501020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1A4AA">
                <a:alpha val="100000"/>
              </a:srgbClr>
            </a:solidFill>
            <a:ln w="5420" cap="flat">
              <a:solidFill>
                <a:srgbClr val="41A4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45" name="pg3345"/>
            <p:cNvSpPr/>
            <p:nvPr/>
          </p:nvSpPr>
          <p:spPr>
            <a:xfrm>
              <a:off x="4647739" y="501020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1A4AA">
                <a:alpha val="100000"/>
              </a:srgbClr>
            </a:solidFill>
            <a:ln w="5420" cap="flat">
              <a:solidFill>
                <a:srgbClr val="41A4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46" name="pg3346"/>
            <p:cNvSpPr/>
            <p:nvPr/>
          </p:nvSpPr>
          <p:spPr>
            <a:xfrm>
              <a:off x="4659376" y="501020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1A4AA">
                <a:alpha val="100000"/>
              </a:srgbClr>
            </a:solidFill>
            <a:ln w="5420" cap="flat">
              <a:solidFill>
                <a:srgbClr val="41A4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47" name="pg3347"/>
            <p:cNvSpPr/>
            <p:nvPr/>
          </p:nvSpPr>
          <p:spPr>
            <a:xfrm>
              <a:off x="4671013" y="501020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1A4AA">
                <a:alpha val="100000"/>
              </a:srgbClr>
            </a:solidFill>
            <a:ln w="5420" cap="flat">
              <a:solidFill>
                <a:srgbClr val="41A4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48" name="pg3348"/>
            <p:cNvSpPr/>
            <p:nvPr/>
          </p:nvSpPr>
          <p:spPr>
            <a:xfrm>
              <a:off x="4682651" y="501020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1A4AA">
                <a:alpha val="100000"/>
              </a:srgbClr>
            </a:solidFill>
            <a:ln w="5420" cap="flat">
              <a:solidFill>
                <a:srgbClr val="41A4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49" name="pg3349"/>
            <p:cNvSpPr/>
            <p:nvPr/>
          </p:nvSpPr>
          <p:spPr>
            <a:xfrm>
              <a:off x="4694288" y="501020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1A4AA">
                <a:alpha val="100000"/>
              </a:srgbClr>
            </a:solidFill>
            <a:ln w="5420" cap="flat">
              <a:solidFill>
                <a:srgbClr val="41A4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50" name="pg3350"/>
            <p:cNvSpPr/>
            <p:nvPr/>
          </p:nvSpPr>
          <p:spPr>
            <a:xfrm>
              <a:off x="2855590" y="502450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DB2AB">
                <a:alpha val="100000"/>
              </a:srgbClr>
            </a:solidFill>
            <a:ln w="5420" cap="flat">
              <a:solidFill>
                <a:srgbClr val="4DB2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51" name="pg3351"/>
            <p:cNvSpPr/>
            <p:nvPr/>
          </p:nvSpPr>
          <p:spPr>
            <a:xfrm>
              <a:off x="2867227" y="502450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CB1AB">
                <a:alpha val="100000"/>
              </a:srgbClr>
            </a:solidFill>
            <a:ln w="5420" cap="flat">
              <a:solidFill>
                <a:srgbClr val="4CB1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52" name="pg3352"/>
            <p:cNvSpPr/>
            <p:nvPr/>
          </p:nvSpPr>
          <p:spPr>
            <a:xfrm>
              <a:off x="2878865" y="502450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AAFAB">
                <a:alpha val="100000"/>
              </a:srgbClr>
            </a:solidFill>
            <a:ln w="5420" cap="flat">
              <a:solidFill>
                <a:srgbClr val="4AAF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53" name="pg3353"/>
            <p:cNvSpPr/>
            <p:nvPr/>
          </p:nvSpPr>
          <p:spPr>
            <a:xfrm>
              <a:off x="2890502" y="502450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AAEAB">
                <a:alpha val="100000"/>
              </a:srgbClr>
            </a:solidFill>
            <a:ln w="5420" cap="flat">
              <a:solidFill>
                <a:srgbClr val="4AAE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54" name="pg3354"/>
            <p:cNvSpPr/>
            <p:nvPr/>
          </p:nvSpPr>
          <p:spPr>
            <a:xfrm>
              <a:off x="2902139" y="502450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AAEAB">
                <a:alpha val="100000"/>
              </a:srgbClr>
            </a:solidFill>
            <a:ln w="5420" cap="flat">
              <a:solidFill>
                <a:srgbClr val="4AAE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55" name="pg3355"/>
            <p:cNvSpPr/>
            <p:nvPr/>
          </p:nvSpPr>
          <p:spPr>
            <a:xfrm>
              <a:off x="2913777" y="502450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AAFAB">
                <a:alpha val="100000"/>
              </a:srgbClr>
            </a:solidFill>
            <a:ln w="5420" cap="flat">
              <a:solidFill>
                <a:srgbClr val="4AAF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56" name="pg3356"/>
            <p:cNvSpPr/>
            <p:nvPr/>
          </p:nvSpPr>
          <p:spPr>
            <a:xfrm>
              <a:off x="2925414" y="502450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BB0AB">
                <a:alpha val="100000"/>
              </a:srgbClr>
            </a:solidFill>
            <a:ln w="5420" cap="flat">
              <a:solidFill>
                <a:srgbClr val="4BB0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57" name="pg3357"/>
            <p:cNvSpPr/>
            <p:nvPr/>
          </p:nvSpPr>
          <p:spPr>
            <a:xfrm>
              <a:off x="2937051" y="502450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CB1AB">
                <a:alpha val="100000"/>
              </a:srgbClr>
            </a:solidFill>
            <a:ln w="5420" cap="flat">
              <a:solidFill>
                <a:srgbClr val="4CB1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58" name="pg3358"/>
            <p:cNvSpPr/>
            <p:nvPr/>
          </p:nvSpPr>
          <p:spPr>
            <a:xfrm>
              <a:off x="4403355" y="502450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8ACAB">
                <a:alpha val="100000"/>
              </a:srgbClr>
            </a:solidFill>
            <a:ln w="5420" cap="flat">
              <a:solidFill>
                <a:srgbClr val="48AC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59" name="pg3359"/>
            <p:cNvSpPr/>
            <p:nvPr/>
          </p:nvSpPr>
          <p:spPr>
            <a:xfrm>
              <a:off x="4414992" y="502450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8ACAA">
                <a:alpha val="100000"/>
              </a:srgbClr>
            </a:solidFill>
            <a:ln w="5420" cap="flat">
              <a:solidFill>
                <a:srgbClr val="48AC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60" name="pg3360"/>
            <p:cNvSpPr/>
            <p:nvPr/>
          </p:nvSpPr>
          <p:spPr>
            <a:xfrm>
              <a:off x="4426630" y="502450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7ABAA">
                <a:alpha val="100000"/>
              </a:srgbClr>
            </a:solidFill>
            <a:ln w="5420" cap="flat">
              <a:solidFill>
                <a:srgbClr val="47AB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61" name="pg3361"/>
            <p:cNvSpPr/>
            <p:nvPr/>
          </p:nvSpPr>
          <p:spPr>
            <a:xfrm>
              <a:off x="4438267" y="502450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7ABAA">
                <a:alpha val="100000"/>
              </a:srgbClr>
            </a:solidFill>
            <a:ln w="5420" cap="flat">
              <a:solidFill>
                <a:srgbClr val="47AB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62" name="pg3362"/>
            <p:cNvSpPr/>
            <p:nvPr/>
          </p:nvSpPr>
          <p:spPr>
            <a:xfrm>
              <a:off x="4449904" y="502450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6AAAA">
                <a:alpha val="100000"/>
              </a:srgbClr>
            </a:solidFill>
            <a:ln w="5420" cap="flat">
              <a:solidFill>
                <a:srgbClr val="46AA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63" name="pg3363"/>
            <p:cNvSpPr/>
            <p:nvPr/>
          </p:nvSpPr>
          <p:spPr>
            <a:xfrm>
              <a:off x="4461542" y="502450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6AAAA">
                <a:alpha val="100000"/>
              </a:srgbClr>
            </a:solidFill>
            <a:ln w="5420" cap="flat">
              <a:solidFill>
                <a:srgbClr val="46AA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64" name="pg3364"/>
            <p:cNvSpPr/>
            <p:nvPr/>
          </p:nvSpPr>
          <p:spPr>
            <a:xfrm>
              <a:off x="4473179" y="502450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6A9AA">
                <a:alpha val="100000"/>
              </a:srgbClr>
            </a:solidFill>
            <a:ln w="5420" cap="flat">
              <a:solidFill>
                <a:srgbClr val="46A9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65" name="pg3365"/>
            <p:cNvSpPr/>
            <p:nvPr/>
          </p:nvSpPr>
          <p:spPr>
            <a:xfrm>
              <a:off x="4484816" y="502450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5A9AA">
                <a:alpha val="100000"/>
              </a:srgbClr>
            </a:solidFill>
            <a:ln w="5420" cap="flat">
              <a:solidFill>
                <a:srgbClr val="45A9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66" name="pg3366"/>
            <p:cNvSpPr/>
            <p:nvPr/>
          </p:nvSpPr>
          <p:spPr>
            <a:xfrm>
              <a:off x="4647739" y="502450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1A4AA">
                <a:alpha val="100000"/>
              </a:srgbClr>
            </a:solidFill>
            <a:ln w="5420" cap="flat">
              <a:solidFill>
                <a:srgbClr val="41A4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67" name="pg3367"/>
            <p:cNvSpPr/>
            <p:nvPr/>
          </p:nvSpPr>
          <p:spPr>
            <a:xfrm>
              <a:off x="4659376" y="502450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1A4AA">
                <a:alpha val="100000"/>
              </a:srgbClr>
            </a:solidFill>
            <a:ln w="5420" cap="flat">
              <a:solidFill>
                <a:srgbClr val="41A4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68" name="pg3368"/>
            <p:cNvSpPr/>
            <p:nvPr/>
          </p:nvSpPr>
          <p:spPr>
            <a:xfrm>
              <a:off x="4671013" y="502450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1A4AA">
                <a:alpha val="100000"/>
              </a:srgbClr>
            </a:solidFill>
            <a:ln w="5420" cap="flat">
              <a:solidFill>
                <a:srgbClr val="41A4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69" name="pg3369"/>
            <p:cNvSpPr/>
            <p:nvPr/>
          </p:nvSpPr>
          <p:spPr>
            <a:xfrm>
              <a:off x="4682651" y="502450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1A4AA">
                <a:alpha val="100000"/>
              </a:srgbClr>
            </a:solidFill>
            <a:ln w="5420" cap="flat">
              <a:solidFill>
                <a:srgbClr val="41A4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70" name="pg3370"/>
            <p:cNvSpPr/>
            <p:nvPr/>
          </p:nvSpPr>
          <p:spPr>
            <a:xfrm>
              <a:off x="4694288" y="502450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1A4AA">
                <a:alpha val="100000"/>
              </a:srgbClr>
            </a:solidFill>
            <a:ln w="5420" cap="flat">
              <a:solidFill>
                <a:srgbClr val="41A4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71" name="pg3371"/>
            <p:cNvSpPr/>
            <p:nvPr/>
          </p:nvSpPr>
          <p:spPr>
            <a:xfrm>
              <a:off x="2855590" y="503880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DB2AB">
                <a:alpha val="100000"/>
              </a:srgbClr>
            </a:solidFill>
            <a:ln w="5420" cap="flat">
              <a:solidFill>
                <a:srgbClr val="4DB2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72" name="pg3372"/>
            <p:cNvSpPr/>
            <p:nvPr/>
          </p:nvSpPr>
          <p:spPr>
            <a:xfrm>
              <a:off x="2867227" y="503880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CB2AB">
                <a:alpha val="100000"/>
              </a:srgbClr>
            </a:solidFill>
            <a:ln w="5420" cap="flat">
              <a:solidFill>
                <a:srgbClr val="4CB2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73" name="pg3373"/>
            <p:cNvSpPr/>
            <p:nvPr/>
          </p:nvSpPr>
          <p:spPr>
            <a:xfrm>
              <a:off x="2878865" y="503880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BB0AB">
                <a:alpha val="100000"/>
              </a:srgbClr>
            </a:solidFill>
            <a:ln w="5420" cap="flat">
              <a:solidFill>
                <a:srgbClr val="4BB0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74" name="pg3374"/>
            <p:cNvSpPr/>
            <p:nvPr/>
          </p:nvSpPr>
          <p:spPr>
            <a:xfrm>
              <a:off x="2890502" y="503880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BB0AB">
                <a:alpha val="100000"/>
              </a:srgbClr>
            </a:solidFill>
            <a:ln w="5420" cap="flat">
              <a:solidFill>
                <a:srgbClr val="4BB0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75" name="pg3375"/>
            <p:cNvSpPr/>
            <p:nvPr/>
          </p:nvSpPr>
          <p:spPr>
            <a:xfrm>
              <a:off x="2902139" y="503880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BB0AB">
                <a:alpha val="100000"/>
              </a:srgbClr>
            </a:solidFill>
            <a:ln w="5420" cap="flat">
              <a:solidFill>
                <a:srgbClr val="4BB0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76" name="pg3376"/>
            <p:cNvSpPr/>
            <p:nvPr/>
          </p:nvSpPr>
          <p:spPr>
            <a:xfrm>
              <a:off x="2913777" y="503880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BB0AB">
                <a:alpha val="100000"/>
              </a:srgbClr>
            </a:solidFill>
            <a:ln w="5420" cap="flat">
              <a:solidFill>
                <a:srgbClr val="4BB0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77" name="pg3377"/>
            <p:cNvSpPr/>
            <p:nvPr/>
          </p:nvSpPr>
          <p:spPr>
            <a:xfrm>
              <a:off x="2925414" y="503880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CB1AB">
                <a:alpha val="100000"/>
              </a:srgbClr>
            </a:solidFill>
            <a:ln w="5420" cap="flat">
              <a:solidFill>
                <a:srgbClr val="4CB1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78" name="pg3378"/>
            <p:cNvSpPr/>
            <p:nvPr/>
          </p:nvSpPr>
          <p:spPr>
            <a:xfrm>
              <a:off x="4403355" y="503880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9ADAB">
                <a:alpha val="100000"/>
              </a:srgbClr>
            </a:solidFill>
            <a:ln w="5420" cap="flat">
              <a:solidFill>
                <a:srgbClr val="49AD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79" name="pg3379"/>
            <p:cNvSpPr/>
            <p:nvPr/>
          </p:nvSpPr>
          <p:spPr>
            <a:xfrm>
              <a:off x="4414992" y="503880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8ACAA">
                <a:alpha val="100000"/>
              </a:srgbClr>
            </a:solidFill>
            <a:ln w="5420" cap="flat">
              <a:solidFill>
                <a:srgbClr val="48AC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80" name="pg3380"/>
            <p:cNvSpPr/>
            <p:nvPr/>
          </p:nvSpPr>
          <p:spPr>
            <a:xfrm>
              <a:off x="4426630" y="503880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8ACAA">
                <a:alpha val="100000"/>
              </a:srgbClr>
            </a:solidFill>
            <a:ln w="5420" cap="flat">
              <a:solidFill>
                <a:srgbClr val="48AC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81" name="pg3381"/>
            <p:cNvSpPr/>
            <p:nvPr/>
          </p:nvSpPr>
          <p:spPr>
            <a:xfrm>
              <a:off x="4438267" y="503880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7ABAA">
                <a:alpha val="100000"/>
              </a:srgbClr>
            </a:solidFill>
            <a:ln w="5420" cap="flat">
              <a:solidFill>
                <a:srgbClr val="47AB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82" name="pg3382"/>
            <p:cNvSpPr/>
            <p:nvPr/>
          </p:nvSpPr>
          <p:spPr>
            <a:xfrm>
              <a:off x="4449904" y="503880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7ABAA">
                <a:alpha val="100000"/>
              </a:srgbClr>
            </a:solidFill>
            <a:ln w="5420" cap="flat">
              <a:solidFill>
                <a:srgbClr val="47AB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83" name="pg3383"/>
            <p:cNvSpPr/>
            <p:nvPr/>
          </p:nvSpPr>
          <p:spPr>
            <a:xfrm>
              <a:off x="4461542" y="503880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6AAAA">
                <a:alpha val="100000"/>
              </a:srgbClr>
            </a:solidFill>
            <a:ln w="5420" cap="flat">
              <a:solidFill>
                <a:srgbClr val="46AA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84" name="pg3384"/>
            <p:cNvSpPr/>
            <p:nvPr/>
          </p:nvSpPr>
          <p:spPr>
            <a:xfrm>
              <a:off x="4473179" y="503880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6AAAA">
                <a:alpha val="100000"/>
              </a:srgbClr>
            </a:solidFill>
            <a:ln w="5420" cap="flat">
              <a:solidFill>
                <a:srgbClr val="46AA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85" name="pg3385"/>
            <p:cNvSpPr/>
            <p:nvPr/>
          </p:nvSpPr>
          <p:spPr>
            <a:xfrm>
              <a:off x="4484816" y="503880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6A9AA">
                <a:alpha val="100000"/>
              </a:srgbClr>
            </a:solidFill>
            <a:ln w="5420" cap="flat">
              <a:solidFill>
                <a:srgbClr val="46A9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86" name="pg3386"/>
            <p:cNvSpPr/>
            <p:nvPr/>
          </p:nvSpPr>
          <p:spPr>
            <a:xfrm>
              <a:off x="4647739" y="503880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2A5AA">
                <a:alpha val="100000"/>
              </a:srgbClr>
            </a:solidFill>
            <a:ln w="5420" cap="flat">
              <a:solidFill>
                <a:srgbClr val="42A5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87" name="pg3387"/>
            <p:cNvSpPr/>
            <p:nvPr/>
          </p:nvSpPr>
          <p:spPr>
            <a:xfrm>
              <a:off x="4659376" y="503880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2A5AA">
                <a:alpha val="100000"/>
              </a:srgbClr>
            </a:solidFill>
            <a:ln w="5420" cap="flat">
              <a:solidFill>
                <a:srgbClr val="42A5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88" name="pg3388"/>
            <p:cNvSpPr/>
            <p:nvPr/>
          </p:nvSpPr>
          <p:spPr>
            <a:xfrm>
              <a:off x="4671013" y="503880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2A5AA">
                <a:alpha val="100000"/>
              </a:srgbClr>
            </a:solidFill>
            <a:ln w="5420" cap="flat">
              <a:solidFill>
                <a:srgbClr val="42A5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89" name="pg3389"/>
            <p:cNvSpPr/>
            <p:nvPr/>
          </p:nvSpPr>
          <p:spPr>
            <a:xfrm>
              <a:off x="4682651" y="503880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2A5AA">
                <a:alpha val="100000"/>
              </a:srgbClr>
            </a:solidFill>
            <a:ln w="5420" cap="flat">
              <a:solidFill>
                <a:srgbClr val="42A5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90" name="pg3390"/>
            <p:cNvSpPr/>
            <p:nvPr/>
          </p:nvSpPr>
          <p:spPr>
            <a:xfrm>
              <a:off x="4694288" y="503880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2A5AA">
                <a:alpha val="100000"/>
              </a:srgbClr>
            </a:solidFill>
            <a:ln w="5420" cap="flat">
              <a:solidFill>
                <a:srgbClr val="42A5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91" name="pg3391"/>
            <p:cNvSpPr/>
            <p:nvPr/>
          </p:nvSpPr>
          <p:spPr>
            <a:xfrm>
              <a:off x="2832315" y="505310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FB5AB">
                <a:alpha val="100000"/>
              </a:srgbClr>
            </a:solidFill>
            <a:ln w="5420" cap="flat">
              <a:solidFill>
                <a:srgbClr val="4FB5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92" name="pg3392"/>
            <p:cNvSpPr/>
            <p:nvPr/>
          </p:nvSpPr>
          <p:spPr>
            <a:xfrm>
              <a:off x="2843953" y="505310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FB5AB">
                <a:alpha val="100000"/>
              </a:srgbClr>
            </a:solidFill>
            <a:ln w="5420" cap="flat">
              <a:solidFill>
                <a:srgbClr val="4FB5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93" name="pg3393"/>
            <p:cNvSpPr/>
            <p:nvPr/>
          </p:nvSpPr>
          <p:spPr>
            <a:xfrm>
              <a:off x="2867227" y="505310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DB3AB">
                <a:alpha val="100000"/>
              </a:srgbClr>
            </a:solidFill>
            <a:ln w="5420" cap="flat">
              <a:solidFill>
                <a:srgbClr val="4DB3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94" name="pg3394"/>
            <p:cNvSpPr/>
            <p:nvPr/>
          </p:nvSpPr>
          <p:spPr>
            <a:xfrm>
              <a:off x="2878865" y="505310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CB1AB">
                <a:alpha val="100000"/>
              </a:srgbClr>
            </a:solidFill>
            <a:ln w="5420" cap="flat">
              <a:solidFill>
                <a:srgbClr val="4CB1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95" name="pg3395"/>
            <p:cNvSpPr/>
            <p:nvPr/>
          </p:nvSpPr>
          <p:spPr>
            <a:xfrm>
              <a:off x="2890502" y="505310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CB1AB">
                <a:alpha val="100000"/>
              </a:srgbClr>
            </a:solidFill>
            <a:ln w="5420" cap="flat">
              <a:solidFill>
                <a:srgbClr val="4CB1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96" name="pg3396"/>
            <p:cNvSpPr/>
            <p:nvPr/>
          </p:nvSpPr>
          <p:spPr>
            <a:xfrm>
              <a:off x="2902139" y="505310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CB1AB">
                <a:alpha val="100000"/>
              </a:srgbClr>
            </a:solidFill>
            <a:ln w="5420" cap="flat">
              <a:solidFill>
                <a:srgbClr val="4CB1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97" name="pg3397"/>
            <p:cNvSpPr/>
            <p:nvPr/>
          </p:nvSpPr>
          <p:spPr>
            <a:xfrm>
              <a:off x="2913777" y="505310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DB2AB">
                <a:alpha val="100000"/>
              </a:srgbClr>
            </a:solidFill>
            <a:ln w="5420" cap="flat">
              <a:solidFill>
                <a:srgbClr val="4DB2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98" name="pg3398"/>
            <p:cNvSpPr/>
            <p:nvPr/>
          </p:nvSpPr>
          <p:spPr>
            <a:xfrm>
              <a:off x="4403355" y="505310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9ADAB">
                <a:alpha val="100000"/>
              </a:srgbClr>
            </a:solidFill>
            <a:ln w="5420" cap="flat">
              <a:solidFill>
                <a:srgbClr val="49AD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99" name="pg3399"/>
            <p:cNvSpPr/>
            <p:nvPr/>
          </p:nvSpPr>
          <p:spPr>
            <a:xfrm>
              <a:off x="4414992" y="505310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8ADAB">
                <a:alpha val="100000"/>
              </a:srgbClr>
            </a:solidFill>
            <a:ln w="5420" cap="flat">
              <a:solidFill>
                <a:srgbClr val="48AD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00" name="pg3400"/>
            <p:cNvSpPr/>
            <p:nvPr/>
          </p:nvSpPr>
          <p:spPr>
            <a:xfrm>
              <a:off x="4426630" y="505310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8ACAA">
                <a:alpha val="100000"/>
              </a:srgbClr>
            </a:solidFill>
            <a:ln w="5420" cap="flat">
              <a:solidFill>
                <a:srgbClr val="48AC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01" name="pg3401"/>
            <p:cNvSpPr/>
            <p:nvPr/>
          </p:nvSpPr>
          <p:spPr>
            <a:xfrm>
              <a:off x="4438267" y="505310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8ABAA">
                <a:alpha val="100000"/>
              </a:srgbClr>
            </a:solidFill>
            <a:ln w="5420" cap="flat">
              <a:solidFill>
                <a:srgbClr val="48AB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02" name="pg3402"/>
            <p:cNvSpPr/>
            <p:nvPr/>
          </p:nvSpPr>
          <p:spPr>
            <a:xfrm>
              <a:off x="4449904" y="505310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7ABAA">
                <a:alpha val="100000"/>
              </a:srgbClr>
            </a:solidFill>
            <a:ln w="5420" cap="flat">
              <a:solidFill>
                <a:srgbClr val="47AB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03" name="pg3403"/>
            <p:cNvSpPr/>
            <p:nvPr/>
          </p:nvSpPr>
          <p:spPr>
            <a:xfrm>
              <a:off x="4461542" y="505310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7ABAA">
                <a:alpha val="100000"/>
              </a:srgbClr>
            </a:solidFill>
            <a:ln w="5420" cap="flat">
              <a:solidFill>
                <a:srgbClr val="47AB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04" name="pg3404"/>
            <p:cNvSpPr/>
            <p:nvPr/>
          </p:nvSpPr>
          <p:spPr>
            <a:xfrm>
              <a:off x="4473179" y="505310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6AAAA">
                <a:alpha val="100000"/>
              </a:srgbClr>
            </a:solidFill>
            <a:ln w="5420" cap="flat">
              <a:solidFill>
                <a:srgbClr val="46AA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05" name="pg3405"/>
            <p:cNvSpPr/>
            <p:nvPr/>
          </p:nvSpPr>
          <p:spPr>
            <a:xfrm>
              <a:off x="4484816" y="505310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6AAAA">
                <a:alpha val="100000"/>
              </a:srgbClr>
            </a:solidFill>
            <a:ln w="5420" cap="flat">
              <a:solidFill>
                <a:srgbClr val="46AA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06" name="pg3406"/>
            <p:cNvSpPr/>
            <p:nvPr/>
          </p:nvSpPr>
          <p:spPr>
            <a:xfrm>
              <a:off x="4647739" y="505310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2A5AA">
                <a:alpha val="100000"/>
              </a:srgbClr>
            </a:solidFill>
            <a:ln w="5420" cap="flat">
              <a:solidFill>
                <a:srgbClr val="42A5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07" name="pg3407"/>
            <p:cNvSpPr/>
            <p:nvPr/>
          </p:nvSpPr>
          <p:spPr>
            <a:xfrm>
              <a:off x="4659376" y="505310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2A5AA">
                <a:alpha val="100000"/>
              </a:srgbClr>
            </a:solidFill>
            <a:ln w="5420" cap="flat">
              <a:solidFill>
                <a:srgbClr val="42A5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08" name="pg3408"/>
            <p:cNvSpPr/>
            <p:nvPr/>
          </p:nvSpPr>
          <p:spPr>
            <a:xfrm>
              <a:off x="4671013" y="505310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2A5AA">
                <a:alpha val="100000"/>
              </a:srgbClr>
            </a:solidFill>
            <a:ln w="5420" cap="flat">
              <a:solidFill>
                <a:srgbClr val="42A5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09" name="pg3409"/>
            <p:cNvSpPr/>
            <p:nvPr/>
          </p:nvSpPr>
          <p:spPr>
            <a:xfrm>
              <a:off x="4682651" y="505310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2A5AA">
                <a:alpha val="100000"/>
              </a:srgbClr>
            </a:solidFill>
            <a:ln w="5420" cap="flat">
              <a:solidFill>
                <a:srgbClr val="42A5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10" name="pg3410"/>
            <p:cNvSpPr/>
            <p:nvPr/>
          </p:nvSpPr>
          <p:spPr>
            <a:xfrm>
              <a:off x="4694288" y="505310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2A5AA">
                <a:alpha val="100000"/>
              </a:srgbClr>
            </a:solidFill>
            <a:ln w="5420" cap="flat">
              <a:solidFill>
                <a:srgbClr val="42A5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11" name="pg3411"/>
            <p:cNvSpPr/>
            <p:nvPr/>
          </p:nvSpPr>
          <p:spPr>
            <a:xfrm>
              <a:off x="2820678" y="506741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0B7AB">
                <a:alpha val="100000"/>
              </a:srgbClr>
            </a:solidFill>
            <a:ln w="5420" cap="flat">
              <a:solidFill>
                <a:srgbClr val="50B7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12" name="pg3412"/>
            <p:cNvSpPr/>
            <p:nvPr/>
          </p:nvSpPr>
          <p:spPr>
            <a:xfrm>
              <a:off x="2832315" y="506741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0B6AB">
                <a:alpha val="100000"/>
              </a:srgbClr>
            </a:solidFill>
            <a:ln w="5420" cap="flat">
              <a:solidFill>
                <a:srgbClr val="50B6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13" name="pg3413"/>
            <p:cNvSpPr/>
            <p:nvPr/>
          </p:nvSpPr>
          <p:spPr>
            <a:xfrm>
              <a:off x="2843953" y="506741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FB5AB">
                <a:alpha val="100000"/>
              </a:srgbClr>
            </a:solidFill>
            <a:ln w="5420" cap="flat">
              <a:solidFill>
                <a:srgbClr val="4FB5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14" name="pg3414"/>
            <p:cNvSpPr/>
            <p:nvPr/>
          </p:nvSpPr>
          <p:spPr>
            <a:xfrm>
              <a:off x="2855590" y="506741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FB4AB">
                <a:alpha val="100000"/>
              </a:srgbClr>
            </a:solidFill>
            <a:ln w="5420" cap="flat">
              <a:solidFill>
                <a:srgbClr val="4FB4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15" name="pg3415"/>
            <p:cNvSpPr/>
            <p:nvPr/>
          </p:nvSpPr>
          <p:spPr>
            <a:xfrm>
              <a:off x="2867227" y="506741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EB4AB">
                <a:alpha val="100000"/>
              </a:srgbClr>
            </a:solidFill>
            <a:ln w="5420" cap="flat">
              <a:solidFill>
                <a:srgbClr val="4EB4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16" name="pg3416"/>
            <p:cNvSpPr/>
            <p:nvPr/>
          </p:nvSpPr>
          <p:spPr>
            <a:xfrm>
              <a:off x="2878865" y="506741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DB3AB">
                <a:alpha val="100000"/>
              </a:srgbClr>
            </a:solidFill>
            <a:ln w="5420" cap="flat">
              <a:solidFill>
                <a:srgbClr val="4DB3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17" name="pg3417"/>
            <p:cNvSpPr/>
            <p:nvPr/>
          </p:nvSpPr>
          <p:spPr>
            <a:xfrm>
              <a:off x="2890502" y="506741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DB3AB">
                <a:alpha val="100000"/>
              </a:srgbClr>
            </a:solidFill>
            <a:ln w="5420" cap="flat">
              <a:solidFill>
                <a:srgbClr val="4DB3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18" name="pg3418"/>
            <p:cNvSpPr/>
            <p:nvPr/>
          </p:nvSpPr>
          <p:spPr>
            <a:xfrm>
              <a:off x="2902139" y="506741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DB3AB">
                <a:alpha val="100000"/>
              </a:srgbClr>
            </a:solidFill>
            <a:ln w="5420" cap="flat">
              <a:solidFill>
                <a:srgbClr val="4DB3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19" name="pg3419"/>
            <p:cNvSpPr/>
            <p:nvPr/>
          </p:nvSpPr>
          <p:spPr>
            <a:xfrm>
              <a:off x="2913777" y="506741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EB3AB">
                <a:alpha val="100000"/>
              </a:srgbClr>
            </a:solidFill>
            <a:ln w="5420" cap="flat">
              <a:solidFill>
                <a:srgbClr val="4EB3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20" name="pg3420"/>
            <p:cNvSpPr/>
            <p:nvPr/>
          </p:nvSpPr>
          <p:spPr>
            <a:xfrm>
              <a:off x="4414992" y="506741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9ADAB">
                <a:alpha val="100000"/>
              </a:srgbClr>
            </a:solidFill>
            <a:ln w="5420" cap="flat">
              <a:solidFill>
                <a:srgbClr val="49AD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21" name="pg3421"/>
            <p:cNvSpPr/>
            <p:nvPr/>
          </p:nvSpPr>
          <p:spPr>
            <a:xfrm>
              <a:off x="4426630" y="506741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8ACAA">
                <a:alpha val="100000"/>
              </a:srgbClr>
            </a:solidFill>
            <a:ln w="5420" cap="flat">
              <a:solidFill>
                <a:srgbClr val="48AC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22" name="pg3422"/>
            <p:cNvSpPr/>
            <p:nvPr/>
          </p:nvSpPr>
          <p:spPr>
            <a:xfrm>
              <a:off x="4438267" y="506741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8ACAA">
                <a:alpha val="100000"/>
              </a:srgbClr>
            </a:solidFill>
            <a:ln w="5420" cap="flat">
              <a:solidFill>
                <a:srgbClr val="48AC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23" name="pg3423"/>
            <p:cNvSpPr/>
            <p:nvPr/>
          </p:nvSpPr>
          <p:spPr>
            <a:xfrm>
              <a:off x="4449904" y="506741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7ABAA">
                <a:alpha val="100000"/>
              </a:srgbClr>
            </a:solidFill>
            <a:ln w="5420" cap="flat">
              <a:solidFill>
                <a:srgbClr val="47AB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24" name="pg3424"/>
            <p:cNvSpPr/>
            <p:nvPr/>
          </p:nvSpPr>
          <p:spPr>
            <a:xfrm>
              <a:off x="4461542" y="506741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7ABAA">
                <a:alpha val="100000"/>
              </a:srgbClr>
            </a:solidFill>
            <a:ln w="5420" cap="flat">
              <a:solidFill>
                <a:srgbClr val="47AB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25" name="pg3425"/>
            <p:cNvSpPr/>
            <p:nvPr/>
          </p:nvSpPr>
          <p:spPr>
            <a:xfrm>
              <a:off x="4473179" y="506741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7AAAA">
                <a:alpha val="100000"/>
              </a:srgbClr>
            </a:solidFill>
            <a:ln w="5420" cap="flat">
              <a:solidFill>
                <a:srgbClr val="47AA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26" name="pg3426"/>
            <p:cNvSpPr/>
            <p:nvPr/>
          </p:nvSpPr>
          <p:spPr>
            <a:xfrm>
              <a:off x="4659376" y="506741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3A6AA">
                <a:alpha val="100000"/>
              </a:srgbClr>
            </a:solidFill>
            <a:ln w="5420" cap="flat">
              <a:solidFill>
                <a:srgbClr val="43A6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27" name="pg3427"/>
            <p:cNvSpPr/>
            <p:nvPr/>
          </p:nvSpPr>
          <p:spPr>
            <a:xfrm>
              <a:off x="4671013" y="506741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3A6AA">
                <a:alpha val="100000"/>
              </a:srgbClr>
            </a:solidFill>
            <a:ln w="5420" cap="flat">
              <a:solidFill>
                <a:srgbClr val="43A6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28" name="pg3428"/>
            <p:cNvSpPr/>
            <p:nvPr/>
          </p:nvSpPr>
          <p:spPr>
            <a:xfrm>
              <a:off x="4682651" y="506741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3A6AA">
                <a:alpha val="100000"/>
              </a:srgbClr>
            </a:solidFill>
            <a:ln w="5420" cap="flat">
              <a:solidFill>
                <a:srgbClr val="43A6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29" name="pg3429"/>
            <p:cNvSpPr/>
            <p:nvPr/>
          </p:nvSpPr>
          <p:spPr>
            <a:xfrm>
              <a:off x="4694288" y="506741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3A6AA">
                <a:alpha val="100000"/>
              </a:srgbClr>
            </a:solidFill>
            <a:ln w="5420" cap="flat">
              <a:solidFill>
                <a:srgbClr val="43A6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30" name="pg3430"/>
            <p:cNvSpPr/>
            <p:nvPr/>
          </p:nvSpPr>
          <p:spPr>
            <a:xfrm>
              <a:off x="4705925" y="506741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3A6AA">
                <a:alpha val="100000"/>
              </a:srgbClr>
            </a:solidFill>
            <a:ln w="5420" cap="flat">
              <a:solidFill>
                <a:srgbClr val="43A6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31" name="pg3431"/>
            <p:cNvSpPr/>
            <p:nvPr/>
          </p:nvSpPr>
          <p:spPr>
            <a:xfrm>
              <a:off x="2820678" y="508171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1B7AB">
                <a:alpha val="100000"/>
              </a:srgbClr>
            </a:solidFill>
            <a:ln w="5420" cap="flat">
              <a:solidFill>
                <a:srgbClr val="51B7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32" name="pg3432"/>
            <p:cNvSpPr/>
            <p:nvPr/>
          </p:nvSpPr>
          <p:spPr>
            <a:xfrm>
              <a:off x="2832315" y="508171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0B7AB">
                <a:alpha val="100000"/>
              </a:srgbClr>
            </a:solidFill>
            <a:ln w="5420" cap="flat">
              <a:solidFill>
                <a:srgbClr val="50B7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33" name="pg3433"/>
            <p:cNvSpPr/>
            <p:nvPr/>
          </p:nvSpPr>
          <p:spPr>
            <a:xfrm>
              <a:off x="2843953" y="508171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0B6AB">
                <a:alpha val="100000"/>
              </a:srgbClr>
            </a:solidFill>
            <a:ln w="5420" cap="flat">
              <a:solidFill>
                <a:srgbClr val="50B6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34" name="pg3434"/>
            <p:cNvSpPr/>
            <p:nvPr/>
          </p:nvSpPr>
          <p:spPr>
            <a:xfrm>
              <a:off x="2855590" y="508171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FB6AB">
                <a:alpha val="100000"/>
              </a:srgbClr>
            </a:solidFill>
            <a:ln w="5420" cap="flat">
              <a:solidFill>
                <a:srgbClr val="4FB6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35" name="pg3435"/>
            <p:cNvSpPr/>
            <p:nvPr/>
          </p:nvSpPr>
          <p:spPr>
            <a:xfrm>
              <a:off x="2867227" y="508171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FB5AB">
                <a:alpha val="100000"/>
              </a:srgbClr>
            </a:solidFill>
            <a:ln w="5420" cap="flat">
              <a:solidFill>
                <a:srgbClr val="4FB5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36" name="pg3436"/>
            <p:cNvSpPr/>
            <p:nvPr/>
          </p:nvSpPr>
          <p:spPr>
            <a:xfrm>
              <a:off x="2878865" y="508171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FB4AB">
                <a:alpha val="100000"/>
              </a:srgbClr>
            </a:solidFill>
            <a:ln w="5420" cap="flat">
              <a:solidFill>
                <a:srgbClr val="4FB4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37" name="pg3437"/>
            <p:cNvSpPr/>
            <p:nvPr/>
          </p:nvSpPr>
          <p:spPr>
            <a:xfrm>
              <a:off x="2890502" y="508171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FB4AB">
                <a:alpha val="100000"/>
              </a:srgbClr>
            </a:solidFill>
            <a:ln w="5420" cap="flat">
              <a:solidFill>
                <a:srgbClr val="4FB4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38" name="pg3438"/>
            <p:cNvSpPr/>
            <p:nvPr/>
          </p:nvSpPr>
          <p:spPr>
            <a:xfrm>
              <a:off x="2902139" y="508171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FB5AB">
                <a:alpha val="100000"/>
              </a:srgbClr>
            </a:solidFill>
            <a:ln w="5420" cap="flat">
              <a:solidFill>
                <a:srgbClr val="4FB5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39" name="pg3439"/>
            <p:cNvSpPr/>
            <p:nvPr/>
          </p:nvSpPr>
          <p:spPr>
            <a:xfrm>
              <a:off x="4414992" y="508171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9ADAB">
                <a:alpha val="100000"/>
              </a:srgbClr>
            </a:solidFill>
            <a:ln w="5420" cap="flat">
              <a:solidFill>
                <a:srgbClr val="49AD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40" name="pg3440"/>
            <p:cNvSpPr/>
            <p:nvPr/>
          </p:nvSpPr>
          <p:spPr>
            <a:xfrm>
              <a:off x="4426630" y="508171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8ADAB">
                <a:alpha val="100000"/>
              </a:srgbClr>
            </a:solidFill>
            <a:ln w="5420" cap="flat">
              <a:solidFill>
                <a:srgbClr val="48AD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41" name="pg3441"/>
            <p:cNvSpPr/>
            <p:nvPr/>
          </p:nvSpPr>
          <p:spPr>
            <a:xfrm>
              <a:off x="4438267" y="508171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8ACAA">
                <a:alpha val="100000"/>
              </a:srgbClr>
            </a:solidFill>
            <a:ln w="5420" cap="flat">
              <a:solidFill>
                <a:srgbClr val="48AC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42" name="pg3442"/>
            <p:cNvSpPr/>
            <p:nvPr/>
          </p:nvSpPr>
          <p:spPr>
            <a:xfrm>
              <a:off x="4449904" y="508171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8ACAA">
                <a:alpha val="100000"/>
              </a:srgbClr>
            </a:solidFill>
            <a:ln w="5420" cap="flat">
              <a:solidFill>
                <a:srgbClr val="48AC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43" name="pg3443"/>
            <p:cNvSpPr/>
            <p:nvPr/>
          </p:nvSpPr>
          <p:spPr>
            <a:xfrm>
              <a:off x="4461542" y="508171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7ABAA">
                <a:alpha val="100000"/>
              </a:srgbClr>
            </a:solidFill>
            <a:ln w="5420" cap="flat">
              <a:solidFill>
                <a:srgbClr val="47AB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44" name="pg3444"/>
            <p:cNvSpPr/>
            <p:nvPr/>
          </p:nvSpPr>
          <p:spPr>
            <a:xfrm>
              <a:off x="4659376" y="508171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3A6AA">
                <a:alpha val="100000"/>
              </a:srgbClr>
            </a:solidFill>
            <a:ln w="5420" cap="flat">
              <a:solidFill>
                <a:srgbClr val="43A6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45" name="pg3445"/>
            <p:cNvSpPr/>
            <p:nvPr/>
          </p:nvSpPr>
          <p:spPr>
            <a:xfrm>
              <a:off x="4671013" y="508171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3A6AA">
                <a:alpha val="100000"/>
              </a:srgbClr>
            </a:solidFill>
            <a:ln w="5420" cap="flat">
              <a:solidFill>
                <a:srgbClr val="43A6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46" name="pg3446"/>
            <p:cNvSpPr/>
            <p:nvPr/>
          </p:nvSpPr>
          <p:spPr>
            <a:xfrm>
              <a:off x="4682651" y="508171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3A6AA">
                <a:alpha val="100000"/>
              </a:srgbClr>
            </a:solidFill>
            <a:ln w="5420" cap="flat">
              <a:solidFill>
                <a:srgbClr val="43A6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47" name="pg3447"/>
            <p:cNvSpPr/>
            <p:nvPr/>
          </p:nvSpPr>
          <p:spPr>
            <a:xfrm>
              <a:off x="4694288" y="508171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3A6AA">
                <a:alpha val="100000"/>
              </a:srgbClr>
            </a:solidFill>
            <a:ln w="5420" cap="flat">
              <a:solidFill>
                <a:srgbClr val="43A6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48" name="pg3448"/>
            <p:cNvSpPr/>
            <p:nvPr/>
          </p:nvSpPr>
          <p:spPr>
            <a:xfrm>
              <a:off x="4705925" y="508171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3A6AA">
                <a:alpha val="100000"/>
              </a:srgbClr>
            </a:solidFill>
            <a:ln w="5420" cap="flat">
              <a:solidFill>
                <a:srgbClr val="43A6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49" name="pg3449"/>
            <p:cNvSpPr/>
            <p:nvPr/>
          </p:nvSpPr>
          <p:spPr>
            <a:xfrm>
              <a:off x="2820678" y="509601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2B9AB">
                <a:alpha val="100000"/>
              </a:srgbClr>
            </a:solidFill>
            <a:ln w="5420" cap="flat">
              <a:solidFill>
                <a:srgbClr val="52B9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50" name="pg3450"/>
            <p:cNvSpPr/>
            <p:nvPr/>
          </p:nvSpPr>
          <p:spPr>
            <a:xfrm>
              <a:off x="2832315" y="509601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2B8AB">
                <a:alpha val="100000"/>
              </a:srgbClr>
            </a:solidFill>
            <a:ln w="5420" cap="flat">
              <a:solidFill>
                <a:srgbClr val="52B8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51" name="pg3451"/>
            <p:cNvSpPr/>
            <p:nvPr/>
          </p:nvSpPr>
          <p:spPr>
            <a:xfrm>
              <a:off x="2843953" y="509601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1B8AB">
                <a:alpha val="100000"/>
              </a:srgbClr>
            </a:solidFill>
            <a:ln w="5420" cap="flat">
              <a:solidFill>
                <a:srgbClr val="51B8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52" name="pg3452"/>
            <p:cNvSpPr/>
            <p:nvPr/>
          </p:nvSpPr>
          <p:spPr>
            <a:xfrm>
              <a:off x="2855590" y="509601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1B8AB">
                <a:alpha val="100000"/>
              </a:srgbClr>
            </a:solidFill>
            <a:ln w="5420" cap="flat">
              <a:solidFill>
                <a:srgbClr val="51B8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53" name="pg3453"/>
            <p:cNvSpPr/>
            <p:nvPr/>
          </p:nvSpPr>
          <p:spPr>
            <a:xfrm>
              <a:off x="2867227" y="509601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1B7AB">
                <a:alpha val="100000"/>
              </a:srgbClr>
            </a:solidFill>
            <a:ln w="5420" cap="flat">
              <a:solidFill>
                <a:srgbClr val="51B7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54" name="pg3454"/>
            <p:cNvSpPr/>
            <p:nvPr/>
          </p:nvSpPr>
          <p:spPr>
            <a:xfrm>
              <a:off x="2878865" y="509601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1B7AB">
                <a:alpha val="100000"/>
              </a:srgbClr>
            </a:solidFill>
            <a:ln w="5420" cap="flat">
              <a:solidFill>
                <a:srgbClr val="51B7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55" name="pg3455"/>
            <p:cNvSpPr/>
            <p:nvPr/>
          </p:nvSpPr>
          <p:spPr>
            <a:xfrm>
              <a:off x="2890502" y="509601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1B7AB">
                <a:alpha val="100000"/>
              </a:srgbClr>
            </a:solidFill>
            <a:ln w="5420" cap="flat">
              <a:solidFill>
                <a:srgbClr val="51B7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56" name="pg3456"/>
            <p:cNvSpPr/>
            <p:nvPr/>
          </p:nvSpPr>
          <p:spPr>
            <a:xfrm>
              <a:off x="2902139" y="509601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1B7AB">
                <a:alpha val="100000"/>
              </a:srgbClr>
            </a:solidFill>
            <a:ln w="5420" cap="flat">
              <a:solidFill>
                <a:srgbClr val="51B7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57" name="pg3457"/>
            <p:cNvSpPr/>
            <p:nvPr/>
          </p:nvSpPr>
          <p:spPr>
            <a:xfrm>
              <a:off x="4414992" y="509601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9AEAB">
                <a:alpha val="100000"/>
              </a:srgbClr>
            </a:solidFill>
            <a:ln w="5420" cap="flat">
              <a:solidFill>
                <a:srgbClr val="49AE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58" name="pg3458"/>
            <p:cNvSpPr/>
            <p:nvPr/>
          </p:nvSpPr>
          <p:spPr>
            <a:xfrm>
              <a:off x="4426630" y="509601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9ADAB">
                <a:alpha val="100000"/>
              </a:srgbClr>
            </a:solidFill>
            <a:ln w="5420" cap="flat">
              <a:solidFill>
                <a:srgbClr val="49AD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59" name="pg3459"/>
            <p:cNvSpPr/>
            <p:nvPr/>
          </p:nvSpPr>
          <p:spPr>
            <a:xfrm>
              <a:off x="4438267" y="509601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9ADAB">
                <a:alpha val="100000"/>
              </a:srgbClr>
            </a:solidFill>
            <a:ln w="5420" cap="flat">
              <a:solidFill>
                <a:srgbClr val="49AD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60" name="pg3460"/>
            <p:cNvSpPr/>
            <p:nvPr/>
          </p:nvSpPr>
          <p:spPr>
            <a:xfrm>
              <a:off x="4449904" y="509601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8ACAB">
                <a:alpha val="100000"/>
              </a:srgbClr>
            </a:solidFill>
            <a:ln w="5420" cap="flat">
              <a:solidFill>
                <a:srgbClr val="48AC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61" name="pg3461"/>
            <p:cNvSpPr/>
            <p:nvPr/>
          </p:nvSpPr>
          <p:spPr>
            <a:xfrm>
              <a:off x="4461542" y="509601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8ACAA">
                <a:alpha val="100000"/>
              </a:srgbClr>
            </a:solidFill>
            <a:ln w="5420" cap="flat">
              <a:solidFill>
                <a:srgbClr val="48AC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62" name="pg3462"/>
            <p:cNvSpPr/>
            <p:nvPr/>
          </p:nvSpPr>
          <p:spPr>
            <a:xfrm>
              <a:off x="4473179" y="509601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8ACAA">
                <a:alpha val="100000"/>
              </a:srgbClr>
            </a:solidFill>
            <a:ln w="5420" cap="flat">
              <a:solidFill>
                <a:srgbClr val="48AC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63" name="pg3463"/>
            <p:cNvSpPr/>
            <p:nvPr/>
          </p:nvSpPr>
          <p:spPr>
            <a:xfrm>
              <a:off x="4671013" y="509601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4A7AA">
                <a:alpha val="100000"/>
              </a:srgbClr>
            </a:solidFill>
            <a:ln w="5420" cap="flat">
              <a:solidFill>
                <a:srgbClr val="44A7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64" name="pg3464"/>
            <p:cNvSpPr/>
            <p:nvPr/>
          </p:nvSpPr>
          <p:spPr>
            <a:xfrm>
              <a:off x="4682651" y="509601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4A7AA">
                <a:alpha val="100000"/>
              </a:srgbClr>
            </a:solidFill>
            <a:ln w="5420" cap="flat">
              <a:solidFill>
                <a:srgbClr val="44A7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65" name="pg3465"/>
            <p:cNvSpPr/>
            <p:nvPr/>
          </p:nvSpPr>
          <p:spPr>
            <a:xfrm>
              <a:off x="4694288" y="509601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4A7AA">
                <a:alpha val="100000"/>
              </a:srgbClr>
            </a:solidFill>
            <a:ln w="5420" cap="flat">
              <a:solidFill>
                <a:srgbClr val="44A7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66" name="pg3466"/>
            <p:cNvSpPr/>
            <p:nvPr/>
          </p:nvSpPr>
          <p:spPr>
            <a:xfrm>
              <a:off x="4705925" y="509601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4A7AA">
                <a:alpha val="100000"/>
              </a:srgbClr>
            </a:solidFill>
            <a:ln w="5420" cap="flat">
              <a:solidFill>
                <a:srgbClr val="44A7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67" name="pg3467"/>
            <p:cNvSpPr/>
            <p:nvPr/>
          </p:nvSpPr>
          <p:spPr>
            <a:xfrm>
              <a:off x="4717563" y="509601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4A7AA">
                <a:alpha val="100000"/>
              </a:srgbClr>
            </a:solidFill>
            <a:ln w="5420" cap="flat">
              <a:solidFill>
                <a:srgbClr val="44A7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68" name="pg3468"/>
            <p:cNvSpPr/>
            <p:nvPr/>
          </p:nvSpPr>
          <p:spPr>
            <a:xfrm>
              <a:off x="2832315" y="511031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2B9AB">
                <a:alpha val="100000"/>
              </a:srgbClr>
            </a:solidFill>
            <a:ln w="5420" cap="flat">
              <a:solidFill>
                <a:srgbClr val="52B9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69" name="pg3469"/>
            <p:cNvSpPr/>
            <p:nvPr/>
          </p:nvSpPr>
          <p:spPr>
            <a:xfrm>
              <a:off x="2843953" y="511031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2B9AB">
                <a:alpha val="100000"/>
              </a:srgbClr>
            </a:solidFill>
            <a:ln w="5420" cap="flat">
              <a:solidFill>
                <a:srgbClr val="52B9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70" name="pg3470"/>
            <p:cNvSpPr/>
            <p:nvPr/>
          </p:nvSpPr>
          <p:spPr>
            <a:xfrm>
              <a:off x="2855590" y="511031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2B9AB">
                <a:alpha val="100000"/>
              </a:srgbClr>
            </a:solidFill>
            <a:ln w="5420" cap="flat">
              <a:solidFill>
                <a:srgbClr val="52B9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71" name="pg3471"/>
            <p:cNvSpPr/>
            <p:nvPr/>
          </p:nvSpPr>
          <p:spPr>
            <a:xfrm>
              <a:off x="2867227" y="511031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2B8AB">
                <a:alpha val="100000"/>
              </a:srgbClr>
            </a:solidFill>
            <a:ln w="5420" cap="flat">
              <a:solidFill>
                <a:srgbClr val="52B8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72" name="pg3472"/>
            <p:cNvSpPr/>
            <p:nvPr/>
          </p:nvSpPr>
          <p:spPr>
            <a:xfrm>
              <a:off x="2878865" y="511031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1B8AB">
                <a:alpha val="100000"/>
              </a:srgbClr>
            </a:solidFill>
            <a:ln w="5420" cap="flat">
              <a:solidFill>
                <a:srgbClr val="51B8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73" name="pg3473"/>
            <p:cNvSpPr/>
            <p:nvPr/>
          </p:nvSpPr>
          <p:spPr>
            <a:xfrm>
              <a:off x="2890502" y="511031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2B8AB">
                <a:alpha val="100000"/>
              </a:srgbClr>
            </a:solidFill>
            <a:ln w="5420" cap="flat">
              <a:solidFill>
                <a:srgbClr val="52B8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74" name="pg3474"/>
            <p:cNvSpPr/>
            <p:nvPr/>
          </p:nvSpPr>
          <p:spPr>
            <a:xfrm>
              <a:off x="4426630" y="511031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9ADAB">
                <a:alpha val="100000"/>
              </a:srgbClr>
            </a:solidFill>
            <a:ln w="5420" cap="flat">
              <a:solidFill>
                <a:srgbClr val="49AD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75" name="pg3475"/>
            <p:cNvSpPr/>
            <p:nvPr/>
          </p:nvSpPr>
          <p:spPr>
            <a:xfrm>
              <a:off x="4438267" y="511031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9ADAB">
                <a:alpha val="100000"/>
              </a:srgbClr>
            </a:solidFill>
            <a:ln w="5420" cap="flat">
              <a:solidFill>
                <a:srgbClr val="49AD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76" name="pg3476"/>
            <p:cNvSpPr/>
            <p:nvPr/>
          </p:nvSpPr>
          <p:spPr>
            <a:xfrm>
              <a:off x="4449904" y="511031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9ADAB">
                <a:alpha val="100000"/>
              </a:srgbClr>
            </a:solidFill>
            <a:ln w="5420" cap="flat">
              <a:solidFill>
                <a:srgbClr val="49AD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77" name="pg3477"/>
            <p:cNvSpPr/>
            <p:nvPr/>
          </p:nvSpPr>
          <p:spPr>
            <a:xfrm>
              <a:off x="4461542" y="511031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8ACAA">
                <a:alpha val="100000"/>
              </a:srgbClr>
            </a:solidFill>
            <a:ln w="5420" cap="flat">
              <a:solidFill>
                <a:srgbClr val="48AC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78" name="pg3478"/>
            <p:cNvSpPr/>
            <p:nvPr/>
          </p:nvSpPr>
          <p:spPr>
            <a:xfrm>
              <a:off x="4473179" y="511031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8ACAA">
                <a:alpha val="100000"/>
              </a:srgbClr>
            </a:solidFill>
            <a:ln w="5420" cap="flat">
              <a:solidFill>
                <a:srgbClr val="48AC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79" name="pg3479"/>
            <p:cNvSpPr/>
            <p:nvPr/>
          </p:nvSpPr>
          <p:spPr>
            <a:xfrm>
              <a:off x="4671013" y="511031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4A7AA">
                <a:alpha val="100000"/>
              </a:srgbClr>
            </a:solidFill>
            <a:ln w="5420" cap="flat">
              <a:solidFill>
                <a:srgbClr val="44A7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80" name="pg3480"/>
            <p:cNvSpPr/>
            <p:nvPr/>
          </p:nvSpPr>
          <p:spPr>
            <a:xfrm>
              <a:off x="4682651" y="511031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4A7AA">
                <a:alpha val="100000"/>
              </a:srgbClr>
            </a:solidFill>
            <a:ln w="5420" cap="flat">
              <a:solidFill>
                <a:srgbClr val="44A7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81" name="pg3481"/>
            <p:cNvSpPr/>
            <p:nvPr/>
          </p:nvSpPr>
          <p:spPr>
            <a:xfrm>
              <a:off x="4694288" y="511031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4A7AA">
                <a:alpha val="100000"/>
              </a:srgbClr>
            </a:solidFill>
            <a:ln w="5420" cap="flat">
              <a:solidFill>
                <a:srgbClr val="44A7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82" name="pg3482"/>
            <p:cNvSpPr/>
            <p:nvPr/>
          </p:nvSpPr>
          <p:spPr>
            <a:xfrm>
              <a:off x="4705925" y="511031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4A7AA">
                <a:alpha val="100000"/>
              </a:srgbClr>
            </a:solidFill>
            <a:ln w="5420" cap="flat">
              <a:solidFill>
                <a:srgbClr val="44A7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83" name="pg3483"/>
            <p:cNvSpPr/>
            <p:nvPr/>
          </p:nvSpPr>
          <p:spPr>
            <a:xfrm>
              <a:off x="4717563" y="511031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4A7AA">
                <a:alpha val="100000"/>
              </a:srgbClr>
            </a:solidFill>
            <a:ln w="5420" cap="flat">
              <a:solidFill>
                <a:srgbClr val="44A7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84" name="pg3484"/>
            <p:cNvSpPr/>
            <p:nvPr/>
          </p:nvSpPr>
          <p:spPr>
            <a:xfrm>
              <a:off x="4729200" y="511031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4A7AA">
                <a:alpha val="100000"/>
              </a:srgbClr>
            </a:solidFill>
            <a:ln w="5420" cap="flat">
              <a:solidFill>
                <a:srgbClr val="44A7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85" name="pg3485"/>
            <p:cNvSpPr/>
            <p:nvPr/>
          </p:nvSpPr>
          <p:spPr>
            <a:xfrm>
              <a:off x="2832315" y="512461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3BAAB">
                <a:alpha val="100000"/>
              </a:srgbClr>
            </a:solidFill>
            <a:ln w="5420" cap="flat">
              <a:solidFill>
                <a:srgbClr val="53BA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86" name="pg3486"/>
            <p:cNvSpPr/>
            <p:nvPr/>
          </p:nvSpPr>
          <p:spPr>
            <a:xfrm>
              <a:off x="2843953" y="512461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2BAAB">
                <a:alpha val="100000"/>
              </a:srgbClr>
            </a:solidFill>
            <a:ln w="5420" cap="flat">
              <a:solidFill>
                <a:srgbClr val="52BA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87" name="pg3487"/>
            <p:cNvSpPr/>
            <p:nvPr/>
          </p:nvSpPr>
          <p:spPr>
            <a:xfrm>
              <a:off x="2855590" y="512461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2BAAB">
                <a:alpha val="100000"/>
              </a:srgbClr>
            </a:solidFill>
            <a:ln w="5420" cap="flat">
              <a:solidFill>
                <a:srgbClr val="52BA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88" name="pg3488"/>
            <p:cNvSpPr/>
            <p:nvPr/>
          </p:nvSpPr>
          <p:spPr>
            <a:xfrm>
              <a:off x="2867227" y="512461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2B9AB">
                <a:alpha val="100000"/>
              </a:srgbClr>
            </a:solidFill>
            <a:ln w="5420" cap="flat">
              <a:solidFill>
                <a:srgbClr val="52B9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89" name="pg3489"/>
            <p:cNvSpPr/>
            <p:nvPr/>
          </p:nvSpPr>
          <p:spPr>
            <a:xfrm>
              <a:off x="2878865" y="512461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2B9AB">
                <a:alpha val="100000"/>
              </a:srgbClr>
            </a:solidFill>
            <a:ln w="5420" cap="flat">
              <a:solidFill>
                <a:srgbClr val="52B9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90" name="pg3490"/>
            <p:cNvSpPr/>
            <p:nvPr/>
          </p:nvSpPr>
          <p:spPr>
            <a:xfrm>
              <a:off x="2890502" y="512461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2BAAB">
                <a:alpha val="100000"/>
              </a:srgbClr>
            </a:solidFill>
            <a:ln w="5420" cap="flat">
              <a:solidFill>
                <a:srgbClr val="52BA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91" name="pg3491"/>
            <p:cNvSpPr/>
            <p:nvPr/>
          </p:nvSpPr>
          <p:spPr>
            <a:xfrm>
              <a:off x="4438267" y="512461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9ADAB">
                <a:alpha val="100000"/>
              </a:srgbClr>
            </a:solidFill>
            <a:ln w="5420" cap="flat">
              <a:solidFill>
                <a:srgbClr val="49AD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92" name="pg3492"/>
            <p:cNvSpPr/>
            <p:nvPr/>
          </p:nvSpPr>
          <p:spPr>
            <a:xfrm>
              <a:off x="4449904" y="512461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9ADAB">
                <a:alpha val="100000"/>
              </a:srgbClr>
            </a:solidFill>
            <a:ln w="5420" cap="flat">
              <a:solidFill>
                <a:srgbClr val="49AD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93" name="pg3493"/>
            <p:cNvSpPr/>
            <p:nvPr/>
          </p:nvSpPr>
          <p:spPr>
            <a:xfrm>
              <a:off x="4461542" y="512461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8ADAB">
                <a:alpha val="100000"/>
              </a:srgbClr>
            </a:solidFill>
            <a:ln w="5420" cap="flat">
              <a:solidFill>
                <a:srgbClr val="48AD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94" name="pg3494"/>
            <p:cNvSpPr/>
            <p:nvPr/>
          </p:nvSpPr>
          <p:spPr>
            <a:xfrm>
              <a:off x="4473179" y="512461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8ACAA">
                <a:alpha val="100000"/>
              </a:srgbClr>
            </a:solidFill>
            <a:ln w="5420" cap="flat">
              <a:solidFill>
                <a:srgbClr val="48AC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95" name="pg3495"/>
            <p:cNvSpPr/>
            <p:nvPr/>
          </p:nvSpPr>
          <p:spPr>
            <a:xfrm>
              <a:off x="4484816" y="512461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8ACAA">
                <a:alpha val="100000"/>
              </a:srgbClr>
            </a:solidFill>
            <a:ln w="5420" cap="flat">
              <a:solidFill>
                <a:srgbClr val="48AC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96" name="pg3496"/>
            <p:cNvSpPr/>
            <p:nvPr/>
          </p:nvSpPr>
          <p:spPr>
            <a:xfrm>
              <a:off x="4496454" y="512461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8ACAA">
                <a:alpha val="100000"/>
              </a:srgbClr>
            </a:solidFill>
            <a:ln w="5420" cap="flat">
              <a:solidFill>
                <a:srgbClr val="48AC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97" name="pg3497"/>
            <p:cNvSpPr/>
            <p:nvPr/>
          </p:nvSpPr>
          <p:spPr>
            <a:xfrm>
              <a:off x="4508091" y="512461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7ABAA">
                <a:alpha val="100000"/>
              </a:srgbClr>
            </a:solidFill>
            <a:ln w="5420" cap="flat">
              <a:solidFill>
                <a:srgbClr val="47AB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98" name="pg3498"/>
            <p:cNvSpPr/>
            <p:nvPr/>
          </p:nvSpPr>
          <p:spPr>
            <a:xfrm>
              <a:off x="4519728" y="512461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7ABAA">
                <a:alpha val="100000"/>
              </a:srgbClr>
            </a:solidFill>
            <a:ln w="5420" cap="flat">
              <a:solidFill>
                <a:srgbClr val="47AB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99" name="pg3499"/>
            <p:cNvSpPr/>
            <p:nvPr/>
          </p:nvSpPr>
          <p:spPr>
            <a:xfrm>
              <a:off x="4682651" y="512461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4A8AA">
                <a:alpha val="100000"/>
              </a:srgbClr>
            </a:solidFill>
            <a:ln w="5420" cap="flat">
              <a:solidFill>
                <a:srgbClr val="44A8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00" name="pg3500"/>
            <p:cNvSpPr/>
            <p:nvPr/>
          </p:nvSpPr>
          <p:spPr>
            <a:xfrm>
              <a:off x="4694288" y="512461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4A8AA">
                <a:alpha val="100000"/>
              </a:srgbClr>
            </a:solidFill>
            <a:ln w="5420" cap="flat">
              <a:solidFill>
                <a:srgbClr val="44A8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01" name="pg3501"/>
            <p:cNvSpPr/>
            <p:nvPr/>
          </p:nvSpPr>
          <p:spPr>
            <a:xfrm>
              <a:off x="4705925" y="512461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4A8AA">
                <a:alpha val="100000"/>
              </a:srgbClr>
            </a:solidFill>
            <a:ln w="5420" cap="flat">
              <a:solidFill>
                <a:srgbClr val="44A8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02" name="pg3502"/>
            <p:cNvSpPr/>
            <p:nvPr/>
          </p:nvSpPr>
          <p:spPr>
            <a:xfrm>
              <a:off x="4717563" y="512461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4A8AA">
                <a:alpha val="100000"/>
              </a:srgbClr>
            </a:solidFill>
            <a:ln w="5420" cap="flat">
              <a:solidFill>
                <a:srgbClr val="44A8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03" name="pg3503"/>
            <p:cNvSpPr/>
            <p:nvPr/>
          </p:nvSpPr>
          <p:spPr>
            <a:xfrm>
              <a:off x="4729200" y="512461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4A8AA">
                <a:alpha val="100000"/>
              </a:srgbClr>
            </a:solidFill>
            <a:ln w="5420" cap="flat">
              <a:solidFill>
                <a:srgbClr val="44A8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04" name="pg3504"/>
            <p:cNvSpPr/>
            <p:nvPr/>
          </p:nvSpPr>
          <p:spPr>
            <a:xfrm>
              <a:off x="2843953" y="513891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3BBAB">
                <a:alpha val="100000"/>
              </a:srgbClr>
            </a:solidFill>
            <a:ln w="5420" cap="flat">
              <a:solidFill>
                <a:srgbClr val="53BB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05" name="pg3505"/>
            <p:cNvSpPr/>
            <p:nvPr/>
          </p:nvSpPr>
          <p:spPr>
            <a:xfrm>
              <a:off x="2855590" y="513891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3BAAB">
                <a:alpha val="100000"/>
              </a:srgbClr>
            </a:solidFill>
            <a:ln w="5420" cap="flat">
              <a:solidFill>
                <a:srgbClr val="53BA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06" name="pg3506"/>
            <p:cNvSpPr/>
            <p:nvPr/>
          </p:nvSpPr>
          <p:spPr>
            <a:xfrm>
              <a:off x="2867227" y="513891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3BAAB">
                <a:alpha val="100000"/>
              </a:srgbClr>
            </a:solidFill>
            <a:ln w="5420" cap="flat">
              <a:solidFill>
                <a:srgbClr val="53BA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07" name="pg3507"/>
            <p:cNvSpPr/>
            <p:nvPr/>
          </p:nvSpPr>
          <p:spPr>
            <a:xfrm>
              <a:off x="2878865" y="513891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3BAAB">
                <a:alpha val="100000"/>
              </a:srgbClr>
            </a:solidFill>
            <a:ln w="5420" cap="flat">
              <a:solidFill>
                <a:srgbClr val="53BA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08" name="pg3508"/>
            <p:cNvSpPr/>
            <p:nvPr/>
          </p:nvSpPr>
          <p:spPr>
            <a:xfrm>
              <a:off x="2890502" y="513891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3BAAB">
                <a:alpha val="100000"/>
              </a:srgbClr>
            </a:solidFill>
            <a:ln w="5420" cap="flat">
              <a:solidFill>
                <a:srgbClr val="53BA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09" name="pg3509"/>
            <p:cNvSpPr/>
            <p:nvPr/>
          </p:nvSpPr>
          <p:spPr>
            <a:xfrm>
              <a:off x="4438267" y="513891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9AEAB">
                <a:alpha val="100000"/>
              </a:srgbClr>
            </a:solidFill>
            <a:ln w="5420" cap="flat">
              <a:solidFill>
                <a:srgbClr val="49AE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10" name="pg3510"/>
            <p:cNvSpPr/>
            <p:nvPr/>
          </p:nvSpPr>
          <p:spPr>
            <a:xfrm>
              <a:off x="4449904" y="513891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9ADAB">
                <a:alpha val="100000"/>
              </a:srgbClr>
            </a:solidFill>
            <a:ln w="5420" cap="flat">
              <a:solidFill>
                <a:srgbClr val="49AD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11" name="pg3511"/>
            <p:cNvSpPr/>
            <p:nvPr/>
          </p:nvSpPr>
          <p:spPr>
            <a:xfrm>
              <a:off x="4461542" y="513891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9ADAB">
                <a:alpha val="100000"/>
              </a:srgbClr>
            </a:solidFill>
            <a:ln w="5420" cap="flat">
              <a:solidFill>
                <a:srgbClr val="49AD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12" name="pg3512"/>
            <p:cNvSpPr/>
            <p:nvPr/>
          </p:nvSpPr>
          <p:spPr>
            <a:xfrm>
              <a:off x="4473179" y="513891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8ADAB">
                <a:alpha val="100000"/>
              </a:srgbClr>
            </a:solidFill>
            <a:ln w="5420" cap="flat">
              <a:solidFill>
                <a:srgbClr val="48AD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13" name="pg3513"/>
            <p:cNvSpPr/>
            <p:nvPr/>
          </p:nvSpPr>
          <p:spPr>
            <a:xfrm>
              <a:off x="4484816" y="513891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8ACAA">
                <a:alpha val="100000"/>
              </a:srgbClr>
            </a:solidFill>
            <a:ln w="5420" cap="flat">
              <a:solidFill>
                <a:srgbClr val="48AC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14" name="pg3514"/>
            <p:cNvSpPr/>
            <p:nvPr/>
          </p:nvSpPr>
          <p:spPr>
            <a:xfrm>
              <a:off x="4496454" y="513891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8ACAA">
                <a:alpha val="100000"/>
              </a:srgbClr>
            </a:solidFill>
            <a:ln w="5420" cap="flat">
              <a:solidFill>
                <a:srgbClr val="48AC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15" name="pg3515"/>
            <p:cNvSpPr/>
            <p:nvPr/>
          </p:nvSpPr>
          <p:spPr>
            <a:xfrm>
              <a:off x="4508091" y="513891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8ACAA">
                <a:alpha val="100000"/>
              </a:srgbClr>
            </a:solidFill>
            <a:ln w="5420" cap="flat">
              <a:solidFill>
                <a:srgbClr val="48AC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16" name="pg3516"/>
            <p:cNvSpPr/>
            <p:nvPr/>
          </p:nvSpPr>
          <p:spPr>
            <a:xfrm>
              <a:off x="4519728" y="513891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7ABAA">
                <a:alpha val="100000"/>
              </a:srgbClr>
            </a:solidFill>
            <a:ln w="5420" cap="flat">
              <a:solidFill>
                <a:srgbClr val="47AB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17" name="pg3517"/>
            <p:cNvSpPr/>
            <p:nvPr/>
          </p:nvSpPr>
          <p:spPr>
            <a:xfrm>
              <a:off x="4531366" y="513891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7ABAA">
                <a:alpha val="100000"/>
              </a:srgbClr>
            </a:solidFill>
            <a:ln w="5420" cap="flat">
              <a:solidFill>
                <a:srgbClr val="47AB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18" name="pg3518"/>
            <p:cNvSpPr/>
            <p:nvPr/>
          </p:nvSpPr>
          <p:spPr>
            <a:xfrm>
              <a:off x="4682651" y="513891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5A8AA">
                <a:alpha val="100000"/>
              </a:srgbClr>
            </a:solidFill>
            <a:ln w="5420" cap="flat">
              <a:solidFill>
                <a:srgbClr val="45A8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19" name="pg3519"/>
            <p:cNvSpPr/>
            <p:nvPr/>
          </p:nvSpPr>
          <p:spPr>
            <a:xfrm>
              <a:off x="4694288" y="513891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5A8AA">
                <a:alpha val="100000"/>
              </a:srgbClr>
            </a:solidFill>
            <a:ln w="5420" cap="flat">
              <a:solidFill>
                <a:srgbClr val="45A8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20" name="pg3520"/>
            <p:cNvSpPr/>
            <p:nvPr/>
          </p:nvSpPr>
          <p:spPr>
            <a:xfrm>
              <a:off x="4705925" y="513891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5A8AA">
                <a:alpha val="100000"/>
              </a:srgbClr>
            </a:solidFill>
            <a:ln w="5420" cap="flat">
              <a:solidFill>
                <a:srgbClr val="45A8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21" name="pg3521"/>
            <p:cNvSpPr/>
            <p:nvPr/>
          </p:nvSpPr>
          <p:spPr>
            <a:xfrm>
              <a:off x="4717563" y="513891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5A8AA">
                <a:alpha val="100000"/>
              </a:srgbClr>
            </a:solidFill>
            <a:ln w="5420" cap="flat">
              <a:solidFill>
                <a:srgbClr val="45A8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22" name="pg3522"/>
            <p:cNvSpPr/>
            <p:nvPr/>
          </p:nvSpPr>
          <p:spPr>
            <a:xfrm>
              <a:off x="4729200" y="513891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5A8AA">
                <a:alpha val="100000"/>
              </a:srgbClr>
            </a:solidFill>
            <a:ln w="5420" cap="flat">
              <a:solidFill>
                <a:srgbClr val="45A8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23" name="pg3523"/>
            <p:cNvSpPr/>
            <p:nvPr/>
          </p:nvSpPr>
          <p:spPr>
            <a:xfrm>
              <a:off x="2843953" y="515321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4BBAB">
                <a:alpha val="100000"/>
              </a:srgbClr>
            </a:solidFill>
            <a:ln w="5420" cap="flat">
              <a:solidFill>
                <a:srgbClr val="54BB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24" name="pg3524"/>
            <p:cNvSpPr/>
            <p:nvPr/>
          </p:nvSpPr>
          <p:spPr>
            <a:xfrm>
              <a:off x="2855590" y="515321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4BBAB">
                <a:alpha val="100000"/>
              </a:srgbClr>
            </a:solidFill>
            <a:ln w="5420" cap="flat">
              <a:solidFill>
                <a:srgbClr val="54BB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25" name="pg3525"/>
            <p:cNvSpPr/>
            <p:nvPr/>
          </p:nvSpPr>
          <p:spPr>
            <a:xfrm>
              <a:off x="2867227" y="515321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4BBAB">
                <a:alpha val="100000"/>
              </a:srgbClr>
            </a:solidFill>
            <a:ln w="5420" cap="flat">
              <a:solidFill>
                <a:srgbClr val="54BB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26" name="pg3526"/>
            <p:cNvSpPr/>
            <p:nvPr/>
          </p:nvSpPr>
          <p:spPr>
            <a:xfrm>
              <a:off x="2878865" y="515321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4BBAB">
                <a:alpha val="100000"/>
              </a:srgbClr>
            </a:solidFill>
            <a:ln w="5420" cap="flat">
              <a:solidFill>
                <a:srgbClr val="54BB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27" name="pg3527"/>
            <p:cNvSpPr/>
            <p:nvPr/>
          </p:nvSpPr>
          <p:spPr>
            <a:xfrm>
              <a:off x="2890502" y="515321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4BBAB">
                <a:alpha val="100000"/>
              </a:srgbClr>
            </a:solidFill>
            <a:ln w="5420" cap="flat">
              <a:solidFill>
                <a:srgbClr val="54BB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28" name="pg3528"/>
            <p:cNvSpPr/>
            <p:nvPr/>
          </p:nvSpPr>
          <p:spPr>
            <a:xfrm>
              <a:off x="4449904" y="515321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9AEAB">
                <a:alpha val="100000"/>
              </a:srgbClr>
            </a:solidFill>
            <a:ln w="5420" cap="flat">
              <a:solidFill>
                <a:srgbClr val="49AE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29" name="pg3529"/>
            <p:cNvSpPr/>
            <p:nvPr/>
          </p:nvSpPr>
          <p:spPr>
            <a:xfrm>
              <a:off x="4461542" y="515321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9ADAB">
                <a:alpha val="100000"/>
              </a:srgbClr>
            </a:solidFill>
            <a:ln w="5420" cap="flat">
              <a:solidFill>
                <a:srgbClr val="49AD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30" name="pg3530"/>
            <p:cNvSpPr/>
            <p:nvPr/>
          </p:nvSpPr>
          <p:spPr>
            <a:xfrm>
              <a:off x="4473179" y="515321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9ADAB">
                <a:alpha val="100000"/>
              </a:srgbClr>
            </a:solidFill>
            <a:ln w="5420" cap="flat">
              <a:solidFill>
                <a:srgbClr val="49AD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31" name="pg3531"/>
            <p:cNvSpPr/>
            <p:nvPr/>
          </p:nvSpPr>
          <p:spPr>
            <a:xfrm>
              <a:off x="4484816" y="515321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8ADAB">
                <a:alpha val="100000"/>
              </a:srgbClr>
            </a:solidFill>
            <a:ln w="5420" cap="flat">
              <a:solidFill>
                <a:srgbClr val="48AD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32" name="pg3532"/>
            <p:cNvSpPr/>
            <p:nvPr/>
          </p:nvSpPr>
          <p:spPr>
            <a:xfrm>
              <a:off x="4496454" y="515321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8ACAA">
                <a:alpha val="100000"/>
              </a:srgbClr>
            </a:solidFill>
            <a:ln w="5420" cap="flat">
              <a:solidFill>
                <a:srgbClr val="48AC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33" name="pg3533"/>
            <p:cNvSpPr/>
            <p:nvPr/>
          </p:nvSpPr>
          <p:spPr>
            <a:xfrm>
              <a:off x="4508091" y="515321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8ACAA">
                <a:alpha val="100000"/>
              </a:srgbClr>
            </a:solidFill>
            <a:ln w="5420" cap="flat">
              <a:solidFill>
                <a:srgbClr val="48AC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34" name="pg3534"/>
            <p:cNvSpPr/>
            <p:nvPr/>
          </p:nvSpPr>
          <p:spPr>
            <a:xfrm>
              <a:off x="4519728" y="515321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7ABAA">
                <a:alpha val="100000"/>
              </a:srgbClr>
            </a:solidFill>
            <a:ln w="5420" cap="flat">
              <a:solidFill>
                <a:srgbClr val="47AB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35" name="pg3535"/>
            <p:cNvSpPr/>
            <p:nvPr/>
          </p:nvSpPr>
          <p:spPr>
            <a:xfrm>
              <a:off x="4531366" y="515321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7ABAA">
                <a:alpha val="100000"/>
              </a:srgbClr>
            </a:solidFill>
            <a:ln w="5420" cap="flat">
              <a:solidFill>
                <a:srgbClr val="47AB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36" name="pg3536"/>
            <p:cNvSpPr/>
            <p:nvPr/>
          </p:nvSpPr>
          <p:spPr>
            <a:xfrm>
              <a:off x="4694288" y="515321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5A9AA">
                <a:alpha val="100000"/>
              </a:srgbClr>
            </a:solidFill>
            <a:ln w="5420" cap="flat">
              <a:solidFill>
                <a:srgbClr val="45A9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37" name="pg3537"/>
            <p:cNvSpPr/>
            <p:nvPr/>
          </p:nvSpPr>
          <p:spPr>
            <a:xfrm>
              <a:off x="4705925" y="515321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5A8AA">
                <a:alpha val="100000"/>
              </a:srgbClr>
            </a:solidFill>
            <a:ln w="5420" cap="flat">
              <a:solidFill>
                <a:srgbClr val="45A8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38" name="pg3538"/>
            <p:cNvSpPr/>
            <p:nvPr/>
          </p:nvSpPr>
          <p:spPr>
            <a:xfrm>
              <a:off x="4717563" y="515321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5A8AA">
                <a:alpha val="100000"/>
              </a:srgbClr>
            </a:solidFill>
            <a:ln w="5420" cap="flat">
              <a:solidFill>
                <a:srgbClr val="45A8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39" name="pg3539"/>
            <p:cNvSpPr/>
            <p:nvPr/>
          </p:nvSpPr>
          <p:spPr>
            <a:xfrm>
              <a:off x="4729200" y="515321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5A8AA">
                <a:alpha val="100000"/>
              </a:srgbClr>
            </a:solidFill>
            <a:ln w="5420" cap="flat">
              <a:solidFill>
                <a:srgbClr val="45A8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40" name="pg3540"/>
            <p:cNvSpPr/>
            <p:nvPr/>
          </p:nvSpPr>
          <p:spPr>
            <a:xfrm>
              <a:off x="4740837" y="515321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5A8AA">
                <a:alpha val="100000"/>
              </a:srgbClr>
            </a:solidFill>
            <a:ln w="5420" cap="flat">
              <a:solidFill>
                <a:srgbClr val="45A8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41" name="pg3541"/>
            <p:cNvSpPr/>
            <p:nvPr/>
          </p:nvSpPr>
          <p:spPr>
            <a:xfrm>
              <a:off x="2843953" y="516751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4BCAB">
                <a:alpha val="100000"/>
              </a:srgbClr>
            </a:solidFill>
            <a:ln w="5420" cap="flat">
              <a:solidFill>
                <a:srgbClr val="54BC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42" name="pg3542"/>
            <p:cNvSpPr/>
            <p:nvPr/>
          </p:nvSpPr>
          <p:spPr>
            <a:xfrm>
              <a:off x="2855590" y="516751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4BCAB">
                <a:alpha val="100000"/>
              </a:srgbClr>
            </a:solidFill>
            <a:ln w="5420" cap="flat">
              <a:solidFill>
                <a:srgbClr val="54BC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43" name="pg3543"/>
            <p:cNvSpPr/>
            <p:nvPr/>
          </p:nvSpPr>
          <p:spPr>
            <a:xfrm>
              <a:off x="2867227" y="516751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4BCAB">
                <a:alpha val="100000"/>
              </a:srgbClr>
            </a:solidFill>
            <a:ln w="5420" cap="flat">
              <a:solidFill>
                <a:srgbClr val="54BC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44" name="pg3544"/>
            <p:cNvSpPr/>
            <p:nvPr/>
          </p:nvSpPr>
          <p:spPr>
            <a:xfrm>
              <a:off x="2878865" y="516751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4BCAB">
                <a:alpha val="100000"/>
              </a:srgbClr>
            </a:solidFill>
            <a:ln w="5420" cap="flat">
              <a:solidFill>
                <a:srgbClr val="54BC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45" name="pg3545"/>
            <p:cNvSpPr/>
            <p:nvPr/>
          </p:nvSpPr>
          <p:spPr>
            <a:xfrm>
              <a:off x="2890502" y="516751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4BCAB">
                <a:alpha val="100000"/>
              </a:srgbClr>
            </a:solidFill>
            <a:ln w="5420" cap="flat">
              <a:solidFill>
                <a:srgbClr val="54BC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46" name="pg3546"/>
            <p:cNvSpPr/>
            <p:nvPr/>
          </p:nvSpPr>
          <p:spPr>
            <a:xfrm>
              <a:off x="4461542" y="516751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9ADAB">
                <a:alpha val="100000"/>
              </a:srgbClr>
            </a:solidFill>
            <a:ln w="5420" cap="flat">
              <a:solidFill>
                <a:srgbClr val="49AD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47" name="pg3547"/>
            <p:cNvSpPr/>
            <p:nvPr/>
          </p:nvSpPr>
          <p:spPr>
            <a:xfrm>
              <a:off x="4473179" y="516751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9ADAB">
                <a:alpha val="100000"/>
              </a:srgbClr>
            </a:solidFill>
            <a:ln w="5420" cap="flat">
              <a:solidFill>
                <a:srgbClr val="49AD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48" name="pg3548"/>
            <p:cNvSpPr/>
            <p:nvPr/>
          </p:nvSpPr>
          <p:spPr>
            <a:xfrm>
              <a:off x="4484816" y="516751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9ADAB">
                <a:alpha val="100000"/>
              </a:srgbClr>
            </a:solidFill>
            <a:ln w="5420" cap="flat">
              <a:solidFill>
                <a:srgbClr val="49AD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49" name="pg3549"/>
            <p:cNvSpPr/>
            <p:nvPr/>
          </p:nvSpPr>
          <p:spPr>
            <a:xfrm>
              <a:off x="4496454" y="516751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8ACAB">
                <a:alpha val="100000"/>
              </a:srgbClr>
            </a:solidFill>
            <a:ln w="5420" cap="flat">
              <a:solidFill>
                <a:srgbClr val="48AC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50" name="pg3550"/>
            <p:cNvSpPr/>
            <p:nvPr/>
          </p:nvSpPr>
          <p:spPr>
            <a:xfrm>
              <a:off x="4508091" y="516751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8ACAA">
                <a:alpha val="100000"/>
              </a:srgbClr>
            </a:solidFill>
            <a:ln w="5420" cap="flat">
              <a:solidFill>
                <a:srgbClr val="48AC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51" name="pg3551"/>
            <p:cNvSpPr/>
            <p:nvPr/>
          </p:nvSpPr>
          <p:spPr>
            <a:xfrm>
              <a:off x="4519728" y="516751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8ACAA">
                <a:alpha val="100000"/>
              </a:srgbClr>
            </a:solidFill>
            <a:ln w="5420" cap="flat">
              <a:solidFill>
                <a:srgbClr val="48AC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52" name="pg3552"/>
            <p:cNvSpPr/>
            <p:nvPr/>
          </p:nvSpPr>
          <p:spPr>
            <a:xfrm>
              <a:off x="4531366" y="516751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7ABAA">
                <a:alpha val="100000"/>
              </a:srgbClr>
            </a:solidFill>
            <a:ln w="5420" cap="flat">
              <a:solidFill>
                <a:srgbClr val="47AB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53" name="pg3553"/>
            <p:cNvSpPr/>
            <p:nvPr/>
          </p:nvSpPr>
          <p:spPr>
            <a:xfrm>
              <a:off x="4543003" y="516751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7ABAA">
                <a:alpha val="100000"/>
              </a:srgbClr>
            </a:solidFill>
            <a:ln w="5420" cap="flat">
              <a:solidFill>
                <a:srgbClr val="47AB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54" name="pg3554"/>
            <p:cNvSpPr/>
            <p:nvPr/>
          </p:nvSpPr>
          <p:spPr>
            <a:xfrm>
              <a:off x="4694288" y="516751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5A9AA">
                <a:alpha val="100000"/>
              </a:srgbClr>
            </a:solidFill>
            <a:ln w="5420" cap="flat">
              <a:solidFill>
                <a:srgbClr val="45A9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55" name="pg3555"/>
            <p:cNvSpPr/>
            <p:nvPr/>
          </p:nvSpPr>
          <p:spPr>
            <a:xfrm>
              <a:off x="4705925" y="516751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5A9AA">
                <a:alpha val="100000"/>
              </a:srgbClr>
            </a:solidFill>
            <a:ln w="5420" cap="flat">
              <a:solidFill>
                <a:srgbClr val="45A9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56" name="pg3556"/>
            <p:cNvSpPr/>
            <p:nvPr/>
          </p:nvSpPr>
          <p:spPr>
            <a:xfrm>
              <a:off x="4717563" y="516751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5A9AA">
                <a:alpha val="100000"/>
              </a:srgbClr>
            </a:solidFill>
            <a:ln w="5420" cap="flat">
              <a:solidFill>
                <a:srgbClr val="45A9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57" name="pg3557"/>
            <p:cNvSpPr/>
            <p:nvPr/>
          </p:nvSpPr>
          <p:spPr>
            <a:xfrm>
              <a:off x="4729200" y="516751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5A9AA">
                <a:alpha val="100000"/>
              </a:srgbClr>
            </a:solidFill>
            <a:ln w="5420" cap="flat">
              <a:solidFill>
                <a:srgbClr val="45A9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58" name="pg3558"/>
            <p:cNvSpPr/>
            <p:nvPr/>
          </p:nvSpPr>
          <p:spPr>
            <a:xfrm>
              <a:off x="4740837" y="516751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5A9AA">
                <a:alpha val="100000"/>
              </a:srgbClr>
            </a:solidFill>
            <a:ln w="5420" cap="flat">
              <a:solidFill>
                <a:srgbClr val="45A9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59" name="pg3559"/>
            <p:cNvSpPr/>
            <p:nvPr/>
          </p:nvSpPr>
          <p:spPr>
            <a:xfrm>
              <a:off x="2855590" y="518181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5BDAB">
                <a:alpha val="100000"/>
              </a:srgbClr>
            </a:solidFill>
            <a:ln w="5420" cap="flat">
              <a:solidFill>
                <a:srgbClr val="55BD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60" name="pg3560"/>
            <p:cNvSpPr/>
            <p:nvPr/>
          </p:nvSpPr>
          <p:spPr>
            <a:xfrm>
              <a:off x="2867227" y="518181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5BDAB">
                <a:alpha val="100000"/>
              </a:srgbClr>
            </a:solidFill>
            <a:ln w="5420" cap="flat">
              <a:solidFill>
                <a:srgbClr val="55BD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61" name="pg3561"/>
            <p:cNvSpPr/>
            <p:nvPr/>
          </p:nvSpPr>
          <p:spPr>
            <a:xfrm>
              <a:off x="2878865" y="518181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5BDAB">
                <a:alpha val="100000"/>
              </a:srgbClr>
            </a:solidFill>
            <a:ln w="5420" cap="flat">
              <a:solidFill>
                <a:srgbClr val="55BD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62" name="pg3562"/>
            <p:cNvSpPr/>
            <p:nvPr/>
          </p:nvSpPr>
          <p:spPr>
            <a:xfrm>
              <a:off x="2890502" y="518181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5BDAB">
                <a:alpha val="100000"/>
              </a:srgbClr>
            </a:solidFill>
            <a:ln w="5420" cap="flat">
              <a:solidFill>
                <a:srgbClr val="55BD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63" name="pg3563"/>
            <p:cNvSpPr/>
            <p:nvPr/>
          </p:nvSpPr>
          <p:spPr>
            <a:xfrm>
              <a:off x="4473179" y="518181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9ADAB">
                <a:alpha val="100000"/>
              </a:srgbClr>
            </a:solidFill>
            <a:ln w="5420" cap="flat">
              <a:solidFill>
                <a:srgbClr val="49AD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64" name="pg3564"/>
            <p:cNvSpPr/>
            <p:nvPr/>
          </p:nvSpPr>
          <p:spPr>
            <a:xfrm>
              <a:off x="4484816" y="518181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9ADAB">
                <a:alpha val="100000"/>
              </a:srgbClr>
            </a:solidFill>
            <a:ln w="5420" cap="flat">
              <a:solidFill>
                <a:srgbClr val="49AD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65" name="pg3565"/>
            <p:cNvSpPr/>
            <p:nvPr/>
          </p:nvSpPr>
          <p:spPr>
            <a:xfrm>
              <a:off x="4496454" y="518181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9ADAB">
                <a:alpha val="100000"/>
              </a:srgbClr>
            </a:solidFill>
            <a:ln w="5420" cap="flat">
              <a:solidFill>
                <a:srgbClr val="49AD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66" name="pg3566"/>
            <p:cNvSpPr/>
            <p:nvPr/>
          </p:nvSpPr>
          <p:spPr>
            <a:xfrm>
              <a:off x="4508091" y="518181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8ACAB">
                <a:alpha val="100000"/>
              </a:srgbClr>
            </a:solidFill>
            <a:ln w="5420" cap="flat">
              <a:solidFill>
                <a:srgbClr val="48AC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67" name="pg3567"/>
            <p:cNvSpPr/>
            <p:nvPr/>
          </p:nvSpPr>
          <p:spPr>
            <a:xfrm>
              <a:off x="4519728" y="518181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8ACAA">
                <a:alpha val="100000"/>
              </a:srgbClr>
            </a:solidFill>
            <a:ln w="5420" cap="flat">
              <a:solidFill>
                <a:srgbClr val="48AC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68" name="pg3568"/>
            <p:cNvSpPr/>
            <p:nvPr/>
          </p:nvSpPr>
          <p:spPr>
            <a:xfrm>
              <a:off x="4531366" y="518181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8ACAA">
                <a:alpha val="100000"/>
              </a:srgbClr>
            </a:solidFill>
            <a:ln w="5420" cap="flat">
              <a:solidFill>
                <a:srgbClr val="48AC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69" name="pg3569"/>
            <p:cNvSpPr/>
            <p:nvPr/>
          </p:nvSpPr>
          <p:spPr>
            <a:xfrm>
              <a:off x="4543003" y="518181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7ABAA">
                <a:alpha val="100000"/>
              </a:srgbClr>
            </a:solidFill>
            <a:ln w="5420" cap="flat">
              <a:solidFill>
                <a:srgbClr val="47AB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70" name="pg3570"/>
            <p:cNvSpPr/>
            <p:nvPr/>
          </p:nvSpPr>
          <p:spPr>
            <a:xfrm>
              <a:off x="4554640" y="518181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7ABAA">
                <a:alpha val="100000"/>
              </a:srgbClr>
            </a:solidFill>
            <a:ln w="5420" cap="flat">
              <a:solidFill>
                <a:srgbClr val="47AB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71" name="pg3571"/>
            <p:cNvSpPr/>
            <p:nvPr/>
          </p:nvSpPr>
          <p:spPr>
            <a:xfrm>
              <a:off x="4694288" y="518181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6A9AA">
                <a:alpha val="100000"/>
              </a:srgbClr>
            </a:solidFill>
            <a:ln w="5420" cap="flat">
              <a:solidFill>
                <a:srgbClr val="46A9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72" name="pg3572"/>
            <p:cNvSpPr/>
            <p:nvPr/>
          </p:nvSpPr>
          <p:spPr>
            <a:xfrm>
              <a:off x="4705925" y="518181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6A9AA">
                <a:alpha val="100000"/>
              </a:srgbClr>
            </a:solidFill>
            <a:ln w="5420" cap="flat">
              <a:solidFill>
                <a:srgbClr val="46A9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73" name="pg3573"/>
            <p:cNvSpPr/>
            <p:nvPr/>
          </p:nvSpPr>
          <p:spPr>
            <a:xfrm>
              <a:off x="4717563" y="518181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6A9AA">
                <a:alpha val="100000"/>
              </a:srgbClr>
            </a:solidFill>
            <a:ln w="5420" cap="flat">
              <a:solidFill>
                <a:srgbClr val="46A9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74" name="pg3574"/>
            <p:cNvSpPr/>
            <p:nvPr/>
          </p:nvSpPr>
          <p:spPr>
            <a:xfrm>
              <a:off x="4729200" y="518181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5A9AA">
                <a:alpha val="100000"/>
              </a:srgbClr>
            </a:solidFill>
            <a:ln w="5420" cap="flat">
              <a:solidFill>
                <a:srgbClr val="45A9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75" name="pg3575"/>
            <p:cNvSpPr/>
            <p:nvPr/>
          </p:nvSpPr>
          <p:spPr>
            <a:xfrm>
              <a:off x="4740837" y="518181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5A9AA">
                <a:alpha val="100000"/>
              </a:srgbClr>
            </a:solidFill>
            <a:ln w="5420" cap="flat">
              <a:solidFill>
                <a:srgbClr val="45A9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76" name="pg3576"/>
            <p:cNvSpPr/>
            <p:nvPr/>
          </p:nvSpPr>
          <p:spPr>
            <a:xfrm>
              <a:off x="2855590" y="519611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5BDAB">
                <a:alpha val="100000"/>
              </a:srgbClr>
            </a:solidFill>
            <a:ln w="5420" cap="flat">
              <a:solidFill>
                <a:srgbClr val="55BD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77" name="pg3577"/>
            <p:cNvSpPr/>
            <p:nvPr/>
          </p:nvSpPr>
          <p:spPr>
            <a:xfrm>
              <a:off x="2867227" y="519611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5BDAB">
                <a:alpha val="100000"/>
              </a:srgbClr>
            </a:solidFill>
            <a:ln w="5420" cap="flat">
              <a:solidFill>
                <a:srgbClr val="55BD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78" name="pg3578"/>
            <p:cNvSpPr/>
            <p:nvPr/>
          </p:nvSpPr>
          <p:spPr>
            <a:xfrm>
              <a:off x="2878865" y="519611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5BDAB">
                <a:alpha val="100000"/>
              </a:srgbClr>
            </a:solidFill>
            <a:ln w="5420" cap="flat">
              <a:solidFill>
                <a:srgbClr val="55BD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79" name="pg3579"/>
            <p:cNvSpPr/>
            <p:nvPr/>
          </p:nvSpPr>
          <p:spPr>
            <a:xfrm>
              <a:off x="2890502" y="519611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5BEAB">
                <a:alpha val="100000"/>
              </a:srgbClr>
            </a:solidFill>
            <a:ln w="5420" cap="flat">
              <a:solidFill>
                <a:srgbClr val="55BE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80" name="pg3580"/>
            <p:cNvSpPr/>
            <p:nvPr/>
          </p:nvSpPr>
          <p:spPr>
            <a:xfrm>
              <a:off x="4484816" y="519611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9ADAB">
                <a:alpha val="100000"/>
              </a:srgbClr>
            </a:solidFill>
            <a:ln w="5420" cap="flat">
              <a:solidFill>
                <a:srgbClr val="49AD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81" name="pg3581"/>
            <p:cNvSpPr/>
            <p:nvPr/>
          </p:nvSpPr>
          <p:spPr>
            <a:xfrm>
              <a:off x="4496454" y="519611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9ADAB">
                <a:alpha val="100000"/>
              </a:srgbClr>
            </a:solidFill>
            <a:ln w="5420" cap="flat">
              <a:solidFill>
                <a:srgbClr val="49AD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82" name="pg3582"/>
            <p:cNvSpPr/>
            <p:nvPr/>
          </p:nvSpPr>
          <p:spPr>
            <a:xfrm>
              <a:off x="4508091" y="519611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9ADAB">
                <a:alpha val="100000"/>
              </a:srgbClr>
            </a:solidFill>
            <a:ln w="5420" cap="flat">
              <a:solidFill>
                <a:srgbClr val="49AD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83" name="pg3583"/>
            <p:cNvSpPr/>
            <p:nvPr/>
          </p:nvSpPr>
          <p:spPr>
            <a:xfrm>
              <a:off x="4519728" y="519611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8ACAA">
                <a:alpha val="100000"/>
              </a:srgbClr>
            </a:solidFill>
            <a:ln w="5420" cap="flat">
              <a:solidFill>
                <a:srgbClr val="48AC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84" name="pg3584"/>
            <p:cNvSpPr/>
            <p:nvPr/>
          </p:nvSpPr>
          <p:spPr>
            <a:xfrm>
              <a:off x="4531366" y="519611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8ACAA">
                <a:alpha val="100000"/>
              </a:srgbClr>
            </a:solidFill>
            <a:ln w="5420" cap="flat">
              <a:solidFill>
                <a:srgbClr val="48AC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85" name="pg3585"/>
            <p:cNvSpPr/>
            <p:nvPr/>
          </p:nvSpPr>
          <p:spPr>
            <a:xfrm>
              <a:off x="4543003" y="519611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8ACAA">
                <a:alpha val="100000"/>
              </a:srgbClr>
            </a:solidFill>
            <a:ln w="5420" cap="flat">
              <a:solidFill>
                <a:srgbClr val="48AC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86" name="pg3586"/>
            <p:cNvSpPr/>
            <p:nvPr/>
          </p:nvSpPr>
          <p:spPr>
            <a:xfrm>
              <a:off x="4694288" y="519611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6A9AA">
                <a:alpha val="100000"/>
              </a:srgbClr>
            </a:solidFill>
            <a:ln w="5420" cap="flat">
              <a:solidFill>
                <a:srgbClr val="46A9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87" name="pg3587"/>
            <p:cNvSpPr/>
            <p:nvPr/>
          </p:nvSpPr>
          <p:spPr>
            <a:xfrm>
              <a:off x="4705925" y="519611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6A9AA">
                <a:alpha val="100000"/>
              </a:srgbClr>
            </a:solidFill>
            <a:ln w="5420" cap="flat">
              <a:solidFill>
                <a:srgbClr val="46A9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88" name="pg3588"/>
            <p:cNvSpPr/>
            <p:nvPr/>
          </p:nvSpPr>
          <p:spPr>
            <a:xfrm>
              <a:off x="4717563" y="519611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6A9AA">
                <a:alpha val="100000"/>
              </a:srgbClr>
            </a:solidFill>
            <a:ln w="5420" cap="flat">
              <a:solidFill>
                <a:srgbClr val="46A9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89" name="pg3589"/>
            <p:cNvSpPr/>
            <p:nvPr/>
          </p:nvSpPr>
          <p:spPr>
            <a:xfrm>
              <a:off x="4729200" y="519611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6A9AA">
                <a:alpha val="100000"/>
              </a:srgbClr>
            </a:solidFill>
            <a:ln w="5420" cap="flat">
              <a:solidFill>
                <a:srgbClr val="46A9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90" name="pg3590"/>
            <p:cNvSpPr/>
            <p:nvPr/>
          </p:nvSpPr>
          <p:spPr>
            <a:xfrm>
              <a:off x="4740837" y="519611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6A9AA">
                <a:alpha val="100000"/>
              </a:srgbClr>
            </a:solidFill>
            <a:ln w="5420" cap="flat">
              <a:solidFill>
                <a:srgbClr val="46A9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91" name="pg3591"/>
            <p:cNvSpPr/>
            <p:nvPr/>
          </p:nvSpPr>
          <p:spPr>
            <a:xfrm>
              <a:off x="2855590" y="521041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5BEAB">
                <a:alpha val="100000"/>
              </a:srgbClr>
            </a:solidFill>
            <a:ln w="5420" cap="flat">
              <a:solidFill>
                <a:srgbClr val="55BE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92" name="pg3592"/>
            <p:cNvSpPr/>
            <p:nvPr/>
          </p:nvSpPr>
          <p:spPr>
            <a:xfrm>
              <a:off x="2867227" y="521041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5BEAB">
                <a:alpha val="100000"/>
              </a:srgbClr>
            </a:solidFill>
            <a:ln w="5420" cap="flat">
              <a:solidFill>
                <a:srgbClr val="55BE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93" name="pg3593"/>
            <p:cNvSpPr/>
            <p:nvPr/>
          </p:nvSpPr>
          <p:spPr>
            <a:xfrm>
              <a:off x="2878865" y="521041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6BEAB">
                <a:alpha val="100000"/>
              </a:srgbClr>
            </a:solidFill>
            <a:ln w="5420" cap="flat">
              <a:solidFill>
                <a:srgbClr val="56BE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94" name="pg3594"/>
            <p:cNvSpPr/>
            <p:nvPr/>
          </p:nvSpPr>
          <p:spPr>
            <a:xfrm>
              <a:off x="2890502" y="521041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6BEAB">
                <a:alpha val="100000"/>
              </a:srgbClr>
            </a:solidFill>
            <a:ln w="5420" cap="flat">
              <a:solidFill>
                <a:srgbClr val="56BE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95" name="pg3595"/>
            <p:cNvSpPr/>
            <p:nvPr/>
          </p:nvSpPr>
          <p:spPr>
            <a:xfrm>
              <a:off x="2902139" y="521041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6BEAB">
                <a:alpha val="100000"/>
              </a:srgbClr>
            </a:solidFill>
            <a:ln w="5420" cap="flat">
              <a:solidFill>
                <a:srgbClr val="56BE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96" name="pg3596"/>
            <p:cNvSpPr/>
            <p:nvPr/>
          </p:nvSpPr>
          <p:spPr>
            <a:xfrm>
              <a:off x="4484816" y="521041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9AEAB">
                <a:alpha val="100000"/>
              </a:srgbClr>
            </a:solidFill>
            <a:ln w="5420" cap="flat">
              <a:solidFill>
                <a:srgbClr val="49AE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97" name="pg3597"/>
            <p:cNvSpPr/>
            <p:nvPr/>
          </p:nvSpPr>
          <p:spPr>
            <a:xfrm>
              <a:off x="4496454" y="521041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9ADAB">
                <a:alpha val="100000"/>
              </a:srgbClr>
            </a:solidFill>
            <a:ln w="5420" cap="flat">
              <a:solidFill>
                <a:srgbClr val="49AD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98" name="pg3598"/>
            <p:cNvSpPr/>
            <p:nvPr/>
          </p:nvSpPr>
          <p:spPr>
            <a:xfrm>
              <a:off x="4508091" y="521041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9ADAB">
                <a:alpha val="100000"/>
              </a:srgbClr>
            </a:solidFill>
            <a:ln w="5420" cap="flat">
              <a:solidFill>
                <a:srgbClr val="49AD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99" name="pg3599"/>
            <p:cNvSpPr/>
            <p:nvPr/>
          </p:nvSpPr>
          <p:spPr>
            <a:xfrm>
              <a:off x="4519728" y="521041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8ADAB">
                <a:alpha val="100000"/>
              </a:srgbClr>
            </a:solidFill>
            <a:ln w="5420" cap="flat">
              <a:solidFill>
                <a:srgbClr val="48AD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00" name="pg3600"/>
            <p:cNvSpPr/>
            <p:nvPr/>
          </p:nvSpPr>
          <p:spPr>
            <a:xfrm>
              <a:off x="4531366" y="521041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8ACAA">
                <a:alpha val="100000"/>
              </a:srgbClr>
            </a:solidFill>
            <a:ln w="5420" cap="flat">
              <a:solidFill>
                <a:srgbClr val="48AC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01" name="pg3601"/>
            <p:cNvSpPr/>
            <p:nvPr/>
          </p:nvSpPr>
          <p:spPr>
            <a:xfrm>
              <a:off x="4543003" y="521041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8ACAA">
                <a:alpha val="100000"/>
              </a:srgbClr>
            </a:solidFill>
            <a:ln w="5420" cap="flat">
              <a:solidFill>
                <a:srgbClr val="48AC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02" name="pg3602"/>
            <p:cNvSpPr/>
            <p:nvPr/>
          </p:nvSpPr>
          <p:spPr>
            <a:xfrm>
              <a:off x="4694288" y="521041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6AAAA">
                <a:alpha val="100000"/>
              </a:srgbClr>
            </a:solidFill>
            <a:ln w="5420" cap="flat">
              <a:solidFill>
                <a:srgbClr val="46AA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03" name="pg3603"/>
            <p:cNvSpPr/>
            <p:nvPr/>
          </p:nvSpPr>
          <p:spPr>
            <a:xfrm>
              <a:off x="4705925" y="521041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6AAAA">
                <a:alpha val="100000"/>
              </a:srgbClr>
            </a:solidFill>
            <a:ln w="5420" cap="flat">
              <a:solidFill>
                <a:srgbClr val="46AA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04" name="pg3604"/>
            <p:cNvSpPr/>
            <p:nvPr/>
          </p:nvSpPr>
          <p:spPr>
            <a:xfrm>
              <a:off x="4717563" y="521041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6AAAA">
                <a:alpha val="100000"/>
              </a:srgbClr>
            </a:solidFill>
            <a:ln w="5420" cap="flat">
              <a:solidFill>
                <a:srgbClr val="46AA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05" name="pg3605"/>
            <p:cNvSpPr/>
            <p:nvPr/>
          </p:nvSpPr>
          <p:spPr>
            <a:xfrm>
              <a:off x="4729200" y="521041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6AAAA">
                <a:alpha val="100000"/>
              </a:srgbClr>
            </a:solidFill>
            <a:ln w="5420" cap="flat">
              <a:solidFill>
                <a:srgbClr val="46AA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06" name="pg3606"/>
            <p:cNvSpPr/>
            <p:nvPr/>
          </p:nvSpPr>
          <p:spPr>
            <a:xfrm>
              <a:off x="4740837" y="521041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6AAAA">
                <a:alpha val="100000"/>
              </a:srgbClr>
            </a:solidFill>
            <a:ln w="5420" cap="flat">
              <a:solidFill>
                <a:srgbClr val="46AA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07" name="pg3607"/>
            <p:cNvSpPr/>
            <p:nvPr/>
          </p:nvSpPr>
          <p:spPr>
            <a:xfrm>
              <a:off x="2855590" y="522471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6BEAB">
                <a:alpha val="100000"/>
              </a:srgbClr>
            </a:solidFill>
            <a:ln w="5420" cap="flat">
              <a:solidFill>
                <a:srgbClr val="56BE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08" name="pg3608"/>
            <p:cNvSpPr/>
            <p:nvPr/>
          </p:nvSpPr>
          <p:spPr>
            <a:xfrm>
              <a:off x="2867227" y="522471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6BEAB">
                <a:alpha val="100000"/>
              </a:srgbClr>
            </a:solidFill>
            <a:ln w="5420" cap="flat">
              <a:solidFill>
                <a:srgbClr val="56BE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09" name="pg3609"/>
            <p:cNvSpPr/>
            <p:nvPr/>
          </p:nvSpPr>
          <p:spPr>
            <a:xfrm>
              <a:off x="2878865" y="522471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6BFAB">
                <a:alpha val="100000"/>
              </a:srgbClr>
            </a:solidFill>
            <a:ln w="5420" cap="flat">
              <a:solidFill>
                <a:srgbClr val="56BF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10" name="pg3610"/>
            <p:cNvSpPr/>
            <p:nvPr/>
          </p:nvSpPr>
          <p:spPr>
            <a:xfrm>
              <a:off x="2890502" y="522471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6BFAB">
                <a:alpha val="100000"/>
              </a:srgbClr>
            </a:solidFill>
            <a:ln w="5420" cap="flat">
              <a:solidFill>
                <a:srgbClr val="56BF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11" name="pg3611"/>
            <p:cNvSpPr/>
            <p:nvPr/>
          </p:nvSpPr>
          <p:spPr>
            <a:xfrm>
              <a:off x="2902139" y="522471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6BFAB">
                <a:alpha val="100000"/>
              </a:srgbClr>
            </a:solidFill>
            <a:ln w="5420" cap="flat">
              <a:solidFill>
                <a:srgbClr val="56BF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12" name="pg3612"/>
            <p:cNvSpPr/>
            <p:nvPr/>
          </p:nvSpPr>
          <p:spPr>
            <a:xfrm>
              <a:off x="4496454" y="522471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9AEAB">
                <a:alpha val="100000"/>
              </a:srgbClr>
            </a:solidFill>
            <a:ln w="5420" cap="flat">
              <a:solidFill>
                <a:srgbClr val="49AE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13" name="pg3613"/>
            <p:cNvSpPr/>
            <p:nvPr/>
          </p:nvSpPr>
          <p:spPr>
            <a:xfrm>
              <a:off x="4508091" y="522471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9ADAB">
                <a:alpha val="100000"/>
              </a:srgbClr>
            </a:solidFill>
            <a:ln w="5420" cap="flat">
              <a:solidFill>
                <a:srgbClr val="49AD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14" name="pg3614"/>
            <p:cNvSpPr/>
            <p:nvPr/>
          </p:nvSpPr>
          <p:spPr>
            <a:xfrm>
              <a:off x="4519728" y="522471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9ADAB">
                <a:alpha val="100000"/>
              </a:srgbClr>
            </a:solidFill>
            <a:ln w="5420" cap="flat">
              <a:solidFill>
                <a:srgbClr val="49AD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15" name="pg3615"/>
            <p:cNvSpPr/>
            <p:nvPr/>
          </p:nvSpPr>
          <p:spPr>
            <a:xfrm>
              <a:off x="4531366" y="522471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8ADAB">
                <a:alpha val="100000"/>
              </a:srgbClr>
            </a:solidFill>
            <a:ln w="5420" cap="flat">
              <a:solidFill>
                <a:srgbClr val="48AD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16" name="pg3616"/>
            <p:cNvSpPr/>
            <p:nvPr/>
          </p:nvSpPr>
          <p:spPr>
            <a:xfrm>
              <a:off x="4543003" y="522471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8ACAB">
                <a:alpha val="100000"/>
              </a:srgbClr>
            </a:solidFill>
            <a:ln w="5420" cap="flat">
              <a:solidFill>
                <a:srgbClr val="48AC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17" name="pg3617"/>
            <p:cNvSpPr/>
            <p:nvPr/>
          </p:nvSpPr>
          <p:spPr>
            <a:xfrm>
              <a:off x="4694288" y="522471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6AAAA">
                <a:alpha val="100000"/>
              </a:srgbClr>
            </a:solidFill>
            <a:ln w="5420" cap="flat">
              <a:solidFill>
                <a:srgbClr val="46AA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18" name="pg3618"/>
            <p:cNvSpPr/>
            <p:nvPr/>
          </p:nvSpPr>
          <p:spPr>
            <a:xfrm>
              <a:off x="4705925" y="522471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6AAAA">
                <a:alpha val="100000"/>
              </a:srgbClr>
            </a:solidFill>
            <a:ln w="5420" cap="flat">
              <a:solidFill>
                <a:srgbClr val="46AA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19" name="pg3619"/>
            <p:cNvSpPr/>
            <p:nvPr/>
          </p:nvSpPr>
          <p:spPr>
            <a:xfrm>
              <a:off x="4717563" y="522471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6AAAA">
                <a:alpha val="100000"/>
              </a:srgbClr>
            </a:solidFill>
            <a:ln w="5420" cap="flat">
              <a:solidFill>
                <a:srgbClr val="46AA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20" name="pg3620"/>
            <p:cNvSpPr/>
            <p:nvPr/>
          </p:nvSpPr>
          <p:spPr>
            <a:xfrm>
              <a:off x="4729200" y="522471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6AAAA">
                <a:alpha val="100000"/>
              </a:srgbClr>
            </a:solidFill>
            <a:ln w="5420" cap="flat">
              <a:solidFill>
                <a:srgbClr val="46AA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21" name="pg3621"/>
            <p:cNvSpPr/>
            <p:nvPr/>
          </p:nvSpPr>
          <p:spPr>
            <a:xfrm>
              <a:off x="2867227" y="523901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6BFAB">
                <a:alpha val="100000"/>
              </a:srgbClr>
            </a:solidFill>
            <a:ln w="5420" cap="flat">
              <a:solidFill>
                <a:srgbClr val="56BF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22" name="pg3622"/>
            <p:cNvSpPr/>
            <p:nvPr/>
          </p:nvSpPr>
          <p:spPr>
            <a:xfrm>
              <a:off x="2878865" y="523901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6BFAB">
                <a:alpha val="100000"/>
              </a:srgbClr>
            </a:solidFill>
            <a:ln w="5420" cap="flat">
              <a:solidFill>
                <a:srgbClr val="56BF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23" name="pg3623"/>
            <p:cNvSpPr/>
            <p:nvPr/>
          </p:nvSpPr>
          <p:spPr>
            <a:xfrm>
              <a:off x="2890502" y="523901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7C0AB">
                <a:alpha val="100000"/>
              </a:srgbClr>
            </a:solidFill>
            <a:ln w="5420" cap="flat">
              <a:solidFill>
                <a:srgbClr val="57C0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24" name="pg3624"/>
            <p:cNvSpPr/>
            <p:nvPr/>
          </p:nvSpPr>
          <p:spPr>
            <a:xfrm>
              <a:off x="2902139" y="523901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7C0AB">
                <a:alpha val="100000"/>
              </a:srgbClr>
            </a:solidFill>
            <a:ln w="5420" cap="flat">
              <a:solidFill>
                <a:srgbClr val="57C0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25" name="pg3625"/>
            <p:cNvSpPr/>
            <p:nvPr/>
          </p:nvSpPr>
          <p:spPr>
            <a:xfrm>
              <a:off x="2913777" y="523901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7C0AC">
                <a:alpha val="100000"/>
              </a:srgbClr>
            </a:solidFill>
            <a:ln w="5420" cap="flat">
              <a:solidFill>
                <a:srgbClr val="57C0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26" name="pg3626"/>
            <p:cNvSpPr/>
            <p:nvPr/>
          </p:nvSpPr>
          <p:spPr>
            <a:xfrm>
              <a:off x="4508091" y="523901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9AEAB">
                <a:alpha val="100000"/>
              </a:srgbClr>
            </a:solidFill>
            <a:ln w="5420" cap="flat">
              <a:solidFill>
                <a:srgbClr val="49AE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27" name="pg3627"/>
            <p:cNvSpPr/>
            <p:nvPr/>
          </p:nvSpPr>
          <p:spPr>
            <a:xfrm>
              <a:off x="4519728" y="523901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9ADAB">
                <a:alpha val="100000"/>
              </a:srgbClr>
            </a:solidFill>
            <a:ln w="5420" cap="flat">
              <a:solidFill>
                <a:srgbClr val="49AD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28" name="pg3628"/>
            <p:cNvSpPr/>
            <p:nvPr/>
          </p:nvSpPr>
          <p:spPr>
            <a:xfrm>
              <a:off x="4531366" y="523901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9ADAB">
                <a:alpha val="100000"/>
              </a:srgbClr>
            </a:solidFill>
            <a:ln w="5420" cap="flat">
              <a:solidFill>
                <a:srgbClr val="49AD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29" name="pg3629"/>
            <p:cNvSpPr/>
            <p:nvPr/>
          </p:nvSpPr>
          <p:spPr>
            <a:xfrm>
              <a:off x="4543003" y="523901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9ADAB">
                <a:alpha val="100000"/>
              </a:srgbClr>
            </a:solidFill>
            <a:ln w="5420" cap="flat">
              <a:solidFill>
                <a:srgbClr val="49AD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30" name="pg3630"/>
            <p:cNvSpPr/>
            <p:nvPr/>
          </p:nvSpPr>
          <p:spPr>
            <a:xfrm>
              <a:off x="4554640" y="523901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9ADAB">
                <a:alpha val="100000"/>
              </a:srgbClr>
            </a:solidFill>
            <a:ln w="5420" cap="flat">
              <a:solidFill>
                <a:srgbClr val="49AD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31" name="pg3631"/>
            <p:cNvSpPr/>
            <p:nvPr/>
          </p:nvSpPr>
          <p:spPr>
            <a:xfrm>
              <a:off x="4694288" y="523901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7ABAA">
                <a:alpha val="100000"/>
              </a:srgbClr>
            </a:solidFill>
            <a:ln w="5420" cap="flat">
              <a:solidFill>
                <a:srgbClr val="47AB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32" name="pg3632"/>
            <p:cNvSpPr/>
            <p:nvPr/>
          </p:nvSpPr>
          <p:spPr>
            <a:xfrm>
              <a:off x="4705925" y="523901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7ABAA">
                <a:alpha val="100000"/>
              </a:srgbClr>
            </a:solidFill>
            <a:ln w="5420" cap="flat">
              <a:solidFill>
                <a:srgbClr val="47AB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33" name="pg3633"/>
            <p:cNvSpPr/>
            <p:nvPr/>
          </p:nvSpPr>
          <p:spPr>
            <a:xfrm>
              <a:off x="4717563" y="523901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7ABAA">
                <a:alpha val="100000"/>
              </a:srgbClr>
            </a:solidFill>
            <a:ln w="5420" cap="flat">
              <a:solidFill>
                <a:srgbClr val="47AB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34" name="pg3634"/>
            <p:cNvSpPr/>
            <p:nvPr/>
          </p:nvSpPr>
          <p:spPr>
            <a:xfrm>
              <a:off x="4729200" y="523901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7AAAA">
                <a:alpha val="100000"/>
              </a:srgbClr>
            </a:solidFill>
            <a:ln w="5420" cap="flat">
              <a:solidFill>
                <a:srgbClr val="47AA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35" name="pg3635"/>
            <p:cNvSpPr/>
            <p:nvPr/>
          </p:nvSpPr>
          <p:spPr>
            <a:xfrm>
              <a:off x="2867227" y="525331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7BFAB">
                <a:alpha val="100000"/>
              </a:srgbClr>
            </a:solidFill>
            <a:ln w="5420" cap="flat">
              <a:solidFill>
                <a:srgbClr val="57BF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36" name="pg3636"/>
            <p:cNvSpPr/>
            <p:nvPr/>
          </p:nvSpPr>
          <p:spPr>
            <a:xfrm>
              <a:off x="2878865" y="525331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7C0AB">
                <a:alpha val="100000"/>
              </a:srgbClr>
            </a:solidFill>
            <a:ln w="5420" cap="flat">
              <a:solidFill>
                <a:srgbClr val="57C0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37" name="pg3637"/>
            <p:cNvSpPr/>
            <p:nvPr/>
          </p:nvSpPr>
          <p:spPr>
            <a:xfrm>
              <a:off x="2890502" y="525331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7C0AC">
                <a:alpha val="100000"/>
              </a:srgbClr>
            </a:solidFill>
            <a:ln w="5420" cap="flat">
              <a:solidFill>
                <a:srgbClr val="57C0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38" name="pg3638"/>
            <p:cNvSpPr/>
            <p:nvPr/>
          </p:nvSpPr>
          <p:spPr>
            <a:xfrm>
              <a:off x="2902139" y="525331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7C0AC">
                <a:alpha val="100000"/>
              </a:srgbClr>
            </a:solidFill>
            <a:ln w="5420" cap="flat">
              <a:solidFill>
                <a:srgbClr val="57C0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39" name="pg3639"/>
            <p:cNvSpPr/>
            <p:nvPr/>
          </p:nvSpPr>
          <p:spPr>
            <a:xfrm>
              <a:off x="2913777" y="525331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7C0AC">
                <a:alpha val="100000"/>
              </a:srgbClr>
            </a:solidFill>
            <a:ln w="5420" cap="flat">
              <a:solidFill>
                <a:srgbClr val="57C0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40" name="pg3640"/>
            <p:cNvSpPr/>
            <p:nvPr/>
          </p:nvSpPr>
          <p:spPr>
            <a:xfrm>
              <a:off x="2925414" y="525331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7C1AC">
                <a:alpha val="100000"/>
              </a:srgbClr>
            </a:solidFill>
            <a:ln w="5420" cap="flat">
              <a:solidFill>
                <a:srgbClr val="57C1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41" name="pg3641"/>
            <p:cNvSpPr/>
            <p:nvPr/>
          </p:nvSpPr>
          <p:spPr>
            <a:xfrm>
              <a:off x="4508091" y="525331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AAEAB">
                <a:alpha val="100000"/>
              </a:srgbClr>
            </a:solidFill>
            <a:ln w="5420" cap="flat">
              <a:solidFill>
                <a:srgbClr val="4AAE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42" name="pg3642"/>
            <p:cNvSpPr/>
            <p:nvPr/>
          </p:nvSpPr>
          <p:spPr>
            <a:xfrm>
              <a:off x="4519728" y="525331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9AEAB">
                <a:alpha val="100000"/>
              </a:srgbClr>
            </a:solidFill>
            <a:ln w="5420" cap="flat">
              <a:solidFill>
                <a:srgbClr val="49AE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43" name="pg3643"/>
            <p:cNvSpPr/>
            <p:nvPr/>
          </p:nvSpPr>
          <p:spPr>
            <a:xfrm>
              <a:off x="4531366" y="525331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9ADAB">
                <a:alpha val="100000"/>
              </a:srgbClr>
            </a:solidFill>
            <a:ln w="5420" cap="flat">
              <a:solidFill>
                <a:srgbClr val="49AD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44" name="pg3644"/>
            <p:cNvSpPr/>
            <p:nvPr/>
          </p:nvSpPr>
          <p:spPr>
            <a:xfrm>
              <a:off x="4543003" y="525331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9ADAB">
                <a:alpha val="100000"/>
              </a:srgbClr>
            </a:solidFill>
            <a:ln w="5420" cap="flat">
              <a:solidFill>
                <a:srgbClr val="49AD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45" name="pg3645"/>
            <p:cNvSpPr/>
            <p:nvPr/>
          </p:nvSpPr>
          <p:spPr>
            <a:xfrm>
              <a:off x="4554640" y="525331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9ADAB">
                <a:alpha val="100000"/>
              </a:srgbClr>
            </a:solidFill>
            <a:ln w="5420" cap="flat">
              <a:solidFill>
                <a:srgbClr val="49AD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46" name="pg3646"/>
            <p:cNvSpPr/>
            <p:nvPr/>
          </p:nvSpPr>
          <p:spPr>
            <a:xfrm>
              <a:off x="4694288" y="525331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7ABAA">
                <a:alpha val="100000"/>
              </a:srgbClr>
            </a:solidFill>
            <a:ln w="5420" cap="flat">
              <a:solidFill>
                <a:srgbClr val="47AB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47" name="pg3647"/>
            <p:cNvSpPr/>
            <p:nvPr/>
          </p:nvSpPr>
          <p:spPr>
            <a:xfrm>
              <a:off x="4705925" y="525331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7ABAA">
                <a:alpha val="100000"/>
              </a:srgbClr>
            </a:solidFill>
            <a:ln w="5420" cap="flat">
              <a:solidFill>
                <a:srgbClr val="47AB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48" name="pg3648"/>
            <p:cNvSpPr/>
            <p:nvPr/>
          </p:nvSpPr>
          <p:spPr>
            <a:xfrm>
              <a:off x="4717563" y="525331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7ABAA">
                <a:alpha val="100000"/>
              </a:srgbClr>
            </a:solidFill>
            <a:ln w="5420" cap="flat">
              <a:solidFill>
                <a:srgbClr val="47AB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49" name="pg3649"/>
            <p:cNvSpPr/>
            <p:nvPr/>
          </p:nvSpPr>
          <p:spPr>
            <a:xfrm>
              <a:off x="4729200" y="525331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7ABAA">
                <a:alpha val="100000"/>
              </a:srgbClr>
            </a:solidFill>
            <a:ln w="5420" cap="flat">
              <a:solidFill>
                <a:srgbClr val="47AB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50" name="pg3650"/>
            <p:cNvSpPr/>
            <p:nvPr/>
          </p:nvSpPr>
          <p:spPr>
            <a:xfrm>
              <a:off x="2878865" y="526761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7C0AC">
                <a:alpha val="100000"/>
              </a:srgbClr>
            </a:solidFill>
            <a:ln w="5420" cap="flat">
              <a:solidFill>
                <a:srgbClr val="57C0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51" name="pg3651"/>
            <p:cNvSpPr/>
            <p:nvPr/>
          </p:nvSpPr>
          <p:spPr>
            <a:xfrm>
              <a:off x="2890502" y="526761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7C0AC">
                <a:alpha val="100000"/>
              </a:srgbClr>
            </a:solidFill>
            <a:ln w="5420" cap="flat">
              <a:solidFill>
                <a:srgbClr val="57C0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52" name="pg3652"/>
            <p:cNvSpPr/>
            <p:nvPr/>
          </p:nvSpPr>
          <p:spPr>
            <a:xfrm>
              <a:off x="2902139" y="526761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7C0AC">
                <a:alpha val="100000"/>
              </a:srgbClr>
            </a:solidFill>
            <a:ln w="5420" cap="flat">
              <a:solidFill>
                <a:srgbClr val="57C0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53" name="pg3653"/>
            <p:cNvSpPr/>
            <p:nvPr/>
          </p:nvSpPr>
          <p:spPr>
            <a:xfrm>
              <a:off x="2913777" y="526761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7C1AC">
                <a:alpha val="100000"/>
              </a:srgbClr>
            </a:solidFill>
            <a:ln w="5420" cap="flat">
              <a:solidFill>
                <a:srgbClr val="57C1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54" name="pg3654"/>
            <p:cNvSpPr/>
            <p:nvPr/>
          </p:nvSpPr>
          <p:spPr>
            <a:xfrm>
              <a:off x="2925414" y="526761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7C1AC">
                <a:alpha val="100000"/>
              </a:srgbClr>
            </a:solidFill>
            <a:ln w="5420" cap="flat">
              <a:solidFill>
                <a:srgbClr val="57C1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55" name="pg3655"/>
            <p:cNvSpPr/>
            <p:nvPr/>
          </p:nvSpPr>
          <p:spPr>
            <a:xfrm>
              <a:off x="4508091" y="526761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AAEAB">
                <a:alpha val="100000"/>
              </a:srgbClr>
            </a:solidFill>
            <a:ln w="5420" cap="flat">
              <a:solidFill>
                <a:srgbClr val="4AAE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56" name="pg3656"/>
            <p:cNvSpPr/>
            <p:nvPr/>
          </p:nvSpPr>
          <p:spPr>
            <a:xfrm>
              <a:off x="4519728" y="526761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9AEAB">
                <a:alpha val="100000"/>
              </a:srgbClr>
            </a:solidFill>
            <a:ln w="5420" cap="flat">
              <a:solidFill>
                <a:srgbClr val="49AE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57" name="pg3657"/>
            <p:cNvSpPr/>
            <p:nvPr/>
          </p:nvSpPr>
          <p:spPr>
            <a:xfrm>
              <a:off x="4531366" y="526761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9AEAB">
                <a:alpha val="100000"/>
              </a:srgbClr>
            </a:solidFill>
            <a:ln w="5420" cap="flat">
              <a:solidFill>
                <a:srgbClr val="49AE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58" name="pg3658"/>
            <p:cNvSpPr/>
            <p:nvPr/>
          </p:nvSpPr>
          <p:spPr>
            <a:xfrm>
              <a:off x="4543003" y="526761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9ADAB">
                <a:alpha val="100000"/>
              </a:srgbClr>
            </a:solidFill>
            <a:ln w="5420" cap="flat">
              <a:solidFill>
                <a:srgbClr val="49AD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59" name="pg3659"/>
            <p:cNvSpPr/>
            <p:nvPr/>
          </p:nvSpPr>
          <p:spPr>
            <a:xfrm>
              <a:off x="4554640" y="526761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9ADAB">
                <a:alpha val="100000"/>
              </a:srgbClr>
            </a:solidFill>
            <a:ln w="5420" cap="flat">
              <a:solidFill>
                <a:srgbClr val="49AD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60" name="pg3660"/>
            <p:cNvSpPr/>
            <p:nvPr/>
          </p:nvSpPr>
          <p:spPr>
            <a:xfrm>
              <a:off x="4566278" y="526761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9ADAB">
                <a:alpha val="100000"/>
              </a:srgbClr>
            </a:solidFill>
            <a:ln w="5420" cap="flat">
              <a:solidFill>
                <a:srgbClr val="49AD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61" name="pg3661"/>
            <p:cNvSpPr/>
            <p:nvPr/>
          </p:nvSpPr>
          <p:spPr>
            <a:xfrm>
              <a:off x="4577915" y="526761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9ADAB">
                <a:alpha val="100000"/>
              </a:srgbClr>
            </a:solidFill>
            <a:ln w="5420" cap="flat">
              <a:solidFill>
                <a:srgbClr val="49AD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62" name="pg3662"/>
            <p:cNvSpPr/>
            <p:nvPr/>
          </p:nvSpPr>
          <p:spPr>
            <a:xfrm>
              <a:off x="4589552" y="526761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8ADAB">
                <a:alpha val="100000"/>
              </a:srgbClr>
            </a:solidFill>
            <a:ln w="5420" cap="flat">
              <a:solidFill>
                <a:srgbClr val="48AD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63" name="pg3663"/>
            <p:cNvSpPr/>
            <p:nvPr/>
          </p:nvSpPr>
          <p:spPr>
            <a:xfrm>
              <a:off x="4694288" y="526761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7ABAA">
                <a:alpha val="100000"/>
              </a:srgbClr>
            </a:solidFill>
            <a:ln w="5420" cap="flat">
              <a:solidFill>
                <a:srgbClr val="47AB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64" name="pg3664"/>
            <p:cNvSpPr/>
            <p:nvPr/>
          </p:nvSpPr>
          <p:spPr>
            <a:xfrm>
              <a:off x="4705925" y="526761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7ABAA">
                <a:alpha val="100000"/>
              </a:srgbClr>
            </a:solidFill>
            <a:ln w="5420" cap="flat">
              <a:solidFill>
                <a:srgbClr val="47AB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65" name="pg3665"/>
            <p:cNvSpPr/>
            <p:nvPr/>
          </p:nvSpPr>
          <p:spPr>
            <a:xfrm>
              <a:off x="4717563" y="526761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7ABAA">
                <a:alpha val="100000"/>
              </a:srgbClr>
            </a:solidFill>
            <a:ln w="5420" cap="flat">
              <a:solidFill>
                <a:srgbClr val="47AB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66" name="pg3666"/>
            <p:cNvSpPr/>
            <p:nvPr/>
          </p:nvSpPr>
          <p:spPr>
            <a:xfrm>
              <a:off x="4729200" y="526761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7ABAA">
                <a:alpha val="100000"/>
              </a:srgbClr>
            </a:solidFill>
            <a:ln w="5420" cap="flat">
              <a:solidFill>
                <a:srgbClr val="47AB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67" name="pg3667"/>
            <p:cNvSpPr/>
            <p:nvPr/>
          </p:nvSpPr>
          <p:spPr>
            <a:xfrm>
              <a:off x="2890502" y="528191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7C1AC">
                <a:alpha val="100000"/>
              </a:srgbClr>
            </a:solidFill>
            <a:ln w="5420" cap="flat">
              <a:solidFill>
                <a:srgbClr val="57C1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68" name="pg3668"/>
            <p:cNvSpPr/>
            <p:nvPr/>
          </p:nvSpPr>
          <p:spPr>
            <a:xfrm>
              <a:off x="2902139" y="528191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7C1AC">
                <a:alpha val="100000"/>
              </a:srgbClr>
            </a:solidFill>
            <a:ln w="5420" cap="flat">
              <a:solidFill>
                <a:srgbClr val="57C1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69" name="pg3669"/>
            <p:cNvSpPr/>
            <p:nvPr/>
          </p:nvSpPr>
          <p:spPr>
            <a:xfrm>
              <a:off x="2913777" y="528191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7C1AC">
                <a:alpha val="100000"/>
              </a:srgbClr>
            </a:solidFill>
            <a:ln w="5420" cap="flat">
              <a:solidFill>
                <a:srgbClr val="57C1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70" name="pg3670"/>
            <p:cNvSpPr/>
            <p:nvPr/>
          </p:nvSpPr>
          <p:spPr>
            <a:xfrm>
              <a:off x="2925414" y="528191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8C1AC">
                <a:alpha val="100000"/>
              </a:srgbClr>
            </a:solidFill>
            <a:ln w="5420" cap="flat">
              <a:solidFill>
                <a:srgbClr val="58C1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71" name="pg3671"/>
            <p:cNvSpPr/>
            <p:nvPr/>
          </p:nvSpPr>
          <p:spPr>
            <a:xfrm>
              <a:off x="4519728" y="528191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AAEAB">
                <a:alpha val="100000"/>
              </a:srgbClr>
            </a:solidFill>
            <a:ln w="5420" cap="flat">
              <a:solidFill>
                <a:srgbClr val="4AAE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72" name="pg3672"/>
            <p:cNvSpPr/>
            <p:nvPr/>
          </p:nvSpPr>
          <p:spPr>
            <a:xfrm>
              <a:off x="4531366" y="528191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AAEAB">
                <a:alpha val="100000"/>
              </a:srgbClr>
            </a:solidFill>
            <a:ln w="5420" cap="flat">
              <a:solidFill>
                <a:srgbClr val="4AAE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73" name="pg3673"/>
            <p:cNvSpPr/>
            <p:nvPr/>
          </p:nvSpPr>
          <p:spPr>
            <a:xfrm>
              <a:off x="4543003" y="528191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9AEAB">
                <a:alpha val="100000"/>
              </a:srgbClr>
            </a:solidFill>
            <a:ln w="5420" cap="flat">
              <a:solidFill>
                <a:srgbClr val="49AE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74" name="pg3674"/>
            <p:cNvSpPr/>
            <p:nvPr/>
          </p:nvSpPr>
          <p:spPr>
            <a:xfrm>
              <a:off x="4554640" y="528191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9ADAB">
                <a:alpha val="100000"/>
              </a:srgbClr>
            </a:solidFill>
            <a:ln w="5420" cap="flat">
              <a:solidFill>
                <a:srgbClr val="49AD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75" name="pg3675"/>
            <p:cNvSpPr/>
            <p:nvPr/>
          </p:nvSpPr>
          <p:spPr>
            <a:xfrm>
              <a:off x="4566278" y="528191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9ADAB">
                <a:alpha val="100000"/>
              </a:srgbClr>
            </a:solidFill>
            <a:ln w="5420" cap="flat">
              <a:solidFill>
                <a:srgbClr val="49AD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76" name="pg3676"/>
            <p:cNvSpPr/>
            <p:nvPr/>
          </p:nvSpPr>
          <p:spPr>
            <a:xfrm>
              <a:off x="4577915" y="528191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9ADAB">
                <a:alpha val="100000"/>
              </a:srgbClr>
            </a:solidFill>
            <a:ln w="5420" cap="flat">
              <a:solidFill>
                <a:srgbClr val="49AD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77" name="pg3677"/>
            <p:cNvSpPr/>
            <p:nvPr/>
          </p:nvSpPr>
          <p:spPr>
            <a:xfrm>
              <a:off x="4589552" y="528191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9ADAB">
                <a:alpha val="100000"/>
              </a:srgbClr>
            </a:solidFill>
            <a:ln w="5420" cap="flat">
              <a:solidFill>
                <a:srgbClr val="49AD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78" name="pg3678"/>
            <p:cNvSpPr/>
            <p:nvPr/>
          </p:nvSpPr>
          <p:spPr>
            <a:xfrm>
              <a:off x="4601190" y="528191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9ADAB">
                <a:alpha val="100000"/>
              </a:srgbClr>
            </a:solidFill>
            <a:ln w="5420" cap="flat">
              <a:solidFill>
                <a:srgbClr val="49AD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79" name="pg3679"/>
            <p:cNvSpPr/>
            <p:nvPr/>
          </p:nvSpPr>
          <p:spPr>
            <a:xfrm>
              <a:off x="4682651" y="528191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8ACAA">
                <a:alpha val="100000"/>
              </a:srgbClr>
            </a:solidFill>
            <a:ln w="5420" cap="flat">
              <a:solidFill>
                <a:srgbClr val="48AC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80" name="pg3680"/>
            <p:cNvSpPr/>
            <p:nvPr/>
          </p:nvSpPr>
          <p:spPr>
            <a:xfrm>
              <a:off x="4694288" y="528191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8ACAA">
                <a:alpha val="100000"/>
              </a:srgbClr>
            </a:solidFill>
            <a:ln w="5420" cap="flat">
              <a:solidFill>
                <a:srgbClr val="48AC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81" name="pg3681"/>
            <p:cNvSpPr/>
            <p:nvPr/>
          </p:nvSpPr>
          <p:spPr>
            <a:xfrm>
              <a:off x="4705925" y="528191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7ABAA">
                <a:alpha val="100000"/>
              </a:srgbClr>
            </a:solidFill>
            <a:ln w="5420" cap="flat">
              <a:solidFill>
                <a:srgbClr val="47AB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82" name="pg3682"/>
            <p:cNvSpPr/>
            <p:nvPr/>
          </p:nvSpPr>
          <p:spPr>
            <a:xfrm>
              <a:off x="4717563" y="528191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7ABAA">
                <a:alpha val="100000"/>
              </a:srgbClr>
            </a:solidFill>
            <a:ln w="5420" cap="flat">
              <a:solidFill>
                <a:srgbClr val="47AB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83" name="pg3683"/>
            <p:cNvSpPr/>
            <p:nvPr/>
          </p:nvSpPr>
          <p:spPr>
            <a:xfrm>
              <a:off x="4729200" y="528191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7ABAA">
                <a:alpha val="100000"/>
              </a:srgbClr>
            </a:solidFill>
            <a:ln w="5420" cap="flat">
              <a:solidFill>
                <a:srgbClr val="47AB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84" name="pg3684"/>
            <p:cNvSpPr/>
            <p:nvPr/>
          </p:nvSpPr>
          <p:spPr>
            <a:xfrm>
              <a:off x="2890502" y="529622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7C1AC">
                <a:alpha val="100000"/>
              </a:srgbClr>
            </a:solidFill>
            <a:ln w="5420" cap="flat">
              <a:solidFill>
                <a:srgbClr val="57C1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85" name="pg3685"/>
            <p:cNvSpPr/>
            <p:nvPr/>
          </p:nvSpPr>
          <p:spPr>
            <a:xfrm>
              <a:off x="2902139" y="529622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8C1AC">
                <a:alpha val="100000"/>
              </a:srgbClr>
            </a:solidFill>
            <a:ln w="5420" cap="flat">
              <a:solidFill>
                <a:srgbClr val="58C1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86" name="pg3686"/>
            <p:cNvSpPr/>
            <p:nvPr/>
          </p:nvSpPr>
          <p:spPr>
            <a:xfrm>
              <a:off x="2913777" y="529622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8C1AC">
                <a:alpha val="100000"/>
              </a:srgbClr>
            </a:solidFill>
            <a:ln w="5420" cap="flat">
              <a:solidFill>
                <a:srgbClr val="58C1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87" name="pg3687"/>
            <p:cNvSpPr/>
            <p:nvPr/>
          </p:nvSpPr>
          <p:spPr>
            <a:xfrm>
              <a:off x="2925414" y="529622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8C1AC">
                <a:alpha val="100000"/>
              </a:srgbClr>
            </a:solidFill>
            <a:ln w="5420" cap="flat">
              <a:solidFill>
                <a:srgbClr val="58C1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88" name="pg3688"/>
            <p:cNvSpPr/>
            <p:nvPr/>
          </p:nvSpPr>
          <p:spPr>
            <a:xfrm>
              <a:off x="4531366" y="529622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AAEAB">
                <a:alpha val="100000"/>
              </a:srgbClr>
            </a:solidFill>
            <a:ln w="5420" cap="flat">
              <a:solidFill>
                <a:srgbClr val="4AAE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89" name="pg3689"/>
            <p:cNvSpPr/>
            <p:nvPr/>
          </p:nvSpPr>
          <p:spPr>
            <a:xfrm>
              <a:off x="4543003" y="529622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AAEAB">
                <a:alpha val="100000"/>
              </a:srgbClr>
            </a:solidFill>
            <a:ln w="5420" cap="flat">
              <a:solidFill>
                <a:srgbClr val="4AAE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90" name="pg3690"/>
            <p:cNvSpPr/>
            <p:nvPr/>
          </p:nvSpPr>
          <p:spPr>
            <a:xfrm>
              <a:off x="4554640" y="529622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9AEAB">
                <a:alpha val="100000"/>
              </a:srgbClr>
            </a:solidFill>
            <a:ln w="5420" cap="flat">
              <a:solidFill>
                <a:srgbClr val="49AE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91" name="pg3691"/>
            <p:cNvSpPr/>
            <p:nvPr/>
          </p:nvSpPr>
          <p:spPr>
            <a:xfrm>
              <a:off x="4566278" y="529622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9AEAB">
                <a:alpha val="100000"/>
              </a:srgbClr>
            </a:solidFill>
            <a:ln w="5420" cap="flat">
              <a:solidFill>
                <a:srgbClr val="49AE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92" name="pg3692"/>
            <p:cNvSpPr/>
            <p:nvPr/>
          </p:nvSpPr>
          <p:spPr>
            <a:xfrm>
              <a:off x="4577915" y="529622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9ADAB">
                <a:alpha val="100000"/>
              </a:srgbClr>
            </a:solidFill>
            <a:ln w="5420" cap="flat">
              <a:solidFill>
                <a:srgbClr val="49AD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93" name="pg3693"/>
            <p:cNvSpPr/>
            <p:nvPr/>
          </p:nvSpPr>
          <p:spPr>
            <a:xfrm>
              <a:off x="4589552" y="529622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9ADAB">
                <a:alpha val="100000"/>
              </a:srgbClr>
            </a:solidFill>
            <a:ln w="5420" cap="flat">
              <a:solidFill>
                <a:srgbClr val="49AD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94" name="pg3694"/>
            <p:cNvSpPr/>
            <p:nvPr/>
          </p:nvSpPr>
          <p:spPr>
            <a:xfrm>
              <a:off x="4601190" y="529622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9ADAB">
                <a:alpha val="100000"/>
              </a:srgbClr>
            </a:solidFill>
            <a:ln w="5420" cap="flat">
              <a:solidFill>
                <a:srgbClr val="49AD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95" name="pg3695"/>
            <p:cNvSpPr/>
            <p:nvPr/>
          </p:nvSpPr>
          <p:spPr>
            <a:xfrm>
              <a:off x="4682651" y="529622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8ACAA">
                <a:alpha val="100000"/>
              </a:srgbClr>
            </a:solidFill>
            <a:ln w="5420" cap="flat">
              <a:solidFill>
                <a:srgbClr val="48AC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96" name="pg3696"/>
            <p:cNvSpPr/>
            <p:nvPr/>
          </p:nvSpPr>
          <p:spPr>
            <a:xfrm>
              <a:off x="4694288" y="529622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8ACAA">
                <a:alpha val="100000"/>
              </a:srgbClr>
            </a:solidFill>
            <a:ln w="5420" cap="flat">
              <a:solidFill>
                <a:srgbClr val="48AC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97" name="pg3697"/>
            <p:cNvSpPr/>
            <p:nvPr/>
          </p:nvSpPr>
          <p:spPr>
            <a:xfrm>
              <a:off x="4705925" y="529622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8ACAA">
                <a:alpha val="100000"/>
              </a:srgbClr>
            </a:solidFill>
            <a:ln w="5420" cap="flat">
              <a:solidFill>
                <a:srgbClr val="48AC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98" name="pg3698"/>
            <p:cNvSpPr/>
            <p:nvPr/>
          </p:nvSpPr>
          <p:spPr>
            <a:xfrm>
              <a:off x="4717563" y="529622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8ACAA">
                <a:alpha val="100000"/>
              </a:srgbClr>
            </a:solidFill>
            <a:ln w="5420" cap="flat">
              <a:solidFill>
                <a:srgbClr val="48AC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99" name="pg3699"/>
            <p:cNvSpPr/>
            <p:nvPr/>
          </p:nvSpPr>
          <p:spPr>
            <a:xfrm>
              <a:off x="4729200" y="529622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8ABAA">
                <a:alpha val="100000"/>
              </a:srgbClr>
            </a:solidFill>
            <a:ln w="5420" cap="flat">
              <a:solidFill>
                <a:srgbClr val="48AB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00" name="pg3700"/>
            <p:cNvSpPr/>
            <p:nvPr/>
          </p:nvSpPr>
          <p:spPr>
            <a:xfrm>
              <a:off x="2878865" y="531052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7C1AC">
                <a:alpha val="100000"/>
              </a:srgbClr>
            </a:solidFill>
            <a:ln w="5420" cap="flat">
              <a:solidFill>
                <a:srgbClr val="57C1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01" name="pg3701"/>
            <p:cNvSpPr/>
            <p:nvPr/>
          </p:nvSpPr>
          <p:spPr>
            <a:xfrm>
              <a:off x="2890502" y="531052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8C1AC">
                <a:alpha val="100000"/>
              </a:srgbClr>
            </a:solidFill>
            <a:ln w="5420" cap="flat">
              <a:solidFill>
                <a:srgbClr val="58C1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02" name="pg3702"/>
            <p:cNvSpPr/>
            <p:nvPr/>
          </p:nvSpPr>
          <p:spPr>
            <a:xfrm>
              <a:off x="2902139" y="531052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8C1AC">
                <a:alpha val="100000"/>
              </a:srgbClr>
            </a:solidFill>
            <a:ln w="5420" cap="flat">
              <a:solidFill>
                <a:srgbClr val="58C1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03" name="pg3703"/>
            <p:cNvSpPr/>
            <p:nvPr/>
          </p:nvSpPr>
          <p:spPr>
            <a:xfrm>
              <a:off x="2913777" y="531052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8C1AC">
                <a:alpha val="100000"/>
              </a:srgbClr>
            </a:solidFill>
            <a:ln w="5420" cap="flat">
              <a:solidFill>
                <a:srgbClr val="58C1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04" name="pg3704"/>
            <p:cNvSpPr/>
            <p:nvPr/>
          </p:nvSpPr>
          <p:spPr>
            <a:xfrm>
              <a:off x="2925414" y="531052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8C2AC">
                <a:alpha val="100000"/>
              </a:srgbClr>
            </a:solidFill>
            <a:ln w="5420" cap="flat">
              <a:solidFill>
                <a:srgbClr val="58C2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05" name="pg3705"/>
            <p:cNvSpPr/>
            <p:nvPr/>
          </p:nvSpPr>
          <p:spPr>
            <a:xfrm>
              <a:off x="4543003" y="531052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AAEAB">
                <a:alpha val="100000"/>
              </a:srgbClr>
            </a:solidFill>
            <a:ln w="5420" cap="flat">
              <a:solidFill>
                <a:srgbClr val="4AAE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06" name="pg3706"/>
            <p:cNvSpPr/>
            <p:nvPr/>
          </p:nvSpPr>
          <p:spPr>
            <a:xfrm>
              <a:off x="4554640" y="531052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AAEAB">
                <a:alpha val="100000"/>
              </a:srgbClr>
            </a:solidFill>
            <a:ln w="5420" cap="flat">
              <a:solidFill>
                <a:srgbClr val="4AAE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07" name="pg3707"/>
            <p:cNvSpPr/>
            <p:nvPr/>
          </p:nvSpPr>
          <p:spPr>
            <a:xfrm>
              <a:off x="4566278" y="531052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9AEAB">
                <a:alpha val="100000"/>
              </a:srgbClr>
            </a:solidFill>
            <a:ln w="5420" cap="flat">
              <a:solidFill>
                <a:srgbClr val="49AE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08" name="pg3708"/>
            <p:cNvSpPr/>
            <p:nvPr/>
          </p:nvSpPr>
          <p:spPr>
            <a:xfrm>
              <a:off x="4577915" y="531052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9AEAB">
                <a:alpha val="100000"/>
              </a:srgbClr>
            </a:solidFill>
            <a:ln w="5420" cap="flat">
              <a:solidFill>
                <a:srgbClr val="49AE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09" name="pg3709"/>
            <p:cNvSpPr/>
            <p:nvPr/>
          </p:nvSpPr>
          <p:spPr>
            <a:xfrm>
              <a:off x="4589552" y="531052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9ADAB">
                <a:alpha val="100000"/>
              </a:srgbClr>
            </a:solidFill>
            <a:ln w="5420" cap="flat">
              <a:solidFill>
                <a:srgbClr val="49AD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10" name="pg3710"/>
            <p:cNvSpPr/>
            <p:nvPr/>
          </p:nvSpPr>
          <p:spPr>
            <a:xfrm>
              <a:off x="4601190" y="531052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9ADAB">
                <a:alpha val="100000"/>
              </a:srgbClr>
            </a:solidFill>
            <a:ln w="5420" cap="flat">
              <a:solidFill>
                <a:srgbClr val="49AD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11" name="pg3711"/>
            <p:cNvSpPr/>
            <p:nvPr/>
          </p:nvSpPr>
          <p:spPr>
            <a:xfrm>
              <a:off x="4612827" y="531052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9ADAB">
                <a:alpha val="100000"/>
              </a:srgbClr>
            </a:solidFill>
            <a:ln w="5420" cap="flat">
              <a:solidFill>
                <a:srgbClr val="49AD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12" name="pg3712"/>
            <p:cNvSpPr/>
            <p:nvPr/>
          </p:nvSpPr>
          <p:spPr>
            <a:xfrm>
              <a:off x="4671013" y="531052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8ACAA">
                <a:alpha val="100000"/>
              </a:srgbClr>
            </a:solidFill>
            <a:ln w="5420" cap="flat">
              <a:solidFill>
                <a:srgbClr val="48AC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13" name="pg3713"/>
            <p:cNvSpPr/>
            <p:nvPr/>
          </p:nvSpPr>
          <p:spPr>
            <a:xfrm>
              <a:off x="4682651" y="531052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8ACAA">
                <a:alpha val="100000"/>
              </a:srgbClr>
            </a:solidFill>
            <a:ln w="5420" cap="flat">
              <a:solidFill>
                <a:srgbClr val="48AC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14" name="pg3714"/>
            <p:cNvSpPr/>
            <p:nvPr/>
          </p:nvSpPr>
          <p:spPr>
            <a:xfrm>
              <a:off x="4694288" y="531052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8ACAA">
                <a:alpha val="100000"/>
              </a:srgbClr>
            </a:solidFill>
            <a:ln w="5420" cap="flat">
              <a:solidFill>
                <a:srgbClr val="48AC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15" name="pg3715"/>
            <p:cNvSpPr/>
            <p:nvPr/>
          </p:nvSpPr>
          <p:spPr>
            <a:xfrm>
              <a:off x="4705925" y="531052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8ACAA">
                <a:alpha val="100000"/>
              </a:srgbClr>
            </a:solidFill>
            <a:ln w="5420" cap="flat">
              <a:solidFill>
                <a:srgbClr val="48AC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16" name="pg3716"/>
            <p:cNvSpPr/>
            <p:nvPr/>
          </p:nvSpPr>
          <p:spPr>
            <a:xfrm>
              <a:off x="4717563" y="531052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8ACAA">
                <a:alpha val="100000"/>
              </a:srgbClr>
            </a:solidFill>
            <a:ln w="5420" cap="flat">
              <a:solidFill>
                <a:srgbClr val="48AC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17" name="pg3717"/>
            <p:cNvSpPr/>
            <p:nvPr/>
          </p:nvSpPr>
          <p:spPr>
            <a:xfrm>
              <a:off x="4729200" y="531052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8ACAA">
                <a:alpha val="100000"/>
              </a:srgbClr>
            </a:solidFill>
            <a:ln w="5420" cap="flat">
              <a:solidFill>
                <a:srgbClr val="48AC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18" name="pg3718"/>
            <p:cNvSpPr/>
            <p:nvPr/>
          </p:nvSpPr>
          <p:spPr>
            <a:xfrm>
              <a:off x="2878865" y="532482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8C1AC">
                <a:alpha val="100000"/>
              </a:srgbClr>
            </a:solidFill>
            <a:ln w="5420" cap="flat">
              <a:solidFill>
                <a:srgbClr val="58C1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19" name="pg3719"/>
            <p:cNvSpPr/>
            <p:nvPr/>
          </p:nvSpPr>
          <p:spPr>
            <a:xfrm>
              <a:off x="2890502" y="532482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8C1AC">
                <a:alpha val="100000"/>
              </a:srgbClr>
            </a:solidFill>
            <a:ln w="5420" cap="flat">
              <a:solidFill>
                <a:srgbClr val="58C1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20" name="pg3720"/>
            <p:cNvSpPr/>
            <p:nvPr/>
          </p:nvSpPr>
          <p:spPr>
            <a:xfrm>
              <a:off x="2902139" y="532482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8C1AC">
                <a:alpha val="100000"/>
              </a:srgbClr>
            </a:solidFill>
            <a:ln w="5420" cap="flat">
              <a:solidFill>
                <a:srgbClr val="58C1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21" name="pg3721"/>
            <p:cNvSpPr/>
            <p:nvPr/>
          </p:nvSpPr>
          <p:spPr>
            <a:xfrm>
              <a:off x="2913777" y="532482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8C2AC">
                <a:alpha val="100000"/>
              </a:srgbClr>
            </a:solidFill>
            <a:ln w="5420" cap="flat">
              <a:solidFill>
                <a:srgbClr val="58C2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22" name="pg3722"/>
            <p:cNvSpPr/>
            <p:nvPr/>
          </p:nvSpPr>
          <p:spPr>
            <a:xfrm>
              <a:off x="2925414" y="532482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8C2AC">
                <a:alpha val="100000"/>
              </a:srgbClr>
            </a:solidFill>
            <a:ln w="5420" cap="flat">
              <a:solidFill>
                <a:srgbClr val="58C2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23" name="pg3723"/>
            <p:cNvSpPr/>
            <p:nvPr/>
          </p:nvSpPr>
          <p:spPr>
            <a:xfrm>
              <a:off x="4566278" y="532482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AAEAB">
                <a:alpha val="100000"/>
              </a:srgbClr>
            </a:solidFill>
            <a:ln w="5420" cap="flat">
              <a:solidFill>
                <a:srgbClr val="4AAE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24" name="pg3724"/>
            <p:cNvSpPr/>
            <p:nvPr/>
          </p:nvSpPr>
          <p:spPr>
            <a:xfrm>
              <a:off x="4577915" y="532482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9AEAB">
                <a:alpha val="100000"/>
              </a:srgbClr>
            </a:solidFill>
            <a:ln w="5420" cap="flat">
              <a:solidFill>
                <a:srgbClr val="49AE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25" name="pg3725"/>
            <p:cNvSpPr/>
            <p:nvPr/>
          </p:nvSpPr>
          <p:spPr>
            <a:xfrm>
              <a:off x="4589552" y="532482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9AEAB">
                <a:alpha val="100000"/>
              </a:srgbClr>
            </a:solidFill>
            <a:ln w="5420" cap="flat">
              <a:solidFill>
                <a:srgbClr val="49AE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26" name="pg3726"/>
            <p:cNvSpPr/>
            <p:nvPr/>
          </p:nvSpPr>
          <p:spPr>
            <a:xfrm>
              <a:off x="4601190" y="532482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9ADAB">
                <a:alpha val="100000"/>
              </a:srgbClr>
            </a:solidFill>
            <a:ln w="5420" cap="flat">
              <a:solidFill>
                <a:srgbClr val="49AD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27" name="pg3727"/>
            <p:cNvSpPr/>
            <p:nvPr/>
          </p:nvSpPr>
          <p:spPr>
            <a:xfrm>
              <a:off x="4612827" y="532482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9ADAB">
                <a:alpha val="100000"/>
              </a:srgbClr>
            </a:solidFill>
            <a:ln w="5420" cap="flat">
              <a:solidFill>
                <a:srgbClr val="49AD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28" name="pg3728"/>
            <p:cNvSpPr/>
            <p:nvPr/>
          </p:nvSpPr>
          <p:spPr>
            <a:xfrm>
              <a:off x="4671013" y="532482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8ACAB">
                <a:alpha val="100000"/>
              </a:srgbClr>
            </a:solidFill>
            <a:ln w="5420" cap="flat">
              <a:solidFill>
                <a:srgbClr val="48AC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29" name="pg3729"/>
            <p:cNvSpPr/>
            <p:nvPr/>
          </p:nvSpPr>
          <p:spPr>
            <a:xfrm>
              <a:off x="4682651" y="532482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8ACAB">
                <a:alpha val="100000"/>
              </a:srgbClr>
            </a:solidFill>
            <a:ln w="5420" cap="flat">
              <a:solidFill>
                <a:srgbClr val="48AC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30" name="pg3730"/>
            <p:cNvSpPr/>
            <p:nvPr/>
          </p:nvSpPr>
          <p:spPr>
            <a:xfrm>
              <a:off x="4694288" y="532482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8ACAA">
                <a:alpha val="100000"/>
              </a:srgbClr>
            </a:solidFill>
            <a:ln w="5420" cap="flat">
              <a:solidFill>
                <a:srgbClr val="48AC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31" name="pg3731"/>
            <p:cNvSpPr/>
            <p:nvPr/>
          </p:nvSpPr>
          <p:spPr>
            <a:xfrm>
              <a:off x="4705925" y="532482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8ACAA">
                <a:alpha val="100000"/>
              </a:srgbClr>
            </a:solidFill>
            <a:ln w="5420" cap="flat">
              <a:solidFill>
                <a:srgbClr val="48AC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32" name="pg3732"/>
            <p:cNvSpPr/>
            <p:nvPr/>
          </p:nvSpPr>
          <p:spPr>
            <a:xfrm>
              <a:off x="4717563" y="532482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8ACAA">
                <a:alpha val="100000"/>
              </a:srgbClr>
            </a:solidFill>
            <a:ln w="5420" cap="flat">
              <a:solidFill>
                <a:srgbClr val="48AC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33" name="pg3733"/>
            <p:cNvSpPr/>
            <p:nvPr/>
          </p:nvSpPr>
          <p:spPr>
            <a:xfrm>
              <a:off x="2867227" y="533912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8C1AC">
                <a:alpha val="100000"/>
              </a:srgbClr>
            </a:solidFill>
            <a:ln w="5420" cap="flat">
              <a:solidFill>
                <a:srgbClr val="58C1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34" name="pg3734"/>
            <p:cNvSpPr/>
            <p:nvPr/>
          </p:nvSpPr>
          <p:spPr>
            <a:xfrm>
              <a:off x="2878865" y="533912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8C1AC">
                <a:alpha val="100000"/>
              </a:srgbClr>
            </a:solidFill>
            <a:ln w="5420" cap="flat">
              <a:solidFill>
                <a:srgbClr val="58C1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35" name="pg3735"/>
            <p:cNvSpPr/>
            <p:nvPr/>
          </p:nvSpPr>
          <p:spPr>
            <a:xfrm>
              <a:off x="2890502" y="533912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8C1AC">
                <a:alpha val="100000"/>
              </a:srgbClr>
            </a:solidFill>
            <a:ln w="5420" cap="flat">
              <a:solidFill>
                <a:srgbClr val="58C1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36" name="pg3736"/>
            <p:cNvSpPr/>
            <p:nvPr/>
          </p:nvSpPr>
          <p:spPr>
            <a:xfrm>
              <a:off x="2902139" y="533912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8C2AC">
                <a:alpha val="100000"/>
              </a:srgbClr>
            </a:solidFill>
            <a:ln w="5420" cap="flat">
              <a:solidFill>
                <a:srgbClr val="58C2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37" name="pg3737"/>
            <p:cNvSpPr/>
            <p:nvPr/>
          </p:nvSpPr>
          <p:spPr>
            <a:xfrm>
              <a:off x="2913777" y="533912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8C2AC">
                <a:alpha val="100000"/>
              </a:srgbClr>
            </a:solidFill>
            <a:ln w="5420" cap="flat">
              <a:solidFill>
                <a:srgbClr val="58C2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38" name="pg3738"/>
            <p:cNvSpPr/>
            <p:nvPr/>
          </p:nvSpPr>
          <p:spPr>
            <a:xfrm>
              <a:off x="4577915" y="533912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AAEAB">
                <a:alpha val="100000"/>
              </a:srgbClr>
            </a:solidFill>
            <a:ln w="5420" cap="flat">
              <a:solidFill>
                <a:srgbClr val="4AAE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39" name="pg3739"/>
            <p:cNvSpPr/>
            <p:nvPr/>
          </p:nvSpPr>
          <p:spPr>
            <a:xfrm>
              <a:off x="4589552" y="533912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9AEAB">
                <a:alpha val="100000"/>
              </a:srgbClr>
            </a:solidFill>
            <a:ln w="5420" cap="flat">
              <a:solidFill>
                <a:srgbClr val="49AE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40" name="pg3740"/>
            <p:cNvSpPr/>
            <p:nvPr/>
          </p:nvSpPr>
          <p:spPr>
            <a:xfrm>
              <a:off x="4601190" y="533912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9AEAB">
                <a:alpha val="100000"/>
              </a:srgbClr>
            </a:solidFill>
            <a:ln w="5420" cap="flat">
              <a:solidFill>
                <a:srgbClr val="49AE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41" name="pg3741"/>
            <p:cNvSpPr/>
            <p:nvPr/>
          </p:nvSpPr>
          <p:spPr>
            <a:xfrm>
              <a:off x="4612827" y="533912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9AEAB">
                <a:alpha val="100000"/>
              </a:srgbClr>
            </a:solidFill>
            <a:ln w="5420" cap="flat">
              <a:solidFill>
                <a:srgbClr val="49AE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42" name="pg3742"/>
            <p:cNvSpPr/>
            <p:nvPr/>
          </p:nvSpPr>
          <p:spPr>
            <a:xfrm>
              <a:off x="4624464" y="533912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9ADAB">
                <a:alpha val="100000"/>
              </a:srgbClr>
            </a:solidFill>
            <a:ln w="5420" cap="flat">
              <a:solidFill>
                <a:srgbClr val="49AD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43" name="pg3743"/>
            <p:cNvSpPr/>
            <p:nvPr/>
          </p:nvSpPr>
          <p:spPr>
            <a:xfrm>
              <a:off x="4636101" y="533912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9ADAB">
                <a:alpha val="100000"/>
              </a:srgbClr>
            </a:solidFill>
            <a:ln w="5420" cap="flat">
              <a:solidFill>
                <a:srgbClr val="49AD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44" name="pg3744"/>
            <p:cNvSpPr/>
            <p:nvPr/>
          </p:nvSpPr>
          <p:spPr>
            <a:xfrm>
              <a:off x="4659376" y="533912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9ADAB">
                <a:alpha val="100000"/>
              </a:srgbClr>
            </a:solidFill>
            <a:ln w="5420" cap="flat">
              <a:solidFill>
                <a:srgbClr val="49AD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45" name="pg3745"/>
            <p:cNvSpPr/>
            <p:nvPr/>
          </p:nvSpPr>
          <p:spPr>
            <a:xfrm>
              <a:off x="4671013" y="533912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9ADAB">
                <a:alpha val="100000"/>
              </a:srgbClr>
            </a:solidFill>
            <a:ln w="5420" cap="flat">
              <a:solidFill>
                <a:srgbClr val="49AD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46" name="pg3746"/>
            <p:cNvSpPr/>
            <p:nvPr/>
          </p:nvSpPr>
          <p:spPr>
            <a:xfrm>
              <a:off x="4682651" y="533912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8ADAB">
                <a:alpha val="100000"/>
              </a:srgbClr>
            </a:solidFill>
            <a:ln w="5420" cap="flat">
              <a:solidFill>
                <a:srgbClr val="48AD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47" name="pg3747"/>
            <p:cNvSpPr/>
            <p:nvPr/>
          </p:nvSpPr>
          <p:spPr>
            <a:xfrm>
              <a:off x="4694288" y="533912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8ACAB">
                <a:alpha val="100000"/>
              </a:srgbClr>
            </a:solidFill>
            <a:ln w="5420" cap="flat">
              <a:solidFill>
                <a:srgbClr val="48AC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48" name="pg3748"/>
            <p:cNvSpPr/>
            <p:nvPr/>
          </p:nvSpPr>
          <p:spPr>
            <a:xfrm>
              <a:off x="4705925" y="533912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8ACAB">
                <a:alpha val="100000"/>
              </a:srgbClr>
            </a:solidFill>
            <a:ln w="5420" cap="flat">
              <a:solidFill>
                <a:srgbClr val="48AC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49" name="pg3749"/>
            <p:cNvSpPr/>
            <p:nvPr/>
          </p:nvSpPr>
          <p:spPr>
            <a:xfrm>
              <a:off x="2855590" y="535342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8C1AC">
                <a:alpha val="100000"/>
              </a:srgbClr>
            </a:solidFill>
            <a:ln w="5420" cap="flat">
              <a:solidFill>
                <a:srgbClr val="58C1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50" name="pg3750"/>
            <p:cNvSpPr/>
            <p:nvPr/>
          </p:nvSpPr>
          <p:spPr>
            <a:xfrm>
              <a:off x="2867227" y="535342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8C1AC">
                <a:alpha val="100000"/>
              </a:srgbClr>
            </a:solidFill>
            <a:ln w="5420" cap="flat">
              <a:solidFill>
                <a:srgbClr val="58C1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51" name="pg3751"/>
            <p:cNvSpPr/>
            <p:nvPr/>
          </p:nvSpPr>
          <p:spPr>
            <a:xfrm>
              <a:off x="2878865" y="535342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8C1AC">
                <a:alpha val="100000"/>
              </a:srgbClr>
            </a:solidFill>
            <a:ln w="5420" cap="flat">
              <a:solidFill>
                <a:srgbClr val="58C1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52" name="pg3752"/>
            <p:cNvSpPr/>
            <p:nvPr/>
          </p:nvSpPr>
          <p:spPr>
            <a:xfrm>
              <a:off x="2890502" y="535342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8C2AC">
                <a:alpha val="100000"/>
              </a:srgbClr>
            </a:solidFill>
            <a:ln w="5420" cap="flat">
              <a:solidFill>
                <a:srgbClr val="58C2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53" name="pg3753"/>
            <p:cNvSpPr/>
            <p:nvPr/>
          </p:nvSpPr>
          <p:spPr>
            <a:xfrm>
              <a:off x="2902139" y="535342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8C2AC">
                <a:alpha val="100000"/>
              </a:srgbClr>
            </a:solidFill>
            <a:ln w="5420" cap="flat">
              <a:solidFill>
                <a:srgbClr val="58C2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54" name="pg3754"/>
            <p:cNvSpPr/>
            <p:nvPr/>
          </p:nvSpPr>
          <p:spPr>
            <a:xfrm>
              <a:off x="2913777" y="535342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8C2AC">
                <a:alpha val="100000"/>
              </a:srgbClr>
            </a:solidFill>
            <a:ln w="5420" cap="flat">
              <a:solidFill>
                <a:srgbClr val="58C2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55" name="pg3755"/>
            <p:cNvSpPr/>
            <p:nvPr/>
          </p:nvSpPr>
          <p:spPr>
            <a:xfrm>
              <a:off x="4577915" y="535342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AAEAB">
                <a:alpha val="100000"/>
              </a:srgbClr>
            </a:solidFill>
            <a:ln w="5420" cap="flat">
              <a:solidFill>
                <a:srgbClr val="4AAE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56" name="pg3756"/>
            <p:cNvSpPr/>
            <p:nvPr/>
          </p:nvSpPr>
          <p:spPr>
            <a:xfrm>
              <a:off x="4589552" y="535342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AAEAB">
                <a:alpha val="100000"/>
              </a:srgbClr>
            </a:solidFill>
            <a:ln w="5420" cap="flat">
              <a:solidFill>
                <a:srgbClr val="4AAE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57" name="pg3757"/>
            <p:cNvSpPr/>
            <p:nvPr/>
          </p:nvSpPr>
          <p:spPr>
            <a:xfrm>
              <a:off x="4601190" y="535342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AAEAB">
                <a:alpha val="100000"/>
              </a:srgbClr>
            </a:solidFill>
            <a:ln w="5420" cap="flat">
              <a:solidFill>
                <a:srgbClr val="4AAE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58" name="pg3758"/>
            <p:cNvSpPr/>
            <p:nvPr/>
          </p:nvSpPr>
          <p:spPr>
            <a:xfrm>
              <a:off x="4612827" y="535342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9AEAB">
                <a:alpha val="100000"/>
              </a:srgbClr>
            </a:solidFill>
            <a:ln w="5420" cap="flat">
              <a:solidFill>
                <a:srgbClr val="49AE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59" name="pg3759"/>
            <p:cNvSpPr/>
            <p:nvPr/>
          </p:nvSpPr>
          <p:spPr>
            <a:xfrm>
              <a:off x="4624464" y="535342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9AEAB">
                <a:alpha val="100000"/>
              </a:srgbClr>
            </a:solidFill>
            <a:ln w="5420" cap="flat">
              <a:solidFill>
                <a:srgbClr val="49AE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60" name="pg3760"/>
            <p:cNvSpPr/>
            <p:nvPr/>
          </p:nvSpPr>
          <p:spPr>
            <a:xfrm>
              <a:off x="4636101" y="535342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9ADAB">
                <a:alpha val="100000"/>
              </a:srgbClr>
            </a:solidFill>
            <a:ln w="5420" cap="flat">
              <a:solidFill>
                <a:srgbClr val="49AD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61" name="pg3761"/>
            <p:cNvSpPr/>
            <p:nvPr/>
          </p:nvSpPr>
          <p:spPr>
            <a:xfrm>
              <a:off x="4647739" y="535342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9ADAB">
                <a:alpha val="100000"/>
              </a:srgbClr>
            </a:solidFill>
            <a:ln w="5420" cap="flat">
              <a:solidFill>
                <a:srgbClr val="49AD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62" name="pg3762"/>
            <p:cNvSpPr/>
            <p:nvPr/>
          </p:nvSpPr>
          <p:spPr>
            <a:xfrm>
              <a:off x="4659376" y="535342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9ADAB">
                <a:alpha val="100000"/>
              </a:srgbClr>
            </a:solidFill>
            <a:ln w="5420" cap="flat">
              <a:solidFill>
                <a:srgbClr val="49AD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63" name="pg3763"/>
            <p:cNvSpPr/>
            <p:nvPr/>
          </p:nvSpPr>
          <p:spPr>
            <a:xfrm>
              <a:off x="4671013" y="535342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9ADAB">
                <a:alpha val="100000"/>
              </a:srgbClr>
            </a:solidFill>
            <a:ln w="5420" cap="flat">
              <a:solidFill>
                <a:srgbClr val="49AD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64" name="pg3764"/>
            <p:cNvSpPr/>
            <p:nvPr/>
          </p:nvSpPr>
          <p:spPr>
            <a:xfrm>
              <a:off x="4682651" y="535342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9ADAB">
                <a:alpha val="100000"/>
              </a:srgbClr>
            </a:solidFill>
            <a:ln w="5420" cap="flat">
              <a:solidFill>
                <a:srgbClr val="49AD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65" name="pg3765"/>
            <p:cNvSpPr/>
            <p:nvPr/>
          </p:nvSpPr>
          <p:spPr>
            <a:xfrm>
              <a:off x="4694288" y="535342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9ADAB">
                <a:alpha val="100000"/>
              </a:srgbClr>
            </a:solidFill>
            <a:ln w="5420" cap="flat">
              <a:solidFill>
                <a:srgbClr val="49AD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66" name="pg3766"/>
            <p:cNvSpPr/>
            <p:nvPr/>
          </p:nvSpPr>
          <p:spPr>
            <a:xfrm>
              <a:off x="4705925" y="535342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8ADAB">
                <a:alpha val="100000"/>
              </a:srgbClr>
            </a:solidFill>
            <a:ln w="5420" cap="flat">
              <a:solidFill>
                <a:srgbClr val="48AD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67" name="pg3767"/>
            <p:cNvSpPr/>
            <p:nvPr/>
          </p:nvSpPr>
          <p:spPr>
            <a:xfrm>
              <a:off x="2855590" y="536772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8C1AC">
                <a:alpha val="100000"/>
              </a:srgbClr>
            </a:solidFill>
            <a:ln w="5420" cap="flat">
              <a:solidFill>
                <a:srgbClr val="58C1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68" name="pg3768"/>
            <p:cNvSpPr/>
            <p:nvPr/>
          </p:nvSpPr>
          <p:spPr>
            <a:xfrm>
              <a:off x="2867227" y="536772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8C1AC">
                <a:alpha val="100000"/>
              </a:srgbClr>
            </a:solidFill>
            <a:ln w="5420" cap="flat">
              <a:solidFill>
                <a:srgbClr val="58C1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69" name="pg3769"/>
            <p:cNvSpPr/>
            <p:nvPr/>
          </p:nvSpPr>
          <p:spPr>
            <a:xfrm>
              <a:off x="2878865" y="536772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8C2AC">
                <a:alpha val="100000"/>
              </a:srgbClr>
            </a:solidFill>
            <a:ln w="5420" cap="flat">
              <a:solidFill>
                <a:srgbClr val="58C2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70" name="pg3770"/>
            <p:cNvSpPr/>
            <p:nvPr/>
          </p:nvSpPr>
          <p:spPr>
            <a:xfrm>
              <a:off x="2890502" y="536772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8C2AC">
                <a:alpha val="100000"/>
              </a:srgbClr>
            </a:solidFill>
            <a:ln w="5420" cap="flat">
              <a:solidFill>
                <a:srgbClr val="58C2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71" name="pg3771"/>
            <p:cNvSpPr/>
            <p:nvPr/>
          </p:nvSpPr>
          <p:spPr>
            <a:xfrm>
              <a:off x="2902139" y="536772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8C2AC">
                <a:alpha val="100000"/>
              </a:srgbClr>
            </a:solidFill>
            <a:ln w="5420" cap="flat">
              <a:solidFill>
                <a:srgbClr val="58C2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72" name="pg3772"/>
            <p:cNvSpPr/>
            <p:nvPr/>
          </p:nvSpPr>
          <p:spPr>
            <a:xfrm>
              <a:off x="4577915" y="536772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AAEAB">
                <a:alpha val="100000"/>
              </a:srgbClr>
            </a:solidFill>
            <a:ln w="5420" cap="flat">
              <a:solidFill>
                <a:srgbClr val="4AAE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73" name="pg3773"/>
            <p:cNvSpPr/>
            <p:nvPr/>
          </p:nvSpPr>
          <p:spPr>
            <a:xfrm>
              <a:off x="4589552" y="536772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AAEAB">
                <a:alpha val="100000"/>
              </a:srgbClr>
            </a:solidFill>
            <a:ln w="5420" cap="flat">
              <a:solidFill>
                <a:srgbClr val="4AAE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74" name="pg3774"/>
            <p:cNvSpPr/>
            <p:nvPr/>
          </p:nvSpPr>
          <p:spPr>
            <a:xfrm>
              <a:off x="4601190" y="536772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AAEAB">
                <a:alpha val="100000"/>
              </a:srgbClr>
            </a:solidFill>
            <a:ln w="5420" cap="flat">
              <a:solidFill>
                <a:srgbClr val="4AAE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75" name="pg3775"/>
            <p:cNvSpPr/>
            <p:nvPr/>
          </p:nvSpPr>
          <p:spPr>
            <a:xfrm>
              <a:off x="4612827" y="536772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AAEAB">
                <a:alpha val="100000"/>
              </a:srgbClr>
            </a:solidFill>
            <a:ln w="5420" cap="flat">
              <a:solidFill>
                <a:srgbClr val="4AAE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76" name="pg3776"/>
            <p:cNvSpPr/>
            <p:nvPr/>
          </p:nvSpPr>
          <p:spPr>
            <a:xfrm>
              <a:off x="4624464" y="536772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9AEAB">
                <a:alpha val="100000"/>
              </a:srgbClr>
            </a:solidFill>
            <a:ln w="5420" cap="flat">
              <a:solidFill>
                <a:srgbClr val="49AE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77" name="pg3777"/>
            <p:cNvSpPr/>
            <p:nvPr/>
          </p:nvSpPr>
          <p:spPr>
            <a:xfrm>
              <a:off x="4636101" y="536772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9AEAB">
                <a:alpha val="100000"/>
              </a:srgbClr>
            </a:solidFill>
            <a:ln w="5420" cap="flat">
              <a:solidFill>
                <a:srgbClr val="49AE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78" name="pg3778"/>
            <p:cNvSpPr/>
            <p:nvPr/>
          </p:nvSpPr>
          <p:spPr>
            <a:xfrm>
              <a:off x="4647739" y="536772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9ADAB">
                <a:alpha val="100000"/>
              </a:srgbClr>
            </a:solidFill>
            <a:ln w="5420" cap="flat">
              <a:solidFill>
                <a:srgbClr val="49AD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79" name="pg3779"/>
            <p:cNvSpPr/>
            <p:nvPr/>
          </p:nvSpPr>
          <p:spPr>
            <a:xfrm>
              <a:off x="4659376" y="536772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9ADAB">
                <a:alpha val="100000"/>
              </a:srgbClr>
            </a:solidFill>
            <a:ln w="5420" cap="flat">
              <a:solidFill>
                <a:srgbClr val="49AD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80" name="pg3780"/>
            <p:cNvSpPr/>
            <p:nvPr/>
          </p:nvSpPr>
          <p:spPr>
            <a:xfrm>
              <a:off x="4671013" y="536772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9ADAB">
                <a:alpha val="100000"/>
              </a:srgbClr>
            </a:solidFill>
            <a:ln w="5420" cap="flat">
              <a:solidFill>
                <a:srgbClr val="49AD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81" name="pg3781"/>
            <p:cNvSpPr/>
            <p:nvPr/>
          </p:nvSpPr>
          <p:spPr>
            <a:xfrm>
              <a:off x="4682651" y="536772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9ADAB">
                <a:alpha val="100000"/>
              </a:srgbClr>
            </a:solidFill>
            <a:ln w="5420" cap="flat">
              <a:solidFill>
                <a:srgbClr val="49AD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82" name="pg3782"/>
            <p:cNvSpPr/>
            <p:nvPr/>
          </p:nvSpPr>
          <p:spPr>
            <a:xfrm>
              <a:off x="4694288" y="536772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9ADAB">
                <a:alpha val="100000"/>
              </a:srgbClr>
            </a:solidFill>
            <a:ln w="5420" cap="flat">
              <a:solidFill>
                <a:srgbClr val="49AD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83" name="pg3783"/>
            <p:cNvSpPr/>
            <p:nvPr/>
          </p:nvSpPr>
          <p:spPr>
            <a:xfrm>
              <a:off x="4705925" y="536772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9ADAB">
                <a:alpha val="100000"/>
              </a:srgbClr>
            </a:solidFill>
            <a:ln w="5420" cap="flat">
              <a:solidFill>
                <a:srgbClr val="49AD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84" name="pg3784"/>
            <p:cNvSpPr/>
            <p:nvPr/>
          </p:nvSpPr>
          <p:spPr>
            <a:xfrm>
              <a:off x="2855590" y="538202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8C2AC">
                <a:alpha val="100000"/>
              </a:srgbClr>
            </a:solidFill>
            <a:ln w="5420" cap="flat">
              <a:solidFill>
                <a:srgbClr val="58C2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85" name="pg3785"/>
            <p:cNvSpPr/>
            <p:nvPr/>
          </p:nvSpPr>
          <p:spPr>
            <a:xfrm>
              <a:off x="2867227" y="538202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8C2AC">
                <a:alpha val="100000"/>
              </a:srgbClr>
            </a:solidFill>
            <a:ln w="5420" cap="flat">
              <a:solidFill>
                <a:srgbClr val="58C2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86" name="pg3786"/>
            <p:cNvSpPr/>
            <p:nvPr/>
          </p:nvSpPr>
          <p:spPr>
            <a:xfrm>
              <a:off x="2878865" y="538202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8C2AC">
                <a:alpha val="100000"/>
              </a:srgbClr>
            </a:solidFill>
            <a:ln w="5420" cap="flat">
              <a:solidFill>
                <a:srgbClr val="58C2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87" name="pg3787"/>
            <p:cNvSpPr/>
            <p:nvPr/>
          </p:nvSpPr>
          <p:spPr>
            <a:xfrm>
              <a:off x="2890502" y="538202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8C2AC">
                <a:alpha val="100000"/>
              </a:srgbClr>
            </a:solidFill>
            <a:ln w="5420" cap="flat">
              <a:solidFill>
                <a:srgbClr val="58C2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88" name="pg3788"/>
            <p:cNvSpPr/>
            <p:nvPr/>
          </p:nvSpPr>
          <p:spPr>
            <a:xfrm>
              <a:off x="2902139" y="538202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8C2AC">
                <a:alpha val="100000"/>
              </a:srgbClr>
            </a:solidFill>
            <a:ln w="5420" cap="flat">
              <a:solidFill>
                <a:srgbClr val="58C2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89" name="pg3789"/>
            <p:cNvSpPr/>
            <p:nvPr/>
          </p:nvSpPr>
          <p:spPr>
            <a:xfrm>
              <a:off x="4577915" y="538202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AAFAB">
                <a:alpha val="100000"/>
              </a:srgbClr>
            </a:solidFill>
            <a:ln w="5420" cap="flat">
              <a:solidFill>
                <a:srgbClr val="4AAF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90" name="pg3790"/>
            <p:cNvSpPr/>
            <p:nvPr/>
          </p:nvSpPr>
          <p:spPr>
            <a:xfrm>
              <a:off x="4589552" y="538202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AAFAB">
                <a:alpha val="100000"/>
              </a:srgbClr>
            </a:solidFill>
            <a:ln w="5420" cap="flat">
              <a:solidFill>
                <a:srgbClr val="4AAF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91" name="pg3791"/>
            <p:cNvSpPr/>
            <p:nvPr/>
          </p:nvSpPr>
          <p:spPr>
            <a:xfrm>
              <a:off x="4601190" y="538202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AAFAB">
                <a:alpha val="100000"/>
              </a:srgbClr>
            </a:solidFill>
            <a:ln w="5420" cap="flat">
              <a:solidFill>
                <a:srgbClr val="4AAF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92" name="pg3792"/>
            <p:cNvSpPr/>
            <p:nvPr/>
          </p:nvSpPr>
          <p:spPr>
            <a:xfrm>
              <a:off x="4612827" y="538202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AAEAB">
                <a:alpha val="100000"/>
              </a:srgbClr>
            </a:solidFill>
            <a:ln w="5420" cap="flat">
              <a:solidFill>
                <a:srgbClr val="4AAE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93" name="pg3793"/>
            <p:cNvSpPr/>
            <p:nvPr/>
          </p:nvSpPr>
          <p:spPr>
            <a:xfrm>
              <a:off x="4624464" y="538202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AAEAB">
                <a:alpha val="100000"/>
              </a:srgbClr>
            </a:solidFill>
            <a:ln w="5420" cap="flat">
              <a:solidFill>
                <a:srgbClr val="4AAE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94" name="pg3794"/>
            <p:cNvSpPr/>
            <p:nvPr/>
          </p:nvSpPr>
          <p:spPr>
            <a:xfrm>
              <a:off x="4636101" y="538202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AAEAB">
                <a:alpha val="100000"/>
              </a:srgbClr>
            </a:solidFill>
            <a:ln w="5420" cap="flat">
              <a:solidFill>
                <a:srgbClr val="4AAE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95" name="pg3795"/>
            <p:cNvSpPr/>
            <p:nvPr/>
          </p:nvSpPr>
          <p:spPr>
            <a:xfrm>
              <a:off x="4647739" y="538202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9AEAB">
                <a:alpha val="100000"/>
              </a:srgbClr>
            </a:solidFill>
            <a:ln w="5420" cap="flat">
              <a:solidFill>
                <a:srgbClr val="49AE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96" name="pg3796"/>
            <p:cNvSpPr/>
            <p:nvPr/>
          </p:nvSpPr>
          <p:spPr>
            <a:xfrm>
              <a:off x="4659376" y="538202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9AEAB">
                <a:alpha val="100000"/>
              </a:srgbClr>
            </a:solidFill>
            <a:ln w="5420" cap="flat">
              <a:solidFill>
                <a:srgbClr val="49AE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97" name="pg3797"/>
            <p:cNvSpPr/>
            <p:nvPr/>
          </p:nvSpPr>
          <p:spPr>
            <a:xfrm>
              <a:off x="4671013" y="538202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9AEAB">
                <a:alpha val="100000"/>
              </a:srgbClr>
            </a:solidFill>
            <a:ln w="5420" cap="flat">
              <a:solidFill>
                <a:srgbClr val="49AE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98" name="pg3798"/>
            <p:cNvSpPr/>
            <p:nvPr/>
          </p:nvSpPr>
          <p:spPr>
            <a:xfrm>
              <a:off x="4682651" y="538202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9ADAB">
                <a:alpha val="100000"/>
              </a:srgbClr>
            </a:solidFill>
            <a:ln w="5420" cap="flat">
              <a:solidFill>
                <a:srgbClr val="49AD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99" name="pg3799"/>
            <p:cNvSpPr/>
            <p:nvPr/>
          </p:nvSpPr>
          <p:spPr>
            <a:xfrm>
              <a:off x="4694288" y="538202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9ADAB">
                <a:alpha val="100000"/>
              </a:srgbClr>
            </a:solidFill>
            <a:ln w="5420" cap="flat">
              <a:solidFill>
                <a:srgbClr val="49AD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00" name="pg3800"/>
            <p:cNvSpPr/>
            <p:nvPr/>
          </p:nvSpPr>
          <p:spPr>
            <a:xfrm>
              <a:off x="2843953" y="539632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8C2AC">
                <a:alpha val="100000"/>
              </a:srgbClr>
            </a:solidFill>
            <a:ln w="5420" cap="flat">
              <a:solidFill>
                <a:srgbClr val="58C2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01" name="pg3801"/>
            <p:cNvSpPr/>
            <p:nvPr/>
          </p:nvSpPr>
          <p:spPr>
            <a:xfrm>
              <a:off x="2855590" y="539632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8C2AC">
                <a:alpha val="100000"/>
              </a:srgbClr>
            </a:solidFill>
            <a:ln w="5420" cap="flat">
              <a:solidFill>
                <a:srgbClr val="58C2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02" name="pg3802"/>
            <p:cNvSpPr/>
            <p:nvPr/>
          </p:nvSpPr>
          <p:spPr>
            <a:xfrm>
              <a:off x="2867227" y="539632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8C2AC">
                <a:alpha val="100000"/>
              </a:srgbClr>
            </a:solidFill>
            <a:ln w="5420" cap="flat">
              <a:solidFill>
                <a:srgbClr val="58C2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03" name="pg3803"/>
            <p:cNvSpPr/>
            <p:nvPr/>
          </p:nvSpPr>
          <p:spPr>
            <a:xfrm>
              <a:off x="2878865" y="539632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8C2AC">
                <a:alpha val="100000"/>
              </a:srgbClr>
            </a:solidFill>
            <a:ln w="5420" cap="flat">
              <a:solidFill>
                <a:srgbClr val="58C2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04" name="pg3804"/>
            <p:cNvSpPr/>
            <p:nvPr/>
          </p:nvSpPr>
          <p:spPr>
            <a:xfrm>
              <a:off x="2890502" y="539632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8C2AC">
                <a:alpha val="100000"/>
              </a:srgbClr>
            </a:solidFill>
            <a:ln w="5420" cap="flat">
              <a:solidFill>
                <a:srgbClr val="58C2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05" name="pg3805"/>
            <p:cNvSpPr/>
            <p:nvPr/>
          </p:nvSpPr>
          <p:spPr>
            <a:xfrm>
              <a:off x="4589552" y="539632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AAFAB">
                <a:alpha val="100000"/>
              </a:srgbClr>
            </a:solidFill>
            <a:ln w="5420" cap="flat">
              <a:solidFill>
                <a:srgbClr val="4AAF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06" name="pg3806"/>
            <p:cNvSpPr/>
            <p:nvPr/>
          </p:nvSpPr>
          <p:spPr>
            <a:xfrm>
              <a:off x="4601190" y="539632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AAFAB">
                <a:alpha val="100000"/>
              </a:srgbClr>
            </a:solidFill>
            <a:ln w="5420" cap="flat">
              <a:solidFill>
                <a:srgbClr val="4AAF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07" name="pg3807"/>
            <p:cNvSpPr/>
            <p:nvPr/>
          </p:nvSpPr>
          <p:spPr>
            <a:xfrm>
              <a:off x="4612827" y="539632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AAFAB">
                <a:alpha val="100000"/>
              </a:srgbClr>
            </a:solidFill>
            <a:ln w="5420" cap="flat">
              <a:solidFill>
                <a:srgbClr val="4AAF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08" name="pg3808"/>
            <p:cNvSpPr/>
            <p:nvPr/>
          </p:nvSpPr>
          <p:spPr>
            <a:xfrm>
              <a:off x="4624464" y="539632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AAEAB">
                <a:alpha val="100000"/>
              </a:srgbClr>
            </a:solidFill>
            <a:ln w="5420" cap="flat">
              <a:solidFill>
                <a:srgbClr val="4AAE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09" name="pg3809"/>
            <p:cNvSpPr/>
            <p:nvPr/>
          </p:nvSpPr>
          <p:spPr>
            <a:xfrm>
              <a:off x="4636101" y="539632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AAEAB">
                <a:alpha val="100000"/>
              </a:srgbClr>
            </a:solidFill>
            <a:ln w="5420" cap="flat">
              <a:solidFill>
                <a:srgbClr val="4AAE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10" name="pg3810"/>
            <p:cNvSpPr/>
            <p:nvPr/>
          </p:nvSpPr>
          <p:spPr>
            <a:xfrm>
              <a:off x="4647739" y="539632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AAEAB">
                <a:alpha val="100000"/>
              </a:srgbClr>
            </a:solidFill>
            <a:ln w="5420" cap="flat">
              <a:solidFill>
                <a:srgbClr val="4AAE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11" name="pg3811"/>
            <p:cNvSpPr/>
            <p:nvPr/>
          </p:nvSpPr>
          <p:spPr>
            <a:xfrm>
              <a:off x="4659376" y="539632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9AEAB">
                <a:alpha val="100000"/>
              </a:srgbClr>
            </a:solidFill>
            <a:ln w="5420" cap="flat">
              <a:solidFill>
                <a:srgbClr val="49AE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12" name="pg3812"/>
            <p:cNvSpPr/>
            <p:nvPr/>
          </p:nvSpPr>
          <p:spPr>
            <a:xfrm>
              <a:off x="4671013" y="539632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9AEAB">
                <a:alpha val="100000"/>
              </a:srgbClr>
            </a:solidFill>
            <a:ln w="5420" cap="flat">
              <a:solidFill>
                <a:srgbClr val="49AE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13" name="pg3813"/>
            <p:cNvSpPr/>
            <p:nvPr/>
          </p:nvSpPr>
          <p:spPr>
            <a:xfrm>
              <a:off x="4682651" y="539632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9AEAB">
                <a:alpha val="100000"/>
              </a:srgbClr>
            </a:solidFill>
            <a:ln w="5420" cap="flat">
              <a:solidFill>
                <a:srgbClr val="49AE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14" name="pg3814"/>
            <p:cNvSpPr/>
            <p:nvPr/>
          </p:nvSpPr>
          <p:spPr>
            <a:xfrm>
              <a:off x="2843953" y="541062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8C2AC">
                <a:alpha val="100000"/>
              </a:srgbClr>
            </a:solidFill>
            <a:ln w="5420" cap="flat">
              <a:solidFill>
                <a:srgbClr val="58C2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15" name="pg3815"/>
            <p:cNvSpPr/>
            <p:nvPr/>
          </p:nvSpPr>
          <p:spPr>
            <a:xfrm>
              <a:off x="2855590" y="541062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8C2AC">
                <a:alpha val="100000"/>
              </a:srgbClr>
            </a:solidFill>
            <a:ln w="5420" cap="flat">
              <a:solidFill>
                <a:srgbClr val="58C2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16" name="pg3816"/>
            <p:cNvSpPr/>
            <p:nvPr/>
          </p:nvSpPr>
          <p:spPr>
            <a:xfrm>
              <a:off x="2867227" y="541062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8C2AC">
                <a:alpha val="100000"/>
              </a:srgbClr>
            </a:solidFill>
            <a:ln w="5420" cap="flat">
              <a:solidFill>
                <a:srgbClr val="58C2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17" name="pg3817"/>
            <p:cNvSpPr/>
            <p:nvPr/>
          </p:nvSpPr>
          <p:spPr>
            <a:xfrm>
              <a:off x="2878865" y="541062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8C2AC">
                <a:alpha val="100000"/>
              </a:srgbClr>
            </a:solidFill>
            <a:ln w="5420" cap="flat">
              <a:solidFill>
                <a:srgbClr val="58C2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18" name="pg3818"/>
            <p:cNvSpPr/>
            <p:nvPr/>
          </p:nvSpPr>
          <p:spPr>
            <a:xfrm>
              <a:off x="2890502" y="541062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8C2AC">
                <a:alpha val="100000"/>
              </a:srgbClr>
            </a:solidFill>
            <a:ln w="5420" cap="flat">
              <a:solidFill>
                <a:srgbClr val="58C2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19" name="pg3819"/>
            <p:cNvSpPr/>
            <p:nvPr/>
          </p:nvSpPr>
          <p:spPr>
            <a:xfrm>
              <a:off x="4601190" y="541062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AAFAB">
                <a:alpha val="100000"/>
              </a:srgbClr>
            </a:solidFill>
            <a:ln w="5420" cap="flat">
              <a:solidFill>
                <a:srgbClr val="4AAF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20" name="pg3820"/>
            <p:cNvSpPr/>
            <p:nvPr/>
          </p:nvSpPr>
          <p:spPr>
            <a:xfrm>
              <a:off x="4612827" y="541062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AAFAB">
                <a:alpha val="100000"/>
              </a:srgbClr>
            </a:solidFill>
            <a:ln w="5420" cap="flat">
              <a:solidFill>
                <a:srgbClr val="4AAF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21" name="pg3821"/>
            <p:cNvSpPr/>
            <p:nvPr/>
          </p:nvSpPr>
          <p:spPr>
            <a:xfrm>
              <a:off x="4624464" y="541062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AAFAB">
                <a:alpha val="100000"/>
              </a:srgbClr>
            </a:solidFill>
            <a:ln w="5420" cap="flat">
              <a:solidFill>
                <a:srgbClr val="4AAF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22" name="pg3822"/>
            <p:cNvSpPr/>
            <p:nvPr/>
          </p:nvSpPr>
          <p:spPr>
            <a:xfrm>
              <a:off x="4636101" y="541062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AAEAB">
                <a:alpha val="100000"/>
              </a:srgbClr>
            </a:solidFill>
            <a:ln w="5420" cap="flat">
              <a:solidFill>
                <a:srgbClr val="4AAE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23" name="pg3823"/>
            <p:cNvSpPr/>
            <p:nvPr/>
          </p:nvSpPr>
          <p:spPr>
            <a:xfrm>
              <a:off x="4647739" y="541062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AAEAB">
                <a:alpha val="100000"/>
              </a:srgbClr>
            </a:solidFill>
            <a:ln w="5420" cap="flat">
              <a:solidFill>
                <a:srgbClr val="4AAE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24" name="pg3824"/>
            <p:cNvSpPr/>
            <p:nvPr/>
          </p:nvSpPr>
          <p:spPr>
            <a:xfrm>
              <a:off x="2843953" y="542492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8C2AC">
                <a:alpha val="100000"/>
              </a:srgbClr>
            </a:solidFill>
            <a:ln w="5420" cap="flat">
              <a:solidFill>
                <a:srgbClr val="58C2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25" name="pg3825"/>
            <p:cNvSpPr/>
            <p:nvPr/>
          </p:nvSpPr>
          <p:spPr>
            <a:xfrm>
              <a:off x="2855590" y="542492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8C2AC">
                <a:alpha val="100000"/>
              </a:srgbClr>
            </a:solidFill>
            <a:ln w="5420" cap="flat">
              <a:solidFill>
                <a:srgbClr val="58C2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26" name="pg3826"/>
            <p:cNvSpPr/>
            <p:nvPr/>
          </p:nvSpPr>
          <p:spPr>
            <a:xfrm>
              <a:off x="2867227" y="542492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8C2AC">
                <a:alpha val="100000"/>
              </a:srgbClr>
            </a:solidFill>
            <a:ln w="5420" cap="flat">
              <a:solidFill>
                <a:srgbClr val="58C2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27" name="pg3827"/>
            <p:cNvSpPr/>
            <p:nvPr/>
          </p:nvSpPr>
          <p:spPr>
            <a:xfrm>
              <a:off x="2878865" y="542492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8C2AC">
                <a:alpha val="100000"/>
              </a:srgbClr>
            </a:solidFill>
            <a:ln w="5420" cap="flat">
              <a:solidFill>
                <a:srgbClr val="58C2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28" name="pg3828"/>
            <p:cNvSpPr/>
            <p:nvPr/>
          </p:nvSpPr>
          <p:spPr>
            <a:xfrm>
              <a:off x="2890502" y="542492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8C2AC">
                <a:alpha val="100000"/>
              </a:srgbClr>
            </a:solidFill>
            <a:ln w="5420" cap="flat">
              <a:solidFill>
                <a:srgbClr val="58C2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29" name="pg3829"/>
            <p:cNvSpPr/>
            <p:nvPr/>
          </p:nvSpPr>
          <p:spPr>
            <a:xfrm>
              <a:off x="2843953" y="543922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8C2AC">
                <a:alpha val="100000"/>
              </a:srgbClr>
            </a:solidFill>
            <a:ln w="5420" cap="flat">
              <a:solidFill>
                <a:srgbClr val="58C2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30" name="pg3830"/>
            <p:cNvSpPr/>
            <p:nvPr/>
          </p:nvSpPr>
          <p:spPr>
            <a:xfrm>
              <a:off x="2855590" y="543922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8C2AC">
                <a:alpha val="100000"/>
              </a:srgbClr>
            </a:solidFill>
            <a:ln w="5420" cap="flat">
              <a:solidFill>
                <a:srgbClr val="58C2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31" name="pg3831"/>
            <p:cNvSpPr/>
            <p:nvPr/>
          </p:nvSpPr>
          <p:spPr>
            <a:xfrm>
              <a:off x="2867227" y="543922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8C2AC">
                <a:alpha val="100000"/>
              </a:srgbClr>
            </a:solidFill>
            <a:ln w="5420" cap="flat">
              <a:solidFill>
                <a:srgbClr val="58C2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32" name="pg3832"/>
            <p:cNvSpPr/>
            <p:nvPr/>
          </p:nvSpPr>
          <p:spPr>
            <a:xfrm>
              <a:off x="2878865" y="543922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8C2AC">
                <a:alpha val="100000"/>
              </a:srgbClr>
            </a:solidFill>
            <a:ln w="5420" cap="flat">
              <a:solidFill>
                <a:srgbClr val="58C2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33" name="pg3833"/>
            <p:cNvSpPr/>
            <p:nvPr/>
          </p:nvSpPr>
          <p:spPr>
            <a:xfrm>
              <a:off x="2832315" y="545352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8C2AC">
                <a:alpha val="100000"/>
              </a:srgbClr>
            </a:solidFill>
            <a:ln w="5420" cap="flat">
              <a:solidFill>
                <a:srgbClr val="58C2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34" name="pg3834"/>
            <p:cNvSpPr/>
            <p:nvPr/>
          </p:nvSpPr>
          <p:spPr>
            <a:xfrm>
              <a:off x="2843953" y="545352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8C2AC">
                <a:alpha val="100000"/>
              </a:srgbClr>
            </a:solidFill>
            <a:ln w="5420" cap="flat">
              <a:solidFill>
                <a:srgbClr val="58C2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35" name="pg3835"/>
            <p:cNvSpPr/>
            <p:nvPr/>
          </p:nvSpPr>
          <p:spPr>
            <a:xfrm>
              <a:off x="2855590" y="545352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8C2AC">
                <a:alpha val="100000"/>
              </a:srgbClr>
            </a:solidFill>
            <a:ln w="5420" cap="flat">
              <a:solidFill>
                <a:srgbClr val="58C2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36" name="pg3836"/>
            <p:cNvSpPr/>
            <p:nvPr/>
          </p:nvSpPr>
          <p:spPr>
            <a:xfrm>
              <a:off x="2867227" y="545352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8C2AC">
                <a:alpha val="100000"/>
              </a:srgbClr>
            </a:solidFill>
            <a:ln w="5420" cap="flat">
              <a:solidFill>
                <a:srgbClr val="58C2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37" name="pg3837"/>
            <p:cNvSpPr/>
            <p:nvPr/>
          </p:nvSpPr>
          <p:spPr>
            <a:xfrm>
              <a:off x="2878865" y="545352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8C2AC">
                <a:alpha val="100000"/>
              </a:srgbClr>
            </a:solidFill>
            <a:ln w="5420" cap="flat">
              <a:solidFill>
                <a:srgbClr val="58C2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38" name="pg3838"/>
            <p:cNvSpPr/>
            <p:nvPr/>
          </p:nvSpPr>
          <p:spPr>
            <a:xfrm>
              <a:off x="2832315" y="546782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8C2AC">
                <a:alpha val="100000"/>
              </a:srgbClr>
            </a:solidFill>
            <a:ln w="5420" cap="flat">
              <a:solidFill>
                <a:srgbClr val="58C2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39" name="pg3839"/>
            <p:cNvSpPr/>
            <p:nvPr/>
          </p:nvSpPr>
          <p:spPr>
            <a:xfrm>
              <a:off x="2843953" y="546782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8C2AC">
                <a:alpha val="100000"/>
              </a:srgbClr>
            </a:solidFill>
            <a:ln w="5420" cap="flat">
              <a:solidFill>
                <a:srgbClr val="58C2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40" name="pg3840"/>
            <p:cNvSpPr/>
            <p:nvPr/>
          </p:nvSpPr>
          <p:spPr>
            <a:xfrm>
              <a:off x="2855590" y="546782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8C2AC">
                <a:alpha val="100000"/>
              </a:srgbClr>
            </a:solidFill>
            <a:ln w="5420" cap="flat">
              <a:solidFill>
                <a:srgbClr val="58C2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41" name="pg3841"/>
            <p:cNvSpPr/>
            <p:nvPr/>
          </p:nvSpPr>
          <p:spPr>
            <a:xfrm>
              <a:off x="2867227" y="546782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8C2AC">
                <a:alpha val="100000"/>
              </a:srgbClr>
            </a:solidFill>
            <a:ln w="5420" cap="flat">
              <a:solidFill>
                <a:srgbClr val="58C2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42" name="pg3842"/>
            <p:cNvSpPr/>
            <p:nvPr/>
          </p:nvSpPr>
          <p:spPr>
            <a:xfrm>
              <a:off x="2878865" y="546782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8C2AC">
                <a:alpha val="100000"/>
              </a:srgbClr>
            </a:solidFill>
            <a:ln w="5420" cap="flat">
              <a:solidFill>
                <a:srgbClr val="58C2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43" name="pg3843"/>
            <p:cNvSpPr/>
            <p:nvPr/>
          </p:nvSpPr>
          <p:spPr>
            <a:xfrm>
              <a:off x="2832315" y="548212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8C2AC">
                <a:alpha val="100000"/>
              </a:srgbClr>
            </a:solidFill>
            <a:ln w="5420" cap="flat">
              <a:solidFill>
                <a:srgbClr val="58C2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44" name="pg3844"/>
            <p:cNvSpPr/>
            <p:nvPr/>
          </p:nvSpPr>
          <p:spPr>
            <a:xfrm>
              <a:off x="2843953" y="548212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8C2AC">
                <a:alpha val="100000"/>
              </a:srgbClr>
            </a:solidFill>
            <a:ln w="5420" cap="flat">
              <a:solidFill>
                <a:srgbClr val="58C2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45" name="pg3845"/>
            <p:cNvSpPr/>
            <p:nvPr/>
          </p:nvSpPr>
          <p:spPr>
            <a:xfrm>
              <a:off x="2855590" y="548212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8C2AC">
                <a:alpha val="100000"/>
              </a:srgbClr>
            </a:solidFill>
            <a:ln w="5420" cap="flat">
              <a:solidFill>
                <a:srgbClr val="58C2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46" name="pg3846"/>
            <p:cNvSpPr/>
            <p:nvPr/>
          </p:nvSpPr>
          <p:spPr>
            <a:xfrm>
              <a:off x="2867227" y="548212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8C2AC">
                <a:alpha val="100000"/>
              </a:srgbClr>
            </a:solidFill>
            <a:ln w="5420" cap="flat">
              <a:solidFill>
                <a:srgbClr val="58C2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47" name="pg3847"/>
            <p:cNvSpPr/>
            <p:nvPr/>
          </p:nvSpPr>
          <p:spPr>
            <a:xfrm>
              <a:off x="2878865" y="548212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8C2AC">
                <a:alpha val="100000"/>
              </a:srgbClr>
            </a:solidFill>
            <a:ln w="5420" cap="flat">
              <a:solidFill>
                <a:srgbClr val="58C2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48" name="pg3848"/>
            <p:cNvSpPr/>
            <p:nvPr/>
          </p:nvSpPr>
          <p:spPr>
            <a:xfrm>
              <a:off x="2832315" y="549642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8C2AC">
                <a:alpha val="100000"/>
              </a:srgbClr>
            </a:solidFill>
            <a:ln w="5420" cap="flat">
              <a:solidFill>
                <a:srgbClr val="58C2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49" name="pg3849"/>
            <p:cNvSpPr/>
            <p:nvPr/>
          </p:nvSpPr>
          <p:spPr>
            <a:xfrm>
              <a:off x="2843953" y="549642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8C2AC">
                <a:alpha val="100000"/>
              </a:srgbClr>
            </a:solidFill>
            <a:ln w="5420" cap="flat">
              <a:solidFill>
                <a:srgbClr val="58C2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50" name="pg3850"/>
            <p:cNvSpPr/>
            <p:nvPr/>
          </p:nvSpPr>
          <p:spPr>
            <a:xfrm>
              <a:off x="2855590" y="549642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8C2AC">
                <a:alpha val="100000"/>
              </a:srgbClr>
            </a:solidFill>
            <a:ln w="5420" cap="flat">
              <a:solidFill>
                <a:srgbClr val="58C2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51" name="pg3851"/>
            <p:cNvSpPr/>
            <p:nvPr/>
          </p:nvSpPr>
          <p:spPr>
            <a:xfrm>
              <a:off x="2867227" y="549642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8C2AC">
                <a:alpha val="100000"/>
              </a:srgbClr>
            </a:solidFill>
            <a:ln w="5420" cap="flat">
              <a:solidFill>
                <a:srgbClr val="58C2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52" name="pg3852"/>
            <p:cNvSpPr/>
            <p:nvPr/>
          </p:nvSpPr>
          <p:spPr>
            <a:xfrm>
              <a:off x="2832315" y="551072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8C2AC">
                <a:alpha val="100000"/>
              </a:srgbClr>
            </a:solidFill>
            <a:ln w="5420" cap="flat">
              <a:solidFill>
                <a:srgbClr val="58C2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53" name="pg3853"/>
            <p:cNvSpPr/>
            <p:nvPr/>
          </p:nvSpPr>
          <p:spPr>
            <a:xfrm>
              <a:off x="2843953" y="551072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8C2AC">
                <a:alpha val="100000"/>
              </a:srgbClr>
            </a:solidFill>
            <a:ln w="5420" cap="flat">
              <a:solidFill>
                <a:srgbClr val="58C2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54" name="pg3854"/>
            <p:cNvSpPr/>
            <p:nvPr/>
          </p:nvSpPr>
          <p:spPr>
            <a:xfrm>
              <a:off x="2855590" y="551072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8C2AC">
                <a:alpha val="100000"/>
              </a:srgbClr>
            </a:solidFill>
            <a:ln w="5420" cap="flat">
              <a:solidFill>
                <a:srgbClr val="58C2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55" name="pg3855"/>
            <p:cNvSpPr/>
            <p:nvPr/>
          </p:nvSpPr>
          <p:spPr>
            <a:xfrm>
              <a:off x="2867227" y="551072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8C2AC">
                <a:alpha val="100000"/>
              </a:srgbClr>
            </a:solidFill>
            <a:ln w="5420" cap="flat">
              <a:solidFill>
                <a:srgbClr val="58C2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56" name="pg3856"/>
            <p:cNvSpPr/>
            <p:nvPr/>
          </p:nvSpPr>
          <p:spPr>
            <a:xfrm>
              <a:off x="2832315" y="552502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8C2AC">
                <a:alpha val="100000"/>
              </a:srgbClr>
            </a:solidFill>
            <a:ln w="5420" cap="flat">
              <a:solidFill>
                <a:srgbClr val="58C2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57" name="pg3857"/>
            <p:cNvSpPr/>
            <p:nvPr/>
          </p:nvSpPr>
          <p:spPr>
            <a:xfrm>
              <a:off x="2843953" y="552502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8C2AC">
                <a:alpha val="100000"/>
              </a:srgbClr>
            </a:solidFill>
            <a:ln w="5420" cap="flat">
              <a:solidFill>
                <a:srgbClr val="58C2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58" name="pg3858"/>
            <p:cNvSpPr/>
            <p:nvPr/>
          </p:nvSpPr>
          <p:spPr>
            <a:xfrm>
              <a:off x="2855590" y="552502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8C2AC">
                <a:alpha val="100000"/>
              </a:srgbClr>
            </a:solidFill>
            <a:ln w="5420" cap="flat">
              <a:solidFill>
                <a:srgbClr val="58C2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59" name="pg3859"/>
            <p:cNvSpPr/>
            <p:nvPr/>
          </p:nvSpPr>
          <p:spPr>
            <a:xfrm>
              <a:off x="2867227" y="552502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8C2AC">
                <a:alpha val="100000"/>
              </a:srgbClr>
            </a:solidFill>
            <a:ln w="5420" cap="flat">
              <a:solidFill>
                <a:srgbClr val="58C2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60" name="pg3860"/>
            <p:cNvSpPr/>
            <p:nvPr/>
          </p:nvSpPr>
          <p:spPr>
            <a:xfrm>
              <a:off x="2832315" y="553933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8C2AC">
                <a:alpha val="100000"/>
              </a:srgbClr>
            </a:solidFill>
            <a:ln w="5420" cap="flat">
              <a:solidFill>
                <a:srgbClr val="58C2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61" name="pg3861"/>
            <p:cNvSpPr/>
            <p:nvPr/>
          </p:nvSpPr>
          <p:spPr>
            <a:xfrm>
              <a:off x="2843953" y="553933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8C2AC">
                <a:alpha val="100000"/>
              </a:srgbClr>
            </a:solidFill>
            <a:ln w="5420" cap="flat">
              <a:solidFill>
                <a:srgbClr val="58C2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62" name="pg3862"/>
            <p:cNvSpPr/>
            <p:nvPr/>
          </p:nvSpPr>
          <p:spPr>
            <a:xfrm>
              <a:off x="2855590" y="553933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8C2AC">
                <a:alpha val="100000"/>
              </a:srgbClr>
            </a:solidFill>
            <a:ln w="5420" cap="flat">
              <a:solidFill>
                <a:srgbClr val="58C2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63" name="pg3863"/>
            <p:cNvSpPr/>
            <p:nvPr/>
          </p:nvSpPr>
          <p:spPr>
            <a:xfrm>
              <a:off x="2867227" y="553933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8C2AC">
                <a:alpha val="100000"/>
              </a:srgbClr>
            </a:solidFill>
            <a:ln w="5420" cap="flat">
              <a:solidFill>
                <a:srgbClr val="58C2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64" name="pg3864"/>
            <p:cNvSpPr/>
            <p:nvPr/>
          </p:nvSpPr>
          <p:spPr>
            <a:xfrm>
              <a:off x="2832315" y="555363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8C2AC">
                <a:alpha val="100000"/>
              </a:srgbClr>
            </a:solidFill>
            <a:ln w="5420" cap="flat">
              <a:solidFill>
                <a:srgbClr val="58C2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65" name="pg3865"/>
            <p:cNvSpPr/>
            <p:nvPr/>
          </p:nvSpPr>
          <p:spPr>
            <a:xfrm>
              <a:off x="2843953" y="555363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8C2AC">
                <a:alpha val="100000"/>
              </a:srgbClr>
            </a:solidFill>
            <a:ln w="5420" cap="flat">
              <a:solidFill>
                <a:srgbClr val="58C2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66" name="pg3866"/>
            <p:cNvSpPr/>
            <p:nvPr/>
          </p:nvSpPr>
          <p:spPr>
            <a:xfrm>
              <a:off x="2855590" y="555363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8C2AC">
                <a:alpha val="100000"/>
              </a:srgbClr>
            </a:solidFill>
            <a:ln w="5420" cap="flat">
              <a:solidFill>
                <a:srgbClr val="58C2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67" name="pg3867"/>
            <p:cNvSpPr/>
            <p:nvPr/>
          </p:nvSpPr>
          <p:spPr>
            <a:xfrm>
              <a:off x="2399291" y="2540116"/>
              <a:ext cx="3705599" cy="2850404"/>
            </a:xfrm>
            <a:custGeom>
              <a:avLst/>
              <a:pathLst>
                <a:path w="3705599" h="2850404">
                  <a:moveTo>
                    <a:pt x="2893187" y="266106"/>
                  </a:moveTo>
                  <a:lnTo>
                    <a:pt x="2917831" y="266068"/>
                  </a:lnTo>
                  <a:lnTo>
                    <a:pt x="2961871" y="266005"/>
                  </a:lnTo>
                  <a:lnTo>
                    <a:pt x="3005910" y="265941"/>
                  </a:lnTo>
                  <a:lnTo>
                    <a:pt x="3049950" y="265884"/>
                  </a:lnTo>
                  <a:lnTo>
                    <a:pt x="3093989" y="265820"/>
                  </a:lnTo>
                  <a:lnTo>
                    <a:pt x="3138033" y="265757"/>
                  </a:lnTo>
                  <a:lnTo>
                    <a:pt x="3182073" y="265693"/>
                  </a:lnTo>
                  <a:lnTo>
                    <a:pt x="3226112" y="265630"/>
                  </a:lnTo>
                  <a:lnTo>
                    <a:pt x="3236535" y="240559"/>
                  </a:lnTo>
                  <a:lnTo>
                    <a:pt x="3246246" y="228887"/>
                  </a:lnTo>
                  <a:lnTo>
                    <a:pt x="3259547" y="232754"/>
                  </a:lnTo>
                  <a:lnTo>
                    <a:pt x="3266632" y="232430"/>
                  </a:lnTo>
                  <a:lnTo>
                    <a:pt x="3274508" y="226410"/>
                  </a:lnTo>
                  <a:lnTo>
                    <a:pt x="3280895" y="222752"/>
                  </a:lnTo>
                  <a:lnTo>
                    <a:pt x="3285102" y="223292"/>
                  </a:lnTo>
                  <a:lnTo>
                    <a:pt x="3288693" y="228804"/>
                  </a:lnTo>
                  <a:lnTo>
                    <a:pt x="3291680" y="232481"/>
                  </a:lnTo>
                  <a:lnTo>
                    <a:pt x="3295168" y="231408"/>
                  </a:lnTo>
                  <a:lnTo>
                    <a:pt x="3298155" y="226207"/>
                  </a:lnTo>
                  <a:lnTo>
                    <a:pt x="3298052" y="218993"/>
                  </a:lnTo>
                  <a:lnTo>
                    <a:pt x="3302140" y="213970"/>
                  </a:lnTo>
                  <a:lnTo>
                    <a:pt x="3306992" y="213201"/>
                  </a:lnTo>
                  <a:lnTo>
                    <a:pt x="3311478" y="213360"/>
                  </a:lnTo>
                  <a:lnTo>
                    <a:pt x="3313715" y="210909"/>
                  </a:lnTo>
                  <a:lnTo>
                    <a:pt x="3313467" y="207391"/>
                  </a:lnTo>
                  <a:lnTo>
                    <a:pt x="3311850" y="201726"/>
                  </a:lnTo>
                  <a:lnTo>
                    <a:pt x="3312398" y="194906"/>
                  </a:lnTo>
                  <a:lnTo>
                    <a:pt x="3323601" y="182859"/>
                  </a:lnTo>
                  <a:lnTo>
                    <a:pt x="3337337" y="174686"/>
                  </a:lnTo>
                  <a:lnTo>
                    <a:pt x="3342153" y="170603"/>
                  </a:lnTo>
                  <a:lnTo>
                    <a:pt x="3343554" y="162322"/>
                  </a:lnTo>
                  <a:lnTo>
                    <a:pt x="3351429" y="153717"/>
                  </a:lnTo>
                  <a:lnTo>
                    <a:pt x="3355367" y="148770"/>
                  </a:lnTo>
                  <a:lnTo>
                    <a:pt x="3356328" y="144471"/>
                  </a:lnTo>
                  <a:lnTo>
                    <a:pt x="3354287" y="139181"/>
                  </a:lnTo>
                  <a:lnTo>
                    <a:pt x="3354494" y="129097"/>
                  </a:lnTo>
                  <a:lnTo>
                    <a:pt x="3357202" y="117050"/>
                  </a:lnTo>
                  <a:lnTo>
                    <a:pt x="3360442" y="103930"/>
                  </a:lnTo>
                  <a:lnTo>
                    <a:pt x="3367703" y="92099"/>
                  </a:lnTo>
                  <a:lnTo>
                    <a:pt x="3379609" y="79195"/>
                  </a:lnTo>
                  <a:lnTo>
                    <a:pt x="3382673" y="62240"/>
                  </a:lnTo>
                  <a:lnTo>
                    <a:pt x="3385903" y="44357"/>
                  </a:lnTo>
                  <a:lnTo>
                    <a:pt x="3400295" y="26932"/>
                  </a:lnTo>
                  <a:lnTo>
                    <a:pt x="3416615" y="7169"/>
                  </a:lnTo>
                  <a:lnTo>
                    <a:pt x="3422535" y="0"/>
                  </a:lnTo>
                  <a:lnTo>
                    <a:pt x="3618932" y="0"/>
                  </a:lnTo>
                  <a:lnTo>
                    <a:pt x="3619257" y="14859"/>
                  </a:lnTo>
                  <a:lnTo>
                    <a:pt x="3619521" y="35130"/>
                  </a:lnTo>
                  <a:lnTo>
                    <a:pt x="3619800" y="56493"/>
                  </a:lnTo>
                  <a:lnTo>
                    <a:pt x="3620001" y="71740"/>
                  </a:lnTo>
                  <a:lnTo>
                    <a:pt x="3620347" y="92677"/>
                  </a:lnTo>
                  <a:lnTo>
                    <a:pt x="3620621" y="109334"/>
                  </a:lnTo>
                  <a:lnTo>
                    <a:pt x="3620988" y="131078"/>
                  </a:lnTo>
                  <a:lnTo>
                    <a:pt x="3621179" y="142699"/>
                  </a:lnTo>
                  <a:lnTo>
                    <a:pt x="3623045" y="146052"/>
                  </a:lnTo>
                  <a:lnTo>
                    <a:pt x="3621924" y="150631"/>
                  </a:lnTo>
                  <a:lnTo>
                    <a:pt x="3621433" y="152923"/>
                  </a:lnTo>
                  <a:lnTo>
                    <a:pt x="3621552" y="154746"/>
                  </a:lnTo>
                  <a:lnTo>
                    <a:pt x="3622296" y="157038"/>
                  </a:lnTo>
                  <a:lnTo>
                    <a:pt x="3622172" y="160245"/>
                  </a:lnTo>
                  <a:lnTo>
                    <a:pt x="3620435" y="163147"/>
                  </a:lnTo>
                  <a:lnTo>
                    <a:pt x="3619567" y="166500"/>
                  </a:lnTo>
                  <a:lnTo>
                    <a:pt x="3619319" y="171993"/>
                  </a:lnTo>
                  <a:lnTo>
                    <a:pt x="3621179" y="175353"/>
                  </a:lnTo>
                  <a:lnTo>
                    <a:pt x="3624285" y="177334"/>
                  </a:lnTo>
                  <a:lnTo>
                    <a:pt x="3626895" y="177334"/>
                  </a:lnTo>
                  <a:lnTo>
                    <a:pt x="3630249" y="179322"/>
                  </a:lnTo>
                  <a:lnTo>
                    <a:pt x="3634595" y="182834"/>
                  </a:lnTo>
                  <a:lnTo>
                    <a:pt x="3641173" y="185882"/>
                  </a:lnTo>
                  <a:lnTo>
                    <a:pt x="3648005" y="186949"/>
                  </a:lnTo>
                  <a:lnTo>
                    <a:pt x="3652723" y="186187"/>
                  </a:lnTo>
                  <a:lnTo>
                    <a:pt x="3658434" y="188174"/>
                  </a:lnTo>
                  <a:lnTo>
                    <a:pt x="3660423" y="193058"/>
                  </a:lnTo>
                  <a:lnTo>
                    <a:pt x="3659307" y="197630"/>
                  </a:lnTo>
                  <a:lnTo>
                    <a:pt x="3656077" y="199770"/>
                  </a:lnTo>
                  <a:lnTo>
                    <a:pt x="3652599" y="201453"/>
                  </a:lnTo>
                  <a:lnTo>
                    <a:pt x="3651979" y="204958"/>
                  </a:lnTo>
                  <a:lnTo>
                    <a:pt x="3653715" y="208623"/>
                  </a:lnTo>
                  <a:lnTo>
                    <a:pt x="3656201" y="211829"/>
                  </a:lnTo>
                  <a:lnTo>
                    <a:pt x="3658935" y="217462"/>
                  </a:lnTo>
                  <a:lnTo>
                    <a:pt x="3657813" y="222346"/>
                  </a:lnTo>
                  <a:lnTo>
                    <a:pt x="3655333" y="226467"/>
                  </a:lnTo>
                  <a:lnTo>
                    <a:pt x="3654212" y="230735"/>
                  </a:lnTo>
                  <a:lnTo>
                    <a:pt x="3656325" y="234405"/>
                  </a:lnTo>
                  <a:lnTo>
                    <a:pt x="3661912" y="239282"/>
                  </a:lnTo>
                  <a:lnTo>
                    <a:pt x="3665389" y="244013"/>
                  </a:lnTo>
                  <a:lnTo>
                    <a:pt x="3670857" y="246611"/>
                  </a:lnTo>
                  <a:lnTo>
                    <a:pt x="3673461" y="244775"/>
                  </a:lnTo>
                  <a:lnTo>
                    <a:pt x="3675575" y="242330"/>
                  </a:lnTo>
                  <a:lnTo>
                    <a:pt x="3677807" y="240501"/>
                  </a:lnTo>
                  <a:lnTo>
                    <a:pt x="3681657" y="241575"/>
                  </a:lnTo>
                  <a:lnTo>
                    <a:pt x="3686127" y="242946"/>
                  </a:lnTo>
                  <a:lnTo>
                    <a:pt x="3691011" y="244578"/>
                  </a:lnTo>
                  <a:lnTo>
                    <a:pt x="3690427" y="248535"/>
                  </a:lnTo>
                  <a:lnTo>
                    <a:pt x="3693404" y="255203"/>
                  </a:lnTo>
                  <a:lnTo>
                    <a:pt x="3695708" y="268024"/>
                  </a:lnTo>
                  <a:lnTo>
                    <a:pt x="3692169" y="273847"/>
                  </a:lnTo>
                  <a:lnTo>
                    <a:pt x="3692928" y="281563"/>
                  </a:lnTo>
                  <a:lnTo>
                    <a:pt x="3702742" y="283811"/>
                  </a:lnTo>
                  <a:lnTo>
                    <a:pt x="3705129" y="286173"/>
                  </a:lnTo>
                  <a:lnTo>
                    <a:pt x="3705599" y="289025"/>
                  </a:lnTo>
                  <a:lnTo>
                    <a:pt x="3683983" y="308806"/>
                  </a:lnTo>
                  <a:lnTo>
                    <a:pt x="3665694" y="306037"/>
                  </a:lnTo>
                  <a:lnTo>
                    <a:pt x="3655772" y="311283"/>
                  </a:lnTo>
                  <a:lnTo>
                    <a:pt x="3645380" y="312813"/>
                  </a:lnTo>
                  <a:lnTo>
                    <a:pt x="3640822" y="321653"/>
                  </a:lnTo>
                  <a:lnTo>
                    <a:pt x="3635117" y="323526"/>
                  </a:lnTo>
                  <a:lnTo>
                    <a:pt x="3627303" y="322993"/>
                  </a:lnTo>
                  <a:lnTo>
                    <a:pt x="3620565" y="320497"/>
                  </a:lnTo>
                  <a:lnTo>
                    <a:pt x="3615423" y="321723"/>
                  </a:lnTo>
                  <a:lnTo>
                    <a:pt x="3608229" y="337675"/>
                  </a:lnTo>
                  <a:lnTo>
                    <a:pt x="3602338" y="336284"/>
                  </a:lnTo>
                  <a:lnTo>
                    <a:pt x="3599992" y="342025"/>
                  </a:lnTo>
                  <a:lnTo>
                    <a:pt x="3596912" y="344534"/>
                  </a:lnTo>
                  <a:lnTo>
                    <a:pt x="3592395" y="346686"/>
                  </a:lnTo>
                  <a:lnTo>
                    <a:pt x="3588473" y="339599"/>
                  </a:lnTo>
                  <a:lnTo>
                    <a:pt x="3585977" y="332862"/>
                  </a:lnTo>
                  <a:lnTo>
                    <a:pt x="3582298" y="331382"/>
                  </a:lnTo>
                  <a:lnTo>
                    <a:pt x="3577409" y="329661"/>
                  </a:lnTo>
                  <a:lnTo>
                    <a:pt x="3572381" y="329718"/>
                  </a:lnTo>
                  <a:lnTo>
                    <a:pt x="3569027" y="330683"/>
                  </a:lnTo>
                  <a:lnTo>
                    <a:pt x="3564867" y="335040"/>
                  </a:lnTo>
                  <a:lnTo>
                    <a:pt x="3558836" y="338780"/>
                  </a:lnTo>
                  <a:lnTo>
                    <a:pt x="3554273" y="335662"/>
                  </a:lnTo>
                  <a:lnTo>
                    <a:pt x="3550702" y="330652"/>
                  </a:lnTo>
                  <a:lnTo>
                    <a:pt x="3547648" y="338710"/>
                  </a:lnTo>
                  <a:lnTo>
                    <a:pt x="3543204" y="347220"/>
                  </a:lnTo>
                  <a:lnTo>
                    <a:pt x="3543943" y="357145"/>
                  </a:lnTo>
                  <a:lnTo>
                    <a:pt x="3542031" y="363032"/>
                  </a:lnTo>
                  <a:lnTo>
                    <a:pt x="3537814" y="361445"/>
                  </a:lnTo>
                  <a:lnTo>
                    <a:pt x="3533618" y="356282"/>
                  </a:lnTo>
                  <a:lnTo>
                    <a:pt x="3521840" y="352154"/>
                  </a:lnTo>
                  <a:lnTo>
                    <a:pt x="3512461" y="352535"/>
                  </a:lnTo>
                  <a:lnTo>
                    <a:pt x="3514368" y="347023"/>
                  </a:lnTo>
                  <a:lnTo>
                    <a:pt x="3523236" y="339110"/>
                  </a:lnTo>
                  <a:lnTo>
                    <a:pt x="3520507" y="337561"/>
                  </a:lnTo>
                  <a:lnTo>
                    <a:pt x="3516156" y="338659"/>
                  </a:lnTo>
                  <a:lnTo>
                    <a:pt x="3514259" y="337561"/>
                  </a:lnTo>
                  <a:lnTo>
                    <a:pt x="3517370" y="330372"/>
                  </a:lnTo>
                  <a:lnTo>
                    <a:pt x="3517670" y="322441"/>
                  </a:lnTo>
                  <a:lnTo>
                    <a:pt x="3513701" y="325216"/>
                  </a:lnTo>
                  <a:lnTo>
                    <a:pt x="3508709" y="333585"/>
                  </a:lnTo>
                  <a:lnTo>
                    <a:pt x="3496632" y="340247"/>
                  </a:lnTo>
                  <a:lnTo>
                    <a:pt x="3497195" y="351398"/>
                  </a:lnTo>
                  <a:lnTo>
                    <a:pt x="3485826" y="374253"/>
                  </a:lnTo>
                  <a:lnTo>
                    <a:pt x="3485320" y="383982"/>
                  </a:lnTo>
                  <a:lnTo>
                    <a:pt x="3478028" y="391749"/>
                  </a:lnTo>
                  <a:lnTo>
                    <a:pt x="3468628" y="398429"/>
                  </a:lnTo>
                  <a:lnTo>
                    <a:pt x="3456091" y="396550"/>
                  </a:lnTo>
                  <a:lnTo>
                    <a:pt x="3446521" y="402354"/>
                  </a:lnTo>
                  <a:lnTo>
                    <a:pt x="3441663" y="409015"/>
                  </a:lnTo>
                  <a:lnTo>
                    <a:pt x="3437441" y="410019"/>
                  </a:lnTo>
                  <a:lnTo>
                    <a:pt x="3435240" y="401535"/>
                  </a:lnTo>
                  <a:lnTo>
                    <a:pt x="3433638" y="398912"/>
                  </a:lnTo>
                  <a:lnTo>
                    <a:pt x="3430113" y="411422"/>
                  </a:lnTo>
                  <a:lnTo>
                    <a:pt x="3426522" y="412197"/>
                  </a:lnTo>
                  <a:lnTo>
                    <a:pt x="3425163" y="403325"/>
                  </a:lnTo>
                  <a:lnTo>
                    <a:pt x="3423457" y="397464"/>
                  </a:lnTo>
                  <a:lnTo>
                    <a:pt x="3418563" y="402519"/>
                  </a:lnTo>
                  <a:lnTo>
                    <a:pt x="3415313" y="415918"/>
                  </a:lnTo>
                  <a:lnTo>
                    <a:pt x="3411907" y="414788"/>
                  </a:lnTo>
                  <a:lnTo>
                    <a:pt x="3410822" y="409803"/>
                  </a:lnTo>
                  <a:lnTo>
                    <a:pt x="3408383" y="408291"/>
                  </a:lnTo>
                  <a:lnTo>
                    <a:pt x="3407546" y="413988"/>
                  </a:lnTo>
                  <a:lnTo>
                    <a:pt x="3408776" y="422002"/>
                  </a:lnTo>
                  <a:lnTo>
                    <a:pt x="3407003" y="426282"/>
                  </a:lnTo>
                  <a:lnTo>
                    <a:pt x="3403618" y="423996"/>
                  </a:lnTo>
                  <a:lnTo>
                    <a:pt x="3400213" y="420141"/>
                  </a:lnTo>
                  <a:lnTo>
                    <a:pt x="3394595" y="423069"/>
                  </a:lnTo>
                  <a:lnTo>
                    <a:pt x="3389438" y="424256"/>
                  </a:lnTo>
                  <a:lnTo>
                    <a:pt x="3389417" y="420332"/>
                  </a:lnTo>
                  <a:lnTo>
                    <a:pt x="3390399" y="415518"/>
                  </a:lnTo>
                  <a:lnTo>
                    <a:pt x="3380121" y="418179"/>
                  </a:lnTo>
                  <a:lnTo>
                    <a:pt x="3367796" y="427057"/>
                  </a:lnTo>
                  <a:lnTo>
                    <a:pt x="3358225" y="439339"/>
                  </a:lnTo>
                  <a:lnTo>
                    <a:pt x="3361543" y="441383"/>
                  </a:lnTo>
                  <a:lnTo>
                    <a:pt x="3365279" y="445295"/>
                  </a:lnTo>
                  <a:lnTo>
                    <a:pt x="3348654" y="464270"/>
                  </a:lnTo>
                  <a:lnTo>
                    <a:pt x="3331611" y="481359"/>
                  </a:lnTo>
                  <a:lnTo>
                    <a:pt x="3318738" y="509244"/>
                  </a:lnTo>
                  <a:lnTo>
                    <a:pt x="3313571" y="512508"/>
                  </a:lnTo>
                  <a:lnTo>
                    <a:pt x="3309132" y="517620"/>
                  </a:lnTo>
                  <a:lnTo>
                    <a:pt x="3304419" y="534455"/>
                  </a:lnTo>
                  <a:lnTo>
                    <a:pt x="3298977" y="549442"/>
                  </a:lnTo>
                  <a:lnTo>
                    <a:pt x="3302021" y="556116"/>
                  </a:lnTo>
                  <a:lnTo>
                    <a:pt x="3304026" y="562981"/>
                  </a:lnTo>
                  <a:lnTo>
                    <a:pt x="3308858" y="569737"/>
                  </a:lnTo>
                  <a:lnTo>
                    <a:pt x="3312966" y="570347"/>
                  </a:lnTo>
                  <a:lnTo>
                    <a:pt x="3317415" y="569128"/>
                  </a:lnTo>
                  <a:lnTo>
                    <a:pt x="3320681" y="569414"/>
                  </a:lnTo>
                  <a:lnTo>
                    <a:pt x="3322780" y="572284"/>
                  </a:lnTo>
                  <a:lnTo>
                    <a:pt x="3321849" y="575726"/>
                  </a:lnTo>
                  <a:lnTo>
                    <a:pt x="3316718" y="576583"/>
                  </a:lnTo>
                  <a:lnTo>
                    <a:pt x="3307147" y="582603"/>
                  </a:lnTo>
                  <a:lnTo>
                    <a:pt x="3298755" y="584915"/>
                  </a:lnTo>
                  <a:lnTo>
                    <a:pt x="3294548" y="592192"/>
                  </a:lnTo>
                  <a:lnTo>
                    <a:pt x="3288244" y="600600"/>
                  </a:lnTo>
                  <a:lnTo>
                    <a:pt x="3275996" y="613720"/>
                  </a:lnTo>
                  <a:lnTo>
                    <a:pt x="3281231" y="617765"/>
                  </a:lnTo>
                  <a:lnTo>
                    <a:pt x="3300150" y="622325"/>
                  </a:lnTo>
                  <a:lnTo>
                    <a:pt x="3308584" y="627018"/>
                  </a:lnTo>
                  <a:lnTo>
                    <a:pt x="3321348" y="651524"/>
                  </a:lnTo>
                  <a:lnTo>
                    <a:pt x="3318433" y="653975"/>
                  </a:lnTo>
                  <a:lnTo>
                    <a:pt x="3317276" y="658465"/>
                  </a:lnTo>
                  <a:lnTo>
                    <a:pt x="3328624" y="664765"/>
                  </a:lnTo>
                  <a:lnTo>
                    <a:pt x="3332247" y="682362"/>
                  </a:lnTo>
                  <a:lnTo>
                    <a:pt x="3341564" y="688350"/>
                  </a:lnTo>
                  <a:lnTo>
                    <a:pt x="3355450" y="692033"/>
                  </a:lnTo>
                  <a:lnTo>
                    <a:pt x="3372431" y="686712"/>
                  </a:lnTo>
                  <a:lnTo>
                    <a:pt x="3386570" y="679390"/>
                  </a:lnTo>
                  <a:lnTo>
                    <a:pt x="3386074" y="673388"/>
                  </a:lnTo>
                  <a:lnTo>
                    <a:pt x="3377191" y="659424"/>
                  </a:lnTo>
                  <a:lnTo>
                    <a:pt x="3375051" y="652864"/>
                  </a:lnTo>
                  <a:lnTo>
                    <a:pt x="3368457" y="648616"/>
                  </a:lnTo>
                  <a:lnTo>
                    <a:pt x="3365951" y="652216"/>
                  </a:lnTo>
                  <a:lnTo>
                    <a:pt x="3361687" y="647542"/>
                  </a:lnTo>
                  <a:lnTo>
                    <a:pt x="3361207" y="644920"/>
                  </a:lnTo>
                  <a:lnTo>
                    <a:pt x="3365181" y="643643"/>
                  </a:lnTo>
                  <a:lnTo>
                    <a:pt x="3369801" y="644151"/>
                  </a:lnTo>
                  <a:lnTo>
                    <a:pt x="3375191" y="646596"/>
                  </a:lnTo>
                  <a:lnTo>
                    <a:pt x="3389061" y="661818"/>
                  </a:lnTo>
                  <a:lnTo>
                    <a:pt x="3392900" y="681771"/>
                  </a:lnTo>
                  <a:lnTo>
                    <a:pt x="3393722" y="694440"/>
                  </a:lnTo>
                  <a:lnTo>
                    <a:pt x="3392156" y="698771"/>
                  </a:lnTo>
                  <a:lnTo>
                    <a:pt x="3388120" y="697882"/>
                  </a:lnTo>
                  <a:lnTo>
                    <a:pt x="3380420" y="698746"/>
                  </a:lnTo>
                  <a:lnTo>
                    <a:pt x="3343890" y="705306"/>
                  </a:lnTo>
                  <a:lnTo>
                    <a:pt x="3335776" y="711084"/>
                  </a:lnTo>
                  <a:lnTo>
                    <a:pt x="3317173" y="717359"/>
                  </a:lnTo>
                  <a:lnTo>
                    <a:pt x="3316015" y="714228"/>
                  </a:lnTo>
                  <a:lnTo>
                    <a:pt x="3317359" y="707750"/>
                  </a:lnTo>
                  <a:lnTo>
                    <a:pt x="3316186" y="694484"/>
                  </a:lnTo>
                  <a:lnTo>
                    <a:pt x="3312516" y="693868"/>
                  </a:lnTo>
                  <a:lnTo>
                    <a:pt x="3283613" y="715498"/>
                  </a:lnTo>
                  <a:lnTo>
                    <a:pt x="3272441" y="716857"/>
                  </a:lnTo>
                  <a:lnTo>
                    <a:pt x="3263046" y="723188"/>
                  </a:lnTo>
                  <a:lnTo>
                    <a:pt x="3260943" y="719676"/>
                  </a:lnTo>
                  <a:lnTo>
                    <a:pt x="3259263" y="703458"/>
                  </a:lnTo>
                  <a:lnTo>
                    <a:pt x="3265144" y="689855"/>
                  </a:lnTo>
                  <a:lnTo>
                    <a:pt x="3262012" y="690071"/>
                  </a:lnTo>
                  <a:lnTo>
                    <a:pt x="3252194" y="698238"/>
                  </a:lnTo>
                  <a:lnTo>
                    <a:pt x="3247997" y="693214"/>
                  </a:lnTo>
                  <a:lnTo>
                    <a:pt x="3245894" y="687702"/>
                  </a:lnTo>
                  <a:lnTo>
                    <a:pt x="3242871" y="684584"/>
                  </a:lnTo>
                  <a:lnTo>
                    <a:pt x="3239595" y="683403"/>
                  </a:lnTo>
                  <a:lnTo>
                    <a:pt x="3242396" y="695443"/>
                  </a:lnTo>
                  <a:lnTo>
                    <a:pt x="3235740" y="704474"/>
                  </a:lnTo>
                  <a:lnTo>
                    <a:pt x="3233915" y="727830"/>
                  </a:lnTo>
                  <a:lnTo>
                    <a:pt x="3225549" y="737553"/>
                  </a:lnTo>
                  <a:lnTo>
                    <a:pt x="3199467" y="743802"/>
                  </a:lnTo>
                  <a:lnTo>
                    <a:pt x="3182465" y="742481"/>
                  </a:lnTo>
                  <a:lnTo>
                    <a:pt x="3167231" y="744424"/>
                  </a:lnTo>
                  <a:lnTo>
                    <a:pt x="3146974" y="748907"/>
                  </a:lnTo>
                  <a:lnTo>
                    <a:pt x="3135780" y="746240"/>
                  </a:lnTo>
                  <a:lnTo>
                    <a:pt x="3124313" y="750971"/>
                  </a:lnTo>
                  <a:lnTo>
                    <a:pt x="3085390" y="752260"/>
                  </a:lnTo>
                  <a:lnTo>
                    <a:pt x="3077183" y="749752"/>
                  </a:lnTo>
                  <a:lnTo>
                    <a:pt x="3066703" y="758687"/>
                  </a:lnTo>
                  <a:lnTo>
                    <a:pt x="3049924" y="763970"/>
                  </a:lnTo>
                  <a:lnTo>
                    <a:pt x="3007512" y="783993"/>
                  </a:lnTo>
                  <a:lnTo>
                    <a:pt x="2998159" y="791277"/>
                  </a:lnTo>
                  <a:lnTo>
                    <a:pt x="2986769" y="802651"/>
                  </a:lnTo>
                  <a:lnTo>
                    <a:pt x="2979121" y="808766"/>
                  </a:lnTo>
                  <a:lnTo>
                    <a:pt x="2972832" y="810754"/>
                  </a:lnTo>
                  <a:lnTo>
                    <a:pt x="2968966" y="815847"/>
                  </a:lnTo>
                  <a:lnTo>
                    <a:pt x="2964744" y="819174"/>
                  </a:lnTo>
                  <a:lnTo>
                    <a:pt x="2968821" y="807807"/>
                  </a:lnTo>
                  <a:lnTo>
                    <a:pt x="2973250" y="798224"/>
                  </a:lnTo>
                  <a:lnTo>
                    <a:pt x="2976930" y="779662"/>
                  </a:lnTo>
                  <a:lnTo>
                    <a:pt x="2975844" y="764650"/>
                  </a:lnTo>
                  <a:lnTo>
                    <a:pt x="2971281" y="758477"/>
                  </a:lnTo>
                  <a:lnTo>
                    <a:pt x="2966563" y="754362"/>
                  </a:lnTo>
                  <a:lnTo>
                    <a:pt x="2972093" y="769178"/>
                  </a:lnTo>
                  <a:lnTo>
                    <a:pt x="2972987" y="787346"/>
                  </a:lnTo>
                  <a:lnTo>
                    <a:pt x="2971085" y="797989"/>
                  </a:lnTo>
                  <a:lnTo>
                    <a:pt x="2960682" y="818520"/>
                  </a:lnTo>
                  <a:lnTo>
                    <a:pt x="2956253" y="823302"/>
                  </a:lnTo>
                  <a:lnTo>
                    <a:pt x="2951075" y="827506"/>
                  </a:lnTo>
                  <a:lnTo>
                    <a:pt x="2947174" y="829335"/>
                  </a:lnTo>
                  <a:lnTo>
                    <a:pt x="2943572" y="832618"/>
                  </a:lnTo>
                  <a:lnTo>
                    <a:pt x="2939386" y="837819"/>
                  </a:lnTo>
                  <a:lnTo>
                    <a:pt x="2935417" y="848145"/>
                  </a:lnTo>
                  <a:lnTo>
                    <a:pt x="2937820" y="857556"/>
                  </a:lnTo>
                  <a:lnTo>
                    <a:pt x="2958104" y="860992"/>
                  </a:lnTo>
                  <a:lnTo>
                    <a:pt x="2963545" y="858090"/>
                  </a:lnTo>
                  <a:lnTo>
                    <a:pt x="2966315" y="864827"/>
                  </a:lnTo>
                  <a:lnTo>
                    <a:pt x="2967865" y="874188"/>
                  </a:lnTo>
                  <a:lnTo>
                    <a:pt x="2966346" y="884310"/>
                  </a:lnTo>
                  <a:lnTo>
                    <a:pt x="2962956" y="894611"/>
                  </a:lnTo>
                  <a:lnTo>
                    <a:pt x="2960382" y="907400"/>
                  </a:lnTo>
                  <a:lnTo>
                    <a:pt x="2958202" y="926902"/>
                  </a:lnTo>
                  <a:lnTo>
                    <a:pt x="2954920" y="944449"/>
                  </a:lnTo>
                  <a:lnTo>
                    <a:pt x="2954491" y="939121"/>
                  </a:lnTo>
                  <a:lnTo>
                    <a:pt x="2956543" y="917790"/>
                  </a:lnTo>
                  <a:lnTo>
                    <a:pt x="2953220" y="920019"/>
                  </a:lnTo>
                  <a:lnTo>
                    <a:pt x="2950931" y="924940"/>
                  </a:lnTo>
                  <a:lnTo>
                    <a:pt x="2944740" y="952450"/>
                  </a:lnTo>
                  <a:lnTo>
                    <a:pt x="2936229" y="967113"/>
                  </a:lnTo>
                  <a:lnTo>
                    <a:pt x="2928389" y="977255"/>
                  </a:lnTo>
                  <a:lnTo>
                    <a:pt x="2920302" y="975578"/>
                  </a:lnTo>
                  <a:lnTo>
                    <a:pt x="2922121" y="983637"/>
                  </a:lnTo>
                  <a:lnTo>
                    <a:pt x="2919899" y="987834"/>
                  </a:lnTo>
                  <a:lnTo>
                    <a:pt x="2917997" y="996592"/>
                  </a:lnTo>
                  <a:lnTo>
                    <a:pt x="2913175" y="1002396"/>
                  </a:lnTo>
                  <a:lnTo>
                    <a:pt x="2908643" y="1001837"/>
                  </a:lnTo>
                  <a:lnTo>
                    <a:pt x="2902132" y="1005838"/>
                  </a:lnTo>
                  <a:lnTo>
                    <a:pt x="2899564" y="1008899"/>
                  </a:lnTo>
                  <a:lnTo>
                    <a:pt x="2899372" y="1014760"/>
                  </a:lnTo>
                  <a:lnTo>
                    <a:pt x="2895016" y="1019917"/>
                  </a:lnTo>
                  <a:lnTo>
                    <a:pt x="2879296" y="1046703"/>
                  </a:lnTo>
                  <a:lnTo>
                    <a:pt x="2865648" y="1054609"/>
                  </a:lnTo>
                  <a:lnTo>
                    <a:pt x="2862382" y="1053459"/>
                  </a:lnTo>
                  <a:lnTo>
                    <a:pt x="2865978" y="1040816"/>
                  </a:lnTo>
                  <a:lnTo>
                    <a:pt x="2868443" y="1028032"/>
                  </a:lnTo>
                  <a:lnTo>
                    <a:pt x="2860160" y="1022469"/>
                  </a:lnTo>
                  <a:lnTo>
                    <a:pt x="2852232" y="1019529"/>
                  </a:lnTo>
                  <a:lnTo>
                    <a:pt x="2843137" y="1019917"/>
                  </a:lnTo>
                  <a:lnTo>
                    <a:pt x="2833091" y="1009978"/>
                  </a:lnTo>
                  <a:lnTo>
                    <a:pt x="2820141" y="1002751"/>
                  </a:lnTo>
                  <a:lnTo>
                    <a:pt x="2802064" y="983199"/>
                  </a:lnTo>
                  <a:lnTo>
                    <a:pt x="2802591" y="977775"/>
                  </a:lnTo>
                  <a:lnTo>
                    <a:pt x="2802136" y="968675"/>
                  </a:lnTo>
                  <a:lnTo>
                    <a:pt x="2807630" y="954298"/>
                  </a:lnTo>
                  <a:lnTo>
                    <a:pt x="2812896" y="944245"/>
                  </a:lnTo>
                  <a:lnTo>
                    <a:pt x="2820167" y="939038"/>
                  </a:lnTo>
                  <a:lnTo>
                    <a:pt x="2841266" y="933735"/>
                  </a:lnTo>
                  <a:lnTo>
                    <a:pt x="2846558" y="925759"/>
                  </a:lnTo>
                  <a:lnTo>
                    <a:pt x="2849695" y="919041"/>
                  </a:lnTo>
                  <a:lnTo>
                    <a:pt x="2839241" y="930579"/>
                  </a:lnTo>
                  <a:lnTo>
                    <a:pt x="2823582" y="934491"/>
                  </a:lnTo>
                  <a:lnTo>
                    <a:pt x="2815144" y="938797"/>
                  </a:lnTo>
                  <a:lnTo>
                    <a:pt x="2808395" y="945382"/>
                  </a:lnTo>
                  <a:lnTo>
                    <a:pt x="2804400" y="953650"/>
                  </a:lnTo>
                  <a:lnTo>
                    <a:pt x="2795356" y="963614"/>
                  </a:lnTo>
                  <a:lnTo>
                    <a:pt x="2795992" y="970288"/>
                  </a:lnTo>
                  <a:lnTo>
                    <a:pt x="2797506" y="975032"/>
                  </a:lnTo>
                  <a:lnTo>
                    <a:pt x="2796808" y="984920"/>
                  </a:lnTo>
                  <a:lnTo>
                    <a:pt x="2802529" y="994559"/>
                  </a:lnTo>
                  <a:lnTo>
                    <a:pt x="2813872" y="1010353"/>
                  </a:lnTo>
                  <a:lnTo>
                    <a:pt x="2816038" y="1034884"/>
                  </a:lnTo>
                  <a:lnTo>
                    <a:pt x="2824694" y="1051300"/>
                  </a:lnTo>
                  <a:lnTo>
                    <a:pt x="2837959" y="1070440"/>
                  </a:lnTo>
                  <a:lnTo>
                    <a:pt x="2848160" y="1075883"/>
                  </a:lnTo>
                  <a:lnTo>
                    <a:pt x="2848656" y="1083001"/>
                  </a:lnTo>
                  <a:lnTo>
                    <a:pt x="2843948" y="1094756"/>
                  </a:lnTo>
                  <a:lnTo>
                    <a:pt x="2837742" y="1100128"/>
                  </a:lnTo>
                  <a:lnTo>
                    <a:pt x="2845814" y="1099055"/>
                  </a:lnTo>
                  <a:lnTo>
                    <a:pt x="2849835" y="1101741"/>
                  </a:lnTo>
                  <a:lnTo>
                    <a:pt x="2853746" y="1111546"/>
                  </a:lnTo>
                  <a:lnTo>
                    <a:pt x="2853442" y="1121555"/>
                  </a:lnTo>
                  <a:lnTo>
                    <a:pt x="2852119" y="1127194"/>
                  </a:lnTo>
                  <a:lnTo>
                    <a:pt x="2849674" y="1129442"/>
                  </a:lnTo>
                  <a:lnTo>
                    <a:pt x="2849778" y="1123682"/>
                  </a:lnTo>
                  <a:lnTo>
                    <a:pt x="2848046" y="1121682"/>
                  </a:lnTo>
                  <a:lnTo>
                    <a:pt x="2845189" y="1124177"/>
                  </a:lnTo>
                  <a:lnTo>
                    <a:pt x="2843339" y="1127022"/>
                  </a:lnTo>
                  <a:lnTo>
                    <a:pt x="2842569" y="1138231"/>
                  </a:lnTo>
                  <a:lnTo>
                    <a:pt x="2840610" y="1143832"/>
                  </a:lnTo>
                  <a:lnTo>
                    <a:pt x="2833685" y="1145496"/>
                  </a:lnTo>
                  <a:lnTo>
                    <a:pt x="2826662" y="1160203"/>
                  </a:lnTo>
                  <a:lnTo>
                    <a:pt x="2820130" y="1168547"/>
                  </a:lnTo>
                  <a:lnTo>
                    <a:pt x="2794426" y="1224971"/>
                  </a:lnTo>
                  <a:lnTo>
                    <a:pt x="2795408" y="1234401"/>
                  </a:lnTo>
                  <a:lnTo>
                    <a:pt x="2790705" y="1237436"/>
                  </a:lnTo>
                  <a:lnTo>
                    <a:pt x="2783584" y="1239907"/>
                  </a:lnTo>
                  <a:lnTo>
                    <a:pt x="2776380" y="1245546"/>
                  </a:lnTo>
                  <a:lnTo>
                    <a:pt x="2771600" y="1251763"/>
                  </a:lnTo>
                  <a:lnTo>
                    <a:pt x="2767161" y="1268484"/>
                  </a:lnTo>
                  <a:lnTo>
                    <a:pt x="2758655" y="1287306"/>
                  </a:lnTo>
                  <a:lnTo>
                    <a:pt x="2753348" y="1279463"/>
                  </a:lnTo>
                  <a:lnTo>
                    <a:pt x="2751989" y="1272751"/>
                  </a:lnTo>
                  <a:lnTo>
                    <a:pt x="2754350" y="1255243"/>
                  </a:lnTo>
                  <a:lnTo>
                    <a:pt x="2763549" y="1226539"/>
                  </a:lnTo>
                  <a:lnTo>
                    <a:pt x="2773683" y="1208695"/>
                  </a:lnTo>
                  <a:lnTo>
                    <a:pt x="2781414" y="1200236"/>
                  </a:lnTo>
                  <a:lnTo>
                    <a:pt x="2787770" y="1182995"/>
                  </a:lnTo>
                  <a:lnTo>
                    <a:pt x="2779739" y="1180423"/>
                  </a:lnTo>
                  <a:lnTo>
                    <a:pt x="2767497" y="1180702"/>
                  </a:lnTo>
                  <a:lnTo>
                    <a:pt x="2769802" y="1172745"/>
                  </a:lnTo>
                  <a:lnTo>
                    <a:pt x="2773373" y="1165734"/>
                  </a:lnTo>
                  <a:lnTo>
                    <a:pt x="2766991" y="1158749"/>
                  </a:lnTo>
                  <a:lnTo>
                    <a:pt x="2763213" y="1157860"/>
                  </a:lnTo>
                  <a:lnTo>
                    <a:pt x="2759322" y="1154996"/>
                  </a:lnTo>
                  <a:lnTo>
                    <a:pt x="2763885" y="1149179"/>
                  </a:lnTo>
                  <a:lnTo>
                    <a:pt x="2766112" y="1143032"/>
                  </a:lnTo>
                  <a:lnTo>
                    <a:pt x="2764753" y="1135551"/>
                  </a:lnTo>
                  <a:lnTo>
                    <a:pt x="2766665" y="1129918"/>
                  </a:lnTo>
                  <a:lnTo>
                    <a:pt x="2763477" y="1130769"/>
                  </a:lnTo>
                  <a:lnTo>
                    <a:pt x="2758350" y="1136732"/>
                  </a:lnTo>
                  <a:lnTo>
                    <a:pt x="2755162" y="1139113"/>
                  </a:lnTo>
                  <a:lnTo>
                    <a:pt x="2753219" y="1133836"/>
                  </a:lnTo>
                  <a:lnTo>
                    <a:pt x="2751002" y="1135030"/>
                  </a:lnTo>
                  <a:lnTo>
                    <a:pt x="2749560" y="1138656"/>
                  </a:lnTo>
                  <a:lnTo>
                    <a:pt x="2746289" y="1140650"/>
                  </a:lnTo>
                  <a:lnTo>
                    <a:pt x="2739380" y="1135691"/>
                  </a:lnTo>
                  <a:lnTo>
                    <a:pt x="2729308" y="1130013"/>
                  </a:lnTo>
                  <a:lnTo>
                    <a:pt x="2723701" y="1120246"/>
                  </a:lnTo>
                  <a:lnTo>
                    <a:pt x="2720502" y="1112677"/>
                  </a:lnTo>
                  <a:lnTo>
                    <a:pt x="2723752" y="1098979"/>
                  </a:lnTo>
                  <a:lnTo>
                    <a:pt x="2730713" y="1096547"/>
                  </a:lnTo>
                  <a:lnTo>
                    <a:pt x="2739757" y="1098769"/>
                  </a:lnTo>
                  <a:lnTo>
                    <a:pt x="2751612" y="1098750"/>
                  </a:lnTo>
                  <a:lnTo>
                    <a:pt x="2749917" y="1095708"/>
                  </a:lnTo>
                  <a:lnTo>
                    <a:pt x="2745684" y="1096210"/>
                  </a:lnTo>
                  <a:lnTo>
                    <a:pt x="2733189" y="1085097"/>
                  </a:lnTo>
                  <a:lnTo>
                    <a:pt x="2729168" y="1078385"/>
                  </a:lnTo>
                  <a:lnTo>
                    <a:pt x="2722254" y="1076543"/>
                  </a:lnTo>
                  <a:lnTo>
                    <a:pt x="2719101" y="1082995"/>
                  </a:lnTo>
                  <a:lnTo>
                    <a:pt x="2715603" y="1084710"/>
                  </a:lnTo>
                  <a:lnTo>
                    <a:pt x="2719923" y="1070593"/>
                  </a:lnTo>
                  <a:lnTo>
                    <a:pt x="2725571" y="1070015"/>
                  </a:lnTo>
                  <a:lnTo>
                    <a:pt x="2733912" y="1066103"/>
                  </a:lnTo>
                  <a:lnTo>
                    <a:pt x="2731488" y="1057930"/>
                  </a:lnTo>
                  <a:lnTo>
                    <a:pt x="2726223" y="1054355"/>
                  </a:lnTo>
                  <a:lnTo>
                    <a:pt x="2716714" y="1058838"/>
                  </a:lnTo>
                  <a:lnTo>
                    <a:pt x="2716828" y="1053091"/>
                  </a:lnTo>
                  <a:lnTo>
                    <a:pt x="2718610" y="1045731"/>
                  </a:lnTo>
                  <a:lnTo>
                    <a:pt x="2725778" y="1045756"/>
                  </a:lnTo>
                  <a:lnTo>
                    <a:pt x="2732057" y="1048157"/>
                  </a:lnTo>
                  <a:lnTo>
                    <a:pt x="2737400" y="1036269"/>
                  </a:lnTo>
                  <a:lnTo>
                    <a:pt x="2737638" y="1030960"/>
                  </a:lnTo>
                  <a:lnTo>
                    <a:pt x="2728760" y="1038676"/>
                  </a:lnTo>
                  <a:lnTo>
                    <a:pt x="2726765" y="1022031"/>
                  </a:lnTo>
                  <a:lnTo>
                    <a:pt x="2735504" y="1005977"/>
                  </a:lnTo>
                  <a:lnTo>
                    <a:pt x="2743839" y="998979"/>
                  </a:lnTo>
                  <a:lnTo>
                    <a:pt x="2754252" y="999183"/>
                  </a:lnTo>
                  <a:lnTo>
                    <a:pt x="2764836" y="998052"/>
                  </a:lnTo>
                  <a:lnTo>
                    <a:pt x="2758195" y="995112"/>
                  </a:lnTo>
                  <a:lnTo>
                    <a:pt x="2751379" y="993518"/>
                  </a:lnTo>
                  <a:lnTo>
                    <a:pt x="2756500" y="987174"/>
                  </a:lnTo>
                  <a:lnTo>
                    <a:pt x="2760867" y="986037"/>
                  </a:lnTo>
                  <a:lnTo>
                    <a:pt x="2765156" y="980506"/>
                  </a:lnTo>
                  <a:lnTo>
                    <a:pt x="2754841" y="981325"/>
                  </a:lnTo>
                  <a:lnTo>
                    <a:pt x="2756056" y="970860"/>
                  </a:lnTo>
                  <a:lnTo>
                    <a:pt x="2751043" y="972987"/>
                  </a:lnTo>
                  <a:lnTo>
                    <a:pt x="2745043" y="973971"/>
                  </a:lnTo>
                  <a:lnTo>
                    <a:pt x="2742708" y="978410"/>
                  </a:lnTo>
                  <a:lnTo>
                    <a:pt x="2743168" y="985783"/>
                  </a:lnTo>
                  <a:lnTo>
                    <a:pt x="2741416" y="990622"/>
                  </a:lnTo>
                  <a:lnTo>
                    <a:pt x="2736749" y="994509"/>
                  </a:lnTo>
                  <a:lnTo>
                    <a:pt x="2728868" y="997538"/>
                  </a:lnTo>
                  <a:lnTo>
                    <a:pt x="2728104" y="992286"/>
                  </a:lnTo>
                  <a:lnTo>
                    <a:pt x="2725499" y="989905"/>
                  </a:lnTo>
                  <a:lnTo>
                    <a:pt x="2724528" y="1001151"/>
                  </a:lnTo>
                  <a:lnTo>
                    <a:pt x="2722460" y="1004974"/>
                  </a:lnTo>
                  <a:lnTo>
                    <a:pt x="2716698" y="994420"/>
                  </a:lnTo>
                  <a:lnTo>
                    <a:pt x="2714967" y="996547"/>
                  </a:lnTo>
                  <a:lnTo>
                    <a:pt x="2715189" y="999545"/>
                  </a:lnTo>
                  <a:lnTo>
                    <a:pt x="2713717" y="1004726"/>
                  </a:lnTo>
                  <a:lnTo>
                    <a:pt x="2708776" y="1007425"/>
                  </a:lnTo>
                  <a:lnTo>
                    <a:pt x="2709081" y="1014068"/>
                  </a:lnTo>
                  <a:lnTo>
                    <a:pt x="2707164" y="1017688"/>
                  </a:lnTo>
                  <a:lnTo>
                    <a:pt x="2691340" y="1011921"/>
                  </a:lnTo>
                  <a:lnTo>
                    <a:pt x="2690968" y="1013877"/>
                  </a:lnTo>
                  <a:lnTo>
                    <a:pt x="2699919" y="1026311"/>
                  </a:lnTo>
                  <a:lnTo>
                    <a:pt x="2706456" y="1030560"/>
                  </a:lnTo>
                  <a:lnTo>
                    <a:pt x="2707252" y="1037342"/>
                  </a:lnTo>
                  <a:lnTo>
                    <a:pt x="2701640" y="1042968"/>
                  </a:lnTo>
                  <a:lnTo>
                    <a:pt x="2693898" y="1038110"/>
                  </a:lnTo>
                  <a:lnTo>
                    <a:pt x="2692596" y="1038466"/>
                  </a:lnTo>
                  <a:lnTo>
                    <a:pt x="2696803" y="1046798"/>
                  </a:lnTo>
                  <a:lnTo>
                    <a:pt x="2699454" y="1054075"/>
                  </a:lnTo>
                  <a:lnTo>
                    <a:pt x="2696725" y="1060172"/>
                  </a:lnTo>
                  <a:lnTo>
                    <a:pt x="2697149" y="1067678"/>
                  </a:lnTo>
                  <a:lnTo>
                    <a:pt x="2696560" y="1074485"/>
                  </a:lnTo>
                  <a:lnTo>
                    <a:pt x="2694891" y="1080423"/>
                  </a:lnTo>
                  <a:lnTo>
                    <a:pt x="2698653" y="1107793"/>
                  </a:lnTo>
                  <a:lnTo>
                    <a:pt x="2703185" y="1115236"/>
                  </a:lnTo>
                  <a:lnTo>
                    <a:pt x="2707639" y="1122355"/>
                  </a:lnTo>
                  <a:lnTo>
                    <a:pt x="2710001" y="1129016"/>
                  </a:lnTo>
                  <a:lnTo>
                    <a:pt x="2705273" y="1129988"/>
                  </a:lnTo>
                  <a:lnTo>
                    <a:pt x="2697743" y="1124507"/>
                  </a:lnTo>
                  <a:lnTo>
                    <a:pt x="2691129" y="1120329"/>
                  </a:lnTo>
                  <a:lnTo>
                    <a:pt x="2683248" y="1106968"/>
                  </a:lnTo>
                  <a:lnTo>
                    <a:pt x="2681945" y="1101633"/>
                  </a:lnTo>
                  <a:lnTo>
                    <a:pt x="2680023" y="1097417"/>
                  </a:lnTo>
                  <a:lnTo>
                    <a:pt x="2680953" y="1107101"/>
                  </a:lnTo>
                  <a:lnTo>
                    <a:pt x="2683765" y="1117916"/>
                  </a:lnTo>
                  <a:lnTo>
                    <a:pt x="2708446" y="1142117"/>
                  </a:lnTo>
                  <a:lnTo>
                    <a:pt x="2713003" y="1151401"/>
                  </a:lnTo>
                  <a:lnTo>
                    <a:pt x="2716476" y="1158698"/>
                  </a:lnTo>
                  <a:lnTo>
                    <a:pt x="2715603" y="1165690"/>
                  </a:lnTo>
                  <a:lnTo>
                    <a:pt x="2709169" y="1160743"/>
                  </a:lnTo>
                  <a:lnTo>
                    <a:pt x="2703619" y="1154437"/>
                  </a:lnTo>
                  <a:lnTo>
                    <a:pt x="2688886" y="1147312"/>
                  </a:lnTo>
                  <a:lnTo>
                    <a:pt x="2670308" y="1142809"/>
                  </a:lnTo>
                  <a:lnTo>
                    <a:pt x="2659833" y="1126247"/>
                  </a:lnTo>
                  <a:lnTo>
                    <a:pt x="2659869" y="1133157"/>
                  </a:lnTo>
                  <a:lnTo>
                    <a:pt x="2657543" y="1139018"/>
                  </a:lnTo>
                  <a:lnTo>
                    <a:pt x="2651141" y="1131874"/>
                  </a:lnTo>
                  <a:lnTo>
                    <a:pt x="2647105" y="1125778"/>
                  </a:lnTo>
                  <a:lnTo>
                    <a:pt x="2645751" y="1119097"/>
                  </a:lnTo>
                  <a:lnTo>
                    <a:pt x="2637756" y="1119554"/>
                  </a:lnTo>
                  <a:lnTo>
                    <a:pt x="2629374" y="1125358"/>
                  </a:lnTo>
                  <a:lnTo>
                    <a:pt x="2621266" y="1123980"/>
                  </a:lnTo>
                  <a:lnTo>
                    <a:pt x="2620305" y="1112651"/>
                  </a:lnTo>
                  <a:lnTo>
                    <a:pt x="2622496" y="1106650"/>
                  </a:lnTo>
                  <a:lnTo>
                    <a:pt x="2631596" y="1092457"/>
                  </a:lnTo>
                  <a:lnTo>
                    <a:pt x="2640170" y="1085211"/>
                  </a:lnTo>
                  <a:lnTo>
                    <a:pt x="2643952" y="1075857"/>
                  </a:lnTo>
                  <a:lnTo>
                    <a:pt x="2642660" y="1061353"/>
                  </a:lnTo>
                  <a:lnTo>
                    <a:pt x="2641048" y="1076111"/>
                  </a:lnTo>
                  <a:lnTo>
                    <a:pt x="2636149" y="1083427"/>
                  </a:lnTo>
                  <a:lnTo>
                    <a:pt x="2628449" y="1089015"/>
                  </a:lnTo>
                  <a:lnTo>
                    <a:pt x="2618315" y="1098973"/>
                  </a:lnTo>
                  <a:lnTo>
                    <a:pt x="2615840" y="1108181"/>
                  </a:lnTo>
                  <a:lnTo>
                    <a:pt x="2612677" y="1125422"/>
                  </a:lnTo>
                  <a:lnTo>
                    <a:pt x="2616956" y="1131258"/>
                  </a:lnTo>
                  <a:lnTo>
                    <a:pt x="2621328" y="1132782"/>
                  </a:lnTo>
                  <a:lnTo>
                    <a:pt x="2634242" y="1128870"/>
                  </a:lnTo>
                  <a:lnTo>
                    <a:pt x="2640924" y="1130617"/>
                  </a:lnTo>
                  <a:lnTo>
                    <a:pt x="2655786" y="1151376"/>
                  </a:lnTo>
                  <a:lnTo>
                    <a:pt x="2683460" y="1159587"/>
                  </a:lnTo>
                  <a:lnTo>
                    <a:pt x="2693552" y="1164718"/>
                  </a:lnTo>
                  <a:lnTo>
                    <a:pt x="2701779" y="1175552"/>
                  </a:lnTo>
                  <a:lnTo>
                    <a:pt x="2714146" y="1181788"/>
                  </a:lnTo>
                  <a:lnTo>
                    <a:pt x="2723742" y="1190850"/>
                  </a:lnTo>
                  <a:lnTo>
                    <a:pt x="2724000" y="1196762"/>
                  </a:lnTo>
                  <a:lnTo>
                    <a:pt x="2720678" y="1203754"/>
                  </a:lnTo>
                  <a:lnTo>
                    <a:pt x="2719365" y="1213216"/>
                  </a:lnTo>
                  <a:lnTo>
                    <a:pt x="2715288" y="1219185"/>
                  </a:lnTo>
                  <a:lnTo>
                    <a:pt x="2705500" y="1219871"/>
                  </a:lnTo>
                  <a:lnTo>
                    <a:pt x="2699588" y="1218334"/>
                  </a:lnTo>
                  <a:lnTo>
                    <a:pt x="2667807" y="1185071"/>
                  </a:lnTo>
                  <a:lnTo>
                    <a:pt x="2664013" y="1182010"/>
                  </a:lnTo>
                  <a:lnTo>
                    <a:pt x="2652226" y="1164591"/>
                  </a:lnTo>
                  <a:lnTo>
                    <a:pt x="2638397" y="1155262"/>
                  </a:lnTo>
                  <a:lnTo>
                    <a:pt x="2634118" y="1155459"/>
                  </a:lnTo>
                  <a:lnTo>
                    <a:pt x="2653802" y="1172713"/>
                  </a:lnTo>
                  <a:lnTo>
                    <a:pt x="2661838" y="1184779"/>
                  </a:lnTo>
                  <a:lnTo>
                    <a:pt x="2675992" y="1201696"/>
                  </a:lnTo>
                  <a:lnTo>
                    <a:pt x="2686111" y="1208860"/>
                  </a:lnTo>
                  <a:lnTo>
                    <a:pt x="2693557" y="1220036"/>
                  </a:lnTo>
                  <a:lnTo>
                    <a:pt x="2700477" y="1225275"/>
                  </a:lnTo>
                  <a:lnTo>
                    <a:pt x="2719370" y="1232737"/>
                  </a:lnTo>
                  <a:lnTo>
                    <a:pt x="2712802" y="1238097"/>
                  </a:lnTo>
                  <a:lnTo>
                    <a:pt x="2723287" y="1242663"/>
                  </a:lnTo>
                  <a:lnTo>
                    <a:pt x="2724786" y="1251058"/>
                  </a:lnTo>
                  <a:lnTo>
                    <a:pt x="2723825" y="1260628"/>
                  </a:lnTo>
                  <a:lnTo>
                    <a:pt x="2709272" y="1256843"/>
                  </a:lnTo>
                  <a:lnTo>
                    <a:pt x="2708797" y="1263892"/>
                  </a:lnTo>
                  <a:lnTo>
                    <a:pt x="2710099" y="1268052"/>
                  </a:lnTo>
                  <a:lnTo>
                    <a:pt x="2703671" y="1271487"/>
                  </a:lnTo>
                  <a:lnTo>
                    <a:pt x="2694730" y="1266826"/>
                  </a:lnTo>
                  <a:lnTo>
                    <a:pt x="2671517" y="1241329"/>
                  </a:lnTo>
                  <a:lnTo>
                    <a:pt x="2671713" y="1244739"/>
                  </a:lnTo>
                  <a:lnTo>
                    <a:pt x="2673594" y="1248696"/>
                  </a:lnTo>
                  <a:lnTo>
                    <a:pt x="2687056" y="1265111"/>
                  </a:lnTo>
                  <a:lnTo>
                    <a:pt x="2699071" y="1274955"/>
                  </a:lnTo>
                  <a:lnTo>
                    <a:pt x="2709257" y="1279400"/>
                  </a:lnTo>
                  <a:lnTo>
                    <a:pt x="2717107" y="1287649"/>
                  </a:lnTo>
                  <a:lnTo>
                    <a:pt x="2719877" y="1292640"/>
                  </a:lnTo>
                  <a:lnTo>
                    <a:pt x="2721727" y="1300210"/>
                  </a:lnTo>
                  <a:lnTo>
                    <a:pt x="2715908" y="1305354"/>
                  </a:lnTo>
                  <a:lnTo>
                    <a:pt x="2709283" y="1308193"/>
                  </a:lnTo>
                  <a:lnTo>
                    <a:pt x="2702813" y="1303061"/>
                  </a:lnTo>
                  <a:lnTo>
                    <a:pt x="2698069" y="1297657"/>
                  </a:lnTo>
                  <a:lnTo>
                    <a:pt x="2687966" y="1288481"/>
                  </a:lnTo>
                  <a:lnTo>
                    <a:pt x="2684938" y="1278225"/>
                  </a:lnTo>
                  <a:lnTo>
                    <a:pt x="2677253" y="1278752"/>
                  </a:lnTo>
                  <a:lnTo>
                    <a:pt x="2645136" y="1265747"/>
                  </a:lnTo>
                  <a:lnTo>
                    <a:pt x="2619323" y="1264248"/>
                  </a:lnTo>
                  <a:lnTo>
                    <a:pt x="2621845" y="1266864"/>
                  </a:lnTo>
                  <a:lnTo>
                    <a:pt x="2625111" y="1268604"/>
                  </a:lnTo>
                  <a:lnTo>
                    <a:pt x="2645668" y="1271811"/>
                  </a:lnTo>
                  <a:lnTo>
                    <a:pt x="2653792" y="1277800"/>
                  </a:lnTo>
                  <a:lnTo>
                    <a:pt x="2670700" y="1283115"/>
                  </a:lnTo>
                  <a:lnTo>
                    <a:pt x="2680602" y="1284569"/>
                  </a:lnTo>
                  <a:lnTo>
                    <a:pt x="2684617" y="1300896"/>
                  </a:lnTo>
                  <a:lnTo>
                    <a:pt x="2698301" y="1312130"/>
                  </a:lnTo>
                  <a:lnTo>
                    <a:pt x="2700079" y="1320455"/>
                  </a:lnTo>
                  <a:lnTo>
                    <a:pt x="2709422" y="1321389"/>
                  </a:lnTo>
                  <a:lnTo>
                    <a:pt x="2725861" y="1313222"/>
                  </a:lnTo>
                  <a:lnTo>
                    <a:pt x="2736470" y="1316086"/>
                  </a:lnTo>
                  <a:lnTo>
                    <a:pt x="2751772" y="1318423"/>
                  </a:lnTo>
                  <a:lnTo>
                    <a:pt x="2755270" y="1325015"/>
                  </a:lnTo>
                  <a:lnTo>
                    <a:pt x="2757896" y="1337557"/>
                  </a:lnTo>
                  <a:lnTo>
                    <a:pt x="2763306" y="1351667"/>
                  </a:lnTo>
                  <a:lnTo>
                    <a:pt x="2777337" y="1407303"/>
                  </a:lnTo>
                  <a:lnTo>
                    <a:pt x="2798416" y="1452810"/>
                  </a:lnTo>
                  <a:lnTo>
                    <a:pt x="2801010" y="1460646"/>
                  </a:lnTo>
                  <a:lnTo>
                    <a:pt x="2796111" y="1453769"/>
                  </a:lnTo>
                  <a:lnTo>
                    <a:pt x="2780473" y="1423630"/>
                  </a:lnTo>
                  <a:lnTo>
                    <a:pt x="2771843" y="1401867"/>
                  </a:lnTo>
                  <a:lnTo>
                    <a:pt x="2762975" y="1363441"/>
                  </a:lnTo>
                  <a:lnTo>
                    <a:pt x="2760402" y="1354836"/>
                  </a:lnTo>
                  <a:lnTo>
                    <a:pt x="2757374" y="1351401"/>
                  </a:lnTo>
                  <a:lnTo>
                    <a:pt x="2755379" y="1354195"/>
                  </a:lnTo>
                  <a:lnTo>
                    <a:pt x="2754521" y="1359091"/>
                  </a:lnTo>
                  <a:lnTo>
                    <a:pt x="2755968" y="1362850"/>
                  </a:lnTo>
                  <a:lnTo>
                    <a:pt x="2752475" y="1375500"/>
                  </a:lnTo>
                  <a:lnTo>
                    <a:pt x="2753989" y="1381305"/>
                  </a:lnTo>
                  <a:lnTo>
                    <a:pt x="2759663" y="1387306"/>
                  </a:lnTo>
                  <a:lnTo>
                    <a:pt x="2765828" y="1402280"/>
                  </a:lnTo>
                  <a:lnTo>
                    <a:pt x="2770753" y="1422442"/>
                  </a:lnTo>
                  <a:lnTo>
                    <a:pt x="2764092" y="1414269"/>
                  </a:lnTo>
                  <a:lnTo>
                    <a:pt x="2756981" y="1409938"/>
                  </a:lnTo>
                  <a:lnTo>
                    <a:pt x="2745917" y="1406617"/>
                  </a:lnTo>
                  <a:lnTo>
                    <a:pt x="2736062" y="1400794"/>
                  </a:lnTo>
                  <a:lnTo>
                    <a:pt x="2736780" y="1409145"/>
                  </a:lnTo>
                  <a:lnTo>
                    <a:pt x="2735835" y="1418162"/>
                  </a:lnTo>
                  <a:lnTo>
                    <a:pt x="2728238" y="1415412"/>
                  </a:lnTo>
                  <a:lnTo>
                    <a:pt x="2723070" y="1412421"/>
                  </a:lnTo>
                  <a:lnTo>
                    <a:pt x="2727644" y="1422030"/>
                  </a:lnTo>
                  <a:lnTo>
                    <a:pt x="2717716" y="1419147"/>
                  </a:lnTo>
                  <a:lnTo>
                    <a:pt x="2711102" y="1419750"/>
                  </a:lnTo>
                  <a:lnTo>
                    <a:pt x="2706802" y="1428278"/>
                  </a:lnTo>
                  <a:lnTo>
                    <a:pt x="2701035" y="1433454"/>
                  </a:lnTo>
                  <a:lnTo>
                    <a:pt x="2692508" y="1435124"/>
                  </a:lnTo>
                  <a:lnTo>
                    <a:pt x="2679858" y="1427326"/>
                  </a:lnTo>
                  <a:lnTo>
                    <a:pt x="2675760" y="1417857"/>
                  </a:lnTo>
                  <a:lnTo>
                    <a:pt x="2674065" y="1407316"/>
                  </a:lnTo>
                  <a:lnTo>
                    <a:pt x="2673388" y="1419782"/>
                  </a:lnTo>
                  <a:lnTo>
                    <a:pt x="2675641" y="1432762"/>
                  </a:lnTo>
                  <a:lnTo>
                    <a:pt x="2674850" y="1442630"/>
                  </a:lnTo>
                  <a:lnTo>
                    <a:pt x="2687031" y="1444446"/>
                  </a:lnTo>
                  <a:lnTo>
                    <a:pt x="2698420" y="1442833"/>
                  </a:lnTo>
                  <a:lnTo>
                    <a:pt x="2713789" y="1443246"/>
                  </a:lnTo>
                  <a:lnTo>
                    <a:pt x="2723814" y="1441398"/>
                  </a:lnTo>
                  <a:lnTo>
                    <a:pt x="2729850" y="1438261"/>
                  </a:lnTo>
                  <a:lnTo>
                    <a:pt x="2744325" y="1440979"/>
                  </a:lnTo>
                  <a:lnTo>
                    <a:pt x="2745353" y="1452899"/>
                  </a:lnTo>
                  <a:lnTo>
                    <a:pt x="2743700" y="1464749"/>
                  </a:lnTo>
                  <a:lnTo>
                    <a:pt x="2742863" y="1477367"/>
                  </a:lnTo>
                  <a:lnTo>
                    <a:pt x="2746873" y="1477284"/>
                  </a:lnTo>
                  <a:lnTo>
                    <a:pt x="2751586" y="1473252"/>
                  </a:lnTo>
                  <a:lnTo>
                    <a:pt x="2753942" y="1450651"/>
                  </a:lnTo>
                  <a:lnTo>
                    <a:pt x="2767172" y="1442300"/>
                  </a:lnTo>
                  <a:lnTo>
                    <a:pt x="2771605" y="1442872"/>
                  </a:lnTo>
                  <a:lnTo>
                    <a:pt x="2775817" y="1450136"/>
                  </a:lnTo>
                  <a:lnTo>
                    <a:pt x="2777233" y="1457503"/>
                  </a:lnTo>
                  <a:lnTo>
                    <a:pt x="2778727" y="1467619"/>
                  </a:lnTo>
                  <a:lnTo>
                    <a:pt x="2775636" y="1483031"/>
                  </a:lnTo>
                  <a:lnTo>
                    <a:pt x="2755312" y="1501054"/>
                  </a:lnTo>
                  <a:lnTo>
                    <a:pt x="2740754" y="1517717"/>
                  </a:lnTo>
                  <a:lnTo>
                    <a:pt x="2733313" y="1521115"/>
                  </a:lnTo>
                  <a:lnTo>
                    <a:pt x="2722579" y="1519178"/>
                  </a:lnTo>
                  <a:lnTo>
                    <a:pt x="2710409" y="1514987"/>
                  </a:lnTo>
                  <a:lnTo>
                    <a:pt x="2704441" y="1514142"/>
                  </a:lnTo>
                  <a:lnTo>
                    <a:pt x="2699903" y="1515539"/>
                  </a:lnTo>
                  <a:lnTo>
                    <a:pt x="2697139" y="1510408"/>
                  </a:lnTo>
                  <a:lnTo>
                    <a:pt x="2695356" y="1501047"/>
                  </a:lnTo>
                  <a:lnTo>
                    <a:pt x="2690622" y="1497942"/>
                  </a:lnTo>
                  <a:lnTo>
                    <a:pt x="2687041" y="1498285"/>
                  </a:lnTo>
                  <a:lnTo>
                    <a:pt x="2684597" y="1508230"/>
                  </a:lnTo>
                  <a:lnTo>
                    <a:pt x="2673243" y="1511056"/>
                  </a:lnTo>
                  <a:lnTo>
                    <a:pt x="2657807" y="1506947"/>
                  </a:lnTo>
                  <a:lnTo>
                    <a:pt x="2641642" y="1498584"/>
                  </a:lnTo>
                  <a:lnTo>
                    <a:pt x="2648577" y="1507557"/>
                  </a:lnTo>
                  <a:lnTo>
                    <a:pt x="2688689" y="1524296"/>
                  </a:lnTo>
                  <a:lnTo>
                    <a:pt x="2693206" y="1527427"/>
                  </a:lnTo>
                  <a:lnTo>
                    <a:pt x="2697423" y="1532006"/>
                  </a:lnTo>
                  <a:lnTo>
                    <a:pt x="2691811" y="1539188"/>
                  </a:lnTo>
                  <a:lnTo>
                    <a:pt x="2687413" y="1547278"/>
                  </a:lnTo>
                  <a:lnTo>
                    <a:pt x="2686793" y="1553629"/>
                  </a:lnTo>
                  <a:lnTo>
                    <a:pt x="2685242" y="1557636"/>
                  </a:lnTo>
                  <a:lnTo>
                    <a:pt x="2669248" y="1568431"/>
                  </a:lnTo>
                  <a:lnTo>
                    <a:pt x="2660582" y="1566526"/>
                  </a:lnTo>
                  <a:lnTo>
                    <a:pt x="2638438" y="1547062"/>
                  </a:lnTo>
                  <a:lnTo>
                    <a:pt x="2648526" y="1563897"/>
                  </a:lnTo>
                  <a:lnTo>
                    <a:pt x="2656603" y="1571041"/>
                  </a:lnTo>
                  <a:lnTo>
                    <a:pt x="2672866" y="1574852"/>
                  </a:lnTo>
                  <a:lnTo>
                    <a:pt x="2703371" y="1568558"/>
                  </a:lnTo>
                  <a:lnTo>
                    <a:pt x="2713376" y="1575430"/>
                  </a:lnTo>
                  <a:lnTo>
                    <a:pt x="2705164" y="1587603"/>
                  </a:lnTo>
                  <a:lnTo>
                    <a:pt x="2697004" y="1596145"/>
                  </a:lnTo>
                  <a:lnTo>
                    <a:pt x="2686302" y="1597097"/>
                  </a:lnTo>
                  <a:lnTo>
                    <a:pt x="2676876" y="1599409"/>
                  </a:lnTo>
                  <a:lnTo>
                    <a:pt x="2674111" y="1605283"/>
                  </a:lnTo>
                  <a:lnTo>
                    <a:pt x="2667393" y="1605651"/>
                  </a:lnTo>
                  <a:lnTo>
                    <a:pt x="2656892" y="1606000"/>
                  </a:lnTo>
                  <a:lnTo>
                    <a:pt x="2640635" y="1606534"/>
                  </a:lnTo>
                  <a:lnTo>
                    <a:pt x="2631705" y="1605162"/>
                  </a:lnTo>
                  <a:lnTo>
                    <a:pt x="2619230" y="1617164"/>
                  </a:lnTo>
                  <a:lnTo>
                    <a:pt x="2614522" y="1618815"/>
                  </a:lnTo>
                  <a:lnTo>
                    <a:pt x="2607944" y="1616561"/>
                  </a:lnTo>
                  <a:lnTo>
                    <a:pt x="2605184" y="1606921"/>
                  </a:lnTo>
                  <a:lnTo>
                    <a:pt x="2602244" y="1602184"/>
                  </a:lnTo>
                  <a:lnTo>
                    <a:pt x="2602171" y="1620219"/>
                  </a:lnTo>
                  <a:lnTo>
                    <a:pt x="2603324" y="1625077"/>
                  </a:lnTo>
                  <a:lnTo>
                    <a:pt x="2605680" y="1628741"/>
                  </a:lnTo>
                  <a:lnTo>
                    <a:pt x="2591087" y="1638527"/>
                  </a:lnTo>
                  <a:lnTo>
                    <a:pt x="2577118" y="1650733"/>
                  </a:lnTo>
                  <a:lnTo>
                    <a:pt x="2572111" y="1654054"/>
                  </a:lnTo>
                  <a:lnTo>
                    <a:pt x="2566421" y="1660169"/>
                  </a:lnTo>
                  <a:lnTo>
                    <a:pt x="2554768" y="1677830"/>
                  </a:lnTo>
                  <a:lnTo>
                    <a:pt x="2551889" y="1690708"/>
                  </a:lnTo>
                  <a:lnTo>
                    <a:pt x="2547678" y="1705066"/>
                  </a:lnTo>
                  <a:lnTo>
                    <a:pt x="2547145" y="1698602"/>
                  </a:lnTo>
                  <a:lnTo>
                    <a:pt x="2547869" y="1687717"/>
                  </a:lnTo>
                  <a:lnTo>
                    <a:pt x="2544985" y="1675251"/>
                  </a:lnTo>
                  <a:lnTo>
                    <a:pt x="2543156" y="1698087"/>
                  </a:lnTo>
                  <a:lnTo>
                    <a:pt x="2538629" y="1708699"/>
                  </a:lnTo>
                  <a:lnTo>
                    <a:pt x="2497086" y="1707950"/>
                  </a:lnTo>
                  <a:lnTo>
                    <a:pt x="2478900" y="1713716"/>
                  </a:lnTo>
                  <a:lnTo>
                    <a:pt x="2450984" y="1733116"/>
                  </a:lnTo>
                  <a:lnTo>
                    <a:pt x="2442638" y="1741619"/>
                  </a:lnTo>
                  <a:lnTo>
                    <a:pt x="2419580" y="1774495"/>
                  </a:lnTo>
                  <a:lnTo>
                    <a:pt x="2413694" y="1795534"/>
                  </a:lnTo>
                  <a:lnTo>
                    <a:pt x="2408976" y="1786688"/>
                  </a:lnTo>
                  <a:lnTo>
                    <a:pt x="2410144" y="1780052"/>
                  </a:lnTo>
                  <a:lnTo>
                    <a:pt x="2410237" y="1774629"/>
                  </a:lnTo>
                  <a:lnTo>
                    <a:pt x="2404428" y="1786263"/>
                  </a:lnTo>
                  <a:lnTo>
                    <a:pt x="2409942" y="1803205"/>
                  </a:lnTo>
                  <a:lnTo>
                    <a:pt x="2404992" y="1809676"/>
                  </a:lnTo>
                  <a:lnTo>
                    <a:pt x="2389762" y="1821755"/>
                  </a:lnTo>
                  <a:lnTo>
                    <a:pt x="2381427" y="1823736"/>
                  </a:lnTo>
                  <a:lnTo>
                    <a:pt x="2372068" y="1827172"/>
                  </a:lnTo>
                  <a:lnTo>
                    <a:pt x="2369122" y="1839085"/>
                  </a:lnTo>
                  <a:lnTo>
                    <a:pt x="2356415" y="1850071"/>
                  </a:lnTo>
                  <a:lnTo>
                    <a:pt x="2349010" y="1854936"/>
                  </a:lnTo>
                  <a:lnTo>
                    <a:pt x="2335449" y="1851989"/>
                  </a:lnTo>
                  <a:lnTo>
                    <a:pt x="2339625" y="1862569"/>
                  </a:lnTo>
                  <a:lnTo>
                    <a:pt x="2334643" y="1870577"/>
                  </a:lnTo>
                  <a:lnTo>
                    <a:pt x="2326065" y="1876718"/>
                  </a:lnTo>
                  <a:lnTo>
                    <a:pt x="2315399" y="1880725"/>
                  </a:lnTo>
                  <a:lnTo>
                    <a:pt x="2309285" y="1880236"/>
                  </a:lnTo>
                  <a:lnTo>
                    <a:pt x="2304061" y="1882363"/>
                  </a:lnTo>
                  <a:lnTo>
                    <a:pt x="2299968" y="1887456"/>
                  </a:lnTo>
                  <a:lnTo>
                    <a:pt x="2289968" y="1892219"/>
                  </a:lnTo>
                  <a:lnTo>
                    <a:pt x="2279581" y="1889539"/>
                  </a:lnTo>
                  <a:lnTo>
                    <a:pt x="2267809" y="1887932"/>
                  </a:lnTo>
                  <a:lnTo>
                    <a:pt x="2261251" y="1890790"/>
                  </a:lnTo>
                  <a:lnTo>
                    <a:pt x="2272274" y="1895515"/>
                  </a:lnTo>
                  <a:lnTo>
                    <a:pt x="2278176" y="1902360"/>
                  </a:lnTo>
                  <a:lnTo>
                    <a:pt x="2276961" y="1911588"/>
                  </a:lnTo>
                  <a:lnTo>
                    <a:pt x="2274010" y="1915150"/>
                  </a:lnTo>
                  <a:lnTo>
                    <a:pt x="2267055" y="1919976"/>
                  </a:lnTo>
                  <a:lnTo>
                    <a:pt x="2264001" y="1919259"/>
                  </a:lnTo>
                  <a:lnTo>
                    <a:pt x="2262135" y="1914909"/>
                  </a:lnTo>
                  <a:lnTo>
                    <a:pt x="2259872" y="1905847"/>
                  </a:lnTo>
                  <a:lnTo>
                    <a:pt x="2256637" y="1907777"/>
                  </a:lnTo>
                  <a:lnTo>
                    <a:pt x="2256078" y="1912000"/>
                  </a:lnTo>
                  <a:lnTo>
                    <a:pt x="2253298" y="1913505"/>
                  </a:lnTo>
                  <a:lnTo>
                    <a:pt x="2243433" y="1899071"/>
                  </a:lnTo>
                  <a:lnTo>
                    <a:pt x="2243924" y="1910082"/>
                  </a:lnTo>
                  <a:lnTo>
                    <a:pt x="2247371" y="1918541"/>
                  </a:lnTo>
                  <a:lnTo>
                    <a:pt x="2250704" y="1922834"/>
                  </a:lnTo>
                  <a:lnTo>
                    <a:pt x="2254068" y="1925361"/>
                  </a:lnTo>
                  <a:lnTo>
                    <a:pt x="2254895" y="1929286"/>
                  </a:lnTo>
                  <a:lnTo>
                    <a:pt x="2248146" y="1938850"/>
                  </a:lnTo>
                  <a:lnTo>
                    <a:pt x="2244673" y="1940977"/>
                  </a:lnTo>
                  <a:lnTo>
                    <a:pt x="2238493" y="1942527"/>
                  </a:lnTo>
                  <a:lnTo>
                    <a:pt x="2235015" y="1948420"/>
                  </a:lnTo>
                  <a:lnTo>
                    <a:pt x="2236043" y="1953494"/>
                  </a:lnTo>
                  <a:lnTo>
                    <a:pt x="2230638" y="1964505"/>
                  </a:lnTo>
                  <a:lnTo>
                    <a:pt x="2217713" y="1971383"/>
                  </a:lnTo>
                  <a:lnTo>
                    <a:pt x="2213765" y="1971116"/>
                  </a:lnTo>
                  <a:lnTo>
                    <a:pt x="2210546" y="1973129"/>
                  </a:lnTo>
                  <a:lnTo>
                    <a:pt x="2212427" y="1978032"/>
                  </a:lnTo>
                  <a:lnTo>
                    <a:pt x="2215651" y="1981601"/>
                  </a:lnTo>
                  <a:lnTo>
                    <a:pt x="2215538" y="1984915"/>
                  </a:lnTo>
                  <a:lnTo>
                    <a:pt x="2212122" y="1989418"/>
                  </a:lnTo>
                  <a:lnTo>
                    <a:pt x="2205378" y="1990675"/>
                  </a:lnTo>
                  <a:lnTo>
                    <a:pt x="2201590" y="1995813"/>
                  </a:lnTo>
                  <a:lnTo>
                    <a:pt x="2202789" y="2000658"/>
                  </a:lnTo>
                  <a:lnTo>
                    <a:pt x="2205016" y="2003363"/>
                  </a:lnTo>
                  <a:lnTo>
                    <a:pt x="2204551" y="2008025"/>
                  </a:lnTo>
                  <a:lnTo>
                    <a:pt x="2196882" y="2012705"/>
                  </a:lnTo>
                  <a:lnTo>
                    <a:pt x="2195084" y="2017309"/>
                  </a:lnTo>
                  <a:lnTo>
                    <a:pt x="2198892" y="2018668"/>
                  </a:lnTo>
                  <a:lnTo>
                    <a:pt x="2201822" y="2017309"/>
                  </a:lnTo>
                  <a:lnTo>
                    <a:pt x="2203967" y="2018299"/>
                  </a:lnTo>
                  <a:lnTo>
                    <a:pt x="2199368" y="2025996"/>
                  </a:lnTo>
                  <a:lnTo>
                    <a:pt x="2195239" y="2030689"/>
                  </a:lnTo>
                  <a:lnTo>
                    <a:pt x="2191316" y="2039122"/>
                  </a:lnTo>
                  <a:lnTo>
                    <a:pt x="2182216" y="2041453"/>
                  </a:lnTo>
                  <a:lnTo>
                    <a:pt x="2182557" y="2044177"/>
                  </a:lnTo>
                  <a:lnTo>
                    <a:pt x="2187699" y="2046590"/>
                  </a:lnTo>
                  <a:lnTo>
                    <a:pt x="2192004" y="2053074"/>
                  </a:lnTo>
                  <a:lnTo>
                    <a:pt x="2183916" y="2065045"/>
                  </a:lnTo>
                  <a:lnTo>
                    <a:pt x="2178867" y="2064060"/>
                  </a:lnTo>
                  <a:lnTo>
                    <a:pt x="2175782" y="2061425"/>
                  </a:lnTo>
                  <a:lnTo>
                    <a:pt x="2173813" y="2070874"/>
                  </a:lnTo>
                  <a:lnTo>
                    <a:pt x="2174568" y="2075917"/>
                  </a:lnTo>
                  <a:lnTo>
                    <a:pt x="2172645" y="2086223"/>
                  </a:lnTo>
                  <a:lnTo>
                    <a:pt x="2169555" y="2098613"/>
                  </a:lnTo>
                  <a:lnTo>
                    <a:pt x="2167457" y="2103699"/>
                  </a:lnTo>
                  <a:lnTo>
                    <a:pt x="2167902" y="2113174"/>
                  </a:lnTo>
                  <a:lnTo>
                    <a:pt x="2169199" y="2122325"/>
                  </a:lnTo>
                  <a:lnTo>
                    <a:pt x="2174149" y="2134118"/>
                  </a:lnTo>
                  <a:lnTo>
                    <a:pt x="2181710" y="2182343"/>
                  </a:lnTo>
                  <a:lnTo>
                    <a:pt x="2186857" y="2199089"/>
                  </a:lnTo>
                  <a:lnTo>
                    <a:pt x="2196128" y="2244272"/>
                  </a:lnTo>
                  <a:lnTo>
                    <a:pt x="2211471" y="2288077"/>
                  </a:lnTo>
                  <a:lnTo>
                    <a:pt x="2233118" y="2341026"/>
                  </a:lnTo>
                  <a:lnTo>
                    <a:pt x="2268646" y="2405203"/>
                  </a:lnTo>
                  <a:lnTo>
                    <a:pt x="2272899" y="2414348"/>
                  </a:lnTo>
                  <a:lnTo>
                    <a:pt x="2268274" y="2422102"/>
                  </a:lnTo>
                  <a:lnTo>
                    <a:pt x="2266863" y="2430135"/>
                  </a:lnTo>
                  <a:lnTo>
                    <a:pt x="2266460" y="2442245"/>
                  </a:lnTo>
                  <a:lnTo>
                    <a:pt x="2267742" y="2454044"/>
                  </a:lnTo>
                  <a:lnTo>
                    <a:pt x="2271943" y="2468453"/>
                  </a:lnTo>
                  <a:lnTo>
                    <a:pt x="2280015" y="2490483"/>
                  </a:lnTo>
                  <a:lnTo>
                    <a:pt x="2275499" y="2486088"/>
                  </a:lnTo>
                  <a:lnTo>
                    <a:pt x="2263809" y="2454470"/>
                  </a:lnTo>
                  <a:lnTo>
                    <a:pt x="2262450" y="2435901"/>
                  </a:lnTo>
                  <a:lnTo>
                    <a:pt x="2264135" y="2409560"/>
                  </a:lnTo>
                  <a:lnTo>
                    <a:pt x="2261391" y="2410195"/>
                  </a:lnTo>
                  <a:lnTo>
                    <a:pt x="2259164" y="2418755"/>
                  </a:lnTo>
                  <a:lnTo>
                    <a:pt x="2257939" y="2428808"/>
                  </a:lnTo>
                  <a:lnTo>
                    <a:pt x="2254973" y="2432700"/>
                  </a:lnTo>
                  <a:lnTo>
                    <a:pt x="2250926" y="2417364"/>
                  </a:lnTo>
                  <a:lnTo>
                    <a:pt x="2251210" y="2410430"/>
                  </a:lnTo>
                  <a:lnTo>
                    <a:pt x="2255505" y="2402327"/>
                  </a:lnTo>
                  <a:lnTo>
                    <a:pt x="2254259" y="2399412"/>
                  </a:lnTo>
                  <a:lnTo>
                    <a:pt x="2247309" y="2395265"/>
                  </a:lnTo>
                  <a:lnTo>
                    <a:pt x="2245831" y="2388743"/>
                  </a:lnTo>
                  <a:lnTo>
                    <a:pt x="2246771" y="2382304"/>
                  </a:lnTo>
                  <a:lnTo>
                    <a:pt x="2242782" y="2378862"/>
                  </a:lnTo>
                  <a:lnTo>
                    <a:pt x="2239661" y="2379027"/>
                  </a:lnTo>
                  <a:lnTo>
                    <a:pt x="2241753" y="2394903"/>
                  </a:lnTo>
                  <a:lnTo>
                    <a:pt x="2245056" y="2404651"/>
                  </a:lnTo>
                  <a:lnTo>
                    <a:pt x="2249138" y="2428014"/>
                  </a:lnTo>
                  <a:lnTo>
                    <a:pt x="2255727" y="2442169"/>
                  </a:lnTo>
                  <a:lnTo>
                    <a:pt x="2259567" y="2454038"/>
                  </a:lnTo>
                  <a:lnTo>
                    <a:pt x="2304438" y="2580696"/>
                  </a:lnTo>
                  <a:lnTo>
                    <a:pt x="2315058" y="2596826"/>
                  </a:lnTo>
                  <a:lnTo>
                    <a:pt x="2318985" y="2608409"/>
                  </a:lnTo>
                  <a:lnTo>
                    <a:pt x="2323073" y="2632630"/>
                  </a:lnTo>
                  <a:lnTo>
                    <a:pt x="2323998" y="2663728"/>
                  </a:lnTo>
                  <a:lnTo>
                    <a:pt x="2316665" y="2720564"/>
                  </a:lnTo>
                  <a:lnTo>
                    <a:pt x="2314996" y="2759333"/>
                  </a:lnTo>
                  <a:lnTo>
                    <a:pt x="2313947" y="2758145"/>
                  </a:lnTo>
                  <a:lnTo>
                    <a:pt x="2313244" y="2754062"/>
                  </a:lnTo>
                  <a:lnTo>
                    <a:pt x="2311549" y="2753503"/>
                  </a:lnTo>
                  <a:lnTo>
                    <a:pt x="2305182" y="2771265"/>
                  </a:lnTo>
                  <a:lnTo>
                    <a:pt x="2296531" y="2787287"/>
                  </a:lnTo>
                  <a:lnTo>
                    <a:pt x="2293684" y="2812187"/>
                  </a:lnTo>
                  <a:lnTo>
                    <a:pt x="2289534" y="2824653"/>
                  </a:lnTo>
                  <a:lnTo>
                    <a:pt x="2277075" y="2837843"/>
                  </a:lnTo>
                  <a:lnTo>
                    <a:pt x="2269354" y="2837506"/>
                  </a:lnTo>
                  <a:lnTo>
                    <a:pt x="2250420" y="2847400"/>
                  </a:lnTo>
                  <a:lnTo>
                    <a:pt x="2237118" y="2844822"/>
                  </a:lnTo>
                  <a:lnTo>
                    <a:pt x="2221269" y="2850404"/>
                  </a:lnTo>
                  <a:lnTo>
                    <a:pt x="2210840" y="2849781"/>
                  </a:lnTo>
                  <a:lnTo>
                    <a:pt x="2204820" y="2838014"/>
                  </a:lnTo>
                  <a:lnTo>
                    <a:pt x="2205740" y="2832750"/>
                  </a:lnTo>
                  <a:lnTo>
                    <a:pt x="2208137" y="2827460"/>
                  </a:lnTo>
                  <a:lnTo>
                    <a:pt x="2212199" y="2826228"/>
                  </a:lnTo>
                  <a:lnTo>
                    <a:pt x="2226199" y="2838560"/>
                  </a:lnTo>
                  <a:lnTo>
                    <a:pt x="2228839" y="2833372"/>
                  </a:lnTo>
                  <a:lnTo>
                    <a:pt x="2224612" y="2827199"/>
                  </a:lnTo>
                  <a:lnTo>
                    <a:pt x="2216519" y="2823757"/>
                  </a:lnTo>
                  <a:lnTo>
                    <a:pt x="2210540" y="2819973"/>
                  </a:lnTo>
                  <a:lnTo>
                    <a:pt x="2198494" y="2791859"/>
                  </a:lnTo>
                  <a:lnTo>
                    <a:pt x="2186014" y="2772554"/>
                  </a:lnTo>
                  <a:lnTo>
                    <a:pt x="2183911" y="2759650"/>
                  </a:lnTo>
                  <a:lnTo>
                    <a:pt x="2162393" y="2751782"/>
                  </a:lnTo>
                  <a:lnTo>
                    <a:pt x="2146812" y="2739869"/>
                  </a:lnTo>
                  <a:lnTo>
                    <a:pt x="2136652" y="2718678"/>
                  </a:lnTo>
                  <a:lnTo>
                    <a:pt x="2130823" y="2681102"/>
                  </a:lnTo>
                  <a:lnTo>
                    <a:pt x="2123950" y="2676879"/>
                  </a:lnTo>
                  <a:lnTo>
                    <a:pt x="2121046" y="2673958"/>
                  </a:lnTo>
                  <a:lnTo>
                    <a:pt x="2127759" y="2660013"/>
                  </a:lnTo>
                  <a:lnTo>
                    <a:pt x="2134833" y="2648322"/>
                  </a:lnTo>
                  <a:lnTo>
                    <a:pt x="2129237" y="2651230"/>
                  </a:lnTo>
                  <a:lnTo>
                    <a:pt x="2125108" y="2655555"/>
                  </a:lnTo>
                  <a:lnTo>
                    <a:pt x="2119857" y="2665880"/>
                  </a:lnTo>
                  <a:lnTo>
                    <a:pt x="2116023" y="2667468"/>
                  </a:lnTo>
                  <a:lnTo>
                    <a:pt x="2112509" y="2665880"/>
                  </a:lnTo>
                  <a:lnTo>
                    <a:pt x="2108457" y="2646074"/>
                  </a:lnTo>
                  <a:lnTo>
                    <a:pt x="2109615" y="2621726"/>
                  </a:lnTo>
                  <a:lnTo>
                    <a:pt x="2115294" y="2612620"/>
                  </a:lnTo>
                  <a:lnTo>
                    <a:pt x="2106571" y="2612378"/>
                  </a:lnTo>
                  <a:lnTo>
                    <a:pt x="2097533" y="2615846"/>
                  </a:lnTo>
                  <a:lnTo>
                    <a:pt x="2098856" y="2623962"/>
                  </a:lnTo>
                  <a:lnTo>
                    <a:pt x="2097579" y="2628420"/>
                  </a:lnTo>
                  <a:lnTo>
                    <a:pt x="2090995" y="2627276"/>
                  </a:lnTo>
                  <a:lnTo>
                    <a:pt x="2086003" y="2624425"/>
                  </a:lnTo>
                  <a:lnTo>
                    <a:pt x="2079229" y="2615979"/>
                  </a:lnTo>
                  <a:lnTo>
                    <a:pt x="2069989" y="2599862"/>
                  </a:lnTo>
                  <a:lnTo>
                    <a:pt x="2051033" y="2555460"/>
                  </a:lnTo>
                  <a:lnTo>
                    <a:pt x="2047338" y="2549198"/>
                  </a:lnTo>
                  <a:lnTo>
                    <a:pt x="2041070" y="2542645"/>
                  </a:lnTo>
                  <a:lnTo>
                    <a:pt x="2044021" y="2540606"/>
                  </a:lnTo>
                  <a:lnTo>
                    <a:pt x="2049406" y="2539400"/>
                  </a:lnTo>
                  <a:lnTo>
                    <a:pt x="2061576" y="2519409"/>
                  </a:lnTo>
                  <a:lnTo>
                    <a:pt x="2071136" y="2507330"/>
                  </a:lnTo>
                  <a:lnTo>
                    <a:pt x="2074309" y="2498973"/>
                  </a:lnTo>
                  <a:lnTo>
                    <a:pt x="2073756" y="2495398"/>
                  </a:lnTo>
                  <a:lnTo>
                    <a:pt x="2069529" y="2490203"/>
                  </a:lnTo>
                  <a:lnTo>
                    <a:pt x="2063979" y="2494744"/>
                  </a:lnTo>
                  <a:lnTo>
                    <a:pt x="2061601" y="2493448"/>
                  </a:lnTo>
                  <a:lnTo>
                    <a:pt x="2055359" y="2482970"/>
                  </a:lnTo>
                  <a:lnTo>
                    <a:pt x="2049395" y="2480011"/>
                  </a:lnTo>
                  <a:lnTo>
                    <a:pt x="2045240" y="2482278"/>
                  </a:lnTo>
                  <a:lnTo>
                    <a:pt x="2049623" y="2490864"/>
                  </a:lnTo>
                  <a:lnTo>
                    <a:pt x="2053560" y="2494052"/>
                  </a:lnTo>
                  <a:lnTo>
                    <a:pt x="2052036" y="2506536"/>
                  </a:lnTo>
                  <a:lnTo>
                    <a:pt x="2050444" y="2510601"/>
                  </a:lnTo>
                  <a:lnTo>
                    <a:pt x="2046755" y="2514189"/>
                  </a:lnTo>
                  <a:lnTo>
                    <a:pt x="2040993" y="2512277"/>
                  </a:lnTo>
                  <a:lnTo>
                    <a:pt x="2038078" y="2515364"/>
                  </a:lnTo>
                  <a:lnTo>
                    <a:pt x="2034647" y="2512112"/>
                  </a:lnTo>
                  <a:lnTo>
                    <a:pt x="2031231" y="2506625"/>
                  </a:lnTo>
                  <a:lnTo>
                    <a:pt x="2027427" y="2497595"/>
                  </a:lnTo>
                  <a:lnTo>
                    <a:pt x="2037478" y="2446767"/>
                  </a:lnTo>
                  <a:lnTo>
                    <a:pt x="2046780" y="2414380"/>
                  </a:lnTo>
                  <a:lnTo>
                    <a:pt x="2047845" y="2377433"/>
                  </a:lnTo>
                  <a:lnTo>
                    <a:pt x="2048537" y="2371959"/>
                  </a:lnTo>
                  <a:lnTo>
                    <a:pt x="2047752" y="2362141"/>
                  </a:lnTo>
                  <a:lnTo>
                    <a:pt x="2035277" y="2340804"/>
                  </a:lnTo>
                  <a:lnTo>
                    <a:pt x="1980122" y="2288737"/>
                  </a:lnTo>
                  <a:lnTo>
                    <a:pt x="1937374" y="2227081"/>
                  </a:lnTo>
                  <a:lnTo>
                    <a:pt x="1900348" y="2203953"/>
                  </a:lnTo>
                  <a:lnTo>
                    <a:pt x="1872256" y="2209033"/>
                  </a:lnTo>
                  <a:lnTo>
                    <a:pt x="1867393" y="2213682"/>
                  </a:lnTo>
                  <a:lnTo>
                    <a:pt x="1865305" y="2219759"/>
                  </a:lnTo>
                  <a:lnTo>
                    <a:pt x="1867068" y="2226637"/>
                  </a:lnTo>
                  <a:lnTo>
                    <a:pt x="1864515" y="2229501"/>
                  </a:lnTo>
                  <a:lnTo>
                    <a:pt x="1856975" y="2229139"/>
                  </a:lnTo>
                  <a:lnTo>
                    <a:pt x="1846820" y="2230739"/>
                  </a:lnTo>
                  <a:lnTo>
                    <a:pt x="1820305" y="2246971"/>
                  </a:lnTo>
                  <a:lnTo>
                    <a:pt x="1810951" y="2246374"/>
                  </a:lnTo>
                  <a:lnTo>
                    <a:pt x="1802455" y="2250578"/>
                  </a:lnTo>
                  <a:lnTo>
                    <a:pt x="1796094" y="2253727"/>
                  </a:lnTo>
                  <a:lnTo>
                    <a:pt x="1779506" y="2255442"/>
                  </a:lnTo>
                  <a:lnTo>
                    <a:pt x="1765439" y="2259043"/>
                  </a:lnTo>
                  <a:lnTo>
                    <a:pt x="1759362" y="2257093"/>
                  </a:lnTo>
                  <a:lnTo>
                    <a:pt x="1755398" y="2247682"/>
                  </a:lnTo>
                  <a:lnTo>
                    <a:pt x="1755398" y="2237940"/>
                  </a:lnTo>
                  <a:lnTo>
                    <a:pt x="1758613" y="2245408"/>
                  </a:lnTo>
                  <a:lnTo>
                    <a:pt x="1763589" y="2251251"/>
                  </a:lnTo>
                  <a:lnTo>
                    <a:pt x="1765868" y="2248914"/>
                  </a:lnTo>
                  <a:lnTo>
                    <a:pt x="1766721" y="2243745"/>
                  </a:lnTo>
                  <a:lnTo>
                    <a:pt x="1761770" y="2233616"/>
                  </a:lnTo>
                  <a:lnTo>
                    <a:pt x="1745822" y="2220604"/>
                  </a:lnTo>
                  <a:lnTo>
                    <a:pt x="1727673" y="2201597"/>
                  </a:lnTo>
                  <a:lnTo>
                    <a:pt x="1733208" y="2202226"/>
                  </a:lnTo>
                  <a:lnTo>
                    <a:pt x="1734608" y="2198155"/>
                  </a:lnTo>
                  <a:lnTo>
                    <a:pt x="1728981" y="2192815"/>
                  </a:lnTo>
                  <a:lnTo>
                    <a:pt x="1731358" y="2186642"/>
                  </a:lnTo>
                  <a:lnTo>
                    <a:pt x="1735322" y="2180158"/>
                  </a:lnTo>
                  <a:lnTo>
                    <a:pt x="1727663" y="2181130"/>
                  </a:lnTo>
                  <a:lnTo>
                    <a:pt x="1720790" y="2185670"/>
                  </a:lnTo>
                  <a:lnTo>
                    <a:pt x="1720563" y="2191278"/>
                  </a:lnTo>
                  <a:lnTo>
                    <a:pt x="1719203" y="2195736"/>
                  </a:lnTo>
                  <a:lnTo>
                    <a:pt x="1715503" y="2195088"/>
                  </a:lnTo>
                  <a:lnTo>
                    <a:pt x="1708635" y="2189569"/>
                  </a:lnTo>
                  <a:lnTo>
                    <a:pt x="1674823" y="2174208"/>
                  </a:lnTo>
                  <a:lnTo>
                    <a:pt x="1645264" y="2165546"/>
                  </a:lnTo>
                  <a:lnTo>
                    <a:pt x="1667950" y="2161647"/>
                  </a:lnTo>
                  <a:lnTo>
                    <a:pt x="1680254" y="2164676"/>
                  </a:lnTo>
                  <a:lnTo>
                    <a:pt x="1678787" y="2160027"/>
                  </a:lnTo>
                  <a:lnTo>
                    <a:pt x="1675826" y="2157075"/>
                  </a:lnTo>
                  <a:lnTo>
                    <a:pt x="1666121" y="2153334"/>
                  </a:lnTo>
                  <a:lnTo>
                    <a:pt x="1653759" y="2154757"/>
                  </a:lnTo>
                  <a:lnTo>
                    <a:pt x="1645951" y="2152998"/>
                  </a:lnTo>
                  <a:lnTo>
                    <a:pt x="1637967" y="2156706"/>
                  </a:lnTo>
                  <a:lnTo>
                    <a:pt x="1629218" y="2162218"/>
                  </a:lnTo>
                  <a:lnTo>
                    <a:pt x="1621430" y="2165057"/>
                  </a:lnTo>
                  <a:lnTo>
                    <a:pt x="1590951" y="2169026"/>
                  </a:lnTo>
                  <a:lnTo>
                    <a:pt x="1566234" y="2173332"/>
                  </a:lnTo>
                  <a:lnTo>
                    <a:pt x="1570197" y="2168785"/>
                  </a:lnTo>
                  <a:lnTo>
                    <a:pt x="1574424" y="2165863"/>
                  </a:lnTo>
                  <a:lnTo>
                    <a:pt x="1589028" y="2161418"/>
                  </a:lnTo>
                  <a:lnTo>
                    <a:pt x="1591214" y="2152178"/>
                  </a:lnTo>
                  <a:lnTo>
                    <a:pt x="1587783" y="2143281"/>
                  </a:lnTo>
                  <a:lnTo>
                    <a:pt x="1583938" y="2145415"/>
                  </a:lnTo>
                  <a:lnTo>
                    <a:pt x="1579902" y="2152369"/>
                  </a:lnTo>
                  <a:lnTo>
                    <a:pt x="1574952" y="2147358"/>
                  </a:lnTo>
                  <a:lnTo>
                    <a:pt x="1569469" y="2147384"/>
                  </a:lnTo>
                  <a:lnTo>
                    <a:pt x="1567980" y="2158446"/>
                  </a:lnTo>
                  <a:lnTo>
                    <a:pt x="1560952" y="2165863"/>
                  </a:lnTo>
                  <a:lnTo>
                    <a:pt x="1557779" y="2173332"/>
                  </a:lnTo>
                  <a:lnTo>
                    <a:pt x="1537170" y="2179180"/>
                  </a:lnTo>
                  <a:lnTo>
                    <a:pt x="1534530" y="2177231"/>
                  </a:lnTo>
                  <a:lnTo>
                    <a:pt x="1540560" y="2170137"/>
                  </a:lnTo>
                  <a:lnTo>
                    <a:pt x="1540080" y="2166194"/>
                  </a:lnTo>
                  <a:lnTo>
                    <a:pt x="1533202" y="2169578"/>
                  </a:lnTo>
                  <a:lnTo>
                    <a:pt x="1521667" y="2183022"/>
                  </a:lnTo>
                  <a:lnTo>
                    <a:pt x="1481059" y="2187423"/>
                  </a:lnTo>
                  <a:lnTo>
                    <a:pt x="1483276" y="2184368"/>
                  </a:lnTo>
                  <a:lnTo>
                    <a:pt x="1491849" y="2183759"/>
                  </a:lnTo>
                  <a:lnTo>
                    <a:pt x="1503885" y="2179504"/>
                  </a:lnTo>
                  <a:lnTo>
                    <a:pt x="1501451" y="2172341"/>
                  </a:lnTo>
                  <a:lnTo>
                    <a:pt x="1496810" y="2164466"/>
                  </a:lnTo>
                  <a:lnTo>
                    <a:pt x="1492526" y="2163590"/>
                  </a:lnTo>
                  <a:lnTo>
                    <a:pt x="1489700" y="2158973"/>
                  </a:lnTo>
                  <a:lnTo>
                    <a:pt x="1489839" y="2144425"/>
                  </a:lnTo>
                  <a:lnTo>
                    <a:pt x="1487100" y="2135921"/>
                  </a:lnTo>
                  <a:lnTo>
                    <a:pt x="1480491" y="2127171"/>
                  </a:lnTo>
                  <a:lnTo>
                    <a:pt x="1478258" y="2128853"/>
                  </a:lnTo>
                  <a:lnTo>
                    <a:pt x="1473395" y="2143815"/>
                  </a:lnTo>
                  <a:lnTo>
                    <a:pt x="1469354" y="2163438"/>
                  </a:lnTo>
                  <a:lnTo>
                    <a:pt x="1467354" y="2169775"/>
                  </a:lnTo>
                  <a:lnTo>
                    <a:pt x="1455314" y="2170220"/>
                  </a:lnTo>
                  <a:lnTo>
                    <a:pt x="1444658" y="2168880"/>
                  </a:lnTo>
                  <a:lnTo>
                    <a:pt x="1408442" y="2171236"/>
                  </a:lnTo>
                  <a:lnTo>
                    <a:pt x="1394913" y="2164587"/>
                  </a:lnTo>
                  <a:lnTo>
                    <a:pt x="1389301" y="2163311"/>
                  </a:lnTo>
                  <a:lnTo>
                    <a:pt x="1385885" y="2163463"/>
                  </a:lnTo>
                  <a:lnTo>
                    <a:pt x="1370134" y="2169559"/>
                  </a:lnTo>
                  <a:lnTo>
                    <a:pt x="1352186" y="2174227"/>
                  </a:lnTo>
                  <a:lnTo>
                    <a:pt x="1347959" y="2172760"/>
                  </a:lnTo>
                  <a:lnTo>
                    <a:pt x="1341929" y="2172544"/>
                  </a:lnTo>
                  <a:lnTo>
                    <a:pt x="1328916" y="2188433"/>
                  </a:lnTo>
                  <a:lnTo>
                    <a:pt x="1313573" y="2195869"/>
                  </a:lnTo>
                  <a:lnTo>
                    <a:pt x="1274862" y="2182501"/>
                  </a:lnTo>
                  <a:lnTo>
                    <a:pt x="1265234" y="2171750"/>
                  </a:lnTo>
                  <a:lnTo>
                    <a:pt x="1256687" y="2169451"/>
                  </a:lnTo>
                  <a:lnTo>
                    <a:pt x="1246176" y="2168124"/>
                  </a:lnTo>
                  <a:lnTo>
                    <a:pt x="1234884" y="2181352"/>
                  </a:lnTo>
                  <a:lnTo>
                    <a:pt x="1226306" y="2199203"/>
                  </a:lnTo>
                  <a:lnTo>
                    <a:pt x="1239861" y="2208989"/>
                  </a:lnTo>
                  <a:lnTo>
                    <a:pt x="1251462" y="2213669"/>
                  </a:lnTo>
                  <a:lnTo>
                    <a:pt x="1270635" y="2209745"/>
                  </a:lnTo>
                  <a:lnTo>
                    <a:pt x="1281234" y="2201083"/>
                  </a:lnTo>
                  <a:lnTo>
                    <a:pt x="1289890" y="2201368"/>
                  </a:lnTo>
                  <a:lnTo>
                    <a:pt x="1294029" y="2199609"/>
                  </a:lnTo>
                  <a:lnTo>
                    <a:pt x="1297806" y="2195088"/>
                  </a:lnTo>
                  <a:lnTo>
                    <a:pt x="1305207" y="2198657"/>
                  </a:lnTo>
                  <a:lnTo>
                    <a:pt x="1305470" y="2202232"/>
                  </a:lnTo>
                  <a:lnTo>
                    <a:pt x="1300215" y="2207268"/>
                  </a:lnTo>
                  <a:lnTo>
                    <a:pt x="1293595" y="2211510"/>
                  </a:lnTo>
                  <a:lnTo>
                    <a:pt x="1289579" y="2216508"/>
                  </a:lnTo>
                  <a:lnTo>
                    <a:pt x="1297135" y="2226580"/>
                  </a:lnTo>
                  <a:lnTo>
                    <a:pt x="1309000" y="2229964"/>
                  </a:lnTo>
                  <a:lnTo>
                    <a:pt x="1313465" y="2228504"/>
                  </a:lnTo>
                  <a:lnTo>
                    <a:pt x="1316229" y="2217181"/>
                  </a:lnTo>
                  <a:lnTo>
                    <a:pt x="1323526" y="2209891"/>
                  </a:lnTo>
                  <a:lnTo>
                    <a:pt x="1333443" y="2211466"/>
                  </a:lnTo>
                  <a:lnTo>
                    <a:pt x="1332032" y="2216038"/>
                  </a:lnTo>
                  <a:lnTo>
                    <a:pt x="1333422" y="2220356"/>
                  </a:lnTo>
                  <a:lnTo>
                    <a:pt x="1337980" y="2227729"/>
                  </a:lnTo>
                  <a:lnTo>
                    <a:pt x="1337458" y="2238290"/>
                  </a:lnTo>
                  <a:lnTo>
                    <a:pt x="1338342" y="2240836"/>
                  </a:lnTo>
                  <a:lnTo>
                    <a:pt x="1327655" y="2245497"/>
                  </a:lnTo>
                  <a:lnTo>
                    <a:pt x="1319692" y="2247079"/>
                  </a:lnTo>
                  <a:lnTo>
                    <a:pt x="1313320" y="2253181"/>
                  </a:lnTo>
                  <a:lnTo>
                    <a:pt x="1316658" y="2256725"/>
                  </a:lnTo>
                  <a:lnTo>
                    <a:pt x="1310168" y="2259837"/>
                  </a:lnTo>
                  <a:lnTo>
                    <a:pt x="1305780" y="2258592"/>
                  </a:lnTo>
                  <a:lnTo>
                    <a:pt x="1303574" y="2259741"/>
                  </a:lnTo>
                  <a:lnTo>
                    <a:pt x="1302912" y="2263488"/>
                  </a:lnTo>
                  <a:lnTo>
                    <a:pt x="1299558" y="2266968"/>
                  </a:lnTo>
                  <a:lnTo>
                    <a:pt x="1304437" y="2277453"/>
                  </a:lnTo>
                  <a:lnTo>
                    <a:pt x="1314436" y="2284298"/>
                  </a:lnTo>
                  <a:lnTo>
                    <a:pt x="1321490" y="2292878"/>
                  </a:lnTo>
                  <a:lnTo>
                    <a:pt x="1349851" y="2304175"/>
                  </a:lnTo>
                  <a:lnTo>
                    <a:pt x="1356724" y="2303851"/>
                  </a:lnTo>
                  <a:lnTo>
                    <a:pt x="1363488" y="2315225"/>
                  </a:lnTo>
                  <a:lnTo>
                    <a:pt x="1368940" y="2319136"/>
                  </a:lnTo>
                  <a:lnTo>
                    <a:pt x="1374191" y="2321124"/>
                  </a:lnTo>
                  <a:lnTo>
                    <a:pt x="1373591" y="2328948"/>
                  </a:lnTo>
                  <a:lnTo>
                    <a:pt x="1364263" y="2334676"/>
                  </a:lnTo>
                  <a:lnTo>
                    <a:pt x="1361742" y="2341509"/>
                  </a:lnTo>
                  <a:lnTo>
                    <a:pt x="1359395" y="2345351"/>
                  </a:lnTo>
                  <a:lnTo>
                    <a:pt x="1355189" y="2340486"/>
                  </a:lnTo>
                  <a:lnTo>
                    <a:pt x="1350869" y="2336962"/>
                  </a:lnTo>
                  <a:lnTo>
                    <a:pt x="1340869" y="2347681"/>
                  </a:lnTo>
                  <a:lnTo>
                    <a:pt x="1336048" y="2349936"/>
                  </a:lnTo>
                  <a:lnTo>
                    <a:pt x="1338440" y="2338378"/>
                  </a:lnTo>
                  <a:lnTo>
                    <a:pt x="1334663" y="2333850"/>
                  </a:lnTo>
                  <a:lnTo>
                    <a:pt x="1328952" y="2322261"/>
                  </a:lnTo>
                  <a:lnTo>
                    <a:pt x="1320632" y="2315091"/>
                  </a:lnTo>
                  <a:lnTo>
                    <a:pt x="1314772" y="2312716"/>
                  </a:lnTo>
                  <a:lnTo>
                    <a:pt x="1310209" y="2308182"/>
                  </a:lnTo>
                  <a:lnTo>
                    <a:pt x="1304685" y="2306347"/>
                  </a:lnTo>
                  <a:lnTo>
                    <a:pt x="1299972" y="2306817"/>
                  </a:lnTo>
                  <a:lnTo>
                    <a:pt x="1291993" y="2304175"/>
                  </a:lnTo>
                  <a:lnTo>
                    <a:pt x="1291466" y="2298009"/>
                  </a:lnTo>
                  <a:lnTo>
                    <a:pt x="1289254" y="2293392"/>
                  </a:lnTo>
                  <a:lnTo>
                    <a:pt x="1283011" y="2287943"/>
                  </a:lnTo>
                  <a:lnTo>
                    <a:pt x="1253183" y="2277649"/>
                  </a:lnTo>
                  <a:lnTo>
                    <a:pt x="1253002" y="2281910"/>
                  </a:lnTo>
                  <a:lnTo>
                    <a:pt x="1255069" y="2285117"/>
                  </a:lnTo>
                  <a:lnTo>
                    <a:pt x="1259353" y="2287251"/>
                  </a:lnTo>
                  <a:lnTo>
                    <a:pt x="1264480" y="2291404"/>
                  </a:lnTo>
                  <a:lnTo>
                    <a:pt x="1264433" y="2303705"/>
                  </a:lnTo>
                  <a:lnTo>
                    <a:pt x="1262216" y="2308912"/>
                  </a:lnTo>
                  <a:lnTo>
                    <a:pt x="1261265" y="2316330"/>
                  </a:lnTo>
                  <a:lnTo>
                    <a:pt x="1259291" y="2323868"/>
                  </a:lnTo>
                  <a:lnTo>
                    <a:pt x="1255643" y="2329811"/>
                  </a:lnTo>
                  <a:lnTo>
                    <a:pt x="1247499" y="2333863"/>
                  </a:lnTo>
                  <a:lnTo>
                    <a:pt x="1243907" y="2330472"/>
                  </a:lnTo>
                  <a:lnTo>
                    <a:pt x="1238099" y="2314240"/>
                  </a:lnTo>
                  <a:lnTo>
                    <a:pt x="1229887" y="2309128"/>
                  </a:lnTo>
                  <a:lnTo>
                    <a:pt x="1216839" y="2308525"/>
                  </a:lnTo>
                  <a:lnTo>
                    <a:pt x="1207976" y="2312195"/>
                  </a:lnTo>
                  <a:lnTo>
                    <a:pt x="1198317" y="2327919"/>
                  </a:lnTo>
                  <a:lnTo>
                    <a:pt x="1190535" y="2330491"/>
                  </a:lnTo>
                  <a:lnTo>
                    <a:pt x="1163895" y="2322343"/>
                  </a:lnTo>
                  <a:lnTo>
                    <a:pt x="1133478" y="2309928"/>
                  </a:lnTo>
                  <a:lnTo>
                    <a:pt x="1134263" y="2305794"/>
                  </a:lnTo>
                  <a:lnTo>
                    <a:pt x="1139049" y="2304467"/>
                  </a:lnTo>
                  <a:lnTo>
                    <a:pt x="1148227" y="2306163"/>
                  </a:lnTo>
                  <a:lnTo>
                    <a:pt x="1147741" y="2301902"/>
                  </a:lnTo>
                  <a:lnTo>
                    <a:pt x="1138361" y="2288032"/>
                  </a:lnTo>
                  <a:lnTo>
                    <a:pt x="1136641" y="2281771"/>
                  </a:lnTo>
                  <a:lnTo>
                    <a:pt x="1137850" y="2274131"/>
                  </a:lnTo>
                  <a:lnTo>
                    <a:pt x="1134791" y="2274303"/>
                  </a:lnTo>
                  <a:lnTo>
                    <a:pt x="1129158" y="2280717"/>
                  </a:lnTo>
                  <a:lnTo>
                    <a:pt x="1109763" y="2275281"/>
                  </a:lnTo>
                  <a:lnTo>
                    <a:pt x="1104410" y="2268784"/>
                  </a:lnTo>
                  <a:lnTo>
                    <a:pt x="1093015" y="2250476"/>
                  </a:lnTo>
                  <a:lnTo>
                    <a:pt x="1076933" y="2249879"/>
                  </a:lnTo>
                  <a:lnTo>
                    <a:pt x="1069657" y="2238779"/>
                  </a:lnTo>
                  <a:lnTo>
                    <a:pt x="1056515" y="2243427"/>
                  </a:lnTo>
                  <a:lnTo>
                    <a:pt x="1049859" y="2248571"/>
                  </a:lnTo>
                  <a:lnTo>
                    <a:pt x="1044009" y="2256541"/>
                  </a:lnTo>
                  <a:lnTo>
                    <a:pt x="1046288" y="2260675"/>
                  </a:lnTo>
                  <a:lnTo>
                    <a:pt x="1052117" y="2267241"/>
                  </a:lnTo>
                  <a:lnTo>
                    <a:pt x="1049456" y="2270410"/>
                  </a:lnTo>
                  <a:lnTo>
                    <a:pt x="1030744" y="2275090"/>
                  </a:lnTo>
                  <a:lnTo>
                    <a:pt x="987304" y="2269857"/>
                  </a:lnTo>
                  <a:lnTo>
                    <a:pt x="974601" y="2264968"/>
                  </a:lnTo>
                  <a:lnTo>
                    <a:pt x="957553" y="2254629"/>
                  </a:lnTo>
                  <a:lnTo>
                    <a:pt x="933921" y="2246202"/>
                  </a:lnTo>
                  <a:lnTo>
                    <a:pt x="922542" y="2244843"/>
                  </a:lnTo>
                  <a:lnTo>
                    <a:pt x="911400" y="2246513"/>
                  </a:lnTo>
                  <a:lnTo>
                    <a:pt x="878978" y="2247377"/>
                  </a:lnTo>
                  <a:lnTo>
                    <a:pt x="871454" y="2249619"/>
                  </a:lnTo>
                  <a:lnTo>
                    <a:pt x="865046" y="2253200"/>
                  </a:lnTo>
                  <a:lnTo>
                    <a:pt x="860891" y="2249238"/>
                  </a:lnTo>
                  <a:lnTo>
                    <a:pt x="858968" y="2242163"/>
                  </a:lnTo>
                  <a:lnTo>
                    <a:pt x="862731" y="2241014"/>
                  </a:lnTo>
                  <a:lnTo>
                    <a:pt x="866916" y="2236854"/>
                  </a:lnTo>
                  <a:lnTo>
                    <a:pt x="870694" y="2228631"/>
                  </a:lnTo>
                  <a:lnTo>
                    <a:pt x="871123" y="2223658"/>
                  </a:lnTo>
                  <a:lnTo>
                    <a:pt x="868482" y="2220413"/>
                  </a:lnTo>
                  <a:lnTo>
                    <a:pt x="863459" y="2220089"/>
                  </a:lnTo>
                  <a:lnTo>
                    <a:pt x="852364" y="2241516"/>
                  </a:lnTo>
                  <a:lnTo>
                    <a:pt x="858705" y="2253524"/>
                  </a:lnTo>
                  <a:lnTo>
                    <a:pt x="858271" y="2257855"/>
                  </a:lnTo>
                  <a:lnTo>
                    <a:pt x="836132" y="2260319"/>
                  </a:lnTo>
                  <a:lnTo>
                    <a:pt x="785881" y="2284495"/>
                  </a:lnTo>
                  <a:lnTo>
                    <a:pt x="766285" y="2297532"/>
                  </a:lnTo>
                  <a:lnTo>
                    <a:pt x="767288" y="2293144"/>
                  </a:lnTo>
                  <a:lnTo>
                    <a:pt x="790982" y="2276246"/>
                  </a:lnTo>
                  <a:lnTo>
                    <a:pt x="782615" y="2273661"/>
                  </a:lnTo>
                  <a:lnTo>
                    <a:pt x="769143" y="2277884"/>
                  </a:lnTo>
                  <a:lnTo>
                    <a:pt x="764311" y="2276259"/>
                  </a:lnTo>
                  <a:lnTo>
                    <a:pt x="770016" y="2262288"/>
                  </a:lnTo>
                  <a:lnTo>
                    <a:pt x="768156" y="2249968"/>
                  </a:lnTo>
                  <a:lnTo>
                    <a:pt x="758591" y="2249631"/>
                  </a:lnTo>
                  <a:lnTo>
                    <a:pt x="752498" y="2259468"/>
                  </a:lnTo>
                  <a:lnTo>
                    <a:pt x="748265" y="2259049"/>
                  </a:lnTo>
                  <a:lnTo>
                    <a:pt x="742720" y="2254832"/>
                  </a:lnTo>
                  <a:lnTo>
                    <a:pt x="738426" y="2256166"/>
                  </a:lnTo>
                  <a:lnTo>
                    <a:pt x="741604" y="2278456"/>
                  </a:lnTo>
                  <a:lnTo>
                    <a:pt x="747630" y="2287626"/>
                  </a:lnTo>
                  <a:lnTo>
                    <a:pt x="752668" y="2299317"/>
                  </a:lnTo>
                  <a:lnTo>
                    <a:pt x="738907" y="2313764"/>
                  </a:lnTo>
                  <a:lnTo>
                    <a:pt x="726127" y="2325684"/>
                  </a:lnTo>
                  <a:lnTo>
                    <a:pt x="724742" y="2337203"/>
                  </a:lnTo>
                  <a:lnTo>
                    <a:pt x="711900" y="2352209"/>
                  </a:lnTo>
                  <a:lnTo>
                    <a:pt x="699818" y="2360719"/>
                  </a:lnTo>
                  <a:lnTo>
                    <a:pt x="671432" y="2380723"/>
                  </a:lnTo>
                  <a:lnTo>
                    <a:pt x="663334" y="2385003"/>
                  </a:lnTo>
                  <a:lnTo>
                    <a:pt x="650523" y="2394287"/>
                  </a:lnTo>
                  <a:lnTo>
                    <a:pt x="632849" y="2401247"/>
                  </a:lnTo>
                  <a:lnTo>
                    <a:pt x="615904" y="2412297"/>
                  </a:lnTo>
                  <a:lnTo>
                    <a:pt x="610189" y="2413973"/>
                  </a:lnTo>
                  <a:lnTo>
                    <a:pt x="621010" y="2404619"/>
                  </a:lnTo>
                  <a:lnTo>
                    <a:pt x="633842" y="2395379"/>
                  </a:lnTo>
                  <a:lnTo>
                    <a:pt x="622834" y="2396643"/>
                  </a:lnTo>
                  <a:lnTo>
                    <a:pt x="605869" y="2392363"/>
                  </a:lnTo>
                  <a:lnTo>
                    <a:pt x="595487" y="2392115"/>
                  </a:lnTo>
                  <a:lnTo>
                    <a:pt x="595414" y="2395487"/>
                  </a:lnTo>
                  <a:lnTo>
                    <a:pt x="587518" y="2400250"/>
                  </a:lnTo>
                  <a:lnTo>
                    <a:pt x="579338" y="2393252"/>
                  </a:lnTo>
                  <a:lnTo>
                    <a:pt x="575772" y="2388546"/>
                  </a:lnTo>
                  <a:lnTo>
                    <a:pt x="574082" y="2384482"/>
                  </a:lnTo>
                  <a:lnTo>
                    <a:pt x="570609" y="2383498"/>
                  </a:lnTo>
                  <a:lnTo>
                    <a:pt x="567271" y="2385384"/>
                  </a:lnTo>
                  <a:lnTo>
                    <a:pt x="579482" y="2414005"/>
                  </a:lnTo>
                  <a:lnTo>
                    <a:pt x="584686" y="2415243"/>
                  </a:lnTo>
                  <a:lnTo>
                    <a:pt x="590443" y="2418088"/>
                  </a:lnTo>
                  <a:lnTo>
                    <a:pt x="583275" y="2424756"/>
                  </a:lnTo>
                  <a:lnTo>
                    <a:pt x="575560" y="2429817"/>
                  </a:lnTo>
                  <a:lnTo>
                    <a:pt x="563426" y="2433177"/>
                  </a:lnTo>
                  <a:lnTo>
                    <a:pt x="553142" y="2422730"/>
                  </a:lnTo>
                  <a:lnTo>
                    <a:pt x="550915" y="2435838"/>
                  </a:lnTo>
                  <a:lnTo>
                    <a:pt x="549613" y="2448926"/>
                  </a:lnTo>
                  <a:lnTo>
                    <a:pt x="546161" y="2452285"/>
                  </a:lnTo>
                  <a:lnTo>
                    <a:pt x="540647" y="2457073"/>
                  </a:lnTo>
                  <a:lnTo>
                    <a:pt x="537655" y="2453460"/>
                  </a:lnTo>
                  <a:lnTo>
                    <a:pt x="536234" y="2448399"/>
                  </a:lnTo>
                  <a:lnTo>
                    <a:pt x="532704" y="2452914"/>
                  </a:lnTo>
                  <a:lnTo>
                    <a:pt x="527536" y="2456305"/>
                  </a:lnTo>
                  <a:lnTo>
                    <a:pt x="519010" y="2456984"/>
                  </a:lnTo>
                  <a:lnTo>
                    <a:pt x="512612" y="2458794"/>
                  </a:lnTo>
                  <a:lnTo>
                    <a:pt x="512762" y="2464217"/>
                  </a:lnTo>
                  <a:lnTo>
                    <a:pt x="514224" y="2469666"/>
                  </a:lnTo>
                  <a:lnTo>
                    <a:pt x="525542" y="2465361"/>
                  </a:lnTo>
                  <a:lnTo>
                    <a:pt x="521438" y="2479376"/>
                  </a:lnTo>
                  <a:lnTo>
                    <a:pt x="511031" y="2493226"/>
                  </a:lnTo>
                  <a:lnTo>
                    <a:pt x="502550" y="2496497"/>
                  </a:lnTo>
                  <a:lnTo>
                    <a:pt x="489579" y="2494471"/>
                  </a:lnTo>
                  <a:lnTo>
                    <a:pt x="486375" y="2495861"/>
                  </a:lnTo>
                  <a:lnTo>
                    <a:pt x="483507" y="2498738"/>
                  </a:lnTo>
                  <a:lnTo>
                    <a:pt x="498618" y="2520406"/>
                  </a:lnTo>
                  <a:lnTo>
                    <a:pt x="488908" y="2553085"/>
                  </a:lnTo>
                  <a:lnTo>
                    <a:pt x="482701" y="2564928"/>
                  </a:lnTo>
                  <a:lnTo>
                    <a:pt x="478396" y="2566446"/>
                  </a:lnTo>
                  <a:lnTo>
                    <a:pt x="473730" y="2566789"/>
                  </a:lnTo>
                  <a:lnTo>
                    <a:pt x="456981" y="2556260"/>
                  </a:lnTo>
                  <a:lnTo>
                    <a:pt x="447845" y="2548119"/>
                  </a:lnTo>
                  <a:lnTo>
                    <a:pt x="455896" y="2570275"/>
                  </a:lnTo>
                  <a:lnTo>
                    <a:pt x="477833" y="2576746"/>
                  </a:lnTo>
                  <a:lnTo>
                    <a:pt x="478955" y="2585129"/>
                  </a:lnTo>
                  <a:lnTo>
                    <a:pt x="478831" y="2592292"/>
                  </a:lnTo>
                  <a:lnTo>
                    <a:pt x="474510" y="2600700"/>
                  </a:lnTo>
                  <a:lnTo>
                    <a:pt x="470469" y="2611870"/>
                  </a:lnTo>
                  <a:lnTo>
                    <a:pt x="473451" y="2619650"/>
                  </a:lnTo>
                  <a:lnTo>
                    <a:pt x="476913" y="2638885"/>
                  </a:lnTo>
                  <a:lnTo>
                    <a:pt x="479874" y="2647712"/>
                  </a:lnTo>
                  <a:lnTo>
                    <a:pt x="483130" y="2674492"/>
                  </a:lnTo>
                  <a:lnTo>
                    <a:pt x="486592" y="2686106"/>
                  </a:lnTo>
                  <a:lnTo>
                    <a:pt x="506535" y="2728851"/>
                  </a:lnTo>
                  <a:lnTo>
                    <a:pt x="513258" y="2729181"/>
                  </a:lnTo>
                  <a:lnTo>
                    <a:pt x="514338" y="2733811"/>
                  </a:lnTo>
                  <a:lnTo>
                    <a:pt x="513697" y="2742688"/>
                  </a:lnTo>
                  <a:lnTo>
                    <a:pt x="499352" y="2745273"/>
                  </a:lnTo>
                  <a:lnTo>
                    <a:pt x="493331" y="2749229"/>
                  </a:lnTo>
                  <a:lnTo>
                    <a:pt x="492158" y="2752665"/>
                  </a:lnTo>
                  <a:lnTo>
                    <a:pt x="491269" y="2754519"/>
                  </a:lnTo>
                  <a:lnTo>
                    <a:pt x="489419" y="2754348"/>
                  </a:lnTo>
                  <a:lnTo>
                    <a:pt x="482577" y="2751877"/>
                  </a:lnTo>
                  <a:lnTo>
                    <a:pt x="467022" y="2739735"/>
                  </a:lnTo>
                  <a:lnTo>
                    <a:pt x="444357" y="2732210"/>
                  </a:lnTo>
                  <a:lnTo>
                    <a:pt x="414575" y="2729295"/>
                  </a:lnTo>
                  <a:lnTo>
                    <a:pt x="394230" y="2723218"/>
                  </a:lnTo>
                  <a:lnTo>
                    <a:pt x="383321" y="2713959"/>
                  </a:lnTo>
                  <a:lnTo>
                    <a:pt x="371916" y="2708473"/>
                  </a:lnTo>
                  <a:lnTo>
                    <a:pt x="360019" y="2706745"/>
                  </a:lnTo>
                  <a:lnTo>
                    <a:pt x="350165" y="2701722"/>
                  </a:lnTo>
                  <a:lnTo>
                    <a:pt x="342351" y="2693403"/>
                  </a:lnTo>
                  <a:lnTo>
                    <a:pt x="330925" y="2688094"/>
                  </a:lnTo>
                  <a:lnTo>
                    <a:pt x="315887" y="2685789"/>
                  </a:lnTo>
                  <a:lnTo>
                    <a:pt x="306099" y="2679553"/>
                  </a:lnTo>
                  <a:lnTo>
                    <a:pt x="299293" y="2664306"/>
                  </a:lnTo>
                  <a:lnTo>
                    <a:pt x="299262" y="2664077"/>
                  </a:lnTo>
                  <a:lnTo>
                    <a:pt x="293170" y="2638586"/>
                  </a:lnTo>
                  <a:lnTo>
                    <a:pt x="285496" y="2622615"/>
                  </a:lnTo>
                  <a:lnTo>
                    <a:pt x="270561" y="2602853"/>
                  </a:lnTo>
                  <a:lnTo>
                    <a:pt x="269186" y="2600249"/>
                  </a:lnTo>
                  <a:lnTo>
                    <a:pt x="269062" y="2596998"/>
                  </a:lnTo>
                  <a:lnTo>
                    <a:pt x="270912" y="2585497"/>
                  </a:lnTo>
                  <a:lnTo>
                    <a:pt x="269336" y="2577229"/>
                  </a:lnTo>
                  <a:lnTo>
                    <a:pt x="264608" y="2570491"/>
                  </a:lnTo>
                  <a:lnTo>
                    <a:pt x="263522" y="2563360"/>
                  </a:lnTo>
                  <a:lnTo>
                    <a:pt x="266086" y="2555854"/>
                  </a:lnTo>
                  <a:lnTo>
                    <a:pt x="266251" y="2546836"/>
                  </a:lnTo>
                  <a:lnTo>
                    <a:pt x="264024" y="2536307"/>
                  </a:lnTo>
                  <a:lnTo>
                    <a:pt x="254500" y="2524921"/>
                  </a:lnTo>
                  <a:lnTo>
                    <a:pt x="237679" y="2512690"/>
                  </a:lnTo>
                  <a:lnTo>
                    <a:pt x="223349" y="2494826"/>
                  </a:lnTo>
                  <a:lnTo>
                    <a:pt x="211520" y="2471343"/>
                  </a:lnTo>
                  <a:lnTo>
                    <a:pt x="199820" y="2455073"/>
                  </a:lnTo>
                  <a:lnTo>
                    <a:pt x="188249" y="2446011"/>
                  </a:lnTo>
                  <a:lnTo>
                    <a:pt x="180338" y="2434949"/>
                  </a:lnTo>
                  <a:lnTo>
                    <a:pt x="176079" y="2421886"/>
                  </a:lnTo>
                  <a:lnTo>
                    <a:pt x="174824" y="2414303"/>
                  </a:lnTo>
                  <a:lnTo>
                    <a:pt x="176560" y="2412208"/>
                  </a:lnTo>
                  <a:lnTo>
                    <a:pt x="169449" y="2397684"/>
                  </a:lnTo>
                  <a:lnTo>
                    <a:pt x="153491" y="2370746"/>
                  </a:lnTo>
                  <a:lnTo>
                    <a:pt x="144324" y="2351047"/>
                  </a:lnTo>
                  <a:lnTo>
                    <a:pt x="141962" y="2338594"/>
                  </a:lnTo>
                  <a:lnTo>
                    <a:pt x="131807" y="2323772"/>
                  </a:lnTo>
                  <a:lnTo>
                    <a:pt x="113865" y="2306582"/>
                  </a:lnTo>
                  <a:lnTo>
                    <a:pt x="104108" y="2295399"/>
                  </a:lnTo>
                  <a:lnTo>
                    <a:pt x="101711" y="2287632"/>
                  </a:lnTo>
                  <a:lnTo>
                    <a:pt x="73712" y="2265044"/>
                  </a:lnTo>
                  <a:lnTo>
                    <a:pt x="65578" y="2250933"/>
                  </a:lnTo>
                  <a:lnTo>
                    <a:pt x="59227" y="2246475"/>
                  </a:lnTo>
                  <a:lnTo>
                    <a:pt x="51935" y="2246958"/>
                  </a:lnTo>
                  <a:lnTo>
                    <a:pt x="48194" y="2245605"/>
                  </a:lnTo>
                  <a:lnTo>
                    <a:pt x="48008" y="2242417"/>
                  </a:lnTo>
                  <a:lnTo>
                    <a:pt x="45646" y="2242265"/>
                  </a:lnTo>
                  <a:lnTo>
                    <a:pt x="41104" y="2245161"/>
                  </a:lnTo>
                  <a:lnTo>
                    <a:pt x="26210" y="2245745"/>
                  </a:lnTo>
                  <a:lnTo>
                    <a:pt x="961" y="2244024"/>
                  </a:lnTo>
                  <a:lnTo>
                    <a:pt x="0" y="2243821"/>
                  </a:lnTo>
                  <a:lnTo>
                    <a:pt x="0" y="0"/>
                  </a:lnTo>
                  <a:lnTo>
                    <a:pt x="1773799" y="0"/>
                  </a:lnTo>
                  <a:lnTo>
                    <a:pt x="1791779" y="9112"/>
                  </a:lnTo>
                  <a:lnTo>
                    <a:pt x="1812321" y="19521"/>
                  </a:lnTo>
                  <a:lnTo>
                    <a:pt x="1817499" y="36825"/>
                  </a:lnTo>
                  <a:lnTo>
                    <a:pt x="1822542" y="53673"/>
                  </a:lnTo>
                  <a:lnTo>
                    <a:pt x="1834568" y="65904"/>
                  </a:lnTo>
                  <a:lnTo>
                    <a:pt x="1845575" y="77074"/>
                  </a:lnTo>
                  <a:lnTo>
                    <a:pt x="1851947" y="76490"/>
                  </a:lnTo>
                  <a:lnTo>
                    <a:pt x="1858412" y="71772"/>
                  </a:lnTo>
                  <a:lnTo>
                    <a:pt x="1862515" y="69498"/>
                  </a:lnTo>
                  <a:lnTo>
                    <a:pt x="1869393" y="69123"/>
                  </a:lnTo>
                  <a:lnTo>
                    <a:pt x="1884690" y="65085"/>
                  </a:lnTo>
                  <a:lnTo>
                    <a:pt x="1889211" y="65967"/>
                  </a:lnTo>
                  <a:lnTo>
                    <a:pt x="1891780" y="67987"/>
                  </a:lnTo>
                  <a:lnTo>
                    <a:pt x="1891992" y="71149"/>
                  </a:lnTo>
                  <a:lnTo>
                    <a:pt x="1891470" y="73664"/>
                  </a:lnTo>
                  <a:lnTo>
                    <a:pt x="1889103" y="78713"/>
                  </a:lnTo>
                  <a:lnTo>
                    <a:pt x="1892839" y="88333"/>
                  </a:lnTo>
                  <a:lnTo>
                    <a:pt x="1893625" y="99021"/>
                  </a:lnTo>
                  <a:lnTo>
                    <a:pt x="1895676" y="107099"/>
                  </a:lnTo>
                  <a:lnTo>
                    <a:pt x="1901939" y="117437"/>
                  </a:lnTo>
                  <a:lnTo>
                    <a:pt x="1907381" y="125515"/>
                  </a:lnTo>
                  <a:lnTo>
                    <a:pt x="1914233" y="127077"/>
                  </a:lnTo>
                  <a:lnTo>
                    <a:pt x="1930093" y="122372"/>
                  </a:lnTo>
                  <a:lnTo>
                    <a:pt x="1940031" y="120593"/>
                  </a:lnTo>
                  <a:lnTo>
                    <a:pt x="1945674" y="121362"/>
                  </a:lnTo>
                  <a:lnTo>
                    <a:pt x="1955327" y="128925"/>
                  </a:lnTo>
                  <a:lnTo>
                    <a:pt x="1960050" y="133472"/>
                  </a:lnTo>
                  <a:lnTo>
                    <a:pt x="1961177" y="137250"/>
                  </a:lnTo>
                  <a:lnTo>
                    <a:pt x="1948139" y="160340"/>
                  </a:lnTo>
                  <a:lnTo>
                    <a:pt x="1968815" y="171797"/>
                  </a:lnTo>
                  <a:lnTo>
                    <a:pt x="1991889" y="184320"/>
                  </a:lnTo>
                  <a:lnTo>
                    <a:pt x="2019402" y="199249"/>
                  </a:lnTo>
                  <a:lnTo>
                    <a:pt x="2036223" y="208388"/>
                  </a:lnTo>
                  <a:lnTo>
                    <a:pt x="2058377" y="221438"/>
                  </a:lnTo>
                  <a:lnTo>
                    <a:pt x="2062170" y="240032"/>
                  </a:lnTo>
                  <a:lnTo>
                    <a:pt x="2065364" y="255723"/>
                  </a:lnTo>
                  <a:lnTo>
                    <a:pt x="2069436" y="277600"/>
                  </a:lnTo>
                  <a:lnTo>
                    <a:pt x="2073585" y="299916"/>
                  </a:lnTo>
                  <a:lnTo>
                    <a:pt x="2077725" y="322148"/>
                  </a:lnTo>
                  <a:lnTo>
                    <a:pt x="2082112" y="345746"/>
                  </a:lnTo>
                  <a:lnTo>
                    <a:pt x="2086934" y="371669"/>
                  </a:lnTo>
                  <a:lnTo>
                    <a:pt x="2091218" y="394676"/>
                  </a:lnTo>
                  <a:lnTo>
                    <a:pt x="2095894" y="419792"/>
                  </a:lnTo>
                  <a:lnTo>
                    <a:pt x="2102111" y="452477"/>
                  </a:lnTo>
                  <a:lnTo>
                    <a:pt x="2096551" y="465070"/>
                  </a:lnTo>
                  <a:lnTo>
                    <a:pt x="2084443" y="492491"/>
                  </a:lnTo>
                  <a:lnTo>
                    <a:pt x="2073498" y="517277"/>
                  </a:lnTo>
                  <a:lnTo>
                    <a:pt x="2072541" y="524465"/>
                  </a:lnTo>
                  <a:lnTo>
                    <a:pt x="2065017" y="560606"/>
                  </a:lnTo>
                  <a:lnTo>
                    <a:pt x="2058987" y="575535"/>
                  </a:lnTo>
                  <a:lnTo>
                    <a:pt x="2048424" y="584204"/>
                  </a:lnTo>
                  <a:lnTo>
                    <a:pt x="2037938" y="592605"/>
                  </a:lnTo>
                  <a:lnTo>
                    <a:pt x="2024859" y="606684"/>
                  </a:lnTo>
                  <a:lnTo>
                    <a:pt x="2010472" y="613638"/>
                  </a:lnTo>
                  <a:lnTo>
                    <a:pt x="2003123" y="617727"/>
                  </a:lnTo>
                  <a:lnTo>
                    <a:pt x="1999273" y="624179"/>
                  </a:lnTo>
                  <a:lnTo>
                    <a:pt x="1995026" y="638322"/>
                  </a:lnTo>
                  <a:lnTo>
                    <a:pt x="1995842" y="659919"/>
                  </a:lnTo>
                  <a:lnTo>
                    <a:pt x="2007692" y="678507"/>
                  </a:lnTo>
                  <a:lnTo>
                    <a:pt x="2025024" y="688902"/>
                  </a:lnTo>
                  <a:lnTo>
                    <a:pt x="2043669" y="699025"/>
                  </a:lnTo>
                  <a:lnTo>
                    <a:pt x="2070232" y="699069"/>
                  </a:lnTo>
                  <a:lnTo>
                    <a:pt x="2094122" y="685562"/>
                  </a:lnTo>
                  <a:lnTo>
                    <a:pt x="2119433" y="671255"/>
                  </a:lnTo>
                  <a:lnTo>
                    <a:pt x="2142001" y="658497"/>
                  </a:lnTo>
                  <a:lnTo>
                    <a:pt x="2168842" y="643326"/>
                  </a:lnTo>
                  <a:lnTo>
                    <a:pt x="2193151" y="629577"/>
                  </a:lnTo>
                  <a:lnTo>
                    <a:pt x="2219548" y="624637"/>
                  </a:lnTo>
                  <a:lnTo>
                    <a:pt x="2256125" y="617797"/>
                  </a:lnTo>
                  <a:lnTo>
                    <a:pt x="2302169" y="609180"/>
                  </a:lnTo>
                  <a:lnTo>
                    <a:pt x="2324587" y="599368"/>
                  </a:lnTo>
                  <a:lnTo>
                    <a:pt x="2353557" y="586687"/>
                  </a:lnTo>
                  <a:lnTo>
                    <a:pt x="2386977" y="572055"/>
                  </a:lnTo>
                  <a:lnTo>
                    <a:pt x="2415818" y="559431"/>
                  </a:lnTo>
                  <a:lnTo>
                    <a:pt x="2430319" y="552433"/>
                  </a:lnTo>
                  <a:lnTo>
                    <a:pt x="2440633" y="544450"/>
                  </a:lnTo>
                  <a:lnTo>
                    <a:pt x="2443191" y="538544"/>
                  </a:lnTo>
                  <a:lnTo>
                    <a:pt x="2442582" y="535153"/>
                  </a:lnTo>
                  <a:lnTo>
                    <a:pt x="2439920" y="531756"/>
                  </a:lnTo>
                  <a:lnTo>
                    <a:pt x="2436241" y="529247"/>
                  </a:lnTo>
                  <a:lnTo>
                    <a:pt x="2432970" y="527114"/>
                  </a:lnTo>
                  <a:lnTo>
                    <a:pt x="2431435" y="524472"/>
                  </a:lnTo>
                  <a:lnTo>
                    <a:pt x="2431130" y="518693"/>
                  </a:lnTo>
                  <a:lnTo>
                    <a:pt x="2429125" y="515372"/>
                  </a:lnTo>
                  <a:lnTo>
                    <a:pt x="2427213" y="512927"/>
                  </a:lnTo>
                  <a:lnTo>
                    <a:pt x="2427936" y="490561"/>
                  </a:lnTo>
                  <a:lnTo>
                    <a:pt x="2425414" y="483626"/>
                  </a:lnTo>
                  <a:lnTo>
                    <a:pt x="2416014" y="466048"/>
                  </a:lnTo>
                  <a:lnTo>
                    <a:pt x="2433941" y="458167"/>
                  </a:lnTo>
                  <a:lnTo>
                    <a:pt x="2450550" y="450858"/>
                  </a:lnTo>
                  <a:lnTo>
                    <a:pt x="2463795" y="445448"/>
                  </a:lnTo>
                  <a:lnTo>
                    <a:pt x="2491541" y="444597"/>
                  </a:lnTo>
                  <a:lnTo>
                    <a:pt x="2517307" y="444705"/>
                  </a:lnTo>
                  <a:lnTo>
                    <a:pt x="2552820" y="444851"/>
                  </a:lnTo>
                  <a:lnTo>
                    <a:pt x="2582741" y="444971"/>
                  </a:lnTo>
                  <a:lnTo>
                    <a:pt x="2617649" y="445117"/>
                  </a:lnTo>
                  <a:lnTo>
                    <a:pt x="2638113" y="445200"/>
                  </a:lnTo>
                  <a:lnTo>
                    <a:pt x="2664928" y="444946"/>
                  </a:lnTo>
                  <a:lnTo>
                    <a:pt x="2677997" y="424656"/>
                  </a:lnTo>
                  <a:lnTo>
                    <a:pt x="2689676" y="406513"/>
                  </a:lnTo>
                  <a:lnTo>
                    <a:pt x="2702539" y="389177"/>
                  </a:lnTo>
                  <a:lnTo>
                    <a:pt x="2725406" y="368824"/>
                  </a:lnTo>
                  <a:lnTo>
                    <a:pt x="2732047" y="365166"/>
                  </a:lnTo>
                  <a:lnTo>
                    <a:pt x="2735710" y="357139"/>
                  </a:lnTo>
                  <a:lnTo>
                    <a:pt x="2749570" y="349512"/>
                  </a:lnTo>
                  <a:lnTo>
                    <a:pt x="2764841" y="342438"/>
                  </a:lnTo>
                  <a:lnTo>
                    <a:pt x="2770830" y="335802"/>
                  </a:lnTo>
                  <a:lnTo>
                    <a:pt x="2773729" y="332023"/>
                  </a:lnTo>
                  <a:lnTo>
                    <a:pt x="2815076" y="296232"/>
                  </a:lnTo>
                  <a:lnTo>
                    <a:pt x="2838559" y="279702"/>
                  </a:lnTo>
                  <a:lnTo>
                    <a:pt x="2857953" y="270501"/>
                  </a:lnTo>
                  <a:lnTo>
                    <a:pt x="2872717" y="266106"/>
                  </a:lnTo>
                  <a:lnTo>
                    <a:pt x="2882686" y="266735"/>
                  </a:lnTo>
                  <a:lnTo>
                    <a:pt x="2888355" y="266113"/>
                  </a:lnTo>
                  <a:close/>
                </a:path>
              </a:pathLst>
            </a:custGeom>
            <a:solidFill>
              <a:srgbClr val="FFEFDB">
                <a:alpha val="100000"/>
              </a:srgbClr>
            </a:solidFill>
            <a:ln w="5420" cap="flat">
              <a:solidFill>
                <a:srgbClr val="5959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68" name="pg3868"/>
            <p:cNvSpPr/>
            <p:nvPr/>
          </p:nvSpPr>
          <p:spPr>
            <a:xfrm>
              <a:off x="5359282" y="3307053"/>
              <a:ext cx="225302" cy="75760"/>
            </a:xfrm>
            <a:custGeom>
              <a:avLst/>
              <a:pathLst>
                <a:path w="225302" h="75760">
                  <a:moveTo>
                    <a:pt x="153584" y="30132"/>
                  </a:moveTo>
                  <a:lnTo>
                    <a:pt x="160385" y="30983"/>
                  </a:lnTo>
                  <a:lnTo>
                    <a:pt x="166235" y="28513"/>
                  </a:lnTo>
                  <a:lnTo>
                    <a:pt x="171775" y="23521"/>
                  </a:lnTo>
                  <a:lnTo>
                    <a:pt x="184637" y="16771"/>
                  </a:lnTo>
                  <a:lnTo>
                    <a:pt x="195598" y="13818"/>
                  </a:lnTo>
                  <a:lnTo>
                    <a:pt x="199050" y="13208"/>
                  </a:lnTo>
                  <a:lnTo>
                    <a:pt x="204275" y="17946"/>
                  </a:lnTo>
                  <a:lnTo>
                    <a:pt x="214641" y="14142"/>
                  </a:lnTo>
                  <a:lnTo>
                    <a:pt x="225302" y="12008"/>
                  </a:lnTo>
                  <a:lnTo>
                    <a:pt x="179185" y="33669"/>
                  </a:lnTo>
                  <a:lnTo>
                    <a:pt x="169754" y="36108"/>
                  </a:lnTo>
                  <a:lnTo>
                    <a:pt x="156261" y="42560"/>
                  </a:lnTo>
                  <a:lnTo>
                    <a:pt x="143507" y="47132"/>
                  </a:lnTo>
                  <a:lnTo>
                    <a:pt x="134324" y="48796"/>
                  </a:lnTo>
                  <a:lnTo>
                    <a:pt x="88662" y="64875"/>
                  </a:lnTo>
                  <a:lnTo>
                    <a:pt x="85040" y="65224"/>
                  </a:lnTo>
                  <a:lnTo>
                    <a:pt x="81122" y="63656"/>
                  </a:lnTo>
                  <a:lnTo>
                    <a:pt x="43512" y="71937"/>
                  </a:lnTo>
                  <a:lnTo>
                    <a:pt x="28076" y="72870"/>
                  </a:lnTo>
                  <a:lnTo>
                    <a:pt x="14020" y="75760"/>
                  </a:lnTo>
                  <a:lnTo>
                    <a:pt x="24417" y="69092"/>
                  </a:lnTo>
                  <a:lnTo>
                    <a:pt x="24644" y="66596"/>
                  </a:lnTo>
                  <a:lnTo>
                    <a:pt x="22159" y="64646"/>
                  </a:lnTo>
                  <a:lnTo>
                    <a:pt x="16598" y="65212"/>
                  </a:lnTo>
                  <a:lnTo>
                    <a:pt x="10903" y="72076"/>
                  </a:lnTo>
                  <a:lnTo>
                    <a:pt x="1813" y="74369"/>
                  </a:lnTo>
                  <a:lnTo>
                    <a:pt x="0" y="66895"/>
                  </a:lnTo>
                  <a:lnTo>
                    <a:pt x="3033" y="61109"/>
                  </a:lnTo>
                  <a:lnTo>
                    <a:pt x="7141" y="55623"/>
                  </a:lnTo>
                  <a:lnTo>
                    <a:pt x="16169" y="46999"/>
                  </a:lnTo>
                  <a:lnTo>
                    <a:pt x="29083" y="41531"/>
                  </a:lnTo>
                  <a:lnTo>
                    <a:pt x="35646" y="36806"/>
                  </a:lnTo>
                  <a:lnTo>
                    <a:pt x="40194" y="40966"/>
                  </a:lnTo>
                  <a:lnTo>
                    <a:pt x="41191" y="35346"/>
                  </a:lnTo>
                  <a:lnTo>
                    <a:pt x="44690" y="32101"/>
                  </a:lnTo>
                  <a:lnTo>
                    <a:pt x="48493" y="30354"/>
                  </a:lnTo>
                  <a:lnTo>
                    <a:pt x="57640" y="30310"/>
                  </a:lnTo>
                  <a:lnTo>
                    <a:pt x="62565" y="29427"/>
                  </a:lnTo>
                  <a:lnTo>
                    <a:pt x="66126" y="27560"/>
                  </a:lnTo>
                  <a:lnTo>
                    <a:pt x="69779" y="27211"/>
                  </a:lnTo>
                  <a:lnTo>
                    <a:pt x="79784" y="29757"/>
                  </a:lnTo>
                  <a:lnTo>
                    <a:pt x="89556" y="29027"/>
                  </a:lnTo>
                  <a:lnTo>
                    <a:pt x="97447" y="25509"/>
                  </a:lnTo>
                  <a:lnTo>
                    <a:pt x="105648" y="24328"/>
                  </a:lnTo>
                  <a:lnTo>
                    <a:pt x="127343" y="23534"/>
                  </a:lnTo>
                  <a:lnTo>
                    <a:pt x="148902" y="20962"/>
                  </a:lnTo>
                  <a:lnTo>
                    <a:pt x="157522" y="16390"/>
                  </a:lnTo>
                  <a:lnTo>
                    <a:pt x="175630" y="3575"/>
                  </a:lnTo>
                  <a:lnTo>
                    <a:pt x="186048" y="0"/>
                  </a:lnTo>
                  <a:lnTo>
                    <a:pt x="169826" y="14891"/>
                  </a:lnTo>
                  <a:lnTo>
                    <a:pt x="161108" y="21718"/>
                  </a:lnTo>
                  <a:close/>
                </a:path>
              </a:pathLst>
            </a:custGeom>
            <a:solidFill>
              <a:srgbClr val="FFEFDB">
                <a:alpha val="100000"/>
              </a:srgbClr>
            </a:solidFill>
            <a:ln w="5420" cap="flat">
              <a:solidFill>
                <a:srgbClr val="5959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69" name="pg3869"/>
            <p:cNvSpPr/>
            <p:nvPr/>
          </p:nvSpPr>
          <p:spPr>
            <a:xfrm>
              <a:off x="5954108" y="2877417"/>
              <a:ext cx="23756" cy="26893"/>
            </a:xfrm>
            <a:custGeom>
              <a:avLst/>
              <a:pathLst>
                <a:path w="23756" h="26893">
                  <a:moveTo>
                    <a:pt x="17596" y="18663"/>
                  </a:moveTo>
                  <a:lnTo>
                    <a:pt x="10841" y="17558"/>
                  </a:lnTo>
                  <a:lnTo>
                    <a:pt x="10981" y="24423"/>
                  </a:lnTo>
                  <a:lnTo>
                    <a:pt x="10226" y="26893"/>
                  </a:lnTo>
                  <a:lnTo>
                    <a:pt x="2744" y="23363"/>
                  </a:lnTo>
                  <a:lnTo>
                    <a:pt x="0" y="21089"/>
                  </a:lnTo>
                  <a:lnTo>
                    <a:pt x="237" y="11995"/>
                  </a:lnTo>
                  <a:lnTo>
                    <a:pt x="6847" y="3397"/>
                  </a:lnTo>
                  <a:lnTo>
                    <a:pt x="11885" y="0"/>
                  </a:lnTo>
                  <a:lnTo>
                    <a:pt x="18381" y="2355"/>
                  </a:lnTo>
                  <a:lnTo>
                    <a:pt x="23368" y="11983"/>
                  </a:lnTo>
                  <a:lnTo>
                    <a:pt x="23756" y="16129"/>
                  </a:lnTo>
                  <a:close/>
                </a:path>
              </a:pathLst>
            </a:custGeom>
            <a:solidFill>
              <a:srgbClr val="FFEFDB">
                <a:alpha val="100000"/>
              </a:srgbClr>
            </a:solidFill>
            <a:ln w="5420" cap="flat">
              <a:solidFill>
                <a:srgbClr val="5959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70" name="pg3870"/>
            <p:cNvSpPr/>
            <p:nvPr/>
          </p:nvSpPr>
          <p:spPr>
            <a:xfrm>
              <a:off x="5337706" y="3371376"/>
              <a:ext cx="17833" cy="18174"/>
            </a:xfrm>
            <a:custGeom>
              <a:avLst/>
              <a:pathLst>
                <a:path w="17833" h="18174">
                  <a:moveTo>
                    <a:pt x="0" y="18174"/>
                  </a:moveTo>
                  <a:lnTo>
                    <a:pt x="5048" y="5702"/>
                  </a:lnTo>
                  <a:lnTo>
                    <a:pt x="14330" y="0"/>
                  </a:lnTo>
                  <a:lnTo>
                    <a:pt x="17689" y="1187"/>
                  </a:lnTo>
                  <a:lnTo>
                    <a:pt x="17833" y="5594"/>
                  </a:lnTo>
                  <a:lnTo>
                    <a:pt x="16531" y="9360"/>
                  </a:lnTo>
                  <a:lnTo>
                    <a:pt x="10304" y="15164"/>
                  </a:lnTo>
                  <a:lnTo>
                    <a:pt x="5054" y="17635"/>
                  </a:lnTo>
                  <a:close/>
                </a:path>
              </a:pathLst>
            </a:custGeom>
            <a:solidFill>
              <a:srgbClr val="FFEFDB">
                <a:alpha val="100000"/>
              </a:srgbClr>
            </a:solidFill>
            <a:ln w="5420" cap="flat">
              <a:solidFill>
                <a:srgbClr val="5959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71" name="pg3871"/>
            <p:cNvSpPr/>
            <p:nvPr/>
          </p:nvSpPr>
          <p:spPr>
            <a:xfrm>
              <a:off x="5698253" y="3267490"/>
              <a:ext cx="33791" cy="16879"/>
            </a:xfrm>
            <a:custGeom>
              <a:avLst/>
              <a:pathLst>
                <a:path w="33791" h="16879">
                  <a:moveTo>
                    <a:pt x="4645" y="16879"/>
                  </a:moveTo>
                  <a:lnTo>
                    <a:pt x="0" y="12776"/>
                  </a:lnTo>
                  <a:lnTo>
                    <a:pt x="7270" y="10878"/>
                  </a:lnTo>
                  <a:lnTo>
                    <a:pt x="16454" y="1130"/>
                  </a:lnTo>
                  <a:lnTo>
                    <a:pt x="22562" y="0"/>
                  </a:lnTo>
                  <a:lnTo>
                    <a:pt x="32158" y="5518"/>
                  </a:lnTo>
                  <a:lnTo>
                    <a:pt x="33791" y="10522"/>
                  </a:lnTo>
                  <a:close/>
                </a:path>
              </a:pathLst>
            </a:custGeom>
            <a:solidFill>
              <a:srgbClr val="FFEFDB">
                <a:alpha val="100000"/>
              </a:srgbClr>
            </a:solidFill>
            <a:ln w="5420" cap="flat">
              <a:solidFill>
                <a:srgbClr val="5959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72" name="pg3872"/>
            <p:cNvSpPr/>
            <p:nvPr/>
          </p:nvSpPr>
          <p:spPr>
            <a:xfrm>
              <a:off x="5643532" y="3241859"/>
              <a:ext cx="12087" cy="24671"/>
            </a:xfrm>
            <a:custGeom>
              <a:avLst/>
              <a:pathLst>
                <a:path w="12087" h="24671">
                  <a:moveTo>
                    <a:pt x="5855" y="24671"/>
                  </a:moveTo>
                  <a:lnTo>
                    <a:pt x="0" y="24048"/>
                  </a:lnTo>
                  <a:lnTo>
                    <a:pt x="2971" y="19248"/>
                  </a:lnTo>
                  <a:lnTo>
                    <a:pt x="4103" y="12199"/>
                  </a:lnTo>
                  <a:lnTo>
                    <a:pt x="6991" y="4457"/>
                  </a:lnTo>
                  <a:lnTo>
                    <a:pt x="8655" y="2089"/>
                  </a:lnTo>
                  <a:lnTo>
                    <a:pt x="12087" y="0"/>
                  </a:lnTo>
                  <a:lnTo>
                    <a:pt x="11095" y="21115"/>
                  </a:lnTo>
                  <a:close/>
                </a:path>
              </a:pathLst>
            </a:custGeom>
            <a:solidFill>
              <a:srgbClr val="FFEFDB">
                <a:alpha val="100000"/>
              </a:srgbClr>
            </a:solidFill>
            <a:ln w="5420" cap="flat">
              <a:solidFill>
                <a:srgbClr val="5959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73" name="pg3873"/>
            <p:cNvSpPr/>
            <p:nvPr/>
          </p:nvSpPr>
          <p:spPr>
            <a:xfrm>
              <a:off x="5761346" y="3275262"/>
              <a:ext cx="27001" cy="19248"/>
            </a:xfrm>
            <a:custGeom>
              <a:avLst/>
              <a:pathLst>
                <a:path w="27001" h="19248">
                  <a:moveTo>
                    <a:pt x="18836" y="19248"/>
                  </a:moveTo>
                  <a:lnTo>
                    <a:pt x="0" y="14453"/>
                  </a:lnTo>
                  <a:lnTo>
                    <a:pt x="15498" y="10389"/>
                  </a:lnTo>
                  <a:lnTo>
                    <a:pt x="18030" y="8973"/>
                  </a:lnTo>
                  <a:lnTo>
                    <a:pt x="20050" y="2997"/>
                  </a:lnTo>
                  <a:lnTo>
                    <a:pt x="20303" y="0"/>
                  </a:lnTo>
                  <a:lnTo>
                    <a:pt x="26190" y="12853"/>
                  </a:lnTo>
                  <a:lnTo>
                    <a:pt x="27001" y="17152"/>
                  </a:lnTo>
                  <a:close/>
                </a:path>
              </a:pathLst>
            </a:custGeom>
            <a:solidFill>
              <a:srgbClr val="FFEFDB">
                <a:alpha val="100000"/>
              </a:srgbClr>
            </a:solidFill>
            <a:ln w="5420" cap="flat">
              <a:solidFill>
                <a:srgbClr val="5959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74" name="pg3874"/>
            <p:cNvSpPr/>
            <p:nvPr/>
          </p:nvSpPr>
          <p:spPr>
            <a:xfrm>
              <a:off x="5180933" y="3984239"/>
              <a:ext cx="8624" cy="14377"/>
            </a:xfrm>
            <a:custGeom>
              <a:avLst/>
              <a:pathLst>
                <a:path w="8624" h="14377">
                  <a:moveTo>
                    <a:pt x="7028" y="14377"/>
                  </a:moveTo>
                  <a:lnTo>
                    <a:pt x="0" y="0"/>
                  </a:lnTo>
                  <a:lnTo>
                    <a:pt x="7229" y="4648"/>
                  </a:lnTo>
                  <a:lnTo>
                    <a:pt x="8521" y="8515"/>
                  </a:lnTo>
                  <a:lnTo>
                    <a:pt x="8624" y="11735"/>
                  </a:lnTo>
                  <a:close/>
                </a:path>
              </a:pathLst>
            </a:custGeom>
            <a:solidFill>
              <a:srgbClr val="FFEFDB">
                <a:alpha val="100000"/>
              </a:srgbClr>
            </a:solidFill>
            <a:ln w="5420" cap="flat">
              <a:solidFill>
                <a:srgbClr val="5959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75" name="pg3875"/>
            <p:cNvSpPr/>
            <p:nvPr/>
          </p:nvSpPr>
          <p:spPr>
            <a:xfrm>
              <a:off x="5183801" y="4007259"/>
              <a:ext cx="24727" cy="72349"/>
            </a:xfrm>
            <a:custGeom>
              <a:avLst/>
              <a:pathLst>
                <a:path w="24727" h="72349">
                  <a:moveTo>
                    <a:pt x="1250" y="72349"/>
                  </a:moveTo>
                  <a:lnTo>
                    <a:pt x="0" y="71213"/>
                  </a:lnTo>
                  <a:lnTo>
                    <a:pt x="16267" y="63796"/>
                  </a:lnTo>
                  <a:lnTo>
                    <a:pt x="21399" y="37670"/>
                  </a:lnTo>
                  <a:lnTo>
                    <a:pt x="22102" y="25623"/>
                  </a:lnTo>
                  <a:lnTo>
                    <a:pt x="19663" y="4388"/>
                  </a:lnTo>
                  <a:lnTo>
                    <a:pt x="19745" y="0"/>
                  </a:lnTo>
                  <a:lnTo>
                    <a:pt x="22391" y="6845"/>
                  </a:lnTo>
                  <a:lnTo>
                    <a:pt x="24727" y="26658"/>
                  </a:lnTo>
                  <a:lnTo>
                    <a:pt x="23849" y="41683"/>
                  </a:lnTo>
                  <a:lnTo>
                    <a:pt x="19130" y="63573"/>
                  </a:lnTo>
                  <a:lnTo>
                    <a:pt x="15446" y="68806"/>
                  </a:lnTo>
                  <a:close/>
                </a:path>
              </a:pathLst>
            </a:custGeom>
            <a:solidFill>
              <a:srgbClr val="FFEFDB">
                <a:alpha val="100000"/>
              </a:srgbClr>
            </a:solidFill>
            <a:ln w="5420" cap="flat">
              <a:solidFill>
                <a:srgbClr val="5959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76" name="pg3876"/>
            <p:cNvSpPr/>
            <p:nvPr/>
          </p:nvSpPr>
          <p:spPr>
            <a:xfrm>
              <a:off x="5152676" y="4082556"/>
              <a:ext cx="21404" cy="9277"/>
            </a:xfrm>
            <a:custGeom>
              <a:avLst/>
              <a:pathLst>
                <a:path w="21404" h="9277">
                  <a:moveTo>
                    <a:pt x="2170" y="9277"/>
                  </a:moveTo>
                  <a:lnTo>
                    <a:pt x="0" y="8725"/>
                  </a:lnTo>
                  <a:lnTo>
                    <a:pt x="12619" y="2089"/>
                  </a:lnTo>
                  <a:lnTo>
                    <a:pt x="21404" y="0"/>
                  </a:lnTo>
                  <a:close/>
                </a:path>
              </a:pathLst>
            </a:custGeom>
            <a:solidFill>
              <a:srgbClr val="FFEFDB">
                <a:alpha val="100000"/>
              </a:srgbClr>
            </a:solidFill>
            <a:ln w="5420" cap="flat">
              <a:solidFill>
                <a:srgbClr val="5959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77" name="pg3877"/>
            <p:cNvSpPr/>
            <p:nvPr/>
          </p:nvSpPr>
          <p:spPr>
            <a:xfrm>
              <a:off x="5095061" y="4115235"/>
              <a:ext cx="33993" cy="39982"/>
            </a:xfrm>
            <a:custGeom>
              <a:avLst/>
              <a:pathLst>
                <a:path w="33993" h="39982">
                  <a:moveTo>
                    <a:pt x="0" y="39982"/>
                  </a:moveTo>
                  <a:lnTo>
                    <a:pt x="9689" y="23744"/>
                  </a:lnTo>
                  <a:lnTo>
                    <a:pt x="28825" y="3149"/>
                  </a:lnTo>
                  <a:lnTo>
                    <a:pt x="33993" y="0"/>
                  </a:lnTo>
                  <a:lnTo>
                    <a:pt x="18081" y="17590"/>
                  </a:lnTo>
                  <a:lnTo>
                    <a:pt x="2635" y="38489"/>
                  </a:lnTo>
                  <a:close/>
                </a:path>
              </a:pathLst>
            </a:custGeom>
            <a:solidFill>
              <a:srgbClr val="FFEFDB">
                <a:alpha val="100000"/>
              </a:srgbClr>
            </a:solidFill>
            <a:ln w="5420" cap="flat">
              <a:solidFill>
                <a:srgbClr val="5959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78" name="pg3878"/>
            <p:cNvSpPr/>
            <p:nvPr/>
          </p:nvSpPr>
          <p:spPr>
            <a:xfrm>
              <a:off x="4494680" y="5206518"/>
              <a:ext cx="17373" cy="15672"/>
            </a:xfrm>
            <a:custGeom>
              <a:avLst/>
              <a:pathLst>
                <a:path w="17373" h="15672">
                  <a:moveTo>
                    <a:pt x="13601" y="15672"/>
                  </a:moveTo>
                  <a:lnTo>
                    <a:pt x="5968" y="13183"/>
                  </a:lnTo>
                  <a:lnTo>
                    <a:pt x="1798" y="8725"/>
                  </a:lnTo>
                  <a:lnTo>
                    <a:pt x="0" y="0"/>
                  </a:lnTo>
                  <a:lnTo>
                    <a:pt x="6645" y="9239"/>
                  </a:lnTo>
                  <a:lnTo>
                    <a:pt x="9028" y="11329"/>
                  </a:lnTo>
                  <a:lnTo>
                    <a:pt x="17373" y="12281"/>
                  </a:lnTo>
                  <a:close/>
                </a:path>
              </a:pathLst>
            </a:custGeom>
            <a:solidFill>
              <a:srgbClr val="FFEFDB">
                <a:alpha val="100000"/>
              </a:srgbClr>
            </a:solidFill>
            <a:ln w="5420" cap="flat">
              <a:solidFill>
                <a:srgbClr val="5959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79" name="pg3879"/>
            <p:cNvSpPr/>
            <p:nvPr/>
          </p:nvSpPr>
          <p:spPr>
            <a:xfrm>
              <a:off x="4498091" y="5186660"/>
              <a:ext cx="9033" cy="26938"/>
            </a:xfrm>
            <a:custGeom>
              <a:avLst/>
              <a:pathLst>
                <a:path w="9033" h="26938">
                  <a:moveTo>
                    <a:pt x="8883" y="26938"/>
                  </a:moveTo>
                  <a:lnTo>
                    <a:pt x="3550" y="14142"/>
                  </a:lnTo>
                  <a:lnTo>
                    <a:pt x="0" y="0"/>
                  </a:lnTo>
                  <a:lnTo>
                    <a:pt x="5079" y="4578"/>
                  </a:lnTo>
                  <a:lnTo>
                    <a:pt x="9033" y="19298"/>
                  </a:lnTo>
                  <a:close/>
                </a:path>
              </a:pathLst>
            </a:custGeom>
            <a:solidFill>
              <a:srgbClr val="FFEFDB">
                <a:alpha val="100000"/>
              </a:srgbClr>
            </a:solidFill>
            <a:ln w="5420" cap="flat">
              <a:solidFill>
                <a:srgbClr val="5959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80" name="pg3880"/>
            <p:cNvSpPr/>
            <p:nvPr/>
          </p:nvSpPr>
          <p:spPr>
            <a:xfrm>
              <a:off x="4666217" y="5362642"/>
              <a:ext cx="34236" cy="51158"/>
            </a:xfrm>
            <a:custGeom>
              <a:avLst/>
              <a:pathLst>
                <a:path w="34236" h="51158">
                  <a:moveTo>
                    <a:pt x="0" y="51158"/>
                  </a:moveTo>
                  <a:lnTo>
                    <a:pt x="2330" y="45036"/>
                  </a:lnTo>
                  <a:lnTo>
                    <a:pt x="10531" y="31948"/>
                  </a:lnTo>
                  <a:lnTo>
                    <a:pt x="13182" y="25788"/>
                  </a:lnTo>
                  <a:lnTo>
                    <a:pt x="18722" y="21883"/>
                  </a:lnTo>
                  <a:lnTo>
                    <a:pt x="23880" y="14821"/>
                  </a:lnTo>
                  <a:lnTo>
                    <a:pt x="24267" y="6585"/>
                  </a:lnTo>
                  <a:lnTo>
                    <a:pt x="31760" y="825"/>
                  </a:lnTo>
                  <a:lnTo>
                    <a:pt x="34236" y="0"/>
                  </a:lnTo>
                  <a:lnTo>
                    <a:pt x="21032" y="26703"/>
                  </a:lnTo>
                  <a:close/>
                </a:path>
              </a:pathLst>
            </a:custGeom>
            <a:solidFill>
              <a:srgbClr val="FFEFDB">
                <a:alpha val="100000"/>
              </a:srgbClr>
            </a:solidFill>
            <a:ln w="5420" cap="flat">
              <a:solidFill>
                <a:srgbClr val="5959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81" name="pg3881"/>
            <p:cNvSpPr/>
            <p:nvPr/>
          </p:nvSpPr>
          <p:spPr>
            <a:xfrm>
              <a:off x="3456939" y="4803878"/>
              <a:ext cx="26706" cy="20480"/>
            </a:xfrm>
            <a:custGeom>
              <a:avLst/>
              <a:pathLst>
                <a:path w="26706" h="20480">
                  <a:moveTo>
                    <a:pt x="18603" y="20480"/>
                  </a:moveTo>
                  <a:lnTo>
                    <a:pt x="1100" y="9214"/>
                  </a:lnTo>
                  <a:lnTo>
                    <a:pt x="0" y="4375"/>
                  </a:lnTo>
                  <a:lnTo>
                    <a:pt x="8635" y="0"/>
                  </a:lnTo>
                  <a:lnTo>
                    <a:pt x="13906" y="387"/>
                  </a:lnTo>
                  <a:lnTo>
                    <a:pt x="22241" y="6109"/>
                  </a:lnTo>
                  <a:lnTo>
                    <a:pt x="25290" y="7703"/>
                  </a:lnTo>
                  <a:lnTo>
                    <a:pt x="26706" y="10020"/>
                  </a:lnTo>
                  <a:lnTo>
                    <a:pt x="25900" y="13646"/>
                  </a:lnTo>
                  <a:lnTo>
                    <a:pt x="22536" y="18625"/>
                  </a:lnTo>
                  <a:close/>
                </a:path>
              </a:pathLst>
            </a:custGeom>
            <a:solidFill>
              <a:srgbClr val="FFEFDB">
                <a:alpha val="100000"/>
              </a:srgbClr>
            </a:solidFill>
            <a:ln w="5420" cap="flat">
              <a:solidFill>
                <a:srgbClr val="5959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82" name="pg3882"/>
            <p:cNvSpPr/>
            <p:nvPr/>
          </p:nvSpPr>
          <p:spPr>
            <a:xfrm>
              <a:off x="2924653" y="5000397"/>
              <a:ext cx="20774" cy="30399"/>
            </a:xfrm>
            <a:custGeom>
              <a:avLst/>
              <a:pathLst>
                <a:path w="20774" h="30399">
                  <a:moveTo>
                    <a:pt x="0" y="30399"/>
                  </a:moveTo>
                  <a:lnTo>
                    <a:pt x="5121" y="19749"/>
                  </a:lnTo>
                  <a:lnTo>
                    <a:pt x="6072" y="15482"/>
                  </a:lnTo>
                  <a:lnTo>
                    <a:pt x="14469" y="2006"/>
                  </a:lnTo>
                  <a:lnTo>
                    <a:pt x="18903" y="0"/>
                  </a:lnTo>
                  <a:lnTo>
                    <a:pt x="20774" y="5734"/>
                  </a:lnTo>
                  <a:lnTo>
                    <a:pt x="12138" y="15202"/>
                  </a:lnTo>
                  <a:lnTo>
                    <a:pt x="2294" y="30081"/>
                  </a:lnTo>
                  <a:close/>
                </a:path>
              </a:pathLst>
            </a:custGeom>
            <a:solidFill>
              <a:srgbClr val="FFEFDB">
                <a:alpha val="100000"/>
              </a:srgbClr>
            </a:solidFill>
            <a:ln w="5420" cap="flat">
              <a:solidFill>
                <a:srgbClr val="5959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83" name="pg3883"/>
            <p:cNvSpPr/>
            <p:nvPr/>
          </p:nvSpPr>
          <p:spPr>
            <a:xfrm>
              <a:off x="2949515" y="4968054"/>
              <a:ext cx="42075" cy="30323"/>
            </a:xfrm>
            <a:custGeom>
              <a:avLst/>
              <a:pathLst>
                <a:path w="42075" h="30323">
                  <a:moveTo>
                    <a:pt x="0" y="30323"/>
                  </a:moveTo>
                  <a:lnTo>
                    <a:pt x="4816" y="23299"/>
                  </a:lnTo>
                  <a:lnTo>
                    <a:pt x="12645" y="19756"/>
                  </a:lnTo>
                  <a:lnTo>
                    <a:pt x="29822" y="6261"/>
                  </a:lnTo>
                  <a:lnTo>
                    <a:pt x="36830" y="5334"/>
                  </a:lnTo>
                  <a:lnTo>
                    <a:pt x="40478" y="685"/>
                  </a:lnTo>
                  <a:lnTo>
                    <a:pt x="42075" y="0"/>
                  </a:lnTo>
                  <a:lnTo>
                    <a:pt x="41042" y="5696"/>
                  </a:lnTo>
                  <a:lnTo>
                    <a:pt x="27223" y="13786"/>
                  </a:lnTo>
                  <a:lnTo>
                    <a:pt x="3886" y="29783"/>
                  </a:lnTo>
                  <a:close/>
                </a:path>
              </a:pathLst>
            </a:custGeom>
            <a:solidFill>
              <a:srgbClr val="FFEFDB">
                <a:alpha val="100000"/>
              </a:srgbClr>
            </a:solidFill>
            <a:ln w="5420" cap="flat">
              <a:solidFill>
                <a:srgbClr val="5959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84" name="pg3884"/>
            <p:cNvSpPr/>
            <p:nvPr/>
          </p:nvSpPr>
          <p:spPr>
            <a:xfrm>
              <a:off x="2887740" y="5040830"/>
              <a:ext cx="34318" cy="75366"/>
            </a:xfrm>
            <a:custGeom>
              <a:avLst/>
              <a:pathLst>
                <a:path w="34318" h="75366">
                  <a:moveTo>
                    <a:pt x="0" y="75366"/>
                  </a:moveTo>
                  <a:lnTo>
                    <a:pt x="909" y="64215"/>
                  </a:lnTo>
                  <a:lnTo>
                    <a:pt x="9503" y="38877"/>
                  </a:lnTo>
                  <a:lnTo>
                    <a:pt x="26965" y="5575"/>
                  </a:lnTo>
                  <a:lnTo>
                    <a:pt x="34318" y="0"/>
                  </a:lnTo>
                  <a:lnTo>
                    <a:pt x="14175" y="36521"/>
                  </a:lnTo>
                  <a:lnTo>
                    <a:pt x="3302" y="67885"/>
                  </a:lnTo>
                  <a:close/>
                </a:path>
              </a:pathLst>
            </a:custGeom>
            <a:solidFill>
              <a:srgbClr val="FFEFDB">
                <a:alpha val="100000"/>
              </a:srgbClr>
            </a:solidFill>
            <a:ln w="5420" cap="flat">
              <a:solidFill>
                <a:srgbClr val="5959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85" name="pg3885"/>
            <p:cNvSpPr/>
            <p:nvPr/>
          </p:nvSpPr>
          <p:spPr>
            <a:xfrm>
              <a:off x="3130649" y="4843237"/>
              <a:ext cx="34081" cy="26658"/>
            </a:xfrm>
            <a:custGeom>
              <a:avLst/>
              <a:pathLst>
                <a:path w="34081" h="26658">
                  <a:moveTo>
                    <a:pt x="0" y="26658"/>
                  </a:moveTo>
                  <a:lnTo>
                    <a:pt x="23068" y="6655"/>
                  </a:lnTo>
                  <a:lnTo>
                    <a:pt x="27905" y="0"/>
                  </a:lnTo>
                  <a:lnTo>
                    <a:pt x="34081" y="292"/>
                  </a:lnTo>
                  <a:lnTo>
                    <a:pt x="23781" y="11500"/>
                  </a:lnTo>
                  <a:lnTo>
                    <a:pt x="5286" y="25414"/>
                  </a:lnTo>
                  <a:close/>
                </a:path>
              </a:pathLst>
            </a:custGeom>
            <a:solidFill>
              <a:srgbClr val="FFEFDB">
                <a:alpha val="100000"/>
              </a:srgbClr>
            </a:solidFill>
            <a:ln w="5420" cap="flat">
              <a:solidFill>
                <a:srgbClr val="5959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86" name="pg3886"/>
            <p:cNvSpPr/>
            <p:nvPr/>
          </p:nvSpPr>
          <p:spPr>
            <a:xfrm>
              <a:off x="2885373" y="5122184"/>
              <a:ext cx="25027" cy="140921"/>
            </a:xfrm>
            <a:custGeom>
              <a:avLst/>
              <a:pathLst>
                <a:path w="25027" h="140921">
                  <a:moveTo>
                    <a:pt x="23564" y="140921"/>
                  </a:moveTo>
                  <a:lnTo>
                    <a:pt x="14800" y="112719"/>
                  </a:lnTo>
                  <a:lnTo>
                    <a:pt x="537" y="48898"/>
                  </a:lnTo>
                  <a:lnTo>
                    <a:pt x="0" y="12522"/>
                  </a:lnTo>
                  <a:lnTo>
                    <a:pt x="2242" y="0"/>
                  </a:lnTo>
                  <a:lnTo>
                    <a:pt x="5922" y="51374"/>
                  </a:lnTo>
                  <a:lnTo>
                    <a:pt x="21688" y="116618"/>
                  </a:lnTo>
                  <a:lnTo>
                    <a:pt x="25027" y="134882"/>
                  </a:lnTo>
                  <a:close/>
                </a:path>
              </a:pathLst>
            </a:custGeom>
            <a:solidFill>
              <a:srgbClr val="FFEFDB">
                <a:alpha val="100000"/>
              </a:srgbClr>
            </a:solidFill>
            <a:ln w="5420" cap="flat">
              <a:solidFill>
                <a:srgbClr val="5959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87" name="pg3887"/>
            <p:cNvSpPr/>
            <p:nvPr/>
          </p:nvSpPr>
          <p:spPr>
            <a:xfrm>
              <a:off x="5637481" y="3252585"/>
              <a:ext cx="5178" cy="13666"/>
            </a:xfrm>
            <a:custGeom>
              <a:avLst/>
              <a:pathLst>
                <a:path w="5178" h="13666">
                  <a:moveTo>
                    <a:pt x="1095" y="13666"/>
                  </a:moveTo>
                  <a:lnTo>
                    <a:pt x="0" y="7385"/>
                  </a:lnTo>
                  <a:lnTo>
                    <a:pt x="2056" y="165"/>
                  </a:lnTo>
                  <a:lnTo>
                    <a:pt x="4139" y="0"/>
                  </a:lnTo>
                  <a:lnTo>
                    <a:pt x="5178" y="3841"/>
                  </a:lnTo>
                  <a:lnTo>
                    <a:pt x="4030" y="11259"/>
                  </a:lnTo>
                  <a:close/>
                </a:path>
              </a:pathLst>
            </a:custGeom>
            <a:solidFill>
              <a:srgbClr val="FFEFDB">
                <a:alpha val="100000"/>
              </a:srgbClr>
            </a:solidFill>
            <a:ln w="5420" cap="flat">
              <a:solidFill>
                <a:srgbClr val="5959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88" name="pg3888"/>
            <p:cNvSpPr/>
            <p:nvPr/>
          </p:nvSpPr>
          <p:spPr>
            <a:xfrm>
              <a:off x="5335877" y="3489988"/>
              <a:ext cx="15498" cy="28227"/>
            </a:xfrm>
            <a:custGeom>
              <a:avLst/>
              <a:pathLst>
                <a:path w="15498" h="28227">
                  <a:moveTo>
                    <a:pt x="284" y="28227"/>
                  </a:moveTo>
                  <a:lnTo>
                    <a:pt x="0" y="24442"/>
                  </a:lnTo>
                  <a:lnTo>
                    <a:pt x="15498" y="0"/>
                  </a:lnTo>
                  <a:lnTo>
                    <a:pt x="12697" y="8541"/>
                  </a:lnTo>
                  <a:close/>
                </a:path>
              </a:pathLst>
            </a:custGeom>
            <a:solidFill>
              <a:srgbClr val="FFEFDB">
                <a:alpha val="100000"/>
              </a:srgbClr>
            </a:solidFill>
            <a:ln w="5420" cap="flat">
              <a:solidFill>
                <a:srgbClr val="5959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89" name="pg3889"/>
            <p:cNvSpPr/>
            <p:nvPr/>
          </p:nvSpPr>
          <p:spPr>
            <a:xfrm>
              <a:off x="5216776" y="3678353"/>
              <a:ext cx="29698" cy="55407"/>
            </a:xfrm>
            <a:custGeom>
              <a:avLst/>
              <a:pathLst>
                <a:path w="29698" h="55407">
                  <a:moveTo>
                    <a:pt x="0" y="55407"/>
                  </a:moveTo>
                  <a:lnTo>
                    <a:pt x="16143" y="29364"/>
                  </a:lnTo>
                  <a:lnTo>
                    <a:pt x="25518" y="7544"/>
                  </a:lnTo>
                  <a:lnTo>
                    <a:pt x="29698" y="0"/>
                  </a:lnTo>
                  <a:lnTo>
                    <a:pt x="25642" y="15291"/>
                  </a:lnTo>
                  <a:lnTo>
                    <a:pt x="18552" y="29351"/>
                  </a:lnTo>
                  <a:lnTo>
                    <a:pt x="4811" y="53298"/>
                  </a:lnTo>
                  <a:close/>
                </a:path>
              </a:pathLst>
            </a:custGeom>
            <a:solidFill>
              <a:srgbClr val="FFEFDB">
                <a:alpha val="100000"/>
              </a:srgbClr>
            </a:solidFill>
            <a:ln w="5420" cap="flat">
              <a:solidFill>
                <a:srgbClr val="5959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90" name="pg3890"/>
            <p:cNvSpPr/>
            <p:nvPr/>
          </p:nvSpPr>
          <p:spPr>
            <a:xfrm>
              <a:off x="5079677" y="4146288"/>
              <a:ext cx="13513" cy="6191"/>
            </a:xfrm>
            <a:custGeom>
              <a:avLst/>
              <a:pathLst>
                <a:path w="13513" h="6191">
                  <a:moveTo>
                    <a:pt x="11157" y="6191"/>
                  </a:moveTo>
                  <a:lnTo>
                    <a:pt x="6997" y="4756"/>
                  </a:lnTo>
                  <a:lnTo>
                    <a:pt x="1266" y="2013"/>
                  </a:lnTo>
                  <a:lnTo>
                    <a:pt x="0" y="0"/>
                  </a:lnTo>
                  <a:lnTo>
                    <a:pt x="5467" y="730"/>
                  </a:lnTo>
                  <a:lnTo>
                    <a:pt x="13513" y="5886"/>
                  </a:lnTo>
                  <a:close/>
                </a:path>
              </a:pathLst>
            </a:custGeom>
            <a:solidFill>
              <a:srgbClr val="FFEFDB">
                <a:alpha val="100000"/>
              </a:srgbClr>
            </a:solidFill>
            <a:ln w="5420" cap="flat">
              <a:solidFill>
                <a:srgbClr val="5959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91" name="pg3891"/>
            <p:cNvSpPr/>
            <p:nvPr/>
          </p:nvSpPr>
          <p:spPr>
            <a:xfrm>
              <a:off x="4577198" y="5440364"/>
              <a:ext cx="10779" cy="15615"/>
            </a:xfrm>
            <a:custGeom>
              <a:avLst/>
              <a:pathLst>
                <a:path w="10779" h="15615">
                  <a:moveTo>
                    <a:pt x="6020" y="15615"/>
                  </a:moveTo>
                  <a:lnTo>
                    <a:pt x="4511" y="14790"/>
                  </a:lnTo>
                  <a:lnTo>
                    <a:pt x="4511" y="10890"/>
                  </a:lnTo>
                  <a:lnTo>
                    <a:pt x="0" y="2260"/>
                  </a:lnTo>
                  <a:lnTo>
                    <a:pt x="170" y="0"/>
                  </a:lnTo>
                  <a:lnTo>
                    <a:pt x="10516" y="8446"/>
                  </a:lnTo>
                  <a:lnTo>
                    <a:pt x="10779" y="10713"/>
                  </a:lnTo>
                  <a:lnTo>
                    <a:pt x="9193" y="12942"/>
                  </a:lnTo>
                  <a:close/>
                </a:path>
              </a:pathLst>
            </a:custGeom>
            <a:solidFill>
              <a:srgbClr val="FFEFDB">
                <a:alpha val="100000"/>
              </a:srgbClr>
            </a:solidFill>
            <a:ln w="5420" cap="flat">
              <a:solidFill>
                <a:srgbClr val="5959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92" name="pg3892"/>
            <p:cNvSpPr/>
            <p:nvPr/>
          </p:nvSpPr>
          <p:spPr>
            <a:xfrm>
              <a:off x="4637878" y="5427841"/>
              <a:ext cx="6681" cy="5543"/>
            </a:xfrm>
            <a:custGeom>
              <a:avLst/>
              <a:pathLst>
                <a:path w="6681" h="5543">
                  <a:moveTo>
                    <a:pt x="0" y="5543"/>
                  </a:moveTo>
                  <a:lnTo>
                    <a:pt x="1002" y="3695"/>
                  </a:lnTo>
                  <a:lnTo>
                    <a:pt x="5178" y="0"/>
                  </a:lnTo>
                  <a:lnTo>
                    <a:pt x="6681" y="1435"/>
                  </a:lnTo>
                  <a:lnTo>
                    <a:pt x="6516" y="3283"/>
                  </a:lnTo>
                  <a:lnTo>
                    <a:pt x="2005" y="5543"/>
                  </a:lnTo>
                  <a:close/>
                </a:path>
              </a:pathLst>
            </a:custGeom>
            <a:solidFill>
              <a:srgbClr val="FFEFDB">
                <a:alpha val="100000"/>
              </a:srgbClr>
            </a:solidFill>
            <a:ln w="5420" cap="flat">
              <a:solidFill>
                <a:srgbClr val="5959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93" name="pg3893"/>
            <p:cNvSpPr/>
            <p:nvPr/>
          </p:nvSpPr>
          <p:spPr>
            <a:xfrm>
              <a:off x="4657267" y="5415509"/>
              <a:ext cx="5348" cy="5550"/>
            </a:xfrm>
            <a:custGeom>
              <a:avLst/>
              <a:pathLst>
                <a:path w="5348" h="5550">
                  <a:moveTo>
                    <a:pt x="0" y="5550"/>
                  </a:moveTo>
                  <a:lnTo>
                    <a:pt x="4175" y="0"/>
                  </a:lnTo>
                  <a:lnTo>
                    <a:pt x="5348" y="412"/>
                  </a:lnTo>
                  <a:lnTo>
                    <a:pt x="2842" y="4934"/>
                  </a:lnTo>
                  <a:close/>
                </a:path>
              </a:pathLst>
            </a:custGeom>
            <a:solidFill>
              <a:srgbClr val="FFEFDB">
                <a:alpha val="100000"/>
              </a:srgbClr>
            </a:solidFill>
            <a:ln w="5420" cap="flat">
              <a:solidFill>
                <a:srgbClr val="5959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94" name="pg3894"/>
            <p:cNvSpPr/>
            <p:nvPr/>
          </p:nvSpPr>
          <p:spPr>
            <a:xfrm>
              <a:off x="4607290" y="5439132"/>
              <a:ext cx="21895" cy="8630"/>
            </a:xfrm>
            <a:custGeom>
              <a:avLst/>
              <a:pathLst>
                <a:path w="21895" h="8630">
                  <a:moveTo>
                    <a:pt x="5012" y="8630"/>
                  </a:moveTo>
                  <a:lnTo>
                    <a:pt x="0" y="6369"/>
                  </a:lnTo>
                  <a:lnTo>
                    <a:pt x="5513" y="3289"/>
                  </a:lnTo>
                  <a:lnTo>
                    <a:pt x="21895" y="0"/>
                  </a:lnTo>
                  <a:lnTo>
                    <a:pt x="15709" y="4108"/>
                  </a:lnTo>
                  <a:lnTo>
                    <a:pt x="9860" y="5550"/>
                  </a:lnTo>
                  <a:close/>
                </a:path>
              </a:pathLst>
            </a:custGeom>
            <a:solidFill>
              <a:srgbClr val="FFEFDB">
                <a:alpha val="100000"/>
              </a:srgbClr>
            </a:solidFill>
            <a:ln w="5420" cap="flat">
              <a:solidFill>
                <a:srgbClr val="5959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95" name="pg3895"/>
            <p:cNvSpPr/>
            <p:nvPr/>
          </p:nvSpPr>
          <p:spPr>
            <a:xfrm>
              <a:off x="4570537" y="4631229"/>
              <a:ext cx="6945" cy="31688"/>
            </a:xfrm>
            <a:custGeom>
              <a:avLst/>
              <a:pathLst>
                <a:path w="6945" h="31688">
                  <a:moveTo>
                    <a:pt x="2237" y="31688"/>
                  </a:moveTo>
                  <a:lnTo>
                    <a:pt x="201" y="20467"/>
                  </a:lnTo>
                  <a:lnTo>
                    <a:pt x="0" y="9570"/>
                  </a:lnTo>
                  <a:lnTo>
                    <a:pt x="3565" y="3124"/>
                  </a:lnTo>
                  <a:lnTo>
                    <a:pt x="6945" y="0"/>
                  </a:lnTo>
                  <a:close/>
                </a:path>
              </a:pathLst>
            </a:custGeom>
            <a:solidFill>
              <a:srgbClr val="FFEFDB">
                <a:alpha val="100000"/>
              </a:srgbClr>
            </a:solidFill>
            <a:ln w="5420" cap="flat">
              <a:solidFill>
                <a:srgbClr val="5959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96" name="pg3896"/>
            <p:cNvSpPr/>
            <p:nvPr/>
          </p:nvSpPr>
          <p:spPr>
            <a:xfrm>
              <a:off x="4554992" y="5448277"/>
              <a:ext cx="10567" cy="12891"/>
            </a:xfrm>
            <a:custGeom>
              <a:avLst/>
              <a:pathLst>
                <a:path w="10567" h="12891">
                  <a:moveTo>
                    <a:pt x="0" y="12891"/>
                  </a:moveTo>
                  <a:lnTo>
                    <a:pt x="5529" y="7772"/>
                  </a:lnTo>
                  <a:lnTo>
                    <a:pt x="7322" y="0"/>
                  </a:lnTo>
                  <a:lnTo>
                    <a:pt x="10567" y="6070"/>
                  </a:lnTo>
                  <a:lnTo>
                    <a:pt x="10505" y="9754"/>
                  </a:lnTo>
                  <a:lnTo>
                    <a:pt x="6857" y="11608"/>
                  </a:lnTo>
                  <a:close/>
                </a:path>
              </a:pathLst>
            </a:custGeom>
            <a:solidFill>
              <a:srgbClr val="FFEFDB">
                <a:alpha val="100000"/>
              </a:srgbClr>
            </a:solidFill>
            <a:ln w="5420" cap="flat">
              <a:solidFill>
                <a:srgbClr val="5959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97" name="pg3897"/>
            <p:cNvSpPr/>
            <p:nvPr/>
          </p:nvSpPr>
          <p:spPr>
            <a:xfrm>
              <a:off x="4681421" y="5037121"/>
              <a:ext cx="28195" cy="83983"/>
            </a:xfrm>
            <a:custGeom>
              <a:avLst/>
              <a:pathLst>
                <a:path w="28195" h="83983">
                  <a:moveTo>
                    <a:pt x="28195" y="83983"/>
                  </a:moveTo>
                  <a:lnTo>
                    <a:pt x="18464" y="61770"/>
                  </a:lnTo>
                  <a:lnTo>
                    <a:pt x="6438" y="26938"/>
                  </a:lnTo>
                  <a:lnTo>
                    <a:pt x="0" y="0"/>
                  </a:lnTo>
                  <a:lnTo>
                    <a:pt x="4356" y="7283"/>
                  </a:lnTo>
                  <a:lnTo>
                    <a:pt x="8614" y="22359"/>
                  </a:lnTo>
                  <a:lnTo>
                    <a:pt x="26474" y="74407"/>
                  </a:lnTo>
                  <a:close/>
                </a:path>
              </a:pathLst>
            </a:custGeom>
            <a:solidFill>
              <a:srgbClr val="FFEFDB">
                <a:alpha val="100000"/>
              </a:srgbClr>
            </a:solidFill>
            <a:ln w="5420" cap="flat">
              <a:solidFill>
                <a:srgbClr val="5959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98" name="pg3898"/>
            <p:cNvSpPr/>
            <p:nvPr/>
          </p:nvSpPr>
          <p:spPr>
            <a:xfrm>
              <a:off x="4535949" y="5462902"/>
              <a:ext cx="7699" cy="4470"/>
            </a:xfrm>
            <a:custGeom>
              <a:avLst/>
              <a:pathLst>
                <a:path w="7699" h="4470">
                  <a:moveTo>
                    <a:pt x="232" y="4470"/>
                  </a:moveTo>
                  <a:lnTo>
                    <a:pt x="0" y="2457"/>
                  </a:lnTo>
                  <a:lnTo>
                    <a:pt x="4630" y="0"/>
                  </a:lnTo>
                  <a:lnTo>
                    <a:pt x="7699" y="165"/>
                  </a:lnTo>
                  <a:lnTo>
                    <a:pt x="7586" y="2889"/>
                  </a:lnTo>
                  <a:lnTo>
                    <a:pt x="2919" y="4178"/>
                  </a:lnTo>
                  <a:close/>
                </a:path>
              </a:pathLst>
            </a:custGeom>
            <a:solidFill>
              <a:srgbClr val="FFEFDB">
                <a:alpha val="100000"/>
              </a:srgbClr>
            </a:solidFill>
            <a:ln w="5420" cap="flat">
              <a:solidFill>
                <a:srgbClr val="5959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99" name="pg3899"/>
            <p:cNvSpPr/>
            <p:nvPr/>
          </p:nvSpPr>
          <p:spPr>
            <a:xfrm>
              <a:off x="3781115" y="4789697"/>
              <a:ext cx="7508" cy="12059"/>
            </a:xfrm>
            <a:custGeom>
              <a:avLst/>
              <a:pathLst>
                <a:path w="7508" h="12059">
                  <a:moveTo>
                    <a:pt x="0" y="12059"/>
                  </a:moveTo>
                  <a:lnTo>
                    <a:pt x="263" y="9462"/>
                  </a:lnTo>
                  <a:lnTo>
                    <a:pt x="4490" y="2648"/>
                  </a:lnTo>
                  <a:lnTo>
                    <a:pt x="7508" y="0"/>
                  </a:lnTo>
                  <a:lnTo>
                    <a:pt x="5746" y="5251"/>
                  </a:lnTo>
                  <a:close/>
                </a:path>
              </a:pathLst>
            </a:custGeom>
            <a:solidFill>
              <a:srgbClr val="FFEFDB">
                <a:alpha val="100000"/>
              </a:srgbClr>
            </a:solidFill>
            <a:ln w="5420" cap="flat">
              <a:solidFill>
                <a:srgbClr val="5959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00" name="pg3900"/>
            <p:cNvSpPr/>
            <p:nvPr/>
          </p:nvSpPr>
          <p:spPr>
            <a:xfrm>
              <a:off x="3804479" y="4723202"/>
              <a:ext cx="17435" cy="7734"/>
            </a:xfrm>
            <a:custGeom>
              <a:avLst/>
              <a:pathLst>
                <a:path w="17435" h="7734">
                  <a:moveTo>
                    <a:pt x="16107" y="7734"/>
                  </a:moveTo>
                  <a:lnTo>
                    <a:pt x="6733" y="5029"/>
                  </a:lnTo>
                  <a:lnTo>
                    <a:pt x="1033" y="2514"/>
                  </a:lnTo>
                  <a:lnTo>
                    <a:pt x="0" y="0"/>
                  </a:lnTo>
                  <a:lnTo>
                    <a:pt x="15756" y="4565"/>
                  </a:lnTo>
                  <a:lnTo>
                    <a:pt x="17435" y="6286"/>
                  </a:lnTo>
                  <a:close/>
                </a:path>
              </a:pathLst>
            </a:custGeom>
            <a:solidFill>
              <a:srgbClr val="FFEFDB">
                <a:alpha val="100000"/>
              </a:srgbClr>
            </a:solidFill>
            <a:ln w="5420" cap="flat">
              <a:solidFill>
                <a:srgbClr val="5959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01" name="pg3901"/>
            <p:cNvSpPr/>
            <p:nvPr/>
          </p:nvSpPr>
          <p:spPr>
            <a:xfrm>
              <a:off x="3847510" y="4721970"/>
              <a:ext cx="25921" cy="5569"/>
            </a:xfrm>
            <a:custGeom>
              <a:avLst/>
              <a:pathLst>
                <a:path w="25921" h="5569">
                  <a:moveTo>
                    <a:pt x="16609" y="5569"/>
                  </a:moveTo>
                  <a:lnTo>
                    <a:pt x="2806" y="5308"/>
                  </a:lnTo>
                  <a:lnTo>
                    <a:pt x="0" y="4330"/>
                  </a:lnTo>
                  <a:lnTo>
                    <a:pt x="5539" y="2470"/>
                  </a:lnTo>
                  <a:lnTo>
                    <a:pt x="21895" y="0"/>
                  </a:lnTo>
                  <a:lnTo>
                    <a:pt x="25921" y="2781"/>
                  </a:lnTo>
                  <a:close/>
                </a:path>
              </a:pathLst>
            </a:custGeom>
            <a:solidFill>
              <a:srgbClr val="FFEFDB">
                <a:alpha val="100000"/>
              </a:srgbClr>
            </a:solidFill>
            <a:ln w="5420" cap="flat">
              <a:solidFill>
                <a:srgbClr val="5959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02" name="pg3902"/>
            <p:cNvSpPr/>
            <p:nvPr/>
          </p:nvSpPr>
          <p:spPr>
            <a:xfrm>
              <a:off x="3738952" y="4735636"/>
              <a:ext cx="16650" cy="17044"/>
            </a:xfrm>
            <a:custGeom>
              <a:avLst/>
              <a:pathLst>
                <a:path w="16650" h="17044">
                  <a:moveTo>
                    <a:pt x="12862" y="17044"/>
                  </a:moveTo>
                  <a:lnTo>
                    <a:pt x="7679" y="14034"/>
                  </a:lnTo>
                  <a:lnTo>
                    <a:pt x="0" y="13761"/>
                  </a:lnTo>
                  <a:lnTo>
                    <a:pt x="3379" y="11697"/>
                  </a:lnTo>
                  <a:lnTo>
                    <a:pt x="5751" y="9684"/>
                  </a:lnTo>
                  <a:lnTo>
                    <a:pt x="6935" y="7518"/>
                  </a:lnTo>
                  <a:lnTo>
                    <a:pt x="16650" y="0"/>
                  </a:lnTo>
                  <a:lnTo>
                    <a:pt x="13896" y="5518"/>
                  </a:lnTo>
                  <a:lnTo>
                    <a:pt x="12490" y="10998"/>
                  </a:lnTo>
                  <a:close/>
                </a:path>
              </a:pathLst>
            </a:custGeom>
            <a:solidFill>
              <a:srgbClr val="FFEFDB">
                <a:alpha val="100000"/>
              </a:srgbClr>
            </a:solidFill>
            <a:ln w="5420" cap="flat">
              <a:solidFill>
                <a:srgbClr val="5959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03" name="pg3903"/>
            <p:cNvSpPr/>
            <p:nvPr/>
          </p:nvSpPr>
          <p:spPr>
            <a:xfrm>
              <a:off x="3789234" y="4750191"/>
              <a:ext cx="5746" cy="36527"/>
            </a:xfrm>
            <a:custGeom>
              <a:avLst/>
              <a:pathLst>
                <a:path w="5746" h="36527">
                  <a:moveTo>
                    <a:pt x="1188" y="36527"/>
                  </a:moveTo>
                  <a:lnTo>
                    <a:pt x="4118" y="16695"/>
                  </a:lnTo>
                  <a:lnTo>
                    <a:pt x="0" y="0"/>
                  </a:lnTo>
                  <a:lnTo>
                    <a:pt x="4340" y="7328"/>
                  </a:lnTo>
                  <a:lnTo>
                    <a:pt x="5746" y="16047"/>
                  </a:lnTo>
                  <a:lnTo>
                    <a:pt x="4175" y="32386"/>
                  </a:lnTo>
                  <a:close/>
                </a:path>
              </a:pathLst>
            </a:custGeom>
            <a:solidFill>
              <a:srgbClr val="FFEFDB">
                <a:alpha val="100000"/>
              </a:srgbClr>
            </a:solidFill>
            <a:ln w="5420" cap="flat">
              <a:solidFill>
                <a:srgbClr val="5959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04" name="pg3904"/>
            <p:cNvSpPr/>
            <p:nvPr/>
          </p:nvSpPr>
          <p:spPr>
            <a:xfrm>
              <a:off x="4186131" y="4792371"/>
              <a:ext cx="40173" cy="16358"/>
            </a:xfrm>
            <a:custGeom>
              <a:avLst/>
              <a:pathLst>
                <a:path w="40173" h="16358">
                  <a:moveTo>
                    <a:pt x="11482" y="16358"/>
                  </a:moveTo>
                  <a:lnTo>
                    <a:pt x="0" y="12954"/>
                  </a:lnTo>
                  <a:lnTo>
                    <a:pt x="7136" y="12307"/>
                  </a:lnTo>
                  <a:lnTo>
                    <a:pt x="12299" y="13685"/>
                  </a:lnTo>
                  <a:lnTo>
                    <a:pt x="25373" y="6991"/>
                  </a:lnTo>
                  <a:lnTo>
                    <a:pt x="32231" y="1924"/>
                  </a:lnTo>
                  <a:lnTo>
                    <a:pt x="40173" y="0"/>
                  </a:lnTo>
                  <a:lnTo>
                    <a:pt x="22102" y="11678"/>
                  </a:lnTo>
                  <a:close/>
                </a:path>
              </a:pathLst>
            </a:custGeom>
            <a:solidFill>
              <a:srgbClr val="FFEFDB">
                <a:alpha val="100000"/>
              </a:srgbClr>
            </a:solidFill>
            <a:ln w="5420" cap="flat">
              <a:solidFill>
                <a:srgbClr val="5959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05" name="pg3905"/>
            <p:cNvSpPr/>
            <p:nvPr/>
          </p:nvSpPr>
          <p:spPr>
            <a:xfrm>
              <a:off x="5923277" y="2903466"/>
              <a:ext cx="8449" cy="10395"/>
            </a:xfrm>
            <a:custGeom>
              <a:avLst/>
              <a:pathLst>
                <a:path w="8449" h="10395">
                  <a:moveTo>
                    <a:pt x="4428" y="10395"/>
                  </a:moveTo>
                  <a:lnTo>
                    <a:pt x="139" y="9563"/>
                  </a:lnTo>
                  <a:lnTo>
                    <a:pt x="0" y="3149"/>
                  </a:lnTo>
                  <a:lnTo>
                    <a:pt x="1297" y="971"/>
                  </a:lnTo>
                  <a:lnTo>
                    <a:pt x="2780" y="0"/>
                  </a:lnTo>
                  <a:lnTo>
                    <a:pt x="4981" y="1803"/>
                  </a:lnTo>
                  <a:lnTo>
                    <a:pt x="8449" y="7823"/>
                  </a:lnTo>
                  <a:close/>
                </a:path>
              </a:pathLst>
            </a:custGeom>
            <a:solidFill>
              <a:srgbClr val="FFEFDB">
                <a:alpha val="100000"/>
              </a:srgbClr>
            </a:solidFill>
            <a:ln w="5420" cap="flat">
              <a:solidFill>
                <a:srgbClr val="5959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06" name="pg3906"/>
            <p:cNvSpPr/>
            <p:nvPr/>
          </p:nvSpPr>
          <p:spPr>
            <a:xfrm>
              <a:off x="2399291" y="4782381"/>
              <a:ext cx="513697" cy="755524"/>
            </a:xfrm>
            <a:custGeom>
              <a:avLst/>
              <a:pathLst>
                <a:path w="513697" h="755524">
                  <a:moveTo>
                    <a:pt x="961" y="1759"/>
                  </a:moveTo>
                  <a:lnTo>
                    <a:pt x="26210" y="3480"/>
                  </a:lnTo>
                  <a:lnTo>
                    <a:pt x="41104" y="2895"/>
                  </a:lnTo>
                  <a:lnTo>
                    <a:pt x="45646" y="0"/>
                  </a:lnTo>
                  <a:lnTo>
                    <a:pt x="48008" y="152"/>
                  </a:lnTo>
                  <a:lnTo>
                    <a:pt x="48194" y="3340"/>
                  </a:lnTo>
                  <a:lnTo>
                    <a:pt x="51935" y="4692"/>
                  </a:lnTo>
                  <a:lnTo>
                    <a:pt x="59227" y="4210"/>
                  </a:lnTo>
                  <a:lnTo>
                    <a:pt x="65578" y="8668"/>
                  </a:lnTo>
                  <a:lnTo>
                    <a:pt x="73712" y="22778"/>
                  </a:lnTo>
                  <a:lnTo>
                    <a:pt x="101747" y="45379"/>
                  </a:lnTo>
                  <a:lnTo>
                    <a:pt x="104108" y="53133"/>
                  </a:lnTo>
                  <a:lnTo>
                    <a:pt x="113865" y="64316"/>
                  </a:lnTo>
                  <a:lnTo>
                    <a:pt x="131807" y="81507"/>
                  </a:lnTo>
                  <a:lnTo>
                    <a:pt x="141962" y="96329"/>
                  </a:lnTo>
                  <a:lnTo>
                    <a:pt x="144324" y="108782"/>
                  </a:lnTo>
                  <a:lnTo>
                    <a:pt x="153491" y="128481"/>
                  </a:lnTo>
                  <a:lnTo>
                    <a:pt x="169449" y="155419"/>
                  </a:lnTo>
                  <a:lnTo>
                    <a:pt x="176560" y="169942"/>
                  </a:lnTo>
                  <a:lnTo>
                    <a:pt x="174824" y="172038"/>
                  </a:lnTo>
                  <a:lnTo>
                    <a:pt x="176079" y="179620"/>
                  </a:lnTo>
                  <a:lnTo>
                    <a:pt x="180338" y="192683"/>
                  </a:lnTo>
                  <a:lnTo>
                    <a:pt x="188249" y="203745"/>
                  </a:lnTo>
                  <a:lnTo>
                    <a:pt x="199820" y="212807"/>
                  </a:lnTo>
                  <a:lnTo>
                    <a:pt x="211520" y="229077"/>
                  </a:lnTo>
                  <a:lnTo>
                    <a:pt x="223349" y="252561"/>
                  </a:lnTo>
                  <a:lnTo>
                    <a:pt x="237679" y="270425"/>
                  </a:lnTo>
                  <a:lnTo>
                    <a:pt x="254500" y="282655"/>
                  </a:lnTo>
                  <a:lnTo>
                    <a:pt x="264024" y="294042"/>
                  </a:lnTo>
                  <a:lnTo>
                    <a:pt x="266251" y="304571"/>
                  </a:lnTo>
                  <a:lnTo>
                    <a:pt x="266086" y="313588"/>
                  </a:lnTo>
                  <a:lnTo>
                    <a:pt x="263522" y="321094"/>
                  </a:lnTo>
                  <a:lnTo>
                    <a:pt x="264608" y="328226"/>
                  </a:lnTo>
                  <a:lnTo>
                    <a:pt x="269336" y="334964"/>
                  </a:lnTo>
                  <a:lnTo>
                    <a:pt x="270912" y="343232"/>
                  </a:lnTo>
                  <a:lnTo>
                    <a:pt x="269062" y="354732"/>
                  </a:lnTo>
                  <a:lnTo>
                    <a:pt x="269191" y="357990"/>
                  </a:lnTo>
                  <a:lnTo>
                    <a:pt x="270561" y="360587"/>
                  </a:lnTo>
                  <a:lnTo>
                    <a:pt x="285496" y="380350"/>
                  </a:lnTo>
                  <a:lnTo>
                    <a:pt x="293170" y="396321"/>
                  </a:lnTo>
                  <a:lnTo>
                    <a:pt x="299262" y="421811"/>
                  </a:lnTo>
                  <a:lnTo>
                    <a:pt x="299293" y="422040"/>
                  </a:lnTo>
                  <a:lnTo>
                    <a:pt x="306099" y="437287"/>
                  </a:lnTo>
                  <a:lnTo>
                    <a:pt x="315887" y="443523"/>
                  </a:lnTo>
                  <a:lnTo>
                    <a:pt x="330925" y="445829"/>
                  </a:lnTo>
                  <a:lnTo>
                    <a:pt x="342351" y="451138"/>
                  </a:lnTo>
                  <a:lnTo>
                    <a:pt x="350165" y="459457"/>
                  </a:lnTo>
                  <a:lnTo>
                    <a:pt x="360019" y="464480"/>
                  </a:lnTo>
                  <a:lnTo>
                    <a:pt x="371916" y="466207"/>
                  </a:lnTo>
                  <a:lnTo>
                    <a:pt x="383321" y="471694"/>
                  </a:lnTo>
                  <a:lnTo>
                    <a:pt x="394230" y="480953"/>
                  </a:lnTo>
                  <a:lnTo>
                    <a:pt x="414575" y="487030"/>
                  </a:lnTo>
                  <a:lnTo>
                    <a:pt x="444357" y="489945"/>
                  </a:lnTo>
                  <a:lnTo>
                    <a:pt x="467022" y="497470"/>
                  </a:lnTo>
                  <a:lnTo>
                    <a:pt x="482577" y="509612"/>
                  </a:lnTo>
                  <a:lnTo>
                    <a:pt x="489419" y="512082"/>
                  </a:lnTo>
                  <a:lnTo>
                    <a:pt x="491269" y="512254"/>
                  </a:lnTo>
                  <a:lnTo>
                    <a:pt x="492158" y="510399"/>
                  </a:lnTo>
                  <a:lnTo>
                    <a:pt x="493331" y="506964"/>
                  </a:lnTo>
                  <a:lnTo>
                    <a:pt x="499352" y="503008"/>
                  </a:lnTo>
                  <a:lnTo>
                    <a:pt x="513697" y="500423"/>
                  </a:lnTo>
                  <a:lnTo>
                    <a:pt x="511770" y="527285"/>
                  </a:lnTo>
                  <a:lnTo>
                    <a:pt x="505372" y="549327"/>
                  </a:lnTo>
                  <a:lnTo>
                    <a:pt x="484293" y="595152"/>
                  </a:lnTo>
                  <a:lnTo>
                    <a:pt x="475508" y="623576"/>
                  </a:lnTo>
                  <a:lnTo>
                    <a:pt x="458511" y="704804"/>
                  </a:lnTo>
                  <a:lnTo>
                    <a:pt x="453534" y="755524"/>
                  </a:lnTo>
                  <a:lnTo>
                    <a:pt x="0" y="755524"/>
                  </a:lnTo>
                  <a:lnTo>
                    <a:pt x="0" y="1556"/>
                  </a:lnTo>
                  <a:close/>
                </a:path>
              </a:pathLst>
            </a:custGeom>
            <a:solidFill>
              <a:srgbClr val="FFEFDB">
                <a:alpha val="100000"/>
              </a:srgbClr>
            </a:solidFill>
            <a:ln w="5420" cap="flat">
              <a:solidFill>
                <a:srgbClr val="5959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07" name="pg3907"/>
            <p:cNvSpPr/>
            <p:nvPr/>
          </p:nvSpPr>
          <p:spPr>
            <a:xfrm>
              <a:off x="4173090" y="2540116"/>
              <a:ext cx="1519164" cy="699069"/>
            </a:xfrm>
            <a:custGeom>
              <a:avLst/>
              <a:pathLst>
                <a:path w="1519164" h="699069">
                  <a:moveTo>
                    <a:pt x="1509975" y="5632"/>
                  </a:moveTo>
                  <a:lnTo>
                    <a:pt x="1494849" y="16263"/>
                  </a:lnTo>
                  <a:lnTo>
                    <a:pt x="1478746" y="33041"/>
                  </a:lnTo>
                  <a:lnTo>
                    <a:pt x="1440965" y="45729"/>
                  </a:lnTo>
                  <a:lnTo>
                    <a:pt x="1426940" y="48955"/>
                  </a:lnTo>
                  <a:lnTo>
                    <a:pt x="1413994" y="47234"/>
                  </a:lnTo>
                  <a:lnTo>
                    <a:pt x="1398238" y="57559"/>
                  </a:lnTo>
                  <a:lnTo>
                    <a:pt x="1379593" y="63872"/>
                  </a:lnTo>
                  <a:lnTo>
                    <a:pt x="1374089" y="73474"/>
                  </a:lnTo>
                  <a:lnTo>
                    <a:pt x="1329270" y="99193"/>
                  </a:lnTo>
                  <a:lnTo>
                    <a:pt x="1312066" y="102431"/>
                  </a:lnTo>
                  <a:lnTo>
                    <a:pt x="1297426" y="109283"/>
                  </a:lnTo>
                  <a:lnTo>
                    <a:pt x="1293095" y="120917"/>
                  </a:lnTo>
                  <a:lnTo>
                    <a:pt x="1280026" y="127934"/>
                  </a:lnTo>
                  <a:lnTo>
                    <a:pt x="1276399" y="133307"/>
                  </a:lnTo>
                  <a:lnTo>
                    <a:pt x="1265407" y="149583"/>
                  </a:lnTo>
                  <a:lnTo>
                    <a:pt x="1244974" y="170603"/>
                  </a:lnTo>
                  <a:lnTo>
                    <a:pt x="1220075" y="174121"/>
                  </a:lnTo>
                  <a:lnTo>
                    <a:pt x="1210975" y="181436"/>
                  </a:lnTo>
                  <a:lnTo>
                    <a:pt x="1200438" y="193242"/>
                  </a:lnTo>
                  <a:lnTo>
                    <a:pt x="1185576" y="201345"/>
                  </a:lnTo>
                  <a:lnTo>
                    <a:pt x="1156233" y="197547"/>
                  </a:lnTo>
                  <a:lnTo>
                    <a:pt x="1163370" y="202513"/>
                  </a:lnTo>
                  <a:lnTo>
                    <a:pt x="1189622" y="210255"/>
                  </a:lnTo>
                  <a:lnTo>
                    <a:pt x="1192351" y="221730"/>
                  </a:lnTo>
                  <a:lnTo>
                    <a:pt x="1179199" y="224473"/>
                  </a:lnTo>
                  <a:lnTo>
                    <a:pt x="1151660" y="239771"/>
                  </a:lnTo>
                  <a:lnTo>
                    <a:pt x="1114556" y="266113"/>
                  </a:lnTo>
                  <a:lnTo>
                    <a:pt x="1108887" y="266735"/>
                  </a:lnTo>
                  <a:lnTo>
                    <a:pt x="1098918" y="266106"/>
                  </a:lnTo>
                  <a:lnTo>
                    <a:pt x="1084154" y="270501"/>
                  </a:lnTo>
                  <a:lnTo>
                    <a:pt x="1064759" y="279702"/>
                  </a:lnTo>
                  <a:lnTo>
                    <a:pt x="1041277" y="296232"/>
                  </a:lnTo>
                  <a:lnTo>
                    <a:pt x="999930" y="332023"/>
                  </a:lnTo>
                  <a:lnTo>
                    <a:pt x="997031" y="335802"/>
                  </a:lnTo>
                  <a:lnTo>
                    <a:pt x="991042" y="342438"/>
                  </a:lnTo>
                  <a:lnTo>
                    <a:pt x="975771" y="349512"/>
                  </a:lnTo>
                  <a:lnTo>
                    <a:pt x="961911" y="357139"/>
                  </a:lnTo>
                  <a:lnTo>
                    <a:pt x="958248" y="365166"/>
                  </a:lnTo>
                  <a:lnTo>
                    <a:pt x="951607" y="368824"/>
                  </a:lnTo>
                  <a:lnTo>
                    <a:pt x="928740" y="389177"/>
                  </a:lnTo>
                  <a:lnTo>
                    <a:pt x="915877" y="406513"/>
                  </a:lnTo>
                  <a:lnTo>
                    <a:pt x="904198" y="424656"/>
                  </a:lnTo>
                  <a:lnTo>
                    <a:pt x="891129" y="444946"/>
                  </a:lnTo>
                  <a:lnTo>
                    <a:pt x="864314" y="445200"/>
                  </a:lnTo>
                  <a:lnTo>
                    <a:pt x="843850" y="445117"/>
                  </a:lnTo>
                  <a:lnTo>
                    <a:pt x="808942" y="444971"/>
                  </a:lnTo>
                  <a:lnTo>
                    <a:pt x="779020" y="444851"/>
                  </a:lnTo>
                  <a:lnTo>
                    <a:pt x="743508" y="444705"/>
                  </a:lnTo>
                  <a:lnTo>
                    <a:pt x="717742" y="444597"/>
                  </a:lnTo>
                  <a:lnTo>
                    <a:pt x="689996" y="445448"/>
                  </a:lnTo>
                  <a:lnTo>
                    <a:pt x="676751" y="450858"/>
                  </a:lnTo>
                  <a:lnTo>
                    <a:pt x="660142" y="458167"/>
                  </a:lnTo>
                  <a:lnTo>
                    <a:pt x="642215" y="466048"/>
                  </a:lnTo>
                  <a:lnTo>
                    <a:pt x="651615" y="483626"/>
                  </a:lnTo>
                  <a:lnTo>
                    <a:pt x="654137" y="490561"/>
                  </a:lnTo>
                  <a:lnTo>
                    <a:pt x="653414" y="512927"/>
                  </a:lnTo>
                  <a:lnTo>
                    <a:pt x="655326" y="515372"/>
                  </a:lnTo>
                  <a:lnTo>
                    <a:pt x="657331" y="518693"/>
                  </a:lnTo>
                  <a:lnTo>
                    <a:pt x="657636" y="524472"/>
                  </a:lnTo>
                  <a:lnTo>
                    <a:pt x="659171" y="527114"/>
                  </a:lnTo>
                  <a:lnTo>
                    <a:pt x="662442" y="529247"/>
                  </a:lnTo>
                  <a:lnTo>
                    <a:pt x="666121" y="531756"/>
                  </a:lnTo>
                  <a:lnTo>
                    <a:pt x="668783" y="535153"/>
                  </a:lnTo>
                  <a:lnTo>
                    <a:pt x="669392" y="538544"/>
                  </a:lnTo>
                  <a:lnTo>
                    <a:pt x="666834" y="544450"/>
                  </a:lnTo>
                  <a:lnTo>
                    <a:pt x="656520" y="552433"/>
                  </a:lnTo>
                  <a:lnTo>
                    <a:pt x="642019" y="559431"/>
                  </a:lnTo>
                  <a:lnTo>
                    <a:pt x="613178" y="572055"/>
                  </a:lnTo>
                  <a:lnTo>
                    <a:pt x="579758" y="586687"/>
                  </a:lnTo>
                  <a:lnTo>
                    <a:pt x="550788" y="599368"/>
                  </a:lnTo>
                  <a:lnTo>
                    <a:pt x="528370" y="609180"/>
                  </a:lnTo>
                  <a:lnTo>
                    <a:pt x="482326" y="617797"/>
                  </a:lnTo>
                  <a:lnTo>
                    <a:pt x="445749" y="624637"/>
                  </a:lnTo>
                  <a:lnTo>
                    <a:pt x="419352" y="629577"/>
                  </a:lnTo>
                  <a:lnTo>
                    <a:pt x="395043" y="643326"/>
                  </a:lnTo>
                  <a:lnTo>
                    <a:pt x="368202" y="658497"/>
                  </a:lnTo>
                  <a:lnTo>
                    <a:pt x="345634" y="671255"/>
                  </a:lnTo>
                  <a:lnTo>
                    <a:pt x="320323" y="685562"/>
                  </a:lnTo>
                  <a:lnTo>
                    <a:pt x="296432" y="699069"/>
                  </a:lnTo>
                  <a:lnTo>
                    <a:pt x="269870" y="699025"/>
                  </a:lnTo>
                  <a:lnTo>
                    <a:pt x="251225" y="688902"/>
                  </a:lnTo>
                  <a:lnTo>
                    <a:pt x="233893" y="678507"/>
                  </a:lnTo>
                  <a:lnTo>
                    <a:pt x="222043" y="659919"/>
                  </a:lnTo>
                  <a:lnTo>
                    <a:pt x="221227" y="638322"/>
                  </a:lnTo>
                  <a:lnTo>
                    <a:pt x="225474" y="624179"/>
                  </a:lnTo>
                  <a:lnTo>
                    <a:pt x="229324" y="617727"/>
                  </a:lnTo>
                  <a:lnTo>
                    <a:pt x="236673" y="613638"/>
                  </a:lnTo>
                  <a:lnTo>
                    <a:pt x="251060" y="606684"/>
                  </a:lnTo>
                  <a:lnTo>
                    <a:pt x="264139" y="592605"/>
                  </a:lnTo>
                  <a:lnTo>
                    <a:pt x="274625" y="584204"/>
                  </a:lnTo>
                  <a:lnTo>
                    <a:pt x="285187" y="575535"/>
                  </a:lnTo>
                  <a:lnTo>
                    <a:pt x="291218" y="560606"/>
                  </a:lnTo>
                  <a:lnTo>
                    <a:pt x="298742" y="524465"/>
                  </a:lnTo>
                  <a:lnTo>
                    <a:pt x="299698" y="517277"/>
                  </a:lnTo>
                  <a:lnTo>
                    <a:pt x="310644" y="492491"/>
                  </a:lnTo>
                  <a:lnTo>
                    <a:pt x="322752" y="465070"/>
                  </a:lnTo>
                  <a:lnTo>
                    <a:pt x="328312" y="452477"/>
                  </a:lnTo>
                  <a:lnTo>
                    <a:pt x="322095" y="419792"/>
                  </a:lnTo>
                  <a:lnTo>
                    <a:pt x="317419" y="394676"/>
                  </a:lnTo>
                  <a:lnTo>
                    <a:pt x="313135" y="371669"/>
                  </a:lnTo>
                  <a:lnTo>
                    <a:pt x="308313" y="345746"/>
                  </a:lnTo>
                  <a:lnTo>
                    <a:pt x="303926" y="322148"/>
                  </a:lnTo>
                  <a:lnTo>
                    <a:pt x="299786" y="299916"/>
                  </a:lnTo>
                  <a:lnTo>
                    <a:pt x="295637" y="277600"/>
                  </a:lnTo>
                  <a:lnTo>
                    <a:pt x="291564" y="255723"/>
                  </a:lnTo>
                  <a:lnTo>
                    <a:pt x="288371" y="240032"/>
                  </a:lnTo>
                  <a:lnTo>
                    <a:pt x="284578" y="221438"/>
                  </a:lnTo>
                  <a:lnTo>
                    <a:pt x="262424" y="208388"/>
                  </a:lnTo>
                  <a:lnTo>
                    <a:pt x="245603" y="199249"/>
                  </a:lnTo>
                  <a:lnTo>
                    <a:pt x="218090" y="184320"/>
                  </a:lnTo>
                  <a:lnTo>
                    <a:pt x="195016" y="171797"/>
                  </a:lnTo>
                  <a:lnTo>
                    <a:pt x="174340" y="160340"/>
                  </a:lnTo>
                  <a:lnTo>
                    <a:pt x="187378" y="137250"/>
                  </a:lnTo>
                  <a:lnTo>
                    <a:pt x="186251" y="133472"/>
                  </a:lnTo>
                  <a:lnTo>
                    <a:pt x="181528" y="128925"/>
                  </a:lnTo>
                  <a:lnTo>
                    <a:pt x="171875" y="121362"/>
                  </a:lnTo>
                  <a:lnTo>
                    <a:pt x="166232" y="120593"/>
                  </a:lnTo>
                  <a:lnTo>
                    <a:pt x="156294" y="122372"/>
                  </a:lnTo>
                  <a:lnTo>
                    <a:pt x="140434" y="127077"/>
                  </a:lnTo>
                  <a:lnTo>
                    <a:pt x="133582" y="125515"/>
                  </a:lnTo>
                  <a:lnTo>
                    <a:pt x="128140" y="117437"/>
                  </a:lnTo>
                  <a:lnTo>
                    <a:pt x="121877" y="107099"/>
                  </a:lnTo>
                  <a:lnTo>
                    <a:pt x="119825" y="99021"/>
                  </a:lnTo>
                  <a:lnTo>
                    <a:pt x="119040" y="88333"/>
                  </a:lnTo>
                  <a:lnTo>
                    <a:pt x="115304" y="78713"/>
                  </a:lnTo>
                  <a:lnTo>
                    <a:pt x="117671" y="73664"/>
                  </a:lnTo>
                  <a:lnTo>
                    <a:pt x="118192" y="71149"/>
                  </a:lnTo>
                  <a:lnTo>
                    <a:pt x="117981" y="67987"/>
                  </a:lnTo>
                  <a:lnTo>
                    <a:pt x="115412" y="65967"/>
                  </a:lnTo>
                  <a:lnTo>
                    <a:pt x="110890" y="65085"/>
                  </a:lnTo>
                  <a:lnTo>
                    <a:pt x="95594" y="69123"/>
                  </a:lnTo>
                  <a:lnTo>
                    <a:pt x="88716" y="69498"/>
                  </a:lnTo>
                  <a:lnTo>
                    <a:pt x="84613" y="71772"/>
                  </a:lnTo>
                  <a:lnTo>
                    <a:pt x="78148" y="76490"/>
                  </a:lnTo>
                  <a:lnTo>
                    <a:pt x="71776" y="77074"/>
                  </a:lnTo>
                  <a:lnTo>
                    <a:pt x="60769" y="65904"/>
                  </a:lnTo>
                  <a:lnTo>
                    <a:pt x="48743" y="53673"/>
                  </a:lnTo>
                  <a:lnTo>
                    <a:pt x="43700" y="36825"/>
                  </a:lnTo>
                  <a:lnTo>
                    <a:pt x="38522" y="19521"/>
                  </a:lnTo>
                  <a:lnTo>
                    <a:pt x="17980" y="9112"/>
                  </a:lnTo>
                  <a:lnTo>
                    <a:pt x="0" y="0"/>
                  </a:lnTo>
                  <a:lnTo>
                    <a:pt x="1519164" y="0"/>
                  </a:lnTo>
                  <a:close/>
                </a:path>
              </a:pathLst>
            </a:custGeom>
            <a:solidFill>
              <a:srgbClr val="FFEFDB">
                <a:alpha val="100000"/>
              </a:srgbClr>
            </a:solidFill>
            <a:ln w="5420" cap="flat">
              <a:solidFill>
                <a:srgbClr val="5959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08" name="pg3908"/>
            <p:cNvSpPr/>
            <p:nvPr/>
          </p:nvSpPr>
          <p:spPr>
            <a:xfrm>
              <a:off x="6018224" y="2540116"/>
              <a:ext cx="296962" cy="257863"/>
            </a:xfrm>
            <a:custGeom>
              <a:avLst/>
              <a:pathLst>
                <a:path w="296962" h="257863">
                  <a:moveTo>
                    <a:pt x="67195" y="242946"/>
                  </a:moveTo>
                  <a:lnTo>
                    <a:pt x="62725" y="241575"/>
                  </a:lnTo>
                  <a:lnTo>
                    <a:pt x="58875" y="240501"/>
                  </a:lnTo>
                  <a:lnTo>
                    <a:pt x="56643" y="242330"/>
                  </a:lnTo>
                  <a:lnTo>
                    <a:pt x="54529" y="244775"/>
                  </a:lnTo>
                  <a:lnTo>
                    <a:pt x="51924" y="246611"/>
                  </a:lnTo>
                  <a:lnTo>
                    <a:pt x="46457" y="244013"/>
                  </a:lnTo>
                  <a:lnTo>
                    <a:pt x="42979" y="239282"/>
                  </a:lnTo>
                  <a:lnTo>
                    <a:pt x="37393" y="234405"/>
                  </a:lnTo>
                  <a:lnTo>
                    <a:pt x="35279" y="230735"/>
                  </a:lnTo>
                  <a:lnTo>
                    <a:pt x="36401" y="226467"/>
                  </a:lnTo>
                  <a:lnTo>
                    <a:pt x="38881" y="222346"/>
                  </a:lnTo>
                  <a:lnTo>
                    <a:pt x="40002" y="217462"/>
                  </a:lnTo>
                  <a:lnTo>
                    <a:pt x="37269" y="211829"/>
                  </a:lnTo>
                  <a:lnTo>
                    <a:pt x="34783" y="208623"/>
                  </a:lnTo>
                  <a:lnTo>
                    <a:pt x="33047" y="204958"/>
                  </a:lnTo>
                  <a:lnTo>
                    <a:pt x="33667" y="201453"/>
                  </a:lnTo>
                  <a:lnTo>
                    <a:pt x="37145" y="199770"/>
                  </a:lnTo>
                  <a:lnTo>
                    <a:pt x="40375" y="197630"/>
                  </a:lnTo>
                  <a:lnTo>
                    <a:pt x="41491" y="193058"/>
                  </a:lnTo>
                  <a:lnTo>
                    <a:pt x="39501" y="188174"/>
                  </a:lnTo>
                  <a:lnTo>
                    <a:pt x="33791" y="186187"/>
                  </a:lnTo>
                  <a:lnTo>
                    <a:pt x="29073" y="186949"/>
                  </a:lnTo>
                  <a:lnTo>
                    <a:pt x="22241" y="185882"/>
                  </a:lnTo>
                  <a:lnTo>
                    <a:pt x="15663" y="182834"/>
                  </a:lnTo>
                  <a:lnTo>
                    <a:pt x="11316" y="179322"/>
                  </a:lnTo>
                  <a:lnTo>
                    <a:pt x="7963" y="177334"/>
                  </a:lnTo>
                  <a:lnTo>
                    <a:pt x="5353" y="177334"/>
                  </a:lnTo>
                  <a:lnTo>
                    <a:pt x="2247" y="175353"/>
                  </a:lnTo>
                  <a:lnTo>
                    <a:pt x="387" y="171993"/>
                  </a:lnTo>
                  <a:lnTo>
                    <a:pt x="635" y="166500"/>
                  </a:lnTo>
                  <a:lnTo>
                    <a:pt x="1503" y="163147"/>
                  </a:lnTo>
                  <a:lnTo>
                    <a:pt x="3239" y="160245"/>
                  </a:lnTo>
                  <a:lnTo>
                    <a:pt x="3363" y="157038"/>
                  </a:lnTo>
                  <a:lnTo>
                    <a:pt x="2619" y="154746"/>
                  </a:lnTo>
                  <a:lnTo>
                    <a:pt x="2500" y="152923"/>
                  </a:lnTo>
                  <a:lnTo>
                    <a:pt x="2991" y="150631"/>
                  </a:lnTo>
                  <a:lnTo>
                    <a:pt x="4113" y="146052"/>
                  </a:lnTo>
                  <a:lnTo>
                    <a:pt x="2247" y="142699"/>
                  </a:lnTo>
                  <a:lnTo>
                    <a:pt x="2056" y="131078"/>
                  </a:lnTo>
                  <a:lnTo>
                    <a:pt x="1689" y="109334"/>
                  </a:lnTo>
                  <a:lnTo>
                    <a:pt x="1415" y="92677"/>
                  </a:lnTo>
                  <a:lnTo>
                    <a:pt x="1069" y="71740"/>
                  </a:lnTo>
                  <a:lnTo>
                    <a:pt x="867" y="56493"/>
                  </a:lnTo>
                  <a:lnTo>
                    <a:pt x="588" y="35130"/>
                  </a:lnTo>
                  <a:lnTo>
                    <a:pt x="325" y="14859"/>
                  </a:lnTo>
                  <a:lnTo>
                    <a:pt x="0" y="0"/>
                  </a:lnTo>
                  <a:lnTo>
                    <a:pt x="276472" y="0"/>
                  </a:lnTo>
                  <a:lnTo>
                    <a:pt x="276633" y="57"/>
                  </a:lnTo>
                  <a:lnTo>
                    <a:pt x="276810" y="0"/>
                  </a:lnTo>
                  <a:lnTo>
                    <a:pt x="296962" y="0"/>
                  </a:lnTo>
                  <a:lnTo>
                    <a:pt x="296962" y="192012"/>
                  </a:lnTo>
                  <a:lnTo>
                    <a:pt x="290901" y="195833"/>
                  </a:lnTo>
                  <a:lnTo>
                    <a:pt x="267083" y="205085"/>
                  </a:lnTo>
                  <a:lnTo>
                    <a:pt x="239280" y="222746"/>
                  </a:lnTo>
                  <a:lnTo>
                    <a:pt x="203354" y="237625"/>
                  </a:lnTo>
                  <a:lnTo>
                    <a:pt x="195825" y="237682"/>
                  </a:lnTo>
                  <a:lnTo>
                    <a:pt x="179510" y="225438"/>
                  </a:lnTo>
                  <a:lnTo>
                    <a:pt x="184073" y="219863"/>
                  </a:lnTo>
                  <a:lnTo>
                    <a:pt x="188316" y="212306"/>
                  </a:lnTo>
                  <a:lnTo>
                    <a:pt x="184260" y="214484"/>
                  </a:lnTo>
                  <a:lnTo>
                    <a:pt x="181629" y="217761"/>
                  </a:lnTo>
                  <a:lnTo>
                    <a:pt x="171790" y="223019"/>
                  </a:lnTo>
                  <a:lnTo>
                    <a:pt x="179769" y="233199"/>
                  </a:lnTo>
                  <a:lnTo>
                    <a:pt x="175914" y="237015"/>
                  </a:lnTo>
                  <a:lnTo>
                    <a:pt x="164503" y="242032"/>
                  </a:lnTo>
                  <a:lnTo>
                    <a:pt x="153878" y="249290"/>
                  </a:lnTo>
                  <a:lnTo>
                    <a:pt x="144577" y="254142"/>
                  </a:lnTo>
                  <a:lnTo>
                    <a:pt x="137052" y="247970"/>
                  </a:lnTo>
                  <a:lnTo>
                    <a:pt x="116283" y="255768"/>
                  </a:lnTo>
                  <a:lnTo>
                    <a:pt x="98791" y="257863"/>
                  </a:lnTo>
                  <a:lnTo>
                    <a:pt x="95008" y="253913"/>
                  </a:lnTo>
                  <a:lnTo>
                    <a:pt x="93897" y="247677"/>
                  </a:lnTo>
                  <a:lnTo>
                    <a:pt x="87773" y="246172"/>
                  </a:lnTo>
                  <a:lnTo>
                    <a:pt x="76394" y="247893"/>
                  </a:lnTo>
                  <a:lnTo>
                    <a:pt x="72079" y="244578"/>
                  </a:lnTo>
                  <a:close/>
                </a:path>
              </a:pathLst>
            </a:custGeom>
            <a:solidFill>
              <a:srgbClr val="FFEFDB">
                <a:alpha val="100000"/>
              </a:srgbClr>
            </a:solidFill>
            <a:ln w="5420" cap="flat">
              <a:solidFill>
                <a:srgbClr val="5959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09" name="pg3909"/>
            <p:cNvSpPr/>
            <p:nvPr/>
          </p:nvSpPr>
          <p:spPr>
            <a:xfrm>
              <a:off x="5287647" y="2540116"/>
              <a:ext cx="534180" cy="266113"/>
            </a:xfrm>
            <a:custGeom>
              <a:avLst/>
              <a:pathLst>
                <a:path w="534180" h="266113">
                  <a:moveTo>
                    <a:pt x="528260" y="7169"/>
                  </a:moveTo>
                  <a:lnTo>
                    <a:pt x="511940" y="26932"/>
                  </a:lnTo>
                  <a:lnTo>
                    <a:pt x="497548" y="44357"/>
                  </a:lnTo>
                  <a:lnTo>
                    <a:pt x="494318" y="62240"/>
                  </a:lnTo>
                  <a:lnTo>
                    <a:pt x="491254" y="79195"/>
                  </a:lnTo>
                  <a:lnTo>
                    <a:pt x="479347" y="92099"/>
                  </a:lnTo>
                  <a:lnTo>
                    <a:pt x="472087" y="103930"/>
                  </a:lnTo>
                  <a:lnTo>
                    <a:pt x="468847" y="117050"/>
                  </a:lnTo>
                  <a:lnTo>
                    <a:pt x="466139" y="129097"/>
                  </a:lnTo>
                  <a:lnTo>
                    <a:pt x="465932" y="139181"/>
                  </a:lnTo>
                  <a:lnTo>
                    <a:pt x="467973" y="144471"/>
                  </a:lnTo>
                  <a:lnTo>
                    <a:pt x="467012" y="148770"/>
                  </a:lnTo>
                  <a:lnTo>
                    <a:pt x="463074" y="153717"/>
                  </a:lnTo>
                  <a:lnTo>
                    <a:pt x="455199" y="162322"/>
                  </a:lnTo>
                  <a:lnTo>
                    <a:pt x="453798" y="170603"/>
                  </a:lnTo>
                  <a:lnTo>
                    <a:pt x="448982" y="174686"/>
                  </a:lnTo>
                  <a:lnTo>
                    <a:pt x="435246" y="182859"/>
                  </a:lnTo>
                  <a:lnTo>
                    <a:pt x="424042" y="194906"/>
                  </a:lnTo>
                  <a:lnTo>
                    <a:pt x="423495" y="201726"/>
                  </a:lnTo>
                  <a:lnTo>
                    <a:pt x="425112" y="207391"/>
                  </a:lnTo>
                  <a:lnTo>
                    <a:pt x="425360" y="210909"/>
                  </a:lnTo>
                  <a:lnTo>
                    <a:pt x="423122" y="213360"/>
                  </a:lnTo>
                  <a:lnTo>
                    <a:pt x="418637" y="213201"/>
                  </a:lnTo>
                  <a:lnTo>
                    <a:pt x="413784" y="213970"/>
                  </a:lnTo>
                  <a:lnTo>
                    <a:pt x="409697" y="218993"/>
                  </a:lnTo>
                  <a:lnTo>
                    <a:pt x="409800" y="226207"/>
                  </a:lnTo>
                  <a:lnTo>
                    <a:pt x="406813" y="231408"/>
                  </a:lnTo>
                  <a:lnTo>
                    <a:pt x="403325" y="232481"/>
                  </a:lnTo>
                  <a:lnTo>
                    <a:pt x="400338" y="228804"/>
                  </a:lnTo>
                  <a:lnTo>
                    <a:pt x="396746" y="223292"/>
                  </a:lnTo>
                  <a:lnTo>
                    <a:pt x="392540" y="222752"/>
                  </a:lnTo>
                  <a:lnTo>
                    <a:pt x="386153" y="226410"/>
                  </a:lnTo>
                  <a:lnTo>
                    <a:pt x="378277" y="232430"/>
                  </a:lnTo>
                  <a:lnTo>
                    <a:pt x="371192" y="232754"/>
                  </a:lnTo>
                  <a:lnTo>
                    <a:pt x="357890" y="228887"/>
                  </a:lnTo>
                  <a:lnTo>
                    <a:pt x="348180" y="240559"/>
                  </a:lnTo>
                  <a:lnTo>
                    <a:pt x="337757" y="265630"/>
                  </a:lnTo>
                  <a:lnTo>
                    <a:pt x="293717" y="265693"/>
                  </a:lnTo>
                  <a:lnTo>
                    <a:pt x="249678" y="265757"/>
                  </a:lnTo>
                  <a:lnTo>
                    <a:pt x="205634" y="265820"/>
                  </a:lnTo>
                  <a:lnTo>
                    <a:pt x="161594" y="265884"/>
                  </a:lnTo>
                  <a:lnTo>
                    <a:pt x="117555" y="265941"/>
                  </a:lnTo>
                  <a:lnTo>
                    <a:pt x="73516" y="266005"/>
                  </a:lnTo>
                  <a:lnTo>
                    <a:pt x="29476" y="266068"/>
                  </a:lnTo>
                  <a:lnTo>
                    <a:pt x="4831" y="266106"/>
                  </a:lnTo>
                  <a:lnTo>
                    <a:pt x="0" y="266113"/>
                  </a:lnTo>
                  <a:lnTo>
                    <a:pt x="15089" y="261204"/>
                  </a:lnTo>
                  <a:lnTo>
                    <a:pt x="46550" y="242127"/>
                  </a:lnTo>
                  <a:lnTo>
                    <a:pt x="69753" y="235218"/>
                  </a:lnTo>
                  <a:lnTo>
                    <a:pt x="99933" y="215182"/>
                  </a:lnTo>
                  <a:lnTo>
                    <a:pt x="121792" y="211328"/>
                  </a:lnTo>
                  <a:lnTo>
                    <a:pt x="125952" y="206921"/>
                  </a:lnTo>
                  <a:lnTo>
                    <a:pt x="129616" y="190302"/>
                  </a:lnTo>
                  <a:lnTo>
                    <a:pt x="131616" y="184377"/>
                  </a:lnTo>
                  <a:lnTo>
                    <a:pt x="141823" y="168056"/>
                  </a:lnTo>
                  <a:lnTo>
                    <a:pt x="154080" y="154289"/>
                  </a:lnTo>
                  <a:lnTo>
                    <a:pt x="163971" y="135250"/>
                  </a:lnTo>
                  <a:lnTo>
                    <a:pt x="181924" y="123083"/>
                  </a:lnTo>
                  <a:lnTo>
                    <a:pt x="209070" y="112909"/>
                  </a:lnTo>
                  <a:lnTo>
                    <a:pt x="234180" y="90689"/>
                  </a:lnTo>
                  <a:lnTo>
                    <a:pt x="247942" y="83914"/>
                  </a:lnTo>
                  <a:lnTo>
                    <a:pt x="261280" y="79062"/>
                  </a:lnTo>
                  <a:lnTo>
                    <a:pt x="266881" y="70032"/>
                  </a:lnTo>
                  <a:lnTo>
                    <a:pt x="275129" y="64869"/>
                  </a:lnTo>
                  <a:lnTo>
                    <a:pt x="297180" y="54372"/>
                  </a:lnTo>
                  <a:lnTo>
                    <a:pt x="321484" y="51533"/>
                  </a:lnTo>
                  <a:lnTo>
                    <a:pt x="346046" y="42820"/>
                  </a:lnTo>
                  <a:lnTo>
                    <a:pt x="364887" y="38203"/>
                  </a:lnTo>
                  <a:lnTo>
                    <a:pt x="376442" y="30030"/>
                  </a:lnTo>
                  <a:lnTo>
                    <a:pt x="393243" y="25725"/>
                  </a:lnTo>
                  <a:lnTo>
                    <a:pt x="443385" y="2273"/>
                  </a:lnTo>
                  <a:lnTo>
                    <a:pt x="446265" y="0"/>
                  </a:lnTo>
                  <a:lnTo>
                    <a:pt x="534180" y="0"/>
                  </a:lnTo>
                  <a:close/>
                </a:path>
              </a:pathLst>
            </a:custGeom>
            <a:solidFill>
              <a:srgbClr val="FFEFDB">
                <a:alpha val="100000"/>
              </a:srgbClr>
            </a:solidFill>
            <a:ln w="5420" cap="flat">
              <a:solidFill>
                <a:srgbClr val="5959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10" name="pg3910"/>
            <p:cNvSpPr/>
            <p:nvPr/>
          </p:nvSpPr>
          <p:spPr>
            <a:xfrm>
              <a:off x="6188919" y="2797057"/>
              <a:ext cx="126268" cy="202407"/>
            </a:xfrm>
            <a:custGeom>
              <a:avLst/>
              <a:pathLst>
                <a:path w="126268" h="202407">
                  <a:moveTo>
                    <a:pt x="117079" y="175208"/>
                  </a:moveTo>
                  <a:lnTo>
                    <a:pt x="108057" y="174662"/>
                  </a:lnTo>
                  <a:lnTo>
                    <a:pt x="101406" y="175266"/>
                  </a:lnTo>
                  <a:lnTo>
                    <a:pt x="91386" y="182892"/>
                  </a:lnTo>
                  <a:lnTo>
                    <a:pt x="89830" y="198305"/>
                  </a:lnTo>
                  <a:lnTo>
                    <a:pt x="85406" y="196266"/>
                  </a:lnTo>
                  <a:lnTo>
                    <a:pt x="80916" y="196768"/>
                  </a:lnTo>
                  <a:lnTo>
                    <a:pt x="78595" y="201607"/>
                  </a:lnTo>
                  <a:lnTo>
                    <a:pt x="75288" y="202407"/>
                  </a:lnTo>
                  <a:lnTo>
                    <a:pt x="66529" y="197829"/>
                  </a:lnTo>
                  <a:lnTo>
                    <a:pt x="56214" y="200331"/>
                  </a:lnTo>
                  <a:lnTo>
                    <a:pt x="48147" y="196857"/>
                  </a:lnTo>
                  <a:lnTo>
                    <a:pt x="37863" y="174275"/>
                  </a:lnTo>
                  <a:lnTo>
                    <a:pt x="32401" y="166362"/>
                  </a:lnTo>
                  <a:lnTo>
                    <a:pt x="22717" y="163810"/>
                  </a:lnTo>
                  <a:lnTo>
                    <a:pt x="20205" y="168585"/>
                  </a:lnTo>
                  <a:lnTo>
                    <a:pt x="16448" y="173259"/>
                  </a:lnTo>
                  <a:lnTo>
                    <a:pt x="7126" y="163943"/>
                  </a:lnTo>
                  <a:lnTo>
                    <a:pt x="56" y="129365"/>
                  </a:lnTo>
                  <a:lnTo>
                    <a:pt x="0" y="121021"/>
                  </a:lnTo>
                  <a:lnTo>
                    <a:pt x="9896" y="91936"/>
                  </a:lnTo>
                  <a:lnTo>
                    <a:pt x="34401" y="65753"/>
                  </a:lnTo>
                  <a:lnTo>
                    <a:pt x="26577" y="64877"/>
                  </a:lnTo>
                  <a:lnTo>
                    <a:pt x="4940" y="83033"/>
                  </a:lnTo>
                  <a:lnTo>
                    <a:pt x="7172" y="78638"/>
                  </a:lnTo>
                  <a:lnTo>
                    <a:pt x="10841" y="74059"/>
                  </a:lnTo>
                  <a:lnTo>
                    <a:pt x="18138" y="66674"/>
                  </a:lnTo>
                  <a:lnTo>
                    <a:pt x="29213" y="59733"/>
                  </a:lnTo>
                  <a:lnTo>
                    <a:pt x="43961" y="55688"/>
                  </a:lnTo>
                  <a:lnTo>
                    <a:pt x="54106" y="55072"/>
                  </a:lnTo>
                  <a:lnTo>
                    <a:pt x="61098" y="51236"/>
                  </a:lnTo>
                  <a:lnTo>
                    <a:pt x="71231" y="44441"/>
                  </a:lnTo>
                  <a:lnTo>
                    <a:pt x="73112" y="40834"/>
                  </a:lnTo>
                  <a:lnTo>
                    <a:pt x="64126" y="44981"/>
                  </a:lnTo>
                  <a:lnTo>
                    <a:pt x="49196" y="49064"/>
                  </a:lnTo>
                  <a:lnTo>
                    <a:pt x="53026" y="43711"/>
                  </a:lnTo>
                  <a:lnTo>
                    <a:pt x="56762" y="40847"/>
                  </a:lnTo>
                  <a:lnTo>
                    <a:pt x="126268" y="0"/>
                  </a:lnTo>
                  <a:lnTo>
                    <a:pt x="126268" y="168132"/>
                  </a:lnTo>
                  <a:close/>
                </a:path>
              </a:pathLst>
            </a:custGeom>
            <a:solidFill>
              <a:srgbClr val="FFEFDB">
                <a:alpha val="100000"/>
              </a:srgbClr>
            </a:solidFill>
            <a:ln w="5420" cap="flat">
              <a:solidFill>
                <a:srgbClr val="5959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11" name="pg3911"/>
            <p:cNvSpPr/>
            <p:nvPr/>
          </p:nvSpPr>
          <p:spPr>
            <a:xfrm>
              <a:off x="6175048" y="2885799"/>
              <a:ext cx="12040" cy="17520"/>
            </a:xfrm>
            <a:custGeom>
              <a:avLst/>
              <a:pathLst>
                <a:path w="12040" h="17520">
                  <a:moveTo>
                    <a:pt x="0" y="17520"/>
                  </a:moveTo>
                  <a:lnTo>
                    <a:pt x="1291" y="13062"/>
                  </a:lnTo>
                  <a:lnTo>
                    <a:pt x="7792" y="1695"/>
                  </a:lnTo>
                  <a:lnTo>
                    <a:pt x="12040" y="0"/>
                  </a:lnTo>
                  <a:lnTo>
                    <a:pt x="5327" y="12973"/>
                  </a:lnTo>
                  <a:close/>
                </a:path>
              </a:pathLst>
            </a:custGeom>
            <a:solidFill>
              <a:srgbClr val="FFEFDB">
                <a:alpha val="100000"/>
              </a:srgbClr>
            </a:solidFill>
            <a:ln w="5420" cap="flat">
              <a:solidFill>
                <a:srgbClr val="5959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12" name="pg3912"/>
            <p:cNvSpPr/>
            <p:nvPr/>
          </p:nvSpPr>
          <p:spPr>
            <a:xfrm>
              <a:off x="6114410" y="2832043"/>
              <a:ext cx="16050" cy="22950"/>
            </a:xfrm>
            <a:custGeom>
              <a:avLst/>
              <a:pathLst>
                <a:path w="16050" h="22950">
                  <a:moveTo>
                    <a:pt x="0" y="22950"/>
                  </a:moveTo>
                  <a:lnTo>
                    <a:pt x="5539" y="5391"/>
                  </a:lnTo>
                  <a:lnTo>
                    <a:pt x="10046" y="0"/>
                  </a:lnTo>
                  <a:lnTo>
                    <a:pt x="16050" y="1816"/>
                  </a:lnTo>
                  <a:lnTo>
                    <a:pt x="15208" y="12427"/>
                  </a:lnTo>
                  <a:lnTo>
                    <a:pt x="14242" y="16072"/>
                  </a:lnTo>
                  <a:close/>
                </a:path>
              </a:pathLst>
            </a:custGeom>
            <a:solidFill>
              <a:srgbClr val="FFEFDB">
                <a:alpha val="100000"/>
              </a:srgbClr>
            </a:solidFill>
            <a:ln w="5420" cap="flat">
              <a:solidFill>
                <a:srgbClr val="5959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13" name="pg3913"/>
            <p:cNvSpPr/>
            <p:nvPr/>
          </p:nvSpPr>
          <p:spPr>
            <a:xfrm>
              <a:off x="5366847" y="2715076"/>
              <a:ext cx="51274" cy="34247"/>
            </a:xfrm>
            <a:custGeom>
              <a:avLst/>
              <a:pathLst>
                <a:path w="51274" h="34247">
                  <a:moveTo>
                    <a:pt x="33548" y="33244"/>
                  </a:moveTo>
                  <a:lnTo>
                    <a:pt x="19601" y="30837"/>
                  </a:lnTo>
                  <a:lnTo>
                    <a:pt x="4268" y="34177"/>
                  </a:lnTo>
                  <a:lnTo>
                    <a:pt x="0" y="34247"/>
                  </a:lnTo>
                  <a:lnTo>
                    <a:pt x="11389" y="24582"/>
                  </a:lnTo>
                  <a:lnTo>
                    <a:pt x="28903" y="18638"/>
                  </a:lnTo>
                  <a:lnTo>
                    <a:pt x="46364" y="463"/>
                  </a:lnTo>
                  <a:lnTo>
                    <a:pt x="51274" y="0"/>
                  </a:lnTo>
                  <a:lnTo>
                    <a:pt x="44628" y="20587"/>
                  </a:lnTo>
                  <a:lnTo>
                    <a:pt x="43274" y="27948"/>
                  </a:lnTo>
                  <a:lnTo>
                    <a:pt x="41703" y="30646"/>
                  </a:lnTo>
                  <a:close/>
                </a:path>
              </a:pathLst>
            </a:custGeom>
            <a:solidFill>
              <a:srgbClr val="FFEFDB">
                <a:alpha val="100000"/>
              </a:srgbClr>
            </a:solidFill>
            <a:ln w="5420" cap="flat">
              <a:solidFill>
                <a:srgbClr val="5959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14" name="pg3914"/>
            <p:cNvSpPr/>
            <p:nvPr/>
          </p:nvSpPr>
          <p:spPr>
            <a:xfrm>
              <a:off x="5377730" y="2716409"/>
              <a:ext cx="30200" cy="16853"/>
            </a:xfrm>
            <a:custGeom>
              <a:avLst/>
              <a:pathLst>
                <a:path w="30200" h="16853">
                  <a:moveTo>
                    <a:pt x="4423" y="16853"/>
                  </a:moveTo>
                  <a:lnTo>
                    <a:pt x="0" y="15723"/>
                  </a:lnTo>
                  <a:lnTo>
                    <a:pt x="14082" y="2946"/>
                  </a:lnTo>
                  <a:lnTo>
                    <a:pt x="30200" y="0"/>
                  </a:lnTo>
                  <a:lnTo>
                    <a:pt x="17187" y="14174"/>
                  </a:lnTo>
                  <a:close/>
                </a:path>
              </a:pathLst>
            </a:custGeom>
            <a:solidFill>
              <a:srgbClr val="FFEFDB">
                <a:alpha val="100000"/>
              </a:srgbClr>
            </a:solidFill>
            <a:ln w="5420" cap="flat">
              <a:solidFill>
                <a:srgbClr val="5959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15" name="pg3915"/>
            <p:cNvSpPr/>
            <p:nvPr/>
          </p:nvSpPr>
          <p:spPr>
            <a:xfrm>
              <a:off x="5667831" y="2547127"/>
              <a:ext cx="30784" cy="17069"/>
            </a:xfrm>
            <a:custGeom>
              <a:avLst/>
              <a:pathLst>
                <a:path w="30784" h="17069">
                  <a:moveTo>
                    <a:pt x="0" y="17069"/>
                  </a:moveTo>
                  <a:lnTo>
                    <a:pt x="2294" y="12554"/>
                  </a:lnTo>
                  <a:lnTo>
                    <a:pt x="15430" y="4508"/>
                  </a:lnTo>
                  <a:lnTo>
                    <a:pt x="25084" y="0"/>
                  </a:lnTo>
                  <a:lnTo>
                    <a:pt x="30784" y="95"/>
                  </a:lnTo>
                  <a:lnTo>
                    <a:pt x="21502" y="9957"/>
                  </a:lnTo>
                  <a:lnTo>
                    <a:pt x="9622" y="16015"/>
                  </a:lnTo>
                  <a:close/>
                </a:path>
              </a:pathLst>
            </a:custGeom>
            <a:solidFill>
              <a:srgbClr val="FFEFDB">
                <a:alpha val="100000"/>
              </a:srgbClr>
            </a:solidFill>
            <a:ln w="5420" cap="flat">
              <a:solidFill>
                <a:srgbClr val="5959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16" name="pg3916"/>
            <p:cNvSpPr/>
            <p:nvPr/>
          </p:nvSpPr>
          <p:spPr>
            <a:xfrm>
              <a:off x="4939342" y="5500509"/>
              <a:ext cx="49258" cy="37397"/>
            </a:xfrm>
            <a:custGeom>
              <a:avLst/>
              <a:pathLst>
                <a:path w="49258" h="37397">
                  <a:moveTo>
                    <a:pt x="36380" y="7931"/>
                  </a:moveTo>
                  <a:lnTo>
                    <a:pt x="25890" y="16136"/>
                  </a:lnTo>
                  <a:lnTo>
                    <a:pt x="33512" y="21991"/>
                  </a:lnTo>
                  <a:lnTo>
                    <a:pt x="40695" y="9258"/>
                  </a:lnTo>
                  <a:lnTo>
                    <a:pt x="46395" y="19603"/>
                  </a:lnTo>
                  <a:lnTo>
                    <a:pt x="49258" y="37397"/>
                  </a:lnTo>
                  <a:lnTo>
                    <a:pt x="16879" y="37397"/>
                  </a:lnTo>
                  <a:lnTo>
                    <a:pt x="15627" y="32145"/>
                  </a:lnTo>
                  <a:lnTo>
                    <a:pt x="9084" y="25573"/>
                  </a:lnTo>
                  <a:lnTo>
                    <a:pt x="0" y="8807"/>
                  </a:lnTo>
                  <a:lnTo>
                    <a:pt x="5276" y="4483"/>
                  </a:lnTo>
                  <a:lnTo>
                    <a:pt x="12309" y="5924"/>
                  </a:lnTo>
                  <a:lnTo>
                    <a:pt x="15911" y="3905"/>
                  </a:lnTo>
                  <a:lnTo>
                    <a:pt x="25662" y="2292"/>
                  </a:lnTo>
                  <a:lnTo>
                    <a:pt x="31585" y="0"/>
                  </a:lnTo>
                  <a:lnTo>
                    <a:pt x="36215" y="4953"/>
                  </a:lnTo>
                  <a:close/>
                </a:path>
              </a:pathLst>
            </a:custGeom>
            <a:solidFill>
              <a:srgbClr val="FFEFDB">
                <a:alpha val="100000"/>
              </a:srgbClr>
            </a:solidFill>
            <a:ln w="5420" cap="flat">
              <a:solidFill>
                <a:srgbClr val="5959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17" name="pg3917"/>
            <p:cNvSpPr/>
            <p:nvPr/>
          </p:nvSpPr>
          <p:spPr>
            <a:xfrm>
              <a:off x="4945285" y="5155530"/>
              <a:ext cx="95830" cy="135860"/>
            </a:xfrm>
            <a:custGeom>
              <a:avLst/>
              <a:pathLst>
                <a:path w="95830" h="135860">
                  <a:moveTo>
                    <a:pt x="73800" y="135860"/>
                  </a:moveTo>
                  <a:lnTo>
                    <a:pt x="64612" y="122835"/>
                  </a:lnTo>
                  <a:lnTo>
                    <a:pt x="57211" y="119050"/>
                  </a:lnTo>
                  <a:lnTo>
                    <a:pt x="68772" y="109842"/>
                  </a:lnTo>
                  <a:lnTo>
                    <a:pt x="73764" y="101930"/>
                  </a:lnTo>
                  <a:lnTo>
                    <a:pt x="73660" y="84669"/>
                  </a:lnTo>
                  <a:lnTo>
                    <a:pt x="76482" y="75214"/>
                  </a:lnTo>
                  <a:lnTo>
                    <a:pt x="75526" y="67028"/>
                  </a:lnTo>
                  <a:lnTo>
                    <a:pt x="78073" y="58671"/>
                  </a:lnTo>
                  <a:lnTo>
                    <a:pt x="74627" y="49285"/>
                  </a:lnTo>
                  <a:lnTo>
                    <a:pt x="64963" y="41842"/>
                  </a:lnTo>
                  <a:lnTo>
                    <a:pt x="45842" y="12237"/>
                  </a:lnTo>
                  <a:lnTo>
                    <a:pt x="15637" y="5048"/>
                  </a:lnTo>
                  <a:lnTo>
                    <a:pt x="0" y="4750"/>
                  </a:lnTo>
                  <a:lnTo>
                    <a:pt x="8593" y="0"/>
                  </a:lnTo>
                  <a:lnTo>
                    <a:pt x="16531" y="577"/>
                  </a:lnTo>
                  <a:lnTo>
                    <a:pt x="28748" y="3403"/>
                  </a:lnTo>
                  <a:lnTo>
                    <a:pt x="43377" y="4769"/>
                  </a:lnTo>
                  <a:lnTo>
                    <a:pt x="52318" y="13481"/>
                  </a:lnTo>
                  <a:lnTo>
                    <a:pt x="60855" y="25033"/>
                  </a:lnTo>
                  <a:lnTo>
                    <a:pt x="68565" y="29707"/>
                  </a:lnTo>
                  <a:lnTo>
                    <a:pt x="71738" y="32679"/>
                  </a:lnTo>
                  <a:lnTo>
                    <a:pt x="71381" y="36032"/>
                  </a:lnTo>
                  <a:lnTo>
                    <a:pt x="72663" y="39181"/>
                  </a:lnTo>
                  <a:lnTo>
                    <a:pt x="82724" y="44586"/>
                  </a:lnTo>
                  <a:lnTo>
                    <a:pt x="92858" y="53311"/>
                  </a:lnTo>
                  <a:lnTo>
                    <a:pt x="95830" y="78897"/>
                  </a:lnTo>
                  <a:lnTo>
                    <a:pt x="82177" y="91007"/>
                  </a:lnTo>
                  <a:lnTo>
                    <a:pt x="79665" y="128055"/>
                  </a:lnTo>
                  <a:lnTo>
                    <a:pt x="76001" y="134723"/>
                  </a:lnTo>
                  <a:close/>
                </a:path>
              </a:pathLst>
            </a:custGeom>
            <a:solidFill>
              <a:srgbClr val="FFEFDB">
                <a:alpha val="100000"/>
              </a:srgbClr>
            </a:solidFill>
            <a:ln w="5420" cap="flat">
              <a:solidFill>
                <a:srgbClr val="5959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18" name="pg3918"/>
            <p:cNvSpPr/>
            <p:nvPr/>
          </p:nvSpPr>
          <p:spPr>
            <a:xfrm>
              <a:off x="4893261" y="5381534"/>
              <a:ext cx="74105" cy="118987"/>
            </a:xfrm>
            <a:custGeom>
              <a:avLst/>
              <a:pathLst>
                <a:path w="74105" h="118987">
                  <a:moveTo>
                    <a:pt x="72947" y="80116"/>
                  </a:moveTo>
                  <a:lnTo>
                    <a:pt x="74105" y="91896"/>
                  </a:lnTo>
                  <a:lnTo>
                    <a:pt x="73035" y="96094"/>
                  </a:lnTo>
                  <a:lnTo>
                    <a:pt x="61583" y="103968"/>
                  </a:lnTo>
                  <a:lnTo>
                    <a:pt x="58643" y="108369"/>
                  </a:lnTo>
                  <a:lnTo>
                    <a:pt x="47847" y="112808"/>
                  </a:lnTo>
                  <a:lnTo>
                    <a:pt x="41315" y="118987"/>
                  </a:lnTo>
                  <a:lnTo>
                    <a:pt x="38044" y="108947"/>
                  </a:lnTo>
                  <a:lnTo>
                    <a:pt x="31703" y="102742"/>
                  </a:lnTo>
                  <a:lnTo>
                    <a:pt x="30639" y="92194"/>
                  </a:lnTo>
                  <a:lnTo>
                    <a:pt x="25792" y="95757"/>
                  </a:lnTo>
                  <a:lnTo>
                    <a:pt x="18805" y="93585"/>
                  </a:lnTo>
                  <a:lnTo>
                    <a:pt x="7281" y="85596"/>
                  </a:lnTo>
                  <a:lnTo>
                    <a:pt x="0" y="74750"/>
                  </a:lnTo>
                  <a:lnTo>
                    <a:pt x="10201" y="72870"/>
                  </a:lnTo>
                  <a:lnTo>
                    <a:pt x="12309" y="79608"/>
                  </a:lnTo>
                  <a:lnTo>
                    <a:pt x="20381" y="71340"/>
                  </a:lnTo>
                  <a:lnTo>
                    <a:pt x="18546" y="66983"/>
                  </a:lnTo>
                  <a:lnTo>
                    <a:pt x="17089" y="66425"/>
                  </a:lnTo>
                  <a:lnTo>
                    <a:pt x="14443" y="58321"/>
                  </a:lnTo>
                  <a:lnTo>
                    <a:pt x="26587" y="37098"/>
                  </a:lnTo>
                  <a:lnTo>
                    <a:pt x="29207" y="23407"/>
                  </a:lnTo>
                  <a:lnTo>
                    <a:pt x="23699" y="1441"/>
                  </a:lnTo>
                  <a:lnTo>
                    <a:pt x="28841" y="0"/>
                  </a:lnTo>
                  <a:lnTo>
                    <a:pt x="42545" y="7703"/>
                  </a:lnTo>
                  <a:lnTo>
                    <a:pt x="48685" y="15285"/>
                  </a:lnTo>
                  <a:lnTo>
                    <a:pt x="48886" y="25693"/>
                  </a:lnTo>
                  <a:lnTo>
                    <a:pt x="54648" y="33752"/>
                  </a:lnTo>
                  <a:lnTo>
                    <a:pt x="62989" y="53057"/>
                  </a:lnTo>
                  <a:lnTo>
                    <a:pt x="73180" y="64367"/>
                  </a:lnTo>
                  <a:close/>
                </a:path>
              </a:pathLst>
            </a:custGeom>
            <a:solidFill>
              <a:srgbClr val="FFEFDB">
                <a:alpha val="100000"/>
              </a:srgbClr>
            </a:solidFill>
            <a:ln w="5420" cap="flat">
              <a:solidFill>
                <a:srgbClr val="5959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19" name="pg3919"/>
            <p:cNvSpPr/>
            <p:nvPr/>
          </p:nvSpPr>
          <p:spPr>
            <a:xfrm>
              <a:off x="4835016" y="5174016"/>
              <a:ext cx="112522" cy="38661"/>
            </a:xfrm>
            <a:custGeom>
              <a:avLst/>
              <a:pathLst>
                <a:path w="112522" h="38661">
                  <a:moveTo>
                    <a:pt x="64973" y="13005"/>
                  </a:moveTo>
                  <a:lnTo>
                    <a:pt x="71841" y="12453"/>
                  </a:lnTo>
                  <a:lnTo>
                    <a:pt x="75960" y="9792"/>
                  </a:lnTo>
                  <a:lnTo>
                    <a:pt x="94931" y="10878"/>
                  </a:lnTo>
                  <a:lnTo>
                    <a:pt x="110248" y="6985"/>
                  </a:lnTo>
                  <a:lnTo>
                    <a:pt x="112522" y="13894"/>
                  </a:lnTo>
                  <a:lnTo>
                    <a:pt x="112134" y="17501"/>
                  </a:lnTo>
                  <a:lnTo>
                    <a:pt x="79562" y="20886"/>
                  </a:lnTo>
                  <a:lnTo>
                    <a:pt x="49682" y="31028"/>
                  </a:lnTo>
                  <a:lnTo>
                    <a:pt x="33305" y="37899"/>
                  </a:lnTo>
                  <a:lnTo>
                    <a:pt x="25611" y="38661"/>
                  </a:lnTo>
                  <a:lnTo>
                    <a:pt x="19730" y="35047"/>
                  </a:lnTo>
                  <a:lnTo>
                    <a:pt x="0" y="14104"/>
                  </a:lnTo>
                  <a:lnTo>
                    <a:pt x="5276" y="16193"/>
                  </a:lnTo>
                  <a:lnTo>
                    <a:pt x="19854" y="28030"/>
                  </a:lnTo>
                  <a:lnTo>
                    <a:pt x="28908" y="25871"/>
                  </a:lnTo>
                  <a:lnTo>
                    <a:pt x="37295" y="18047"/>
                  </a:lnTo>
                  <a:lnTo>
                    <a:pt x="38577" y="12135"/>
                  </a:lnTo>
                  <a:lnTo>
                    <a:pt x="37326" y="9335"/>
                  </a:lnTo>
                  <a:lnTo>
                    <a:pt x="41119" y="0"/>
                  </a:lnTo>
                  <a:lnTo>
                    <a:pt x="52152" y="8960"/>
                  </a:lnTo>
                  <a:close/>
                </a:path>
              </a:pathLst>
            </a:custGeom>
            <a:solidFill>
              <a:srgbClr val="FFEFDB">
                <a:alpha val="100000"/>
              </a:srgbClr>
            </a:solidFill>
            <a:ln w="5420" cap="flat">
              <a:solidFill>
                <a:srgbClr val="5959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20" name="pg3920"/>
            <p:cNvSpPr/>
            <p:nvPr/>
          </p:nvSpPr>
          <p:spPr>
            <a:xfrm>
              <a:off x="4985696" y="5397055"/>
              <a:ext cx="30985" cy="11691"/>
            </a:xfrm>
            <a:custGeom>
              <a:avLst/>
              <a:pathLst>
                <a:path w="30985" h="11691">
                  <a:moveTo>
                    <a:pt x="10733" y="11691"/>
                  </a:moveTo>
                  <a:lnTo>
                    <a:pt x="2191" y="9030"/>
                  </a:lnTo>
                  <a:lnTo>
                    <a:pt x="0" y="6890"/>
                  </a:lnTo>
                  <a:lnTo>
                    <a:pt x="3658" y="3295"/>
                  </a:lnTo>
                  <a:lnTo>
                    <a:pt x="11710" y="298"/>
                  </a:lnTo>
                  <a:lnTo>
                    <a:pt x="24639" y="0"/>
                  </a:lnTo>
                  <a:lnTo>
                    <a:pt x="30303" y="3543"/>
                  </a:lnTo>
                  <a:lnTo>
                    <a:pt x="30985" y="5093"/>
                  </a:lnTo>
                  <a:lnTo>
                    <a:pt x="22686" y="8992"/>
                  </a:lnTo>
                  <a:close/>
                </a:path>
              </a:pathLst>
            </a:custGeom>
            <a:solidFill>
              <a:srgbClr val="FFEFDB">
                <a:alpha val="100000"/>
              </a:srgbClr>
            </a:solidFill>
            <a:ln w="5420" cap="flat">
              <a:solidFill>
                <a:srgbClr val="5959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21" name="pg3921"/>
            <p:cNvSpPr/>
            <p:nvPr/>
          </p:nvSpPr>
          <p:spPr>
            <a:xfrm>
              <a:off x="5304944" y="5521433"/>
              <a:ext cx="12277" cy="16472"/>
            </a:xfrm>
            <a:custGeom>
              <a:avLst/>
              <a:pathLst>
                <a:path w="12277" h="16472">
                  <a:moveTo>
                    <a:pt x="7008" y="16472"/>
                  </a:moveTo>
                  <a:lnTo>
                    <a:pt x="0" y="16472"/>
                  </a:lnTo>
                  <a:lnTo>
                    <a:pt x="1962" y="2806"/>
                  </a:lnTo>
                  <a:lnTo>
                    <a:pt x="7771" y="0"/>
                  </a:lnTo>
                  <a:lnTo>
                    <a:pt x="10050" y="152"/>
                  </a:lnTo>
                  <a:lnTo>
                    <a:pt x="12277" y="7620"/>
                  </a:lnTo>
                  <a:close/>
                </a:path>
              </a:pathLst>
            </a:custGeom>
            <a:solidFill>
              <a:srgbClr val="FFEFDB">
                <a:alpha val="100000"/>
              </a:srgbClr>
            </a:solidFill>
            <a:ln w="5420" cap="flat">
              <a:solidFill>
                <a:srgbClr val="5959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22" name="pg3922"/>
            <p:cNvSpPr/>
            <p:nvPr/>
          </p:nvSpPr>
          <p:spPr>
            <a:xfrm>
              <a:off x="5068380" y="5334383"/>
              <a:ext cx="70456" cy="119063"/>
            </a:xfrm>
            <a:custGeom>
              <a:avLst/>
              <a:pathLst>
                <a:path w="70456" h="119063">
                  <a:moveTo>
                    <a:pt x="31373" y="24747"/>
                  </a:moveTo>
                  <a:lnTo>
                    <a:pt x="46235" y="30285"/>
                  </a:lnTo>
                  <a:lnTo>
                    <a:pt x="62302" y="48650"/>
                  </a:lnTo>
                  <a:lnTo>
                    <a:pt x="69221" y="55191"/>
                  </a:lnTo>
                  <a:lnTo>
                    <a:pt x="70456" y="61147"/>
                  </a:lnTo>
                  <a:lnTo>
                    <a:pt x="67748" y="88340"/>
                  </a:lnTo>
                  <a:lnTo>
                    <a:pt x="64136" y="104711"/>
                  </a:lnTo>
                  <a:lnTo>
                    <a:pt x="64679" y="119063"/>
                  </a:lnTo>
                  <a:lnTo>
                    <a:pt x="60906" y="114815"/>
                  </a:lnTo>
                  <a:lnTo>
                    <a:pt x="57093" y="105416"/>
                  </a:lnTo>
                  <a:lnTo>
                    <a:pt x="50840" y="100012"/>
                  </a:lnTo>
                  <a:lnTo>
                    <a:pt x="48757" y="97180"/>
                  </a:lnTo>
                  <a:lnTo>
                    <a:pt x="59997" y="96557"/>
                  </a:lnTo>
                  <a:lnTo>
                    <a:pt x="60994" y="81761"/>
                  </a:lnTo>
                  <a:lnTo>
                    <a:pt x="66477" y="70089"/>
                  </a:lnTo>
                  <a:lnTo>
                    <a:pt x="65645" y="57947"/>
                  </a:lnTo>
                  <a:lnTo>
                    <a:pt x="52529" y="44579"/>
                  </a:lnTo>
                  <a:lnTo>
                    <a:pt x="43538" y="32812"/>
                  </a:lnTo>
                  <a:lnTo>
                    <a:pt x="29714" y="29046"/>
                  </a:lnTo>
                  <a:lnTo>
                    <a:pt x="16929" y="17330"/>
                  </a:lnTo>
                  <a:lnTo>
                    <a:pt x="9301" y="15888"/>
                  </a:lnTo>
                  <a:lnTo>
                    <a:pt x="0" y="17952"/>
                  </a:lnTo>
                  <a:lnTo>
                    <a:pt x="3359" y="10967"/>
                  </a:lnTo>
                  <a:lnTo>
                    <a:pt x="5684" y="1727"/>
                  </a:lnTo>
                  <a:lnTo>
                    <a:pt x="7389" y="0"/>
                  </a:lnTo>
                  <a:lnTo>
                    <a:pt x="13952" y="10078"/>
                  </a:lnTo>
                  <a:close/>
                </a:path>
              </a:pathLst>
            </a:custGeom>
            <a:solidFill>
              <a:srgbClr val="FFEFDB">
                <a:alpha val="100000"/>
              </a:srgbClr>
            </a:solidFill>
            <a:ln w="5420" cap="flat">
              <a:solidFill>
                <a:srgbClr val="5959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23" name="pg3923"/>
            <p:cNvSpPr/>
            <p:nvPr/>
          </p:nvSpPr>
          <p:spPr>
            <a:xfrm>
              <a:off x="5178096" y="5447191"/>
              <a:ext cx="46804" cy="72629"/>
            </a:xfrm>
            <a:custGeom>
              <a:avLst/>
              <a:pathLst>
                <a:path w="46804" h="72629">
                  <a:moveTo>
                    <a:pt x="46804" y="71314"/>
                  </a:moveTo>
                  <a:lnTo>
                    <a:pt x="39713" y="69974"/>
                  </a:lnTo>
                  <a:lnTo>
                    <a:pt x="29249" y="72559"/>
                  </a:lnTo>
                  <a:lnTo>
                    <a:pt x="25482" y="72629"/>
                  </a:lnTo>
                  <a:lnTo>
                    <a:pt x="27828" y="68101"/>
                  </a:lnTo>
                  <a:lnTo>
                    <a:pt x="35094" y="61979"/>
                  </a:lnTo>
                  <a:lnTo>
                    <a:pt x="35460" y="56150"/>
                  </a:lnTo>
                  <a:lnTo>
                    <a:pt x="26469" y="47742"/>
                  </a:lnTo>
                  <a:lnTo>
                    <a:pt x="16004" y="26824"/>
                  </a:lnTo>
                  <a:lnTo>
                    <a:pt x="11105" y="21864"/>
                  </a:lnTo>
                  <a:lnTo>
                    <a:pt x="8779" y="14002"/>
                  </a:lnTo>
                  <a:lnTo>
                    <a:pt x="0" y="5569"/>
                  </a:lnTo>
                  <a:lnTo>
                    <a:pt x="1834" y="1060"/>
                  </a:lnTo>
                  <a:lnTo>
                    <a:pt x="3638" y="0"/>
                  </a:lnTo>
                  <a:lnTo>
                    <a:pt x="9575" y="2165"/>
                  </a:lnTo>
                  <a:lnTo>
                    <a:pt x="23022" y="32253"/>
                  </a:lnTo>
                  <a:lnTo>
                    <a:pt x="23900" y="35136"/>
                  </a:lnTo>
                  <a:lnTo>
                    <a:pt x="46101" y="64704"/>
                  </a:lnTo>
                  <a:close/>
                </a:path>
              </a:pathLst>
            </a:custGeom>
            <a:solidFill>
              <a:srgbClr val="FFEFDB">
                <a:alpha val="100000"/>
              </a:srgbClr>
            </a:solidFill>
            <a:ln w="5420" cap="flat">
              <a:solidFill>
                <a:srgbClr val="5959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24" name="pt3924"/>
            <p:cNvSpPr/>
            <p:nvPr/>
          </p:nvSpPr>
          <p:spPr>
            <a:xfrm>
              <a:off x="5411954" y="3276309"/>
              <a:ext cx="63202" cy="63202"/>
            </a:xfrm>
            <a:prstGeom prst="ellipse">
              <a:avLst/>
            </a:prstGeom>
            <a:solidFill>
              <a:srgbClr val="3985A5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25" name="pt3925"/>
            <p:cNvSpPr/>
            <p:nvPr/>
          </p:nvSpPr>
          <p:spPr>
            <a:xfrm>
              <a:off x="3286560" y="4746129"/>
              <a:ext cx="63202" cy="63202"/>
            </a:xfrm>
            <a:prstGeom prst="ellipse">
              <a:avLst/>
            </a:prstGeom>
            <a:solidFill>
              <a:srgbClr val="5DCAAC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26" name="pt3926"/>
            <p:cNvSpPr/>
            <p:nvPr/>
          </p:nvSpPr>
          <p:spPr>
            <a:xfrm>
              <a:off x="5154968" y="3735383"/>
              <a:ext cx="63202" cy="63202"/>
            </a:xfrm>
            <a:prstGeom prst="ellipse">
              <a:avLst/>
            </a:prstGeom>
            <a:solidFill>
              <a:srgbClr val="7DD6B7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27" name="pt3927"/>
            <p:cNvSpPr/>
            <p:nvPr/>
          </p:nvSpPr>
          <p:spPr>
            <a:xfrm>
              <a:off x="3815690" y="4677487"/>
              <a:ext cx="63202" cy="63202"/>
            </a:xfrm>
            <a:prstGeom prst="ellipse">
              <a:avLst/>
            </a:prstGeom>
            <a:solidFill>
              <a:srgbClr val="7ED6B7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28" name="pt3928"/>
            <p:cNvSpPr/>
            <p:nvPr/>
          </p:nvSpPr>
          <p:spPr>
            <a:xfrm>
              <a:off x="5234441" y="3545894"/>
              <a:ext cx="63202" cy="63202"/>
            </a:xfrm>
            <a:prstGeom prst="ellipse">
              <a:avLst/>
            </a:prstGeom>
            <a:solidFill>
              <a:srgbClr val="7AD5B6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29" name="pt3929"/>
            <p:cNvSpPr/>
            <p:nvPr/>
          </p:nvSpPr>
          <p:spPr>
            <a:xfrm>
              <a:off x="3635685" y="4800931"/>
              <a:ext cx="63202" cy="63202"/>
            </a:xfrm>
            <a:prstGeom prst="ellipse">
              <a:avLst/>
            </a:prstGeom>
            <a:solidFill>
              <a:srgbClr val="67D0AF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30" name="pt3930"/>
            <p:cNvSpPr/>
            <p:nvPr/>
          </p:nvSpPr>
          <p:spPr>
            <a:xfrm>
              <a:off x="5602232" y="3222656"/>
              <a:ext cx="63202" cy="63202"/>
            </a:xfrm>
            <a:prstGeom prst="ellipse">
              <a:avLst/>
            </a:prstGeom>
            <a:solidFill>
              <a:srgbClr val="3A679E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31" name="pt3931"/>
            <p:cNvSpPr/>
            <p:nvPr/>
          </p:nvSpPr>
          <p:spPr>
            <a:xfrm>
              <a:off x="4189184" y="4765547"/>
              <a:ext cx="63202" cy="63202"/>
            </a:xfrm>
            <a:prstGeom prst="ellipse">
              <a:avLst/>
            </a:prstGeom>
            <a:solidFill>
              <a:srgbClr val="52B8AB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32" name="pt3932"/>
            <p:cNvSpPr/>
            <p:nvPr/>
          </p:nvSpPr>
          <p:spPr>
            <a:xfrm>
              <a:off x="4913887" y="4211118"/>
              <a:ext cx="63202" cy="63202"/>
            </a:xfrm>
            <a:prstGeom prst="ellipse">
              <a:avLst/>
            </a:prstGeom>
            <a:solidFill>
              <a:srgbClr val="46AAAA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33" name="pt3933"/>
            <p:cNvSpPr/>
            <p:nvPr/>
          </p:nvSpPr>
          <p:spPr>
            <a:xfrm>
              <a:off x="4598477" y="4463619"/>
              <a:ext cx="63202" cy="63202"/>
            </a:xfrm>
            <a:prstGeom prst="ellipse">
              <a:avLst/>
            </a:prstGeom>
            <a:solidFill>
              <a:srgbClr val="3690A7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34" name="pt3934"/>
            <p:cNvSpPr/>
            <p:nvPr/>
          </p:nvSpPr>
          <p:spPr>
            <a:xfrm>
              <a:off x="3118737" y="4784820"/>
              <a:ext cx="63202" cy="63202"/>
            </a:xfrm>
            <a:prstGeom prst="ellipse">
              <a:avLst/>
            </a:prstGeom>
            <a:solidFill>
              <a:srgbClr val="84D8BA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35" name="pt3935"/>
            <p:cNvSpPr/>
            <p:nvPr/>
          </p:nvSpPr>
          <p:spPr>
            <a:xfrm>
              <a:off x="4706891" y="4368015"/>
              <a:ext cx="63202" cy="63202"/>
            </a:xfrm>
            <a:prstGeom prst="ellipse">
              <a:avLst/>
            </a:prstGeom>
            <a:solidFill>
              <a:srgbClr val="5AC5AC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36" name="pt3936"/>
            <p:cNvSpPr/>
            <p:nvPr/>
          </p:nvSpPr>
          <p:spPr>
            <a:xfrm>
              <a:off x="5170525" y="3498927"/>
              <a:ext cx="63202" cy="63202"/>
            </a:xfrm>
            <a:prstGeom prst="ellipse">
              <a:avLst/>
            </a:prstGeom>
            <a:solidFill>
              <a:srgbClr val="7BD5B6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37" name="pt3937"/>
            <p:cNvSpPr/>
            <p:nvPr/>
          </p:nvSpPr>
          <p:spPr>
            <a:xfrm>
              <a:off x="4143523" y="4766403"/>
              <a:ext cx="63202" cy="63202"/>
            </a:xfrm>
            <a:prstGeom prst="ellipse">
              <a:avLst/>
            </a:prstGeom>
            <a:solidFill>
              <a:srgbClr val="52B9AB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38" name="pt3938"/>
            <p:cNvSpPr/>
            <p:nvPr/>
          </p:nvSpPr>
          <p:spPr>
            <a:xfrm>
              <a:off x="3690881" y="4772296"/>
              <a:ext cx="63202" cy="63202"/>
            </a:xfrm>
            <a:prstGeom prst="ellipse">
              <a:avLst/>
            </a:prstGeom>
            <a:solidFill>
              <a:srgbClr val="87D9BB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39" name="pt3939"/>
            <p:cNvSpPr/>
            <p:nvPr/>
          </p:nvSpPr>
          <p:spPr>
            <a:xfrm>
              <a:off x="5016032" y="3641698"/>
              <a:ext cx="63202" cy="63202"/>
            </a:xfrm>
            <a:prstGeom prst="ellipse">
              <a:avLst/>
            </a:prstGeom>
            <a:solidFill>
              <a:srgbClr val="A3E2C8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40" name="pt3940"/>
            <p:cNvSpPr/>
            <p:nvPr/>
          </p:nvSpPr>
          <p:spPr>
            <a:xfrm>
              <a:off x="4551789" y="4536931"/>
              <a:ext cx="63202" cy="63202"/>
            </a:xfrm>
            <a:prstGeom prst="ellipse">
              <a:avLst/>
            </a:prstGeom>
            <a:solidFill>
              <a:srgbClr val="3691A8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41" name="pt3941"/>
            <p:cNvSpPr/>
            <p:nvPr/>
          </p:nvSpPr>
          <p:spPr>
            <a:xfrm>
              <a:off x="3457033" y="4801454"/>
              <a:ext cx="63202" cy="63202"/>
            </a:xfrm>
            <a:prstGeom prst="ellipse">
              <a:avLst/>
            </a:prstGeom>
            <a:solidFill>
              <a:srgbClr val="90DCBF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42" name="pt3942"/>
            <p:cNvSpPr/>
            <p:nvPr/>
          </p:nvSpPr>
          <p:spPr>
            <a:xfrm>
              <a:off x="4795350" y="4267713"/>
              <a:ext cx="63202" cy="63202"/>
            </a:xfrm>
            <a:prstGeom prst="ellipse">
              <a:avLst/>
            </a:prstGeom>
            <a:solidFill>
              <a:srgbClr val="4EB3AB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43" name="pt3943"/>
            <p:cNvSpPr/>
            <p:nvPr/>
          </p:nvSpPr>
          <p:spPr>
            <a:xfrm>
              <a:off x="5763373" y="2927118"/>
              <a:ext cx="63202" cy="63202"/>
            </a:xfrm>
            <a:prstGeom prst="ellipse">
              <a:avLst/>
            </a:prstGeom>
            <a:solidFill>
              <a:srgbClr val="3A73A1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44" name="pt3944"/>
            <p:cNvSpPr/>
            <p:nvPr/>
          </p:nvSpPr>
          <p:spPr>
            <a:xfrm>
              <a:off x="3223042" y="4753931"/>
              <a:ext cx="63202" cy="63202"/>
            </a:xfrm>
            <a:prstGeom prst="ellipse">
              <a:avLst/>
            </a:prstGeom>
            <a:solidFill>
              <a:srgbClr val="58C2AC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45" name="pt3945"/>
            <p:cNvSpPr/>
            <p:nvPr/>
          </p:nvSpPr>
          <p:spPr>
            <a:xfrm>
              <a:off x="6187218" y="2929573"/>
              <a:ext cx="63202" cy="63202"/>
            </a:xfrm>
            <a:prstGeom prst="ellipse">
              <a:avLst/>
            </a:prstGeom>
            <a:solidFill>
              <a:srgbClr val="3497A9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46" name="pt3946"/>
            <p:cNvSpPr/>
            <p:nvPr/>
          </p:nvSpPr>
          <p:spPr>
            <a:xfrm>
              <a:off x="4558922" y="4541579"/>
              <a:ext cx="63202" cy="63202"/>
            </a:xfrm>
            <a:prstGeom prst="ellipse">
              <a:avLst/>
            </a:prstGeom>
            <a:solidFill>
              <a:srgbClr val="40A3AA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47" name="pt3947"/>
            <p:cNvSpPr/>
            <p:nvPr/>
          </p:nvSpPr>
          <p:spPr>
            <a:xfrm>
              <a:off x="5665872" y="3067530"/>
              <a:ext cx="63202" cy="63202"/>
            </a:xfrm>
            <a:prstGeom prst="ellipse">
              <a:avLst/>
            </a:prstGeom>
            <a:solidFill>
              <a:srgbClr val="3A6EA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48" name="pt3948"/>
            <p:cNvSpPr/>
            <p:nvPr/>
          </p:nvSpPr>
          <p:spPr>
            <a:xfrm>
              <a:off x="4587926" y="4467164"/>
              <a:ext cx="63202" cy="63202"/>
            </a:xfrm>
            <a:prstGeom prst="ellipse">
              <a:avLst/>
            </a:prstGeom>
            <a:solidFill>
              <a:srgbClr val="3A79A3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49" name="pt3949"/>
            <p:cNvSpPr/>
            <p:nvPr/>
          </p:nvSpPr>
          <p:spPr>
            <a:xfrm>
              <a:off x="2979067" y="4895874"/>
              <a:ext cx="63202" cy="63202"/>
            </a:xfrm>
            <a:prstGeom prst="ellipse">
              <a:avLst/>
            </a:prstGeom>
            <a:solidFill>
              <a:srgbClr val="60CEAC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50" name="pt3950"/>
            <p:cNvSpPr/>
            <p:nvPr/>
          </p:nvSpPr>
          <p:spPr>
            <a:xfrm>
              <a:off x="4922163" y="4187507"/>
              <a:ext cx="63202" cy="63202"/>
            </a:xfrm>
            <a:prstGeom prst="ellipse">
              <a:avLst/>
            </a:prstGeom>
            <a:solidFill>
              <a:srgbClr val="3496A9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51" name="pt3951"/>
            <p:cNvSpPr/>
            <p:nvPr/>
          </p:nvSpPr>
          <p:spPr>
            <a:xfrm>
              <a:off x="2878450" y="4973596"/>
              <a:ext cx="63202" cy="63202"/>
            </a:xfrm>
            <a:prstGeom prst="ellipse">
              <a:avLst/>
            </a:prstGeom>
            <a:solidFill>
              <a:srgbClr val="48ADAB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52" name="pt3952"/>
            <p:cNvSpPr/>
            <p:nvPr/>
          </p:nvSpPr>
          <p:spPr>
            <a:xfrm>
              <a:off x="5803938" y="2901996"/>
              <a:ext cx="63202" cy="63202"/>
            </a:xfrm>
            <a:prstGeom prst="ellipse">
              <a:avLst/>
            </a:prstGeom>
            <a:solidFill>
              <a:srgbClr val="281E37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53" name="pt3953"/>
            <p:cNvSpPr/>
            <p:nvPr/>
          </p:nvSpPr>
          <p:spPr>
            <a:xfrm>
              <a:off x="4544041" y="4668741"/>
              <a:ext cx="63202" cy="63202"/>
            </a:xfrm>
            <a:prstGeom prst="ellipse">
              <a:avLst/>
            </a:prstGeom>
            <a:solidFill>
              <a:srgbClr val="3A7FA4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54" name="pt3954"/>
            <p:cNvSpPr/>
            <p:nvPr/>
          </p:nvSpPr>
          <p:spPr>
            <a:xfrm>
              <a:off x="3541256" y="4824822"/>
              <a:ext cx="63202" cy="63202"/>
            </a:xfrm>
            <a:prstGeom prst="ellipse">
              <a:avLst/>
            </a:prstGeom>
            <a:solidFill>
              <a:srgbClr val="83D8B9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55" name="pt3955"/>
            <p:cNvSpPr/>
            <p:nvPr/>
          </p:nvSpPr>
          <p:spPr>
            <a:xfrm>
              <a:off x="5657937" y="3028251"/>
              <a:ext cx="63202" cy="63202"/>
            </a:xfrm>
            <a:prstGeom prst="ellipse">
              <a:avLst/>
            </a:prstGeom>
            <a:solidFill>
              <a:srgbClr val="378CA7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56" name="pt3956"/>
            <p:cNvSpPr/>
            <p:nvPr/>
          </p:nvSpPr>
          <p:spPr>
            <a:xfrm>
              <a:off x="5059838" y="3807278"/>
              <a:ext cx="63202" cy="63202"/>
            </a:xfrm>
            <a:prstGeom prst="ellipse">
              <a:avLst/>
            </a:prstGeom>
            <a:solidFill>
              <a:srgbClr val="3799A9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57" name="pt3957"/>
            <p:cNvSpPr/>
            <p:nvPr/>
          </p:nvSpPr>
          <p:spPr>
            <a:xfrm>
              <a:off x="5070515" y="3688083"/>
              <a:ext cx="63202" cy="63202"/>
            </a:xfrm>
            <a:prstGeom prst="ellipse">
              <a:avLst/>
            </a:prstGeom>
            <a:solidFill>
              <a:srgbClr val="DCF4E4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58" name="pt3958"/>
            <p:cNvSpPr/>
            <p:nvPr/>
          </p:nvSpPr>
          <p:spPr>
            <a:xfrm>
              <a:off x="5066550" y="3783417"/>
              <a:ext cx="63202" cy="63202"/>
            </a:xfrm>
            <a:prstGeom prst="ellipse">
              <a:avLst/>
            </a:prstGeom>
            <a:solidFill>
              <a:srgbClr val="60CEAC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59" name="pt3959"/>
            <p:cNvSpPr/>
            <p:nvPr/>
          </p:nvSpPr>
          <p:spPr>
            <a:xfrm>
              <a:off x="2851349" y="4946495"/>
              <a:ext cx="117405" cy="117405"/>
            </a:xfrm>
            <a:prstGeom prst="ellipse">
              <a:avLst/>
            </a:prstGeom>
            <a:solidFill>
              <a:srgbClr val="48ADAB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60" name="pt3960"/>
            <p:cNvSpPr/>
            <p:nvPr/>
          </p:nvSpPr>
          <p:spPr>
            <a:xfrm>
              <a:off x="5776837" y="2874895"/>
              <a:ext cx="117405" cy="117405"/>
            </a:xfrm>
            <a:prstGeom prst="ellipse">
              <a:avLst/>
            </a:prstGeom>
            <a:solidFill>
              <a:srgbClr val="281E37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61" name="pt3961"/>
            <p:cNvSpPr/>
            <p:nvPr/>
          </p:nvSpPr>
          <p:spPr>
            <a:xfrm>
              <a:off x="4516940" y="4641639"/>
              <a:ext cx="117405" cy="117405"/>
            </a:xfrm>
            <a:prstGeom prst="ellipse">
              <a:avLst/>
            </a:prstGeom>
            <a:solidFill>
              <a:srgbClr val="3A7FA4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62" name="pt3962"/>
            <p:cNvSpPr/>
            <p:nvPr/>
          </p:nvSpPr>
          <p:spPr>
            <a:xfrm>
              <a:off x="3514155" y="4797720"/>
              <a:ext cx="117405" cy="117405"/>
            </a:xfrm>
            <a:prstGeom prst="ellipse">
              <a:avLst/>
            </a:prstGeom>
            <a:solidFill>
              <a:srgbClr val="83D8B9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63" name="pt3963"/>
            <p:cNvSpPr/>
            <p:nvPr/>
          </p:nvSpPr>
          <p:spPr>
            <a:xfrm>
              <a:off x="5630836" y="3001150"/>
              <a:ext cx="117405" cy="117405"/>
            </a:xfrm>
            <a:prstGeom prst="ellipse">
              <a:avLst/>
            </a:prstGeom>
            <a:solidFill>
              <a:srgbClr val="378CA7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64" name="pl3964"/>
            <p:cNvSpPr/>
            <p:nvPr/>
          </p:nvSpPr>
          <p:spPr>
            <a:xfrm>
              <a:off x="2850464" y="4909126"/>
              <a:ext cx="52349" cy="84401"/>
            </a:xfrm>
            <a:custGeom>
              <a:avLst/>
              <a:pathLst>
                <a:path w="52349" h="84401">
                  <a:moveTo>
                    <a:pt x="0" y="0"/>
                  </a:moveTo>
                  <a:lnTo>
                    <a:pt x="52349" y="84401"/>
                  </a:lnTo>
                </a:path>
              </a:pathLst>
            </a:custGeom>
            <a:ln w="1355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65" name="pl3965"/>
            <p:cNvSpPr/>
            <p:nvPr/>
          </p:nvSpPr>
          <p:spPr>
            <a:xfrm>
              <a:off x="5709506" y="2783174"/>
              <a:ext cx="116935" cy="139565"/>
            </a:xfrm>
            <a:custGeom>
              <a:avLst/>
              <a:pathLst>
                <a:path w="116935" h="139565">
                  <a:moveTo>
                    <a:pt x="0" y="0"/>
                  </a:moveTo>
                  <a:lnTo>
                    <a:pt x="116935" y="139565"/>
                  </a:lnTo>
                </a:path>
              </a:pathLst>
            </a:custGeom>
            <a:ln w="1355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66" name="pl3966"/>
            <p:cNvSpPr/>
            <p:nvPr/>
          </p:nvSpPr>
          <p:spPr>
            <a:xfrm>
              <a:off x="4513508" y="4609346"/>
              <a:ext cx="54320" cy="79552"/>
            </a:xfrm>
            <a:custGeom>
              <a:avLst/>
              <a:pathLst>
                <a:path w="54320" h="79552">
                  <a:moveTo>
                    <a:pt x="0" y="0"/>
                  </a:moveTo>
                  <a:lnTo>
                    <a:pt x="54320" y="79552"/>
                  </a:lnTo>
                </a:path>
              </a:pathLst>
            </a:custGeom>
            <a:ln w="1355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67" name="pl3967"/>
            <p:cNvSpPr/>
            <p:nvPr/>
          </p:nvSpPr>
          <p:spPr>
            <a:xfrm>
              <a:off x="3511676" y="4762463"/>
              <a:ext cx="53654" cy="82401"/>
            </a:xfrm>
            <a:custGeom>
              <a:avLst/>
              <a:pathLst>
                <a:path w="53654" h="82401">
                  <a:moveTo>
                    <a:pt x="0" y="0"/>
                  </a:moveTo>
                  <a:lnTo>
                    <a:pt x="53654" y="82401"/>
                  </a:lnTo>
                </a:path>
              </a:pathLst>
            </a:custGeom>
            <a:ln w="1355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68" name="pl3968"/>
            <p:cNvSpPr/>
            <p:nvPr/>
          </p:nvSpPr>
          <p:spPr>
            <a:xfrm>
              <a:off x="5595128" y="3003238"/>
              <a:ext cx="81199" cy="48692"/>
            </a:xfrm>
            <a:custGeom>
              <a:avLst/>
              <a:pathLst>
                <a:path w="81199" h="48692">
                  <a:moveTo>
                    <a:pt x="0" y="0"/>
                  </a:moveTo>
                  <a:lnTo>
                    <a:pt x="81199" y="48692"/>
                  </a:lnTo>
                </a:path>
              </a:pathLst>
            </a:custGeom>
            <a:ln w="1355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69" name="pg3969"/>
            <p:cNvSpPr/>
            <p:nvPr/>
          </p:nvSpPr>
          <p:spPr>
            <a:xfrm>
              <a:off x="2291948" y="4760423"/>
              <a:ext cx="558515" cy="191932"/>
            </a:xfrm>
            <a:custGeom>
              <a:avLst/>
              <a:pathLst>
                <a:path w="558515" h="191932">
                  <a:moveTo>
                    <a:pt x="27431" y="191932"/>
                  </a:moveTo>
                  <a:lnTo>
                    <a:pt x="531083" y="191932"/>
                  </a:lnTo>
                  <a:lnTo>
                    <a:pt x="529978" y="191910"/>
                  </a:lnTo>
                  <a:lnTo>
                    <a:pt x="534390" y="191732"/>
                  </a:lnTo>
                  <a:lnTo>
                    <a:pt x="538715" y="190849"/>
                  </a:lnTo>
                  <a:lnTo>
                    <a:pt x="542843" y="189284"/>
                  </a:lnTo>
                  <a:lnTo>
                    <a:pt x="546666" y="187076"/>
                  </a:lnTo>
                  <a:lnTo>
                    <a:pt x="550086" y="184284"/>
                  </a:lnTo>
                  <a:lnTo>
                    <a:pt x="553013" y="180980"/>
                  </a:lnTo>
                  <a:lnTo>
                    <a:pt x="555373" y="177248"/>
                  </a:lnTo>
                  <a:lnTo>
                    <a:pt x="557103" y="173187"/>
                  </a:lnTo>
                  <a:lnTo>
                    <a:pt x="558160" y="168900"/>
                  </a:lnTo>
                  <a:lnTo>
                    <a:pt x="558515" y="164500"/>
                  </a:lnTo>
                  <a:lnTo>
                    <a:pt x="558515" y="27431"/>
                  </a:lnTo>
                  <a:lnTo>
                    <a:pt x="558160" y="23031"/>
                  </a:lnTo>
                  <a:lnTo>
                    <a:pt x="557103" y="18745"/>
                  </a:lnTo>
                  <a:lnTo>
                    <a:pt x="555373" y="14683"/>
                  </a:lnTo>
                  <a:lnTo>
                    <a:pt x="553013" y="10952"/>
                  </a:lnTo>
                  <a:lnTo>
                    <a:pt x="550086" y="7647"/>
                  </a:lnTo>
                  <a:lnTo>
                    <a:pt x="546666" y="4855"/>
                  </a:lnTo>
                  <a:lnTo>
                    <a:pt x="542843" y="2648"/>
                  </a:lnTo>
                  <a:lnTo>
                    <a:pt x="538715" y="1083"/>
                  </a:lnTo>
                  <a:lnTo>
                    <a:pt x="534390" y="200"/>
                  </a:lnTo>
                  <a:lnTo>
                    <a:pt x="531083" y="0"/>
                  </a:lnTo>
                  <a:lnTo>
                    <a:pt x="27431" y="0"/>
                  </a:lnTo>
                  <a:lnTo>
                    <a:pt x="30738" y="200"/>
                  </a:lnTo>
                  <a:lnTo>
                    <a:pt x="26327" y="22"/>
                  </a:lnTo>
                  <a:lnTo>
                    <a:pt x="21944" y="554"/>
                  </a:lnTo>
                  <a:lnTo>
                    <a:pt x="17704" y="1782"/>
                  </a:lnTo>
                  <a:lnTo>
                    <a:pt x="13716" y="3675"/>
                  </a:lnTo>
                  <a:lnTo>
                    <a:pt x="10082" y="6183"/>
                  </a:lnTo>
                  <a:lnTo>
                    <a:pt x="6898" y="9241"/>
                  </a:lnTo>
                  <a:lnTo>
                    <a:pt x="4246" y="12770"/>
                  </a:lnTo>
                  <a:lnTo>
                    <a:pt x="2195" y="16679"/>
                  </a:lnTo>
                  <a:lnTo>
                    <a:pt x="797" y="20867"/>
                  </a:lnTo>
                  <a:lnTo>
                    <a:pt x="88" y="25224"/>
                  </a:lnTo>
                  <a:lnTo>
                    <a:pt x="0" y="27431"/>
                  </a:lnTo>
                  <a:lnTo>
                    <a:pt x="0" y="164500"/>
                  </a:lnTo>
                  <a:lnTo>
                    <a:pt x="88" y="162293"/>
                  </a:lnTo>
                  <a:lnTo>
                    <a:pt x="88" y="166707"/>
                  </a:lnTo>
                  <a:lnTo>
                    <a:pt x="797" y="171065"/>
                  </a:lnTo>
                  <a:lnTo>
                    <a:pt x="2195" y="175252"/>
                  </a:lnTo>
                  <a:lnTo>
                    <a:pt x="4246" y="179162"/>
                  </a:lnTo>
                  <a:lnTo>
                    <a:pt x="6898" y="182691"/>
                  </a:lnTo>
                  <a:lnTo>
                    <a:pt x="10082" y="185749"/>
                  </a:lnTo>
                  <a:lnTo>
                    <a:pt x="13716" y="188257"/>
                  </a:lnTo>
                  <a:lnTo>
                    <a:pt x="17704" y="190149"/>
                  </a:lnTo>
                  <a:lnTo>
                    <a:pt x="21944" y="191378"/>
                  </a:lnTo>
                  <a:lnTo>
                    <a:pt x="26327" y="19191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6775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70" name="tx3970"/>
            <p:cNvSpPr/>
            <p:nvPr/>
          </p:nvSpPr>
          <p:spPr>
            <a:xfrm>
              <a:off x="2337668" y="4806143"/>
              <a:ext cx="467075" cy="10049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3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3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W1_TX</a:t>
              </a:r>
            </a:p>
          </p:txBody>
        </p:sp>
        <p:sp>
          <p:nvSpPr>
            <p:cNvPr id="3971" name="pg3971"/>
            <p:cNvSpPr/>
            <p:nvPr/>
          </p:nvSpPr>
          <p:spPr>
            <a:xfrm>
              <a:off x="5374972" y="2591241"/>
              <a:ext cx="589605" cy="191932"/>
            </a:xfrm>
            <a:custGeom>
              <a:avLst/>
              <a:pathLst>
                <a:path w="589605" h="191932">
                  <a:moveTo>
                    <a:pt x="27432" y="191932"/>
                  </a:moveTo>
                  <a:lnTo>
                    <a:pt x="562173" y="191932"/>
                  </a:lnTo>
                  <a:lnTo>
                    <a:pt x="561068" y="191910"/>
                  </a:lnTo>
                  <a:lnTo>
                    <a:pt x="565479" y="191732"/>
                  </a:lnTo>
                  <a:lnTo>
                    <a:pt x="569805" y="190849"/>
                  </a:lnTo>
                  <a:lnTo>
                    <a:pt x="573933" y="189284"/>
                  </a:lnTo>
                  <a:lnTo>
                    <a:pt x="577756" y="187076"/>
                  </a:lnTo>
                  <a:lnTo>
                    <a:pt x="581175" y="184284"/>
                  </a:lnTo>
                  <a:lnTo>
                    <a:pt x="584103" y="180980"/>
                  </a:lnTo>
                  <a:lnTo>
                    <a:pt x="586462" y="177248"/>
                  </a:lnTo>
                  <a:lnTo>
                    <a:pt x="588193" y="173187"/>
                  </a:lnTo>
                  <a:lnTo>
                    <a:pt x="589249" y="168900"/>
                  </a:lnTo>
                  <a:lnTo>
                    <a:pt x="589605" y="164500"/>
                  </a:lnTo>
                  <a:lnTo>
                    <a:pt x="589605" y="27432"/>
                  </a:lnTo>
                  <a:lnTo>
                    <a:pt x="589249" y="23031"/>
                  </a:lnTo>
                  <a:lnTo>
                    <a:pt x="588193" y="18745"/>
                  </a:lnTo>
                  <a:lnTo>
                    <a:pt x="586462" y="14683"/>
                  </a:lnTo>
                  <a:lnTo>
                    <a:pt x="584103" y="10952"/>
                  </a:lnTo>
                  <a:lnTo>
                    <a:pt x="581175" y="7647"/>
                  </a:lnTo>
                  <a:lnTo>
                    <a:pt x="577756" y="4855"/>
                  </a:lnTo>
                  <a:lnTo>
                    <a:pt x="573933" y="2648"/>
                  </a:lnTo>
                  <a:lnTo>
                    <a:pt x="569805" y="1083"/>
                  </a:lnTo>
                  <a:lnTo>
                    <a:pt x="565479" y="200"/>
                  </a:lnTo>
                  <a:lnTo>
                    <a:pt x="562173" y="0"/>
                  </a:lnTo>
                  <a:lnTo>
                    <a:pt x="27432" y="0"/>
                  </a:lnTo>
                  <a:lnTo>
                    <a:pt x="30738" y="200"/>
                  </a:lnTo>
                  <a:lnTo>
                    <a:pt x="26327" y="22"/>
                  </a:lnTo>
                  <a:lnTo>
                    <a:pt x="21944" y="554"/>
                  </a:lnTo>
                  <a:lnTo>
                    <a:pt x="17704" y="1782"/>
                  </a:lnTo>
                  <a:lnTo>
                    <a:pt x="13715" y="3675"/>
                  </a:lnTo>
                  <a:lnTo>
                    <a:pt x="10082" y="6183"/>
                  </a:lnTo>
                  <a:lnTo>
                    <a:pt x="6898" y="9241"/>
                  </a:lnTo>
                  <a:lnTo>
                    <a:pt x="4246" y="12770"/>
                  </a:lnTo>
                  <a:lnTo>
                    <a:pt x="2195" y="16679"/>
                  </a:lnTo>
                  <a:lnTo>
                    <a:pt x="797" y="20867"/>
                  </a:lnTo>
                  <a:lnTo>
                    <a:pt x="88" y="25224"/>
                  </a:lnTo>
                  <a:lnTo>
                    <a:pt x="0" y="27432"/>
                  </a:lnTo>
                  <a:lnTo>
                    <a:pt x="0" y="164500"/>
                  </a:lnTo>
                  <a:lnTo>
                    <a:pt x="88" y="162293"/>
                  </a:lnTo>
                  <a:lnTo>
                    <a:pt x="88" y="166707"/>
                  </a:lnTo>
                  <a:lnTo>
                    <a:pt x="797" y="171065"/>
                  </a:lnTo>
                  <a:lnTo>
                    <a:pt x="2195" y="175252"/>
                  </a:lnTo>
                  <a:lnTo>
                    <a:pt x="4246" y="179162"/>
                  </a:lnTo>
                  <a:lnTo>
                    <a:pt x="6898" y="182691"/>
                  </a:lnTo>
                  <a:lnTo>
                    <a:pt x="10082" y="185749"/>
                  </a:lnTo>
                  <a:lnTo>
                    <a:pt x="13715" y="188257"/>
                  </a:lnTo>
                  <a:lnTo>
                    <a:pt x="17704" y="190149"/>
                  </a:lnTo>
                  <a:lnTo>
                    <a:pt x="21944" y="191378"/>
                  </a:lnTo>
                  <a:lnTo>
                    <a:pt x="26327" y="19191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6775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72" name="tx3972"/>
            <p:cNvSpPr/>
            <p:nvPr/>
          </p:nvSpPr>
          <p:spPr>
            <a:xfrm>
              <a:off x="5420692" y="2636961"/>
              <a:ext cx="498165" cy="10049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3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3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W6_ME</a:t>
              </a:r>
            </a:p>
          </p:txBody>
        </p:sp>
        <p:sp>
          <p:nvSpPr>
            <p:cNvPr id="3973" name="pg3973"/>
            <p:cNvSpPr/>
            <p:nvPr/>
          </p:nvSpPr>
          <p:spPr>
            <a:xfrm>
              <a:off x="3970538" y="4460402"/>
              <a:ext cx="542970" cy="191932"/>
            </a:xfrm>
            <a:custGeom>
              <a:avLst/>
              <a:pathLst>
                <a:path w="542970" h="191932">
                  <a:moveTo>
                    <a:pt x="27431" y="191932"/>
                  </a:moveTo>
                  <a:lnTo>
                    <a:pt x="515538" y="191932"/>
                  </a:lnTo>
                  <a:lnTo>
                    <a:pt x="514434" y="191910"/>
                  </a:lnTo>
                  <a:lnTo>
                    <a:pt x="518845" y="191732"/>
                  </a:lnTo>
                  <a:lnTo>
                    <a:pt x="523170" y="190849"/>
                  </a:lnTo>
                  <a:lnTo>
                    <a:pt x="527298" y="189284"/>
                  </a:lnTo>
                  <a:lnTo>
                    <a:pt x="531121" y="187076"/>
                  </a:lnTo>
                  <a:lnTo>
                    <a:pt x="534541" y="184284"/>
                  </a:lnTo>
                  <a:lnTo>
                    <a:pt x="537469" y="180980"/>
                  </a:lnTo>
                  <a:lnTo>
                    <a:pt x="539828" y="177248"/>
                  </a:lnTo>
                  <a:lnTo>
                    <a:pt x="541558" y="173187"/>
                  </a:lnTo>
                  <a:lnTo>
                    <a:pt x="542615" y="168900"/>
                  </a:lnTo>
                  <a:lnTo>
                    <a:pt x="542970" y="164500"/>
                  </a:lnTo>
                  <a:lnTo>
                    <a:pt x="542970" y="27432"/>
                  </a:lnTo>
                  <a:lnTo>
                    <a:pt x="542615" y="23031"/>
                  </a:lnTo>
                  <a:lnTo>
                    <a:pt x="541558" y="18745"/>
                  </a:lnTo>
                  <a:lnTo>
                    <a:pt x="539828" y="14683"/>
                  </a:lnTo>
                  <a:lnTo>
                    <a:pt x="537469" y="10952"/>
                  </a:lnTo>
                  <a:lnTo>
                    <a:pt x="534541" y="7647"/>
                  </a:lnTo>
                  <a:lnTo>
                    <a:pt x="531121" y="4855"/>
                  </a:lnTo>
                  <a:lnTo>
                    <a:pt x="527298" y="2648"/>
                  </a:lnTo>
                  <a:lnTo>
                    <a:pt x="523170" y="1083"/>
                  </a:lnTo>
                  <a:lnTo>
                    <a:pt x="518845" y="200"/>
                  </a:lnTo>
                  <a:lnTo>
                    <a:pt x="515538" y="0"/>
                  </a:lnTo>
                  <a:lnTo>
                    <a:pt x="27431" y="0"/>
                  </a:lnTo>
                  <a:lnTo>
                    <a:pt x="30738" y="200"/>
                  </a:lnTo>
                  <a:lnTo>
                    <a:pt x="26327" y="22"/>
                  </a:lnTo>
                  <a:lnTo>
                    <a:pt x="21944" y="554"/>
                  </a:lnTo>
                  <a:lnTo>
                    <a:pt x="17704" y="1782"/>
                  </a:lnTo>
                  <a:lnTo>
                    <a:pt x="13715" y="3675"/>
                  </a:lnTo>
                  <a:lnTo>
                    <a:pt x="10082" y="6183"/>
                  </a:lnTo>
                  <a:lnTo>
                    <a:pt x="6898" y="9241"/>
                  </a:lnTo>
                  <a:lnTo>
                    <a:pt x="4246" y="12770"/>
                  </a:lnTo>
                  <a:lnTo>
                    <a:pt x="2195" y="16679"/>
                  </a:lnTo>
                  <a:lnTo>
                    <a:pt x="797" y="20867"/>
                  </a:lnTo>
                  <a:lnTo>
                    <a:pt x="88" y="25224"/>
                  </a:lnTo>
                  <a:lnTo>
                    <a:pt x="0" y="27432"/>
                  </a:lnTo>
                  <a:lnTo>
                    <a:pt x="0" y="164500"/>
                  </a:lnTo>
                  <a:lnTo>
                    <a:pt x="88" y="162293"/>
                  </a:lnTo>
                  <a:lnTo>
                    <a:pt x="88" y="166707"/>
                  </a:lnTo>
                  <a:lnTo>
                    <a:pt x="797" y="171065"/>
                  </a:lnTo>
                  <a:lnTo>
                    <a:pt x="2195" y="175252"/>
                  </a:lnTo>
                  <a:lnTo>
                    <a:pt x="4246" y="179162"/>
                  </a:lnTo>
                  <a:lnTo>
                    <a:pt x="6898" y="182691"/>
                  </a:lnTo>
                  <a:lnTo>
                    <a:pt x="10082" y="185749"/>
                  </a:lnTo>
                  <a:lnTo>
                    <a:pt x="13715" y="188257"/>
                  </a:lnTo>
                  <a:lnTo>
                    <a:pt x="17704" y="190149"/>
                  </a:lnTo>
                  <a:lnTo>
                    <a:pt x="21944" y="191378"/>
                  </a:lnTo>
                  <a:lnTo>
                    <a:pt x="26327" y="19191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6775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74" name="tx3974"/>
            <p:cNvSpPr/>
            <p:nvPr/>
          </p:nvSpPr>
          <p:spPr>
            <a:xfrm>
              <a:off x="4016258" y="4506122"/>
              <a:ext cx="451530" cy="10049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3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3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W3_FL</a:t>
              </a:r>
            </a:p>
          </p:txBody>
        </p:sp>
        <p:sp>
          <p:nvSpPr>
            <p:cNvPr id="3975" name="pg3975"/>
            <p:cNvSpPr/>
            <p:nvPr/>
          </p:nvSpPr>
          <p:spPr>
            <a:xfrm>
              <a:off x="2960842" y="4613760"/>
              <a:ext cx="550834" cy="191932"/>
            </a:xfrm>
            <a:custGeom>
              <a:avLst/>
              <a:pathLst>
                <a:path w="550834" h="191932">
                  <a:moveTo>
                    <a:pt x="27432" y="191932"/>
                  </a:moveTo>
                  <a:lnTo>
                    <a:pt x="523402" y="191932"/>
                  </a:lnTo>
                  <a:lnTo>
                    <a:pt x="522297" y="191910"/>
                  </a:lnTo>
                  <a:lnTo>
                    <a:pt x="526709" y="191732"/>
                  </a:lnTo>
                  <a:lnTo>
                    <a:pt x="531034" y="190849"/>
                  </a:lnTo>
                  <a:lnTo>
                    <a:pt x="535162" y="189284"/>
                  </a:lnTo>
                  <a:lnTo>
                    <a:pt x="538985" y="187076"/>
                  </a:lnTo>
                  <a:lnTo>
                    <a:pt x="542405" y="184284"/>
                  </a:lnTo>
                  <a:lnTo>
                    <a:pt x="545332" y="180980"/>
                  </a:lnTo>
                  <a:lnTo>
                    <a:pt x="547692" y="177248"/>
                  </a:lnTo>
                  <a:lnTo>
                    <a:pt x="549422" y="173187"/>
                  </a:lnTo>
                  <a:lnTo>
                    <a:pt x="550479" y="168900"/>
                  </a:lnTo>
                  <a:lnTo>
                    <a:pt x="550834" y="164500"/>
                  </a:lnTo>
                  <a:lnTo>
                    <a:pt x="550834" y="27431"/>
                  </a:lnTo>
                  <a:lnTo>
                    <a:pt x="550479" y="23031"/>
                  </a:lnTo>
                  <a:lnTo>
                    <a:pt x="549422" y="18745"/>
                  </a:lnTo>
                  <a:lnTo>
                    <a:pt x="547692" y="14683"/>
                  </a:lnTo>
                  <a:lnTo>
                    <a:pt x="545332" y="10952"/>
                  </a:lnTo>
                  <a:lnTo>
                    <a:pt x="542405" y="7647"/>
                  </a:lnTo>
                  <a:lnTo>
                    <a:pt x="538985" y="4855"/>
                  </a:lnTo>
                  <a:lnTo>
                    <a:pt x="535162" y="2648"/>
                  </a:lnTo>
                  <a:lnTo>
                    <a:pt x="531034" y="1083"/>
                  </a:lnTo>
                  <a:lnTo>
                    <a:pt x="526709" y="200"/>
                  </a:lnTo>
                  <a:lnTo>
                    <a:pt x="523402" y="0"/>
                  </a:lnTo>
                  <a:lnTo>
                    <a:pt x="27432" y="0"/>
                  </a:lnTo>
                  <a:lnTo>
                    <a:pt x="30738" y="200"/>
                  </a:lnTo>
                  <a:lnTo>
                    <a:pt x="26327" y="22"/>
                  </a:lnTo>
                  <a:lnTo>
                    <a:pt x="21944" y="554"/>
                  </a:lnTo>
                  <a:lnTo>
                    <a:pt x="17704" y="1782"/>
                  </a:lnTo>
                  <a:lnTo>
                    <a:pt x="13716" y="3675"/>
                  </a:lnTo>
                  <a:lnTo>
                    <a:pt x="10082" y="6183"/>
                  </a:lnTo>
                  <a:lnTo>
                    <a:pt x="6898" y="9241"/>
                  </a:lnTo>
                  <a:lnTo>
                    <a:pt x="4246" y="12770"/>
                  </a:lnTo>
                  <a:lnTo>
                    <a:pt x="2195" y="16679"/>
                  </a:lnTo>
                  <a:lnTo>
                    <a:pt x="797" y="20867"/>
                  </a:lnTo>
                  <a:lnTo>
                    <a:pt x="88" y="25224"/>
                  </a:lnTo>
                  <a:lnTo>
                    <a:pt x="0" y="27431"/>
                  </a:lnTo>
                  <a:lnTo>
                    <a:pt x="0" y="164500"/>
                  </a:lnTo>
                  <a:lnTo>
                    <a:pt x="88" y="162293"/>
                  </a:lnTo>
                  <a:lnTo>
                    <a:pt x="88" y="166707"/>
                  </a:lnTo>
                  <a:lnTo>
                    <a:pt x="797" y="171065"/>
                  </a:lnTo>
                  <a:lnTo>
                    <a:pt x="2195" y="175252"/>
                  </a:lnTo>
                  <a:lnTo>
                    <a:pt x="4246" y="179162"/>
                  </a:lnTo>
                  <a:lnTo>
                    <a:pt x="6898" y="182691"/>
                  </a:lnTo>
                  <a:lnTo>
                    <a:pt x="10082" y="185749"/>
                  </a:lnTo>
                  <a:lnTo>
                    <a:pt x="13716" y="188257"/>
                  </a:lnTo>
                  <a:lnTo>
                    <a:pt x="17704" y="190149"/>
                  </a:lnTo>
                  <a:lnTo>
                    <a:pt x="21944" y="191378"/>
                  </a:lnTo>
                  <a:lnTo>
                    <a:pt x="26327" y="19191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6775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76" name="tx3976"/>
            <p:cNvSpPr/>
            <p:nvPr/>
          </p:nvSpPr>
          <p:spPr>
            <a:xfrm>
              <a:off x="3006562" y="4659480"/>
              <a:ext cx="459394" cy="10049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3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3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W2_LA</a:t>
              </a:r>
            </a:p>
          </p:txBody>
        </p:sp>
        <p:sp>
          <p:nvSpPr>
            <p:cNvPr id="3977" name="pg3977"/>
            <p:cNvSpPr/>
            <p:nvPr/>
          </p:nvSpPr>
          <p:spPr>
            <a:xfrm>
              <a:off x="5013387" y="2874559"/>
              <a:ext cx="581741" cy="191932"/>
            </a:xfrm>
            <a:custGeom>
              <a:avLst/>
              <a:pathLst>
                <a:path w="581741" h="191932">
                  <a:moveTo>
                    <a:pt x="27431" y="191932"/>
                  </a:moveTo>
                  <a:lnTo>
                    <a:pt x="554309" y="191932"/>
                  </a:lnTo>
                  <a:lnTo>
                    <a:pt x="553204" y="191910"/>
                  </a:lnTo>
                  <a:lnTo>
                    <a:pt x="557615" y="191732"/>
                  </a:lnTo>
                  <a:lnTo>
                    <a:pt x="561941" y="190849"/>
                  </a:lnTo>
                  <a:lnTo>
                    <a:pt x="566069" y="189284"/>
                  </a:lnTo>
                  <a:lnTo>
                    <a:pt x="569892" y="187076"/>
                  </a:lnTo>
                  <a:lnTo>
                    <a:pt x="573312" y="184284"/>
                  </a:lnTo>
                  <a:lnTo>
                    <a:pt x="576239" y="180980"/>
                  </a:lnTo>
                  <a:lnTo>
                    <a:pt x="578599" y="177248"/>
                  </a:lnTo>
                  <a:lnTo>
                    <a:pt x="580329" y="173187"/>
                  </a:lnTo>
                  <a:lnTo>
                    <a:pt x="581386" y="168900"/>
                  </a:lnTo>
                  <a:lnTo>
                    <a:pt x="581741" y="164500"/>
                  </a:lnTo>
                  <a:lnTo>
                    <a:pt x="581741" y="27432"/>
                  </a:lnTo>
                  <a:lnTo>
                    <a:pt x="581386" y="23031"/>
                  </a:lnTo>
                  <a:lnTo>
                    <a:pt x="580329" y="18745"/>
                  </a:lnTo>
                  <a:lnTo>
                    <a:pt x="578599" y="14683"/>
                  </a:lnTo>
                  <a:lnTo>
                    <a:pt x="576239" y="10952"/>
                  </a:lnTo>
                  <a:lnTo>
                    <a:pt x="573312" y="7647"/>
                  </a:lnTo>
                  <a:lnTo>
                    <a:pt x="569892" y="4855"/>
                  </a:lnTo>
                  <a:lnTo>
                    <a:pt x="566069" y="2648"/>
                  </a:lnTo>
                  <a:lnTo>
                    <a:pt x="561941" y="1083"/>
                  </a:lnTo>
                  <a:lnTo>
                    <a:pt x="557615" y="200"/>
                  </a:lnTo>
                  <a:lnTo>
                    <a:pt x="554309" y="0"/>
                  </a:lnTo>
                  <a:lnTo>
                    <a:pt x="27431" y="0"/>
                  </a:lnTo>
                  <a:lnTo>
                    <a:pt x="30738" y="200"/>
                  </a:lnTo>
                  <a:lnTo>
                    <a:pt x="26327" y="22"/>
                  </a:lnTo>
                  <a:lnTo>
                    <a:pt x="21944" y="554"/>
                  </a:lnTo>
                  <a:lnTo>
                    <a:pt x="17704" y="1782"/>
                  </a:lnTo>
                  <a:lnTo>
                    <a:pt x="13715" y="3675"/>
                  </a:lnTo>
                  <a:lnTo>
                    <a:pt x="10082" y="6183"/>
                  </a:lnTo>
                  <a:lnTo>
                    <a:pt x="6898" y="9241"/>
                  </a:lnTo>
                  <a:lnTo>
                    <a:pt x="4246" y="12770"/>
                  </a:lnTo>
                  <a:lnTo>
                    <a:pt x="2195" y="16679"/>
                  </a:lnTo>
                  <a:lnTo>
                    <a:pt x="797" y="20867"/>
                  </a:lnTo>
                  <a:lnTo>
                    <a:pt x="88" y="25224"/>
                  </a:lnTo>
                  <a:lnTo>
                    <a:pt x="0" y="27432"/>
                  </a:lnTo>
                  <a:lnTo>
                    <a:pt x="0" y="164500"/>
                  </a:lnTo>
                  <a:lnTo>
                    <a:pt x="88" y="162293"/>
                  </a:lnTo>
                  <a:lnTo>
                    <a:pt x="88" y="166707"/>
                  </a:lnTo>
                  <a:lnTo>
                    <a:pt x="797" y="171065"/>
                  </a:lnTo>
                  <a:lnTo>
                    <a:pt x="2195" y="175252"/>
                  </a:lnTo>
                  <a:lnTo>
                    <a:pt x="4246" y="179162"/>
                  </a:lnTo>
                  <a:lnTo>
                    <a:pt x="6898" y="182691"/>
                  </a:lnTo>
                  <a:lnTo>
                    <a:pt x="10082" y="185749"/>
                  </a:lnTo>
                  <a:lnTo>
                    <a:pt x="13715" y="188257"/>
                  </a:lnTo>
                  <a:lnTo>
                    <a:pt x="17704" y="190149"/>
                  </a:lnTo>
                  <a:lnTo>
                    <a:pt x="21944" y="191378"/>
                  </a:lnTo>
                  <a:lnTo>
                    <a:pt x="26327" y="19191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6775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78" name="tx3978"/>
            <p:cNvSpPr/>
            <p:nvPr/>
          </p:nvSpPr>
          <p:spPr>
            <a:xfrm>
              <a:off x="5059107" y="2920279"/>
              <a:ext cx="490301" cy="10049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3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3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W5_NH</a:t>
              </a:r>
            </a:p>
          </p:txBody>
        </p:sp>
        <p:sp>
          <p:nvSpPr>
            <p:cNvPr id="3979" name="rc3979"/>
            <p:cNvSpPr/>
            <p:nvPr/>
          </p:nvSpPr>
          <p:spPr>
            <a:xfrm>
              <a:off x="2201917" y="2354586"/>
              <a:ext cx="4342247" cy="3366361"/>
            </a:xfrm>
            <a:prstGeom prst="rect">
              <a:avLst/>
            </a:prstGeom>
            <a:ln w="13550" cap="rnd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80" name="tx3980"/>
            <p:cNvSpPr/>
            <p:nvPr/>
          </p:nvSpPr>
          <p:spPr>
            <a:xfrm>
              <a:off x="1889564" y="5366840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25</a:t>
              </a:r>
            </a:p>
          </p:txBody>
        </p:sp>
        <p:sp>
          <p:nvSpPr>
            <p:cNvPr id="3981" name="tx3981"/>
            <p:cNvSpPr/>
            <p:nvPr/>
          </p:nvSpPr>
          <p:spPr>
            <a:xfrm>
              <a:off x="2013922" y="5348460"/>
              <a:ext cx="44714" cy="9848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Symbol"/>
                  <a:cs typeface="Symbol"/>
                </a:rPr>
                <a:t>°</a:t>
              </a:r>
            </a:p>
          </p:txBody>
        </p:sp>
        <p:sp>
          <p:nvSpPr>
            <p:cNvPr id="3982" name="tx3982"/>
            <p:cNvSpPr/>
            <p:nvPr/>
          </p:nvSpPr>
          <p:spPr>
            <a:xfrm>
              <a:off x="2058636" y="5366840"/>
              <a:ext cx="80650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N</a:t>
              </a:r>
            </a:p>
          </p:txBody>
        </p:sp>
        <p:sp>
          <p:nvSpPr>
            <p:cNvPr id="3983" name="tx3983"/>
            <p:cNvSpPr/>
            <p:nvPr/>
          </p:nvSpPr>
          <p:spPr>
            <a:xfrm>
              <a:off x="1889564" y="4716468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30</a:t>
              </a:r>
            </a:p>
          </p:txBody>
        </p:sp>
        <p:sp>
          <p:nvSpPr>
            <p:cNvPr id="3984" name="tx3984"/>
            <p:cNvSpPr/>
            <p:nvPr/>
          </p:nvSpPr>
          <p:spPr>
            <a:xfrm>
              <a:off x="2013922" y="4698089"/>
              <a:ext cx="44714" cy="9848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Symbol"/>
                  <a:cs typeface="Symbol"/>
                </a:rPr>
                <a:t>°</a:t>
              </a:r>
            </a:p>
          </p:txBody>
        </p:sp>
        <p:sp>
          <p:nvSpPr>
            <p:cNvPr id="3985" name="tx3985"/>
            <p:cNvSpPr/>
            <p:nvPr/>
          </p:nvSpPr>
          <p:spPr>
            <a:xfrm>
              <a:off x="2058636" y="4716468"/>
              <a:ext cx="80650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N</a:t>
              </a:r>
            </a:p>
          </p:txBody>
        </p:sp>
        <p:sp>
          <p:nvSpPr>
            <p:cNvPr id="3986" name="tx3986"/>
            <p:cNvSpPr/>
            <p:nvPr/>
          </p:nvSpPr>
          <p:spPr>
            <a:xfrm>
              <a:off x="1889564" y="4066188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35</a:t>
              </a:r>
            </a:p>
          </p:txBody>
        </p:sp>
        <p:sp>
          <p:nvSpPr>
            <p:cNvPr id="3987" name="tx3987"/>
            <p:cNvSpPr/>
            <p:nvPr/>
          </p:nvSpPr>
          <p:spPr>
            <a:xfrm>
              <a:off x="2013922" y="4047809"/>
              <a:ext cx="44714" cy="9848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Symbol"/>
                  <a:cs typeface="Symbol"/>
                </a:rPr>
                <a:t>°</a:t>
              </a:r>
            </a:p>
          </p:txBody>
        </p:sp>
        <p:sp>
          <p:nvSpPr>
            <p:cNvPr id="3988" name="tx3988"/>
            <p:cNvSpPr/>
            <p:nvPr/>
          </p:nvSpPr>
          <p:spPr>
            <a:xfrm>
              <a:off x="2058636" y="4066188"/>
              <a:ext cx="80650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N</a:t>
              </a:r>
            </a:p>
          </p:txBody>
        </p:sp>
        <p:sp>
          <p:nvSpPr>
            <p:cNvPr id="3989" name="tx3989"/>
            <p:cNvSpPr/>
            <p:nvPr/>
          </p:nvSpPr>
          <p:spPr>
            <a:xfrm>
              <a:off x="1889564" y="3415908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40</a:t>
              </a:r>
            </a:p>
          </p:txBody>
        </p:sp>
        <p:sp>
          <p:nvSpPr>
            <p:cNvPr id="3990" name="tx3990"/>
            <p:cNvSpPr/>
            <p:nvPr/>
          </p:nvSpPr>
          <p:spPr>
            <a:xfrm>
              <a:off x="2013922" y="3397529"/>
              <a:ext cx="44714" cy="9848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Symbol"/>
                  <a:cs typeface="Symbol"/>
                </a:rPr>
                <a:t>°</a:t>
              </a:r>
            </a:p>
          </p:txBody>
        </p:sp>
        <p:sp>
          <p:nvSpPr>
            <p:cNvPr id="3991" name="tx3991"/>
            <p:cNvSpPr/>
            <p:nvPr/>
          </p:nvSpPr>
          <p:spPr>
            <a:xfrm>
              <a:off x="2058636" y="3415908"/>
              <a:ext cx="80650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N</a:t>
              </a:r>
            </a:p>
          </p:txBody>
        </p:sp>
        <p:sp>
          <p:nvSpPr>
            <p:cNvPr id="3992" name="tx3992"/>
            <p:cNvSpPr/>
            <p:nvPr/>
          </p:nvSpPr>
          <p:spPr>
            <a:xfrm>
              <a:off x="1889564" y="2765720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45</a:t>
              </a:r>
            </a:p>
          </p:txBody>
        </p:sp>
        <p:sp>
          <p:nvSpPr>
            <p:cNvPr id="3993" name="tx3993"/>
            <p:cNvSpPr/>
            <p:nvPr/>
          </p:nvSpPr>
          <p:spPr>
            <a:xfrm>
              <a:off x="2013922" y="2747340"/>
              <a:ext cx="44714" cy="9848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Symbol"/>
                  <a:cs typeface="Symbol"/>
                </a:rPr>
                <a:t>°</a:t>
              </a:r>
            </a:p>
          </p:txBody>
        </p:sp>
        <p:sp>
          <p:nvSpPr>
            <p:cNvPr id="3994" name="tx3994"/>
            <p:cNvSpPr/>
            <p:nvPr/>
          </p:nvSpPr>
          <p:spPr>
            <a:xfrm>
              <a:off x="2058636" y="2765720"/>
              <a:ext cx="80650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N</a:t>
              </a:r>
            </a:p>
          </p:txBody>
        </p:sp>
        <p:sp>
          <p:nvSpPr>
            <p:cNvPr id="3995" name="pl3995"/>
            <p:cNvSpPr/>
            <p:nvPr/>
          </p:nvSpPr>
          <p:spPr>
            <a:xfrm>
              <a:off x="2167122" y="5407850"/>
              <a:ext cx="34794" cy="0"/>
            </a:xfrm>
            <a:custGeom>
              <a:avLst/>
              <a:pathLst>
                <a:path w="34794" h="0">
                  <a:moveTo>
                    <a:pt x="0" y="0"/>
                  </a:moveTo>
                  <a:lnTo>
                    <a:pt x="34794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96" name="pl3996"/>
            <p:cNvSpPr/>
            <p:nvPr/>
          </p:nvSpPr>
          <p:spPr>
            <a:xfrm>
              <a:off x="2167122" y="4757570"/>
              <a:ext cx="34794" cy="0"/>
            </a:xfrm>
            <a:custGeom>
              <a:avLst/>
              <a:pathLst>
                <a:path w="34794" h="0">
                  <a:moveTo>
                    <a:pt x="0" y="0"/>
                  </a:moveTo>
                  <a:lnTo>
                    <a:pt x="34794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97" name="pl3997"/>
            <p:cNvSpPr/>
            <p:nvPr/>
          </p:nvSpPr>
          <p:spPr>
            <a:xfrm>
              <a:off x="2167122" y="4107291"/>
              <a:ext cx="34794" cy="0"/>
            </a:xfrm>
            <a:custGeom>
              <a:avLst/>
              <a:pathLst>
                <a:path w="34794" h="0">
                  <a:moveTo>
                    <a:pt x="0" y="0"/>
                  </a:moveTo>
                  <a:lnTo>
                    <a:pt x="34794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98" name="pl3998"/>
            <p:cNvSpPr/>
            <p:nvPr/>
          </p:nvSpPr>
          <p:spPr>
            <a:xfrm>
              <a:off x="2167122" y="3457011"/>
              <a:ext cx="34794" cy="0"/>
            </a:xfrm>
            <a:custGeom>
              <a:avLst/>
              <a:pathLst>
                <a:path w="34794" h="0">
                  <a:moveTo>
                    <a:pt x="0" y="0"/>
                  </a:moveTo>
                  <a:lnTo>
                    <a:pt x="34794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99" name="pl3999"/>
            <p:cNvSpPr/>
            <p:nvPr/>
          </p:nvSpPr>
          <p:spPr>
            <a:xfrm>
              <a:off x="2167122" y="2806731"/>
              <a:ext cx="34794" cy="0"/>
            </a:xfrm>
            <a:custGeom>
              <a:avLst/>
              <a:pathLst>
                <a:path w="34794" h="0">
                  <a:moveTo>
                    <a:pt x="0" y="0"/>
                  </a:moveTo>
                  <a:lnTo>
                    <a:pt x="34794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00" name="pl4000"/>
            <p:cNvSpPr/>
            <p:nvPr/>
          </p:nvSpPr>
          <p:spPr>
            <a:xfrm>
              <a:off x="2610961" y="5720948"/>
              <a:ext cx="0" cy="34794"/>
            </a:xfrm>
            <a:custGeom>
              <a:avLst/>
              <a:pathLst>
                <a:path w="0" h="34794">
                  <a:moveTo>
                    <a:pt x="0" y="34794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01" name="pl4001"/>
            <p:cNvSpPr/>
            <p:nvPr/>
          </p:nvSpPr>
          <p:spPr>
            <a:xfrm>
              <a:off x="3140137" y="5720948"/>
              <a:ext cx="0" cy="34794"/>
            </a:xfrm>
            <a:custGeom>
              <a:avLst/>
              <a:pathLst>
                <a:path w="0" h="34794">
                  <a:moveTo>
                    <a:pt x="0" y="34794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02" name="pl4002"/>
            <p:cNvSpPr/>
            <p:nvPr/>
          </p:nvSpPr>
          <p:spPr>
            <a:xfrm>
              <a:off x="3669312" y="5720948"/>
              <a:ext cx="0" cy="34794"/>
            </a:xfrm>
            <a:custGeom>
              <a:avLst/>
              <a:pathLst>
                <a:path w="0" h="34794">
                  <a:moveTo>
                    <a:pt x="0" y="34794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03" name="pl4003"/>
            <p:cNvSpPr/>
            <p:nvPr/>
          </p:nvSpPr>
          <p:spPr>
            <a:xfrm>
              <a:off x="4198487" y="5720948"/>
              <a:ext cx="0" cy="34794"/>
            </a:xfrm>
            <a:custGeom>
              <a:avLst/>
              <a:pathLst>
                <a:path w="0" h="34794">
                  <a:moveTo>
                    <a:pt x="0" y="34794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04" name="pl4004"/>
            <p:cNvSpPr/>
            <p:nvPr/>
          </p:nvSpPr>
          <p:spPr>
            <a:xfrm>
              <a:off x="4727662" y="5720948"/>
              <a:ext cx="0" cy="34794"/>
            </a:xfrm>
            <a:custGeom>
              <a:avLst/>
              <a:pathLst>
                <a:path w="0" h="34794">
                  <a:moveTo>
                    <a:pt x="0" y="34794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05" name="pl4005"/>
            <p:cNvSpPr/>
            <p:nvPr/>
          </p:nvSpPr>
          <p:spPr>
            <a:xfrm>
              <a:off x="5256837" y="5720948"/>
              <a:ext cx="0" cy="34794"/>
            </a:xfrm>
            <a:custGeom>
              <a:avLst/>
              <a:pathLst>
                <a:path w="0" h="34794">
                  <a:moveTo>
                    <a:pt x="0" y="34794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06" name="pl4006"/>
            <p:cNvSpPr/>
            <p:nvPr/>
          </p:nvSpPr>
          <p:spPr>
            <a:xfrm>
              <a:off x="5786012" y="5720948"/>
              <a:ext cx="0" cy="34794"/>
            </a:xfrm>
            <a:custGeom>
              <a:avLst/>
              <a:pathLst>
                <a:path w="0" h="34794">
                  <a:moveTo>
                    <a:pt x="0" y="34794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07" name="pl4007"/>
            <p:cNvSpPr/>
            <p:nvPr/>
          </p:nvSpPr>
          <p:spPr>
            <a:xfrm>
              <a:off x="6315187" y="5720948"/>
              <a:ext cx="0" cy="34794"/>
            </a:xfrm>
            <a:custGeom>
              <a:avLst/>
              <a:pathLst>
                <a:path w="0" h="34794">
                  <a:moveTo>
                    <a:pt x="0" y="34794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08" name="tx4008"/>
            <p:cNvSpPr/>
            <p:nvPr/>
          </p:nvSpPr>
          <p:spPr>
            <a:xfrm>
              <a:off x="2442620" y="5783578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100</a:t>
              </a:r>
            </a:p>
          </p:txBody>
        </p:sp>
        <p:sp>
          <p:nvSpPr>
            <p:cNvPr id="4009" name="tx4009"/>
            <p:cNvSpPr/>
            <p:nvPr/>
          </p:nvSpPr>
          <p:spPr>
            <a:xfrm>
              <a:off x="2629158" y="5765198"/>
              <a:ext cx="44714" cy="9848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Symbol"/>
                  <a:cs typeface="Symbol"/>
                </a:rPr>
                <a:t>°</a:t>
              </a:r>
            </a:p>
          </p:txBody>
        </p:sp>
        <p:sp>
          <p:nvSpPr>
            <p:cNvPr id="4010" name="tx4010"/>
            <p:cNvSpPr/>
            <p:nvPr/>
          </p:nvSpPr>
          <p:spPr>
            <a:xfrm>
              <a:off x="2673872" y="5783578"/>
              <a:ext cx="105430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W</a:t>
              </a:r>
            </a:p>
          </p:txBody>
        </p:sp>
        <p:sp>
          <p:nvSpPr>
            <p:cNvPr id="4011" name="tx4011"/>
            <p:cNvSpPr/>
            <p:nvPr/>
          </p:nvSpPr>
          <p:spPr>
            <a:xfrm>
              <a:off x="2987386" y="5783578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 95</a:t>
              </a:r>
            </a:p>
          </p:txBody>
        </p:sp>
        <p:sp>
          <p:nvSpPr>
            <p:cNvPr id="4012" name="tx4012"/>
            <p:cNvSpPr/>
            <p:nvPr/>
          </p:nvSpPr>
          <p:spPr>
            <a:xfrm>
              <a:off x="3142743" y="5765198"/>
              <a:ext cx="44714" cy="9848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Symbol"/>
                  <a:cs typeface="Symbol"/>
                </a:rPr>
                <a:t>°</a:t>
              </a:r>
            </a:p>
          </p:txBody>
        </p:sp>
        <p:sp>
          <p:nvSpPr>
            <p:cNvPr id="4013" name="tx4013"/>
            <p:cNvSpPr/>
            <p:nvPr/>
          </p:nvSpPr>
          <p:spPr>
            <a:xfrm>
              <a:off x="3187457" y="5783578"/>
              <a:ext cx="105430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W</a:t>
              </a:r>
            </a:p>
          </p:txBody>
        </p:sp>
        <p:sp>
          <p:nvSpPr>
            <p:cNvPr id="4014" name="tx4014"/>
            <p:cNvSpPr/>
            <p:nvPr/>
          </p:nvSpPr>
          <p:spPr>
            <a:xfrm>
              <a:off x="3516561" y="5783578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 90</a:t>
              </a:r>
            </a:p>
          </p:txBody>
        </p:sp>
        <p:sp>
          <p:nvSpPr>
            <p:cNvPr id="4015" name="tx4015"/>
            <p:cNvSpPr/>
            <p:nvPr/>
          </p:nvSpPr>
          <p:spPr>
            <a:xfrm>
              <a:off x="3671918" y="5765198"/>
              <a:ext cx="44714" cy="9848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Symbol"/>
                  <a:cs typeface="Symbol"/>
                </a:rPr>
                <a:t>°</a:t>
              </a:r>
            </a:p>
          </p:txBody>
        </p:sp>
        <p:sp>
          <p:nvSpPr>
            <p:cNvPr id="4016" name="tx4016"/>
            <p:cNvSpPr/>
            <p:nvPr/>
          </p:nvSpPr>
          <p:spPr>
            <a:xfrm>
              <a:off x="3716632" y="5783578"/>
              <a:ext cx="105430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W</a:t>
              </a:r>
            </a:p>
          </p:txBody>
        </p:sp>
        <p:sp>
          <p:nvSpPr>
            <p:cNvPr id="4017" name="tx4017"/>
            <p:cNvSpPr/>
            <p:nvPr/>
          </p:nvSpPr>
          <p:spPr>
            <a:xfrm>
              <a:off x="4045736" y="5783578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 85</a:t>
              </a:r>
            </a:p>
          </p:txBody>
        </p:sp>
        <p:sp>
          <p:nvSpPr>
            <p:cNvPr id="4018" name="tx4018"/>
            <p:cNvSpPr/>
            <p:nvPr/>
          </p:nvSpPr>
          <p:spPr>
            <a:xfrm>
              <a:off x="4201093" y="5765198"/>
              <a:ext cx="44714" cy="9848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Symbol"/>
                  <a:cs typeface="Symbol"/>
                </a:rPr>
                <a:t>°</a:t>
              </a:r>
            </a:p>
          </p:txBody>
        </p:sp>
        <p:sp>
          <p:nvSpPr>
            <p:cNvPr id="4019" name="tx4019"/>
            <p:cNvSpPr/>
            <p:nvPr/>
          </p:nvSpPr>
          <p:spPr>
            <a:xfrm>
              <a:off x="4245807" y="5783578"/>
              <a:ext cx="105430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W</a:t>
              </a:r>
            </a:p>
          </p:txBody>
        </p:sp>
        <p:sp>
          <p:nvSpPr>
            <p:cNvPr id="4020" name="tx4020"/>
            <p:cNvSpPr/>
            <p:nvPr/>
          </p:nvSpPr>
          <p:spPr>
            <a:xfrm>
              <a:off x="4574911" y="5783578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 80</a:t>
              </a:r>
            </a:p>
          </p:txBody>
        </p:sp>
        <p:sp>
          <p:nvSpPr>
            <p:cNvPr id="4021" name="tx4021"/>
            <p:cNvSpPr/>
            <p:nvPr/>
          </p:nvSpPr>
          <p:spPr>
            <a:xfrm>
              <a:off x="4730268" y="5765198"/>
              <a:ext cx="44714" cy="9848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Symbol"/>
                  <a:cs typeface="Symbol"/>
                </a:rPr>
                <a:t>°</a:t>
              </a:r>
            </a:p>
          </p:txBody>
        </p:sp>
        <p:sp>
          <p:nvSpPr>
            <p:cNvPr id="4022" name="tx4022"/>
            <p:cNvSpPr/>
            <p:nvPr/>
          </p:nvSpPr>
          <p:spPr>
            <a:xfrm>
              <a:off x="4774982" y="5783578"/>
              <a:ext cx="105430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W</a:t>
              </a:r>
            </a:p>
          </p:txBody>
        </p:sp>
        <p:sp>
          <p:nvSpPr>
            <p:cNvPr id="4023" name="tx4023"/>
            <p:cNvSpPr/>
            <p:nvPr/>
          </p:nvSpPr>
          <p:spPr>
            <a:xfrm>
              <a:off x="5104086" y="5783578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 75</a:t>
              </a:r>
            </a:p>
          </p:txBody>
        </p:sp>
        <p:sp>
          <p:nvSpPr>
            <p:cNvPr id="4024" name="tx4024"/>
            <p:cNvSpPr/>
            <p:nvPr/>
          </p:nvSpPr>
          <p:spPr>
            <a:xfrm>
              <a:off x="5259443" y="5765198"/>
              <a:ext cx="44714" cy="9848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Symbol"/>
                  <a:cs typeface="Symbol"/>
                </a:rPr>
                <a:t>°</a:t>
              </a:r>
            </a:p>
          </p:txBody>
        </p:sp>
        <p:sp>
          <p:nvSpPr>
            <p:cNvPr id="4025" name="tx4025"/>
            <p:cNvSpPr/>
            <p:nvPr/>
          </p:nvSpPr>
          <p:spPr>
            <a:xfrm>
              <a:off x="5304157" y="5783578"/>
              <a:ext cx="105430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W</a:t>
              </a:r>
            </a:p>
          </p:txBody>
        </p:sp>
        <p:sp>
          <p:nvSpPr>
            <p:cNvPr id="4026" name="tx4026"/>
            <p:cNvSpPr/>
            <p:nvPr/>
          </p:nvSpPr>
          <p:spPr>
            <a:xfrm>
              <a:off x="5633261" y="5783578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 70</a:t>
              </a:r>
            </a:p>
          </p:txBody>
        </p:sp>
        <p:sp>
          <p:nvSpPr>
            <p:cNvPr id="4027" name="tx4027"/>
            <p:cNvSpPr/>
            <p:nvPr/>
          </p:nvSpPr>
          <p:spPr>
            <a:xfrm>
              <a:off x="5788618" y="5765198"/>
              <a:ext cx="44714" cy="9848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Symbol"/>
                  <a:cs typeface="Symbol"/>
                </a:rPr>
                <a:t>°</a:t>
              </a:r>
            </a:p>
          </p:txBody>
        </p:sp>
        <p:sp>
          <p:nvSpPr>
            <p:cNvPr id="4028" name="tx4028"/>
            <p:cNvSpPr/>
            <p:nvPr/>
          </p:nvSpPr>
          <p:spPr>
            <a:xfrm>
              <a:off x="5833332" y="5783578"/>
              <a:ext cx="105430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W</a:t>
              </a:r>
            </a:p>
          </p:txBody>
        </p:sp>
        <p:sp>
          <p:nvSpPr>
            <p:cNvPr id="4029" name="tx4029"/>
            <p:cNvSpPr/>
            <p:nvPr/>
          </p:nvSpPr>
          <p:spPr>
            <a:xfrm>
              <a:off x="6162436" y="5783578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 65</a:t>
              </a:r>
            </a:p>
          </p:txBody>
        </p:sp>
        <p:sp>
          <p:nvSpPr>
            <p:cNvPr id="4030" name="tx4030"/>
            <p:cNvSpPr/>
            <p:nvPr/>
          </p:nvSpPr>
          <p:spPr>
            <a:xfrm>
              <a:off x="6317793" y="5765198"/>
              <a:ext cx="44714" cy="9848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Symbol"/>
                  <a:cs typeface="Symbol"/>
                </a:rPr>
                <a:t>°</a:t>
              </a:r>
            </a:p>
          </p:txBody>
        </p:sp>
        <p:sp>
          <p:nvSpPr>
            <p:cNvPr id="4031" name="tx4031"/>
            <p:cNvSpPr/>
            <p:nvPr/>
          </p:nvSpPr>
          <p:spPr>
            <a:xfrm>
              <a:off x="6362507" y="5783578"/>
              <a:ext cx="105430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W</a:t>
              </a:r>
            </a:p>
          </p:txBody>
        </p:sp>
        <p:sp>
          <p:nvSpPr>
            <p:cNvPr id="4032" name="tx4032"/>
            <p:cNvSpPr/>
            <p:nvPr/>
          </p:nvSpPr>
          <p:spPr>
            <a:xfrm>
              <a:off x="4066122" y="5925448"/>
              <a:ext cx="613836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Longitude</a:t>
              </a:r>
            </a:p>
          </p:txBody>
        </p:sp>
        <p:sp>
          <p:nvSpPr>
            <p:cNvPr id="4033" name="tx4033"/>
            <p:cNvSpPr/>
            <p:nvPr/>
          </p:nvSpPr>
          <p:spPr>
            <a:xfrm rot="-5400000">
              <a:off x="1525174" y="3987658"/>
              <a:ext cx="497159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Latitude</a:t>
              </a:r>
            </a:p>
          </p:txBody>
        </p:sp>
        <p:sp>
          <p:nvSpPr>
            <p:cNvPr id="4034" name="rc4034"/>
            <p:cNvSpPr/>
            <p:nvPr/>
          </p:nvSpPr>
          <p:spPr>
            <a:xfrm>
              <a:off x="6683342" y="3243743"/>
              <a:ext cx="737012" cy="1588048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4035" name="tx4035"/>
            <p:cNvSpPr/>
            <p:nvPr/>
          </p:nvSpPr>
          <p:spPr>
            <a:xfrm>
              <a:off x="6752931" y="3328785"/>
              <a:ext cx="59783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Genomic </a:t>
              </a:r>
            </a:p>
          </p:txBody>
        </p:sp>
        <p:sp>
          <p:nvSpPr>
            <p:cNvPr id="4036" name="tx4036"/>
            <p:cNvSpPr/>
            <p:nvPr/>
          </p:nvSpPr>
          <p:spPr>
            <a:xfrm>
              <a:off x="6752931" y="3479661"/>
              <a:ext cx="372526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Offset</a:t>
              </a:r>
            </a:p>
          </p:txBody>
        </p:sp>
        <p:pic>
          <p:nvPicPr>
            <p:cNvPr id="4037" name="pic4037"/>
            <p:cNvPicPr/>
            <p:nvPr/>
          </p:nvPicPr>
          <p:blipFill>
            <a:blip r:embed="rId2" cstate="print"/>
            <a:stretch>
              <a:fillRect/>
            </a:stretch>
          </p:blipFill>
          <p:spPr>
            <a:xfrm>
              <a:off x="6752931" y="3664922"/>
              <a:ext cx="219455" cy="1097280"/>
            </a:xfrm>
            <a:prstGeom prst="rect">
              <a:avLst/>
            </a:prstGeom>
          </p:spPr>
        </p:pic>
        <p:sp>
          <p:nvSpPr>
            <p:cNvPr id="4038" name="pl4038"/>
            <p:cNvSpPr/>
            <p:nvPr/>
          </p:nvSpPr>
          <p:spPr>
            <a:xfrm>
              <a:off x="6928496" y="4760373"/>
              <a:ext cx="43891" cy="0"/>
            </a:xfrm>
            <a:custGeom>
              <a:avLst/>
              <a:pathLst>
                <a:path w="43891" h="0">
                  <a:moveTo>
                    <a:pt x="0" y="0"/>
                  </a:moveTo>
                  <a:lnTo>
                    <a:pt x="43891" y="0"/>
                  </a:lnTo>
                </a:path>
              </a:pathLst>
            </a:custGeom>
            <a:ln w="4762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39" name="pl4039"/>
            <p:cNvSpPr/>
            <p:nvPr/>
          </p:nvSpPr>
          <p:spPr>
            <a:xfrm>
              <a:off x="6928496" y="4486967"/>
              <a:ext cx="43891" cy="0"/>
            </a:xfrm>
            <a:custGeom>
              <a:avLst/>
              <a:pathLst>
                <a:path w="43891" h="0">
                  <a:moveTo>
                    <a:pt x="0" y="0"/>
                  </a:moveTo>
                  <a:lnTo>
                    <a:pt x="43891" y="0"/>
                  </a:lnTo>
                </a:path>
              </a:pathLst>
            </a:custGeom>
            <a:ln w="4762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40" name="pl4040"/>
            <p:cNvSpPr/>
            <p:nvPr/>
          </p:nvSpPr>
          <p:spPr>
            <a:xfrm>
              <a:off x="6928496" y="4213562"/>
              <a:ext cx="43891" cy="0"/>
            </a:xfrm>
            <a:custGeom>
              <a:avLst/>
              <a:pathLst>
                <a:path w="43891" h="0">
                  <a:moveTo>
                    <a:pt x="0" y="0"/>
                  </a:moveTo>
                  <a:lnTo>
                    <a:pt x="43891" y="0"/>
                  </a:lnTo>
                </a:path>
              </a:pathLst>
            </a:custGeom>
            <a:ln w="4762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41" name="pl4041"/>
            <p:cNvSpPr/>
            <p:nvPr/>
          </p:nvSpPr>
          <p:spPr>
            <a:xfrm>
              <a:off x="6928496" y="3940156"/>
              <a:ext cx="43891" cy="0"/>
            </a:xfrm>
            <a:custGeom>
              <a:avLst/>
              <a:pathLst>
                <a:path w="43891" h="0">
                  <a:moveTo>
                    <a:pt x="0" y="0"/>
                  </a:moveTo>
                  <a:lnTo>
                    <a:pt x="43891" y="0"/>
                  </a:lnTo>
                </a:path>
              </a:pathLst>
            </a:custGeom>
            <a:ln w="4762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42" name="pl4042"/>
            <p:cNvSpPr/>
            <p:nvPr/>
          </p:nvSpPr>
          <p:spPr>
            <a:xfrm>
              <a:off x="6928496" y="3666751"/>
              <a:ext cx="43891" cy="0"/>
            </a:xfrm>
            <a:custGeom>
              <a:avLst/>
              <a:pathLst>
                <a:path w="43891" h="0">
                  <a:moveTo>
                    <a:pt x="0" y="0"/>
                  </a:moveTo>
                  <a:lnTo>
                    <a:pt x="43891" y="0"/>
                  </a:lnTo>
                </a:path>
              </a:pathLst>
            </a:custGeom>
            <a:ln w="4762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43" name="pl4043"/>
            <p:cNvSpPr/>
            <p:nvPr/>
          </p:nvSpPr>
          <p:spPr>
            <a:xfrm>
              <a:off x="6752931" y="4760373"/>
              <a:ext cx="43891" cy="0"/>
            </a:xfrm>
            <a:custGeom>
              <a:avLst/>
              <a:pathLst>
                <a:path w="43891" h="0">
                  <a:moveTo>
                    <a:pt x="43891" y="0"/>
                  </a:moveTo>
                  <a:lnTo>
                    <a:pt x="0" y="0"/>
                  </a:lnTo>
                </a:path>
              </a:pathLst>
            </a:custGeom>
            <a:ln w="4762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44" name="pl4044"/>
            <p:cNvSpPr/>
            <p:nvPr/>
          </p:nvSpPr>
          <p:spPr>
            <a:xfrm>
              <a:off x="6752931" y="4486967"/>
              <a:ext cx="43891" cy="0"/>
            </a:xfrm>
            <a:custGeom>
              <a:avLst/>
              <a:pathLst>
                <a:path w="43891" h="0">
                  <a:moveTo>
                    <a:pt x="43891" y="0"/>
                  </a:moveTo>
                  <a:lnTo>
                    <a:pt x="0" y="0"/>
                  </a:lnTo>
                </a:path>
              </a:pathLst>
            </a:custGeom>
            <a:ln w="4762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45" name="pl4045"/>
            <p:cNvSpPr/>
            <p:nvPr/>
          </p:nvSpPr>
          <p:spPr>
            <a:xfrm>
              <a:off x="6752931" y="4213562"/>
              <a:ext cx="43891" cy="0"/>
            </a:xfrm>
            <a:custGeom>
              <a:avLst/>
              <a:pathLst>
                <a:path w="43891" h="0">
                  <a:moveTo>
                    <a:pt x="43891" y="0"/>
                  </a:moveTo>
                  <a:lnTo>
                    <a:pt x="0" y="0"/>
                  </a:lnTo>
                </a:path>
              </a:pathLst>
            </a:custGeom>
            <a:ln w="4762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46" name="pl4046"/>
            <p:cNvSpPr/>
            <p:nvPr/>
          </p:nvSpPr>
          <p:spPr>
            <a:xfrm>
              <a:off x="6752931" y="3940156"/>
              <a:ext cx="43891" cy="0"/>
            </a:xfrm>
            <a:custGeom>
              <a:avLst/>
              <a:pathLst>
                <a:path w="43891" h="0">
                  <a:moveTo>
                    <a:pt x="43891" y="0"/>
                  </a:moveTo>
                  <a:lnTo>
                    <a:pt x="0" y="0"/>
                  </a:lnTo>
                </a:path>
              </a:pathLst>
            </a:custGeom>
            <a:ln w="4762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47" name="pl4047"/>
            <p:cNvSpPr/>
            <p:nvPr/>
          </p:nvSpPr>
          <p:spPr>
            <a:xfrm>
              <a:off x="6752931" y="3666751"/>
              <a:ext cx="43891" cy="0"/>
            </a:xfrm>
            <a:custGeom>
              <a:avLst/>
              <a:pathLst>
                <a:path w="43891" h="0">
                  <a:moveTo>
                    <a:pt x="43891" y="0"/>
                  </a:moveTo>
                  <a:lnTo>
                    <a:pt x="0" y="0"/>
                  </a:lnTo>
                </a:path>
              </a:pathLst>
            </a:custGeom>
            <a:ln w="4762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48" name="tx4048"/>
            <p:cNvSpPr/>
            <p:nvPr/>
          </p:nvSpPr>
          <p:spPr>
            <a:xfrm>
              <a:off x="7041976" y="4720322"/>
              <a:ext cx="217535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0.00</a:t>
              </a:r>
            </a:p>
          </p:txBody>
        </p:sp>
        <p:sp>
          <p:nvSpPr>
            <p:cNvPr id="4049" name="tx4049"/>
            <p:cNvSpPr/>
            <p:nvPr/>
          </p:nvSpPr>
          <p:spPr>
            <a:xfrm>
              <a:off x="7041976" y="4446917"/>
              <a:ext cx="217535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0.02</a:t>
              </a:r>
            </a:p>
          </p:txBody>
        </p:sp>
        <p:sp>
          <p:nvSpPr>
            <p:cNvPr id="4050" name="tx4050"/>
            <p:cNvSpPr/>
            <p:nvPr/>
          </p:nvSpPr>
          <p:spPr>
            <a:xfrm>
              <a:off x="7041976" y="4173511"/>
              <a:ext cx="217535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0.04</a:t>
              </a:r>
            </a:p>
          </p:txBody>
        </p:sp>
        <p:sp>
          <p:nvSpPr>
            <p:cNvPr id="4051" name="tx4051"/>
            <p:cNvSpPr/>
            <p:nvPr/>
          </p:nvSpPr>
          <p:spPr>
            <a:xfrm>
              <a:off x="7041976" y="3900105"/>
              <a:ext cx="217535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0.06</a:t>
              </a:r>
            </a:p>
          </p:txBody>
        </p:sp>
        <p:sp>
          <p:nvSpPr>
            <p:cNvPr id="4052" name="tx4052"/>
            <p:cNvSpPr/>
            <p:nvPr/>
          </p:nvSpPr>
          <p:spPr>
            <a:xfrm>
              <a:off x="7041976" y="3626700"/>
              <a:ext cx="217535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0.08</a:t>
              </a:r>
            </a:p>
          </p:txBody>
        </p:sp>
        <p:sp>
          <p:nvSpPr>
            <p:cNvPr id="4053" name="tx4053"/>
            <p:cNvSpPr/>
            <p:nvPr/>
          </p:nvSpPr>
          <p:spPr>
            <a:xfrm>
              <a:off x="2201917" y="1669789"/>
              <a:ext cx="2541117" cy="21863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2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24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Genomic Offset to </a:t>
              </a:r>
            </a:p>
          </p:txBody>
        </p:sp>
        <p:sp>
          <p:nvSpPr>
            <p:cNvPr id="4054" name="tx4054"/>
            <p:cNvSpPr/>
            <p:nvPr/>
          </p:nvSpPr>
          <p:spPr>
            <a:xfrm>
              <a:off x="2201917" y="1998973"/>
              <a:ext cx="2151491" cy="21863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2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24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Lewisetta (LEA)</a:t>
              </a:r>
            </a:p>
          </p:txBody>
        </p:sp>
      </p:grp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rc4"/>
            <p:cNvSpPr/>
            <p:nvPr/>
          </p:nvSpPr>
          <p:spPr>
            <a:xfrm>
              <a:off x="1754045" y="1600200"/>
              <a:ext cx="5635909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13550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rc5"/>
            <p:cNvSpPr/>
            <p:nvPr/>
          </p:nvSpPr>
          <p:spPr>
            <a:xfrm>
              <a:off x="2301906" y="1669789"/>
              <a:ext cx="4149766" cy="4051159"/>
            </a:xfrm>
            <a:prstGeom prst="rect">
              <a:avLst/>
            </a:prstGeom>
            <a:solidFill>
              <a:srgbClr val="F0F8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2384234" y="1669789"/>
              <a:ext cx="0" cy="4051159"/>
            </a:xfrm>
            <a:custGeom>
              <a:avLst/>
              <a:pathLst>
                <a:path w="0" h="4051159">
                  <a:moveTo>
                    <a:pt x="0" y="4051159"/>
                  </a:moveTo>
                  <a:lnTo>
                    <a:pt x="0" y="4027755"/>
                  </a:lnTo>
                  <a:lnTo>
                    <a:pt x="0" y="3970809"/>
                  </a:lnTo>
                  <a:lnTo>
                    <a:pt x="0" y="3913864"/>
                  </a:lnTo>
                  <a:lnTo>
                    <a:pt x="0" y="3856918"/>
                  </a:lnTo>
                  <a:lnTo>
                    <a:pt x="0" y="3799972"/>
                  </a:lnTo>
                  <a:lnTo>
                    <a:pt x="0" y="3743027"/>
                  </a:lnTo>
                  <a:lnTo>
                    <a:pt x="0" y="3686081"/>
                  </a:lnTo>
                  <a:lnTo>
                    <a:pt x="0" y="3629136"/>
                  </a:lnTo>
                  <a:lnTo>
                    <a:pt x="0" y="3572190"/>
                  </a:lnTo>
                  <a:lnTo>
                    <a:pt x="0" y="3515244"/>
                  </a:lnTo>
                  <a:lnTo>
                    <a:pt x="0" y="3458299"/>
                  </a:lnTo>
                  <a:lnTo>
                    <a:pt x="0" y="3401353"/>
                  </a:lnTo>
                  <a:lnTo>
                    <a:pt x="0" y="3344407"/>
                  </a:lnTo>
                  <a:lnTo>
                    <a:pt x="0" y="3287462"/>
                  </a:lnTo>
                  <a:lnTo>
                    <a:pt x="0" y="3230516"/>
                  </a:lnTo>
                  <a:lnTo>
                    <a:pt x="0" y="3173571"/>
                  </a:lnTo>
                  <a:lnTo>
                    <a:pt x="0" y="3116625"/>
                  </a:lnTo>
                  <a:lnTo>
                    <a:pt x="0" y="3059679"/>
                  </a:lnTo>
                  <a:lnTo>
                    <a:pt x="0" y="3002734"/>
                  </a:lnTo>
                  <a:lnTo>
                    <a:pt x="0" y="2945788"/>
                  </a:lnTo>
                  <a:lnTo>
                    <a:pt x="0" y="2888843"/>
                  </a:lnTo>
                  <a:lnTo>
                    <a:pt x="0" y="2831897"/>
                  </a:lnTo>
                  <a:lnTo>
                    <a:pt x="0" y="2774951"/>
                  </a:lnTo>
                  <a:lnTo>
                    <a:pt x="0" y="2718006"/>
                  </a:lnTo>
                  <a:lnTo>
                    <a:pt x="0" y="2661060"/>
                  </a:lnTo>
                  <a:lnTo>
                    <a:pt x="0" y="2604115"/>
                  </a:lnTo>
                  <a:lnTo>
                    <a:pt x="0" y="2547169"/>
                  </a:lnTo>
                  <a:lnTo>
                    <a:pt x="0" y="2490223"/>
                  </a:lnTo>
                  <a:lnTo>
                    <a:pt x="0" y="2433278"/>
                  </a:lnTo>
                  <a:lnTo>
                    <a:pt x="0" y="2376332"/>
                  </a:lnTo>
                  <a:lnTo>
                    <a:pt x="0" y="2319386"/>
                  </a:lnTo>
                  <a:lnTo>
                    <a:pt x="0" y="2262441"/>
                  </a:lnTo>
                  <a:lnTo>
                    <a:pt x="0" y="2205495"/>
                  </a:lnTo>
                  <a:lnTo>
                    <a:pt x="0" y="2148550"/>
                  </a:lnTo>
                  <a:lnTo>
                    <a:pt x="0" y="2091604"/>
                  </a:lnTo>
                  <a:lnTo>
                    <a:pt x="0" y="2034658"/>
                  </a:lnTo>
                  <a:lnTo>
                    <a:pt x="0" y="1977713"/>
                  </a:lnTo>
                  <a:lnTo>
                    <a:pt x="0" y="1920767"/>
                  </a:lnTo>
                  <a:lnTo>
                    <a:pt x="0" y="1863822"/>
                  </a:lnTo>
                  <a:lnTo>
                    <a:pt x="0" y="1806876"/>
                  </a:lnTo>
                  <a:lnTo>
                    <a:pt x="0" y="1749930"/>
                  </a:lnTo>
                  <a:lnTo>
                    <a:pt x="0" y="1692985"/>
                  </a:lnTo>
                  <a:lnTo>
                    <a:pt x="0" y="1636039"/>
                  </a:lnTo>
                  <a:lnTo>
                    <a:pt x="0" y="1579094"/>
                  </a:lnTo>
                  <a:lnTo>
                    <a:pt x="0" y="1522148"/>
                  </a:lnTo>
                  <a:lnTo>
                    <a:pt x="0" y="1465202"/>
                  </a:lnTo>
                  <a:lnTo>
                    <a:pt x="0" y="1408257"/>
                  </a:lnTo>
                  <a:lnTo>
                    <a:pt x="0" y="1351311"/>
                  </a:lnTo>
                  <a:lnTo>
                    <a:pt x="0" y="1294366"/>
                  </a:lnTo>
                  <a:lnTo>
                    <a:pt x="0" y="1237420"/>
                  </a:lnTo>
                  <a:lnTo>
                    <a:pt x="0" y="1180474"/>
                  </a:lnTo>
                  <a:lnTo>
                    <a:pt x="0" y="1123529"/>
                  </a:lnTo>
                  <a:lnTo>
                    <a:pt x="0" y="1066583"/>
                  </a:lnTo>
                  <a:lnTo>
                    <a:pt x="0" y="1009637"/>
                  </a:lnTo>
                  <a:lnTo>
                    <a:pt x="0" y="952692"/>
                  </a:lnTo>
                  <a:lnTo>
                    <a:pt x="0" y="895746"/>
                  </a:lnTo>
                  <a:lnTo>
                    <a:pt x="0" y="838801"/>
                  </a:lnTo>
                  <a:lnTo>
                    <a:pt x="0" y="781855"/>
                  </a:lnTo>
                  <a:lnTo>
                    <a:pt x="0" y="724909"/>
                  </a:lnTo>
                  <a:lnTo>
                    <a:pt x="0" y="667964"/>
                  </a:lnTo>
                  <a:lnTo>
                    <a:pt x="0" y="611018"/>
                  </a:lnTo>
                  <a:lnTo>
                    <a:pt x="0" y="554073"/>
                  </a:lnTo>
                  <a:lnTo>
                    <a:pt x="0" y="497127"/>
                  </a:lnTo>
                  <a:lnTo>
                    <a:pt x="0" y="440181"/>
                  </a:lnTo>
                  <a:lnTo>
                    <a:pt x="0" y="383236"/>
                  </a:lnTo>
                  <a:lnTo>
                    <a:pt x="0" y="326290"/>
                  </a:lnTo>
                  <a:lnTo>
                    <a:pt x="0" y="269345"/>
                  </a:lnTo>
                  <a:lnTo>
                    <a:pt x="0" y="212399"/>
                  </a:lnTo>
                  <a:lnTo>
                    <a:pt x="0" y="155453"/>
                  </a:lnTo>
                  <a:lnTo>
                    <a:pt x="0" y="98508"/>
                  </a:lnTo>
                  <a:lnTo>
                    <a:pt x="0" y="41562"/>
                  </a:ln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rnd">
              <a:solidFill>
                <a:srgbClr val="F0F8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3124860" y="1669789"/>
              <a:ext cx="0" cy="4051159"/>
            </a:xfrm>
            <a:custGeom>
              <a:avLst/>
              <a:pathLst>
                <a:path w="0" h="4051159">
                  <a:moveTo>
                    <a:pt x="0" y="4051159"/>
                  </a:moveTo>
                  <a:lnTo>
                    <a:pt x="0" y="4027755"/>
                  </a:lnTo>
                  <a:lnTo>
                    <a:pt x="0" y="3970809"/>
                  </a:lnTo>
                  <a:lnTo>
                    <a:pt x="0" y="3913864"/>
                  </a:lnTo>
                  <a:lnTo>
                    <a:pt x="0" y="3856918"/>
                  </a:lnTo>
                  <a:lnTo>
                    <a:pt x="0" y="3799972"/>
                  </a:lnTo>
                  <a:lnTo>
                    <a:pt x="0" y="3743027"/>
                  </a:lnTo>
                  <a:lnTo>
                    <a:pt x="0" y="3686081"/>
                  </a:lnTo>
                  <a:lnTo>
                    <a:pt x="0" y="3629136"/>
                  </a:lnTo>
                  <a:lnTo>
                    <a:pt x="0" y="3572190"/>
                  </a:lnTo>
                  <a:lnTo>
                    <a:pt x="0" y="3515244"/>
                  </a:lnTo>
                  <a:lnTo>
                    <a:pt x="0" y="3458299"/>
                  </a:lnTo>
                  <a:lnTo>
                    <a:pt x="0" y="3401353"/>
                  </a:lnTo>
                  <a:lnTo>
                    <a:pt x="0" y="3344407"/>
                  </a:lnTo>
                  <a:lnTo>
                    <a:pt x="0" y="3287462"/>
                  </a:lnTo>
                  <a:lnTo>
                    <a:pt x="0" y="3230516"/>
                  </a:lnTo>
                  <a:lnTo>
                    <a:pt x="0" y="3173571"/>
                  </a:lnTo>
                  <a:lnTo>
                    <a:pt x="0" y="3116625"/>
                  </a:lnTo>
                  <a:lnTo>
                    <a:pt x="0" y="3059679"/>
                  </a:lnTo>
                  <a:lnTo>
                    <a:pt x="0" y="3002734"/>
                  </a:lnTo>
                  <a:lnTo>
                    <a:pt x="0" y="2945788"/>
                  </a:lnTo>
                  <a:lnTo>
                    <a:pt x="0" y="2888843"/>
                  </a:lnTo>
                  <a:lnTo>
                    <a:pt x="0" y="2831897"/>
                  </a:lnTo>
                  <a:lnTo>
                    <a:pt x="0" y="2774951"/>
                  </a:lnTo>
                  <a:lnTo>
                    <a:pt x="0" y="2718006"/>
                  </a:lnTo>
                  <a:lnTo>
                    <a:pt x="0" y="2661060"/>
                  </a:lnTo>
                  <a:lnTo>
                    <a:pt x="0" y="2604115"/>
                  </a:lnTo>
                  <a:lnTo>
                    <a:pt x="0" y="2547169"/>
                  </a:lnTo>
                  <a:lnTo>
                    <a:pt x="0" y="2490223"/>
                  </a:lnTo>
                  <a:lnTo>
                    <a:pt x="0" y="2433278"/>
                  </a:lnTo>
                  <a:lnTo>
                    <a:pt x="0" y="2376332"/>
                  </a:lnTo>
                  <a:lnTo>
                    <a:pt x="0" y="2319386"/>
                  </a:lnTo>
                  <a:lnTo>
                    <a:pt x="0" y="2262441"/>
                  </a:lnTo>
                  <a:lnTo>
                    <a:pt x="0" y="2205495"/>
                  </a:lnTo>
                  <a:lnTo>
                    <a:pt x="0" y="2148550"/>
                  </a:lnTo>
                  <a:lnTo>
                    <a:pt x="0" y="2091604"/>
                  </a:lnTo>
                  <a:lnTo>
                    <a:pt x="0" y="2034658"/>
                  </a:lnTo>
                  <a:lnTo>
                    <a:pt x="0" y="1977713"/>
                  </a:lnTo>
                  <a:lnTo>
                    <a:pt x="0" y="1920767"/>
                  </a:lnTo>
                  <a:lnTo>
                    <a:pt x="0" y="1863822"/>
                  </a:lnTo>
                  <a:lnTo>
                    <a:pt x="0" y="1806876"/>
                  </a:lnTo>
                  <a:lnTo>
                    <a:pt x="0" y="1749930"/>
                  </a:lnTo>
                  <a:lnTo>
                    <a:pt x="0" y="1692985"/>
                  </a:lnTo>
                  <a:lnTo>
                    <a:pt x="0" y="1636039"/>
                  </a:lnTo>
                  <a:lnTo>
                    <a:pt x="0" y="1579094"/>
                  </a:lnTo>
                  <a:lnTo>
                    <a:pt x="0" y="1522148"/>
                  </a:lnTo>
                  <a:lnTo>
                    <a:pt x="0" y="1465202"/>
                  </a:lnTo>
                  <a:lnTo>
                    <a:pt x="0" y="1408257"/>
                  </a:lnTo>
                  <a:lnTo>
                    <a:pt x="0" y="1351311"/>
                  </a:lnTo>
                  <a:lnTo>
                    <a:pt x="0" y="1294366"/>
                  </a:lnTo>
                  <a:lnTo>
                    <a:pt x="0" y="1237420"/>
                  </a:lnTo>
                  <a:lnTo>
                    <a:pt x="0" y="1180474"/>
                  </a:lnTo>
                  <a:lnTo>
                    <a:pt x="0" y="1123529"/>
                  </a:lnTo>
                  <a:lnTo>
                    <a:pt x="0" y="1066583"/>
                  </a:lnTo>
                  <a:lnTo>
                    <a:pt x="0" y="1009637"/>
                  </a:lnTo>
                  <a:lnTo>
                    <a:pt x="0" y="952692"/>
                  </a:lnTo>
                  <a:lnTo>
                    <a:pt x="0" y="895746"/>
                  </a:lnTo>
                  <a:lnTo>
                    <a:pt x="0" y="838801"/>
                  </a:lnTo>
                  <a:lnTo>
                    <a:pt x="0" y="781855"/>
                  </a:lnTo>
                  <a:lnTo>
                    <a:pt x="0" y="724909"/>
                  </a:lnTo>
                  <a:lnTo>
                    <a:pt x="0" y="667964"/>
                  </a:lnTo>
                  <a:lnTo>
                    <a:pt x="0" y="611018"/>
                  </a:lnTo>
                  <a:lnTo>
                    <a:pt x="0" y="554073"/>
                  </a:lnTo>
                  <a:lnTo>
                    <a:pt x="0" y="497127"/>
                  </a:lnTo>
                  <a:lnTo>
                    <a:pt x="0" y="440181"/>
                  </a:lnTo>
                  <a:lnTo>
                    <a:pt x="0" y="383236"/>
                  </a:lnTo>
                  <a:lnTo>
                    <a:pt x="0" y="326290"/>
                  </a:lnTo>
                  <a:lnTo>
                    <a:pt x="0" y="269345"/>
                  </a:lnTo>
                  <a:lnTo>
                    <a:pt x="0" y="212399"/>
                  </a:lnTo>
                  <a:lnTo>
                    <a:pt x="0" y="155453"/>
                  </a:lnTo>
                  <a:lnTo>
                    <a:pt x="0" y="98508"/>
                  </a:lnTo>
                  <a:lnTo>
                    <a:pt x="0" y="41562"/>
                  </a:ln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rnd">
              <a:solidFill>
                <a:srgbClr val="F0F8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3865485" y="1669789"/>
              <a:ext cx="0" cy="4051159"/>
            </a:xfrm>
            <a:custGeom>
              <a:avLst/>
              <a:pathLst>
                <a:path w="0" h="4051159">
                  <a:moveTo>
                    <a:pt x="0" y="4051159"/>
                  </a:moveTo>
                  <a:lnTo>
                    <a:pt x="0" y="4027755"/>
                  </a:lnTo>
                  <a:lnTo>
                    <a:pt x="0" y="3970809"/>
                  </a:lnTo>
                  <a:lnTo>
                    <a:pt x="0" y="3913864"/>
                  </a:lnTo>
                  <a:lnTo>
                    <a:pt x="0" y="3856918"/>
                  </a:lnTo>
                  <a:lnTo>
                    <a:pt x="0" y="3799972"/>
                  </a:lnTo>
                  <a:lnTo>
                    <a:pt x="0" y="3743027"/>
                  </a:lnTo>
                  <a:lnTo>
                    <a:pt x="0" y="3686081"/>
                  </a:lnTo>
                  <a:lnTo>
                    <a:pt x="0" y="3629136"/>
                  </a:lnTo>
                  <a:lnTo>
                    <a:pt x="0" y="3572190"/>
                  </a:lnTo>
                  <a:lnTo>
                    <a:pt x="0" y="3515244"/>
                  </a:lnTo>
                  <a:lnTo>
                    <a:pt x="0" y="3458299"/>
                  </a:lnTo>
                  <a:lnTo>
                    <a:pt x="0" y="3401353"/>
                  </a:lnTo>
                  <a:lnTo>
                    <a:pt x="0" y="3344407"/>
                  </a:lnTo>
                  <a:lnTo>
                    <a:pt x="0" y="3287462"/>
                  </a:lnTo>
                  <a:lnTo>
                    <a:pt x="0" y="3230516"/>
                  </a:lnTo>
                  <a:lnTo>
                    <a:pt x="0" y="3173571"/>
                  </a:lnTo>
                  <a:lnTo>
                    <a:pt x="0" y="3116625"/>
                  </a:lnTo>
                  <a:lnTo>
                    <a:pt x="0" y="3059679"/>
                  </a:lnTo>
                  <a:lnTo>
                    <a:pt x="0" y="3002734"/>
                  </a:lnTo>
                  <a:lnTo>
                    <a:pt x="0" y="2945788"/>
                  </a:lnTo>
                  <a:lnTo>
                    <a:pt x="0" y="2888843"/>
                  </a:lnTo>
                  <a:lnTo>
                    <a:pt x="0" y="2831897"/>
                  </a:lnTo>
                  <a:lnTo>
                    <a:pt x="0" y="2774951"/>
                  </a:lnTo>
                  <a:lnTo>
                    <a:pt x="0" y="2718006"/>
                  </a:lnTo>
                  <a:lnTo>
                    <a:pt x="0" y="2661060"/>
                  </a:lnTo>
                  <a:lnTo>
                    <a:pt x="0" y="2604115"/>
                  </a:lnTo>
                  <a:lnTo>
                    <a:pt x="0" y="2547169"/>
                  </a:lnTo>
                  <a:lnTo>
                    <a:pt x="0" y="2490223"/>
                  </a:lnTo>
                  <a:lnTo>
                    <a:pt x="0" y="2433278"/>
                  </a:lnTo>
                  <a:lnTo>
                    <a:pt x="0" y="2376332"/>
                  </a:lnTo>
                  <a:lnTo>
                    <a:pt x="0" y="2319386"/>
                  </a:lnTo>
                  <a:lnTo>
                    <a:pt x="0" y="2262441"/>
                  </a:lnTo>
                  <a:lnTo>
                    <a:pt x="0" y="2205495"/>
                  </a:lnTo>
                  <a:lnTo>
                    <a:pt x="0" y="2148550"/>
                  </a:lnTo>
                  <a:lnTo>
                    <a:pt x="0" y="2091604"/>
                  </a:lnTo>
                  <a:lnTo>
                    <a:pt x="0" y="2034658"/>
                  </a:lnTo>
                  <a:lnTo>
                    <a:pt x="0" y="1977713"/>
                  </a:lnTo>
                  <a:lnTo>
                    <a:pt x="0" y="1920767"/>
                  </a:lnTo>
                  <a:lnTo>
                    <a:pt x="0" y="1863822"/>
                  </a:lnTo>
                  <a:lnTo>
                    <a:pt x="0" y="1806876"/>
                  </a:lnTo>
                  <a:lnTo>
                    <a:pt x="0" y="1749930"/>
                  </a:lnTo>
                  <a:lnTo>
                    <a:pt x="0" y="1692985"/>
                  </a:lnTo>
                  <a:lnTo>
                    <a:pt x="0" y="1636039"/>
                  </a:lnTo>
                  <a:lnTo>
                    <a:pt x="0" y="1579094"/>
                  </a:lnTo>
                  <a:lnTo>
                    <a:pt x="0" y="1522148"/>
                  </a:lnTo>
                  <a:lnTo>
                    <a:pt x="0" y="1465202"/>
                  </a:lnTo>
                  <a:lnTo>
                    <a:pt x="0" y="1408257"/>
                  </a:lnTo>
                  <a:lnTo>
                    <a:pt x="0" y="1351311"/>
                  </a:lnTo>
                  <a:lnTo>
                    <a:pt x="0" y="1294366"/>
                  </a:lnTo>
                  <a:lnTo>
                    <a:pt x="0" y="1237420"/>
                  </a:lnTo>
                  <a:lnTo>
                    <a:pt x="0" y="1180474"/>
                  </a:lnTo>
                  <a:lnTo>
                    <a:pt x="0" y="1123529"/>
                  </a:lnTo>
                  <a:lnTo>
                    <a:pt x="0" y="1066583"/>
                  </a:lnTo>
                  <a:lnTo>
                    <a:pt x="0" y="1009637"/>
                  </a:lnTo>
                  <a:lnTo>
                    <a:pt x="0" y="952692"/>
                  </a:lnTo>
                  <a:lnTo>
                    <a:pt x="0" y="895746"/>
                  </a:lnTo>
                  <a:lnTo>
                    <a:pt x="0" y="838801"/>
                  </a:lnTo>
                  <a:lnTo>
                    <a:pt x="0" y="781855"/>
                  </a:lnTo>
                  <a:lnTo>
                    <a:pt x="0" y="724909"/>
                  </a:lnTo>
                  <a:lnTo>
                    <a:pt x="0" y="667964"/>
                  </a:lnTo>
                  <a:lnTo>
                    <a:pt x="0" y="611018"/>
                  </a:lnTo>
                  <a:lnTo>
                    <a:pt x="0" y="554073"/>
                  </a:lnTo>
                  <a:lnTo>
                    <a:pt x="0" y="497127"/>
                  </a:lnTo>
                  <a:lnTo>
                    <a:pt x="0" y="440181"/>
                  </a:lnTo>
                  <a:lnTo>
                    <a:pt x="0" y="383236"/>
                  </a:lnTo>
                  <a:lnTo>
                    <a:pt x="0" y="326290"/>
                  </a:lnTo>
                  <a:lnTo>
                    <a:pt x="0" y="269345"/>
                  </a:lnTo>
                  <a:lnTo>
                    <a:pt x="0" y="212399"/>
                  </a:lnTo>
                  <a:lnTo>
                    <a:pt x="0" y="155453"/>
                  </a:lnTo>
                  <a:lnTo>
                    <a:pt x="0" y="98508"/>
                  </a:lnTo>
                  <a:lnTo>
                    <a:pt x="0" y="41562"/>
                  </a:ln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rnd">
              <a:solidFill>
                <a:srgbClr val="F0F8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4606110" y="1669789"/>
              <a:ext cx="0" cy="4051159"/>
            </a:xfrm>
            <a:custGeom>
              <a:avLst/>
              <a:pathLst>
                <a:path w="0" h="4051159">
                  <a:moveTo>
                    <a:pt x="0" y="4051159"/>
                  </a:moveTo>
                  <a:lnTo>
                    <a:pt x="0" y="4027755"/>
                  </a:lnTo>
                  <a:lnTo>
                    <a:pt x="0" y="3970809"/>
                  </a:lnTo>
                  <a:lnTo>
                    <a:pt x="0" y="3913864"/>
                  </a:lnTo>
                  <a:lnTo>
                    <a:pt x="0" y="3856918"/>
                  </a:lnTo>
                  <a:lnTo>
                    <a:pt x="0" y="3799972"/>
                  </a:lnTo>
                  <a:lnTo>
                    <a:pt x="0" y="3743027"/>
                  </a:lnTo>
                  <a:lnTo>
                    <a:pt x="0" y="3686081"/>
                  </a:lnTo>
                  <a:lnTo>
                    <a:pt x="0" y="3629136"/>
                  </a:lnTo>
                  <a:lnTo>
                    <a:pt x="0" y="3572190"/>
                  </a:lnTo>
                  <a:lnTo>
                    <a:pt x="0" y="3515244"/>
                  </a:lnTo>
                  <a:lnTo>
                    <a:pt x="0" y="3458299"/>
                  </a:lnTo>
                  <a:lnTo>
                    <a:pt x="0" y="3401353"/>
                  </a:lnTo>
                  <a:lnTo>
                    <a:pt x="0" y="3344407"/>
                  </a:lnTo>
                  <a:lnTo>
                    <a:pt x="0" y="3287462"/>
                  </a:lnTo>
                  <a:lnTo>
                    <a:pt x="0" y="3230516"/>
                  </a:lnTo>
                  <a:lnTo>
                    <a:pt x="0" y="3173571"/>
                  </a:lnTo>
                  <a:lnTo>
                    <a:pt x="0" y="3116625"/>
                  </a:lnTo>
                  <a:lnTo>
                    <a:pt x="0" y="3059679"/>
                  </a:lnTo>
                  <a:lnTo>
                    <a:pt x="0" y="3002734"/>
                  </a:lnTo>
                  <a:lnTo>
                    <a:pt x="0" y="2945788"/>
                  </a:lnTo>
                  <a:lnTo>
                    <a:pt x="0" y="2888843"/>
                  </a:lnTo>
                  <a:lnTo>
                    <a:pt x="0" y="2831897"/>
                  </a:lnTo>
                  <a:lnTo>
                    <a:pt x="0" y="2774951"/>
                  </a:lnTo>
                  <a:lnTo>
                    <a:pt x="0" y="2718006"/>
                  </a:lnTo>
                  <a:lnTo>
                    <a:pt x="0" y="2661060"/>
                  </a:lnTo>
                  <a:lnTo>
                    <a:pt x="0" y="2604115"/>
                  </a:lnTo>
                  <a:lnTo>
                    <a:pt x="0" y="2547169"/>
                  </a:lnTo>
                  <a:lnTo>
                    <a:pt x="0" y="2490223"/>
                  </a:lnTo>
                  <a:lnTo>
                    <a:pt x="0" y="2433278"/>
                  </a:lnTo>
                  <a:lnTo>
                    <a:pt x="0" y="2376332"/>
                  </a:lnTo>
                  <a:lnTo>
                    <a:pt x="0" y="2319386"/>
                  </a:lnTo>
                  <a:lnTo>
                    <a:pt x="0" y="2262441"/>
                  </a:lnTo>
                  <a:lnTo>
                    <a:pt x="0" y="2205495"/>
                  </a:lnTo>
                  <a:lnTo>
                    <a:pt x="0" y="2148550"/>
                  </a:lnTo>
                  <a:lnTo>
                    <a:pt x="0" y="2091604"/>
                  </a:lnTo>
                  <a:lnTo>
                    <a:pt x="0" y="2034658"/>
                  </a:lnTo>
                  <a:lnTo>
                    <a:pt x="0" y="1977713"/>
                  </a:lnTo>
                  <a:lnTo>
                    <a:pt x="0" y="1920767"/>
                  </a:lnTo>
                  <a:lnTo>
                    <a:pt x="0" y="1863822"/>
                  </a:lnTo>
                  <a:lnTo>
                    <a:pt x="0" y="1806876"/>
                  </a:lnTo>
                  <a:lnTo>
                    <a:pt x="0" y="1749930"/>
                  </a:lnTo>
                  <a:lnTo>
                    <a:pt x="0" y="1692985"/>
                  </a:lnTo>
                  <a:lnTo>
                    <a:pt x="0" y="1636039"/>
                  </a:lnTo>
                  <a:lnTo>
                    <a:pt x="0" y="1579094"/>
                  </a:lnTo>
                  <a:lnTo>
                    <a:pt x="0" y="1522148"/>
                  </a:lnTo>
                  <a:lnTo>
                    <a:pt x="0" y="1465202"/>
                  </a:lnTo>
                  <a:lnTo>
                    <a:pt x="0" y="1408257"/>
                  </a:lnTo>
                  <a:lnTo>
                    <a:pt x="0" y="1351311"/>
                  </a:lnTo>
                  <a:lnTo>
                    <a:pt x="0" y="1294366"/>
                  </a:lnTo>
                  <a:lnTo>
                    <a:pt x="0" y="1237420"/>
                  </a:lnTo>
                  <a:lnTo>
                    <a:pt x="0" y="1180474"/>
                  </a:lnTo>
                  <a:lnTo>
                    <a:pt x="0" y="1123529"/>
                  </a:lnTo>
                  <a:lnTo>
                    <a:pt x="0" y="1066583"/>
                  </a:lnTo>
                  <a:lnTo>
                    <a:pt x="0" y="1009637"/>
                  </a:lnTo>
                  <a:lnTo>
                    <a:pt x="0" y="952692"/>
                  </a:lnTo>
                  <a:lnTo>
                    <a:pt x="0" y="895746"/>
                  </a:lnTo>
                  <a:lnTo>
                    <a:pt x="0" y="838801"/>
                  </a:lnTo>
                  <a:lnTo>
                    <a:pt x="0" y="781855"/>
                  </a:lnTo>
                  <a:lnTo>
                    <a:pt x="0" y="724909"/>
                  </a:lnTo>
                  <a:lnTo>
                    <a:pt x="0" y="667964"/>
                  </a:lnTo>
                  <a:lnTo>
                    <a:pt x="0" y="611018"/>
                  </a:lnTo>
                  <a:lnTo>
                    <a:pt x="0" y="554073"/>
                  </a:lnTo>
                  <a:lnTo>
                    <a:pt x="0" y="497127"/>
                  </a:lnTo>
                  <a:lnTo>
                    <a:pt x="0" y="440181"/>
                  </a:lnTo>
                  <a:lnTo>
                    <a:pt x="0" y="383236"/>
                  </a:lnTo>
                  <a:lnTo>
                    <a:pt x="0" y="326290"/>
                  </a:lnTo>
                  <a:lnTo>
                    <a:pt x="0" y="269345"/>
                  </a:lnTo>
                  <a:lnTo>
                    <a:pt x="0" y="212399"/>
                  </a:lnTo>
                  <a:lnTo>
                    <a:pt x="0" y="155453"/>
                  </a:lnTo>
                  <a:lnTo>
                    <a:pt x="0" y="98508"/>
                  </a:lnTo>
                  <a:lnTo>
                    <a:pt x="0" y="41562"/>
                  </a:ln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rnd">
              <a:solidFill>
                <a:srgbClr val="F0F8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5346735" y="1669789"/>
              <a:ext cx="0" cy="4051159"/>
            </a:xfrm>
            <a:custGeom>
              <a:avLst/>
              <a:pathLst>
                <a:path w="0" h="4051159">
                  <a:moveTo>
                    <a:pt x="0" y="4051159"/>
                  </a:moveTo>
                  <a:lnTo>
                    <a:pt x="0" y="4027755"/>
                  </a:lnTo>
                  <a:lnTo>
                    <a:pt x="0" y="3970809"/>
                  </a:lnTo>
                  <a:lnTo>
                    <a:pt x="0" y="3913864"/>
                  </a:lnTo>
                  <a:lnTo>
                    <a:pt x="0" y="3856918"/>
                  </a:lnTo>
                  <a:lnTo>
                    <a:pt x="0" y="3799972"/>
                  </a:lnTo>
                  <a:lnTo>
                    <a:pt x="0" y="3743027"/>
                  </a:lnTo>
                  <a:lnTo>
                    <a:pt x="0" y="3686081"/>
                  </a:lnTo>
                  <a:lnTo>
                    <a:pt x="0" y="3629136"/>
                  </a:lnTo>
                  <a:lnTo>
                    <a:pt x="0" y="3572190"/>
                  </a:lnTo>
                  <a:lnTo>
                    <a:pt x="0" y="3515244"/>
                  </a:lnTo>
                  <a:lnTo>
                    <a:pt x="0" y="3458299"/>
                  </a:lnTo>
                  <a:lnTo>
                    <a:pt x="0" y="3401353"/>
                  </a:lnTo>
                  <a:lnTo>
                    <a:pt x="0" y="3344407"/>
                  </a:lnTo>
                  <a:lnTo>
                    <a:pt x="0" y="3287462"/>
                  </a:lnTo>
                  <a:lnTo>
                    <a:pt x="0" y="3230516"/>
                  </a:lnTo>
                  <a:lnTo>
                    <a:pt x="0" y="3173571"/>
                  </a:lnTo>
                  <a:lnTo>
                    <a:pt x="0" y="3116625"/>
                  </a:lnTo>
                  <a:lnTo>
                    <a:pt x="0" y="3059679"/>
                  </a:lnTo>
                  <a:lnTo>
                    <a:pt x="0" y="3002734"/>
                  </a:lnTo>
                  <a:lnTo>
                    <a:pt x="0" y="2945788"/>
                  </a:lnTo>
                  <a:lnTo>
                    <a:pt x="0" y="2888843"/>
                  </a:lnTo>
                  <a:lnTo>
                    <a:pt x="0" y="2831897"/>
                  </a:lnTo>
                  <a:lnTo>
                    <a:pt x="0" y="2774951"/>
                  </a:lnTo>
                  <a:lnTo>
                    <a:pt x="0" y="2718006"/>
                  </a:lnTo>
                  <a:lnTo>
                    <a:pt x="0" y="2661060"/>
                  </a:lnTo>
                  <a:lnTo>
                    <a:pt x="0" y="2604115"/>
                  </a:lnTo>
                  <a:lnTo>
                    <a:pt x="0" y="2547169"/>
                  </a:lnTo>
                  <a:lnTo>
                    <a:pt x="0" y="2490223"/>
                  </a:lnTo>
                  <a:lnTo>
                    <a:pt x="0" y="2433278"/>
                  </a:lnTo>
                  <a:lnTo>
                    <a:pt x="0" y="2376332"/>
                  </a:lnTo>
                  <a:lnTo>
                    <a:pt x="0" y="2319386"/>
                  </a:lnTo>
                  <a:lnTo>
                    <a:pt x="0" y="2262441"/>
                  </a:lnTo>
                  <a:lnTo>
                    <a:pt x="0" y="2205495"/>
                  </a:lnTo>
                  <a:lnTo>
                    <a:pt x="0" y="2148550"/>
                  </a:lnTo>
                  <a:lnTo>
                    <a:pt x="0" y="2091604"/>
                  </a:lnTo>
                  <a:lnTo>
                    <a:pt x="0" y="2034658"/>
                  </a:lnTo>
                  <a:lnTo>
                    <a:pt x="0" y="1977713"/>
                  </a:lnTo>
                  <a:lnTo>
                    <a:pt x="0" y="1920767"/>
                  </a:lnTo>
                  <a:lnTo>
                    <a:pt x="0" y="1863822"/>
                  </a:lnTo>
                  <a:lnTo>
                    <a:pt x="0" y="1806876"/>
                  </a:lnTo>
                  <a:lnTo>
                    <a:pt x="0" y="1749930"/>
                  </a:lnTo>
                  <a:lnTo>
                    <a:pt x="0" y="1692985"/>
                  </a:lnTo>
                  <a:lnTo>
                    <a:pt x="0" y="1636039"/>
                  </a:lnTo>
                  <a:lnTo>
                    <a:pt x="0" y="1579094"/>
                  </a:lnTo>
                  <a:lnTo>
                    <a:pt x="0" y="1522148"/>
                  </a:lnTo>
                  <a:lnTo>
                    <a:pt x="0" y="1465202"/>
                  </a:lnTo>
                  <a:lnTo>
                    <a:pt x="0" y="1408257"/>
                  </a:lnTo>
                  <a:lnTo>
                    <a:pt x="0" y="1351311"/>
                  </a:lnTo>
                  <a:lnTo>
                    <a:pt x="0" y="1294366"/>
                  </a:lnTo>
                  <a:lnTo>
                    <a:pt x="0" y="1237420"/>
                  </a:lnTo>
                  <a:lnTo>
                    <a:pt x="0" y="1180474"/>
                  </a:lnTo>
                  <a:lnTo>
                    <a:pt x="0" y="1123529"/>
                  </a:lnTo>
                  <a:lnTo>
                    <a:pt x="0" y="1066583"/>
                  </a:lnTo>
                  <a:lnTo>
                    <a:pt x="0" y="1009637"/>
                  </a:lnTo>
                  <a:lnTo>
                    <a:pt x="0" y="952692"/>
                  </a:lnTo>
                  <a:lnTo>
                    <a:pt x="0" y="895746"/>
                  </a:lnTo>
                  <a:lnTo>
                    <a:pt x="0" y="838801"/>
                  </a:lnTo>
                  <a:lnTo>
                    <a:pt x="0" y="781855"/>
                  </a:lnTo>
                  <a:lnTo>
                    <a:pt x="0" y="724909"/>
                  </a:lnTo>
                  <a:lnTo>
                    <a:pt x="0" y="667964"/>
                  </a:lnTo>
                  <a:lnTo>
                    <a:pt x="0" y="611018"/>
                  </a:lnTo>
                  <a:lnTo>
                    <a:pt x="0" y="554073"/>
                  </a:lnTo>
                  <a:lnTo>
                    <a:pt x="0" y="497127"/>
                  </a:lnTo>
                  <a:lnTo>
                    <a:pt x="0" y="440181"/>
                  </a:lnTo>
                  <a:lnTo>
                    <a:pt x="0" y="383236"/>
                  </a:lnTo>
                  <a:lnTo>
                    <a:pt x="0" y="326290"/>
                  </a:lnTo>
                  <a:lnTo>
                    <a:pt x="0" y="269345"/>
                  </a:lnTo>
                  <a:lnTo>
                    <a:pt x="0" y="212399"/>
                  </a:lnTo>
                  <a:lnTo>
                    <a:pt x="0" y="155453"/>
                  </a:lnTo>
                  <a:lnTo>
                    <a:pt x="0" y="98508"/>
                  </a:lnTo>
                  <a:lnTo>
                    <a:pt x="0" y="41562"/>
                  </a:ln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rnd">
              <a:solidFill>
                <a:srgbClr val="F0F8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6087361" y="1669789"/>
              <a:ext cx="0" cy="4051159"/>
            </a:xfrm>
            <a:custGeom>
              <a:avLst/>
              <a:pathLst>
                <a:path w="0" h="4051159">
                  <a:moveTo>
                    <a:pt x="0" y="4051159"/>
                  </a:moveTo>
                  <a:lnTo>
                    <a:pt x="0" y="4027755"/>
                  </a:lnTo>
                  <a:lnTo>
                    <a:pt x="0" y="3970809"/>
                  </a:lnTo>
                  <a:lnTo>
                    <a:pt x="0" y="3913864"/>
                  </a:lnTo>
                  <a:lnTo>
                    <a:pt x="0" y="3856918"/>
                  </a:lnTo>
                  <a:lnTo>
                    <a:pt x="0" y="3799972"/>
                  </a:lnTo>
                  <a:lnTo>
                    <a:pt x="0" y="3743027"/>
                  </a:lnTo>
                  <a:lnTo>
                    <a:pt x="0" y="3686081"/>
                  </a:lnTo>
                  <a:lnTo>
                    <a:pt x="0" y="3629136"/>
                  </a:lnTo>
                  <a:lnTo>
                    <a:pt x="0" y="3572190"/>
                  </a:lnTo>
                  <a:lnTo>
                    <a:pt x="0" y="3515244"/>
                  </a:lnTo>
                  <a:lnTo>
                    <a:pt x="0" y="3458299"/>
                  </a:lnTo>
                  <a:lnTo>
                    <a:pt x="0" y="3401353"/>
                  </a:lnTo>
                  <a:lnTo>
                    <a:pt x="0" y="3344407"/>
                  </a:lnTo>
                  <a:lnTo>
                    <a:pt x="0" y="3287462"/>
                  </a:lnTo>
                  <a:lnTo>
                    <a:pt x="0" y="3230516"/>
                  </a:lnTo>
                  <a:lnTo>
                    <a:pt x="0" y="3173571"/>
                  </a:lnTo>
                  <a:lnTo>
                    <a:pt x="0" y="3116625"/>
                  </a:lnTo>
                  <a:lnTo>
                    <a:pt x="0" y="3059679"/>
                  </a:lnTo>
                  <a:lnTo>
                    <a:pt x="0" y="3002734"/>
                  </a:lnTo>
                  <a:lnTo>
                    <a:pt x="0" y="2945788"/>
                  </a:lnTo>
                  <a:lnTo>
                    <a:pt x="0" y="2888843"/>
                  </a:lnTo>
                  <a:lnTo>
                    <a:pt x="0" y="2831897"/>
                  </a:lnTo>
                  <a:lnTo>
                    <a:pt x="0" y="2774951"/>
                  </a:lnTo>
                  <a:lnTo>
                    <a:pt x="0" y="2718006"/>
                  </a:lnTo>
                  <a:lnTo>
                    <a:pt x="0" y="2661060"/>
                  </a:lnTo>
                  <a:lnTo>
                    <a:pt x="0" y="2604115"/>
                  </a:lnTo>
                  <a:lnTo>
                    <a:pt x="0" y="2547169"/>
                  </a:lnTo>
                  <a:lnTo>
                    <a:pt x="0" y="2490223"/>
                  </a:lnTo>
                  <a:lnTo>
                    <a:pt x="0" y="2433278"/>
                  </a:lnTo>
                  <a:lnTo>
                    <a:pt x="0" y="2376332"/>
                  </a:lnTo>
                  <a:lnTo>
                    <a:pt x="0" y="2319386"/>
                  </a:lnTo>
                  <a:lnTo>
                    <a:pt x="0" y="2262441"/>
                  </a:lnTo>
                  <a:lnTo>
                    <a:pt x="0" y="2205495"/>
                  </a:lnTo>
                  <a:lnTo>
                    <a:pt x="0" y="2148550"/>
                  </a:lnTo>
                  <a:lnTo>
                    <a:pt x="0" y="2091604"/>
                  </a:lnTo>
                  <a:lnTo>
                    <a:pt x="0" y="2034658"/>
                  </a:lnTo>
                  <a:lnTo>
                    <a:pt x="0" y="1977713"/>
                  </a:lnTo>
                  <a:lnTo>
                    <a:pt x="0" y="1920767"/>
                  </a:lnTo>
                  <a:lnTo>
                    <a:pt x="0" y="1863822"/>
                  </a:lnTo>
                  <a:lnTo>
                    <a:pt x="0" y="1806876"/>
                  </a:lnTo>
                  <a:lnTo>
                    <a:pt x="0" y="1749930"/>
                  </a:lnTo>
                  <a:lnTo>
                    <a:pt x="0" y="1692985"/>
                  </a:lnTo>
                  <a:lnTo>
                    <a:pt x="0" y="1636039"/>
                  </a:lnTo>
                  <a:lnTo>
                    <a:pt x="0" y="1579094"/>
                  </a:lnTo>
                  <a:lnTo>
                    <a:pt x="0" y="1522148"/>
                  </a:lnTo>
                  <a:lnTo>
                    <a:pt x="0" y="1465202"/>
                  </a:lnTo>
                  <a:lnTo>
                    <a:pt x="0" y="1408257"/>
                  </a:lnTo>
                  <a:lnTo>
                    <a:pt x="0" y="1351311"/>
                  </a:lnTo>
                  <a:lnTo>
                    <a:pt x="0" y="1294366"/>
                  </a:lnTo>
                  <a:lnTo>
                    <a:pt x="0" y="1237420"/>
                  </a:lnTo>
                  <a:lnTo>
                    <a:pt x="0" y="1180474"/>
                  </a:lnTo>
                  <a:lnTo>
                    <a:pt x="0" y="1123529"/>
                  </a:lnTo>
                  <a:lnTo>
                    <a:pt x="0" y="1066583"/>
                  </a:lnTo>
                  <a:lnTo>
                    <a:pt x="0" y="1009637"/>
                  </a:lnTo>
                  <a:lnTo>
                    <a:pt x="0" y="952692"/>
                  </a:lnTo>
                  <a:lnTo>
                    <a:pt x="0" y="895746"/>
                  </a:lnTo>
                  <a:lnTo>
                    <a:pt x="0" y="838801"/>
                  </a:lnTo>
                  <a:lnTo>
                    <a:pt x="0" y="781855"/>
                  </a:lnTo>
                  <a:lnTo>
                    <a:pt x="0" y="724909"/>
                  </a:lnTo>
                  <a:lnTo>
                    <a:pt x="0" y="667964"/>
                  </a:lnTo>
                  <a:lnTo>
                    <a:pt x="0" y="611018"/>
                  </a:lnTo>
                  <a:lnTo>
                    <a:pt x="0" y="554073"/>
                  </a:lnTo>
                  <a:lnTo>
                    <a:pt x="0" y="497127"/>
                  </a:lnTo>
                  <a:lnTo>
                    <a:pt x="0" y="440181"/>
                  </a:lnTo>
                  <a:lnTo>
                    <a:pt x="0" y="383236"/>
                  </a:lnTo>
                  <a:lnTo>
                    <a:pt x="0" y="326290"/>
                  </a:lnTo>
                  <a:lnTo>
                    <a:pt x="0" y="269345"/>
                  </a:lnTo>
                  <a:lnTo>
                    <a:pt x="0" y="212399"/>
                  </a:lnTo>
                  <a:lnTo>
                    <a:pt x="0" y="155453"/>
                  </a:lnTo>
                  <a:lnTo>
                    <a:pt x="0" y="98508"/>
                  </a:lnTo>
                  <a:lnTo>
                    <a:pt x="0" y="41562"/>
                  </a:ln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rnd">
              <a:solidFill>
                <a:srgbClr val="F0F8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2301906" y="5555180"/>
              <a:ext cx="4149766" cy="0"/>
            </a:xfrm>
            <a:custGeom>
              <a:avLst/>
              <a:pathLst>
                <a:path w="4149766" h="0">
                  <a:moveTo>
                    <a:pt x="0" y="0"/>
                  </a:moveTo>
                  <a:lnTo>
                    <a:pt x="22479" y="0"/>
                  </a:lnTo>
                  <a:lnTo>
                    <a:pt x="74847" y="0"/>
                  </a:lnTo>
                  <a:lnTo>
                    <a:pt x="127214" y="0"/>
                  </a:lnTo>
                  <a:lnTo>
                    <a:pt x="179582" y="0"/>
                  </a:lnTo>
                  <a:lnTo>
                    <a:pt x="231949" y="0"/>
                  </a:lnTo>
                  <a:lnTo>
                    <a:pt x="284316" y="0"/>
                  </a:lnTo>
                  <a:lnTo>
                    <a:pt x="336684" y="0"/>
                  </a:lnTo>
                  <a:lnTo>
                    <a:pt x="389051" y="0"/>
                  </a:lnTo>
                  <a:lnTo>
                    <a:pt x="441419" y="0"/>
                  </a:lnTo>
                  <a:lnTo>
                    <a:pt x="493786" y="0"/>
                  </a:lnTo>
                  <a:lnTo>
                    <a:pt x="546154" y="0"/>
                  </a:lnTo>
                  <a:lnTo>
                    <a:pt x="598521" y="0"/>
                  </a:lnTo>
                  <a:lnTo>
                    <a:pt x="650889" y="0"/>
                  </a:lnTo>
                  <a:lnTo>
                    <a:pt x="703256" y="0"/>
                  </a:lnTo>
                  <a:lnTo>
                    <a:pt x="755623" y="0"/>
                  </a:lnTo>
                  <a:lnTo>
                    <a:pt x="807991" y="0"/>
                  </a:lnTo>
                  <a:lnTo>
                    <a:pt x="860358" y="0"/>
                  </a:lnTo>
                  <a:lnTo>
                    <a:pt x="912726" y="0"/>
                  </a:lnTo>
                  <a:lnTo>
                    <a:pt x="965093" y="0"/>
                  </a:lnTo>
                  <a:lnTo>
                    <a:pt x="1017461" y="0"/>
                  </a:lnTo>
                  <a:lnTo>
                    <a:pt x="1069828" y="0"/>
                  </a:lnTo>
                  <a:lnTo>
                    <a:pt x="1122196" y="0"/>
                  </a:lnTo>
                  <a:lnTo>
                    <a:pt x="1174563" y="0"/>
                  </a:lnTo>
                  <a:lnTo>
                    <a:pt x="1226930" y="0"/>
                  </a:lnTo>
                  <a:lnTo>
                    <a:pt x="1279298" y="0"/>
                  </a:lnTo>
                  <a:lnTo>
                    <a:pt x="1331665" y="0"/>
                  </a:lnTo>
                  <a:lnTo>
                    <a:pt x="1384033" y="0"/>
                  </a:lnTo>
                  <a:lnTo>
                    <a:pt x="1436400" y="0"/>
                  </a:lnTo>
                  <a:lnTo>
                    <a:pt x="1488768" y="0"/>
                  </a:lnTo>
                  <a:lnTo>
                    <a:pt x="1541135" y="0"/>
                  </a:lnTo>
                  <a:lnTo>
                    <a:pt x="1593503" y="0"/>
                  </a:lnTo>
                  <a:lnTo>
                    <a:pt x="1645870" y="0"/>
                  </a:lnTo>
                  <a:lnTo>
                    <a:pt x="1698237" y="0"/>
                  </a:lnTo>
                  <a:lnTo>
                    <a:pt x="1750605" y="0"/>
                  </a:lnTo>
                  <a:lnTo>
                    <a:pt x="1802972" y="0"/>
                  </a:lnTo>
                  <a:lnTo>
                    <a:pt x="1855340" y="0"/>
                  </a:lnTo>
                  <a:lnTo>
                    <a:pt x="1907707" y="0"/>
                  </a:lnTo>
                  <a:lnTo>
                    <a:pt x="1960075" y="0"/>
                  </a:lnTo>
                  <a:lnTo>
                    <a:pt x="2012442" y="0"/>
                  </a:lnTo>
                  <a:lnTo>
                    <a:pt x="2064810" y="0"/>
                  </a:lnTo>
                  <a:lnTo>
                    <a:pt x="2117177" y="0"/>
                  </a:lnTo>
                  <a:lnTo>
                    <a:pt x="2169544" y="0"/>
                  </a:lnTo>
                  <a:lnTo>
                    <a:pt x="2221912" y="0"/>
                  </a:lnTo>
                  <a:lnTo>
                    <a:pt x="2274279" y="0"/>
                  </a:lnTo>
                  <a:lnTo>
                    <a:pt x="2326647" y="0"/>
                  </a:lnTo>
                  <a:lnTo>
                    <a:pt x="2379014" y="0"/>
                  </a:lnTo>
                  <a:lnTo>
                    <a:pt x="2431382" y="0"/>
                  </a:lnTo>
                  <a:lnTo>
                    <a:pt x="2483749" y="0"/>
                  </a:lnTo>
                  <a:lnTo>
                    <a:pt x="2536117" y="0"/>
                  </a:lnTo>
                  <a:lnTo>
                    <a:pt x="2588484" y="0"/>
                  </a:lnTo>
                  <a:lnTo>
                    <a:pt x="2640851" y="0"/>
                  </a:lnTo>
                  <a:lnTo>
                    <a:pt x="2693219" y="0"/>
                  </a:lnTo>
                  <a:lnTo>
                    <a:pt x="2745586" y="0"/>
                  </a:lnTo>
                  <a:lnTo>
                    <a:pt x="2797954" y="0"/>
                  </a:lnTo>
                  <a:lnTo>
                    <a:pt x="2850321" y="0"/>
                  </a:lnTo>
                  <a:lnTo>
                    <a:pt x="2902689" y="0"/>
                  </a:lnTo>
                  <a:lnTo>
                    <a:pt x="2955056" y="0"/>
                  </a:lnTo>
                  <a:lnTo>
                    <a:pt x="3007424" y="0"/>
                  </a:lnTo>
                  <a:lnTo>
                    <a:pt x="3059791" y="0"/>
                  </a:lnTo>
                  <a:lnTo>
                    <a:pt x="3112158" y="0"/>
                  </a:lnTo>
                  <a:lnTo>
                    <a:pt x="3164526" y="0"/>
                  </a:lnTo>
                  <a:lnTo>
                    <a:pt x="3216893" y="0"/>
                  </a:lnTo>
                  <a:lnTo>
                    <a:pt x="3269261" y="0"/>
                  </a:lnTo>
                  <a:lnTo>
                    <a:pt x="3321628" y="0"/>
                  </a:lnTo>
                  <a:lnTo>
                    <a:pt x="3373996" y="0"/>
                  </a:lnTo>
                  <a:lnTo>
                    <a:pt x="3426363" y="0"/>
                  </a:lnTo>
                  <a:lnTo>
                    <a:pt x="3478730" y="0"/>
                  </a:lnTo>
                  <a:lnTo>
                    <a:pt x="3531098" y="0"/>
                  </a:lnTo>
                  <a:lnTo>
                    <a:pt x="3583465" y="0"/>
                  </a:lnTo>
                  <a:lnTo>
                    <a:pt x="3635833" y="0"/>
                  </a:lnTo>
                  <a:lnTo>
                    <a:pt x="3688200" y="0"/>
                  </a:lnTo>
                  <a:lnTo>
                    <a:pt x="3740568" y="0"/>
                  </a:lnTo>
                  <a:lnTo>
                    <a:pt x="3792935" y="0"/>
                  </a:lnTo>
                  <a:lnTo>
                    <a:pt x="3845303" y="0"/>
                  </a:lnTo>
                  <a:lnTo>
                    <a:pt x="3897670" y="0"/>
                  </a:lnTo>
                  <a:lnTo>
                    <a:pt x="3950037" y="0"/>
                  </a:lnTo>
                  <a:lnTo>
                    <a:pt x="4002405" y="0"/>
                  </a:lnTo>
                  <a:lnTo>
                    <a:pt x="4054772" y="0"/>
                  </a:lnTo>
                  <a:lnTo>
                    <a:pt x="4107140" y="0"/>
                  </a:lnTo>
                  <a:lnTo>
                    <a:pt x="4149766" y="0"/>
                  </a:lnTo>
                  <a:lnTo>
                    <a:pt x="4149766" y="0"/>
                  </a:lnTo>
                </a:path>
              </a:pathLst>
            </a:custGeom>
            <a:ln w="13550" cap="rnd">
              <a:solidFill>
                <a:srgbClr val="F0F8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2301906" y="4615577"/>
              <a:ext cx="4149766" cy="0"/>
            </a:xfrm>
            <a:custGeom>
              <a:avLst/>
              <a:pathLst>
                <a:path w="4149766" h="0">
                  <a:moveTo>
                    <a:pt x="0" y="0"/>
                  </a:moveTo>
                  <a:lnTo>
                    <a:pt x="22479" y="0"/>
                  </a:lnTo>
                  <a:lnTo>
                    <a:pt x="74847" y="0"/>
                  </a:lnTo>
                  <a:lnTo>
                    <a:pt x="127214" y="0"/>
                  </a:lnTo>
                  <a:lnTo>
                    <a:pt x="179582" y="0"/>
                  </a:lnTo>
                  <a:lnTo>
                    <a:pt x="231949" y="0"/>
                  </a:lnTo>
                  <a:lnTo>
                    <a:pt x="284316" y="0"/>
                  </a:lnTo>
                  <a:lnTo>
                    <a:pt x="336684" y="0"/>
                  </a:lnTo>
                  <a:lnTo>
                    <a:pt x="389051" y="0"/>
                  </a:lnTo>
                  <a:lnTo>
                    <a:pt x="441419" y="0"/>
                  </a:lnTo>
                  <a:lnTo>
                    <a:pt x="493786" y="0"/>
                  </a:lnTo>
                  <a:lnTo>
                    <a:pt x="546154" y="0"/>
                  </a:lnTo>
                  <a:lnTo>
                    <a:pt x="598521" y="0"/>
                  </a:lnTo>
                  <a:lnTo>
                    <a:pt x="650889" y="0"/>
                  </a:lnTo>
                  <a:lnTo>
                    <a:pt x="703256" y="0"/>
                  </a:lnTo>
                  <a:lnTo>
                    <a:pt x="755623" y="0"/>
                  </a:lnTo>
                  <a:lnTo>
                    <a:pt x="807991" y="0"/>
                  </a:lnTo>
                  <a:lnTo>
                    <a:pt x="860358" y="0"/>
                  </a:lnTo>
                  <a:lnTo>
                    <a:pt x="912726" y="0"/>
                  </a:lnTo>
                  <a:lnTo>
                    <a:pt x="965093" y="0"/>
                  </a:lnTo>
                  <a:lnTo>
                    <a:pt x="1017461" y="0"/>
                  </a:lnTo>
                  <a:lnTo>
                    <a:pt x="1069828" y="0"/>
                  </a:lnTo>
                  <a:lnTo>
                    <a:pt x="1122196" y="0"/>
                  </a:lnTo>
                  <a:lnTo>
                    <a:pt x="1174563" y="0"/>
                  </a:lnTo>
                  <a:lnTo>
                    <a:pt x="1226930" y="0"/>
                  </a:lnTo>
                  <a:lnTo>
                    <a:pt x="1279298" y="0"/>
                  </a:lnTo>
                  <a:lnTo>
                    <a:pt x="1331665" y="0"/>
                  </a:lnTo>
                  <a:lnTo>
                    <a:pt x="1384033" y="0"/>
                  </a:lnTo>
                  <a:lnTo>
                    <a:pt x="1436400" y="0"/>
                  </a:lnTo>
                  <a:lnTo>
                    <a:pt x="1488768" y="0"/>
                  </a:lnTo>
                  <a:lnTo>
                    <a:pt x="1541135" y="0"/>
                  </a:lnTo>
                  <a:lnTo>
                    <a:pt x="1593503" y="0"/>
                  </a:lnTo>
                  <a:lnTo>
                    <a:pt x="1645870" y="0"/>
                  </a:lnTo>
                  <a:lnTo>
                    <a:pt x="1698237" y="0"/>
                  </a:lnTo>
                  <a:lnTo>
                    <a:pt x="1750605" y="0"/>
                  </a:lnTo>
                  <a:lnTo>
                    <a:pt x="1802972" y="0"/>
                  </a:lnTo>
                  <a:lnTo>
                    <a:pt x="1855340" y="0"/>
                  </a:lnTo>
                  <a:lnTo>
                    <a:pt x="1907707" y="0"/>
                  </a:lnTo>
                  <a:lnTo>
                    <a:pt x="1960075" y="0"/>
                  </a:lnTo>
                  <a:lnTo>
                    <a:pt x="2012442" y="0"/>
                  </a:lnTo>
                  <a:lnTo>
                    <a:pt x="2064810" y="0"/>
                  </a:lnTo>
                  <a:lnTo>
                    <a:pt x="2117177" y="0"/>
                  </a:lnTo>
                  <a:lnTo>
                    <a:pt x="2169544" y="0"/>
                  </a:lnTo>
                  <a:lnTo>
                    <a:pt x="2221912" y="0"/>
                  </a:lnTo>
                  <a:lnTo>
                    <a:pt x="2274279" y="0"/>
                  </a:lnTo>
                  <a:lnTo>
                    <a:pt x="2326647" y="0"/>
                  </a:lnTo>
                  <a:lnTo>
                    <a:pt x="2379014" y="0"/>
                  </a:lnTo>
                  <a:lnTo>
                    <a:pt x="2431382" y="0"/>
                  </a:lnTo>
                  <a:lnTo>
                    <a:pt x="2483749" y="0"/>
                  </a:lnTo>
                  <a:lnTo>
                    <a:pt x="2536117" y="0"/>
                  </a:lnTo>
                  <a:lnTo>
                    <a:pt x="2588484" y="0"/>
                  </a:lnTo>
                  <a:lnTo>
                    <a:pt x="2640851" y="0"/>
                  </a:lnTo>
                  <a:lnTo>
                    <a:pt x="2693219" y="0"/>
                  </a:lnTo>
                  <a:lnTo>
                    <a:pt x="2745586" y="0"/>
                  </a:lnTo>
                  <a:lnTo>
                    <a:pt x="2797954" y="0"/>
                  </a:lnTo>
                  <a:lnTo>
                    <a:pt x="2850321" y="0"/>
                  </a:lnTo>
                  <a:lnTo>
                    <a:pt x="2902689" y="0"/>
                  </a:lnTo>
                  <a:lnTo>
                    <a:pt x="2955056" y="0"/>
                  </a:lnTo>
                  <a:lnTo>
                    <a:pt x="3007424" y="0"/>
                  </a:lnTo>
                  <a:lnTo>
                    <a:pt x="3059791" y="0"/>
                  </a:lnTo>
                  <a:lnTo>
                    <a:pt x="3112158" y="0"/>
                  </a:lnTo>
                  <a:lnTo>
                    <a:pt x="3164526" y="0"/>
                  </a:lnTo>
                  <a:lnTo>
                    <a:pt x="3216893" y="0"/>
                  </a:lnTo>
                  <a:lnTo>
                    <a:pt x="3269261" y="0"/>
                  </a:lnTo>
                  <a:lnTo>
                    <a:pt x="3321628" y="0"/>
                  </a:lnTo>
                  <a:lnTo>
                    <a:pt x="3373996" y="0"/>
                  </a:lnTo>
                  <a:lnTo>
                    <a:pt x="3426363" y="0"/>
                  </a:lnTo>
                  <a:lnTo>
                    <a:pt x="3478730" y="0"/>
                  </a:lnTo>
                  <a:lnTo>
                    <a:pt x="3531098" y="0"/>
                  </a:lnTo>
                  <a:lnTo>
                    <a:pt x="3583465" y="0"/>
                  </a:lnTo>
                  <a:lnTo>
                    <a:pt x="3635833" y="0"/>
                  </a:lnTo>
                  <a:lnTo>
                    <a:pt x="3688200" y="0"/>
                  </a:lnTo>
                  <a:lnTo>
                    <a:pt x="3740568" y="0"/>
                  </a:lnTo>
                  <a:lnTo>
                    <a:pt x="3792935" y="0"/>
                  </a:lnTo>
                  <a:lnTo>
                    <a:pt x="3845303" y="0"/>
                  </a:lnTo>
                  <a:lnTo>
                    <a:pt x="3897670" y="0"/>
                  </a:lnTo>
                  <a:lnTo>
                    <a:pt x="3950037" y="0"/>
                  </a:lnTo>
                  <a:lnTo>
                    <a:pt x="4002405" y="0"/>
                  </a:lnTo>
                  <a:lnTo>
                    <a:pt x="4054772" y="0"/>
                  </a:lnTo>
                  <a:lnTo>
                    <a:pt x="4107140" y="0"/>
                  </a:lnTo>
                  <a:lnTo>
                    <a:pt x="4149766" y="0"/>
                  </a:lnTo>
                  <a:lnTo>
                    <a:pt x="4149766" y="0"/>
                  </a:lnTo>
                </a:path>
              </a:pathLst>
            </a:custGeom>
            <a:ln w="13550" cap="rnd">
              <a:solidFill>
                <a:srgbClr val="F0F8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2301906" y="3675975"/>
              <a:ext cx="4149766" cy="0"/>
            </a:xfrm>
            <a:custGeom>
              <a:avLst/>
              <a:pathLst>
                <a:path w="4149766" h="0">
                  <a:moveTo>
                    <a:pt x="0" y="0"/>
                  </a:moveTo>
                  <a:lnTo>
                    <a:pt x="22479" y="0"/>
                  </a:lnTo>
                  <a:lnTo>
                    <a:pt x="74847" y="0"/>
                  </a:lnTo>
                  <a:lnTo>
                    <a:pt x="127214" y="0"/>
                  </a:lnTo>
                  <a:lnTo>
                    <a:pt x="179582" y="0"/>
                  </a:lnTo>
                  <a:lnTo>
                    <a:pt x="231949" y="0"/>
                  </a:lnTo>
                  <a:lnTo>
                    <a:pt x="284316" y="0"/>
                  </a:lnTo>
                  <a:lnTo>
                    <a:pt x="336684" y="0"/>
                  </a:lnTo>
                  <a:lnTo>
                    <a:pt x="389051" y="0"/>
                  </a:lnTo>
                  <a:lnTo>
                    <a:pt x="441419" y="0"/>
                  </a:lnTo>
                  <a:lnTo>
                    <a:pt x="493786" y="0"/>
                  </a:lnTo>
                  <a:lnTo>
                    <a:pt x="546154" y="0"/>
                  </a:lnTo>
                  <a:lnTo>
                    <a:pt x="598521" y="0"/>
                  </a:lnTo>
                  <a:lnTo>
                    <a:pt x="650889" y="0"/>
                  </a:lnTo>
                  <a:lnTo>
                    <a:pt x="703256" y="0"/>
                  </a:lnTo>
                  <a:lnTo>
                    <a:pt x="755623" y="0"/>
                  </a:lnTo>
                  <a:lnTo>
                    <a:pt x="807991" y="0"/>
                  </a:lnTo>
                  <a:lnTo>
                    <a:pt x="860358" y="0"/>
                  </a:lnTo>
                  <a:lnTo>
                    <a:pt x="912726" y="0"/>
                  </a:lnTo>
                  <a:lnTo>
                    <a:pt x="965093" y="0"/>
                  </a:lnTo>
                  <a:lnTo>
                    <a:pt x="1017461" y="0"/>
                  </a:lnTo>
                  <a:lnTo>
                    <a:pt x="1069828" y="0"/>
                  </a:lnTo>
                  <a:lnTo>
                    <a:pt x="1122196" y="0"/>
                  </a:lnTo>
                  <a:lnTo>
                    <a:pt x="1174563" y="0"/>
                  </a:lnTo>
                  <a:lnTo>
                    <a:pt x="1226930" y="0"/>
                  </a:lnTo>
                  <a:lnTo>
                    <a:pt x="1279298" y="0"/>
                  </a:lnTo>
                  <a:lnTo>
                    <a:pt x="1331665" y="0"/>
                  </a:lnTo>
                  <a:lnTo>
                    <a:pt x="1384033" y="0"/>
                  </a:lnTo>
                  <a:lnTo>
                    <a:pt x="1436400" y="0"/>
                  </a:lnTo>
                  <a:lnTo>
                    <a:pt x="1488768" y="0"/>
                  </a:lnTo>
                  <a:lnTo>
                    <a:pt x="1541135" y="0"/>
                  </a:lnTo>
                  <a:lnTo>
                    <a:pt x="1593503" y="0"/>
                  </a:lnTo>
                  <a:lnTo>
                    <a:pt x="1645870" y="0"/>
                  </a:lnTo>
                  <a:lnTo>
                    <a:pt x="1698237" y="0"/>
                  </a:lnTo>
                  <a:lnTo>
                    <a:pt x="1750605" y="0"/>
                  </a:lnTo>
                  <a:lnTo>
                    <a:pt x="1802972" y="0"/>
                  </a:lnTo>
                  <a:lnTo>
                    <a:pt x="1855340" y="0"/>
                  </a:lnTo>
                  <a:lnTo>
                    <a:pt x="1907707" y="0"/>
                  </a:lnTo>
                  <a:lnTo>
                    <a:pt x="1960075" y="0"/>
                  </a:lnTo>
                  <a:lnTo>
                    <a:pt x="2012442" y="0"/>
                  </a:lnTo>
                  <a:lnTo>
                    <a:pt x="2064810" y="0"/>
                  </a:lnTo>
                  <a:lnTo>
                    <a:pt x="2117177" y="0"/>
                  </a:lnTo>
                  <a:lnTo>
                    <a:pt x="2169544" y="0"/>
                  </a:lnTo>
                  <a:lnTo>
                    <a:pt x="2221912" y="0"/>
                  </a:lnTo>
                  <a:lnTo>
                    <a:pt x="2274279" y="0"/>
                  </a:lnTo>
                  <a:lnTo>
                    <a:pt x="2326647" y="0"/>
                  </a:lnTo>
                  <a:lnTo>
                    <a:pt x="2379014" y="0"/>
                  </a:lnTo>
                  <a:lnTo>
                    <a:pt x="2431382" y="0"/>
                  </a:lnTo>
                  <a:lnTo>
                    <a:pt x="2483749" y="0"/>
                  </a:lnTo>
                  <a:lnTo>
                    <a:pt x="2536117" y="0"/>
                  </a:lnTo>
                  <a:lnTo>
                    <a:pt x="2588484" y="0"/>
                  </a:lnTo>
                  <a:lnTo>
                    <a:pt x="2640851" y="0"/>
                  </a:lnTo>
                  <a:lnTo>
                    <a:pt x="2693219" y="0"/>
                  </a:lnTo>
                  <a:lnTo>
                    <a:pt x="2745586" y="0"/>
                  </a:lnTo>
                  <a:lnTo>
                    <a:pt x="2797954" y="0"/>
                  </a:lnTo>
                  <a:lnTo>
                    <a:pt x="2850321" y="0"/>
                  </a:lnTo>
                  <a:lnTo>
                    <a:pt x="2902689" y="0"/>
                  </a:lnTo>
                  <a:lnTo>
                    <a:pt x="2955056" y="0"/>
                  </a:lnTo>
                  <a:lnTo>
                    <a:pt x="3007424" y="0"/>
                  </a:lnTo>
                  <a:lnTo>
                    <a:pt x="3059791" y="0"/>
                  </a:lnTo>
                  <a:lnTo>
                    <a:pt x="3112158" y="0"/>
                  </a:lnTo>
                  <a:lnTo>
                    <a:pt x="3164526" y="0"/>
                  </a:lnTo>
                  <a:lnTo>
                    <a:pt x="3216893" y="0"/>
                  </a:lnTo>
                  <a:lnTo>
                    <a:pt x="3269261" y="0"/>
                  </a:lnTo>
                  <a:lnTo>
                    <a:pt x="3321628" y="0"/>
                  </a:lnTo>
                  <a:lnTo>
                    <a:pt x="3373996" y="0"/>
                  </a:lnTo>
                  <a:lnTo>
                    <a:pt x="3426363" y="0"/>
                  </a:lnTo>
                  <a:lnTo>
                    <a:pt x="3478730" y="0"/>
                  </a:lnTo>
                  <a:lnTo>
                    <a:pt x="3531098" y="0"/>
                  </a:lnTo>
                  <a:lnTo>
                    <a:pt x="3583465" y="0"/>
                  </a:lnTo>
                  <a:lnTo>
                    <a:pt x="3635833" y="0"/>
                  </a:lnTo>
                  <a:lnTo>
                    <a:pt x="3688200" y="0"/>
                  </a:lnTo>
                  <a:lnTo>
                    <a:pt x="3740568" y="0"/>
                  </a:lnTo>
                  <a:lnTo>
                    <a:pt x="3792935" y="0"/>
                  </a:lnTo>
                  <a:lnTo>
                    <a:pt x="3845303" y="0"/>
                  </a:lnTo>
                  <a:lnTo>
                    <a:pt x="3897670" y="0"/>
                  </a:lnTo>
                  <a:lnTo>
                    <a:pt x="3950037" y="0"/>
                  </a:lnTo>
                  <a:lnTo>
                    <a:pt x="4002405" y="0"/>
                  </a:lnTo>
                  <a:lnTo>
                    <a:pt x="4054772" y="0"/>
                  </a:lnTo>
                  <a:lnTo>
                    <a:pt x="4107140" y="0"/>
                  </a:lnTo>
                  <a:lnTo>
                    <a:pt x="4149766" y="0"/>
                  </a:lnTo>
                  <a:lnTo>
                    <a:pt x="4149766" y="0"/>
                  </a:lnTo>
                </a:path>
              </a:pathLst>
            </a:custGeom>
            <a:ln w="13550" cap="rnd">
              <a:solidFill>
                <a:srgbClr val="F0F8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2301906" y="2736372"/>
              <a:ext cx="4149766" cy="0"/>
            </a:xfrm>
            <a:custGeom>
              <a:avLst/>
              <a:pathLst>
                <a:path w="4149766" h="0">
                  <a:moveTo>
                    <a:pt x="0" y="0"/>
                  </a:moveTo>
                  <a:lnTo>
                    <a:pt x="22479" y="0"/>
                  </a:lnTo>
                  <a:lnTo>
                    <a:pt x="74847" y="0"/>
                  </a:lnTo>
                  <a:lnTo>
                    <a:pt x="127214" y="0"/>
                  </a:lnTo>
                  <a:lnTo>
                    <a:pt x="179582" y="0"/>
                  </a:lnTo>
                  <a:lnTo>
                    <a:pt x="231949" y="0"/>
                  </a:lnTo>
                  <a:lnTo>
                    <a:pt x="284316" y="0"/>
                  </a:lnTo>
                  <a:lnTo>
                    <a:pt x="336684" y="0"/>
                  </a:lnTo>
                  <a:lnTo>
                    <a:pt x="389051" y="0"/>
                  </a:lnTo>
                  <a:lnTo>
                    <a:pt x="441419" y="0"/>
                  </a:lnTo>
                  <a:lnTo>
                    <a:pt x="493786" y="0"/>
                  </a:lnTo>
                  <a:lnTo>
                    <a:pt x="546154" y="0"/>
                  </a:lnTo>
                  <a:lnTo>
                    <a:pt x="598521" y="0"/>
                  </a:lnTo>
                  <a:lnTo>
                    <a:pt x="650889" y="0"/>
                  </a:lnTo>
                  <a:lnTo>
                    <a:pt x="703256" y="0"/>
                  </a:lnTo>
                  <a:lnTo>
                    <a:pt x="755623" y="0"/>
                  </a:lnTo>
                  <a:lnTo>
                    <a:pt x="807991" y="0"/>
                  </a:lnTo>
                  <a:lnTo>
                    <a:pt x="860358" y="0"/>
                  </a:lnTo>
                  <a:lnTo>
                    <a:pt x="912726" y="0"/>
                  </a:lnTo>
                  <a:lnTo>
                    <a:pt x="965093" y="0"/>
                  </a:lnTo>
                  <a:lnTo>
                    <a:pt x="1017461" y="0"/>
                  </a:lnTo>
                  <a:lnTo>
                    <a:pt x="1069828" y="0"/>
                  </a:lnTo>
                  <a:lnTo>
                    <a:pt x="1122196" y="0"/>
                  </a:lnTo>
                  <a:lnTo>
                    <a:pt x="1174563" y="0"/>
                  </a:lnTo>
                  <a:lnTo>
                    <a:pt x="1226930" y="0"/>
                  </a:lnTo>
                  <a:lnTo>
                    <a:pt x="1279298" y="0"/>
                  </a:lnTo>
                  <a:lnTo>
                    <a:pt x="1331665" y="0"/>
                  </a:lnTo>
                  <a:lnTo>
                    <a:pt x="1384033" y="0"/>
                  </a:lnTo>
                  <a:lnTo>
                    <a:pt x="1436400" y="0"/>
                  </a:lnTo>
                  <a:lnTo>
                    <a:pt x="1488768" y="0"/>
                  </a:lnTo>
                  <a:lnTo>
                    <a:pt x="1541135" y="0"/>
                  </a:lnTo>
                  <a:lnTo>
                    <a:pt x="1593503" y="0"/>
                  </a:lnTo>
                  <a:lnTo>
                    <a:pt x="1645870" y="0"/>
                  </a:lnTo>
                  <a:lnTo>
                    <a:pt x="1698237" y="0"/>
                  </a:lnTo>
                  <a:lnTo>
                    <a:pt x="1750605" y="0"/>
                  </a:lnTo>
                  <a:lnTo>
                    <a:pt x="1802972" y="0"/>
                  </a:lnTo>
                  <a:lnTo>
                    <a:pt x="1855340" y="0"/>
                  </a:lnTo>
                  <a:lnTo>
                    <a:pt x="1907707" y="0"/>
                  </a:lnTo>
                  <a:lnTo>
                    <a:pt x="1960075" y="0"/>
                  </a:lnTo>
                  <a:lnTo>
                    <a:pt x="2012442" y="0"/>
                  </a:lnTo>
                  <a:lnTo>
                    <a:pt x="2064810" y="0"/>
                  </a:lnTo>
                  <a:lnTo>
                    <a:pt x="2117177" y="0"/>
                  </a:lnTo>
                  <a:lnTo>
                    <a:pt x="2169544" y="0"/>
                  </a:lnTo>
                  <a:lnTo>
                    <a:pt x="2221912" y="0"/>
                  </a:lnTo>
                  <a:lnTo>
                    <a:pt x="2274279" y="0"/>
                  </a:lnTo>
                  <a:lnTo>
                    <a:pt x="2326647" y="0"/>
                  </a:lnTo>
                  <a:lnTo>
                    <a:pt x="2379014" y="0"/>
                  </a:lnTo>
                  <a:lnTo>
                    <a:pt x="2431382" y="0"/>
                  </a:lnTo>
                  <a:lnTo>
                    <a:pt x="2483749" y="0"/>
                  </a:lnTo>
                  <a:lnTo>
                    <a:pt x="2536117" y="0"/>
                  </a:lnTo>
                  <a:lnTo>
                    <a:pt x="2588484" y="0"/>
                  </a:lnTo>
                  <a:lnTo>
                    <a:pt x="2640851" y="0"/>
                  </a:lnTo>
                  <a:lnTo>
                    <a:pt x="2693219" y="0"/>
                  </a:lnTo>
                  <a:lnTo>
                    <a:pt x="2745586" y="0"/>
                  </a:lnTo>
                  <a:lnTo>
                    <a:pt x="2797954" y="0"/>
                  </a:lnTo>
                  <a:lnTo>
                    <a:pt x="2850321" y="0"/>
                  </a:lnTo>
                  <a:lnTo>
                    <a:pt x="2902689" y="0"/>
                  </a:lnTo>
                  <a:lnTo>
                    <a:pt x="2955056" y="0"/>
                  </a:lnTo>
                  <a:lnTo>
                    <a:pt x="3007424" y="0"/>
                  </a:lnTo>
                  <a:lnTo>
                    <a:pt x="3059791" y="0"/>
                  </a:lnTo>
                  <a:lnTo>
                    <a:pt x="3112158" y="0"/>
                  </a:lnTo>
                  <a:lnTo>
                    <a:pt x="3164526" y="0"/>
                  </a:lnTo>
                  <a:lnTo>
                    <a:pt x="3216893" y="0"/>
                  </a:lnTo>
                  <a:lnTo>
                    <a:pt x="3269261" y="0"/>
                  </a:lnTo>
                  <a:lnTo>
                    <a:pt x="3321628" y="0"/>
                  </a:lnTo>
                  <a:lnTo>
                    <a:pt x="3373996" y="0"/>
                  </a:lnTo>
                  <a:lnTo>
                    <a:pt x="3426363" y="0"/>
                  </a:lnTo>
                  <a:lnTo>
                    <a:pt x="3478730" y="0"/>
                  </a:lnTo>
                  <a:lnTo>
                    <a:pt x="3531098" y="0"/>
                  </a:lnTo>
                  <a:lnTo>
                    <a:pt x="3583465" y="0"/>
                  </a:lnTo>
                  <a:lnTo>
                    <a:pt x="3635833" y="0"/>
                  </a:lnTo>
                  <a:lnTo>
                    <a:pt x="3688200" y="0"/>
                  </a:lnTo>
                  <a:lnTo>
                    <a:pt x="3740568" y="0"/>
                  </a:lnTo>
                  <a:lnTo>
                    <a:pt x="3792935" y="0"/>
                  </a:lnTo>
                  <a:lnTo>
                    <a:pt x="3845303" y="0"/>
                  </a:lnTo>
                  <a:lnTo>
                    <a:pt x="3897670" y="0"/>
                  </a:lnTo>
                  <a:lnTo>
                    <a:pt x="3950037" y="0"/>
                  </a:lnTo>
                  <a:lnTo>
                    <a:pt x="4002405" y="0"/>
                  </a:lnTo>
                  <a:lnTo>
                    <a:pt x="4054772" y="0"/>
                  </a:lnTo>
                  <a:lnTo>
                    <a:pt x="4107140" y="0"/>
                  </a:lnTo>
                  <a:lnTo>
                    <a:pt x="4149766" y="0"/>
                  </a:lnTo>
                  <a:lnTo>
                    <a:pt x="4149766" y="0"/>
                  </a:lnTo>
                </a:path>
              </a:pathLst>
            </a:custGeom>
            <a:ln w="13550" cap="rnd">
              <a:solidFill>
                <a:srgbClr val="F0F8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2301906" y="1796770"/>
              <a:ext cx="4149766" cy="0"/>
            </a:xfrm>
            <a:custGeom>
              <a:avLst/>
              <a:pathLst>
                <a:path w="4149766" h="0">
                  <a:moveTo>
                    <a:pt x="0" y="0"/>
                  </a:moveTo>
                  <a:lnTo>
                    <a:pt x="22479" y="0"/>
                  </a:lnTo>
                  <a:lnTo>
                    <a:pt x="74847" y="0"/>
                  </a:lnTo>
                  <a:lnTo>
                    <a:pt x="127214" y="0"/>
                  </a:lnTo>
                  <a:lnTo>
                    <a:pt x="179582" y="0"/>
                  </a:lnTo>
                  <a:lnTo>
                    <a:pt x="231949" y="0"/>
                  </a:lnTo>
                  <a:lnTo>
                    <a:pt x="284316" y="0"/>
                  </a:lnTo>
                  <a:lnTo>
                    <a:pt x="336684" y="0"/>
                  </a:lnTo>
                  <a:lnTo>
                    <a:pt x="389051" y="0"/>
                  </a:lnTo>
                  <a:lnTo>
                    <a:pt x="441419" y="0"/>
                  </a:lnTo>
                  <a:lnTo>
                    <a:pt x="493786" y="0"/>
                  </a:lnTo>
                  <a:lnTo>
                    <a:pt x="546154" y="0"/>
                  </a:lnTo>
                  <a:lnTo>
                    <a:pt x="598521" y="0"/>
                  </a:lnTo>
                  <a:lnTo>
                    <a:pt x="650889" y="0"/>
                  </a:lnTo>
                  <a:lnTo>
                    <a:pt x="703256" y="0"/>
                  </a:lnTo>
                  <a:lnTo>
                    <a:pt x="755623" y="0"/>
                  </a:lnTo>
                  <a:lnTo>
                    <a:pt x="807991" y="0"/>
                  </a:lnTo>
                  <a:lnTo>
                    <a:pt x="860358" y="0"/>
                  </a:lnTo>
                  <a:lnTo>
                    <a:pt x="912726" y="0"/>
                  </a:lnTo>
                  <a:lnTo>
                    <a:pt x="965093" y="0"/>
                  </a:lnTo>
                  <a:lnTo>
                    <a:pt x="1017461" y="0"/>
                  </a:lnTo>
                  <a:lnTo>
                    <a:pt x="1069828" y="0"/>
                  </a:lnTo>
                  <a:lnTo>
                    <a:pt x="1122196" y="0"/>
                  </a:lnTo>
                  <a:lnTo>
                    <a:pt x="1174563" y="0"/>
                  </a:lnTo>
                  <a:lnTo>
                    <a:pt x="1226930" y="0"/>
                  </a:lnTo>
                  <a:lnTo>
                    <a:pt x="1279298" y="0"/>
                  </a:lnTo>
                  <a:lnTo>
                    <a:pt x="1331665" y="0"/>
                  </a:lnTo>
                  <a:lnTo>
                    <a:pt x="1384033" y="0"/>
                  </a:lnTo>
                  <a:lnTo>
                    <a:pt x="1436400" y="0"/>
                  </a:lnTo>
                  <a:lnTo>
                    <a:pt x="1488768" y="0"/>
                  </a:lnTo>
                  <a:lnTo>
                    <a:pt x="1541135" y="0"/>
                  </a:lnTo>
                  <a:lnTo>
                    <a:pt x="1593503" y="0"/>
                  </a:lnTo>
                  <a:lnTo>
                    <a:pt x="1645870" y="0"/>
                  </a:lnTo>
                  <a:lnTo>
                    <a:pt x="1698237" y="0"/>
                  </a:lnTo>
                  <a:lnTo>
                    <a:pt x="1750605" y="0"/>
                  </a:lnTo>
                  <a:lnTo>
                    <a:pt x="1802972" y="0"/>
                  </a:lnTo>
                  <a:lnTo>
                    <a:pt x="1855340" y="0"/>
                  </a:lnTo>
                  <a:lnTo>
                    <a:pt x="1907707" y="0"/>
                  </a:lnTo>
                  <a:lnTo>
                    <a:pt x="1960075" y="0"/>
                  </a:lnTo>
                  <a:lnTo>
                    <a:pt x="2012442" y="0"/>
                  </a:lnTo>
                  <a:lnTo>
                    <a:pt x="2064810" y="0"/>
                  </a:lnTo>
                  <a:lnTo>
                    <a:pt x="2117177" y="0"/>
                  </a:lnTo>
                  <a:lnTo>
                    <a:pt x="2169544" y="0"/>
                  </a:lnTo>
                  <a:lnTo>
                    <a:pt x="2221912" y="0"/>
                  </a:lnTo>
                  <a:lnTo>
                    <a:pt x="2274279" y="0"/>
                  </a:lnTo>
                  <a:lnTo>
                    <a:pt x="2326647" y="0"/>
                  </a:lnTo>
                  <a:lnTo>
                    <a:pt x="2379014" y="0"/>
                  </a:lnTo>
                  <a:lnTo>
                    <a:pt x="2431382" y="0"/>
                  </a:lnTo>
                  <a:lnTo>
                    <a:pt x="2483749" y="0"/>
                  </a:lnTo>
                  <a:lnTo>
                    <a:pt x="2536117" y="0"/>
                  </a:lnTo>
                  <a:lnTo>
                    <a:pt x="2588484" y="0"/>
                  </a:lnTo>
                  <a:lnTo>
                    <a:pt x="2640851" y="0"/>
                  </a:lnTo>
                  <a:lnTo>
                    <a:pt x="2693219" y="0"/>
                  </a:lnTo>
                  <a:lnTo>
                    <a:pt x="2745586" y="0"/>
                  </a:lnTo>
                  <a:lnTo>
                    <a:pt x="2797954" y="0"/>
                  </a:lnTo>
                  <a:lnTo>
                    <a:pt x="2850321" y="0"/>
                  </a:lnTo>
                  <a:lnTo>
                    <a:pt x="2902689" y="0"/>
                  </a:lnTo>
                  <a:lnTo>
                    <a:pt x="2955056" y="0"/>
                  </a:lnTo>
                  <a:lnTo>
                    <a:pt x="3007424" y="0"/>
                  </a:lnTo>
                  <a:lnTo>
                    <a:pt x="3059791" y="0"/>
                  </a:lnTo>
                  <a:lnTo>
                    <a:pt x="3112158" y="0"/>
                  </a:lnTo>
                  <a:lnTo>
                    <a:pt x="3164526" y="0"/>
                  </a:lnTo>
                  <a:lnTo>
                    <a:pt x="3216893" y="0"/>
                  </a:lnTo>
                  <a:lnTo>
                    <a:pt x="3269261" y="0"/>
                  </a:lnTo>
                  <a:lnTo>
                    <a:pt x="3321628" y="0"/>
                  </a:lnTo>
                  <a:lnTo>
                    <a:pt x="3373996" y="0"/>
                  </a:lnTo>
                  <a:lnTo>
                    <a:pt x="3426363" y="0"/>
                  </a:lnTo>
                  <a:lnTo>
                    <a:pt x="3478730" y="0"/>
                  </a:lnTo>
                  <a:lnTo>
                    <a:pt x="3531098" y="0"/>
                  </a:lnTo>
                  <a:lnTo>
                    <a:pt x="3583465" y="0"/>
                  </a:lnTo>
                  <a:lnTo>
                    <a:pt x="3635833" y="0"/>
                  </a:lnTo>
                  <a:lnTo>
                    <a:pt x="3688200" y="0"/>
                  </a:lnTo>
                  <a:lnTo>
                    <a:pt x="3740568" y="0"/>
                  </a:lnTo>
                  <a:lnTo>
                    <a:pt x="3792935" y="0"/>
                  </a:lnTo>
                  <a:lnTo>
                    <a:pt x="3845303" y="0"/>
                  </a:lnTo>
                  <a:lnTo>
                    <a:pt x="3897670" y="0"/>
                  </a:lnTo>
                  <a:lnTo>
                    <a:pt x="3950037" y="0"/>
                  </a:lnTo>
                  <a:lnTo>
                    <a:pt x="4002405" y="0"/>
                  </a:lnTo>
                  <a:lnTo>
                    <a:pt x="4054772" y="0"/>
                  </a:lnTo>
                  <a:lnTo>
                    <a:pt x="4107140" y="0"/>
                  </a:lnTo>
                  <a:lnTo>
                    <a:pt x="4149766" y="0"/>
                  </a:lnTo>
                  <a:lnTo>
                    <a:pt x="4149766" y="0"/>
                  </a:lnTo>
                </a:path>
              </a:pathLst>
            </a:custGeom>
            <a:ln w="13550" cap="rnd">
              <a:solidFill>
                <a:srgbClr val="F0F8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g17"/>
            <p:cNvSpPr/>
            <p:nvPr/>
          </p:nvSpPr>
          <p:spPr>
            <a:xfrm>
              <a:off x="4171236" y="1756539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65CFAE">
                <a:alpha val="100000"/>
              </a:srgbClr>
            </a:solidFill>
            <a:ln w="5420" cap="flat">
              <a:solidFill>
                <a:srgbClr val="65CFA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g18"/>
            <p:cNvSpPr/>
            <p:nvPr/>
          </p:nvSpPr>
          <p:spPr>
            <a:xfrm>
              <a:off x="4252673" y="1756539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63CFAD">
                <a:alpha val="100000"/>
              </a:srgbClr>
            </a:solidFill>
            <a:ln w="5420" cap="flat">
              <a:solidFill>
                <a:srgbClr val="63CFA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g19"/>
            <p:cNvSpPr/>
            <p:nvPr/>
          </p:nvSpPr>
          <p:spPr>
            <a:xfrm>
              <a:off x="4334110" y="1756539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60CEAC">
                <a:alpha val="100000"/>
              </a:srgbClr>
            </a:solidFill>
            <a:ln w="5420" cap="flat">
              <a:solidFill>
                <a:srgbClr val="60CE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g20"/>
            <p:cNvSpPr/>
            <p:nvPr/>
          </p:nvSpPr>
          <p:spPr>
            <a:xfrm>
              <a:off x="4415547" y="1756539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5FCDAC">
                <a:alpha val="100000"/>
              </a:srgbClr>
            </a:solidFill>
            <a:ln w="5420" cap="flat">
              <a:solidFill>
                <a:srgbClr val="5FCD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g21"/>
            <p:cNvSpPr/>
            <p:nvPr/>
          </p:nvSpPr>
          <p:spPr>
            <a:xfrm>
              <a:off x="4496984" y="1756539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5FCCAC">
                <a:alpha val="100000"/>
              </a:srgbClr>
            </a:solidFill>
            <a:ln w="5420" cap="flat">
              <a:solidFill>
                <a:srgbClr val="5FCC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g22"/>
            <p:cNvSpPr/>
            <p:nvPr/>
          </p:nvSpPr>
          <p:spPr>
            <a:xfrm>
              <a:off x="4578421" y="1756539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5ECBAC">
                <a:alpha val="100000"/>
              </a:srgbClr>
            </a:solidFill>
            <a:ln w="5420" cap="flat">
              <a:solidFill>
                <a:srgbClr val="5ECB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pg23"/>
            <p:cNvSpPr/>
            <p:nvPr/>
          </p:nvSpPr>
          <p:spPr>
            <a:xfrm>
              <a:off x="4659858" y="1756539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5DC9AC">
                <a:alpha val="100000"/>
              </a:srgbClr>
            </a:solidFill>
            <a:ln w="5420" cap="flat">
              <a:solidFill>
                <a:srgbClr val="5DC9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g24"/>
            <p:cNvSpPr/>
            <p:nvPr/>
          </p:nvSpPr>
          <p:spPr>
            <a:xfrm>
              <a:off x="5067044" y="1756539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57C0AB">
                <a:alpha val="100000"/>
              </a:srgbClr>
            </a:solidFill>
            <a:ln w="5420" cap="flat">
              <a:solidFill>
                <a:srgbClr val="57C0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g25"/>
            <p:cNvSpPr/>
            <p:nvPr/>
          </p:nvSpPr>
          <p:spPr>
            <a:xfrm>
              <a:off x="5148481" y="1756539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54BBAB">
                <a:alpha val="100000"/>
              </a:srgbClr>
            </a:solidFill>
            <a:ln w="5420" cap="flat">
              <a:solidFill>
                <a:srgbClr val="54BB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" name="pg26"/>
            <p:cNvSpPr/>
            <p:nvPr/>
          </p:nvSpPr>
          <p:spPr>
            <a:xfrm>
              <a:off x="5229918" y="1756539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52B9AB">
                <a:alpha val="100000"/>
              </a:srgbClr>
            </a:solidFill>
            <a:ln w="5420" cap="flat">
              <a:solidFill>
                <a:srgbClr val="52B9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" name="pg27"/>
            <p:cNvSpPr/>
            <p:nvPr/>
          </p:nvSpPr>
          <p:spPr>
            <a:xfrm>
              <a:off x="5311355" y="1756539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50B7AB">
                <a:alpha val="100000"/>
              </a:srgbClr>
            </a:solidFill>
            <a:ln w="5420" cap="flat">
              <a:solidFill>
                <a:srgbClr val="50B7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" name="pg28"/>
            <p:cNvSpPr/>
            <p:nvPr/>
          </p:nvSpPr>
          <p:spPr>
            <a:xfrm>
              <a:off x="5392793" y="1756539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4EB4AB">
                <a:alpha val="100000"/>
              </a:srgbClr>
            </a:solidFill>
            <a:ln w="5420" cap="flat">
              <a:solidFill>
                <a:srgbClr val="4EB4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" name="pg29"/>
            <p:cNvSpPr/>
            <p:nvPr/>
          </p:nvSpPr>
          <p:spPr>
            <a:xfrm>
              <a:off x="4089798" y="1859855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6BD1B0">
                <a:alpha val="100000"/>
              </a:srgbClr>
            </a:solidFill>
            <a:ln w="5420" cap="flat">
              <a:solidFill>
                <a:srgbClr val="6BD1B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" name="pg30"/>
            <p:cNvSpPr/>
            <p:nvPr/>
          </p:nvSpPr>
          <p:spPr>
            <a:xfrm>
              <a:off x="4171236" y="1859855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6AD1B0">
                <a:alpha val="100000"/>
              </a:srgbClr>
            </a:solidFill>
            <a:ln w="5420" cap="flat">
              <a:solidFill>
                <a:srgbClr val="6AD1B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" name="pg31"/>
            <p:cNvSpPr/>
            <p:nvPr/>
          </p:nvSpPr>
          <p:spPr>
            <a:xfrm>
              <a:off x="4252673" y="1859855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6AD1B0">
                <a:alpha val="100000"/>
              </a:srgbClr>
            </a:solidFill>
            <a:ln w="5420" cap="flat">
              <a:solidFill>
                <a:srgbClr val="6AD1B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" name="pg32"/>
            <p:cNvSpPr/>
            <p:nvPr/>
          </p:nvSpPr>
          <p:spPr>
            <a:xfrm>
              <a:off x="4334110" y="1859855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67D0AE">
                <a:alpha val="100000"/>
              </a:srgbClr>
            </a:solidFill>
            <a:ln w="5420" cap="flat">
              <a:solidFill>
                <a:srgbClr val="67D0A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" name="pg33"/>
            <p:cNvSpPr/>
            <p:nvPr/>
          </p:nvSpPr>
          <p:spPr>
            <a:xfrm>
              <a:off x="4415547" y="1859855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64CFAE">
                <a:alpha val="100000"/>
              </a:srgbClr>
            </a:solidFill>
            <a:ln w="5420" cap="flat">
              <a:solidFill>
                <a:srgbClr val="64CFA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" name="pg34"/>
            <p:cNvSpPr/>
            <p:nvPr/>
          </p:nvSpPr>
          <p:spPr>
            <a:xfrm>
              <a:off x="4496984" y="1859855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61CEAD">
                <a:alpha val="100000"/>
              </a:srgbClr>
            </a:solidFill>
            <a:ln w="5420" cap="flat">
              <a:solidFill>
                <a:srgbClr val="61CEA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" name="pg35"/>
            <p:cNvSpPr/>
            <p:nvPr/>
          </p:nvSpPr>
          <p:spPr>
            <a:xfrm>
              <a:off x="4578421" y="1859855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60CDAC">
                <a:alpha val="100000"/>
              </a:srgbClr>
            </a:solidFill>
            <a:ln w="5420" cap="flat">
              <a:solidFill>
                <a:srgbClr val="60CD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" name="pg36"/>
            <p:cNvSpPr/>
            <p:nvPr/>
          </p:nvSpPr>
          <p:spPr>
            <a:xfrm>
              <a:off x="4659858" y="1859855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5FCCAC">
                <a:alpha val="100000"/>
              </a:srgbClr>
            </a:solidFill>
            <a:ln w="5420" cap="flat">
              <a:solidFill>
                <a:srgbClr val="5FCC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" name="pg37"/>
            <p:cNvSpPr/>
            <p:nvPr/>
          </p:nvSpPr>
          <p:spPr>
            <a:xfrm>
              <a:off x="5067044" y="1859855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59C3AC">
                <a:alpha val="100000"/>
              </a:srgbClr>
            </a:solidFill>
            <a:ln w="5420" cap="flat">
              <a:solidFill>
                <a:srgbClr val="59C3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" name="pg38"/>
            <p:cNvSpPr/>
            <p:nvPr/>
          </p:nvSpPr>
          <p:spPr>
            <a:xfrm>
              <a:off x="5148481" y="1859855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56BFAB">
                <a:alpha val="100000"/>
              </a:srgbClr>
            </a:solidFill>
            <a:ln w="5420" cap="flat">
              <a:solidFill>
                <a:srgbClr val="56BF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" name="pg39"/>
            <p:cNvSpPr/>
            <p:nvPr/>
          </p:nvSpPr>
          <p:spPr>
            <a:xfrm>
              <a:off x="5229918" y="1859855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54BCAB">
                <a:alpha val="100000"/>
              </a:srgbClr>
            </a:solidFill>
            <a:ln w="5420" cap="flat">
              <a:solidFill>
                <a:srgbClr val="54BC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" name="pg40"/>
            <p:cNvSpPr/>
            <p:nvPr/>
          </p:nvSpPr>
          <p:spPr>
            <a:xfrm>
              <a:off x="5311355" y="1859855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53BAAB">
                <a:alpha val="100000"/>
              </a:srgbClr>
            </a:solidFill>
            <a:ln w="5420" cap="flat">
              <a:solidFill>
                <a:srgbClr val="53BA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" name="pg41"/>
            <p:cNvSpPr/>
            <p:nvPr/>
          </p:nvSpPr>
          <p:spPr>
            <a:xfrm>
              <a:off x="5392793" y="1859855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51B8AB">
                <a:alpha val="100000"/>
              </a:srgbClr>
            </a:solidFill>
            <a:ln w="5420" cap="flat">
              <a:solidFill>
                <a:srgbClr val="51B8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" name="pg42"/>
            <p:cNvSpPr/>
            <p:nvPr/>
          </p:nvSpPr>
          <p:spPr>
            <a:xfrm>
              <a:off x="3682613" y="1963171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6BD1B0">
                <a:alpha val="100000"/>
              </a:srgbClr>
            </a:solidFill>
            <a:ln w="5420" cap="flat">
              <a:solidFill>
                <a:srgbClr val="6BD1B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" name="pg43"/>
            <p:cNvSpPr/>
            <p:nvPr/>
          </p:nvSpPr>
          <p:spPr>
            <a:xfrm>
              <a:off x="3764050" y="1963171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6CD1B0">
                <a:alpha val="100000"/>
              </a:srgbClr>
            </a:solidFill>
            <a:ln w="5420" cap="flat">
              <a:solidFill>
                <a:srgbClr val="6CD1B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" name="pg44"/>
            <p:cNvSpPr/>
            <p:nvPr/>
          </p:nvSpPr>
          <p:spPr>
            <a:xfrm>
              <a:off x="3845487" y="1963171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6DD1B1">
                <a:alpha val="100000"/>
              </a:srgbClr>
            </a:solidFill>
            <a:ln w="5420" cap="flat">
              <a:solidFill>
                <a:srgbClr val="6DD1B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" name="pg45"/>
            <p:cNvSpPr/>
            <p:nvPr/>
          </p:nvSpPr>
          <p:spPr>
            <a:xfrm>
              <a:off x="3926924" y="1963171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6ED2B1">
                <a:alpha val="100000"/>
              </a:srgbClr>
            </a:solidFill>
            <a:ln w="5420" cap="flat">
              <a:solidFill>
                <a:srgbClr val="6ED2B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" name="pg46"/>
            <p:cNvSpPr/>
            <p:nvPr/>
          </p:nvSpPr>
          <p:spPr>
            <a:xfrm>
              <a:off x="4008361" y="1963171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70D2B2">
                <a:alpha val="100000"/>
              </a:srgbClr>
            </a:solidFill>
            <a:ln w="5420" cap="flat">
              <a:solidFill>
                <a:srgbClr val="70D2B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" name="pg47"/>
            <p:cNvSpPr/>
            <p:nvPr/>
          </p:nvSpPr>
          <p:spPr>
            <a:xfrm>
              <a:off x="4089798" y="1963171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70D2B2">
                <a:alpha val="100000"/>
              </a:srgbClr>
            </a:solidFill>
            <a:ln w="5420" cap="flat">
              <a:solidFill>
                <a:srgbClr val="70D2B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" name="pg48"/>
            <p:cNvSpPr/>
            <p:nvPr/>
          </p:nvSpPr>
          <p:spPr>
            <a:xfrm>
              <a:off x="4171236" y="1963171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70D2B2">
                <a:alpha val="100000"/>
              </a:srgbClr>
            </a:solidFill>
            <a:ln w="5420" cap="flat">
              <a:solidFill>
                <a:srgbClr val="70D2B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" name="pg49"/>
            <p:cNvSpPr/>
            <p:nvPr/>
          </p:nvSpPr>
          <p:spPr>
            <a:xfrm>
              <a:off x="4252673" y="1963171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70D2B2">
                <a:alpha val="100000"/>
              </a:srgbClr>
            </a:solidFill>
            <a:ln w="5420" cap="flat">
              <a:solidFill>
                <a:srgbClr val="70D2B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" name="pg50"/>
            <p:cNvSpPr/>
            <p:nvPr/>
          </p:nvSpPr>
          <p:spPr>
            <a:xfrm>
              <a:off x="4334110" y="1963171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6DD1B1">
                <a:alpha val="100000"/>
              </a:srgbClr>
            </a:solidFill>
            <a:ln w="5420" cap="flat">
              <a:solidFill>
                <a:srgbClr val="6DD1B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" name="pg51"/>
            <p:cNvSpPr/>
            <p:nvPr/>
          </p:nvSpPr>
          <p:spPr>
            <a:xfrm>
              <a:off x="4415547" y="1963171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6AD1B0">
                <a:alpha val="100000"/>
              </a:srgbClr>
            </a:solidFill>
            <a:ln w="5420" cap="flat">
              <a:solidFill>
                <a:srgbClr val="6AD1B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" name="pg52"/>
            <p:cNvSpPr/>
            <p:nvPr/>
          </p:nvSpPr>
          <p:spPr>
            <a:xfrm>
              <a:off x="4496984" y="1963171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68D0AF">
                <a:alpha val="100000"/>
              </a:srgbClr>
            </a:solidFill>
            <a:ln w="5420" cap="flat">
              <a:solidFill>
                <a:srgbClr val="68D0A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" name="pg53"/>
            <p:cNvSpPr/>
            <p:nvPr/>
          </p:nvSpPr>
          <p:spPr>
            <a:xfrm>
              <a:off x="4578421" y="1963171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64CFAE">
                <a:alpha val="100000"/>
              </a:srgbClr>
            </a:solidFill>
            <a:ln w="5420" cap="flat">
              <a:solidFill>
                <a:srgbClr val="64CFA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" name="pg54"/>
            <p:cNvSpPr/>
            <p:nvPr/>
          </p:nvSpPr>
          <p:spPr>
            <a:xfrm>
              <a:off x="4985607" y="1963171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5DC9AC">
                <a:alpha val="100000"/>
              </a:srgbClr>
            </a:solidFill>
            <a:ln w="5420" cap="flat">
              <a:solidFill>
                <a:srgbClr val="5DC9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" name="pg55"/>
            <p:cNvSpPr/>
            <p:nvPr/>
          </p:nvSpPr>
          <p:spPr>
            <a:xfrm>
              <a:off x="5067044" y="1963171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5BC6AC">
                <a:alpha val="100000"/>
              </a:srgbClr>
            </a:solidFill>
            <a:ln w="5420" cap="flat">
              <a:solidFill>
                <a:srgbClr val="5BC6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" name="pg56"/>
            <p:cNvSpPr/>
            <p:nvPr/>
          </p:nvSpPr>
          <p:spPr>
            <a:xfrm>
              <a:off x="5148481" y="1963171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58C2AC">
                <a:alpha val="100000"/>
              </a:srgbClr>
            </a:solidFill>
            <a:ln w="5420" cap="flat">
              <a:solidFill>
                <a:srgbClr val="58C2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" name="pg57"/>
            <p:cNvSpPr/>
            <p:nvPr/>
          </p:nvSpPr>
          <p:spPr>
            <a:xfrm>
              <a:off x="5229918" y="1963171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57C0AB">
                <a:alpha val="100000"/>
              </a:srgbClr>
            </a:solidFill>
            <a:ln w="5420" cap="flat">
              <a:solidFill>
                <a:srgbClr val="57C0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" name="pg58"/>
            <p:cNvSpPr/>
            <p:nvPr/>
          </p:nvSpPr>
          <p:spPr>
            <a:xfrm>
              <a:off x="5311355" y="1963171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55BDAB">
                <a:alpha val="100000"/>
              </a:srgbClr>
            </a:solidFill>
            <a:ln w="5420" cap="flat">
              <a:solidFill>
                <a:srgbClr val="55BD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" name="pg59"/>
            <p:cNvSpPr/>
            <p:nvPr/>
          </p:nvSpPr>
          <p:spPr>
            <a:xfrm>
              <a:off x="5392793" y="1963171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53BBAB">
                <a:alpha val="100000"/>
              </a:srgbClr>
            </a:solidFill>
            <a:ln w="5420" cap="flat">
              <a:solidFill>
                <a:srgbClr val="53BB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" name="pg60"/>
            <p:cNvSpPr/>
            <p:nvPr/>
          </p:nvSpPr>
          <p:spPr>
            <a:xfrm>
              <a:off x="3601176" y="2066487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6CD1B0">
                <a:alpha val="100000"/>
              </a:srgbClr>
            </a:solidFill>
            <a:ln w="5420" cap="flat">
              <a:solidFill>
                <a:srgbClr val="6CD1B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" name="pg61"/>
            <p:cNvSpPr/>
            <p:nvPr/>
          </p:nvSpPr>
          <p:spPr>
            <a:xfrm>
              <a:off x="3682613" y="2066487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6DD1B1">
                <a:alpha val="100000"/>
              </a:srgbClr>
            </a:solidFill>
            <a:ln w="5420" cap="flat">
              <a:solidFill>
                <a:srgbClr val="6DD1B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" name="pg62"/>
            <p:cNvSpPr/>
            <p:nvPr/>
          </p:nvSpPr>
          <p:spPr>
            <a:xfrm>
              <a:off x="3764050" y="2066487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6ED2B1">
                <a:alpha val="100000"/>
              </a:srgbClr>
            </a:solidFill>
            <a:ln w="5420" cap="flat">
              <a:solidFill>
                <a:srgbClr val="6ED2B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" name="pg63"/>
            <p:cNvSpPr/>
            <p:nvPr/>
          </p:nvSpPr>
          <p:spPr>
            <a:xfrm>
              <a:off x="3845487" y="2066487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70D2B2">
                <a:alpha val="100000"/>
              </a:srgbClr>
            </a:solidFill>
            <a:ln w="5420" cap="flat">
              <a:solidFill>
                <a:srgbClr val="70D2B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" name="pg64"/>
            <p:cNvSpPr/>
            <p:nvPr/>
          </p:nvSpPr>
          <p:spPr>
            <a:xfrm>
              <a:off x="3926924" y="2066487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72D3B3">
                <a:alpha val="100000"/>
              </a:srgbClr>
            </a:solidFill>
            <a:ln w="5420" cap="flat">
              <a:solidFill>
                <a:srgbClr val="72D3B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" name="pg65"/>
            <p:cNvSpPr/>
            <p:nvPr/>
          </p:nvSpPr>
          <p:spPr>
            <a:xfrm>
              <a:off x="4008361" y="2066487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73D3B3">
                <a:alpha val="100000"/>
              </a:srgbClr>
            </a:solidFill>
            <a:ln w="5420" cap="flat">
              <a:solidFill>
                <a:srgbClr val="73D3B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" name="pg66"/>
            <p:cNvSpPr/>
            <p:nvPr/>
          </p:nvSpPr>
          <p:spPr>
            <a:xfrm>
              <a:off x="4089798" y="2066487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74D3B4">
                <a:alpha val="100000"/>
              </a:srgbClr>
            </a:solidFill>
            <a:ln w="5420" cap="flat">
              <a:solidFill>
                <a:srgbClr val="74D3B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" name="pg67"/>
            <p:cNvSpPr/>
            <p:nvPr/>
          </p:nvSpPr>
          <p:spPr>
            <a:xfrm>
              <a:off x="4171236" y="2066487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75D4B4">
                <a:alpha val="100000"/>
              </a:srgbClr>
            </a:solidFill>
            <a:ln w="5420" cap="flat">
              <a:solidFill>
                <a:srgbClr val="75D4B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" name="pg68"/>
            <p:cNvSpPr/>
            <p:nvPr/>
          </p:nvSpPr>
          <p:spPr>
            <a:xfrm>
              <a:off x="4252673" y="2066487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75D4B4">
                <a:alpha val="100000"/>
              </a:srgbClr>
            </a:solidFill>
            <a:ln w="5420" cap="flat">
              <a:solidFill>
                <a:srgbClr val="75D4B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" name="pg69"/>
            <p:cNvSpPr/>
            <p:nvPr/>
          </p:nvSpPr>
          <p:spPr>
            <a:xfrm>
              <a:off x="4334110" y="2066487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72D3B3">
                <a:alpha val="100000"/>
              </a:srgbClr>
            </a:solidFill>
            <a:ln w="5420" cap="flat">
              <a:solidFill>
                <a:srgbClr val="72D3B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" name="pg70"/>
            <p:cNvSpPr/>
            <p:nvPr/>
          </p:nvSpPr>
          <p:spPr>
            <a:xfrm>
              <a:off x="4415547" y="2066487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6FD2B2">
                <a:alpha val="100000"/>
              </a:srgbClr>
            </a:solidFill>
            <a:ln w="5420" cap="flat">
              <a:solidFill>
                <a:srgbClr val="6FD2B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" name="pg71"/>
            <p:cNvSpPr/>
            <p:nvPr/>
          </p:nvSpPr>
          <p:spPr>
            <a:xfrm>
              <a:off x="4496984" y="2066487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6DD1B1">
                <a:alpha val="100000"/>
              </a:srgbClr>
            </a:solidFill>
            <a:ln w="5420" cap="flat">
              <a:solidFill>
                <a:srgbClr val="6DD1B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" name="pg72"/>
            <p:cNvSpPr/>
            <p:nvPr/>
          </p:nvSpPr>
          <p:spPr>
            <a:xfrm>
              <a:off x="4904170" y="2066487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5FCCAC">
                <a:alpha val="100000"/>
              </a:srgbClr>
            </a:solidFill>
            <a:ln w="5420" cap="flat">
              <a:solidFill>
                <a:srgbClr val="5FCC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" name="pg73"/>
            <p:cNvSpPr/>
            <p:nvPr/>
          </p:nvSpPr>
          <p:spPr>
            <a:xfrm>
              <a:off x="4985607" y="2066487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5ECBAC">
                <a:alpha val="100000"/>
              </a:srgbClr>
            </a:solidFill>
            <a:ln w="5420" cap="flat">
              <a:solidFill>
                <a:srgbClr val="5ECB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" name="pg74"/>
            <p:cNvSpPr/>
            <p:nvPr/>
          </p:nvSpPr>
          <p:spPr>
            <a:xfrm>
              <a:off x="5067044" y="2066487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5DC9AC">
                <a:alpha val="100000"/>
              </a:srgbClr>
            </a:solidFill>
            <a:ln w="5420" cap="flat">
              <a:solidFill>
                <a:srgbClr val="5DC9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" name="pg75"/>
            <p:cNvSpPr/>
            <p:nvPr/>
          </p:nvSpPr>
          <p:spPr>
            <a:xfrm>
              <a:off x="5148481" y="2066487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5AC5AC">
                <a:alpha val="100000"/>
              </a:srgbClr>
            </a:solidFill>
            <a:ln w="5420" cap="flat">
              <a:solidFill>
                <a:srgbClr val="5AC5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" name="pg76"/>
            <p:cNvSpPr/>
            <p:nvPr/>
          </p:nvSpPr>
          <p:spPr>
            <a:xfrm>
              <a:off x="5229918" y="2066487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59C2AC">
                <a:alpha val="100000"/>
              </a:srgbClr>
            </a:solidFill>
            <a:ln w="5420" cap="flat">
              <a:solidFill>
                <a:srgbClr val="59C2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" name="pg77"/>
            <p:cNvSpPr/>
            <p:nvPr/>
          </p:nvSpPr>
          <p:spPr>
            <a:xfrm>
              <a:off x="5311355" y="2066487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57C0AC">
                <a:alpha val="100000"/>
              </a:srgbClr>
            </a:solidFill>
            <a:ln w="5420" cap="flat">
              <a:solidFill>
                <a:srgbClr val="57C0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" name="pg78"/>
            <p:cNvSpPr/>
            <p:nvPr/>
          </p:nvSpPr>
          <p:spPr>
            <a:xfrm>
              <a:off x="5392793" y="2066487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56BEAB">
                <a:alpha val="100000"/>
              </a:srgbClr>
            </a:solidFill>
            <a:ln w="5420" cap="flat">
              <a:solidFill>
                <a:srgbClr val="56BE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" name="pg79"/>
            <p:cNvSpPr/>
            <p:nvPr/>
          </p:nvSpPr>
          <p:spPr>
            <a:xfrm>
              <a:off x="3438301" y="2169803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6FD2B2">
                <a:alpha val="100000"/>
              </a:srgbClr>
            </a:solidFill>
            <a:ln w="5420" cap="flat">
              <a:solidFill>
                <a:srgbClr val="6FD2B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" name="pg80"/>
            <p:cNvSpPr/>
            <p:nvPr/>
          </p:nvSpPr>
          <p:spPr>
            <a:xfrm>
              <a:off x="3519738" y="2169803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70D2B2">
                <a:alpha val="100000"/>
              </a:srgbClr>
            </a:solidFill>
            <a:ln w="5420" cap="flat">
              <a:solidFill>
                <a:srgbClr val="70D2B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" name="pg81"/>
            <p:cNvSpPr/>
            <p:nvPr/>
          </p:nvSpPr>
          <p:spPr>
            <a:xfrm>
              <a:off x="3601176" y="2169803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71D2B2">
                <a:alpha val="100000"/>
              </a:srgbClr>
            </a:solidFill>
            <a:ln w="5420" cap="flat">
              <a:solidFill>
                <a:srgbClr val="71D2B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" name="pg82"/>
            <p:cNvSpPr/>
            <p:nvPr/>
          </p:nvSpPr>
          <p:spPr>
            <a:xfrm>
              <a:off x="3682613" y="2169803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72D3B3">
                <a:alpha val="100000"/>
              </a:srgbClr>
            </a:solidFill>
            <a:ln w="5420" cap="flat">
              <a:solidFill>
                <a:srgbClr val="72D3B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" name="pg83"/>
            <p:cNvSpPr/>
            <p:nvPr/>
          </p:nvSpPr>
          <p:spPr>
            <a:xfrm>
              <a:off x="3764050" y="2169803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73D3B3">
                <a:alpha val="100000"/>
              </a:srgbClr>
            </a:solidFill>
            <a:ln w="5420" cap="flat">
              <a:solidFill>
                <a:srgbClr val="73D3B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" name="pg84"/>
            <p:cNvSpPr/>
            <p:nvPr/>
          </p:nvSpPr>
          <p:spPr>
            <a:xfrm>
              <a:off x="3845487" y="2169803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74D4B4">
                <a:alpha val="100000"/>
              </a:srgbClr>
            </a:solidFill>
            <a:ln w="5420" cap="flat">
              <a:solidFill>
                <a:srgbClr val="74D4B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" name="pg85"/>
            <p:cNvSpPr/>
            <p:nvPr/>
          </p:nvSpPr>
          <p:spPr>
            <a:xfrm>
              <a:off x="3926924" y="2169803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76D4B4">
                <a:alpha val="100000"/>
              </a:srgbClr>
            </a:solidFill>
            <a:ln w="5420" cap="flat">
              <a:solidFill>
                <a:srgbClr val="76D4B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" name="pg86"/>
            <p:cNvSpPr/>
            <p:nvPr/>
          </p:nvSpPr>
          <p:spPr>
            <a:xfrm>
              <a:off x="4008361" y="2169803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78D5B5">
                <a:alpha val="100000"/>
              </a:srgbClr>
            </a:solidFill>
            <a:ln w="5420" cap="flat">
              <a:solidFill>
                <a:srgbClr val="78D5B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" name="pg87"/>
            <p:cNvSpPr/>
            <p:nvPr/>
          </p:nvSpPr>
          <p:spPr>
            <a:xfrm>
              <a:off x="4089798" y="2169803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79D5B6">
                <a:alpha val="100000"/>
              </a:srgbClr>
            </a:solidFill>
            <a:ln w="5420" cap="flat">
              <a:solidFill>
                <a:srgbClr val="79D5B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" name="pg88"/>
            <p:cNvSpPr/>
            <p:nvPr/>
          </p:nvSpPr>
          <p:spPr>
            <a:xfrm>
              <a:off x="4171236" y="2169803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7AD5B6">
                <a:alpha val="100000"/>
              </a:srgbClr>
            </a:solidFill>
            <a:ln w="5420" cap="flat">
              <a:solidFill>
                <a:srgbClr val="7AD5B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" name="pg89"/>
            <p:cNvSpPr/>
            <p:nvPr/>
          </p:nvSpPr>
          <p:spPr>
            <a:xfrm>
              <a:off x="4252673" y="2169803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7AD5B6">
                <a:alpha val="100000"/>
              </a:srgbClr>
            </a:solidFill>
            <a:ln w="5420" cap="flat">
              <a:solidFill>
                <a:srgbClr val="7AD5B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" name="pg90"/>
            <p:cNvSpPr/>
            <p:nvPr/>
          </p:nvSpPr>
          <p:spPr>
            <a:xfrm>
              <a:off x="4334110" y="2169803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77D4B5">
                <a:alpha val="100000"/>
              </a:srgbClr>
            </a:solidFill>
            <a:ln w="5420" cap="flat">
              <a:solidFill>
                <a:srgbClr val="77D4B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" name="pg91"/>
            <p:cNvSpPr/>
            <p:nvPr/>
          </p:nvSpPr>
          <p:spPr>
            <a:xfrm>
              <a:off x="4822733" y="2169803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6AD1B0">
                <a:alpha val="100000"/>
              </a:srgbClr>
            </a:solidFill>
            <a:ln w="5420" cap="flat">
              <a:solidFill>
                <a:srgbClr val="6AD1B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" name="pg92"/>
            <p:cNvSpPr/>
            <p:nvPr/>
          </p:nvSpPr>
          <p:spPr>
            <a:xfrm>
              <a:off x="4904170" y="2169803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67D0AE">
                <a:alpha val="100000"/>
              </a:srgbClr>
            </a:solidFill>
            <a:ln w="5420" cap="flat">
              <a:solidFill>
                <a:srgbClr val="67D0A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" name="pg93"/>
            <p:cNvSpPr/>
            <p:nvPr/>
          </p:nvSpPr>
          <p:spPr>
            <a:xfrm>
              <a:off x="4985607" y="2169803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63CFAD">
                <a:alpha val="100000"/>
              </a:srgbClr>
            </a:solidFill>
            <a:ln w="5420" cap="flat">
              <a:solidFill>
                <a:srgbClr val="63CFA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" name="pg94"/>
            <p:cNvSpPr/>
            <p:nvPr/>
          </p:nvSpPr>
          <p:spPr>
            <a:xfrm>
              <a:off x="5067044" y="2169803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5FCDAC">
                <a:alpha val="100000"/>
              </a:srgbClr>
            </a:solidFill>
            <a:ln w="5420" cap="flat">
              <a:solidFill>
                <a:srgbClr val="5FCD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" name="pg95"/>
            <p:cNvSpPr/>
            <p:nvPr/>
          </p:nvSpPr>
          <p:spPr>
            <a:xfrm>
              <a:off x="5148481" y="2169803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5DC9AC">
                <a:alpha val="100000"/>
              </a:srgbClr>
            </a:solidFill>
            <a:ln w="5420" cap="flat">
              <a:solidFill>
                <a:srgbClr val="5DC9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" name="pg96"/>
            <p:cNvSpPr/>
            <p:nvPr/>
          </p:nvSpPr>
          <p:spPr>
            <a:xfrm>
              <a:off x="5229918" y="2169803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5CC7AC">
                <a:alpha val="100000"/>
              </a:srgbClr>
            </a:solidFill>
            <a:ln w="5420" cap="flat">
              <a:solidFill>
                <a:srgbClr val="5CC7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7" name="pg97"/>
            <p:cNvSpPr/>
            <p:nvPr/>
          </p:nvSpPr>
          <p:spPr>
            <a:xfrm>
              <a:off x="3275427" y="2273120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72D3B3">
                <a:alpha val="100000"/>
              </a:srgbClr>
            </a:solidFill>
            <a:ln w="5420" cap="flat">
              <a:solidFill>
                <a:srgbClr val="72D3B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8" name="pg98"/>
            <p:cNvSpPr/>
            <p:nvPr/>
          </p:nvSpPr>
          <p:spPr>
            <a:xfrm>
              <a:off x="3356864" y="2273120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72D3B3">
                <a:alpha val="100000"/>
              </a:srgbClr>
            </a:solidFill>
            <a:ln w="5420" cap="flat">
              <a:solidFill>
                <a:srgbClr val="72D3B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9" name="pg99"/>
            <p:cNvSpPr/>
            <p:nvPr/>
          </p:nvSpPr>
          <p:spPr>
            <a:xfrm>
              <a:off x="3438301" y="2273120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72D3B3">
                <a:alpha val="100000"/>
              </a:srgbClr>
            </a:solidFill>
            <a:ln w="5420" cap="flat">
              <a:solidFill>
                <a:srgbClr val="72D3B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0" name="pg100"/>
            <p:cNvSpPr/>
            <p:nvPr/>
          </p:nvSpPr>
          <p:spPr>
            <a:xfrm>
              <a:off x="3519738" y="2273120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72D3B3">
                <a:alpha val="100000"/>
              </a:srgbClr>
            </a:solidFill>
            <a:ln w="5420" cap="flat">
              <a:solidFill>
                <a:srgbClr val="72D3B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1" name="pg101"/>
            <p:cNvSpPr/>
            <p:nvPr/>
          </p:nvSpPr>
          <p:spPr>
            <a:xfrm>
              <a:off x="3601176" y="2273120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73D3B3">
                <a:alpha val="100000"/>
              </a:srgbClr>
            </a:solidFill>
            <a:ln w="5420" cap="flat">
              <a:solidFill>
                <a:srgbClr val="73D3B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2" name="pg102"/>
            <p:cNvSpPr/>
            <p:nvPr/>
          </p:nvSpPr>
          <p:spPr>
            <a:xfrm>
              <a:off x="3682613" y="2273120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73D3B3">
                <a:alpha val="100000"/>
              </a:srgbClr>
            </a:solidFill>
            <a:ln w="5420" cap="flat">
              <a:solidFill>
                <a:srgbClr val="73D3B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3" name="pg103"/>
            <p:cNvSpPr/>
            <p:nvPr/>
          </p:nvSpPr>
          <p:spPr>
            <a:xfrm>
              <a:off x="3764050" y="2273120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74D3B4">
                <a:alpha val="100000"/>
              </a:srgbClr>
            </a:solidFill>
            <a:ln w="5420" cap="flat">
              <a:solidFill>
                <a:srgbClr val="74D3B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4" name="pg104"/>
            <p:cNvSpPr/>
            <p:nvPr/>
          </p:nvSpPr>
          <p:spPr>
            <a:xfrm>
              <a:off x="3845487" y="2273120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75D4B4">
                <a:alpha val="100000"/>
              </a:srgbClr>
            </a:solidFill>
            <a:ln w="5420" cap="flat">
              <a:solidFill>
                <a:srgbClr val="75D4B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5" name="pg105"/>
            <p:cNvSpPr/>
            <p:nvPr/>
          </p:nvSpPr>
          <p:spPr>
            <a:xfrm>
              <a:off x="3926924" y="2273120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77D4B5">
                <a:alpha val="100000"/>
              </a:srgbClr>
            </a:solidFill>
            <a:ln w="5420" cap="flat">
              <a:solidFill>
                <a:srgbClr val="77D4B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6" name="pg106"/>
            <p:cNvSpPr/>
            <p:nvPr/>
          </p:nvSpPr>
          <p:spPr>
            <a:xfrm>
              <a:off x="4008361" y="2273120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78D5B5">
                <a:alpha val="100000"/>
              </a:srgbClr>
            </a:solidFill>
            <a:ln w="5420" cap="flat">
              <a:solidFill>
                <a:srgbClr val="78D5B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7" name="pg107"/>
            <p:cNvSpPr/>
            <p:nvPr/>
          </p:nvSpPr>
          <p:spPr>
            <a:xfrm>
              <a:off x="4089798" y="2273120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7AD5B6">
                <a:alpha val="100000"/>
              </a:srgbClr>
            </a:solidFill>
            <a:ln w="5420" cap="flat">
              <a:solidFill>
                <a:srgbClr val="7AD5B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8" name="pg108"/>
            <p:cNvSpPr/>
            <p:nvPr/>
          </p:nvSpPr>
          <p:spPr>
            <a:xfrm>
              <a:off x="4171236" y="2273120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7BD5B6">
                <a:alpha val="100000"/>
              </a:srgbClr>
            </a:solidFill>
            <a:ln w="5420" cap="flat">
              <a:solidFill>
                <a:srgbClr val="7BD5B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9" name="pg109"/>
            <p:cNvSpPr/>
            <p:nvPr/>
          </p:nvSpPr>
          <p:spPr>
            <a:xfrm>
              <a:off x="4252673" y="2273120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7BD5B6">
                <a:alpha val="100000"/>
              </a:srgbClr>
            </a:solidFill>
            <a:ln w="5420" cap="flat">
              <a:solidFill>
                <a:srgbClr val="7BD5B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0" name="pg110"/>
            <p:cNvSpPr/>
            <p:nvPr/>
          </p:nvSpPr>
          <p:spPr>
            <a:xfrm>
              <a:off x="4334110" y="2273120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78D5B5">
                <a:alpha val="100000"/>
              </a:srgbClr>
            </a:solidFill>
            <a:ln w="5420" cap="flat">
              <a:solidFill>
                <a:srgbClr val="78D5B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1" name="pg111"/>
            <p:cNvSpPr/>
            <p:nvPr/>
          </p:nvSpPr>
          <p:spPr>
            <a:xfrm>
              <a:off x="4415547" y="2273120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76D4B4">
                <a:alpha val="100000"/>
              </a:srgbClr>
            </a:solidFill>
            <a:ln w="5420" cap="flat">
              <a:solidFill>
                <a:srgbClr val="76D4B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2" name="pg112"/>
            <p:cNvSpPr/>
            <p:nvPr/>
          </p:nvSpPr>
          <p:spPr>
            <a:xfrm>
              <a:off x="4496984" y="2273120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74D4B4">
                <a:alpha val="100000"/>
              </a:srgbClr>
            </a:solidFill>
            <a:ln w="5420" cap="flat">
              <a:solidFill>
                <a:srgbClr val="74D4B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3" name="pg113"/>
            <p:cNvSpPr/>
            <p:nvPr/>
          </p:nvSpPr>
          <p:spPr>
            <a:xfrm>
              <a:off x="4578421" y="2273120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73D3B3">
                <a:alpha val="100000"/>
              </a:srgbClr>
            </a:solidFill>
            <a:ln w="5420" cap="flat">
              <a:solidFill>
                <a:srgbClr val="73D3B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4" name="pg114"/>
            <p:cNvSpPr/>
            <p:nvPr/>
          </p:nvSpPr>
          <p:spPr>
            <a:xfrm>
              <a:off x="4741296" y="2273120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71D2B2">
                <a:alpha val="100000"/>
              </a:srgbClr>
            </a:solidFill>
            <a:ln w="5420" cap="flat">
              <a:solidFill>
                <a:srgbClr val="71D2B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5" name="pg115"/>
            <p:cNvSpPr/>
            <p:nvPr/>
          </p:nvSpPr>
          <p:spPr>
            <a:xfrm>
              <a:off x="4822733" y="2273120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6ED2B1">
                <a:alpha val="100000"/>
              </a:srgbClr>
            </a:solidFill>
            <a:ln w="5420" cap="flat">
              <a:solidFill>
                <a:srgbClr val="6ED2B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6" name="pg116"/>
            <p:cNvSpPr/>
            <p:nvPr/>
          </p:nvSpPr>
          <p:spPr>
            <a:xfrm>
              <a:off x="4904170" y="2273120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6BD1B0">
                <a:alpha val="100000"/>
              </a:srgbClr>
            </a:solidFill>
            <a:ln w="5420" cap="flat">
              <a:solidFill>
                <a:srgbClr val="6BD1B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7" name="pg117"/>
            <p:cNvSpPr/>
            <p:nvPr/>
          </p:nvSpPr>
          <p:spPr>
            <a:xfrm>
              <a:off x="4985607" y="2273120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67D0AF">
                <a:alpha val="100000"/>
              </a:srgbClr>
            </a:solidFill>
            <a:ln w="5420" cap="flat">
              <a:solidFill>
                <a:srgbClr val="67D0A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8" name="pg118"/>
            <p:cNvSpPr/>
            <p:nvPr/>
          </p:nvSpPr>
          <p:spPr>
            <a:xfrm>
              <a:off x="5067044" y="2273120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63CFAD">
                <a:alpha val="100000"/>
              </a:srgbClr>
            </a:solidFill>
            <a:ln w="5420" cap="flat">
              <a:solidFill>
                <a:srgbClr val="63CFA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9" name="pg119"/>
            <p:cNvSpPr/>
            <p:nvPr/>
          </p:nvSpPr>
          <p:spPr>
            <a:xfrm>
              <a:off x="5148481" y="2273120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5ECBAC">
                <a:alpha val="100000"/>
              </a:srgbClr>
            </a:solidFill>
            <a:ln w="5420" cap="flat">
              <a:solidFill>
                <a:srgbClr val="5ECB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0" name="pg120"/>
            <p:cNvSpPr/>
            <p:nvPr/>
          </p:nvSpPr>
          <p:spPr>
            <a:xfrm>
              <a:off x="5229918" y="2273120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5DC9AC">
                <a:alpha val="100000"/>
              </a:srgbClr>
            </a:solidFill>
            <a:ln w="5420" cap="flat">
              <a:solidFill>
                <a:srgbClr val="5DC9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1" name="pg121"/>
            <p:cNvSpPr/>
            <p:nvPr/>
          </p:nvSpPr>
          <p:spPr>
            <a:xfrm>
              <a:off x="3275427" y="2376436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76D4B4">
                <a:alpha val="100000"/>
              </a:srgbClr>
            </a:solidFill>
            <a:ln w="5420" cap="flat">
              <a:solidFill>
                <a:srgbClr val="76D4B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2" name="pg122"/>
            <p:cNvSpPr/>
            <p:nvPr/>
          </p:nvSpPr>
          <p:spPr>
            <a:xfrm>
              <a:off x="3356864" y="2376436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76D4B4">
                <a:alpha val="100000"/>
              </a:srgbClr>
            </a:solidFill>
            <a:ln w="5420" cap="flat">
              <a:solidFill>
                <a:srgbClr val="76D4B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3" name="pg123"/>
            <p:cNvSpPr/>
            <p:nvPr/>
          </p:nvSpPr>
          <p:spPr>
            <a:xfrm>
              <a:off x="3438301" y="2376436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76D4B4">
                <a:alpha val="100000"/>
              </a:srgbClr>
            </a:solidFill>
            <a:ln w="5420" cap="flat">
              <a:solidFill>
                <a:srgbClr val="76D4B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4" name="pg124"/>
            <p:cNvSpPr/>
            <p:nvPr/>
          </p:nvSpPr>
          <p:spPr>
            <a:xfrm>
              <a:off x="3519738" y="2376436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75D4B4">
                <a:alpha val="100000"/>
              </a:srgbClr>
            </a:solidFill>
            <a:ln w="5420" cap="flat">
              <a:solidFill>
                <a:srgbClr val="75D4B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5" name="pg125"/>
            <p:cNvSpPr/>
            <p:nvPr/>
          </p:nvSpPr>
          <p:spPr>
            <a:xfrm>
              <a:off x="3601176" y="2376436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75D4B4">
                <a:alpha val="100000"/>
              </a:srgbClr>
            </a:solidFill>
            <a:ln w="5420" cap="flat">
              <a:solidFill>
                <a:srgbClr val="75D4B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6" name="pg126"/>
            <p:cNvSpPr/>
            <p:nvPr/>
          </p:nvSpPr>
          <p:spPr>
            <a:xfrm>
              <a:off x="3682613" y="2376436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75D4B4">
                <a:alpha val="100000"/>
              </a:srgbClr>
            </a:solidFill>
            <a:ln w="5420" cap="flat">
              <a:solidFill>
                <a:srgbClr val="75D4B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7" name="pg127"/>
            <p:cNvSpPr/>
            <p:nvPr/>
          </p:nvSpPr>
          <p:spPr>
            <a:xfrm>
              <a:off x="3764050" y="2376436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75D4B4">
                <a:alpha val="100000"/>
              </a:srgbClr>
            </a:solidFill>
            <a:ln w="5420" cap="flat">
              <a:solidFill>
                <a:srgbClr val="75D4B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8" name="pg128"/>
            <p:cNvSpPr/>
            <p:nvPr/>
          </p:nvSpPr>
          <p:spPr>
            <a:xfrm>
              <a:off x="3845487" y="2376436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76D4B4">
                <a:alpha val="100000"/>
              </a:srgbClr>
            </a:solidFill>
            <a:ln w="5420" cap="flat">
              <a:solidFill>
                <a:srgbClr val="76D4B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9" name="pg129"/>
            <p:cNvSpPr/>
            <p:nvPr/>
          </p:nvSpPr>
          <p:spPr>
            <a:xfrm>
              <a:off x="3926924" y="2376436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77D4B5">
                <a:alpha val="100000"/>
              </a:srgbClr>
            </a:solidFill>
            <a:ln w="5420" cap="flat">
              <a:solidFill>
                <a:srgbClr val="77D4B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0" name="pg130"/>
            <p:cNvSpPr/>
            <p:nvPr/>
          </p:nvSpPr>
          <p:spPr>
            <a:xfrm>
              <a:off x="4008361" y="2376436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78D5B5">
                <a:alpha val="100000"/>
              </a:srgbClr>
            </a:solidFill>
            <a:ln w="5420" cap="flat">
              <a:solidFill>
                <a:srgbClr val="78D5B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1" name="pg131"/>
            <p:cNvSpPr/>
            <p:nvPr/>
          </p:nvSpPr>
          <p:spPr>
            <a:xfrm>
              <a:off x="4089798" y="2376436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79D5B5">
                <a:alpha val="100000"/>
              </a:srgbClr>
            </a:solidFill>
            <a:ln w="5420" cap="flat">
              <a:solidFill>
                <a:srgbClr val="79D5B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2" name="pg132"/>
            <p:cNvSpPr/>
            <p:nvPr/>
          </p:nvSpPr>
          <p:spPr>
            <a:xfrm>
              <a:off x="4171236" y="2376436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79D5B6">
                <a:alpha val="100000"/>
              </a:srgbClr>
            </a:solidFill>
            <a:ln w="5420" cap="flat">
              <a:solidFill>
                <a:srgbClr val="79D5B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3" name="pg133"/>
            <p:cNvSpPr/>
            <p:nvPr/>
          </p:nvSpPr>
          <p:spPr>
            <a:xfrm>
              <a:off x="4252673" y="2376436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79D5B6">
                <a:alpha val="100000"/>
              </a:srgbClr>
            </a:solidFill>
            <a:ln w="5420" cap="flat">
              <a:solidFill>
                <a:srgbClr val="79D5B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4" name="pg134"/>
            <p:cNvSpPr/>
            <p:nvPr/>
          </p:nvSpPr>
          <p:spPr>
            <a:xfrm>
              <a:off x="4334110" y="2376436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77D4B5">
                <a:alpha val="100000"/>
              </a:srgbClr>
            </a:solidFill>
            <a:ln w="5420" cap="flat">
              <a:solidFill>
                <a:srgbClr val="77D4B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5" name="pg135"/>
            <p:cNvSpPr/>
            <p:nvPr/>
          </p:nvSpPr>
          <p:spPr>
            <a:xfrm>
              <a:off x="4415547" y="2376436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76D4B4">
                <a:alpha val="100000"/>
              </a:srgbClr>
            </a:solidFill>
            <a:ln w="5420" cap="flat">
              <a:solidFill>
                <a:srgbClr val="76D4B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6" name="pg136"/>
            <p:cNvSpPr/>
            <p:nvPr/>
          </p:nvSpPr>
          <p:spPr>
            <a:xfrm>
              <a:off x="4496984" y="2376436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76D4B4">
                <a:alpha val="100000"/>
              </a:srgbClr>
            </a:solidFill>
            <a:ln w="5420" cap="flat">
              <a:solidFill>
                <a:srgbClr val="76D4B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7" name="pg137"/>
            <p:cNvSpPr/>
            <p:nvPr/>
          </p:nvSpPr>
          <p:spPr>
            <a:xfrm>
              <a:off x="4578421" y="2376436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76D4B4">
                <a:alpha val="100000"/>
              </a:srgbClr>
            </a:solidFill>
            <a:ln w="5420" cap="flat">
              <a:solidFill>
                <a:srgbClr val="76D4B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8" name="pg138"/>
            <p:cNvSpPr/>
            <p:nvPr/>
          </p:nvSpPr>
          <p:spPr>
            <a:xfrm>
              <a:off x="4659858" y="2376436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75D4B4">
                <a:alpha val="100000"/>
              </a:srgbClr>
            </a:solidFill>
            <a:ln w="5420" cap="flat">
              <a:solidFill>
                <a:srgbClr val="75D4B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9" name="pg139"/>
            <p:cNvSpPr/>
            <p:nvPr/>
          </p:nvSpPr>
          <p:spPr>
            <a:xfrm>
              <a:off x="4741296" y="2376436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74D4B4">
                <a:alpha val="100000"/>
              </a:srgbClr>
            </a:solidFill>
            <a:ln w="5420" cap="flat">
              <a:solidFill>
                <a:srgbClr val="74D4B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0" name="pg140"/>
            <p:cNvSpPr/>
            <p:nvPr/>
          </p:nvSpPr>
          <p:spPr>
            <a:xfrm>
              <a:off x="4822733" y="2376436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72D3B3">
                <a:alpha val="100000"/>
              </a:srgbClr>
            </a:solidFill>
            <a:ln w="5420" cap="flat">
              <a:solidFill>
                <a:srgbClr val="72D3B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1" name="pg141"/>
            <p:cNvSpPr/>
            <p:nvPr/>
          </p:nvSpPr>
          <p:spPr>
            <a:xfrm>
              <a:off x="4904170" y="2376436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6FD2B2">
                <a:alpha val="100000"/>
              </a:srgbClr>
            </a:solidFill>
            <a:ln w="5420" cap="flat">
              <a:solidFill>
                <a:srgbClr val="6FD2B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2" name="pg142"/>
            <p:cNvSpPr/>
            <p:nvPr/>
          </p:nvSpPr>
          <p:spPr>
            <a:xfrm>
              <a:off x="4985607" y="2376436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6BD1B0">
                <a:alpha val="100000"/>
              </a:srgbClr>
            </a:solidFill>
            <a:ln w="5420" cap="flat">
              <a:solidFill>
                <a:srgbClr val="6BD1B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3" name="pg143"/>
            <p:cNvSpPr/>
            <p:nvPr/>
          </p:nvSpPr>
          <p:spPr>
            <a:xfrm>
              <a:off x="5067044" y="2376436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67D0AE">
                <a:alpha val="100000"/>
              </a:srgbClr>
            </a:solidFill>
            <a:ln w="5420" cap="flat">
              <a:solidFill>
                <a:srgbClr val="67D0A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4" name="pg144"/>
            <p:cNvSpPr/>
            <p:nvPr/>
          </p:nvSpPr>
          <p:spPr>
            <a:xfrm>
              <a:off x="5148481" y="2376436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5FCDAC">
                <a:alpha val="100000"/>
              </a:srgbClr>
            </a:solidFill>
            <a:ln w="5420" cap="flat">
              <a:solidFill>
                <a:srgbClr val="5FCD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5" name="pg145"/>
            <p:cNvSpPr/>
            <p:nvPr/>
          </p:nvSpPr>
          <p:spPr>
            <a:xfrm>
              <a:off x="3275427" y="2479752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7AD5B6">
                <a:alpha val="100000"/>
              </a:srgbClr>
            </a:solidFill>
            <a:ln w="5420" cap="flat">
              <a:solidFill>
                <a:srgbClr val="7AD5B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6" name="pg146"/>
            <p:cNvSpPr/>
            <p:nvPr/>
          </p:nvSpPr>
          <p:spPr>
            <a:xfrm>
              <a:off x="3356864" y="2479752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7AD5B6">
                <a:alpha val="100000"/>
              </a:srgbClr>
            </a:solidFill>
            <a:ln w="5420" cap="flat">
              <a:solidFill>
                <a:srgbClr val="7AD5B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7" name="pg147"/>
            <p:cNvSpPr/>
            <p:nvPr/>
          </p:nvSpPr>
          <p:spPr>
            <a:xfrm>
              <a:off x="3438301" y="2479752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79D5B6">
                <a:alpha val="100000"/>
              </a:srgbClr>
            </a:solidFill>
            <a:ln w="5420" cap="flat">
              <a:solidFill>
                <a:srgbClr val="79D5B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8" name="pg148"/>
            <p:cNvSpPr/>
            <p:nvPr/>
          </p:nvSpPr>
          <p:spPr>
            <a:xfrm>
              <a:off x="3519738" y="2479752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78D5B5">
                <a:alpha val="100000"/>
              </a:srgbClr>
            </a:solidFill>
            <a:ln w="5420" cap="flat">
              <a:solidFill>
                <a:srgbClr val="78D5B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9" name="pg149"/>
            <p:cNvSpPr/>
            <p:nvPr/>
          </p:nvSpPr>
          <p:spPr>
            <a:xfrm>
              <a:off x="3601176" y="2479752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77D4B5">
                <a:alpha val="100000"/>
              </a:srgbClr>
            </a:solidFill>
            <a:ln w="5420" cap="flat">
              <a:solidFill>
                <a:srgbClr val="77D4B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0" name="pg150"/>
            <p:cNvSpPr/>
            <p:nvPr/>
          </p:nvSpPr>
          <p:spPr>
            <a:xfrm>
              <a:off x="3682613" y="2479752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77D4B5">
                <a:alpha val="100000"/>
              </a:srgbClr>
            </a:solidFill>
            <a:ln w="5420" cap="flat">
              <a:solidFill>
                <a:srgbClr val="77D4B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1" name="pg151"/>
            <p:cNvSpPr/>
            <p:nvPr/>
          </p:nvSpPr>
          <p:spPr>
            <a:xfrm>
              <a:off x="3764050" y="2479752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76D4B4">
                <a:alpha val="100000"/>
              </a:srgbClr>
            </a:solidFill>
            <a:ln w="5420" cap="flat">
              <a:solidFill>
                <a:srgbClr val="76D4B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2" name="pg152"/>
            <p:cNvSpPr/>
            <p:nvPr/>
          </p:nvSpPr>
          <p:spPr>
            <a:xfrm>
              <a:off x="3845487" y="2479752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77D4B4">
                <a:alpha val="100000"/>
              </a:srgbClr>
            </a:solidFill>
            <a:ln w="5420" cap="flat">
              <a:solidFill>
                <a:srgbClr val="77D4B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3" name="pg153"/>
            <p:cNvSpPr/>
            <p:nvPr/>
          </p:nvSpPr>
          <p:spPr>
            <a:xfrm>
              <a:off x="3926924" y="2479752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77D4B5">
                <a:alpha val="100000"/>
              </a:srgbClr>
            </a:solidFill>
            <a:ln w="5420" cap="flat">
              <a:solidFill>
                <a:srgbClr val="77D4B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4" name="pg154"/>
            <p:cNvSpPr/>
            <p:nvPr/>
          </p:nvSpPr>
          <p:spPr>
            <a:xfrm>
              <a:off x="4008361" y="2479752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77D4B5">
                <a:alpha val="100000"/>
              </a:srgbClr>
            </a:solidFill>
            <a:ln w="5420" cap="flat">
              <a:solidFill>
                <a:srgbClr val="77D4B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5" name="pg155"/>
            <p:cNvSpPr/>
            <p:nvPr/>
          </p:nvSpPr>
          <p:spPr>
            <a:xfrm>
              <a:off x="4089798" y="2479752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78D5B5">
                <a:alpha val="100000"/>
              </a:srgbClr>
            </a:solidFill>
            <a:ln w="5420" cap="flat">
              <a:solidFill>
                <a:srgbClr val="78D5B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6" name="pg156"/>
            <p:cNvSpPr/>
            <p:nvPr/>
          </p:nvSpPr>
          <p:spPr>
            <a:xfrm>
              <a:off x="4171236" y="2479752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78D5B5">
                <a:alpha val="100000"/>
              </a:srgbClr>
            </a:solidFill>
            <a:ln w="5420" cap="flat">
              <a:solidFill>
                <a:srgbClr val="78D5B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7" name="pg157"/>
            <p:cNvSpPr/>
            <p:nvPr/>
          </p:nvSpPr>
          <p:spPr>
            <a:xfrm>
              <a:off x="4252673" y="2479752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78D5B5">
                <a:alpha val="100000"/>
              </a:srgbClr>
            </a:solidFill>
            <a:ln w="5420" cap="flat">
              <a:solidFill>
                <a:srgbClr val="78D5B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8" name="pg158"/>
            <p:cNvSpPr/>
            <p:nvPr/>
          </p:nvSpPr>
          <p:spPr>
            <a:xfrm>
              <a:off x="4334110" y="2479752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77D4B5">
                <a:alpha val="100000"/>
              </a:srgbClr>
            </a:solidFill>
            <a:ln w="5420" cap="flat">
              <a:solidFill>
                <a:srgbClr val="77D4B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9" name="pg159"/>
            <p:cNvSpPr/>
            <p:nvPr/>
          </p:nvSpPr>
          <p:spPr>
            <a:xfrm>
              <a:off x="4415547" y="2479752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77D4B5">
                <a:alpha val="100000"/>
              </a:srgbClr>
            </a:solidFill>
            <a:ln w="5420" cap="flat">
              <a:solidFill>
                <a:srgbClr val="77D4B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0" name="pg160"/>
            <p:cNvSpPr/>
            <p:nvPr/>
          </p:nvSpPr>
          <p:spPr>
            <a:xfrm>
              <a:off x="4496984" y="2479752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78D4B5">
                <a:alpha val="100000"/>
              </a:srgbClr>
            </a:solidFill>
            <a:ln w="5420" cap="flat">
              <a:solidFill>
                <a:srgbClr val="78D4B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1" name="pg161"/>
            <p:cNvSpPr/>
            <p:nvPr/>
          </p:nvSpPr>
          <p:spPr>
            <a:xfrm>
              <a:off x="4578421" y="2479752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78D5B5">
                <a:alpha val="100000"/>
              </a:srgbClr>
            </a:solidFill>
            <a:ln w="5420" cap="flat">
              <a:solidFill>
                <a:srgbClr val="78D5B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2" name="pg162"/>
            <p:cNvSpPr/>
            <p:nvPr/>
          </p:nvSpPr>
          <p:spPr>
            <a:xfrm>
              <a:off x="4659858" y="2479752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78D5B5">
                <a:alpha val="100000"/>
              </a:srgbClr>
            </a:solidFill>
            <a:ln w="5420" cap="flat">
              <a:solidFill>
                <a:srgbClr val="78D5B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3" name="pg163"/>
            <p:cNvSpPr/>
            <p:nvPr/>
          </p:nvSpPr>
          <p:spPr>
            <a:xfrm>
              <a:off x="4741296" y="2479752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77D4B5">
                <a:alpha val="100000"/>
              </a:srgbClr>
            </a:solidFill>
            <a:ln w="5420" cap="flat">
              <a:solidFill>
                <a:srgbClr val="77D4B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4" name="pg164"/>
            <p:cNvSpPr/>
            <p:nvPr/>
          </p:nvSpPr>
          <p:spPr>
            <a:xfrm>
              <a:off x="4822733" y="2479752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75D4B4">
                <a:alpha val="100000"/>
              </a:srgbClr>
            </a:solidFill>
            <a:ln w="5420" cap="flat">
              <a:solidFill>
                <a:srgbClr val="75D4B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5" name="pg165"/>
            <p:cNvSpPr/>
            <p:nvPr/>
          </p:nvSpPr>
          <p:spPr>
            <a:xfrm>
              <a:off x="4904170" y="2479752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72D3B3">
                <a:alpha val="100000"/>
              </a:srgbClr>
            </a:solidFill>
            <a:ln w="5420" cap="flat">
              <a:solidFill>
                <a:srgbClr val="72D3B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6" name="pg166"/>
            <p:cNvSpPr/>
            <p:nvPr/>
          </p:nvSpPr>
          <p:spPr>
            <a:xfrm>
              <a:off x="4985607" y="2479752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6ED2B1">
                <a:alpha val="100000"/>
              </a:srgbClr>
            </a:solidFill>
            <a:ln w="5420" cap="flat">
              <a:solidFill>
                <a:srgbClr val="6ED2B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7" name="pg167"/>
            <p:cNvSpPr/>
            <p:nvPr/>
          </p:nvSpPr>
          <p:spPr>
            <a:xfrm>
              <a:off x="5067044" y="2479752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6AD1AF">
                <a:alpha val="100000"/>
              </a:srgbClr>
            </a:solidFill>
            <a:ln w="5420" cap="flat">
              <a:solidFill>
                <a:srgbClr val="6AD1A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8" name="pg168"/>
            <p:cNvSpPr/>
            <p:nvPr/>
          </p:nvSpPr>
          <p:spPr>
            <a:xfrm>
              <a:off x="3031116" y="2583068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7FD7B8">
                <a:alpha val="100000"/>
              </a:srgbClr>
            </a:solidFill>
            <a:ln w="5420" cap="flat">
              <a:solidFill>
                <a:srgbClr val="7FD7B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9" name="pg169"/>
            <p:cNvSpPr/>
            <p:nvPr/>
          </p:nvSpPr>
          <p:spPr>
            <a:xfrm>
              <a:off x="3112553" y="2583068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80D7B8">
                <a:alpha val="100000"/>
              </a:srgbClr>
            </a:solidFill>
            <a:ln w="5420" cap="flat">
              <a:solidFill>
                <a:srgbClr val="80D7B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0" name="pg170"/>
            <p:cNvSpPr/>
            <p:nvPr/>
          </p:nvSpPr>
          <p:spPr>
            <a:xfrm>
              <a:off x="3275427" y="2583068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7FD7B8">
                <a:alpha val="100000"/>
              </a:srgbClr>
            </a:solidFill>
            <a:ln w="5420" cap="flat">
              <a:solidFill>
                <a:srgbClr val="7FD7B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1" name="pg171"/>
            <p:cNvSpPr/>
            <p:nvPr/>
          </p:nvSpPr>
          <p:spPr>
            <a:xfrm>
              <a:off x="3356864" y="2583068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7ED6B8">
                <a:alpha val="100000"/>
              </a:srgbClr>
            </a:solidFill>
            <a:ln w="5420" cap="flat">
              <a:solidFill>
                <a:srgbClr val="7ED6B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2" name="pg172"/>
            <p:cNvSpPr/>
            <p:nvPr/>
          </p:nvSpPr>
          <p:spPr>
            <a:xfrm>
              <a:off x="3438301" y="2583068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7DD6B7">
                <a:alpha val="100000"/>
              </a:srgbClr>
            </a:solidFill>
            <a:ln w="5420" cap="flat">
              <a:solidFill>
                <a:srgbClr val="7DD6B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3" name="pg173"/>
            <p:cNvSpPr/>
            <p:nvPr/>
          </p:nvSpPr>
          <p:spPr>
            <a:xfrm>
              <a:off x="3519738" y="2583068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7BD6B6">
                <a:alpha val="100000"/>
              </a:srgbClr>
            </a:solidFill>
            <a:ln w="5420" cap="flat">
              <a:solidFill>
                <a:srgbClr val="7BD6B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4" name="pg174"/>
            <p:cNvSpPr/>
            <p:nvPr/>
          </p:nvSpPr>
          <p:spPr>
            <a:xfrm>
              <a:off x="3601176" y="2583068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7AD5B6">
                <a:alpha val="100000"/>
              </a:srgbClr>
            </a:solidFill>
            <a:ln w="5420" cap="flat">
              <a:solidFill>
                <a:srgbClr val="7AD5B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5" name="pg175"/>
            <p:cNvSpPr/>
            <p:nvPr/>
          </p:nvSpPr>
          <p:spPr>
            <a:xfrm>
              <a:off x="3682613" y="2583068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79D5B5">
                <a:alpha val="100000"/>
              </a:srgbClr>
            </a:solidFill>
            <a:ln w="5420" cap="flat">
              <a:solidFill>
                <a:srgbClr val="79D5B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6" name="pg176"/>
            <p:cNvSpPr/>
            <p:nvPr/>
          </p:nvSpPr>
          <p:spPr>
            <a:xfrm>
              <a:off x="3764050" y="2583068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78D5B5">
                <a:alpha val="100000"/>
              </a:srgbClr>
            </a:solidFill>
            <a:ln w="5420" cap="flat">
              <a:solidFill>
                <a:srgbClr val="78D5B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7" name="pg177"/>
            <p:cNvSpPr/>
            <p:nvPr/>
          </p:nvSpPr>
          <p:spPr>
            <a:xfrm>
              <a:off x="3845487" y="2583068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78D4B5">
                <a:alpha val="100000"/>
              </a:srgbClr>
            </a:solidFill>
            <a:ln w="5420" cap="flat">
              <a:solidFill>
                <a:srgbClr val="78D4B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8" name="pg178"/>
            <p:cNvSpPr/>
            <p:nvPr/>
          </p:nvSpPr>
          <p:spPr>
            <a:xfrm>
              <a:off x="4089798" y="2583068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77D4B5">
                <a:alpha val="100000"/>
              </a:srgbClr>
            </a:solidFill>
            <a:ln w="5420" cap="flat">
              <a:solidFill>
                <a:srgbClr val="77D4B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9" name="pg179"/>
            <p:cNvSpPr/>
            <p:nvPr/>
          </p:nvSpPr>
          <p:spPr>
            <a:xfrm>
              <a:off x="4171236" y="2583068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77D4B5">
                <a:alpha val="100000"/>
              </a:srgbClr>
            </a:solidFill>
            <a:ln w="5420" cap="flat">
              <a:solidFill>
                <a:srgbClr val="77D4B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0" name="pg180"/>
            <p:cNvSpPr/>
            <p:nvPr/>
          </p:nvSpPr>
          <p:spPr>
            <a:xfrm>
              <a:off x="4252673" y="2583068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77D4B5">
                <a:alpha val="100000"/>
              </a:srgbClr>
            </a:solidFill>
            <a:ln w="5420" cap="flat">
              <a:solidFill>
                <a:srgbClr val="77D4B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1" name="pg181"/>
            <p:cNvSpPr/>
            <p:nvPr/>
          </p:nvSpPr>
          <p:spPr>
            <a:xfrm>
              <a:off x="4334110" y="2583068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77D4B5">
                <a:alpha val="100000"/>
              </a:srgbClr>
            </a:solidFill>
            <a:ln w="5420" cap="flat">
              <a:solidFill>
                <a:srgbClr val="77D4B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2" name="pg182"/>
            <p:cNvSpPr/>
            <p:nvPr/>
          </p:nvSpPr>
          <p:spPr>
            <a:xfrm>
              <a:off x="4415547" y="2583068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77D4B5">
                <a:alpha val="100000"/>
              </a:srgbClr>
            </a:solidFill>
            <a:ln w="5420" cap="flat">
              <a:solidFill>
                <a:srgbClr val="77D4B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3" name="pg183"/>
            <p:cNvSpPr/>
            <p:nvPr/>
          </p:nvSpPr>
          <p:spPr>
            <a:xfrm>
              <a:off x="4496984" y="2583068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79D5B5">
                <a:alpha val="100000"/>
              </a:srgbClr>
            </a:solidFill>
            <a:ln w="5420" cap="flat">
              <a:solidFill>
                <a:srgbClr val="79D5B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4" name="pg184"/>
            <p:cNvSpPr/>
            <p:nvPr/>
          </p:nvSpPr>
          <p:spPr>
            <a:xfrm>
              <a:off x="4578421" y="2583068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7AD5B6">
                <a:alpha val="100000"/>
              </a:srgbClr>
            </a:solidFill>
            <a:ln w="5420" cap="flat">
              <a:solidFill>
                <a:srgbClr val="7AD5B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5" name="pg185"/>
            <p:cNvSpPr/>
            <p:nvPr/>
          </p:nvSpPr>
          <p:spPr>
            <a:xfrm>
              <a:off x="4659858" y="2583068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7AD5B6">
                <a:alpha val="100000"/>
              </a:srgbClr>
            </a:solidFill>
            <a:ln w="5420" cap="flat">
              <a:solidFill>
                <a:srgbClr val="7AD5B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6" name="pg186"/>
            <p:cNvSpPr/>
            <p:nvPr/>
          </p:nvSpPr>
          <p:spPr>
            <a:xfrm>
              <a:off x="4741296" y="2583068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79D5B5">
                <a:alpha val="100000"/>
              </a:srgbClr>
            </a:solidFill>
            <a:ln w="5420" cap="flat">
              <a:solidFill>
                <a:srgbClr val="79D5B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7" name="pg187"/>
            <p:cNvSpPr/>
            <p:nvPr/>
          </p:nvSpPr>
          <p:spPr>
            <a:xfrm>
              <a:off x="4822733" y="2583068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76D4B4">
                <a:alpha val="100000"/>
              </a:srgbClr>
            </a:solidFill>
            <a:ln w="5420" cap="flat">
              <a:solidFill>
                <a:srgbClr val="76D4B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8" name="pg188"/>
            <p:cNvSpPr/>
            <p:nvPr/>
          </p:nvSpPr>
          <p:spPr>
            <a:xfrm>
              <a:off x="4904170" y="2583068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73D3B3">
                <a:alpha val="100000"/>
              </a:srgbClr>
            </a:solidFill>
            <a:ln w="5420" cap="flat">
              <a:solidFill>
                <a:srgbClr val="73D3B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9" name="pg189"/>
            <p:cNvSpPr/>
            <p:nvPr/>
          </p:nvSpPr>
          <p:spPr>
            <a:xfrm>
              <a:off x="4985607" y="2583068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6FD2B2">
                <a:alpha val="100000"/>
              </a:srgbClr>
            </a:solidFill>
            <a:ln w="5420" cap="flat">
              <a:solidFill>
                <a:srgbClr val="6FD2B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0" name="pg190"/>
            <p:cNvSpPr/>
            <p:nvPr/>
          </p:nvSpPr>
          <p:spPr>
            <a:xfrm>
              <a:off x="2949678" y="2686384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83D8BA">
                <a:alpha val="100000"/>
              </a:srgbClr>
            </a:solidFill>
            <a:ln w="5420" cap="flat">
              <a:solidFill>
                <a:srgbClr val="83D8B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1" name="pg191"/>
            <p:cNvSpPr/>
            <p:nvPr/>
          </p:nvSpPr>
          <p:spPr>
            <a:xfrm>
              <a:off x="3031116" y="2686384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84D8BA">
                <a:alpha val="100000"/>
              </a:srgbClr>
            </a:solidFill>
            <a:ln w="5420" cap="flat">
              <a:solidFill>
                <a:srgbClr val="84D8B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2" name="pg192"/>
            <p:cNvSpPr/>
            <p:nvPr/>
          </p:nvSpPr>
          <p:spPr>
            <a:xfrm>
              <a:off x="3112553" y="2686384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85D8BA">
                <a:alpha val="100000"/>
              </a:srgbClr>
            </a:solidFill>
            <a:ln w="5420" cap="flat">
              <a:solidFill>
                <a:srgbClr val="85D8B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3" name="pg193"/>
            <p:cNvSpPr/>
            <p:nvPr/>
          </p:nvSpPr>
          <p:spPr>
            <a:xfrm>
              <a:off x="3193990" y="2686384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85D8BA">
                <a:alpha val="100000"/>
              </a:srgbClr>
            </a:solidFill>
            <a:ln w="5420" cap="flat">
              <a:solidFill>
                <a:srgbClr val="85D8B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4" name="pg194"/>
            <p:cNvSpPr/>
            <p:nvPr/>
          </p:nvSpPr>
          <p:spPr>
            <a:xfrm>
              <a:off x="3275427" y="2686384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84D8BA">
                <a:alpha val="100000"/>
              </a:srgbClr>
            </a:solidFill>
            <a:ln w="5420" cap="flat">
              <a:solidFill>
                <a:srgbClr val="84D8B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5" name="pg195"/>
            <p:cNvSpPr/>
            <p:nvPr/>
          </p:nvSpPr>
          <p:spPr>
            <a:xfrm>
              <a:off x="3356864" y="2686384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83D8BA">
                <a:alpha val="100000"/>
              </a:srgbClr>
            </a:solidFill>
            <a:ln w="5420" cap="flat">
              <a:solidFill>
                <a:srgbClr val="83D8B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6" name="pg196"/>
            <p:cNvSpPr/>
            <p:nvPr/>
          </p:nvSpPr>
          <p:spPr>
            <a:xfrm>
              <a:off x="3438301" y="2686384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82D8B9">
                <a:alpha val="100000"/>
              </a:srgbClr>
            </a:solidFill>
            <a:ln w="5420" cap="flat">
              <a:solidFill>
                <a:srgbClr val="82D8B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7" name="pg197"/>
            <p:cNvSpPr/>
            <p:nvPr/>
          </p:nvSpPr>
          <p:spPr>
            <a:xfrm>
              <a:off x="3519738" y="2686384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7FD7B8">
                <a:alpha val="100000"/>
              </a:srgbClr>
            </a:solidFill>
            <a:ln w="5420" cap="flat">
              <a:solidFill>
                <a:srgbClr val="7FD7B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8" name="pg198"/>
            <p:cNvSpPr/>
            <p:nvPr/>
          </p:nvSpPr>
          <p:spPr>
            <a:xfrm>
              <a:off x="3601176" y="2686384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7ED6B7">
                <a:alpha val="100000"/>
              </a:srgbClr>
            </a:solidFill>
            <a:ln w="5420" cap="flat">
              <a:solidFill>
                <a:srgbClr val="7ED6B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9" name="pg199"/>
            <p:cNvSpPr/>
            <p:nvPr/>
          </p:nvSpPr>
          <p:spPr>
            <a:xfrm>
              <a:off x="3682613" y="2686384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7CD6B7">
                <a:alpha val="100000"/>
              </a:srgbClr>
            </a:solidFill>
            <a:ln w="5420" cap="flat">
              <a:solidFill>
                <a:srgbClr val="7CD6B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0" name="pg200"/>
            <p:cNvSpPr/>
            <p:nvPr/>
          </p:nvSpPr>
          <p:spPr>
            <a:xfrm>
              <a:off x="3764050" y="2686384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7BD5B6">
                <a:alpha val="100000"/>
              </a:srgbClr>
            </a:solidFill>
            <a:ln w="5420" cap="flat">
              <a:solidFill>
                <a:srgbClr val="7BD5B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1" name="pg201"/>
            <p:cNvSpPr/>
            <p:nvPr/>
          </p:nvSpPr>
          <p:spPr>
            <a:xfrm>
              <a:off x="3845487" y="2686384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79D5B6">
                <a:alpha val="100000"/>
              </a:srgbClr>
            </a:solidFill>
            <a:ln w="5420" cap="flat">
              <a:solidFill>
                <a:srgbClr val="79D5B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2" name="pg202"/>
            <p:cNvSpPr/>
            <p:nvPr/>
          </p:nvSpPr>
          <p:spPr>
            <a:xfrm>
              <a:off x="4171236" y="2686384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76D4B4">
                <a:alpha val="100000"/>
              </a:srgbClr>
            </a:solidFill>
            <a:ln w="5420" cap="flat">
              <a:solidFill>
                <a:srgbClr val="76D4B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3" name="pg203"/>
            <p:cNvSpPr/>
            <p:nvPr/>
          </p:nvSpPr>
          <p:spPr>
            <a:xfrm>
              <a:off x="4252673" y="2686384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76D4B4">
                <a:alpha val="100000"/>
              </a:srgbClr>
            </a:solidFill>
            <a:ln w="5420" cap="flat">
              <a:solidFill>
                <a:srgbClr val="76D4B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4" name="pg204"/>
            <p:cNvSpPr/>
            <p:nvPr/>
          </p:nvSpPr>
          <p:spPr>
            <a:xfrm>
              <a:off x="4334110" y="2686384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76D4B4">
                <a:alpha val="100000"/>
              </a:srgbClr>
            </a:solidFill>
            <a:ln w="5420" cap="flat">
              <a:solidFill>
                <a:srgbClr val="76D4B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5" name="pg205"/>
            <p:cNvSpPr/>
            <p:nvPr/>
          </p:nvSpPr>
          <p:spPr>
            <a:xfrm>
              <a:off x="4415547" y="2686384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77D4B5">
                <a:alpha val="100000"/>
              </a:srgbClr>
            </a:solidFill>
            <a:ln w="5420" cap="flat">
              <a:solidFill>
                <a:srgbClr val="77D4B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6" name="pg206"/>
            <p:cNvSpPr/>
            <p:nvPr/>
          </p:nvSpPr>
          <p:spPr>
            <a:xfrm>
              <a:off x="4496984" y="2686384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78D5B5">
                <a:alpha val="100000"/>
              </a:srgbClr>
            </a:solidFill>
            <a:ln w="5420" cap="flat">
              <a:solidFill>
                <a:srgbClr val="78D5B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7" name="pg207"/>
            <p:cNvSpPr/>
            <p:nvPr/>
          </p:nvSpPr>
          <p:spPr>
            <a:xfrm>
              <a:off x="4578421" y="2686384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79D5B6">
                <a:alpha val="100000"/>
              </a:srgbClr>
            </a:solidFill>
            <a:ln w="5420" cap="flat">
              <a:solidFill>
                <a:srgbClr val="79D5B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8" name="pg208"/>
            <p:cNvSpPr/>
            <p:nvPr/>
          </p:nvSpPr>
          <p:spPr>
            <a:xfrm>
              <a:off x="4659858" y="2686384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79D5B6">
                <a:alpha val="100000"/>
              </a:srgbClr>
            </a:solidFill>
            <a:ln w="5420" cap="flat">
              <a:solidFill>
                <a:srgbClr val="79D5B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9" name="pg209"/>
            <p:cNvSpPr/>
            <p:nvPr/>
          </p:nvSpPr>
          <p:spPr>
            <a:xfrm>
              <a:off x="4741296" y="2686384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78D5B5">
                <a:alpha val="100000"/>
              </a:srgbClr>
            </a:solidFill>
            <a:ln w="5420" cap="flat">
              <a:solidFill>
                <a:srgbClr val="78D5B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0" name="pg210"/>
            <p:cNvSpPr/>
            <p:nvPr/>
          </p:nvSpPr>
          <p:spPr>
            <a:xfrm>
              <a:off x="4822733" y="2686384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76D4B4">
                <a:alpha val="100000"/>
              </a:srgbClr>
            </a:solidFill>
            <a:ln w="5420" cap="flat">
              <a:solidFill>
                <a:srgbClr val="76D4B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1" name="pg211"/>
            <p:cNvSpPr/>
            <p:nvPr/>
          </p:nvSpPr>
          <p:spPr>
            <a:xfrm>
              <a:off x="4904170" y="2686384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73D3B3">
                <a:alpha val="100000"/>
              </a:srgbClr>
            </a:solidFill>
            <a:ln w="5420" cap="flat">
              <a:solidFill>
                <a:srgbClr val="73D3B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2" name="pg212"/>
            <p:cNvSpPr/>
            <p:nvPr/>
          </p:nvSpPr>
          <p:spPr>
            <a:xfrm>
              <a:off x="2868241" y="2789700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88D9BC">
                <a:alpha val="100000"/>
              </a:srgbClr>
            </a:solidFill>
            <a:ln w="5420" cap="flat">
              <a:solidFill>
                <a:srgbClr val="88D9B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3" name="pg213"/>
            <p:cNvSpPr/>
            <p:nvPr/>
          </p:nvSpPr>
          <p:spPr>
            <a:xfrm>
              <a:off x="2949678" y="2789700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89DABC">
                <a:alpha val="100000"/>
              </a:srgbClr>
            </a:solidFill>
            <a:ln w="5420" cap="flat">
              <a:solidFill>
                <a:srgbClr val="89DAB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4" name="pg214"/>
            <p:cNvSpPr/>
            <p:nvPr/>
          </p:nvSpPr>
          <p:spPr>
            <a:xfrm>
              <a:off x="3031116" y="2789700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8ADABD">
                <a:alpha val="100000"/>
              </a:srgbClr>
            </a:solidFill>
            <a:ln w="5420" cap="flat">
              <a:solidFill>
                <a:srgbClr val="8ADAB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5" name="pg215"/>
            <p:cNvSpPr/>
            <p:nvPr/>
          </p:nvSpPr>
          <p:spPr>
            <a:xfrm>
              <a:off x="3112553" y="2789700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8ADABD">
                <a:alpha val="100000"/>
              </a:srgbClr>
            </a:solidFill>
            <a:ln w="5420" cap="flat">
              <a:solidFill>
                <a:srgbClr val="8ADAB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6" name="pg216"/>
            <p:cNvSpPr/>
            <p:nvPr/>
          </p:nvSpPr>
          <p:spPr>
            <a:xfrm>
              <a:off x="3193990" y="2789700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8ADABD">
                <a:alpha val="100000"/>
              </a:srgbClr>
            </a:solidFill>
            <a:ln w="5420" cap="flat">
              <a:solidFill>
                <a:srgbClr val="8ADAB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7" name="pg217"/>
            <p:cNvSpPr/>
            <p:nvPr/>
          </p:nvSpPr>
          <p:spPr>
            <a:xfrm>
              <a:off x="3275427" y="2789700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8ADABC">
                <a:alpha val="100000"/>
              </a:srgbClr>
            </a:solidFill>
            <a:ln w="5420" cap="flat">
              <a:solidFill>
                <a:srgbClr val="8ADAB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8" name="pg218"/>
            <p:cNvSpPr/>
            <p:nvPr/>
          </p:nvSpPr>
          <p:spPr>
            <a:xfrm>
              <a:off x="3356864" y="2789700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89DABC">
                <a:alpha val="100000"/>
              </a:srgbClr>
            </a:solidFill>
            <a:ln w="5420" cap="flat">
              <a:solidFill>
                <a:srgbClr val="89DAB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9" name="pg219"/>
            <p:cNvSpPr/>
            <p:nvPr/>
          </p:nvSpPr>
          <p:spPr>
            <a:xfrm>
              <a:off x="3438301" y="2789700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87D9BB">
                <a:alpha val="100000"/>
              </a:srgbClr>
            </a:solidFill>
            <a:ln w="5420" cap="flat">
              <a:solidFill>
                <a:srgbClr val="87D9B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0" name="pg220"/>
            <p:cNvSpPr/>
            <p:nvPr/>
          </p:nvSpPr>
          <p:spPr>
            <a:xfrm>
              <a:off x="3519738" y="2789700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84D8BA">
                <a:alpha val="100000"/>
              </a:srgbClr>
            </a:solidFill>
            <a:ln w="5420" cap="flat">
              <a:solidFill>
                <a:srgbClr val="84D8B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1" name="pg221"/>
            <p:cNvSpPr/>
            <p:nvPr/>
          </p:nvSpPr>
          <p:spPr>
            <a:xfrm>
              <a:off x="3601176" y="2789700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82D7B9">
                <a:alpha val="100000"/>
              </a:srgbClr>
            </a:solidFill>
            <a:ln w="5420" cap="flat">
              <a:solidFill>
                <a:srgbClr val="82D7B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2" name="pg222"/>
            <p:cNvSpPr/>
            <p:nvPr/>
          </p:nvSpPr>
          <p:spPr>
            <a:xfrm>
              <a:off x="3682613" y="2789700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80D7B8">
                <a:alpha val="100000"/>
              </a:srgbClr>
            </a:solidFill>
            <a:ln w="5420" cap="flat">
              <a:solidFill>
                <a:srgbClr val="80D7B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3" name="pg223"/>
            <p:cNvSpPr/>
            <p:nvPr/>
          </p:nvSpPr>
          <p:spPr>
            <a:xfrm>
              <a:off x="3764050" y="2789700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7ED6B7">
                <a:alpha val="100000"/>
              </a:srgbClr>
            </a:solidFill>
            <a:ln w="5420" cap="flat">
              <a:solidFill>
                <a:srgbClr val="7ED6B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4" name="pg224"/>
            <p:cNvSpPr/>
            <p:nvPr/>
          </p:nvSpPr>
          <p:spPr>
            <a:xfrm>
              <a:off x="3845487" y="2789700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7CD6B7">
                <a:alpha val="100000"/>
              </a:srgbClr>
            </a:solidFill>
            <a:ln w="5420" cap="flat">
              <a:solidFill>
                <a:srgbClr val="7CD6B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5" name="pg225"/>
            <p:cNvSpPr/>
            <p:nvPr/>
          </p:nvSpPr>
          <p:spPr>
            <a:xfrm>
              <a:off x="4171236" y="2789700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76D4B4">
                <a:alpha val="100000"/>
              </a:srgbClr>
            </a:solidFill>
            <a:ln w="5420" cap="flat">
              <a:solidFill>
                <a:srgbClr val="76D4B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6" name="pg226"/>
            <p:cNvSpPr/>
            <p:nvPr/>
          </p:nvSpPr>
          <p:spPr>
            <a:xfrm>
              <a:off x="4252673" y="2789700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76D4B4">
                <a:alpha val="100000"/>
              </a:srgbClr>
            </a:solidFill>
            <a:ln w="5420" cap="flat">
              <a:solidFill>
                <a:srgbClr val="76D4B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7" name="pg227"/>
            <p:cNvSpPr/>
            <p:nvPr/>
          </p:nvSpPr>
          <p:spPr>
            <a:xfrm>
              <a:off x="4334110" y="2789700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76D4B4">
                <a:alpha val="100000"/>
              </a:srgbClr>
            </a:solidFill>
            <a:ln w="5420" cap="flat">
              <a:solidFill>
                <a:srgbClr val="76D4B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8" name="pg228"/>
            <p:cNvSpPr/>
            <p:nvPr/>
          </p:nvSpPr>
          <p:spPr>
            <a:xfrm>
              <a:off x="4415547" y="2789700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76D4B4">
                <a:alpha val="100000"/>
              </a:srgbClr>
            </a:solidFill>
            <a:ln w="5420" cap="flat">
              <a:solidFill>
                <a:srgbClr val="76D4B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9" name="pg229"/>
            <p:cNvSpPr/>
            <p:nvPr/>
          </p:nvSpPr>
          <p:spPr>
            <a:xfrm>
              <a:off x="4496984" y="2789700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77D4B5">
                <a:alpha val="100000"/>
              </a:srgbClr>
            </a:solidFill>
            <a:ln w="5420" cap="flat">
              <a:solidFill>
                <a:srgbClr val="77D4B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0" name="pg230"/>
            <p:cNvSpPr/>
            <p:nvPr/>
          </p:nvSpPr>
          <p:spPr>
            <a:xfrm>
              <a:off x="4578421" y="2789700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78D4B5">
                <a:alpha val="100000"/>
              </a:srgbClr>
            </a:solidFill>
            <a:ln w="5420" cap="flat">
              <a:solidFill>
                <a:srgbClr val="78D4B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1" name="pg231"/>
            <p:cNvSpPr/>
            <p:nvPr/>
          </p:nvSpPr>
          <p:spPr>
            <a:xfrm>
              <a:off x="4659858" y="2789700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77D4B5">
                <a:alpha val="100000"/>
              </a:srgbClr>
            </a:solidFill>
            <a:ln w="5420" cap="flat">
              <a:solidFill>
                <a:srgbClr val="77D4B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2" name="pg232"/>
            <p:cNvSpPr/>
            <p:nvPr/>
          </p:nvSpPr>
          <p:spPr>
            <a:xfrm>
              <a:off x="4741296" y="2789700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76D4B4">
                <a:alpha val="100000"/>
              </a:srgbClr>
            </a:solidFill>
            <a:ln w="5420" cap="flat">
              <a:solidFill>
                <a:srgbClr val="76D4B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3" name="pg233"/>
            <p:cNvSpPr/>
            <p:nvPr/>
          </p:nvSpPr>
          <p:spPr>
            <a:xfrm>
              <a:off x="4822733" y="2789700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75D4B4">
                <a:alpha val="100000"/>
              </a:srgbClr>
            </a:solidFill>
            <a:ln w="5420" cap="flat">
              <a:solidFill>
                <a:srgbClr val="75D4B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4" name="pg234"/>
            <p:cNvSpPr/>
            <p:nvPr/>
          </p:nvSpPr>
          <p:spPr>
            <a:xfrm>
              <a:off x="2786804" y="2893016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8BDABD">
                <a:alpha val="100000"/>
              </a:srgbClr>
            </a:solidFill>
            <a:ln w="5420" cap="flat">
              <a:solidFill>
                <a:srgbClr val="8BDAB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5" name="pg235"/>
            <p:cNvSpPr/>
            <p:nvPr/>
          </p:nvSpPr>
          <p:spPr>
            <a:xfrm>
              <a:off x="2868241" y="2893016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8CDBBE">
                <a:alpha val="100000"/>
              </a:srgbClr>
            </a:solidFill>
            <a:ln w="5420" cap="flat">
              <a:solidFill>
                <a:srgbClr val="8CDBB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6" name="pg236"/>
            <p:cNvSpPr/>
            <p:nvPr/>
          </p:nvSpPr>
          <p:spPr>
            <a:xfrm>
              <a:off x="2949678" y="2893016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8EDBBF">
                <a:alpha val="100000"/>
              </a:srgbClr>
            </a:solidFill>
            <a:ln w="5420" cap="flat">
              <a:solidFill>
                <a:srgbClr val="8EDBB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7" name="pg237"/>
            <p:cNvSpPr/>
            <p:nvPr/>
          </p:nvSpPr>
          <p:spPr>
            <a:xfrm>
              <a:off x="3031116" y="2893016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90DCBF">
                <a:alpha val="100000"/>
              </a:srgbClr>
            </a:solidFill>
            <a:ln w="5420" cap="flat">
              <a:solidFill>
                <a:srgbClr val="90DCB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8" name="pg238"/>
            <p:cNvSpPr/>
            <p:nvPr/>
          </p:nvSpPr>
          <p:spPr>
            <a:xfrm>
              <a:off x="3112553" y="2893016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90DCBF">
                <a:alpha val="100000"/>
              </a:srgbClr>
            </a:solidFill>
            <a:ln w="5420" cap="flat">
              <a:solidFill>
                <a:srgbClr val="90DCB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9" name="pg239"/>
            <p:cNvSpPr/>
            <p:nvPr/>
          </p:nvSpPr>
          <p:spPr>
            <a:xfrm>
              <a:off x="3193990" y="2893016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90DCBF">
                <a:alpha val="100000"/>
              </a:srgbClr>
            </a:solidFill>
            <a:ln w="5420" cap="flat">
              <a:solidFill>
                <a:srgbClr val="90DCB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0" name="pg240"/>
            <p:cNvSpPr/>
            <p:nvPr/>
          </p:nvSpPr>
          <p:spPr>
            <a:xfrm>
              <a:off x="3275427" y="2893016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90DCBF">
                <a:alpha val="100000"/>
              </a:srgbClr>
            </a:solidFill>
            <a:ln w="5420" cap="flat">
              <a:solidFill>
                <a:srgbClr val="90DCB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1" name="pg241"/>
            <p:cNvSpPr/>
            <p:nvPr/>
          </p:nvSpPr>
          <p:spPr>
            <a:xfrm>
              <a:off x="3356864" y="2893016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8EDBBF">
                <a:alpha val="100000"/>
              </a:srgbClr>
            </a:solidFill>
            <a:ln w="5420" cap="flat">
              <a:solidFill>
                <a:srgbClr val="8EDBB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2" name="pg242"/>
            <p:cNvSpPr/>
            <p:nvPr/>
          </p:nvSpPr>
          <p:spPr>
            <a:xfrm>
              <a:off x="3438301" y="2893016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8DDBBE">
                <a:alpha val="100000"/>
              </a:srgbClr>
            </a:solidFill>
            <a:ln w="5420" cap="flat">
              <a:solidFill>
                <a:srgbClr val="8DDBB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3" name="pg243"/>
            <p:cNvSpPr/>
            <p:nvPr/>
          </p:nvSpPr>
          <p:spPr>
            <a:xfrm>
              <a:off x="3519738" y="2893016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89DABC">
                <a:alpha val="100000"/>
              </a:srgbClr>
            </a:solidFill>
            <a:ln w="5420" cap="flat">
              <a:solidFill>
                <a:srgbClr val="89DAB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4" name="pg244"/>
            <p:cNvSpPr/>
            <p:nvPr/>
          </p:nvSpPr>
          <p:spPr>
            <a:xfrm>
              <a:off x="3601176" y="2893016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86D9BB">
                <a:alpha val="100000"/>
              </a:srgbClr>
            </a:solidFill>
            <a:ln w="5420" cap="flat">
              <a:solidFill>
                <a:srgbClr val="86D9B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5" name="pg245"/>
            <p:cNvSpPr/>
            <p:nvPr/>
          </p:nvSpPr>
          <p:spPr>
            <a:xfrm>
              <a:off x="3682613" y="2893016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84D8BA">
                <a:alpha val="100000"/>
              </a:srgbClr>
            </a:solidFill>
            <a:ln w="5420" cap="flat">
              <a:solidFill>
                <a:srgbClr val="84D8B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6" name="pg246"/>
            <p:cNvSpPr/>
            <p:nvPr/>
          </p:nvSpPr>
          <p:spPr>
            <a:xfrm>
              <a:off x="3764050" y="2893016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81D7B9">
                <a:alpha val="100000"/>
              </a:srgbClr>
            </a:solidFill>
            <a:ln w="5420" cap="flat">
              <a:solidFill>
                <a:srgbClr val="81D7B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7" name="pg247"/>
            <p:cNvSpPr/>
            <p:nvPr/>
          </p:nvSpPr>
          <p:spPr>
            <a:xfrm>
              <a:off x="3845487" y="2893016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7FD7B8">
                <a:alpha val="100000"/>
              </a:srgbClr>
            </a:solidFill>
            <a:ln w="5420" cap="flat">
              <a:solidFill>
                <a:srgbClr val="7FD7B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8" name="pg248"/>
            <p:cNvSpPr/>
            <p:nvPr/>
          </p:nvSpPr>
          <p:spPr>
            <a:xfrm>
              <a:off x="3926924" y="2893016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7DD6B7">
                <a:alpha val="100000"/>
              </a:srgbClr>
            </a:solidFill>
            <a:ln w="5420" cap="flat">
              <a:solidFill>
                <a:srgbClr val="7DD6B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9" name="pg249"/>
            <p:cNvSpPr/>
            <p:nvPr/>
          </p:nvSpPr>
          <p:spPr>
            <a:xfrm>
              <a:off x="4252673" y="2893016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76D4B4">
                <a:alpha val="100000"/>
              </a:srgbClr>
            </a:solidFill>
            <a:ln w="5420" cap="flat">
              <a:solidFill>
                <a:srgbClr val="76D4B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0" name="pg250"/>
            <p:cNvSpPr/>
            <p:nvPr/>
          </p:nvSpPr>
          <p:spPr>
            <a:xfrm>
              <a:off x="4334110" y="2893016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75D4B4">
                <a:alpha val="100000"/>
              </a:srgbClr>
            </a:solidFill>
            <a:ln w="5420" cap="flat">
              <a:solidFill>
                <a:srgbClr val="75D4B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1" name="pg251"/>
            <p:cNvSpPr/>
            <p:nvPr/>
          </p:nvSpPr>
          <p:spPr>
            <a:xfrm>
              <a:off x="4415547" y="2893016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75D4B4">
                <a:alpha val="100000"/>
              </a:srgbClr>
            </a:solidFill>
            <a:ln w="5420" cap="flat">
              <a:solidFill>
                <a:srgbClr val="75D4B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2" name="pg252"/>
            <p:cNvSpPr/>
            <p:nvPr/>
          </p:nvSpPr>
          <p:spPr>
            <a:xfrm>
              <a:off x="4496984" y="2893016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75D4B4">
                <a:alpha val="100000"/>
              </a:srgbClr>
            </a:solidFill>
            <a:ln w="5420" cap="flat">
              <a:solidFill>
                <a:srgbClr val="75D4B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3" name="pg253"/>
            <p:cNvSpPr/>
            <p:nvPr/>
          </p:nvSpPr>
          <p:spPr>
            <a:xfrm>
              <a:off x="4578421" y="2893016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75D4B4">
                <a:alpha val="100000"/>
              </a:srgbClr>
            </a:solidFill>
            <a:ln w="5420" cap="flat">
              <a:solidFill>
                <a:srgbClr val="75D4B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4" name="pg254"/>
            <p:cNvSpPr/>
            <p:nvPr/>
          </p:nvSpPr>
          <p:spPr>
            <a:xfrm>
              <a:off x="4659858" y="2893016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75D4B4">
                <a:alpha val="100000"/>
              </a:srgbClr>
            </a:solidFill>
            <a:ln w="5420" cap="flat">
              <a:solidFill>
                <a:srgbClr val="75D4B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5" name="pg255"/>
            <p:cNvSpPr/>
            <p:nvPr/>
          </p:nvSpPr>
          <p:spPr>
            <a:xfrm>
              <a:off x="4741296" y="2893016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74D3B3">
                <a:alpha val="100000"/>
              </a:srgbClr>
            </a:solidFill>
            <a:ln w="5420" cap="flat">
              <a:solidFill>
                <a:srgbClr val="74D3B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6" name="pg256"/>
            <p:cNvSpPr/>
            <p:nvPr/>
          </p:nvSpPr>
          <p:spPr>
            <a:xfrm>
              <a:off x="2786804" y="2996333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8FDBBF">
                <a:alpha val="100000"/>
              </a:srgbClr>
            </a:solidFill>
            <a:ln w="5420" cap="flat">
              <a:solidFill>
                <a:srgbClr val="8FDBB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7" name="pg257"/>
            <p:cNvSpPr/>
            <p:nvPr/>
          </p:nvSpPr>
          <p:spPr>
            <a:xfrm>
              <a:off x="2868241" y="2996333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91DCC0">
                <a:alpha val="100000"/>
              </a:srgbClr>
            </a:solidFill>
            <a:ln w="5420" cap="flat">
              <a:solidFill>
                <a:srgbClr val="91DCC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8" name="pg258"/>
            <p:cNvSpPr/>
            <p:nvPr/>
          </p:nvSpPr>
          <p:spPr>
            <a:xfrm>
              <a:off x="2949678" y="2996333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94DDC1">
                <a:alpha val="100000"/>
              </a:srgbClr>
            </a:solidFill>
            <a:ln w="5420" cap="flat">
              <a:solidFill>
                <a:srgbClr val="94DDC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9" name="pg259"/>
            <p:cNvSpPr/>
            <p:nvPr/>
          </p:nvSpPr>
          <p:spPr>
            <a:xfrm>
              <a:off x="3031116" y="2996333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95DDC2">
                <a:alpha val="100000"/>
              </a:srgbClr>
            </a:solidFill>
            <a:ln w="5420" cap="flat">
              <a:solidFill>
                <a:srgbClr val="95DDC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0" name="pg260"/>
            <p:cNvSpPr/>
            <p:nvPr/>
          </p:nvSpPr>
          <p:spPr>
            <a:xfrm>
              <a:off x="3112553" y="2996333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96DEC2">
                <a:alpha val="100000"/>
              </a:srgbClr>
            </a:solidFill>
            <a:ln w="5420" cap="flat">
              <a:solidFill>
                <a:srgbClr val="96DEC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1" name="pg261"/>
            <p:cNvSpPr/>
            <p:nvPr/>
          </p:nvSpPr>
          <p:spPr>
            <a:xfrm>
              <a:off x="3193990" y="2996333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96DEC2">
                <a:alpha val="100000"/>
              </a:srgbClr>
            </a:solidFill>
            <a:ln w="5420" cap="flat">
              <a:solidFill>
                <a:srgbClr val="96DEC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2" name="pg262"/>
            <p:cNvSpPr/>
            <p:nvPr/>
          </p:nvSpPr>
          <p:spPr>
            <a:xfrm>
              <a:off x="3275427" y="2996333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95DDC2">
                <a:alpha val="100000"/>
              </a:srgbClr>
            </a:solidFill>
            <a:ln w="5420" cap="flat">
              <a:solidFill>
                <a:srgbClr val="95DDC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3" name="pg263"/>
            <p:cNvSpPr/>
            <p:nvPr/>
          </p:nvSpPr>
          <p:spPr>
            <a:xfrm>
              <a:off x="3356864" y="2996333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94DDC1">
                <a:alpha val="100000"/>
              </a:srgbClr>
            </a:solidFill>
            <a:ln w="5420" cap="flat">
              <a:solidFill>
                <a:srgbClr val="94DDC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4" name="pg264"/>
            <p:cNvSpPr/>
            <p:nvPr/>
          </p:nvSpPr>
          <p:spPr>
            <a:xfrm>
              <a:off x="3438301" y="2996333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93DDC0">
                <a:alpha val="100000"/>
              </a:srgbClr>
            </a:solidFill>
            <a:ln w="5420" cap="flat">
              <a:solidFill>
                <a:srgbClr val="93DDC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5" name="pg265"/>
            <p:cNvSpPr/>
            <p:nvPr/>
          </p:nvSpPr>
          <p:spPr>
            <a:xfrm>
              <a:off x="3519738" y="2996333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8EDBBF">
                <a:alpha val="100000"/>
              </a:srgbClr>
            </a:solidFill>
            <a:ln w="5420" cap="flat">
              <a:solidFill>
                <a:srgbClr val="8EDBB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6" name="pg266"/>
            <p:cNvSpPr/>
            <p:nvPr/>
          </p:nvSpPr>
          <p:spPr>
            <a:xfrm>
              <a:off x="3601176" y="2996333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8CDABD">
                <a:alpha val="100000"/>
              </a:srgbClr>
            </a:solidFill>
            <a:ln w="5420" cap="flat">
              <a:solidFill>
                <a:srgbClr val="8CDAB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7" name="pg267"/>
            <p:cNvSpPr/>
            <p:nvPr/>
          </p:nvSpPr>
          <p:spPr>
            <a:xfrm>
              <a:off x="3682613" y="2996333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89DABC">
                <a:alpha val="100000"/>
              </a:srgbClr>
            </a:solidFill>
            <a:ln w="5420" cap="flat">
              <a:solidFill>
                <a:srgbClr val="89DAB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8" name="pg268"/>
            <p:cNvSpPr/>
            <p:nvPr/>
          </p:nvSpPr>
          <p:spPr>
            <a:xfrm>
              <a:off x="3764050" y="2996333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86D9BB">
                <a:alpha val="100000"/>
              </a:srgbClr>
            </a:solidFill>
            <a:ln w="5420" cap="flat">
              <a:solidFill>
                <a:srgbClr val="86D9B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9" name="pg269"/>
            <p:cNvSpPr/>
            <p:nvPr/>
          </p:nvSpPr>
          <p:spPr>
            <a:xfrm>
              <a:off x="3845487" y="2996333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83D8BA">
                <a:alpha val="100000"/>
              </a:srgbClr>
            </a:solidFill>
            <a:ln w="5420" cap="flat">
              <a:solidFill>
                <a:srgbClr val="83D8B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0" name="pg270"/>
            <p:cNvSpPr/>
            <p:nvPr/>
          </p:nvSpPr>
          <p:spPr>
            <a:xfrm>
              <a:off x="3926924" y="2996333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80D7B8">
                <a:alpha val="100000"/>
              </a:srgbClr>
            </a:solidFill>
            <a:ln w="5420" cap="flat">
              <a:solidFill>
                <a:srgbClr val="80D7B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1" name="pg271"/>
            <p:cNvSpPr/>
            <p:nvPr/>
          </p:nvSpPr>
          <p:spPr>
            <a:xfrm>
              <a:off x="4252673" y="2996333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76D4B4">
                <a:alpha val="100000"/>
              </a:srgbClr>
            </a:solidFill>
            <a:ln w="5420" cap="flat">
              <a:solidFill>
                <a:srgbClr val="76D4B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2" name="pg272"/>
            <p:cNvSpPr/>
            <p:nvPr/>
          </p:nvSpPr>
          <p:spPr>
            <a:xfrm>
              <a:off x="4334110" y="2996333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75D4B4">
                <a:alpha val="100000"/>
              </a:srgbClr>
            </a:solidFill>
            <a:ln w="5420" cap="flat">
              <a:solidFill>
                <a:srgbClr val="75D4B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3" name="pg273"/>
            <p:cNvSpPr/>
            <p:nvPr/>
          </p:nvSpPr>
          <p:spPr>
            <a:xfrm>
              <a:off x="4415547" y="2996333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74D4B4">
                <a:alpha val="100000"/>
              </a:srgbClr>
            </a:solidFill>
            <a:ln w="5420" cap="flat">
              <a:solidFill>
                <a:srgbClr val="74D4B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4" name="pg274"/>
            <p:cNvSpPr/>
            <p:nvPr/>
          </p:nvSpPr>
          <p:spPr>
            <a:xfrm>
              <a:off x="4496984" y="2996333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74D3B3">
                <a:alpha val="100000"/>
              </a:srgbClr>
            </a:solidFill>
            <a:ln w="5420" cap="flat">
              <a:solidFill>
                <a:srgbClr val="74D3B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5" name="pg275"/>
            <p:cNvSpPr/>
            <p:nvPr/>
          </p:nvSpPr>
          <p:spPr>
            <a:xfrm>
              <a:off x="4578421" y="2996333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73D3B3">
                <a:alpha val="100000"/>
              </a:srgbClr>
            </a:solidFill>
            <a:ln w="5420" cap="flat">
              <a:solidFill>
                <a:srgbClr val="73D3B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6" name="pg276"/>
            <p:cNvSpPr/>
            <p:nvPr/>
          </p:nvSpPr>
          <p:spPr>
            <a:xfrm>
              <a:off x="4659858" y="2996333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73D3B3">
                <a:alpha val="100000"/>
              </a:srgbClr>
            </a:solidFill>
            <a:ln w="5420" cap="flat">
              <a:solidFill>
                <a:srgbClr val="73D3B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7" name="pg277"/>
            <p:cNvSpPr/>
            <p:nvPr/>
          </p:nvSpPr>
          <p:spPr>
            <a:xfrm>
              <a:off x="2705367" y="3099649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8FDBBF">
                <a:alpha val="100000"/>
              </a:srgbClr>
            </a:solidFill>
            <a:ln w="5420" cap="flat">
              <a:solidFill>
                <a:srgbClr val="8FDBB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8" name="pg278"/>
            <p:cNvSpPr/>
            <p:nvPr/>
          </p:nvSpPr>
          <p:spPr>
            <a:xfrm>
              <a:off x="2786804" y="3099649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93DDC0">
                <a:alpha val="100000"/>
              </a:srgbClr>
            </a:solidFill>
            <a:ln w="5420" cap="flat">
              <a:solidFill>
                <a:srgbClr val="93DDC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9" name="pg279"/>
            <p:cNvSpPr/>
            <p:nvPr/>
          </p:nvSpPr>
          <p:spPr>
            <a:xfrm>
              <a:off x="2868241" y="3099649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96DEC2">
                <a:alpha val="100000"/>
              </a:srgbClr>
            </a:solidFill>
            <a:ln w="5420" cap="flat">
              <a:solidFill>
                <a:srgbClr val="96DEC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0" name="pg280"/>
            <p:cNvSpPr/>
            <p:nvPr/>
          </p:nvSpPr>
          <p:spPr>
            <a:xfrm>
              <a:off x="2949678" y="3099649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99DFC3">
                <a:alpha val="100000"/>
              </a:srgbClr>
            </a:solidFill>
            <a:ln w="5420" cap="flat">
              <a:solidFill>
                <a:srgbClr val="99DFC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1" name="pg281"/>
            <p:cNvSpPr/>
            <p:nvPr/>
          </p:nvSpPr>
          <p:spPr>
            <a:xfrm>
              <a:off x="3031116" y="3099649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9BDFC4">
                <a:alpha val="100000"/>
              </a:srgbClr>
            </a:solidFill>
            <a:ln w="5420" cap="flat">
              <a:solidFill>
                <a:srgbClr val="9BDFC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2" name="pg282"/>
            <p:cNvSpPr/>
            <p:nvPr/>
          </p:nvSpPr>
          <p:spPr>
            <a:xfrm>
              <a:off x="3112553" y="3099649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9CDFC4">
                <a:alpha val="100000"/>
              </a:srgbClr>
            </a:solidFill>
            <a:ln w="5420" cap="flat">
              <a:solidFill>
                <a:srgbClr val="9CDFC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3" name="pg283"/>
            <p:cNvSpPr/>
            <p:nvPr/>
          </p:nvSpPr>
          <p:spPr>
            <a:xfrm>
              <a:off x="3193990" y="3099649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9CDFC4">
                <a:alpha val="100000"/>
              </a:srgbClr>
            </a:solidFill>
            <a:ln w="5420" cap="flat">
              <a:solidFill>
                <a:srgbClr val="9CDFC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4" name="pg284"/>
            <p:cNvSpPr/>
            <p:nvPr/>
          </p:nvSpPr>
          <p:spPr>
            <a:xfrm>
              <a:off x="3275427" y="3099649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9BDFC4">
                <a:alpha val="100000"/>
              </a:srgbClr>
            </a:solidFill>
            <a:ln w="5420" cap="flat">
              <a:solidFill>
                <a:srgbClr val="9BDFC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5" name="pg285"/>
            <p:cNvSpPr/>
            <p:nvPr/>
          </p:nvSpPr>
          <p:spPr>
            <a:xfrm>
              <a:off x="3356864" y="3099649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9ADFC4">
                <a:alpha val="100000"/>
              </a:srgbClr>
            </a:solidFill>
            <a:ln w="5420" cap="flat">
              <a:solidFill>
                <a:srgbClr val="9ADFC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6" name="pg286"/>
            <p:cNvSpPr/>
            <p:nvPr/>
          </p:nvSpPr>
          <p:spPr>
            <a:xfrm>
              <a:off x="3438301" y="3099649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98DEC3">
                <a:alpha val="100000"/>
              </a:srgbClr>
            </a:solidFill>
            <a:ln w="5420" cap="flat">
              <a:solidFill>
                <a:srgbClr val="98DEC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7" name="pg287"/>
            <p:cNvSpPr/>
            <p:nvPr/>
          </p:nvSpPr>
          <p:spPr>
            <a:xfrm>
              <a:off x="3519738" y="3099649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94DDC1">
                <a:alpha val="100000"/>
              </a:srgbClr>
            </a:solidFill>
            <a:ln w="5420" cap="flat">
              <a:solidFill>
                <a:srgbClr val="94DDC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8" name="pg288"/>
            <p:cNvSpPr/>
            <p:nvPr/>
          </p:nvSpPr>
          <p:spPr>
            <a:xfrm>
              <a:off x="3601176" y="3099649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92DCC0">
                <a:alpha val="100000"/>
              </a:srgbClr>
            </a:solidFill>
            <a:ln w="5420" cap="flat">
              <a:solidFill>
                <a:srgbClr val="92DCC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9" name="pg289"/>
            <p:cNvSpPr/>
            <p:nvPr/>
          </p:nvSpPr>
          <p:spPr>
            <a:xfrm>
              <a:off x="3682613" y="3099649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8EDBBF">
                <a:alpha val="100000"/>
              </a:srgbClr>
            </a:solidFill>
            <a:ln w="5420" cap="flat">
              <a:solidFill>
                <a:srgbClr val="8EDBB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0" name="pg290"/>
            <p:cNvSpPr/>
            <p:nvPr/>
          </p:nvSpPr>
          <p:spPr>
            <a:xfrm>
              <a:off x="3764050" y="3099649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8BDABD">
                <a:alpha val="100000"/>
              </a:srgbClr>
            </a:solidFill>
            <a:ln w="5420" cap="flat">
              <a:solidFill>
                <a:srgbClr val="8BDAB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1" name="pg291"/>
            <p:cNvSpPr/>
            <p:nvPr/>
          </p:nvSpPr>
          <p:spPr>
            <a:xfrm>
              <a:off x="3845487" y="3099649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87D9BB">
                <a:alpha val="100000"/>
              </a:srgbClr>
            </a:solidFill>
            <a:ln w="5420" cap="flat">
              <a:solidFill>
                <a:srgbClr val="87D9B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2" name="pg292"/>
            <p:cNvSpPr/>
            <p:nvPr/>
          </p:nvSpPr>
          <p:spPr>
            <a:xfrm>
              <a:off x="3926924" y="3099649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84D8BA">
                <a:alpha val="100000"/>
              </a:srgbClr>
            </a:solidFill>
            <a:ln w="5420" cap="flat">
              <a:solidFill>
                <a:srgbClr val="84D8B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3" name="pg293"/>
            <p:cNvSpPr/>
            <p:nvPr/>
          </p:nvSpPr>
          <p:spPr>
            <a:xfrm>
              <a:off x="4008361" y="3099649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81D7B9">
                <a:alpha val="100000"/>
              </a:srgbClr>
            </a:solidFill>
            <a:ln w="5420" cap="flat">
              <a:solidFill>
                <a:srgbClr val="81D7B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4" name="pg294"/>
            <p:cNvSpPr/>
            <p:nvPr/>
          </p:nvSpPr>
          <p:spPr>
            <a:xfrm>
              <a:off x="4252673" y="3099649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78D4B5">
                <a:alpha val="100000"/>
              </a:srgbClr>
            </a:solidFill>
            <a:ln w="5420" cap="flat">
              <a:solidFill>
                <a:srgbClr val="78D4B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5" name="pg295"/>
            <p:cNvSpPr/>
            <p:nvPr/>
          </p:nvSpPr>
          <p:spPr>
            <a:xfrm>
              <a:off x="4334110" y="3099649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75D4B4">
                <a:alpha val="100000"/>
              </a:srgbClr>
            </a:solidFill>
            <a:ln w="5420" cap="flat">
              <a:solidFill>
                <a:srgbClr val="75D4B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6" name="pg296"/>
            <p:cNvSpPr/>
            <p:nvPr/>
          </p:nvSpPr>
          <p:spPr>
            <a:xfrm>
              <a:off x="4415547" y="3099649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74D3B3">
                <a:alpha val="100000"/>
              </a:srgbClr>
            </a:solidFill>
            <a:ln w="5420" cap="flat">
              <a:solidFill>
                <a:srgbClr val="74D3B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7" name="pg297"/>
            <p:cNvSpPr/>
            <p:nvPr/>
          </p:nvSpPr>
          <p:spPr>
            <a:xfrm>
              <a:off x="4496984" y="3099649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73D3B3">
                <a:alpha val="100000"/>
              </a:srgbClr>
            </a:solidFill>
            <a:ln w="5420" cap="flat">
              <a:solidFill>
                <a:srgbClr val="73D3B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8" name="pg298"/>
            <p:cNvSpPr/>
            <p:nvPr/>
          </p:nvSpPr>
          <p:spPr>
            <a:xfrm>
              <a:off x="4578421" y="3099649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72D3B3">
                <a:alpha val="100000"/>
              </a:srgbClr>
            </a:solidFill>
            <a:ln w="5420" cap="flat">
              <a:solidFill>
                <a:srgbClr val="72D3B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9" name="pg299"/>
            <p:cNvSpPr/>
            <p:nvPr/>
          </p:nvSpPr>
          <p:spPr>
            <a:xfrm>
              <a:off x="4659858" y="3099649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71D2B2">
                <a:alpha val="100000"/>
              </a:srgbClr>
            </a:solidFill>
            <a:ln w="5420" cap="flat">
              <a:solidFill>
                <a:srgbClr val="71D2B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0" name="pg300"/>
            <p:cNvSpPr/>
            <p:nvPr/>
          </p:nvSpPr>
          <p:spPr>
            <a:xfrm>
              <a:off x="2705367" y="3202965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93DDC0">
                <a:alpha val="100000"/>
              </a:srgbClr>
            </a:solidFill>
            <a:ln w="5420" cap="flat">
              <a:solidFill>
                <a:srgbClr val="93DDC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1" name="pg301"/>
            <p:cNvSpPr/>
            <p:nvPr/>
          </p:nvSpPr>
          <p:spPr>
            <a:xfrm>
              <a:off x="2786804" y="3202965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98DEC3">
                <a:alpha val="100000"/>
              </a:srgbClr>
            </a:solidFill>
            <a:ln w="5420" cap="flat">
              <a:solidFill>
                <a:srgbClr val="98DEC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2" name="pg302"/>
            <p:cNvSpPr/>
            <p:nvPr/>
          </p:nvSpPr>
          <p:spPr>
            <a:xfrm>
              <a:off x="2868241" y="3202965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9CE0C5">
                <a:alpha val="100000"/>
              </a:srgbClr>
            </a:solidFill>
            <a:ln w="5420" cap="flat">
              <a:solidFill>
                <a:srgbClr val="9CE0C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3" name="pg303"/>
            <p:cNvSpPr/>
            <p:nvPr/>
          </p:nvSpPr>
          <p:spPr>
            <a:xfrm>
              <a:off x="2949678" y="3202965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A0E1C6">
                <a:alpha val="100000"/>
              </a:srgbClr>
            </a:solidFill>
            <a:ln w="5420" cap="flat">
              <a:solidFill>
                <a:srgbClr val="A0E1C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4" name="pg304"/>
            <p:cNvSpPr/>
            <p:nvPr/>
          </p:nvSpPr>
          <p:spPr>
            <a:xfrm>
              <a:off x="3031116" y="3202965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A2E1C7">
                <a:alpha val="100000"/>
              </a:srgbClr>
            </a:solidFill>
            <a:ln w="5420" cap="flat">
              <a:solidFill>
                <a:srgbClr val="A2E1C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5" name="pg305"/>
            <p:cNvSpPr/>
            <p:nvPr/>
          </p:nvSpPr>
          <p:spPr>
            <a:xfrm>
              <a:off x="3112553" y="3202965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A2E2C8">
                <a:alpha val="100000"/>
              </a:srgbClr>
            </a:solidFill>
            <a:ln w="5420" cap="flat">
              <a:solidFill>
                <a:srgbClr val="A2E2C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6" name="pg306"/>
            <p:cNvSpPr/>
            <p:nvPr/>
          </p:nvSpPr>
          <p:spPr>
            <a:xfrm>
              <a:off x="3193990" y="3202965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A2E1C8">
                <a:alpha val="100000"/>
              </a:srgbClr>
            </a:solidFill>
            <a:ln w="5420" cap="flat">
              <a:solidFill>
                <a:srgbClr val="A2E1C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7" name="pg307"/>
            <p:cNvSpPr/>
            <p:nvPr/>
          </p:nvSpPr>
          <p:spPr>
            <a:xfrm>
              <a:off x="3275427" y="3202965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A2E1C7">
                <a:alpha val="100000"/>
              </a:srgbClr>
            </a:solidFill>
            <a:ln w="5420" cap="flat">
              <a:solidFill>
                <a:srgbClr val="A2E1C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8" name="pg308"/>
            <p:cNvSpPr/>
            <p:nvPr/>
          </p:nvSpPr>
          <p:spPr>
            <a:xfrm>
              <a:off x="3356864" y="3202965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A3E2C8">
                <a:alpha val="100000"/>
              </a:srgbClr>
            </a:solidFill>
            <a:ln w="5420" cap="flat">
              <a:solidFill>
                <a:srgbClr val="A3E2C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9" name="pg309"/>
            <p:cNvSpPr/>
            <p:nvPr/>
          </p:nvSpPr>
          <p:spPr>
            <a:xfrm>
              <a:off x="3438301" y="3202965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A4E2C8">
                <a:alpha val="100000"/>
              </a:srgbClr>
            </a:solidFill>
            <a:ln w="5420" cap="flat">
              <a:solidFill>
                <a:srgbClr val="A4E2C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0" name="pg310"/>
            <p:cNvSpPr/>
            <p:nvPr/>
          </p:nvSpPr>
          <p:spPr>
            <a:xfrm>
              <a:off x="3519738" y="3202965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A3E2C8">
                <a:alpha val="100000"/>
              </a:srgbClr>
            </a:solidFill>
            <a:ln w="5420" cap="flat">
              <a:solidFill>
                <a:srgbClr val="A3E2C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1" name="pg311"/>
            <p:cNvSpPr/>
            <p:nvPr/>
          </p:nvSpPr>
          <p:spPr>
            <a:xfrm>
              <a:off x="3601176" y="3202965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A0E1C7">
                <a:alpha val="100000"/>
              </a:srgbClr>
            </a:solidFill>
            <a:ln w="5420" cap="flat">
              <a:solidFill>
                <a:srgbClr val="A0E1C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2" name="pg312"/>
            <p:cNvSpPr/>
            <p:nvPr/>
          </p:nvSpPr>
          <p:spPr>
            <a:xfrm>
              <a:off x="3682613" y="3202965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9CDFC5">
                <a:alpha val="100000"/>
              </a:srgbClr>
            </a:solidFill>
            <a:ln w="5420" cap="flat">
              <a:solidFill>
                <a:srgbClr val="9CDFC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3" name="pg313"/>
            <p:cNvSpPr/>
            <p:nvPr/>
          </p:nvSpPr>
          <p:spPr>
            <a:xfrm>
              <a:off x="3764050" y="3202965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97DEC2">
                <a:alpha val="100000"/>
              </a:srgbClr>
            </a:solidFill>
            <a:ln w="5420" cap="flat">
              <a:solidFill>
                <a:srgbClr val="97DEC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4" name="pg314"/>
            <p:cNvSpPr/>
            <p:nvPr/>
          </p:nvSpPr>
          <p:spPr>
            <a:xfrm>
              <a:off x="3845487" y="3202965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91DCC0">
                <a:alpha val="100000"/>
              </a:srgbClr>
            </a:solidFill>
            <a:ln w="5420" cap="flat">
              <a:solidFill>
                <a:srgbClr val="91DCC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5" name="pg315"/>
            <p:cNvSpPr/>
            <p:nvPr/>
          </p:nvSpPr>
          <p:spPr>
            <a:xfrm>
              <a:off x="3926924" y="3202965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8CDABD">
                <a:alpha val="100000"/>
              </a:srgbClr>
            </a:solidFill>
            <a:ln w="5420" cap="flat">
              <a:solidFill>
                <a:srgbClr val="8CDAB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6" name="pg316"/>
            <p:cNvSpPr/>
            <p:nvPr/>
          </p:nvSpPr>
          <p:spPr>
            <a:xfrm>
              <a:off x="4008361" y="3202965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87D9BB">
                <a:alpha val="100000"/>
              </a:srgbClr>
            </a:solidFill>
            <a:ln w="5420" cap="flat">
              <a:solidFill>
                <a:srgbClr val="87D9B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7" name="pg317"/>
            <p:cNvSpPr/>
            <p:nvPr/>
          </p:nvSpPr>
          <p:spPr>
            <a:xfrm>
              <a:off x="4089798" y="3202965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82D8B9">
                <a:alpha val="100000"/>
              </a:srgbClr>
            </a:solidFill>
            <a:ln w="5420" cap="flat">
              <a:solidFill>
                <a:srgbClr val="82D8B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8" name="pg318"/>
            <p:cNvSpPr/>
            <p:nvPr/>
          </p:nvSpPr>
          <p:spPr>
            <a:xfrm>
              <a:off x="4334110" y="3202965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76D4B4">
                <a:alpha val="100000"/>
              </a:srgbClr>
            </a:solidFill>
            <a:ln w="5420" cap="flat">
              <a:solidFill>
                <a:srgbClr val="76D4B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9" name="pg319"/>
            <p:cNvSpPr/>
            <p:nvPr/>
          </p:nvSpPr>
          <p:spPr>
            <a:xfrm>
              <a:off x="4415547" y="3202965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74D3B3">
                <a:alpha val="100000"/>
              </a:srgbClr>
            </a:solidFill>
            <a:ln w="5420" cap="flat">
              <a:solidFill>
                <a:srgbClr val="74D3B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0" name="pg320"/>
            <p:cNvSpPr/>
            <p:nvPr/>
          </p:nvSpPr>
          <p:spPr>
            <a:xfrm>
              <a:off x="4496984" y="3202965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72D3B3">
                <a:alpha val="100000"/>
              </a:srgbClr>
            </a:solidFill>
            <a:ln w="5420" cap="flat">
              <a:solidFill>
                <a:srgbClr val="72D3B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1" name="pg321"/>
            <p:cNvSpPr/>
            <p:nvPr/>
          </p:nvSpPr>
          <p:spPr>
            <a:xfrm>
              <a:off x="4578421" y="3202965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70D2B2">
                <a:alpha val="100000"/>
              </a:srgbClr>
            </a:solidFill>
            <a:ln w="5420" cap="flat">
              <a:solidFill>
                <a:srgbClr val="70D2B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2" name="pg322"/>
            <p:cNvSpPr/>
            <p:nvPr/>
          </p:nvSpPr>
          <p:spPr>
            <a:xfrm>
              <a:off x="4659858" y="3202965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6ED2B1">
                <a:alpha val="100000"/>
              </a:srgbClr>
            </a:solidFill>
            <a:ln w="5420" cap="flat">
              <a:solidFill>
                <a:srgbClr val="6ED2B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3" name="pg323"/>
            <p:cNvSpPr/>
            <p:nvPr/>
          </p:nvSpPr>
          <p:spPr>
            <a:xfrm>
              <a:off x="2705367" y="3306281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93DDC0">
                <a:alpha val="100000"/>
              </a:srgbClr>
            </a:solidFill>
            <a:ln w="5420" cap="flat">
              <a:solidFill>
                <a:srgbClr val="93DDC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4" name="pg324"/>
            <p:cNvSpPr/>
            <p:nvPr/>
          </p:nvSpPr>
          <p:spPr>
            <a:xfrm>
              <a:off x="2786804" y="3306281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98DEC3">
                <a:alpha val="100000"/>
              </a:srgbClr>
            </a:solidFill>
            <a:ln w="5420" cap="flat">
              <a:solidFill>
                <a:srgbClr val="98DEC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5" name="pg325"/>
            <p:cNvSpPr/>
            <p:nvPr/>
          </p:nvSpPr>
          <p:spPr>
            <a:xfrm>
              <a:off x="2868241" y="3306281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9CE0C5">
                <a:alpha val="100000"/>
              </a:srgbClr>
            </a:solidFill>
            <a:ln w="5420" cap="flat">
              <a:solidFill>
                <a:srgbClr val="9CE0C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6" name="pg326"/>
            <p:cNvSpPr/>
            <p:nvPr/>
          </p:nvSpPr>
          <p:spPr>
            <a:xfrm>
              <a:off x="2949678" y="3306281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A0E1C6">
                <a:alpha val="100000"/>
              </a:srgbClr>
            </a:solidFill>
            <a:ln w="5420" cap="flat">
              <a:solidFill>
                <a:srgbClr val="A0E1C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7" name="pg327"/>
            <p:cNvSpPr/>
            <p:nvPr/>
          </p:nvSpPr>
          <p:spPr>
            <a:xfrm>
              <a:off x="3031116" y="3306281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A2E1C8">
                <a:alpha val="100000"/>
              </a:srgbClr>
            </a:solidFill>
            <a:ln w="5420" cap="flat">
              <a:solidFill>
                <a:srgbClr val="A2E1C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8" name="pg328"/>
            <p:cNvSpPr/>
            <p:nvPr/>
          </p:nvSpPr>
          <p:spPr>
            <a:xfrm>
              <a:off x="3112553" y="3306281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A3E2C8">
                <a:alpha val="100000"/>
              </a:srgbClr>
            </a:solidFill>
            <a:ln w="5420" cap="flat">
              <a:solidFill>
                <a:srgbClr val="A3E2C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9" name="pg329"/>
            <p:cNvSpPr/>
            <p:nvPr/>
          </p:nvSpPr>
          <p:spPr>
            <a:xfrm>
              <a:off x="3193990" y="3306281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A3E2C8">
                <a:alpha val="100000"/>
              </a:srgbClr>
            </a:solidFill>
            <a:ln w="5420" cap="flat">
              <a:solidFill>
                <a:srgbClr val="A3E2C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0" name="pg330"/>
            <p:cNvSpPr/>
            <p:nvPr/>
          </p:nvSpPr>
          <p:spPr>
            <a:xfrm>
              <a:off x="3275427" y="3306281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A4E2C8">
                <a:alpha val="100000"/>
              </a:srgbClr>
            </a:solidFill>
            <a:ln w="5420" cap="flat">
              <a:solidFill>
                <a:srgbClr val="A4E2C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1" name="pg331"/>
            <p:cNvSpPr/>
            <p:nvPr/>
          </p:nvSpPr>
          <p:spPr>
            <a:xfrm>
              <a:off x="3356864" y="3306281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A8E3CA">
                <a:alpha val="100000"/>
              </a:srgbClr>
            </a:solidFill>
            <a:ln w="5420" cap="flat">
              <a:solidFill>
                <a:srgbClr val="A8E3C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2" name="pg332"/>
            <p:cNvSpPr/>
            <p:nvPr/>
          </p:nvSpPr>
          <p:spPr>
            <a:xfrm>
              <a:off x="3438301" y="3306281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ACE5CC">
                <a:alpha val="100000"/>
              </a:srgbClr>
            </a:solidFill>
            <a:ln w="5420" cap="flat">
              <a:solidFill>
                <a:srgbClr val="ACE5C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3" name="pg333"/>
            <p:cNvSpPr/>
            <p:nvPr/>
          </p:nvSpPr>
          <p:spPr>
            <a:xfrm>
              <a:off x="3519738" y="3306281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AEE5CD">
                <a:alpha val="100000"/>
              </a:srgbClr>
            </a:solidFill>
            <a:ln w="5420" cap="flat">
              <a:solidFill>
                <a:srgbClr val="AEE5C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4" name="pg334"/>
            <p:cNvSpPr/>
            <p:nvPr/>
          </p:nvSpPr>
          <p:spPr>
            <a:xfrm>
              <a:off x="3601176" y="3306281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AAE4CB">
                <a:alpha val="100000"/>
              </a:srgbClr>
            </a:solidFill>
            <a:ln w="5420" cap="flat">
              <a:solidFill>
                <a:srgbClr val="AAE4C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5" name="pg335"/>
            <p:cNvSpPr/>
            <p:nvPr/>
          </p:nvSpPr>
          <p:spPr>
            <a:xfrm>
              <a:off x="3682613" y="3306281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A4E2C8">
                <a:alpha val="100000"/>
              </a:srgbClr>
            </a:solidFill>
            <a:ln w="5420" cap="flat">
              <a:solidFill>
                <a:srgbClr val="A4E2C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6" name="pg336"/>
            <p:cNvSpPr/>
            <p:nvPr/>
          </p:nvSpPr>
          <p:spPr>
            <a:xfrm>
              <a:off x="3764050" y="3306281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9DE0C5">
                <a:alpha val="100000"/>
              </a:srgbClr>
            </a:solidFill>
            <a:ln w="5420" cap="flat">
              <a:solidFill>
                <a:srgbClr val="9DE0C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7" name="pg337"/>
            <p:cNvSpPr/>
            <p:nvPr/>
          </p:nvSpPr>
          <p:spPr>
            <a:xfrm>
              <a:off x="3845487" y="3306281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96DEC2">
                <a:alpha val="100000"/>
              </a:srgbClr>
            </a:solidFill>
            <a:ln w="5420" cap="flat">
              <a:solidFill>
                <a:srgbClr val="96DEC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8" name="pg338"/>
            <p:cNvSpPr/>
            <p:nvPr/>
          </p:nvSpPr>
          <p:spPr>
            <a:xfrm>
              <a:off x="3926924" y="3306281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8FDBBF">
                <a:alpha val="100000"/>
              </a:srgbClr>
            </a:solidFill>
            <a:ln w="5420" cap="flat">
              <a:solidFill>
                <a:srgbClr val="8FDBB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9" name="pg339"/>
            <p:cNvSpPr/>
            <p:nvPr/>
          </p:nvSpPr>
          <p:spPr>
            <a:xfrm>
              <a:off x="4008361" y="3306281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89DABC">
                <a:alpha val="100000"/>
              </a:srgbClr>
            </a:solidFill>
            <a:ln w="5420" cap="flat">
              <a:solidFill>
                <a:srgbClr val="89DAB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0" name="pg340"/>
            <p:cNvSpPr/>
            <p:nvPr/>
          </p:nvSpPr>
          <p:spPr>
            <a:xfrm>
              <a:off x="4089798" y="3306281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84D8BA">
                <a:alpha val="100000"/>
              </a:srgbClr>
            </a:solidFill>
            <a:ln w="5420" cap="flat">
              <a:solidFill>
                <a:srgbClr val="84D8B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1" name="pg341"/>
            <p:cNvSpPr/>
            <p:nvPr/>
          </p:nvSpPr>
          <p:spPr>
            <a:xfrm>
              <a:off x="4252673" y="3306281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7CD6B7">
                <a:alpha val="100000"/>
              </a:srgbClr>
            </a:solidFill>
            <a:ln w="5420" cap="flat">
              <a:solidFill>
                <a:srgbClr val="7CD6B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2" name="pg342"/>
            <p:cNvSpPr/>
            <p:nvPr/>
          </p:nvSpPr>
          <p:spPr>
            <a:xfrm>
              <a:off x="4334110" y="3306281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76D4B4">
                <a:alpha val="100000"/>
              </a:srgbClr>
            </a:solidFill>
            <a:ln w="5420" cap="flat">
              <a:solidFill>
                <a:srgbClr val="76D4B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3" name="pg343"/>
            <p:cNvSpPr/>
            <p:nvPr/>
          </p:nvSpPr>
          <p:spPr>
            <a:xfrm>
              <a:off x="4415547" y="3306281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74D3B3">
                <a:alpha val="100000"/>
              </a:srgbClr>
            </a:solidFill>
            <a:ln w="5420" cap="flat">
              <a:solidFill>
                <a:srgbClr val="74D3B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4" name="pg344"/>
            <p:cNvSpPr/>
            <p:nvPr/>
          </p:nvSpPr>
          <p:spPr>
            <a:xfrm>
              <a:off x="4496984" y="3306281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72D3B3">
                <a:alpha val="100000"/>
              </a:srgbClr>
            </a:solidFill>
            <a:ln w="5420" cap="flat">
              <a:solidFill>
                <a:srgbClr val="72D3B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5" name="pg345"/>
            <p:cNvSpPr/>
            <p:nvPr/>
          </p:nvSpPr>
          <p:spPr>
            <a:xfrm>
              <a:off x="4578421" y="3306281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70D2B2">
                <a:alpha val="100000"/>
              </a:srgbClr>
            </a:solidFill>
            <a:ln w="5420" cap="flat">
              <a:solidFill>
                <a:srgbClr val="70D2B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6" name="pg346"/>
            <p:cNvSpPr/>
            <p:nvPr/>
          </p:nvSpPr>
          <p:spPr>
            <a:xfrm>
              <a:off x="4659858" y="3306281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6DD2B1">
                <a:alpha val="100000"/>
              </a:srgbClr>
            </a:solidFill>
            <a:ln w="5420" cap="flat">
              <a:solidFill>
                <a:srgbClr val="6DD2B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7" name="pg347"/>
            <p:cNvSpPr/>
            <p:nvPr/>
          </p:nvSpPr>
          <p:spPr>
            <a:xfrm>
              <a:off x="2786804" y="3409597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96DEC2">
                <a:alpha val="100000"/>
              </a:srgbClr>
            </a:solidFill>
            <a:ln w="5420" cap="flat">
              <a:solidFill>
                <a:srgbClr val="96DEC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8" name="pg348"/>
            <p:cNvSpPr/>
            <p:nvPr/>
          </p:nvSpPr>
          <p:spPr>
            <a:xfrm>
              <a:off x="2868241" y="3409597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9ADFC4">
                <a:alpha val="100000"/>
              </a:srgbClr>
            </a:solidFill>
            <a:ln w="5420" cap="flat">
              <a:solidFill>
                <a:srgbClr val="9ADFC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9" name="pg349"/>
            <p:cNvSpPr/>
            <p:nvPr/>
          </p:nvSpPr>
          <p:spPr>
            <a:xfrm>
              <a:off x="2949678" y="3409597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9EE0C6">
                <a:alpha val="100000"/>
              </a:srgbClr>
            </a:solidFill>
            <a:ln w="5420" cap="flat">
              <a:solidFill>
                <a:srgbClr val="9EE0C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0" name="pg350"/>
            <p:cNvSpPr/>
            <p:nvPr/>
          </p:nvSpPr>
          <p:spPr>
            <a:xfrm>
              <a:off x="3031116" y="3409597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A1E1C7">
                <a:alpha val="100000"/>
              </a:srgbClr>
            </a:solidFill>
            <a:ln w="5420" cap="flat">
              <a:solidFill>
                <a:srgbClr val="A1E1C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1" name="pg351"/>
            <p:cNvSpPr/>
            <p:nvPr/>
          </p:nvSpPr>
          <p:spPr>
            <a:xfrm>
              <a:off x="3112553" y="3409597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A2E2C8">
                <a:alpha val="100000"/>
              </a:srgbClr>
            </a:solidFill>
            <a:ln w="5420" cap="flat">
              <a:solidFill>
                <a:srgbClr val="A2E2C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2" name="pg352"/>
            <p:cNvSpPr/>
            <p:nvPr/>
          </p:nvSpPr>
          <p:spPr>
            <a:xfrm>
              <a:off x="3193990" y="3409597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A4E2C8">
                <a:alpha val="100000"/>
              </a:srgbClr>
            </a:solidFill>
            <a:ln w="5420" cap="flat">
              <a:solidFill>
                <a:srgbClr val="A4E2C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3" name="pg353"/>
            <p:cNvSpPr/>
            <p:nvPr/>
          </p:nvSpPr>
          <p:spPr>
            <a:xfrm>
              <a:off x="3275427" y="3409597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A9E4CB">
                <a:alpha val="100000"/>
              </a:srgbClr>
            </a:solidFill>
            <a:ln w="5420" cap="flat">
              <a:solidFill>
                <a:srgbClr val="A9E4C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4" name="pg354"/>
            <p:cNvSpPr/>
            <p:nvPr/>
          </p:nvSpPr>
          <p:spPr>
            <a:xfrm>
              <a:off x="3356864" y="3409597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B1E6CF">
                <a:alpha val="100000"/>
              </a:srgbClr>
            </a:solidFill>
            <a:ln w="5420" cap="flat">
              <a:solidFill>
                <a:srgbClr val="B1E6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5" name="pg355"/>
            <p:cNvSpPr/>
            <p:nvPr/>
          </p:nvSpPr>
          <p:spPr>
            <a:xfrm>
              <a:off x="3438301" y="3409597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B9E9D3">
                <a:alpha val="100000"/>
              </a:srgbClr>
            </a:solidFill>
            <a:ln w="5420" cap="flat">
              <a:solidFill>
                <a:srgbClr val="B9E9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6" name="pg356"/>
            <p:cNvSpPr/>
            <p:nvPr/>
          </p:nvSpPr>
          <p:spPr>
            <a:xfrm>
              <a:off x="3519738" y="3409597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BCEAD4">
                <a:alpha val="100000"/>
              </a:srgbClr>
            </a:solidFill>
            <a:ln w="5420" cap="flat">
              <a:solidFill>
                <a:srgbClr val="BCEAD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7" name="pg357"/>
            <p:cNvSpPr/>
            <p:nvPr/>
          </p:nvSpPr>
          <p:spPr>
            <a:xfrm>
              <a:off x="3601176" y="3409597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B6E8D1">
                <a:alpha val="100000"/>
              </a:srgbClr>
            </a:solidFill>
            <a:ln w="5420" cap="flat">
              <a:solidFill>
                <a:srgbClr val="B6E8D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8" name="pg358"/>
            <p:cNvSpPr/>
            <p:nvPr/>
          </p:nvSpPr>
          <p:spPr>
            <a:xfrm>
              <a:off x="3682613" y="3409597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ADE5CD">
                <a:alpha val="100000"/>
              </a:srgbClr>
            </a:solidFill>
            <a:ln w="5420" cap="flat">
              <a:solidFill>
                <a:srgbClr val="ADE5C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9" name="pg359"/>
            <p:cNvSpPr/>
            <p:nvPr/>
          </p:nvSpPr>
          <p:spPr>
            <a:xfrm>
              <a:off x="3764050" y="3409597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A3E2C8">
                <a:alpha val="100000"/>
              </a:srgbClr>
            </a:solidFill>
            <a:ln w="5420" cap="flat">
              <a:solidFill>
                <a:srgbClr val="A3E2C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0" name="pg360"/>
            <p:cNvSpPr/>
            <p:nvPr/>
          </p:nvSpPr>
          <p:spPr>
            <a:xfrm>
              <a:off x="3845487" y="3409597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99DFC4">
                <a:alpha val="100000"/>
              </a:srgbClr>
            </a:solidFill>
            <a:ln w="5420" cap="flat">
              <a:solidFill>
                <a:srgbClr val="99DFC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1" name="pg361"/>
            <p:cNvSpPr/>
            <p:nvPr/>
          </p:nvSpPr>
          <p:spPr>
            <a:xfrm>
              <a:off x="3926924" y="3409597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91DCC0">
                <a:alpha val="100000"/>
              </a:srgbClr>
            </a:solidFill>
            <a:ln w="5420" cap="flat">
              <a:solidFill>
                <a:srgbClr val="91DCC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2" name="pg362"/>
            <p:cNvSpPr/>
            <p:nvPr/>
          </p:nvSpPr>
          <p:spPr>
            <a:xfrm>
              <a:off x="4008361" y="3409597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8ADABD">
                <a:alpha val="100000"/>
              </a:srgbClr>
            </a:solidFill>
            <a:ln w="5420" cap="flat">
              <a:solidFill>
                <a:srgbClr val="8ADAB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3" name="pg363"/>
            <p:cNvSpPr/>
            <p:nvPr/>
          </p:nvSpPr>
          <p:spPr>
            <a:xfrm>
              <a:off x="4089798" y="3409597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85D8BA">
                <a:alpha val="100000"/>
              </a:srgbClr>
            </a:solidFill>
            <a:ln w="5420" cap="flat">
              <a:solidFill>
                <a:srgbClr val="85D8B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4" name="pg364"/>
            <p:cNvSpPr/>
            <p:nvPr/>
          </p:nvSpPr>
          <p:spPr>
            <a:xfrm>
              <a:off x="4171236" y="3409597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80D7B9">
                <a:alpha val="100000"/>
              </a:srgbClr>
            </a:solidFill>
            <a:ln w="5420" cap="flat">
              <a:solidFill>
                <a:srgbClr val="80D7B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5" name="pg365"/>
            <p:cNvSpPr/>
            <p:nvPr/>
          </p:nvSpPr>
          <p:spPr>
            <a:xfrm>
              <a:off x="4252673" y="3409597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7DD6B7">
                <a:alpha val="100000"/>
              </a:srgbClr>
            </a:solidFill>
            <a:ln w="5420" cap="flat">
              <a:solidFill>
                <a:srgbClr val="7DD6B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6" name="pg366"/>
            <p:cNvSpPr/>
            <p:nvPr/>
          </p:nvSpPr>
          <p:spPr>
            <a:xfrm>
              <a:off x="4334110" y="3409597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77D4B5">
                <a:alpha val="100000"/>
              </a:srgbClr>
            </a:solidFill>
            <a:ln w="5420" cap="flat">
              <a:solidFill>
                <a:srgbClr val="77D4B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7" name="pg367"/>
            <p:cNvSpPr/>
            <p:nvPr/>
          </p:nvSpPr>
          <p:spPr>
            <a:xfrm>
              <a:off x="4415547" y="3409597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74D3B3">
                <a:alpha val="100000"/>
              </a:srgbClr>
            </a:solidFill>
            <a:ln w="5420" cap="flat">
              <a:solidFill>
                <a:srgbClr val="74D3B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8" name="pg368"/>
            <p:cNvSpPr/>
            <p:nvPr/>
          </p:nvSpPr>
          <p:spPr>
            <a:xfrm>
              <a:off x="4496984" y="3409597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72D3B3">
                <a:alpha val="100000"/>
              </a:srgbClr>
            </a:solidFill>
            <a:ln w="5420" cap="flat">
              <a:solidFill>
                <a:srgbClr val="72D3B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9" name="pg369"/>
            <p:cNvSpPr/>
            <p:nvPr/>
          </p:nvSpPr>
          <p:spPr>
            <a:xfrm>
              <a:off x="4578421" y="3409597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6FD2B2">
                <a:alpha val="100000"/>
              </a:srgbClr>
            </a:solidFill>
            <a:ln w="5420" cap="flat">
              <a:solidFill>
                <a:srgbClr val="6FD2B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0" name="pg370"/>
            <p:cNvSpPr/>
            <p:nvPr/>
          </p:nvSpPr>
          <p:spPr>
            <a:xfrm>
              <a:off x="4659858" y="3409597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6ED2B1">
                <a:alpha val="100000"/>
              </a:srgbClr>
            </a:solidFill>
            <a:ln w="5420" cap="flat">
              <a:solidFill>
                <a:srgbClr val="6ED2B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1" name="pg371"/>
            <p:cNvSpPr/>
            <p:nvPr/>
          </p:nvSpPr>
          <p:spPr>
            <a:xfrm>
              <a:off x="2868241" y="3512913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97DEC2">
                <a:alpha val="100000"/>
              </a:srgbClr>
            </a:solidFill>
            <a:ln w="5420" cap="flat">
              <a:solidFill>
                <a:srgbClr val="97DEC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2" name="pg372"/>
            <p:cNvSpPr/>
            <p:nvPr/>
          </p:nvSpPr>
          <p:spPr>
            <a:xfrm>
              <a:off x="2949678" y="3512913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9BDFC4">
                <a:alpha val="100000"/>
              </a:srgbClr>
            </a:solidFill>
            <a:ln w="5420" cap="flat">
              <a:solidFill>
                <a:srgbClr val="9BDFC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3" name="pg373"/>
            <p:cNvSpPr/>
            <p:nvPr/>
          </p:nvSpPr>
          <p:spPr>
            <a:xfrm>
              <a:off x="3031116" y="3512913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9EE0C6">
                <a:alpha val="100000"/>
              </a:srgbClr>
            </a:solidFill>
            <a:ln w="5420" cap="flat">
              <a:solidFill>
                <a:srgbClr val="9EE0C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4" name="pg374"/>
            <p:cNvSpPr/>
            <p:nvPr/>
          </p:nvSpPr>
          <p:spPr>
            <a:xfrm>
              <a:off x="3112553" y="3512913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A2E1C7">
                <a:alpha val="100000"/>
              </a:srgbClr>
            </a:solidFill>
            <a:ln w="5420" cap="flat">
              <a:solidFill>
                <a:srgbClr val="A2E1C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5" name="pg375"/>
            <p:cNvSpPr/>
            <p:nvPr/>
          </p:nvSpPr>
          <p:spPr>
            <a:xfrm>
              <a:off x="3193990" y="3512913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A7E3CA">
                <a:alpha val="100000"/>
              </a:srgbClr>
            </a:solidFill>
            <a:ln w="5420" cap="flat">
              <a:solidFill>
                <a:srgbClr val="A7E3C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6" name="pg376"/>
            <p:cNvSpPr/>
            <p:nvPr/>
          </p:nvSpPr>
          <p:spPr>
            <a:xfrm>
              <a:off x="3275427" y="3512913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B1E6CE">
                <a:alpha val="100000"/>
              </a:srgbClr>
            </a:solidFill>
            <a:ln w="5420" cap="flat">
              <a:solidFill>
                <a:srgbClr val="B1E6C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7" name="pg377"/>
            <p:cNvSpPr/>
            <p:nvPr/>
          </p:nvSpPr>
          <p:spPr>
            <a:xfrm>
              <a:off x="3356864" y="3512913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BEEAD5">
                <a:alpha val="100000"/>
              </a:srgbClr>
            </a:solidFill>
            <a:ln w="5420" cap="flat">
              <a:solidFill>
                <a:srgbClr val="BEEAD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8" name="pg378"/>
            <p:cNvSpPr/>
            <p:nvPr/>
          </p:nvSpPr>
          <p:spPr>
            <a:xfrm>
              <a:off x="3438301" y="3512913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CAEEDB">
                <a:alpha val="100000"/>
              </a:srgbClr>
            </a:solidFill>
            <a:ln w="5420" cap="flat">
              <a:solidFill>
                <a:srgbClr val="CAEED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9" name="pg379"/>
            <p:cNvSpPr/>
            <p:nvPr/>
          </p:nvSpPr>
          <p:spPr>
            <a:xfrm>
              <a:off x="3519738" y="3512913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CCEFDC">
                <a:alpha val="100000"/>
              </a:srgbClr>
            </a:solidFill>
            <a:ln w="5420" cap="flat">
              <a:solidFill>
                <a:srgbClr val="CCEFD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0" name="pg380"/>
            <p:cNvSpPr/>
            <p:nvPr/>
          </p:nvSpPr>
          <p:spPr>
            <a:xfrm>
              <a:off x="3601176" y="3512913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C2ECD7">
                <a:alpha val="100000"/>
              </a:srgbClr>
            </a:solidFill>
            <a:ln w="5420" cap="flat">
              <a:solidFill>
                <a:srgbClr val="C2ECD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1" name="pg381"/>
            <p:cNvSpPr/>
            <p:nvPr/>
          </p:nvSpPr>
          <p:spPr>
            <a:xfrm>
              <a:off x="3682613" y="3512913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B5E7D0">
                <a:alpha val="100000"/>
              </a:srgbClr>
            </a:solidFill>
            <a:ln w="5420" cap="flat">
              <a:solidFill>
                <a:srgbClr val="B5E7D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2" name="pg382"/>
            <p:cNvSpPr/>
            <p:nvPr/>
          </p:nvSpPr>
          <p:spPr>
            <a:xfrm>
              <a:off x="3764050" y="3512913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A7E3CA">
                <a:alpha val="100000"/>
              </a:srgbClr>
            </a:solidFill>
            <a:ln w="5420" cap="flat">
              <a:solidFill>
                <a:srgbClr val="A7E3C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3" name="pg383"/>
            <p:cNvSpPr/>
            <p:nvPr/>
          </p:nvSpPr>
          <p:spPr>
            <a:xfrm>
              <a:off x="3845487" y="3512913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9BDFC4">
                <a:alpha val="100000"/>
              </a:srgbClr>
            </a:solidFill>
            <a:ln w="5420" cap="flat">
              <a:solidFill>
                <a:srgbClr val="9BDFC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4" name="pg384"/>
            <p:cNvSpPr/>
            <p:nvPr/>
          </p:nvSpPr>
          <p:spPr>
            <a:xfrm>
              <a:off x="3926924" y="3512913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91DCC0">
                <a:alpha val="100000"/>
              </a:srgbClr>
            </a:solidFill>
            <a:ln w="5420" cap="flat">
              <a:solidFill>
                <a:srgbClr val="91DCC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5" name="pg385"/>
            <p:cNvSpPr/>
            <p:nvPr/>
          </p:nvSpPr>
          <p:spPr>
            <a:xfrm>
              <a:off x="4008361" y="3512913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8ADABD">
                <a:alpha val="100000"/>
              </a:srgbClr>
            </a:solidFill>
            <a:ln w="5420" cap="flat">
              <a:solidFill>
                <a:srgbClr val="8ADAB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6" name="pg386"/>
            <p:cNvSpPr/>
            <p:nvPr/>
          </p:nvSpPr>
          <p:spPr>
            <a:xfrm>
              <a:off x="4089798" y="3512913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84D8BA">
                <a:alpha val="100000"/>
              </a:srgbClr>
            </a:solidFill>
            <a:ln w="5420" cap="flat">
              <a:solidFill>
                <a:srgbClr val="84D8B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7" name="pg387"/>
            <p:cNvSpPr/>
            <p:nvPr/>
          </p:nvSpPr>
          <p:spPr>
            <a:xfrm>
              <a:off x="4171236" y="3512913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80D7B8">
                <a:alpha val="100000"/>
              </a:srgbClr>
            </a:solidFill>
            <a:ln w="5420" cap="flat">
              <a:solidFill>
                <a:srgbClr val="80D7B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8" name="pg388"/>
            <p:cNvSpPr/>
            <p:nvPr/>
          </p:nvSpPr>
          <p:spPr>
            <a:xfrm>
              <a:off x="4252673" y="3512913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7CD6B7">
                <a:alpha val="100000"/>
              </a:srgbClr>
            </a:solidFill>
            <a:ln w="5420" cap="flat">
              <a:solidFill>
                <a:srgbClr val="7CD6B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9" name="pg389"/>
            <p:cNvSpPr/>
            <p:nvPr/>
          </p:nvSpPr>
          <p:spPr>
            <a:xfrm>
              <a:off x="4334110" y="3512913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77D4B5">
                <a:alpha val="100000"/>
              </a:srgbClr>
            </a:solidFill>
            <a:ln w="5420" cap="flat">
              <a:solidFill>
                <a:srgbClr val="77D4B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0" name="pg390"/>
            <p:cNvSpPr/>
            <p:nvPr/>
          </p:nvSpPr>
          <p:spPr>
            <a:xfrm>
              <a:off x="4415547" y="3512913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74D3B4">
                <a:alpha val="100000"/>
              </a:srgbClr>
            </a:solidFill>
            <a:ln w="5420" cap="flat">
              <a:solidFill>
                <a:srgbClr val="74D3B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1" name="pg391"/>
            <p:cNvSpPr/>
            <p:nvPr/>
          </p:nvSpPr>
          <p:spPr>
            <a:xfrm>
              <a:off x="4496984" y="3512913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72D3B3">
                <a:alpha val="100000"/>
              </a:srgbClr>
            </a:solidFill>
            <a:ln w="5420" cap="flat">
              <a:solidFill>
                <a:srgbClr val="72D3B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2" name="pg392"/>
            <p:cNvSpPr/>
            <p:nvPr/>
          </p:nvSpPr>
          <p:spPr>
            <a:xfrm>
              <a:off x="4578421" y="3512913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70D2B2">
                <a:alpha val="100000"/>
              </a:srgbClr>
            </a:solidFill>
            <a:ln w="5420" cap="flat">
              <a:solidFill>
                <a:srgbClr val="70D2B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3" name="pg393"/>
            <p:cNvSpPr/>
            <p:nvPr/>
          </p:nvSpPr>
          <p:spPr>
            <a:xfrm>
              <a:off x="2868241" y="3616229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93DDC0">
                <a:alpha val="100000"/>
              </a:srgbClr>
            </a:solidFill>
            <a:ln w="5420" cap="flat">
              <a:solidFill>
                <a:srgbClr val="93DDC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4" name="pg394"/>
            <p:cNvSpPr/>
            <p:nvPr/>
          </p:nvSpPr>
          <p:spPr>
            <a:xfrm>
              <a:off x="2949678" y="3616229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96DEC2">
                <a:alpha val="100000"/>
              </a:srgbClr>
            </a:solidFill>
            <a:ln w="5420" cap="flat">
              <a:solidFill>
                <a:srgbClr val="96DEC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5" name="pg395"/>
            <p:cNvSpPr/>
            <p:nvPr/>
          </p:nvSpPr>
          <p:spPr>
            <a:xfrm>
              <a:off x="3031116" y="3616229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9BDFC4">
                <a:alpha val="100000"/>
              </a:srgbClr>
            </a:solidFill>
            <a:ln w="5420" cap="flat">
              <a:solidFill>
                <a:srgbClr val="9BDFC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6" name="pg396"/>
            <p:cNvSpPr/>
            <p:nvPr/>
          </p:nvSpPr>
          <p:spPr>
            <a:xfrm>
              <a:off x="3112553" y="3616229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A0E1C7">
                <a:alpha val="100000"/>
              </a:srgbClr>
            </a:solidFill>
            <a:ln w="5420" cap="flat">
              <a:solidFill>
                <a:srgbClr val="A0E1C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7" name="pg397"/>
            <p:cNvSpPr/>
            <p:nvPr/>
          </p:nvSpPr>
          <p:spPr>
            <a:xfrm>
              <a:off x="3193990" y="3616229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A9E4CB">
                <a:alpha val="100000"/>
              </a:srgbClr>
            </a:solidFill>
            <a:ln w="5420" cap="flat">
              <a:solidFill>
                <a:srgbClr val="A9E4C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8" name="pg398"/>
            <p:cNvSpPr/>
            <p:nvPr/>
          </p:nvSpPr>
          <p:spPr>
            <a:xfrm>
              <a:off x="3275427" y="3616229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B5E8D1">
                <a:alpha val="100000"/>
              </a:srgbClr>
            </a:solidFill>
            <a:ln w="5420" cap="flat">
              <a:solidFill>
                <a:srgbClr val="B5E8D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9" name="pg399"/>
            <p:cNvSpPr/>
            <p:nvPr/>
          </p:nvSpPr>
          <p:spPr>
            <a:xfrm>
              <a:off x="3356864" y="3616229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C5EDD8">
                <a:alpha val="100000"/>
              </a:srgbClr>
            </a:solidFill>
            <a:ln w="5420" cap="flat">
              <a:solidFill>
                <a:srgbClr val="C5EDD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0" name="pg400"/>
            <p:cNvSpPr/>
            <p:nvPr/>
          </p:nvSpPr>
          <p:spPr>
            <a:xfrm>
              <a:off x="3438301" y="3616229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D4F2E0">
                <a:alpha val="100000"/>
              </a:srgbClr>
            </a:solidFill>
            <a:ln w="5420" cap="flat">
              <a:solidFill>
                <a:srgbClr val="D4F2E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1" name="pg401"/>
            <p:cNvSpPr/>
            <p:nvPr/>
          </p:nvSpPr>
          <p:spPr>
            <a:xfrm>
              <a:off x="3519738" y="3616229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D6F2E1">
                <a:alpha val="100000"/>
              </a:srgbClr>
            </a:solidFill>
            <a:ln w="5420" cap="flat">
              <a:solidFill>
                <a:srgbClr val="D6F2E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2" name="pg402"/>
            <p:cNvSpPr/>
            <p:nvPr/>
          </p:nvSpPr>
          <p:spPr>
            <a:xfrm>
              <a:off x="3601176" y="3616229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C8EEDA">
                <a:alpha val="100000"/>
              </a:srgbClr>
            </a:solidFill>
            <a:ln w="5420" cap="flat">
              <a:solidFill>
                <a:srgbClr val="C8EED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3" name="pg403"/>
            <p:cNvSpPr/>
            <p:nvPr/>
          </p:nvSpPr>
          <p:spPr>
            <a:xfrm>
              <a:off x="3682613" y="3616229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B7E8D1">
                <a:alpha val="100000"/>
              </a:srgbClr>
            </a:solidFill>
            <a:ln w="5420" cap="flat">
              <a:solidFill>
                <a:srgbClr val="B7E8D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4" name="pg404"/>
            <p:cNvSpPr/>
            <p:nvPr/>
          </p:nvSpPr>
          <p:spPr>
            <a:xfrm>
              <a:off x="3764050" y="3616229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A6E3CA">
                <a:alpha val="100000"/>
              </a:srgbClr>
            </a:solidFill>
            <a:ln w="5420" cap="flat">
              <a:solidFill>
                <a:srgbClr val="A6E3C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5" name="pg405"/>
            <p:cNvSpPr/>
            <p:nvPr/>
          </p:nvSpPr>
          <p:spPr>
            <a:xfrm>
              <a:off x="3845487" y="3616229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99DFC3">
                <a:alpha val="100000"/>
              </a:srgbClr>
            </a:solidFill>
            <a:ln w="5420" cap="flat">
              <a:solidFill>
                <a:srgbClr val="99DFC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6" name="pg406"/>
            <p:cNvSpPr/>
            <p:nvPr/>
          </p:nvSpPr>
          <p:spPr>
            <a:xfrm>
              <a:off x="3926924" y="3616229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8EDBBF">
                <a:alpha val="100000"/>
              </a:srgbClr>
            </a:solidFill>
            <a:ln w="5420" cap="flat">
              <a:solidFill>
                <a:srgbClr val="8EDBB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7" name="pg407"/>
            <p:cNvSpPr/>
            <p:nvPr/>
          </p:nvSpPr>
          <p:spPr>
            <a:xfrm>
              <a:off x="4008361" y="3616229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87D9BB">
                <a:alpha val="100000"/>
              </a:srgbClr>
            </a:solidFill>
            <a:ln w="5420" cap="flat">
              <a:solidFill>
                <a:srgbClr val="87D9B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8" name="pg408"/>
            <p:cNvSpPr/>
            <p:nvPr/>
          </p:nvSpPr>
          <p:spPr>
            <a:xfrm>
              <a:off x="4089798" y="3616229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82D8B9">
                <a:alpha val="100000"/>
              </a:srgbClr>
            </a:solidFill>
            <a:ln w="5420" cap="flat">
              <a:solidFill>
                <a:srgbClr val="82D8B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9" name="pg409"/>
            <p:cNvSpPr/>
            <p:nvPr/>
          </p:nvSpPr>
          <p:spPr>
            <a:xfrm>
              <a:off x="4171236" y="3616229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7FD7B8">
                <a:alpha val="100000"/>
              </a:srgbClr>
            </a:solidFill>
            <a:ln w="5420" cap="flat">
              <a:solidFill>
                <a:srgbClr val="7FD7B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0" name="pg410"/>
            <p:cNvSpPr/>
            <p:nvPr/>
          </p:nvSpPr>
          <p:spPr>
            <a:xfrm>
              <a:off x="4252673" y="3616229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7CD6B7">
                <a:alpha val="100000"/>
              </a:srgbClr>
            </a:solidFill>
            <a:ln w="5420" cap="flat">
              <a:solidFill>
                <a:srgbClr val="7CD6B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1" name="pg411"/>
            <p:cNvSpPr/>
            <p:nvPr/>
          </p:nvSpPr>
          <p:spPr>
            <a:xfrm>
              <a:off x="4334110" y="3616229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77D4B5">
                <a:alpha val="100000"/>
              </a:srgbClr>
            </a:solidFill>
            <a:ln w="5420" cap="flat">
              <a:solidFill>
                <a:srgbClr val="77D4B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2" name="pg412"/>
            <p:cNvSpPr/>
            <p:nvPr/>
          </p:nvSpPr>
          <p:spPr>
            <a:xfrm>
              <a:off x="4415547" y="3616229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74D3B4">
                <a:alpha val="100000"/>
              </a:srgbClr>
            </a:solidFill>
            <a:ln w="5420" cap="flat">
              <a:solidFill>
                <a:srgbClr val="74D3B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3" name="pg413"/>
            <p:cNvSpPr/>
            <p:nvPr/>
          </p:nvSpPr>
          <p:spPr>
            <a:xfrm>
              <a:off x="4496984" y="3616229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72D3B3">
                <a:alpha val="100000"/>
              </a:srgbClr>
            </a:solidFill>
            <a:ln w="5420" cap="flat">
              <a:solidFill>
                <a:srgbClr val="72D3B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4" name="pg414"/>
            <p:cNvSpPr/>
            <p:nvPr/>
          </p:nvSpPr>
          <p:spPr>
            <a:xfrm>
              <a:off x="3031116" y="3719546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95DDC1">
                <a:alpha val="100000"/>
              </a:srgbClr>
            </a:solidFill>
            <a:ln w="5420" cap="flat">
              <a:solidFill>
                <a:srgbClr val="95DDC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5" name="pg415"/>
            <p:cNvSpPr/>
            <p:nvPr/>
          </p:nvSpPr>
          <p:spPr>
            <a:xfrm>
              <a:off x="3112553" y="3719546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9BDFC4">
                <a:alpha val="100000"/>
              </a:srgbClr>
            </a:solidFill>
            <a:ln w="5420" cap="flat">
              <a:solidFill>
                <a:srgbClr val="9BDFC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6" name="pg416"/>
            <p:cNvSpPr/>
            <p:nvPr/>
          </p:nvSpPr>
          <p:spPr>
            <a:xfrm>
              <a:off x="3193990" y="3719546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A4E2C9">
                <a:alpha val="100000"/>
              </a:srgbClr>
            </a:solidFill>
            <a:ln w="5420" cap="flat">
              <a:solidFill>
                <a:srgbClr val="A4E2C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7" name="pg417"/>
            <p:cNvSpPr/>
            <p:nvPr/>
          </p:nvSpPr>
          <p:spPr>
            <a:xfrm>
              <a:off x="3275427" y="3719546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B1E6CE">
                <a:alpha val="100000"/>
              </a:srgbClr>
            </a:solidFill>
            <a:ln w="5420" cap="flat">
              <a:solidFill>
                <a:srgbClr val="B1E6C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8" name="pg418"/>
            <p:cNvSpPr/>
            <p:nvPr/>
          </p:nvSpPr>
          <p:spPr>
            <a:xfrm>
              <a:off x="3356864" y="3719546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C0EBD6">
                <a:alpha val="100000"/>
              </a:srgbClr>
            </a:solidFill>
            <a:ln w="5420" cap="flat">
              <a:solidFill>
                <a:srgbClr val="C0EBD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9" name="pg419"/>
            <p:cNvSpPr/>
            <p:nvPr/>
          </p:nvSpPr>
          <p:spPr>
            <a:xfrm>
              <a:off x="3438301" y="3719546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CEF0DD">
                <a:alpha val="100000"/>
              </a:srgbClr>
            </a:solidFill>
            <a:ln w="5420" cap="flat">
              <a:solidFill>
                <a:srgbClr val="CEF0D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0" name="pg420"/>
            <p:cNvSpPr/>
            <p:nvPr/>
          </p:nvSpPr>
          <p:spPr>
            <a:xfrm>
              <a:off x="3519738" y="3719546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CFF0DD">
                <a:alpha val="100000"/>
              </a:srgbClr>
            </a:solidFill>
            <a:ln w="5420" cap="flat">
              <a:solidFill>
                <a:srgbClr val="CFF0D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1" name="pg421"/>
            <p:cNvSpPr/>
            <p:nvPr/>
          </p:nvSpPr>
          <p:spPr>
            <a:xfrm>
              <a:off x="3601176" y="3719546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C1ECD6">
                <a:alpha val="100000"/>
              </a:srgbClr>
            </a:solidFill>
            <a:ln w="5420" cap="flat">
              <a:solidFill>
                <a:srgbClr val="C1ECD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2" name="pg422"/>
            <p:cNvSpPr/>
            <p:nvPr/>
          </p:nvSpPr>
          <p:spPr>
            <a:xfrm>
              <a:off x="3682613" y="3719546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B0E6CE">
                <a:alpha val="100000"/>
              </a:srgbClr>
            </a:solidFill>
            <a:ln w="5420" cap="flat">
              <a:solidFill>
                <a:srgbClr val="B0E6C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3" name="pg423"/>
            <p:cNvSpPr/>
            <p:nvPr/>
          </p:nvSpPr>
          <p:spPr>
            <a:xfrm>
              <a:off x="3764050" y="3719546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9FE1C6">
                <a:alpha val="100000"/>
              </a:srgbClr>
            </a:solidFill>
            <a:ln w="5420" cap="flat">
              <a:solidFill>
                <a:srgbClr val="9FE1C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4" name="pg424"/>
            <p:cNvSpPr/>
            <p:nvPr/>
          </p:nvSpPr>
          <p:spPr>
            <a:xfrm>
              <a:off x="3845487" y="3719546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92DCC0">
                <a:alpha val="100000"/>
              </a:srgbClr>
            </a:solidFill>
            <a:ln w="5420" cap="flat">
              <a:solidFill>
                <a:srgbClr val="92DCC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5" name="pg425"/>
            <p:cNvSpPr/>
            <p:nvPr/>
          </p:nvSpPr>
          <p:spPr>
            <a:xfrm>
              <a:off x="3926924" y="3719546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89DABC">
                <a:alpha val="100000"/>
              </a:srgbClr>
            </a:solidFill>
            <a:ln w="5420" cap="flat">
              <a:solidFill>
                <a:srgbClr val="89DAB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6" name="pg426"/>
            <p:cNvSpPr/>
            <p:nvPr/>
          </p:nvSpPr>
          <p:spPr>
            <a:xfrm>
              <a:off x="4008361" y="3719546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83D8BA">
                <a:alpha val="100000"/>
              </a:srgbClr>
            </a:solidFill>
            <a:ln w="5420" cap="flat">
              <a:solidFill>
                <a:srgbClr val="83D8B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7" name="pg427"/>
            <p:cNvSpPr/>
            <p:nvPr/>
          </p:nvSpPr>
          <p:spPr>
            <a:xfrm>
              <a:off x="4089798" y="3719546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7FD7B8">
                <a:alpha val="100000"/>
              </a:srgbClr>
            </a:solidFill>
            <a:ln w="5420" cap="flat">
              <a:solidFill>
                <a:srgbClr val="7FD7B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8" name="pg428"/>
            <p:cNvSpPr/>
            <p:nvPr/>
          </p:nvSpPr>
          <p:spPr>
            <a:xfrm>
              <a:off x="4171236" y="3719546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7DD6B7">
                <a:alpha val="100000"/>
              </a:srgbClr>
            </a:solidFill>
            <a:ln w="5420" cap="flat">
              <a:solidFill>
                <a:srgbClr val="7DD6B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9" name="pg429"/>
            <p:cNvSpPr/>
            <p:nvPr/>
          </p:nvSpPr>
          <p:spPr>
            <a:xfrm>
              <a:off x="4252673" y="3719546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7BD5B6">
                <a:alpha val="100000"/>
              </a:srgbClr>
            </a:solidFill>
            <a:ln w="5420" cap="flat">
              <a:solidFill>
                <a:srgbClr val="7BD5B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0" name="pg430"/>
            <p:cNvSpPr/>
            <p:nvPr/>
          </p:nvSpPr>
          <p:spPr>
            <a:xfrm>
              <a:off x="4334110" y="3719546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77D4B4">
                <a:alpha val="100000"/>
              </a:srgbClr>
            </a:solidFill>
            <a:ln w="5420" cap="flat">
              <a:solidFill>
                <a:srgbClr val="77D4B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1" name="pg431"/>
            <p:cNvSpPr/>
            <p:nvPr/>
          </p:nvSpPr>
          <p:spPr>
            <a:xfrm>
              <a:off x="4415547" y="3719546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74D4B4">
                <a:alpha val="100000"/>
              </a:srgbClr>
            </a:solidFill>
            <a:ln w="5420" cap="flat">
              <a:solidFill>
                <a:srgbClr val="74D4B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2" name="pg432"/>
            <p:cNvSpPr/>
            <p:nvPr/>
          </p:nvSpPr>
          <p:spPr>
            <a:xfrm>
              <a:off x="3112553" y="3822862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91DCC0">
                <a:alpha val="100000"/>
              </a:srgbClr>
            </a:solidFill>
            <a:ln w="5420" cap="flat">
              <a:solidFill>
                <a:srgbClr val="91DCC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3" name="pg433"/>
            <p:cNvSpPr/>
            <p:nvPr/>
          </p:nvSpPr>
          <p:spPr>
            <a:xfrm>
              <a:off x="3193990" y="3822862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99DEC3">
                <a:alpha val="100000"/>
              </a:srgbClr>
            </a:solidFill>
            <a:ln w="5420" cap="flat">
              <a:solidFill>
                <a:srgbClr val="99DEC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4" name="pg434"/>
            <p:cNvSpPr/>
            <p:nvPr/>
          </p:nvSpPr>
          <p:spPr>
            <a:xfrm>
              <a:off x="3275427" y="3822862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A2E2C8">
                <a:alpha val="100000"/>
              </a:srgbClr>
            </a:solidFill>
            <a:ln w="5420" cap="flat">
              <a:solidFill>
                <a:srgbClr val="A2E2C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5" name="pg435"/>
            <p:cNvSpPr/>
            <p:nvPr/>
          </p:nvSpPr>
          <p:spPr>
            <a:xfrm>
              <a:off x="3356864" y="3822862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AEE5CD">
                <a:alpha val="100000"/>
              </a:srgbClr>
            </a:solidFill>
            <a:ln w="5420" cap="flat">
              <a:solidFill>
                <a:srgbClr val="AEE5C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6" name="pg436"/>
            <p:cNvSpPr/>
            <p:nvPr/>
          </p:nvSpPr>
          <p:spPr>
            <a:xfrm>
              <a:off x="3438301" y="3822862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B8E8D2">
                <a:alpha val="100000"/>
              </a:srgbClr>
            </a:solidFill>
            <a:ln w="5420" cap="flat">
              <a:solidFill>
                <a:srgbClr val="B8E8D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7" name="pg437"/>
            <p:cNvSpPr/>
            <p:nvPr/>
          </p:nvSpPr>
          <p:spPr>
            <a:xfrm>
              <a:off x="3519738" y="3822862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B8E9D2">
                <a:alpha val="100000"/>
              </a:srgbClr>
            </a:solidFill>
            <a:ln w="5420" cap="flat">
              <a:solidFill>
                <a:srgbClr val="B8E9D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8" name="pg438"/>
            <p:cNvSpPr/>
            <p:nvPr/>
          </p:nvSpPr>
          <p:spPr>
            <a:xfrm>
              <a:off x="3601176" y="3822862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ADE5CD">
                <a:alpha val="100000"/>
              </a:srgbClr>
            </a:solidFill>
            <a:ln w="5420" cap="flat">
              <a:solidFill>
                <a:srgbClr val="ADE5C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9" name="pg439"/>
            <p:cNvSpPr/>
            <p:nvPr/>
          </p:nvSpPr>
          <p:spPr>
            <a:xfrm>
              <a:off x="3682613" y="3822862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A0E1C7">
                <a:alpha val="100000"/>
              </a:srgbClr>
            </a:solidFill>
            <a:ln w="5420" cap="flat">
              <a:solidFill>
                <a:srgbClr val="A0E1C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0" name="pg440"/>
            <p:cNvSpPr/>
            <p:nvPr/>
          </p:nvSpPr>
          <p:spPr>
            <a:xfrm>
              <a:off x="3764050" y="3822862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93DDC1">
                <a:alpha val="100000"/>
              </a:srgbClr>
            </a:solidFill>
            <a:ln w="5420" cap="flat">
              <a:solidFill>
                <a:srgbClr val="93DDC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1" name="pg441"/>
            <p:cNvSpPr/>
            <p:nvPr/>
          </p:nvSpPr>
          <p:spPr>
            <a:xfrm>
              <a:off x="3845487" y="3822862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89DABC">
                <a:alpha val="100000"/>
              </a:srgbClr>
            </a:solidFill>
            <a:ln w="5420" cap="flat">
              <a:solidFill>
                <a:srgbClr val="89DAB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2" name="pg442"/>
            <p:cNvSpPr/>
            <p:nvPr/>
          </p:nvSpPr>
          <p:spPr>
            <a:xfrm>
              <a:off x="3926924" y="3822862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82D8B9">
                <a:alpha val="100000"/>
              </a:srgbClr>
            </a:solidFill>
            <a:ln w="5420" cap="flat">
              <a:solidFill>
                <a:srgbClr val="82D8B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3" name="pg443"/>
            <p:cNvSpPr/>
            <p:nvPr/>
          </p:nvSpPr>
          <p:spPr>
            <a:xfrm>
              <a:off x="4008361" y="3822862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7FD7B8">
                <a:alpha val="100000"/>
              </a:srgbClr>
            </a:solidFill>
            <a:ln w="5420" cap="flat">
              <a:solidFill>
                <a:srgbClr val="7FD7B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4" name="pg444"/>
            <p:cNvSpPr/>
            <p:nvPr/>
          </p:nvSpPr>
          <p:spPr>
            <a:xfrm>
              <a:off x="4089798" y="3822862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7DD6B7">
                <a:alpha val="100000"/>
              </a:srgbClr>
            </a:solidFill>
            <a:ln w="5420" cap="flat">
              <a:solidFill>
                <a:srgbClr val="7DD6B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5" name="pg445"/>
            <p:cNvSpPr/>
            <p:nvPr/>
          </p:nvSpPr>
          <p:spPr>
            <a:xfrm>
              <a:off x="4171236" y="3822862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7CD6B7">
                <a:alpha val="100000"/>
              </a:srgbClr>
            </a:solidFill>
            <a:ln w="5420" cap="flat">
              <a:solidFill>
                <a:srgbClr val="7CD6B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6" name="pg446"/>
            <p:cNvSpPr/>
            <p:nvPr/>
          </p:nvSpPr>
          <p:spPr>
            <a:xfrm>
              <a:off x="4252673" y="3822862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7BD5B6">
                <a:alpha val="100000"/>
              </a:srgbClr>
            </a:solidFill>
            <a:ln w="5420" cap="flat">
              <a:solidFill>
                <a:srgbClr val="7BD5B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7" name="pg447"/>
            <p:cNvSpPr/>
            <p:nvPr/>
          </p:nvSpPr>
          <p:spPr>
            <a:xfrm>
              <a:off x="4334110" y="3822862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76D4B4">
                <a:alpha val="100000"/>
              </a:srgbClr>
            </a:solidFill>
            <a:ln w="5420" cap="flat">
              <a:solidFill>
                <a:srgbClr val="76D4B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8" name="pg448"/>
            <p:cNvSpPr/>
            <p:nvPr/>
          </p:nvSpPr>
          <p:spPr>
            <a:xfrm>
              <a:off x="3193990" y="3926178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87D9BB">
                <a:alpha val="100000"/>
              </a:srgbClr>
            </a:solidFill>
            <a:ln w="5420" cap="flat">
              <a:solidFill>
                <a:srgbClr val="87D9B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9" name="pg449"/>
            <p:cNvSpPr/>
            <p:nvPr/>
          </p:nvSpPr>
          <p:spPr>
            <a:xfrm>
              <a:off x="3275427" y="3926178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8DDBBE">
                <a:alpha val="100000"/>
              </a:srgbClr>
            </a:solidFill>
            <a:ln w="5420" cap="flat">
              <a:solidFill>
                <a:srgbClr val="8DDBB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0" name="pg450"/>
            <p:cNvSpPr/>
            <p:nvPr/>
          </p:nvSpPr>
          <p:spPr>
            <a:xfrm>
              <a:off x="3356864" y="3926178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93DDC1">
                <a:alpha val="100000"/>
              </a:srgbClr>
            </a:solidFill>
            <a:ln w="5420" cap="flat">
              <a:solidFill>
                <a:srgbClr val="93DDC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1" name="pg451"/>
            <p:cNvSpPr/>
            <p:nvPr/>
          </p:nvSpPr>
          <p:spPr>
            <a:xfrm>
              <a:off x="3438301" y="3926178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99DFC3">
                <a:alpha val="100000"/>
              </a:srgbClr>
            </a:solidFill>
            <a:ln w="5420" cap="flat">
              <a:solidFill>
                <a:srgbClr val="99DFC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2" name="pg452"/>
            <p:cNvSpPr/>
            <p:nvPr/>
          </p:nvSpPr>
          <p:spPr>
            <a:xfrm>
              <a:off x="3519738" y="3926178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9ADFC4">
                <a:alpha val="100000"/>
              </a:srgbClr>
            </a:solidFill>
            <a:ln w="5420" cap="flat">
              <a:solidFill>
                <a:srgbClr val="9ADFC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3" name="pg453"/>
            <p:cNvSpPr/>
            <p:nvPr/>
          </p:nvSpPr>
          <p:spPr>
            <a:xfrm>
              <a:off x="3601176" y="3926178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94DDC1">
                <a:alpha val="100000"/>
              </a:srgbClr>
            </a:solidFill>
            <a:ln w="5420" cap="flat">
              <a:solidFill>
                <a:srgbClr val="94DDC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4" name="pg454"/>
            <p:cNvSpPr/>
            <p:nvPr/>
          </p:nvSpPr>
          <p:spPr>
            <a:xfrm>
              <a:off x="3682613" y="3926178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8DDBBE">
                <a:alpha val="100000"/>
              </a:srgbClr>
            </a:solidFill>
            <a:ln w="5420" cap="flat">
              <a:solidFill>
                <a:srgbClr val="8DDBB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5" name="pg455"/>
            <p:cNvSpPr/>
            <p:nvPr/>
          </p:nvSpPr>
          <p:spPr>
            <a:xfrm>
              <a:off x="3764050" y="3926178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86D9BB">
                <a:alpha val="100000"/>
              </a:srgbClr>
            </a:solidFill>
            <a:ln w="5420" cap="flat">
              <a:solidFill>
                <a:srgbClr val="86D9B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6" name="pg456"/>
            <p:cNvSpPr/>
            <p:nvPr/>
          </p:nvSpPr>
          <p:spPr>
            <a:xfrm>
              <a:off x="3845487" y="3926178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81D7B9">
                <a:alpha val="100000"/>
              </a:srgbClr>
            </a:solidFill>
            <a:ln w="5420" cap="flat">
              <a:solidFill>
                <a:srgbClr val="81D7B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7" name="pg457"/>
            <p:cNvSpPr/>
            <p:nvPr/>
          </p:nvSpPr>
          <p:spPr>
            <a:xfrm>
              <a:off x="3926924" y="3926178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7ED6B7">
                <a:alpha val="100000"/>
              </a:srgbClr>
            </a:solidFill>
            <a:ln w="5420" cap="flat">
              <a:solidFill>
                <a:srgbClr val="7ED6B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8" name="pg458"/>
            <p:cNvSpPr/>
            <p:nvPr/>
          </p:nvSpPr>
          <p:spPr>
            <a:xfrm>
              <a:off x="4008361" y="3926178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7DD6B7">
                <a:alpha val="100000"/>
              </a:srgbClr>
            </a:solidFill>
            <a:ln w="5420" cap="flat">
              <a:solidFill>
                <a:srgbClr val="7DD6B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9" name="pg459"/>
            <p:cNvSpPr/>
            <p:nvPr/>
          </p:nvSpPr>
          <p:spPr>
            <a:xfrm>
              <a:off x="4089798" y="3926178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7DD6B7">
                <a:alpha val="100000"/>
              </a:srgbClr>
            </a:solidFill>
            <a:ln w="5420" cap="flat">
              <a:solidFill>
                <a:srgbClr val="7DD6B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0" name="pg460"/>
            <p:cNvSpPr/>
            <p:nvPr/>
          </p:nvSpPr>
          <p:spPr>
            <a:xfrm>
              <a:off x="4171236" y="3926178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7CD6B7">
                <a:alpha val="100000"/>
              </a:srgbClr>
            </a:solidFill>
            <a:ln w="5420" cap="flat">
              <a:solidFill>
                <a:srgbClr val="7CD6B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1" name="pg461"/>
            <p:cNvSpPr/>
            <p:nvPr/>
          </p:nvSpPr>
          <p:spPr>
            <a:xfrm>
              <a:off x="4252673" y="3926178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7BD5B6">
                <a:alpha val="100000"/>
              </a:srgbClr>
            </a:solidFill>
            <a:ln w="5420" cap="flat">
              <a:solidFill>
                <a:srgbClr val="7BD5B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2" name="pg462"/>
            <p:cNvSpPr/>
            <p:nvPr/>
          </p:nvSpPr>
          <p:spPr>
            <a:xfrm>
              <a:off x="4334110" y="3926178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77D4B5">
                <a:alpha val="100000"/>
              </a:srgbClr>
            </a:solidFill>
            <a:ln w="5420" cap="flat">
              <a:solidFill>
                <a:srgbClr val="77D4B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3" name="pg463"/>
            <p:cNvSpPr/>
            <p:nvPr/>
          </p:nvSpPr>
          <p:spPr>
            <a:xfrm>
              <a:off x="2868241" y="4029494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67D0AF">
                <a:alpha val="100000"/>
              </a:srgbClr>
            </a:solidFill>
            <a:ln w="5420" cap="flat">
              <a:solidFill>
                <a:srgbClr val="67D0A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4" name="pg464"/>
            <p:cNvSpPr/>
            <p:nvPr/>
          </p:nvSpPr>
          <p:spPr>
            <a:xfrm>
              <a:off x="2949678" y="4029494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68D0AF">
                <a:alpha val="100000"/>
              </a:srgbClr>
            </a:solidFill>
            <a:ln w="5420" cap="flat">
              <a:solidFill>
                <a:srgbClr val="68D0A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5" name="pg465"/>
            <p:cNvSpPr/>
            <p:nvPr/>
          </p:nvSpPr>
          <p:spPr>
            <a:xfrm>
              <a:off x="3031116" y="4029494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68D0AF">
                <a:alpha val="100000"/>
              </a:srgbClr>
            </a:solidFill>
            <a:ln w="5420" cap="flat">
              <a:solidFill>
                <a:srgbClr val="68D0A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6" name="pg466"/>
            <p:cNvSpPr/>
            <p:nvPr/>
          </p:nvSpPr>
          <p:spPr>
            <a:xfrm>
              <a:off x="3112553" y="4029494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6FD2B1">
                <a:alpha val="100000"/>
              </a:srgbClr>
            </a:solidFill>
            <a:ln w="5420" cap="flat">
              <a:solidFill>
                <a:srgbClr val="6FD2B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7" name="pg467"/>
            <p:cNvSpPr/>
            <p:nvPr/>
          </p:nvSpPr>
          <p:spPr>
            <a:xfrm>
              <a:off x="3193990" y="4029494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72D3B3">
                <a:alpha val="100000"/>
              </a:srgbClr>
            </a:solidFill>
            <a:ln w="5420" cap="flat">
              <a:solidFill>
                <a:srgbClr val="72D3B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8" name="pg468"/>
            <p:cNvSpPr/>
            <p:nvPr/>
          </p:nvSpPr>
          <p:spPr>
            <a:xfrm>
              <a:off x="3275427" y="4029494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74D3B3">
                <a:alpha val="100000"/>
              </a:srgbClr>
            </a:solidFill>
            <a:ln w="5420" cap="flat">
              <a:solidFill>
                <a:srgbClr val="74D3B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9" name="pg469"/>
            <p:cNvSpPr/>
            <p:nvPr/>
          </p:nvSpPr>
          <p:spPr>
            <a:xfrm>
              <a:off x="3356864" y="4029494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77D4B4">
                <a:alpha val="100000"/>
              </a:srgbClr>
            </a:solidFill>
            <a:ln w="5420" cap="flat">
              <a:solidFill>
                <a:srgbClr val="77D4B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0" name="pg470"/>
            <p:cNvSpPr/>
            <p:nvPr/>
          </p:nvSpPr>
          <p:spPr>
            <a:xfrm>
              <a:off x="3438301" y="4029494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79D5B5">
                <a:alpha val="100000"/>
              </a:srgbClr>
            </a:solidFill>
            <a:ln w="5420" cap="flat">
              <a:solidFill>
                <a:srgbClr val="79D5B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1" name="pg471"/>
            <p:cNvSpPr/>
            <p:nvPr/>
          </p:nvSpPr>
          <p:spPr>
            <a:xfrm>
              <a:off x="3519738" y="4029494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7BD6B6">
                <a:alpha val="100000"/>
              </a:srgbClr>
            </a:solidFill>
            <a:ln w="5420" cap="flat">
              <a:solidFill>
                <a:srgbClr val="7BD6B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2" name="pg472"/>
            <p:cNvSpPr/>
            <p:nvPr/>
          </p:nvSpPr>
          <p:spPr>
            <a:xfrm>
              <a:off x="3601176" y="4029494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7BD5B6">
                <a:alpha val="100000"/>
              </a:srgbClr>
            </a:solidFill>
            <a:ln w="5420" cap="flat">
              <a:solidFill>
                <a:srgbClr val="7BD5B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3" name="pg473"/>
            <p:cNvSpPr/>
            <p:nvPr/>
          </p:nvSpPr>
          <p:spPr>
            <a:xfrm>
              <a:off x="3682613" y="4029494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7AD5B6">
                <a:alpha val="100000"/>
              </a:srgbClr>
            </a:solidFill>
            <a:ln w="5420" cap="flat">
              <a:solidFill>
                <a:srgbClr val="7AD5B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4" name="pg474"/>
            <p:cNvSpPr/>
            <p:nvPr/>
          </p:nvSpPr>
          <p:spPr>
            <a:xfrm>
              <a:off x="3764050" y="4029494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79D5B6">
                <a:alpha val="100000"/>
              </a:srgbClr>
            </a:solidFill>
            <a:ln w="5420" cap="flat">
              <a:solidFill>
                <a:srgbClr val="79D5B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5" name="pg475"/>
            <p:cNvSpPr/>
            <p:nvPr/>
          </p:nvSpPr>
          <p:spPr>
            <a:xfrm>
              <a:off x="3845487" y="4029494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79D5B6">
                <a:alpha val="100000"/>
              </a:srgbClr>
            </a:solidFill>
            <a:ln w="5420" cap="flat">
              <a:solidFill>
                <a:srgbClr val="79D5B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6" name="pg476"/>
            <p:cNvSpPr/>
            <p:nvPr/>
          </p:nvSpPr>
          <p:spPr>
            <a:xfrm>
              <a:off x="3926924" y="4029494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7BD5B6">
                <a:alpha val="100000"/>
              </a:srgbClr>
            </a:solidFill>
            <a:ln w="5420" cap="flat">
              <a:solidFill>
                <a:srgbClr val="7BD5B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7" name="pg477"/>
            <p:cNvSpPr/>
            <p:nvPr/>
          </p:nvSpPr>
          <p:spPr>
            <a:xfrm>
              <a:off x="4008361" y="4029494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7CD6B7">
                <a:alpha val="100000"/>
              </a:srgbClr>
            </a:solidFill>
            <a:ln w="5420" cap="flat">
              <a:solidFill>
                <a:srgbClr val="7CD6B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8" name="pg478"/>
            <p:cNvSpPr/>
            <p:nvPr/>
          </p:nvSpPr>
          <p:spPr>
            <a:xfrm>
              <a:off x="4089798" y="4029494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7DD6B7">
                <a:alpha val="100000"/>
              </a:srgbClr>
            </a:solidFill>
            <a:ln w="5420" cap="flat">
              <a:solidFill>
                <a:srgbClr val="7DD6B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9" name="pg479"/>
            <p:cNvSpPr/>
            <p:nvPr/>
          </p:nvSpPr>
          <p:spPr>
            <a:xfrm>
              <a:off x="4171236" y="4029494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7CD6B7">
                <a:alpha val="100000"/>
              </a:srgbClr>
            </a:solidFill>
            <a:ln w="5420" cap="flat">
              <a:solidFill>
                <a:srgbClr val="7CD6B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0" name="pg480"/>
            <p:cNvSpPr/>
            <p:nvPr/>
          </p:nvSpPr>
          <p:spPr>
            <a:xfrm>
              <a:off x="4252673" y="4029494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7AD5B6">
                <a:alpha val="100000"/>
              </a:srgbClr>
            </a:solidFill>
            <a:ln w="5420" cap="flat">
              <a:solidFill>
                <a:srgbClr val="7AD5B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1" name="pg481"/>
            <p:cNvSpPr/>
            <p:nvPr/>
          </p:nvSpPr>
          <p:spPr>
            <a:xfrm>
              <a:off x="2786804" y="4132810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60CEAC">
                <a:alpha val="100000"/>
              </a:srgbClr>
            </a:solidFill>
            <a:ln w="5420" cap="flat">
              <a:solidFill>
                <a:srgbClr val="60CE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2" name="pg482"/>
            <p:cNvSpPr/>
            <p:nvPr/>
          </p:nvSpPr>
          <p:spPr>
            <a:xfrm>
              <a:off x="2868241" y="4132810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60CEAC">
                <a:alpha val="100000"/>
              </a:srgbClr>
            </a:solidFill>
            <a:ln w="5420" cap="flat">
              <a:solidFill>
                <a:srgbClr val="60CE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3" name="pg483"/>
            <p:cNvSpPr/>
            <p:nvPr/>
          </p:nvSpPr>
          <p:spPr>
            <a:xfrm>
              <a:off x="2949678" y="4132810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60CDAC">
                <a:alpha val="100000"/>
              </a:srgbClr>
            </a:solidFill>
            <a:ln w="5420" cap="flat">
              <a:solidFill>
                <a:srgbClr val="60CD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4" name="pg484"/>
            <p:cNvSpPr/>
            <p:nvPr/>
          </p:nvSpPr>
          <p:spPr>
            <a:xfrm>
              <a:off x="3031116" y="4132810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5FCDAC">
                <a:alpha val="100000"/>
              </a:srgbClr>
            </a:solidFill>
            <a:ln w="5420" cap="flat">
              <a:solidFill>
                <a:srgbClr val="5FCD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5" name="pg485"/>
            <p:cNvSpPr/>
            <p:nvPr/>
          </p:nvSpPr>
          <p:spPr>
            <a:xfrm>
              <a:off x="3112553" y="4132810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5FCDAC">
                <a:alpha val="100000"/>
              </a:srgbClr>
            </a:solidFill>
            <a:ln w="5420" cap="flat">
              <a:solidFill>
                <a:srgbClr val="5FCD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6" name="pg486"/>
            <p:cNvSpPr/>
            <p:nvPr/>
          </p:nvSpPr>
          <p:spPr>
            <a:xfrm>
              <a:off x="3193990" y="4132810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5FCCAC">
                <a:alpha val="100000"/>
              </a:srgbClr>
            </a:solidFill>
            <a:ln w="5420" cap="flat">
              <a:solidFill>
                <a:srgbClr val="5FCC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7" name="pg487"/>
            <p:cNvSpPr/>
            <p:nvPr/>
          </p:nvSpPr>
          <p:spPr>
            <a:xfrm>
              <a:off x="3275427" y="4132810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5FCCAC">
                <a:alpha val="100000"/>
              </a:srgbClr>
            </a:solidFill>
            <a:ln w="5420" cap="flat">
              <a:solidFill>
                <a:srgbClr val="5FCC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8" name="pg488"/>
            <p:cNvSpPr/>
            <p:nvPr/>
          </p:nvSpPr>
          <p:spPr>
            <a:xfrm>
              <a:off x="3356864" y="4132810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5FCDAC">
                <a:alpha val="100000"/>
              </a:srgbClr>
            </a:solidFill>
            <a:ln w="5420" cap="flat">
              <a:solidFill>
                <a:srgbClr val="5FCD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9" name="pg489"/>
            <p:cNvSpPr/>
            <p:nvPr/>
          </p:nvSpPr>
          <p:spPr>
            <a:xfrm>
              <a:off x="3438301" y="4132810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60CDAC">
                <a:alpha val="100000"/>
              </a:srgbClr>
            </a:solidFill>
            <a:ln w="5420" cap="flat">
              <a:solidFill>
                <a:srgbClr val="60CD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0" name="pg490"/>
            <p:cNvSpPr/>
            <p:nvPr/>
          </p:nvSpPr>
          <p:spPr>
            <a:xfrm>
              <a:off x="3519738" y="4132810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62CFAD">
                <a:alpha val="100000"/>
              </a:srgbClr>
            </a:solidFill>
            <a:ln w="5420" cap="flat">
              <a:solidFill>
                <a:srgbClr val="62CFA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1" name="pg491"/>
            <p:cNvSpPr/>
            <p:nvPr/>
          </p:nvSpPr>
          <p:spPr>
            <a:xfrm>
              <a:off x="3601176" y="4132810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65CFAE">
                <a:alpha val="100000"/>
              </a:srgbClr>
            </a:solidFill>
            <a:ln w="5420" cap="flat">
              <a:solidFill>
                <a:srgbClr val="65CFA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2" name="pg492"/>
            <p:cNvSpPr/>
            <p:nvPr/>
          </p:nvSpPr>
          <p:spPr>
            <a:xfrm>
              <a:off x="3682613" y="4132810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69D0AF">
                <a:alpha val="100000"/>
              </a:srgbClr>
            </a:solidFill>
            <a:ln w="5420" cap="flat">
              <a:solidFill>
                <a:srgbClr val="69D0A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3" name="pg493"/>
            <p:cNvSpPr/>
            <p:nvPr/>
          </p:nvSpPr>
          <p:spPr>
            <a:xfrm>
              <a:off x="3764050" y="4132810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6DD1B1">
                <a:alpha val="100000"/>
              </a:srgbClr>
            </a:solidFill>
            <a:ln w="5420" cap="flat">
              <a:solidFill>
                <a:srgbClr val="6DD1B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4" name="pg494"/>
            <p:cNvSpPr/>
            <p:nvPr/>
          </p:nvSpPr>
          <p:spPr>
            <a:xfrm>
              <a:off x="3845487" y="4132810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71D3B2">
                <a:alpha val="100000"/>
              </a:srgbClr>
            </a:solidFill>
            <a:ln w="5420" cap="flat">
              <a:solidFill>
                <a:srgbClr val="71D3B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5" name="pg495"/>
            <p:cNvSpPr/>
            <p:nvPr/>
          </p:nvSpPr>
          <p:spPr>
            <a:xfrm>
              <a:off x="3926924" y="4132810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76D4B4">
                <a:alpha val="100000"/>
              </a:srgbClr>
            </a:solidFill>
            <a:ln w="5420" cap="flat">
              <a:solidFill>
                <a:srgbClr val="76D4B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6" name="pg496"/>
            <p:cNvSpPr/>
            <p:nvPr/>
          </p:nvSpPr>
          <p:spPr>
            <a:xfrm>
              <a:off x="4008361" y="4132810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79D5B6">
                <a:alpha val="100000"/>
              </a:srgbClr>
            </a:solidFill>
            <a:ln w="5420" cap="flat">
              <a:solidFill>
                <a:srgbClr val="79D5B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7" name="pg497"/>
            <p:cNvSpPr/>
            <p:nvPr/>
          </p:nvSpPr>
          <p:spPr>
            <a:xfrm>
              <a:off x="4089798" y="4132810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7BD5B6">
                <a:alpha val="100000"/>
              </a:srgbClr>
            </a:solidFill>
            <a:ln w="5420" cap="flat">
              <a:solidFill>
                <a:srgbClr val="7BD5B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8" name="pg498"/>
            <p:cNvSpPr/>
            <p:nvPr/>
          </p:nvSpPr>
          <p:spPr>
            <a:xfrm>
              <a:off x="4171236" y="4132810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7AD5B6">
                <a:alpha val="100000"/>
              </a:srgbClr>
            </a:solidFill>
            <a:ln w="5420" cap="flat">
              <a:solidFill>
                <a:srgbClr val="7AD5B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9" name="pg499"/>
            <p:cNvSpPr/>
            <p:nvPr/>
          </p:nvSpPr>
          <p:spPr>
            <a:xfrm>
              <a:off x="4252673" y="4132810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78D5B5">
                <a:alpha val="100000"/>
              </a:srgbClr>
            </a:solidFill>
            <a:ln w="5420" cap="flat">
              <a:solidFill>
                <a:srgbClr val="78D5B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0" name="pg500"/>
            <p:cNvSpPr/>
            <p:nvPr/>
          </p:nvSpPr>
          <p:spPr>
            <a:xfrm>
              <a:off x="2786804" y="4236126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5BC6AC">
                <a:alpha val="100000"/>
              </a:srgbClr>
            </a:solidFill>
            <a:ln w="5420" cap="flat">
              <a:solidFill>
                <a:srgbClr val="5BC6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1" name="pg501"/>
            <p:cNvSpPr/>
            <p:nvPr/>
          </p:nvSpPr>
          <p:spPr>
            <a:xfrm>
              <a:off x="2868241" y="4236126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5AC5AC">
                <a:alpha val="100000"/>
              </a:srgbClr>
            </a:solidFill>
            <a:ln w="5420" cap="flat">
              <a:solidFill>
                <a:srgbClr val="5AC5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2" name="pg502"/>
            <p:cNvSpPr/>
            <p:nvPr/>
          </p:nvSpPr>
          <p:spPr>
            <a:xfrm>
              <a:off x="2949678" y="4236126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59C4AC">
                <a:alpha val="100000"/>
              </a:srgbClr>
            </a:solidFill>
            <a:ln w="5420" cap="flat">
              <a:solidFill>
                <a:srgbClr val="59C4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3" name="pg503"/>
            <p:cNvSpPr/>
            <p:nvPr/>
          </p:nvSpPr>
          <p:spPr>
            <a:xfrm>
              <a:off x="3031116" y="4236126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58C2AC">
                <a:alpha val="100000"/>
              </a:srgbClr>
            </a:solidFill>
            <a:ln w="5420" cap="flat">
              <a:solidFill>
                <a:srgbClr val="58C2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4" name="pg504"/>
            <p:cNvSpPr/>
            <p:nvPr/>
          </p:nvSpPr>
          <p:spPr>
            <a:xfrm>
              <a:off x="3112553" y="4236126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57C0AC">
                <a:alpha val="100000"/>
              </a:srgbClr>
            </a:solidFill>
            <a:ln w="5420" cap="flat">
              <a:solidFill>
                <a:srgbClr val="57C0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5" name="pg505"/>
            <p:cNvSpPr/>
            <p:nvPr/>
          </p:nvSpPr>
          <p:spPr>
            <a:xfrm>
              <a:off x="3193990" y="4236126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56BFAB">
                <a:alpha val="100000"/>
              </a:srgbClr>
            </a:solidFill>
            <a:ln w="5420" cap="flat">
              <a:solidFill>
                <a:srgbClr val="56BF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6" name="pg506"/>
            <p:cNvSpPr/>
            <p:nvPr/>
          </p:nvSpPr>
          <p:spPr>
            <a:xfrm>
              <a:off x="3275427" y="4236126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57C0AB">
                <a:alpha val="100000"/>
              </a:srgbClr>
            </a:solidFill>
            <a:ln w="5420" cap="flat">
              <a:solidFill>
                <a:srgbClr val="57C0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7" name="pg507"/>
            <p:cNvSpPr/>
            <p:nvPr/>
          </p:nvSpPr>
          <p:spPr>
            <a:xfrm>
              <a:off x="3356864" y="4236126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59C3AC">
                <a:alpha val="100000"/>
              </a:srgbClr>
            </a:solidFill>
            <a:ln w="5420" cap="flat">
              <a:solidFill>
                <a:srgbClr val="59C3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8" name="pg508"/>
            <p:cNvSpPr/>
            <p:nvPr/>
          </p:nvSpPr>
          <p:spPr>
            <a:xfrm>
              <a:off x="3438301" y="4236126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5DC9AC">
                <a:alpha val="100000"/>
              </a:srgbClr>
            </a:solidFill>
            <a:ln w="5420" cap="flat">
              <a:solidFill>
                <a:srgbClr val="5DC9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9" name="pg509"/>
            <p:cNvSpPr/>
            <p:nvPr/>
          </p:nvSpPr>
          <p:spPr>
            <a:xfrm>
              <a:off x="3519738" y="4236126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5CC8AC">
                <a:alpha val="100000"/>
              </a:srgbClr>
            </a:solidFill>
            <a:ln w="5420" cap="flat">
              <a:solidFill>
                <a:srgbClr val="5CC8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0" name="pg510"/>
            <p:cNvSpPr/>
            <p:nvPr/>
          </p:nvSpPr>
          <p:spPr>
            <a:xfrm>
              <a:off x="3601176" y="4236126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5BC6AC">
                <a:alpha val="100000"/>
              </a:srgbClr>
            </a:solidFill>
            <a:ln w="5420" cap="flat">
              <a:solidFill>
                <a:srgbClr val="5BC6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1" name="pg511"/>
            <p:cNvSpPr/>
            <p:nvPr/>
          </p:nvSpPr>
          <p:spPr>
            <a:xfrm>
              <a:off x="3682613" y="4236126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5BC6AC">
                <a:alpha val="100000"/>
              </a:srgbClr>
            </a:solidFill>
            <a:ln w="5420" cap="flat">
              <a:solidFill>
                <a:srgbClr val="5BC6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2" name="pg512"/>
            <p:cNvSpPr/>
            <p:nvPr/>
          </p:nvSpPr>
          <p:spPr>
            <a:xfrm>
              <a:off x="3764050" y="4236126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5DC9AC">
                <a:alpha val="100000"/>
              </a:srgbClr>
            </a:solidFill>
            <a:ln w="5420" cap="flat">
              <a:solidFill>
                <a:srgbClr val="5DC9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3" name="pg513"/>
            <p:cNvSpPr/>
            <p:nvPr/>
          </p:nvSpPr>
          <p:spPr>
            <a:xfrm>
              <a:off x="3845487" y="4236126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5FCCAC">
                <a:alpha val="100000"/>
              </a:srgbClr>
            </a:solidFill>
            <a:ln w="5420" cap="flat">
              <a:solidFill>
                <a:srgbClr val="5FCC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4" name="pg514"/>
            <p:cNvSpPr/>
            <p:nvPr/>
          </p:nvSpPr>
          <p:spPr>
            <a:xfrm>
              <a:off x="3926924" y="4236126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61CEAC">
                <a:alpha val="100000"/>
              </a:srgbClr>
            </a:solidFill>
            <a:ln w="5420" cap="flat">
              <a:solidFill>
                <a:srgbClr val="61CE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5" name="pg515"/>
            <p:cNvSpPr/>
            <p:nvPr/>
          </p:nvSpPr>
          <p:spPr>
            <a:xfrm>
              <a:off x="4008361" y="4236126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67D0AF">
                <a:alpha val="100000"/>
              </a:srgbClr>
            </a:solidFill>
            <a:ln w="5420" cap="flat">
              <a:solidFill>
                <a:srgbClr val="67D0A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6" name="pg516"/>
            <p:cNvSpPr/>
            <p:nvPr/>
          </p:nvSpPr>
          <p:spPr>
            <a:xfrm>
              <a:off x="4089798" y="4236126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6BD1B0">
                <a:alpha val="100000"/>
              </a:srgbClr>
            </a:solidFill>
            <a:ln w="5420" cap="flat">
              <a:solidFill>
                <a:srgbClr val="6BD1B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7" name="pg517"/>
            <p:cNvSpPr/>
            <p:nvPr/>
          </p:nvSpPr>
          <p:spPr>
            <a:xfrm>
              <a:off x="4171236" y="4236126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6ED2B1">
                <a:alpha val="100000"/>
              </a:srgbClr>
            </a:solidFill>
            <a:ln w="5420" cap="flat">
              <a:solidFill>
                <a:srgbClr val="6ED2B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8" name="pg518"/>
            <p:cNvSpPr/>
            <p:nvPr/>
          </p:nvSpPr>
          <p:spPr>
            <a:xfrm>
              <a:off x="2786804" y="4339442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59C3AC">
                <a:alpha val="100000"/>
              </a:srgbClr>
            </a:solidFill>
            <a:ln w="5420" cap="flat">
              <a:solidFill>
                <a:srgbClr val="59C3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9" name="pg519"/>
            <p:cNvSpPr/>
            <p:nvPr/>
          </p:nvSpPr>
          <p:spPr>
            <a:xfrm>
              <a:off x="2868241" y="4339442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58C2AC">
                <a:alpha val="100000"/>
              </a:srgbClr>
            </a:solidFill>
            <a:ln w="5420" cap="flat">
              <a:solidFill>
                <a:srgbClr val="58C2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0" name="pg520"/>
            <p:cNvSpPr/>
            <p:nvPr/>
          </p:nvSpPr>
          <p:spPr>
            <a:xfrm>
              <a:off x="2949678" y="4339442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57C0AB">
                <a:alpha val="100000"/>
              </a:srgbClr>
            </a:solidFill>
            <a:ln w="5420" cap="flat">
              <a:solidFill>
                <a:srgbClr val="57C0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1" name="pg521"/>
            <p:cNvSpPr/>
            <p:nvPr/>
          </p:nvSpPr>
          <p:spPr>
            <a:xfrm>
              <a:off x="3031116" y="4339442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55BDAB">
                <a:alpha val="100000"/>
              </a:srgbClr>
            </a:solidFill>
            <a:ln w="5420" cap="flat">
              <a:solidFill>
                <a:srgbClr val="55BD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2" name="pg522"/>
            <p:cNvSpPr/>
            <p:nvPr/>
          </p:nvSpPr>
          <p:spPr>
            <a:xfrm>
              <a:off x="3112553" y="4339442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53BBAB">
                <a:alpha val="100000"/>
              </a:srgbClr>
            </a:solidFill>
            <a:ln w="5420" cap="flat">
              <a:solidFill>
                <a:srgbClr val="53BB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3" name="pg523"/>
            <p:cNvSpPr/>
            <p:nvPr/>
          </p:nvSpPr>
          <p:spPr>
            <a:xfrm>
              <a:off x="3193990" y="4339442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51B8AB">
                <a:alpha val="100000"/>
              </a:srgbClr>
            </a:solidFill>
            <a:ln w="5420" cap="flat">
              <a:solidFill>
                <a:srgbClr val="51B8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4" name="pg524"/>
            <p:cNvSpPr/>
            <p:nvPr/>
          </p:nvSpPr>
          <p:spPr>
            <a:xfrm>
              <a:off x="3275427" y="4339442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50B7AB">
                <a:alpha val="100000"/>
              </a:srgbClr>
            </a:solidFill>
            <a:ln w="5420" cap="flat">
              <a:solidFill>
                <a:srgbClr val="50B7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5" name="pg525"/>
            <p:cNvSpPr/>
            <p:nvPr/>
          </p:nvSpPr>
          <p:spPr>
            <a:xfrm>
              <a:off x="3356864" y="4339442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51B8AB">
                <a:alpha val="100000"/>
              </a:srgbClr>
            </a:solidFill>
            <a:ln w="5420" cap="flat">
              <a:solidFill>
                <a:srgbClr val="51B8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6" name="pg526"/>
            <p:cNvSpPr/>
            <p:nvPr/>
          </p:nvSpPr>
          <p:spPr>
            <a:xfrm>
              <a:off x="3438301" y="4339442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57C0AB">
                <a:alpha val="100000"/>
              </a:srgbClr>
            </a:solidFill>
            <a:ln w="5420" cap="flat">
              <a:solidFill>
                <a:srgbClr val="57C0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7" name="pg527"/>
            <p:cNvSpPr/>
            <p:nvPr/>
          </p:nvSpPr>
          <p:spPr>
            <a:xfrm>
              <a:off x="3519738" y="4339442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58C2AC">
                <a:alpha val="100000"/>
              </a:srgbClr>
            </a:solidFill>
            <a:ln w="5420" cap="flat">
              <a:solidFill>
                <a:srgbClr val="58C2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8" name="pg528"/>
            <p:cNvSpPr/>
            <p:nvPr/>
          </p:nvSpPr>
          <p:spPr>
            <a:xfrm>
              <a:off x="3601176" y="4339442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57C0AC">
                <a:alpha val="100000"/>
              </a:srgbClr>
            </a:solidFill>
            <a:ln w="5420" cap="flat">
              <a:solidFill>
                <a:srgbClr val="57C0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9" name="pg529"/>
            <p:cNvSpPr/>
            <p:nvPr/>
          </p:nvSpPr>
          <p:spPr>
            <a:xfrm>
              <a:off x="3682613" y="4339442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58C2AC">
                <a:alpha val="100000"/>
              </a:srgbClr>
            </a:solidFill>
            <a:ln w="5420" cap="flat">
              <a:solidFill>
                <a:srgbClr val="58C2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0" name="pg530"/>
            <p:cNvSpPr/>
            <p:nvPr/>
          </p:nvSpPr>
          <p:spPr>
            <a:xfrm>
              <a:off x="3764050" y="4339442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5AC4AC">
                <a:alpha val="100000"/>
              </a:srgbClr>
            </a:solidFill>
            <a:ln w="5420" cap="flat">
              <a:solidFill>
                <a:srgbClr val="5AC4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1" name="pg531"/>
            <p:cNvSpPr/>
            <p:nvPr/>
          </p:nvSpPr>
          <p:spPr>
            <a:xfrm>
              <a:off x="3845487" y="4339442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5CC7AC">
                <a:alpha val="100000"/>
              </a:srgbClr>
            </a:solidFill>
            <a:ln w="5420" cap="flat">
              <a:solidFill>
                <a:srgbClr val="5CC7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2" name="pg532"/>
            <p:cNvSpPr/>
            <p:nvPr/>
          </p:nvSpPr>
          <p:spPr>
            <a:xfrm>
              <a:off x="3926924" y="4339442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5ECAAC">
                <a:alpha val="100000"/>
              </a:srgbClr>
            </a:solidFill>
            <a:ln w="5420" cap="flat">
              <a:solidFill>
                <a:srgbClr val="5ECA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3" name="pg533"/>
            <p:cNvSpPr/>
            <p:nvPr/>
          </p:nvSpPr>
          <p:spPr>
            <a:xfrm>
              <a:off x="4008361" y="4339442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5FCDAC">
                <a:alpha val="100000"/>
              </a:srgbClr>
            </a:solidFill>
            <a:ln w="5420" cap="flat">
              <a:solidFill>
                <a:srgbClr val="5FCD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4" name="pg534"/>
            <p:cNvSpPr/>
            <p:nvPr/>
          </p:nvSpPr>
          <p:spPr>
            <a:xfrm>
              <a:off x="4089798" y="4339442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61CEAC">
                <a:alpha val="100000"/>
              </a:srgbClr>
            </a:solidFill>
            <a:ln w="5420" cap="flat">
              <a:solidFill>
                <a:srgbClr val="61CE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5" name="pg535"/>
            <p:cNvSpPr/>
            <p:nvPr/>
          </p:nvSpPr>
          <p:spPr>
            <a:xfrm>
              <a:off x="2868241" y="4442758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56BFAB">
                <a:alpha val="100000"/>
              </a:srgbClr>
            </a:solidFill>
            <a:ln w="5420" cap="flat">
              <a:solidFill>
                <a:srgbClr val="56BF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6" name="pg536"/>
            <p:cNvSpPr/>
            <p:nvPr/>
          </p:nvSpPr>
          <p:spPr>
            <a:xfrm>
              <a:off x="2949678" y="4442758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55BDAB">
                <a:alpha val="100000"/>
              </a:srgbClr>
            </a:solidFill>
            <a:ln w="5420" cap="flat">
              <a:solidFill>
                <a:srgbClr val="55BD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7" name="pg537"/>
            <p:cNvSpPr/>
            <p:nvPr/>
          </p:nvSpPr>
          <p:spPr>
            <a:xfrm>
              <a:off x="3031116" y="4442758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53BAAB">
                <a:alpha val="100000"/>
              </a:srgbClr>
            </a:solidFill>
            <a:ln w="5420" cap="flat">
              <a:solidFill>
                <a:srgbClr val="53BA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8" name="pg538"/>
            <p:cNvSpPr/>
            <p:nvPr/>
          </p:nvSpPr>
          <p:spPr>
            <a:xfrm>
              <a:off x="3112553" y="4442758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50B6AB">
                <a:alpha val="100000"/>
              </a:srgbClr>
            </a:solidFill>
            <a:ln w="5420" cap="flat">
              <a:solidFill>
                <a:srgbClr val="50B6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9" name="pg539"/>
            <p:cNvSpPr/>
            <p:nvPr/>
          </p:nvSpPr>
          <p:spPr>
            <a:xfrm>
              <a:off x="3193990" y="4442758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4DB2AB">
                <a:alpha val="100000"/>
              </a:srgbClr>
            </a:solidFill>
            <a:ln w="5420" cap="flat">
              <a:solidFill>
                <a:srgbClr val="4DB2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0" name="pg540"/>
            <p:cNvSpPr/>
            <p:nvPr/>
          </p:nvSpPr>
          <p:spPr>
            <a:xfrm>
              <a:off x="3275427" y="4442758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48ACAB">
                <a:alpha val="100000"/>
              </a:srgbClr>
            </a:solidFill>
            <a:ln w="5420" cap="flat">
              <a:solidFill>
                <a:srgbClr val="48AC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1" name="pg541"/>
            <p:cNvSpPr/>
            <p:nvPr/>
          </p:nvSpPr>
          <p:spPr>
            <a:xfrm>
              <a:off x="3356864" y="4442758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42A5AA">
                <a:alpha val="100000"/>
              </a:srgbClr>
            </a:solidFill>
            <a:ln w="5420" cap="flat">
              <a:solidFill>
                <a:srgbClr val="42A5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2" name="pg542"/>
            <p:cNvSpPr/>
            <p:nvPr/>
          </p:nvSpPr>
          <p:spPr>
            <a:xfrm>
              <a:off x="3438301" y="4442758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D9FAA">
                <a:alpha val="100000"/>
              </a:srgbClr>
            </a:solidFill>
            <a:ln w="5420" cap="flat">
              <a:solidFill>
                <a:srgbClr val="3D9F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3" name="pg543"/>
            <p:cNvSpPr/>
            <p:nvPr/>
          </p:nvSpPr>
          <p:spPr>
            <a:xfrm>
              <a:off x="3519738" y="4442758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4DB3AB">
                <a:alpha val="100000"/>
              </a:srgbClr>
            </a:solidFill>
            <a:ln w="5420" cap="flat">
              <a:solidFill>
                <a:srgbClr val="4DB3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4" name="pg544"/>
            <p:cNvSpPr/>
            <p:nvPr/>
          </p:nvSpPr>
          <p:spPr>
            <a:xfrm>
              <a:off x="3601176" y="4442758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52B8AB">
                <a:alpha val="100000"/>
              </a:srgbClr>
            </a:solidFill>
            <a:ln w="5420" cap="flat">
              <a:solidFill>
                <a:srgbClr val="52B8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5" name="pg545"/>
            <p:cNvSpPr/>
            <p:nvPr/>
          </p:nvSpPr>
          <p:spPr>
            <a:xfrm>
              <a:off x="3682613" y="4442758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54BCAB">
                <a:alpha val="100000"/>
              </a:srgbClr>
            </a:solidFill>
            <a:ln w="5420" cap="flat">
              <a:solidFill>
                <a:srgbClr val="54BC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6" name="pg546"/>
            <p:cNvSpPr/>
            <p:nvPr/>
          </p:nvSpPr>
          <p:spPr>
            <a:xfrm>
              <a:off x="3764050" y="4442758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57C0AC">
                <a:alpha val="100000"/>
              </a:srgbClr>
            </a:solidFill>
            <a:ln w="5420" cap="flat">
              <a:solidFill>
                <a:srgbClr val="57C0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7" name="pg547"/>
            <p:cNvSpPr/>
            <p:nvPr/>
          </p:nvSpPr>
          <p:spPr>
            <a:xfrm>
              <a:off x="3845487" y="4442758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59C3AC">
                <a:alpha val="100000"/>
              </a:srgbClr>
            </a:solidFill>
            <a:ln w="5420" cap="flat">
              <a:solidFill>
                <a:srgbClr val="59C3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8" name="pg548"/>
            <p:cNvSpPr/>
            <p:nvPr/>
          </p:nvSpPr>
          <p:spPr>
            <a:xfrm>
              <a:off x="3926924" y="4442758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5BC6AC">
                <a:alpha val="100000"/>
              </a:srgbClr>
            </a:solidFill>
            <a:ln w="5420" cap="flat">
              <a:solidFill>
                <a:srgbClr val="5BC6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9" name="pg549"/>
            <p:cNvSpPr/>
            <p:nvPr/>
          </p:nvSpPr>
          <p:spPr>
            <a:xfrm>
              <a:off x="4008361" y="4442758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5DC9AC">
                <a:alpha val="100000"/>
              </a:srgbClr>
            </a:solidFill>
            <a:ln w="5420" cap="flat">
              <a:solidFill>
                <a:srgbClr val="5DC9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0" name="pg550"/>
            <p:cNvSpPr/>
            <p:nvPr/>
          </p:nvSpPr>
          <p:spPr>
            <a:xfrm>
              <a:off x="3112553" y="4546075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4EB4AB">
                <a:alpha val="100000"/>
              </a:srgbClr>
            </a:solidFill>
            <a:ln w="5420" cap="flat">
              <a:solidFill>
                <a:srgbClr val="4EB4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1" name="pg551"/>
            <p:cNvSpPr/>
            <p:nvPr/>
          </p:nvSpPr>
          <p:spPr>
            <a:xfrm>
              <a:off x="3193990" y="4546075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4BAFAB">
                <a:alpha val="100000"/>
              </a:srgbClr>
            </a:solidFill>
            <a:ln w="5420" cap="flat">
              <a:solidFill>
                <a:srgbClr val="4BAF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2" name="pg552"/>
            <p:cNvSpPr/>
            <p:nvPr/>
          </p:nvSpPr>
          <p:spPr>
            <a:xfrm>
              <a:off x="3275427" y="4546075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46A9AA">
                <a:alpha val="100000"/>
              </a:srgbClr>
            </a:solidFill>
            <a:ln w="5420" cap="flat">
              <a:solidFill>
                <a:srgbClr val="46A9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3" name="pg553"/>
            <p:cNvSpPr/>
            <p:nvPr/>
          </p:nvSpPr>
          <p:spPr>
            <a:xfrm>
              <a:off x="3356864" y="4546075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FA2AA">
                <a:alpha val="100000"/>
              </a:srgbClr>
            </a:solidFill>
            <a:ln w="5420" cap="flat">
              <a:solidFill>
                <a:srgbClr val="3FA2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4" name="pg554"/>
            <p:cNvSpPr/>
            <p:nvPr/>
          </p:nvSpPr>
          <p:spPr>
            <a:xfrm>
              <a:off x="3438301" y="4546075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B9EAA">
                <a:alpha val="100000"/>
              </a:srgbClr>
            </a:solidFill>
            <a:ln w="5420" cap="flat">
              <a:solidFill>
                <a:srgbClr val="3B9E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5" name="pg555"/>
            <p:cNvSpPr/>
            <p:nvPr/>
          </p:nvSpPr>
          <p:spPr>
            <a:xfrm>
              <a:off x="3519738" y="4546075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48ACAA">
                <a:alpha val="100000"/>
              </a:srgbClr>
            </a:solidFill>
            <a:ln w="5420" cap="flat">
              <a:solidFill>
                <a:srgbClr val="48AC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6" name="pg556"/>
            <p:cNvSpPr/>
            <p:nvPr/>
          </p:nvSpPr>
          <p:spPr>
            <a:xfrm>
              <a:off x="3601176" y="4546075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4EB3AB">
                <a:alpha val="100000"/>
              </a:srgbClr>
            </a:solidFill>
            <a:ln w="5420" cap="flat">
              <a:solidFill>
                <a:srgbClr val="4EB3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7" name="pg557"/>
            <p:cNvSpPr/>
            <p:nvPr/>
          </p:nvSpPr>
          <p:spPr>
            <a:xfrm>
              <a:off x="3682613" y="4546075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52B9AB">
                <a:alpha val="100000"/>
              </a:srgbClr>
            </a:solidFill>
            <a:ln w="5420" cap="flat">
              <a:solidFill>
                <a:srgbClr val="52B9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8" name="pg558"/>
            <p:cNvSpPr/>
            <p:nvPr/>
          </p:nvSpPr>
          <p:spPr>
            <a:xfrm>
              <a:off x="3764050" y="4546075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55BDAB">
                <a:alpha val="100000"/>
              </a:srgbClr>
            </a:solidFill>
            <a:ln w="5420" cap="flat">
              <a:solidFill>
                <a:srgbClr val="55BD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9" name="pg559"/>
            <p:cNvSpPr/>
            <p:nvPr/>
          </p:nvSpPr>
          <p:spPr>
            <a:xfrm>
              <a:off x="3845487" y="4546075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57C1AC">
                <a:alpha val="100000"/>
              </a:srgbClr>
            </a:solidFill>
            <a:ln w="5420" cap="flat">
              <a:solidFill>
                <a:srgbClr val="57C1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0" name="pg560"/>
            <p:cNvSpPr/>
            <p:nvPr/>
          </p:nvSpPr>
          <p:spPr>
            <a:xfrm>
              <a:off x="3926924" y="4546075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59C4AC">
                <a:alpha val="100000"/>
              </a:srgbClr>
            </a:solidFill>
            <a:ln w="5420" cap="flat">
              <a:solidFill>
                <a:srgbClr val="59C4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1" name="pg561"/>
            <p:cNvSpPr/>
            <p:nvPr/>
          </p:nvSpPr>
          <p:spPr>
            <a:xfrm>
              <a:off x="4008361" y="4546075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5BC6AC">
                <a:alpha val="100000"/>
              </a:srgbClr>
            </a:solidFill>
            <a:ln w="5420" cap="flat">
              <a:solidFill>
                <a:srgbClr val="5BC6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2" name="pg562"/>
            <p:cNvSpPr/>
            <p:nvPr/>
          </p:nvSpPr>
          <p:spPr>
            <a:xfrm>
              <a:off x="3275427" y="4649391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47ABAA">
                <a:alpha val="100000"/>
              </a:srgbClr>
            </a:solidFill>
            <a:ln w="5420" cap="flat">
              <a:solidFill>
                <a:srgbClr val="47AB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3" name="pg563"/>
            <p:cNvSpPr/>
            <p:nvPr/>
          </p:nvSpPr>
          <p:spPr>
            <a:xfrm>
              <a:off x="3356864" y="4649391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44A8AA">
                <a:alpha val="100000"/>
              </a:srgbClr>
            </a:solidFill>
            <a:ln w="5420" cap="flat">
              <a:solidFill>
                <a:srgbClr val="44A8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4" name="pg564"/>
            <p:cNvSpPr/>
            <p:nvPr/>
          </p:nvSpPr>
          <p:spPr>
            <a:xfrm>
              <a:off x="3438301" y="4649391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43A6AA">
                <a:alpha val="100000"/>
              </a:srgbClr>
            </a:solidFill>
            <a:ln w="5420" cap="flat">
              <a:solidFill>
                <a:srgbClr val="43A6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5" name="pg565"/>
            <p:cNvSpPr/>
            <p:nvPr/>
          </p:nvSpPr>
          <p:spPr>
            <a:xfrm>
              <a:off x="3519738" y="4649391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49ADAB">
                <a:alpha val="100000"/>
              </a:srgbClr>
            </a:solidFill>
            <a:ln w="5420" cap="flat">
              <a:solidFill>
                <a:srgbClr val="49AD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6" name="pg566"/>
            <p:cNvSpPr/>
            <p:nvPr/>
          </p:nvSpPr>
          <p:spPr>
            <a:xfrm>
              <a:off x="3601176" y="4649391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4DB3AB">
                <a:alpha val="100000"/>
              </a:srgbClr>
            </a:solidFill>
            <a:ln w="5420" cap="flat">
              <a:solidFill>
                <a:srgbClr val="4DB3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7" name="pg567"/>
            <p:cNvSpPr/>
            <p:nvPr/>
          </p:nvSpPr>
          <p:spPr>
            <a:xfrm>
              <a:off x="3682613" y="4649391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51B7AB">
                <a:alpha val="100000"/>
              </a:srgbClr>
            </a:solidFill>
            <a:ln w="5420" cap="flat">
              <a:solidFill>
                <a:srgbClr val="51B7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8" name="pg568"/>
            <p:cNvSpPr/>
            <p:nvPr/>
          </p:nvSpPr>
          <p:spPr>
            <a:xfrm>
              <a:off x="3764050" y="4649391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54BBAB">
                <a:alpha val="100000"/>
              </a:srgbClr>
            </a:solidFill>
            <a:ln w="5420" cap="flat">
              <a:solidFill>
                <a:srgbClr val="54BB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9" name="pg569"/>
            <p:cNvSpPr/>
            <p:nvPr/>
          </p:nvSpPr>
          <p:spPr>
            <a:xfrm>
              <a:off x="3845487" y="4649391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56BFAB">
                <a:alpha val="100000"/>
              </a:srgbClr>
            </a:solidFill>
            <a:ln w="5420" cap="flat">
              <a:solidFill>
                <a:srgbClr val="56BF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0" name="pg570"/>
            <p:cNvSpPr/>
            <p:nvPr/>
          </p:nvSpPr>
          <p:spPr>
            <a:xfrm>
              <a:off x="3926924" y="4649391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58C2AC">
                <a:alpha val="100000"/>
              </a:srgbClr>
            </a:solidFill>
            <a:ln w="5420" cap="flat">
              <a:solidFill>
                <a:srgbClr val="58C2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1" name="pg571"/>
            <p:cNvSpPr/>
            <p:nvPr/>
          </p:nvSpPr>
          <p:spPr>
            <a:xfrm>
              <a:off x="4008361" y="4649391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59C4AC">
                <a:alpha val="100000"/>
              </a:srgbClr>
            </a:solidFill>
            <a:ln w="5420" cap="flat">
              <a:solidFill>
                <a:srgbClr val="59C4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2" name="pg572"/>
            <p:cNvSpPr/>
            <p:nvPr/>
          </p:nvSpPr>
          <p:spPr>
            <a:xfrm>
              <a:off x="3356864" y="4752707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49ADAB">
                <a:alpha val="100000"/>
              </a:srgbClr>
            </a:solidFill>
            <a:ln w="5420" cap="flat">
              <a:solidFill>
                <a:srgbClr val="49AD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3" name="pg573"/>
            <p:cNvSpPr/>
            <p:nvPr/>
          </p:nvSpPr>
          <p:spPr>
            <a:xfrm>
              <a:off x="3438301" y="4752707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49ADAB">
                <a:alpha val="100000"/>
              </a:srgbClr>
            </a:solidFill>
            <a:ln w="5420" cap="flat">
              <a:solidFill>
                <a:srgbClr val="49AD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4" name="pg574"/>
            <p:cNvSpPr/>
            <p:nvPr/>
          </p:nvSpPr>
          <p:spPr>
            <a:xfrm>
              <a:off x="3519738" y="4752707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4CB1AB">
                <a:alpha val="100000"/>
              </a:srgbClr>
            </a:solidFill>
            <a:ln w="5420" cap="flat">
              <a:solidFill>
                <a:srgbClr val="4CB1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5" name="pg575"/>
            <p:cNvSpPr/>
            <p:nvPr/>
          </p:nvSpPr>
          <p:spPr>
            <a:xfrm>
              <a:off x="3601176" y="4752707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4EB4AB">
                <a:alpha val="100000"/>
              </a:srgbClr>
            </a:solidFill>
            <a:ln w="5420" cap="flat">
              <a:solidFill>
                <a:srgbClr val="4EB4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6" name="pg576"/>
            <p:cNvSpPr/>
            <p:nvPr/>
          </p:nvSpPr>
          <p:spPr>
            <a:xfrm>
              <a:off x="3682613" y="4752707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51B8AB">
                <a:alpha val="100000"/>
              </a:srgbClr>
            </a:solidFill>
            <a:ln w="5420" cap="flat">
              <a:solidFill>
                <a:srgbClr val="51B8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7" name="pg577"/>
            <p:cNvSpPr/>
            <p:nvPr/>
          </p:nvSpPr>
          <p:spPr>
            <a:xfrm>
              <a:off x="3764050" y="4752707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53BBAB">
                <a:alpha val="100000"/>
              </a:srgbClr>
            </a:solidFill>
            <a:ln w="5420" cap="flat">
              <a:solidFill>
                <a:srgbClr val="53BB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8" name="pg578"/>
            <p:cNvSpPr/>
            <p:nvPr/>
          </p:nvSpPr>
          <p:spPr>
            <a:xfrm>
              <a:off x="3845487" y="4752707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55BEAB">
                <a:alpha val="100000"/>
              </a:srgbClr>
            </a:solidFill>
            <a:ln w="5420" cap="flat">
              <a:solidFill>
                <a:srgbClr val="55BE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9" name="pg579"/>
            <p:cNvSpPr/>
            <p:nvPr/>
          </p:nvSpPr>
          <p:spPr>
            <a:xfrm>
              <a:off x="3926924" y="4752707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57C0AC">
                <a:alpha val="100000"/>
              </a:srgbClr>
            </a:solidFill>
            <a:ln w="5420" cap="flat">
              <a:solidFill>
                <a:srgbClr val="57C0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0" name="pg580"/>
            <p:cNvSpPr/>
            <p:nvPr/>
          </p:nvSpPr>
          <p:spPr>
            <a:xfrm>
              <a:off x="4008361" y="4752707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58C2AC">
                <a:alpha val="100000"/>
              </a:srgbClr>
            </a:solidFill>
            <a:ln w="5420" cap="flat">
              <a:solidFill>
                <a:srgbClr val="58C2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1" name="pg581"/>
            <p:cNvSpPr/>
            <p:nvPr/>
          </p:nvSpPr>
          <p:spPr>
            <a:xfrm>
              <a:off x="3438301" y="4856023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4CB1AB">
                <a:alpha val="100000"/>
              </a:srgbClr>
            </a:solidFill>
            <a:ln w="5420" cap="flat">
              <a:solidFill>
                <a:srgbClr val="4CB1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2" name="pg582"/>
            <p:cNvSpPr/>
            <p:nvPr/>
          </p:nvSpPr>
          <p:spPr>
            <a:xfrm>
              <a:off x="3519738" y="4856023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4EB4AB">
                <a:alpha val="100000"/>
              </a:srgbClr>
            </a:solidFill>
            <a:ln w="5420" cap="flat">
              <a:solidFill>
                <a:srgbClr val="4EB4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3" name="pg583"/>
            <p:cNvSpPr/>
            <p:nvPr/>
          </p:nvSpPr>
          <p:spPr>
            <a:xfrm>
              <a:off x="3601176" y="4856023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50B6AB">
                <a:alpha val="100000"/>
              </a:srgbClr>
            </a:solidFill>
            <a:ln w="5420" cap="flat">
              <a:solidFill>
                <a:srgbClr val="50B6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4" name="pg584"/>
            <p:cNvSpPr/>
            <p:nvPr/>
          </p:nvSpPr>
          <p:spPr>
            <a:xfrm>
              <a:off x="3682613" y="4856023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52B9AB">
                <a:alpha val="100000"/>
              </a:srgbClr>
            </a:solidFill>
            <a:ln w="5420" cap="flat">
              <a:solidFill>
                <a:srgbClr val="52B9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5" name="pg585"/>
            <p:cNvSpPr/>
            <p:nvPr/>
          </p:nvSpPr>
          <p:spPr>
            <a:xfrm>
              <a:off x="3764050" y="4856023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54BBAB">
                <a:alpha val="100000"/>
              </a:srgbClr>
            </a:solidFill>
            <a:ln w="5420" cap="flat">
              <a:solidFill>
                <a:srgbClr val="54BB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6" name="pg586"/>
            <p:cNvSpPr/>
            <p:nvPr/>
          </p:nvSpPr>
          <p:spPr>
            <a:xfrm>
              <a:off x="3845487" y="4856023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55BDAB">
                <a:alpha val="100000"/>
              </a:srgbClr>
            </a:solidFill>
            <a:ln w="5420" cap="flat">
              <a:solidFill>
                <a:srgbClr val="55BD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7" name="pg587"/>
            <p:cNvSpPr/>
            <p:nvPr/>
          </p:nvSpPr>
          <p:spPr>
            <a:xfrm>
              <a:off x="3926924" y="4856023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57C0AB">
                <a:alpha val="100000"/>
              </a:srgbClr>
            </a:solidFill>
            <a:ln w="5420" cap="flat">
              <a:solidFill>
                <a:srgbClr val="57C0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8" name="pg588"/>
            <p:cNvSpPr/>
            <p:nvPr/>
          </p:nvSpPr>
          <p:spPr>
            <a:xfrm>
              <a:off x="4008361" y="4856023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58C1AC">
                <a:alpha val="100000"/>
              </a:srgbClr>
            </a:solidFill>
            <a:ln w="5420" cap="flat">
              <a:solidFill>
                <a:srgbClr val="58C1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9" name="pg589"/>
            <p:cNvSpPr/>
            <p:nvPr/>
          </p:nvSpPr>
          <p:spPr>
            <a:xfrm>
              <a:off x="4089798" y="4856023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59C3AC">
                <a:alpha val="100000"/>
              </a:srgbClr>
            </a:solidFill>
            <a:ln w="5420" cap="flat">
              <a:solidFill>
                <a:srgbClr val="59C3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0" name="pg590"/>
            <p:cNvSpPr/>
            <p:nvPr/>
          </p:nvSpPr>
          <p:spPr>
            <a:xfrm>
              <a:off x="3682613" y="4959339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53BAAB">
                <a:alpha val="100000"/>
              </a:srgbClr>
            </a:solidFill>
            <a:ln w="5420" cap="flat">
              <a:solidFill>
                <a:srgbClr val="53BA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1" name="pg591"/>
            <p:cNvSpPr/>
            <p:nvPr/>
          </p:nvSpPr>
          <p:spPr>
            <a:xfrm>
              <a:off x="3764050" y="4959339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54BCAB">
                <a:alpha val="100000"/>
              </a:srgbClr>
            </a:solidFill>
            <a:ln w="5420" cap="flat">
              <a:solidFill>
                <a:srgbClr val="54BC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2" name="pg592"/>
            <p:cNvSpPr/>
            <p:nvPr/>
          </p:nvSpPr>
          <p:spPr>
            <a:xfrm>
              <a:off x="3845487" y="4959339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55BDAB">
                <a:alpha val="100000"/>
              </a:srgbClr>
            </a:solidFill>
            <a:ln w="5420" cap="flat">
              <a:solidFill>
                <a:srgbClr val="55BD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3" name="pg593"/>
            <p:cNvSpPr/>
            <p:nvPr/>
          </p:nvSpPr>
          <p:spPr>
            <a:xfrm>
              <a:off x="3926924" y="4959339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56BFAB">
                <a:alpha val="100000"/>
              </a:srgbClr>
            </a:solidFill>
            <a:ln w="5420" cap="flat">
              <a:solidFill>
                <a:srgbClr val="56BF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4" name="pg594"/>
            <p:cNvSpPr/>
            <p:nvPr/>
          </p:nvSpPr>
          <p:spPr>
            <a:xfrm>
              <a:off x="4008361" y="4959339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57C1AC">
                <a:alpha val="100000"/>
              </a:srgbClr>
            </a:solidFill>
            <a:ln w="5420" cap="flat">
              <a:solidFill>
                <a:srgbClr val="57C1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5" name="pg595"/>
            <p:cNvSpPr/>
            <p:nvPr/>
          </p:nvSpPr>
          <p:spPr>
            <a:xfrm>
              <a:off x="4089798" y="4959339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58C2AC">
                <a:alpha val="100000"/>
              </a:srgbClr>
            </a:solidFill>
            <a:ln w="5420" cap="flat">
              <a:solidFill>
                <a:srgbClr val="58C2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6" name="pg596"/>
            <p:cNvSpPr/>
            <p:nvPr/>
          </p:nvSpPr>
          <p:spPr>
            <a:xfrm>
              <a:off x="3275427" y="5062655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51B8AB">
                <a:alpha val="100000"/>
              </a:srgbClr>
            </a:solidFill>
            <a:ln w="5420" cap="flat">
              <a:solidFill>
                <a:srgbClr val="51B8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7" name="pg597"/>
            <p:cNvSpPr/>
            <p:nvPr/>
          </p:nvSpPr>
          <p:spPr>
            <a:xfrm>
              <a:off x="3601176" y="5062655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53BAAB">
                <a:alpha val="100000"/>
              </a:srgbClr>
            </a:solidFill>
            <a:ln w="5420" cap="flat">
              <a:solidFill>
                <a:srgbClr val="53BA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8" name="pg598"/>
            <p:cNvSpPr/>
            <p:nvPr/>
          </p:nvSpPr>
          <p:spPr>
            <a:xfrm>
              <a:off x="3682613" y="5062655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53BBAB">
                <a:alpha val="100000"/>
              </a:srgbClr>
            </a:solidFill>
            <a:ln w="5420" cap="flat">
              <a:solidFill>
                <a:srgbClr val="53BB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9" name="pg599"/>
            <p:cNvSpPr/>
            <p:nvPr/>
          </p:nvSpPr>
          <p:spPr>
            <a:xfrm>
              <a:off x="3764050" y="5062655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54BCAB">
                <a:alpha val="100000"/>
              </a:srgbClr>
            </a:solidFill>
            <a:ln w="5420" cap="flat">
              <a:solidFill>
                <a:srgbClr val="54BC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0" name="pg600"/>
            <p:cNvSpPr/>
            <p:nvPr/>
          </p:nvSpPr>
          <p:spPr>
            <a:xfrm>
              <a:off x="3845487" y="5062655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55BEAB">
                <a:alpha val="100000"/>
              </a:srgbClr>
            </a:solidFill>
            <a:ln w="5420" cap="flat">
              <a:solidFill>
                <a:srgbClr val="55BE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1" name="pg601"/>
            <p:cNvSpPr/>
            <p:nvPr/>
          </p:nvSpPr>
          <p:spPr>
            <a:xfrm>
              <a:off x="3926924" y="5062655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56BFAB">
                <a:alpha val="100000"/>
              </a:srgbClr>
            </a:solidFill>
            <a:ln w="5420" cap="flat">
              <a:solidFill>
                <a:srgbClr val="56BF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2" name="pg602"/>
            <p:cNvSpPr/>
            <p:nvPr/>
          </p:nvSpPr>
          <p:spPr>
            <a:xfrm>
              <a:off x="4008361" y="5062655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57C0AC">
                <a:alpha val="100000"/>
              </a:srgbClr>
            </a:solidFill>
            <a:ln w="5420" cap="flat">
              <a:solidFill>
                <a:srgbClr val="57C0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3" name="pg603"/>
            <p:cNvSpPr/>
            <p:nvPr/>
          </p:nvSpPr>
          <p:spPr>
            <a:xfrm>
              <a:off x="4089798" y="5062655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58C1AC">
                <a:alpha val="100000"/>
              </a:srgbClr>
            </a:solidFill>
            <a:ln w="5420" cap="flat">
              <a:solidFill>
                <a:srgbClr val="58C1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4" name="pg604"/>
            <p:cNvSpPr/>
            <p:nvPr/>
          </p:nvSpPr>
          <p:spPr>
            <a:xfrm>
              <a:off x="3193990" y="5165971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52B9AB">
                <a:alpha val="100000"/>
              </a:srgbClr>
            </a:solidFill>
            <a:ln w="5420" cap="flat">
              <a:solidFill>
                <a:srgbClr val="52B9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5" name="pg605"/>
            <p:cNvSpPr/>
            <p:nvPr/>
          </p:nvSpPr>
          <p:spPr>
            <a:xfrm>
              <a:off x="3275427" y="5165971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52B9AB">
                <a:alpha val="100000"/>
              </a:srgbClr>
            </a:solidFill>
            <a:ln w="5420" cap="flat">
              <a:solidFill>
                <a:srgbClr val="52B9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6" name="pg606"/>
            <p:cNvSpPr/>
            <p:nvPr/>
          </p:nvSpPr>
          <p:spPr>
            <a:xfrm>
              <a:off x="3356864" y="5165971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52B9AB">
                <a:alpha val="100000"/>
              </a:srgbClr>
            </a:solidFill>
            <a:ln w="5420" cap="flat">
              <a:solidFill>
                <a:srgbClr val="52B9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7" name="pg607"/>
            <p:cNvSpPr/>
            <p:nvPr/>
          </p:nvSpPr>
          <p:spPr>
            <a:xfrm>
              <a:off x="3438301" y="5165971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52B9AB">
                <a:alpha val="100000"/>
              </a:srgbClr>
            </a:solidFill>
            <a:ln w="5420" cap="flat">
              <a:solidFill>
                <a:srgbClr val="52B9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8" name="pg608"/>
            <p:cNvSpPr/>
            <p:nvPr/>
          </p:nvSpPr>
          <p:spPr>
            <a:xfrm>
              <a:off x="3519738" y="5165971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53BAAB">
                <a:alpha val="100000"/>
              </a:srgbClr>
            </a:solidFill>
            <a:ln w="5420" cap="flat">
              <a:solidFill>
                <a:srgbClr val="53BA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9" name="pg609"/>
            <p:cNvSpPr/>
            <p:nvPr/>
          </p:nvSpPr>
          <p:spPr>
            <a:xfrm>
              <a:off x="3601176" y="5165971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53BBAB">
                <a:alpha val="100000"/>
              </a:srgbClr>
            </a:solidFill>
            <a:ln w="5420" cap="flat">
              <a:solidFill>
                <a:srgbClr val="53BB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0" name="pg610"/>
            <p:cNvSpPr/>
            <p:nvPr/>
          </p:nvSpPr>
          <p:spPr>
            <a:xfrm>
              <a:off x="3682613" y="5165971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54BCAB">
                <a:alpha val="100000"/>
              </a:srgbClr>
            </a:solidFill>
            <a:ln w="5420" cap="flat">
              <a:solidFill>
                <a:srgbClr val="54BC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1" name="pg611"/>
            <p:cNvSpPr/>
            <p:nvPr/>
          </p:nvSpPr>
          <p:spPr>
            <a:xfrm>
              <a:off x="3764050" y="5165971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55BDAB">
                <a:alpha val="100000"/>
              </a:srgbClr>
            </a:solidFill>
            <a:ln w="5420" cap="flat">
              <a:solidFill>
                <a:srgbClr val="55BD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2" name="pg612"/>
            <p:cNvSpPr/>
            <p:nvPr/>
          </p:nvSpPr>
          <p:spPr>
            <a:xfrm>
              <a:off x="3845487" y="5165971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55BEAB">
                <a:alpha val="100000"/>
              </a:srgbClr>
            </a:solidFill>
            <a:ln w="5420" cap="flat">
              <a:solidFill>
                <a:srgbClr val="55BE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3" name="pg613"/>
            <p:cNvSpPr/>
            <p:nvPr/>
          </p:nvSpPr>
          <p:spPr>
            <a:xfrm>
              <a:off x="3926924" y="5165971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56BFAB">
                <a:alpha val="100000"/>
              </a:srgbClr>
            </a:solidFill>
            <a:ln w="5420" cap="flat">
              <a:solidFill>
                <a:srgbClr val="56BF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4" name="pg614"/>
            <p:cNvSpPr/>
            <p:nvPr/>
          </p:nvSpPr>
          <p:spPr>
            <a:xfrm>
              <a:off x="4008361" y="5165971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57C0AB">
                <a:alpha val="100000"/>
              </a:srgbClr>
            </a:solidFill>
            <a:ln w="5420" cap="flat">
              <a:solidFill>
                <a:srgbClr val="57C0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5" name="pg615"/>
            <p:cNvSpPr/>
            <p:nvPr/>
          </p:nvSpPr>
          <p:spPr>
            <a:xfrm>
              <a:off x="4089798" y="5165971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57C0AC">
                <a:alpha val="100000"/>
              </a:srgbClr>
            </a:solidFill>
            <a:ln w="5420" cap="flat">
              <a:solidFill>
                <a:srgbClr val="57C0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6" name="pg616"/>
            <p:cNvSpPr/>
            <p:nvPr/>
          </p:nvSpPr>
          <p:spPr>
            <a:xfrm>
              <a:off x="3112553" y="5269288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53BAAB">
                <a:alpha val="100000"/>
              </a:srgbClr>
            </a:solidFill>
            <a:ln w="5420" cap="flat">
              <a:solidFill>
                <a:srgbClr val="53BA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7" name="pg617"/>
            <p:cNvSpPr/>
            <p:nvPr/>
          </p:nvSpPr>
          <p:spPr>
            <a:xfrm>
              <a:off x="3193990" y="5269288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53BAAB">
                <a:alpha val="100000"/>
              </a:srgbClr>
            </a:solidFill>
            <a:ln w="5420" cap="flat">
              <a:solidFill>
                <a:srgbClr val="53BA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8" name="pg618"/>
            <p:cNvSpPr/>
            <p:nvPr/>
          </p:nvSpPr>
          <p:spPr>
            <a:xfrm>
              <a:off x="3275427" y="5269288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53BAAB">
                <a:alpha val="100000"/>
              </a:srgbClr>
            </a:solidFill>
            <a:ln w="5420" cap="flat">
              <a:solidFill>
                <a:srgbClr val="53BA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9" name="pg619"/>
            <p:cNvSpPr/>
            <p:nvPr/>
          </p:nvSpPr>
          <p:spPr>
            <a:xfrm>
              <a:off x="3356864" y="5269288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53BAAB">
                <a:alpha val="100000"/>
              </a:srgbClr>
            </a:solidFill>
            <a:ln w="5420" cap="flat">
              <a:solidFill>
                <a:srgbClr val="53BA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0" name="pg620"/>
            <p:cNvSpPr/>
            <p:nvPr/>
          </p:nvSpPr>
          <p:spPr>
            <a:xfrm>
              <a:off x="3438301" y="5269288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53BAAB">
                <a:alpha val="100000"/>
              </a:srgbClr>
            </a:solidFill>
            <a:ln w="5420" cap="flat">
              <a:solidFill>
                <a:srgbClr val="53BA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1" name="pg621"/>
            <p:cNvSpPr/>
            <p:nvPr/>
          </p:nvSpPr>
          <p:spPr>
            <a:xfrm>
              <a:off x="3519738" y="5269288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53BBAB">
                <a:alpha val="100000"/>
              </a:srgbClr>
            </a:solidFill>
            <a:ln w="5420" cap="flat">
              <a:solidFill>
                <a:srgbClr val="53BB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2" name="pg622"/>
            <p:cNvSpPr/>
            <p:nvPr/>
          </p:nvSpPr>
          <p:spPr>
            <a:xfrm>
              <a:off x="3601176" y="5269288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54BCAB">
                <a:alpha val="100000"/>
              </a:srgbClr>
            </a:solidFill>
            <a:ln w="5420" cap="flat">
              <a:solidFill>
                <a:srgbClr val="54BC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3" name="pg623"/>
            <p:cNvSpPr/>
            <p:nvPr/>
          </p:nvSpPr>
          <p:spPr>
            <a:xfrm>
              <a:off x="3682613" y="5269288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54BCAB">
                <a:alpha val="100000"/>
              </a:srgbClr>
            </a:solidFill>
            <a:ln w="5420" cap="flat">
              <a:solidFill>
                <a:srgbClr val="54BC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4" name="pg624"/>
            <p:cNvSpPr/>
            <p:nvPr/>
          </p:nvSpPr>
          <p:spPr>
            <a:xfrm>
              <a:off x="3764050" y="5269288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55BDAB">
                <a:alpha val="100000"/>
              </a:srgbClr>
            </a:solidFill>
            <a:ln w="5420" cap="flat">
              <a:solidFill>
                <a:srgbClr val="55BD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5" name="pg625"/>
            <p:cNvSpPr/>
            <p:nvPr/>
          </p:nvSpPr>
          <p:spPr>
            <a:xfrm>
              <a:off x="3845487" y="5269288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55BDAB">
                <a:alpha val="100000"/>
              </a:srgbClr>
            </a:solidFill>
            <a:ln w="5420" cap="flat">
              <a:solidFill>
                <a:srgbClr val="55BD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6" name="pg626"/>
            <p:cNvSpPr/>
            <p:nvPr/>
          </p:nvSpPr>
          <p:spPr>
            <a:xfrm>
              <a:off x="3926924" y="5269288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56BEAB">
                <a:alpha val="100000"/>
              </a:srgbClr>
            </a:solidFill>
            <a:ln w="5420" cap="flat">
              <a:solidFill>
                <a:srgbClr val="56BE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7" name="pg627"/>
            <p:cNvSpPr/>
            <p:nvPr/>
          </p:nvSpPr>
          <p:spPr>
            <a:xfrm>
              <a:off x="4008361" y="5269288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56BFAB">
                <a:alpha val="100000"/>
              </a:srgbClr>
            </a:solidFill>
            <a:ln w="5420" cap="flat">
              <a:solidFill>
                <a:srgbClr val="56BF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8" name="pg628"/>
            <p:cNvSpPr/>
            <p:nvPr/>
          </p:nvSpPr>
          <p:spPr>
            <a:xfrm>
              <a:off x="4089798" y="5269288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56BFAB">
                <a:alpha val="100000"/>
              </a:srgbClr>
            </a:solidFill>
            <a:ln w="5420" cap="flat">
              <a:solidFill>
                <a:srgbClr val="56BF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9" name="pg629"/>
            <p:cNvSpPr/>
            <p:nvPr/>
          </p:nvSpPr>
          <p:spPr>
            <a:xfrm>
              <a:off x="4171236" y="5269288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57C0AB">
                <a:alpha val="100000"/>
              </a:srgbClr>
            </a:solidFill>
            <a:ln w="5420" cap="flat">
              <a:solidFill>
                <a:srgbClr val="57C0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0" name="pg630"/>
            <p:cNvSpPr/>
            <p:nvPr/>
          </p:nvSpPr>
          <p:spPr>
            <a:xfrm>
              <a:off x="3112553" y="5372604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53BAAB">
                <a:alpha val="100000"/>
              </a:srgbClr>
            </a:solidFill>
            <a:ln w="5420" cap="flat">
              <a:solidFill>
                <a:srgbClr val="53BA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1" name="pg631"/>
            <p:cNvSpPr/>
            <p:nvPr/>
          </p:nvSpPr>
          <p:spPr>
            <a:xfrm>
              <a:off x="3193990" y="5372604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53BAAB">
                <a:alpha val="100000"/>
              </a:srgbClr>
            </a:solidFill>
            <a:ln w="5420" cap="flat">
              <a:solidFill>
                <a:srgbClr val="53BA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2" name="pg632"/>
            <p:cNvSpPr/>
            <p:nvPr/>
          </p:nvSpPr>
          <p:spPr>
            <a:xfrm>
              <a:off x="3275427" y="5372604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53BAAB">
                <a:alpha val="100000"/>
              </a:srgbClr>
            </a:solidFill>
            <a:ln w="5420" cap="flat">
              <a:solidFill>
                <a:srgbClr val="53BA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3" name="pg633"/>
            <p:cNvSpPr/>
            <p:nvPr/>
          </p:nvSpPr>
          <p:spPr>
            <a:xfrm>
              <a:off x="3356864" y="5372604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53BAAB">
                <a:alpha val="100000"/>
              </a:srgbClr>
            </a:solidFill>
            <a:ln w="5420" cap="flat">
              <a:solidFill>
                <a:srgbClr val="53BA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4" name="pg634"/>
            <p:cNvSpPr/>
            <p:nvPr/>
          </p:nvSpPr>
          <p:spPr>
            <a:xfrm>
              <a:off x="3438301" y="5372604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53BAAB">
                <a:alpha val="100000"/>
              </a:srgbClr>
            </a:solidFill>
            <a:ln w="5420" cap="flat">
              <a:solidFill>
                <a:srgbClr val="53BA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5" name="pg635"/>
            <p:cNvSpPr/>
            <p:nvPr/>
          </p:nvSpPr>
          <p:spPr>
            <a:xfrm>
              <a:off x="3519738" y="5372604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54BBAB">
                <a:alpha val="100000"/>
              </a:srgbClr>
            </a:solidFill>
            <a:ln w="5420" cap="flat">
              <a:solidFill>
                <a:srgbClr val="54BB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6" name="pg636"/>
            <p:cNvSpPr/>
            <p:nvPr/>
          </p:nvSpPr>
          <p:spPr>
            <a:xfrm>
              <a:off x="3601176" y="5372604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54BCAB">
                <a:alpha val="100000"/>
              </a:srgbClr>
            </a:solidFill>
            <a:ln w="5420" cap="flat">
              <a:solidFill>
                <a:srgbClr val="54BC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7" name="pg637"/>
            <p:cNvSpPr/>
            <p:nvPr/>
          </p:nvSpPr>
          <p:spPr>
            <a:xfrm>
              <a:off x="3682613" y="5372604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54BCAB">
                <a:alpha val="100000"/>
              </a:srgbClr>
            </a:solidFill>
            <a:ln w="5420" cap="flat">
              <a:solidFill>
                <a:srgbClr val="54BC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8" name="pg638"/>
            <p:cNvSpPr/>
            <p:nvPr/>
          </p:nvSpPr>
          <p:spPr>
            <a:xfrm>
              <a:off x="3764050" y="5372604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54BDAB">
                <a:alpha val="100000"/>
              </a:srgbClr>
            </a:solidFill>
            <a:ln w="5420" cap="flat">
              <a:solidFill>
                <a:srgbClr val="54BD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9" name="pg639"/>
            <p:cNvSpPr/>
            <p:nvPr/>
          </p:nvSpPr>
          <p:spPr>
            <a:xfrm>
              <a:off x="3845487" y="5372604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55BDAB">
                <a:alpha val="100000"/>
              </a:srgbClr>
            </a:solidFill>
            <a:ln w="5420" cap="flat">
              <a:solidFill>
                <a:srgbClr val="55BD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0" name="pg640"/>
            <p:cNvSpPr/>
            <p:nvPr/>
          </p:nvSpPr>
          <p:spPr>
            <a:xfrm>
              <a:off x="3926924" y="5372604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55BEAB">
                <a:alpha val="100000"/>
              </a:srgbClr>
            </a:solidFill>
            <a:ln w="5420" cap="flat">
              <a:solidFill>
                <a:srgbClr val="55BE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1" name="pg641"/>
            <p:cNvSpPr/>
            <p:nvPr/>
          </p:nvSpPr>
          <p:spPr>
            <a:xfrm>
              <a:off x="4008361" y="5372604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56BEAB">
                <a:alpha val="100000"/>
              </a:srgbClr>
            </a:solidFill>
            <a:ln w="5420" cap="flat">
              <a:solidFill>
                <a:srgbClr val="56BE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2" name="pg642"/>
            <p:cNvSpPr/>
            <p:nvPr/>
          </p:nvSpPr>
          <p:spPr>
            <a:xfrm>
              <a:off x="4089798" y="5372604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56BFAB">
                <a:alpha val="100000"/>
              </a:srgbClr>
            </a:solidFill>
            <a:ln w="5420" cap="flat">
              <a:solidFill>
                <a:srgbClr val="56BF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3" name="pg643"/>
            <p:cNvSpPr/>
            <p:nvPr/>
          </p:nvSpPr>
          <p:spPr>
            <a:xfrm>
              <a:off x="4171236" y="5372604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56BFAB">
                <a:alpha val="100000"/>
              </a:srgbClr>
            </a:solidFill>
            <a:ln w="5420" cap="flat">
              <a:solidFill>
                <a:srgbClr val="56BF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4" name="pg644"/>
            <p:cNvSpPr/>
            <p:nvPr/>
          </p:nvSpPr>
          <p:spPr>
            <a:xfrm>
              <a:off x="4252673" y="5372604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56BFAB">
                <a:alpha val="100000"/>
              </a:srgbClr>
            </a:solidFill>
            <a:ln w="5420" cap="flat">
              <a:solidFill>
                <a:srgbClr val="56BF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5" name="pg645"/>
            <p:cNvSpPr/>
            <p:nvPr/>
          </p:nvSpPr>
          <p:spPr>
            <a:xfrm>
              <a:off x="3112553" y="5475920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52BAAB">
                <a:alpha val="100000"/>
              </a:srgbClr>
            </a:solidFill>
            <a:ln w="5420" cap="flat">
              <a:solidFill>
                <a:srgbClr val="52BA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6" name="pg646"/>
            <p:cNvSpPr/>
            <p:nvPr/>
          </p:nvSpPr>
          <p:spPr>
            <a:xfrm>
              <a:off x="3193990" y="5475920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52BAAB">
                <a:alpha val="100000"/>
              </a:srgbClr>
            </a:solidFill>
            <a:ln w="5420" cap="flat">
              <a:solidFill>
                <a:srgbClr val="52BA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7" name="pg647"/>
            <p:cNvSpPr/>
            <p:nvPr/>
          </p:nvSpPr>
          <p:spPr>
            <a:xfrm>
              <a:off x="3275427" y="5475920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53BAAB">
                <a:alpha val="100000"/>
              </a:srgbClr>
            </a:solidFill>
            <a:ln w="5420" cap="flat">
              <a:solidFill>
                <a:srgbClr val="53BA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8" name="pg648"/>
            <p:cNvSpPr/>
            <p:nvPr/>
          </p:nvSpPr>
          <p:spPr>
            <a:xfrm>
              <a:off x="3356864" y="5475920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53BAAB">
                <a:alpha val="100000"/>
              </a:srgbClr>
            </a:solidFill>
            <a:ln w="5420" cap="flat">
              <a:solidFill>
                <a:srgbClr val="53BA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9" name="pg649"/>
            <p:cNvSpPr/>
            <p:nvPr/>
          </p:nvSpPr>
          <p:spPr>
            <a:xfrm>
              <a:off x="3438301" y="5475920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53BAAB">
                <a:alpha val="100000"/>
              </a:srgbClr>
            </a:solidFill>
            <a:ln w="5420" cap="flat">
              <a:solidFill>
                <a:srgbClr val="53BA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0" name="pg650"/>
            <p:cNvSpPr/>
            <p:nvPr/>
          </p:nvSpPr>
          <p:spPr>
            <a:xfrm>
              <a:off x="3519738" y="5475920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53BBAB">
                <a:alpha val="100000"/>
              </a:srgbClr>
            </a:solidFill>
            <a:ln w="5420" cap="flat">
              <a:solidFill>
                <a:srgbClr val="53BB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1" name="pg651"/>
            <p:cNvSpPr/>
            <p:nvPr/>
          </p:nvSpPr>
          <p:spPr>
            <a:xfrm>
              <a:off x="3601176" y="5475920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54BBAB">
                <a:alpha val="100000"/>
              </a:srgbClr>
            </a:solidFill>
            <a:ln w="5420" cap="flat">
              <a:solidFill>
                <a:srgbClr val="54BB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2" name="pg652"/>
            <p:cNvSpPr/>
            <p:nvPr/>
          </p:nvSpPr>
          <p:spPr>
            <a:xfrm>
              <a:off x="3682613" y="5475920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54BCAB">
                <a:alpha val="100000"/>
              </a:srgbClr>
            </a:solidFill>
            <a:ln w="5420" cap="flat">
              <a:solidFill>
                <a:srgbClr val="54BC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3" name="pg653"/>
            <p:cNvSpPr/>
            <p:nvPr/>
          </p:nvSpPr>
          <p:spPr>
            <a:xfrm>
              <a:off x="3764050" y="5475920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54BCAB">
                <a:alpha val="100000"/>
              </a:srgbClr>
            </a:solidFill>
            <a:ln w="5420" cap="flat">
              <a:solidFill>
                <a:srgbClr val="54BC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4" name="pg654"/>
            <p:cNvSpPr/>
            <p:nvPr/>
          </p:nvSpPr>
          <p:spPr>
            <a:xfrm>
              <a:off x="3845487" y="5475920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55BDAB">
                <a:alpha val="100000"/>
              </a:srgbClr>
            </a:solidFill>
            <a:ln w="5420" cap="flat">
              <a:solidFill>
                <a:srgbClr val="55BD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5" name="pg655"/>
            <p:cNvSpPr/>
            <p:nvPr/>
          </p:nvSpPr>
          <p:spPr>
            <a:xfrm>
              <a:off x="3926924" y="5475920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55BDAB">
                <a:alpha val="100000"/>
              </a:srgbClr>
            </a:solidFill>
            <a:ln w="5420" cap="flat">
              <a:solidFill>
                <a:srgbClr val="55BD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6" name="pg656"/>
            <p:cNvSpPr/>
            <p:nvPr/>
          </p:nvSpPr>
          <p:spPr>
            <a:xfrm>
              <a:off x="4008361" y="5475920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55BDAB">
                <a:alpha val="100000"/>
              </a:srgbClr>
            </a:solidFill>
            <a:ln w="5420" cap="flat">
              <a:solidFill>
                <a:srgbClr val="55BD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7" name="pg657"/>
            <p:cNvSpPr/>
            <p:nvPr/>
          </p:nvSpPr>
          <p:spPr>
            <a:xfrm>
              <a:off x="4089798" y="5475920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55BEAB">
                <a:alpha val="100000"/>
              </a:srgbClr>
            </a:solidFill>
            <a:ln w="5420" cap="flat">
              <a:solidFill>
                <a:srgbClr val="55BE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8" name="pg658"/>
            <p:cNvSpPr/>
            <p:nvPr/>
          </p:nvSpPr>
          <p:spPr>
            <a:xfrm>
              <a:off x="4171236" y="5475920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56BEAB">
                <a:alpha val="100000"/>
              </a:srgbClr>
            </a:solidFill>
            <a:ln w="5420" cap="flat">
              <a:solidFill>
                <a:srgbClr val="56BE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9" name="pg659"/>
            <p:cNvSpPr/>
            <p:nvPr/>
          </p:nvSpPr>
          <p:spPr>
            <a:xfrm>
              <a:off x="4252673" y="5475920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56BEAB">
                <a:alpha val="100000"/>
              </a:srgbClr>
            </a:solidFill>
            <a:ln w="5420" cap="flat">
              <a:solidFill>
                <a:srgbClr val="56BE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0" name="pg660"/>
            <p:cNvSpPr/>
            <p:nvPr/>
          </p:nvSpPr>
          <p:spPr>
            <a:xfrm>
              <a:off x="5284534" y="1853932"/>
              <a:ext cx="27605" cy="141906"/>
            </a:xfrm>
            <a:custGeom>
              <a:avLst/>
              <a:pathLst>
                <a:path w="27605" h="141906">
                  <a:moveTo>
                    <a:pt x="25965" y="15142"/>
                  </a:moveTo>
                  <a:lnTo>
                    <a:pt x="3001" y="141906"/>
                  </a:lnTo>
                  <a:lnTo>
                    <a:pt x="0" y="103414"/>
                  </a:lnTo>
                  <a:lnTo>
                    <a:pt x="9634" y="0"/>
                  </a:lnTo>
                  <a:lnTo>
                    <a:pt x="27605" y="0"/>
                  </a:lnTo>
                  <a:close/>
                </a:path>
              </a:pathLst>
            </a:custGeom>
            <a:solidFill>
              <a:srgbClr val="FFEFDB">
                <a:alpha val="100000"/>
              </a:srgbClr>
            </a:solidFill>
            <a:ln w="5420" cap="flat">
              <a:solidFill>
                <a:srgbClr val="5959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1" name="pg661"/>
            <p:cNvSpPr/>
            <p:nvPr/>
          </p:nvSpPr>
          <p:spPr>
            <a:xfrm>
              <a:off x="4217860" y="1853932"/>
              <a:ext cx="1042192" cy="937770"/>
            </a:xfrm>
            <a:custGeom>
              <a:avLst/>
              <a:pathLst>
                <a:path w="1042192" h="937770">
                  <a:moveTo>
                    <a:pt x="1041757" y="966"/>
                  </a:moveTo>
                  <a:lnTo>
                    <a:pt x="998433" y="199714"/>
                  </a:lnTo>
                  <a:lnTo>
                    <a:pt x="938872" y="305648"/>
                  </a:lnTo>
                  <a:lnTo>
                    <a:pt x="884012" y="378917"/>
                  </a:lnTo>
                  <a:lnTo>
                    <a:pt x="827417" y="366805"/>
                  </a:lnTo>
                  <a:lnTo>
                    <a:pt x="840146" y="425026"/>
                  </a:lnTo>
                  <a:lnTo>
                    <a:pt x="824596" y="455352"/>
                  </a:lnTo>
                  <a:lnTo>
                    <a:pt x="811288" y="518619"/>
                  </a:lnTo>
                  <a:lnTo>
                    <a:pt x="777548" y="560552"/>
                  </a:lnTo>
                  <a:lnTo>
                    <a:pt x="745832" y="556515"/>
                  </a:lnTo>
                  <a:lnTo>
                    <a:pt x="700266" y="585419"/>
                  </a:lnTo>
                  <a:lnTo>
                    <a:pt x="682293" y="607532"/>
                  </a:lnTo>
                  <a:lnTo>
                    <a:pt x="680955" y="649879"/>
                  </a:lnTo>
                  <a:lnTo>
                    <a:pt x="650470" y="687132"/>
                  </a:lnTo>
                  <a:lnTo>
                    <a:pt x="540461" y="880650"/>
                  </a:lnTo>
                  <a:lnTo>
                    <a:pt x="444953" y="937770"/>
                  </a:lnTo>
                  <a:lnTo>
                    <a:pt x="422098" y="929465"/>
                  </a:lnTo>
                  <a:lnTo>
                    <a:pt x="447268" y="838120"/>
                  </a:lnTo>
                  <a:lnTo>
                    <a:pt x="464518" y="745766"/>
                  </a:lnTo>
                  <a:lnTo>
                    <a:pt x="406548" y="705576"/>
                  </a:lnTo>
                  <a:lnTo>
                    <a:pt x="351073" y="684334"/>
                  </a:lnTo>
                  <a:lnTo>
                    <a:pt x="287426" y="687132"/>
                  </a:lnTo>
                  <a:lnTo>
                    <a:pt x="217124" y="615332"/>
                  </a:lnTo>
                  <a:lnTo>
                    <a:pt x="126499" y="563121"/>
                  </a:lnTo>
                  <a:lnTo>
                    <a:pt x="0" y="421860"/>
                  </a:lnTo>
                  <a:lnTo>
                    <a:pt x="3688" y="382679"/>
                  </a:lnTo>
                  <a:lnTo>
                    <a:pt x="506" y="316935"/>
                  </a:lnTo>
                  <a:lnTo>
                    <a:pt x="38947" y="213064"/>
                  </a:lnTo>
                  <a:lnTo>
                    <a:pt x="75798" y="140438"/>
                  </a:lnTo>
                  <a:lnTo>
                    <a:pt x="126680" y="102817"/>
                  </a:lnTo>
                  <a:lnTo>
                    <a:pt x="274335" y="64508"/>
                  </a:lnTo>
                  <a:lnTo>
                    <a:pt x="311366" y="6884"/>
                  </a:lnTo>
                  <a:lnTo>
                    <a:pt x="314479" y="0"/>
                  </a:lnTo>
                  <a:lnTo>
                    <a:pt x="1042192" y="0"/>
                  </a:lnTo>
                  <a:close/>
                </a:path>
              </a:pathLst>
            </a:custGeom>
            <a:solidFill>
              <a:srgbClr val="FFEFDB">
                <a:alpha val="100000"/>
              </a:srgbClr>
            </a:solidFill>
            <a:ln w="5420" cap="flat">
              <a:solidFill>
                <a:srgbClr val="5959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2" name="pg662"/>
            <p:cNvSpPr/>
            <p:nvPr/>
          </p:nvSpPr>
          <p:spPr>
            <a:xfrm>
              <a:off x="2490532" y="1853932"/>
              <a:ext cx="2088998" cy="3682871"/>
            </a:xfrm>
            <a:custGeom>
              <a:avLst/>
              <a:pathLst>
                <a:path w="2088998" h="3682871">
                  <a:moveTo>
                    <a:pt x="1987487" y="41706"/>
                  </a:moveTo>
                  <a:lnTo>
                    <a:pt x="1877912" y="69968"/>
                  </a:lnTo>
                  <a:lnTo>
                    <a:pt x="1818858" y="101074"/>
                  </a:lnTo>
                  <a:lnTo>
                    <a:pt x="1771628" y="148650"/>
                  </a:lnTo>
                  <a:lnTo>
                    <a:pt x="1743674" y="208385"/>
                  </a:lnTo>
                  <a:lnTo>
                    <a:pt x="1680388" y="280369"/>
                  </a:lnTo>
                  <a:lnTo>
                    <a:pt x="1684836" y="328588"/>
                  </a:lnTo>
                  <a:lnTo>
                    <a:pt x="1695432" y="362859"/>
                  </a:lnTo>
                  <a:lnTo>
                    <a:pt x="1690550" y="434293"/>
                  </a:lnTo>
                  <a:lnTo>
                    <a:pt x="1730583" y="503937"/>
                  </a:lnTo>
                  <a:lnTo>
                    <a:pt x="1809961" y="618039"/>
                  </a:lnTo>
                  <a:lnTo>
                    <a:pt x="1825114" y="795269"/>
                  </a:lnTo>
                  <a:lnTo>
                    <a:pt x="1885687" y="913867"/>
                  </a:lnTo>
                  <a:lnTo>
                    <a:pt x="1978519" y="1052146"/>
                  </a:lnTo>
                  <a:lnTo>
                    <a:pt x="2049905" y="1091464"/>
                  </a:lnTo>
                  <a:lnTo>
                    <a:pt x="2053377" y="1142895"/>
                  </a:lnTo>
                  <a:lnTo>
                    <a:pt x="2020432" y="1227817"/>
                  </a:lnTo>
                  <a:lnTo>
                    <a:pt x="1977000" y="1266630"/>
                  </a:lnTo>
                  <a:lnTo>
                    <a:pt x="2033487" y="1258877"/>
                  </a:lnTo>
                  <a:lnTo>
                    <a:pt x="2061622" y="1278284"/>
                  </a:lnTo>
                  <a:lnTo>
                    <a:pt x="2088998" y="1349121"/>
                  </a:lnTo>
                  <a:lnTo>
                    <a:pt x="2086864" y="1421426"/>
                  </a:lnTo>
                  <a:lnTo>
                    <a:pt x="2077606" y="1462167"/>
                  </a:lnTo>
                  <a:lnTo>
                    <a:pt x="2060501" y="1478408"/>
                  </a:lnTo>
                  <a:lnTo>
                    <a:pt x="2061224" y="1436796"/>
                  </a:lnTo>
                  <a:lnTo>
                    <a:pt x="2049110" y="1422344"/>
                  </a:lnTo>
                  <a:lnTo>
                    <a:pt x="2029111" y="1440374"/>
                  </a:lnTo>
                  <a:lnTo>
                    <a:pt x="2016165" y="1460928"/>
                  </a:lnTo>
                  <a:lnTo>
                    <a:pt x="2010776" y="1541905"/>
                  </a:lnTo>
                  <a:lnTo>
                    <a:pt x="1997071" y="1582370"/>
                  </a:lnTo>
                  <a:lnTo>
                    <a:pt x="1948612" y="1594390"/>
                  </a:lnTo>
                  <a:lnTo>
                    <a:pt x="1899466" y="1700646"/>
                  </a:lnTo>
                  <a:lnTo>
                    <a:pt x="1853755" y="1760931"/>
                  </a:lnTo>
                  <a:lnTo>
                    <a:pt x="1673879" y="2168566"/>
                  </a:lnTo>
                  <a:lnTo>
                    <a:pt x="1680750" y="2236697"/>
                  </a:lnTo>
                  <a:lnTo>
                    <a:pt x="1647841" y="2258627"/>
                  </a:lnTo>
                  <a:lnTo>
                    <a:pt x="1598008" y="2276474"/>
                  </a:lnTo>
                  <a:lnTo>
                    <a:pt x="1547596" y="2317214"/>
                  </a:lnTo>
                  <a:lnTo>
                    <a:pt x="1514145" y="2362130"/>
                  </a:lnTo>
                  <a:lnTo>
                    <a:pt x="1483081" y="2482929"/>
                  </a:lnTo>
                  <a:lnTo>
                    <a:pt x="1423556" y="2618915"/>
                  </a:lnTo>
                  <a:lnTo>
                    <a:pt x="1386416" y="2562254"/>
                  </a:lnTo>
                  <a:lnTo>
                    <a:pt x="1376905" y="2513760"/>
                  </a:lnTo>
                  <a:lnTo>
                    <a:pt x="1393432" y="2387272"/>
                  </a:lnTo>
                  <a:lnTo>
                    <a:pt x="1457803" y="2179898"/>
                  </a:lnTo>
                  <a:lnTo>
                    <a:pt x="1528719" y="2050978"/>
                  </a:lnTo>
                  <a:lnTo>
                    <a:pt x="1582819" y="1989868"/>
                  </a:lnTo>
                  <a:lnTo>
                    <a:pt x="1627300" y="1865306"/>
                  </a:lnTo>
                  <a:lnTo>
                    <a:pt x="1571103" y="1846725"/>
                  </a:lnTo>
                  <a:lnTo>
                    <a:pt x="1485432" y="1848744"/>
                  </a:lnTo>
                  <a:lnTo>
                    <a:pt x="1501560" y="1791257"/>
                  </a:lnTo>
                  <a:lnTo>
                    <a:pt x="1526549" y="1740607"/>
                  </a:lnTo>
                  <a:lnTo>
                    <a:pt x="1481888" y="1690140"/>
                  </a:lnTo>
                  <a:lnTo>
                    <a:pt x="1455452" y="1683717"/>
                  </a:lnTo>
                  <a:lnTo>
                    <a:pt x="1428221" y="1663025"/>
                  </a:lnTo>
                  <a:lnTo>
                    <a:pt x="1460153" y="1621000"/>
                  </a:lnTo>
                  <a:lnTo>
                    <a:pt x="1475740" y="1576589"/>
                  </a:lnTo>
                  <a:lnTo>
                    <a:pt x="1466229" y="1522544"/>
                  </a:lnTo>
                  <a:lnTo>
                    <a:pt x="1479609" y="1481849"/>
                  </a:lnTo>
                  <a:lnTo>
                    <a:pt x="1457296" y="1487997"/>
                  </a:lnTo>
                  <a:lnTo>
                    <a:pt x="1421422" y="1531077"/>
                  </a:lnTo>
                  <a:lnTo>
                    <a:pt x="1399110" y="1548282"/>
                  </a:lnTo>
                  <a:lnTo>
                    <a:pt x="1385512" y="1510156"/>
                  </a:lnTo>
                  <a:lnTo>
                    <a:pt x="1369998" y="1518782"/>
                  </a:lnTo>
                  <a:lnTo>
                    <a:pt x="1359909" y="1544979"/>
                  </a:lnTo>
                  <a:lnTo>
                    <a:pt x="1337017" y="1559385"/>
                  </a:lnTo>
                  <a:lnTo>
                    <a:pt x="1288667" y="1523553"/>
                  </a:lnTo>
                  <a:lnTo>
                    <a:pt x="1218184" y="1482537"/>
                  </a:lnTo>
                  <a:lnTo>
                    <a:pt x="1178947" y="1411975"/>
                  </a:lnTo>
                  <a:lnTo>
                    <a:pt x="1156562" y="1357287"/>
                  </a:lnTo>
                  <a:lnTo>
                    <a:pt x="1179309" y="1258326"/>
                  </a:lnTo>
                  <a:lnTo>
                    <a:pt x="1228021" y="1240755"/>
                  </a:lnTo>
                  <a:lnTo>
                    <a:pt x="1291307" y="1256812"/>
                  </a:lnTo>
                  <a:lnTo>
                    <a:pt x="1374265" y="1256675"/>
                  </a:lnTo>
                  <a:lnTo>
                    <a:pt x="1362404" y="1234699"/>
                  </a:lnTo>
                  <a:lnTo>
                    <a:pt x="1332786" y="1238323"/>
                  </a:lnTo>
                  <a:lnTo>
                    <a:pt x="1245343" y="1158035"/>
                  </a:lnTo>
                  <a:lnTo>
                    <a:pt x="1217208" y="1109541"/>
                  </a:lnTo>
                  <a:lnTo>
                    <a:pt x="1168821" y="1096236"/>
                  </a:lnTo>
                  <a:lnTo>
                    <a:pt x="1146762" y="1142849"/>
                  </a:lnTo>
                  <a:lnTo>
                    <a:pt x="1122279" y="1155236"/>
                  </a:lnTo>
                  <a:lnTo>
                    <a:pt x="1152512" y="1053247"/>
                  </a:lnTo>
                  <a:lnTo>
                    <a:pt x="1192038" y="1049072"/>
                  </a:lnTo>
                  <a:lnTo>
                    <a:pt x="1250406" y="1020811"/>
                  </a:lnTo>
                  <a:lnTo>
                    <a:pt x="1233445" y="961764"/>
                  </a:lnTo>
                  <a:lnTo>
                    <a:pt x="1196595" y="935934"/>
                  </a:lnTo>
                  <a:lnTo>
                    <a:pt x="1130054" y="968325"/>
                  </a:lnTo>
                  <a:lnTo>
                    <a:pt x="1130850" y="926804"/>
                  </a:lnTo>
                  <a:lnTo>
                    <a:pt x="1143326" y="873631"/>
                  </a:lnTo>
                  <a:lnTo>
                    <a:pt x="1193485" y="873814"/>
                  </a:lnTo>
                  <a:lnTo>
                    <a:pt x="1237423" y="891156"/>
                  </a:lnTo>
                  <a:lnTo>
                    <a:pt x="1274816" y="805271"/>
                  </a:lnTo>
                  <a:lnTo>
                    <a:pt x="1276480" y="766916"/>
                  </a:lnTo>
                  <a:lnTo>
                    <a:pt x="1214351" y="822659"/>
                  </a:lnTo>
                  <a:lnTo>
                    <a:pt x="1200392" y="702410"/>
                  </a:lnTo>
                  <a:lnTo>
                    <a:pt x="1261544" y="586428"/>
                  </a:lnTo>
                  <a:lnTo>
                    <a:pt x="1319876" y="535869"/>
                  </a:lnTo>
                  <a:lnTo>
                    <a:pt x="1392745" y="537337"/>
                  </a:lnTo>
                  <a:lnTo>
                    <a:pt x="1466807" y="529171"/>
                  </a:lnTo>
                  <a:lnTo>
                    <a:pt x="1420338" y="507929"/>
                  </a:lnTo>
                  <a:lnTo>
                    <a:pt x="1372638" y="496413"/>
                  </a:lnTo>
                  <a:lnTo>
                    <a:pt x="1408476" y="450580"/>
                  </a:lnTo>
                  <a:lnTo>
                    <a:pt x="1439034" y="442368"/>
                  </a:lnTo>
                  <a:lnTo>
                    <a:pt x="1469050" y="402407"/>
                  </a:lnTo>
                  <a:lnTo>
                    <a:pt x="1396868" y="408326"/>
                  </a:lnTo>
                  <a:lnTo>
                    <a:pt x="1405366" y="332717"/>
                  </a:lnTo>
                  <a:lnTo>
                    <a:pt x="1370287" y="348086"/>
                  </a:lnTo>
                  <a:lnTo>
                    <a:pt x="1328302" y="355198"/>
                  </a:lnTo>
                  <a:lnTo>
                    <a:pt x="1311956" y="387267"/>
                  </a:lnTo>
                  <a:lnTo>
                    <a:pt x="1315175" y="440533"/>
                  </a:lnTo>
                  <a:lnTo>
                    <a:pt x="1302915" y="475492"/>
                  </a:lnTo>
                  <a:lnTo>
                    <a:pt x="1270260" y="503570"/>
                  </a:lnTo>
                  <a:lnTo>
                    <a:pt x="1215111" y="525455"/>
                  </a:lnTo>
                  <a:lnTo>
                    <a:pt x="1209758" y="487513"/>
                  </a:lnTo>
                  <a:lnTo>
                    <a:pt x="1191532" y="470308"/>
                  </a:lnTo>
                  <a:lnTo>
                    <a:pt x="1184733" y="551560"/>
                  </a:lnTo>
                  <a:lnTo>
                    <a:pt x="1170268" y="579179"/>
                  </a:lnTo>
                  <a:lnTo>
                    <a:pt x="1129946" y="502928"/>
                  </a:lnTo>
                  <a:lnTo>
                    <a:pt x="1117831" y="518298"/>
                  </a:lnTo>
                  <a:lnTo>
                    <a:pt x="1119386" y="539952"/>
                  </a:lnTo>
                  <a:lnTo>
                    <a:pt x="1109080" y="577390"/>
                  </a:lnTo>
                  <a:lnTo>
                    <a:pt x="1074507" y="596888"/>
                  </a:lnTo>
                  <a:lnTo>
                    <a:pt x="1076641" y="644878"/>
                  </a:lnTo>
                  <a:lnTo>
                    <a:pt x="1063225" y="671029"/>
                  </a:lnTo>
                  <a:lnTo>
                    <a:pt x="952492" y="629371"/>
                  </a:lnTo>
                  <a:lnTo>
                    <a:pt x="949889" y="643501"/>
                  </a:lnTo>
                  <a:lnTo>
                    <a:pt x="1012524" y="733333"/>
                  </a:lnTo>
                  <a:lnTo>
                    <a:pt x="1058270" y="764026"/>
                  </a:lnTo>
                  <a:lnTo>
                    <a:pt x="1063839" y="813024"/>
                  </a:lnTo>
                  <a:lnTo>
                    <a:pt x="1024566" y="853673"/>
                  </a:lnTo>
                  <a:lnTo>
                    <a:pt x="970393" y="818576"/>
                  </a:lnTo>
                  <a:lnTo>
                    <a:pt x="961280" y="821145"/>
                  </a:lnTo>
                  <a:lnTo>
                    <a:pt x="990717" y="881338"/>
                  </a:lnTo>
                  <a:lnTo>
                    <a:pt x="1009269" y="933916"/>
                  </a:lnTo>
                  <a:lnTo>
                    <a:pt x="990175" y="977960"/>
                  </a:lnTo>
                  <a:lnTo>
                    <a:pt x="993140" y="1032189"/>
                  </a:lnTo>
                  <a:lnTo>
                    <a:pt x="989017" y="1081371"/>
                  </a:lnTo>
                  <a:lnTo>
                    <a:pt x="977337" y="1124268"/>
                  </a:lnTo>
                  <a:lnTo>
                    <a:pt x="1003663" y="1322006"/>
                  </a:lnTo>
                  <a:lnTo>
                    <a:pt x="1035379" y="1375777"/>
                  </a:lnTo>
                  <a:lnTo>
                    <a:pt x="1066552" y="1427207"/>
                  </a:lnTo>
                  <a:lnTo>
                    <a:pt x="1083078" y="1475334"/>
                  </a:lnTo>
                  <a:lnTo>
                    <a:pt x="1049989" y="1482354"/>
                  </a:lnTo>
                  <a:lnTo>
                    <a:pt x="997299" y="1442760"/>
                  </a:lnTo>
                  <a:lnTo>
                    <a:pt x="951010" y="1412572"/>
                  </a:lnTo>
                  <a:lnTo>
                    <a:pt x="895861" y="1316042"/>
                  </a:lnTo>
                  <a:lnTo>
                    <a:pt x="886747" y="1277504"/>
                  </a:lnTo>
                  <a:lnTo>
                    <a:pt x="873295" y="1247040"/>
                  </a:lnTo>
                  <a:lnTo>
                    <a:pt x="879804" y="1317006"/>
                  </a:lnTo>
                  <a:lnTo>
                    <a:pt x="899477" y="1395138"/>
                  </a:lnTo>
                  <a:lnTo>
                    <a:pt x="1072193" y="1569983"/>
                  </a:lnTo>
                  <a:lnTo>
                    <a:pt x="1104089" y="1637058"/>
                  </a:lnTo>
                  <a:lnTo>
                    <a:pt x="1128391" y="1689773"/>
                  </a:lnTo>
                  <a:lnTo>
                    <a:pt x="1122279" y="1740286"/>
                  </a:lnTo>
                  <a:lnTo>
                    <a:pt x="1077256" y="1704546"/>
                  </a:lnTo>
                  <a:lnTo>
                    <a:pt x="1038416" y="1658988"/>
                  </a:lnTo>
                  <a:lnTo>
                    <a:pt x="935315" y="1607512"/>
                  </a:lnTo>
                  <a:lnTo>
                    <a:pt x="805308" y="1574983"/>
                  </a:lnTo>
                  <a:lnTo>
                    <a:pt x="732004" y="1455331"/>
                  </a:lnTo>
                  <a:lnTo>
                    <a:pt x="732258" y="1505247"/>
                  </a:lnTo>
                  <a:lnTo>
                    <a:pt x="715984" y="1547594"/>
                  </a:lnTo>
                  <a:lnTo>
                    <a:pt x="671178" y="1495980"/>
                  </a:lnTo>
                  <a:lnTo>
                    <a:pt x="642934" y="1451936"/>
                  </a:lnTo>
                  <a:lnTo>
                    <a:pt x="633459" y="1403671"/>
                  </a:lnTo>
                  <a:lnTo>
                    <a:pt x="577515" y="1406974"/>
                  </a:lnTo>
                  <a:lnTo>
                    <a:pt x="518858" y="1448908"/>
                  </a:lnTo>
                  <a:lnTo>
                    <a:pt x="462117" y="1438952"/>
                  </a:lnTo>
                  <a:lnTo>
                    <a:pt x="455391" y="1357104"/>
                  </a:lnTo>
                  <a:lnTo>
                    <a:pt x="470724" y="1313748"/>
                  </a:lnTo>
                  <a:lnTo>
                    <a:pt x="534408" y="1211209"/>
                  </a:lnTo>
                  <a:lnTo>
                    <a:pt x="594403" y="1158861"/>
                  </a:lnTo>
                  <a:lnTo>
                    <a:pt x="620875" y="1091281"/>
                  </a:lnTo>
                  <a:lnTo>
                    <a:pt x="611834" y="986493"/>
                  </a:lnTo>
                  <a:lnTo>
                    <a:pt x="600551" y="1093116"/>
                  </a:lnTo>
                  <a:lnTo>
                    <a:pt x="566268" y="1145969"/>
                  </a:lnTo>
                  <a:lnTo>
                    <a:pt x="512384" y="1186342"/>
                  </a:lnTo>
                  <a:lnTo>
                    <a:pt x="441468" y="1258280"/>
                  </a:lnTo>
                  <a:lnTo>
                    <a:pt x="424146" y="1324805"/>
                  </a:lnTo>
                  <a:lnTo>
                    <a:pt x="402014" y="1449367"/>
                  </a:lnTo>
                  <a:lnTo>
                    <a:pt x="431957" y="1491529"/>
                  </a:lnTo>
                  <a:lnTo>
                    <a:pt x="462551" y="1502540"/>
                  </a:lnTo>
                  <a:lnTo>
                    <a:pt x="552924" y="1474279"/>
                  </a:lnTo>
                  <a:lnTo>
                    <a:pt x="599683" y="1486896"/>
                  </a:lnTo>
                  <a:lnTo>
                    <a:pt x="703689" y="1636874"/>
                  </a:lnTo>
                  <a:lnTo>
                    <a:pt x="897343" y="1696196"/>
                  </a:lnTo>
                  <a:lnTo>
                    <a:pt x="967970" y="1733266"/>
                  </a:lnTo>
                  <a:lnTo>
                    <a:pt x="1025542" y="1811536"/>
                  </a:lnTo>
                  <a:lnTo>
                    <a:pt x="1112081" y="1856589"/>
                  </a:lnTo>
                  <a:lnTo>
                    <a:pt x="1179237" y="1922058"/>
                  </a:lnTo>
                  <a:lnTo>
                    <a:pt x="1181045" y="1964772"/>
                  </a:lnTo>
                  <a:lnTo>
                    <a:pt x="1157792" y="2015285"/>
                  </a:lnTo>
                  <a:lnTo>
                    <a:pt x="1148606" y="2083644"/>
                  </a:lnTo>
                  <a:lnTo>
                    <a:pt x="1120073" y="2126771"/>
                  </a:lnTo>
                  <a:lnTo>
                    <a:pt x="1051580" y="2131726"/>
                  </a:lnTo>
                  <a:lnTo>
                    <a:pt x="1010209" y="2120623"/>
                  </a:lnTo>
                  <a:lnTo>
                    <a:pt x="787804" y="1880308"/>
                  </a:lnTo>
                  <a:lnTo>
                    <a:pt x="761261" y="1858195"/>
                  </a:lnTo>
                  <a:lnTo>
                    <a:pt x="678772" y="1732349"/>
                  </a:lnTo>
                  <a:lnTo>
                    <a:pt x="581999" y="1664952"/>
                  </a:lnTo>
                  <a:lnTo>
                    <a:pt x="552056" y="1666374"/>
                  </a:lnTo>
                  <a:lnTo>
                    <a:pt x="689802" y="1791028"/>
                  </a:lnTo>
                  <a:lnTo>
                    <a:pt x="746036" y="1878198"/>
                  </a:lnTo>
                  <a:lnTo>
                    <a:pt x="845087" y="2000420"/>
                  </a:lnTo>
                  <a:lnTo>
                    <a:pt x="915895" y="2052171"/>
                  </a:lnTo>
                  <a:lnTo>
                    <a:pt x="968006" y="2132918"/>
                  </a:lnTo>
                  <a:lnTo>
                    <a:pt x="1016429" y="2170769"/>
                  </a:lnTo>
                  <a:lnTo>
                    <a:pt x="1148642" y="2224676"/>
                  </a:lnTo>
                  <a:lnTo>
                    <a:pt x="1102679" y="2263398"/>
                  </a:lnTo>
                  <a:lnTo>
                    <a:pt x="1176054" y="2296385"/>
                  </a:lnTo>
                  <a:lnTo>
                    <a:pt x="1186542" y="2357037"/>
                  </a:lnTo>
                  <a:lnTo>
                    <a:pt x="1179815" y="2426177"/>
                  </a:lnTo>
                  <a:lnTo>
                    <a:pt x="1077979" y="2398833"/>
                  </a:lnTo>
                  <a:lnTo>
                    <a:pt x="1074652" y="2449759"/>
                  </a:lnTo>
                  <a:lnTo>
                    <a:pt x="1083765" y="2479810"/>
                  </a:lnTo>
                  <a:lnTo>
                    <a:pt x="1038778" y="2504630"/>
                  </a:lnTo>
                  <a:lnTo>
                    <a:pt x="976216" y="2470955"/>
                  </a:lnTo>
                  <a:lnTo>
                    <a:pt x="813770" y="2286751"/>
                  </a:lnTo>
                  <a:lnTo>
                    <a:pt x="815144" y="2311388"/>
                  </a:lnTo>
                  <a:lnTo>
                    <a:pt x="828307" y="2339970"/>
                  </a:lnTo>
                  <a:lnTo>
                    <a:pt x="922513" y="2458568"/>
                  </a:lnTo>
                  <a:lnTo>
                    <a:pt x="1006593" y="2529680"/>
                  </a:lnTo>
                  <a:lnTo>
                    <a:pt x="1077871" y="2561796"/>
                  </a:lnTo>
                  <a:lnTo>
                    <a:pt x="1132803" y="2621392"/>
                  </a:lnTo>
                  <a:lnTo>
                    <a:pt x="1152186" y="2657453"/>
                  </a:lnTo>
                  <a:lnTo>
                    <a:pt x="1165133" y="2712141"/>
                  </a:lnTo>
                  <a:lnTo>
                    <a:pt x="1124413" y="2749303"/>
                  </a:lnTo>
                  <a:lnTo>
                    <a:pt x="1078051" y="2769811"/>
                  </a:lnTo>
                  <a:lnTo>
                    <a:pt x="1032775" y="2732741"/>
                  </a:lnTo>
                  <a:lnTo>
                    <a:pt x="999577" y="2693698"/>
                  </a:lnTo>
                  <a:lnTo>
                    <a:pt x="928878" y="2627403"/>
                  </a:lnTo>
                  <a:lnTo>
                    <a:pt x="907686" y="2553308"/>
                  </a:lnTo>
                  <a:lnTo>
                    <a:pt x="853911" y="2557116"/>
                  </a:lnTo>
                  <a:lnTo>
                    <a:pt x="629156" y="2463156"/>
                  </a:lnTo>
                  <a:lnTo>
                    <a:pt x="448520" y="2452328"/>
                  </a:lnTo>
                  <a:lnTo>
                    <a:pt x="466168" y="2471230"/>
                  </a:lnTo>
                  <a:lnTo>
                    <a:pt x="489023" y="2483801"/>
                  </a:lnTo>
                  <a:lnTo>
                    <a:pt x="632881" y="2506970"/>
                  </a:lnTo>
                  <a:lnTo>
                    <a:pt x="689730" y="2550234"/>
                  </a:lnTo>
                  <a:lnTo>
                    <a:pt x="808056" y="2588635"/>
                  </a:lnTo>
                  <a:lnTo>
                    <a:pt x="877345" y="2599141"/>
                  </a:lnTo>
                  <a:lnTo>
                    <a:pt x="905444" y="2717096"/>
                  </a:lnTo>
                  <a:lnTo>
                    <a:pt x="1001204" y="2798256"/>
                  </a:lnTo>
                  <a:lnTo>
                    <a:pt x="1013645" y="2858403"/>
                  </a:lnTo>
                  <a:lnTo>
                    <a:pt x="1079028" y="2865148"/>
                  </a:lnTo>
                  <a:lnTo>
                    <a:pt x="1194063" y="2806147"/>
                  </a:lnTo>
                  <a:lnTo>
                    <a:pt x="1268307" y="2826839"/>
                  </a:lnTo>
                  <a:lnTo>
                    <a:pt x="1375386" y="2843722"/>
                  </a:lnTo>
                  <a:lnTo>
                    <a:pt x="1399869" y="2891345"/>
                  </a:lnTo>
                  <a:lnTo>
                    <a:pt x="1418240" y="2981956"/>
                  </a:lnTo>
                  <a:lnTo>
                    <a:pt x="1456103" y="3083899"/>
                  </a:lnTo>
                  <a:lnTo>
                    <a:pt x="1554287" y="3485845"/>
                  </a:lnTo>
                  <a:lnTo>
                    <a:pt x="1642687" y="3682871"/>
                  </a:lnTo>
                  <a:lnTo>
                    <a:pt x="1615976" y="3682871"/>
                  </a:lnTo>
                  <a:lnTo>
                    <a:pt x="1576238" y="3603800"/>
                  </a:lnTo>
                  <a:lnTo>
                    <a:pt x="1515845" y="3446573"/>
                  </a:lnTo>
                  <a:lnTo>
                    <a:pt x="1453789" y="3168959"/>
                  </a:lnTo>
                  <a:lnTo>
                    <a:pt x="1435779" y="3106793"/>
                  </a:lnTo>
                  <a:lnTo>
                    <a:pt x="1414588" y="3081972"/>
                  </a:lnTo>
                  <a:lnTo>
                    <a:pt x="1400629" y="3102159"/>
                  </a:lnTo>
                  <a:lnTo>
                    <a:pt x="1394625" y="3137532"/>
                  </a:lnTo>
                  <a:lnTo>
                    <a:pt x="1404751" y="3164692"/>
                  </a:lnTo>
                  <a:lnTo>
                    <a:pt x="1380305" y="3256083"/>
                  </a:lnTo>
                  <a:lnTo>
                    <a:pt x="1390901" y="3298016"/>
                  </a:lnTo>
                  <a:lnTo>
                    <a:pt x="1430608" y="3341372"/>
                  </a:lnTo>
                  <a:lnTo>
                    <a:pt x="1473751" y="3449555"/>
                  </a:lnTo>
                  <a:lnTo>
                    <a:pt x="1508214" y="3595221"/>
                  </a:lnTo>
                  <a:lnTo>
                    <a:pt x="1461600" y="3536174"/>
                  </a:lnTo>
                  <a:lnTo>
                    <a:pt x="1411839" y="3504885"/>
                  </a:lnTo>
                  <a:lnTo>
                    <a:pt x="1334413" y="3480890"/>
                  </a:lnTo>
                  <a:lnTo>
                    <a:pt x="1265450" y="3438819"/>
                  </a:lnTo>
                  <a:lnTo>
                    <a:pt x="1270477" y="3499150"/>
                  </a:lnTo>
                  <a:lnTo>
                    <a:pt x="1263859" y="3564298"/>
                  </a:lnTo>
                  <a:lnTo>
                    <a:pt x="1210699" y="3544433"/>
                  </a:lnTo>
                  <a:lnTo>
                    <a:pt x="1174535" y="3522824"/>
                  </a:lnTo>
                  <a:lnTo>
                    <a:pt x="1206540" y="3592239"/>
                  </a:lnTo>
                  <a:lnTo>
                    <a:pt x="1137070" y="3571410"/>
                  </a:lnTo>
                  <a:lnTo>
                    <a:pt x="1090781" y="3575768"/>
                  </a:lnTo>
                  <a:lnTo>
                    <a:pt x="1060693" y="3637384"/>
                  </a:lnTo>
                  <a:lnTo>
                    <a:pt x="1020335" y="3674775"/>
                  </a:lnTo>
                  <a:lnTo>
                    <a:pt x="980297" y="3682871"/>
                  </a:lnTo>
                  <a:lnTo>
                    <a:pt x="954427" y="3682871"/>
                  </a:lnTo>
                  <a:lnTo>
                    <a:pt x="872137" y="3630502"/>
                  </a:lnTo>
                  <a:lnTo>
                    <a:pt x="843460" y="3562096"/>
                  </a:lnTo>
                  <a:lnTo>
                    <a:pt x="831598" y="3485937"/>
                  </a:lnTo>
                  <a:lnTo>
                    <a:pt x="826861" y="3575997"/>
                  </a:lnTo>
                  <a:lnTo>
                    <a:pt x="842628" y="3669774"/>
                  </a:lnTo>
                  <a:lnTo>
                    <a:pt x="841612" y="3682871"/>
                  </a:lnTo>
                  <a:lnTo>
                    <a:pt x="0" y="3682871"/>
                  </a:lnTo>
                  <a:lnTo>
                    <a:pt x="0" y="0"/>
                  </a:lnTo>
                  <a:lnTo>
                    <a:pt x="2024089" y="0"/>
                  </a:lnTo>
                  <a:close/>
                </a:path>
              </a:pathLst>
            </a:custGeom>
            <a:solidFill>
              <a:srgbClr val="FFEFDB">
                <a:alpha val="100000"/>
              </a:srgbClr>
            </a:solidFill>
            <a:ln w="5420" cap="flat">
              <a:solidFill>
                <a:srgbClr val="5959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3" name="pg663"/>
            <p:cNvSpPr/>
            <p:nvPr/>
          </p:nvSpPr>
          <p:spPr>
            <a:xfrm>
              <a:off x="5159228" y="2035019"/>
              <a:ext cx="108453" cy="203932"/>
            </a:xfrm>
            <a:custGeom>
              <a:avLst/>
              <a:pathLst>
                <a:path w="108453" h="203932">
                  <a:moveTo>
                    <a:pt x="1988" y="203932"/>
                  </a:moveTo>
                  <a:lnTo>
                    <a:pt x="0" y="176588"/>
                  </a:lnTo>
                  <a:lnTo>
                    <a:pt x="108453" y="0"/>
                  </a:lnTo>
                  <a:lnTo>
                    <a:pt x="88853" y="61707"/>
                  </a:lnTo>
                  <a:close/>
                </a:path>
              </a:pathLst>
            </a:custGeom>
            <a:solidFill>
              <a:srgbClr val="FFEFDB">
                <a:alpha val="100000"/>
              </a:srgbClr>
            </a:solidFill>
            <a:ln w="5420" cap="flat">
              <a:solidFill>
                <a:srgbClr val="5959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4" name="pg664"/>
            <p:cNvSpPr/>
            <p:nvPr/>
          </p:nvSpPr>
          <p:spPr>
            <a:xfrm>
              <a:off x="4325772" y="3395883"/>
              <a:ext cx="207830" cy="400294"/>
            </a:xfrm>
            <a:custGeom>
              <a:avLst/>
              <a:pathLst>
                <a:path w="207830" h="400294">
                  <a:moveTo>
                    <a:pt x="0" y="400294"/>
                  </a:moveTo>
                  <a:lnTo>
                    <a:pt x="112974" y="212144"/>
                  </a:lnTo>
                  <a:lnTo>
                    <a:pt x="178574" y="54504"/>
                  </a:lnTo>
                  <a:lnTo>
                    <a:pt x="207830" y="0"/>
                  </a:lnTo>
                  <a:lnTo>
                    <a:pt x="179442" y="110476"/>
                  </a:lnTo>
                  <a:lnTo>
                    <a:pt x="129826" y="212052"/>
                  </a:lnTo>
                  <a:lnTo>
                    <a:pt x="33668" y="385062"/>
                  </a:lnTo>
                  <a:close/>
                </a:path>
              </a:pathLst>
            </a:custGeom>
            <a:solidFill>
              <a:srgbClr val="FFEFDB">
                <a:alpha val="100000"/>
              </a:srgbClr>
            </a:solidFill>
            <a:ln w="5420" cap="flat">
              <a:solidFill>
                <a:srgbClr val="5959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5" name="pt665"/>
            <p:cNvSpPr/>
            <p:nvPr/>
          </p:nvSpPr>
          <p:spPr>
            <a:xfrm>
              <a:off x="4042131" y="3963949"/>
              <a:ext cx="144506" cy="144506"/>
            </a:xfrm>
            <a:prstGeom prst="ellipse">
              <a:avLst/>
            </a:prstGeom>
            <a:solidFill>
              <a:srgbClr val="7DD6B7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6" name="pt666"/>
            <p:cNvSpPr/>
            <p:nvPr/>
          </p:nvSpPr>
          <p:spPr>
            <a:xfrm>
              <a:off x="4598279" y="2594972"/>
              <a:ext cx="144506" cy="144506"/>
            </a:xfrm>
            <a:prstGeom prst="ellipse">
              <a:avLst/>
            </a:prstGeom>
            <a:solidFill>
              <a:srgbClr val="7AD5B6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7" name="pt667"/>
            <p:cNvSpPr/>
            <p:nvPr/>
          </p:nvSpPr>
          <p:spPr>
            <a:xfrm>
              <a:off x="4150995" y="2255653"/>
              <a:ext cx="144506" cy="144506"/>
            </a:xfrm>
            <a:prstGeom prst="ellipse">
              <a:avLst/>
            </a:prstGeom>
            <a:solidFill>
              <a:srgbClr val="7BD5B6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8" name="pt668"/>
            <p:cNvSpPr/>
            <p:nvPr/>
          </p:nvSpPr>
          <p:spPr>
            <a:xfrm>
              <a:off x="3069870" y="3287113"/>
              <a:ext cx="144506" cy="144506"/>
            </a:xfrm>
            <a:prstGeom prst="ellipse">
              <a:avLst/>
            </a:prstGeom>
            <a:solidFill>
              <a:srgbClr val="A3E2C8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9" name="pt669"/>
            <p:cNvSpPr/>
            <p:nvPr/>
          </p:nvSpPr>
          <p:spPr>
            <a:xfrm>
              <a:off x="3376420" y="4483362"/>
              <a:ext cx="144506" cy="144506"/>
            </a:xfrm>
            <a:prstGeom prst="ellipse">
              <a:avLst/>
            </a:prstGeom>
            <a:solidFill>
              <a:srgbClr val="3799A9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0" name="pt670"/>
            <p:cNvSpPr/>
            <p:nvPr/>
          </p:nvSpPr>
          <p:spPr>
            <a:xfrm>
              <a:off x="3451137" y="3622232"/>
              <a:ext cx="144506" cy="144506"/>
            </a:xfrm>
            <a:prstGeom prst="ellipse">
              <a:avLst/>
            </a:prstGeom>
            <a:solidFill>
              <a:srgbClr val="DCF4E4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1" name="pt671"/>
            <p:cNvSpPr/>
            <p:nvPr/>
          </p:nvSpPr>
          <p:spPr>
            <a:xfrm>
              <a:off x="3423386" y="4310975"/>
              <a:ext cx="144506" cy="144506"/>
            </a:xfrm>
            <a:prstGeom prst="ellipse">
              <a:avLst/>
            </a:prstGeom>
            <a:solidFill>
              <a:srgbClr val="60CEAC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2" name="pt672"/>
            <p:cNvSpPr/>
            <p:nvPr/>
          </p:nvSpPr>
          <p:spPr>
            <a:xfrm>
              <a:off x="3349319" y="4456260"/>
              <a:ext cx="198708" cy="198708"/>
            </a:xfrm>
            <a:prstGeom prst="ellipse">
              <a:avLst/>
            </a:prstGeom>
            <a:solidFill>
              <a:srgbClr val="3799A9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3" name="pt673"/>
            <p:cNvSpPr/>
            <p:nvPr/>
          </p:nvSpPr>
          <p:spPr>
            <a:xfrm>
              <a:off x="3424036" y="3595130"/>
              <a:ext cx="198708" cy="198708"/>
            </a:xfrm>
            <a:prstGeom prst="ellipse">
              <a:avLst/>
            </a:prstGeom>
            <a:solidFill>
              <a:srgbClr val="DCF4E4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4" name="pt674"/>
            <p:cNvSpPr/>
            <p:nvPr/>
          </p:nvSpPr>
          <p:spPr>
            <a:xfrm>
              <a:off x="3396285" y="4283874"/>
              <a:ext cx="198708" cy="198708"/>
            </a:xfrm>
            <a:prstGeom prst="ellipse">
              <a:avLst/>
            </a:prstGeom>
            <a:solidFill>
              <a:srgbClr val="60CEAC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5" name="pg675"/>
            <p:cNvSpPr/>
            <p:nvPr/>
          </p:nvSpPr>
          <p:spPr>
            <a:xfrm>
              <a:off x="3241457" y="3539977"/>
              <a:ext cx="267615" cy="231762"/>
            </a:xfrm>
            <a:custGeom>
              <a:avLst/>
              <a:pathLst>
                <a:path w="267615" h="231762">
                  <a:moveTo>
                    <a:pt x="133807" y="0"/>
                  </a:moveTo>
                  <a:lnTo>
                    <a:pt x="267615" y="231762"/>
                  </a:lnTo>
                  <a:lnTo>
                    <a:pt x="0" y="231762"/>
                  </a:lnTo>
                  <a:close/>
                </a:path>
              </a:pathLst>
            </a:custGeom>
            <a:solidFill>
              <a:srgbClr val="FF1493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6" name="pl676"/>
            <p:cNvSpPr/>
            <p:nvPr/>
          </p:nvSpPr>
          <p:spPr>
            <a:xfrm>
              <a:off x="3462631" y="4297677"/>
              <a:ext cx="1080921" cy="254649"/>
            </a:xfrm>
            <a:custGeom>
              <a:avLst/>
              <a:pathLst>
                <a:path w="1080921" h="254649">
                  <a:moveTo>
                    <a:pt x="1080921" y="0"/>
                  </a:moveTo>
                  <a:lnTo>
                    <a:pt x="0" y="254649"/>
                  </a:lnTo>
                </a:path>
              </a:pathLst>
            </a:custGeom>
            <a:ln w="1355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7" name="pl677"/>
            <p:cNvSpPr/>
            <p:nvPr/>
          </p:nvSpPr>
          <p:spPr>
            <a:xfrm>
              <a:off x="3536967" y="3324741"/>
              <a:ext cx="1087496" cy="365184"/>
            </a:xfrm>
            <a:custGeom>
              <a:avLst/>
              <a:pathLst>
                <a:path w="1087496" h="365184">
                  <a:moveTo>
                    <a:pt x="1087496" y="0"/>
                  </a:moveTo>
                  <a:lnTo>
                    <a:pt x="0" y="365184"/>
                  </a:lnTo>
                </a:path>
              </a:pathLst>
            </a:custGeom>
            <a:ln w="1355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8" name="pl678"/>
            <p:cNvSpPr/>
            <p:nvPr/>
          </p:nvSpPr>
          <p:spPr>
            <a:xfrm>
              <a:off x="3508991" y="3884259"/>
              <a:ext cx="1279166" cy="493815"/>
            </a:xfrm>
            <a:custGeom>
              <a:avLst/>
              <a:pathLst>
                <a:path w="1279166" h="493815">
                  <a:moveTo>
                    <a:pt x="1279166" y="0"/>
                  </a:moveTo>
                  <a:lnTo>
                    <a:pt x="0" y="493815"/>
                  </a:lnTo>
                </a:path>
              </a:pathLst>
            </a:custGeom>
            <a:ln w="1355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9" name="pg679"/>
            <p:cNvSpPr/>
            <p:nvPr/>
          </p:nvSpPr>
          <p:spPr>
            <a:xfrm>
              <a:off x="4543552" y="4131391"/>
              <a:ext cx="1193383" cy="324612"/>
            </a:xfrm>
            <a:custGeom>
              <a:avLst/>
              <a:pathLst>
                <a:path w="1193383" h="324612">
                  <a:moveTo>
                    <a:pt x="27432" y="324612"/>
                  </a:moveTo>
                  <a:lnTo>
                    <a:pt x="1165951" y="324612"/>
                  </a:lnTo>
                  <a:lnTo>
                    <a:pt x="1164846" y="324589"/>
                  </a:lnTo>
                  <a:lnTo>
                    <a:pt x="1169258" y="324411"/>
                  </a:lnTo>
                  <a:lnTo>
                    <a:pt x="1173583" y="323528"/>
                  </a:lnTo>
                  <a:lnTo>
                    <a:pt x="1177711" y="321963"/>
                  </a:lnTo>
                  <a:lnTo>
                    <a:pt x="1181534" y="319756"/>
                  </a:lnTo>
                  <a:lnTo>
                    <a:pt x="1184954" y="316964"/>
                  </a:lnTo>
                  <a:lnTo>
                    <a:pt x="1187881" y="313659"/>
                  </a:lnTo>
                  <a:lnTo>
                    <a:pt x="1190241" y="309928"/>
                  </a:lnTo>
                  <a:lnTo>
                    <a:pt x="1191971" y="305866"/>
                  </a:lnTo>
                  <a:lnTo>
                    <a:pt x="1193028" y="301580"/>
                  </a:lnTo>
                  <a:lnTo>
                    <a:pt x="1193383" y="297179"/>
                  </a:lnTo>
                  <a:lnTo>
                    <a:pt x="1193383" y="27431"/>
                  </a:lnTo>
                  <a:lnTo>
                    <a:pt x="1193028" y="23031"/>
                  </a:lnTo>
                  <a:lnTo>
                    <a:pt x="1191971" y="18745"/>
                  </a:lnTo>
                  <a:lnTo>
                    <a:pt x="1190241" y="14683"/>
                  </a:lnTo>
                  <a:lnTo>
                    <a:pt x="1187881" y="10952"/>
                  </a:lnTo>
                  <a:lnTo>
                    <a:pt x="1184954" y="7647"/>
                  </a:lnTo>
                  <a:lnTo>
                    <a:pt x="1181534" y="4855"/>
                  </a:lnTo>
                  <a:lnTo>
                    <a:pt x="1177711" y="2648"/>
                  </a:lnTo>
                  <a:lnTo>
                    <a:pt x="1173583" y="1083"/>
                  </a:lnTo>
                  <a:lnTo>
                    <a:pt x="1169258" y="200"/>
                  </a:lnTo>
                  <a:lnTo>
                    <a:pt x="1165951" y="0"/>
                  </a:lnTo>
                  <a:lnTo>
                    <a:pt x="27432" y="0"/>
                  </a:lnTo>
                  <a:lnTo>
                    <a:pt x="30738" y="200"/>
                  </a:lnTo>
                  <a:lnTo>
                    <a:pt x="26327" y="22"/>
                  </a:lnTo>
                  <a:lnTo>
                    <a:pt x="21944" y="554"/>
                  </a:lnTo>
                  <a:lnTo>
                    <a:pt x="17704" y="1782"/>
                  </a:lnTo>
                  <a:lnTo>
                    <a:pt x="13715" y="3675"/>
                  </a:lnTo>
                  <a:lnTo>
                    <a:pt x="10082" y="6183"/>
                  </a:lnTo>
                  <a:lnTo>
                    <a:pt x="6898" y="9241"/>
                  </a:lnTo>
                  <a:lnTo>
                    <a:pt x="4246" y="12770"/>
                  </a:lnTo>
                  <a:lnTo>
                    <a:pt x="2195" y="16679"/>
                  </a:lnTo>
                  <a:lnTo>
                    <a:pt x="797" y="20867"/>
                  </a:lnTo>
                  <a:lnTo>
                    <a:pt x="88" y="25224"/>
                  </a:lnTo>
                  <a:lnTo>
                    <a:pt x="0" y="27431"/>
                  </a:lnTo>
                  <a:lnTo>
                    <a:pt x="0" y="297179"/>
                  </a:lnTo>
                  <a:lnTo>
                    <a:pt x="88" y="294972"/>
                  </a:lnTo>
                  <a:lnTo>
                    <a:pt x="88" y="299387"/>
                  </a:lnTo>
                  <a:lnTo>
                    <a:pt x="797" y="303744"/>
                  </a:lnTo>
                  <a:lnTo>
                    <a:pt x="2195" y="307932"/>
                  </a:lnTo>
                  <a:lnTo>
                    <a:pt x="4246" y="311841"/>
                  </a:lnTo>
                  <a:lnTo>
                    <a:pt x="6898" y="315370"/>
                  </a:lnTo>
                  <a:lnTo>
                    <a:pt x="10082" y="318428"/>
                  </a:lnTo>
                  <a:lnTo>
                    <a:pt x="13715" y="320936"/>
                  </a:lnTo>
                  <a:lnTo>
                    <a:pt x="17704" y="322829"/>
                  </a:lnTo>
                  <a:lnTo>
                    <a:pt x="21944" y="324057"/>
                  </a:lnTo>
                  <a:lnTo>
                    <a:pt x="26327" y="324589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6775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0" name="tx680"/>
            <p:cNvSpPr/>
            <p:nvPr/>
          </p:nvSpPr>
          <p:spPr>
            <a:xfrm>
              <a:off x="4589272" y="4177111"/>
              <a:ext cx="1101943" cy="23317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256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256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W4_VA</a:t>
              </a:r>
            </a:p>
          </p:txBody>
        </p:sp>
        <p:sp>
          <p:nvSpPr>
            <p:cNvPr id="681" name="pg681"/>
            <p:cNvSpPr/>
            <p:nvPr/>
          </p:nvSpPr>
          <p:spPr>
            <a:xfrm>
              <a:off x="4624464" y="3156334"/>
              <a:ext cx="1500987" cy="324611"/>
            </a:xfrm>
            <a:custGeom>
              <a:avLst/>
              <a:pathLst>
                <a:path w="1500987" h="324611">
                  <a:moveTo>
                    <a:pt x="27432" y="324611"/>
                  </a:moveTo>
                  <a:lnTo>
                    <a:pt x="1473555" y="324611"/>
                  </a:lnTo>
                  <a:lnTo>
                    <a:pt x="1472451" y="324589"/>
                  </a:lnTo>
                  <a:lnTo>
                    <a:pt x="1476862" y="324411"/>
                  </a:lnTo>
                  <a:lnTo>
                    <a:pt x="1481187" y="323528"/>
                  </a:lnTo>
                  <a:lnTo>
                    <a:pt x="1485315" y="321963"/>
                  </a:lnTo>
                  <a:lnTo>
                    <a:pt x="1489138" y="319756"/>
                  </a:lnTo>
                  <a:lnTo>
                    <a:pt x="1492558" y="316964"/>
                  </a:lnTo>
                  <a:lnTo>
                    <a:pt x="1495485" y="313659"/>
                  </a:lnTo>
                  <a:lnTo>
                    <a:pt x="1497845" y="309928"/>
                  </a:lnTo>
                  <a:lnTo>
                    <a:pt x="1499575" y="305866"/>
                  </a:lnTo>
                  <a:lnTo>
                    <a:pt x="1500632" y="301580"/>
                  </a:lnTo>
                  <a:lnTo>
                    <a:pt x="1500987" y="297180"/>
                  </a:lnTo>
                  <a:lnTo>
                    <a:pt x="1500987" y="27431"/>
                  </a:lnTo>
                  <a:lnTo>
                    <a:pt x="1500632" y="23031"/>
                  </a:lnTo>
                  <a:lnTo>
                    <a:pt x="1499575" y="18745"/>
                  </a:lnTo>
                  <a:lnTo>
                    <a:pt x="1497845" y="14683"/>
                  </a:lnTo>
                  <a:lnTo>
                    <a:pt x="1495485" y="10952"/>
                  </a:lnTo>
                  <a:lnTo>
                    <a:pt x="1492558" y="7647"/>
                  </a:lnTo>
                  <a:lnTo>
                    <a:pt x="1489138" y="4855"/>
                  </a:lnTo>
                  <a:lnTo>
                    <a:pt x="1485315" y="2648"/>
                  </a:lnTo>
                  <a:lnTo>
                    <a:pt x="1481187" y="1083"/>
                  </a:lnTo>
                  <a:lnTo>
                    <a:pt x="1476862" y="200"/>
                  </a:lnTo>
                  <a:lnTo>
                    <a:pt x="1473555" y="0"/>
                  </a:lnTo>
                  <a:lnTo>
                    <a:pt x="27432" y="0"/>
                  </a:lnTo>
                  <a:lnTo>
                    <a:pt x="30738" y="200"/>
                  </a:lnTo>
                  <a:lnTo>
                    <a:pt x="26327" y="22"/>
                  </a:lnTo>
                  <a:lnTo>
                    <a:pt x="21944" y="554"/>
                  </a:lnTo>
                  <a:lnTo>
                    <a:pt x="17704" y="1782"/>
                  </a:lnTo>
                  <a:lnTo>
                    <a:pt x="13716" y="3675"/>
                  </a:lnTo>
                  <a:lnTo>
                    <a:pt x="10082" y="6183"/>
                  </a:lnTo>
                  <a:lnTo>
                    <a:pt x="6898" y="9241"/>
                  </a:lnTo>
                  <a:lnTo>
                    <a:pt x="4246" y="12770"/>
                  </a:lnTo>
                  <a:lnTo>
                    <a:pt x="2195" y="16679"/>
                  </a:lnTo>
                  <a:lnTo>
                    <a:pt x="797" y="20867"/>
                  </a:lnTo>
                  <a:lnTo>
                    <a:pt x="88" y="25224"/>
                  </a:lnTo>
                  <a:lnTo>
                    <a:pt x="0" y="27431"/>
                  </a:lnTo>
                  <a:lnTo>
                    <a:pt x="0" y="297180"/>
                  </a:lnTo>
                  <a:lnTo>
                    <a:pt x="88" y="294972"/>
                  </a:lnTo>
                  <a:lnTo>
                    <a:pt x="88" y="299387"/>
                  </a:lnTo>
                  <a:lnTo>
                    <a:pt x="797" y="303744"/>
                  </a:lnTo>
                  <a:lnTo>
                    <a:pt x="2195" y="307932"/>
                  </a:lnTo>
                  <a:lnTo>
                    <a:pt x="4246" y="311841"/>
                  </a:lnTo>
                  <a:lnTo>
                    <a:pt x="6898" y="315370"/>
                  </a:lnTo>
                  <a:lnTo>
                    <a:pt x="10082" y="318428"/>
                  </a:lnTo>
                  <a:lnTo>
                    <a:pt x="13716" y="320936"/>
                  </a:lnTo>
                  <a:lnTo>
                    <a:pt x="17704" y="322829"/>
                  </a:lnTo>
                  <a:lnTo>
                    <a:pt x="21944" y="324057"/>
                  </a:lnTo>
                  <a:lnTo>
                    <a:pt x="26327" y="324589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6775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2" name="tx682"/>
            <p:cNvSpPr/>
            <p:nvPr/>
          </p:nvSpPr>
          <p:spPr>
            <a:xfrm>
              <a:off x="4670184" y="3202054"/>
              <a:ext cx="1409547" cy="23317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256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256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S1_LOLA</a:t>
              </a:r>
            </a:p>
          </p:txBody>
        </p:sp>
        <p:sp>
          <p:nvSpPr>
            <p:cNvPr id="683" name="pg683"/>
            <p:cNvSpPr/>
            <p:nvPr/>
          </p:nvSpPr>
          <p:spPr>
            <a:xfrm>
              <a:off x="4788158" y="3715790"/>
              <a:ext cx="1554937" cy="324611"/>
            </a:xfrm>
            <a:custGeom>
              <a:avLst/>
              <a:pathLst>
                <a:path w="1554937" h="324611">
                  <a:moveTo>
                    <a:pt x="27432" y="324611"/>
                  </a:moveTo>
                  <a:lnTo>
                    <a:pt x="1527505" y="324611"/>
                  </a:lnTo>
                  <a:lnTo>
                    <a:pt x="1526400" y="324589"/>
                  </a:lnTo>
                  <a:lnTo>
                    <a:pt x="1530811" y="324411"/>
                  </a:lnTo>
                  <a:lnTo>
                    <a:pt x="1535137" y="323528"/>
                  </a:lnTo>
                  <a:lnTo>
                    <a:pt x="1539265" y="321963"/>
                  </a:lnTo>
                  <a:lnTo>
                    <a:pt x="1543088" y="319756"/>
                  </a:lnTo>
                  <a:lnTo>
                    <a:pt x="1546508" y="316964"/>
                  </a:lnTo>
                  <a:lnTo>
                    <a:pt x="1549435" y="313659"/>
                  </a:lnTo>
                  <a:lnTo>
                    <a:pt x="1551795" y="309928"/>
                  </a:lnTo>
                  <a:lnTo>
                    <a:pt x="1553525" y="305866"/>
                  </a:lnTo>
                  <a:lnTo>
                    <a:pt x="1554581" y="301580"/>
                  </a:lnTo>
                  <a:lnTo>
                    <a:pt x="1554937" y="297179"/>
                  </a:lnTo>
                  <a:lnTo>
                    <a:pt x="1554937" y="27431"/>
                  </a:lnTo>
                  <a:lnTo>
                    <a:pt x="1554581" y="23031"/>
                  </a:lnTo>
                  <a:lnTo>
                    <a:pt x="1553525" y="18745"/>
                  </a:lnTo>
                  <a:lnTo>
                    <a:pt x="1551795" y="14683"/>
                  </a:lnTo>
                  <a:lnTo>
                    <a:pt x="1549435" y="10952"/>
                  </a:lnTo>
                  <a:lnTo>
                    <a:pt x="1546508" y="7647"/>
                  </a:lnTo>
                  <a:lnTo>
                    <a:pt x="1543088" y="4855"/>
                  </a:lnTo>
                  <a:lnTo>
                    <a:pt x="1539265" y="2648"/>
                  </a:lnTo>
                  <a:lnTo>
                    <a:pt x="1535137" y="1083"/>
                  </a:lnTo>
                  <a:lnTo>
                    <a:pt x="1530811" y="200"/>
                  </a:lnTo>
                  <a:lnTo>
                    <a:pt x="1527505" y="0"/>
                  </a:lnTo>
                  <a:lnTo>
                    <a:pt x="27432" y="0"/>
                  </a:lnTo>
                  <a:lnTo>
                    <a:pt x="30738" y="200"/>
                  </a:lnTo>
                  <a:lnTo>
                    <a:pt x="26327" y="22"/>
                  </a:lnTo>
                  <a:lnTo>
                    <a:pt x="21944" y="554"/>
                  </a:lnTo>
                  <a:lnTo>
                    <a:pt x="17704" y="1782"/>
                  </a:lnTo>
                  <a:lnTo>
                    <a:pt x="13715" y="3675"/>
                  </a:lnTo>
                  <a:lnTo>
                    <a:pt x="10082" y="6183"/>
                  </a:lnTo>
                  <a:lnTo>
                    <a:pt x="6898" y="9241"/>
                  </a:lnTo>
                  <a:lnTo>
                    <a:pt x="4246" y="12770"/>
                  </a:lnTo>
                  <a:lnTo>
                    <a:pt x="2195" y="16679"/>
                  </a:lnTo>
                  <a:lnTo>
                    <a:pt x="797" y="20867"/>
                  </a:lnTo>
                  <a:lnTo>
                    <a:pt x="88" y="25224"/>
                  </a:lnTo>
                  <a:lnTo>
                    <a:pt x="0" y="27431"/>
                  </a:lnTo>
                  <a:lnTo>
                    <a:pt x="0" y="297179"/>
                  </a:lnTo>
                  <a:lnTo>
                    <a:pt x="88" y="294972"/>
                  </a:lnTo>
                  <a:lnTo>
                    <a:pt x="88" y="299387"/>
                  </a:lnTo>
                  <a:lnTo>
                    <a:pt x="797" y="303744"/>
                  </a:lnTo>
                  <a:lnTo>
                    <a:pt x="2195" y="307932"/>
                  </a:lnTo>
                  <a:lnTo>
                    <a:pt x="4246" y="311841"/>
                  </a:lnTo>
                  <a:lnTo>
                    <a:pt x="6898" y="315370"/>
                  </a:lnTo>
                  <a:lnTo>
                    <a:pt x="10082" y="318428"/>
                  </a:lnTo>
                  <a:lnTo>
                    <a:pt x="13715" y="320936"/>
                  </a:lnTo>
                  <a:lnTo>
                    <a:pt x="17704" y="322829"/>
                  </a:lnTo>
                  <a:lnTo>
                    <a:pt x="21944" y="324057"/>
                  </a:lnTo>
                  <a:lnTo>
                    <a:pt x="26327" y="324589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6775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4" name="tx684"/>
            <p:cNvSpPr/>
            <p:nvPr/>
          </p:nvSpPr>
          <p:spPr>
            <a:xfrm>
              <a:off x="4833878" y="3761510"/>
              <a:ext cx="1463497" cy="23317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256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256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S2_DEBY</a:t>
              </a:r>
            </a:p>
          </p:txBody>
        </p:sp>
        <p:sp>
          <p:nvSpPr>
            <p:cNvPr id="685" name="rc685"/>
            <p:cNvSpPr/>
            <p:nvPr/>
          </p:nvSpPr>
          <p:spPr>
            <a:xfrm>
              <a:off x="2301906" y="1669789"/>
              <a:ext cx="4149766" cy="4051159"/>
            </a:xfrm>
            <a:prstGeom prst="rect">
              <a:avLst/>
            </a:prstGeom>
            <a:ln w="13550" cap="rnd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6" name="tx686"/>
            <p:cNvSpPr/>
            <p:nvPr/>
          </p:nvSpPr>
          <p:spPr>
            <a:xfrm>
              <a:off x="1989553" y="5514078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36</a:t>
              </a:r>
            </a:p>
          </p:txBody>
        </p:sp>
        <p:sp>
          <p:nvSpPr>
            <p:cNvPr id="687" name="tx687"/>
            <p:cNvSpPr/>
            <p:nvPr/>
          </p:nvSpPr>
          <p:spPr>
            <a:xfrm>
              <a:off x="2113912" y="5495698"/>
              <a:ext cx="44714" cy="9848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Symbol"/>
                  <a:cs typeface="Symbol"/>
                </a:rPr>
                <a:t>°</a:t>
              </a:r>
            </a:p>
          </p:txBody>
        </p:sp>
        <p:sp>
          <p:nvSpPr>
            <p:cNvPr id="688" name="tx688"/>
            <p:cNvSpPr/>
            <p:nvPr/>
          </p:nvSpPr>
          <p:spPr>
            <a:xfrm>
              <a:off x="2158626" y="5514078"/>
              <a:ext cx="80650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N</a:t>
              </a:r>
            </a:p>
          </p:txBody>
        </p:sp>
        <p:sp>
          <p:nvSpPr>
            <p:cNvPr id="689" name="tx689"/>
            <p:cNvSpPr/>
            <p:nvPr/>
          </p:nvSpPr>
          <p:spPr>
            <a:xfrm>
              <a:off x="1989553" y="4574475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37</a:t>
              </a:r>
            </a:p>
          </p:txBody>
        </p:sp>
        <p:sp>
          <p:nvSpPr>
            <p:cNvPr id="690" name="tx690"/>
            <p:cNvSpPr/>
            <p:nvPr/>
          </p:nvSpPr>
          <p:spPr>
            <a:xfrm>
              <a:off x="2113912" y="4556096"/>
              <a:ext cx="44714" cy="9848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Symbol"/>
                  <a:cs typeface="Symbol"/>
                </a:rPr>
                <a:t>°</a:t>
              </a:r>
            </a:p>
          </p:txBody>
        </p:sp>
        <p:sp>
          <p:nvSpPr>
            <p:cNvPr id="691" name="tx691"/>
            <p:cNvSpPr/>
            <p:nvPr/>
          </p:nvSpPr>
          <p:spPr>
            <a:xfrm>
              <a:off x="2158626" y="4574475"/>
              <a:ext cx="80650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N</a:t>
              </a:r>
            </a:p>
          </p:txBody>
        </p:sp>
        <p:sp>
          <p:nvSpPr>
            <p:cNvPr id="692" name="tx692"/>
            <p:cNvSpPr/>
            <p:nvPr/>
          </p:nvSpPr>
          <p:spPr>
            <a:xfrm>
              <a:off x="1989553" y="3634827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38</a:t>
              </a:r>
            </a:p>
          </p:txBody>
        </p:sp>
        <p:sp>
          <p:nvSpPr>
            <p:cNvPr id="693" name="tx693"/>
            <p:cNvSpPr/>
            <p:nvPr/>
          </p:nvSpPr>
          <p:spPr>
            <a:xfrm>
              <a:off x="2113912" y="3616447"/>
              <a:ext cx="44714" cy="9848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Symbol"/>
                  <a:cs typeface="Symbol"/>
                </a:rPr>
                <a:t>°</a:t>
              </a:r>
            </a:p>
          </p:txBody>
        </p:sp>
        <p:sp>
          <p:nvSpPr>
            <p:cNvPr id="694" name="tx694"/>
            <p:cNvSpPr/>
            <p:nvPr/>
          </p:nvSpPr>
          <p:spPr>
            <a:xfrm>
              <a:off x="2158626" y="3634827"/>
              <a:ext cx="80650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N</a:t>
              </a:r>
            </a:p>
          </p:txBody>
        </p:sp>
        <p:sp>
          <p:nvSpPr>
            <p:cNvPr id="695" name="tx695"/>
            <p:cNvSpPr/>
            <p:nvPr/>
          </p:nvSpPr>
          <p:spPr>
            <a:xfrm>
              <a:off x="1989553" y="2695270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39</a:t>
              </a:r>
            </a:p>
          </p:txBody>
        </p:sp>
        <p:sp>
          <p:nvSpPr>
            <p:cNvPr id="696" name="tx696"/>
            <p:cNvSpPr/>
            <p:nvPr/>
          </p:nvSpPr>
          <p:spPr>
            <a:xfrm>
              <a:off x="2113912" y="2676890"/>
              <a:ext cx="44714" cy="9848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Symbol"/>
                  <a:cs typeface="Symbol"/>
                </a:rPr>
                <a:t>°</a:t>
              </a:r>
            </a:p>
          </p:txBody>
        </p:sp>
        <p:sp>
          <p:nvSpPr>
            <p:cNvPr id="697" name="tx697"/>
            <p:cNvSpPr/>
            <p:nvPr/>
          </p:nvSpPr>
          <p:spPr>
            <a:xfrm>
              <a:off x="2158626" y="2695270"/>
              <a:ext cx="80650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N</a:t>
              </a:r>
            </a:p>
          </p:txBody>
        </p:sp>
        <p:sp>
          <p:nvSpPr>
            <p:cNvPr id="698" name="tx698"/>
            <p:cNvSpPr/>
            <p:nvPr/>
          </p:nvSpPr>
          <p:spPr>
            <a:xfrm>
              <a:off x="1989553" y="1755667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40</a:t>
              </a:r>
            </a:p>
          </p:txBody>
        </p:sp>
        <p:sp>
          <p:nvSpPr>
            <p:cNvPr id="699" name="tx699"/>
            <p:cNvSpPr/>
            <p:nvPr/>
          </p:nvSpPr>
          <p:spPr>
            <a:xfrm>
              <a:off x="2113912" y="1737288"/>
              <a:ext cx="44714" cy="9848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Symbol"/>
                  <a:cs typeface="Symbol"/>
                </a:rPr>
                <a:t>°</a:t>
              </a:r>
            </a:p>
          </p:txBody>
        </p:sp>
        <p:sp>
          <p:nvSpPr>
            <p:cNvPr id="700" name="tx700"/>
            <p:cNvSpPr/>
            <p:nvPr/>
          </p:nvSpPr>
          <p:spPr>
            <a:xfrm>
              <a:off x="2158626" y="1755667"/>
              <a:ext cx="80650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N</a:t>
              </a:r>
            </a:p>
          </p:txBody>
        </p:sp>
        <p:sp>
          <p:nvSpPr>
            <p:cNvPr id="701" name="pl701"/>
            <p:cNvSpPr/>
            <p:nvPr/>
          </p:nvSpPr>
          <p:spPr>
            <a:xfrm>
              <a:off x="2267112" y="5555180"/>
              <a:ext cx="34794" cy="0"/>
            </a:xfrm>
            <a:custGeom>
              <a:avLst/>
              <a:pathLst>
                <a:path w="34794" h="0">
                  <a:moveTo>
                    <a:pt x="0" y="0"/>
                  </a:moveTo>
                  <a:lnTo>
                    <a:pt x="34794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2" name="pl702"/>
            <p:cNvSpPr/>
            <p:nvPr/>
          </p:nvSpPr>
          <p:spPr>
            <a:xfrm>
              <a:off x="2267112" y="4615577"/>
              <a:ext cx="34794" cy="0"/>
            </a:xfrm>
            <a:custGeom>
              <a:avLst/>
              <a:pathLst>
                <a:path w="34794" h="0">
                  <a:moveTo>
                    <a:pt x="0" y="0"/>
                  </a:moveTo>
                  <a:lnTo>
                    <a:pt x="34794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3" name="pl703"/>
            <p:cNvSpPr/>
            <p:nvPr/>
          </p:nvSpPr>
          <p:spPr>
            <a:xfrm>
              <a:off x="2267112" y="3675975"/>
              <a:ext cx="34794" cy="0"/>
            </a:xfrm>
            <a:custGeom>
              <a:avLst/>
              <a:pathLst>
                <a:path w="34794" h="0">
                  <a:moveTo>
                    <a:pt x="0" y="0"/>
                  </a:moveTo>
                  <a:lnTo>
                    <a:pt x="34794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4" name="pl704"/>
            <p:cNvSpPr/>
            <p:nvPr/>
          </p:nvSpPr>
          <p:spPr>
            <a:xfrm>
              <a:off x="2267112" y="2736372"/>
              <a:ext cx="34794" cy="0"/>
            </a:xfrm>
            <a:custGeom>
              <a:avLst/>
              <a:pathLst>
                <a:path w="34794" h="0">
                  <a:moveTo>
                    <a:pt x="0" y="0"/>
                  </a:moveTo>
                  <a:lnTo>
                    <a:pt x="34794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5" name="pl705"/>
            <p:cNvSpPr/>
            <p:nvPr/>
          </p:nvSpPr>
          <p:spPr>
            <a:xfrm>
              <a:off x="2267112" y="1796770"/>
              <a:ext cx="34794" cy="0"/>
            </a:xfrm>
            <a:custGeom>
              <a:avLst/>
              <a:pathLst>
                <a:path w="34794" h="0">
                  <a:moveTo>
                    <a:pt x="0" y="0"/>
                  </a:moveTo>
                  <a:lnTo>
                    <a:pt x="34794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6" name="pl706"/>
            <p:cNvSpPr/>
            <p:nvPr/>
          </p:nvSpPr>
          <p:spPr>
            <a:xfrm>
              <a:off x="2384234" y="5720948"/>
              <a:ext cx="0" cy="34794"/>
            </a:xfrm>
            <a:custGeom>
              <a:avLst/>
              <a:pathLst>
                <a:path w="0" h="34794">
                  <a:moveTo>
                    <a:pt x="0" y="34794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7" name="pl707"/>
            <p:cNvSpPr/>
            <p:nvPr/>
          </p:nvSpPr>
          <p:spPr>
            <a:xfrm>
              <a:off x="3124860" y="5720948"/>
              <a:ext cx="0" cy="34794"/>
            </a:xfrm>
            <a:custGeom>
              <a:avLst/>
              <a:pathLst>
                <a:path w="0" h="34794">
                  <a:moveTo>
                    <a:pt x="0" y="34794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8" name="pl708"/>
            <p:cNvSpPr/>
            <p:nvPr/>
          </p:nvSpPr>
          <p:spPr>
            <a:xfrm>
              <a:off x="3865485" y="5720948"/>
              <a:ext cx="0" cy="34794"/>
            </a:xfrm>
            <a:custGeom>
              <a:avLst/>
              <a:pathLst>
                <a:path w="0" h="34794">
                  <a:moveTo>
                    <a:pt x="0" y="34794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9" name="pl709"/>
            <p:cNvSpPr/>
            <p:nvPr/>
          </p:nvSpPr>
          <p:spPr>
            <a:xfrm>
              <a:off x="4606110" y="5720948"/>
              <a:ext cx="0" cy="34794"/>
            </a:xfrm>
            <a:custGeom>
              <a:avLst/>
              <a:pathLst>
                <a:path w="0" h="34794">
                  <a:moveTo>
                    <a:pt x="0" y="34794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0" name="pl710"/>
            <p:cNvSpPr/>
            <p:nvPr/>
          </p:nvSpPr>
          <p:spPr>
            <a:xfrm>
              <a:off x="5346735" y="5720948"/>
              <a:ext cx="0" cy="34794"/>
            </a:xfrm>
            <a:custGeom>
              <a:avLst/>
              <a:pathLst>
                <a:path w="0" h="34794">
                  <a:moveTo>
                    <a:pt x="0" y="34794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1" name="pl711"/>
            <p:cNvSpPr/>
            <p:nvPr/>
          </p:nvSpPr>
          <p:spPr>
            <a:xfrm>
              <a:off x="6087361" y="5720948"/>
              <a:ext cx="0" cy="34794"/>
            </a:xfrm>
            <a:custGeom>
              <a:avLst/>
              <a:pathLst>
                <a:path w="0" h="34794">
                  <a:moveTo>
                    <a:pt x="0" y="34794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2" name="tx712"/>
            <p:cNvSpPr/>
            <p:nvPr/>
          </p:nvSpPr>
          <p:spPr>
            <a:xfrm>
              <a:off x="2246983" y="5783578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78</a:t>
              </a:r>
            </a:p>
          </p:txBody>
        </p:sp>
        <p:sp>
          <p:nvSpPr>
            <p:cNvPr id="713" name="tx713"/>
            <p:cNvSpPr/>
            <p:nvPr/>
          </p:nvSpPr>
          <p:spPr>
            <a:xfrm>
              <a:off x="2371341" y="5765198"/>
              <a:ext cx="44714" cy="9848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Symbol"/>
                  <a:cs typeface="Symbol"/>
                </a:rPr>
                <a:t>°</a:t>
              </a:r>
            </a:p>
          </p:txBody>
        </p:sp>
        <p:sp>
          <p:nvSpPr>
            <p:cNvPr id="714" name="tx714"/>
            <p:cNvSpPr/>
            <p:nvPr/>
          </p:nvSpPr>
          <p:spPr>
            <a:xfrm>
              <a:off x="2416055" y="5783578"/>
              <a:ext cx="105430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W</a:t>
              </a:r>
            </a:p>
          </p:txBody>
        </p:sp>
        <p:sp>
          <p:nvSpPr>
            <p:cNvPr id="715" name="tx715"/>
            <p:cNvSpPr/>
            <p:nvPr/>
          </p:nvSpPr>
          <p:spPr>
            <a:xfrm>
              <a:off x="2987608" y="5783578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77</a:t>
              </a:r>
            </a:p>
          </p:txBody>
        </p:sp>
        <p:sp>
          <p:nvSpPr>
            <p:cNvPr id="716" name="tx716"/>
            <p:cNvSpPr/>
            <p:nvPr/>
          </p:nvSpPr>
          <p:spPr>
            <a:xfrm>
              <a:off x="3111967" y="5765198"/>
              <a:ext cx="44714" cy="9848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Symbol"/>
                  <a:cs typeface="Symbol"/>
                </a:rPr>
                <a:t>°</a:t>
              </a:r>
            </a:p>
          </p:txBody>
        </p:sp>
        <p:sp>
          <p:nvSpPr>
            <p:cNvPr id="717" name="tx717"/>
            <p:cNvSpPr/>
            <p:nvPr/>
          </p:nvSpPr>
          <p:spPr>
            <a:xfrm>
              <a:off x="3156681" y="5783578"/>
              <a:ext cx="105430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W</a:t>
              </a:r>
            </a:p>
          </p:txBody>
        </p:sp>
        <p:sp>
          <p:nvSpPr>
            <p:cNvPr id="718" name="tx718"/>
            <p:cNvSpPr/>
            <p:nvPr/>
          </p:nvSpPr>
          <p:spPr>
            <a:xfrm>
              <a:off x="3728233" y="5783578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76</a:t>
              </a:r>
            </a:p>
          </p:txBody>
        </p:sp>
        <p:sp>
          <p:nvSpPr>
            <p:cNvPr id="719" name="tx719"/>
            <p:cNvSpPr/>
            <p:nvPr/>
          </p:nvSpPr>
          <p:spPr>
            <a:xfrm>
              <a:off x="3852592" y="5765198"/>
              <a:ext cx="44714" cy="9848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Symbol"/>
                  <a:cs typeface="Symbol"/>
                </a:rPr>
                <a:t>°</a:t>
              </a:r>
            </a:p>
          </p:txBody>
        </p:sp>
        <p:sp>
          <p:nvSpPr>
            <p:cNvPr id="720" name="tx720"/>
            <p:cNvSpPr/>
            <p:nvPr/>
          </p:nvSpPr>
          <p:spPr>
            <a:xfrm>
              <a:off x="3897306" y="5783578"/>
              <a:ext cx="105430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W</a:t>
              </a:r>
            </a:p>
          </p:txBody>
        </p:sp>
        <p:sp>
          <p:nvSpPr>
            <p:cNvPr id="721" name="tx721"/>
            <p:cNvSpPr/>
            <p:nvPr/>
          </p:nvSpPr>
          <p:spPr>
            <a:xfrm>
              <a:off x="4468859" y="5783578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75</a:t>
              </a:r>
            </a:p>
          </p:txBody>
        </p:sp>
        <p:sp>
          <p:nvSpPr>
            <p:cNvPr id="722" name="tx722"/>
            <p:cNvSpPr/>
            <p:nvPr/>
          </p:nvSpPr>
          <p:spPr>
            <a:xfrm>
              <a:off x="4593217" y="5765198"/>
              <a:ext cx="44714" cy="9848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Symbol"/>
                  <a:cs typeface="Symbol"/>
                </a:rPr>
                <a:t>°</a:t>
              </a:r>
            </a:p>
          </p:txBody>
        </p:sp>
        <p:sp>
          <p:nvSpPr>
            <p:cNvPr id="723" name="tx723"/>
            <p:cNvSpPr/>
            <p:nvPr/>
          </p:nvSpPr>
          <p:spPr>
            <a:xfrm>
              <a:off x="4637931" y="5783578"/>
              <a:ext cx="105430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W</a:t>
              </a:r>
            </a:p>
          </p:txBody>
        </p:sp>
        <p:sp>
          <p:nvSpPr>
            <p:cNvPr id="724" name="tx724"/>
            <p:cNvSpPr/>
            <p:nvPr/>
          </p:nvSpPr>
          <p:spPr>
            <a:xfrm>
              <a:off x="5209484" y="5783578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74</a:t>
              </a:r>
            </a:p>
          </p:txBody>
        </p:sp>
        <p:sp>
          <p:nvSpPr>
            <p:cNvPr id="725" name="tx725"/>
            <p:cNvSpPr/>
            <p:nvPr/>
          </p:nvSpPr>
          <p:spPr>
            <a:xfrm>
              <a:off x="5333842" y="5765198"/>
              <a:ext cx="44714" cy="9848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Symbol"/>
                  <a:cs typeface="Symbol"/>
                </a:rPr>
                <a:t>°</a:t>
              </a:r>
            </a:p>
          </p:txBody>
        </p:sp>
        <p:sp>
          <p:nvSpPr>
            <p:cNvPr id="726" name="tx726"/>
            <p:cNvSpPr/>
            <p:nvPr/>
          </p:nvSpPr>
          <p:spPr>
            <a:xfrm>
              <a:off x="5378557" y="5783578"/>
              <a:ext cx="105430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W</a:t>
              </a:r>
            </a:p>
          </p:txBody>
        </p:sp>
        <p:sp>
          <p:nvSpPr>
            <p:cNvPr id="727" name="tx727"/>
            <p:cNvSpPr/>
            <p:nvPr/>
          </p:nvSpPr>
          <p:spPr>
            <a:xfrm>
              <a:off x="5950109" y="5783578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73</a:t>
              </a:r>
            </a:p>
          </p:txBody>
        </p:sp>
        <p:sp>
          <p:nvSpPr>
            <p:cNvPr id="728" name="tx728"/>
            <p:cNvSpPr/>
            <p:nvPr/>
          </p:nvSpPr>
          <p:spPr>
            <a:xfrm>
              <a:off x="6074468" y="5765198"/>
              <a:ext cx="44714" cy="9848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Symbol"/>
                  <a:cs typeface="Symbol"/>
                </a:rPr>
                <a:t>°</a:t>
              </a:r>
            </a:p>
          </p:txBody>
        </p:sp>
        <p:sp>
          <p:nvSpPr>
            <p:cNvPr id="729" name="tx729"/>
            <p:cNvSpPr/>
            <p:nvPr/>
          </p:nvSpPr>
          <p:spPr>
            <a:xfrm>
              <a:off x="6119182" y="5783578"/>
              <a:ext cx="105430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W</a:t>
              </a:r>
            </a:p>
          </p:txBody>
        </p:sp>
        <p:sp>
          <p:nvSpPr>
            <p:cNvPr id="730" name="tx730"/>
            <p:cNvSpPr/>
            <p:nvPr/>
          </p:nvSpPr>
          <p:spPr>
            <a:xfrm>
              <a:off x="3801860" y="5925448"/>
              <a:ext cx="1149858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Longitude_manual</a:t>
              </a:r>
            </a:p>
          </p:txBody>
        </p:sp>
        <p:sp>
          <p:nvSpPr>
            <p:cNvPr id="731" name="tx731"/>
            <p:cNvSpPr/>
            <p:nvPr/>
          </p:nvSpPr>
          <p:spPr>
            <a:xfrm rot="-5400000">
              <a:off x="1357153" y="3645259"/>
              <a:ext cx="1033180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Latitude_manual</a:t>
              </a:r>
            </a:p>
          </p:txBody>
        </p:sp>
        <p:sp>
          <p:nvSpPr>
            <p:cNvPr id="732" name="rc732"/>
            <p:cNvSpPr/>
            <p:nvPr/>
          </p:nvSpPr>
          <p:spPr>
            <a:xfrm>
              <a:off x="6590850" y="2976782"/>
              <a:ext cx="729514" cy="143717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33" name="tx733"/>
            <p:cNvSpPr/>
            <p:nvPr/>
          </p:nvSpPr>
          <p:spPr>
            <a:xfrm>
              <a:off x="6660439" y="3061824"/>
              <a:ext cx="590336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var1.pred</a:t>
              </a:r>
            </a:p>
          </p:txBody>
        </p:sp>
        <p:pic>
          <p:nvPicPr>
            <p:cNvPr id="734" name="pic734"/>
            <p:cNvPicPr/>
            <p:nvPr/>
          </p:nvPicPr>
          <p:blipFill>
            <a:blip r:embed="rId2" cstate="print"/>
            <a:stretch>
              <a:fillRect/>
            </a:stretch>
          </p:blipFill>
          <p:spPr>
            <a:xfrm>
              <a:off x="6660439" y="3247085"/>
              <a:ext cx="219455" cy="1097280"/>
            </a:xfrm>
            <a:prstGeom prst="rect">
              <a:avLst/>
            </a:prstGeom>
          </p:spPr>
        </p:pic>
        <p:sp>
          <p:nvSpPr>
            <p:cNvPr id="735" name="pl735"/>
            <p:cNvSpPr/>
            <p:nvPr/>
          </p:nvSpPr>
          <p:spPr>
            <a:xfrm>
              <a:off x="6836004" y="4342536"/>
              <a:ext cx="43891" cy="0"/>
            </a:xfrm>
            <a:custGeom>
              <a:avLst/>
              <a:pathLst>
                <a:path w="43891" h="0">
                  <a:moveTo>
                    <a:pt x="0" y="0"/>
                  </a:moveTo>
                  <a:lnTo>
                    <a:pt x="43891" y="0"/>
                  </a:lnTo>
                </a:path>
              </a:pathLst>
            </a:custGeom>
            <a:ln w="4762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6" name="pl736"/>
            <p:cNvSpPr/>
            <p:nvPr/>
          </p:nvSpPr>
          <p:spPr>
            <a:xfrm>
              <a:off x="6836004" y="4069131"/>
              <a:ext cx="43891" cy="0"/>
            </a:xfrm>
            <a:custGeom>
              <a:avLst/>
              <a:pathLst>
                <a:path w="43891" h="0">
                  <a:moveTo>
                    <a:pt x="0" y="0"/>
                  </a:moveTo>
                  <a:lnTo>
                    <a:pt x="43891" y="0"/>
                  </a:lnTo>
                </a:path>
              </a:pathLst>
            </a:custGeom>
            <a:ln w="4762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7" name="pl737"/>
            <p:cNvSpPr/>
            <p:nvPr/>
          </p:nvSpPr>
          <p:spPr>
            <a:xfrm>
              <a:off x="6836004" y="3795725"/>
              <a:ext cx="43891" cy="0"/>
            </a:xfrm>
            <a:custGeom>
              <a:avLst/>
              <a:pathLst>
                <a:path w="43891" h="0">
                  <a:moveTo>
                    <a:pt x="0" y="0"/>
                  </a:moveTo>
                  <a:lnTo>
                    <a:pt x="43891" y="0"/>
                  </a:lnTo>
                </a:path>
              </a:pathLst>
            </a:custGeom>
            <a:ln w="4762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8" name="pl738"/>
            <p:cNvSpPr/>
            <p:nvPr/>
          </p:nvSpPr>
          <p:spPr>
            <a:xfrm>
              <a:off x="6836004" y="3522319"/>
              <a:ext cx="43891" cy="0"/>
            </a:xfrm>
            <a:custGeom>
              <a:avLst/>
              <a:pathLst>
                <a:path w="43891" h="0">
                  <a:moveTo>
                    <a:pt x="0" y="0"/>
                  </a:moveTo>
                  <a:lnTo>
                    <a:pt x="43891" y="0"/>
                  </a:lnTo>
                </a:path>
              </a:pathLst>
            </a:custGeom>
            <a:ln w="4762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9" name="pl739"/>
            <p:cNvSpPr/>
            <p:nvPr/>
          </p:nvSpPr>
          <p:spPr>
            <a:xfrm>
              <a:off x="6836004" y="3248914"/>
              <a:ext cx="43891" cy="0"/>
            </a:xfrm>
            <a:custGeom>
              <a:avLst/>
              <a:pathLst>
                <a:path w="43891" h="0">
                  <a:moveTo>
                    <a:pt x="0" y="0"/>
                  </a:moveTo>
                  <a:lnTo>
                    <a:pt x="43891" y="0"/>
                  </a:lnTo>
                </a:path>
              </a:pathLst>
            </a:custGeom>
            <a:ln w="4762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0" name="pl740"/>
            <p:cNvSpPr/>
            <p:nvPr/>
          </p:nvSpPr>
          <p:spPr>
            <a:xfrm>
              <a:off x="6660439" y="4342536"/>
              <a:ext cx="43891" cy="0"/>
            </a:xfrm>
            <a:custGeom>
              <a:avLst/>
              <a:pathLst>
                <a:path w="43891" h="0">
                  <a:moveTo>
                    <a:pt x="43891" y="0"/>
                  </a:moveTo>
                  <a:lnTo>
                    <a:pt x="0" y="0"/>
                  </a:lnTo>
                </a:path>
              </a:pathLst>
            </a:custGeom>
            <a:ln w="4762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1" name="pl741"/>
            <p:cNvSpPr/>
            <p:nvPr/>
          </p:nvSpPr>
          <p:spPr>
            <a:xfrm>
              <a:off x="6660439" y="4069131"/>
              <a:ext cx="43891" cy="0"/>
            </a:xfrm>
            <a:custGeom>
              <a:avLst/>
              <a:pathLst>
                <a:path w="43891" h="0">
                  <a:moveTo>
                    <a:pt x="43891" y="0"/>
                  </a:moveTo>
                  <a:lnTo>
                    <a:pt x="0" y="0"/>
                  </a:lnTo>
                </a:path>
              </a:pathLst>
            </a:custGeom>
            <a:ln w="4762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2" name="pl742"/>
            <p:cNvSpPr/>
            <p:nvPr/>
          </p:nvSpPr>
          <p:spPr>
            <a:xfrm>
              <a:off x="6660439" y="3795725"/>
              <a:ext cx="43891" cy="0"/>
            </a:xfrm>
            <a:custGeom>
              <a:avLst/>
              <a:pathLst>
                <a:path w="43891" h="0">
                  <a:moveTo>
                    <a:pt x="43891" y="0"/>
                  </a:moveTo>
                  <a:lnTo>
                    <a:pt x="0" y="0"/>
                  </a:lnTo>
                </a:path>
              </a:pathLst>
            </a:custGeom>
            <a:ln w="4762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3" name="pl743"/>
            <p:cNvSpPr/>
            <p:nvPr/>
          </p:nvSpPr>
          <p:spPr>
            <a:xfrm>
              <a:off x="6660439" y="3522319"/>
              <a:ext cx="43891" cy="0"/>
            </a:xfrm>
            <a:custGeom>
              <a:avLst/>
              <a:pathLst>
                <a:path w="43891" h="0">
                  <a:moveTo>
                    <a:pt x="43891" y="0"/>
                  </a:moveTo>
                  <a:lnTo>
                    <a:pt x="0" y="0"/>
                  </a:lnTo>
                </a:path>
              </a:pathLst>
            </a:custGeom>
            <a:ln w="4762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4" name="pl744"/>
            <p:cNvSpPr/>
            <p:nvPr/>
          </p:nvSpPr>
          <p:spPr>
            <a:xfrm>
              <a:off x="6660439" y="3248914"/>
              <a:ext cx="43891" cy="0"/>
            </a:xfrm>
            <a:custGeom>
              <a:avLst/>
              <a:pathLst>
                <a:path w="43891" h="0">
                  <a:moveTo>
                    <a:pt x="43891" y="0"/>
                  </a:moveTo>
                  <a:lnTo>
                    <a:pt x="0" y="0"/>
                  </a:lnTo>
                </a:path>
              </a:pathLst>
            </a:custGeom>
            <a:ln w="4762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5" name="tx745"/>
            <p:cNvSpPr/>
            <p:nvPr/>
          </p:nvSpPr>
          <p:spPr>
            <a:xfrm>
              <a:off x="6949485" y="4302486"/>
              <a:ext cx="217535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0.00</a:t>
              </a:r>
            </a:p>
          </p:txBody>
        </p:sp>
        <p:sp>
          <p:nvSpPr>
            <p:cNvPr id="746" name="tx746"/>
            <p:cNvSpPr/>
            <p:nvPr/>
          </p:nvSpPr>
          <p:spPr>
            <a:xfrm>
              <a:off x="6949485" y="4029080"/>
              <a:ext cx="217535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0.02</a:t>
              </a:r>
            </a:p>
          </p:txBody>
        </p:sp>
        <p:sp>
          <p:nvSpPr>
            <p:cNvPr id="747" name="tx747"/>
            <p:cNvSpPr/>
            <p:nvPr/>
          </p:nvSpPr>
          <p:spPr>
            <a:xfrm>
              <a:off x="6949485" y="3755674"/>
              <a:ext cx="217535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0.04</a:t>
              </a:r>
            </a:p>
          </p:txBody>
        </p:sp>
        <p:sp>
          <p:nvSpPr>
            <p:cNvPr id="748" name="tx748"/>
            <p:cNvSpPr/>
            <p:nvPr/>
          </p:nvSpPr>
          <p:spPr>
            <a:xfrm>
              <a:off x="6949485" y="3482269"/>
              <a:ext cx="217535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0.06</a:t>
              </a:r>
            </a:p>
          </p:txBody>
        </p:sp>
        <p:sp>
          <p:nvSpPr>
            <p:cNvPr id="749" name="tx749"/>
            <p:cNvSpPr/>
            <p:nvPr/>
          </p:nvSpPr>
          <p:spPr>
            <a:xfrm>
              <a:off x="6949485" y="3208863"/>
              <a:ext cx="217535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0.08</a:t>
              </a:r>
            </a:p>
          </p:txBody>
        </p:sp>
      </p:grp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rc4"/>
            <p:cNvSpPr/>
            <p:nvPr/>
          </p:nvSpPr>
          <p:spPr>
            <a:xfrm>
              <a:off x="1654055" y="1600200"/>
              <a:ext cx="5835888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13550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rc5"/>
            <p:cNvSpPr/>
            <p:nvPr/>
          </p:nvSpPr>
          <p:spPr>
            <a:xfrm>
              <a:off x="2201917" y="2354586"/>
              <a:ext cx="4342247" cy="3366361"/>
            </a:xfrm>
            <a:prstGeom prst="rect">
              <a:avLst/>
            </a:prstGeom>
            <a:solidFill>
              <a:srgbClr val="F0F8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2610961" y="2354586"/>
              <a:ext cx="0" cy="3366361"/>
            </a:xfrm>
            <a:custGeom>
              <a:avLst/>
              <a:pathLst>
                <a:path w="0" h="3366361">
                  <a:moveTo>
                    <a:pt x="0" y="3366361"/>
                  </a:moveTo>
                  <a:lnTo>
                    <a:pt x="0" y="3348846"/>
                  </a:lnTo>
                  <a:lnTo>
                    <a:pt x="0" y="3309435"/>
                  </a:lnTo>
                  <a:lnTo>
                    <a:pt x="0" y="3270024"/>
                  </a:lnTo>
                  <a:lnTo>
                    <a:pt x="0" y="3230613"/>
                  </a:lnTo>
                  <a:lnTo>
                    <a:pt x="0" y="3191202"/>
                  </a:lnTo>
                  <a:lnTo>
                    <a:pt x="0" y="3151791"/>
                  </a:lnTo>
                  <a:lnTo>
                    <a:pt x="0" y="3112380"/>
                  </a:lnTo>
                  <a:lnTo>
                    <a:pt x="0" y="3072969"/>
                  </a:lnTo>
                  <a:lnTo>
                    <a:pt x="0" y="3033559"/>
                  </a:lnTo>
                  <a:lnTo>
                    <a:pt x="0" y="2994148"/>
                  </a:lnTo>
                  <a:lnTo>
                    <a:pt x="0" y="2954737"/>
                  </a:lnTo>
                  <a:lnTo>
                    <a:pt x="0" y="2915326"/>
                  </a:lnTo>
                  <a:lnTo>
                    <a:pt x="0" y="2875915"/>
                  </a:lnTo>
                  <a:lnTo>
                    <a:pt x="0" y="2836504"/>
                  </a:lnTo>
                  <a:lnTo>
                    <a:pt x="0" y="2797093"/>
                  </a:lnTo>
                  <a:lnTo>
                    <a:pt x="0" y="2757682"/>
                  </a:lnTo>
                  <a:lnTo>
                    <a:pt x="0" y="2718271"/>
                  </a:lnTo>
                  <a:lnTo>
                    <a:pt x="0" y="2678860"/>
                  </a:lnTo>
                  <a:lnTo>
                    <a:pt x="0" y="2639450"/>
                  </a:lnTo>
                  <a:lnTo>
                    <a:pt x="0" y="2600039"/>
                  </a:lnTo>
                  <a:lnTo>
                    <a:pt x="0" y="2560628"/>
                  </a:lnTo>
                  <a:lnTo>
                    <a:pt x="0" y="2521217"/>
                  </a:lnTo>
                  <a:lnTo>
                    <a:pt x="0" y="2481806"/>
                  </a:lnTo>
                  <a:lnTo>
                    <a:pt x="0" y="2442395"/>
                  </a:lnTo>
                  <a:lnTo>
                    <a:pt x="0" y="2402984"/>
                  </a:lnTo>
                  <a:lnTo>
                    <a:pt x="0" y="2363573"/>
                  </a:lnTo>
                  <a:lnTo>
                    <a:pt x="0" y="2324162"/>
                  </a:lnTo>
                  <a:lnTo>
                    <a:pt x="0" y="2284751"/>
                  </a:lnTo>
                  <a:lnTo>
                    <a:pt x="0" y="2245340"/>
                  </a:lnTo>
                  <a:lnTo>
                    <a:pt x="0" y="2205930"/>
                  </a:lnTo>
                  <a:lnTo>
                    <a:pt x="0" y="2166519"/>
                  </a:lnTo>
                  <a:lnTo>
                    <a:pt x="0" y="2127108"/>
                  </a:lnTo>
                  <a:lnTo>
                    <a:pt x="0" y="2087697"/>
                  </a:lnTo>
                  <a:lnTo>
                    <a:pt x="0" y="2048286"/>
                  </a:lnTo>
                  <a:lnTo>
                    <a:pt x="0" y="2008875"/>
                  </a:lnTo>
                  <a:lnTo>
                    <a:pt x="0" y="1969464"/>
                  </a:lnTo>
                  <a:lnTo>
                    <a:pt x="0" y="1930053"/>
                  </a:lnTo>
                  <a:lnTo>
                    <a:pt x="0" y="1890642"/>
                  </a:lnTo>
                  <a:lnTo>
                    <a:pt x="0" y="1851231"/>
                  </a:lnTo>
                  <a:lnTo>
                    <a:pt x="0" y="1811821"/>
                  </a:lnTo>
                  <a:lnTo>
                    <a:pt x="0" y="1772410"/>
                  </a:lnTo>
                  <a:lnTo>
                    <a:pt x="0" y="1732999"/>
                  </a:lnTo>
                  <a:lnTo>
                    <a:pt x="0" y="1693588"/>
                  </a:lnTo>
                  <a:lnTo>
                    <a:pt x="0" y="1654177"/>
                  </a:lnTo>
                  <a:lnTo>
                    <a:pt x="0" y="1614766"/>
                  </a:lnTo>
                  <a:lnTo>
                    <a:pt x="0" y="1575355"/>
                  </a:lnTo>
                  <a:lnTo>
                    <a:pt x="0" y="1535944"/>
                  </a:lnTo>
                  <a:lnTo>
                    <a:pt x="0" y="1496533"/>
                  </a:lnTo>
                  <a:lnTo>
                    <a:pt x="0" y="1457122"/>
                  </a:lnTo>
                  <a:lnTo>
                    <a:pt x="0" y="1417711"/>
                  </a:lnTo>
                  <a:lnTo>
                    <a:pt x="0" y="1378301"/>
                  </a:lnTo>
                  <a:lnTo>
                    <a:pt x="0" y="1338890"/>
                  </a:lnTo>
                  <a:lnTo>
                    <a:pt x="0" y="1299479"/>
                  </a:lnTo>
                  <a:lnTo>
                    <a:pt x="0" y="1260068"/>
                  </a:lnTo>
                  <a:lnTo>
                    <a:pt x="0" y="1220657"/>
                  </a:lnTo>
                  <a:lnTo>
                    <a:pt x="0" y="1181246"/>
                  </a:lnTo>
                  <a:lnTo>
                    <a:pt x="0" y="1141835"/>
                  </a:lnTo>
                  <a:lnTo>
                    <a:pt x="0" y="1102424"/>
                  </a:lnTo>
                  <a:lnTo>
                    <a:pt x="0" y="1063013"/>
                  </a:lnTo>
                  <a:lnTo>
                    <a:pt x="0" y="1023602"/>
                  </a:lnTo>
                  <a:lnTo>
                    <a:pt x="0" y="984192"/>
                  </a:lnTo>
                  <a:lnTo>
                    <a:pt x="0" y="944781"/>
                  </a:lnTo>
                  <a:lnTo>
                    <a:pt x="0" y="905370"/>
                  </a:lnTo>
                  <a:lnTo>
                    <a:pt x="0" y="865959"/>
                  </a:lnTo>
                  <a:lnTo>
                    <a:pt x="0" y="826548"/>
                  </a:lnTo>
                  <a:lnTo>
                    <a:pt x="0" y="787137"/>
                  </a:lnTo>
                  <a:lnTo>
                    <a:pt x="0" y="747726"/>
                  </a:lnTo>
                  <a:lnTo>
                    <a:pt x="0" y="708315"/>
                  </a:lnTo>
                  <a:lnTo>
                    <a:pt x="0" y="668904"/>
                  </a:lnTo>
                  <a:lnTo>
                    <a:pt x="0" y="629493"/>
                  </a:lnTo>
                  <a:lnTo>
                    <a:pt x="0" y="590082"/>
                  </a:lnTo>
                  <a:lnTo>
                    <a:pt x="0" y="550672"/>
                  </a:lnTo>
                  <a:lnTo>
                    <a:pt x="0" y="511261"/>
                  </a:lnTo>
                  <a:lnTo>
                    <a:pt x="0" y="471850"/>
                  </a:lnTo>
                  <a:lnTo>
                    <a:pt x="0" y="432439"/>
                  </a:lnTo>
                  <a:lnTo>
                    <a:pt x="0" y="393028"/>
                  </a:lnTo>
                  <a:lnTo>
                    <a:pt x="0" y="353617"/>
                  </a:lnTo>
                  <a:lnTo>
                    <a:pt x="0" y="314206"/>
                  </a:lnTo>
                  <a:lnTo>
                    <a:pt x="0" y="274795"/>
                  </a:lnTo>
                  <a:lnTo>
                    <a:pt x="0" y="235384"/>
                  </a:lnTo>
                  <a:lnTo>
                    <a:pt x="0" y="195973"/>
                  </a:lnTo>
                  <a:lnTo>
                    <a:pt x="0" y="156563"/>
                  </a:lnTo>
                  <a:lnTo>
                    <a:pt x="0" y="117152"/>
                  </a:lnTo>
                  <a:lnTo>
                    <a:pt x="0" y="77741"/>
                  </a:lnTo>
                  <a:lnTo>
                    <a:pt x="0" y="38330"/>
                  </a:ln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rnd">
              <a:solidFill>
                <a:srgbClr val="F0F8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3140137" y="2354586"/>
              <a:ext cx="0" cy="3366361"/>
            </a:xfrm>
            <a:custGeom>
              <a:avLst/>
              <a:pathLst>
                <a:path w="0" h="3366361">
                  <a:moveTo>
                    <a:pt x="0" y="3366361"/>
                  </a:moveTo>
                  <a:lnTo>
                    <a:pt x="0" y="3348846"/>
                  </a:lnTo>
                  <a:lnTo>
                    <a:pt x="0" y="3309435"/>
                  </a:lnTo>
                  <a:lnTo>
                    <a:pt x="0" y="3270024"/>
                  </a:lnTo>
                  <a:lnTo>
                    <a:pt x="0" y="3230613"/>
                  </a:lnTo>
                  <a:lnTo>
                    <a:pt x="0" y="3191202"/>
                  </a:lnTo>
                  <a:lnTo>
                    <a:pt x="0" y="3151791"/>
                  </a:lnTo>
                  <a:lnTo>
                    <a:pt x="0" y="3112380"/>
                  </a:lnTo>
                  <a:lnTo>
                    <a:pt x="0" y="3072969"/>
                  </a:lnTo>
                  <a:lnTo>
                    <a:pt x="0" y="3033559"/>
                  </a:lnTo>
                  <a:lnTo>
                    <a:pt x="0" y="2994148"/>
                  </a:lnTo>
                  <a:lnTo>
                    <a:pt x="0" y="2954737"/>
                  </a:lnTo>
                  <a:lnTo>
                    <a:pt x="0" y="2915326"/>
                  </a:lnTo>
                  <a:lnTo>
                    <a:pt x="0" y="2875915"/>
                  </a:lnTo>
                  <a:lnTo>
                    <a:pt x="0" y="2836504"/>
                  </a:lnTo>
                  <a:lnTo>
                    <a:pt x="0" y="2797093"/>
                  </a:lnTo>
                  <a:lnTo>
                    <a:pt x="0" y="2757682"/>
                  </a:lnTo>
                  <a:lnTo>
                    <a:pt x="0" y="2718271"/>
                  </a:lnTo>
                  <a:lnTo>
                    <a:pt x="0" y="2678860"/>
                  </a:lnTo>
                  <a:lnTo>
                    <a:pt x="0" y="2639450"/>
                  </a:lnTo>
                  <a:lnTo>
                    <a:pt x="0" y="2600039"/>
                  </a:lnTo>
                  <a:lnTo>
                    <a:pt x="0" y="2560628"/>
                  </a:lnTo>
                  <a:lnTo>
                    <a:pt x="0" y="2521217"/>
                  </a:lnTo>
                  <a:lnTo>
                    <a:pt x="0" y="2481806"/>
                  </a:lnTo>
                  <a:lnTo>
                    <a:pt x="0" y="2442395"/>
                  </a:lnTo>
                  <a:lnTo>
                    <a:pt x="0" y="2402984"/>
                  </a:lnTo>
                  <a:lnTo>
                    <a:pt x="0" y="2363573"/>
                  </a:lnTo>
                  <a:lnTo>
                    <a:pt x="0" y="2324162"/>
                  </a:lnTo>
                  <a:lnTo>
                    <a:pt x="0" y="2284751"/>
                  </a:lnTo>
                  <a:lnTo>
                    <a:pt x="0" y="2245340"/>
                  </a:lnTo>
                  <a:lnTo>
                    <a:pt x="0" y="2205930"/>
                  </a:lnTo>
                  <a:lnTo>
                    <a:pt x="0" y="2166519"/>
                  </a:lnTo>
                  <a:lnTo>
                    <a:pt x="0" y="2127108"/>
                  </a:lnTo>
                  <a:lnTo>
                    <a:pt x="0" y="2087697"/>
                  </a:lnTo>
                  <a:lnTo>
                    <a:pt x="0" y="2048286"/>
                  </a:lnTo>
                  <a:lnTo>
                    <a:pt x="0" y="2008875"/>
                  </a:lnTo>
                  <a:lnTo>
                    <a:pt x="0" y="1969464"/>
                  </a:lnTo>
                  <a:lnTo>
                    <a:pt x="0" y="1930053"/>
                  </a:lnTo>
                  <a:lnTo>
                    <a:pt x="0" y="1890642"/>
                  </a:lnTo>
                  <a:lnTo>
                    <a:pt x="0" y="1851231"/>
                  </a:lnTo>
                  <a:lnTo>
                    <a:pt x="0" y="1811821"/>
                  </a:lnTo>
                  <a:lnTo>
                    <a:pt x="0" y="1772410"/>
                  </a:lnTo>
                  <a:lnTo>
                    <a:pt x="0" y="1732999"/>
                  </a:lnTo>
                  <a:lnTo>
                    <a:pt x="0" y="1693588"/>
                  </a:lnTo>
                  <a:lnTo>
                    <a:pt x="0" y="1654177"/>
                  </a:lnTo>
                  <a:lnTo>
                    <a:pt x="0" y="1614766"/>
                  </a:lnTo>
                  <a:lnTo>
                    <a:pt x="0" y="1575355"/>
                  </a:lnTo>
                  <a:lnTo>
                    <a:pt x="0" y="1535944"/>
                  </a:lnTo>
                  <a:lnTo>
                    <a:pt x="0" y="1496533"/>
                  </a:lnTo>
                  <a:lnTo>
                    <a:pt x="0" y="1457122"/>
                  </a:lnTo>
                  <a:lnTo>
                    <a:pt x="0" y="1417711"/>
                  </a:lnTo>
                  <a:lnTo>
                    <a:pt x="0" y="1378301"/>
                  </a:lnTo>
                  <a:lnTo>
                    <a:pt x="0" y="1338890"/>
                  </a:lnTo>
                  <a:lnTo>
                    <a:pt x="0" y="1299479"/>
                  </a:lnTo>
                  <a:lnTo>
                    <a:pt x="0" y="1260068"/>
                  </a:lnTo>
                  <a:lnTo>
                    <a:pt x="0" y="1220657"/>
                  </a:lnTo>
                  <a:lnTo>
                    <a:pt x="0" y="1181246"/>
                  </a:lnTo>
                  <a:lnTo>
                    <a:pt x="0" y="1141835"/>
                  </a:lnTo>
                  <a:lnTo>
                    <a:pt x="0" y="1102424"/>
                  </a:lnTo>
                  <a:lnTo>
                    <a:pt x="0" y="1063013"/>
                  </a:lnTo>
                  <a:lnTo>
                    <a:pt x="0" y="1023602"/>
                  </a:lnTo>
                  <a:lnTo>
                    <a:pt x="0" y="984192"/>
                  </a:lnTo>
                  <a:lnTo>
                    <a:pt x="0" y="944781"/>
                  </a:lnTo>
                  <a:lnTo>
                    <a:pt x="0" y="905370"/>
                  </a:lnTo>
                  <a:lnTo>
                    <a:pt x="0" y="865959"/>
                  </a:lnTo>
                  <a:lnTo>
                    <a:pt x="0" y="826548"/>
                  </a:lnTo>
                  <a:lnTo>
                    <a:pt x="0" y="787137"/>
                  </a:lnTo>
                  <a:lnTo>
                    <a:pt x="0" y="747726"/>
                  </a:lnTo>
                  <a:lnTo>
                    <a:pt x="0" y="708315"/>
                  </a:lnTo>
                  <a:lnTo>
                    <a:pt x="0" y="668904"/>
                  </a:lnTo>
                  <a:lnTo>
                    <a:pt x="0" y="629493"/>
                  </a:lnTo>
                  <a:lnTo>
                    <a:pt x="0" y="590082"/>
                  </a:lnTo>
                  <a:lnTo>
                    <a:pt x="0" y="550672"/>
                  </a:lnTo>
                  <a:lnTo>
                    <a:pt x="0" y="511261"/>
                  </a:lnTo>
                  <a:lnTo>
                    <a:pt x="0" y="471850"/>
                  </a:lnTo>
                  <a:lnTo>
                    <a:pt x="0" y="432439"/>
                  </a:lnTo>
                  <a:lnTo>
                    <a:pt x="0" y="393028"/>
                  </a:lnTo>
                  <a:lnTo>
                    <a:pt x="0" y="353617"/>
                  </a:lnTo>
                  <a:lnTo>
                    <a:pt x="0" y="314206"/>
                  </a:lnTo>
                  <a:lnTo>
                    <a:pt x="0" y="274795"/>
                  </a:lnTo>
                  <a:lnTo>
                    <a:pt x="0" y="235384"/>
                  </a:lnTo>
                  <a:lnTo>
                    <a:pt x="0" y="195973"/>
                  </a:lnTo>
                  <a:lnTo>
                    <a:pt x="0" y="156563"/>
                  </a:lnTo>
                  <a:lnTo>
                    <a:pt x="0" y="117152"/>
                  </a:lnTo>
                  <a:lnTo>
                    <a:pt x="0" y="77741"/>
                  </a:lnTo>
                  <a:lnTo>
                    <a:pt x="0" y="38330"/>
                  </a:ln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rnd">
              <a:solidFill>
                <a:srgbClr val="F0F8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3669312" y="2354586"/>
              <a:ext cx="0" cy="3366361"/>
            </a:xfrm>
            <a:custGeom>
              <a:avLst/>
              <a:pathLst>
                <a:path w="0" h="3366361">
                  <a:moveTo>
                    <a:pt x="0" y="3366361"/>
                  </a:moveTo>
                  <a:lnTo>
                    <a:pt x="0" y="3348846"/>
                  </a:lnTo>
                  <a:lnTo>
                    <a:pt x="0" y="3309435"/>
                  </a:lnTo>
                  <a:lnTo>
                    <a:pt x="0" y="3270024"/>
                  </a:lnTo>
                  <a:lnTo>
                    <a:pt x="0" y="3230613"/>
                  </a:lnTo>
                  <a:lnTo>
                    <a:pt x="0" y="3191202"/>
                  </a:lnTo>
                  <a:lnTo>
                    <a:pt x="0" y="3151791"/>
                  </a:lnTo>
                  <a:lnTo>
                    <a:pt x="0" y="3112380"/>
                  </a:lnTo>
                  <a:lnTo>
                    <a:pt x="0" y="3072969"/>
                  </a:lnTo>
                  <a:lnTo>
                    <a:pt x="0" y="3033559"/>
                  </a:lnTo>
                  <a:lnTo>
                    <a:pt x="0" y="2994148"/>
                  </a:lnTo>
                  <a:lnTo>
                    <a:pt x="0" y="2954737"/>
                  </a:lnTo>
                  <a:lnTo>
                    <a:pt x="0" y="2915326"/>
                  </a:lnTo>
                  <a:lnTo>
                    <a:pt x="0" y="2875915"/>
                  </a:lnTo>
                  <a:lnTo>
                    <a:pt x="0" y="2836504"/>
                  </a:lnTo>
                  <a:lnTo>
                    <a:pt x="0" y="2797093"/>
                  </a:lnTo>
                  <a:lnTo>
                    <a:pt x="0" y="2757682"/>
                  </a:lnTo>
                  <a:lnTo>
                    <a:pt x="0" y="2718271"/>
                  </a:lnTo>
                  <a:lnTo>
                    <a:pt x="0" y="2678860"/>
                  </a:lnTo>
                  <a:lnTo>
                    <a:pt x="0" y="2639450"/>
                  </a:lnTo>
                  <a:lnTo>
                    <a:pt x="0" y="2600039"/>
                  </a:lnTo>
                  <a:lnTo>
                    <a:pt x="0" y="2560628"/>
                  </a:lnTo>
                  <a:lnTo>
                    <a:pt x="0" y="2521217"/>
                  </a:lnTo>
                  <a:lnTo>
                    <a:pt x="0" y="2481806"/>
                  </a:lnTo>
                  <a:lnTo>
                    <a:pt x="0" y="2442395"/>
                  </a:lnTo>
                  <a:lnTo>
                    <a:pt x="0" y="2402984"/>
                  </a:lnTo>
                  <a:lnTo>
                    <a:pt x="0" y="2363573"/>
                  </a:lnTo>
                  <a:lnTo>
                    <a:pt x="0" y="2324162"/>
                  </a:lnTo>
                  <a:lnTo>
                    <a:pt x="0" y="2284751"/>
                  </a:lnTo>
                  <a:lnTo>
                    <a:pt x="0" y="2245340"/>
                  </a:lnTo>
                  <a:lnTo>
                    <a:pt x="0" y="2205930"/>
                  </a:lnTo>
                  <a:lnTo>
                    <a:pt x="0" y="2166519"/>
                  </a:lnTo>
                  <a:lnTo>
                    <a:pt x="0" y="2127108"/>
                  </a:lnTo>
                  <a:lnTo>
                    <a:pt x="0" y="2087697"/>
                  </a:lnTo>
                  <a:lnTo>
                    <a:pt x="0" y="2048286"/>
                  </a:lnTo>
                  <a:lnTo>
                    <a:pt x="0" y="2008875"/>
                  </a:lnTo>
                  <a:lnTo>
                    <a:pt x="0" y="1969464"/>
                  </a:lnTo>
                  <a:lnTo>
                    <a:pt x="0" y="1930053"/>
                  </a:lnTo>
                  <a:lnTo>
                    <a:pt x="0" y="1890642"/>
                  </a:lnTo>
                  <a:lnTo>
                    <a:pt x="0" y="1851231"/>
                  </a:lnTo>
                  <a:lnTo>
                    <a:pt x="0" y="1811821"/>
                  </a:lnTo>
                  <a:lnTo>
                    <a:pt x="0" y="1772410"/>
                  </a:lnTo>
                  <a:lnTo>
                    <a:pt x="0" y="1732999"/>
                  </a:lnTo>
                  <a:lnTo>
                    <a:pt x="0" y="1693588"/>
                  </a:lnTo>
                  <a:lnTo>
                    <a:pt x="0" y="1654177"/>
                  </a:lnTo>
                  <a:lnTo>
                    <a:pt x="0" y="1614766"/>
                  </a:lnTo>
                  <a:lnTo>
                    <a:pt x="0" y="1575355"/>
                  </a:lnTo>
                  <a:lnTo>
                    <a:pt x="0" y="1535944"/>
                  </a:lnTo>
                  <a:lnTo>
                    <a:pt x="0" y="1496533"/>
                  </a:lnTo>
                  <a:lnTo>
                    <a:pt x="0" y="1457122"/>
                  </a:lnTo>
                  <a:lnTo>
                    <a:pt x="0" y="1417711"/>
                  </a:lnTo>
                  <a:lnTo>
                    <a:pt x="0" y="1378301"/>
                  </a:lnTo>
                  <a:lnTo>
                    <a:pt x="0" y="1338890"/>
                  </a:lnTo>
                  <a:lnTo>
                    <a:pt x="0" y="1299479"/>
                  </a:lnTo>
                  <a:lnTo>
                    <a:pt x="0" y="1260068"/>
                  </a:lnTo>
                  <a:lnTo>
                    <a:pt x="0" y="1220657"/>
                  </a:lnTo>
                  <a:lnTo>
                    <a:pt x="0" y="1181246"/>
                  </a:lnTo>
                  <a:lnTo>
                    <a:pt x="0" y="1141835"/>
                  </a:lnTo>
                  <a:lnTo>
                    <a:pt x="0" y="1102424"/>
                  </a:lnTo>
                  <a:lnTo>
                    <a:pt x="0" y="1063013"/>
                  </a:lnTo>
                  <a:lnTo>
                    <a:pt x="0" y="1023602"/>
                  </a:lnTo>
                  <a:lnTo>
                    <a:pt x="0" y="984192"/>
                  </a:lnTo>
                  <a:lnTo>
                    <a:pt x="0" y="944781"/>
                  </a:lnTo>
                  <a:lnTo>
                    <a:pt x="0" y="905370"/>
                  </a:lnTo>
                  <a:lnTo>
                    <a:pt x="0" y="865959"/>
                  </a:lnTo>
                  <a:lnTo>
                    <a:pt x="0" y="826548"/>
                  </a:lnTo>
                  <a:lnTo>
                    <a:pt x="0" y="787137"/>
                  </a:lnTo>
                  <a:lnTo>
                    <a:pt x="0" y="747726"/>
                  </a:lnTo>
                  <a:lnTo>
                    <a:pt x="0" y="708315"/>
                  </a:lnTo>
                  <a:lnTo>
                    <a:pt x="0" y="668904"/>
                  </a:lnTo>
                  <a:lnTo>
                    <a:pt x="0" y="629493"/>
                  </a:lnTo>
                  <a:lnTo>
                    <a:pt x="0" y="590082"/>
                  </a:lnTo>
                  <a:lnTo>
                    <a:pt x="0" y="550672"/>
                  </a:lnTo>
                  <a:lnTo>
                    <a:pt x="0" y="511261"/>
                  </a:lnTo>
                  <a:lnTo>
                    <a:pt x="0" y="471850"/>
                  </a:lnTo>
                  <a:lnTo>
                    <a:pt x="0" y="432439"/>
                  </a:lnTo>
                  <a:lnTo>
                    <a:pt x="0" y="393028"/>
                  </a:lnTo>
                  <a:lnTo>
                    <a:pt x="0" y="353617"/>
                  </a:lnTo>
                  <a:lnTo>
                    <a:pt x="0" y="314206"/>
                  </a:lnTo>
                  <a:lnTo>
                    <a:pt x="0" y="274795"/>
                  </a:lnTo>
                  <a:lnTo>
                    <a:pt x="0" y="235384"/>
                  </a:lnTo>
                  <a:lnTo>
                    <a:pt x="0" y="195973"/>
                  </a:lnTo>
                  <a:lnTo>
                    <a:pt x="0" y="156563"/>
                  </a:lnTo>
                  <a:lnTo>
                    <a:pt x="0" y="117152"/>
                  </a:lnTo>
                  <a:lnTo>
                    <a:pt x="0" y="77741"/>
                  </a:lnTo>
                  <a:lnTo>
                    <a:pt x="0" y="38330"/>
                  </a:ln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rnd">
              <a:solidFill>
                <a:srgbClr val="F0F8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4198487" y="2354586"/>
              <a:ext cx="0" cy="3366361"/>
            </a:xfrm>
            <a:custGeom>
              <a:avLst/>
              <a:pathLst>
                <a:path w="0" h="3366361">
                  <a:moveTo>
                    <a:pt x="0" y="3366361"/>
                  </a:moveTo>
                  <a:lnTo>
                    <a:pt x="0" y="3348846"/>
                  </a:lnTo>
                  <a:lnTo>
                    <a:pt x="0" y="3309435"/>
                  </a:lnTo>
                  <a:lnTo>
                    <a:pt x="0" y="3270024"/>
                  </a:lnTo>
                  <a:lnTo>
                    <a:pt x="0" y="3230613"/>
                  </a:lnTo>
                  <a:lnTo>
                    <a:pt x="0" y="3191202"/>
                  </a:lnTo>
                  <a:lnTo>
                    <a:pt x="0" y="3151791"/>
                  </a:lnTo>
                  <a:lnTo>
                    <a:pt x="0" y="3112380"/>
                  </a:lnTo>
                  <a:lnTo>
                    <a:pt x="0" y="3072969"/>
                  </a:lnTo>
                  <a:lnTo>
                    <a:pt x="0" y="3033559"/>
                  </a:lnTo>
                  <a:lnTo>
                    <a:pt x="0" y="2994148"/>
                  </a:lnTo>
                  <a:lnTo>
                    <a:pt x="0" y="2954737"/>
                  </a:lnTo>
                  <a:lnTo>
                    <a:pt x="0" y="2915326"/>
                  </a:lnTo>
                  <a:lnTo>
                    <a:pt x="0" y="2875915"/>
                  </a:lnTo>
                  <a:lnTo>
                    <a:pt x="0" y="2836504"/>
                  </a:lnTo>
                  <a:lnTo>
                    <a:pt x="0" y="2797093"/>
                  </a:lnTo>
                  <a:lnTo>
                    <a:pt x="0" y="2757682"/>
                  </a:lnTo>
                  <a:lnTo>
                    <a:pt x="0" y="2718271"/>
                  </a:lnTo>
                  <a:lnTo>
                    <a:pt x="0" y="2678860"/>
                  </a:lnTo>
                  <a:lnTo>
                    <a:pt x="0" y="2639450"/>
                  </a:lnTo>
                  <a:lnTo>
                    <a:pt x="0" y="2600039"/>
                  </a:lnTo>
                  <a:lnTo>
                    <a:pt x="0" y="2560628"/>
                  </a:lnTo>
                  <a:lnTo>
                    <a:pt x="0" y="2521217"/>
                  </a:lnTo>
                  <a:lnTo>
                    <a:pt x="0" y="2481806"/>
                  </a:lnTo>
                  <a:lnTo>
                    <a:pt x="0" y="2442395"/>
                  </a:lnTo>
                  <a:lnTo>
                    <a:pt x="0" y="2402984"/>
                  </a:lnTo>
                  <a:lnTo>
                    <a:pt x="0" y="2363573"/>
                  </a:lnTo>
                  <a:lnTo>
                    <a:pt x="0" y="2324162"/>
                  </a:lnTo>
                  <a:lnTo>
                    <a:pt x="0" y="2284751"/>
                  </a:lnTo>
                  <a:lnTo>
                    <a:pt x="0" y="2245340"/>
                  </a:lnTo>
                  <a:lnTo>
                    <a:pt x="0" y="2205930"/>
                  </a:lnTo>
                  <a:lnTo>
                    <a:pt x="0" y="2166519"/>
                  </a:lnTo>
                  <a:lnTo>
                    <a:pt x="0" y="2127108"/>
                  </a:lnTo>
                  <a:lnTo>
                    <a:pt x="0" y="2087697"/>
                  </a:lnTo>
                  <a:lnTo>
                    <a:pt x="0" y="2048286"/>
                  </a:lnTo>
                  <a:lnTo>
                    <a:pt x="0" y="2008875"/>
                  </a:lnTo>
                  <a:lnTo>
                    <a:pt x="0" y="1969464"/>
                  </a:lnTo>
                  <a:lnTo>
                    <a:pt x="0" y="1930053"/>
                  </a:lnTo>
                  <a:lnTo>
                    <a:pt x="0" y="1890642"/>
                  </a:lnTo>
                  <a:lnTo>
                    <a:pt x="0" y="1851231"/>
                  </a:lnTo>
                  <a:lnTo>
                    <a:pt x="0" y="1811821"/>
                  </a:lnTo>
                  <a:lnTo>
                    <a:pt x="0" y="1772410"/>
                  </a:lnTo>
                  <a:lnTo>
                    <a:pt x="0" y="1732999"/>
                  </a:lnTo>
                  <a:lnTo>
                    <a:pt x="0" y="1693588"/>
                  </a:lnTo>
                  <a:lnTo>
                    <a:pt x="0" y="1654177"/>
                  </a:lnTo>
                  <a:lnTo>
                    <a:pt x="0" y="1614766"/>
                  </a:lnTo>
                  <a:lnTo>
                    <a:pt x="0" y="1575355"/>
                  </a:lnTo>
                  <a:lnTo>
                    <a:pt x="0" y="1535944"/>
                  </a:lnTo>
                  <a:lnTo>
                    <a:pt x="0" y="1496533"/>
                  </a:lnTo>
                  <a:lnTo>
                    <a:pt x="0" y="1457122"/>
                  </a:lnTo>
                  <a:lnTo>
                    <a:pt x="0" y="1417711"/>
                  </a:lnTo>
                  <a:lnTo>
                    <a:pt x="0" y="1378301"/>
                  </a:lnTo>
                  <a:lnTo>
                    <a:pt x="0" y="1338890"/>
                  </a:lnTo>
                  <a:lnTo>
                    <a:pt x="0" y="1299479"/>
                  </a:lnTo>
                  <a:lnTo>
                    <a:pt x="0" y="1260068"/>
                  </a:lnTo>
                  <a:lnTo>
                    <a:pt x="0" y="1220657"/>
                  </a:lnTo>
                  <a:lnTo>
                    <a:pt x="0" y="1181246"/>
                  </a:lnTo>
                  <a:lnTo>
                    <a:pt x="0" y="1141835"/>
                  </a:lnTo>
                  <a:lnTo>
                    <a:pt x="0" y="1102424"/>
                  </a:lnTo>
                  <a:lnTo>
                    <a:pt x="0" y="1063013"/>
                  </a:lnTo>
                  <a:lnTo>
                    <a:pt x="0" y="1023602"/>
                  </a:lnTo>
                  <a:lnTo>
                    <a:pt x="0" y="984192"/>
                  </a:lnTo>
                  <a:lnTo>
                    <a:pt x="0" y="944781"/>
                  </a:lnTo>
                  <a:lnTo>
                    <a:pt x="0" y="905370"/>
                  </a:lnTo>
                  <a:lnTo>
                    <a:pt x="0" y="865959"/>
                  </a:lnTo>
                  <a:lnTo>
                    <a:pt x="0" y="826548"/>
                  </a:lnTo>
                  <a:lnTo>
                    <a:pt x="0" y="787137"/>
                  </a:lnTo>
                  <a:lnTo>
                    <a:pt x="0" y="747726"/>
                  </a:lnTo>
                  <a:lnTo>
                    <a:pt x="0" y="708315"/>
                  </a:lnTo>
                  <a:lnTo>
                    <a:pt x="0" y="668904"/>
                  </a:lnTo>
                  <a:lnTo>
                    <a:pt x="0" y="629493"/>
                  </a:lnTo>
                  <a:lnTo>
                    <a:pt x="0" y="590082"/>
                  </a:lnTo>
                  <a:lnTo>
                    <a:pt x="0" y="550672"/>
                  </a:lnTo>
                  <a:lnTo>
                    <a:pt x="0" y="511261"/>
                  </a:lnTo>
                  <a:lnTo>
                    <a:pt x="0" y="471850"/>
                  </a:lnTo>
                  <a:lnTo>
                    <a:pt x="0" y="432439"/>
                  </a:lnTo>
                  <a:lnTo>
                    <a:pt x="0" y="393028"/>
                  </a:lnTo>
                  <a:lnTo>
                    <a:pt x="0" y="353617"/>
                  </a:lnTo>
                  <a:lnTo>
                    <a:pt x="0" y="314206"/>
                  </a:lnTo>
                  <a:lnTo>
                    <a:pt x="0" y="274795"/>
                  </a:lnTo>
                  <a:lnTo>
                    <a:pt x="0" y="235384"/>
                  </a:lnTo>
                  <a:lnTo>
                    <a:pt x="0" y="195973"/>
                  </a:lnTo>
                  <a:lnTo>
                    <a:pt x="0" y="156563"/>
                  </a:lnTo>
                  <a:lnTo>
                    <a:pt x="0" y="117152"/>
                  </a:lnTo>
                  <a:lnTo>
                    <a:pt x="0" y="77741"/>
                  </a:lnTo>
                  <a:lnTo>
                    <a:pt x="0" y="38330"/>
                  </a:ln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rnd">
              <a:solidFill>
                <a:srgbClr val="F0F8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4727662" y="2354586"/>
              <a:ext cx="0" cy="3366361"/>
            </a:xfrm>
            <a:custGeom>
              <a:avLst/>
              <a:pathLst>
                <a:path w="0" h="3366361">
                  <a:moveTo>
                    <a:pt x="0" y="3366361"/>
                  </a:moveTo>
                  <a:lnTo>
                    <a:pt x="0" y="3348846"/>
                  </a:lnTo>
                  <a:lnTo>
                    <a:pt x="0" y="3309435"/>
                  </a:lnTo>
                  <a:lnTo>
                    <a:pt x="0" y="3270024"/>
                  </a:lnTo>
                  <a:lnTo>
                    <a:pt x="0" y="3230613"/>
                  </a:lnTo>
                  <a:lnTo>
                    <a:pt x="0" y="3191202"/>
                  </a:lnTo>
                  <a:lnTo>
                    <a:pt x="0" y="3151791"/>
                  </a:lnTo>
                  <a:lnTo>
                    <a:pt x="0" y="3112380"/>
                  </a:lnTo>
                  <a:lnTo>
                    <a:pt x="0" y="3072969"/>
                  </a:lnTo>
                  <a:lnTo>
                    <a:pt x="0" y="3033559"/>
                  </a:lnTo>
                  <a:lnTo>
                    <a:pt x="0" y="2994148"/>
                  </a:lnTo>
                  <a:lnTo>
                    <a:pt x="0" y="2954737"/>
                  </a:lnTo>
                  <a:lnTo>
                    <a:pt x="0" y="2915326"/>
                  </a:lnTo>
                  <a:lnTo>
                    <a:pt x="0" y="2875915"/>
                  </a:lnTo>
                  <a:lnTo>
                    <a:pt x="0" y="2836504"/>
                  </a:lnTo>
                  <a:lnTo>
                    <a:pt x="0" y="2797093"/>
                  </a:lnTo>
                  <a:lnTo>
                    <a:pt x="0" y="2757682"/>
                  </a:lnTo>
                  <a:lnTo>
                    <a:pt x="0" y="2718271"/>
                  </a:lnTo>
                  <a:lnTo>
                    <a:pt x="0" y="2678860"/>
                  </a:lnTo>
                  <a:lnTo>
                    <a:pt x="0" y="2639450"/>
                  </a:lnTo>
                  <a:lnTo>
                    <a:pt x="0" y="2600039"/>
                  </a:lnTo>
                  <a:lnTo>
                    <a:pt x="0" y="2560628"/>
                  </a:lnTo>
                  <a:lnTo>
                    <a:pt x="0" y="2521217"/>
                  </a:lnTo>
                  <a:lnTo>
                    <a:pt x="0" y="2481806"/>
                  </a:lnTo>
                  <a:lnTo>
                    <a:pt x="0" y="2442395"/>
                  </a:lnTo>
                  <a:lnTo>
                    <a:pt x="0" y="2402984"/>
                  </a:lnTo>
                  <a:lnTo>
                    <a:pt x="0" y="2363573"/>
                  </a:lnTo>
                  <a:lnTo>
                    <a:pt x="0" y="2324162"/>
                  </a:lnTo>
                  <a:lnTo>
                    <a:pt x="0" y="2284751"/>
                  </a:lnTo>
                  <a:lnTo>
                    <a:pt x="0" y="2245340"/>
                  </a:lnTo>
                  <a:lnTo>
                    <a:pt x="0" y="2205930"/>
                  </a:lnTo>
                  <a:lnTo>
                    <a:pt x="0" y="2166519"/>
                  </a:lnTo>
                  <a:lnTo>
                    <a:pt x="0" y="2127108"/>
                  </a:lnTo>
                  <a:lnTo>
                    <a:pt x="0" y="2087697"/>
                  </a:lnTo>
                  <a:lnTo>
                    <a:pt x="0" y="2048286"/>
                  </a:lnTo>
                  <a:lnTo>
                    <a:pt x="0" y="2008875"/>
                  </a:lnTo>
                  <a:lnTo>
                    <a:pt x="0" y="1969464"/>
                  </a:lnTo>
                  <a:lnTo>
                    <a:pt x="0" y="1930053"/>
                  </a:lnTo>
                  <a:lnTo>
                    <a:pt x="0" y="1890642"/>
                  </a:lnTo>
                  <a:lnTo>
                    <a:pt x="0" y="1851231"/>
                  </a:lnTo>
                  <a:lnTo>
                    <a:pt x="0" y="1811821"/>
                  </a:lnTo>
                  <a:lnTo>
                    <a:pt x="0" y="1772410"/>
                  </a:lnTo>
                  <a:lnTo>
                    <a:pt x="0" y="1732999"/>
                  </a:lnTo>
                  <a:lnTo>
                    <a:pt x="0" y="1693588"/>
                  </a:lnTo>
                  <a:lnTo>
                    <a:pt x="0" y="1654177"/>
                  </a:lnTo>
                  <a:lnTo>
                    <a:pt x="0" y="1614766"/>
                  </a:lnTo>
                  <a:lnTo>
                    <a:pt x="0" y="1575355"/>
                  </a:lnTo>
                  <a:lnTo>
                    <a:pt x="0" y="1535944"/>
                  </a:lnTo>
                  <a:lnTo>
                    <a:pt x="0" y="1496533"/>
                  </a:lnTo>
                  <a:lnTo>
                    <a:pt x="0" y="1457122"/>
                  </a:lnTo>
                  <a:lnTo>
                    <a:pt x="0" y="1417711"/>
                  </a:lnTo>
                  <a:lnTo>
                    <a:pt x="0" y="1378301"/>
                  </a:lnTo>
                  <a:lnTo>
                    <a:pt x="0" y="1338890"/>
                  </a:lnTo>
                  <a:lnTo>
                    <a:pt x="0" y="1299479"/>
                  </a:lnTo>
                  <a:lnTo>
                    <a:pt x="0" y="1260068"/>
                  </a:lnTo>
                  <a:lnTo>
                    <a:pt x="0" y="1220657"/>
                  </a:lnTo>
                  <a:lnTo>
                    <a:pt x="0" y="1181246"/>
                  </a:lnTo>
                  <a:lnTo>
                    <a:pt x="0" y="1141835"/>
                  </a:lnTo>
                  <a:lnTo>
                    <a:pt x="0" y="1102424"/>
                  </a:lnTo>
                  <a:lnTo>
                    <a:pt x="0" y="1063013"/>
                  </a:lnTo>
                  <a:lnTo>
                    <a:pt x="0" y="1023602"/>
                  </a:lnTo>
                  <a:lnTo>
                    <a:pt x="0" y="984192"/>
                  </a:lnTo>
                  <a:lnTo>
                    <a:pt x="0" y="944781"/>
                  </a:lnTo>
                  <a:lnTo>
                    <a:pt x="0" y="905370"/>
                  </a:lnTo>
                  <a:lnTo>
                    <a:pt x="0" y="865959"/>
                  </a:lnTo>
                  <a:lnTo>
                    <a:pt x="0" y="826548"/>
                  </a:lnTo>
                  <a:lnTo>
                    <a:pt x="0" y="787137"/>
                  </a:lnTo>
                  <a:lnTo>
                    <a:pt x="0" y="747726"/>
                  </a:lnTo>
                  <a:lnTo>
                    <a:pt x="0" y="708315"/>
                  </a:lnTo>
                  <a:lnTo>
                    <a:pt x="0" y="668904"/>
                  </a:lnTo>
                  <a:lnTo>
                    <a:pt x="0" y="629493"/>
                  </a:lnTo>
                  <a:lnTo>
                    <a:pt x="0" y="590082"/>
                  </a:lnTo>
                  <a:lnTo>
                    <a:pt x="0" y="550672"/>
                  </a:lnTo>
                  <a:lnTo>
                    <a:pt x="0" y="511261"/>
                  </a:lnTo>
                  <a:lnTo>
                    <a:pt x="0" y="471850"/>
                  </a:lnTo>
                  <a:lnTo>
                    <a:pt x="0" y="432439"/>
                  </a:lnTo>
                  <a:lnTo>
                    <a:pt x="0" y="393028"/>
                  </a:lnTo>
                  <a:lnTo>
                    <a:pt x="0" y="353617"/>
                  </a:lnTo>
                  <a:lnTo>
                    <a:pt x="0" y="314206"/>
                  </a:lnTo>
                  <a:lnTo>
                    <a:pt x="0" y="274795"/>
                  </a:lnTo>
                  <a:lnTo>
                    <a:pt x="0" y="235384"/>
                  </a:lnTo>
                  <a:lnTo>
                    <a:pt x="0" y="195973"/>
                  </a:lnTo>
                  <a:lnTo>
                    <a:pt x="0" y="156563"/>
                  </a:lnTo>
                  <a:lnTo>
                    <a:pt x="0" y="117152"/>
                  </a:lnTo>
                  <a:lnTo>
                    <a:pt x="0" y="77741"/>
                  </a:lnTo>
                  <a:lnTo>
                    <a:pt x="0" y="38330"/>
                  </a:ln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rnd">
              <a:solidFill>
                <a:srgbClr val="F0F8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5256837" y="2354586"/>
              <a:ext cx="0" cy="3366361"/>
            </a:xfrm>
            <a:custGeom>
              <a:avLst/>
              <a:pathLst>
                <a:path w="0" h="3366361">
                  <a:moveTo>
                    <a:pt x="0" y="3366361"/>
                  </a:moveTo>
                  <a:lnTo>
                    <a:pt x="0" y="3348846"/>
                  </a:lnTo>
                  <a:lnTo>
                    <a:pt x="0" y="3309435"/>
                  </a:lnTo>
                  <a:lnTo>
                    <a:pt x="0" y="3270024"/>
                  </a:lnTo>
                  <a:lnTo>
                    <a:pt x="0" y="3230613"/>
                  </a:lnTo>
                  <a:lnTo>
                    <a:pt x="0" y="3191202"/>
                  </a:lnTo>
                  <a:lnTo>
                    <a:pt x="0" y="3151791"/>
                  </a:lnTo>
                  <a:lnTo>
                    <a:pt x="0" y="3112380"/>
                  </a:lnTo>
                  <a:lnTo>
                    <a:pt x="0" y="3072969"/>
                  </a:lnTo>
                  <a:lnTo>
                    <a:pt x="0" y="3033559"/>
                  </a:lnTo>
                  <a:lnTo>
                    <a:pt x="0" y="2994148"/>
                  </a:lnTo>
                  <a:lnTo>
                    <a:pt x="0" y="2954737"/>
                  </a:lnTo>
                  <a:lnTo>
                    <a:pt x="0" y="2915326"/>
                  </a:lnTo>
                  <a:lnTo>
                    <a:pt x="0" y="2875915"/>
                  </a:lnTo>
                  <a:lnTo>
                    <a:pt x="0" y="2836504"/>
                  </a:lnTo>
                  <a:lnTo>
                    <a:pt x="0" y="2797093"/>
                  </a:lnTo>
                  <a:lnTo>
                    <a:pt x="0" y="2757682"/>
                  </a:lnTo>
                  <a:lnTo>
                    <a:pt x="0" y="2718271"/>
                  </a:lnTo>
                  <a:lnTo>
                    <a:pt x="0" y="2678860"/>
                  </a:lnTo>
                  <a:lnTo>
                    <a:pt x="0" y="2639450"/>
                  </a:lnTo>
                  <a:lnTo>
                    <a:pt x="0" y="2600039"/>
                  </a:lnTo>
                  <a:lnTo>
                    <a:pt x="0" y="2560628"/>
                  </a:lnTo>
                  <a:lnTo>
                    <a:pt x="0" y="2521217"/>
                  </a:lnTo>
                  <a:lnTo>
                    <a:pt x="0" y="2481806"/>
                  </a:lnTo>
                  <a:lnTo>
                    <a:pt x="0" y="2442395"/>
                  </a:lnTo>
                  <a:lnTo>
                    <a:pt x="0" y="2402984"/>
                  </a:lnTo>
                  <a:lnTo>
                    <a:pt x="0" y="2363573"/>
                  </a:lnTo>
                  <a:lnTo>
                    <a:pt x="0" y="2324162"/>
                  </a:lnTo>
                  <a:lnTo>
                    <a:pt x="0" y="2284751"/>
                  </a:lnTo>
                  <a:lnTo>
                    <a:pt x="0" y="2245340"/>
                  </a:lnTo>
                  <a:lnTo>
                    <a:pt x="0" y="2205930"/>
                  </a:lnTo>
                  <a:lnTo>
                    <a:pt x="0" y="2166519"/>
                  </a:lnTo>
                  <a:lnTo>
                    <a:pt x="0" y="2127108"/>
                  </a:lnTo>
                  <a:lnTo>
                    <a:pt x="0" y="2087697"/>
                  </a:lnTo>
                  <a:lnTo>
                    <a:pt x="0" y="2048286"/>
                  </a:lnTo>
                  <a:lnTo>
                    <a:pt x="0" y="2008875"/>
                  </a:lnTo>
                  <a:lnTo>
                    <a:pt x="0" y="1969464"/>
                  </a:lnTo>
                  <a:lnTo>
                    <a:pt x="0" y="1930053"/>
                  </a:lnTo>
                  <a:lnTo>
                    <a:pt x="0" y="1890642"/>
                  </a:lnTo>
                  <a:lnTo>
                    <a:pt x="0" y="1851231"/>
                  </a:lnTo>
                  <a:lnTo>
                    <a:pt x="0" y="1811821"/>
                  </a:lnTo>
                  <a:lnTo>
                    <a:pt x="0" y="1772410"/>
                  </a:lnTo>
                  <a:lnTo>
                    <a:pt x="0" y="1732999"/>
                  </a:lnTo>
                  <a:lnTo>
                    <a:pt x="0" y="1693588"/>
                  </a:lnTo>
                  <a:lnTo>
                    <a:pt x="0" y="1654177"/>
                  </a:lnTo>
                  <a:lnTo>
                    <a:pt x="0" y="1614766"/>
                  </a:lnTo>
                  <a:lnTo>
                    <a:pt x="0" y="1575355"/>
                  </a:lnTo>
                  <a:lnTo>
                    <a:pt x="0" y="1535944"/>
                  </a:lnTo>
                  <a:lnTo>
                    <a:pt x="0" y="1496533"/>
                  </a:lnTo>
                  <a:lnTo>
                    <a:pt x="0" y="1457122"/>
                  </a:lnTo>
                  <a:lnTo>
                    <a:pt x="0" y="1417711"/>
                  </a:lnTo>
                  <a:lnTo>
                    <a:pt x="0" y="1378301"/>
                  </a:lnTo>
                  <a:lnTo>
                    <a:pt x="0" y="1338890"/>
                  </a:lnTo>
                  <a:lnTo>
                    <a:pt x="0" y="1299479"/>
                  </a:lnTo>
                  <a:lnTo>
                    <a:pt x="0" y="1260068"/>
                  </a:lnTo>
                  <a:lnTo>
                    <a:pt x="0" y="1220657"/>
                  </a:lnTo>
                  <a:lnTo>
                    <a:pt x="0" y="1181246"/>
                  </a:lnTo>
                  <a:lnTo>
                    <a:pt x="0" y="1141835"/>
                  </a:lnTo>
                  <a:lnTo>
                    <a:pt x="0" y="1102424"/>
                  </a:lnTo>
                  <a:lnTo>
                    <a:pt x="0" y="1063013"/>
                  </a:lnTo>
                  <a:lnTo>
                    <a:pt x="0" y="1023602"/>
                  </a:lnTo>
                  <a:lnTo>
                    <a:pt x="0" y="984192"/>
                  </a:lnTo>
                  <a:lnTo>
                    <a:pt x="0" y="944781"/>
                  </a:lnTo>
                  <a:lnTo>
                    <a:pt x="0" y="905370"/>
                  </a:lnTo>
                  <a:lnTo>
                    <a:pt x="0" y="865959"/>
                  </a:lnTo>
                  <a:lnTo>
                    <a:pt x="0" y="826548"/>
                  </a:lnTo>
                  <a:lnTo>
                    <a:pt x="0" y="787137"/>
                  </a:lnTo>
                  <a:lnTo>
                    <a:pt x="0" y="747726"/>
                  </a:lnTo>
                  <a:lnTo>
                    <a:pt x="0" y="708315"/>
                  </a:lnTo>
                  <a:lnTo>
                    <a:pt x="0" y="668904"/>
                  </a:lnTo>
                  <a:lnTo>
                    <a:pt x="0" y="629493"/>
                  </a:lnTo>
                  <a:lnTo>
                    <a:pt x="0" y="590082"/>
                  </a:lnTo>
                  <a:lnTo>
                    <a:pt x="0" y="550672"/>
                  </a:lnTo>
                  <a:lnTo>
                    <a:pt x="0" y="511261"/>
                  </a:lnTo>
                  <a:lnTo>
                    <a:pt x="0" y="471850"/>
                  </a:lnTo>
                  <a:lnTo>
                    <a:pt x="0" y="432439"/>
                  </a:lnTo>
                  <a:lnTo>
                    <a:pt x="0" y="393028"/>
                  </a:lnTo>
                  <a:lnTo>
                    <a:pt x="0" y="353617"/>
                  </a:lnTo>
                  <a:lnTo>
                    <a:pt x="0" y="314206"/>
                  </a:lnTo>
                  <a:lnTo>
                    <a:pt x="0" y="274795"/>
                  </a:lnTo>
                  <a:lnTo>
                    <a:pt x="0" y="235384"/>
                  </a:lnTo>
                  <a:lnTo>
                    <a:pt x="0" y="195973"/>
                  </a:lnTo>
                  <a:lnTo>
                    <a:pt x="0" y="156563"/>
                  </a:lnTo>
                  <a:lnTo>
                    <a:pt x="0" y="117152"/>
                  </a:lnTo>
                  <a:lnTo>
                    <a:pt x="0" y="77741"/>
                  </a:lnTo>
                  <a:lnTo>
                    <a:pt x="0" y="38330"/>
                  </a:ln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rnd">
              <a:solidFill>
                <a:srgbClr val="F0F8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5786012" y="2354586"/>
              <a:ext cx="0" cy="3366361"/>
            </a:xfrm>
            <a:custGeom>
              <a:avLst/>
              <a:pathLst>
                <a:path w="0" h="3366361">
                  <a:moveTo>
                    <a:pt x="0" y="3366361"/>
                  </a:moveTo>
                  <a:lnTo>
                    <a:pt x="0" y="3348846"/>
                  </a:lnTo>
                  <a:lnTo>
                    <a:pt x="0" y="3309435"/>
                  </a:lnTo>
                  <a:lnTo>
                    <a:pt x="0" y="3270024"/>
                  </a:lnTo>
                  <a:lnTo>
                    <a:pt x="0" y="3230613"/>
                  </a:lnTo>
                  <a:lnTo>
                    <a:pt x="0" y="3191202"/>
                  </a:lnTo>
                  <a:lnTo>
                    <a:pt x="0" y="3151791"/>
                  </a:lnTo>
                  <a:lnTo>
                    <a:pt x="0" y="3112380"/>
                  </a:lnTo>
                  <a:lnTo>
                    <a:pt x="0" y="3072969"/>
                  </a:lnTo>
                  <a:lnTo>
                    <a:pt x="0" y="3033559"/>
                  </a:lnTo>
                  <a:lnTo>
                    <a:pt x="0" y="2994148"/>
                  </a:lnTo>
                  <a:lnTo>
                    <a:pt x="0" y="2954737"/>
                  </a:lnTo>
                  <a:lnTo>
                    <a:pt x="0" y="2915326"/>
                  </a:lnTo>
                  <a:lnTo>
                    <a:pt x="0" y="2875915"/>
                  </a:lnTo>
                  <a:lnTo>
                    <a:pt x="0" y="2836504"/>
                  </a:lnTo>
                  <a:lnTo>
                    <a:pt x="0" y="2797093"/>
                  </a:lnTo>
                  <a:lnTo>
                    <a:pt x="0" y="2757682"/>
                  </a:lnTo>
                  <a:lnTo>
                    <a:pt x="0" y="2718271"/>
                  </a:lnTo>
                  <a:lnTo>
                    <a:pt x="0" y="2678860"/>
                  </a:lnTo>
                  <a:lnTo>
                    <a:pt x="0" y="2639450"/>
                  </a:lnTo>
                  <a:lnTo>
                    <a:pt x="0" y="2600039"/>
                  </a:lnTo>
                  <a:lnTo>
                    <a:pt x="0" y="2560628"/>
                  </a:lnTo>
                  <a:lnTo>
                    <a:pt x="0" y="2521217"/>
                  </a:lnTo>
                  <a:lnTo>
                    <a:pt x="0" y="2481806"/>
                  </a:lnTo>
                  <a:lnTo>
                    <a:pt x="0" y="2442395"/>
                  </a:lnTo>
                  <a:lnTo>
                    <a:pt x="0" y="2402984"/>
                  </a:lnTo>
                  <a:lnTo>
                    <a:pt x="0" y="2363573"/>
                  </a:lnTo>
                  <a:lnTo>
                    <a:pt x="0" y="2324162"/>
                  </a:lnTo>
                  <a:lnTo>
                    <a:pt x="0" y="2284751"/>
                  </a:lnTo>
                  <a:lnTo>
                    <a:pt x="0" y="2245340"/>
                  </a:lnTo>
                  <a:lnTo>
                    <a:pt x="0" y="2205930"/>
                  </a:lnTo>
                  <a:lnTo>
                    <a:pt x="0" y="2166519"/>
                  </a:lnTo>
                  <a:lnTo>
                    <a:pt x="0" y="2127108"/>
                  </a:lnTo>
                  <a:lnTo>
                    <a:pt x="0" y="2087697"/>
                  </a:lnTo>
                  <a:lnTo>
                    <a:pt x="0" y="2048286"/>
                  </a:lnTo>
                  <a:lnTo>
                    <a:pt x="0" y="2008875"/>
                  </a:lnTo>
                  <a:lnTo>
                    <a:pt x="0" y="1969464"/>
                  </a:lnTo>
                  <a:lnTo>
                    <a:pt x="0" y="1930053"/>
                  </a:lnTo>
                  <a:lnTo>
                    <a:pt x="0" y="1890642"/>
                  </a:lnTo>
                  <a:lnTo>
                    <a:pt x="0" y="1851231"/>
                  </a:lnTo>
                  <a:lnTo>
                    <a:pt x="0" y="1811821"/>
                  </a:lnTo>
                  <a:lnTo>
                    <a:pt x="0" y="1772410"/>
                  </a:lnTo>
                  <a:lnTo>
                    <a:pt x="0" y="1732999"/>
                  </a:lnTo>
                  <a:lnTo>
                    <a:pt x="0" y="1693588"/>
                  </a:lnTo>
                  <a:lnTo>
                    <a:pt x="0" y="1654177"/>
                  </a:lnTo>
                  <a:lnTo>
                    <a:pt x="0" y="1614766"/>
                  </a:lnTo>
                  <a:lnTo>
                    <a:pt x="0" y="1575355"/>
                  </a:lnTo>
                  <a:lnTo>
                    <a:pt x="0" y="1535944"/>
                  </a:lnTo>
                  <a:lnTo>
                    <a:pt x="0" y="1496533"/>
                  </a:lnTo>
                  <a:lnTo>
                    <a:pt x="0" y="1457122"/>
                  </a:lnTo>
                  <a:lnTo>
                    <a:pt x="0" y="1417711"/>
                  </a:lnTo>
                  <a:lnTo>
                    <a:pt x="0" y="1378301"/>
                  </a:lnTo>
                  <a:lnTo>
                    <a:pt x="0" y="1338890"/>
                  </a:lnTo>
                  <a:lnTo>
                    <a:pt x="0" y="1299479"/>
                  </a:lnTo>
                  <a:lnTo>
                    <a:pt x="0" y="1260068"/>
                  </a:lnTo>
                  <a:lnTo>
                    <a:pt x="0" y="1220657"/>
                  </a:lnTo>
                  <a:lnTo>
                    <a:pt x="0" y="1181246"/>
                  </a:lnTo>
                  <a:lnTo>
                    <a:pt x="0" y="1141835"/>
                  </a:lnTo>
                  <a:lnTo>
                    <a:pt x="0" y="1102424"/>
                  </a:lnTo>
                  <a:lnTo>
                    <a:pt x="0" y="1063013"/>
                  </a:lnTo>
                  <a:lnTo>
                    <a:pt x="0" y="1023602"/>
                  </a:lnTo>
                  <a:lnTo>
                    <a:pt x="0" y="984192"/>
                  </a:lnTo>
                  <a:lnTo>
                    <a:pt x="0" y="944781"/>
                  </a:lnTo>
                  <a:lnTo>
                    <a:pt x="0" y="905370"/>
                  </a:lnTo>
                  <a:lnTo>
                    <a:pt x="0" y="865959"/>
                  </a:lnTo>
                  <a:lnTo>
                    <a:pt x="0" y="826548"/>
                  </a:lnTo>
                  <a:lnTo>
                    <a:pt x="0" y="787137"/>
                  </a:lnTo>
                  <a:lnTo>
                    <a:pt x="0" y="747726"/>
                  </a:lnTo>
                  <a:lnTo>
                    <a:pt x="0" y="708315"/>
                  </a:lnTo>
                  <a:lnTo>
                    <a:pt x="0" y="668904"/>
                  </a:lnTo>
                  <a:lnTo>
                    <a:pt x="0" y="629493"/>
                  </a:lnTo>
                  <a:lnTo>
                    <a:pt x="0" y="590082"/>
                  </a:lnTo>
                  <a:lnTo>
                    <a:pt x="0" y="550672"/>
                  </a:lnTo>
                  <a:lnTo>
                    <a:pt x="0" y="511261"/>
                  </a:lnTo>
                  <a:lnTo>
                    <a:pt x="0" y="471850"/>
                  </a:lnTo>
                  <a:lnTo>
                    <a:pt x="0" y="432439"/>
                  </a:lnTo>
                  <a:lnTo>
                    <a:pt x="0" y="393028"/>
                  </a:lnTo>
                  <a:lnTo>
                    <a:pt x="0" y="353617"/>
                  </a:lnTo>
                  <a:lnTo>
                    <a:pt x="0" y="314206"/>
                  </a:lnTo>
                  <a:lnTo>
                    <a:pt x="0" y="274795"/>
                  </a:lnTo>
                  <a:lnTo>
                    <a:pt x="0" y="235384"/>
                  </a:lnTo>
                  <a:lnTo>
                    <a:pt x="0" y="195973"/>
                  </a:lnTo>
                  <a:lnTo>
                    <a:pt x="0" y="156563"/>
                  </a:lnTo>
                  <a:lnTo>
                    <a:pt x="0" y="117152"/>
                  </a:lnTo>
                  <a:lnTo>
                    <a:pt x="0" y="77741"/>
                  </a:lnTo>
                  <a:lnTo>
                    <a:pt x="0" y="38330"/>
                  </a:ln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rnd">
              <a:solidFill>
                <a:srgbClr val="F0F8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6315187" y="2354586"/>
              <a:ext cx="0" cy="3366361"/>
            </a:xfrm>
            <a:custGeom>
              <a:avLst/>
              <a:pathLst>
                <a:path w="0" h="3366361">
                  <a:moveTo>
                    <a:pt x="0" y="3366361"/>
                  </a:moveTo>
                  <a:lnTo>
                    <a:pt x="0" y="3348846"/>
                  </a:lnTo>
                  <a:lnTo>
                    <a:pt x="0" y="3309435"/>
                  </a:lnTo>
                  <a:lnTo>
                    <a:pt x="0" y="3270024"/>
                  </a:lnTo>
                  <a:lnTo>
                    <a:pt x="0" y="3230613"/>
                  </a:lnTo>
                  <a:lnTo>
                    <a:pt x="0" y="3191202"/>
                  </a:lnTo>
                  <a:lnTo>
                    <a:pt x="0" y="3151791"/>
                  </a:lnTo>
                  <a:lnTo>
                    <a:pt x="0" y="3112380"/>
                  </a:lnTo>
                  <a:lnTo>
                    <a:pt x="0" y="3072969"/>
                  </a:lnTo>
                  <a:lnTo>
                    <a:pt x="0" y="3033559"/>
                  </a:lnTo>
                  <a:lnTo>
                    <a:pt x="0" y="2994148"/>
                  </a:lnTo>
                  <a:lnTo>
                    <a:pt x="0" y="2954737"/>
                  </a:lnTo>
                  <a:lnTo>
                    <a:pt x="0" y="2915326"/>
                  </a:lnTo>
                  <a:lnTo>
                    <a:pt x="0" y="2875915"/>
                  </a:lnTo>
                  <a:lnTo>
                    <a:pt x="0" y="2836504"/>
                  </a:lnTo>
                  <a:lnTo>
                    <a:pt x="0" y="2797093"/>
                  </a:lnTo>
                  <a:lnTo>
                    <a:pt x="0" y="2757682"/>
                  </a:lnTo>
                  <a:lnTo>
                    <a:pt x="0" y="2718271"/>
                  </a:lnTo>
                  <a:lnTo>
                    <a:pt x="0" y="2678860"/>
                  </a:lnTo>
                  <a:lnTo>
                    <a:pt x="0" y="2639450"/>
                  </a:lnTo>
                  <a:lnTo>
                    <a:pt x="0" y="2600039"/>
                  </a:lnTo>
                  <a:lnTo>
                    <a:pt x="0" y="2560628"/>
                  </a:lnTo>
                  <a:lnTo>
                    <a:pt x="0" y="2521217"/>
                  </a:lnTo>
                  <a:lnTo>
                    <a:pt x="0" y="2481806"/>
                  </a:lnTo>
                  <a:lnTo>
                    <a:pt x="0" y="2442395"/>
                  </a:lnTo>
                  <a:lnTo>
                    <a:pt x="0" y="2402984"/>
                  </a:lnTo>
                  <a:lnTo>
                    <a:pt x="0" y="2363573"/>
                  </a:lnTo>
                  <a:lnTo>
                    <a:pt x="0" y="2324162"/>
                  </a:lnTo>
                  <a:lnTo>
                    <a:pt x="0" y="2284751"/>
                  </a:lnTo>
                  <a:lnTo>
                    <a:pt x="0" y="2245340"/>
                  </a:lnTo>
                  <a:lnTo>
                    <a:pt x="0" y="2205930"/>
                  </a:lnTo>
                  <a:lnTo>
                    <a:pt x="0" y="2166519"/>
                  </a:lnTo>
                  <a:lnTo>
                    <a:pt x="0" y="2127108"/>
                  </a:lnTo>
                  <a:lnTo>
                    <a:pt x="0" y="2087697"/>
                  </a:lnTo>
                  <a:lnTo>
                    <a:pt x="0" y="2048286"/>
                  </a:lnTo>
                  <a:lnTo>
                    <a:pt x="0" y="2008875"/>
                  </a:lnTo>
                  <a:lnTo>
                    <a:pt x="0" y="1969464"/>
                  </a:lnTo>
                  <a:lnTo>
                    <a:pt x="0" y="1930053"/>
                  </a:lnTo>
                  <a:lnTo>
                    <a:pt x="0" y="1890642"/>
                  </a:lnTo>
                  <a:lnTo>
                    <a:pt x="0" y="1851231"/>
                  </a:lnTo>
                  <a:lnTo>
                    <a:pt x="0" y="1811821"/>
                  </a:lnTo>
                  <a:lnTo>
                    <a:pt x="0" y="1772410"/>
                  </a:lnTo>
                  <a:lnTo>
                    <a:pt x="0" y="1732999"/>
                  </a:lnTo>
                  <a:lnTo>
                    <a:pt x="0" y="1693588"/>
                  </a:lnTo>
                  <a:lnTo>
                    <a:pt x="0" y="1654177"/>
                  </a:lnTo>
                  <a:lnTo>
                    <a:pt x="0" y="1614766"/>
                  </a:lnTo>
                  <a:lnTo>
                    <a:pt x="0" y="1575355"/>
                  </a:lnTo>
                  <a:lnTo>
                    <a:pt x="0" y="1535944"/>
                  </a:lnTo>
                  <a:lnTo>
                    <a:pt x="0" y="1496533"/>
                  </a:lnTo>
                  <a:lnTo>
                    <a:pt x="0" y="1457122"/>
                  </a:lnTo>
                  <a:lnTo>
                    <a:pt x="0" y="1417711"/>
                  </a:lnTo>
                  <a:lnTo>
                    <a:pt x="0" y="1378301"/>
                  </a:lnTo>
                  <a:lnTo>
                    <a:pt x="0" y="1338890"/>
                  </a:lnTo>
                  <a:lnTo>
                    <a:pt x="0" y="1299479"/>
                  </a:lnTo>
                  <a:lnTo>
                    <a:pt x="0" y="1260068"/>
                  </a:lnTo>
                  <a:lnTo>
                    <a:pt x="0" y="1220657"/>
                  </a:lnTo>
                  <a:lnTo>
                    <a:pt x="0" y="1181246"/>
                  </a:lnTo>
                  <a:lnTo>
                    <a:pt x="0" y="1141835"/>
                  </a:lnTo>
                  <a:lnTo>
                    <a:pt x="0" y="1102424"/>
                  </a:lnTo>
                  <a:lnTo>
                    <a:pt x="0" y="1063013"/>
                  </a:lnTo>
                  <a:lnTo>
                    <a:pt x="0" y="1023602"/>
                  </a:lnTo>
                  <a:lnTo>
                    <a:pt x="0" y="984192"/>
                  </a:lnTo>
                  <a:lnTo>
                    <a:pt x="0" y="944781"/>
                  </a:lnTo>
                  <a:lnTo>
                    <a:pt x="0" y="905370"/>
                  </a:lnTo>
                  <a:lnTo>
                    <a:pt x="0" y="865959"/>
                  </a:lnTo>
                  <a:lnTo>
                    <a:pt x="0" y="826548"/>
                  </a:lnTo>
                  <a:lnTo>
                    <a:pt x="0" y="787137"/>
                  </a:lnTo>
                  <a:lnTo>
                    <a:pt x="0" y="747726"/>
                  </a:lnTo>
                  <a:lnTo>
                    <a:pt x="0" y="708315"/>
                  </a:lnTo>
                  <a:lnTo>
                    <a:pt x="0" y="668904"/>
                  </a:lnTo>
                  <a:lnTo>
                    <a:pt x="0" y="629493"/>
                  </a:lnTo>
                  <a:lnTo>
                    <a:pt x="0" y="590082"/>
                  </a:lnTo>
                  <a:lnTo>
                    <a:pt x="0" y="550672"/>
                  </a:lnTo>
                  <a:lnTo>
                    <a:pt x="0" y="511261"/>
                  </a:lnTo>
                  <a:lnTo>
                    <a:pt x="0" y="471850"/>
                  </a:lnTo>
                  <a:lnTo>
                    <a:pt x="0" y="432439"/>
                  </a:lnTo>
                  <a:lnTo>
                    <a:pt x="0" y="393028"/>
                  </a:lnTo>
                  <a:lnTo>
                    <a:pt x="0" y="353617"/>
                  </a:lnTo>
                  <a:lnTo>
                    <a:pt x="0" y="314206"/>
                  </a:lnTo>
                  <a:lnTo>
                    <a:pt x="0" y="274795"/>
                  </a:lnTo>
                  <a:lnTo>
                    <a:pt x="0" y="235384"/>
                  </a:lnTo>
                  <a:lnTo>
                    <a:pt x="0" y="195973"/>
                  </a:lnTo>
                  <a:lnTo>
                    <a:pt x="0" y="156563"/>
                  </a:lnTo>
                  <a:lnTo>
                    <a:pt x="0" y="117152"/>
                  </a:lnTo>
                  <a:lnTo>
                    <a:pt x="0" y="77741"/>
                  </a:lnTo>
                  <a:lnTo>
                    <a:pt x="0" y="38330"/>
                  </a:ln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rnd">
              <a:solidFill>
                <a:srgbClr val="F0F8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2201917" y="5407850"/>
              <a:ext cx="4342247" cy="0"/>
            </a:xfrm>
            <a:custGeom>
              <a:avLst/>
              <a:pathLst>
                <a:path w="4342247" h="0">
                  <a:moveTo>
                    <a:pt x="0" y="0"/>
                  </a:moveTo>
                  <a:lnTo>
                    <a:pt x="24190" y="0"/>
                  </a:lnTo>
                  <a:lnTo>
                    <a:pt x="72297" y="0"/>
                  </a:lnTo>
                  <a:lnTo>
                    <a:pt x="120403" y="0"/>
                  </a:lnTo>
                  <a:lnTo>
                    <a:pt x="168510" y="0"/>
                  </a:lnTo>
                  <a:lnTo>
                    <a:pt x="216617" y="0"/>
                  </a:lnTo>
                  <a:lnTo>
                    <a:pt x="264724" y="0"/>
                  </a:lnTo>
                  <a:lnTo>
                    <a:pt x="312831" y="0"/>
                  </a:lnTo>
                  <a:lnTo>
                    <a:pt x="360938" y="0"/>
                  </a:lnTo>
                  <a:lnTo>
                    <a:pt x="409044" y="0"/>
                  </a:lnTo>
                  <a:lnTo>
                    <a:pt x="457151" y="0"/>
                  </a:lnTo>
                  <a:lnTo>
                    <a:pt x="505258" y="0"/>
                  </a:lnTo>
                  <a:lnTo>
                    <a:pt x="553365" y="0"/>
                  </a:lnTo>
                  <a:lnTo>
                    <a:pt x="601472" y="0"/>
                  </a:lnTo>
                  <a:lnTo>
                    <a:pt x="649579" y="0"/>
                  </a:lnTo>
                  <a:lnTo>
                    <a:pt x="697685" y="0"/>
                  </a:lnTo>
                  <a:lnTo>
                    <a:pt x="745792" y="0"/>
                  </a:lnTo>
                  <a:lnTo>
                    <a:pt x="793899" y="0"/>
                  </a:lnTo>
                  <a:lnTo>
                    <a:pt x="842006" y="0"/>
                  </a:lnTo>
                  <a:lnTo>
                    <a:pt x="890113" y="0"/>
                  </a:lnTo>
                  <a:lnTo>
                    <a:pt x="938219" y="0"/>
                  </a:lnTo>
                  <a:lnTo>
                    <a:pt x="986326" y="0"/>
                  </a:lnTo>
                  <a:lnTo>
                    <a:pt x="1034433" y="0"/>
                  </a:lnTo>
                  <a:lnTo>
                    <a:pt x="1082540" y="0"/>
                  </a:lnTo>
                  <a:lnTo>
                    <a:pt x="1130647" y="0"/>
                  </a:lnTo>
                  <a:lnTo>
                    <a:pt x="1178754" y="0"/>
                  </a:lnTo>
                  <a:lnTo>
                    <a:pt x="1226860" y="0"/>
                  </a:lnTo>
                  <a:lnTo>
                    <a:pt x="1274967" y="0"/>
                  </a:lnTo>
                  <a:lnTo>
                    <a:pt x="1323074" y="0"/>
                  </a:lnTo>
                  <a:lnTo>
                    <a:pt x="1371181" y="0"/>
                  </a:lnTo>
                  <a:lnTo>
                    <a:pt x="1419288" y="0"/>
                  </a:lnTo>
                  <a:lnTo>
                    <a:pt x="1467394" y="0"/>
                  </a:lnTo>
                  <a:lnTo>
                    <a:pt x="1515501" y="0"/>
                  </a:lnTo>
                  <a:lnTo>
                    <a:pt x="1563608" y="0"/>
                  </a:lnTo>
                  <a:lnTo>
                    <a:pt x="1611715" y="0"/>
                  </a:lnTo>
                  <a:lnTo>
                    <a:pt x="1659822" y="0"/>
                  </a:lnTo>
                  <a:lnTo>
                    <a:pt x="1707929" y="0"/>
                  </a:lnTo>
                  <a:lnTo>
                    <a:pt x="1756035" y="0"/>
                  </a:lnTo>
                  <a:lnTo>
                    <a:pt x="1804142" y="0"/>
                  </a:lnTo>
                  <a:lnTo>
                    <a:pt x="1852249" y="0"/>
                  </a:lnTo>
                  <a:lnTo>
                    <a:pt x="1900356" y="0"/>
                  </a:lnTo>
                  <a:lnTo>
                    <a:pt x="1948463" y="0"/>
                  </a:lnTo>
                  <a:lnTo>
                    <a:pt x="1996570" y="0"/>
                  </a:lnTo>
                  <a:lnTo>
                    <a:pt x="2044676" y="0"/>
                  </a:lnTo>
                  <a:lnTo>
                    <a:pt x="2092783" y="0"/>
                  </a:lnTo>
                  <a:lnTo>
                    <a:pt x="2140890" y="0"/>
                  </a:lnTo>
                  <a:lnTo>
                    <a:pt x="2188997" y="0"/>
                  </a:lnTo>
                  <a:lnTo>
                    <a:pt x="2237104" y="0"/>
                  </a:lnTo>
                  <a:lnTo>
                    <a:pt x="2285210" y="0"/>
                  </a:lnTo>
                  <a:lnTo>
                    <a:pt x="2333317" y="0"/>
                  </a:lnTo>
                  <a:lnTo>
                    <a:pt x="2381424" y="0"/>
                  </a:lnTo>
                  <a:lnTo>
                    <a:pt x="2429531" y="0"/>
                  </a:lnTo>
                  <a:lnTo>
                    <a:pt x="2477638" y="0"/>
                  </a:lnTo>
                  <a:lnTo>
                    <a:pt x="2525745" y="0"/>
                  </a:lnTo>
                  <a:lnTo>
                    <a:pt x="2573851" y="0"/>
                  </a:lnTo>
                  <a:lnTo>
                    <a:pt x="2621958" y="0"/>
                  </a:lnTo>
                  <a:lnTo>
                    <a:pt x="2670065" y="0"/>
                  </a:lnTo>
                  <a:lnTo>
                    <a:pt x="2718172" y="0"/>
                  </a:lnTo>
                  <a:lnTo>
                    <a:pt x="2766279" y="0"/>
                  </a:lnTo>
                  <a:lnTo>
                    <a:pt x="2814386" y="0"/>
                  </a:lnTo>
                  <a:lnTo>
                    <a:pt x="2862492" y="0"/>
                  </a:lnTo>
                  <a:lnTo>
                    <a:pt x="2910599" y="0"/>
                  </a:lnTo>
                  <a:lnTo>
                    <a:pt x="2958706" y="0"/>
                  </a:lnTo>
                  <a:lnTo>
                    <a:pt x="3006813" y="0"/>
                  </a:lnTo>
                  <a:lnTo>
                    <a:pt x="3054920" y="0"/>
                  </a:lnTo>
                  <a:lnTo>
                    <a:pt x="3103026" y="0"/>
                  </a:lnTo>
                  <a:lnTo>
                    <a:pt x="3151133" y="0"/>
                  </a:lnTo>
                  <a:lnTo>
                    <a:pt x="3199240" y="0"/>
                  </a:lnTo>
                  <a:lnTo>
                    <a:pt x="3247347" y="0"/>
                  </a:lnTo>
                  <a:lnTo>
                    <a:pt x="3295454" y="0"/>
                  </a:lnTo>
                  <a:lnTo>
                    <a:pt x="3343561" y="0"/>
                  </a:lnTo>
                  <a:lnTo>
                    <a:pt x="3391667" y="0"/>
                  </a:lnTo>
                  <a:lnTo>
                    <a:pt x="3439774" y="0"/>
                  </a:lnTo>
                  <a:lnTo>
                    <a:pt x="3487881" y="0"/>
                  </a:lnTo>
                  <a:lnTo>
                    <a:pt x="3535988" y="0"/>
                  </a:lnTo>
                  <a:lnTo>
                    <a:pt x="3584095" y="0"/>
                  </a:lnTo>
                  <a:lnTo>
                    <a:pt x="3632202" y="0"/>
                  </a:lnTo>
                  <a:lnTo>
                    <a:pt x="3680308" y="0"/>
                  </a:lnTo>
                  <a:lnTo>
                    <a:pt x="3728415" y="0"/>
                  </a:lnTo>
                  <a:lnTo>
                    <a:pt x="3776522" y="0"/>
                  </a:lnTo>
                  <a:lnTo>
                    <a:pt x="3824629" y="0"/>
                  </a:lnTo>
                  <a:lnTo>
                    <a:pt x="3872736" y="0"/>
                  </a:lnTo>
                  <a:lnTo>
                    <a:pt x="3920842" y="0"/>
                  </a:lnTo>
                  <a:lnTo>
                    <a:pt x="3968949" y="0"/>
                  </a:lnTo>
                  <a:lnTo>
                    <a:pt x="4017056" y="0"/>
                  </a:lnTo>
                  <a:lnTo>
                    <a:pt x="4065163" y="0"/>
                  </a:lnTo>
                  <a:lnTo>
                    <a:pt x="4113270" y="0"/>
                  </a:lnTo>
                  <a:lnTo>
                    <a:pt x="4161377" y="0"/>
                  </a:lnTo>
                  <a:lnTo>
                    <a:pt x="4209483" y="0"/>
                  </a:lnTo>
                  <a:lnTo>
                    <a:pt x="4257590" y="0"/>
                  </a:lnTo>
                  <a:lnTo>
                    <a:pt x="4305697" y="0"/>
                  </a:lnTo>
                  <a:lnTo>
                    <a:pt x="4342247" y="0"/>
                  </a:lnTo>
                  <a:lnTo>
                    <a:pt x="4342247" y="0"/>
                  </a:lnTo>
                </a:path>
              </a:pathLst>
            </a:custGeom>
            <a:ln w="13550" cap="rnd">
              <a:solidFill>
                <a:srgbClr val="F0F8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2201917" y="4757570"/>
              <a:ext cx="4342247" cy="0"/>
            </a:xfrm>
            <a:custGeom>
              <a:avLst/>
              <a:pathLst>
                <a:path w="4342247" h="0">
                  <a:moveTo>
                    <a:pt x="0" y="0"/>
                  </a:moveTo>
                  <a:lnTo>
                    <a:pt x="24190" y="0"/>
                  </a:lnTo>
                  <a:lnTo>
                    <a:pt x="72297" y="0"/>
                  </a:lnTo>
                  <a:lnTo>
                    <a:pt x="120403" y="0"/>
                  </a:lnTo>
                  <a:lnTo>
                    <a:pt x="168510" y="0"/>
                  </a:lnTo>
                  <a:lnTo>
                    <a:pt x="216617" y="0"/>
                  </a:lnTo>
                  <a:lnTo>
                    <a:pt x="264724" y="0"/>
                  </a:lnTo>
                  <a:lnTo>
                    <a:pt x="312831" y="0"/>
                  </a:lnTo>
                  <a:lnTo>
                    <a:pt x="360938" y="0"/>
                  </a:lnTo>
                  <a:lnTo>
                    <a:pt x="409044" y="0"/>
                  </a:lnTo>
                  <a:lnTo>
                    <a:pt x="457151" y="0"/>
                  </a:lnTo>
                  <a:lnTo>
                    <a:pt x="505258" y="0"/>
                  </a:lnTo>
                  <a:lnTo>
                    <a:pt x="553365" y="0"/>
                  </a:lnTo>
                  <a:lnTo>
                    <a:pt x="601472" y="0"/>
                  </a:lnTo>
                  <a:lnTo>
                    <a:pt x="649579" y="0"/>
                  </a:lnTo>
                  <a:lnTo>
                    <a:pt x="697685" y="0"/>
                  </a:lnTo>
                  <a:lnTo>
                    <a:pt x="745792" y="0"/>
                  </a:lnTo>
                  <a:lnTo>
                    <a:pt x="793899" y="0"/>
                  </a:lnTo>
                  <a:lnTo>
                    <a:pt x="842006" y="0"/>
                  </a:lnTo>
                  <a:lnTo>
                    <a:pt x="890113" y="0"/>
                  </a:lnTo>
                  <a:lnTo>
                    <a:pt x="938219" y="0"/>
                  </a:lnTo>
                  <a:lnTo>
                    <a:pt x="986326" y="0"/>
                  </a:lnTo>
                  <a:lnTo>
                    <a:pt x="1034433" y="0"/>
                  </a:lnTo>
                  <a:lnTo>
                    <a:pt x="1082540" y="0"/>
                  </a:lnTo>
                  <a:lnTo>
                    <a:pt x="1130647" y="0"/>
                  </a:lnTo>
                  <a:lnTo>
                    <a:pt x="1178754" y="0"/>
                  </a:lnTo>
                  <a:lnTo>
                    <a:pt x="1226860" y="0"/>
                  </a:lnTo>
                  <a:lnTo>
                    <a:pt x="1274967" y="0"/>
                  </a:lnTo>
                  <a:lnTo>
                    <a:pt x="1323074" y="0"/>
                  </a:lnTo>
                  <a:lnTo>
                    <a:pt x="1371181" y="0"/>
                  </a:lnTo>
                  <a:lnTo>
                    <a:pt x="1419288" y="0"/>
                  </a:lnTo>
                  <a:lnTo>
                    <a:pt x="1467394" y="0"/>
                  </a:lnTo>
                  <a:lnTo>
                    <a:pt x="1515501" y="0"/>
                  </a:lnTo>
                  <a:lnTo>
                    <a:pt x="1563608" y="0"/>
                  </a:lnTo>
                  <a:lnTo>
                    <a:pt x="1611715" y="0"/>
                  </a:lnTo>
                  <a:lnTo>
                    <a:pt x="1659822" y="0"/>
                  </a:lnTo>
                  <a:lnTo>
                    <a:pt x="1707929" y="0"/>
                  </a:lnTo>
                  <a:lnTo>
                    <a:pt x="1756035" y="0"/>
                  </a:lnTo>
                  <a:lnTo>
                    <a:pt x="1804142" y="0"/>
                  </a:lnTo>
                  <a:lnTo>
                    <a:pt x="1852249" y="0"/>
                  </a:lnTo>
                  <a:lnTo>
                    <a:pt x="1900356" y="0"/>
                  </a:lnTo>
                  <a:lnTo>
                    <a:pt x="1948463" y="0"/>
                  </a:lnTo>
                  <a:lnTo>
                    <a:pt x="1996570" y="0"/>
                  </a:lnTo>
                  <a:lnTo>
                    <a:pt x="2044676" y="0"/>
                  </a:lnTo>
                  <a:lnTo>
                    <a:pt x="2092783" y="0"/>
                  </a:lnTo>
                  <a:lnTo>
                    <a:pt x="2140890" y="0"/>
                  </a:lnTo>
                  <a:lnTo>
                    <a:pt x="2188997" y="0"/>
                  </a:lnTo>
                  <a:lnTo>
                    <a:pt x="2237104" y="0"/>
                  </a:lnTo>
                  <a:lnTo>
                    <a:pt x="2285210" y="0"/>
                  </a:lnTo>
                  <a:lnTo>
                    <a:pt x="2333317" y="0"/>
                  </a:lnTo>
                  <a:lnTo>
                    <a:pt x="2381424" y="0"/>
                  </a:lnTo>
                  <a:lnTo>
                    <a:pt x="2429531" y="0"/>
                  </a:lnTo>
                  <a:lnTo>
                    <a:pt x="2477638" y="0"/>
                  </a:lnTo>
                  <a:lnTo>
                    <a:pt x="2525745" y="0"/>
                  </a:lnTo>
                  <a:lnTo>
                    <a:pt x="2573851" y="0"/>
                  </a:lnTo>
                  <a:lnTo>
                    <a:pt x="2621958" y="0"/>
                  </a:lnTo>
                  <a:lnTo>
                    <a:pt x="2670065" y="0"/>
                  </a:lnTo>
                  <a:lnTo>
                    <a:pt x="2718172" y="0"/>
                  </a:lnTo>
                  <a:lnTo>
                    <a:pt x="2766279" y="0"/>
                  </a:lnTo>
                  <a:lnTo>
                    <a:pt x="2814386" y="0"/>
                  </a:lnTo>
                  <a:lnTo>
                    <a:pt x="2862492" y="0"/>
                  </a:lnTo>
                  <a:lnTo>
                    <a:pt x="2910599" y="0"/>
                  </a:lnTo>
                  <a:lnTo>
                    <a:pt x="2958706" y="0"/>
                  </a:lnTo>
                  <a:lnTo>
                    <a:pt x="3006813" y="0"/>
                  </a:lnTo>
                  <a:lnTo>
                    <a:pt x="3054920" y="0"/>
                  </a:lnTo>
                  <a:lnTo>
                    <a:pt x="3103026" y="0"/>
                  </a:lnTo>
                  <a:lnTo>
                    <a:pt x="3151133" y="0"/>
                  </a:lnTo>
                  <a:lnTo>
                    <a:pt x="3199240" y="0"/>
                  </a:lnTo>
                  <a:lnTo>
                    <a:pt x="3247347" y="0"/>
                  </a:lnTo>
                  <a:lnTo>
                    <a:pt x="3295454" y="0"/>
                  </a:lnTo>
                  <a:lnTo>
                    <a:pt x="3343561" y="0"/>
                  </a:lnTo>
                  <a:lnTo>
                    <a:pt x="3391667" y="0"/>
                  </a:lnTo>
                  <a:lnTo>
                    <a:pt x="3439774" y="0"/>
                  </a:lnTo>
                  <a:lnTo>
                    <a:pt x="3487881" y="0"/>
                  </a:lnTo>
                  <a:lnTo>
                    <a:pt x="3535988" y="0"/>
                  </a:lnTo>
                  <a:lnTo>
                    <a:pt x="3584095" y="0"/>
                  </a:lnTo>
                  <a:lnTo>
                    <a:pt x="3632202" y="0"/>
                  </a:lnTo>
                  <a:lnTo>
                    <a:pt x="3680308" y="0"/>
                  </a:lnTo>
                  <a:lnTo>
                    <a:pt x="3728415" y="0"/>
                  </a:lnTo>
                  <a:lnTo>
                    <a:pt x="3776522" y="0"/>
                  </a:lnTo>
                  <a:lnTo>
                    <a:pt x="3824629" y="0"/>
                  </a:lnTo>
                  <a:lnTo>
                    <a:pt x="3872736" y="0"/>
                  </a:lnTo>
                  <a:lnTo>
                    <a:pt x="3920842" y="0"/>
                  </a:lnTo>
                  <a:lnTo>
                    <a:pt x="3968949" y="0"/>
                  </a:lnTo>
                  <a:lnTo>
                    <a:pt x="4017056" y="0"/>
                  </a:lnTo>
                  <a:lnTo>
                    <a:pt x="4065163" y="0"/>
                  </a:lnTo>
                  <a:lnTo>
                    <a:pt x="4113270" y="0"/>
                  </a:lnTo>
                  <a:lnTo>
                    <a:pt x="4161377" y="0"/>
                  </a:lnTo>
                  <a:lnTo>
                    <a:pt x="4209483" y="0"/>
                  </a:lnTo>
                  <a:lnTo>
                    <a:pt x="4257590" y="0"/>
                  </a:lnTo>
                  <a:lnTo>
                    <a:pt x="4305697" y="0"/>
                  </a:lnTo>
                  <a:lnTo>
                    <a:pt x="4342247" y="0"/>
                  </a:lnTo>
                  <a:lnTo>
                    <a:pt x="4342247" y="0"/>
                  </a:lnTo>
                </a:path>
              </a:pathLst>
            </a:custGeom>
            <a:ln w="13550" cap="rnd">
              <a:solidFill>
                <a:srgbClr val="F0F8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2201917" y="4107291"/>
              <a:ext cx="4342247" cy="0"/>
            </a:xfrm>
            <a:custGeom>
              <a:avLst/>
              <a:pathLst>
                <a:path w="4342247" h="0">
                  <a:moveTo>
                    <a:pt x="0" y="0"/>
                  </a:moveTo>
                  <a:lnTo>
                    <a:pt x="24190" y="0"/>
                  </a:lnTo>
                  <a:lnTo>
                    <a:pt x="72297" y="0"/>
                  </a:lnTo>
                  <a:lnTo>
                    <a:pt x="120403" y="0"/>
                  </a:lnTo>
                  <a:lnTo>
                    <a:pt x="168510" y="0"/>
                  </a:lnTo>
                  <a:lnTo>
                    <a:pt x="216617" y="0"/>
                  </a:lnTo>
                  <a:lnTo>
                    <a:pt x="264724" y="0"/>
                  </a:lnTo>
                  <a:lnTo>
                    <a:pt x="312831" y="0"/>
                  </a:lnTo>
                  <a:lnTo>
                    <a:pt x="360938" y="0"/>
                  </a:lnTo>
                  <a:lnTo>
                    <a:pt x="409044" y="0"/>
                  </a:lnTo>
                  <a:lnTo>
                    <a:pt x="457151" y="0"/>
                  </a:lnTo>
                  <a:lnTo>
                    <a:pt x="505258" y="0"/>
                  </a:lnTo>
                  <a:lnTo>
                    <a:pt x="553365" y="0"/>
                  </a:lnTo>
                  <a:lnTo>
                    <a:pt x="601472" y="0"/>
                  </a:lnTo>
                  <a:lnTo>
                    <a:pt x="649579" y="0"/>
                  </a:lnTo>
                  <a:lnTo>
                    <a:pt x="697685" y="0"/>
                  </a:lnTo>
                  <a:lnTo>
                    <a:pt x="745792" y="0"/>
                  </a:lnTo>
                  <a:lnTo>
                    <a:pt x="793899" y="0"/>
                  </a:lnTo>
                  <a:lnTo>
                    <a:pt x="842006" y="0"/>
                  </a:lnTo>
                  <a:lnTo>
                    <a:pt x="890113" y="0"/>
                  </a:lnTo>
                  <a:lnTo>
                    <a:pt x="938219" y="0"/>
                  </a:lnTo>
                  <a:lnTo>
                    <a:pt x="986326" y="0"/>
                  </a:lnTo>
                  <a:lnTo>
                    <a:pt x="1034433" y="0"/>
                  </a:lnTo>
                  <a:lnTo>
                    <a:pt x="1082540" y="0"/>
                  </a:lnTo>
                  <a:lnTo>
                    <a:pt x="1130647" y="0"/>
                  </a:lnTo>
                  <a:lnTo>
                    <a:pt x="1178754" y="0"/>
                  </a:lnTo>
                  <a:lnTo>
                    <a:pt x="1226860" y="0"/>
                  </a:lnTo>
                  <a:lnTo>
                    <a:pt x="1274967" y="0"/>
                  </a:lnTo>
                  <a:lnTo>
                    <a:pt x="1323074" y="0"/>
                  </a:lnTo>
                  <a:lnTo>
                    <a:pt x="1371181" y="0"/>
                  </a:lnTo>
                  <a:lnTo>
                    <a:pt x="1419288" y="0"/>
                  </a:lnTo>
                  <a:lnTo>
                    <a:pt x="1467394" y="0"/>
                  </a:lnTo>
                  <a:lnTo>
                    <a:pt x="1515501" y="0"/>
                  </a:lnTo>
                  <a:lnTo>
                    <a:pt x="1563608" y="0"/>
                  </a:lnTo>
                  <a:lnTo>
                    <a:pt x="1611715" y="0"/>
                  </a:lnTo>
                  <a:lnTo>
                    <a:pt x="1659822" y="0"/>
                  </a:lnTo>
                  <a:lnTo>
                    <a:pt x="1707929" y="0"/>
                  </a:lnTo>
                  <a:lnTo>
                    <a:pt x="1756035" y="0"/>
                  </a:lnTo>
                  <a:lnTo>
                    <a:pt x="1804142" y="0"/>
                  </a:lnTo>
                  <a:lnTo>
                    <a:pt x="1852249" y="0"/>
                  </a:lnTo>
                  <a:lnTo>
                    <a:pt x="1900356" y="0"/>
                  </a:lnTo>
                  <a:lnTo>
                    <a:pt x="1948463" y="0"/>
                  </a:lnTo>
                  <a:lnTo>
                    <a:pt x="1996570" y="0"/>
                  </a:lnTo>
                  <a:lnTo>
                    <a:pt x="2044676" y="0"/>
                  </a:lnTo>
                  <a:lnTo>
                    <a:pt x="2092783" y="0"/>
                  </a:lnTo>
                  <a:lnTo>
                    <a:pt x="2140890" y="0"/>
                  </a:lnTo>
                  <a:lnTo>
                    <a:pt x="2188997" y="0"/>
                  </a:lnTo>
                  <a:lnTo>
                    <a:pt x="2237104" y="0"/>
                  </a:lnTo>
                  <a:lnTo>
                    <a:pt x="2285210" y="0"/>
                  </a:lnTo>
                  <a:lnTo>
                    <a:pt x="2333317" y="0"/>
                  </a:lnTo>
                  <a:lnTo>
                    <a:pt x="2381424" y="0"/>
                  </a:lnTo>
                  <a:lnTo>
                    <a:pt x="2429531" y="0"/>
                  </a:lnTo>
                  <a:lnTo>
                    <a:pt x="2477638" y="0"/>
                  </a:lnTo>
                  <a:lnTo>
                    <a:pt x="2525745" y="0"/>
                  </a:lnTo>
                  <a:lnTo>
                    <a:pt x="2573851" y="0"/>
                  </a:lnTo>
                  <a:lnTo>
                    <a:pt x="2621958" y="0"/>
                  </a:lnTo>
                  <a:lnTo>
                    <a:pt x="2670065" y="0"/>
                  </a:lnTo>
                  <a:lnTo>
                    <a:pt x="2718172" y="0"/>
                  </a:lnTo>
                  <a:lnTo>
                    <a:pt x="2766279" y="0"/>
                  </a:lnTo>
                  <a:lnTo>
                    <a:pt x="2814386" y="0"/>
                  </a:lnTo>
                  <a:lnTo>
                    <a:pt x="2862492" y="0"/>
                  </a:lnTo>
                  <a:lnTo>
                    <a:pt x="2910599" y="0"/>
                  </a:lnTo>
                  <a:lnTo>
                    <a:pt x="2958706" y="0"/>
                  </a:lnTo>
                  <a:lnTo>
                    <a:pt x="3006813" y="0"/>
                  </a:lnTo>
                  <a:lnTo>
                    <a:pt x="3054920" y="0"/>
                  </a:lnTo>
                  <a:lnTo>
                    <a:pt x="3103026" y="0"/>
                  </a:lnTo>
                  <a:lnTo>
                    <a:pt x="3151133" y="0"/>
                  </a:lnTo>
                  <a:lnTo>
                    <a:pt x="3199240" y="0"/>
                  </a:lnTo>
                  <a:lnTo>
                    <a:pt x="3247347" y="0"/>
                  </a:lnTo>
                  <a:lnTo>
                    <a:pt x="3295454" y="0"/>
                  </a:lnTo>
                  <a:lnTo>
                    <a:pt x="3343561" y="0"/>
                  </a:lnTo>
                  <a:lnTo>
                    <a:pt x="3391667" y="0"/>
                  </a:lnTo>
                  <a:lnTo>
                    <a:pt x="3439774" y="0"/>
                  </a:lnTo>
                  <a:lnTo>
                    <a:pt x="3487881" y="0"/>
                  </a:lnTo>
                  <a:lnTo>
                    <a:pt x="3535988" y="0"/>
                  </a:lnTo>
                  <a:lnTo>
                    <a:pt x="3584095" y="0"/>
                  </a:lnTo>
                  <a:lnTo>
                    <a:pt x="3632202" y="0"/>
                  </a:lnTo>
                  <a:lnTo>
                    <a:pt x="3680308" y="0"/>
                  </a:lnTo>
                  <a:lnTo>
                    <a:pt x="3728415" y="0"/>
                  </a:lnTo>
                  <a:lnTo>
                    <a:pt x="3776522" y="0"/>
                  </a:lnTo>
                  <a:lnTo>
                    <a:pt x="3824629" y="0"/>
                  </a:lnTo>
                  <a:lnTo>
                    <a:pt x="3872736" y="0"/>
                  </a:lnTo>
                  <a:lnTo>
                    <a:pt x="3920842" y="0"/>
                  </a:lnTo>
                  <a:lnTo>
                    <a:pt x="3968949" y="0"/>
                  </a:lnTo>
                  <a:lnTo>
                    <a:pt x="4017056" y="0"/>
                  </a:lnTo>
                  <a:lnTo>
                    <a:pt x="4065163" y="0"/>
                  </a:lnTo>
                  <a:lnTo>
                    <a:pt x="4113270" y="0"/>
                  </a:lnTo>
                  <a:lnTo>
                    <a:pt x="4161377" y="0"/>
                  </a:lnTo>
                  <a:lnTo>
                    <a:pt x="4209483" y="0"/>
                  </a:lnTo>
                  <a:lnTo>
                    <a:pt x="4257590" y="0"/>
                  </a:lnTo>
                  <a:lnTo>
                    <a:pt x="4305697" y="0"/>
                  </a:lnTo>
                  <a:lnTo>
                    <a:pt x="4342247" y="0"/>
                  </a:lnTo>
                  <a:lnTo>
                    <a:pt x="4342247" y="0"/>
                  </a:lnTo>
                </a:path>
              </a:pathLst>
            </a:custGeom>
            <a:ln w="13550" cap="rnd">
              <a:solidFill>
                <a:srgbClr val="F0F8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2201917" y="3457011"/>
              <a:ext cx="4342247" cy="0"/>
            </a:xfrm>
            <a:custGeom>
              <a:avLst/>
              <a:pathLst>
                <a:path w="4342247" h="0">
                  <a:moveTo>
                    <a:pt x="0" y="0"/>
                  </a:moveTo>
                  <a:lnTo>
                    <a:pt x="24190" y="0"/>
                  </a:lnTo>
                  <a:lnTo>
                    <a:pt x="72297" y="0"/>
                  </a:lnTo>
                  <a:lnTo>
                    <a:pt x="120403" y="0"/>
                  </a:lnTo>
                  <a:lnTo>
                    <a:pt x="168510" y="0"/>
                  </a:lnTo>
                  <a:lnTo>
                    <a:pt x="216617" y="0"/>
                  </a:lnTo>
                  <a:lnTo>
                    <a:pt x="264724" y="0"/>
                  </a:lnTo>
                  <a:lnTo>
                    <a:pt x="312831" y="0"/>
                  </a:lnTo>
                  <a:lnTo>
                    <a:pt x="360938" y="0"/>
                  </a:lnTo>
                  <a:lnTo>
                    <a:pt x="409044" y="0"/>
                  </a:lnTo>
                  <a:lnTo>
                    <a:pt x="457151" y="0"/>
                  </a:lnTo>
                  <a:lnTo>
                    <a:pt x="505258" y="0"/>
                  </a:lnTo>
                  <a:lnTo>
                    <a:pt x="553365" y="0"/>
                  </a:lnTo>
                  <a:lnTo>
                    <a:pt x="601472" y="0"/>
                  </a:lnTo>
                  <a:lnTo>
                    <a:pt x="649579" y="0"/>
                  </a:lnTo>
                  <a:lnTo>
                    <a:pt x="697685" y="0"/>
                  </a:lnTo>
                  <a:lnTo>
                    <a:pt x="745792" y="0"/>
                  </a:lnTo>
                  <a:lnTo>
                    <a:pt x="793899" y="0"/>
                  </a:lnTo>
                  <a:lnTo>
                    <a:pt x="842006" y="0"/>
                  </a:lnTo>
                  <a:lnTo>
                    <a:pt x="890113" y="0"/>
                  </a:lnTo>
                  <a:lnTo>
                    <a:pt x="938219" y="0"/>
                  </a:lnTo>
                  <a:lnTo>
                    <a:pt x="986326" y="0"/>
                  </a:lnTo>
                  <a:lnTo>
                    <a:pt x="1034433" y="0"/>
                  </a:lnTo>
                  <a:lnTo>
                    <a:pt x="1082540" y="0"/>
                  </a:lnTo>
                  <a:lnTo>
                    <a:pt x="1130647" y="0"/>
                  </a:lnTo>
                  <a:lnTo>
                    <a:pt x="1178754" y="0"/>
                  </a:lnTo>
                  <a:lnTo>
                    <a:pt x="1226860" y="0"/>
                  </a:lnTo>
                  <a:lnTo>
                    <a:pt x="1274967" y="0"/>
                  </a:lnTo>
                  <a:lnTo>
                    <a:pt x="1323074" y="0"/>
                  </a:lnTo>
                  <a:lnTo>
                    <a:pt x="1371181" y="0"/>
                  </a:lnTo>
                  <a:lnTo>
                    <a:pt x="1419288" y="0"/>
                  </a:lnTo>
                  <a:lnTo>
                    <a:pt x="1467394" y="0"/>
                  </a:lnTo>
                  <a:lnTo>
                    <a:pt x="1515501" y="0"/>
                  </a:lnTo>
                  <a:lnTo>
                    <a:pt x="1563608" y="0"/>
                  </a:lnTo>
                  <a:lnTo>
                    <a:pt x="1611715" y="0"/>
                  </a:lnTo>
                  <a:lnTo>
                    <a:pt x="1659822" y="0"/>
                  </a:lnTo>
                  <a:lnTo>
                    <a:pt x="1707929" y="0"/>
                  </a:lnTo>
                  <a:lnTo>
                    <a:pt x="1756035" y="0"/>
                  </a:lnTo>
                  <a:lnTo>
                    <a:pt x="1804142" y="0"/>
                  </a:lnTo>
                  <a:lnTo>
                    <a:pt x="1852249" y="0"/>
                  </a:lnTo>
                  <a:lnTo>
                    <a:pt x="1900356" y="0"/>
                  </a:lnTo>
                  <a:lnTo>
                    <a:pt x="1948463" y="0"/>
                  </a:lnTo>
                  <a:lnTo>
                    <a:pt x="1996570" y="0"/>
                  </a:lnTo>
                  <a:lnTo>
                    <a:pt x="2044676" y="0"/>
                  </a:lnTo>
                  <a:lnTo>
                    <a:pt x="2092783" y="0"/>
                  </a:lnTo>
                  <a:lnTo>
                    <a:pt x="2140890" y="0"/>
                  </a:lnTo>
                  <a:lnTo>
                    <a:pt x="2188997" y="0"/>
                  </a:lnTo>
                  <a:lnTo>
                    <a:pt x="2237104" y="0"/>
                  </a:lnTo>
                  <a:lnTo>
                    <a:pt x="2285210" y="0"/>
                  </a:lnTo>
                  <a:lnTo>
                    <a:pt x="2333317" y="0"/>
                  </a:lnTo>
                  <a:lnTo>
                    <a:pt x="2381424" y="0"/>
                  </a:lnTo>
                  <a:lnTo>
                    <a:pt x="2429531" y="0"/>
                  </a:lnTo>
                  <a:lnTo>
                    <a:pt x="2477638" y="0"/>
                  </a:lnTo>
                  <a:lnTo>
                    <a:pt x="2525745" y="0"/>
                  </a:lnTo>
                  <a:lnTo>
                    <a:pt x="2573851" y="0"/>
                  </a:lnTo>
                  <a:lnTo>
                    <a:pt x="2621958" y="0"/>
                  </a:lnTo>
                  <a:lnTo>
                    <a:pt x="2670065" y="0"/>
                  </a:lnTo>
                  <a:lnTo>
                    <a:pt x="2718172" y="0"/>
                  </a:lnTo>
                  <a:lnTo>
                    <a:pt x="2766279" y="0"/>
                  </a:lnTo>
                  <a:lnTo>
                    <a:pt x="2814386" y="0"/>
                  </a:lnTo>
                  <a:lnTo>
                    <a:pt x="2862492" y="0"/>
                  </a:lnTo>
                  <a:lnTo>
                    <a:pt x="2910599" y="0"/>
                  </a:lnTo>
                  <a:lnTo>
                    <a:pt x="2958706" y="0"/>
                  </a:lnTo>
                  <a:lnTo>
                    <a:pt x="3006813" y="0"/>
                  </a:lnTo>
                  <a:lnTo>
                    <a:pt x="3054920" y="0"/>
                  </a:lnTo>
                  <a:lnTo>
                    <a:pt x="3103026" y="0"/>
                  </a:lnTo>
                  <a:lnTo>
                    <a:pt x="3151133" y="0"/>
                  </a:lnTo>
                  <a:lnTo>
                    <a:pt x="3199240" y="0"/>
                  </a:lnTo>
                  <a:lnTo>
                    <a:pt x="3247347" y="0"/>
                  </a:lnTo>
                  <a:lnTo>
                    <a:pt x="3295454" y="0"/>
                  </a:lnTo>
                  <a:lnTo>
                    <a:pt x="3343561" y="0"/>
                  </a:lnTo>
                  <a:lnTo>
                    <a:pt x="3391667" y="0"/>
                  </a:lnTo>
                  <a:lnTo>
                    <a:pt x="3439774" y="0"/>
                  </a:lnTo>
                  <a:lnTo>
                    <a:pt x="3487881" y="0"/>
                  </a:lnTo>
                  <a:lnTo>
                    <a:pt x="3535988" y="0"/>
                  </a:lnTo>
                  <a:lnTo>
                    <a:pt x="3584095" y="0"/>
                  </a:lnTo>
                  <a:lnTo>
                    <a:pt x="3632202" y="0"/>
                  </a:lnTo>
                  <a:lnTo>
                    <a:pt x="3680308" y="0"/>
                  </a:lnTo>
                  <a:lnTo>
                    <a:pt x="3728415" y="0"/>
                  </a:lnTo>
                  <a:lnTo>
                    <a:pt x="3776522" y="0"/>
                  </a:lnTo>
                  <a:lnTo>
                    <a:pt x="3824629" y="0"/>
                  </a:lnTo>
                  <a:lnTo>
                    <a:pt x="3872736" y="0"/>
                  </a:lnTo>
                  <a:lnTo>
                    <a:pt x="3920842" y="0"/>
                  </a:lnTo>
                  <a:lnTo>
                    <a:pt x="3968949" y="0"/>
                  </a:lnTo>
                  <a:lnTo>
                    <a:pt x="4017056" y="0"/>
                  </a:lnTo>
                  <a:lnTo>
                    <a:pt x="4065163" y="0"/>
                  </a:lnTo>
                  <a:lnTo>
                    <a:pt x="4113270" y="0"/>
                  </a:lnTo>
                  <a:lnTo>
                    <a:pt x="4161377" y="0"/>
                  </a:lnTo>
                  <a:lnTo>
                    <a:pt x="4209483" y="0"/>
                  </a:lnTo>
                  <a:lnTo>
                    <a:pt x="4257590" y="0"/>
                  </a:lnTo>
                  <a:lnTo>
                    <a:pt x="4305697" y="0"/>
                  </a:lnTo>
                  <a:lnTo>
                    <a:pt x="4342247" y="0"/>
                  </a:lnTo>
                  <a:lnTo>
                    <a:pt x="4342247" y="0"/>
                  </a:lnTo>
                </a:path>
              </a:pathLst>
            </a:custGeom>
            <a:ln w="13550" cap="rnd">
              <a:solidFill>
                <a:srgbClr val="F0F8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2201917" y="2806731"/>
              <a:ext cx="4342247" cy="0"/>
            </a:xfrm>
            <a:custGeom>
              <a:avLst/>
              <a:pathLst>
                <a:path w="4342247" h="0">
                  <a:moveTo>
                    <a:pt x="0" y="0"/>
                  </a:moveTo>
                  <a:lnTo>
                    <a:pt x="24190" y="0"/>
                  </a:lnTo>
                  <a:lnTo>
                    <a:pt x="72297" y="0"/>
                  </a:lnTo>
                  <a:lnTo>
                    <a:pt x="120403" y="0"/>
                  </a:lnTo>
                  <a:lnTo>
                    <a:pt x="168510" y="0"/>
                  </a:lnTo>
                  <a:lnTo>
                    <a:pt x="216617" y="0"/>
                  </a:lnTo>
                  <a:lnTo>
                    <a:pt x="264724" y="0"/>
                  </a:lnTo>
                  <a:lnTo>
                    <a:pt x="312831" y="0"/>
                  </a:lnTo>
                  <a:lnTo>
                    <a:pt x="360938" y="0"/>
                  </a:lnTo>
                  <a:lnTo>
                    <a:pt x="409044" y="0"/>
                  </a:lnTo>
                  <a:lnTo>
                    <a:pt x="457151" y="0"/>
                  </a:lnTo>
                  <a:lnTo>
                    <a:pt x="505258" y="0"/>
                  </a:lnTo>
                  <a:lnTo>
                    <a:pt x="553365" y="0"/>
                  </a:lnTo>
                  <a:lnTo>
                    <a:pt x="601472" y="0"/>
                  </a:lnTo>
                  <a:lnTo>
                    <a:pt x="649579" y="0"/>
                  </a:lnTo>
                  <a:lnTo>
                    <a:pt x="697685" y="0"/>
                  </a:lnTo>
                  <a:lnTo>
                    <a:pt x="745792" y="0"/>
                  </a:lnTo>
                  <a:lnTo>
                    <a:pt x="793899" y="0"/>
                  </a:lnTo>
                  <a:lnTo>
                    <a:pt x="842006" y="0"/>
                  </a:lnTo>
                  <a:lnTo>
                    <a:pt x="890113" y="0"/>
                  </a:lnTo>
                  <a:lnTo>
                    <a:pt x="938219" y="0"/>
                  </a:lnTo>
                  <a:lnTo>
                    <a:pt x="986326" y="0"/>
                  </a:lnTo>
                  <a:lnTo>
                    <a:pt x="1034433" y="0"/>
                  </a:lnTo>
                  <a:lnTo>
                    <a:pt x="1082540" y="0"/>
                  </a:lnTo>
                  <a:lnTo>
                    <a:pt x="1130647" y="0"/>
                  </a:lnTo>
                  <a:lnTo>
                    <a:pt x="1178754" y="0"/>
                  </a:lnTo>
                  <a:lnTo>
                    <a:pt x="1226860" y="0"/>
                  </a:lnTo>
                  <a:lnTo>
                    <a:pt x="1274967" y="0"/>
                  </a:lnTo>
                  <a:lnTo>
                    <a:pt x="1323074" y="0"/>
                  </a:lnTo>
                  <a:lnTo>
                    <a:pt x="1371181" y="0"/>
                  </a:lnTo>
                  <a:lnTo>
                    <a:pt x="1419288" y="0"/>
                  </a:lnTo>
                  <a:lnTo>
                    <a:pt x="1467394" y="0"/>
                  </a:lnTo>
                  <a:lnTo>
                    <a:pt x="1515501" y="0"/>
                  </a:lnTo>
                  <a:lnTo>
                    <a:pt x="1563608" y="0"/>
                  </a:lnTo>
                  <a:lnTo>
                    <a:pt x="1611715" y="0"/>
                  </a:lnTo>
                  <a:lnTo>
                    <a:pt x="1659822" y="0"/>
                  </a:lnTo>
                  <a:lnTo>
                    <a:pt x="1707929" y="0"/>
                  </a:lnTo>
                  <a:lnTo>
                    <a:pt x="1756035" y="0"/>
                  </a:lnTo>
                  <a:lnTo>
                    <a:pt x="1804142" y="0"/>
                  </a:lnTo>
                  <a:lnTo>
                    <a:pt x="1852249" y="0"/>
                  </a:lnTo>
                  <a:lnTo>
                    <a:pt x="1900356" y="0"/>
                  </a:lnTo>
                  <a:lnTo>
                    <a:pt x="1948463" y="0"/>
                  </a:lnTo>
                  <a:lnTo>
                    <a:pt x="1996570" y="0"/>
                  </a:lnTo>
                  <a:lnTo>
                    <a:pt x="2044676" y="0"/>
                  </a:lnTo>
                  <a:lnTo>
                    <a:pt x="2092783" y="0"/>
                  </a:lnTo>
                  <a:lnTo>
                    <a:pt x="2140890" y="0"/>
                  </a:lnTo>
                  <a:lnTo>
                    <a:pt x="2188997" y="0"/>
                  </a:lnTo>
                  <a:lnTo>
                    <a:pt x="2237104" y="0"/>
                  </a:lnTo>
                  <a:lnTo>
                    <a:pt x="2285210" y="0"/>
                  </a:lnTo>
                  <a:lnTo>
                    <a:pt x="2333317" y="0"/>
                  </a:lnTo>
                  <a:lnTo>
                    <a:pt x="2381424" y="0"/>
                  </a:lnTo>
                  <a:lnTo>
                    <a:pt x="2429531" y="0"/>
                  </a:lnTo>
                  <a:lnTo>
                    <a:pt x="2477638" y="0"/>
                  </a:lnTo>
                  <a:lnTo>
                    <a:pt x="2525745" y="0"/>
                  </a:lnTo>
                  <a:lnTo>
                    <a:pt x="2573851" y="0"/>
                  </a:lnTo>
                  <a:lnTo>
                    <a:pt x="2621958" y="0"/>
                  </a:lnTo>
                  <a:lnTo>
                    <a:pt x="2670065" y="0"/>
                  </a:lnTo>
                  <a:lnTo>
                    <a:pt x="2718172" y="0"/>
                  </a:lnTo>
                  <a:lnTo>
                    <a:pt x="2766279" y="0"/>
                  </a:lnTo>
                  <a:lnTo>
                    <a:pt x="2814386" y="0"/>
                  </a:lnTo>
                  <a:lnTo>
                    <a:pt x="2862492" y="0"/>
                  </a:lnTo>
                  <a:lnTo>
                    <a:pt x="2910599" y="0"/>
                  </a:lnTo>
                  <a:lnTo>
                    <a:pt x="2958706" y="0"/>
                  </a:lnTo>
                  <a:lnTo>
                    <a:pt x="3006813" y="0"/>
                  </a:lnTo>
                  <a:lnTo>
                    <a:pt x="3054920" y="0"/>
                  </a:lnTo>
                  <a:lnTo>
                    <a:pt x="3103026" y="0"/>
                  </a:lnTo>
                  <a:lnTo>
                    <a:pt x="3151133" y="0"/>
                  </a:lnTo>
                  <a:lnTo>
                    <a:pt x="3199240" y="0"/>
                  </a:lnTo>
                  <a:lnTo>
                    <a:pt x="3247347" y="0"/>
                  </a:lnTo>
                  <a:lnTo>
                    <a:pt x="3295454" y="0"/>
                  </a:lnTo>
                  <a:lnTo>
                    <a:pt x="3343561" y="0"/>
                  </a:lnTo>
                  <a:lnTo>
                    <a:pt x="3391667" y="0"/>
                  </a:lnTo>
                  <a:lnTo>
                    <a:pt x="3439774" y="0"/>
                  </a:lnTo>
                  <a:lnTo>
                    <a:pt x="3487881" y="0"/>
                  </a:lnTo>
                  <a:lnTo>
                    <a:pt x="3535988" y="0"/>
                  </a:lnTo>
                  <a:lnTo>
                    <a:pt x="3584095" y="0"/>
                  </a:lnTo>
                  <a:lnTo>
                    <a:pt x="3632202" y="0"/>
                  </a:lnTo>
                  <a:lnTo>
                    <a:pt x="3680308" y="0"/>
                  </a:lnTo>
                  <a:lnTo>
                    <a:pt x="3728415" y="0"/>
                  </a:lnTo>
                  <a:lnTo>
                    <a:pt x="3776522" y="0"/>
                  </a:lnTo>
                  <a:lnTo>
                    <a:pt x="3824629" y="0"/>
                  </a:lnTo>
                  <a:lnTo>
                    <a:pt x="3872736" y="0"/>
                  </a:lnTo>
                  <a:lnTo>
                    <a:pt x="3920842" y="0"/>
                  </a:lnTo>
                  <a:lnTo>
                    <a:pt x="3968949" y="0"/>
                  </a:lnTo>
                  <a:lnTo>
                    <a:pt x="4017056" y="0"/>
                  </a:lnTo>
                  <a:lnTo>
                    <a:pt x="4065163" y="0"/>
                  </a:lnTo>
                  <a:lnTo>
                    <a:pt x="4113270" y="0"/>
                  </a:lnTo>
                  <a:lnTo>
                    <a:pt x="4161377" y="0"/>
                  </a:lnTo>
                  <a:lnTo>
                    <a:pt x="4209483" y="0"/>
                  </a:lnTo>
                  <a:lnTo>
                    <a:pt x="4257590" y="0"/>
                  </a:lnTo>
                  <a:lnTo>
                    <a:pt x="4305697" y="0"/>
                  </a:lnTo>
                  <a:lnTo>
                    <a:pt x="4342247" y="0"/>
                  </a:lnTo>
                  <a:lnTo>
                    <a:pt x="4342247" y="0"/>
                  </a:lnTo>
                </a:path>
              </a:pathLst>
            </a:custGeom>
            <a:ln w="13550" cap="rnd">
              <a:solidFill>
                <a:srgbClr val="F0F8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g19"/>
            <p:cNvSpPr/>
            <p:nvPr/>
          </p:nvSpPr>
          <p:spPr>
            <a:xfrm>
              <a:off x="5671824" y="250760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CC7AC">
                <a:alpha val="100000"/>
              </a:srgbClr>
            </a:solidFill>
            <a:ln w="5420" cap="flat">
              <a:solidFill>
                <a:srgbClr val="5CC7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g20"/>
            <p:cNvSpPr/>
            <p:nvPr/>
          </p:nvSpPr>
          <p:spPr>
            <a:xfrm>
              <a:off x="5683461" y="250760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BC7AC">
                <a:alpha val="100000"/>
              </a:srgbClr>
            </a:solidFill>
            <a:ln w="5420" cap="flat">
              <a:solidFill>
                <a:srgbClr val="5BC7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g21"/>
            <p:cNvSpPr/>
            <p:nvPr/>
          </p:nvSpPr>
          <p:spPr>
            <a:xfrm>
              <a:off x="5695098" y="250760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BC6AC">
                <a:alpha val="100000"/>
              </a:srgbClr>
            </a:solidFill>
            <a:ln w="5420" cap="flat">
              <a:solidFill>
                <a:srgbClr val="5BC6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g22"/>
            <p:cNvSpPr/>
            <p:nvPr/>
          </p:nvSpPr>
          <p:spPr>
            <a:xfrm>
              <a:off x="5718373" y="250760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BC6AC">
                <a:alpha val="100000"/>
              </a:srgbClr>
            </a:solidFill>
            <a:ln w="5420" cap="flat">
              <a:solidFill>
                <a:srgbClr val="5BC6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pg23"/>
            <p:cNvSpPr/>
            <p:nvPr/>
          </p:nvSpPr>
          <p:spPr>
            <a:xfrm>
              <a:off x="5730010" y="250760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BC6AC">
                <a:alpha val="100000"/>
              </a:srgbClr>
            </a:solidFill>
            <a:ln w="5420" cap="flat">
              <a:solidFill>
                <a:srgbClr val="5BC6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g24"/>
            <p:cNvSpPr/>
            <p:nvPr/>
          </p:nvSpPr>
          <p:spPr>
            <a:xfrm>
              <a:off x="5741648" y="250760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BC6AC">
                <a:alpha val="100000"/>
              </a:srgbClr>
            </a:solidFill>
            <a:ln w="5420" cap="flat">
              <a:solidFill>
                <a:srgbClr val="5BC6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g25"/>
            <p:cNvSpPr/>
            <p:nvPr/>
          </p:nvSpPr>
          <p:spPr>
            <a:xfrm>
              <a:off x="6276965" y="250760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AC4AC">
                <a:alpha val="100000"/>
              </a:srgbClr>
            </a:solidFill>
            <a:ln w="5420" cap="flat">
              <a:solidFill>
                <a:srgbClr val="5AC4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" name="pg26"/>
            <p:cNvSpPr/>
            <p:nvPr/>
          </p:nvSpPr>
          <p:spPr>
            <a:xfrm>
              <a:off x="6288602" y="250760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AC4AC">
                <a:alpha val="100000"/>
              </a:srgbClr>
            </a:solidFill>
            <a:ln w="5420" cap="flat">
              <a:solidFill>
                <a:srgbClr val="5AC4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" name="pg27"/>
            <p:cNvSpPr/>
            <p:nvPr/>
          </p:nvSpPr>
          <p:spPr>
            <a:xfrm>
              <a:off x="6300240" y="250760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AC4AC">
                <a:alpha val="100000"/>
              </a:srgbClr>
            </a:solidFill>
            <a:ln w="5420" cap="flat">
              <a:solidFill>
                <a:srgbClr val="5AC4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" name="pg28"/>
            <p:cNvSpPr/>
            <p:nvPr/>
          </p:nvSpPr>
          <p:spPr>
            <a:xfrm>
              <a:off x="5648549" y="252190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CC7AC">
                <a:alpha val="100000"/>
              </a:srgbClr>
            </a:solidFill>
            <a:ln w="5420" cap="flat">
              <a:solidFill>
                <a:srgbClr val="5CC7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" name="pg29"/>
            <p:cNvSpPr/>
            <p:nvPr/>
          </p:nvSpPr>
          <p:spPr>
            <a:xfrm>
              <a:off x="5660186" y="252190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CC7AC">
                <a:alpha val="100000"/>
              </a:srgbClr>
            </a:solidFill>
            <a:ln w="5420" cap="flat">
              <a:solidFill>
                <a:srgbClr val="5CC7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" name="pg30"/>
            <p:cNvSpPr/>
            <p:nvPr/>
          </p:nvSpPr>
          <p:spPr>
            <a:xfrm>
              <a:off x="5671824" y="252190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BC7AC">
                <a:alpha val="100000"/>
              </a:srgbClr>
            </a:solidFill>
            <a:ln w="5420" cap="flat">
              <a:solidFill>
                <a:srgbClr val="5BC7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" name="pg31"/>
            <p:cNvSpPr/>
            <p:nvPr/>
          </p:nvSpPr>
          <p:spPr>
            <a:xfrm>
              <a:off x="5683461" y="252190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BC6AC">
                <a:alpha val="100000"/>
              </a:srgbClr>
            </a:solidFill>
            <a:ln w="5420" cap="flat">
              <a:solidFill>
                <a:srgbClr val="5BC6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" name="pg32"/>
            <p:cNvSpPr/>
            <p:nvPr/>
          </p:nvSpPr>
          <p:spPr>
            <a:xfrm>
              <a:off x="5695098" y="252190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BC6AC">
                <a:alpha val="100000"/>
              </a:srgbClr>
            </a:solidFill>
            <a:ln w="5420" cap="flat">
              <a:solidFill>
                <a:srgbClr val="5BC6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" name="pg33"/>
            <p:cNvSpPr/>
            <p:nvPr/>
          </p:nvSpPr>
          <p:spPr>
            <a:xfrm>
              <a:off x="5706736" y="252190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BC6AC">
                <a:alpha val="100000"/>
              </a:srgbClr>
            </a:solidFill>
            <a:ln w="5420" cap="flat">
              <a:solidFill>
                <a:srgbClr val="5BC6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" name="pg34"/>
            <p:cNvSpPr/>
            <p:nvPr/>
          </p:nvSpPr>
          <p:spPr>
            <a:xfrm>
              <a:off x="5718373" y="252190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BC6AC">
                <a:alpha val="100000"/>
              </a:srgbClr>
            </a:solidFill>
            <a:ln w="5420" cap="flat">
              <a:solidFill>
                <a:srgbClr val="5BC6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" name="pg35"/>
            <p:cNvSpPr/>
            <p:nvPr/>
          </p:nvSpPr>
          <p:spPr>
            <a:xfrm>
              <a:off x="5730010" y="252190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BC5AC">
                <a:alpha val="100000"/>
              </a:srgbClr>
            </a:solidFill>
            <a:ln w="5420" cap="flat">
              <a:solidFill>
                <a:srgbClr val="5BC5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" name="pg36"/>
            <p:cNvSpPr/>
            <p:nvPr/>
          </p:nvSpPr>
          <p:spPr>
            <a:xfrm>
              <a:off x="5741648" y="252190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AC5AC">
                <a:alpha val="100000"/>
              </a:srgbClr>
            </a:solidFill>
            <a:ln w="5420" cap="flat">
              <a:solidFill>
                <a:srgbClr val="5AC5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" name="pg37"/>
            <p:cNvSpPr/>
            <p:nvPr/>
          </p:nvSpPr>
          <p:spPr>
            <a:xfrm>
              <a:off x="6265328" y="252190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9C4AC">
                <a:alpha val="100000"/>
              </a:srgbClr>
            </a:solidFill>
            <a:ln w="5420" cap="flat">
              <a:solidFill>
                <a:srgbClr val="59C4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" name="pg38"/>
            <p:cNvSpPr/>
            <p:nvPr/>
          </p:nvSpPr>
          <p:spPr>
            <a:xfrm>
              <a:off x="6276965" y="252190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AC4AC">
                <a:alpha val="100000"/>
              </a:srgbClr>
            </a:solidFill>
            <a:ln w="5420" cap="flat">
              <a:solidFill>
                <a:srgbClr val="5AC4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" name="pg39"/>
            <p:cNvSpPr/>
            <p:nvPr/>
          </p:nvSpPr>
          <p:spPr>
            <a:xfrm>
              <a:off x="6288602" y="252190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AC4AC">
                <a:alpha val="100000"/>
              </a:srgbClr>
            </a:solidFill>
            <a:ln w="5420" cap="flat">
              <a:solidFill>
                <a:srgbClr val="5AC4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" name="pg40"/>
            <p:cNvSpPr/>
            <p:nvPr/>
          </p:nvSpPr>
          <p:spPr>
            <a:xfrm>
              <a:off x="6300240" y="252190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AC4AC">
                <a:alpha val="100000"/>
              </a:srgbClr>
            </a:solidFill>
            <a:ln w="5420" cap="flat">
              <a:solidFill>
                <a:srgbClr val="5AC4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" name="pg41"/>
            <p:cNvSpPr/>
            <p:nvPr/>
          </p:nvSpPr>
          <p:spPr>
            <a:xfrm>
              <a:off x="6311877" y="252190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AC4AC">
                <a:alpha val="100000"/>
              </a:srgbClr>
            </a:solidFill>
            <a:ln w="5420" cap="flat">
              <a:solidFill>
                <a:srgbClr val="5AC4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" name="pg42"/>
            <p:cNvSpPr/>
            <p:nvPr/>
          </p:nvSpPr>
          <p:spPr>
            <a:xfrm>
              <a:off x="5636912" y="253620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CC7AC">
                <a:alpha val="100000"/>
              </a:srgbClr>
            </a:solidFill>
            <a:ln w="5420" cap="flat">
              <a:solidFill>
                <a:srgbClr val="5CC7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" name="pg43"/>
            <p:cNvSpPr/>
            <p:nvPr/>
          </p:nvSpPr>
          <p:spPr>
            <a:xfrm>
              <a:off x="5648549" y="253620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BC7AC">
                <a:alpha val="100000"/>
              </a:srgbClr>
            </a:solidFill>
            <a:ln w="5420" cap="flat">
              <a:solidFill>
                <a:srgbClr val="5BC7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" name="pg44"/>
            <p:cNvSpPr/>
            <p:nvPr/>
          </p:nvSpPr>
          <p:spPr>
            <a:xfrm>
              <a:off x="5660186" y="253620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BC7AC">
                <a:alpha val="100000"/>
              </a:srgbClr>
            </a:solidFill>
            <a:ln w="5420" cap="flat">
              <a:solidFill>
                <a:srgbClr val="5BC7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" name="pg45"/>
            <p:cNvSpPr/>
            <p:nvPr/>
          </p:nvSpPr>
          <p:spPr>
            <a:xfrm>
              <a:off x="5671824" y="253620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BC6AC">
                <a:alpha val="100000"/>
              </a:srgbClr>
            </a:solidFill>
            <a:ln w="5420" cap="flat">
              <a:solidFill>
                <a:srgbClr val="5BC6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" name="pg46"/>
            <p:cNvSpPr/>
            <p:nvPr/>
          </p:nvSpPr>
          <p:spPr>
            <a:xfrm>
              <a:off x="5683461" y="253620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BC6AC">
                <a:alpha val="100000"/>
              </a:srgbClr>
            </a:solidFill>
            <a:ln w="5420" cap="flat">
              <a:solidFill>
                <a:srgbClr val="5BC6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" name="pg47"/>
            <p:cNvSpPr/>
            <p:nvPr/>
          </p:nvSpPr>
          <p:spPr>
            <a:xfrm>
              <a:off x="5695098" y="253620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BC6AC">
                <a:alpha val="100000"/>
              </a:srgbClr>
            </a:solidFill>
            <a:ln w="5420" cap="flat">
              <a:solidFill>
                <a:srgbClr val="5BC6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" name="pg48"/>
            <p:cNvSpPr/>
            <p:nvPr/>
          </p:nvSpPr>
          <p:spPr>
            <a:xfrm>
              <a:off x="5706736" y="253620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BC5AC">
                <a:alpha val="100000"/>
              </a:srgbClr>
            </a:solidFill>
            <a:ln w="5420" cap="flat">
              <a:solidFill>
                <a:srgbClr val="5BC5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" name="pg49"/>
            <p:cNvSpPr/>
            <p:nvPr/>
          </p:nvSpPr>
          <p:spPr>
            <a:xfrm>
              <a:off x="5718373" y="253620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AC5AC">
                <a:alpha val="100000"/>
              </a:srgbClr>
            </a:solidFill>
            <a:ln w="5420" cap="flat">
              <a:solidFill>
                <a:srgbClr val="5AC5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" name="pg50"/>
            <p:cNvSpPr/>
            <p:nvPr/>
          </p:nvSpPr>
          <p:spPr>
            <a:xfrm>
              <a:off x="5730010" y="253620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AC5AC">
                <a:alpha val="100000"/>
              </a:srgbClr>
            </a:solidFill>
            <a:ln w="5420" cap="flat">
              <a:solidFill>
                <a:srgbClr val="5AC5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" name="pg51"/>
            <p:cNvSpPr/>
            <p:nvPr/>
          </p:nvSpPr>
          <p:spPr>
            <a:xfrm>
              <a:off x="5741648" y="253620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AC5AC">
                <a:alpha val="100000"/>
              </a:srgbClr>
            </a:solidFill>
            <a:ln w="5420" cap="flat">
              <a:solidFill>
                <a:srgbClr val="5AC5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" name="pg52"/>
            <p:cNvSpPr/>
            <p:nvPr/>
          </p:nvSpPr>
          <p:spPr>
            <a:xfrm>
              <a:off x="5753285" y="253620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AC5AC">
                <a:alpha val="100000"/>
              </a:srgbClr>
            </a:solidFill>
            <a:ln w="5420" cap="flat">
              <a:solidFill>
                <a:srgbClr val="5AC5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" name="pg53"/>
            <p:cNvSpPr/>
            <p:nvPr/>
          </p:nvSpPr>
          <p:spPr>
            <a:xfrm>
              <a:off x="6265328" y="253620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9C3AC">
                <a:alpha val="100000"/>
              </a:srgbClr>
            </a:solidFill>
            <a:ln w="5420" cap="flat">
              <a:solidFill>
                <a:srgbClr val="59C3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" name="pg54"/>
            <p:cNvSpPr/>
            <p:nvPr/>
          </p:nvSpPr>
          <p:spPr>
            <a:xfrm>
              <a:off x="6276965" y="253620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9C4AC">
                <a:alpha val="100000"/>
              </a:srgbClr>
            </a:solidFill>
            <a:ln w="5420" cap="flat">
              <a:solidFill>
                <a:srgbClr val="59C4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" name="pg55"/>
            <p:cNvSpPr/>
            <p:nvPr/>
          </p:nvSpPr>
          <p:spPr>
            <a:xfrm>
              <a:off x="6288602" y="253620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9C4AC">
                <a:alpha val="100000"/>
              </a:srgbClr>
            </a:solidFill>
            <a:ln w="5420" cap="flat">
              <a:solidFill>
                <a:srgbClr val="59C4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" name="pg56"/>
            <p:cNvSpPr/>
            <p:nvPr/>
          </p:nvSpPr>
          <p:spPr>
            <a:xfrm>
              <a:off x="6300240" y="253620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9C4AC">
                <a:alpha val="100000"/>
              </a:srgbClr>
            </a:solidFill>
            <a:ln w="5420" cap="flat">
              <a:solidFill>
                <a:srgbClr val="59C4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" name="pg57"/>
            <p:cNvSpPr/>
            <p:nvPr/>
          </p:nvSpPr>
          <p:spPr>
            <a:xfrm>
              <a:off x="6311877" y="253620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9C4AC">
                <a:alpha val="100000"/>
              </a:srgbClr>
            </a:solidFill>
            <a:ln w="5420" cap="flat">
              <a:solidFill>
                <a:srgbClr val="59C4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" name="pg58"/>
            <p:cNvSpPr/>
            <p:nvPr/>
          </p:nvSpPr>
          <p:spPr>
            <a:xfrm>
              <a:off x="5578725" y="255050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CC8AC">
                <a:alpha val="100000"/>
              </a:srgbClr>
            </a:solidFill>
            <a:ln w="5420" cap="flat">
              <a:solidFill>
                <a:srgbClr val="5CC8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" name="pg59"/>
            <p:cNvSpPr/>
            <p:nvPr/>
          </p:nvSpPr>
          <p:spPr>
            <a:xfrm>
              <a:off x="5590363" y="255050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CC8AC">
                <a:alpha val="100000"/>
              </a:srgbClr>
            </a:solidFill>
            <a:ln w="5420" cap="flat">
              <a:solidFill>
                <a:srgbClr val="5CC8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" name="pg60"/>
            <p:cNvSpPr/>
            <p:nvPr/>
          </p:nvSpPr>
          <p:spPr>
            <a:xfrm>
              <a:off x="5602000" y="255050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CC8AC">
                <a:alpha val="100000"/>
              </a:srgbClr>
            </a:solidFill>
            <a:ln w="5420" cap="flat">
              <a:solidFill>
                <a:srgbClr val="5CC8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" name="pg61"/>
            <p:cNvSpPr/>
            <p:nvPr/>
          </p:nvSpPr>
          <p:spPr>
            <a:xfrm>
              <a:off x="5613637" y="255050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CC7AC">
                <a:alpha val="100000"/>
              </a:srgbClr>
            </a:solidFill>
            <a:ln w="5420" cap="flat">
              <a:solidFill>
                <a:srgbClr val="5CC7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" name="pg62"/>
            <p:cNvSpPr/>
            <p:nvPr/>
          </p:nvSpPr>
          <p:spPr>
            <a:xfrm>
              <a:off x="5625275" y="255050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CC7AC">
                <a:alpha val="100000"/>
              </a:srgbClr>
            </a:solidFill>
            <a:ln w="5420" cap="flat">
              <a:solidFill>
                <a:srgbClr val="5CC7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" name="pg63"/>
            <p:cNvSpPr/>
            <p:nvPr/>
          </p:nvSpPr>
          <p:spPr>
            <a:xfrm>
              <a:off x="5636912" y="255050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BC7AC">
                <a:alpha val="100000"/>
              </a:srgbClr>
            </a:solidFill>
            <a:ln w="5420" cap="flat">
              <a:solidFill>
                <a:srgbClr val="5BC7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" name="pg64"/>
            <p:cNvSpPr/>
            <p:nvPr/>
          </p:nvSpPr>
          <p:spPr>
            <a:xfrm>
              <a:off x="5648549" y="255050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BC7AC">
                <a:alpha val="100000"/>
              </a:srgbClr>
            </a:solidFill>
            <a:ln w="5420" cap="flat">
              <a:solidFill>
                <a:srgbClr val="5BC7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" name="pg65"/>
            <p:cNvSpPr/>
            <p:nvPr/>
          </p:nvSpPr>
          <p:spPr>
            <a:xfrm>
              <a:off x="5660186" y="255050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BC6AC">
                <a:alpha val="100000"/>
              </a:srgbClr>
            </a:solidFill>
            <a:ln w="5420" cap="flat">
              <a:solidFill>
                <a:srgbClr val="5BC6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" name="pg66"/>
            <p:cNvSpPr/>
            <p:nvPr/>
          </p:nvSpPr>
          <p:spPr>
            <a:xfrm>
              <a:off x="5671824" y="255050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BC6AC">
                <a:alpha val="100000"/>
              </a:srgbClr>
            </a:solidFill>
            <a:ln w="5420" cap="flat">
              <a:solidFill>
                <a:srgbClr val="5BC6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" name="pg67"/>
            <p:cNvSpPr/>
            <p:nvPr/>
          </p:nvSpPr>
          <p:spPr>
            <a:xfrm>
              <a:off x="5683461" y="255050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BC5AC">
                <a:alpha val="100000"/>
              </a:srgbClr>
            </a:solidFill>
            <a:ln w="5420" cap="flat">
              <a:solidFill>
                <a:srgbClr val="5BC5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" name="pg68"/>
            <p:cNvSpPr/>
            <p:nvPr/>
          </p:nvSpPr>
          <p:spPr>
            <a:xfrm>
              <a:off x="5695098" y="255050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AC5AC">
                <a:alpha val="100000"/>
              </a:srgbClr>
            </a:solidFill>
            <a:ln w="5420" cap="flat">
              <a:solidFill>
                <a:srgbClr val="5AC5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" name="pg69"/>
            <p:cNvSpPr/>
            <p:nvPr/>
          </p:nvSpPr>
          <p:spPr>
            <a:xfrm>
              <a:off x="5706736" y="255050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AC5AC">
                <a:alpha val="100000"/>
              </a:srgbClr>
            </a:solidFill>
            <a:ln w="5420" cap="flat">
              <a:solidFill>
                <a:srgbClr val="5AC5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" name="pg70"/>
            <p:cNvSpPr/>
            <p:nvPr/>
          </p:nvSpPr>
          <p:spPr>
            <a:xfrm>
              <a:off x="5718373" y="255050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AC5AC">
                <a:alpha val="100000"/>
              </a:srgbClr>
            </a:solidFill>
            <a:ln w="5420" cap="flat">
              <a:solidFill>
                <a:srgbClr val="5AC5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" name="pg71"/>
            <p:cNvSpPr/>
            <p:nvPr/>
          </p:nvSpPr>
          <p:spPr>
            <a:xfrm>
              <a:off x="5730010" y="255050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AC5AC">
                <a:alpha val="100000"/>
              </a:srgbClr>
            </a:solidFill>
            <a:ln w="5420" cap="flat">
              <a:solidFill>
                <a:srgbClr val="5AC5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" name="pg72"/>
            <p:cNvSpPr/>
            <p:nvPr/>
          </p:nvSpPr>
          <p:spPr>
            <a:xfrm>
              <a:off x="5741648" y="255050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AC4AC">
                <a:alpha val="100000"/>
              </a:srgbClr>
            </a:solidFill>
            <a:ln w="5420" cap="flat">
              <a:solidFill>
                <a:srgbClr val="5AC4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" name="pg73"/>
            <p:cNvSpPr/>
            <p:nvPr/>
          </p:nvSpPr>
          <p:spPr>
            <a:xfrm>
              <a:off x="6276965" y="255050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9C3AC">
                <a:alpha val="100000"/>
              </a:srgbClr>
            </a:solidFill>
            <a:ln w="5420" cap="flat">
              <a:solidFill>
                <a:srgbClr val="59C3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" name="pg74"/>
            <p:cNvSpPr/>
            <p:nvPr/>
          </p:nvSpPr>
          <p:spPr>
            <a:xfrm>
              <a:off x="6288602" y="255050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9C3AC">
                <a:alpha val="100000"/>
              </a:srgbClr>
            </a:solidFill>
            <a:ln w="5420" cap="flat">
              <a:solidFill>
                <a:srgbClr val="59C3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" name="pg75"/>
            <p:cNvSpPr/>
            <p:nvPr/>
          </p:nvSpPr>
          <p:spPr>
            <a:xfrm>
              <a:off x="6300240" y="255050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9C3AC">
                <a:alpha val="100000"/>
              </a:srgbClr>
            </a:solidFill>
            <a:ln w="5420" cap="flat">
              <a:solidFill>
                <a:srgbClr val="59C3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" name="pg76"/>
            <p:cNvSpPr/>
            <p:nvPr/>
          </p:nvSpPr>
          <p:spPr>
            <a:xfrm>
              <a:off x="5543813" y="256480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DC9AC">
                <a:alpha val="100000"/>
              </a:srgbClr>
            </a:solidFill>
            <a:ln w="5420" cap="flat">
              <a:solidFill>
                <a:srgbClr val="5DC9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" name="pg77"/>
            <p:cNvSpPr/>
            <p:nvPr/>
          </p:nvSpPr>
          <p:spPr>
            <a:xfrm>
              <a:off x="5555451" y="256480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DC9AC">
                <a:alpha val="100000"/>
              </a:srgbClr>
            </a:solidFill>
            <a:ln w="5420" cap="flat">
              <a:solidFill>
                <a:srgbClr val="5DC9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" name="pg78"/>
            <p:cNvSpPr/>
            <p:nvPr/>
          </p:nvSpPr>
          <p:spPr>
            <a:xfrm>
              <a:off x="5567088" y="256480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CC8AC">
                <a:alpha val="100000"/>
              </a:srgbClr>
            </a:solidFill>
            <a:ln w="5420" cap="flat">
              <a:solidFill>
                <a:srgbClr val="5CC8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" name="pg79"/>
            <p:cNvSpPr/>
            <p:nvPr/>
          </p:nvSpPr>
          <p:spPr>
            <a:xfrm>
              <a:off x="5578725" y="256480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CC8AC">
                <a:alpha val="100000"/>
              </a:srgbClr>
            </a:solidFill>
            <a:ln w="5420" cap="flat">
              <a:solidFill>
                <a:srgbClr val="5CC8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" name="pg80"/>
            <p:cNvSpPr/>
            <p:nvPr/>
          </p:nvSpPr>
          <p:spPr>
            <a:xfrm>
              <a:off x="5590363" y="256480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CC8AC">
                <a:alpha val="100000"/>
              </a:srgbClr>
            </a:solidFill>
            <a:ln w="5420" cap="flat">
              <a:solidFill>
                <a:srgbClr val="5CC8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" name="pg81"/>
            <p:cNvSpPr/>
            <p:nvPr/>
          </p:nvSpPr>
          <p:spPr>
            <a:xfrm>
              <a:off x="5602000" y="256480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CC7AC">
                <a:alpha val="100000"/>
              </a:srgbClr>
            </a:solidFill>
            <a:ln w="5420" cap="flat">
              <a:solidFill>
                <a:srgbClr val="5CC7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" name="pg82"/>
            <p:cNvSpPr/>
            <p:nvPr/>
          </p:nvSpPr>
          <p:spPr>
            <a:xfrm>
              <a:off x="5613637" y="256480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CC7AC">
                <a:alpha val="100000"/>
              </a:srgbClr>
            </a:solidFill>
            <a:ln w="5420" cap="flat">
              <a:solidFill>
                <a:srgbClr val="5CC7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" name="pg83"/>
            <p:cNvSpPr/>
            <p:nvPr/>
          </p:nvSpPr>
          <p:spPr>
            <a:xfrm>
              <a:off x="5625275" y="256480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BC7AC">
                <a:alpha val="100000"/>
              </a:srgbClr>
            </a:solidFill>
            <a:ln w="5420" cap="flat">
              <a:solidFill>
                <a:srgbClr val="5BC7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" name="pg84"/>
            <p:cNvSpPr/>
            <p:nvPr/>
          </p:nvSpPr>
          <p:spPr>
            <a:xfrm>
              <a:off x="5636912" y="256480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BC6AC">
                <a:alpha val="100000"/>
              </a:srgbClr>
            </a:solidFill>
            <a:ln w="5420" cap="flat">
              <a:solidFill>
                <a:srgbClr val="5BC6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" name="pg85"/>
            <p:cNvSpPr/>
            <p:nvPr/>
          </p:nvSpPr>
          <p:spPr>
            <a:xfrm>
              <a:off x="5648549" y="256480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BC6AC">
                <a:alpha val="100000"/>
              </a:srgbClr>
            </a:solidFill>
            <a:ln w="5420" cap="flat">
              <a:solidFill>
                <a:srgbClr val="5BC6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" name="pg86"/>
            <p:cNvSpPr/>
            <p:nvPr/>
          </p:nvSpPr>
          <p:spPr>
            <a:xfrm>
              <a:off x="5660186" y="256480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BC6AC">
                <a:alpha val="100000"/>
              </a:srgbClr>
            </a:solidFill>
            <a:ln w="5420" cap="flat">
              <a:solidFill>
                <a:srgbClr val="5BC6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" name="pg87"/>
            <p:cNvSpPr/>
            <p:nvPr/>
          </p:nvSpPr>
          <p:spPr>
            <a:xfrm>
              <a:off x="5671824" y="256480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BC6AC">
                <a:alpha val="100000"/>
              </a:srgbClr>
            </a:solidFill>
            <a:ln w="5420" cap="flat">
              <a:solidFill>
                <a:srgbClr val="5BC6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" name="pg88"/>
            <p:cNvSpPr/>
            <p:nvPr/>
          </p:nvSpPr>
          <p:spPr>
            <a:xfrm>
              <a:off x="5683461" y="256480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AC5AC">
                <a:alpha val="100000"/>
              </a:srgbClr>
            </a:solidFill>
            <a:ln w="5420" cap="flat">
              <a:solidFill>
                <a:srgbClr val="5AC5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" name="pg89"/>
            <p:cNvSpPr/>
            <p:nvPr/>
          </p:nvSpPr>
          <p:spPr>
            <a:xfrm>
              <a:off x="5695098" y="256480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AC5AC">
                <a:alpha val="100000"/>
              </a:srgbClr>
            </a:solidFill>
            <a:ln w="5420" cap="flat">
              <a:solidFill>
                <a:srgbClr val="5AC5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" name="pg90"/>
            <p:cNvSpPr/>
            <p:nvPr/>
          </p:nvSpPr>
          <p:spPr>
            <a:xfrm>
              <a:off x="5706736" y="256480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AC5AC">
                <a:alpha val="100000"/>
              </a:srgbClr>
            </a:solidFill>
            <a:ln w="5420" cap="flat">
              <a:solidFill>
                <a:srgbClr val="5AC5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" name="pg91"/>
            <p:cNvSpPr/>
            <p:nvPr/>
          </p:nvSpPr>
          <p:spPr>
            <a:xfrm>
              <a:off x="5718373" y="256480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AC4AC">
                <a:alpha val="100000"/>
              </a:srgbClr>
            </a:solidFill>
            <a:ln w="5420" cap="flat">
              <a:solidFill>
                <a:srgbClr val="5AC4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" name="pg92"/>
            <p:cNvSpPr/>
            <p:nvPr/>
          </p:nvSpPr>
          <p:spPr>
            <a:xfrm>
              <a:off x="5730010" y="256480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AC4AC">
                <a:alpha val="100000"/>
              </a:srgbClr>
            </a:solidFill>
            <a:ln w="5420" cap="flat">
              <a:solidFill>
                <a:srgbClr val="5AC4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" name="pg93"/>
            <p:cNvSpPr/>
            <p:nvPr/>
          </p:nvSpPr>
          <p:spPr>
            <a:xfrm>
              <a:off x="6288602" y="256480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9C3AC">
                <a:alpha val="100000"/>
              </a:srgbClr>
            </a:solidFill>
            <a:ln w="5420" cap="flat">
              <a:solidFill>
                <a:srgbClr val="59C3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" name="pg94"/>
            <p:cNvSpPr/>
            <p:nvPr/>
          </p:nvSpPr>
          <p:spPr>
            <a:xfrm>
              <a:off x="5532176" y="257910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DC9AC">
                <a:alpha val="100000"/>
              </a:srgbClr>
            </a:solidFill>
            <a:ln w="5420" cap="flat">
              <a:solidFill>
                <a:srgbClr val="5DC9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" name="pg95"/>
            <p:cNvSpPr/>
            <p:nvPr/>
          </p:nvSpPr>
          <p:spPr>
            <a:xfrm>
              <a:off x="5543813" y="257910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DC9AC">
                <a:alpha val="100000"/>
              </a:srgbClr>
            </a:solidFill>
            <a:ln w="5420" cap="flat">
              <a:solidFill>
                <a:srgbClr val="5DC9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" name="pg96"/>
            <p:cNvSpPr/>
            <p:nvPr/>
          </p:nvSpPr>
          <p:spPr>
            <a:xfrm>
              <a:off x="5555451" y="257910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DC8AC">
                <a:alpha val="100000"/>
              </a:srgbClr>
            </a:solidFill>
            <a:ln w="5420" cap="flat">
              <a:solidFill>
                <a:srgbClr val="5DC8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7" name="pg97"/>
            <p:cNvSpPr/>
            <p:nvPr/>
          </p:nvSpPr>
          <p:spPr>
            <a:xfrm>
              <a:off x="5567088" y="257910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CC8AC">
                <a:alpha val="100000"/>
              </a:srgbClr>
            </a:solidFill>
            <a:ln w="5420" cap="flat">
              <a:solidFill>
                <a:srgbClr val="5CC8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8" name="pg98"/>
            <p:cNvSpPr/>
            <p:nvPr/>
          </p:nvSpPr>
          <p:spPr>
            <a:xfrm>
              <a:off x="5578725" y="257910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CC8AC">
                <a:alpha val="100000"/>
              </a:srgbClr>
            </a:solidFill>
            <a:ln w="5420" cap="flat">
              <a:solidFill>
                <a:srgbClr val="5CC8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9" name="pg99"/>
            <p:cNvSpPr/>
            <p:nvPr/>
          </p:nvSpPr>
          <p:spPr>
            <a:xfrm>
              <a:off x="5590363" y="257910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CC7AC">
                <a:alpha val="100000"/>
              </a:srgbClr>
            </a:solidFill>
            <a:ln w="5420" cap="flat">
              <a:solidFill>
                <a:srgbClr val="5CC7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0" name="pg100"/>
            <p:cNvSpPr/>
            <p:nvPr/>
          </p:nvSpPr>
          <p:spPr>
            <a:xfrm>
              <a:off x="5602000" y="257910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CC7AC">
                <a:alpha val="100000"/>
              </a:srgbClr>
            </a:solidFill>
            <a:ln w="5420" cap="flat">
              <a:solidFill>
                <a:srgbClr val="5CC7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1" name="pg101"/>
            <p:cNvSpPr/>
            <p:nvPr/>
          </p:nvSpPr>
          <p:spPr>
            <a:xfrm>
              <a:off x="5613637" y="257910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BC7AC">
                <a:alpha val="100000"/>
              </a:srgbClr>
            </a:solidFill>
            <a:ln w="5420" cap="flat">
              <a:solidFill>
                <a:srgbClr val="5BC7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2" name="pg102"/>
            <p:cNvSpPr/>
            <p:nvPr/>
          </p:nvSpPr>
          <p:spPr>
            <a:xfrm>
              <a:off x="5625275" y="257910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BC6AC">
                <a:alpha val="100000"/>
              </a:srgbClr>
            </a:solidFill>
            <a:ln w="5420" cap="flat">
              <a:solidFill>
                <a:srgbClr val="5BC6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3" name="pg103"/>
            <p:cNvSpPr/>
            <p:nvPr/>
          </p:nvSpPr>
          <p:spPr>
            <a:xfrm>
              <a:off x="5636912" y="257910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BC6AC">
                <a:alpha val="100000"/>
              </a:srgbClr>
            </a:solidFill>
            <a:ln w="5420" cap="flat">
              <a:solidFill>
                <a:srgbClr val="5BC6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4" name="pg104"/>
            <p:cNvSpPr/>
            <p:nvPr/>
          </p:nvSpPr>
          <p:spPr>
            <a:xfrm>
              <a:off x="5648549" y="257910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BC6AC">
                <a:alpha val="100000"/>
              </a:srgbClr>
            </a:solidFill>
            <a:ln w="5420" cap="flat">
              <a:solidFill>
                <a:srgbClr val="5BC6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5" name="pg105"/>
            <p:cNvSpPr/>
            <p:nvPr/>
          </p:nvSpPr>
          <p:spPr>
            <a:xfrm>
              <a:off x="5660186" y="257910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BC5AC">
                <a:alpha val="100000"/>
              </a:srgbClr>
            </a:solidFill>
            <a:ln w="5420" cap="flat">
              <a:solidFill>
                <a:srgbClr val="5BC5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6" name="pg106"/>
            <p:cNvSpPr/>
            <p:nvPr/>
          </p:nvSpPr>
          <p:spPr>
            <a:xfrm>
              <a:off x="5671824" y="257910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AC5AC">
                <a:alpha val="100000"/>
              </a:srgbClr>
            </a:solidFill>
            <a:ln w="5420" cap="flat">
              <a:solidFill>
                <a:srgbClr val="5AC5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7" name="pg107"/>
            <p:cNvSpPr/>
            <p:nvPr/>
          </p:nvSpPr>
          <p:spPr>
            <a:xfrm>
              <a:off x="5683461" y="257910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AC5AC">
                <a:alpha val="100000"/>
              </a:srgbClr>
            </a:solidFill>
            <a:ln w="5420" cap="flat">
              <a:solidFill>
                <a:srgbClr val="5AC5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8" name="pg108"/>
            <p:cNvSpPr/>
            <p:nvPr/>
          </p:nvSpPr>
          <p:spPr>
            <a:xfrm>
              <a:off x="5695098" y="257910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AC4AC">
                <a:alpha val="100000"/>
              </a:srgbClr>
            </a:solidFill>
            <a:ln w="5420" cap="flat">
              <a:solidFill>
                <a:srgbClr val="5AC4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9" name="pg109"/>
            <p:cNvSpPr/>
            <p:nvPr/>
          </p:nvSpPr>
          <p:spPr>
            <a:xfrm>
              <a:off x="5508901" y="259340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DC9AC">
                <a:alpha val="100000"/>
              </a:srgbClr>
            </a:solidFill>
            <a:ln w="5420" cap="flat">
              <a:solidFill>
                <a:srgbClr val="5DC9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0" name="pg110"/>
            <p:cNvSpPr/>
            <p:nvPr/>
          </p:nvSpPr>
          <p:spPr>
            <a:xfrm>
              <a:off x="5520539" y="259340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DC9AC">
                <a:alpha val="100000"/>
              </a:srgbClr>
            </a:solidFill>
            <a:ln w="5420" cap="flat">
              <a:solidFill>
                <a:srgbClr val="5DC9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1" name="pg111"/>
            <p:cNvSpPr/>
            <p:nvPr/>
          </p:nvSpPr>
          <p:spPr>
            <a:xfrm>
              <a:off x="5532176" y="259340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DC9AC">
                <a:alpha val="100000"/>
              </a:srgbClr>
            </a:solidFill>
            <a:ln w="5420" cap="flat">
              <a:solidFill>
                <a:srgbClr val="5DC9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2" name="pg112"/>
            <p:cNvSpPr/>
            <p:nvPr/>
          </p:nvSpPr>
          <p:spPr>
            <a:xfrm>
              <a:off x="5543813" y="259340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DC9AC">
                <a:alpha val="100000"/>
              </a:srgbClr>
            </a:solidFill>
            <a:ln w="5420" cap="flat">
              <a:solidFill>
                <a:srgbClr val="5DC9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3" name="pg113"/>
            <p:cNvSpPr/>
            <p:nvPr/>
          </p:nvSpPr>
          <p:spPr>
            <a:xfrm>
              <a:off x="5555451" y="259340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CC8AC">
                <a:alpha val="100000"/>
              </a:srgbClr>
            </a:solidFill>
            <a:ln w="5420" cap="flat">
              <a:solidFill>
                <a:srgbClr val="5CC8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4" name="pg114"/>
            <p:cNvSpPr/>
            <p:nvPr/>
          </p:nvSpPr>
          <p:spPr>
            <a:xfrm>
              <a:off x="5567088" y="259340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CC8AC">
                <a:alpha val="100000"/>
              </a:srgbClr>
            </a:solidFill>
            <a:ln w="5420" cap="flat">
              <a:solidFill>
                <a:srgbClr val="5CC8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5" name="pg115"/>
            <p:cNvSpPr/>
            <p:nvPr/>
          </p:nvSpPr>
          <p:spPr>
            <a:xfrm>
              <a:off x="5578725" y="259340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CC7AC">
                <a:alpha val="100000"/>
              </a:srgbClr>
            </a:solidFill>
            <a:ln w="5420" cap="flat">
              <a:solidFill>
                <a:srgbClr val="5CC7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6" name="pg116"/>
            <p:cNvSpPr/>
            <p:nvPr/>
          </p:nvSpPr>
          <p:spPr>
            <a:xfrm>
              <a:off x="5590363" y="259340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CC7AC">
                <a:alpha val="100000"/>
              </a:srgbClr>
            </a:solidFill>
            <a:ln w="5420" cap="flat">
              <a:solidFill>
                <a:srgbClr val="5CC7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7" name="pg117"/>
            <p:cNvSpPr/>
            <p:nvPr/>
          </p:nvSpPr>
          <p:spPr>
            <a:xfrm>
              <a:off x="5602000" y="259340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BC7AC">
                <a:alpha val="100000"/>
              </a:srgbClr>
            </a:solidFill>
            <a:ln w="5420" cap="flat">
              <a:solidFill>
                <a:srgbClr val="5BC7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8" name="pg118"/>
            <p:cNvSpPr/>
            <p:nvPr/>
          </p:nvSpPr>
          <p:spPr>
            <a:xfrm>
              <a:off x="5613637" y="259340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BC6AC">
                <a:alpha val="100000"/>
              </a:srgbClr>
            </a:solidFill>
            <a:ln w="5420" cap="flat">
              <a:solidFill>
                <a:srgbClr val="5BC6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9" name="pg119"/>
            <p:cNvSpPr/>
            <p:nvPr/>
          </p:nvSpPr>
          <p:spPr>
            <a:xfrm>
              <a:off x="5625275" y="259340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BC6AC">
                <a:alpha val="100000"/>
              </a:srgbClr>
            </a:solidFill>
            <a:ln w="5420" cap="flat">
              <a:solidFill>
                <a:srgbClr val="5BC6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0" name="pg120"/>
            <p:cNvSpPr/>
            <p:nvPr/>
          </p:nvSpPr>
          <p:spPr>
            <a:xfrm>
              <a:off x="5636912" y="259340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BC6AC">
                <a:alpha val="100000"/>
              </a:srgbClr>
            </a:solidFill>
            <a:ln w="5420" cap="flat">
              <a:solidFill>
                <a:srgbClr val="5BC6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1" name="pg121"/>
            <p:cNvSpPr/>
            <p:nvPr/>
          </p:nvSpPr>
          <p:spPr>
            <a:xfrm>
              <a:off x="5648549" y="259340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AC5AC">
                <a:alpha val="100000"/>
              </a:srgbClr>
            </a:solidFill>
            <a:ln w="5420" cap="flat">
              <a:solidFill>
                <a:srgbClr val="5AC5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2" name="pg122"/>
            <p:cNvSpPr/>
            <p:nvPr/>
          </p:nvSpPr>
          <p:spPr>
            <a:xfrm>
              <a:off x="5660186" y="259340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AC5AC">
                <a:alpha val="100000"/>
              </a:srgbClr>
            </a:solidFill>
            <a:ln w="5420" cap="flat">
              <a:solidFill>
                <a:srgbClr val="5AC5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3" name="pg123"/>
            <p:cNvSpPr/>
            <p:nvPr/>
          </p:nvSpPr>
          <p:spPr>
            <a:xfrm>
              <a:off x="5473989" y="260770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ECAAC">
                <a:alpha val="100000"/>
              </a:srgbClr>
            </a:solidFill>
            <a:ln w="5420" cap="flat">
              <a:solidFill>
                <a:srgbClr val="5ECA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4" name="pg124"/>
            <p:cNvSpPr/>
            <p:nvPr/>
          </p:nvSpPr>
          <p:spPr>
            <a:xfrm>
              <a:off x="5485627" y="260770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DCAAC">
                <a:alpha val="100000"/>
              </a:srgbClr>
            </a:solidFill>
            <a:ln w="5420" cap="flat">
              <a:solidFill>
                <a:srgbClr val="5DCA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5" name="pg125"/>
            <p:cNvSpPr/>
            <p:nvPr/>
          </p:nvSpPr>
          <p:spPr>
            <a:xfrm>
              <a:off x="5497264" y="260770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DCAAC">
                <a:alpha val="100000"/>
              </a:srgbClr>
            </a:solidFill>
            <a:ln w="5420" cap="flat">
              <a:solidFill>
                <a:srgbClr val="5DCA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6" name="pg126"/>
            <p:cNvSpPr/>
            <p:nvPr/>
          </p:nvSpPr>
          <p:spPr>
            <a:xfrm>
              <a:off x="5508901" y="260770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DC9AC">
                <a:alpha val="100000"/>
              </a:srgbClr>
            </a:solidFill>
            <a:ln w="5420" cap="flat">
              <a:solidFill>
                <a:srgbClr val="5DC9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7" name="pg127"/>
            <p:cNvSpPr/>
            <p:nvPr/>
          </p:nvSpPr>
          <p:spPr>
            <a:xfrm>
              <a:off x="5520539" y="260770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DC9AC">
                <a:alpha val="100000"/>
              </a:srgbClr>
            </a:solidFill>
            <a:ln w="5420" cap="flat">
              <a:solidFill>
                <a:srgbClr val="5DC9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8" name="pg128"/>
            <p:cNvSpPr/>
            <p:nvPr/>
          </p:nvSpPr>
          <p:spPr>
            <a:xfrm>
              <a:off x="5532176" y="260770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DC9AC">
                <a:alpha val="100000"/>
              </a:srgbClr>
            </a:solidFill>
            <a:ln w="5420" cap="flat">
              <a:solidFill>
                <a:srgbClr val="5DC9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9" name="pg129"/>
            <p:cNvSpPr/>
            <p:nvPr/>
          </p:nvSpPr>
          <p:spPr>
            <a:xfrm>
              <a:off x="5543813" y="260770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CC8AC">
                <a:alpha val="100000"/>
              </a:srgbClr>
            </a:solidFill>
            <a:ln w="5420" cap="flat">
              <a:solidFill>
                <a:srgbClr val="5CC8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0" name="pg130"/>
            <p:cNvSpPr/>
            <p:nvPr/>
          </p:nvSpPr>
          <p:spPr>
            <a:xfrm>
              <a:off x="5555451" y="260770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CC8AC">
                <a:alpha val="100000"/>
              </a:srgbClr>
            </a:solidFill>
            <a:ln w="5420" cap="flat">
              <a:solidFill>
                <a:srgbClr val="5CC8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1" name="pg131"/>
            <p:cNvSpPr/>
            <p:nvPr/>
          </p:nvSpPr>
          <p:spPr>
            <a:xfrm>
              <a:off x="5567088" y="260770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CC7AC">
                <a:alpha val="100000"/>
              </a:srgbClr>
            </a:solidFill>
            <a:ln w="5420" cap="flat">
              <a:solidFill>
                <a:srgbClr val="5CC7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2" name="pg132"/>
            <p:cNvSpPr/>
            <p:nvPr/>
          </p:nvSpPr>
          <p:spPr>
            <a:xfrm>
              <a:off x="5578725" y="260770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CC7AC">
                <a:alpha val="100000"/>
              </a:srgbClr>
            </a:solidFill>
            <a:ln w="5420" cap="flat">
              <a:solidFill>
                <a:srgbClr val="5CC7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3" name="pg133"/>
            <p:cNvSpPr/>
            <p:nvPr/>
          </p:nvSpPr>
          <p:spPr>
            <a:xfrm>
              <a:off x="5590363" y="260770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BC7AC">
                <a:alpha val="100000"/>
              </a:srgbClr>
            </a:solidFill>
            <a:ln w="5420" cap="flat">
              <a:solidFill>
                <a:srgbClr val="5BC7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4" name="pg134"/>
            <p:cNvSpPr/>
            <p:nvPr/>
          </p:nvSpPr>
          <p:spPr>
            <a:xfrm>
              <a:off x="5602000" y="260770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BC6AC">
                <a:alpha val="100000"/>
              </a:srgbClr>
            </a:solidFill>
            <a:ln w="5420" cap="flat">
              <a:solidFill>
                <a:srgbClr val="5BC6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5" name="pg135"/>
            <p:cNvSpPr/>
            <p:nvPr/>
          </p:nvSpPr>
          <p:spPr>
            <a:xfrm>
              <a:off x="5613637" y="260770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BC6AC">
                <a:alpha val="100000"/>
              </a:srgbClr>
            </a:solidFill>
            <a:ln w="5420" cap="flat">
              <a:solidFill>
                <a:srgbClr val="5BC6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6" name="pg136"/>
            <p:cNvSpPr/>
            <p:nvPr/>
          </p:nvSpPr>
          <p:spPr>
            <a:xfrm>
              <a:off x="5625275" y="260770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BC6AC">
                <a:alpha val="100000"/>
              </a:srgbClr>
            </a:solidFill>
            <a:ln w="5420" cap="flat">
              <a:solidFill>
                <a:srgbClr val="5BC6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7" name="pg137"/>
            <p:cNvSpPr/>
            <p:nvPr/>
          </p:nvSpPr>
          <p:spPr>
            <a:xfrm>
              <a:off x="5450715" y="262200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ECBAC">
                <a:alpha val="100000"/>
              </a:srgbClr>
            </a:solidFill>
            <a:ln w="5420" cap="flat">
              <a:solidFill>
                <a:srgbClr val="5ECB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8" name="pg138"/>
            <p:cNvSpPr/>
            <p:nvPr/>
          </p:nvSpPr>
          <p:spPr>
            <a:xfrm>
              <a:off x="5462352" y="262200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ECAAC">
                <a:alpha val="100000"/>
              </a:srgbClr>
            </a:solidFill>
            <a:ln w="5420" cap="flat">
              <a:solidFill>
                <a:srgbClr val="5ECA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9" name="pg139"/>
            <p:cNvSpPr/>
            <p:nvPr/>
          </p:nvSpPr>
          <p:spPr>
            <a:xfrm>
              <a:off x="5473989" y="262200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ECAAC">
                <a:alpha val="100000"/>
              </a:srgbClr>
            </a:solidFill>
            <a:ln w="5420" cap="flat">
              <a:solidFill>
                <a:srgbClr val="5ECA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0" name="pg140"/>
            <p:cNvSpPr/>
            <p:nvPr/>
          </p:nvSpPr>
          <p:spPr>
            <a:xfrm>
              <a:off x="5485627" y="262200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DCAAC">
                <a:alpha val="100000"/>
              </a:srgbClr>
            </a:solidFill>
            <a:ln w="5420" cap="flat">
              <a:solidFill>
                <a:srgbClr val="5DCA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1" name="pg141"/>
            <p:cNvSpPr/>
            <p:nvPr/>
          </p:nvSpPr>
          <p:spPr>
            <a:xfrm>
              <a:off x="5497264" y="262200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DC9AC">
                <a:alpha val="100000"/>
              </a:srgbClr>
            </a:solidFill>
            <a:ln w="5420" cap="flat">
              <a:solidFill>
                <a:srgbClr val="5DC9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2" name="pg142"/>
            <p:cNvSpPr/>
            <p:nvPr/>
          </p:nvSpPr>
          <p:spPr>
            <a:xfrm>
              <a:off x="5508901" y="262200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DC9AC">
                <a:alpha val="100000"/>
              </a:srgbClr>
            </a:solidFill>
            <a:ln w="5420" cap="flat">
              <a:solidFill>
                <a:srgbClr val="5DC9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3" name="pg143"/>
            <p:cNvSpPr/>
            <p:nvPr/>
          </p:nvSpPr>
          <p:spPr>
            <a:xfrm>
              <a:off x="5520539" y="262200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DC9AC">
                <a:alpha val="100000"/>
              </a:srgbClr>
            </a:solidFill>
            <a:ln w="5420" cap="flat">
              <a:solidFill>
                <a:srgbClr val="5DC9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4" name="pg144"/>
            <p:cNvSpPr/>
            <p:nvPr/>
          </p:nvSpPr>
          <p:spPr>
            <a:xfrm>
              <a:off x="5532176" y="262200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CC8AC">
                <a:alpha val="100000"/>
              </a:srgbClr>
            </a:solidFill>
            <a:ln w="5420" cap="flat">
              <a:solidFill>
                <a:srgbClr val="5CC8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5" name="pg145"/>
            <p:cNvSpPr/>
            <p:nvPr/>
          </p:nvSpPr>
          <p:spPr>
            <a:xfrm>
              <a:off x="5543813" y="262200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CC8AC">
                <a:alpha val="100000"/>
              </a:srgbClr>
            </a:solidFill>
            <a:ln w="5420" cap="flat">
              <a:solidFill>
                <a:srgbClr val="5CC8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6" name="pg146"/>
            <p:cNvSpPr/>
            <p:nvPr/>
          </p:nvSpPr>
          <p:spPr>
            <a:xfrm>
              <a:off x="5555451" y="262200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CC8AC">
                <a:alpha val="100000"/>
              </a:srgbClr>
            </a:solidFill>
            <a:ln w="5420" cap="flat">
              <a:solidFill>
                <a:srgbClr val="5CC8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7" name="pg147"/>
            <p:cNvSpPr/>
            <p:nvPr/>
          </p:nvSpPr>
          <p:spPr>
            <a:xfrm>
              <a:off x="5567088" y="262200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CC7AC">
                <a:alpha val="100000"/>
              </a:srgbClr>
            </a:solidFill>
            <a:ln w="5420" cap="flat">
              <a:solidFill>
                <a:srgbClr val="5CC7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8" name="pg148"/>
            <p:cNvSpPr/>
            <p:nvPr/>
          </p:nvSpPr>
          <p:spPr>
            <a:xfrm>
              <a:off x="5578725" y="262200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BC7AC">
                <a:alpha val="100000"/>
              </a:srgbClr>
            </a:solidFill>
            <a:ln w="5420" cap="flat">
              <a:solidFill>
                <a:srgbClr val="5BC7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9" name="pg149"/>
            <p:cNvSpPr/>
            <p:nvPr/>
          </p:nvSpPr>
          <p:spPr>
            <a:xfrm>
              <a:off x="5439077" y="263630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ECBAC">
                <a:alpha val="100000"/>
              </a:srgbClr>
            </a:solidFill>
            <a:ln w="5420" cap="flat">
              <a:solidFill>
                <a:srgbClr val="5ECB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0" name="pg150"/>
            <p:cNvSpPr/>
            <p:nvPr/>
          </p:nvSpPr>
          <p:spPr>
            <a:xfrm>
              <a:off x="5450715" y="263630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ECBAC">
                <a:alpha val="100000"/>
              </a:srgbClr>
            </a:solidFill>
            <a:ln w="5420" cap="flat">
              <a:solidFill>
                <a:srgbClr val="5ECB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1" name="pg151"/>
            <p:cNvSpPr/>
            <p:nvPr/>
          </p:nvSpPr>
          <p:spPr>
            <a:xfrm>
              <a:off x="5462352" y="263630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ECAAC">
                <a:alpha val="100000"/>
              </a:srgbClr>
            </a:solidFill>
            <a:ln w="5420" cap="flat">
              <a:solidFill>
                <a:srgbClr val="5ECA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2" name="pg152"/>
            <p:cNvSpPr/>
            <p:nvPr/>
          </p:nvSpPr>
          <p:spPr>
            <a:xfrm>
              <a:off x="5473989" y="263630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DCAAC">
                <a:alpha val="100000"/>
              </a:srgbClr>
            </a:solidFill>
            <a:ln w="5420" cap="flat">
              <a:solidFill>
                <a:srgbClr val="5DCA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3" name="pg153"/>
            <p:cNvSpPr/>
            <p:nvPr/>
          </p:nvSpPr>
          <p:spPr>
            <a:xfrm>
              <a:off x="5485627" y="263630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DCAAC">
                <a:alpha val="100000"/>
              </a:srgbClr>
            </a:solidFill>
            <a:ln w="5420" cap="flat">
              <a:solidFill>
                <a:srgbClr val="5DCA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4" name="pg154"/>
            <p:cNvSpPr/>
            <p:nvPr/>
          </p:nvSpPr>
          <p:spPr>
            <a:xfrm>
              <a:off x="5497264" y="263630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DC9AC">
                <a:alpha val="100000"/>
              </a:srgbClr>
            </a:solidFill>
            <a:ln w="5420" cap="flat">
              <a:solidFill>
                <a:srgbClr val="5DC9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5" name="pg155"/>
            <p:cNvSpPr/>
            <p:nvPr/>
          </p:nvSpPr>
          <p:spPr>
            <a:xfrm>
              <a:off x="5508901" y="263630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DC9AC">
                <a:alpha val="100000"/>
              </a:srgbClr>
            </a:solidFill>
            <a:ln w="5420" cap="flat">
              <a:solidFill>
                <a:srgbClr val="5DC9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6" name="pg156"/>
            <p:cNvSpPr/>
            <p:nvPr/>
          </p:nvSpPr>
          <p:spPr>
            <a:xfrm>
              <a:off x="5520539" y="263630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DC9AC">
                <a:alpha val="100000"/>
              </a:srgbClr>
            </a:solidFill>
            <a:ln w="5420" cap="flat">
              <a:solidFill>
                <a:srgbClr val="5DC9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7" name="pg157"/>
            <p:cNvSpPr/>
            <p:nvPr/>
          </p:nvSpPr>
          <p:spPr>
            <a:xfrm>
              <a:off x="5532176" y="263630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CC8AC">
                <a:alpha val="100000"/>
              </a:srgbClr>
            </a:solidFill>
            <a:ln w="5420" cap="flat">
              <a:solidFill>
                <a:srgbClr val="5CC8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8" name="pg158"/>
            <p:cNvSpPr/>
            <p:nvPr/>
          </p:nvSpPr>
          <p:spPr>
            <a:xfrm>
              <a:off x="5543813" y="263630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CC8AC">
                <a:alpha val="100000"/>
              </a:srgbClr>
            </a:solidFill>
            <a:ln w="5420" cap="flat">
              <a:solidFill>
                <a:srgbClr val="5CC8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9" name="pg159"/>
            <p:cNvSpPr/>
            <p:nvPr/>
          </p:nvSpPr>
          <p:spPr>
            <a:xfrm>
              <a:off x="5555451" y="263630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CC7AC">
                <a:alpha val="100000"/>
              </a:srgbClr>
            </a:solidFill>
            <a:ln w="5420" cap="flat">
              <a:solidFill>
                <a:srgbClr val="5CC7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0" name="pg160"/>
            <p:cNvSpPr/>
            <p:nvPr/>
          </p:nvSpPr>
          <p:spPr>
            <a:xfrm>
              <a:off x="5427440" y="265060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ECBAC">
                <a:alpha val="100000"/>
              </a:srgbClr>
            </a:solidFill>
            <a:ln w="5420" cap="flat">
              <a:solidFill>
                <a:srgbClr val="5ECB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1" name="pg161"/>
            <p:cNvSpPr/>
            <p:nvPr/>
          </p:nvSpPr>
          <p:spPr>
            <a:xfrm>
              <a:off x="5439077" y="265060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ECBAC">
                <a:alpha val="100000"/>
              </a:srgbClr>
            </a:solidFill>
            <a:ln w="5420" cap="flat">
              <a:solidFill>
                <a:srgbClr val="5ECB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2" name="pg162"/>
            <p:cNvSpPr/>
            <p:nvPr/>
          </p:nvSpPr>
          <p:spPr>
            <a:xfrm>
              <a:off x="5450715" y="265060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ECAAC">
                <a:alpha val="100000"/>
              </a:srgbClr>
            </a:solidFill>
            <a:ln w="5420" cap="flat">
              <a:solidFill>
                <a:srgbClr val="5ECA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3" name="pg163"/>
            <p:cNvSpPr/>
            <p:nvPr/>
          </p:nvSpPr>
          <p:spPr>
            <a:xfrm>
              <a:off x="5462352" y="265060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DCAAC">
                <a:alpha val="100000"/>
              </a:srgbClr>
            </a:solidFill>
            <a:ln w="5420" cap="flat">
              <a:solidFill>
                <a:srgbClr val="5DCA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4" name="pg164"/>
            <p:cNvSpPr/>
            <p:nvPr/>
          </p:nvSpPr>
          <p:spPr>
            <a:xfrm>
              <a:off x="5473989" y="265060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DCAAC">
                <a:alpha val="100000"/>
              </a:srgbClr>
            </a:solidFill>
            <a:ln w="5420" cap="flat">
              <a:solidFill>
                <a:srgbClr val="5DCA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5" name="pg165"/>
            <p:cNvSpPr/>
            <p:nvPr/>
          </p:nvSpPr>
          <p:spPr>
            <a:xfrm>
              <a:off x="5485627" y="265060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DC9AC">
                <a:alpha val="100000"/>
              </a:srgbClr>
            </a:solidFill>
            <a:ln w="5420" cap="flat">
              <a:solidFill>
                <a:srgbClr val="5DC9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6" name="pg166"/>
            <p:cNvSpPr/>
            <p:nvPr/>
          </p:nvSpPr>
          <p:spPr>
            <a:xfrm>
              <a:off x="5497264" y="265060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DC9AC">
                <a:alpha val="100000"/>
              </a:srgbClr>
            </a:solidFill>
            <a:ln w="5420" cap="flat">
              <a:solidFill>
                <a:srgbClr val="5DC9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7" name="pg167"/>
            <p:cNvSpPr/>
            <p:nvPr/>
          </p:nvSpPr>
          <p:spPr>
            <a:xfrm>
              <a:off x="5508901" y="265060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DC9AC">
                <a:alpha val="100000"/>
              </a:srgbClr>
            </a:solidFill>
            <a:ln w="5420" cap="flat">
              <a:solidFill>
                <a:srgbClr val="5DC9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8" name="pg168"/>
            <p:cNvSpPr/>
            <p:nvPr/>
          </p:nvSpPr>
          <p:spPr>
            <a:xfrm>
              <a:off x="5520539" y="265060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CC8AC">
                <a:alpha val="100000"/>
              </a:srgbClr>
            </a:solidFill>
            <a:ln w="5420" cap="flat">
              <a:solidFill>
                <a:srgbClr val="5CC8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9" name="pg169"/>
            <p:cNvSpPr/>
            <p:nvPr/>
          </p:nvSpPr>
          <p:spPr>
            <a:xfrm>
              <a:off x="5532176" y="265060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CC8AC">
                <a:alpha val="100000"/>
              </a:srgbClr>
            </a:solidFill>
            <a:ln w="5420" cap="flat">
              <a:solidFill>
                <a:srgbClr val="5CC8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0" name="pg170"/>
            <p:cNvSpPr/>
            <p:nvPr/>
          </p:nvSpPr>
          <p:spPr>
            <a:xfrm>
              <a:off x="5415803" y="266490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FCCAC">
                <a:alpha val="100000"/>
              </a:srgbClr>
            </a:solidFill>
            <a:ln w="5420" cap="flat">
              <a:solidFill>
                <a:srgbClr val="5FCC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1" name="pg171"/>
            <p:cNvSpPr/>
            <p:nvPr/>
          </p:nvSpPr>
          <p:spPr>
            <a:xfrm>
              <a:off x="5427440" y="266490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ECBAC">
                <a:alpha val="100000"/>
              </a:srgbClr>
            </a:solidFill>
            <a:ln w="5420" cap="flat">
              <a:solidFill>
                <a:srgbClr val="5ECB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2" name="pg172"/>
            <p:cNvSpPr/>
            <p:nvPr/>
          </p:nvSpPr>
          <p:spPr>
            <a:xfrm>
              <a:off x="5439077" y="266490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ECBAC">
                <a:alpha val="100000"/>
              </a:srgbClr>
            </a:solidFill>
            <a:ln w="5420" cap="flat">
              <a:solidFill>
                <a:srgbClr val="5ECB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3" name="pg173"/>
            <p:cNvSpPr/>
            <p:nvPr/>
          </p:nvSpPr>
          <p:spPr>
            <a:xfrm>
              <a:off x="5450715" y="266490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ECAAC">
                <a:alpha val="100000"/>
              </a:srgbClr>
            </a:solidFill>
            <a:ln w="5420" cap="flat">
              <a:solidFill>
                <a:srgbClr val="5ECA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4" name="pg174"/>
            <p:cNvSpPr/>
            <p:nvPr/>
          </p:nvSpPr>
          <p:spPr>
            <a:xfrm>
              <a:off x="5462352" y="266490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DCAAC">
                <a:alpha val="100000"/>
              </a:srgbClr>
            </a:solidFill>
            <a:ln w="5420" cap="flat">
              <a:solidFill>
                <a:srgbClr val="5DCA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5" name="pg175"/>
            <p:cNvSpPr/>
            <p:nvPr/>
          </p:nvSpPr>
          <p:spPr>
            <a:xfrm>
              <a:off x="5473989" y="266490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DCAAC">
                <a:alpha val="100000"/>
              </a:srgbClr>
            </a:solidFill>
            <a:ln w="5420" cap="flat">
              <a:solidFill>
                <a:srgbClr val="5DCA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6" name="pg176"/>
            <p:cNvSpPr/>
            <p:nvPr/>
          </p:nvSpPr>
          <p:spPr>
            <a:xfrm>
              <a:off x="5485627" y="266490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DC9AC">
                <a:alpha val="100000"/>
              </a:srgbClr>
            </a:solidFill>
            <a:ln w="5420" cap="flat">
              <a:solidFill>
                <a:srgbClr val="5DC9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7" name="pg177"/>
            <p:cNvSpPr/>
            <p:nvPr/>
          </p:nvSpPr>
          <p:spPr>
            <a:xfrm>
              <a:off x="5497264" y="266490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DC9AC">
                <a:alpha val="100000"/>
              </a:srgbClr>
            </a:solidFill>
            <a:ln w="5420" cap="flat">
              <a:solidFill>
                <a:srgbClr val="5DC9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8" name="pg178"/>
            <p:cNvSpPr/>
            <p:nvPr/>
          </p:nvSpPr>
          <p:spPr>
            <a:xfrm>
              <a:off x="5508901" y="266490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CC8AC">
                <a:alpha val="100000"/>
              </a:srgbClr>
            </a:solidFill>
            <a:ln w="5420" cap="flat">
              <a:solidFill>
                <a:srgbClr val="5CC8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9" name="pg179"/>
            <p:cNvSpPr/>
            <p:nvPr/>
          </p:nvSpPr>
          <p:spPr>
            <a:xfrm>
              <a:off x="5380891" y="267921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FCDAC">
                <a:alpha val="100000"/>
              </a:srgbClr>
            </a:solidFill>
            <a:ln w="5420" cap="flat">
              <a:solidFill>
                <a:srgbClr val="5FCD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0" name="pg180"/>
            <p:cNvSpPr/>
            <p:nvPr/>
          </p:nvSpPr>
          <p:spPr>
            <a:xfrm>
              <a:off x="5392528" y="267921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FCCAC">
                <a:alpha val="100000"/>
              </a:srgbClr>
            </a:solidFill>
            <a:ln w="5420" cap="flat">
              <a:solidFill>
                <a:srgbClr val="5FCC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1" name="pg181"/>
            <p:cNvSpPr/>
            <p:nvPr/>
          </p:nvSpPr>
          <p:spPr>
            <a:xfrm>
              <a:off x="5404165" y="267921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FCCAC">
                <a:alpha val="100000"/>
              </a:srgbClr>
            </a:solidFill>
            <a:ln w="5420" cap="flat">
              <a:solidFill>
                <a:srgbClr val="5FCC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2" name="pg182"/>
            <p:cNvSpPr/>
            <p:nvPr/>
          </p:nvSpPr>
          <p:spPr>
            <a:xfrm>
              <a:off x="5415803" y="267921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FCCAC">
                <a:alpha val="100000"/>
              </a:srgbClr>
            </a:solidFill>
            <a:ln w="5420" cap="flat">
              <a:solidFill>
                <a:srgbClr val="5FCC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3" name="pg183"/>
            <p:cNvSpPr/>
            <p:nvPr/>
          </p:nvSpPr>
          <p:spPr>
            <a:xfrm>
              <a:off x="5427440" y="267921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ECBAC">
                <a:alpha val="100000"/>
              </a:srgbClr>
            </a:solidFill>
            <a:ln w="5420" cap="flat">
              <a:solidFill>
                <a:srgbClr val="5ECB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4" name="pg184"/>
            <p:cNvSpPr/>
            <p:nvPr/>
          </p:nvSpPr>
          <p:spPr>
            <a:xfrm>
              <a:off x="5439077" y="267921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ECBAC">
                <a:alpha val="100000"/>
              </a:srgbClr>
            </a:solidFill>
            <a:ln w="5420" cap="flat">
              <a:solidFill>
                <a:srgbClr val="5ECB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5" name="pg185"/>
            <p:cNvSpPr/>
            <p:nvPr/>
          </p:nvSpPr>
          <p:spPr>
            <a:xfrm>
              <a:off x="5450715" y="267921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ECAAC">
                <a:alpha val="100000"/>
              </a:srgbClr>
            </a:solidFill>
            <a:ln w="5420" cap="flat">
              <a:solidFill>
                <a:srgbClr val="5ECA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6" name="pg186"/>
            <p:cNvSpPr/>
            <p:nvPr/>
          </p:nvSpPr>
          <p:spPr>
            <a:xfrm>
              <a:off x="5462352" y="267921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DCAAC">
                <a:alpha val="100000"/>
              </a:srgbClr>
            </a:solidFill>
            <a:ln w="5420" cap="flat">
              <a:solidFill>
                <a:srgbClr val="5DCA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7" name="pg187"/>
            <p:cNvSpPr/>
            <p:nvPr/>
          </p:nvSpPr>
          <p:spPr>
            <a:xfrm>
              <a:off x="5473989" y="267921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DC9AC">
                <a:alpha val="100000"/>
              </a:srgbClr>
            </a:solidFill>
            <a:ln w="5420" cap="flat">
              <a:solidFill>
                <a:srgbClr val="5DC9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8" name="pg188"/>
            <p:cNvSpPr/>
            <p:nvPr/>
          </p:nvSpPr>
          <p:spPr>
            <a:xfrm>
              <a:off x="5485627" y="267921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DC9AC">
                <a:alpha val="100000"/>
              </a:srgbClr>
            </a:solidFill>
            <a:ln w="5420" cap="flat">
              <a:solidFill>
                <a:srgbClr val="5DC9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9" name="pg189"/>
            <p:cNvSpPr/>
            <p:nvPr/>
          </p:nvSpPr>
          <p:spPr>
            <a:xfrm>
              <a:off x="5369253" y="269351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FCDAC">
                <a:alpha val="100000"/>
              </a:srgbClr>
            </a:solidFill>
            <a:ln w="5420" cap="flat">
              <a:solidFill>
                <a:srgbClr val="5FCD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0" name="pg190"/>
            <p:cNvSpPr/>
            <p:nvPr/>
          </p:nvSpPr>
          <p:spPr>
            <a:xfrm>
              <a:off x="5380891" y="269351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FCDAC">
                <a:alpha val="100000"/>
              </a:srgbClr>
            </a:solidFill>
            <a:ln w="5420" cap="flat">
              <a:solidFill>
                <a:srgbClr val="5FCD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1" name="pg191"/>
            <p:cNvSpPr/>
            <p:nvPr/>
          </p:nvSpPr>
          <p:spPr>
            <a:xfrm>
              <a:off x="5392528" y="269351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FCCAC">
                <a:alpha val="100000"/>
              </a:srgbClr>
            </a:solidFill>
            <a:ln w="5420" cap="flat">
              <a:solidFill>
                <a:srgbClr val="5FCC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2" name="pg192"/>
            <p:cNvSpPr/>
            <p:nvPr/>
          </p:nvSpPr>
          <p:spPr>
            <a:xfrm>
              <a:off x="5404165" y="269351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FCCAC">
                <a:alpha val="100000"/>
              </a:srgbClr>
            </a:solidFill>
            <a:ln w="5420" cap="flat">
              <a:solidFill>
                <a:srgbClr val="5FCC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3" name="pg193"/>
            <p:cNvSpPr/>
            <p:nvPr/>
          </p:nvSpPr>
          <p:spPr>
            <a:xfrm>
              <a:off x="5415803" y="269351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ECCAC">
                <a:alpha val="100000"/>
              </a:srgbClr>
            </a:solidFill>
            <a:ln w="5420" cap="flat">
              <a:solidFill>
                <a:srgbClr val="5ECC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4" name="pg194"/>
            <p:cNvSpPr/>
            <p:nvPr/>
          </p:nvSpPr>
          <p:spPr>
            <a:xfrm>
              <a:off x="5427440" y="269351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ECBAC">
                <a:alpha val="100000"/>
              </a:srgbClr>
            </a:solidFill>
            <a:ln w="5420" cap="flat">
              <a:solidFill>
                <a:srgbClr val="5ECB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5" name="pg195"/>
            <p:cNvSpPr/>
            <p:nvPr/>
          </p:nvSpPr>
          <p:spPr>
            <a:xfrm>
              <a:off x="5439077" y="269351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ECBAC">
                <a:alpha val="100000"/>
              </a:srgbClr>
            </a:solidFill>
            <a:ln w="5420" cap="flat">
              <a:solidFill>
                <a:srgbClr val="5ECB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6" name="pg196"/>
            <p:cNvSpPr/>
            <p:nvPr/>
          </p:nvSpPr>
          <p:spPr>
            <a:xfrm>
              <a:off x="5450715" y="269351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ECAAC">
                <a:alpha val="100000"/>
              </a:srgbClr>
            </a:solidFill>
            <a:ln w="5420" cap="flat">
              <a:solidFill>
                <a:srgbClr val="5ECA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7" name="pg197"/>
            <p:cNvSpPr/>
            <p:nvPr/>
          </p:nvSpPr>
          <p:spPr>
            <a:xfrm>
              <a:off x="5462352" y="269351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DCAAC">
                <a:alpha val="100000"/>
              </a:srgbClr>
            </a:solidFill>
            <a:ln w="5420" cap="flat">
              <a:solidFill>
                <a:srgbClr val="5DCA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8" name="pg198"/>
            <p:cNvSpPr/>
            <p:nvPr/>
          </p:nvSpPr>
          <p:spPr>
            <a:xfrm>
              <a:off x="6311877" y="269351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6BEAB">
                <a:alpha val="100000"/>
              </a:srgbClr>
            </a:solidFill>
            <a:ln w="5420" cap="flat">
              <a:solidFill>
                <a:srgbClr val="56BE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9" name="pg199"/>
            <p:cNvSpPr/>
            <p:nvPr/>
          </p:nvSpPr>
          <p:spPr>
            <a:xfrm>
              <a:off x="5311067" y="270781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3CFAD">
                <a:alpha val="100000"/>
              </a:srgbClr>
            </a:solidFill>
            <a:ln w="5420" cap="flat">
              <a:solidFill>
                <a:srgbClr val="63CFA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0" name="pg200"/>
            <p:cNvSpPr/>
            <p:nvPr/>
          </p:nvSpPr>
          <p:spPr>
            <a:xfrm>
              <a:off x="5322704" y="270781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2CFAD">
                <a:alpha val="100000"/>
              </a:srgbClr>
            </a:solidFill>
            <a:ln w="5420" cap="flat">
              <a:solidFill>
                <a:srgbClr val="62CFA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1" name="pg201"/>
            <p:cNvSpPr/>
            <p:nvPr/>
          </p:nvSpPr>
          <p:spPr>
            <a:xfrm>
              <a:off x="5334341" y="270781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0CEAC">
                <a:alpha val="100000"/>
              </a:srgbClr>
            </a:solidFill>
            <a:ln w="5420" cap="flat">
              <a:solidFill>
                <a:srgbClr val="60CE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2" name="pg202"/>
            <p:cNvSpPr/>
            <p:nvPr/>
          </p:nvSpPr>
          <p:spPr>
            <a:xfrm>
              <a:off x="5345979" y="270781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0CEAC">
                <a:alpha val="100000"/>
              </a:srgbClr>
            </a:solidFill>
            <a:ln w="5420" cap="flat">
              <a:solidFill>
                <a:srgbClr val="60CE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3" name="pg203"/>
            <p:cNvSpPr/>
            <p:nvPr/>
          </p:nvSpPr>
          <p:spPr>
            <a:xfrm>
              <a:off x="5357616" y="270781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0CDAC">
                <a:alpha val="100000"/>
              </a:srgbClr>
            </a:solidFill>
            <a:ln w="5420" cap="flat">
              <a:solidFill>
                <a:srgbClr val="60CD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4" name="pg204"/>
            <p:cNvSpPr/>
            <p:nvPr/>
          </p:nvSpPr>
          <p:spPr>
            <a:xfrm>
              <a:off x="5369253" y="270781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FCDAC">
                <a:alpha val="100000"/>
              </a:srgbClr>
            </a:solidFill>
            <a:ln w="5420" cap="flat">
              <a:solidFill>
                <a:srgbClr val="5FCD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5" name="pg205"/>
            <p:cNvSpPr/>
            <p:nvPr/>
          </p:nvSpPr>
          <p:spPr>
            <a:xfrm>
              <a:off x="5380891" y="270781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FCDAC">
                <a:alpha val="100000"/>
              </a:srgbClr>
            </a:solidFill>
            <a:ln w="5420" cap="flat">
              <a:solidFill>
                <a:srgbClr val="5FCD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6" name="pg206"/>
            <p:cNvSpPr/>
            <p:nvPr/>
          </p:nvSpPr>
          <p:spPr>
            <a:xfrm>
              <a:off x="5392528" y="270781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FCCAC">
                <a:alpha val="100000"/>
              </a:srgbClr>
            </a:solidFill>
            <a:ln w="5420" cap="flat">
              <a:solidFill>
                <a:srgbClr val="5FCC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7" name="pg207"/>
            <p:cNvSpPr/>
            <p:nvPr/>
          </p:nvSpPr>
          <p:spPr>
            <a:xfrm>
              <a:off x="5404165" y="270781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FCCAC">
                <a:alpha val="100000"/>
              </a:srgbClr>
            </a:solidFill>
            <a:ln w="5420" cap="flat">
              <a:solidFill>
                <a:srgbClr val="5FCC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8" name="pg208"/>
            <p:cNvSpPr/>
            <p:nvPr/>
          </p:nvSpPr>
          <p:spPr>
            <a:xfrm>
              <a:off x="5415803" y="270781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ECCAC">
                <a:alpha val="100000"/>
              </a:srgbClr>
            </a:solidFill>
            <a:ln w="5420" cap="flat">
              <a:solidFill>
                <a:srgbClr val="5ECC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9" name="pg209"/>
            <p:cNvSpPr/>
            <p:nvPr/>
          </p:nvSpPr>
          <p:spPr>
            <a:xfrm>
              <a:off x="5427440" y="270781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ECBAC">
                <a:alpha val="100000"/>
              </a:srgbClr>
            </a:solidFill>
            <a:ln w="5420" cap="flat">
              <a:solidFill>
                <a:srgbClr val="5ECB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0" name="pg210"/>
            <p:cNvSpPr/>
            <p:nvPr/>
          </p:nvSpPr>
          <p:spPr>
            <a:xfrm>
              <a:off x="5439077" y="270781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ECBAC">
                <a:alpha val="100000"/>
              </a:srgbClr>
            </a:solidFill>
            <a:ln w="5420" cap="flat">
              <a:solidFill>
                <a:srgbClr val="5ECB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1" name="pg211"/>
            <p:cNvSpPr/>
            <p:nvPr/>
          </p:nvSpPr>
          <p:spPr>
            <a:xfrm>
              <a:off x="5450715" y="270781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ECAAC">
                <a:alpha val="100000"/>
              </a:srgbClr>
            </a:solidFill>
            <a:ln w="5420" cap="flat">
              <a:solidFill>
                <a:srgbClr val="5ECA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2" name="pg212"/>
            <p:cNvSpPr/>
            <p:nvPr/>
          </p:nvSpPr>
          <p:spPr>
            <a:xfrm>
              <a:off x="6276965" y="270781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5BDAB">
                <a:alpha val="100000"/>
              </a:srgbClr>
            </a:solidFill>
            <a:ln w="5420" cap="flat">
              <a:solidFill>
                <a:srgbClr val="55BD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3" name="pg213"/>
            <p:cNvSpPr/>
            <p:nvPr/>
          </p:nvSpPr>
          <p:spPr>
            <a:xfrm>
              <a:off x="6288602" y="270781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5BEAB">
                <a:alpha val="100000"/>
              </a:srgbClr>
            </a:solidFill>
            <a:ln w="5420" cap="flat">
              <a:solidFill>
                <a:srgbClr val="55BE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4" name="pg214"/>
            <p:cNvSpPr/>
            <p:nvPr/>
          </p:nvSpPr>
          <p:spPr>
            <a:xfrm>
              <a:off x="6300240" y="270781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5BEAB">
                <a:alpha val="100000"/>
              </a:srgbClr>
            </a:solidFill>
            <a:ln w="5420" cap="flat">
              <a:solidFill>
                <a:srgbClr val="55BE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5" name="pg215"/>
            <p:cNvSpPr/>
            <p:nvPr/>
          </p:nvSpPr>
          <p:spPr>
            <a:xfrm>
              <a:off x="6311877" y="270781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5BEAB">
                <a:alpha val="100000"/>
              </a:srgbClr>
            </a:solidFill>
            <a:ln w="5420" cap="flat">
              <a:solidFill>
                <a:srgbClr val="55BE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6" name="pg216"/>
            <p:cNvSpPr/>
            <p:nvPr/>
          </p:nvSpPr>
          <p:spPr>
            <a:xfrm>
              <a:off x="6323514" y="270781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6BEAB">
                <a:alpha val="100000"/>
              </a:srgbClr>
            </a:solidFill>
            <a:ln w="5420" cap="flat">
              <a:solidFill>
                <a:srgbClr val="56BE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7" name="pg217"/>
            <p:cNvSpPr/>
            <p:nvPr/>
          </p:nvSpPr>
          <p:spPr>
            <a:xfrm>
              <a:off x="5299429" y="272211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4CFAD">
                <a:alpha val="100000"/>
              </a:srgbClr>
            </a:solidFill>
            <a:ln w="5420" cap="flat">
              <a:solidFill>
                <a:srgbClr val="64CFA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8" name="pg218"/>
            <p:cNvSpPr/>
            <p:nvPr/>
          </p:nvSpPr>
          <p:spPr>
            <a:xfrm>
              <a:off x="5311067" y="272211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3CFAD">
                <a:alpha val="100000"/>
              </a:srgbClr>
            </a:solidFill>
            <a:ln w="5420" cap="flat">
              <a:solidFill>
                <a:srgbClr val="63CFA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9" name="pg219"/>
            <p:cNvSpPr/>
            <p:nvPr/>
          </p:nvSpPr>
          <p:spPr>
            <a:xfrm>
              <a:off x="5322704" y="272211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2CFAD">
                <a:alpha val="100000"/>
              </a:srgbClr>
            </a:solidFill>
            <a:ln w="5420" cap="flat">
              <a:solidFill>
                <a:srgbClr val="62CFA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0" name="pg220"/>
            <p:cNvSpPr/>
            <p:nvPr/>
          </p:nvSpPr>
          <p:spPr>
            <a:xfrm>
              <a:off x="5334341" y="272211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0CEAC">
                <a:alpha val="100000"/>
              </a:srgbClr>
            </a:solidFill>
            <a:ln w="5420" cap="flat">
              <a:solidFill>
                <a:srgbClr val="60CE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1" name="pg221"/>
            <p:cNvSpPr/>
            <p:nvPr/>
          </p:nvSpPr>
          <p:spPr>
            <a:xfrm>
              <a:off x="5345979" y="272211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0CEAC">
                <a:alpha val="100000"/>
              </a:srgbClr>
            </a:solidFill>
            <a:ln w="5420" cap="flat">
              <a:solidFill>
                <a:srgbClr val="60CE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2" name="pg222"/>
            <p:cNvSpPr/>
            <p:nvPr/>
          </p:nvSpPr>
          <p:spPr>
            <a:xfrm>
              <a:off x="5357616" y="272211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0CDAC">
                <a:alpha val="100000"/>
              </a:srgbClr>
            </a:solidFill>
            <a:ln w="5420" cap="flat">
              <a:solidFill>
                <a:srgbClr val="60CD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3" name="pg223"/>
            <p:cNvSpPr/>
            <p:nvPr/>
          </p:nvSpPr>
          <p:spPr>
            <a:xfrm>
              <a:off x="5369253" y="272211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FCDAC">
                <a:alpha val="100000"/>
              </a:srgbClr>
            </a:solidFill>
            <a:ln w="5420" cap="flat">
              <a:solidFill>
                <a:srgbClr val="5FCD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4" name="pg224"/>
            <p:cNvSpPr/>
            <p:nvPr/>
          </p:nvSpPr>
          <p:spPr>
            <a:xfrm>
              <a:off x="5380891" y="272211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FCDAC">
                <a:alpha val="100000"/>
              </a:srgbClr>
            </a:solidFill>
            <a:ln w="5420" cap="flat">
              <a:solidFill>
                <a:srgbClr val="5FCD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5" name="pg225"/>
            <p:cNvSpPr/>
            <p:nvPr/>
          </p:nvSpPr>
          <p:spPr>
            <a:xfrm>
              <a:off x="5392528" y="272211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FCCAC">
                <a:alpha val="100000"/>
              </a:srgbClr>
            </a:solidFill>
            <a:ln w="5420" cap="flat">
              <a:solidFill>
                <a:srgbClr val="5FCC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6" name="pg226"/>
            <p:cNvSpPr/>
            <p:nvPr/>
          </p:nvSpPr>
          <p:spPr>
            <a:xfrm>
              <a:off x="5404165" y="272211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FCCAC">
                <a:alpha val="100000"/>
              </a:srgbClr>
            </a:solidFill>
            <a:ln w="5420" cap="flat">
              <a:solidFill>
                <a:srgbClr val="5FCC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7" name="pg227"/>
            <p:cNvSpPr/>
            <p:nvPr/>
          </p:nvSpPr>
          <p:spPr>
            <a:xfrm>
              <a:off x="5415803" y="272211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ECCAC">
                <a:alpha val="100000"/>
              </a:srgbClr>
            </a:solidFill>
            <a:ln w="5420" cap="flat">
              <a:solidFill>
                <a:srgbClr val="5ECC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8" name="pg228"/>
            <p:cNvSpPr/>
            <p:nvPr/>
          </p:nvSpPr>
          <p:spPr>
            <a:xfrm>
              <a:off x="5427440" y="272211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ECBAC">
                <a:alpha val="100000"/>
              </a:srgbClr>
            </a:solidFill>
            <a:ln w="5420" cap="flat">
              <a:solidFill>
                <a:srgbClr val="5ECB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9" name="pg229"/>
            <p:cNvSpPr/>
            <p:nvPr/>
          </p:nvSpPr>
          <p:spPr>
            <a:xfrm>
              <a:off x="5439077" y="272211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ECBAC">
                <a:alpha val="100000"/>
              </a:srgbClr>
            </a:solidFill>
            <a:ln w="5420" cap="flat">
              <a:solidFill>
                <a:srgbClr val="5ECB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0" name="pg230"/>
            <p:cNvSpPr/>
            <p:nvPr/>
          </p:nvSpPr>
          <p:spPr>
            <a:xfrm>
              <a:off x="6183866" y="272211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4BCAB">
                <a:alpha val="100000"/>
              </a:srgbClr>
            </a:solidFill>
            <a:ln w="5420" cap="flat">
              <a:solidFill>
                <a:srgbClr val="54BC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1" name="pg231"/>
            <p:cNvSpPr/>
            <p:nvPr/>
          </p:nvSpPr>
          <p:spPr>
            <a:xfrm>
              <a:off x="6195504" y="272211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4BCAB">
                <a:alpha val="100000"/>
              </a:srgbClr>
            </a:solidFill>
            <a:ln w="5420" cap="flat">
              <a:solidFill>
                <a:srgbClr val="54BC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2" name="pg232"/>
            <p:cNvSpPr/>
            <p:nvPr/>
          </p:nvSpPr>
          <p:spPr>
            <a:xfrm>
              <a:off x="6207141" y="272211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4BCAB">
                <a:alpha val="100000"/>
              </a:srgbClr>
            </a:solidFill>
            <a:ln w="5420" cap="flat">
              <a:solidFill>
                <a:srgbClr val="54BC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3" name="pg233"/>
            <p:cNvSpPr/>
            <p:nvPr/>
          </p:nvSpPr>
          <p:spPr>
            <a:xfrm>
              <a:off x="6218778" y="272211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4BCAB">
                <a:alpha val="100000"/>
              </a:srgbClr>
            </a:solidFill>
            <a:ln w="5420" cap="flat">
              <a:solidFill>
                <a:srgbClr val="54BC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4" name="pg234"/>
            <p:cNvSpPr/>
            <p:nvPr/>
          </p:nvSpPr>
          <p:spPr>
            <a:xfrm>
              <a:off x="6253690" y="272211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4BCAB">
                <a:alpha val="100000"/>
              </a:srgbClr>
            </a:solidFill>
            <a:ln w="5420" cap="flat">
              <a:solidFill>
                <a:srgbClr val="54BC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5" name="pg235"/>
            <p:cNvSpPr/>
            <p:nvPr/>
          </p:nvSpPr>
          <p:spPr>
            <a:xfrm>
              <a:off x="6265328" y="272211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5BDAB">
                <a:alpha val="100000"/>
              </a:srgbClr>
            </a:solidFill>
            <a:ln w="5420" cap="flat">
              <a:solidFill>
                <a:srgbClr val="55BD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6" name="pg236"/>
            <p:cNvSpPr/>
            <p:nvPr/>
          </p:nvSpPr>
          <p:spPr>
            <a:xfrm>
              <a:off x="6276965" y="272211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5BDAB">
                <a:alpha val="100000"/>
              </a:srgbClr>
            </a:solidFill>
            <a:ln w="5420" cap="flat">
              <a:solidFill>
                <a:srgbClr val="55BD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7" name="pg237"/>
            <p:cNvSpPr/>
            <p:nvPr/>
          </p:nvSpPr>
          <p:spPr>
            <a:xfrm>
              <a:off x="6288602" y="272211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5BDAB">
                <a:alpha val="100000"/>
              </a:srgbClr>
            </a:solidFill>
            <a:ln w="5420" cap="flat">
              <a:solidFill>
                <a:srgbClr val="55BD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8" name="pg238"/>
            <p:cNvSpPr/>
            <p:nvPr/>
          </p:nvSpPr>
          <p:spPr>
            <a:xfrm>
              <a:off x="6300240" y="272211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5BDAB">
                <a:alpha val="100000"/>
              </a:srgbClr>
            </a:solidFill>
            <a:ln w="5420" cap="flat">
              <a:solidFill>
                <a:srgbClr val="55BD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9" name="pg239"/>
            <p:cNvSpPr/>
            <p:nvPr/>
          </p:nvSpPr>
          <p:spPr>
            <a:xfrm>
              <a:off x="6311877" y="272211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5BDAB">
                <a:alpha val="100000"/>
              </a:srgbClr>
            </a:solidFill>
            <a:ln w="5420" cap="flat">
              <a:solidFill>
                <a:srgbClr val="55BD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0" name="pg240"/>
            <p:cNvSpPr/>
            <p:nvPr/>
          </p:nvSpPr>
          <p:spPr>
            <a:xfrm>
              <a:off x="6323514" y="272211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5BEAB">
                <a:alpha val="100000"/>
              </a:srgbClr>
            </a:solidFill>
            <a:ln w="5420" cap="flat">
              <a:solidFill>
                <a:srgbClr val="55BE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1" name="pg241"/>
            <p:cNvSpPr/>
            <p:nvPr/>
          </p:nvSpPr>
          <p:spPr>
            <a:xfrm>
              <a:off x="6335152" y="272211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5BEAB">
                <a:alpha val="100000"/>
              </a:srgbClr>
            </a:solidFill>
            <a:ln w="5420" cap="flat">
              <a:solidFill>
                <a:srgbClr val="55BE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2" name="pg242"/>
            <p:cNvSpPr/>
            <p:nvPr/>
          </p:nvSpPr>
          <p:spPr>
            <a:xfrm>
              <a:off x="5299429" y="273641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4CFAD">
                <a:alpha val="100000"/>
              </a:srgbClr>
            </a:solidFill>
            <a:ln w="5420" cap="flat">
              <a:solidFill>
                <a:srgbClr val="64CFA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3" name="pg243"/>
            <p:cNvSpPr/>
            <p:nvPr/>
          </p:nvSpPr>
          <p:spPr>
            <a:xfrm>
              <a:off x="5311067" y="273641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3CFAD">
                <a:alpha val="100000"/>
              </a:srgbClr>
            </a:solidFill>
            <a:ln w="5420" cap="flat">
              <a:solidFill>
                <a:srgbClr val="63CFA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4" name="pg244"/>
            <p:cNvSpPr/>
            <p:nvPr/>
          </p:nvSpPr>
          <p:spPr>
            <a:xfrm>
              <a:off x="5322704" y="273641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2CFAD">
                <a:alpha val="100000"/>
              </a:srgbClr>
            </a:solidFill>
            <a:ln w="5420" cap="flat">
              <a:solidFill>
                <a:srgbClr val="62CFA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5" name="pg245"/>
            <p:cNvSpPr/>
            <p:nvPr/>
          </p:nvSpPr>
          <p:spPr>
            <a:xfrm>
              <a:off x="5334341" y="273641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0CEAC">
                <a:alpha val="100000"/>
              </a:srgbClr>
            </a:solidFill>
            <a:ln w="5420" cap="flat">
              <a:solidFill>
                <a:srgbClr val="60CE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6" name="pg246"/>
            <p:cNvSpPr/>
            <p:nvPr/>
          </p:nvSpPr>
          <p:spPr>
            <a:xfrm>
              <a:off x="5345979" y="273641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0CEAC">
                <a:alpha val="100000"/>
              </a:srgbClr>
            </a:solidFill>
            <a:ln w="5420" cap="flat">
              <a:solidFill>
                <a:srgbClr val="60CE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7" name="pg247"/>
            <p:cNvSpPr/>
            <p:nvPr/>
          </p:nvSpPr>
          <p:spPr>
            <a:xfrm>
              <a:off x="5357616" y="273641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0CDAC">
                <a:alpha val="100000"/>
              </a:srgbClr>
            </a:solidFill>
            <a:ln w="5420" cap="flat">
              <a:solidFill>
                <a:srgbClr val="60CD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8" name="pg248"/>
            <p:cNvSpPr/>
            <p:nvPr/>
          </p:nvSpPr>
          <p:spPr>
            <a:xfrm>
              <a:off x="5369253" y="273641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FCDAC">
                <a:alpha val="100000"/>
              </a:srgbClr>
            </a:solidFill>
            <a:ln w="5420" cap="flat">
              <a:solidFill>
                <a:srgbClr val="5FCD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9" name="pg249"/>
            <p:cNvSpPr/>
            <p:nvPr/>
          </p:nvSpPr>
          <p:spPr>
            <a:xfrm>
              <a:off x="5380891" y="273641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FCDAC">
                <a:alpha val="100000"/>
              </a:srgbClr>
            </a:solidFill>
            <a:ln w="5420" cap="flat">
              <a:solidFill>
                <a:srgbClr val="5FCD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0" name="pg250"/>
            <p:cNvSpPr/>
            <p:nvPr/>
          </p:nvSpPr>
          <p:spPr>
            <a:xfrm>
              <a:off x="5392528" y="273641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FCCAC">
                <a:alpha val="100000"/>
              </a:srgbClr>
            </a:solidFill>
            <a:ln w="5420" cap="flat">
              <a:solidFill>
                <a:srgbClr val="5FCC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1" name="pg251"/>
            <p:cNvSpPr/>
            <p:nvPr/>
          </p:nvSpPr>
          <p:spPr>
            <a:xfrm>
              <a:off x="5404165" y="273641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FCCAC">
                <a:alpha val="100000"/>
              </a:srgbClr>
            </a:solidFill>
            <a:ln w="5420" cap="flat">
              <a:solidFill>
                <a:srgbClr val="5FCC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2" name="pg252"/>
            <p:cNvSpPr/>
            <p:nvPr/>
          </p:nvSpPr>
          <p:spPr>
            <a:xfrm>
              <a:off x="5415803" y="273641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ECBAC">
                <a:alpha val="100000"/>
              </a:srgbClr>
            </a:solidFill>
            <a:ln w="5420" cap="flat">
              <a:solidFill>
                <a:srgbClr val="5ECB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3" name="pg253"/>
            <p:cNvSpPr/>
            <p:nvPr/>
          </p:nvSpPr>
          <p:spPr>
            <a:xfrm>
              <a:off x="5427440" y="273641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ECBAC">
                <a:alpha val="100000"/>
              </a:srgbClr>
            </a:solidFill>
            <a:ln w="5420" cap="flat">
              <a:solidFill>
                <a:srgbClr val="5ECB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4" name="pg254"/>
            <p:cNvSpPr/>
            <p:nvPr/>
          </p:nvSpPr>
          <p:spPr>
            <a:xfrm>
              <a:off x="6172229" y="273641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4BBAB">
                <a:alpha val="100000"/>
              </a:srgbClr>
            </a:solidFill>
            <a:ln w="5420" cap="flat">
              <a:solidFill>
                <a:srgbClr val="54BB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5" name="pg255"/>
            <p:cNvSpPr/>
            <p:nvPr/>
          </p:nvSpPr>
          <p:spPr>
            <a:xfrm>
              <a:off x="6183866" y="273641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4BBAB">
                <a:alpha val="100000"/>
              </a:srgbClr>
            </a:solidFill>
            <a:ln w="5420" cap="flat">
              <a:solidFill>
                <a:srgbClr val="54BB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6" name="pg256"/>
            <p:cNvSpPr/>
            <p:nvPr/>
          </p:nvSpPr>
          <p:spPr>
            <a:xfrm>
              <a:off x="6195504" y="273641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4BBAB">
                <a:alpha val="100000"/>
              </a:srgbClr>
            </a:solidFill>
            <a:ln w="5420" cap="flat">
              <a:solidFill>
                <a:srgbClr val="54BB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7" name="pg257"/>
            <p:cNvSpPr/>
            <p:nvPr/>
          </p:nvSpPr>
          <p:spPr>
            <a:xfrm>
              <a:off x="6207141" y="273641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4BBAB">
                <a:alpha val="100000"/>
              </a:srgbClr>
            </a:solidFill>
            <a:ln w="5420" cap="flat">
              <a:solidFill>
                <a:srgbClr val="54BB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8" name="pg258"/>
            <p:cNvSpPr/>
            <p:nvPr/>
          </p:nvSpPr>
          <p:spPr>
            <a:xfrm>
              <a:off x="6218778" y="273641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4BCAB">
                <a:alpha val="100000"/>
              </a:srgbClr>
            </a:solidFill>
            <a:ln w="5420" cap="flat">
              <a:solidFill>
                <a:srgbClr val="54BC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9" name="pg259"/>
            <p:cNvSpPr/>
            <p:nvPr/>
          </p:nvSpPr>
          <p:spPr>
            <a:xfrm>
              <a:off x="6230416" y="273641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4BCAB">
                <a:alpha val="100000"/>
              </a:srgbClr>
            </a:solidFill>
            <a:ln w="5420" cap="flat">
              <a:solidFill>
                <a:srgbClr val="54BC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0" name="pg260"/>
            <p:cNvSpPr/>
            <p:nvPr/>
          </p:nvSpPr>
          <p:spPr>
            <a:xfrm>
              <a:off x="6242053" y="273641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4BCAB">
                <a:alpha val="100000"/>
              </a:srgbClr>
            </a:solidFill>
            <a:ln w="5420" cap="flat">
              <a:solidFill>
                <a:srgbClr val="54BC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1" name="pg261"/>
            <p:cNvSpPr/>
            <p:nvPr/>
          </p:nvSpPr>
          <p:spPr>
            <a:xfrm>
              <a:off x="6253690" y="273641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4BCAB">
                <a:alpha val="100000"/>
              </a:srgbClr>
            </a:solidFill>
            <a:ln w="5420" cap="flat">
              <a:solidFill>
                <a:srgbClr val="54BC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2" name="pg262"/>
            <p:cNvSpPr/>
            <p:nvPr/>
          </p:nvSpPr>
          <p:spPr>
            <a:xfrm>
              <a:off x="6265328" y="273641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4BCAB">
                <a:alpha val="100000"/>
              </a:srgbClr>
            </a:solidFill>
            <a:ln w="5420" cap="flat">
              <a:solidFill>
                <a:srgbClr val="54BC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3" name="pg263"/>
            <p:cNvSpPr/>
            <p:nvPr/>
          </p:nvSpPr>
          <p:spPr>
            <a:xfrm>
              <a:off x="6276965" y="273641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4BCAB">
                <a:alpha val="100000"/>
              </a:srgbClr>
            </a:solidFill>
            <a:ln w="5420" cap="flat">
              <a:solidFill>
                <a:srgbClr val="54BC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4" name="pg264"/>
            <p:cNvSpPr/>
            <p:nvPr/>
          </p:nvSpPr>
          <p:spPr>
            <a:xfrm>
              <a:off x="6288602" y="273641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4BCAB">
                <a:alpha val="100000"/>
              </a:srgbClr>
            </a:solidFill>
            <a:ln w="5420" cap="flat">
              <a:solidFill>
                <a:srgbClr val="54BC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5" name="pg265"/>
            <p:cNvSpPr/>
            <p:nvPr/>
          </p:nvSpPr>
          <p:spPr>
            <a:xfrm>
              <a:off x="6300240" y="273641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5BDAB">
                <a:alpha val="100000"/>
              </a:srgbClr>
            </a:solidFill>
            <a:ln w="5420" cap="flat">
              <a:solidFill>
                <a:srgbClr val="55BD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6" name="pg266"/>
            <p:cNvSpPr/>
            <p:nvPr/>
          </p:nvSpPr>
          <p:spPr>
            <a:xfrm>
              <a:off x="6311877" y="273641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5BDAB">
                <a:alpha val="100000"/>
              </a:srgbClr>
            </a:solidFill>
            <a:ln w="5420" cap="flat">
              <a:solidFill>
                <a:srgbClr val="55BD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7" name="pg267"/>
            <p:cNvSpPr/>
            <p:nvPr/>
          </p:nvSpPr>
          <p:spPr>
            <a:xfrm>
              <a:off x="6323514" y="273641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5BDAB">
                <a:alpha val="100000"/>
              </a:srgbClr>
            </a:solidFill>
            <a:ln w="5420" cap="flat">
              <a:solidFill>
                <a:srgbClr val="55BD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8" name="pg268"/>
            <p:cNvSpPr/>
            <p:nvPr/>
          </p:nvSpPr>
          <p:spPr>
            <a:xfrm>
              <a:off x="5299429" y="275071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4CFAD">
                <a:alpha val="100000"/>
              </a:srgbClr>
            </a:solidFill>
            <a:ln w="5420" cap="flat">
              <a:solidFill>
                <a:srgbClr val="64CFA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9" name="pg269"/>
            <p:cNvSpPr/>
            <p:nvPr/>
          </p:nvSpPr>
          <p:spPr>
            <a:xfrm>
              <a:off x="5311067" y="275071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3CFAD">
                <a:alpha val="100000"/>
              </a:srgbClr>
            </a:solidFill>
            <a:ln w="5420" cap="flat">
              <a:solidFill>
                <a:srgbClr val="63CFA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0" name="pg270"/>
            <p:cNvSpPr/>
            <p:nvPr/>
          </p:nvSpPr>
          <p:spPr>
            <a:xfrm>
              <a:off x="5322704" y="275071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2CFAD">
                <a:alpha val="100000"/>
              </a:srgbClr>
            </a:solidFill>
            <a:ln w="5420" cap="flat">
              <a:solidFill>
                <a:srgbClr val="62CFA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1" name="pg271"/>
            <p:cNvSpPr/>
            <p:nvPr/>
          </p:nvSpPr>
          <p:spPr>
            <a:xfrm>
              <a:off x="5334341" y="275071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0CEAC">
                <a:alpha val="100000"/>
              </a:srgbClr>
            </a:solidFill>
            <a:ln w="5420" cap="flat">
              <a:solidFill>
                <a:srgbClr val="60CE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2" name="pg272"/>
            <p:cNvSpPr/>
            <p:nvPr/>
          </p:nvSpPr>
          <p:spPr>
            <a:xfrm>
              <a:off x="5345979" y="275071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0CEAC">
                <a:alpha val="100000"/>
              </a:srgbClr>
            </a:solidFill>
            <a:ln w="5420" cap="flat">
              <a:solidFill>
                <a:srgbClr val="60CE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3" name="pg273"/>
            <p:cNvSpPr/>
            <p:nvPr/>
          </p:nvSpPr>
          <p:spPr>
            <a:xfrm>
              <a:off x="5357616" y="275071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0CDAC">
                <a:alpha val="100000"/>
              </a:srgbClr>
            </a:solidFill>
            <a:ln w="5420" cap="flat">
              <a:solidFill>
                <a:srgbClr val="60CD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4" name="pg274"/>
            <p:cNvSpPr/>
            <p:nvPr/>
          </p:nvSpPr>
          <p:spPr>
            <a:xfrm>
              <a:off x="5369253" y="275071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FCDAC">
                <a:alpha val="100000"/>
              </a:srgbClr>
            </a:solidFill>
            <a:ln w="5420" cap="flat">
              <a:solidFill>
                <a:srgbClr val="5FCD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5" name="pg275"/>
            <p:cNvSpPr/>
            <p:nvPr/>
          </p:nvSpPr>
          <p:spPr>
            <a:xfrm>
              <a:off x="5380891" y="275071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FCDAC">
                <a:alpha val="100000"/>
              </a:srgbClr>
            </a:solidFill>
            <a:ln w="5420" cap="flat">
              <a:solidFill>
                <a:srgbClr val="5FCD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6" name="pg276"/>
            <p:cNvSpPr/>
            <p:nvPr/>
          </p:nvSpPr>
          <p:spPr>
            <a:xfrm>
              <a:off x="5392528" y="275071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FCCAC">
                <a:alpha val="100000"/>
              </a:srgbClr>
            </a:solidFill>
            <a:ln w="5420" cap="flat">
              <a:solidFill>
                <a:srgbClr val="5FCC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7" name="pg277"/>
            <p:cNvSpPr/>
            <p:nvPr/>
          </p:nvSpPr>
          <p:spPr>
            <a:xfrm>
              <a:off x="5404165" y="275071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FCCAC">
                <a:alpha val="100000"/>
              </a:srgbClr>
            </a:solidFill>
            <a:ln w="5420" cap="flat">
              <a:solidFill>
                <a:srgbClr val="5FCC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8" name="pg278"/>
            <p:cNvSpPr/>
            <p:nvPr/>
          </p:nvSpPr>
          <p:spPr>
            <a:xfrm>
              <a:off x="5415803" y="275071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ECBAC">
                <a:alpha val="100000"/>
              </a:srgbClr>
            </a:solidFill>
            <a:ln w="5420" cap="flat">
              <a:solidFill>
                <a:srgbClr val="5ECB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9" name="pg279"/>
            <p:cNvSpPr/>
            <p:nvPr/>
          </p:nvSpPr>
          <p:spPr>
            <a:xfrm>
              <a:off x="5427440" y="275071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ECBAC">
                <a:alpha val="100000"/>
              </a:srgbClr>
            </a:solidFill>
            <a:ln w="5420" cap="flat">
              <a:solidFill>
                <a:srgbClr val="5ECB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0" name="pg280"/>
            <p:cNvSpPr/>
            <p:nvPr/>
          </p:nvSpPr>
          <p:spPr>
            <a:xfrm>
              <a:off x="6079130" y="275071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3BAAB">
                <a:alpha val="100000"/>
              </a:srgbClr>
            </a:solidFill>
            <a:ln w="5420" cap="flat">
              <a:solidFill>
                <a:srgbClr val="53BA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1" name="pg281"/>
            <p:cNvSpPr/>
            <p:nvPr/>
          </p:nvSpPr>
          <p:spPr>
            <a:xfrm>
              <a:off x="6090768" y="275071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3BAAB">
                <a:alpha val="100000"/>
              </a:srgbClr>
            </a:solidFill>
            <a:ln w="5420" cap="flat">
              <a:solidFill>
                <a:srgbClr val="53BA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2" name="pg282"/>
            <p:cNvSpPr/>
            <p:nvPr/>
          </p:nvSpPr>
          <p:spPr>
            <a:xfrm>
              <a:off x="6102405" y="275071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3BAAB">
                <a:alpha val="100000"/>
              </a:srgbClr>
            </a:solidFill>
            <a:ln w="5420" cap="flat">
              <a:solidFill>
                <a:srgbClr val="53BA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3" name="pg283"/>
            <p:cNvSpPr/>
            <p:nvPr/>
          </p:nvSpPr>
          <p:spPr>
            <a:xfrm>
              <a:off x="6114042" y="275071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3BAAB">
                <a:alpha val="100000"/>
              </a:srgbClr>
            </a:solidFill>
            <a:ln w="5420" cap="flat">
              <a:solidFill>
                <a:srgbClr val="53BA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4" name="pg284"/>
            <p:cNvSpPr/>
            <p:nvPr/>
          </p:nvSpPr>
          <p:spPr>
            <a:xfrm>
              <a:off x="6148954" y="275071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3BBAB">
                <a:alpha val="100000"/>
              </a:srgbClr>
            </a:solidFill>
            <a:ln w="5420" cap="flat">
              <a:solidFill>
                <a:srgbClr val="53BB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5" name="pg285"/>
            <p:cNvSpPr/>
            <p:nvPr/>
          </p:nvSpPr>
          <p:spPr>
            <a:xfrm>
              <a:off x="6160592" y="275071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3BBAB">
                <a:alpha val="100000"/>
              </a:srgbClr>
            </a:solidFill>
            <a:ln w="5420" cap="flat">
              <a:solidFill>
                <a:srgbClr val="53BB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6" name="pg286"/>
            <p:cNvSpPr/>
            <p:nvPr/>
          </p:nvSpPr>
          <p:spPr>
            <a:xfrm>
              <a:off x="6172229" y="275071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3BBAB">
                <a:alpha val="100000"/>
              </a:srgbClr>
            </a:solidFill>
            <a:ln w="5420" cap="flat">
              <a:solidFill>
                <a:srgbClr val="53BB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7" name="pg287"/>
            <p:cNvSpPr/>
            <p:nvPr/>
          </p:nvSpPr>
          <p:spPr>
            <a:xfrm>
              <a:off x="6183866" y="275071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3BBAB">
                <a:alpha val="100000"/>
              </a:srgbClr>
            </a:solidFill>
            <a:ln w="5420" cap="flat">
              <a:solidFill>
                <a:srgbClr val="53BB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8" name="pg288"/>
            <p:cNvSpPr/>
            <p:nvPr/>
          </p:nvSpPr>
          <p:spPr>
            <a:xfrm>
              <a:off x="6195504" y="275071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3BBAB">
                <a:alpha val="100000"/>
              </a:srgbClr>
            </a:solidFill>
            <a:ln w="5420" cap="flat">
              <a:solidFill>
                <a:srgbClr val="53BB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9" name="pg289"/>
            <p:cNvSpPr/>
            <p:nvPr/>
          </p:nvSpPr>
          <p:spPr>
            <a:xfrm>
              <a:off x="6207141" y="275071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3BBAB">
                <a:alpha val="100000"/>
              </a:srgbClr>
            </a:solidFill>
            <a:ln w="5420" cap="flat">
              <a:solidFill>
                <a:srgbClr val="53BB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0" name="pg290"/>
            <p:cNvSpPr/>
            <p:nvPr/>
          </p:nvSpPr>
          <p:spPr>
            <a:xfrm>
              <a:off x="6218778" y="275071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3BBAB">
                <a:alpha val="100000"/>
              </a:srgbClr>
            </a:solidFill>
            <a:ln w="5420" cap="flat">
              <a:solidFill>
                <a:srgbClr val="53BB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1" name="pg291"/>
            <p:cNvSpPr/>
            <p:nvPr/>
          </p:nvSpPr>
          <p:spPr>
            <a:xfrm>
              <a:off x="6230416" y="275071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3BBAB">
                <a:alpha val="100000"/>
              </a:srgbClr>
            </a:solidFill>
            <a:ln w="5420" cap="flat">
              <a:solidFill>
                <a:srgbClr val="53BB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2" name="pg292"/>
            <p:cNvSpPr/>
            <p:nvPr/>
          </p:nvSpPr>
          <p:spPr>
            <a:xfrm>
              <a:off x="6242053" y="275071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3BBAB">
                <a:alpha val="100000"/>
              </a:srgbClr>
            </a:solidFill>
            <a:ln w="5420" cap="flat">
              <a:solidFill>
                <a:srgbClr val="53BB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3" name="pg293"/>
            <p:cNvSpPr/>
            <p:nvPr/>
          </p:nvSpPr>
          <p:spPr>
            <a:xfrm>
              <a:off x="6253690" y="275071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4BBAB">
                <a:alpha val="100000"/>
              </a:srgbClr>
            </a:solidFill>
            <a:ln w="5420" cap="flat">
              <a:solidFill>
                <a:srgbClr val="54BB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4" name="pg294"/>
            <p:cNvSpPr/>
            <p:nvPr/>
          </p:nvSpPr>
          <p:spPr>
            <a:xfrm>
              <a:off x="6265328" y="275071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4BCAB">
                <a:alpha val="100000"/>
              </a:srgbClr>
            </a:solidFill>
            <a:ln w="5420" cap="flat">
              <a:solidFill>
                <a:srgbClr val="54BC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5" name="pg295"/>
            <p:cNvSpPr/>
            <p:nvPr/>
          </p:nvSpPr>
          <p:spPr>
            <a:xfrm>
              <a:off x="6276965" y="275071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4BCAB">
                <a:alpha val="100000"/>
              </a:srgbClr>
            </a:solidFill>
            <a:ln w="5420" cap="flat">
              <a:solidFill>
                <a:srgbClr val="54BC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6" name="pg296"/>
            <p:cNvSpPr/>
            <p:nvPr/>
          </p:nvSpPr>
          <p:spPr>
            <a:xfrm>
              <a:off x="6288602" y="275071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4BCAB">
                <a:alpha val="100000"/>
              </a:srgbClr>
            </a:solidFill>
            <a:ln w="5420" cap="flat">
              <a:solidFill>
                <a:srgbClr val="54BC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7" name="pg297"/>
            <p:cNvSpPr/>
            <p:nvPr/>
          </p:nvSpPr>
          <p:spPr>
            <a:xfrm>
              <a:off x="6300240" y="275071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4BCAB">
                <a:alpha val="100000"/>
              </a:srgbClr>
            </a:solidFill>
            <a:ln w="5420" cap="flat">
              <a:solidFill>
                <a:srgbClr val="54BC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8" name="pg298"/>
            <p:cNvSpPr/>
            <p:nvPr/>
          </p:nvSpPr>
          <p:spPr>
            <a:xfrm>
              <a:off x="6311877" y="275071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4BCAB">
                <a:alpha val="100000"/>
              </a:srgbClr>
            </a:solidFill>
            <a:ln w="5420" cap="flat">
              <a:solidFill>
                <a:srgbClr val="54BC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9" name="pg299"/>
            <p:cNvSpPr/>
            <p:nvPr/>
          </p:nvSpPr>
          <p:spPr>
            <a:xfrm>
              <a:off x="6323514" y="275071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4BDAB">
                <a:alpha val="100000"/>
              </a:srgbClr>
            </a:solidFill>
            <a:ln w="5420" cap="flat">
              <a:solidFill>
                <a:srgbClr val="54BD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0" name="pg300"/>
            <p:cNvSpPr/>
            <p:nvPr/>
          </p:nvSpPr>
          <p:spPr>
            <a:xfrm>
              <a:off x="5287792" y="276501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5CFAE">
                <a:alpha val="100000"/>
              </a:srgbClr>
            </a:solidFill>
            <a:ln w="5420" cap="flat">
              <a:solidFill>
                <a:srgbClr val="65CFA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1" name="pg301"/>
            <p:cNvSpPr/>
            <p:nvPr/>
          </p:nvSpPr>
          <p:spPr>
            <a:xfrm>
              <a:off x="5299429" y="276501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4CFAE">
                <a:alpha val="100000"/>
              </a:srgbClr>
            </a:solidFill>
            <a:ln w="5420" cap="flat">
              <a:solidFill>
                <a:srgbClr val="64CFA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2" name="pg302"/>
            <p:cNvSpPr/>
            <p:nvPr/>
          </p:nvSpPr>
          <p:spPr>
            <a:xfrm>
              <a:off x="5311067" y="276501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3CFAD">
                <a:alpha val="100000"/>
              </a:srgbClr>
            </a:solidFill>
            <a:ln w="5420" cap="flat">
              <a:solidFill>
                <a:srgbClr val="63CFA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3" name="pg303"/>
            <p:cNvSpPr/>
            <p:nvPr/>
          </p:nvSpPr>
          <p:spPr>
            <a:xfrm>
              <a:off x="5322704" y="276501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2CFAD">
                <a:alpha val="100000"/>
              </a:srgbClr>
            </a:solidFill>
            <a:ln w="5420" cap="flat">
              <a:solidFill>
                <a:srgbClr val="62CFA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4" name="pg304"/>
            <p:cNvSpPr/>
            <p:nvPr/>
          </p:nvSpPr>
          <p:spPr>
            <a:xfrm>
              <a:off x="5334341" y="276501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0CEAC">
                <a:alpha val="100000"/>
              </a:srgbClr>
            </a:solidFill>
            <a:ln w="5420" cap="flat">
              <a:solidFill>
                <a:srgbClr val="60CE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5" name="pg305"/>
            <p:cNvSpPr/>
            <p:nvPr/>
          </p:nvSpPr>
          <p:spPr>
            <a:xfrm>
              <a:off x="5345979" y="276501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0CEAC">
                <a:alpha val="100000"/>
              </a:srgbClr>
            </a:solidFill>
            <a:ln w="5420" cap="flat">
              <a:solidFill>
                <a:srgbClr val="60CE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6" name="pg306"/>
            <p:cNvSpPr/>
            <p:nvPr/>
          </p:nvSpPr>
          <p:spPr>
            <a:xfrm>
              <a:off x="5357616" y="276501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0CDAC">
                <a:alpha val="100000"/>
              </a:srgbClr>
            </a:solidFill>
            <a:ln w="5420" cap="flat">
              <a:solidFill>
                <a:srgbClr val="60CD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7" name="pg307"/>
            <p:cNvSpPr/>
            <p:nvPr/>
          </p:nvSpPr>
          <p:spPr>
            <a:xfrm>
              <a:off x="5369253" y="276501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FCDAC">
                <a:alpha val="100000"/>
              </a:srgbClr>
            </a:solidFill>
            <a:ln w="5420" cap="flat">
              <a:solidFill>
                <a:srgbClr val="5FCD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8" name="pg308"/>
            <p:cNvSpPr/>
            <p:nvPr/>
          </p:nvSpPr>
          <p:spPr>
            <a:xfrm>
              <a:off x="5380891" y="276501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FCDAC">
                <a:alpha val="100000"/>
              </a:srgbClr>
            </a:solidFill>
            <a:ln w="5420" cap="flat">
              <a:solidFill>
                <a:srgbClr val="5FCD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9" name="pg309"/>
            <p:cNvSpPr/>
            <p:nvPr/>
          </p:nvSpPr>
          <p:spPr>
            <a:xfrm>
              <a:off x="5392528" y="276501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FCCAC">
                <a:alpha val="100000"/>
              </a:srgbClr>
            </a:solidFill>
            <a:ln w="5420" cap="flat">
              <a:solidFill>
                <a:srgbClr val="5FCC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0" name="pg310"/>
            <p:cNvSpPr/>
            <p:nvPr/>
          </p:nvSpPr>
          <p:spPr>
            <a:xfrm>
              <a:off x="5404165" y="276501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FCCAC">
                <a:alpha val="100000"/>
              </a:srgbClr>
            </a:solidFill>
            <a:ln w="5420" cap="flat">
              <a:solidFill>
                <a:srgbClr val="5FCC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1" name="pg311"/>
            <p:cNvSpPr/>
            <p:nvPr/>
          </p:nvSpPr>
          <p:spPr>
            <a:xfrm>
              <a:off x="5415803" y="276501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ECBAC">
                <a:alpha val="100000"/>
              </a:srgbClr>
            </a:solidFill>
            <a:ln w="5420" cap="flat">
              <a:solidFill>
                <a:srgbClr val="5ECB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2" name="pg312"/>
            <p:cNvSpPr/>
            <p:nvPr/>
          </p:nvSpPr>
          <p:spPr>
            <a:xfrm>
              <a:off x="6067493" y="276501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2BAAB">
                <a:alpha val="100000"/>
              </a:srgbClr>
            </a:solidFill>
            <a:ln w="5420" cap="flat">
              <a:solidFill>
                <a:srgbClr val="52BA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3" name="pg313"/>
            <p:cNvSpPr/>
            <p:nvPr/>
          </p:nvSpPr>
          <p:spPr>
            <a:xfrm>
              <a:off x="6079130" y="276501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3BAAB">
                <a:alpha val="100000"/>
              </a:srgbClr>
            </a:solidFill>
            <a:ln w="5420" cap="flat">
              <a:solidFill>
                <a:srgbClr val="53BA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4" name="pg314"/>
            <p:cNvSpPr/>
            <p:nvPr/>
          </p:nvSpPr>
          <p:spPr>
            <a:xfrm>
              <a:off x="6090768" y="276501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3BAAB">
                <a:alpha val="100000"/>
              </a:srgbClr>
            </a:solidFill>
            <a:ln w="5420" cap="flat">
              <a:solidFill>
                <a:srgbClr val="53BA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5" name="pg315"/>
            <p:cNvSpPr/>
            <p:nvPr/>
          </p:nvSpPr>
          <p:spPr>
            <a:xfrm>
              <a:off x="6102405" y="276501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3BAAB">
                <a:alpha val="100000"/>
              </a:srgbClr>
            </a:solidFill>
            <a:ln w="5420" cap="flat">
              <a:solidFill>
                <a:srgbClr val="53BA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6" name="pg316"/>
            <p:cNvSpPr/>
            <p:nvPr/>
          </p:nvSpPr>
          <p:spPr>
            <a:xfrm>
              <a:off x="6114042" y="276501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3BAAB">
                <a:alpha val="100000"/>
              </a:srgbClr>
            </a:solidFill>
            <a:ln w="5420" cap="flat">
              <a:solidFill>
                <a:srgbClr val="53BA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7" name="pg317"/>
            <p:cNvSpPr/>
            <p:nvPr/>
          </p:nvSpPr>
          <p:spPr>
            <a:xfrm>
              <a:off x="6125680" y="276501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3BAAB">
                <a:alpha val="100000"/>
              </a:srgbClr>
            </a:solidFill>
            <a:ln w="5420" cap="flat">
              <a:solidFill>
                <a:srgbClr val="53BA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8" name="pg318"/>
            <p:cNvSpPr/>
            <p:nvPr/>
          </p:nvSpPr>
          <p:spPr>
            <a:xfrm>
              <a:off x="6137317" y="276501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3BAAB">
                <a:alpha val="100000"/>
              </a:srgbClr>
            </a:solidFill>
            <a:ln w="5420" cap="flat">
              <a:solidFill>
                <a:srgbClr val="53BA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9" name="pg319"/>
            <p:cNvSpPr/>
            <p:nvPr/>
          </p:nvSpPr>
          <p:spPr>
            <a:xfrm>
              <a:off x="6148954" y="276501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3BAAB">
                <a:alpha val="100000"/>
              </a:srgbClr>
            </a:solidFill>
            <a:ln w="5420" cap="flat">
              <a:solidFill>
                <a:srgbClr val="53BA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0" name="pg320"/>
            <p:cNvSpPr/>
            <p:nvPr/>
          </p:nvSpPr>
          <p:spPr>
            <a:xfrm>
              <a:off x="6160592" y="276501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3BAAB">
                <a:alpha val="100000"/>
              </a:srgbClr>
            </a:solidFill>
            <a:ln w="5420" cap="flat">
              <a:solidFill>
                <a:srgbClr val="53BA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1" name="pg321"/>
            <p:cNvSpPr/>
            <p:nvPr/>
          </p:nvSpPr>
          <p:spPr>
            <a:xfrm>
              <a:off x="6172229" y="276501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3BAAB">
                <a:alpha val="100000"/>
              </a:srgbClr>
            </a:solidFill>
            <a:ln w="5420" cap="flat">
              <a:solidFill>
                <a:srgbClr val="53BA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2" name="pg322"/>
            <p:cNvSpPr/>
            <p:nvPr/>
          </p:nvSpPr>
          <p:spPr>
            <a:xfrm>
              <a:off x="6183866" y="276501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3BAAB">
                <a:alpha val="100000"/>
              </a:srgbClr>
            </a:solidFill>
            <a:ln w="5420" cap="flat">
              <a:solidFill>
                <a:srgbClr val="53BA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3" name="pg323"/>
            <p:cNvSpPr/>
            <p:nvPr/>
          </p:nvSpPr>
          <p:spPr>
            <a:xfrm>
              <a:off x="6195504" y="276501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3BAAB">
                <a:alpha val="100000"/>
              </a:srgbClr>
            </a:solidFill>
            <a:ln w="5420" cap="flat">
              <a:solidFill>
                <a:srgbClr val="53BA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4" name="pg324"/>
            <p:cNvSpPr/>
            <p:nvPr/>
          </p:nvSpPr>
          <p:spPr>
            <a:xfrm>
              <a:off x="6207141" y="276501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3BAAB">
                <a:alpha val="100000"/>
              </a:srgbClr>
            </a:solidFill>
            <a:ln w="5420" cap="flat">
              <a:solidFill>
                <a:srgbClr val="53BA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5" name="pg325"/>
            <p:cNvSpPr/>
            <p:nvPr/>
          </p:nvSpPr>
          <p:spPr>
            <a:xfrm>
              <a:off x="6218778" y="276501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3BAAB">
                <a:alpha val="100000"/>
              </a:srgbClr>
            </a:solidFill>
            <a:ln w="5420" cap="flat">
              <a:solidFill>
                <a:srgbClr val="53BA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6" name="pg326"/>
            <p:cNvSpPr/>
            <p:nvPr/>
          </p:nvSpPr>
          <p:spPr>
            <a:xfrm>
              <a:off x="6230416" y="276501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3BAAB">
                <a:alpha val="100000"/>
              </a:srgbClr>
            </a:solidFill>
            <a:ln w="5420" cap="flat">
              <a:solidFill>
                <a:srgbClr val="53BA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7" name="pg327"/>
            <p:cNvSpPr/>
            <p:nvPr/>
          </p:nvSpPr>
          <p:spPr>
            <a:xfrm>
              <a:off x="6242053" y="276501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3BAAB">
                <a:alpha val="100000"/>
              </a:srgbClr>
            </a:solidFill>
            <a:ln w="5420" cap="flat">
              <a:solidFill>
                <a:srgbClr val="53BA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8" name="pg328"/>
            <p:cNvSpPr/>
            <p:nvPr/>
          </p:nvSpPr>
          <p:spPr>
            <a:xfrm>
              <a:off x="6253690" y="276501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3BBAB">
                <a:alpha val="100000"/>
              </a:srgbClr>
            </a:solidFill>
            <a:ln w="5420" cap="flat">
              <a:solidFill>
                <a:srgbClr val="53BB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9" name="pg329"/>
            <p:cNvSpPr/>
            <p:nvPr/>
          </p:nvSpPr>
          <p:spPr>
            <a:xfrm>
              <a:off x="6265328" y="276501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3BBAB">
                <a:alpha val="100000"/>
              </a:srgbClr>
            </a:solidFill>
            <a:ln w="5420" cap="flat">
              <a:solidFill>
                <a:srgbClr val="53BB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0" name="pg330"/>
            <p:cNvSpPr/>
            <p:nvPr/>
          </p:nvSpPr>
          <p:spPr>
            <a:xfrm>
              <a:off x="6276965" y="276501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3BBAB">
                <a:alpha val="100000"/>
              </a:srgbClr>
            </a:solidFill>
            <a:ln w="5420" cap="flat">
              <a:solidFill>
                <a:srgbClr val="53BB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1" name="pg331"/>
            <p:cNvSpPr/>
            <p:nvPr/>
          </p:nvSpPr>
          <p:spPr>
            <a:xfrm>
              <a:off x="6288602" y="276501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4BBAB">
                <a:alpha val="100000"/>
              </a:srgbClr>
            </a:solidFill>
            <a:ln w="5420" cap="flat">
              <a:solidFill>
                <a:srgbClr val="54BB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2" name="pg332"/>
            <p:cNvSpPr/>
            <p:nvPr/>
          </p:nvSpPr>
          <p:spPr>
            <a:xfrm>
              <a:off x="6300240" y="276501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4BBAB">
                <a:alpha val="100000"/>
              </a:srgbClr>
            </a:solidFill>
            <a:ln w="5420" cap="flat">
              <a:solidFill>
                <a:srgbClr val="54BB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3" name="pg333"/>
            <p:cNvSpPr/>
            <p:nvPr/>
          </p:nvSpPr>
          <p:spPr>
            <a:xfrm>
              <a:off x="6311877" y="276501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4BCAB">
                <a:alpha val="100000"/>
              </a:srgbClr>
            </a:solidFill>
            <a:ln w="5420" cap="flat">
              <a:solidFill>
                <a:srgbClr val="54BC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4" name="pg334"/>
            <p:cNvSpPr/>
            <p:nvPr/>
          </p:nvSpPr>
          <p:spPr>
            <a:xfrm>
              <a:off x="6323514" y="276501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4BCAB">
                <a:alpha val="100000"/>
              </a:srgbClr>
            </a:solidFill>
            <a:ln w="5420" cap="flat">
              <a:solidFill>
                <a:srgbClr val="54BC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5" name="pg335"/>
            <p:cNvSpPr/>
            <p:nvPr/>
          </p:nvSpPr>
          <p:spPr>
            <a:xfrm>
              <a:off x="5264517" y="277931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7D0AF">
                <a:alpha val="100000"/>
              </a:srgbClr>
            </a:solidFill>
            <a:ln w="5420" cap="flat">
              <a:solidFill>
                <a:srgbClr val="67D0A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6" name="pg336"/>
            <p:cNvSpPr/>
            <p:nvPr/>
          </p:nvSpPr>
          <p:spPr>
            <a:xfrm>
              <a:off x="5276155" y="277931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6D0AE">
                <a:alpha val="100000"/>
              </a:srgbClr>
            </a:solidFill>
            <a:ln w="5420" cap="flat">
              <a:solidFill>
                <a:srgbClr val="66D0A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7" name="pg337"/>
            <p:cNvSpPr/>
            <p:nvPr/>
          </p:nvSpPr>
          <p:spPr>
            <a:xfrm>
              <a:off x="5287792" y="277931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5CFAE">
                <a:alpha val="100000"/>
              </a:srgbClr>
            </a:solidFill>
            <a:ln w="5420" cap="flat">
              <a:solidFill>
                <a:srgbClr val="65CFA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8" name="pg338"/>
            <p:cNvSpPr/>
            <p:nvPr/>
          </p:nvSpPr>
          <p:spPr>
            <a:xfrm>
              <a:off x="5299429" y="277931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5CFAE">
                <a:alpha val="100000"/>
              </a:srgbClr>
            </a:solidFill>
            <a:ln w="5420" cap="flat">
              <a:solidFill>
                <a:srgbClr val="65CFA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9" name="pg339"/>
            <p:cNvSpPr/>
            <p:nvPr/>
          </p:nvSpPr>
          <p:spPr>
            <a:xfrm>
              <a:off x="5311067" y="277931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4CFAD">
                <a:alpha val="100000"/>
              </a:srgbClr>
            </a:solidFill>
            <a:ln w="5420" cap="flat">
              <a:solidFill>
                <a:srgbClr val="64CFA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0" name="pg340"/>
            <p:cNvSpPr/>
            <p:nvPr/>
          </p:nvSpPr>
          <p:spPr>
            <a:xfrm>
              <a:off x="5322704" y="277931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3CFAD">
                <a:alpha val="100000"/>
              </a:srgbClr>
            </a:solidFill>
            <a:ln w="5420" cap="flat">
              <a:solidFill>
                <a:srgbClr val="63CFA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1" name="pg341"/>
            <p:cNvSpPr/>
            <p:nvPr/>
          </p:nvSpPr>
          <p:spPr>
            <a:xfrm>
              <a:off x="5334341" y="277931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1CEAC">
                <a:alpha val="100000"/>
              </a:srgbClr>
            </a:solidFill>
            <a:ln w="5420" cap="flat">
              <a:solidFill>
                <a:srgbClr val="61CE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2" name="pg342"/>
            <p:cNvSpPr/>
            <p:nvPr/>
          </p:nvSpPr>
          <p:spPr>
            <a:xfrm>
              <a:off x="5345979" y="277931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0CEAC">
                <a:alpha val="100000"/>
              </a:srgbClr>
            </a:solidFill>
            <a:ln w="5420" cap="flat">
              <a:solidFill>
                <a:srgbClr val="60CE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3" name="pg343"/>
            <p:cNvSpPr/>
            <p:nvPr/>
          </p:nvSpPr>
          <p:spPr>
            <a:xfrm>
              <a:off x="5357616" y="277931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0CDAC">
                <a:alpha val="100000"/>
              </a:srgbClr>
            </a:solidFill>
            <a:ln w="5420" cap="flat">
              <a:solidFill>
                <a:srgbClr val="60CD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4" name="pg344"/>
            <p:cNvSpPr/>
            <p:nvPr/>
          </p:nvSpPr>
          <p:spPr>
            <a:xfrm>
              <a:off x="5369253" y="277931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FCDAC">
                <a:alpha val="100000"/>
              </a:srgbClr>
            </a:solidFill>
            <a:ln w="5420" cap="flat">
              <a:solidFill>
                <a:srgbClr val="5FCD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5" name="pg345"/>
            <p:cNvSpPr/>
            <p:nvPr/>
          </p:nvSpPr>
          <p:spPr>
            <a:xfrm>
              <a:off x="5380891" y="277931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FCDAC">
                <a:alpha val="100000"/>
              </a:srgbClr>
            </a:solidFill>
            <a:ln w="5420" cap="flat">
              <a:solidFill>
                <a:srgbClr val="5FCD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6" name="pg346"/>
            <p:cNvSpPr/>
            <p:nvPr/>
          </p:nvSpPr>
          <p:spPr>
            <a:xfrm>
              <a:off x="6067493" y="277931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2B9AB">
                <a:alpha val="100000"/>
              </a:srgbClr>
            </a:solidFill>
            <a:ln w="5420" cap="flat">
              <a:solidFill>
                <a:srgbClr val="52B9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7" name="pg347"/>
            <p:cNvSpPr/>
            <p:nvPr/>
          </p:nvSpPr>
          <p:spPr>
            <a:xfrm>
              <a:off x="6079130" y="277931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2B9AB">
                <a:alpha val="100000"/>
              </a:srgbClr>
            </a:solidFill>
            <a:ln w="5420" cap="flat">
              <a:solidFill>
                <a:srgbClr val="52B9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8" name="pg348"/>
            <p:cNvSpPr/>
            <p:nvPr/>
          </p:nvSpPr>
          <p:spPr>
            <a:xfrm>
              <a:off x="6090768" y="277931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2B9AB">
                <a:alpha val="100000"/>
              </a:srgbClr>
            </a:solidFill>
            <a:ln w="5420" cap="flat">
              <a:solidFill>
                <a:srgbClr val="52B9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9" name="pg349"/>
            <p:cNvSpPr/>
            <p:nvPr/>
          </p:nvSpPr>
          <p:spPr>
            <a:xfrm>
              <a:off x="6102405" y="277931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2B9AB">
                <a:alpha val="100000"/>
              </a:srgbClr>
            </a:solidFill>
            <a:ln w="5420" cap="flat">
              <a:solidFill>
                <a:srgbClr val="52B9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0" name="pg350"/>
            <p:cNvSpPr/>
            <p:nvPr/>
          </p:nvSpPr>
          <p:spPr>
            <a:xfrm>
              <a:off x="6114042" y="277931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2B9AB">
                <a:alpha val="100000"/>
              </a:srgbClr>
            </a:solidFill>
            <a:ln w="5420" cap="flat">
              <a:solidFill>
                <a:srgbClr val="52B9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1" name="pg351"/>
            <p:cNvSpPr/>
            <p:nvPr/>
          </p:nvSpPr>
          <p:spPr>
            <a:xfrm>
              <a:off x="6125680" y="277931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2B9AB">
                <a:alpha val="100000"/>
              </a:srgbClr>
            </a:solidFill>
            <a:ln w="5420" cap="flat">
              <a:solidFill>
                <a:srgbClr val="52B9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2" name="pg352"/>
            <p:cNvSpPr/>
            <p:nvPr/>
          </p:nvSpPr>
          <p:spPr>
            <a:xfrm>
              <a:off x="6137317" y="277931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2B9AB">
                <a:alpha val="100000"/>
              </a:srgbClr>
            </a:solidFill>
            <a:ln w="5420" cap="flat">
              <a:solidFill>
                <a:srgbClr val="52B9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3" name="pg353"/>
            <p:cNvSpPr/>
            <p:nvPr/>
          </p:nvSpPr>
          <p:spPr>
            <a:xfrm>
              <a:off x="6148954" y="277931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2B9AB">
                <a:alpha val="100000"/>
              </a:srgbClr>
            </a:solidFill>
            <a:ln w="5420" cap="flat">
              <a:solidFill>
                <a:srgbClr val="52B9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4" name="pg354"/>
            <p:cNvSpPr/>
            <p:nvPr/>
          </p:nvSpPr>
          <p:spPr>
            <a:xfrm>
              <a:off x="6160592" y="277931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2B9AB">
                <a:alpha val="100000"/>
              </a:srgbClr>
            </a:solidFill>
            <a:ln w="5420" cap="flat">
              <a:solidFill>
                <a:srgbClr val="52B9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5" name="pg355"/>
            <p:cNvSpPr/>
            <p:nvPr/>
          </p:nvSpPr>
          <p:spPr>
            <a:xfrm>
              <a:off x="6172229" y="277931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2B9AB">
                <a:alpha val="100000"/>
              </a:srgbClr>
            </a:solidFill>
            <a:ln w="5420" cap="flat">
              <a:solidFill>
                <a:srgbClr val="52B9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6" name="pg356"/>
            <p:cNvSpPr/>
            <p:nvPr/>
          </p:nvSpPr>
          <p:spPr>
            <a:xfrm>
              <a:off x="6183866" y="277931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2B9AB">
                <a:alpha val="100000"/>
              </a:srgbClr>
            </a:solidFill>
            <a:ln w="5420" cap="flat">
              <a:solidFill>
                <a:srgbClr val="52B9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7" name="pg357"/>
            <p:cNvSpPr/>
            <p:nvPr/>
          </p:nvSpPr>
          <p:spPr>
            <a:xfrm>
              <a:off x="6195504" y="277931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2B9AB">
                <a:alpha val="100000"/>
              </a:srgbClr>
            </a:solidFill>
            <a:ln w="5420" cap="flat">
              <a:solidFill>
                <a:srgbClr val="52B9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8" name="pg358"/>
            <p:cNvSpPr/>
            <p:nvPr/>
          </p:nvSpPr>
          <p:spPr>
            <a:xfrm>
              <a:off x="6207141" y="277931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2BAAB">
                <a:alpha val="100000"/>
              </a:srgbClr>
            </a:solidFill>
            <a:ln w="5420" cap="flat">
              <a:solidFill>
                <a:srgbClr val="52BA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9" name="pg359"/>
            <p:cNvSpPr/>
            <p:nvPr/>
          </p:nvSpPr>
          <p:spPr>
            <a:xfrm>
              <a:off x="6218778" y="277931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2BAAB">
                <a:alpha val="100000"/>
              </a:srgbClr>
            </a:solidFill>
            <a:ln w="5420" cap="flat">
              <a:solidFill>
                <a:srgbClr val="52BA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0" name="pg360"/>
            <p:cNvSpPr/>
            <p:nvPr/>
          </p:nvSpPr>
          <p:spPr>
            <a:xfrm>
              <a:off x="6230416" y="277931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2BAAB">
                <a:alpha val="100000"/>
              </a:srgbClr>
            </a:solidFill>
            <a:ln w="5420" cap="flat">
              <a:solidFill>
                <a:srgbClr val="52BA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1" name="pg361"/>
            <p:cNvSpPr/>
            <p:nvPr/>
          </p:nvSpPr>
          <p:spPr>
            <a:xfrm>
              <a:off x="6242053" y="277931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2BAAB">
                <a:alpha val="100000"/>
              </a:srgbClr>
            </a:solidFill>
            <a:ln w="5420" cap="flat">
              <a:solidFill>
                <a:srgbClr val="52BA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2" name="pg362"/>
            <p:cNvSpPr/>
            <p:nvPr/>
          </p:nvSpPr>
          <p:spPr>
            <a:xfrm>
              <a:off x="6253690" y="277931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3BAAB">
                <a:alpha val="100000"/>
              </a:srgbClr>
            </a:solidFill>
            <a:ln w="5420" cap="flat">
              <a:solidFill>
                <a:srgbClr val="53BA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3" name="pg363"/>
            <p:cNvSpPr/>
            <p:nvPr/>
          </p:nvSpPr>
          <p:spPr>
            <a:xfrm>
              <a:off x="6265328" y="277931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3BAAB">
                <a:alpha val="100000"/>
              </a:srgbClr>
            </a:solidFill>
            <a:ln w="5420" cap="flat">
              <a:solidFill>
                <a:srgbClr val="53BA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4" name="pg364"/>
            <p:cNvSpPr/>
            <p:nvPr/>
          </p:nvSpPr>
          <p:spPr>
            <a:xfrm>
              <a:off x="6276965" y="277931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3BAAB">
                <a:alpha val="100000"/>
              </a:srgbClr>
            </a:solidFill>
            <a:ln w="5420" cap="flat">
              <a:solidFill>
                <a:srgbClr val="53BA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5" name="pg365"/>
            <p:cNvSpPr/>
            <p:nvPr/>
          </p:nvSpPr>
          <p:spPr>
            <a:xfrm>
              <a:off x="6288602" y="277931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3BBAB">
                <a:alpha val="100000"/>
              </a:srgbClr>
            </a:solidFill>
            <a:ln w="5420" cap="flat">
              <a:solidFill>
                <a:srgbClr val="53BB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6" name="pg366"/>
            <p:cNvSpPr/>
            <p:nvPr/>
          </p:nvSpPr>
          <p:spPr>
            <a:xfrm>
              <a:off x="6300240" y="277931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3BBAB">
                <a:alpha val="100000"/>
              </a:srgbClr>
            </a:solidFill>
            <a:ln w="5420" cap="flat">
              <a:solidFill>
                <a:srgbClr val="53BB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7" name="pg367"/>
            <p:cNvSpPr/>
            <p:nvPr/>
          </p:nvSpPr>
          <p:spPr>
            <a:xfrm>
              <a:off x="6311877" y="277931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3BBAB">
                <a:alpha val="100000"/>
              </a:srgbClr>
            </a:solidFill>
            <a:ln w="5420" cap="flat">
              <a:solidFill>
                <a:srgbClr val="53BB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8" name="pg368"/>
            <p:cNvSpPr/>
            <p:nvPr/>
          </p:nvSpPr>
          <p:spPr>
            <a:xfrm>
              <a:off x="6323514" y="277931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4BBAB">
                <a:alpha val="100000"/>
              </a:srgbClr>
            </a:solidFill>
            <a:ln w="5420" cap="flat">
              <a:solidFill>
                <a:srgbClr val="54BB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9" name="pg369"/>
            <p:cNvSpPr/>
            <p:nvPr/>
          </p:nvSpPr>
          <p:spPr>
            <a:xfrm>
              <a:off x="5264517" y="279361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8D0AF">
                <a:alpha val="100000"/>
              </a:srgbClr>
            </a:solidFill>
            <a:ln w="5420" cap="flat">
              <a:solidFill>
                <a:srgbClr val="68D0A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0" name="pg370"/>
            <p:cNvSpPr/>
            <p:nvPr/>
          </p:nvSpPr>
          <p:spPr>
            <a:xfrm>
              <a:off x="5276155" y="279361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7D0AE">
                <a:alpha val="100000"/>
              </a:srgbClr>
            </a:solidFill>
            <a:ln w="5420" cap="flat">
              <a:solidFill>
                <a:srgbClr val="67D0A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1" name="pg371"/>
            <p:cNvSpPr/>
            <p:nvPr/>
          </p:nvSpPr>
          <p:spPr>
            <a:xfrm>
              <a:off x="5287792" y="279361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6D0AE">
                <a:alpha val="100000"/>
              </a:srgbClr>
            </a:solidFill>
            <a:ln w="5420" cap="flat">
              <a:solidFill>
                <a:srgbClr val="66D0A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2" name="pg372"/>
            <p:cNvSpPr/>
            <p:nvPr/>
          </p:nvSpPr>
          <p:spPr>
            <a:xfrm>
              <a:off x="5299429" y="279361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5CFAE">
                <a:alpha val="100000"/>
              </a:srgbClr>
            </a:solidFill>
            <a:ln w="5420" cap="flat">
              <a:solidFill>
                <a:srgbClr val="65CFA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3" name="pg373"/>
            <p:cNvSpPr/>
            <p:nvPr/>
          </p:nvSpPr>
          <p:spPr>
            <a:xfrm>
              <a:off x="5311067" y="279361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4CFAD">
                <a:alpha val="100000"/>
              </a:srgbClr>
            </a:solidFill>
            <a:ln w="5420" cap="flat">
              <a:solidFill>
                <a:srgbClr val="64CFA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4" name="pg374"/>
            <p:cNvSpPr/>
            <p:nvPr/>
          </p:nvSpPr>
          <p:spPr>
            <a:xfrm>
              <a:off x="5322704" y="279361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3CFAD">
                <a:alpha val="100000"/>
              </a:srgbClr>
            </a:solidFill>
            <a:ln w="5420" cap="flat">
              <a:solidFill>
                <a:srgbClr val="63CFA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5" name="pg375"/>
            <p:cNvSpPr/>
            <p:nvPr/>
          </p:nvSpPr>
          <p:spPr>
            <a:xfrm>
              <a:off x="5334341" y="279361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1CEAC">
                <a:alpha val="100000"/>
              </a:srgbClr>
            </a:solidFill>
            <a:ln w="5420" cap="flat">
              <a:solidFill>
                <a:srgbClr val="61CE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6" name="pg376"/>
            <p:cNvSpPr/>
            <p:nvPr/>
          </p:nvSpPr>
          <p:spPr>
            <a:xfrm>
              <a:off x="5345979" y="279361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0CEAC">
                <a:alpha val="100000"/>
              </a:srgbClr>
            </a:solidFill>
            <a:ln w="5420" cap="flat">
              <a:solidFill>
                <a:srgbClr val="60CE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7" name="pg377"/>
            <p:cNvSpPr/>
            <p:nvPr/>
          </p:nvSpPr>
          <p:spPr>
            <a:xfrm>
              <a:off x="5357616" y="279361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0CEAC">
                <a:alpha val="100000"/>
              </a:srgbClr>
            </a:solidFill>
            <a:ln w="5420" cap="flat">
              <a:solidFill>
                <a:srgbClr val="60CE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8" name="pg378"/>
            <p:cNvSpPr/>
            <p:nvPr/>
          </p:nvSpPr>
          <p:spPr>
            <a:xfrm>
              <a:off x="6067493" y="279361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1B8AB">
                <a:alpha val="100000"/>
              </a:srgbClr>
            </a:solidFill>
            <a:ln w="5420" cap="flat">
              <a:solidFill>
                <a:srgbClr val="51B8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9" name="pg379"/>
            <p:cNvSpPr/>
            <p:nvPr/>
          </p:nvSpPr>
          <p:spPr>
            <a:xfrm>
              <a:off x="6079130" y="279361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1B8AB">
                <a:alpha val="100000"/>
              </a:srgbClr>
            </a:solidFill>
            <a:ln w="5420" cap="flat">
              <a:solidFill>
                <a:srgbClr val="51B8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0" name="pg380"/>
            <p:cNvSpPr/>
            <p:nvPr/>
          </p:nvSpPr>
          <p:spPr>
            <a:xfrm>
              <a:off x="6090768" y="279361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2B8AB">
                <a:alpha val="100000"/>
              </a:srgbClr>
            </a:solidFill>
            <a:ln w="5420" cap="flat">
              <a:solidFill>
                <a:srgbClr val="52B8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1" name="pg381"/>
            <p:cNvSpPr/>
            <p:nvPr/>
          </p:nvSpPr>
          <p:spPr>
            <a:xfrm>
              <a:off x="6102405" y="279361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2B8AB">
                <a:alpha val="100000"/>
              </a:srgbClr>
            </a:solidFill>
            <a:ln w="5420" cap="flat">
              <a:solidFill>
                <a:srgbClr val="52B8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2" name="pg382"/>
            <p:cNvSpPr/>
            <p:nvPr/>
          </p:nvSpPr>
          <p:spPr>
            <a:xfrm>
              <a:off x="6114042" y="279361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2B8AB">
                <a:alpha val="100000"/>
              </a:srgbClr>
            </a:solidFill>
            <a:ln w="5420" cap="flat">
              <a:solidFill>
                <a:srgbClr val="52B8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3" name="pg383"/>
            <p:cNvSpPr/>
            <p:nvPr/>
          </p:nvSpPr>
          <p:spPr>
            <a:xfrm>
              <a:off x="6125680" y="279361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1B8AB">
                <a:alpha val="100000"/>
              </a:srgbClr>
            </a:solidFill>
            <a:ln w="5420" cap="flat">
              <a:solidFill>
                <a:srgbClr val="51B8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4" name="pg384"/>
            <p:cNvSpPr/>
            <p:nvPr/>
          </p:nvSpPr>
          <p:spPr>
            <a:xfrm>
              <a:off x="6137317" y="279361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1B8AB">
                <a:alpha val="100000"/>
              </a:srgbClr>
            </a:solidFill>
            <a:ln w="5420" cap="flat">
              <a:solidFill>
                <a:srgbClr val="51B8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5" name="pg385"/>
            <p:cNvSpPr/>
            <p:nvPr/>
          </p:nvSpPr>
          <p:spPr>
            <a:xfrm>
              <a:off x="6148954" y="279361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1B8AB">
                <a:alpha val="100000"/>
              </a:srgbClr>
            </a:solidFill>
            <a:ln w="5420" cap="flat">
              <a:solidFill>
                <a:srgbClr val="51B8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6" name="pg386"/>
            <p:cNvSpPr/>
            <p:nvPr/>
          </p:nvSpPr>
          <p:spPr>
            <a:xfrm>
              <a:off x="6160592" y="279361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1B8AB">
                <a:alpha val="100000"/>
              </a:srgbClr>
            </a:solidFill>
            <a:ln w="5420" cap="flat">
              <a:solidFill>
                <a:srgbClr val="51B8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7" name="pg387"/>
            <p:cNvSpPr/>
            <p:nvPr/>
          </p:nvSpPr>
          <p:spPr>
            <a:xfrm>
              <a:off x="6172229" y="279361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1B8AB">
                <a:alpha val="100000"/>
              </a:srgbClr>
            </a:solidFill>
            <a:ln w="5420" cap="flat">
              <a:solidFill>
                <a:srgbClr val="51B8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8" name="pg388"/>
            <p:cNvSpPr/>
            <p:nvPr/>
          </p:nvSpPr>
          <p:spPr>
            <a:xfrm>
              <a:off x="6183866" y="279361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1B8AB">
                <a:alpha val="100000"/>
              </a:srgbClr>
            </a:solidFill>
            <a:ln w="5420" cap="flat">
              <a:solidFill>
                <a:srgbClr val="51B8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9" name="pg389"/>
            <p:cNvSpPr/>
            <p:nvPr/>
          </p:nvSpPr>
          <p:spPr>
            <a:xfrm>
              <a:off x="6195504" y="279361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1B8AB">
                <a:alpha val="100000"/>
              </a:srgbClr>
            </a:solidFill>
            <a:ln w="5420" cap="flat">
              <a:solidFill>
                <a:srgbClr val="51B8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0" name="pg390"/>
            <p:cNvSpPr/>
            <p:nvPr/>
          </p:nvSpPr>
          <p:spPr>
            <a:xfrm>
              <a:off x="6207141" y="279361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1B8AB">
                <a:alpha val="100000"/>
              </a:srgbClr>
            </a:solidFill>
            <a:ln w="5420" cap="flat">
              <a:solidFill>
                <a:srgbClr val="51B8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1" name="pg391"/>
            <p:cNvSpPr/>
            <p:nvPr/>
          </p:nvSpPr>
          <p:spPr>
            <a:xfrm>
              <a:off x="6218778" y="279361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1B8AB">
                <a:alpha val="100000"/>
              </a:srgbClr>
            </a:solidFill>
            <a:ln w="5420" cap="flat">
              <a:solidFill>
                <a:srgbClr val="51B8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2" name="pg392"/>
            <p:cNvSpPr/>
            <p:nvPr/>
          </p:nvSpPr>
          <p:spPr>
            <a:xfrm>
              <a:off x="6230416" y="279361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1B8AB">
                <a:alpha val="100000"/>
              </a:srgbClr>
            </a:solidFill>
            <a:ln w="5420" cap="flat">
              <a:solidFill>
                <a:srgbClr val="51B8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3" name="pg393"/>
            <p:cNvSpPr/>
            <p:nvPr/>
          </p:nvSpPr>
          <p:spPr>
            <a:xfrm>
              <a:off x="6242053" y="279361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1B8AB">
                <a:alpha val="100000"/>
              </a:srgbClr>
            </a:solidFill>
            <a:ln w="5420" cap="flat">
              <a:solidFill>
                <a:srgbClr val="51B8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4" name="pg394"/>
            <p:cNvSpPr/>
            <p:nvPr/>
          </p:nvSpPr>
          <p:spPr>
            <a:xfrm>
              <a:off x="6253690" y="279361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1B8AB">
                <a:alpha val="100000"/>
              </a:srgbClr>
            </a:solidFill>
            <a:ln w="5420" cap="flat">
              <a:solidFill>
                <a:srgbClr val="51B8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5" name="pg395"/>
            <p:cNvSpPr/>
            <p:nvPr/>
          </p:nvSpPr>
          <p:spPr>
            <a:xfrm>
              <a:off x="6265328" y="279361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2B9AB">
                <a:alpha val="100000"/>
              </a:srgbClr>
            </a:solidFill>
            <a:ln w="5420" cap="flat">
              <a:solidFill>
                <a:srgbClr val="52B9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6" name="pg396"/>
            <p:cNvSpPr/>
            <p:nvPr/>
          </p:nvSpPr>
          <p:spPr>
            <a:xfrm>
              <a:off x="6276965" y="279361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2B9AB">
                <a:alpha val="100000"/>
              </a:srgbClr>
            </a:solidFill>
            <a:ln w="5420" cap="flat">
              <a:solidFill>
                <a:srgbClr val="52B9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7" name="pg397"/>
            <p:cNvSpPr/>
            <p:nvPr/>
          </p:nvSpPr>
          <p:spPr>
            <a:xfrm>
              <a:off x="6288602" y="279361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2B9AB">
                <a:alpha val="100000"/>
              </a:srgbClr>
            </a:solidFill>
            <a:ln w="5420" cap="flat">
              <a:solidFill>
                <a:srgbClr val="52B9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8" name="pg398"/>
            <p:cNvSpPr/>
            <p:nvPr/>
          </p:nvSpPr>
          <p:spPr>
            <a:xfrm>
              <a:off x="6300240" y="279361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2B9AB">
                <a:alpha val="100000"/>
              </a:srgbClr>
            </a:solidFill>
            <a:ln w="5420" cap="flat">
              <a:solidFill>
                <a:srgbClr val="52B9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9" name="pg399"/>
            <p:cNvSpPr/>
            <p:nvPr/>
          </p:nvSpPr>
          <p:spPr>
            <a:xfrm>
              <a:off x="6311877" y="279361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2BAAB">
                <a:alpha val="100000"/>
              </a:srgbClr>
            </a:solidFill>
            <a:ln w="5420" cap="flat">
              <a:solidFill>
                <a:srgbClr val="52BA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0" name="pg400"/>
            <p:cNvSpPr/>
            <p:nvPr/>
          </p:nvSpPr>
          <p:spPr>
            <a:xfrm>
              <a:off x="6323514" y="279361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3BAAB">
                <a:alpha val="100000"/>
              </a:srgbClr>
            </a:solidFill>
            <a:ln w="5420" cap="flat">
              <a:solidFill>
                <a:srgbClr val="53BA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1" name="pg401"/>
            <p:cNvSpPr/>
            <p:nvPr/>
          </p:nvSpPr>
          <p:spPr>
            <a:xfrm>
              <a:off x="6335152" y="279361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3BAAB">
                <a:alpha val="100000"/>
              </a:srgbClr>
            </a:solidFill>
            <a:ln w="5420" cap="flat">
              <a:solidFill>
                <a:srgbClr val="53BA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2" name="pg402"/>
            <p:cNvSpPr/>
            <p:nvPr/>
          </p:nvSpPr>
          <p:spPr>
            <a:xfrm>
              <a:off x="5264517" y="280791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8D0AF">
                <a:alpha val="100000"/>
              </a:srgbClr>
            </a:solidFill>
            <a:ln w="5420" cap="flat">
              <a:solidFill>
                <a:srgbClr val="68D0A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3" name="pg403"/>
            <p:cNvSpPr/>
            <p:nvPr/>
          </p:nvSpPr>
          <p:spPr>
            <a:xfrm>
              <a:off x="5276155" y="280791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7D0AF">
                <a:alpha val="100000"/>
              </a:srgbClr>
            </a:solidFill>
            <a:ln w="5420" cap="flat">
              <a:solidFill>
                <a:srgbClr val="67D0A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4" name="pg404"/>
            <p:cNvSpPr/>
            <p:nvPr/>
          </p:nvSpPr>
          <p:spPr>
            <a:xfrm>
              <a:off x="5287792" y="280791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6D0AE">
                <a:alpha val="100000"/>
              </a:srgbClr>
            </a:solidFill>
            <a:ln w="5420" cap="flat">
              <a:solidFill>
                <a:srgbClr val="66D0A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5" name="pg405"/>
            <p:cNvSpPr/>
            <p:nvPr/>
          </p:nvSpPr>
          <p:spPr>
            <a:xfrm>
              <a:off x="5299429" y="280791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5CFAE">
                <a:alpha val="100000"/>
              </a:srgbClr>
            </a:solidFill>
            <a:ln w="5420" cap="flat">
              <a:solidFill>
                <a:srgbClr val="65CFA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6" name="pg406"/>
            <p:cNvSpPr/>
            <p:nvPr/>
          </p:nvSpPr>
          <p:spPr>
            <a:xfrm>
              <a:off x="5311067" y="280791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4CFAD">
                <a:alpha val="100000"/>
              </a:srgbClr>
            </a:solidFill>
            <a:ln w="5420" cap="flat">
              <a:solidFill>
                <a:srgbClr val="64CFA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7" name="pg407"/>
            <p:cNvSpPr/>
            <p:nvPr/>
          </p:nvSpPr>
          <p:spPr>
            <a:xfrm>
              <a:off x="5322704" y="280791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3CFAD">
                <a:alpha val="100000"/>
              </a:srgbClr>
            </a:solidFill>
            <a:ln w="5420" cap="flat">
              <a:solidFill>
                <a:srgbClr val="63CFA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8" name="pg408"/>
            <p:cNvSpPr/>
            <p:nvPr/>
          </p:nvSpPr>
          <p:spPr>
            <a:xfrm>
              <a:off x="6055856" y="280791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1B8AB">
                <a:alpha val="100000"/>
              </a:srgbClr>
            </a:solidFill>
            <a:ln w="5420" cap="flat">
              <a:solidFill>
                <a:srgbClr val="51B8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9" name="pg409"/>
            <p:cNvSpPr/>
            <p:nvPr/>
          </p:nvSpPr>
          <p:spPr>
            <a:xfrm>
              <a:off x="6067493" y="280791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1B8AB">
                <a:alpha val="100000"/>
              </a:srgbClr>
            </a:solidFill>
            <a:ln w="5420" cap="flat">
              <a:solidFill>
                <a:srgbClr val="51B8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0" name="pg410"/>
            <p:cNvSpPr/>
            <p:nvPr/>
          </p:nvSpPr>
          <p:spPr>
            <a:xfrm>
              <a:off x="6079130" y="280791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1B8AB">
                <a:alpha val="100000"/>
              </a:srgbClr>
            </a:solidFill>
            <a:ln w="5420" cap="flat">
              <a:solidFill>
                <a:srgbClr val="51B8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1" name="pg411"/>
            <p:cNvSpPr/>
            <p:nvPr/>
          </p:nvSpPr>
          <p:spPr>
            <a:xfrm>
              <a:off x="6090768" y="280791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1B8AB">
                <a:alpha val="100000"/>
              </a:srgbClr>
            </a:solidFill>
            <a:ln w="5420" cap="flat">
              <a:solidFill>
                <a:srgbClr val="51B8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2" name="pg412"/>
            <p:cNvSpPr/>
            <p:nvPr/>
          </p:nvSpPr>
          <p:spPr>
            <a:xfrm>
              <a:off x="6102405" y="280791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1B8AB">
                <a:alpha val="100000"/>
              </a:srgbClr>
            </a:solidFill>
            <a:ln w="5420" cap="flat">
              <a:solidFill>
                <a:srgbClr val="51B8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3" name="pg413"/>
            <p:cNvSpPr/>
            <p:nvPr/>
          </p:nvSpPr>
          <p:spPr>
            <a:xfrm>
              <a:off x="6114042" y="280791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1B8AB">
                <a:alpha val="100000"/>
              </a:srgbClr>
            </a:solidFill>
            <a:ln w="5420" cap="flat">
              <a:solidFill>
                <a:srgbClr val="51B8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4" name="pg414"/>
            <p:cNvSpPr/>
            <p:nvPr/>
          </p:nvSpPr>
          <p:spPr>
            <a:xfrm>
              <a:off x="6125680" y="280791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1B8AB">
                <a:alpha val="100000"/>
              </a:srgbClr>
            </a:solidFill>
            <a:ln w="5420" cap="flat">
              <a:solidFill>
                <a:srgbClr val="51B8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5" name="pg415"/>
            <p:cNvSpPr/>
            <p:nvPr/>
          </p:nvSpPr>
          <p:spPr>
            <a:xfrm>
              <a:off x="6137317" y="280791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1B8AB">
                <a:alpha val="100000"/>
              </a:srgbClr>
            </a:solidFill>
            <a:ln w="5420" cap="flat">
              <a:solidFill>
                <a:srgbClr val="51B8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6" name="pg416"/>
            <p:cNvSpPr/>
            <p:nvPr/>
          </p:nvSpPr>
          <p:spPr>
            <a:xfrm>
              <a:off x="6148954" y="280791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1B8AB">
                <a:alpha val="100000"/>
              </a:srgbClr>
            </a:solidFill>
            <a:ln w="5420" cap="flat">
              <a:solidFill>
                <a:srgbClr val="51B8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7" name="pg417"/>
            <p:cNvSpPr/>
            <p:nvPr/>
          </p:nvSpPr>
          <p:spPr>
            <a:xfrm>
              <a:off x="6160592" y="280791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1B7AB">
                <a:alpha val="100000"/>
              </a:srgbClr>
            </a:solidFill>
            <a:ln w="5420" cap="flat">
              <a:solidFill>
                <a:srgbClr val="51B7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8" name="pg418"/>
            <p:cNvSpPr/>
            <p:nvPr/>
          </p:nvSpPr>
          <p:spPr>
            <a:xfrm>
              <a:off x="6172229" y="280791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1B8AB">
                <a:alpha val="100000"/>
              </a:srgbClr>
            </a:solidFill>
            <a:ln w="5420" cap="flat">
              <a:solidFill>
                <a:srgbClr val="51B8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9" name="pg419"/>
            <p:cNvSpPr/>
            <p:nvPr/>
          </p:nvSpPr>
          <p:spPr>
            <a:xfrm>
              <a:off x="6230416" y="280791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1B7AB">
                <a:alpha val="100000"/>
              </a:srgbClr>
            </a:solidFill>
            <a:ln w="5420" cap="flat">
              <a:solidFill>
                <a:srgbClr val="51B7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0" name="pg420"/>
            <p:cNvSpPr/>
            <p:nvPr/>
          </p:nvSpPr>
          <p:spPr>
            <a:xfrm>
              <a:off x="6242053" y="280791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1B7AB">
                <a:alpha val="100000"/>
              </a:srgbClr>
            </a:solidFill>
            <a:ln w="5420" cap="flat">
              <a:solidFill>
                <a:srgbClr val="51B7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1" name="pg421"/>
            <p:cNvSpPr/>
            <p:nvPr/>
          </p:nvSpPr>
          <p:spPr>
            <a:xfrm>
              <a:off x="6253690" y="280791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1B7AB">
                <a:alpha val="100000"/>
              </a:srgbClr>
            </a:solidFill>
            <a:ln w="5420" cap="flat">
              <a:solidFill>
                <a:srgbClr val="51B7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2" name="pg422"/>
            <p:cNvSpPr/>
            <p:nvPr/>
          </p:nvSpPr>
          <p:spPr>
            <a:xfrm>
              <a:off x="6265328" y="280791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1B8AB">
                <a:alpha val="100000"/>
              </a:srgbClr>
            </a:solidFill>
            <a:ln w="5420" cap="flat">
              <a:solidFill>
                <a:srgbClr val="51B8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3" name="pg423"/>
            <p:cNvSpPr/>
            <p:nvPr/>
          </p:nvSpPr>
          <p:spPr>
            <a:xfrm>
              <a:off x="6276965" y="280791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1B8AB">
                <a:alpha val="100000"/>
              </a:srgbClr>
            </a:solidFill>
            <a:ln w="5420" cap="flat">
              <a:solidFill>
                <a:srgbClr val="51B8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4" name="pg424"/>
            <p:cNvSpPr/>
            <p:nvPr/>
          </p:nvSpPr>
          <p:spPr>
            <a:xfrm>
              <a:off x="6288602" y="280791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1B8AB">
                <a:alpha val="100000"/>
              </a:srgbClr>
            </a:solidFill>
            <a:ln w="5420" cap="flat">
              <a:solidFill>
                <a:srgbClr val="51B8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5" name="pg425"/>
            <p:cNvSpPr/>
            <p:nvPr/>
          </p:nvSpPr>
          <p:spPr>
            <a:xfrm>
              <a:off x="6300240" y="280791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2B9AB">
                <a:alpha val="100000"/>
              </a:srgbClr>
            </a:solidFill>
            <a:ln w="5420" cap="flat">
              <a:solidFill>
                <a:srgbClr val="52B9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6" name="pg426"/>
            <p:cNvSpPr/>
            <p:nvPr/>
          </p:nvSpPr>
          <p:spPr>
            <a:xfrm>
              <a:off x="6311877" y="280791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2B9AB">
                <a:alpha val="100000"/>
              </a:srgbClr>
            </a:solidFill>
            <a:ln w="5420" cap="flat">
              <a:solidFill>
                <a:srgbClr val="52B9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7" name="pg427"/>
            <p:cNvSpPr/>
            <p:nvPr/>
          </p:nvSpPr>
          <p:spPr>
            <a:xfrm>
              <a:off x="6323514" y="280791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2B9AB">
                <a:alpha val="100000"/>
              </a:srgbClr>
            </a:solidFill>
            <a:ln w="5420" cap="flat">
              <a:solidFill>
                <a:srgbClr val="52B9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8" name="pg428"/>
            <p:cNvSpPr/>
            <p:nvPr/>
          </p:nvSpPr>
          <p:spPr>
            <a:xfrm>
              <a:off x="5264517" y="282221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8D0AF">
                <a:alpha val="100000"/>
              </a:srgbClr>
            </a:solidFill>
            <a:ln w="5420" cap="flat">
              <a:solidFill>
                <a:srgbClr val="68D0A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9" name="pg429"/>
            <p:cNvSpPr/>
            <p:nvPr/>
          </p:nvSpPr>
          <p:spPr>
            <a:xfrm>
              <a:off x="5276155" y="282221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7D0AF">
                <a:alpha val="100000"/>
              </a:srgbClr>
            </a:solidFill>
            <a:ln w="5420" cap="flat">
              <a:solidFill>
                <a:srgbClr val="67D0A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0" name="pg430"/>
            <p:cNvSpPr/>
            <p:nvPr/>
          </p:nvSpPr>
          <p:spPr>
            <a:xfrm>
              <a:off x="5287792" y="282221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6D0AE">
                <a:alpha val="100000"/>
              </a:srgbClr>
            </a:solidFill>
            <a:ln w="5420" cap="flat">
              <a:solidFill>
                <a:srgbClr val="66D0A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1" name="pg431"/>
            <p:cNvSpPr/>
            <p:nvPr/>
          </p:nvSpPr>
          <p:spPr>
            <a:xfrm>
              <a:off x="5299429" y="282221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5CFAE">
                <a:alpha val="100000"/>
              </a:srgbClr>
            </a:solidFill>
            <a:ln w="5420" cap="flat">
              <a:solidFill>
                <a:srgbClr val="65CFA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2" name="pg432"/>
            <p:cNvSpPr/>
            <p:nvPr/>
          </p:nvSpPr>
          <p:spPr>
            <a:xfrm>
              <a:off x="6009306" y="282221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FB5AB">
                <a:alpha val="100000"/>
              </a:srgbClr>
            </a:solidFill>
            <a:ln w="5420" cap="flat">
              <a:solidFill>
                <a:srgbClr val="4FB5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3" name="pg433"/>
            <p:cNvSpPr/>
            <p:nvPr/>
          </p:nvSpPr>
          <p:spPr>
            <a:xfrm>
              <a:off x="6020944" y="282221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0B6AB">
                <a:alpha val="100000"/>
              </a:srgbClr>
            </a:solidFill>
            <a:ln w="5420" cap="flat">
              <a:solidFill>
                <a:srgbClr val="50B6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4" name="pg434"/>
            <p:cNvSpPr/>
            <p:nvPr/>
          </p:nvSpPr>
          <p:spPr>
            <a:xfrm>
              <a:off x="6032581" y="282221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0B7AB">
                <a:alpha val="100000"/>
              </a:srgbClr>
            </a:solidFill>
            <a:ln w="5420" cap="flat">
              <a:solidFill>
                <a:srgbClr val="50B7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5" name="pg435"/>
            <p:cNvSpPr/>
            <p:nvPr/>
          </p:nvSpPr>
          <p:spPr>
            <a:xfrm>
              <a:off x="6044218" y="282221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1B7AB">
                <a:alpha val="100000"/>
              </a:srgbClr>
            </a:solidFill>
            <a:ln w="5420" cap="flat">
              <a:solidFill>
                <a:srgbClr val="51B7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6" name="pg436"/>
            <p:cNvSpPr/>
            <p:nvPr/>
          </p:nvSpPr>
          <p:spPr>
            <a:xfrm>
              <a:off x="6055856" y="282221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1B7AB">
                <a:alpha val="100000"/>
              </a:srgbClr>
            </a:solidFill>
            <a:ln w="5420" cap="flat">
              <a:solidFill>
                <a:srgbClr val="51B7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7" name="pg437"/>
            <p:cNvSpPr/>
            <p:nvPr/>
          </p:nvSpPr>
          <p:spPr>
            <a:xfrm>
              <a:off x="6067493" y="282221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1B7AB">
                <a:alpha val="100000"/>
              </a:srgbClr>
            </a:solidFill>
            <a:ln w="5420" cap="flat">
              <a:solidFill>
                <a:srgbClr val="51B7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8" name="pg438"/>
            <p:cNvSpPr/>
            <p:nvPr/>
          </p:nvSpPr>
          <p:spPr>
            <a:xfrm>
              <a:off x="6079130" y="282221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1B7AB">
                <a:alpha val="100000"/>
              </a:srgbClr>
            </a:solidFill>
            <a:ln w="5420" cap="flat">
              <a:solidFill>
                <a:srgbClr val="51B7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9" name="pg439"/>
            <p:cNvSpPr/>
            <p:nvPr/>
          </p:nvSpPr>
          <p:spPr>
            <a:xfrm>
              <a:off x="6090768" y="282221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1B7AB">
                <a:alpha val="100000"/>
              </a:srgbClr>
            </a:solidFill>
            <a:ln w="5420" cap="flat">
              <a:solidFill>
                <a:srgbClr val="51B7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0" name="pg440"/>
            <p:cNvSpPr/>
            <p:nvPr/>
          </p:nvSpPr>
          <p:spPr>
            <a:xfrm>
              <a:off x="6102405" y="282221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1B7AB">
                <a:alpha val="100000"/>
              </a:srgbClr>
            </a:solidFill>
            <a:ln w="5420" cap="flat">
              <a:solidFill>
                <a:srgbClr val="51B7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1" name="pg441"/>
            <p:cNvSpPr/>
            <p:nvPr/>
          </p:nvSpPr>
          <p:spPr>
            <a:xfrm>
              <a:off x="6114042" y="282221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1B7AB">
                <a:alpha val="100000"/>
              </a:srgbClr>
            </a:solidFill>
            <a:ln w="5420" cap="flat">
              <a:solidFill>
                <a:srgbClr val="51B7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2" name="pg442"/>
            <p:cNvSpPr/>
            <p:nvPr/>
          </p:nvSpPr>
          <p:spPr>
            <a:xfrm>
              <a:off x="6207141" y="282221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0B6AB">
                <a:alpha val="100000"/>
              </a:srgbClr>
            </a:solidFill>
            <a:ln w="5420" cap="flat">
              <a:solidFill>
                <a:srgbClr val="50B6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3" name="pg443"/>
            <p:cNvSpPr/>
            <p:nvPr/>
          </p:nvSpPr>
          <p:spPr>
            <a:xfrm>
              <a:off x="6218778" y="282221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0B6AB">
                <a:alpha val="100000"/>
              </a:srgbClr>
            </a:solidFill>
            <a:ln w="5420" cap="flat">
              <a:solidFill>
                <a:srgbClr val="50B6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4" name="pg444"/>
            <p:cNvSpPr/>
            <p:nvPr/>
          </p:nvSpPr>
          <p:spPr>
            <a:xfrm>
              <a:off x="6230416" y="282221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0B6AB">
                <a:alpha val="100000"/>
              </a:srgbClr>
            </a:solidFill>
            <a:ln w="5420" cap="flat">
              <a:solidFill>
                <a:srgbClr val="50B6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5" name="pg445"/>
            <p:cNvSpPr/>
            <p:nvPr/>
          </p:nvSpPr>
          <p:spPr>
            <a:xfrm>
              <a:off x="6242053" y="282221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0B7AB">
                <a:alpha val="100000"/>
              </a:srgbClr>
            </a:solidFill>
            <a:ln w="5420" cap="flat">
              <a:solidFill>
                <a:srgbClr val="50B7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6" name="pg446"/>
            <p:cNvSpPr/>
            <p:nvPr/>
          </p:nvSpPr>
          <p:spPr>
            <a:xfrm>
              <a:off x="6253690" y="282221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0B7AB">
                <a:alpha val="100000"/>
              </a:srgbClr>
            </a:solidFill>
            <a:ln w="5420" cap="flat">
              <a:solidFill>
                <a:srgbClr val="50B7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7" name="pg447"/>
            <p:cNvSpPr/>
            <p:nvPr/>
          </p:nvSpPr>
          <p:spPr>
            <a:xfrm>
              <a:off x="6265328" y="282221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1B7AB">
                <a:alpha val="100000"/>
              </a:srgbClr>
            </a:solidFill>
            <a:ln w="5420" cap="flat">
              <a:solidFill>
                <a:srgbClr val="51B7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8" name="pg448"/>
            <p:cNvSpPr/>
            <p:nvPr/>
          </p:nvSpPr>
          <p:spPr>
            <a:xfrm>
              <a:off x="6276965" y="282221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1B7AB">
                <a:alpha val="100000"/>
              </a:srgbClr>
            </a:solidFill>
            <a:ln w="5420" cap="flat">
              <a:solidFill>
                <a:srgbClr val="51B7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9" name="pg449"/>
            <p:cNvSpPr/>
            <p:nvPr/>
          </p:nvSpPr>
          <p:spPr>
            <a:xfrm>
              <a:off x="6288602" y="282221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1B8AB">
                <a:alpha val="100000"/>
              </a:srgbClr>
            </a:solidFill>
            <a:ln w="5420" cap="flat">
              <a:solidFill>
                <a:srgbClr val="51B8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0" name="pg450"/>
            <p:cNvSpPr/>
            <p:nvPr/>
          </p:nvSpPr>
          <p:spPr>
            <a:xfrm>
              <a:off x="6300240" y="282221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1B8AB">
                <a:alpha val="100000"/>
              </a:srgbClr>
            </a:solidFill>
            <a:ln w="5420" cap="flat">
              <a:solidFill>
                <a:srgbClr val="51B8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1" name="pg451"/>
            <p:cNvSpPr/>
            <p:nvPr/>
          </p:nvSpPr>
          <p:spPr>
            <a:xfrm>
              <a:off x="6311877" y="282221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2B8AB">
                <a:alpha val="100000"/>
              </a:srgbClr>
            </a:solidFill>
            <a:ln w="5420" cap="flat">
              <a:solidFill>
                <a:srgbClr val="52B8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2" name="pg452"/>
            <p:cNvSpPr/>
            <p:nvPr/>
          </p:nvSpPr>
          <p:spPr>
            <a:xfrm>
              <a:off x="5892933" y="283651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8ACAA">
                <a:alpha val="100000"/>
              </a:srgbClr>
            </a:solidFill>
            <a:ln w="5420" cap="flat">
              <a:solidFill>
                <a:srgbClr val="48AC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3" name="pg453"/>
            <p:cNvSpPr/>
            <p:nvPr/>
          </p:nvSpPr>
          <p:spPr>
            <a:xfrm>
              <a:off x="5904570" y="283651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9ADAB">
                <a:alpha val="100000"/>
              </a:srgbClr>
            </a:solidFill>
            <a:ln w="5420" cap="flat">
              <a:solidFill>
                <a:srgbClr val="49AD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4" name="pg454"/>
            <p:cNvSpPr/>
            <p:nvPr/>
          </p:nvSpPr>
          <p:spPr>
            <a:xfrm>
              <a:off x="5916208" y="283651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AAFAB">
                <a:alpha val="100000"/>
              </a:srgbClr>
            </a:solidFill>
            <a:ln w="5420" cap="flat">
              <a:solidFill>
                <a:srgbClr val="4AAF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5" name="pg455"/>
            <p:cNvSpPr/>
            <p:nvPr/>
          </p:nvSpPr>
          <p:spPr>
            <a:xfrm>
              <a:off x="5927845" y="283651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BB0AB">
                <a:alpha val="100000"/>
              </a:srgbClr>
            </a:solidFill>
            <a:ln w="5420" cap="flat">
              <a:solidFill>
                <a:srgbClr val="4BB0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6" name="pg456"/>
            <p:cNvSpPr/>
            <p:nvPr/>
          </p:nvSpPr>
          <p:spPr>
            <a:xfrm>
              <a:off x="5939482" y="283651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CB1AB">
                <a:alpha val="100000"/>
              </a:srgbClr>
            </a:solidFill>
            <a:ln w="5420" cap="flat">
              <a:solidFill>
                <a:srgbClr val="4CB1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7" name="pg457"/>
            <p:cNvSpPr/>
            <p:nvPr/>
          </p:nvSpPr>
          <p:spPr>
            <a:xfrm>
              <a:off x="5951120" y="283651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CB1AB">
                <a:alpha val="100000"/>
              </a:srgbClr>
            </a:solidFill>
            <a:ln w="5420" cap="flat">
              <a:solidFill>
                <a:srgbClr val="4CB1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8" name="pg458"/>
            <p:cNvSpPr/>
            <p:nvPr/>
          </p:nvSpPr>
          <p:spPr>
            <a:xfrm>
              <a:off x="5962757" y="283651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DB2AB">
                <a:alpha val="100000"/>
              </a:srgbClr>
            </a:solidFill>
            <a:ln w="5420" cap="flat">
              <a:solidFill>
                <a:srgbClr val="4DB2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9" name="pg459"/>
            <p:cNvSpPr/>
            <p:nvPr/>
          </p:nvSpPr>
          <p:spPr>
            <a:xfrm>
              <a:off x="5974394" y="283651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EB3AB">
                <a:alpha val="100000"/>
              </a:srgbClr>
            </a:solidFill>
            <a:ln w="5420" cap="flat">
              <a:solidFill>
                <a:srgbClr val="4EB3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0" name="pg460"/>
            <p:cNvSpPr/>
            <p:nvPr/>
          </p:nvSpPr>
          <p:spPr>
            <a:xfrm>
              <a:off x="5986032" y="283651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EB4AB">
                <a:alpha val="100000"/>
              </a:srgbClr>
            </a:solidFill>
            <a:ln w="5420" cap="flat">
              <a:solidFill>
                <a:srgbClr val="4EB4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1" name="pg461"/>
            <p:cNvSpPr/>
            <p:nvPr/>
          </p:nvSpPr>
          <p:spPr>
            <a:xfrm>
              <a:off x="5997669" y="283651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FB4AB">
                <a:alpha val="100000"/>
              </a:srgbClr>
            </a:solidFill>
            <a:ln w="5420" cap="flat">
              <a:solidFill>
                <a:srgbClr val="4FB4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2" name="pg462"/>
            <p:cNvSpPr/>
            <p:nvPr/>
          </p:nvSpPr>
          <p:spPr>
            <a:xfrm>
              <a:off x="6009306" y="283651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FB5AB">
                <a:alpha val="100000"/>
              </a:srgbClr>
            </a:solidFill>
            <a:ln w="5420" cap="flat">
              <a:solidFill>
                <a:srgbClr val="4FB5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3" name="pg463"/>
            <p:cNvSpPr/>
            <p:nvPr/>
          </p:nvSpPr>
          <p:spPr>
            <a:xfrm>
              <a:off x="6020944" y="283651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FB6AB">
                <a:alpha val="100000"/>
              </a:srgbClr>
            </a:solidFill>
            <a:ln w="5420" cap="flat">
              <a:solidFill>
                <a:srgbClr val="4FB6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4" name="pg464"/>
            <p:cNvSpPr/>
            <p:nvPr/>
          </p:nvSpPr>
          <p:spPr>
            <a:xfrm>
              <a:off x="6032581" y="283651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0B6AB">
                <a:alpha val="100000"/>
              </a:srgbClr>
            </a:solidFill>
            <a:ln w="5420" cap="flat">
              <a:solidFill>
                <a:srgbClr val="50B6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5" name="pg465"/>
            <p:cNvSpPr/>
            <p:nvPr/>
          </p:nvSpPr>
          <p:spPr>
            <a:xfrm>
              <a:off x="6044218" y="283651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0B7AB">
                <a:alpha val="100000"/>
              </a:srgbClr>
            </a:solidFill>
            <a:ln w="5420" cap="flat">
              <a:solidFill>
                <a:srgbClr val="50B7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6" name="pg466"/>
            <p:cNvSpPr/>
            <p:nvPr/>
          </p:nvSpPr>
          <p:spPr>
            <a:xfrm>
              <a:off x="6055856" y="283651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0B7AB">
                <a:alpha val="100000"/>
              </a:srgbClr>
            </a:solidFill>
            <a:ln w="5420" cap="flat">
              <a:solidFill>
                <a:srgbClr val="50B7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7" name="pg467"/>
            <p:cNvSpPr/>
            <p:nvPr/>
          </p:nvSpPr>
          <p:spPr>
            <a:xfrm>
              <a:off x="6067493" y="283651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0B7AB">
                <a:alpha val="100000"/>
              </a:srgbClr>
            </a:solidFill>
            <a:ln w="5420" cap="flat">
              <a:solidFill>
                <a:srgbClr val="50B7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8" name="pg468"/>
            <p:cNvSpPr/>
            <p:nvPr/>
          </p:nvSpPr>
          <p:spPr>
            <a:xfrm>
              <a:off x="6079130" y="283651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1B7AB">
                <a:alpha val="100000"/>
              </a:srgbClr>
            </a:solidFill>
            <a:ln w="5420" cap="flat">
              <a:solidFill>
                <a:srgbClr val="51B7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9" name="pg469"/>
            <p:cNvSpPr/>
            <p:nvPr/>
          </p:nvSpPr>
          <p:spPr>
            <a:xfrm>
              <a:off x="6090768" y="283651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1B7AB">
                <a:alpha val="100000"/>
              </a:srgbClr>
            </a:solidFill>
            <a:ln w="5420" cap="flat">
              <a:solidFill>
                <a:srgbClr val="51B7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0" name="pg470"/>
            <p:cNvSpPr/>
            <p:nvPr/>
          </p:nvSpPr>
          <p:spPr>
            <a:xfrm>
              <a:off x="6102405" y="283651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0B7AB">
                <a:alpha val="100000"/>
              </a:srgbClr>
            </a:solidFill>
            <a:ln w="5420" cap="flat">
              <a:solidFill>
                <a:srgbClr val="50B7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1" name="pg471"/>
            <p:cNvSpPr/>
            <p:nvPr/>
          </p:nvSpPr>
          <p:spPr>
            <a:xfrm>
              <a:off x="6114042" y="283651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0B7AB">
                <a:alpha val="100000"/>
              </a:srgbClr>
            </a:solidFill>
            <a:ln w="5420" cap="flat">
              <a:solidFill>
                <a:srgbClr val="50B7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2" name="pg472"/>
            <p:cNvSpPr/>
            <p:nvPr/>
          </p:nvSpPr>
          <p:spPr>
            <a:xfrm>
              <a:off x="6183866" y="283651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FB6AB">
                <a:alpha val="100000"/>
              </a:srgbClr>
            </a:solidFill>
            <a:ln w="5420" cap="flat">
              <a:solidFill>
                <a:srgbClr val="4FB6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3" name="pg473"/>
            <p:cNvSpPr/>
            <p:nvPr/>
          </p:nvSpPr>
          <p:spPr>
            <a:xfrm>
              <a:off x="6195504" y="283651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FB6AB">
                <a:alpha val="100000"/>
              </a:srgbClr>
            </a:solidFill>
            <a:ln w="5420" cap="flat">
              <a:solidFill>
                <a:srgbClr val="4FB6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4" name="pg474"/>
            <p:cNvSpPr/>
            <p:nvPr/>
          </p:nvSpPr>
          <p:spPr>
            <a:xfrm>
              <a:off x="6207141" y="283651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FB5AB">
                <a:alpha val="100000"/>
              </a:srgbClr>
            </a:solidFill>
            <a:ln w="5420" cap="flat">
              <a:solidFill>
                <a:srgbClr val="4FB5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5" name="pg475"/>
            <p:cNvSpPr/>
            <p:nvPr/>
          </p:nvSpPr>
          <p:spPr>
            <a:xfrm>
              <a:off x="6218778" y="283651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FB5AB">
                <a:alpha val="100000"/>
              </a:srgbClr>
            </a:solidFill>
            <a:ln w="5420" cap="flat">
              <a:solidFill>
                <a:srgbClr val="4FB5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6" name="pg476"/>
            <p:cNvSpPr/>
            <p:nvPr/>
          </p:nvSpPr>
          <p:spPr>
            <a:xfrm>
              <a:off x="6230416" y="283651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FB6AB">
                <a:alpha val="100000"/>
              </a:srgbClr>
            </a:solidFill>
            <a:ln w="5420" cap="flat">
              <a:solidFill>
                <a:srgbClr val="4FB6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7" name="pg477"/>
            <p:cNvSpPr/>
            <p:nvPr/>
          </p:nvSpPr>
          <p:spPr>
            <a:xfrm>
              <a:off x="6242053" y="283651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FB6AB">
                <a:alpha val="100000"/>
              </a:srgbClr>
            </a:solidFill>
            <a:ln w="5420" cap="flat">
              <a:solidFill>
                <a:srgbClr val="4FB6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8" name="pg478"/>
            <p:cNvSpPr/>
            <p:nvPr/>
          </p:nvSpPr>
          <p:spPr>
            <a:xfrm>
              <a:off x="6253690" y="283651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0B6AB">
                <a:alpha val="100000"/>
              </a:srgbClr>
            </a:solidFill>
            <a:ln w="5420" cap="flat">
              <a:solidFill>
                <a:srgbClr val="50B6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9" name="pg479"/>
            <p:cNvSpPr/>
            <p:nvPr/>
          </p:nvSpPr>
          <p:spPr>
            <a:xfrm>
              <a:off x="6265328" y="283651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0B6AB">
                <a:alpha val="100000"/>
              </a:srgbClr>
            </a:solidFill>
            <a:ln w="5420" cap="flat">
              <a:solidFill>
                <a:srgbClr val="50B6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0" name="pg480"/>
            <p:cNvSpPr/>
            <p:nvPr/>
          </p:nvSpPr>
          <p:spPr>
            <a:xfrm>
              <a:off x="6276965" y="283651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0B7AB">
                <a:alpha val="100000"/>
              </a:srgbClr>
            </a:solidFill>
            <a:ln w="5420" cap="flat">
              <a:solidFill>
                <a:srgbClr val="50B7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1" name="pg481"/>
            <p:cNvSpPr/>
            <p:nvPr/>
          </p:nvSpPr>
          <p:spPr>
            <a:xfrm>
              <a:off x="6288602" y="283651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1B7AB">
                <a:alpha val="100000"/>
              </a:srgbClr>
            </a:solidFill>
            <a:ln w="5420" cap="flat">
              <a:solidFill>
                <a:srgbClr val="51B7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2" name="pg482"/>
            <p:cNvSpPr/>
            <p:nvPr/>
          </p:nvSpPr>
          <p:spPr>
            <a:xfrm>
              <a:off x="5881296" y="285081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6A9AA">
                <a:alpha val="100000"/>
              </a:srgbClr>
            </a:solidFill>
            <a:ln w="5420" cap="flat">
              <a:solidFill>
                <a:srgbClr val="46A9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3" name="pg483"/>
            <p:cNvSpPr/>
            <p:nvPr/>
          </p:nvSpPr>
          <p:spPr>
            <a:xfrm>
              <a:off x="5892933" y="285081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6AAAA">
                <a:alpha val="100000"/>
              </a:srgbClr>
            </a:solidFill>
            <a:ln w="5420" cap="flat">
              <a:solidFill>
                <a:srgbClr val="46AA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4" name="pg484"/>
            <p:cNvSpPr/>
            <p:nvPr/>
          </p:nvSpPr>
          <p:spPr>
            <a:xfrm>
              <a:off x="5904570" y="285081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7ABAA">
                <a:alpha val="100000"/>
              </a:srgbClr>
            </a:solidFill>
            <a:ln w="5420" cap="flat">
              <a:solidFill>
                <a:srgbClr val="47AB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5" name="pg485"/>
            <p:cNvSpPr/>
            <p:nvPr/>
          </p:nvSpPr>
          <p:spPr>
            <a:xfrm>
              <a:off x="5916208" y="285081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9ADAB">
                <a:alpha val="100000"/>
              </a:srgbClr>
            </a:solidFill>
            <a:ln w="5420" cap="flat">
              <a:solidFill>
                <a:srgbClr val="49AD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6" name="pg486"/>
            <p:cNvSpPr/>
            <p:nvPr/>
          </p:nvSpPr>
          <p:spPr>
            <a:xfrm>
              <a:off x="5927845" y="285081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AAEAB">
                <a:alpha val="100000"/>
              </a:srgbClr>
            </a:solidFill>
            <a:ln w="5420" cap="flat">
              <a:solidFill>
                <a:srgbClr val="4AAE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7" name="pg487"/>
            <p:cNvSpPr/>
            <p:nvPr/>
          </p:nvSpPr>
          <p:spPr>
            <a:xfrm>
              <a:off x="5939482" y="285081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BAFAB">
                <a:alpha val="100000"/>
              </a:srgbClr>
            </a:solidFill>
            <a:ln w="5420" cap="flat">
              <a:solidFill>
                <a:srgbClr val="4BAF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8" name="pg488"/>
            <p:cNvSpPr/>
            <p:nvPr/>
          </p:nvSpPr>
          <p:spPr>
            <a:xfrm>
              <a:off x="5951120" y="285081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CB1AB">
                <a:alpha val="100000"/>
              </a:srgbClr>
            </a:solidFill>
            <a:ln w="5420" cap="flat">
              <a:solidFill>
                <a:srgbClr val="4CB1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9" name="pg489"/>
            <p:cNvSpPr/>
            <p:nvPr/>
          </p:nvSpPr>
          <p:spPr>
            <a:xfrm>
              <a:off x="5962757" y="285081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CB1AB">
                <a:alpha val="100000"/>
              </a:srgbClr>
            </a:solidFill>
            <a:ln w="5420" cap="flat">
              <a:solidFill>
                <a:srgbClr val="4CB1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0" name="pg490"/>
            <p:cNvSpPr/>
            <p:nvPr/>
          </p:nvSpPr>
          <p:spPr>
            <a:xfrm>
              <a:off x="5974394" y="285081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DB2AB">
                <a:alpha val="100000"/>
              </a:srgbClr>
            </a:solidFill>
            <a:ln w="5420" cap="flat">
              <a:solidFill>
                <a:srgbClr val="4DB2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1" name="pg491"/>
            <p:cNvSpPr/>
            <p:nvPr/>
          </p:nvSpPr>
          <p:spPr>
            <a:xfrm>
              <a:off x="5986032" y="285081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EB3AB">
                <a:alpha val="100000"/>
              </a:srgbClr>
            </a:solidFill>
            <a:ln w="5420" cap="flat">
              <a:solidFill>
                <a:srgbClr val="4EB3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2" name="pg492"/>
            <p:cNvSpPr/>
            <p:nvPr/>
          </p:nvSpPr>
          <p:spPr>
            <a:xfrm>
              <a:off x="5997669" y="285081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EB4AB">
                <a:alpha val="100000"/>
              </a:srgbClr>
            </a:solidFill>
            <a:ln w="5420" cap="flat">
              <a:solidFill>
                <a:srgbClr val="4EB4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3" name="pg493"/>
            <p:cNvSpPr/>
            <p:nvPr/>
          </p:nvSpPr>
          <p:spPr>
            <a:xfrm>
              <a:off x="6009306" y="285081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FB5AB">
                <a:alpha val="100000"/>
              </a:srgbClr>
            </a:solidFill>
            <a:ln w="5420" cap="flat">
              <a:solidFill>
                <a:srgbClr val="4FB5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4" name="pg494"/>
            <p:cNvSpPr/>
            <p:nvPr/>
          </p:nvSpPr>
          <p:spPr>
            <a:xfrm>
              <a:off x="6020944" y="285081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FB5AB">
                <a:alpha val="100000"/>
              </a:srgbClr>
            </a:solidFill>
            <a:ln w="5420" cap="flat">
              <a:solidFill>
                <a:srgbClr val="4FB5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5" name="pg495"/>
            <p:cNvSpPr/>
            <p:nvPr/>
          </p:nvSpPr>
          <p:spPr>
            <a:xfrm>
              <a:off x="6032581" y="285081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0B6AB">
                <a:alpha val="100000"/>
              </a:srgbClr>
            </a:solidFill>
            <a:ln w="5420" cap="flat">
              <a:solidFill>
                <a:srgbClr val="50B6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6" name="pg496"/>
            <p:cNvSpPr/>
            <p:nvPr/>
          </p:nvSpPr>
          <p:spPr>
            <a:xfrm>
              <a:off x="6044218" y="285081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0B6AB">
                <a:alpha val="100000"/>
              </a:srgbClr>
            </a:solidFill>
            <a:ln w="5420" cap="flat">
              <a:solidFill>
                <a:srgbClr val="50B6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7" name="pg497"/>
            <p:cNvSpPr/>
            <p:nvPr/>
          </p:nvSpPr>
          <p:spPr>
            <a:xfrm>
              <a:off x="6055856" y="285081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0B7AB">
                <a:alpha val="100000"/>
              </a:srgbClr>
            </a:solidFill>
            <a:ln w="5420" cap="flat">
              <a:solidFill>
                <a:srgbClr val="50B7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8" name="pg498"/>
            <p:cNvSpPr/>
            <p:nvPr/>
          </p:nvSpPr>
          <p:spPr>
            <a:xfrm>
              <a:off x="6067493" y="285081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0B7AB">
                <a:alpha val="100000"/>
              </a:srgbClr>
            </a:solidFill>
            <a:ln w="5420" cap="flat">
              <a:solidFill>
                <a:srgbClr val="50B7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9" name="pg499"/>
            <p:cNvSpPr/>
            <p:nvPr/>
          </p:nvSpPr>
          <p:spPr>
            <a:xfrm>
              <a:off x="6079130" y="285081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0B7AB">
                <a:alpha val="100000"/>
              </a:srgbClr>
            </a:solidFill>
            <a:ln w="5420" cap="flat">
              <a:solidFill>
                <a:srgbClr val="50B7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0" name="pg500"/>
            <p:cNvSpPr/>
            <p:nvPr/>
          </p:nvSpPr>
          <p:spPr>
            <a:xfrm>
              <a:off x="6090768" y="285081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0B7AB">
                <a:alpha val="100000"/>
              </a:srgbClr>
            </a:solidFill>
            <a:ln w="5420" cap="flat">
              <a:solidFill>
                <a:srgbClr val="50B7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1" name="pg501"/>
            <p:cNvSpPr/>
            <p:nvPr/>
          </p:nvSpPr>
          <p:spPr>
            <a:xfrm>
              <a:off x="6102405" y="285081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0B7AB">
                <a:alpha val="100000"/>
              </a:srgbClr>
            </a:solidFill>
            <a:ln w="5420" cap="flat">
              <a:solidFill>
                <a:srgbClr val="50B7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2" name="pg502"/>
            <p:cNvSpPr/>
            <p:nvPr/>
          </p:nvSpPr>
          <p:spPr>
            <a:xfrm>
              <a:off x="6172229" y="285081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FB5AB">
                <a:alpha val="100000"/>
              </a:srgbClr>
            </a:solidFill>
            <a:ln w="5420" cap="flat">
              <a:solidFill>
                <a:srgbClr val="4FB5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3" name="pg503"/>
            <p:cNvSpPr/>
            <p:nvPr/>
          </p:nvSpPr>
          <p:spPr>
            <a:xfrm>
              <a:off x="6183866" y="285081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FB5AB">
                <a:alpha val="100000"/>
              </a:srgbClr>
            </a:solidFill>
            <a:ln w="5420" cap="flat">
              <a:solidFill>
                <a:srgbClr val="4FB5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4" name="pg504"/>
            <p:cNvSpPr/>
            <p:nvPr/>
          </p:nvSpPr>
          <p:spPr>
            <a:xfrm>
              <a:off x="6195504" y="285081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FB5AB">
                <a:alpha val="100000"/>
              </a:srgbClr>
            </a:solidFill>
            <a:ln w="5420" cap="flat">
              <a:solidFill>
                <a:srgbClr val="4FB5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5" name="pg505"/>
            <p:cNvSpPr/>
            <p:nvPr/>
          </p:nvSpPr>
          <p:spPr>
            <a:xfrm>
              <a:off x="6207141" y="285081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FB5AB">
                <a:alpha val="100000"/>
              </a:srgbClr>
            </a:solidFill>
            <a:ln w="5420" cap="flat">
              <a:solidFill>
                <a:srgbClr val="4FB5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6" name="pg506"/>
            <p:cNvSpPr/>
            <p:nvPr/>
          </p:nvSpPr>
          <p:spPr>
            <a:xfrm>
              <a:off x="6218778" y="285081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FB5AB">
                <a:alpha val="100000"/>
              </a:srgbClr>
            </a:solidFill>
            <a:ln w="5420" cap="flat">
              <a:solidFill>
                <a:srgbClr val="4FB5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7" name="pg507"/>
            <p:cNvSpPr/>
            <p:nvPr/>
          </p:nvSpPr>
          <p:spPr>
            <a:xfrm>
              <a:off x="6230416" y="285081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FB5AB">
                <a:alpha val="100000"/>
              </a:srgbClr>
            </a:solidFill>
            <a:ln w="5420" cap="flat">
              <a:solidFill>
                <a:srgbClr val="4FB5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8" name="pg508"/>
            <p:cNvSpPr/>
            <p:nvPr/>
          </p:nvSpPr>
          <p:spPr>
            <a:xfrm>
              <a:off x="6242053" y="285081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FB5AB">
                <a:alpha val="100000"/>
              </a:srgbClr>
            </a:solidFill>
            <a:ln w="5420" cap="flat">
              <a:solidFill>
                <a:srgbClr val="4FB5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9" name="pg509"/>
            <p:cNvSpPr/>
            <p:nvPr/>
          </p:nvSpPr>
          <p:spPr>
            <a:xfrm>
              <a:off x="6253690" y="285081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FB5AB">
                <a:alpha val="100000"/>
              </a:srgbClr>
            </a:solidFill>
            <a:ln w="5420" cap="flat">
              <a:solidFill>
                <a:srgbClr val="4FB5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0" name="pg510"/>
            <p:cNvSpPr/>
            <p:nvPr/>
          </p:nvSpPr>
          <p:spPr>
            <a:xfrm>
              <a:off x="6265328" y="285081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FB5AB">
                <a:alpha val="100000"/>
              </a:srgbClr>
            </a:solidFill>
            <a:ln w="5420" cap="flat">
              <a:solidFill>
                <a:srgbClr val="4FB5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1" name="pg511"/>
            <p:cNvSpPr/>
            <p:nvPr/>
          </p:nvSpPr>
          <p:spPr>
            <a:xfrm>
              <a:off x="6276965" y="285081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0B6AB">
                <a:alpha val="100000"/>
              </a:srgbClr>
            </a:solidFill>
            <a:ln w="5420" cap="flat">
              <a:solidFill>
                <a:srgbClr val="50B6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2" name="pg512"/>
            <p:cNvSpPr/>
            <p:nvPr/>
          </p:nvSpPr>
          <p:spPr>
            <a:xfrm>
              <a:off x="5869658" y="286511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3A6AA">
                <a:alpha val="100000"/>
              </a:srgbClr>
            </a:solidFill>
            <a:ln w="5420" cap="flat">
              <a:solidFill>
                <a:srgbClr val="43A6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3" name="pg513"/>
            <p:cNvSpPr/>
            <p:nvPr/>
          </p:nvSpPr>
          <p:spPr>
            <a:xfrm>
              <a:off x="5881296" y="286511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3A7AA">
                <a:alpha val="100000"/>
              </a:srgbClr>
            </a:solidFill>
            <a:ln w="5420" cap="flat">
              <a:solidFill>
                <a:srgbClr val="43A7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4" name="pg514"/>
            <p:cNvSpPr/>
            <p:nvPr/>
          </p:nvSpPr>
          <p:spPr>
            <a:xfrm>
              <a:off x="5892933" y="286511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4A8AA">
                <a:alpha val="100000"/>
              </a:srgbClr>
            </a:solidFill>
            <a:ln w="5420" cap="flat">
              <a:solidFill>
                <a:srgbClr val="44A8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5" name="pg515"/>
            <p:cNvSpPr/>
            <p:nvPr/>
          </p:nvSpPr>
          <p:spPr>
            <a:xfrm>
              <a:off x="5904570" y="286511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6A9AA">
                <a:alpha val="100000"/>
              </a:srgbClr>
            </a:solidFill>
            <a:ln w="5420" cap="flat">
              <a:solidFill>
                <a:srgbClr val="46A9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6" name="pg516"/>
            <p:cNvSpPr/>
            <p:nvPr/>
          </p:nvSpPr>
          <p:spPr>
            <a:xfrm>
              <a:off x="5916208" y="286511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8ACAA">
                <a:alpha val="100000"/>
              </a:srgbClr>
            </a:solidFill>
            <a:ln w="5420" cap="flat">
              <a:solidFill>
                <a:srgbClr val="48AC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7" name="pg517"/>
            <p:cNvSpPr/>
            <p:nvPr/>
          </p:nvSpPr>
          <p:spPr>
            <a:xfrm>
              <a:off x="5927845" y="286511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9ADAB">
                <a:alpha val="100000"/>
              </a:srgbClr>
            </a:solidFill>
            <a:ln w="5420" cap="flat">
              <a:solidFill>
                <a:srgbClr val="49AD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8" name="pg518"/>
            <p:cNvSpPr/>
            <p:nvPr/>
          </p:nvSpPr>
          <p:spPr>
            <a:xfrm>
              <a:off x="5939482" y="286511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AAFAB">
                <a:alpha val="100000"/>
              </a:srgbClr>
            </a:solidFill>
            <a:ln w="5420" cap="flat">
              <a:solidFill>
                <a:srgbClr val="4AAF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9" name="pg519"/>
            <p:cNvSpPr/>
            <p:nvPr/>
          </p:nvSpPr>
          <p:spPr>
            <a:xfrm>
              <a:off x="5951120" y="286511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BB0AB">
                <a:alpha val="100000"/>
              </a:srgbClr>
            </a:solidFill>
            <a:ln w="5420" cap="flat">
              <a:solidFill>
                <a:srgbClr val="4BB0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0" name="pg520"/>
            <p:cNvSpPr/>
            <p:nvPr/>
          </p:nvSpPr>
          <p:spPr>
            <a:xfrm>
              <a:off x="5962757" y="286511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CB1AB">
                <a:alpha val="100000"/>
              </a:srgbClr>
            </a:solidFill>
            <a:ln w="5420" cap="flat">
              <a:solidFill>
                <a:srgbClr val="4CB1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1" name="pg521"/>
            <p:cNvSpPr/>
            <p:nvPr/>
          </p:nvSpPr>
          <p:spPr>
            <a:xfrm>
              <a:off x="5974394" y="286511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DB2AB">
                <a:alpha val="100000"/>
              </a:srgbClr>
            </a:solidFill>
            <a:ln w="5420" cap="flat">
              <a:solidFill>
                <a:srgbClr val="4DB2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2" name="pg522"/>
            <p:cNvSpPr/>
            <p:nvPr/>
          </p:nvSpPr>
          <p:spPr>
            <a:xfrm>
              <a:off x="5986032" y="286511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DB3AB">
                <a:alpha val="100000"/>
              </a:srgbClr>
            </a:solidFill>
            <a:ln w="5420" cap="flat">
              <a:solidFill>
                <a:srgbClr val="4DB3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3" name="pg523"/>
            <p:cNvSpPr/>
            <p:nvPr/>
          </p:nvSpPr>
          <p:spPr>
            <a:xfrm>
              <a:off x="5997669" y="286511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EB4AB">
                <a:alpha val="100000"/>
              </a:srgbClr>
            </a:solidFill>
            <a:ln w="5420" cap="flat">
              <a:solidFill>
                <a:srgbClr val="4EB4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4" name="pg524"/>
            <p:cNvSpPr/>
            <p:nvPr/>
          </p:nvSpPr>
          <p:spPr>
            <a:xfrm>
              <a:off x="6009306" y="286511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EB4AB">
                <a:alpha val="100000"/>
              </a:srgbClr>
            </a:solidFill>
            <a:ln w="5420" cap="flat">
              <a:solidFill>
                <a:srgbClr val="4EB4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5" name="pg525"/>
            <p:cNvSpPr/>
            <p:nvPr/>
          </p:nvSpPr>
          <p:spPr>
            <a:xfrm>
              <a:off x="6020944" y="286511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FB5AB">
                <a:alpha val="100000"/>
              </a:srgbClr>
            </a:solidFill>
            <a:ln w="5420" cap="flat">
              <a:solidFill>
                <a:srgbClr val="4FB5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6" name="pg526"/>
            <p:cNvSpPr/>
            <p:nvPr/>
          </p:nvSpPr>
          <p:spPr>
            <a:xfrm>
              <a:off x="6032581" y="286511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0B6AB">
                <a:alpha val="100000"/>
              </a:srgbClr>
            </a:solidFill>
            <a:ln w="5420" cap="flat">
              <a:solidFill>
                <a:srgbClr val="50B6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7" name="pg527"/>
            <p:cNvSpPr/>
            <p:nvPr/>
          </p:nvSpPr>
          <p:spPr>
            <a:xfrm>
              <a:off x="6044218" y="286511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0B6AB">
                <a:alpha val="100000"/>
              </a:srgbClr>
            </a:solidFill>
            <a:ln w="5420" cap="flat">
              <a:solidFill>
                <a:srgbClr val="50B6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8" name="pg528"/>
            <p:cNvSpPr/>
            <p:nvPr/>
          </p:nvSpPr>
          <p:spPr>
            <a:xfrm>
              <a:off x="6055856" y="286511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0B6AB">
                <a:alpha val="100000"/>
              </a:srgbClr>
            </a:solidFill>
            <a:ln w="5420" cap="flat">
              <a:solidFill>
                <a:srgbClr val="50B6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9" name="pg529"/>
            <p:cNvSpPr/>
            <p:nvPr/>
          </p:nvSpPr>
          <p:spPr>
            <a:xfrm>
              <a:off x="6067493" y="286511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0B6AB">
                <a:alpha val="100000"/>
              </a:srgbClr>
            </a:solidFill>
            <a:ln w="5420" cap="flat">
              <a:solidFill>
                <a:srgbClr val="50B6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0" name="pg530"/>
            <p:cNvSpPr/>
            <p:nvPr/>
          </p:nvSpPr>
          <p:spPr>
            <a:xfrm>
              <a:off x="6079130" y="286511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0B6AB">
                <a:alpha val="100000"/>
              </a:srgbClr>
            </a:solidFill>
            <a:ln w="5420" cap="flat">
              <a:solidFill>
                <a:srgbClr val="50B6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1" name="pg531"/>
            <p:cNvSpPr/>
            <p:nvPr/>
          </p:nvSpPr>
          <p:spPr>
            <a:xfrm>
              <a:off x="6090768" y="286511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0B6AB">
                <a:alpha val="100000"/>
              </a:srgbClr>
            </a:solidFill>
            <a:ln w="5420" cap="flat">
              <a:solidFill>
                <a:srgbClr val="50B6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2" name="pg532"/>
            <p:cNvSpPr/>
            <p:nvPr/>
          </p:nvSpPr>
          <p:spPr>
            <a:xfrm>
              <a:off x="6172229" y="286511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EB4AB">
                <a:alpha val="100000"/>
              </a:srgbClr>
            </a:solidFill>
            <a:ln w="5420" cap="flat">
              <a:solidFill>
                <a:srgbClr val="4EB4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3" name="pg533"/>
            <p:cNvSpPr/>
            <p:nvPr/>
          </p:nvSpPr>
          <p:spPr>
            <a:xfrm>
              <a:off x="6183866" y="286511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EB4AB">
                <a:alpha val="100000"/>
              </a:srgbClr>
            </a:solidFill>
            <a:ln w="5420" cap="flat">
              <a:solidFill>
                <a:srgbClr val="4EB4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4" name="pg534"/>
            <p:cNvSpPr/>
            <p:nvPr/>
          </p:nvSpPr>
          <p:spPr>
            <a:xfrm>
              <a:off x="6195504" y="286511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EB4AB">
                <a:alpha val="100000"/>
              </a:srgbClr>
            </a:solidFill>
            <a:ln w="5420" cap="flat">
              <a:solidFill>
                <a:srgbClr val="4EB4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5" name="pg535"/>
            <p:cNvSpPr/>
            <p:nvPr/>
          </p:nvSpPr>
          <p:spPr>
            <a:xfrm>
              <a:off x="6207141" y="286511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EB4AB">
                <a:alpha val="100000"/>
              </a:srgbClr>
            </a:solidFill>
            <a:ln w="5420" cap="flat">
              <a:solidFill>
                <a:srgbClr val="4EB4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6" name="pg536"/>
            <p:cNvSpPr/>
            <p:nvPr/>
          </p:nvSpPr>
          <p:spPr>
            <a:xfrm>
              <a:off x="6218778" y="286511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EB4AB">
                <a:alpha val="100000"/>
              </a:srgbClr>
            </a:solidFill>
            <a:ln w="5420" cap="flat">
              <a:solidFill>
                <a:srgbClr val="4EB4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7" name="pg537"/>
            <p:cNvSpPr/>
            <p:nvPr/>
          </p:nvSpPr>
          <p:spPr>
            <a:xfrm>
              <a:off x="6230416" y="286511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EB4AB">
                <a:alpha val="100000"/>
              </a:srgbClr>
            </a:solidFill>
            <a:ln w="5420" cap="flat">
              <a:solidFill>
                <a:srgbClr val="4EB4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8" name="pg538"/>
            <p:cNvSpPr/>
            <p:nvPr/>
          </p:nvSpPr>
          <p:spPr>
            <a:xfrm>
              <a:off x="6242053" y="286511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EB4AB">
                <a:alpha val="100000"/>
              </a:srgbClr>
            </a:solidFill>
            <a:ln w="5420" cap="flat">
              <a:solidFill>
                <a:srgbClr val="4EB4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9" name="pg539"/>
            <p:cNvSpPr/>
            <p:nvPr/>
          </p:nvSpPr>
          <p:spPr>
            <a:xfrm>
              <a:off x="6253690" y="286511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EB4AB">
                <a:alpha val="100000"/>
              </a:srgbClr>
            </a:solidFill>
            <a:ln w="5420" cap="flat">
              <a:solidFill>
                <a:srgbClr val="4EB4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0" name="pg540"/>
            <p:cNvSpPr/>
            <p:nvPr/>
          </p:nvSpPr>
          <p:spPr>
            <a:xfrm>
              <a:off x="5869658" y="287941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0A2AA">
                <a:alpha val="100000"/>
              </a:srgbClr>
            </a:solidFill>
            <a:ln w="5420" cap="flat">
              <a:solidFill>
                <a:srgbClr val="40A2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1" name="pg541"/>
            <p:cNvSpPr/>
            <p:nvPr/>
          </p:nvSpPr>
          <p:spPr>
            <a:xfrm>
              <a:off x="5881296" y="287941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1A4AA">
                <a:alpha val="100000"/>
              </a:srgbClr>
            </a:solidFill>
            <a:ln w="5420" cap="flat">
              <a:solidFill>
                <a:srgbClr val="41A4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2" name="pg542"/>
            <p:cNvSpPr/>
            <p:nvPr/>
          </p:nvSpPr>
          <p:spPr>
            <a:xfrm>
              <a:off x="5892933" y="287941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2A6AA">
                <a:alpha val="100000"/>
              </a:srgbClr>
            </a:solidFill>
            <a:ln w="5420" cap="flat">
              <a:solidFill>
                <a:srgbClr val="42A6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3" name="pg543"/>
            <p:cNvSpPr/>
            <p:nvPr/>
          </p:nvSpPr>
          <p:spPr>
            <a:xfrm>
              <a:off x="5904570" y="287941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4A7AA">
                <a:alpha val="100000"/>
              </a:srgbClr>
            </a:solidFill>
            <a:ln w="5420" cap="flat">
              <a:solidFill>
                <a:srgbClr val="44A7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4" name="pg544"/>
            <p:cNvSpPr/>
            <p:nvPr/>
          </p:nvSpPr>
          <p:spPr>
            <a:xfrm>
              <a:off x="5916208" y="287941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7ABAA">
                <a:alpha val="100000"/>
              </a:srgbClr>
            </a:solidFill>
            <a:ln w="5420" cap="flat">
              <a:solidFill>
                <a:srgbClr val="47AB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5" name="pg545"/>
            <p:cNvSpPr/>
            <p:nvPr/>
          </p:nvSpPr>
          <p:spPr>
            <a:xfrm>
              <a:off x="5927845" y="287941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8ACAA">
                <a:alpha val="100000"/>
              </a:srgbClr>
            </a:solidFill>
            <a:ln w="5420" cap="flat">
              <a:solidFill>
                <a:srgbClr val="48AC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6" name="pg546"/>
            <p:cNvSpPr/>
            <p:nvPr/>
          </p:nvSpPr>
          <p:spPr>
            <a:xfrm>
              <a:off x="5939482" y="287941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9AEAB">
                <a:alpha val="100000"/>
              </a:srgbClr>
            </a:solidFill>
            <a:ln w="5420" cap="flat">
              <a:solidFill>
                <a:srgbClr val="49AE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7" name="pg547"/>
            <p:cNvSpPr/>
            <p:nvPr/>
          </p:nvSpPr>
          <p:spPr>
            <a:xfrm>
              <a:off x="5951120" y="287941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AAFAB">
                <a:alpha val="100000"/>
              </a:srgbClr>
            </a:solidFill>
            <a:ln w="5420" cap="flat">
              <a:solidFill>
                <a:srgbClr val="4AAF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8" name="pg548"/>
            <p:cNvSpPr/>
            <p:nvPr/>
          </p:nvSpPr>
          <p:spPr>
            <a:xfrm>
              <a:off x="5962757" y="287941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BB0AB">
                <a:alpha val="100000"/>
              </a:srgbClr>
            </a:solidFill>
            <a:ln w="5420" cap="flat">
              <a:solidFill>
                <a:srgbClr val="4BB0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9" name="pg549"/>
            <p:cNvSpPr/>
            <p:nvPr/>
          </p:nvSpPr>
          <p:spPr>
            <a:xfrm>
              <a:off x="5974394" y="287941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CB1AB">
                <a:alpha val="100000"/>
              </a:srgbClr>
            </a:solidFill>
            <a:ln w="5420" cap="flat">
              <a:solidFill>
                <a:srgbClr val="4CB1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0" name="pg550"/>
            <p:cNvSpPr/>
            <p:nvPr/>
          </p:nvSpPr>
          <p:spPr>
            <a:xfrm>
              <a:off x="5986032" y="287941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DB2AB">
                <a:alpha val="100000"/>
              </a:srgbClr>
            </a:solidFill>
            <a:ln w="5420" cap="flat">
              <a:solidFill>
                <a:srgbClr val="4DB2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1" name="pg551"/>
            <p:cNvSpPr/>
            <p:nvPr/>
          </p:nvSpPr>
          <p:spPr>
            <a:xfrm>
              <a:off x="5997669" y="287941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EB3AB">
                <a:alpha val="100000"/>
              </a:srgbClr>
            </a:solidFill>
            <a:ln w="5420" cap="flat">
              <a:solidFill>
                <a:srgbClr val="4EB3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2" name="pg552"/>
            <p:cNvSpPr/>
            <p:nvPr/>
          </p:nvSpPr>
          <p:spPr>
            <a:xfrm>
              <a:off x="6009306" y="287941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EB4AB">
                <a:alpha val="100000"/>
              </a:srgbClr>
            </a:solidFill>
            <a:ln w="5420" cap="flat">
              <a:solidFill>
                <a:srgbClr val="4EB4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3" name="pg553"/>
            <p:cNvSpPr/>
            <p:nvPr/>
          </p:nvSpPr>
          <p:spPr>
            <a:xfrm>
              <a:off x="6020944" y="287941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FB5AB">
                <a:alpha val="100000"/>
              </a:srgbClr>
            </a:solidFill>
            <a:ln w="5420" cap="flat">
              <a:solidFill>
                <a:srgbClr val="4FB5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4" name="pg554"/>
            <p:cNvSpPr/>
            <p:nvPr/>
          </p:nvSpPr>
          <p:spPr>
            <a:xfrm>
              <a:off x="6032581" y="287941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FB6AB">
                <a:alpha val="100000"/>
              </a:srgbClr>
            </a:solidFill>
            <a:ln w="5420" cap="flat">
              <a:solidFill>
                <a:srgbClr val="4FB6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5" name="pg555"/>
            <p:cNvSpPr/>
            <p:nvPr/>
          </p:nvSpPr>
          <p:spPr>
            <a:xfrm>
              <a:off x="6044218" y="287941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0B6AB">
                <a:alpha val="100000"/>
              </a:srgbClr>
            </a:solidFill>
            <a:ln w="5420" cap="flat">
              <a:solidFill>
                <a:srgbClr val="50B6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6" name="pg556"/>
            <p:cNvSpPr/>
            <p:nvPr/>
          </p:nvSpPr>
          <p:spPr>
            <a:xfrm>
              <a:off x="6172229" y="287941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EB3AB">
                <a:alpha val="100000"/>
              </a:srgbClr>
            </a:solidFill>
            <a:ln w="5420" cap="flat">
              <a:solidFill>
                <a:srgbClr val="4EB3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7" name="pg557"/>
            <p:cNvSpPr/>
            <p:nvPr/>
          </p:nvSpPr>
          <p:spPr>
            <a:xfrm>
              <a:off x="6183866" y="287941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EB3AB">
                <a:alpha val="100000"/>
              </a:srgbClr>
            </a:solidFill>
            <a:ln w="5420" cap="flat">
              <a:solidFill>
                <a:srgbClr val="4EB3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8" name="pg558"/>
            <p:cNvSpPr/>
            <p:nvPr/>
          </p:nvSpPr>
          <p:spPr>
            <a:xfrm>
              <a:off x="6195504" y="287941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DB3AB">
                <a:alpha val="100000"/>
              </a:srgbClr>
            </a:solidFill>
            <a:ln w="5420" cap="flat">
              <a:solidFill>
                <a:srgbClr val="4DB3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9" name="pg559"/>
            <p:cNvSpPr/>
            <p:nvPr/>
          </p:nvSpPr>
          <p:spPr>
            <a:xfrm>
              <a:off x="6207141" y="287941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DB3AB">
                <a:alpha val="100000"/>
              </a:srgbClr>
            </a:solidFill>
            <a:ln w="5420" cap="flat">
              <a:solidFill>
                <a:srgbClr val="4DB3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0" name="pg560"/>
            <p:cNvSpPr/>
            <p:nvPr/>
          </p:nvSpPr>
          <p:spPr>
            <a:xfrm>
              <a:off x="6218778" y="287941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DB3AB">
                <a:alpha val="100000"/>
              </a:srgbClr>
            </a:solidFill>
            <a:ln w="5420" cap="flat">
              <a:solidFill>
                <a:srgbClr val="4DB3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1" name="pg561"/>
            <p:cNvSpPr/>
            <p:nvPr/>
          </p:nvSpPr>
          <p:spPr>
            <a:xfrm>
              <a:off x="6230416" y="287941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DB3AB">
                <a:alpha val="100000"/>
              </a:srgbClr>
            </a:solidFill>
            <a:ln w="5420" cap="flat">
              <a:solidFill>
                <a:srgbClr val="4DB3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2" name="pg562"/>
            <p:cNvSpPr/>
            <p:nvPr/>
          </p:nvSpPr>
          <p:spPr>
            <a:xfrm>
              <a:off x="5858021" y="289371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9DA9">
                <a:alpha val="100000"/>
              </a:srgbClr>
            </a:solidFill>
            <a:ln w="5420" cap="flat">
              <a:solidFill>
                <a:srgbClr val="3A9D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3" name="pg563"/>
            <p:cNvSpPr/>
            <p:nvPr/>
          </p:nvSpPr>
          <p:spPr>
            <a:xfrm>
              <a:off x="5869658" y="289371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9FAA">
                <a:alpha val="100000"/>
              </a:srgbClr>
            </a:solidFill>
            <a:ln w="5420" cap="flat">
              <a:solidFill>
                <a:srgbClr val="3C9F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4" name="pg564"/>
            <p:cNvSpPr/>
            <p:nvPr/>
          </p:nvSpPr>
          <p:spPr>
            <a:xfrm>
              <a:off x="5881296" y="289371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EA1AA">
                <a:alpha val="100000"/>
              </a:srgbClr>
            </a:solidFill>
            <a:ln w="5420" cap="flat">
              <a:solidFill>
                <a:srgbClr val="3EA1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5" name="pg565"/>
            <p:cNvSpPr/>
            <p:nvPr/>
          </p:nvSpPr>
          <p:spPr>
            <a:xfrm>
              <a:off x="5892933" y="289371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1A3AA">
                <a:alpha val="100000"/>
              </a:srgbClr>
            </a:solidFill>
            <a:ln w="5420" cap="flat">
              <a:solidFill>
                <a:srgbClr val="41A3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6" name="pg566"/>
            <p:cNvSpPr/>
            <p:nvPr/>
          </p:nvSpPr>
          <p:spPr>
            <a:xfrm>
              <a:off x="5904570" y="289371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2A6AA">
                <a:alpha val="100000"/>
              </a:srgbClr>
            </a:solidFill>
            <a:ln w="5420" cap="flat">
              <a:solidFill>
                <a:srgbClr val="42A6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7" name="pg567"/>
            <p:cNvSpPr/>
            <p:nvPr/>
          </p:nvSpPr>
          <p:spPr>
            <a:xfrm>
              <a:off x="5916208" y="289371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6AAAA">
                <a:alpha val="100000"/>
              </a:srgbClr>
            </a:solidFill>
            <a:ln w="5420" cap="flat">
              <a:solidFill>
                <a:srgbClr val="46AA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8" name="pg568"/>
            <p:cNvSpPr/>
            <p:nvPr/>
          </p:nvSpPr>
          <p:spPr>
            <a:xfrm>
              <a:off x="5927845" y="289371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7ABAA">
                <a:alpha val="100000"/>
              </a:srgbClr>
            </a:solidFill>
            <a:ln w="5420" cap="flat">
              <a:solidFill>
                <a:srgbClr val="47AB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9" name="pg569"/>
            <p:cNvSpPr/>
            <p:nvPr/>
          </p:nvSpPr>
          <p:spPr>
            <a:xfrm>
              <a:off x="5939482" y="289371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9ADAB">
                <a:alpha val="100000"/>
              </a:srgbClr>
            </a:solidFill>
            <a:ln w="5420" cap="flat">
              <a:solidFill>
                <a:srgbClr val="49AD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0" name="pg570"/>
            <p:cNvSpPr/>
            <p:nvPr/>
          </p:nvSpPr>
          <p:spPr>
            <a:xfrm>
              <a:off x="5951120" y="289371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AAFAB">
                <a:alpha val="100000"/>
              </a:srgbClr>
            </a:solidFill>
            <a:ln w="5420" cap="flat">
              <a:solidFill>
                <a:srgbClr val="4AAF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1" name="pg571"/>
            <p:cNvSpPr/>
            <p:nvPr/>
          </p:nvSpPr>
          <p:spPr>
            <a:xfrm>
              <a:off x="5962757" y="289371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BB0AB">
                <a:alpha val="100000"/>
              </a:srgbClr>
            </a:solidFill>
            <a:ln w="5420" cap="flat">
              <a:solidFill>
                <a:srgbClr val="4BB0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2" name="pg572"/>
            <p:cNvSpPr/>
            <p:nvPr/>
          </p:nvSpPr>
          <p:spPr>
            <a:xfrm>
              <a:off x="5974394" y="289371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CB1AB">
                <a:alpha val="100000"/>
              </a:srgbClr>
            </a:solidFill>
            <a:ln w="5420" cap="flat">
              <a:solidFill>
                <a:srgbClr val="4CB1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3" name="pg573"/>
            <p:cNvSpPr/>
            <p:nvPr/>
          </p:nvSpPr>
          <p:spPr>
            <a:xfrm>
              <a:off x="5986032" y="289371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DB2AB">
                <a:alpha val="100000"/>
              </a:srgbClr>
            </a:solidFill>
            <a:ln w="5420" cap="flat">
              <a:solidFill>
                <a:srgbClr val="4DB2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4" name="pg574"/>
            <p:cNvSpPr/>
            <p:nvPr/>
          </p:nvSpPr>
          <p:spPr>
            <a:xfrm>
              <a:off x="5997669" y="289371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EB3AB">
                <a:alpha val="100000"/>
              </a:srgbClr>
            </a:solidFill>
            <a:ln w="5420" cap="flat">
              <a:solidFill>
                <a:srgbClr val="4EB3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5" name="pg575"/>
            <p:cNvSpPr/>
            <p:nvPr/>
          </p:nvSpPr>
          <p:spPr>
            <a:xfrm>
              <a:off x="6009306" y="289371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EB4AB">
                <a:alpha val="100000"/>
              </a:srgbClr>
            </a:solidFill>
            <a:ln w="5420" cap="flat">
              <a:solidFill>
                <a:srgbClr val="4EB4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6" name="pg576"/>
            <p:cNvSpPr/>
            <p:nvPr/>
          </p:nvSpPr>
          <p:spPr>
            <a:xfrm>
              <a:off x="6160592" y="289371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DB3AB">
                <a:alpha val="100000"/>
              </a:srgbClr>
            </a:solidFill>
            <a:ln w="5420" cap="flat">
              <a:solidFill>
                <a:srgbClr val="4DB3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7" name="pg577"/>
            <p:cNvSpPr/>
            <p:nvPr/>
          </p:nvSpPr>
          <p:spPr>
            <a:xfrm>
              <a:off x="6172229" y="289371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DB2AB">
                <a:alpha val="100000"/>
              </a:srgbClr>
            </a:solidFill>
            <a:ln w="5420" cap="flat">
              <a:solidFill>
                <a:srgbClr val="4DB2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8" name="pg578"/>
            <p:cNvSpPr/>
            <p:nvPr/>
          </p:nvSpPr>
          <p:spPr>
            <a:xfrm>
              <a:off x="6183866" y="289371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DB2AB">
                <a:alpha val="100000"/>
              </a:srgbClr>
            </a:solidFill>
            <a:ln w="5420" cap="flat">
              <a:solidFill>
                <a:srgbClr val="4DB2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9" name="pg579"/>
            <p:cNvSpPr/>
            <p:nvPr/>
          </p:nvSpPr>
          <p:spPr>
            <a:xfrm>
              <a:off x="6195504" y="289371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DB2AB">
                <a:alpha val="100000"/>
              </a:srgbClr>
            </a:solidFill>
            <a:ln w="5420" cap="flat">
              <a:solidFill>
                <a:srgbClr val="4DB2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0" name="pg580"/>
            <p:cNvSpPr/>
            <p:nvPr/>
          </p:nvSpPr>
          <p:spPr>
            <a:xfrm>
              <a:off x="6207141" y="289371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DB2AB">
                <a:alpha val="100000"/>
              </a:srgbClr>
            </a:solidFill>
            <a:ln w="5420" cap="flat">
              <a:solidFill>
                <a:srgbClr val="4DB2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1" name="pg581"/>
            <p:cNvSpPr/>
            <p:nvPr/>
          </p:nvSpPr>
          <p:spPr>
            <a:xfrm>
              <a:off x="6218778" y="289371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DB2AB">
                <a:alpha val="100000"/>
              </a:srgbClr>
            </a:solidFill>
            <a:ln w="5420" cap="flat">
              <a:solidFill>
                <a:srgbClr val="4DB2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2" name="pg582"/>
            <p:cNvSpPr/>
            <p:nvPr/>
          </p:nvSpPr>
          <p:spPr>
            <a:xfrm>
              <a:off x="5799834" y="290801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DA0AA">
                <a:alpha val="100000"/>
              </a:srgbClr>
            </a:solidFill>
            <a:ln w="5420" cap="flat">
              <a:solidFill>
                <a:srgbClr val="3DA0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3" name="pg583"/>
            <p:cNvSpPr/>
            <p:nvPr/>
          </p:nvSpPr>
          <p:spPr>
            <a:xfrm>
              <a:off x="5811472" y="290801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9AA9">
                <a:alpha val="100000"/>
              </a:srgbClr>
            </a:solidFill>
            <a:ln w="5420" cap="flat">
              <a:solidFill>
                <a:srgbClr val="379A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4" name="pg584"/>
            <p:cNvSpPr/>
            <p:nvPr/>
          </p:nvSpPr>
          <p:spPr>
            <a:xfrm>
              <a:off x="5823109" y="290801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595A9">
                <a:alpha val="100000"/>
              </a:srgbClr>
            </a:solidFill>
            <a:ln w="5420" cap="flat">
              <a:solidFill>
                <a:srgbClr val="3595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5" name="pg585"/>
            <p:cNvSpPr/>
            <p:nvPr/>
          </p:nvSpPr>
          <p:spPr>
            <a:xfrm>
              <a:off x="5834746" y="290801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594A8">
                <a:alpha val="100000"/>
              </a:srgbClr>
            </a:solidFill>
            <a:ln w="5420" cap="flat">
              <a:solidFill>
                <a:srgbClr val="3594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6" name="pg586"/>
            <p:cNvSpPr/>
            <p:nvPr/>
          </p:nvSpPr>
          <p:spPr>
            <a:xfrm>
              <a:off x="5846384" y="290801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496A9">
                <a:alpha val="100000"/>
              </a:srgbClr>
            </a:solidFill>
            <a:ln w="5420" cap="flat">
              <a:solidFill>
                <a:srgbClr val="3496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7" name="pg587"/>
            <p:cNvSpPr/>
            <p:nvPr/>
          </p:nvSpPr>
          <p:spPr>
            <a:xfrm>
              <a:off x="5858021" y="290801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699A9">
                <a:alpha val="100000"/>
              </a:srgbClr>
            </a:solidFill>
            <a:ln w="5420" cap="flat">
              <a:solidFill>
                <a:srgbClr val="3699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8" name="pg588"/>
            <p:cNvSpPr/>
            <p:nvPr/>
          </p:nvSpPr>
          <p:spPr>
            <a:xfrm>
              <a:off x="5869658" y="290801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9CA9">
                <a:alpha val="100000"/>
              </a:srgbClr>
            </a:solidFill>
            <a:ln w="5420" cap="flat">
              <a:solidFill>
                <a:srgbClr val="399C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9" name="pg589"/>
            <p:cNvSpPr/>
            <p:nvPr/>
          </p:nvSpPr>
          <p:spPr>
            <a:xfrm>
              <a:off x="5881296" y="290801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9FAA">
                <a:alpha val="100000"/>
              </a:srgbClr>
            </a:solidFill>
            <a:ln w="5420" cap="flat">
              <a:solidFill>
                <a:srgbClr val="3C9F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0" name="pg590"/>
            <p:cNvSpPr/>
            <p:nvPr/>
          </p:nvSpPr>
          <p:spPr>
            <a:xfrm>
              <a:off x="5892933" y="290801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FA2AA">
                <a:alpha val="100000"/>
              </a:srgbClr>
            </a:solidFill>
            <a:ln w="5420" cap="flat">
              <a:solidFill>
                <a:srgbClr val="3FA2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1" name="pg591"/>
            <p:cNvSpPr/>
            <p:nvPr/>
          </p:nvSpPr>
          <p:spPr>
            <a:xfrm>
              <a:off x="5904570" y="290801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1A4AA">
                <a:alpha val="100000"/>
              </a:srgbClr>
            </a:solidFill>
            <a:ln w="5420" cap="flat">
              <a:solidFill>
                <a:srgbClr val="41A4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2" name="pg592"/>
            <p:cNvSpPr/>
            <p:nvPr/>
          </p:nvSpPr>
          <p:spPr>
            <a:xfrm>
              <a:off x="5916208" y="290801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5A9AA">
                <a:alpha val="100000"/>
              </a:srgbClr>
            </a:solidFill>
            <a:ln w="5420" cap="flat">
              <a:solidFill>
                <a:srgbClr val="45A9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3" name="pg593"/>
            <p:cNvSpPr/>
            <p:nvPr/>
          </p:nvSpPr>
          <p:spPr>
            <a:xfrm>
              <a:off x="5927845" y="290801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7ABAA">
                <a:alpha val="100000"/>
              </a:srgbClr>
            </a:solidFill>
            <a:ln w="5420" cap="flat">
              <a:solidFill>
                <a:srgbClr val="47AB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4" name="pg594"/>
            <p:cNvSpPr/>
            <p:nvPr/>
          </p:nvSpPr>
          <p:spPr>
            <a:xfrm>
              <a:off x="5939482" y="290801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9ADAB">
                <a:alpha val="100000"/>
              </a:srgbClr>
            </a:solidFill>
            <a:ln w="5420" cap="flat">
              <a:solidFill>
                <a:srgbClr val="49AD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5" name="pg595"/>
            <p:cNvSpPr/>
            <p:nvPr/>
          </p:nvSpPr>
          <p:spPr>
            <a:xfrm>
              <a:off x="5951120" y="290801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AAEAB">
                <a:alpha val="100000"/>
              </a:srgbClr>
            </a:solidFill>
            <a:ln w="5420" cap="flat">
              <a:solidFill>
                <a:srgbClr val="4AAE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6" name="pg596"/>
            <p:cNvSpPr/>
            <p:nvPr/>
          </p:nvSpPr>
          <p:spPr>
            <a:xfrm>
              <a:off x="5974394" y="290801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CB1AB">
                <a:alpha val="100000"/>
              </a:srgbClr>
            </a:solidFill>
            <a:ln w="5420" cap="flat">
              <a:solidFill>
                <a:srgbClr val="4CB1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7" name="pg597"/>
            <p:cNvSpPr/>
            <p:nvPr/>
          </p:nvSpPr>
          <p:spPr>
            <a:xfrm>
              <a:off x="5986032" y="290801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DB2AB">
                <a:alpha val="100000"/>
              </a:srgbClr>
            </a:solidFill>
            <a:ln w="5420" cap="flat">
              <a:solidFill>
                <a:srgbClr val="4DB2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8" name="pg598"/>
            <p:cNvSpPr/>
            <p:nvPr/>
          </p:nvSpPr>
          <p:spPr>
            <a:xfrm>
              <a:off x="5997669" y="290801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EB3AB">
                <a:alpha val="100000"/>
              </a:srgbClr>
            </a:solidFill>
            <a:ln w="5420" cap="flat">
              <a:solidFill>
                <a:srgbClr val="4EB3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9" name="pg599"/>
            <p:cNvSpPr/>
            <p:nvPr/>
          </p:nvSpPr>
          <p:spPr>
            <a:xfrm>
              <a:off x="6160592" y="290801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DB2AB">
                <a:alpha val="100000"/>
              </a:srgbClr>
            </a:solidFill>
            <a:ln w="5420" cap="flat">
              <a:solidFill>
                <a:srgbClr val="4DB2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0" name="pg600"/>
            <p:cNvSpPr/>
            <p:nvPr/>
          </p:nvSpPr>
          <p:spPr>
            <a:xfrm>
              <a:off x="6172229" y="290801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DB2AB">
                <a:alpha val="100000"/>
              </a:srgbClr>
            </a:solidFill>
            <a:ln w="5420" cap="flat">
              <a:solidFill>
                <a:srgbClr val="4DB2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1" name="pg601"/>
            <p:cNvSpPr/>
            <p:nvPr/>
          </p:nvSpPr>
          <p:spPr>
            <a:xfrm>
              <a:off x="6183866" y="290801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CB1AB">
                <a:alpha val="100000"/>
              </a:srgbClr>
            </a:solidFill>
            <a:ln w="5420" cap="flat">
              <a:solidFill>
                <a:srgbClr val="4CB1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2" name="pg602"/>
            <p:cNvSpPr/>
            <p:nvPr/>
          </p:nvSpPr>
          <p:spPr>
            <a:xfrm>
              <a:off x="6195504" y="290801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CB1AB">
                <a:alpha val="100000"/>
              </a:srgbClr>
            </a:solidFill>
            <a:ln w="5420" cap="flat">
              <a:solidFill>
                <a:srgbClr val="4CB1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3" name="pg603"/>
            <p:cNvSpPr/>
            <p:nvPr/>
          </p:nvSpPr>
          <p:spPr>
            <a:xfrm>
              <a:off x="6207141" y="290801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CB1AB">
                <a:alpha val="100000"/>
              </a:srgbClr>
            </a:solidFill>
            <a:ln w="5420" cap="flat">
              <a:solidFill>
                <a:srgbClr val="4CB1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4" name="pg604"/>
            <p:cNvSpPr/>
            <p:nvPr/>
          </p:nvSpPr>
          <p:spPr>
            <a:xfrm>
              <a:off x="5764922" y="292232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3BBAB">
                <a:alpha val="100000"/>
              </a:srgbClr>
            </a:solidFill>
            <a:ln w="5420" cap="flat">
              <a:solidFill>
                <a:srgbClr val="53BB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5" name="pg605"/>
            <p:cNvSpPr/>
            <p:nvPr/>
          </p:nvSpPr>
          <p:spPr>
            <a:xfrm>
              <a:off x="5776560" y="292232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2B9AB">
                <a:alpha val="100000"/>
              </a:srgbClr>
            </a:solidFill>
            <a:ln w="5420" cap="flat">
              <a:solidFill>
                <a:srgbClr val="52B9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6" name="pg606"/>
            <p:cNvSpPr/>
            <p:nvPr/>
          </p:nvSpPr>
          <p:spPr>
            <a:xfrm>
              <a:off x="5788197" y="292232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FB4AB">
                <a:alpha val="100000"/>
              </a:srgbClr>
            </a:solidFill>
            <a:ln w="5420" cap="flat">
              <a:solidFill>
                <a:srgbClr val="4FB4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7" name="pg607"/>
            <p:cNvSpPr/>
            <p:nvPr/>
          </p:nvSpPr>
          <p:spPr>
            <a:xfrm>
              <a:off x="5799834" y="292232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EA0AA">
                <a:alpha val="100000"/>
              </a:srgbClr>
            </a:solidFill>
            <a:ln w="5420" cap="flat">
              <a:solidFill>
                <a:srgbClr val="3EA0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8" name="pg608"/>
            <p:cNvSpPr/>
            <p:nvPr/>
          </p:nvSpPr>
          <p:spPr>
            <a:xfrm>
              <a:off x="5811472" y="292232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595A9">
                <a:alpha val="100000"/>
              </a:srgbClr>
            </a:solidFill>
            <a:ln w="5420" cap="flat">
              <a:solidFill>
                <a:srgbClr val="3595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9" name="pg609"/>
            <p:cNvSpPr/>
            <p:nvPr/>
          </p:nvSpPr>
          <p:spPr>
            <a:xfrm>
              <a:off x="5823109" y="292232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8EA7">
                <a:alpha val="100000"/>
              </a:srgbClr>
            </a:solidFill>
            <a:ln w="5420" cap="flat">
              <a:solidFill>
                <a:srgbClr val="378E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0" name="pg610"/>
            <p:cNvSpPr/>
            <p:nvPr/>
          </p:nvSpPr>
          <p:spPr>
            <a:xfrm>
              <a:off x="5834746" y="292232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8EA7">
                <a:alpha val="100000"/>
              </a:srgbClr>
            </a:solidFill>
            <a:ln w="5420" cap="flat">
              <a:solidFill>
                <a:srgbClr val="378E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1" name="pg611"/>
            <p:cNvSpPr/>
            <p:nvPr/>
          </p:nvSpPr>
          <p:spPr>
            <a:xfrm>
              <a:off x="5846384" y="292232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691A8">
                <a:alpha val="100000"/>
              </a:srgbClr>
            </a:solidFill>
            <a:ln w="5420" cap="flat">
              <a:solidFill>
                <a:srgbClr val="3691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2" name="pg612"/>
            <p:cNvSpPr/>
            <p:nvPr/>
          </p:nvSpPr>
          <p:spPr>
            <a:xfrm>
              <a:off x="5858021" y="292232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496A9">
                <a:alpha val="100000"/>
              </a:srgbClr>
            </a:solidFill>
            <a:ln w="5420" cap="flat">
              <a:solidFill>
                <a:srgbClr val="3496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3" name="pg613"/>
            <p:cNvSpPr/>
            <p:nvPr/>
          </p:nvSpPr>
          <p:spPr>
            <a:xfrm>
              <a:off x="5869658" y="292232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9AA9">
                <a:alpha val="100000"/>
              </a:srgbClr>
            </a:solidFill>
            <a:ln w="5420" cap="flat">
              <a:solidFill>
                <a:srgbClr val="379A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4" name="pg614"/>
            <p:cNvSpPr/>
            <p:nvPr/>
          </p:nvSpPr>
          <p:spPr>
            <a:xfrm>
              <a:off x="5881296" y="292232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9EAA">
                <a:alpha val="100000"/>
              </a:srgbClr>
            </a:solidFill>
            <a:ln w="5420" cap="flat">
              <a:solidFill>
                <a:srgbClr val="3B9E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5" name="pg615"/>
            <p:cNvSpPr/>
            <p:nvPr/>
          </p:nvSpPr>
          <p:spPr>
            <a:xfrm>
              <a:off x="5892933" y="292232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EA1AA">
                <a:alpha val="100000"/>
              </a:srgbClr>
            </a:solidFill>
            <a:ln w="5420" cap="flat">
              <a:solidFill>
                <a:srgbClr val="3EA1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6" name="pg616"/>
            <p:cNvSpPr/>
            <p:nvPr/>
          </p:nvSpPr>
          <p:spPr>
            <a:xfrm>
              <a:off x="5904570" y="292232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1A4AA">
                <a:alpha val="100000"/>
              </a:srgbClr>
            </a:solidFill>
            <a:ln w="5420" cap="flat">
              <a:solidFill>
                <a:srgbClr val="41A4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7" name="pg617"/>
            <p:cNvSpPr/>
            <p:nvPr/>
          </p:nvSpPr>
          <p:spPr>
            <a:xfrm>
              <a:off x="5927845" y="292232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7ABAA">
                <a:alpha val="100000"/>
              </a:srgbClr>
            </a:solidFill>
            <a:ln w="5420" cap="flat">
              <a:solidFill>
                <a:srgbClr val="47AB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8" name="pg618"/>
            <p:cNvSpPr/>
            <p:nvPr/>
          </p:nvSpPr>
          <p:spPr>
            <a:xfrm>
              <a:off x="5939482" y="292232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9ADAB">
                <a:alpha val="100000"/>
              </a:srgbClr>
            </a:solidFill>
            <a:ln w="5420" cap="flat">
              <a:solidFill>
                <a:srgbClr val="49AD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9" name="pg619"/>
            <p:cNvSpPr/>
            <p:nvPr/>
          </p:nvSpPr>
          <p:spPr>
            <a:xfrm>
              <a:off x="6160592" y="292232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CB2AB">
                <a:alpha val="100000"/>
              </a:srgbClr>
            </a:solidFill>
            <a:ln w="5420" cap="flat">
              <a:solidFill>
                <a:srgbClr val="4CB2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0" name="pg620"/>
            <p:cNvSpPr/>
            <p:nvPr/>
          </p:nvSpPr>
          <p:spPr>
            <a:xfrm>
              <a:off x="6172229" y="292232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CB1AB">
                <a:alpha val="100000"/>
              </a:srgbClr>
            </a:solidFill>
            <a:ln w="5420" cap="flat">
              <a:solidFill>
                <a:srgbClr val="4CB1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1" name="pg621"/>
            <p:cNvSpPr/>
            <p:nvPr/>
          </p:nvSpPr>
          <p:spPr>
            <a:xfrm>
              <a:off x="6183866" y="292232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CB1AB">
                <a:alpha val="100000"/>
              </a:srgbClr>
            </a:solidFill>
            <a:ln w="5420" cap="flat">
              <a:solidFill>
                <a:srgbClr val="4CB1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2" name="pg622"/>
            <p:cNvSpPr/>
            <p:nvPr/>
          </p:nvSpPr>
          <p:spPr>
            <a:xfrm>
              <a:off x="6195504" y="292232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CB1AB">
                <a:alpha val="100000"/>
              </a:srgbClr>
            </a:solidFill>
            <a:ln w="5420" cap="flat">
              <a:solidFill>
                <a:srgbClr val="4CB1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3" name="pg623"/>
            <p:cNvSpPr/>
            <p:nvPr/>
          </p:nvSpPr>
          <p:spPr>
            <a:xfrm>
              <a:off x="6207141" y="292232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BB0AB">
                <a:alpha val="100000"/>
              </a:srgbClr>
            </a:solidFill>
            <a:ln w="5420" cap="flat">
              <a:solidFill>
                <a:srgbClr val="4BB0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4" name="pg624"/>
            <p:cNvSpPr/>
            <p:nvPr/>
          </p:nvSpPr>
          <p:spPr>
            <a:xfrm>
              <a:off x="5753285" y="293662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8C1AC">
                <a:alpha val="100000"/>
              </a:srgbClr>
            </a:solidFill>
            <a:ln w="5420" cap="flat">
              <a:solidFill>
                <a:srgbClr val="58C1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5" name="pg625"/>
            <p:cNvSpPr/>
            <p:nvPr/>
          </p:nvSpPr>
          <p:spPr>
            <a:xfrm>
              <a:off x="5764922" y="293662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9C3AC">
                <a:alpha val="100000"/>
              </a:srgbClr>
            </a:solidFill>
            <a:ln w="5420" cap="flat">
              <a:solidFill>
                <a:srgbClr val="59C3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6" name="pg626"/>
            <p:cNvSpPr/>
            <p:nvPr/>
          </p:nvSpPr>
          <p:spPr>
            <a:xfrm>
              <a:off x="5776560" y="293662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BC6AC">
                <a:alpha val="100000"/>
              </a:srgbClr>
            </a:solidFill>
            <a:ln w="5420" cap="flat">
              <a:solidFill>
                <a:srgbClr val="5BC6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7" name="pg627"/>
            <p:cNvSpPr/>
            <p:nvPr/>
          </p:nvSpPr>
          <p:spPr>
            <a:xfrm>
              <a:off x="5788197" y="293662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CC8AC">
                <a:alpha val="100000"/>
              </a:srgbClr>
            </a:solidFill>
            <a:ln w="5420" cap="flat">
              <a:solidFill>
                <a:srgbClr val="5CC8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8" name="pg628"/>
            <p:cNvSpPr/>
            <p:nvPr/>
          </p:nvSpPr>
          <p:spPr>
            <a:xfrm>
              <a:off x="5799834" y="293662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3BAAB">
                <a:alpha val="100000"/>
              </a:srgbClr>
            </a:solidFill>
            <a:ln w="5420" cap="flat">
              <a:solidFill>
                <a:srgbClr val="53BA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9" name="pg629"/>
            <p:cNvSpPr/>
            <p:nvPr/>
          </p:nvSpPr>
          <p:spPr>
            <a:xfrm>
              <a:off x="5811472" y="293662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4A7AA">
                <a:alpha val="100000"/>
              </a:srgbClr>
            </a:solidFill>
            <a:ln w="5420" cap="flat">
              <a:solidFill>
                <a:srgbClr val="44A7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0" name="pg630"/>
            <p:cNvSpPr/>
            <p:nvPr/>
          </p:nvSpPr>
          <p:spPr>
            <a:xfrm>
              <a:off x="5823109" y="293662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9AA9">
                <a:alpha val="100000"/>
              </a:srgbClr>
            </a:solidFill>
            <a:ln w="5420" cap="flat">
              <a:solidFill>
                <a:srgbClr val="379A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1" name="pg631"/>
            <p:cNvSpPr/>
            <p:nvPr/>
          </p:nvSpPr>
          <p:spPr>
            <a:xfrm>
              <a:off x="5834746" y="293662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496A9">
                <a:alpha val="100000"/>
              </a:srgbClr>
            </a:solidFill>
            <a:ln w="5420" cap="flat">
              <a:solidFill>
                <a:srgbClr val="3496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2" name="pg632"/>
            <p:cNvSpPr/>
            <p:nvPr/>
          </p:nvSpPr>
          <p:spPr>
            <a:xfrm>
              <a:off x="5846384" y="293662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497A9">
                <a:alpha val="100000"/>
              </a:srgbClr>
            </a:solidFill>
            <a:ln w="5420" cap="flat">
              <a:solidFill>
                <a:srgbClr val="3497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3" name="pg633"/>
            <p:cNvSpPr/>
            <p:nvPr/>
          </p:nvSpPr>
          <p:spPr>
            <a:xfrm>
              <a:off x="5858021" y="293662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89AA9">
                <a:alpha val="100000"/>
              </a:srgbClr>
            </a:solidFill>
            <a:ln w="5420" cap="flat">
              <a:solidFill>
                <a:srgbClr val="389A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4" name="pg634"/>
            <p:cNvSpPr/>
            <p:nvPr/>
          </p:nvSpPr>
          <p:spPr>
            <a:xfrm>
              <a:off x="5869658" y="293662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9EAA">
                <a:alpha val="100000"/>
              </a:srgbClr>
            </a:solidFill>
            <a:ln w="5420" cap="flat">
              <a:solidFill>
                <a:srgbClr val="3B9E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5" name="pg635"/>
            <p:cNvSpPr/>
            <p:nvPr/>
          </p:nvSpPr>
          <p:spPr>
            <a:xfrm>
              <a:off x="5881296" y="293662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EA1AA">
                <a:alpha val="100000"/>
              </a:srgbClr>
            </a:solidFill>
            <a:ln w="5420" cap="flat">
              <a:solidFill>
                <a:srgbClr val="3EA1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6" name="pg636"/>
            <p:cNvSpPr/>
            <p:nvPr/>
          </p:nvSpPr>
          <p:spPr>
            <a:xfrm>
              <a:off x="5892933" y="293662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1A3AA">
                <a:alpha val="100000"/>
              </a:srgbClr>
            </a:solidFill>
            <a:ln w="5420" cap="flat">
              <a:solidFill>
                <a:srgbClr val="41A3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7" name="pg637"/>
            <p:cNvSpPr/>
            <p:nvPr/>
          </p:nvSpPr>
          <p:spPr>
            <a:xfrm>
              <a:off x="6160592" y="293662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CB1AB">
                <a:alpha val="100000"/>
              </a:srgbClr>
            </a:solidFill>
            <a:ln w="5420" cap="flat">
              <a:solidFill>
                <a:srgbClr val="4CB1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8" name="pg638"/>
            <p:cNvSpPr/>
            <p:nvPr/>
          </p:nvSpPr>
          <p:spPr>
            <a:xfrm>
              <a:off x="6172229" y="293662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BB0AB">
                <a:alpha val="100000"/>
              </a:srgbClr>
            </a:solidFill>
            <a:ln w="5420" cap="flat">
              <a:solidFill>
                <a:srgbClr val="4BB0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9" name="pg639"/>
            <p:cNvSpPr/>
            <p:nvPr/>
          </p:nvSpPr>
          <p:spPr>
            <a:xfrm>
              <a:off x="6183866" y="293662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BB0AB">
                <a:alpha val="100000"/>
              </a:srgbClr>
            </a:solidFill>
            <a:ln w="5420" cap="flat">
              <a:solidFill>
                <a:srgbClr val="4BB0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0" name="pg640"/>
            <p:cNvSpPr/>
            <p:nvPr/>
          </p:nvSpPr>
          <p:spPr>
            <a:xfrm>
              <a:off x="6195504" y="293662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BB0AB">
                <a:alpha val="100000"/>
              </a:srgbClr>
            </a:solidFill>
            <a:ln w="5420" cap="flat">
              <a:solidFill>
                <a:srgbClr val="4BB0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1" name="pg641"/>
            <p:cNvSpPr/>
            <p:nvPr/>
          </p:nvSpPr>
          <p:spPr>
            <a:xfrm>
              <a:off x="6207141" y="293662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BB0AB">
                <a:alpha val="100000"/>
              </a:srgbClr>
            </a:solidFill>
            <a:ln w="5420" cap="flat">
              <a:solidFill>
                <a:srgbClr val="4BB0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2" name="pg642"/>
            <p:cNvSpPr/>
            <p:nvPr/>
          </p:nvSpPr>
          <p:spPr>
            <a:xfrm>
              <a:off x="6218778" y="293662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BB0AB">
                <a:alpha val="100000"/>
              </a:srgbClr>
            </a:solidFill>
            <a:ln w="5420" cap="flat">
              <a:solidFill>
                <a:srgbClr val="4BB0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3" name="pg643"/>
            <p:cNvSpPr/>
            <p:nvPr/>
          </p:nvSpPr>
          <p:spPr>
            <a:xfrm>
              <a:off x="6230416" y="293662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BB0AB">
                <a:alpha val="100000"/>
              </a:srgbClr>
            </a:solidFill>
            <a:ln w="5420" cap="flat">
              <a:solidFill>
                <a:srgbClr val="4BB0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4" name="pg644"/>
            <p:cNvSpPr/>
            <p:nvPr/>
          </p:nvSpPr>
          <p:spPr>
            <a:xfrm>
              <a:off x="6276965" y="293662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DB2AB">
                <a:alpha val="100000"/>
              </a:srgbClr>
            </a:solidFill>
            <a:ln w="5420" cap="flat">
              <a:solidFill>
                <a:srgbClr val="4DB2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5" name="pg645"/>
            <p:cNvSpPr/>
            <p:nvPr/>
          </p:nvSpPr>
          <p:spPr>
            <a:xfrm>
              <a:off x="6288602" y="293662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DB2AB">
                <a:alpha val="100000"/>
              </a:srgbClr>
            </a:solidFill>
            <a:ln w="5420" cap="flat">
              <a:solidFill>
                <a:srgbClr val="4DB2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6" name="pg646"/>
            <p:cNvSpPr/>
            <p:nvPr/>
          </p:nvSpPr>
          <p:spPr>
            <a:xfrm>
              <a:off x="6300240" y="293662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DB3AB">
                <a:alpha val="100000"/>
              </a:srgbClr>
            </a:solidFill>
            <a:ln w="5420" cap="flat">
              <a:solidFill>
                <a:srgbClr val="4DB3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7" name="pg647"/>
            <p:cNvSpPr/>
            <p:nvPr/>
          </p:nvSpPr>
          <p:spPr>
            <a:xfrm>
              <a:off x="6311877" y="293662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EB4AB">
                <a:alpha val="100000"/>
              </a:srgbClr>
            </a:solidFill>
            <a:ln w="5420" cap="flat">
              <a:solidFill>
                <a:srgbClr val="4EB4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8" name="pg648"/>
            <p:cNvSpPr/>
            <p:nvPr/>
          </p:nvSpPr>
          <p:spPr>
            <a:xfrm>
              <a:off x="6323514" y="293662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FB4AB">
                <a:alpha val="100000"/>
              </a:srgbClr>
            </a:solidFill>
            <a:ln w="5420" cap="flat">
              <a:solidFill>
                <a:srgbClr val="4FB4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9" name="pg649"/>
            <p:cNvSpPr/>
            <p:nvPr/>
          </p:nvSpPr>
          <p:spPr>
            <a:xfrm>
              <a:off x="5741648" y="295092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8C2AC">
                <a:alpha val="100000"/>
              </a:srgbClr>
            </a:solidFill>
            <a:ln w="5420" cap="flat">
              <a:solidFill>
                <a:srgbClr val="58C2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0" name="pg650"/>
            <p:cNvSpPr/>
            <p:nvPr/>
          </p:nvSpPr>
          <p:spPr>
            <a:xfrm>
              <a:off x="5753285" y="295092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9C3AC">
                <a:alpha val="100000"/>
              </a:srgbClr>
            </a:solidFill>
            <a:ln w="5420" cap="flat">
              <a:solidFill>
                <a:srgbClr val="59C3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1" name="pg651"/>
            <p:cNvSpPr/>
            <p:nvPr/>
          </p:nvSpPr>
          <p:spPr>
            <a:xfrm>
              <a:off x="5764922" y="295092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AC5AC">
                <a:alpha val="100000"/>
              </a:srgbClr>
            </a:solidFill>
            <a:ln w="5420" cap="flat">
              <a:solidFill>
                <a:srgbClr val="5AC5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2" name="pg652"/>
            <p:cNvSpPr/>
            <p:nvPr/>
          </p:nvSpPr>
          <p:spPr>
            <a:xfrm>
              <a:off x="5776560" y="295092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CC8AC">
                <a:alpha val="100000"/>
              </a:srgbClr>
            </a:solidFill>
            <a:ln w="5420" cap="flat">
              <a:solidFill>
                <a:srgbClr val="5CC8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3" name="pg653"/>
            <p:cNvSpPr/>
            <p:nvPr/>
          </p:nvSpPr>
          <p:spPr>
            <a:xfrm>
              <a:off x="5788197" y="295092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ECBAC">
                <a:alpha val="100000"/>
              </a:srgbClr>
            </a:solidFill>
            <a:ln w="5420" cap="flat">
              <a:solidFill>
                <a:srgbClr val="5ECB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4" name="pg654"/>
            <p:cNvSpPr/>
            <p:nvPr/>
          </p:nvSpPr>
          <p:spPr>
            <a:xfrm>
              <a:off x="5799834" y="295092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9C3AC">
                <a:alpha val="100000"/>
              </a:srgbClr>
            </a:solidFill>
            <a:ln w="5420" cap="flat">
              <a:solidFill>
                <a:srgbClr val="59C3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5" name="pg655"/>
            <p:cNvSpPr/>
            <p:nvPr/>
          </p:nvSpPr>
          <p:spPr>
            <a:xfrm>
              <a:off x="5811472" y="295092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FB5AB">
                <a:alpha val="100000"/>
              </a:srgbClr>
            </a:solidFill>
            <a:ln w="5420" cap="flat">
              <a:solidFill>
                <a:srgbClr val="4FB5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6" name="pg656"/>
            <p:cNvSpPr/>
            <p:nvPr/>
          </p:nvSpPr>
          <p:spPr>
            <a:xfrm>
              <a:off x="5823109" y="295092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6A9AA">
                <a:alpha val="100000"/>
              </a:srgbClr>
            </a:solidFill>
            <a:ln w="5420" cap="flat">
              <a:solidFill>
                <a:srgbClr val="46A9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7" name="pg657"/>
            <p:cNvSpPr/>
            <p:nvPr/>
          </p:nvSpPr>
          <p:spPr>
            <a:xfrm>
              <a:off x="5834746" y="295092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0A3AA">
                <a:alpha val="100000"/>
              </a:srgbClr>
            </a:solidFill>
            <a:ln w="5420" cap="flat">
              <a:solidFill>
                <a:srgbClr val="40A3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8" name="pg658"/>
            <p:cNvSpPr/>
            <p:nvPr/>
          </p:nvSpPr>
          <p:spPr>
            <a:xfrm>
              <a:off x="5846384" y="295092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EA1AA">
                <a:alpha val="100000"/>
              </a:srgbClr>
            </a:solidFill>
            <a:ln w="5420" cap="flat">
              <a:solidFill>
                <a:srgbClr val="3EA1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9" name="pg659"/>
            <p:cNvSpPr/>
            <p:nvPr/>
          </p:nvSpPr>
          <p:spPr>
            <a:xfrm>
              <a:off x="5858021" y="295092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FA1AA">
                <a:alpha val="100000"/>
              </a:srgbClr>
            </a:solidFill>
            <a:ln w="5420" cap="flat">
              <a:solidFill>
                <a:srgbClr val="3FA1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0" name="pg660"/>
            <p:cNvSpPr/>
            <p:nvPr/>
          </p:nvSpPr>
          <p:spPr>
            <a:xfrm>
              <a:off x="5869658" y="295092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0A3AA">
                <a:alpha val="100000"/>
              </a:srgbClr>
            </a:solidFill>
            <a:ln w="5420" cap="flat">
              <a:solidFill>
                <a:srgbClr val="40A3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1" name="pg661"/>
            <p:cNvSpPr/>
            <p:nvPr/>
          </p:nvSpPr>
          <p:spPr>
            <a:xfrm>
              <a:off x="5881296" y="295092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1A4AA">
                <a:alpha val="100000"/>
              </a:srgbClr>
            </a:solidFill>
            <a:ln w="5420" cap="flat">
              <a:solidFill>
                <a:srgbClr val="41A4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2" name="pg662"/>
            <p:cNvSpPr/>
            <p:nvPr/>
          </p:nvSpPr>
          <p:spPr>
            <a:xfrm>
              <a:off x="6172229" y="295092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BB0AB">
                <a:alpha val="100000"/>
              </a:srgbClr>
            </a:solidFill>
            <a:ln w="5420" cap="flat">
              <a:solidFill>
                <a:srgbClr val="4BB0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3" name="pg663"/>
            <p:cNvSpPr/>
            <p:nvPr/>
          </p:nvSpPr>
          <p:spPr>
            <a:xfrm>
              <a:off x="6183866" y="295092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BB0AB">
                <a:alpha val="100000"/>
              </a:srgbClr>
            </a:solidFill>
            <a:ln w="5420" cap="flat">
              <a:solidFill>
                <a:srgbClr val="4BB0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4" name="pg664"/>
            <p:cNvSpPr/>
            <p:nvPr/>
          </p:nvSpPr>
          <p:spPr>
            <a:xfrm>
              <a:off x="6195504" y="295092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BB0AB">
                <a:alpha val="100000"/>
              </a:srgbClr>
            </a:solidFill>
            <a:ln w="5420" cap="flat">
              <a:solidFill>
                <a:srgbClr val="4BB0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5" name="pg665"/>
            <p:cNvSpPr/>
            <p:nvPr/>
          </p:nvSpPr>
          <p:spPr>
            <a:xfrm>
              <a:off x="6207141" y="295092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BAFAB">
                <a:alpha val="100000"/>
              </a:srgbClr>
            </a:solidFill>
            <a:ln w="5420" cap="flat">
              <a:solidFill>
                <a:srgbClr val="4BAF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6" name="pg666"/>
            <p:cNvSpPr/>
            <p:nvPr/>
          </p:nvSpPr>
          <p:spPr>
            <a:xfrm>
              <a:off x="6218778" y="295092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BAFAB">
                <a:alpha val="100000"/>
              </a:srgbClr>
            </a:solidFill>
            <a:ln w="5420" cap="flat">
              <a:solidFill>
                <a:srgbClr val="4BAF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7" name="pg667"/>
            <p:cNvSpPr/>
            <p:nvPr/>
          </p:nvSpPr>
          <p:spPr>
            <a:xfrm>
              <a:off x="6230416" y="295092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BB0AB">
                <a:alpha val="100000"/>
              </a:srgbClr>
            </a:solidFill>
            <a:ln w="5420" cap="flat">
              <a:solidFill>
                <a:srgbClr val="4BB0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8" name="pg668"/>
            <p:cNvSpPr/>
            <p:nvPr/>
          </p:nvSpPr>
          <p:spPr>
            <a:xfrm>
              <a:off x="6242053" y="295092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BB0AB">
                <a:alpha val="100000"/>
              </a:srgbClr>
            </a:solidFill>
            <a:ln w="5420" cap="flat">
              <a:solidFill>
                <a:srgbClr val="4BB0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9" name="pg669"/>
            <p:cNvSpPr/>
            <p:nvPr/>
          </p:nvSpPr>
          <p:spPr>
            <a:xfrm>
              <a:off x="6265328" y="295092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CB1AB">
                <a:alpha val="100000"/>
              </a:srgbClr>
            </a:solidFill>
            <a:ln w="5420" cap="flat">
              <a:solidFill>
                <a:srgbClr val="4CB1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0" name="pg670"/>
            <p:cNvSpPr/>
            <p:nvPr/>
          </p:nvSpPr>
          <p:spPr>
            <a:xfrm>
              <a:off x="6276965" y="295092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CB2AB">
                <a:alpha val="100000"/>
              </a:srgbClr>
            </a:solidFill>
            <a:ln w="5420" cap="flat">
              <a:solidFill>
                <a:srgbClr val="4CB2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1" name="pg671"/>
            <p:cNvSpPr/>
            <p:nvPr/>
          </p:nvSpPr>
          <p:spPr>
            <a:xfrm>
              <a:off x="6288602" y="295092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DB2AB">
                <a:alpha val="100000"/>
              </a:srgbClr>
            </a:solidFill>
            <a:ln w="5420" cap="flat">
              <a:solidFill>
                <a:srgbClr val="4DB2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2" name="pg672"/>
            <p:cNvSpPr/>
            <p:nvPr/>
          </p:nvSpPr>
          <p:spPr>
            <a:xfrm>
              <a:off x="6300240" y="295092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DB3AB">
                <a:alpha val="100000"/>
              </a:srgbClr>
            </a:solidFill>
            <a:ln w="5420" cap="flat">
              <a:solidFill>
                <a:srgbClr val="4DB3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3" name="pg673"/>
            <p:cNvSpPr/>
            <p:nvPr/>
          </p:nvSpPr>
          <p:spPr>
            <a:xfrm>
              <a:off x="6311877" y="295092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EB4AB">
                <a:alpha val="100000"/>
              </a:srgbClr>
            </a:solidFill>
            <a:ln w="5420" cap="flat">
              <a:solidFill>
                <a:srgbClr val="4EB4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4" name="pg674"/>
            <p:cNvSpPr/>
            <p:nvPr/>
          </p:nvSpPr>
          <p:spPr>
            <a:xfrm>
              <a:off x="6323514" y="295092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FB4AB">
                <a:alpha val="100000"/>
              </a:srgbClr>
            </a:solidFill>
            <a:ln w="5420" cap="flat">
              <a:solidFill>
                <a:srgbClr val="4FB4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5" name="pg675"/>
            <p:cNvSpPr/>
            <p:nvPr/>
          </p:nvSpPr>
          <p:spPr>
            <a:xfrm>
              <a:off x="6335152" y="295092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FB5AB">
                <a:alpha val="100000"/>
              </a:srgbClr>
            </a:solidFill>
            <a:ln w="5420" cap="flat">
              <a:solidFill>
                <a:srgbClr val="4FB5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6" name="pg676"/>
            <p:cNvSpPr/>
            <p:nvPr/>
          </p:nvSpPr>
          <p:spPr>
            <a:xfrm>
              <a:off x="5730010" y="296522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9C3AC">
                <a:alpha val="100000"/>
              </a:srgbClr>
            </a:solidFill>
            <a:ln w="5420" cap="flat">
              <a:solidFill>
                <a:srgbClr val="59C3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7" name="pg677"/>
            <p:cNvSpPr/>
            <p:nvPr/>
          </p:nvSpPr>
          <p:spPr>
            <a:xfrm>
              <a:off x="5741648" y="296522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9C3AC">
                <a:alpha val="100000"/>
              </a:srgbClr>
            </a:solidFill>
            <a:ln w="5420" cap="flat">
              <a:solidFill>
                <a:srgbClr val="59C3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8" name="pg678"/>
            <p:cNvSpPr/>
            <p:nvPr/>
          </p:nvSpPr>
          <p:spPr>
            <a:xfrm>
              <a:off x="5753285" y="296522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9C3AC">
                <a:alpha val="100000"/>
              </a:srgbClr>
            </a:solidFill>
            <a:ln w="5420" cap="flat">
              <a:solidFill>
                <a:srgbClr val="59C3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9" name="pg679"/>
            <p:cNvSpPr/>
            <p:nvPr/>
          </p:nvSpPr>
          <p:spPr>
            <a:xfrm>
              <a:off x="5764922" y="296522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AC4AC">
                <a:alpha val="100000"/>
              </a:srgbClr>
            </a:solidFill>
            <a:ln w="5420" cap="flat">
              <a:solidFill>
                <a:srgbClr val="5AC4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0" name="pg680"/>
            <p:cNvSpPr/>
            <p:nvPr/>
          </p:nvSpPr>
          <p:spPr>
            <a:xfrm>
              <a:off x="5776560" y="296522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BC6AC">
                <a:alpha val="100000"/>
              </a:srgbClr>
            </a:solidFill>
            <a:ln w="5420" cap="flat">
              <a:solidFill>
                <a:srgbClr val="5BC6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1" name="pg681"/>
            <p:cNvSpPr/>
            <p:nvPr/>
          </p:nvSpPr>
          <p:spPr>
            <a:xfrm>
              <a:off x="5788197" y="296522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BC7AC">
                <a:alpha val="100000"/>
              </a:srgbClr>
            </a:solidFill>
            <a:ln w="5420" cap="flat">
              <a:solidFill>
                <a:srgbClr val="5BC7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2" name="pg682"/>
            <p:cNvSpPr/>
            <p:nvPr/>
          </p:nvSpPr>
          <p:spPr>
            <a:xfrm>
              <a:off x="5799834" y="296522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8C1AC">
                <a:alpha val="100000"/>
              </a:srgbClr>
            </a:solidFill>
            <a:ln w="5420" cap="flat">
              <a:solidFill>
                <a:srgbClr val="58C1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3" name="pg683"/>
            <p:cNvSpPr/>
            <p:nvPr/>
          </p:nvSpPr>
          <p:spPr>
            <a:xfrm>
              <a:off x="5811472" y="296522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2BAAB">
                <a:alpha val="100000"/>
              </a:srgbClr>
            </a:solidFill>
            <a:ln w="5420" cap="flat">
              <a:solidFill>
                <a:srgbClr val="52BA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4" name="pg684"/>
            <p:cNvSpPr/>
            <p:nvPr/>
          </p:nvSpPr>
          <p:spPr>
            <a:xfrm>
              <a:off x="5823109" y="296522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DB2AB">
                <a:alpha val="100000"/>
              </a:srgbClr>
            </a:solidFill>
            <a:ln w="5420" cap="flat">
              <a:solidFill>
                <a:srgbClr val="4DB2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5" name="pg685"/>
            <p:cNvSpPr/>
            <p:nvPr/>
          </p:nvSpPr>
          <p:spPr>
            <a:xfrm>
              <a:off x="5834746" y="296522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8ACAB">
                <a:alpha val="100000"/>
              </a:srgbClr>
            </a:solidFill>
            <a:ln w="5420" cap="flat">
              <a:solidFill>
                <a:srgbClr val="48AC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6" name="pg686"/>
            <p:cNvSpPr/>
            <p:nvPr/>
          </p:nvSpPr>
          <p:spPr>
            <a:xfrm>
              <a:off x="5846384" y="296522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5A9AA">
                <a:alpha val="100000"/>
              </a:srgbClr>
            </a:solidFill>
            <a:ln w="5420" cap="flat">
              <a:solidFill>
                <a:srgbClr val="45A9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7" name="pg687"/>
            <p:cNvSpPr/>
            <p:nvPr/>
          </p:nvSpPr>
          <p:spPr>
            <a:xfrm>
              <a:off x="6172229" y="296522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CB0AB">
                <a:alpha val="100000"/>
              </a:srgbClr>
            </a:solidFill>
            <a:ln w="5420" cap="flat">
              <a:solidFill>
                <a:srgbClr val="4CB0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8" name="pg688"/>
            <p:cNvSpPr/>
            <p:nvPr/>
          </p:nvSpPr>
          <p:spPr>
            <a:xfrm>
              <a:off x="6183866" y="296522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BB0AB">
                <a:alpha val="100000"/>
              </a:srgbClr>
            </a:solidFill>
            <a:ln w="5420" cap="flat">
              <a:solidFill>
                <a:srgbClr val="4BB0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9" name="pg689"/>
            <p:cNvSpPr/>
            <p:nvPr/>
          </p:nvSpPr>
          <p:spPr>
            <a:xfrm>
              <a:off x="6195504" y="296522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BB0AB">
                <a:alpha val="100000"/>
              </a:srgbClr>
            </a:solidFill>
            <a:ln w="5420" cap="flat">
              <a:solidFill>
                <a:srgbClr val="4BB0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0" name="pg690"/>
            <p:cNvSpPr/>
            <p:nvPr/>
          </p:nvSpPr>
          <p:spPr>
            <a:xfrm>
              <a:off x="6207141" y="296522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BB0AB">
                <a:alpha val="100000"/>
              </a:srgbClr>
            </a:solidFill>
            <a:ln w="5420" cap="flat">
              <a:solidFill>
                <a:srgbClr val="4BB0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1" name="pg691"/>
            <p:cNvSpPr/>
            <p:nvPr/>
          </p:nvSpPr>
          <p:spPr>
            <a:xfrm>
              <a:off x="6218778" y="296522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BB0AB">
                <a:alpha val="100000"/>
              </a:srgbClr>
            </a:solidFill>
            <a:ln w="5420" cap="flat">
              <a:solidFill>
                <a:srgbClr val="4BB0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2" name="pg692"/>
            <p:cNvSpPr/>
            <p:nvPr/>
          </p:nvSpPr>
          <p:spPr>
            <a:xfrm>
              <a:off x="6230416" y="296522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BB0AB">
                <a:alpha val="100000"/>
              </a:srgbClr>
            </a:solidFill>
            <a:ln w="5420" cap="flat">
              <a:solidFill>
                <a:srgbClr val="4BB0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3" name="pg693"/>
            <p:cNvSpPr/>
            <p:nvPr/>
          </p:nvSpPr>
          <p:spPr>
            <a:xfrm>
              <a:off x="6242053" y="296522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BB0AB">
                <a:alpha val="100000"/>
              </a:srgbClr>
            </a:solidFill>
            <a:ln w="5420" cap="flat">
              <a:solidFill>
                <a:srgbClr val="4BB0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4" name="pg694"/>
            <p:cNvSpPr/>
            <p:nvPr/>
          </p:nvSpPr>
          <p:spPr>
            <a:xfrm>
              <a:off x="6253690" y="296522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BB0AB">
                <a:alpha val="100000"/>
              </a:srgbClr>
            </a:solidFill>
            <a:ln w="5420" cap="flat">
              <a:solidFill>
                <a:srgbClr val="4BB0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5" name="pg695"/>
            <p:cNvSpPr/>
            <p:nvPr/>
          </p:nvSpPr>
          <p:spPr>
            <a:xfrm>
              <a:off x="6265328" y="296522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CB1AB">
                <a:alpha val="100000"/>
              </a:srgbClr>
            </a:solidFill>
            <a:ln w="5420" cap="flat">
              <a:solidFill>
                <a:srgbClr val="4CB1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6" name="pg696"/>
            <p:cNvSpPr/>
            <p:nvPr/>
          </p:nvSpPr>
          <p:spPr>
            <a:xfrm>
              <a:off x="6276965" y="296522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DB2AB">
                <a:alpha val="100000"/>
              </a:srgbClr>
            </a:solidFill>
            <a:ln w="5420" cap="flat">
              <a:solidFill>
                <a:srgbClr val="4DB2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7" name="pg697"/>
            <p:cNvSpPr/>
            <p:nvPr/>
          </p:nvSpPr>
          <p:spPr>
            <a:xfrm>
              <a:off x="6288602" y="296522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DB2AB">
                <a:alpha val="100000"/>
              </a:srgbClr>
            </a:solidFill>
            <a:ln w="5420" cap="flat">
              <a:solidFill>
                <a:srgbClr val="4DB2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8" name="pg698"/>
            <p:cNvSpPr/>
            <p:nvPr/>
          </p:nvSpPr>
          <p:spPr>
            <a:xfrm>
              <a:off x="6300240" y="296522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EB3AB">
                <a:alpha val="100000"/>
              </a:srgbClr>
            </a:solidFill>
            <a:ln w="5420" cap="flat">
              <a:solidFill>
                <a:srgbClr val="4EB3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9" name="pg699"/>
            <p:cNvSpPr/>
            <p:nvPr/>
          </p:nvSpPr>
          <p:spPr>
            <a:xfrm>
              <a:off x="6311877" y="296522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EB4AB">
                <a:alpha val="100000"/>
              </a:srgbClr>
            </a:solidFill>
            <a:ln w="5420" cap="flat">
              <a:solidFill>
                <a:srgbClr val="4EB4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0" name="pg700"/>
            <p:cNvSpPr/>
            <p:nvPr/>
          </p:nvSpPr>
          <p:spPr>
            <a:xfrm>
              <a:off x="6323514" y="296522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FB5AB">
                <a:alpha val="100000"/>
              </a:srgbClr>
            </a:solidFill>
            <a:ln w="5420" cap="flat">
              <a:solidFill>
                <a:srgbClr val="4FB5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1" name="pg701"/>
            <p:cNvSpPr/>
            <p:nvPr/>
          </p:nvSpPr>
          <p:spPr>
            <a:xfrm>
              <a:off x="6335152" y="296522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FB5AB">
                <a:alpha val="100000"/>
              </a:srgbClr>
            </a:solidFill>
            <a:ln w="5420" cap="flat">
              <a:solidFill>
                <a:srgbClr val="4FB5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2" name="pg702"/>
            <p:cNvSpPr/>
            <p:nvPr/>
          </p:nvSpPr>
          <p:spPr>
            <a:xfrm>
              <a:off x="5718373" y="297952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AC5AC">
                <a:alpha val="100000"/>
              </a:srgbClr>
            </a:solidFill>
            <a:ln w="5420" cap="flat">
              <a:solidFill>
                <a:srgbClr val="5AC5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3" name="pg703"/>
            <p:cNvSpPr/>
            <p:nvPr/>
          </p:nvSpPr>
          <p:spPr>
            <a:xfrm>
              <a:off x="5730010" y="297952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AC4AC">
                <a:alpha val="100000"/>
              </a:srgbClr>
            </a:solidFill>
            <a:ln w="5420" cap="flat">
              <a:solidFill>
                <a:srgbClr val="5AC4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4" name="pg704"/>
            <p:cNvSpPr/>
            <p:nvPr/>
          </p:nvSpPr>
          <p:spPr>
            <a:xfrm>
              <a:off x="5741648" y="297952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9C4AC">
                <a:alpha val="100000"/>
              </a:srgbClr>
            </a:solidFill>
            <a:ln w="5420" cap="flat">
              <a:solidFill>
                <a:srgbClr val="59C4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5" name="pg705"/>
            <p:cNvSpPr/>
            <p:nvPr/>
          </p:nvSpPr>
          <p:spPr>
            <a:xfrm>
              <a:off x="5753285" y="297952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9C3AC">
                <a:alpha val="100000"/>
              </a:srgbClr>
            </a:solidFill>
            <a:ln w="5420" cap="flat">
              <a:solidFill>
                <a:srgbClr val="59C3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6" name="pg706"/>
            <p:cNvSpPr/>
            <p:nvPr/>
          </p:nvSpPr>
          <p:spPr>
            <a:xfrm>
              <a:off x="5764922" y="297952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9C3AC">
                <a:alpha val="100000"/>
              </a:srgbClr>
            </a:solidFill>
            <a:ln w="5420" cap="flat">
              <a:solidFill>
                <a:srgbClr val="59C3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7" name="pg707"/>
            <p:cNvSpPr/>
            <p:nvPr/>
          </p:nvSpPr>
          <p:spPr>
            <a:xfrm>
              <a:off x="5776560" y="297952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9C3AC">
                <a:alpha val="100000"/>
              </a:srgbClr>
            </a:solidFill>
            <a:ln w="5420" cap="flat">
              <a:solidFill>
                <a:srgbClr val="59C3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8" name="pg708"/>
            <p:cNvSpPr/>
            <p:nvPr/>
          </p:nvSpPr>
          <p:spPr>
            <a:xfrm>
              <a:off x="5788197" y="297952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9C3AC">
                <a:alpha val="100000"/>
              </a:srgbClr>
            </a:solidFill>
            <a:ln w="5420" cap="flat">
              <a:solidFill>
                <a:srgbClr val="59C3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9" name="pg709"/>
            <p:cNvSpPr/>
            <p:nvPr/>
          </p:nvSpPr>
          <p:spPr>
            <a:xfrm>
              <a:off x="5799834" y="297952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6BFAB">
                <a:alpha val="100000"/>
              </a:srgbClr>
            </a:solidFill>
            <a:ln w="5420" cap="flat">
              <a:solidFill>
                <a:srgbClr val="56BF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0" name="pg710"/>
            <p:cNvSpPr/>
            <p:nvPr/>
          </p:nvSpPr>
          <p:spPr>
            <a:xfrm>
              <a:off x="5811472" y="297952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3BBAB">
                <a:alpha val="100000"/>
              </a:srgbClr>
            </a:solidFill>
            <a:ln w="5420" cap="flat">
              <a:solidFill>
                <a:srgbClr val="53BB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1" name="pg711"/>
            <p:cNvSpPr/>
            <p:nvPr/>
          </p:nvSpPr>
          <p:spPr>
            <a:xfrm>
              <a:off x="6183866" y="297952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CB0AB">
                <a:alpha val="100000"/>
              </a:srgbClr>
            </a:solidFill>
            <a:ln w="5420" cap="flat">
              <a:solidFill>
                <a:srgbClr val="4CB0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2" name="pg712"/>
            <p:cNvSpPr/>
            <p:nvPr/>
          </p:nvSpPr>
          <p:spPr>
            <a:xfrm>
              <a:off x="6195504" y="297952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BB0AB">
                <a:alpha val="100000"/>
              </a:srgbClr>
            </a:solidFill>
            <a:ln w="5420" cap="flat">
              <a:solidFill>
                <a:srgbClr val="4BB0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3" name="pg713"/>
            <p:cNvSpPr/>
            <p:nvPr/>
          </p:nvSpPr>
          <p:spPr>
            <a:xfrm>
              <a:off x="6207141" y="297952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BB0AB">
                <a:alpha val="100000"/>
              </a:srgbClr>
            </a:solidFill>
            <a:ln w="5420" cap="flat">
              <a:solidFill>
                <a:srgbClr val="4BB0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4" name="pg714"/>
            <p:cNvSpPr/>
            <p:nvPr/>
          </p:nvSpPr>
          <p:spPr>
            <a:xfrm>
              <a:off x="6218778" y="297952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BB0AB">
                <a:alpha val="100000"/>
              </a:srgbClr>
            </a:solidFill>
            <a:ln w="5420" cap="flat">
              <a:solidFill>
                <a:srgbClr val="4BB0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5" name="pg715"/>
            <p:cNvSpPr/>
            <p:nvPr/>
          </p:nvSpPr>
          <p:spPr>
            <a:xfrm>
              <a:off x="6230416" y="297952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BB0AB">
                <a:alpha val="100000"/>
              </a:srgbClr>
            </a:solidFill>
            <a:ln w="5420" cap="flat">
              <a:solidFill>
                <a:srgbClr val="4BB0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6" name="pg716"/>
            <p:cNvSpPr/>
            <p:nvPr/>
          </p:nvSpPr>
          <p:spPr>
            <a:xfrm>
              <a:off x="6242053" y="297952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BB0AB">
                <a:alpha val="100000"/>
              </a:srgbClr>
            </a:solidFill>
            <a:ln w="5420" cap="flat">
              <a:solidFill>
                <a:srgbClr val="4BB0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7" name="pg717"/>
            <p:cNvSpPr/>
            <p:nvPr/>
          </p:nvSpPr>
          <p:spPr>
            <a:xfrm>
              <a:off x="6253690" y="297952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CB1AB">
                <a:alpha val="100000"/>
              </a:srgbClr>
            </a:solidFill>
            <a:ln w="5420" cap="flat">
              <a:solidFill>
                <a:srgbClr val="4CB1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8" name="pg718"/>
            <p:cNvSpPr/>
            <p:nvPr/>
          </p:nvSpPr>
          <p:spPr>
            <a:xfrm>
              <a:off x="6265328" y="297952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CB2AB">
                <a:alpha val="100000"/>
              </a:srgbClr>
            </a:solidFill>
            <a:ln w="5420" cap="flat">
              <a:solidFill>
                <a:srgbClr val="4CB2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9" name="pg719"/>
            <p:cNvSpPr/>
            <p:nvPr/>
          </p:nvSpPr>
          <p:spPr>
            <a:xfrm>
              <a:off x="6276965" y="297952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DB2AB">
                <a:alpha val="100000"/>
              </a:srgbClr>
            </a:solidFill>
            <a:ln w="5420" cap="flat">
              <a:solidFill>
                <a:srgbClr val="4DB2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0" name="pg720"/>
            <p:cNvSpPr/>
            <p:nvPr/>
          </p:nvSpPr>
          <p:spPr>
            <a:xfrm>
              <a:off x="6288602" y="297952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DB3AB">
                <a:alpha val="100000"/>
              </a:srgbClr>
            </a:solidFill>
            <a:ln w="5420" cap="flat">
              <a:solidFill>
                <a:srgbClr val="4DB3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1" name="pg721"/>
            <p:cNvSpPr/>
            <p:nvPr/>
          </p:nvSpPr>
          <p:spPr>
            <a:xfrm>
              <a:off x="6300240" y="297952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EB3AB">
                <a:alpha val="100000"/>
              </a:srgbClr>
            </a:solidFill>
            <a:ln w="5420" cap="flat">
              <a:solidFill>
                <a:srgbClr val="4EB3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2" name="pg722"/>
            <p:cNvSpPr/>
            <p:nvPr/>
          </p:nvSpPr>
          <p:spPr>
            <a:xfrm>
              <a:off x="6311877" y="297952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EB4AB">
                <a:alpha val="100000"/>
              </a:srgbClr>
            </a:solidFill>
            <a:ln w="5420" cap="flat">
              <a:solidFill>
                <a:srgbClr val="4EB4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3" name="pg723"/>
            <p:cNvSpPr/>
            <p:nvPr/>
          </p:nvSpPr>
          <p:spPr>
            <a:xfrm>
              <a:off x="6323514" y="297952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FB5AB">
                <a:alpha val="100000"/>
              </a:srgbClr>
            </a:solidFill>
            <a:ln w="5420" cap="flat">
              <a:solidFill>
                <a:srgbClr val="4FB5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4" name="pg724"/>
            <p:cNvSpPr/>
            <p:nvPr/>
          </p:nvSpPr>
          <p:spPr>
            <a:xfrm>
              <a:off x="5706736" y="299382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CC8AC">
                <a:alpha val="100000"/>
              </a:srgbClr>
            </a:solidFill>
            <a:ln w="5420" cap="flat">
              <a:solidFill>
                <a:srgbClr val="5CC8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5" name="pg725"/>
            <p:cNvSpPr/>
            <p:nvPr/>
          </p:nvSpPr>
          <p:spPr>
            <a:xfrm>
              <a:off x="5718373" y="299382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CC7AC">
                <a:alpha val="100000"/>
              </a:srgbClr>
            </a:solidFill>
            <a:ln w="5420" cap="flat">
              <a:solidFill>
                <a:srgbClr val="5CC7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6" name="pg726"/>
            <p:cNvSpPr/>
            <p:nvPr/>
          </p:nvSpPr>
          <p:spPr>
            <a:xfrm>
              <a:off x="5730010" y="299382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BC6AC">
                <a:alpha val="100000"/>
              </a:srgbClr>
            </a:solidFill>
            <a:ln w="5420" cap="flat">
              <a:solidFill>
                <a:srgbClr val="5BC6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7" name="pg727"/>
            <p:cNvSpPr/>
            <p:nvPr/>
          </p:nvSpPr>
          <p:spPr>
            <a:xfrm>
              <a:off x="5741648" y="299382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AC5AC">
                <a:alpha val="100000"/>
              </a:srgbClr>
            </a:solidFill>
            <a:ln w="5420" cap="flat">
              <a:solidFill>
                <a:srgbClr val="5AC5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8" name="pg728"/>
            <p:cNvSpPr/>
            <p:nvPr/>
          </p:nvSpPr>
          <p:spPr>
            <a:xfrm>
              <a:off x="5753285" y="299382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9C4AC">
                <a:alpha val="100000"/>
              </a:srgbClr>
            </a:solidFill>
            <a:ln w="5420" cap="flat">
              <a:solidFill>
                <a:srgbClr val="59C4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9" name="pg729"/>
            <p:cNvSpPr/>
            <p:nvPr/>
          </p:nvSpPr>
          <p:spPr>
            <a:xfrm>
              <a:off x="5764922" y="299382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9C3AC">
                <a:alpha val="100000"/>
              </a:srgbClr>
            </a:solidFill>
            <a:ln w="5420" cap="flat">
              <a:solidFill>
                <a:srgbClr val="59C3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0" name="pg730"/>
            <p:cNvSpPr/>
            <p:nvPr/>
          </p:nvSpPr>
          <p:spPr>
            <a:xfrm>
              <a:off x="5776560" y="299382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8C2AC">
                <a:alpha val="100000"/>
              </a:srgbClr>
            </a:solidFill>
            <a:ln w="5420" cap="flat">
              <a:solidFill>
                <a:srgbClr val="58C2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1" name="pg731"/>
            <p:cNvSpPr/>
            <p:nvPr/>
          </p:nvSpPr>
          <p:spPr>
            <a:xfrm>
              <a:off x="6195504" y="299382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CB1AB">
                <a:alpha val="100000"/>
              </a:srgbClr>
            </a:solidFill>
            <a:ln w="5420" cap="flat">
              <a:solidFill>
                <a:srgbClr val="4CB1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2" name="pg732"/>
            <p:cNvSpPr/>
            <p:nvPr/>
          </p:nvSpPr>
          <p:spPr>
            <a:xfrm>
              <a:off x="6207141" y="299382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CB1AB">
                <a:alpha val="100000"/>
              </a:srgbClr>
            </a:solidFill>
            <a:ln w="5420" cap="flat">
              <a:solidFill>
                <a:srgbClr val="4CB1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3" name="pg733"/>
            <p:cNvSpPr/>
            <p:nvPr/>
          </p:nvSpPr>
          <p:spPr>
            <a:xfrm>
              <a:off x="6218778" y="299382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CB1AB">
                <a:alpha val="100000"/>
              </a:srgbClr>
            </a:solidFill>
            <a:ln w="5420" cap="flat">
              <a:solidFill>
                <a:srgbClr val="4CB1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4" name="pg734"/>
            <p:cNvSpPr/>
            <p:nvPr/>
          </p:nvSpPr>
          <p:spPr>
            <a:xfrm>
              <a:off x="6230416" y="299382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CB1AB">
                <a:alpha val="100000"/>
              </a:srgbClr>
            </a:solidFill>
            <a:ln w="5420" cap="flat">
              <a:solidFill>
                <a:srgbClr val="4CB1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5" name="pg735"/>
            <p:cNvSpPr/>
            <p:nvPr/>
          </p:nvSpPr>
          <p:spPr>
            <a:xfrm>
              <a:off x="6242053" y="299382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CB1AB">
                <a:alpha val="100000"/>
              </a:srgbClr>
            </a:solidFill>
            <a:ln w="5420" cap="flat">
              <a:solidFill>
                <a:srgbClr val="4CB1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6" name="pg736"/>
            <p:cNvSpPr/>
            <p:nvPr/>
          </p:nvSpPr>
          <p:spPr>
            <a:xfrm>
              <a:off x="6253690" y="299382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CB1AB">
                <a:alpha val="100000"/>
              </a:srgbClr>
            </a:solidFill>
            <a:ln w="5420" cap="flat">
              <a:solidFill>
                <a:srgbClr val="4CB1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7" name="pg737"/>
            <p:cNvSpPr/>
            <p:nvPr/>
          </p:nvSpPr>
          <p:spPr>
            <a:xfrm>
              <a:off x="6265328" y="299382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DB2AB">
                <a:alpha val="100000"/>
              </a:srgbClr>
            </a:solidFill>
            <a:ln w="5420" cap="flat">
              <a:solidFill>
                <a:srgbClr val="4DB2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8" name="pg738"/>
            <p:cNvSpPr/>
            <p:nvPr/>
          </p:nvSpPr>
          <p:spPr>
            <a:xfrm>
              <a:off x="6276965" y="299382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DB3AB">
                <a:alpha val="100000"/>
              </a:srgbClr>
            </a:solidFill>
            <a:ln w="5420" cap="flat">
              <a:solidFill>
                <a:srgbClr val="4DB3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9" name="pg739"/>
            <p:cNvSpPr/>
            <p:nvPr/>
          </p:nvSpPr>
          <p:spPr>
            <a:xfrm>
              <a:off x="6288602" y="299382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EB3AB">
                <a:alpha val="100000"/>
              </a:srgbClr>
            </a:solidFill>
            <a:ln w="5420" cap="flat">
              <a:solidFill>
                <a:srgbClr val="4EB3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0" name="pg740"/>
            <p:cNvSpPr/>
            <p:nvPr/>
          </p:nvSpPr>
          <p:spPr>
            <a:xfrm>
              <a:off x="6300240" y="299382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EB4AB">
                <a:alpha val="100000"/>
              </a:srgbClr>
            </a:solidFill>
            <a:ln w="5420" cap="flat">
              <a:solidFill>
                <a:srgbClr val="4EB4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1" name="pg741"/>
            <p:cNvSpPr/>
            <p:nvPr/>
          </p:nvSpPr>
          <p:spPr>
            <a:xfrm>
              <a:off x="6311877" y="299382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FB4AB">
                <a:alpha val="100000"/>
              </a:srgbClr>
            </a:solidFill>
            <a:ln w="5420" cap="flat">
              <a:solidFill>
                <a:srgbClr val="4FB4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2" name="pg742"/>
            <p:cNvSpPr/>
            <p:nvPr/>
          </p:nvSpPr>
          <p:spPr>
            <a:xfrm>
              <a:off x="5706736" y="300812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ECAAC">
                <a:alpha val="100000"/>
              </a:srgbClr>
            </a:solidFill>
            <a:ln w="5420" cap="flat">
              <a:solidFill>
                <a:srgbClr val="5ECA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3" name="pg743"/>
            <p:cNvSpPr/>
            <p:nvPr/>
          </p:nvSpPr>
          <p:spPr>
            <a:xfrm>
              <a:off x="5718373" y="300812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DC9AC">
                <a:alpha val="100000"/>
              </a:srgbClr>
            </a:solidFill>
            <a:ln w="5420" cap="flat">
              <a:solidFill>
                <a:srgbClr val="5DC9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4" name="pg744"/>
            <p:cNvSpPr/>
            <p:nvPr/>
          </p:nvSpPr>
          <p:spPr>
            <a:xfrm>
              <a:off x="5730010" y="300812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CC8AC">
                <a:alpha val="100000"/>
              </a:srgbClr>
            </a:solidFill>
            <a:ln w="5420" cap="flat">
              <a:solidFill>
                <a:srgbClr val="5CC8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5" name="pg745"/>
            <p:cNvSpPr/>
            <p:nvPr/>
          </p:nvSpPr>
          <p:spPr>
            <a:xfrm>
              <a:off x="5741648" y="300812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BC6AC">
                <a:alpha val="100000"/>
              </a:srgbClr>
            </a:solidFill>
            <a:ln w="5420" cap="flat">
              <a:solidFill>
                <a:srgbClr val="5BC6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6" name="pg746"/>
            <p:cNvSpPr/>
            <p:nvPr/>
          </p:nvSpPr>
          <p:spPr>
            <a:xfrm>
              <a:off x="5753285" y="300812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AC5AC">
                <a:alpha val="100000"/>
              </a:srgbClr>
            </a:solidFill>
            <a:ln w="5420" cap="flat">
              <a:solidFill>
                <a:srgbClr val="5AC5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7" name="pg747"/>
            <p:cNvSpPr/>
            <p:nvPr/>
          </p:nvSpPr>
          <p:spPr>
            <a:xfrm>
              <a:off x="5764922" y="300812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9C4AC">
                <a:alpha val="100000"/>
              </a:srgbClr>
            </a:solidFill>
            <a:ln w="5420" cap="flat">
              <a:solidFill>
                <a:srgbClr val="59C4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8" name="pg748"/>
            <p:cNvSpPr/>
            <p:nvPr/>
          </p:nvSpPr>
          <p:spPr>
            <a:xfrm>
              <a:off x="6218778" y="300812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CB1AB">
                <a:alpha val="100000"/>
              </a:srgbClr>
            </a:solidFill>
            <a:ln w="5420" cap="flat">
              <a:solidFill>
                <a:srgbClr val="4CB1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9" name="pg749"/>
            <p:cNvSpPr/>
            <p:nvPr/>
          </p:nvSpPr>
          <p:spPr>
            <a:xfrm>
              <a:off x="6230416" y="300812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CB2AB">
                <a:alpha val="100000"/>
              </a:srgbClr>
            </a:solidFill>
            <a:ln w="5420" cap="flat">
              <a:solidFill>
                <a:srgbClr val="4CB2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0" name="pg750"/>
            <p:cNvSpPr/>
            <p:nvPr/>
          </p:nvSpPr>
          <p:spPr>
            <a:xfrm>
              <a:off x="6242053" y="300812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DB2AB">
                <a:alpha val="100000"/>
              </a:srgbClr>
            </a:solidFill>
            <a:ln w="5420" cap="flat">
              <a:solidFill>
                <a:srgbClr val="4DB2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1" name="pg751"/>
            <p:cNvSpPr/>
            <p:nvPr/>
          </p:nvSpPr>
          <p:spPr>
            <a:xfrm>
              <a:off x="6253690" y="300812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DB2AB">
                <a:alpha val="100000"/>
              </a:srgbClr>
            </a:solidFill>
            <a:ln w="5420" cap="flat">
              <a:solidFill>
                <a:srgbClr val="4DB2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2" name="pg752"/>
            <p:cNvSpPr/>
            <p:nvPr/>
          </p:nvSpPr>
          <p:spPr>
            <a:xfrm>
              <a:off x="6265328" y="300812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DB3AB">
                <a:alpha val="100000"/>
              </a:srgbClr>
            </a:solidFill>
            <a:ln w="5420" cap="flat">
              <a:solidFill>
                <a:srgbClr val="4DB3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3" name="pg753"/>
            <p:cNvSpPr/>
            <p:nvPr/>
          </p:nvSpPr>
          <p:spPr>
            <a:xfrm>
              <a:off x="6276965" y="300812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EB3AB">
                <a:alpha val="100000"/>
              </a:srgbClr>
            </a:solidFill>
            <a:ln w="5420" cap="flat">
              <a:solidFill>
                <a:srgbClr val="4EB3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4" name="pg754"/>
            <p:cNvSpPr/>
            <p:nvPr/>
          </p:nvSpPr>
          <p:spPr>
            <a:xfrm>
              <a:off x="6288602" y="300812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EB4AB">
                <a:alpha val="100000"/>
              </a:srgbClr>
            </a:solidFill>
            <a:ln w="5420" cap="flat">
              <a:solidFill>
                <a:srgbClr val="4EB4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5" name="pg755"/>
            <p:cNvSpPr/>
            <p:nvPr/>
          </p:nvSpPr>
          <p:spPr>
            <a:xfrm>
              <a:off x="5695098" y="302242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FCDAC">
                <a:alpha val="100000"/>
              </a:srgbClr>
            </a:solidFill>
            <a:ln w="5420" cap="flat">
              <a:solidFill>
                <a:srgbClr val="5FCD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6" name="pg756"/>
            <p:cNvSpPr/>
            <p:nvPr/>
          </p:nvSpPr>
          <p:spPr>
            <a:xfrm>
              <a:off x="5706736" y="302242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FCCAC">
                <a:alpha val="100000"/>
              </a:srgbClr>
            </a:solidFill>
            <a:ln w="5420" cap="flat">
              <a:solidFill>
                <a:srgbClr val="5FCC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7" name="pg757"/>
            <p:cNvSpPr/>
            <p:nvPr/>
          </p:nvSpPr>
          <p:spPr>
            <a:xfrm>
              <a:off x="5718373" y="302242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ECBAC">
                <a:alpha val="100000"/>
              </a:srgbClr>
            </a:solidFill>
            <a:ln w="5420" cap="flat">
              <a:solidFill>
                <a:srgbClr val="5ECB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8" name="pg758"/>
            <p:cNvSpPr/>
            <p:nvPr/>
          </p:nvSpPr>
          <p:spPr>
            <a:xfrm>
              <a:off x="5730010" y="302242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DCAAC">
                <a:alpha val="100000"/>
              </a:srgbClr>
            </a:solidFill>
            <a:ln w="5420" cap="flat">
              <a:solidFill>
                <a:srgbClr val="5DCA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9" name="pg759"/>
            <p:cNvSpPr/>
            <p:nvPr/>
          </p:nvSpPr>
          <p:spPr>
            <a:xfrm>
              <a:off x="5741648" y="302242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CC8AC">
                <a:alpha val="100000"/>
              </a:srgbClr>
            </a:solidFill>
            <a:ln w="5420" cap="flat">
              <a:solidFill>
                <a:srgbClr val="5CC8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0" name="pg760"/>
            <p:cNvSpPr/>
            <p:nvPr/>
          </p:nvSpPr>
          <p:spPr>
            <a:xfrm>
              <a:off x="5753285" y="302242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BC7AC">
                <a:alpha val="100000"/>
              </a:srgbClr>
            </a:solidFill>
            <a:ln w="5420" cap="flat">
              <a:solidFill>
                <a:srgbClr val="5BC7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1" name="pg761"/>
            <p:cNvSpPr/>
            <p:nvPr/>
          </p:nvSpPr>
          <p:spPr>
            <a:xfrm>
              <a:off x="6242053" y="302242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DB3AB">
                <a:alpha val="100000"/>
              </a:srgbClr>
            </a:solidFill>
            <a:ln w="5420" cap="flat">
              <a:solidFill>
                <a:srgbClr val="4DB3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2" name="pg762"/>
            <p:cNvSpPr/>
            <p:nvPr/>
          </p:nvSpPr>
          <p:spPr>
            <a:xfrm>
              <a:off x="6253690" y="302242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DB3AB">
                <a:alpha val="100000"/>
              </a:srgbClr>
            </a:solidFill>
            <a:ln w="5420" cap="flat">
              <a:solidFill>
                <a:srgbClr val="4DB3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3" name="pg763"/>
            <p:cNvSpPr/>
            <p:nvPr/>
          </p:nvSpPr>
          <p:spPr>
            <a:xfrm>
              <a:off x="6265328" y="302242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EB4AB">
                <a:alpha val="100000"/>
              </a:srgbClr>
            </a:solidFill>
            <a:ln w="5420" cap="flat">
              <a:solidFill>
                <a:srgbClr val="4EB4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4" name="pg764"/>
            <p:cNvSpPr/>
            <p:nvPr/>
          </p:nvSpPr>
          <p:spPr>
            <a:xfrm>
              <a:off x="5683461" y="303672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3CFAD">
                <a:alpha val="100000"/>
              </a:srgbClr>
            </a:solidFill>
            <a:ln w="5420" cap="flat">
              <a:solidFill>
                <a:srgbClr val="63CFA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5" name="pg765"/>
            <p:cNvSpPr/>
            <p:nvPr/>
          </p:nvSpPr>
          <p:spPr>
            <a:xfrm>
              <a:off x="5695098" y="303672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2CEAD">
                <a:alpha val="100000"/>
              </a:srgbClr>
            </a:solidFill>
            <a:ln w="5420" cap="flat">
              <a:solidFill>
                <a:srgbClr val="62CEA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6" name="pg766"/>
            <p:cNvSpPr/>
            <p:nvPr/>
          </p:nvSpPr>
          <p:spPr>
            <a:xfrm>
              <a:off x="5706736" y="303672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0CEAC">
                <a:alpha val="100000"/>
              </a:srgbClr>
            </a:solidFill>
            <a:ln w="5420" cap="flat">
              <a:solidFill>
                <a:srgbClr val="60CE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7" name="pg767"/>
            <p:cNvSpPr/>
            <p:nvPr/>
          </p:nvSpPr>
          <p:spPr>
            <a:xfrm>
              <a:off x="5718373" y="303672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FCDAC">
                <a:alpha val="100000"/>
              </a:srgbClr>
            </a:solidFill>
            <a:ln w="5420" cap="flat">
              <a:solidFill>
                <a:srgbClr val="5FCD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8" name="pg768"/>
            <p:cNvSpPr/>
            <p:nvPr/>
          </p:nvSpPr>
          <p:spPr>
            <a:xfrm>
              <a:off x="5730010" y="303672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ECCAC">
                <a:alpha val="100000"/>
              </a:srgbClr>
            </a:solidFill>
            <a:ln w="5420" cap="flat">
              <a:solidFill>
                <a:srgbClr val="5ECC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9" name="pg769"/>
            <p:cNvSpPr/>
            <p:nvPr/>
          </p:nvSpPr>
          <p:spPr>
            <a:xfrm>
              <a:off x="5741648" y="303672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ECAAC">
                <a:alpha val="100000"/>
              </a:srgbClr>
            </a:solidFill>
            <a:ln w="5420" cap="flat">
              <a:solidFill>
                <a:srgbClr val="5ECA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0" name="pg770"/>
            <p:cNvSpPr/>
            <p:nvPr/>
          </p:nvSpPr>
          <p:spPr>
            <a:xfrm>
              <a:off x="5683461" y="305102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5CFAE">
                <a:alpha val="100000"/>
              </a:srgbClr>
            </a:solidFill>
            <a:ln w="5420" cap="flat">
              <a:solidFill>
                <a:srgbClr val="65CFA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1" name="pg771"/>
            <p:cNvSpPr/>
            <p:nvPr/>
          </p:nvSpPr>
          <p:spPr>
            <a:xfrm>
              <a:off x="5695098" y="305102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4CFAD">
                <a:alpha val="100000"/>
              </a:srgbClr>
            </a:solidFill>
            <a:ln w="5420" cap="flat">
              <a:solidFill>
                <a:srgbClr val="64CFA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2" name="pg772"/>
            <p:cNvSpPr/>
            <p:nvPr/>
          </p:nvSpPr>
          <p:spPr>
            <a:xfrm>
              <a:off x="5706736" y="305102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2CFAD">
                <a:alpha val="100000"/>
              </a:srgbClr>
            </a:solidFill>
            <a:ln w="5420" cap="flat">
              <a:solidFill>
                <a:srgbClr val="62CFA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3" name="pg773"/>
            <p:cNvSpPr/>
            <p:nvPr/>
          </p:nvSpPr>
          <p:spPr>
            <a:xfrm>
              <a:off x="5718373" y="305102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0CEAC">
                <a:alpha val="100000"/>
              </a:srgbClr>
            </a:solidFill>
            <a:ln w="5420" cap="flat">
              <a:solidFill>
                <a:srgbClr val="60CE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4" name="pg774"/>
            <p:cNvSpPr/>
            <p:nvPr/>
          </p:nvSpPr>
          <p:spPr>
            <a:xfrm>
              <a:off x="5730010" y="305102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FCDAC">
                <a:alpha val="100000"/>
              </a:srgbClr>
            </a:solidFill>
            <a:ln w="5420" cap="flat">
              <a:solidFill>
                <a:srgbClr val="5FCD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5" name="pg775"/>
            <p:cNvSpPr/>
            <p:nvPr/>
          </p:nvSpPr>
          <p:spPr>
            <a:xfrm>
              <a:off x="5671824" y="306532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4CFAE">
                <a:alpha val="100000"/>
              </a:srgbClr>
            </a:solidFill>
            <a:ln w="5420" cap="flat">
              <a:solidFill>
                <a:srgbClr val="64CFA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6" name="pg776"/>
            <p:cNvSpPr/>
            <p:nvPr/>
          </p:nvSpPr>
          <p:spPr>
            <a:xfrm>
              <a:off x="5683461" y="306532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5CFAE">
                <a:alpha val="100000"/>
              </a:srgbClr>
            </a:solidFill>
            <a:ln w="5420" cap="flat">
              <a:solidFill>
                <a:srgbClr val="65CFA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7" name="pg777"/>
            <p:cNvSpPr/>
            <p:nvPr/>
          </p:nvSpPr>
          <p:spPr>
            <a:xfrm>
              <a:off x="5695098" y="306532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4CFAD">
                <a:alpha val="100000"/>
              </a:srgbClr>
            </a:solidFill>
            <a:ln w="5420" cap="flat">
              <a:solidFill>
                <a:srgbClr val="64CFA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8" name="pg778"/>
            <p:cNvSpPr/>
            <p:nvPr/>
          </p:nvSpPr>
          <p:spPr>
            <a:xfrm>
              <a:off x="5706736" y="306532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3CFAD">
                <a:alpha val="100000"/>
              </a:srgbClr>
            </a:solidFill>
            <a:ln w="5420" cap="flat">
              <a:solidFill>
                <a:srgbClr val="63CFA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9" name="pg779"/>
            <p:cNvSpPr/>
            <p:nvPr/>
          </p:nvSpPr>
          <p:spPr>
            <a:xfrm>
              <a:off x="5718373" y="306532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1CEAC">
                <a:alpha val="100000"/>
              </a:srgbClr>
            </a:solidFill>
            <a:ln w="5420" cap="flat">
              <a:solidFill>
                <a:srgbClr val="61CE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0" name="pg780"/>
            <p:cNvSpPr/>
            <p:nvPr/>
          </p:nvSpPr>
          <p:spPr>
            <a:xfrm>
              <a:off x="5730010" y="306532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0CEAC">
                <a:alpha val="100000"/>
              </a:srgbClr>
            </a:solidFill>
            <a:ln w="5420" cap="flat">
              <a:solidFill>
                <a:srgbClr val="60CE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1" name="pg781"/>
            <p:cNvSpPr/>
            <p:nvPr/>
          </p:nvSpPr>
          <p:spPr>
            <a:xfrm>
              <a:off x="5671824" y="307962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5CFAE">
                <a:alpha val="100000"/>
              </a:srgbClr>
            </a:solidFill>
            <a:ln w="5420" cap="flat">
              <a:solidFill>
                <a:srgbClr val="65CFA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2" name="pg782"/>
            <p:cNvSpPr/>
            <p:nvPr/>
          </p:nvSpPr>
          <p:spPr>
            <a:xfrm>
              <a:off x="5683461" y="307962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6D0AE">
                <a:alpha val="100000"/>
              </a:srgbClr>
            </a:solidFill>
            <a:ln w="5420" cap="flat">
              <a:solidFill>
                <a:srgbClr val="66D0A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3" name="pg783"/>
            <p:cNvSpPr/>
            <p:nvPr/>
          </p:nvSpPr>
          <p:spPr>
            <a:xfrm>
              <a:off x="5695098" y="307962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6D0AE">
                <a:alpha val="100000"/>
              </a:srgbClr>
            </a:solidFill>
            <a:ln w="5420" cap="flat">
              <a:solidFill>
                <a:srgbClr val="66D0A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4" name="pg784"/>
            <p:cNvSpPr/>
            <p:nvPr/>
          </p:nvSpPr>
          <p:spPr>
            <a:xfrm>
              <a:off x="5706736" y="307962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5CFAE">
                <a:alpha val="100000"/>
              </a:srgbClr>
            </a:solidFill>
            <a:ln w="5420" cap="flat">
              <a:solidFill>
                <a:srgbClr val="65CFA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5" name="pg785"/>
            <p:cNvSpPr/>
            <p:nvPr/>
          </p:nvSpPr>
          <p:spPr>
            <a:xfrm>
              <a:off x="5718373" y="307962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4CFAD">
                <a:alpha val="100000"/>
              </a:srgbClr>
            </a:solidFill>
            <a:ln w="5420" cap="flat">
              <a:solidFill>
                <a:srgbClr val="64CFA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6" name="pg786"/>
            <p:cNvSpPr/>
            <p:nvPr/>
          </p:nvSpPr>
          <p:spPr>
            <a:xfrm>
              <a:off x="5730010" y="307962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2CEAD">
                <a:alpha val="100000"/>
              </a:srgbClr>
            </a:solidFill>
            <a:ln w="5420" cap="flat">
              <a:solidFill>
                <a:srgbClr val="62CEA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7" name="pg787"/>
            <p:cNvSpPr/>
            <p:nvPr/>
          </p:nvSpPr>
          <p:spPr>
            <a:xfrm>
              <a:off x="5671824" y="309392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5CFAE">
                <a:alpha val="100000"/>
              </a:srgbClr>
            </a:solidFill>
            <a:ln w="5420" cap="flat">
              <a:solidFill>
                <a:srgbClr val="65CFA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8" name="pg788"/>
            <p:cNvSpPr/>
            <p:nvPr/>
          </p:nvSpPr>
          <p:spPr>
            <a:xfrm>
              <a:off x="5683461" y="309392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7D0AE">
                <a:alpha val="100000"/>
              </a:srgbClr>
            </a:solidFill>
            <a:ln w="5420" cap="flat">
              <a:solidFill>
                <a:srgbClr val="67D0A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9" name="pg789"/>
            <p:cNvSpPr/>
            <p:nvPr/>
          </p:nvSpPr>
          <p:spPr>
            <a:xfrm>
              <a:off x="5695098" y="309392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6D0AE">
                <a:alpha val="100000"/>
              </a:srgbClr>
            </a:solidFill>
            <a:ln w="5420" cap="flat">
              <a:solidFill>
                <a:srgbClr val="66D0A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0" name="pg790"/>
            <p:cNvSpPr/>
            <p:nvPr/>
          </p:nvSpPr>
          <p:spPr>
            <a:xfrm>
              <a:off x="5706736" y="309392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5CFAE">
                <a:alpha val="100000"/>
              </a:srgbClr>
            </a:solidFill>
            <a:ln w="5420" cap="flat">
              <a:solidFill>
                <a:srgbClr val="65CFA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1" name="pg791"/>
            <p:cNvSpPr/>
            <p:nvPr/>
          </p:nvSpPr>
          <p:spPr>
            <a:xfrm>
              <a:off x="5718373" y="309392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4CFAD">
                <a:alpha val="100000"/>
              </a:srgbClr>
            </a:solidFill>
            <a:ln w="5420" cap="flat">
              <a:solidFill>
                <a:srgbClr val="64CFA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2" name="pg792"/>
            <p:cNvSpPr/>
            <p:nvPr/>
          </p:nvSpPr>
          <p:spPr>
            <a:xfrm>
              <a:off x="5730010" y="309392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2CEAD">
                <a:alpha val="100000"/>
              </a:srgbClr>
            </a:solidFill>
            <a:ln w="5420" cap="flat">
              <a:solidFill>
                <a:srgbClr val="62CEA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3" name="pg793"/>
            <p:cNvSpPr/>
            <p:nvPr/>
          </p:nvSpPr>
          <p:spPr>
            <a:xfrm>
              <a:off x="5671824" y="310822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4CFAD">
                <a:alpha val="100000"/>
              </a:srgbClr>
            </a:solidFill>
            <a:ln w="5420" cap="flat">
              <a:solidFill>
                <a:srgbClr val="64CFA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4" name="pg794"/>
            <p:cNvSpPr/>
            <p:nvPr/>
          </p:nvSpPr>
          <p:spPr>
            <a:xfrm>
              <a:off x="5683461" y="310822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5CFAE">
                <a:alpha val="100000"/>
              </a:srgbClr>
            </a:solidFill>
            <a:ln w="5420" cap="flat">
              <a:solidFill>
                <a:srgbClr val="65CFA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5" name="pg795"/>
            <p:cNvSpPr/>
            <p:nvPr/>
          </p:nvSpPr>
          <p:spPr>
            <a:xfrm>
              <a:off x="5695098" y="310822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5CFAE">
                <a:alpha val="100000"/>
              </a:srgbClr>
            </a:solidFill>
            <a:ln w="5420" cap="flat">
              <a:solidFill>
                <a:srgbClr val="65CFA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6" name="pg796"/>
            <p:cNvSpPr/>
            <p:nvPr/>
          </p:nvSpPr>
          <p:spPr>
            <a:xfrm>
              <a:off x="5706736" y="310822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4CFAE">
                <a:alpha val="100000"/>
              </a:srgbClr>
            </a:solidFill>
            <a:ln w="5420" cap="flat">
              <a:solidFill>
                <a:srgbClr val="64CFA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7" name="pg797"/>
            <p:cNvSpPr/>
            <p:nvPr/>
          </p:nvSpPr>
          <p:spPr>
            <a:xfrm>
              <a:off x="5718373" y="310822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3CFAD">
                <a:alpha val="100000"/>
              </a:srgbClr>
            </a:solidFill>
            <a:ln w="5420" cap="flat">
              <a:solidFill>
                <a:srgbClr val="63CFA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8" name="pg798"/>
            <p:cNvSpPr/>
            <p:nvPr/>
          </p:nvSpPr>
          <p:spPr>
            <a:xfrm>
              <a:off x="5730010" y="310822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1CEAC">
                <a:alpha val="100000"/>
              </a:srgbClr>
            </a:solidFill>
            <a:ln w="5420" cap="flat">
              <a:solidFill>
                <a:srgbClr val="61CE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9" name="pg799"/>
            <p:cNvSpPr/>
            <p:nvPr/>
          </p:nvSpPr>
          <p:spPr>
            <a:xfrm>
              <a:off x="5741648" y="310822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0CEAC">
                <a:alpha val="100000"/>
              </a:srgbClr>
            </a:solidFill>
            <a:ln w="5420" cap="flat">
              <a:solidFill>
                <a:srgbClr val="60CE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0" name="pg800"/>
            <p:cNvSpPr/>
            <p:nvPr/>
          </p:nvSpPr>
          <p:spPr>
            <a:xfrm>
              <a:off x="5660186" y="312252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2CFAD">
                <a:alpha val="100000"/>
              </a:srgbClr>
            </a:solidFill>
            <a:ln w="5420" cap="flat">
              <a:solidFill>
                <a:srgbClr val="62CFA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1" name="pg801"/>
            <p:cNvSpPr/>
            <p:nvPr/>
          </p:nvSpPr>
          <p:spPr>
            <a:xfrm>
              <a:off x="5671824" y="312252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3CFAD">
                <a:alpha val="100000"/>
              </a:srgbClr>
            </a:solidFill>
            <a:ln w="5420" cap="flat">
              <a:solidFill>
                <a:srgbClr val="63CFA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2" name="pg802"/>
            <p:cNvSpPr/>
            <p:nvPr/>
          </p:nvSpPr>
          <p:spPr>
            <a:xfrm>
              <a:off x="5683461" y="312252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4CFAD">
                <a:alpha val="100000"/>
              </a:srgbClr>
            </a:solidFill>
            <a:ln w="5420" cap="flat">
              <a:solidFill>
                <a:srgbClr val="64CFA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3" name="pg803"/>
            <p:cNvSpPr/>
            <p:nvPr/>
          </p:nvSpPr>
          <p:spPr>
            <a:xfrm>
              <a:off x="5695098" y="312252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3CFAD">
                <a:alpha val="100000"/>
              </a:srgbClr>
            </a:solidFill>
            <a:ln w="5420" cap="flat">
              <a:solidFill>
                <a:srgbClr val="63CFA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4" name="pg804"/>
            <p:cNvSpPr/>
            <p:nvPr/>
          </p:nvSpPr>
          <p:spPr>
            <a:xfrm>
              <a:off x="5706736" y="312252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3CFAD">
                <a:alpha val="100000"/>
              </a:srgbClr>
            </a:solidFill>
            <a:ln w="5420" cap="flat">
              <a:solidFill>
                <a:srgbClr val="63CFA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5" name="pg805"/>
            <p:cNvSpPr/>
            <p:nvPr/>
          </p:nvSpPr>
          <p:spPr>
            <a:xfrm>
              <a:off x="5718373" y="312252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2CEAD">
                <a:alpha val="100000"/>
              </a:srgbClr>
            </a:solidFill>
            <a:ln w="5420" cap="flat">
              <a:solidFill>
                <a:srgbClr val="62CEA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6" name="pg806"/>
            <p:cNvSpPr/>
            <p:nvPr/>
          </p:nvSpPr>
          <p:spPr>
            <a:xfrm>
              <a:off x="5730010" y="312252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0CEAC">
                <a:alpha val="100000"/>
              </a:srgbClr>
            </a:solidFill>
            <a:ln w="5420" cap="flat">
              <a:solidFill>
                <a:srgbClr val="60CE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7" name="pg807"/>
            <p:cNvSpPr/>
            <p:nvPr/>
          </p:nvSpPr>
          <p:spPr>
            <a:xfrm>
              <a:off x="5648549" y="313682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1CEAC">
                <a:alpha val="100000"/>
              </a:srgbClr>
            </a:solidFill>
            <a:ln w="5420" cap="flat">
              <a:solidFill>
                <a:srgbClr val="61CE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8" name="pg808"/>
            <p:cNvSpPr/>
            <p:nvPr/>
          </p:nvSpPr>
          <p:spPr>
            <a:xfrm>
              <a:off x="5660186" y="313682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1CEAC">
                <a:alpha val="100000"/>
              </a:srgbClr>
            </a:solidFill>
            <a:ln w="5420" cap="flat">
              <a:solidFill>
                <a:srgbClr val="61CE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9" name="pg809"/>
            <p:cNvSpPr/>
            <p:nvPr/>
          </p:nvSpPr>
          <p:spPr>
            <a:xfrm>
              <a:off x="5671824" y="313682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2CEAD">
                <a:alpha val="100000"/>
              </a:srgbClr>
            </a:solidFill>
            <a:ln w="5420" cap="flat">
              <a:solidFill>
                <a:srgbClr val="62CEA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0" name="pg810"/>
            <p:cNvSpPr/>
            <p:nvPr/>
          </p:nvSpPr>
          <p:spPr>
            <a:xfrm>
              <a:off x="5683461" y="313682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2CFAD">
                <a:alpha val="100000"/>
              </a:srgbClr>
            </a:solidFill>
            <a:ln w="5420" cap="flat">
              <a:solidFill>
                <a:srgbClr val="62CFA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1" name="pg811"/>
            <p:cNvSpPr/>
            <p:nvPr/>
          </p:nvSpPr>
          <p:spPr>
            <a:xfrm>
              <a:off x="5695098" y="313682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2CEAD">
                <a:alpha val="100000"/>
              </a:srgbClr>
            </a:solidFill>
            <a:ln w="5420" cap="flat">
              <a:solidFill>
                <a:srgbClr val="62CEA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2" name="pg812"/>
            <p:cNvSpPr/>
            <p:nvPr/>
          </p:nvSpPr>
          <p:spPr>
            <a:xfrm>
              <a:off x="5706736" y="313682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1CEAC">
                <a:alpha val="100000"/>
              </a:srgbClr>
            </a:solidFill>
            <a:ln w="5420" cap="flat">
              <a:solidFill>
                <a:srgbClr val="61CE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3" name="pg813"/>
            <p:cNvSpPr/>
            <p:nvPr/>
          </p:nvSpPr>
          <p:spPr>
            <a:xfrm>
              <a:off x="5718373" y="313682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0CEAC">
                <a:alpha val="100000"/>
              </a:srgbClr>
            </a:solidFill>
            <a:ln w="5420" cap="flat">
              <a:solidFill>
                <a:srgbClr val="60CE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4" name="pg814"/>
            <p:cNvSpPr/>
            <p:nvPr/>
          </p:nvSpPr>
          <p:spPr>
            <a:xfrm>
              <a:off x="5648549" y="315112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0CEAC">
                <a:alpha val="100000"/>
              </a:srgbClr>
            </a:solidFill>
            <a:ln w="5420" cap="flat">
              <a:solidFill>
                <a:srgbClr val="60CE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5" name="pg815"/>
            <p:cNvSpPr/>
            <p:nvPr/>
          </p:nvSpPr>
          <p:spPr>
            <a:xfrm>
              <a:off x="5660186" y="315112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0CEAC">
                <a:alpha val="100000"/>
              </a:srgbClr>
            </a:solidFill>
            <a:ln w="5420" cap="flat">
              <a:solidFill>
                <a:srgbClr val="60CE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6" name="pg816"/>
            <p:cNvSpPr/>
            <p:nvPr/>
          </p:nvSpPr>
          <p:spPr>
            <a:xfrm>
              <a:off x="5671824" y="315112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1CEAC">
                <a:alpha val="100000"/>
              </a:srgbClr>
            </a:solidFill>
            <a:ln w="5420" cap="flat">
              <a:solidFill>
                <a:srgbClr val="61CE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7" name="pg817"/>
            <p:cNvSpPr/>
            <p:nvPr/>
          </p:nvSpPr>
          <p:spPr>
            <a:xfrm>
              <a:off x="5683461" y="315112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1CEAC">
                <a:alpha val="100000"/>
              </a:srgbClr>
            </a:solidFill>
            <a:ln w="5420" cap="flat">
              <a:solidFill>
                <a:srgbClr val="61CE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8" name="pg818"/>
            <p:cNvSpPr/>
            <p:nvPr/>
          </p:nvSpPr>
          <p:spPr>
            <a:xfrm>
              <a:off x="5695098" y="315112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0CEAC">
                <a:alpha val="100000"/>
              </a:srgbClr>
            </a:solidFill>
            <a:ln w="5420" cap="flat">
              <a:solidFill>
                <a:srgbClr val="60CE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9" name="pg819"/>
            <p:cNvSpPr/>
            <p:nvPr/>
          </p:nvSpPr>
          <p:spPr>
            <a:xfrm>
              <a:off x="5706736" y="315112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0CEAC">
                <a:alpha val="100000"/>
              </a:srgbClr>
            </a:solidFill>
            <a:ln w="5420" cap="flat">
              <a:solidFill>
                <a:srgbClr val="60CE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0" name="pg820"/>
            <p:cNvSpPr/>
            <p:nvPr/>
          </p:nvSpPr>
          <p:spPr>
            <a:xfrm>
              <a:off x="5718373" y="315112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0CEAC">
                <a:alpha val="100000"/>
              </a:srgbClr>
            </a:solidFill>
            <a:ln w="5420" cap="flat">
              <a:solidFill>
                <a:srgbClr val="60CE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1" name="pg821"/>
            <p:cNvSpPr/>
            <p:nvPr/>
          </p:nvSpPr>
          <p:spPr>
            <a:xfrm>
              <a:off x="5741648" y="315112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FCDAC">
                <a:alpha val="100000"/>
              </a:srgbClr>
            </a:solidFill>
            <a:ln w="5420" cap="flat">
              <a:solidFill>
                <a:srgbClr val="5FCD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2" name="pg822"/>
            <p:cNvSpPr/>
            <p:nvPr/>
          </p:nvSpPr>
          <p:spPr>
            <a:xfrm>
              <a:off x="5753285" y="315112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FCDAC">
                <a:alpha val="100000"/>
              </a:srgbClr>
            </a:solidFill>
            <a:ln w="5420" cap="flat">
              <a:solidFill>
                <a:srgbClr val="5FCD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3" name="pg823"/>
            <p:cNvSpPr/>
            <p:nvPr/>
          </p:nvSpPr>
          <p:spPr>
            <a:xfrm>
              <a:off x="5764922" y="315112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FCCAC">
                <a:alpha val="100000"/>
              </a:srgbClr>
            </a:solidFill>
            <a:ln w="5420" cap="flat">
              <a:solidFill>
                <a:srgbClr val="5FCC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4" name="pg824"/>
            <p:cNvSpPr/>
            <p:nvPr/>
          </p:nvSpPr>
          <p:spPr>
            <a:xfrm>
              <a:off x="5776560" y="315112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ECCAC">
                <a:alpha val="100000"/>
              </a:srgbClr>
            </a:solidFill>
            <a:ln w="5420" cap="flat">
              <a:solidFill>
                <a:srgbClr val="5ECC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5" name="pg825"/>
            <p:cNvSpPr/>
            <p:nvPr/>
          </p:nvSpPr>
          <p:spPr>
            <a:xfrm>
              <a:off x="5648549" y="316543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0CEAC">
                <a:alpha val="100000"/>
              </a:srgbClr>
            </a:solidFill>
            <a:ln w="5420" cap="flat">
              <a:solidFill>
                <a:srgbClr val="60CE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6" name="pg826"/>
            <p:cNvSpPr/>
            <p:nvPr/>
          </p:nvSpPr>
          <p:spPr>
            <a:xfrm>
              <a:off x="5660186" y="316543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0CEAC">
                <a:alpha val="100000"/>
              </a:srgbClr>
            </a:solidFill>
            <a:ln w="5420" cap="flat">
              <a:solidFill>
                <a:srgbClr val="60CE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7" name="pg827"/>
            <p:cNvSpPr/>
            <p:nvPr/>
          </p:nvSpPr>
          <p:spPr>
            <a:xfrm>
              <a:off x="5671824" y="316543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0CEAC">
                <a:alpha val="100000"/>
              </a:srgbClr>
            </a:solidFill>
            <a:ln w="5420" cap="flat">
              <a:solidFill>
                <a:srgbClr val="60CE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8" name="pg828"/>
            <p:cNvSpPr/>
            <p:nvPr/>
          </p:nvSpPr>
          <p:spPr>
            <a:xfrm>
              <a:off x="5683461" y="316543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0CEAC">
                <a:alpha val="100000"/>
              </a:srgbClr>
            </a:solidFill>
            <a:ln w="5420" cap="flat">
              <a:solidFill>
                <a:srgbClr val="60CE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9" name="pg829"/>
            <p:cNvSpPr/>
            <p:nvPr/>
          </p:nvSpPr>
          <p:spPr>
            <a:xfrm>
              <a:off x="5695098" y="316543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0CEAC">
                <a:alpha val="100000"/>
              </a:srgbClr>
            </a:solidFill>
            <a:ln w="5420" cap="flat">
              <a:solidFill>
                <a:srgbClr val="60CE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0" name="pg830"/>
            <p:cNvSpPr/>
            <p:nvPr/>
          </p:nvSpPr>
          <p:spPr>
            <a:xfrm>
              <a:off x="5706736" y="316543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0CEAC">
                <a:alpha val="100000"/>
              </a:srgbClr>
            </a:solidFill>
            <a:ln w="5420" cap="flat">
              <a:solidFill>
                <a:srgbClr val="60CE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1" name="pg831"/>
            <p:cNvSpPr/>
            <p:nvPr/>
          </p:nvSpPr>
          <p:spPr>
            <a:xfrm>
              <a:off x="5718373" y="316543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0CDAC">
                <a:alpha val="100000"/>
              </a:srgbClr>
            </a:solidFill>
            <a:ln w="5420" cap="flat">
              <a:solidFill>
                <a:srgbClr val="60CD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2" name="pg832"/>
            <p:cNvSpPr/>
            <p:nvPr/>
          </p:nvSpPr>
          <p:spPr>
            <a:xfrm>
              <a:off x="5730010" y="316543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FCDAC">
                <a:alpha val="100000"/>
              </a:srgbClr>
            </a:solidFill>
            <a:ln w="5420" cap="flat">
              <a:solidFill>
                <a:srgbClr val="5FCD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3" name="pg833"/>
            <p:cNvSpPr/>
            <p:nvPr/>
          </p:nvSpPr>
          <p:spPr>
            <a:xfrm>
              <a:off x="5741648" y="316543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FCDAC">
                <a:alpha val="100000"/>
              </a:srgbClr>
            </a:solidFill>
            <a:ln w="5420" cap="flat">
              <a:solidFill>
                <a:srgbClr val="5FCD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4" name="pg834"/>
            <p:cNvSpPr/>
            <p:nvPr/>
          </p:nvSpPr>
          <p:spPr>
            <a:xfrm>
              <a:off x="5753285" y="316543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FCCAC">
                <a:alpha val="100000"/>
              </a:srgbClr>
            </a:solidFill>
            <a:ln w="5420" cap="flat">
              <a:solidFill>
                <a:srgbClr val="5FCC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5" name="pg835"/>
            <p:cNvSpPr/>
            <p:nvPr/>
          </p:nvSpPr>
          <p:spPr>
            <a:xfrm>
              <a:off x="5764922" y="316543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FCCAC">
                <a:alpha val="100000"/>
              </a:srgbClr>
            </a:solidFill>
            <a:ln w="5420" cap="flat">
              <a:solidFill>
                <a:srgbClr val="5FCC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6" name="pg836"/>
            <p:cNvSpPr/>
            <p:nvPr/>
          </p:nvSpPr>
          <p:spPr>
            <a:xfrm>
              <a:off x="5776560" y="316543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FCCAC">
                <a:alpha val="100000"/>
              </a:srgbClr>
            </a:solidFill>
            <a:ln w="5420" cap="flat">
              <a:solidFill>
                <a:srgbClr val="5FCC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7" name="pg837"/>
            <p:cNvSpPr/>
            <p:nvPr/>
          </p:nvSpPr>
          <p:spPr>
            <a:xfrm>
              <a:off x="5788197" y="316543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ECBAC">
                <a:alpha val="100000"/>
              </a:srgbClr>
            </a:solidFill>
            <a:ln w="5420" cap="flat">
              <a:solidFill>
                <a:srgbClr val="5ECB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8" name="pg838"/>
            <p:cNvSpPr/>
            <p:nvPr/>
          </p:nvSpPr>
          <p:spPr>
            <a:xfrm>
              <a:off x="5671824" y="317973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0CEAC">
                <a:alpha val="100000"/>
              </a:srgbClr>
            </a:solidFill>
            <a:ln w="5420" cap="flat">
              <a:solidFill>
                <a:srgbClr val="60CE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9" name="pg839"/>
            <p:cNvSpPr/>
            <p:nvPr/>
          </p:nvSpPr>
          <p:spPr>
            <a:xfrm>
              <a:off x="5683461" y="317973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0CEAC">
                <a:alpha val="100000"/>
              </a:srgbClr>
            </a:solidFill>
            <a:ln w="5420" cap="flat">
              <a:solidFill>
                <a:srgbClr val="60CE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0" name="pg840"/>
            <p:cNvSpPr/>
            <p:nvPr/>
          </p:nvSpPr>
          <p:spPr>
            <a:xfrm>
              <a:off x="5695098" y="317973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0CEAC">
                <a:alpha val="100000"/>
              </a:srgbClr>
            </a:solidFill>
            <a:ln w="5420" cap="flat">
              <a:solidFill>
                <a:srgbClr val="60CE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1" name="pg841"/>
            <p:cNvSpPr/>
            <p:nvPr/>
          </p:nvSpPr>
          <p:spPr>
            <a:xfrm>
              <a:off x="5706736" y="317973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0CDAC">
                <a:alpha val="100000"/>
              </a:srgbClr>
            </a:solidFill>
            <a:ln w="5420" cap="flat">
              <a:solidFill>
                <a:srgbClr val="60CD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2" name="pg842"/>
            <p:cNvSpPr/>
            <p:nvPr/>
          </p:nvSpPr>
          <p:spPr>
            <a:xfrm>
              <a:off x="5718373" y="317973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0CDAC">
                <a:alpha val="100000"/>
              </a:srgbClr>
            </a:solidFill>
            <a:ln w="5420" cap="flat">
              <a:solidFill>
                <a:srgbClr val="60CD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3" name="pg843"/>
            <p:cNvSpPr/>
            <p:nvPr/>
          </p:nvSpPr>
          <p:spPr>
            <a:xfrm>
              <a:off x="5730010" y="317973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FCDAC">
                <a:alpha val="100000"/>
              </a:srgbClr>
            </a:solidFill>
            <a:ln w="5420" cap="flat">
              <a:solidFill>
                <a:srgbClr val="5FCD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4" name="pg844"/>
            <p:cNvSpPr/>
            <p:nvPr/>
          </p:nvSpPr>
          <p:spPr>
            <a:xfrm>
              <a:off x="5741648" y="317973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FCDAC">
                <a:alpha val="100000"/>
              </a:srgbClr>
            </a:solidFill>
            <a:ln w="5420" cap="flat">
              <a:solidFill>
                <a:srgbClr val="5FCD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5" name="pg845"/>
            <p:cNvSpPr/>
            <p:nvPr/>
          </p:nvSpPr>
          <p:spPr>
            <a:xfrm>
              <a:off x="5753285" y="317973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FCCAC">
                <a:alpha val="100000"/>
              </a:srgbClr>
            </a:solidFill>
            <a:ln w="5420" cap="flat">
              <a:solidFill>
                <a:srgbClr val="5FCC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6" name="pg846"/>
            <p:cNvSpPr/>
            <p:nvPr/>
          </p:nvSpPr>
          <p:spPr>
            <a:xfrm>
              <a:off x="5764922" y="317973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FCCAC">
                <a:alpha val="100000"/>
              </a:srgbClr>
            </a:solidFill>
            <a:ln w="5420" cap="flat">
              <a:solidFill>
                <a:srgbClr val="5FCC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7" name="pg847"/>
            <p:cNvSpPr/>
            <p:nvPr/>
          </p:nvSpPr>
          <p:spPr>
            <a:xfrm>
              <a:off x="5776560" y="317973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FCCAC">
                <a:alpha val="100000"/>
              </a:srgbClr>
            </a:solidFill>
            <a:ln w="5420" cap="flat">
              <a:solidFill>
                <a:srgbClr val="5FCC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8" name="pg848"/>
            <p:cNvSpPr/>
            <p:nvPr/>
          </p:nvSpPr>
          <p:spPr>
            <a:xfrm>
              <a:off x="5788197" y="317973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ECBAC">
                <a:alpha val="100000"/>
              </a:srgbClr>
            </a:solidFill>
            <a:ln w="5420" cap="flat">
              <a:solidFill>
                <a:srgbClr val="5ECB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9" name="pg849"/>
            <p:cNvSpPr/>
            <p:nvPr/>
          </p:nvSpPr>
          <p:spPr>
            <a:xfrm>
              <a:off x="5799834" y="317973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ECBAC">
                <a:alpha val="100000"/>
              </a:srgbClr>
            </a:solidFill>
            <a:ln w="5420" cap="flat">
              <a:solidFill>
                <a:srgbClr val="5ECB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0" name="pg850"/>
            <p:cNvSpPr/>
            <p:nvPr/>
          </p:nvSpPr>
          <p:spPr>
            <a:xfrm>
              <a:off x="5625275" y="319403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0CEAC">
                <a:alpha val="100000"/>
              </a:srgbClr>
            </a:solidFill>
            <a:ln w="5420" cap="flat">
              <a:solidFill>
                <a:srgbClr val="60CE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1" name="pg851"/>
            <p:cNvSpPr/>
            <p:nvPr/>
          </p:nvSpPr>
          <p:spPr>
            <a:xfrm>
              <a:off x="5636912" y="319403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0CEAC">
                <a:alpha val="100000"/>
              </a:srgbClr>
            </a:solidFill>
            <a:ln w="5420" cap="flat">
              <a:solidFill>
                <a:srgbClr val="60CE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2" name="pg852"/>
            <p:cNvSpPr/>
            <p:nvPr/>
          </p:nvSpPr>
          <p:spPr>
            <a:xfrm>
              <a:off x="5648549" y="319403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0CEAC">
                <a:alpha val="100000"/>
              </a:srgbClr>
            </a:solidFill>
            <a:ln w="5420" cap="flat">
              <a:solidFill>
                <a:srgbClr val="60CE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3" name="pg853"/>
            <p:cNvSpPr/>
            <p:nvPr/>
          </p:nvSpPr>
          <p:spPr>
            <a:xfrm>
              <a:off x="5660186" y="319403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0CEAC">
                <a:alpha val="100000"/>
              </a:srgbClr>
            </a:solidFill>
            <a:ln w="5420" cap="flat">
              <a:solidFill>
                <a:srgbClr val="60CE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4" name="pg854"/>
            <p:cNvSpPr/>
            <p:nvPr/>
          </p:nvSpPr>
          <p:spPr>
            <a:xfrm>
              <a:off x="5695098" y="319403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0CDAC">
                <a:alpha val="100000"/>
              </a:srgbClr>
            </a:solidFill>
            <a:ln w="5420" cap="flat">
              <a:solidFill>
                <a:srgbClr val="60CD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5" name="pg855"/>
            <p:cNvSpPr/>
            <p:nvPr/>
          </p:nvSpPr>
          <p:spPr>
            <a:xfrm>
              <a:off x="5706736" y="319403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0CDAC">
                <a:alpha val="100000"/>
              </a:srgbClr>
            </a:solidFill>
            <a:ln w="5420" cap="flat">
              <a:solidFill>
                <a:srgbClr val="60CD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6" name="pg856"/>
            <p:cNvSpPr/>
            <p:nvPr/>
          </p:nvSpPr>
          <p:spPr>
            <a:xfrm>
              <a:off x="5718373" y="319403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FCDAC">
                <a:alpha val="100000"/>
              </a:srgbClr>
            </a:solidFill>
            <a:ln w="5420" cap="flat">
              <a:solidFill>
                <a:srgbClr val="5FCD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7" name="pg857"/>
            <p:cNvSpPr/>
            <p:nvPr/>
          </p:nvSpPr>
          <p:spPr>
            <a:xfrm>
              <a:off x="5730010" y="319403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FCDAC">
                <a:alpha val="100000"/>
              </a:srgbClr>
            </a:solidFill>
            <a:ln w="5420" cap="flat">
              <a:solidFill>
                <a:srgbClr val="5FCD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8" name="pg858"/>
            <p:cNvSpPr/>
            <p:nvPr/>
          </p:nvSpPr>
          <p:spPr>
            <a:xfrm>
              <a:off x="5741648" y="319403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FCDAC">
                <a:alpha val="100000"/>
              </a:srgbClr>
            </a:solidFill>
            <a:ln w="5420" cap="flat">
              <a:solidFill>
                <a:srgbClr val="5FCD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9" name="pg859"/>
            <p:cNvSpPr/>
            <p:nvPr/>
          </p:nvSpPr>
          <p:spPr>
            <a:xfrm>
              <a:off x="5753285" y="319403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FCCAC">
                <a:alpha val="100000"/>
              </a:srgbClr>
            </a:solidFill>
            <a:ln w="5420" cap="flat">
              <a:solidFill>
                <a:srgbClr val="5FCC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0" name="pg860"/>
            <p:cNvSpPr/>
            <p:nvPr/>
          </p:nvSpPr>
          <p:spPr>
            <a:xfrm>
              <a:off x="5764922" y="319403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FCCAC">
                <a:alpha val="100000"/>
              </a:srgbClr>
            </a:solidFill>
            <a:ln w="5420" cap="flat">
              <a:solidFill>
                <a:srgbClr val="5FCC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1" name="pg861"/>
            <p:cNvSpPr/>
            <p:nvPr/>
          </p:nvSpPr>
          <p:spPr>
            <a:xfrm>
              <a:off x="5776560" y="319403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FCCAC">
                <a:alpha val="100000"/>
              </a:srgbClr>
            </a:solidFill>
            <a:ln w="5420" cap="flat">
              <a:solidFill>
                <a:srgbClr val="5FCC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2" name="pg862"/>
            <p:cNvSpPr/>
            <p:nvPr/>
          </p:nvSpPr>
          <p:spPr>
            <a:xfrm>
              <a:off x="5788197" y="319403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ECCAC">
                <a:alpha val="100000"/>
              </a:srgbClr>
            </a:solidFill>
            <a:ln w="5420" cap="flat">
              <a:solidFill>
                <a:srgbClr val="5ECC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3" name="pg863"/>
            <p:cNvSpPr/>
            <p:nvPr/>
          </p:nvSpPr>
          <p:spPr>
            <a:xfrm>
              <a:off x="5799834" y="319403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ECBAC">
                <a:alpha val="100000"/>
              </a:srgbClr>
            </a:solidFill>
            <a:ln w="5420" cap="flat">
              <a:solidFill>
                <a:srgbClr val="5ECB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4" name="pg864"/>
            <p:cNvSpPr/>
            <p:nvPr/>
          </p:nvSpPr>
          <p:spPr>
            <a:xfrm>
              <a:off x="5613637" y="320833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0CEAC">
                <a:alpha val="100000"/>
              </a:srgbClr>
            </a:solidFill>
            <a:ln w="5420" cap="flat">
              <a:solidFill>
                <a:srgbClr val="60CE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5" name="pg865"/>
            <p:cNvSpPr/>
            <p:nvPr/>
          </p:nvSpPr>
          <p:spPr>
            <a:xfrm>
              <a:off x="5625275" y="320833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0CEAC">
                <a:alpha val="100000"/>
              </a:srgbClr>
            </a:solidFill>
            <a:ln w="5420" cap="flat">
              <a:solidFill>
                <a:srgbClr val="60CE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6" name="pg866"/>
            <p:cNvSpPr/>
            <p:nvPr/>
          </p:nvSpPr>
          <p:spPr>
            <a:xfrm>
              <a:off x="5636912" y="320833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0CEAC">
                <a:alpha val="100000"/>
              </a:srgbClr>
            </a:solidFill>
            <a:ln w="5420" cap="flat">
              <a:solidFill>
                <a:srgbClr val="60CE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7" name="pg867"/>
            <p:cNvSpPr/>
            <p:nvPr/>
          </p:nvSpPr>
          <p:spPr>
            <a:xfrm>
              <a:off x="5648549" y="320833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0CEAC">
                <a:alpha val="100000"/>
              </a:srgbClr>
            </a:solidFill>
            <a:ln w="5420" cap="flat">
              <a:solidFill>
                <a:srgbClr val="60CE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8" name="pg868"/>
            <p:cNvSpPr/>
            <p:nvPr/>
          </p:nvSpPr>
          <p:spPr>
            <a:xfrm>
              <a:off x="5660186" y="320833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0CEAC">
                <a:alpha val="100000"/>
              </a:srgbClr>
            </a:solidFill>
            <a:ln w="5420" cap="flat">
              <a:solidFill>
                <a:srgbClr val="60CE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9" name="pg869"/>
            <p:cNvSpPr/>
            <p:nvPr/>
          </p:nvSpPr>
          <p:spPr>
            <a:xfrm>
              <a:off x="5671824" y="320833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0CEAC">
                <a:alpha val="100000"/>
              </a:srgbClr>
            </a:solidFill>
            <a:ln w="5420" cap="flat">
              <a:solidFill>
                <a:srgbClr val="60CE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0" name="pg870"/>
            <p:cNvSpPr/>
            <p:nvPr/>
          </p:nvSpPr>
          <p:spPr>
            <a:xfrm>
              <a:off x="5683461" y="320833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0CEAC">
                <a:alpha val="100000"/>
              </a:srgbClr>
            </a:solidFill>
            <a:ln w="5420" cap="flat">
              <a:solidFill>
                <a:srgbClr val="60CE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1" name="pg871"/>
            <p:cNvSpPr/>
            <p:nvPr/>
          </p:nvSpPr>
          <p:spPr>
            <a:xfrm>
              <a:off x="5695098" y="320833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0CDAC">
                <a:alpha val="100000"/>
              </a:srgbClr>
            </a:solidFill>
            <a:ln w="5420" cap="flat">
              <a:solidFill>
                <a:srgbClr val="60CD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2" name="pg872"/>
            <p:cNvSpPr/>
            <p:nvPr/>
          </p:nvSpPr>
          <p:spPr>
            <a:xfrm>
              <a:off x="5706736" y="320833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0CDAC">
                <a:alpha val="100000"/>
              </a:srgbClr>
            </a:solidFill>
            <a:ln w="5420" cap="flat">
              <a:solidFill>
                <a:srgbClr val="60CD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3" name="pg873"/>
            <p:cNvSpPr/>
            <p:nvPr/>
          </p:nvSpPr>
          <p:spPr>
            <a:xfrm>
              <a:off x="5718373" y="320833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FCDAC">
                <a:alpha val="100000"/>
              </a:srgbClr>
            </a:solidFill>
            <a:ln w="5420" cap="flat">
              <a:solidFill>
                <a:srgbClr val="5FCD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4" name="pg874"/>
            <p:cNvSpPr/>
            <p:nvPr/>
          </p:nvSpPr>
          <p:spPr>
            <a:xfrm>
              <a:off x="5730010" y="320833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FCDAC">
                <a:alpha val="100000"/>
              </a:srgbClr>
            </a:solidFill>
            <a:ln w="5420" cap="flat">
              <a:solidFill>
                <a:srgbClr val="5FCD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5" name="pg875"/>
            <p:cNvSpPr/>
            <p:nvPr/>
          </p:nvSpPr>
          <p:spPr>
            <a:xfrm>
              <a:off x="5741648" y="320833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FCDAC">
                <a:alpha val="100000"/>
              </a:srgbClr>
            </a:solidFill>
            <a:ln w="5420" cap="flat">
              <a:solidFill>
                <a:srgbClr val="5FCD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6" name="pg876"/>
            <p:cNvSpPr/>
            <p:nvPr/>
          </p:nvSpPr>
          <p:spPr>
            <a:xfrm>
              <a:off x="5753285" y="320833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FCDAC">
                <a:alpha val="100000"/>
              </a:srgbClr>
            </a:solidFill>
            <a:ln w="5420" cap="flat">
              <a:solidFill>
                <a:srgbClr val="5FCD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7" name="pg877"/>
            <p:cNvSpPr/>
            <p:nvPr/>
          </p:nvSpPr>
          <p:spPr>
            <a:xfrm>
              <a:off x="5764922" y="320833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FCCAC">
                <a:alpha val="100000"/>
              </a:srgbClr>
            </a:solidFill>
            <a:ln w="5420" cap="flat">
              <a:solidFill>
                <a:srgbClr val="5FCC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8" name="pg878"/>
            <p:cNvSpPr/>
            <p:nvPr/>
          </p:nvSpPr>
          <p:spPr>
            <a:xfrm>
              <a:off x="5776560" y="320833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FCCAC">
                <a:alpha val="100000"/>
              </a:srgbClr>
            </a:solidFill>
            <a:ln w="5420" cap="flat">
              <a:solidFill>
                <a:srgbClr val="5FCC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9" name="pg879"/>
            <p:cNvSpPr/>
            <p:nvPr/>
          </p:nvSpPr>
          <p:spPr>
            <a:xfrm>
              <a:off x="5788197" y="320833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FCCAC">
                <a:alpha val="100000"/>
              </a:srgbClr>
            </a:solidFill>
            <a:ln w="5420" cap="flat">
              <a:solidFill>
                <a:srgbClr val="5FCC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0" name="pg880"/>
            <p:cNvSpPr/>
            <p:nvPr/>
          </p:nvSpPr>
          <p:spPr>
            <a:xfrm>
              <a:off x="5799834" y="320833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ECBAC">
                <a:alpha val="100000"/>
              </a:srgbClr>
            </a:solidFill>
            <a:ln w="5420" cap="flat">
              <a:solidFill>
                <a:srgbClr val="5ECB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1" name="pg881"/>
            <p:cNvSpPr/>
            <p:nvPr/>
          </p:nvSpPr>
          <p:spPr>
            <a:xfrm>
              <a:off x="5811472" y="320833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ECBAC">
                <a:alpha val="100000"/>
              </a:srgbClr>
            </a:solidFill>
            <a:ln w="5420" cap="flat">
              <a:solidFill>
                <a:srgbClr val="5ECB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2" name="pg882"/>
            <p:cNvSpPr/>
            <p:nvPr/>
          </p:nvSpPr>
          <p:spPr>
            <a:xfrm>
              <a:off x="5613637" y="322263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0CEAC">
                <a:alpha val="100000"/>
              </a:srgbClr>
            </a:solidFill>
            <a:ln w="5420" cap="flat">
              <a:solidFill>
                <a:srgbClr val="60CE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3" name="pg883"/>
            <p:cNvSpPr/>
            <p:nvPr/>
          </p:nvSpPr>
          <p:spPr>
            <a:xfrm>
              <a:off x="5625275" y="322263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0CEAC">
                <a:alpha val="100000"/>
              </a:srgbClr>
            </a:solidFill>
            <a:ln w="5420" cap="flat">
              <a:solidFill>
                <a:srgbClr val="60CE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4" name="pg884"/>
            <p:cNvSpPr/>
            <p:nvPr/>
          </p:nvSpPr>
          <p:spPr>
            <a:xfrm>
              <a:off x="5636912" y="322263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0CEAC">
                <a:alpha val="100000"/>
              </a:srgbClr>
            </a:solidFill>
            <a:ln w="5420" cap="flat">
              <a:solidFill>
                <a:srgbClr val="60CE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5" name="pg885"/>
            <p:cNvSpPr/>
            <p:nvPr/>
          </p:nvSpPr>
          <p:spPr>
            <a:xfrm>
              <a:off x="5648549" y="322263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0CEAC">
                <a:alpha val="100000"/>
              </a:srgbClr>
            </a:solidFill>
            <a:ln w="5420" cap="flat">
              <a:solidFill>
                <a:srgbClr val="60CE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6" name="pg886"/>
            <p:cNvSpPr/>
            <p:nvPr/>
          </p:nvSpPr>
          <p:spPr>
            <a:xfrm>
              <a:off x="5660186" y="322263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0CEAC">
                <a:alpha val="100000"/>
              </a:srgbClr>
            </a:solidFill>
            <a:ln w="5420" cap="flat">
              <a:solidFill>
                <a:srgbClr val="60CE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7" name="pg887"/>
            <p:cNvSpPr/>
            <p:nvPr/>
          </p:nvSpPr>
          <p:spPr>
            <a:xfrm>
              <a:off x="5671824" y="322263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0CEAC">
                <a:alpha val="100000"/>
              </a:srgbClr>
            </a:solidFill>
            <a:ln w="5420" cap="flat">
              <a:solidFill>
                <a:srgbClr val="60CE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8" name="pg888"/>
            <p:cNvSpPr/>
            <p:nvPr/>
          </p:nvSpPr>
          <p:spPr>
            <a:xfrm>
              <a:off x="5683461" y="322263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0CEAC">
                <a:alpha val="100000"/>
              </a:srgbClr>
            </a:solidFill>
            <a:ln w="5420" cap="flat">
              <a:solidFill>
                <a:srgbClr val="60CE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9" name="pg889"/>
            <p:cNvSpPr/>
            <p:nvPr/>
          </p:nvSpPr>
          <p:spPr>
            <a:xfrm>
              <a:off x="5695098" y="322263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0CEAC">
                <a:alpha val="100000"/>
              </a:srgbClr>
            </a:solidFill>
            <a:ln w="5420" cap="flat">
              <a:solidFill>
                <a:srgbClr val="60CE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0" name="pg890"/>
            <p:cNvSpPr/>
            <p:nvPr/>
          </p:nvSpPr>
          <p:spPr>
            <a:xfrm>
              <a:off x="5706736" y="322263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0CDAC">
                <a:alpha val="100000"/>
              </a:srgbClr>
            </a:solidFill>
            <a:ln w="5420" cap="flat">
              <a:solidFill>
                <a:srgbClr val="60CD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1" name="pg891"/>
            <p:cNvSpPr/>
            <p:nvPr/>
          </p:nvSpPr>
          <p:spPr>
            <a:xfrm>
              <a:off x="5718373" y="322263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0CDAC">
                <a:alpha val="100000"/>
              </a:srgbClr>
            </a:solidFill>
            <a:ln w="5420" cap="flat">
              <a:solidFill>
                <a:srgbClr val="60CD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2" name="pg892"/>
            <p:cNvSpPr/>
            <p:nvPr/>
          </p:nvSpPr>
          <p:spPr>
            <a:xfrm>
              <a:off x="5730010" y="322263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0CDAC">
                <a:alpha val="100000"/>
              </a:srgbClr>
            </a:solidFill>
            <a:ln w="5420" cap="flat">
              <a:solidFill>
                <a:srgbClr val="60CD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3" name="pg893"/>
            <p:cNvSpPr/>
            <p:nvPr/>
          </p:nvSpPr>
          <p:spPr>
            <a:xfrm>
              <a:off x="5741648" y="322263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FCDAC">
                <a:alpha val="100000"/>
              </a:srgbClr>
            </a:solidFill>
            <a:ln w="5420" cap="flat">
              <a:solidFill>
                <a:srgbClr val="5FCD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4" name="pg894"/>
            <p:cNvSpPr/>
            <p:nvPr/>
          </p:nvSpPr>
          <p:spPr>
            <a:xfrm>
              <a:off x="5753285" y="322263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FCDAC">
                <a:alpha val="100000"/>
              </a:srgbClr>
            </a:solidFill>
            <a:ln w="5420" cap="flat">
              <a:solidFill>
                <a:srgbClr val="5FCD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5" name="pg895"/>
            <p:cNvSpPr/>
            <p:nvPr/>
          </p:nvSpPr>
          <p:spPr>
            <a:xfrm>
              <a:off x="5764922" y="322263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FCDAC">
                <a:alpha val="100000"/>
              </a:srgbClr>
            </a:solidFill>
            <a:ln w="5420" cap="flat">
              <a:solidFill>
                <a:srgbClr val="5FCD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6" name="pg896"/>
            <p:cNvSpPr/>
            <p:nvPr/>
          </p:nvSpPr>
          <p:spPr>
            <a:xfrm>
              <a:off x="5776560" y="322263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FCCAC">
                <a:alpha val="100000"/>
              </a:srgbClr>
            </a:solidFill>
            <a:ln w="5420" cap="flat">
              <a:solidFill>
                <a:srgbClr val="5FCC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7" name="pg897"/>
            <p:cNvSpPr/>
            <p:nvPr/>
          </p:nvSpPr>
          <p:spPr>
            <a:xfrm>
              <a:off x="5788197" y="322263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FCCAC">
                <a:alpha val="100000"/>
              </a:srgbClr>
            </a:solidFill>
            <a:ln w="5420" cap="flat">
              <a:solidFill>
                <a:srgbClr val="5FCC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8" name="pg898"/>
            <p:cNvSpPr/>
            <p:nvPr/>
          </p:nvSpPr>
          <p:spPr>
            <a:xfrm>
              <a:off x="5799834" y="322263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FCCAC">
                <a:alpha val="100000"/>
              </a:srgbClr>
            </a:solidFill>
            <a:ln w="5420" cap="flat">
              <a:solidFill>
                <a:srgbClr val="5FCC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9" name="pg899"/>
            <p:cNvSpPr/>
            <p:nvPr/>
          </p:nvSpPr>
          <p:spPr>
            <a:xfrm>
              <a:off x="5811472" y="322263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ECCAC">
                <a:alpha val="100000"/>
              </a:srgbClr>
            </a:solidFill>
            <a:ln w="5420" cap="flat">
              <a:solidFill>
                <a:srgbClr val="5ECC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0" name="pg900"/>
            <p:cNvSpPr/>
            <p:nvPr/>
          </p:nvSpPr>
          <p:spPr>
            <a:xfrm>
              <a:off x="5613637" y="323693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0CEAC">
                <a:alpha val="100000"/>
              </a:srgbClr>
            </a:solidFill>
            <a:ln w="5420" cap="flat">
              <a:solidFill>
                <a:srgbClr val="60CE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1" name="pg901"/>
            <p:cNvSpPr/>
            <p:nvPr/>
          </p:nvSpPr>
          <p:spPr>
            <a:xfrm>
              <a:off x="5625275" y="323693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0CEAC">
                <a:alpha val="100000"/>
              </a:srgbClr>
            </a:solidFill>
            <a:ln w="5420" cap="flat">
              <a:solidFill>
                <a:srgbClr val="60CE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2" name="pg902"/>
            <p:cNvSpPr/>
            <p:nvPr/>
          </p:nvSpPr>
          <p:spPr>
            <a:xfrm>
              <a:off x="5636912" y="323693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0CEAC">
                <a:alpha val="100000"/>
              </a:srgbClr>
            </a:solidFill>
            <a:ln w="5420" cap="flat">
              <a:solidFill>
                <a:srgbClr val="60CE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3" name="pg903"/>
            <p:cNvSpPr/>
            <p:nvPr/>
          </p:nvSpPr>
          <p:spPr>
            <a:xfrm>
              <a:off x="5648549" y="323693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0CEAC">
                <a:alpha val="100000"/>
              </a:srgbClr>
            </a:solidFill>
            <a:ln w="5420" cap="flat">
              <a:solidFill>
                <a:srgbClr val="60CE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4" name="pg904"/>
            <p:cNvSpPr/>
            <p:nvPr/>
          </p:nvSpPr>
          <p:spPr>
            <a:xfrm>
              <a:off x="5660186" y="323693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0CEAC">
                <a:alpha val="100000"/>
              </a:srgbClr>
            </a:solidFill>
            <a:ln w="5420" cap="flat">
              <a:solidFill>
                <a:srgbClr val="60CE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5" name="pg905"/>
            <p:cNvSpPr/>
            <p:nvPr/>
          </p:nvSpPr>
          <p:spPr>
            <a:xfrm>
              <a:off x="5671824" y="323693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0CEAC">
                <a:alpha val="100000"/>
              </a:srgbClr>
            </a:solidFill>
            <a:ln w="5420" cap="flat">
              <a:solidFill>
                <a:srgbClr val="60CE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6" name="pg906"/>
            <p:cNvSpPr/>
            <p:nvPr/>
          </p:nvSpPr>
          <p:spPr>
            <a:xfrm>
              <a:off x="5683461" y="323693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0CEAC">
                <a:alpha val="100000"/>
              </a:srgbClr>
            </a:solidFill>
            <a:ln w="5420" cap="flat">
              <a:solidFill>
                <a:srgbClr val="60CE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7" name="pg907"/>
            <p:cNvSpPr/>
            <p:nvPr/>
          </p:nvSpPr>
          <p:spPr>
            <a:xfrm>
              <a:off x="5695098" y="323693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0CEAC">
                <a:alpha val="100000"/>
              </a:srgbClr>
            </a:solidFill>
            <a:ln w="5420" cap="flat">
              <a:solidFill>
                <a:srgbClr val="60CE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8" name="pg908"/>
            <p:cNvSpPr/>
            <p:nvPr/>
          </p:nvSpPr>
          <p:spPr>
            <a:xfrm>
              <a:off x="5706736" y="323693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0CEAC">
                <a:alpha val="100000"/>
              </a:srgbClr>
            </a:solidFill>
            <a:ln w="5420" cap="flat">
              <a:solidFill>
                <a:srgbClr val="60CE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9" name="pg909"/>
            <p:cNvSpPr/>
            <p:nvPr/>
          </p:nvSpPr>
          <p:spPr>
            <a:xfrm>
              <a:off x="5718373" y="323693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0CDAC">
                <a:alpha val="100000"/>
              </a:srgbClr>
            </a:solidFill>
            <a:ln w="5420" cap="flat">
              <a:solidFill>
                <a:srgbClr val="60CD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0" name="pg910"/>
            <p:cNvSpPr/>
            <p:nvPr/>
          </p:nvSpPr>
          <p:spPr>
            <a:xfrm>
              <a:off x="5730010" y="323693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0CDAC">
                <a:alpha val="100000"/>
              </a:srgbClr>
            </a:solidFill>
            <a:ln w="5420" cap="flat">
              <a:solidFill>
                <a:srgbClr val="60CD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1" name="pg911"/>
            <p:cNvSpPr/>
            <p:nvPr/>
          </p:nvSpPr>
          <p:spPr>
            <a:xfrm>
              <a:off x="5741648" y="323693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0CDAC">
                <a:alpha val="100000"/>
              </a:srgbClr>
            </a:solidFill>
            <a:ln w="5420" cap="flat">
              <a:solidFill>
                <a:srgbClr val="60CD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2" name="pg912"/>
            <p:cNvSpPr/>
            <p:nvPr/>
          </p:nvSpPr>
          <p:spPr>
            <a:xfrm>
              <a:off x="5753285" y="323693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FCDAC">
                <a:alpha val="100000"/>
              </a:srgbClr>
            </a:solidFill>
            <a:ln w="5420" cap="flat">
              <a:solidFill>
                <a:srgbClr val="5FCD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3" name="pg913"/>
            <p:cNvSpPr/>
            <p:nvPr/>
          </p:nvSpPr>
          <p:spPr>
            <a:xfrm>
              <a:off x="5764922" y="323693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FCDAC">
                <a:alpha val="100000"/>
              </a:srgbClr>
            </a:solidFill>
            <a:ln w="5420" cap="flat">
              <a:solidFill>
                <a:srgbClr val="5FCD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4" name="pg914"/>
            <p:cNvSpPr/>
            <p:nvPr/>
          </p:nvSpPr>
          <p:spPr>
            <a:xfrm>
              <a:off x="5776560" y="323693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FCDAC">
                <a:alpha val="100000"/>
              </a:srgbClr>
            </a:solidFill>
            <a:ln w="5420" cap="flat">
              <a:solidFill>
                <a:srgbClr val="5FCD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5" name="pg915"/>
            <p:cNvSpPr/>
            <p:nvPr/>
          </p:nvSpPr>
          <p:spPr>
            <a:xfrm>
              <a:off x="5788197" y="323693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FCCAC">
                <a:alpha val="100000"/>
              </a:srgbClr>
            </a:solidFill>
            <a:ln w="5420" cap="flat">
              <a:solidFill>
                <a:srgbClr val="5FCC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6" name="pg916"/>
            <p:cNvSpPr/>
            <p:nvPr/>
          </p:nvSpPr>
          <p:spPr>
            <a:xfrm>
              <a:off x="5799834" y="323693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FCCAC">
                <a:alpha val="100000"/>
              </a:srgbClr>
            </a:solidFill>
            <a:ln w="5420" cap="flat">
              <a:solidFill>
                <a:srgbClr val="5FCC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7" name="pg917"/>
            <p:cNvSpPr/>
            <p:nvPr/>
          </p:nvSpPr>
          <p:spPr>
            <a:xfrm>
              <a:off x="5811472" y="323693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FCCAC">
                <a:alpha val="100000"/>
              </a:srgbClr>
            </a:solidFill>
            <a:ln w="5420" cap="flat">
              <a:solidFill>
                <a:srgbClr val="5FCC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8" name="pg918"/>
            <p:cNvSpPr/>
            <p:nvPr/>
          </p:nvSpPr>
          <p:spPr>
            <a:xfrm>
              <a:off x="5473989" y="325123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9C3AC">
                <a:alpha val="100000"/>
              </a:srgbClr>
            </a:solidFill>
            <a:ln w="5420" cap="flat">
              <a:solidFill>
                <a:srgbClr val="59C3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9" name="pg919"/>
            <p:cNvSpPr/>
            <p:nvPr/>
          </p:nvSpPr>
          <p:spPr>
            <a:xfrm>
              <a:off x="5520539" y="325123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DC9AC">
                <a:alpha val="100000"/>
              </a:srgbClr>
            </a:solidFill>
            <a:ln w="5420" cap="flat">
              <a:solidFill>
                <a:srgbClr val="5DC9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0" name="pg920"/>
            <p:cNvSpPr/>
            <p:nvPr/>
          </p:nvSpPr>
          <p:spPr>
            <a:xfrm>
              <a:off x="5532176" y="325123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DCAAC">
                <a:alpha val="100000"/>
              </a:srgbClr>
            </a:solidFill>
            <a:ln w="5420" cap="flat">
              <a:solidFill>
                <a:srgbClr val="5DCA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1" name="pg921"/>
            <p:cNvSpPr/>
            <p:nvPr/>
          </p:nvSpPr>
          <p:spPr>
            <a:xfrm>
              <a:off x="5543813" y="325123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ECBAC">
                <a:alpha val="100000"/>
              </a:srgbClr>
            </a:solidFill>
            <a:ln w="5420" cap="flat">
              <a:solidFill>
                <a:srgbClr val="5ECB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2" name="pg922"/>
            <p:cNvSpPr/>
            <p:nvPr/>
          </p:nvSpPr>
          <p:spPr>
            <a:xfrm>
              <a:off x="5555451" y="325123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FCCAC">
                <a:alpha val="100000"/>
              </a:srgbClr>
            </a:solidFill>
            <a:ln w="5420" cap="flat">
              <a:solidFill>
                <a:srgbClr val="5FCC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3" name="pg923"/>
            <p:cNvSpPr/>
            <p:nvPr/>
          </p:nvSpPr>
          <p:spPr>
            <a:xfrm>
              <a:off x="5567088" y="325123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FCDAC">
                <a:alpha val="100000"/>
              </a:srgbClr>
            </a:solidFill>
            <a:ln w="5420" cap="flat">
              <a:solidFill>
                <a:srgbClr val="5FCD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4" name="pg924"/>
            <p:cNvSpPr/>
            <p:nvPr/>
          </p:nvSpPr>
          <p:spPr>
            <a:xfrm>
              <a:off x="5578725" y="325123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0CDAC">
                <a:alpha val="100000"/>
              </a:srgbClr>
            </a:solidFill>
            <a:ln w="5420" cap="flat">
              <a:solidFill>
                <a:srgbClr val="60CD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5" name="pg925"/>
            <p:cNvSpPr/>
            <p:nvPr/>
          </p:nvSpPr>
          <p:spPr>
            <a:xfrm>
              <a:off x="5590363" y="325123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0CEAC">
                <a:alpha val="100000"/>
              </a:srgbClr>
            </a:solidFill>
            <a:ln w="5420" cap="flat">
              <a:solidFill>
                <a:srgbClr val="60CE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6" name="pg926"/>
            <p:cNvSpPr/>
            <p:nvPr/>
          </p:nvSpPr>
          <p:spPr>
            <a:xfrm>
              <a:off x="5602000" y="325123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0CEAC">
                <a:alpha val="100000"/>
              </a:srgbClr>
            </a:solidFill>
            <a:ln w="5420" cap="flat">
              <a:solidFill>
                <a:srgbClr val="60CE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7" name="pg927"/>
            <p:cNvSpPr/>
            <p:nvPr/>
          </p:nvSpPr>
          <p:spPr>
            <a:xfrm>
              <a:off x="5613637" y="325123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0CEAC">
                <a:alpha val="100000"/>
              </a:srgbClr>
            </a:solidFill>
            <a:ln w="5420" cap="flat">
              <a:solidFill>
                <a:srgbClr val="60CE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8" name="pg928"/>
            <p:cNvSpPr/>
            <p:nvPr/>
          </p:nvSpPr>
          <p:spPr>
            <a:xfrm>
              <a:off x="5625275" y="325123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0CEAC">
                <a:alpha val="100000"/>
              </a:srgbClr>
            </a:solidFill>
            <a:ln w="5420" cap="flat">
              <a:solidFill>
                <a:srgbClr val="60CE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9" name="pg929"/>
            <p:cNvSpPr/>
            <p:nvPr/>
          </p:nvSpPr>
          <p:spPr>
            <a:xfrm>
              <a:off x="5636912" y="325123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0CEAC">
                <a:alpha val="100000"/>
              </a:srgbClr>
            </a:solidFill>
            <a:ln w="5420" cap="flat">
              <a:solidFill>
                <a:srgbClr val="60CE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0" name="pg930"/>
            <p:cNvSpPr/>
            <p:nvPr/>
          </p:nvSpPr>
          <p:spPr>
            <a:xfrm>
              <a:off x="5648549" y="325123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0CEAC">
                <a:alpha val="100000"/>
              </a:srgbClr>
            </a:solidFill>
            <a:ln w="5420" cap="flat">
              <a:solidFill>
                <a:srgbClr val="60CE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1" name="pg931"/>
            <p:cNvSpPr/>
            <p:nvPr/>
          </p:nvSpPr>
          <p:spPr>
            <a:xfrm>
              <a:off x="5660186" y="325123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0CEAC">
                <a:alpha val="100000"/>
              </a:srgbClr>
            </a:solidFill>
            <a:ln w="5420" cap="flat">
              <a:solidFill>
                <a:srgbClr val="60CE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2" name="pg932"/>
            <p:cNvSpPr/>
            <p:nvPr/>
          </p:nvSpPr>
          <p:spPr>
            <a:xfrm>
              <a:off x="5671824" y="325123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0CEAC">
                <a:alpha val="100000"/>
              </a:srgbClr>
            </a:solidFill>
            <a:ln w="5420" cap="flat">
              <a:solidFill>
                <a:srgbClr val="60CE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3" name="pg933"/>
            <p:cNvSpPr/>
            <p:nvPr/>
          </p:nvSpPr>
          <p:spPr>
            <a:xfrm>
              <a:off x="5683461" y="325123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0CEAC">
                <a:alpha val="100000"/>
              </a:srgbClr>
            </a:solidFill>
            <a:ln w="5420" cap="flat">
              <a:solidFill>
                <a:srgbClr val="60CE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4" name="pg934"/>
            <p:cNvSpPr/>
            <p:nvPr/>
          </p:nvSpPr>
          <p:spPr>
            <a:xfrm>
              <a:off x="5695098" y="325123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0CEAC">
                <a:alpha val="100000"/>
              </a:srgbClr>
            </a:solidFill>
            <a:ln w="5420" cap="flat">
              <a:solidFill>
                <a:srgbClr val="60CE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5" name="pg935"/>
            <p:cNvSpPr/>
            <p:nvPr/>
          </p:nvSpPr>
          <p:spPr>
            <a:xfrm>
              <a:off x="5706736" y="325123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0CEAC">
                <a:alpha val="100000"/>
              </a:srgbClr>
            </a:solidFill>
            <a:ln w="5420" cap="flat">
              <a:solidFill>
                <a:srgbClr val="60CE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6" name="pg936"/>
            <p:cNvSpPr/>
            <p:nvPr/>
          </p:nvSpPr>
          <p:spPr>
            <a:xfrm>
              <a:off x="5718373" y="325123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0CEAC">
                <a:alpha val="100000"/>
              </a:srgbClr>
            </a:solidFill>
            <a:ln w="5420" cap="flat">
              <a:solidFill>
                <a:srgbClr val="60CE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7" name="pg937"/>
            <p:cNvSpPr/>
            <p:nvPr/>
          </p:nvSpPr>
          <p:spPr>
            <a:xfrm>
              <a:off x="5730010" y="325123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0CDAC">
                <a:alpha val="100000"/>
              </a:srgbClr>
            </a:solidFill>
            <a:ln w="5420" cap="flat">
              <a:solidFill>
                <a:srgbClr val="60CD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8" name="pg938"/>
            <p:cNvSpPr/>
            <p:nvPr/>
          </p:nvSpPr>
          <p:spPr>
            <a:xfrm>
              <a:off x="5741648" y="325123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0CDAC">
                <a:alpha val="100000"/>
              </a:srgbClr>
            </a:solidFill>
            <a:ln w="5420" cap="flat">
              <a:solidFill>
                <a:srgbClr val="60CD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9" name="pg939"/>
            <p:cNvSpPr/>
            <p:nvPr/>
          </p:nvSpPr>
          <p:spPr>
            <a:xfrm>
              <a:off x="5753285" y="325123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0CDAC">
                <a:alpha val="100000"/>
              </a:srgbClr>
            </a:solidFill>
            <a:ln w="5420" cap="flat">
              <a:solidFill>
                <a:srgbClr val="60CD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0" name="pg940"/>
            <p:cNvSpPr/>
            <p:nvPr/>
          </p:nvSpPr>
          <p:spPr>
            <a:xfrm>
              <a:off x="5764922" y="325123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FCDAC">
                <a:alpha val="100000"/>
              </a:srgbClr>
            </a:solidFill>
            <a:ln w="5420" cap="flat">
              <a:solidFill>
                <a:srgbClr val="5FCD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1" name="pg941"/>
            <p:cNvSpPr/>
            <p:nvPr/>
          </p:nvSpPr>
          <p:spPr>
            <a:xfrm>
              <a:off x="5776560" y="325123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FCDAC">
                <a:alpha val="100000"/>
              </a:srgbClr>
            </a:solidFill>
            <a:ln w="5420" cap="flat">
              <a:solidFill>
                <a:srgbClr val="5FCD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2" name="pg942"/>
            <p:cNvSpPr/>
            <p:nvPr/>
          </p:nvSpPr>
          <p:spPr>
            <a:xfrm>
              <a:off x="5788197" y="325123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FCDAC">
                <a:alpha val="100000"/>
              </a:srgbClr>
            </a:solidFill>
            <a:ln w="5420" cap="flat">
              <a:solidFill>
                <a:srgbClr val="5FCD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3" name="pg943"/>
            <p:cNvSpPr/>
            <p:nvPr/>
          </p:nvSpPr>
          <p:spPr>
            <a:xfrm>
              <a:off x="5799834" y="325123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FCCAC">
                <a:alpha val="100000"/>
              </a:srgbClr>
            </a:solidFill>
            <a:ln w="5420" cap="flat">
              <a:solidFill>
                <a:srgbClr val="5FCC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4" name="pg944"/>
            <p:cNvSpPr/>
            <p:nvPr/>
          </p:nvSpPr>
          <p:spPr>
            <a:xfrm>
              <a:off x="5345979" y="326553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DCAAC">
                <a:alpha val="100000"/>
              </a:srgbClr>
            </a:solidFill>
            <a:ln w="5420" cap="flat">
              <a:solidFill>
                <a:srgbClr val="5DCA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5" name="pg945"/>
            <p:cNvSpPr/>
            <p:nvPr/>
          </p:nvSpPr>
          <p:spPr>
            <a:xfrm>
              <a:off x="5357616" y="326553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CC8AC">
                <a:alpha val="100000"/>
              </a:srgbClr>
            </a:solidFill>
            <a:ln w="5420" cap="flat">
              <a:solidFill>
                <a:srgbClr val="5CC8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6" name="pg946"/>
            <p:cNvSpPr/>
            <p:nvPr/>
          </p:nvSpPr>
          <p:spPr>
            <a:xfrm>
              <a:off x="5369253" y="326553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BC6AC">
                <a:alpha val="100000"/>
              </a:srgbClr>
            </a:solidFill>
            <a:ln w="5420" cap="flat">
              <a:solidFill>
                <a:srgbClr val="5BC6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7" name="pg947"/>
            <p:cNvSpPr/>
            <p:nvPr/>
          </p:nvSpPr>
          <p:spPr>
            <a:xfrm>
              <a:off x="5439077" y="326553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5BEAB">
                <a:alpha val="100000"/>
              </a:srgbClr>
            </a:solidFill>
            <a:ln w="5420" cap="flat">
              <a:solidFill>
                <a:srgbClr val="55BE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8" name="pg948"/>
            <p:cNvSpPr/>
            <p:nvPr/>
          </p:nvSpPr>
          <p:spPr>
            <a:xfrm>
              <a:off x="5450715" y="326553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6BFAB">
                <a:alpha val="100000"/>
              </a:srgbClr>
            </a:solidFill>
            <a:ln w="5420" cap="flat">
              <a:solidFill>
                <a:srgbClr val="56BF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9" name="pg949"/>
            <p:cNvSpPr/>
            <p:nvPr/>
          </p:nvSpPr>
          <p:spPr>
            <a:xfrm>
              <a:off x="5462352" y="326553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7C0AC">
                <a:alpha val="100000"/>
              </a:srgbClr>
            </a:solidFill>
            <a:ln w="5420" cap="flat">
              <a:solidFill>
                <a:srgbClr val="57C0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0" name="pg950"/>
            <p:cNvSpPr/>
            <p:nvPr/>
          </p:nvSpPr>
          <p:spPr>
            <a:xfrm>
              <a:off x="5473989" y="326553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8C1AC">
                <a:alpha val="100000"/>
              </a:srgbClr>
            </a:solidFill>
            <a:ln w="5420" cap="flat">
              <a:solidFill>
                <a:srgbClr val="58C1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1" name="pg951"/>
            <p:cNvSpPr/>
            <p:nvPr/>
          </p:nvSpPr>
          <p:spPr>
            <a:xfrm>
              <a:off x="5485627" y="326553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9C3AC">
                <a:alpha val="100000"/>
              </a:srgbClr>
            </a:solidFill>
            <a:ln w="5420" cap="flat">
              <a:solidFill>
                <a:srgbClr val="59C3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2" name="pg952"/>
            <p:cNvSpPr/>
            <p:nvPr/>
          </p:nvSpPr>
          <p:spPr>
            <a:xfrm>
              <a:off x="5497264" y="326553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AC5AC">
                <a:alpha val="100000"/>
              </a:srgbClr>
            </a:solidFill>
            <a:ln w="5420" cap="flat">
              <a:solidFill>
                <a:srgbClr val="5AC5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3" name="pg953"/>
            <p:cNvSpPr/>
            <p:nvPr/>
          </p:nvSpPr>
          <p:spPr>
            <a:xfrm>
              <a:off x="5508901" y="326553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BC6AC">
                <a:alpha val="100000"/>
              </a:srgbClr>
            </a:solidFill>
            <a:ln w="5420" cap="flat">
              <a:solidFill>
                <a:srgbClr val="5BC6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4" name="pg954"/>
            <p:cNvSpPr/>
            <p:nvPr/>
          </p:nvSpPr>
          <p:spPr>
            <a:xfrm>
              <a:off x="5520539" y="326553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CC8AC">
                <a:alpha val="100000"/>
              </a:srgbClr>
            </a:solidFill>
            <a:ln w="5420" cap="flat">
              <a:solidFill>
                <a:srgbClr val="5CC8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5" name="pg955"/>
            <p:cNvSpPr/>
            <p:nvPr/>
          </p:nvSpPr>
          <p:spPr>
            <a:xfrm>
              <a:off x="5532176" y="326553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DC9AC">
                <a:alpha val="100000"/>
              </a:srgbClr>
            </a:solidFill>
            <a:ln w="5420" cap="flat">
              <a:solidFill>
                <a:srgbClr val="5DC9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6" name="pg956"/>
            <p:cNvSpPr/>
            <p:nvPr/>
          </p:nvSpPr>
          <p:spPr>
            <a:xfrm>
              <a:off x="5543813" y="326553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ECBAC">
                <a:alpha val="100000"/>
              </a:srgbClr>
            </a:solidFill>
            <a:ln w="5420" cap="flat">
              <a:solidFill>
                <a:srgbClr val="5ECB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7" name="pg957"/>
            <p:cNvSpPr/>
            <p:nvPr/>
          </p:nvSpPr>
          <p:spPr>
            <a:xfrm>
              <a:off x="5555451" y="326553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ECCAC">
                <a:alpha val="100000"/>
              </a:srgbClr>
            </a:solidFill>
            <a:ln w="5420" cap="flat">
              <a:solidFill>
                <a:srgbClr val="5ECC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8" name="pg958"/>
            <p:cNvSpPr/>
            <p:nvPr/>
          </p:nvSpPr>
          <p:spPr>
            <a:xfrm>
              <a:off x="5567088" y="326553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FCDAC">
                <a:alpha val="100000"/>
              </a:srgbClr>
            </a:solidFill>
            <a:ln w="5420" cap="flat">
              <a:solidFill>
                <a:srgbClr val="5FCD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9" name="pg959"/>
            <p:cNvSpPr/>
            <p:nvPr/>
          </p:nvSpPr>
          <p:spPr>
            <a:xfrm>
              <a:off x="5578725" y="326553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0CDAC">
                <a:alpha val="100000"/>
              </a:srgbClr>
            </a:solidFill>
            <a:ln w="5420" cap="flat">
              <a:solidFill>
                <a:srgbClr val="60CD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0" name="pg960"/>
            <p:cNvSpPr/>
            <p:nvPr/>
          </p:nvSpPr>
          <p:spPr>
            <a:xfrm>
              <a:off x="5590363" y="326553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0CEAC">
                <a:alpha val="100000"/>
              </a:srgbClr>
            </a:solidFill>
            <a:ln w="5420" cap="flat">
              <a:solidFill>
                <a:srgbClr val="60CE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1" name="pg961"/>
            <p:cNvSpPr/>
            <p:nvPr/>
          </p:nvSpPr>
          <p:spPr>
            <a:xfrm>
              <a:off x="5602000" y="326553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0CEAC">
                <a:alpha val="100000"/>
              </a:srgbClr>
            </a:solidFill>
            <a:ln w="5420" cap="flat">
              <a:solidFill>
                <a:srgbClr val="60CE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2" name="pg962"/>
            <p:cNvSpPr/>
            <p:nvPr/>
          </p:nvSpPr>
          <p:spPr>
            <a:xfrm>
              <a:off x="5613637" y="326553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0CEAC">
                <a:alpha val="100000"/>
              </a:srgbClr>
            </a:solidFill>
            <a:ln w="5420" cap="flat">
              <a:solidFill>
                <a:srgbClr val="60CE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3" name="pg963"/>
            <p:cNvSpPr/>
            <p:nvPr/>
          </p:nvSpPr>
          <p:spPr>
            <a:xfrm>
              <a:off x="5625275" y="326553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0CEAC">
                <a:alpha val="100000"/>
              </a:srgbClr>
            </a:solidFill>
            <a:ln w="5420" cap="flat">
              <a:solidFill>
                <a:srgbClr val="60CE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4" name="pg964"/>
            <p:cNvSpPr/>
            <p:nvPr/>
          </p:nvSpPr>
          <p:spPr>
            <a:xfrm>
              <a:off x="5636912" y="326553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0CEAC">
                <a:alpha val="100000"/>
              </a:srgbClr>
            </a:solidFill>
            <a:ln w="5420" cap="flat">
              <a:solidFill>
                <a:srgbClr val="60CE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5" name="pg965"/>
            <p:cNvSpPr/>
            <p:nvPr/>
          </p:nvSpPr>
          <p:spPr>
            <a:xfrm>
              <a:off x="5648549" y="326553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0CEAC">
                <a:alpha val="100000"/>
              </a:srgbClr>
            </a:solidFill>
            <a:ln w="5420" cap="flat">
              <a:solidFill>
                <a:srgbClr val="60CE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6" name="pg966"/>
            <p:cNvSpPr/>
            <p:nvPr/>
          </p:nvSpPr>
          <p:spPr>
            <a:xfrm>
              <a:off x="5660186" y="326553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0CEAC">
                <a:alpha val="100000"/>
              </a:srgbClr>
            </a:solidFill>
            <a:ln w="5420" cap="flat">
              <a:solidFill>
                <a:srgbClr val="60CE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7" name="pg967"/>
            <p:cNvSpPr/>
            <p:nvPr/>
          </p:nvSpPr>
          <p:spPr>
            <a:xfrm>
              <a:off x="5671824" y="326553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0CEAC">
                <a:alpha val="100000"/>
              </a:srgbClr>
            </a:solidFill>
            <a:ln w="5420" cap="flat">
              <a:solidFill>
                <a:srgbClr val="60CE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8" name="pg968"/>
            <p:cNvSpPr/>
            <p:nvPr/>
          </p:nvSpPr>
          <p:spPr>
            <a:xfrm>
              <a:off x="5683461" y="326553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0CEAC">
                <a:alpha val="100000"/>
              </a:srgbClr>
            </a:solidFill>
            <a:ln w="5420" cap="flat">
              <a:solidFill>
                <a:srgbClr val="60CE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9" name="pg969"/>
            <p:cNvSpPr/>
            <p:nvPr/>
          </p:nvSpPr>
          <p:spPr>
            <a:xfrm>
              <a:off x="5695098" y="326553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0CEAC">
                <a:alpha val="100000"/>
              </a:srgbClr>
            </a:solidFill>
            <a:ln w="5420" cap="flat">
              <a:solidFill>
                <a:srgbClr val="60CE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70" name="pg970"/>
            <p:cNvSpPr/>
            <p:nvPr/>
          </p:nvSpPr>
          <p:spPr>
            <a:xfrm>
              <a:off x="5706736" y="326553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0CEAC">
                <a:alpha val="100000"/>
              </a:srgbClr>
            </a:solidFill>
            <a:ln w="5420" cap="flat">
              <a:solidFill>
                <a:srgbClr val="60CE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71" name="pg971"/>
            <p:cNvSpPr/>
            <p:nvPr/>
          </p:nvSpPr>
          <p:spPr>
            <a:xfrm>
              <a:off x="5718373" y="326553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0CEAC">
                <a:alpha val="100000"/>
              </a:srgbClr>
            </a:solidFill>
            <a:ln w="5420" cap="flat">
              <a:solidFill>
                <a:srgbClr val="60CE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72" name="pg972"/>
            <p:cNvSpPr/>
            <p:nvPr/>
          </p:nvSpPr>
          <p:spPr>
            <a:xfrm>
              <a:off x="5730010" y="326553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0CEAC">
                <a:alpha val="100000"/>
              </a:srgbClr>
            </a:solidFill>
            <a:ln w="5420" cap="flat">
              <a:solidFill>
                <a:srgbClr val="60CE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73" name="pg973"/>
            <p:cNvSpPr/>
            <p:nvPr/>
          </p:nvSpPr>
          <p:spPr>
            <a:xfrm>
              <a:off x="5741648" y="326553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0CEAC">
                <a:alpha val="100000"/>
              </a:srgbClr>
            </a:solidFill>
            <a:ln w="5420" cap="flat">
              <a:solidFill>
                <a:srgbClr val="60CE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74" name="pg974"/>
            <p:cNvSpPr/>
            <p:nvPr/>
          </p:nvSpPr>
          <p:spPr>
            <a:xfrm>
              <a:off x="5753285" y="326553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0CDAC">
                <a:alpha val="100000"/>
              </a:srgbClr>
            </a:solidFill>
            <a:ln w="5420" cap="flat">
              <a:solidFill>
                <a:srgbClr val="60CD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75" name="pg975"/>
            <p:cNvSpPr/>
            <p:nvPr/>
          </p:nvSpPr>
          <p:spPr>
            <a:xfrm>
              <a:off x="5764922" y="326553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0CDAC">
                <a:alpha val="100000"/>
              </a:srgbClr>
            </a:solidFill>
            <a:ln w="5420" cap="flat">
              <a:solidFill>
                <a:srgbClr val="60CD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76" name="pg976"/>
            <p:cNvSpPr/>
            <p:nvPr/>
          </p:nvSpPr>
          <p:spPr>
            <a:xfrm>
              <a:off x="5334341" y="327983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ECCAC">
                <a:alpha val="100000"/>
              </a:srgbClr>
            </a:solidFill>
            <a:ln w="5420" cap="flat">
              <a:solidFill>
                <a:srgbClr val="5ECC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77" name="pg977"/>
            <p:cNvSpPr/>
            <p:nvPr/>
          </p:nvSpPr>
          <p:spPr>
            <a:xfrm>
              <a:off x="5345979" y="327983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DC9AC">
                <a:alpha val="100000"/>
              </a:srgbClr>
            </a:solidFill>
            <a:ln w="5420" cap="flat">
              <a:solidFill>
                <a:srgbClr val="5DC9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78" name="pg978"/>
            <p:cNvSpPr/>
            <p:nvPr/>
          </p:nvSpPr>
          <p:spPr>
            <a:xfrm>
              <a:off x="5357616" y="327983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CC7AC">
                <a:alpha val="100000"/>
              </a:srgbClr>
            </a:solidFill>
            <a:ln w="5420" cap="flat">
              <a:solidFill>
                <a:srgbClr val="5CC7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79" name="pg979"/>
            <p:cNvSpPr/>
            <p:nvPr/>
          </p:nvSpPr>
          <p:spPr>
            <a:xfrm>
              <a:off x="5369253" y="327983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AC5AC">
                <a:alpha val="100000"/>
              </a:srgbClr>
            </a:solidFill>
            <a:ln w="5420" cap="flat">
              <a:solidFill>
                <a:srgbClr val="5AC5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80" name="pg980"/>
            <p:cNvSpPr/>
            <p:nvPr/>
          </p:nvSpPr>
          <p:spPr>
            <a:xfrm>
              <a:off x="5380891" y="327983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9C3AC">
                <a:alpha val="100000"/>
              </a:srgbClr>
            </a:solidFill>
            <a:ln w="5420" cap="flat">
              <a:solidFill>
                <a:srgbClr val="59C3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81" name="pg981"/>
            <p:cNvSpPr/>
            <p:nvPr/>
          </p:nvSpPr>
          <p:spPr>
            <a:xfrm>
              <a:off x="5415803" y="327983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5BEAB">
                <a:alpha val="100000"/>
              </a:srgbClr>
            </a:solidFill>
            <a:ln w="5420" cap="flat">
              <a:solidFill>
                <a:srgbClr val="55BE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82" name="pg982"/>
            <p:cNvSpPr/>
            <p:nvPr/>
          </p:nvSpPr>
          <p:spPr>
            <a:xfrm>
              <a:off x="5427440" y="327983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5BDAB">
                <a:alpha val="100000"/>
              </a:srgbClr>
            </a:solidFill>
            <a:ln w="5420" cap="flat">
              <a:solidFill>
                <a:srgbClr val="55BD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83" name="pg983"/>
            <p:cNvSpPr/>
            <p:nvPr/>
          </p:nvSpPr>
          <p:spPr>
            <a:xfrm>
              <a:off x="5439077" y="327983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4BDAB">
                <a:alpha val="100000"/>
              </a:srgbClr>
            </a:solidFill>
            <a:ln w="5420" cap="flat">
              <a:solidFill>
                <a:srgbClr val="54BD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84" name="pg984"/>
            <p:cNvSpPr/>
            <p:nvPr/>
          </p:nvSpPr>
          <p:spPr>
            <a:xfrm>
              <a:off x="5450715" y="327983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5BDAB">
                <a:alpha val="100000"/>
              </a:srgbClr>
            </a:solidFill>
            <a:ln w="5420" cap="flat">
              <a:solidFill>
                <a:srgbClr val="55BD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85" name="pg985"/>
            <p:cNvSpPr/>
            <p:nvPr/>
          </p:nvSpPr>
          <p:spPr>
            <a:xfrm>
              <a:off x="5462352" y="327983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6BEAB">
                <a:alpha val="100000"/>
              </a:srgbClr>
            </a:solidFill>
            <a:ln w="5420" cap="flat">
              <a:solidFill>
                <a:srgbClr val="56BE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86" name="pg986"/>
            <p:cNvSpPr/>
            <p:nvPr/>
          </p:nvSpPr>
          <p:spPr>
            <a:xfrm>
              <a:off x="5473989" y="327983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7C0AC">
                <a:alpha val="100000"/>
              </a:srgbClr>
            </a:solidFill>
            <a:ln w="5420" cap="flat">
              <a:solidFill>
                <a:srgbClr val="57C0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87" name="pg987"/>
            <p:cNvSpPr/>
            <p:nvPr/>
          </p:nvSpPr>
          <p:spPr>
            <a:xfrm>
              <a:off x="5485627" y="327983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8C2AC">
                <a:alpha val="100000"/>
              </a:srgbClr>
            </a:solidFill>
            <a:ln w="5420" cap="flat">
              <a:solidFill>
                <a:srgbClr val="58C2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88" name="pg988"/>
            <p:cNvSpPr/>
            <p:nvPr/>
          </p:nvSpPr>
          <p:spPr>
            <a:xfrm>
              <a:off x="5497264" y="327983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9C4AC">
                <a:alpha val="100000"/>
              </a:srgbClr>
            </a:solidFill>
            <a:ln w="5420" cap="flat">
              <a:solidFill>
                <a:srgbClr val="59C4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89" name="pg989"/>
            <p:cNvSpPr/>
            <p:nvPr/>
          </p:nvSpPr>
          <p:spPr>
            <a:xfrm>
              <a:off x="5508901" y="327983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BC6AC">
                <a:alpha val="100000"/>
              </a:srgbClr>
            </a:solidFill>
            <a:ln w="5420" cap="flat">
              <a:solidFill>
                <a:srgbClr val="5BC6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90" name="pg990"/>
            <p:cNvSpPr/>
            <p:nvPr/>
          </p:nvSpPr>
          <p:spPr>
            <a:xfrm>
              <a:off x="5520539" y="327983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CC7AC">
                <a:alpha val="100000"/>
              </a:srgbClr>
            </a:solidFill>
            <a:ln w="5420" cap="flat">
              <a:solidFill>
                <a:srgbClr val="5CC7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91" name="pg991"/>
            <p:cNvSpPr/>
            <p:nvPr/>
          </p:nvSpPr>
          <p:spPr>
            <a:xfrm>
              <a:off x="5532176" y="327983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DC9AC">
                <a:alpha val="100000"/>
              </a:srgbClr>
            </a:solidFill>
            <a:ln w="5420" cap="flat">
              <a:solidFill>
                <a:srgbClr val="5DC9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92" name="pg992"/>
            <p:cNvSpPr/>
            <p:nvPr/>
          </p:nvSpPr>
          <p:spPr>
            <a:xfrm>
              <a:off x="5543813" y="327983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ECAAC">
                <a:alpha val="100000"/>
              </a:srgbClr>
            </a:solidFill>
            <a:ln w="5420" cap="flat">
              <a:solidFill>
                <a:srgbClr val="5ECA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93" name="pg993"/>
            <p:cNvSpPr/>
            <p:nvPr/>
          </p:nvSpPr>
          <p:spPr>
            <a:xfrm>
              <a:off x="5555451" y="327983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ECBAC">
                <a:alpha val="100000"/>
              </a:srgbClr>
            </a:solidFill>
            <a:ln w="5420" cap="flat">
              <a:solidFill>
                <a:srgbClr val="5ECB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94" name="pg994"/>
            <p:cNvSpPr/>
            <p:nvPr/>
          </p:nvSpPr>
          <p:spPr>
            <a:xfrm>
              <a:off x="5567088" y="327983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FCDAC">
                <a:alpha val="100000"/>
              </a:srgbClr>
            </a:solidFill>
            <a:ln w="5420" cap="flat">
              <a:solidFill>
                <a:srgbClr val="5FCD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95" name="pg995"/>
            <p:cNvSpPr/>
            <p:nvPr/>
          </p:nvSpPr>
          <p:spPr>
            <a:xfrm>
              <a:off x="5578725" y="327983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0CDAC">
                <a:alpha val="100000"/>
              </a:srgbClr>
            </a:solidFill>
            <a:ln w="5420" cap="flat">
              <a:solidFill>
                <a:srgbClr val="60CD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96" name="pg996"/>
            <p:cNvSpPr/>
            <p:nvPr/>
          </p:nvSpPr>
          <p:spPr>
            <a:xfrm>
              <a:off x="5590363" y="327983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0CDAC">
                <a:alpha val="100000"/>
              </a:srgbClr>
            </a:solidFill>
            <a:ln w="5420" cap="flat">
              <a:solidFill>
                <a:srgbClr val="60CD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97" name="pg997"/>
            <p:cNvSpPr/>
            <p:nvPr/>
          </p:nvSpPr>
          <p:spPr>
            <a:xfrm>
              <a:off x="5602000" y="327983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0CEAC">
                <a:alpha val="100000"/>
              </a:srgbClr>
            </a:solidFill>
            <a:ln w="5420" cap="flat">
              <a:solidFill>
                <a:srgbClr val="60CE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98" name="pg998"/>
            <p:cNvSpPr/>
            <p:nvPr/>
          </p:nvSpPr>
          <p:spPr>
            <a:xfrm>
              <a:off x="5613637" y="327983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0CEAC">
                <a:alpha val="100000"/>
              </a:srgbClr>
            </a:solidFill>
            <a:ln w="5420" cap="flat">
              <a:solidFill>
                <a:srgbClr val="60CE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99" name="pg999"/>
            <p:cNvSpPr/>
            <p:nvPr/>
          </p:nvSpPr>
          <p:spPr>
            <a:xfrm>
              <a:off x="5625275" y="327983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0CEAC">
                <a:alpha val="100000"/>
              </a:srgbClr>
            </a:solidFill>
            <a:ln w="5420" cap="flat">
              <a:solidFill>
                <a:srgbClr val="60CE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00" name="pg1000"/>
            <p:cNvSpPr/>
            <p:nvPr/>
          </p:nvSpPr>
          <p:spPr>
            <a:xfrm>
              <a:off x="5636912" y="327983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0CEAC">
                <a:alpha val="100000"/>
              </a:srgbClr>
            </a:solidFill>
            <a:ln w="5420" cap="flat">
              <a:solidFill>
                <a:srgbClr val="60CE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01" name="pg1001"/>
            <p:cNvSpPr/>
            <p:nvPr/>
          </p:nvSpPr>
          <p:spPr>
            <a:xfrm>
              <a:off x="5648549" y="327983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0CEAC">
                <a:alpha val="100000"/>
              </a:srgbClr>
            </a:solidFill>
            <a:ln w="5420" cap="flat">
              <a:solidFill>
                <a:srgbClr val="60CE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02" name="pg1002"/>
            <p:cNvSpPr/>
            <p:nvPr/>
          </p:nvSpPr>
          <p:spPr>
            <a:xfrm>
              <a:off x="5660186" y="327983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0CEAC">
                <a:alpha val="100000"/>
              </a:srgbClr>
            </a:solidFill>
            <a:ln w="5420" cap="flat">
              <a:solidFill>
                <a:srgbClr val="60CE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03" name="pg1003"/>
            <p:cNvSpPr/>
            <p:nvPr/>
          </p:nvSpPr>
          <p:spPr>
            <a:xfrm>
              <a:off x="5671824" y="327983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0CEAC">
                <a:alpha val="100000"/>
              </a:srgbClr>
            </a:solidFill>
            <a:ln w="5420" cap="flat">
              <a:solidFill>
                <a:srgbClr val="60CE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04" name="pg1004"/>
            <p:cNvSpPr/>
            <p:nvPr/>
          </p:nvSpPr>
          <p:spPr>
            <a:xfrm>
              <a:off x="5683461" y="327983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0CEAC">
                <a:alpha val="100000"/>
              </a:srgbClr>
            </a:solidFill>
            <a:ln w="5420" cap="flat">
              <a:solidFill>
                <a:srgbClr val="60CE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05" name="pg1005"/>
            <p:cNvSpPr/>
            <p:nvPr/>
          </p:nvSpPr>
          <p:spPr>
            <a:xfrm>
              <a:off x="5706736" y="327983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0CEAC">
                <a:alpha val="100000"/>
              </a:srgbClr>
            </a:solidFill>
            <a:ln w="5420" cap="flat">
              <a:solidFill>
                <a:srgbClr val="60CE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06" name="pg1006"/>
            <p:cNvSpPr/>
            <p:nvPr/>
          </p:nvSpPr>
          <p:spPr>
            <a:xfrm>
              <a:off x="5718373" y="327983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0CEAC">
                <a:alpha val="100000"/>
              </a:srgbClr>
            </a:solidFill>
            <a:ln w="5420" cap="flat">
              <a:solidFill>
                <a:srgbClr val="60CE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07" name="pg1007"/>
            <p:cNvSpPr/>
            <p:nvPr/>
          </p:nvSpPr>
          <p:spPr>
            <a:xfrm>
              <a:off x="5334341" y="329413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FCCAC">
                <a:alpha val="100000"/>
              </a:srgbClr>
            </a:solidFill>
            <a:ln w="5420" cap="flat">
              <a:solidFill>
                <a:srgbClr val="5FCC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08" name="pg1008"/>
            <p:cNvSpPr/>
            <p:nvPr/>
          </p:nvSpPr>
          <p:spPr>
            <a:xfrm>
              <a:off x="5345979" y="329413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DCAAC">
                <a:alpha val="100000"/>
              </a:srgbClr>
            </a:solidFill>
            <a:ln w="5420" cap="flat">
              <a:solidFill>
                <a:srgbClr val="5DCA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09" name="pg1009"/>
            <p:cNvSpPr/>
            <p:nvPr/>
          </p:nvSpPr>
          <p:spPr>
            <a:xfrm>
              <a:off x="5357616" y="329413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CC7AC">
                <a:alpha val="100000"/>
              </a:srgbClr>
            </a:solidFill>
            <a:ln w="5420" cap="flat">
              <a:solidFill>
                <a:srgbClr val="5CC7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10" name="pg1010"/>
            <p:cNvSpPr/>
            <p:nvPr/>
          </p:nvSpPr>
          <p:spPr>
            <a:xfrm>
              <a:off x="5369253" y="329413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AC5AC">
                <a:alpha val="100000"/>
              </a:srgbClr>
            </a:solidFill>
            <a:ln w="5420" cap="flat">
              <a:solidFill>
                <a:srgbClr val="5AC5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11" name="pg1011"/>
            <p:cNvSpPr/>
            <p:nvPr/>
          </p:nvSpPr>
          <p:spPr>
            <a:xfrm>
              <a:off x="5380891" y="329413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9C3AC">
                <a:alpha val="100000"/>
              </a:srgbClr>
            </a:solidFill>
            <a:ln w="5420" cap="flat">
              <a:solidFill>
                <a:srgbClr val="59C3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12" name="pg1012"/>
            <p:cNvSpPr/>
            <p:nvPr/>
          </p:nvSpPr>
          <p:spPr>
            <a:xfrm>
              <a:off x="5392528" y="329413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7C0AC">
                <a:alpha val="100000"/>
              </a:srgbClr>
            </a:solidFill>
            <a:ln w="5420" cap="flat">
              <a:solidFill>
                <a:srgbClr val="57C0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13" name="pg1013"/>
            <p:cNvSpPr/>
            <p:nvPr/>
          </p:nvSpPr>
          <p:spPr>
            <a:xfrm>
              <a:off x="5404165" y="329413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6BFAB">
                <a:alpha val="100000"/>
              </a:srgbClr>
            </a:solidFill>
            <a:ln w="5420" cap="flat">
              <a:solidFill>
                <a:srgbClr val="56BF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14" name="pg1014"/>
            <p:cNvSpPr/>
            <p:nvPr/>
          </p:nvSpPr>
          <p:spPr>
            <a:xfrm>
              <a:off x="5415803" y="329413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5BDAB">
                <a:alpha val="100000"/>
              </a:srgbClr>
            </a:solidFill>
            <a:ln w="5420" cap="flat">
              <a:solidFill>
                <a:srgbClr val="55BD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15" name="pg1015"/>
            <p:cNvSpPr/>
            <p:nvPr/>
          </p:nvSpPr>
          <p:spPr>
            <a:xfrm>
              <a:off x="5427440" y="329413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4BCAB">
                <a:alpha val="100000"/>
              </a:srgbClr>
            </a:solidFill>
            <a:ln w="5420" cap="flat">
              <a:solidFill>
                <a:srgbClr val="54BC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16" name="pg1016"/>
            <p:cNvSpPr/>
            <p:nvPr/>
          </p:nvSpPr>
          <p:spPr>
            <a:xfrm>
              <a:off x="5439077" y="329413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4BCAB">
                <a:alpha val="100000"/>
              </a:srgbClr>
            </a:solidFill>
            <a:ln w="5420" cap="flat">
              <a:solidFill>
                <a:srgbClr val="54BC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17" name="pg1017"/>
            <p:cNvSpPr/>
            <p:nvPr/>
          </p:nvSpPr>
          <p:spPr>
            <a:xfrm>
              <a:off x="5450715" y="329413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4BCAB">
                <a:alpha val="100000"/>
              </a:srgbClr>
            </a:solidFill>
            <a:ln w="5420" cap="flat">
              <a:solidFill>
                <a:srgbClr val="54BC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18" name="pg1018"/>
            <p:cNvSpPr/>
            <p:nvPr/>
          </p:nvSpPr>
          <p:spPr>
            <a:xfrm>
              <a:off x="5462352" y="329413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5BEAB">
                <a:alpha val="100000"/>
              </a:srgbClr>
            </a:solidFill>
            <a:ln w="5420" cap="flat">
              <a:solidFill>
                <a:srgbClr val="55BE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19" name="pg1019"/>
            <p:cNvSpPr/>
            <p:nvPr/>
          </p:nvSpPr>
          <p:spPr>
            <a:xfrm>
              <a:off x="5473989" y="329413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6BFAB">
                <a:alpha val="100000"/>
              </a:srgbClr>
            </a:solidFill>
            <a:ln w="5420" cap="flat">
              <a:solidFill>
                <a:srgbClr val="56BF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20" name="pg1020"/>
            <p:cNvSpPr/>
            <p:nvPr/>
          </p:nvSpPr>
          <p:spPr>
            <a:xfrm>
              <a:off x="5485627" y="329413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8C1AC">
                <a:alpha val="100000"/>
              </a:srgbClr>
            </a:solidFill>
            <a:ln w="5420" cap="flat">
              <a:solidFill>
                <a:srgbClr val="58C1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21" name="pg1021"/>
            <p:cNvSpPr/>
            <p:nvPr/>
          </p:nvSpPr>
          <p:spPr>
            <a:xfrm>
              <a:off x="5497264" y="329413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9C3AC">
                <a:alpha val="100000"/>
              </a:srgbClr>
            </a:solidFill>
            <a:ln w="5420" cap="flat">
              <a:solidFill>
                <a:srgbClr val="59C3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22" name="pg1022"/>
            <p:cNvSpPr/>
            <p:nvPr/>
          </p:nvSpPr>
          <p:spPr>
            <a:xfrm>
              <a:off x="5508901" y="329413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AC5AC">
                <a:alpha val="100000"/>
              </a:srgbClr>
            </a:solidFill>
            <a:ln w="5420" cap="flat">
              <a:solidFill>
                <a:srgbClr val="5AC5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23" name="pg1023"/>
            <p:cNvSpPr/>
            <p:nvPr/>
          </p:nvSpPr>
          <p:spPr>
            <a:xfrm>
              <a:off x="5520539" y="329413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CC7AC">
                <a:alpha val="100000"/>
              </a:srgbClr>
            </a:solidFill>
            <a:ln w="5420" cap="flat">
              <a:solidFill>
                <a:srgbClr val="5CC7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24" name="pg1024"/>
            <p:cNvSpPr/>
            <p:nvPr/>
          </p:nvSpPr>
          <p:spPr>
            <a:xfrm>
              <a:off x="5532176" y="329413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DC9AC">
                <a:alpha val="100000"/>
              </a:srgbClr>
            </a:solidFill>
            <a:ln w="5420" cap="flat">
              <a:solidFill>
                <a:srgbClr val="5DC9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25" name="pg1025"/>
            <p:cNvSpPr/>
            <p:nvPr/>
          </p:nvSpPr>
          <p:spPr>
            <a:xfrm>
              <a:off x="5543813" y="329413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DCAAC">
                <a:alpha val="100000"/>
              </a:srgbClr>
            </a:solidFill>
            <a:ln w="5420" cap="flat">
              <a:solidFill>
                <a:srgbClr val="5DCA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26" name="pg1026"/>
            <p:cNvSpPr/>
            <p:nvPr/>
          </p:nvSpPr>
          <p:spPr>
            <a:xfrm>
              <a:off x="5555451" y="329413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ECBAC">
                <a:alpha val="100000"/>
              </a:srgbClr>
            </a:solidFill>
            <a:ln w="5420" cap="flat">
              <a:solidFill>
                <a:srgbClr val="5ECB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27" name="pg1027"/>
            <p:cNvSpPr/>
            <p:nvPr/>
          </p:nvSpPr>
          <p:spPr>
            <a:xfrm>
              <a:off x="5567088" y="329413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FCDAC">
                <a:alpha val="100000"/>
              </a:srgbClr>
            </a:solidFill>
            <a:ln w="5420" cap="flat">
              <a:solidFill>
                <a:srgbClr val="5FCD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28" name="pg1028"/>
            <p:cNvSpPr/>
            <p:nvPr/>
          </p:nvSpPr>
          <p:spPr>
            <a:xfrm>
              <a:off x="5578725" y="329413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FCDAC">
                <a:alpha val="100000"/>
              </a:srgbClr>
            </a:solidFill>
            <a:ln w="5420" cap="flat">
              <a:solidFill>
                <a:srgbClr val="5FCD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29" name="pg1029"/>
            <p:cNvSpPr/>
            <p:nvPr/>
          </p:nvSpPr>
          <p:spPr>
            <a:xfrm>
              <a:off x="5590363" y="329413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0CDAC">
                <a:alpha val="100000"/>
              </a:srgbClr>
            </a:solidFill>
            <a:ln w="5420" cap="flat">
              <a:solidFill>
                <a:srgbClr val="60CD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30" name="pg1030"/>
            <p:cNvSpPr/>
            <p:nvPr/>
          </p:nvSpPr>
          <p:spPr>
            <a:xfrm>
              <a:off x="5602000" y="329413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0CEAC">
                <a:alpha val="100000"/>
              </a:srgbClr>
            </a:solidFill>
            <a:ln w="5420" cap="flat">
              <a:solidFill>
                <a:srgbClr val="60CE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31" name="pg1031"/>
            <p:cNvSpPr/>
            <p:nvPr/>
          </p:nvSpPr>
          <p:spPr>
            <a:xfrm>
              <a:off x="5613637" y="329413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0CEAC">
                <a:alpha val="100000"/>
              </a:srgbClr>
            </a:solidFill>
            <a:ln w="5420" cap="flat">
              <a:solidFill>
                <a:srgbClr val="60CE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32" name="pg1032"/>
            <p:cNvSpPr/>
            <p:nvPr/>
          </p:nvSpPr>
          <p:spPr>
            <a:xfrm>
              <a:off x="5625275" y="329413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0CEAC">
                <a:alpha val="100000"/>
              </a:srgbClr>
            </a:solidFill>
            <a:ln w="5420" cap="flat">
              <a:solidFill>
                <a:srgbClr val="60CE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33" name="pg1033"/>
            <p:cNvSpPr/>
            <p:nvPr/>
          </p:nvSpPr>
          <p:spPr>
            <a:xfrm>
              <a:off x="5636912" y="329413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0CEAC">
                <a:alpha val="100000"/>
              </a:srgbClr>
            </a:solidFill>
            <a:ln w="5420" cap="flat">
              <a:solidFill>
                <a:srgbClr val="60CE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34" name="pg1034"/>
            <p:cNvSpPr/>
            <p:nvPr/>
          </p:nvSpPr>
          <p:spPr>
            <a:xfrm>
              <a:off x="5345979" y="330843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ECAAC">
                <a:alpha val="100000"/>
              </a:srgbClr>
            </a:solidFill>
            <a:ln w="5420" cap="flat">
              <a:solidFill>
                <a:srgbClr val="5ECA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35" name="pg1035"/>
            <p:cNvSpPr/>
            <p:nvPr/>
          </p:nvSpPr>
          <p:spPr>
            <a:xfrm>
              <a:off x="5357616" y="330843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CC8AC">
                <a:alpha val="100000"/>
              </a:srgbClr>
            </a:solidFill>
            <a:ln w="5420" cap="flat">
              <a:solidFill>
                <a:srgbClr val="5CC8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36" name="pg1036"/>
            <p:cNvSpPr/>
            <p:nvPr/>
          </p:nvSpPr>
          <p:spPr>
            <a:xfrm>
              <a:off x="5369253" y="330843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AC5AC">
                <a:alpha val="100000"/>
              </a:srgbClr>
            </a:solidFill>
            <a:ln w="5420" cap="flat">
              <a:solidFill>
                <a:srgbClr val="5AC5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37" name="pg1037"/>
            <p:cNvSpPr/>
            <p:nvPr/>
          </p:nvSpPr>
          <p:spPr>
            <a:xfrm>
              <a:off x="5380891" y="330843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9C3AC">
                <a:alpha val="100000"/>
              </a:srgbClr>
            </a:solidFill>
            <a:ln w="5420" cap="flat">
              <a:solidFill>
                <a:srgbClr val="59C3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38" name="pg1038"/>
            <p:cNvSpPr/>
            <p:nvPr/>
          </p:nvSpPr>
          <p:spPr>
            <a:xfrm>
              <a:off x="5392528" y="330843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7C1AC">
                <a:alpha val="100000"/>
              </a:srgbClr>
            </a:solidFill>
            <a:ln w="5420" cap="flat">
              <a:solidFill>
                <a:srgbClr val="57C1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39" name="pg1039"/>
            <p:cNvSpPr/>
            <p:nvPr/>
          </p:nvSpPr>
          <p:spPr>
            <a:xfrm>
              <a:off x="5404165" y="330843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6BFAB">
                <a:alpha val="100000"/>
              </a:srgbClr>
            </a:solidFill>
            <a:ln w="5420" cap="flat">
              <a:solidFill>
                <a:srgbClr val="56BF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40" name="pg1040"/>
            <p:cNvSpPr/>
            <p:nvPr/>
          </p:nvSpPr>
          <p:spPr>
            <a:xfrm>
              <a:off x="5415803" y="330843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5BDAB">
                <a:alpha val="100000"/>
              </a:srgbClr>
            </a:solidFill>
            <a:ln w="5420" cap="flat">
              <a:solidFill>
                <a:srgbClr val="55BD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41" name="pg1041"/>
            <p:cNvSpPr/>
            <p:nvPr/>
          </p:nvSpPr>
          <p:spPr>
            <a:xfrm>
              <a:off x="5427440" y="330843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4BCAB">
                <a:alpha val="100000"/>
              </a:srgbClr>
            </a:solidFill>
            <a:ln w="5420" cap="flat">
              <a:solidFill>
                <a:srgbClr val="54BC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42" name="pg1042"/>
            <p:cNvSpPr/>
            <p:nvPr/>
          </p:nvSpPr>
          <p:spPr>
            <a:xfrm>
              <a:off x="5439077" y="330843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4BBAB">
                <a:alpha val="100000"/>
              </a:srgbClr>
            </a:solidFill>
            <a:ln w="5420" cap="flat">
              <a:solidFill>
                <a:srgbClr val="54BB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43" name="pg1043"/>
            <p:cNvSpPr/>
            <p:nvPr/>
          </p:nvSpPr>
          <p:spPr>
            <a:xfrm>
              <a:off x="5450715" y="330843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4BCAB">
                <a:alpha val="100000"/>
              </a:srgbClr>
            </a:solidFill>
            <a:ln w="5420" cap="flat">
              <a:solidFill>
                <a:srgbClr val="54BC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44" name="pg1044"/>
            <p:cNvSpPr/>
            <p:nvPr/>
          </p:nvSpPr>
          <p:spPr>
            <a:xfrm>
              <a:off x="5462352" y="330843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5BEAB">
                <a:alpha val="100000"/>
              </a:srgbClr>
            </a:solidFill>
            <a:ln w="5420" cap="flat">
              <a:solidFill>
                <a:srgbClr val="55BE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45" name="pg1045"/>
            <p:cNvSpPr/>
            <p:nvPr/>
          </p:nvSpPr>
          <p:spPr>
            <a:xfrm>
              <a:off x="5473989" y="330843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6BFAB">
                <a:alpha val="100000"/>
              </a:srgbClr>
            </a:solidFill>
            <a:ln w="5420" cap="flat">
              <a:solidFill>
                <a:srgbClr val="56BF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46" name="pg1046"/>
            <p:cNvSpPr/>
            <p:nvPr/>
          </p:nvSpPr>
          <p:spPr>
            <a:xfrm>
              <a:off x="5485627" y="330843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8C1AC">
                <a:alpha val="100000"/>
              </a:srgbClr>
            </a:solidFill>
            <a:ln w="5420" cap="flat">
              <a:solidFill>
                <a:srgbClr val="58C1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47" name="pg1047"/>
            <p:cNvSpPr/>
            <p:nvPr/>
          </p:nvSpPr>
          <p:spPr>
            <a:xfrm>
              <a:off x="5497264" y="330843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9C3AC">
                <a:alpha val="100000"/>
              </a:srgbClr>
            </a:solidFill>
            <a:ln w="5420" cap="flat">
              <a:solidFill>
                <a:srgbClr val="59C3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48" name="pg1048"/>
            <p:cNvSpPr/>
            <p:nvPr/>
          </p:nvSpPr>
          <p:spPr>
            <a:xfrm>
              <a:off x="5508901" y="330843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AC5AC">
                <a:alpha val="100000"/>
              </a:srgbClr>
            </a:solidFill>
            <a:ln w="5420" cap="flat">
              <a:solidFill>
                <a:srgbClr val="5AC5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49" name="pg1049"/>
            <p:cNvSpPr/>
            <p:nvPr/>
          </p:nvSpPr>
          <p:spPr>
            <a:xfrm>
              <a:off x="5520539" y="330843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BC7AC">
                <a:alpha val="100000"/>
              </a:srgbClr>
            </a:solidFill>
            <a:ln w="5420" cap="flat">
              <a:solidFill>
                <a:srgbClr val="5BC7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50" name="pg1050"/>
            <p:cNvSpPr/>
            <p:nvPr/>
          </p:nvSpPr>
          <p:spPr>
            <a:xfrm>
              <a:off x="5532176" y="330843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DC9AC">
                <a:alpha val="100000"/>
              </a:srgbClr>
            </a:solidFill>
            <a:ln w="5420" cap="flat">
              <a:solidFill>
                <a:srgbClr val="5DC9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51" name="pg1051"/>
            <p:cNvSpPr/>
            <p:nvPr/>
          </p:nvSpPr>
          <p:spPr>
            <a:xfrm>
              <a:off x="5543813" y="330843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DCAAC">
                <a:alpha val="100000"/>
              </a:srgbClr>
            </a:solidFill>
            <a:ln w="5420" cap="flat">
              <a:solidFill>
                <a:srgbClr val="5DCA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52" name="pg1052"/>
            <p:cNvSpPr/>
            <p:nvPr/>
          </p:nvSpPr>
          <p:spPr>
            <a:xfrm>
              <a:off x="5555451" y="330843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ECBAC">
                <a:alpha val="100000"/>
              </a:srgbClr>
            </a:solidFill>
            <a:ln w="5420" cap="flat">
              <a:solidFill>
                <a:srgbClr val="5ECB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53" name="pg1053"/>
            <p:cNvSpPr/>
            <p:nvPr/>
          </p:nvSpPr>
          <p:spPr>
            <a:xfrm>
              <a:off x="5567088" y="330843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FCDAC">
                <a:alpha val="100000"/>
              </a:srgbClr>
            </a:solidFill>
            <a:ln w="5420" cap="flat">
              <a:solidFill>
                <a:srgbClr val="5FCD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54" name="pg1054"/>
            <p:cNvSpPr/>
            <p:nvPr/>
          </p:nvSpPr>
          <p:spPr>
            <a:xfrm>
              <a:off x="5590363" y="330843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0CDAC">
                <a:alpha val="100000"/>
              </a:srgbClr>
            </a:solidFill>
            <a:ln w="5420" cap="flat">
              <a:solidFill>
                <a:srgbClr val="60CD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55" name="pg1055"/>
            <p:cNvSpPr/>
            <p:nvPr/>
          </p:nvSpPr>
          <p:spPr>
            <a:xfrm>
              <a:off x="5345979" y="332273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ECBAC">
                <a:alpha val="100000"/>
              </a:srgbClr>
            </a:solidFill>
            <a:ln w="5420" cap="flat">
              <a:solidFill>
                <a:srgbClr val="5ECB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56" name="pg1056"/>
            <p:cNvSpPr/>
            <p:nvPr/>
          </p:nvSpPr>
          <p:spPr>
            <a:xfrm>
              <a:off x="5357616" y="332273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DC9AC">
                <a:alpha val="100000"/>
              </a:srgbClr>
            </a:solidFill>
            <a:ln w="5420" cap="flat">
              <a:solidFill>
                <a:srgbClr val="5DC9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57" name="pg1057"/>
            <p:cNvSpPr/>
            <p:nvPr/>
          </p:nvSpPr>
          <p:spPr>
            <a:xfrm>
              <a:off x="5369253" y="332273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BC6AC">
                <a:alpha val="100000"/>
              </a:srgbClr>
            </a:solidFill>
            <a:ln w="5420" cap="flat">
              <a:solidFill>
                <a:srgbClr val="5BC6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58" name="pg1058"/>
            <p:cNvSpPr/>
            <p:nvPr/>
          </p:nvSpPr>
          <p:spPr>
            <a:xfrm>
              <a:off x="5380891" y="332273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AC4AC">
                <a:alpha val="100000"/>
              </a:srgbClr>
            </a:solidFill>
            <a:ln w="5420" cap="flat">
              <a:solidFill>
                <a:srgbClr val="5AC4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59" name="pg1059"/>
            <p:cNvSpPr/>
            <p:nvPr/>
          </p:nvSpPr>
          <p:spPr>
            <a:xfrm>
              <a:off x="5392528" y="332273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8C2AC">
                <a:alpha val="100000"/>
              </a:srgbClr>
            </a:solidFill>
            <a:ln w="5420" cap="flat">
              <a:solidFill>
                <a:srgbClr val="58C2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60" name="pg1060"/>
            <p:cNvSpPr/>
            <p:nvPr/>
          </p:nvSpPr>
          <p:spPr>
            <a:xfrm>
              <a:off x="5404165" y="332273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7C0AB">
                <a:alpha val="100000"/>
              </a:srgbClr>
            </a:solidFill>
            <a:ln w="5420" cap="flat">
              <a:solidFill>
                <a:srgbClr val="57C0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61" name="pg1061"/>
            <p:cNvSpPr/>
            <p:nvPr/>
          </p:nvSpPr>
          <p:spPr>
            <a:xfrm>
              <a:off x="5415803" y="332273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6BEAB">
                <a:alpha val="100000"/>
              </a:srgbClr>
            </a:solidFill>
            <a:ln w="5420" cap="flat">
              <a:solidFill>
                <a:srgbClr val="56BE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62" name="pg1062"/>
            <p:cNvSpPr/>
            <p:nvPr/>
          </p:nvSpPr>
          <p:spPr>
            <a:xfrm>
              <a:off x="5427440" y="332273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5BDAB">
                <a:alpha val="100000"/>
              </a:srgbClr>
            </a:solidFill>
            <a:ln w="5420" cap="flat">
              <a:solidFill>
                <a:srgbClr val="55BD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63" name="pg1063"/>
            <p:cNvSpPr/>
            <p:nvPr/>
          </p:nvSpPr>
          <p:spPr>
            <a:xfrm>
              <a:off x="5439077" y="332273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4BDAB">
                <a:alpha val="100000"/>
              </a:srgbClr>
            </a:solidFill>
            <a:ln w="5420" cap="flat">
              <a:solidFill>
                <a:srgbClr val="54BD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64" name="pg1064"/>
            <p:cNvSpPr/>
            <p:nvPr/>
          </p:nvSpPr>
          <p:spPr>
            <a:xfrm>
              <a:off x="5450715" y="332273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5BDAB">
                <a:alpha val="100000"/>
              </a:srgbClr>
            </a:solidFill>
            <a:ln w="5420" cap="flat">
              <a:solidFill>
                <a:srgbClr val="55BD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65" name="pg1065"/>
            <p:cNvSpPr/>
            <p:nvPr/>
          </p:nvSpPr>
          <p:spPr>
            <a:xfrm>
              <a:off x="5462352" y="332273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6BEAB">
                <a:alpha val="100000"/>
              </a:srgbClr>
            </a:solidFill>
            <a:ln w="5420" cap="flat">
              <a:solidFill>
                <a:srgbClr val="56BE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66" name="pg1066"/>
            <p:cNvSpPr/>
            <p:nvPr/>
          </p:nvSpPr>
          <p:spPr>
            <a:xfrm>
              <a:off x="5334341" y="333703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4CFAD">
                <a:alpha val="100000"/>
              </a:srgbClr>
            </a:solidFill>
            <a:ln w="5420" cap="flat">
              <a:solidFill>
                <a:srgbClr val="64CFA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67" name="pg1067"/>
            <p:cNvSpPr/>
            <p:nvPr/>
          </p:nvSpPr>
          <p:spPr>
            <a:xfrm>
              <a:off x="5345979" y="333703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FCDAC">
                <a:alpha val="100000"/>
              </a:srgbClr>
            </a:solidFill>
            <a:ln w="5420" cap="flat">
              <a:solidFill>
                <a:srgbClr val="5FCD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68" name="pg1068"/>
            <p:cNvSpPr/>
            <p:nvPr/>
          </p:nvSpPr>
          <p:spPr>
            <a:xfrm>
              <a:off x="5357616" y="333703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ECAAC">
                <a:alpha val="100000"/>
              </a:srgbClr>
            </a:solidFill>
            <a:ln w="5420" cap="flat">
              <a:solidFill>
                <a:srgbClr val="5ECA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69" name="pg1069"/>
            <p:cNvSpPr/>
            <p:nvPr/>
          </p:nvSpPr>
          <p:spPr>
            <a:xfrm>
              <a:off x="5369253" y="333703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CC8AC">
                <a:alpha val="100000"/>
              </a:srgbClr>
            </a:solidFill>
            <a:ln w="5420" cap="flat">
              <a:solidFill>
                <a:srgbClr val="5CC8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70" name="pg1070"/>
            <p:cNvSpPr/>
            <p:nvPr/>
          </p:nvSpPr>
          <p:spPr>
            <a:xfrm>
              <a:off x="5380891" y="333703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BC6AC">
                <a:alpha val="100000"/>
              </a:srgbClr>
            </a:solidFill>
            <a:ln w="5420" cap="flat">
              <a:solidFill>
                <a:srgbClr val="5BC6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71" name="pg1071"/>
            <p:cNvSpPr/>
            <p:nvPr/>
          </p:nvSpPr>
          <p:spPr>
            <a:xfrm>
              <a:off x="5392528" y="333703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9C4AC">
                <a:alpha val="100000"/>
              </a:srgbClr>
            </a:solidFill>
            <a:ln w="5420" cap="flat">
              <a:solidFill>
                <a:srgbClr val="59C4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72" name="pg1072"/>
            <p:cNvSpPr/>
            <p:nvPr/>
          </p:nvSpPr>
          <p:spPr>
            <a:xfrm>
              <a:off x="5404165" y="333703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8C2AC">
                <a:alpha val="100000"/>
              </a:srgbClr>
            </a:solidFill>
            <a:ln w="5420" cap="flat">
              <a:solidFill>
                <a:srgbClr val="58C2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73" name="pg1073"/>
            <p:cNvSpPr/>
            <p:nvPr/>
          </p:nvSpPr>
          <p:spPr>
            <a:xfrm>
              <a:off x="5415803" y="333703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7C0AC">
                <a:alpha val="100000"/>
              </a:srgbClr>
            </a:solidFill>
            <a:ln w="5420" cap="flat">
              <a:solidFill>
                <a:srgbClr val="57C0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74" name="pg1074"/>
            <p:cNvSpPr/>
            <p:nvPr/>
          </p:nvSpPr>
          <p:spPr>
            <a:xfrm>
              <a:off x="5427440" y="333703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6BFAB">
                <a:alpha val="100000"/>
              </a:srgbClr>
            </a:solidFill>
            <a:ln w="5420" cap="flat">
              <a:solidFill>
                <a:srgbClr val="56BF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75" name="pg1075"/>
            <p:cNvSpPr/>
            <p:nvPr/>
          </p:nvSpPr>
          <p:spPr>
            <a:xfrm>
              <a:off x="5322704" y="335133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4D4B4">
                <a:alpha val="100000"/>
              </a:srgbClr>
            </a:solidFill>
            <a:ln w="5420" cap="flat">
              <a:solidFill>
                <a:srgbClr val="74D4B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76" name="pg1076"/>
            <p:cNvSpPr/>
            <p:nvPr/>
          </p:nvSpPr>
          <p:spPr>
            <a:xfrm>
              <a:off x="5334341" y="335133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9D0AF">
                <a:alpha val="100000"/>
              </a:srgbClr>
            </a:solidFill>
            <a:ln w="5420" cap="flat">
              <a:solidFill>
                <a:srgbClr val="69D0A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77" name="pg1077"/>
            <p:cNvSpPr/>
            <p:nvPr/>
          </p:nvSpPr>
          <p:spPr>
            <a:xfrm>
              <a:off x="5345979" y="335133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3CFAD">
                <a:alpha val="100000"/>
              </a:srgbClr>
            </a:solidFill>
            <a:ln w="5420" cap="flat">
              <a:solidFill>
                <a:srgbClr val="63CFA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78" name="pg1078"/>
            <p:cNvSpPr/>
            <p:nvPr/>
          </p:nvSpPr>
          <p:spPr>
            <a:xfrm>
              <a:off x="5357616" y="335133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FCDAC">
                <a:alpha val="100000"/>
              </a:srgbClr>
            </a:solidFill>
            <a:ln w="5420" cap="flat">
              <a:solidFill>
                <a:srgbClr val="5FCD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79" name="pg1079"/>
            <p:cNvSpPr/>
            <p:nvPr/>
          </p:nvSpPr>
          <p:spPr>
            <a:xfrm>
              <a:off x="5369253" y="335133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ECAAC">
                <a:alpha val="100000"/>
              </a:srgbClr>
            </a:solidFill>
            <a:ln w="5420" cap="flat">
              <a:solidFill>
                <a:srgbClr val="5ECA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80" name="pg1080"/>
            <p:cNvSpPr/>
            <p:nvPr/>
          </p:nvSpPr>
          <p:spPr>
            <a:xfrm>
              <a:off x="5380891" y="335133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CC8AC">
                <a:alpha val="100000"/>
              </a:srgbClr>
            </a:solidFill>
            <a:ln w="5420" cap="flat">
              <a:solidFill>
                <a:srgbClr val="5CC8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81" name="pg1081"/>
            <p:cNvSpPr/>
            <p:nvPr/>
          </p:nvSpPr>
          <p:spPr>
            <a:xfrm>
              <a:off x="5392528" y="335133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BC6AC">
                <a:alpha val="100000"/>
              </a:srgbClr>
            </a:solidFill>
            <a:ln w="5420" cap="flat">
              <a:solidFill>
                <a:srgbClr val="5BC6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82" name="pg1082"/>
            <p:cNvSpPr/>
            <p:nvPr/>
          </p:nvSpPr>
          <p:spPr>
            <a:xfrm>
              <a:off x="5404165" y="335133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AC4AC">
                <a:alpha val="100000"/>
              </a:srgbClr>
            </a:solidFill>
            <a:ln w="5420" cap="flat">
              <a:solidFill>
                <a:srgbClr val="5AC4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83" name="pg1083"/>
            <p:cNvSpPr/>
            <p:nvPr/>
          </p:nvSpPr>
          <p:spPr>
            <a:xfrm>
              <a:off x="5311067" y="336563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83D8BA">
                <a:alpha val="100000"/>
              </a:srgbClr>
            </a:solidFill>
            <a:ln w="5420" cap="flat">
              <a:solidFill>
                <a:srgbClr val="83D8B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84" name="pg1084"/>
            <p:cNvSpPr/>
            <p:nvPr/>
          </p:nvSpPr>
          <p:spPr>
            <a:xfrm>
              <a:off x="5322704" y="336563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FD7B8">
                <a:alpha val="100000"/>
              </a:srgbClr>
            </a:solidFill>
            <a:ln w="5420" cap="flat">
              <a:solidFill>
                <a:srgbClr val="7FD7B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85" name="pg1085"/>
            <p:cNvSpPr/>
            <p:nvPr/>
          </p:nvSpPr>
          <p:spPr>
            <a:xfrm>
              <a:off x="5334341" y="336563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6D4B4">
                <a:alpha val="100000"/>
              </a:srgbClr>
            </a:solidFill>
            <a:ln w="5420" cap="flat">
              <a:solidFill>
                <a:srgbClr val="76D4B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86" name="pg1086"/>
            <p:cNvSpPr/>
            <p:nvPr/>
          </p:nvSpPr>
          <p:spPr>
            <a:xfrm>
              <a:off x="5345979" y="336563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1D2B2">
                <a:alpha val="100000"/>
              </a:srgbClr>
            </a:solidFill>
            <a:ln w="5420" cap="flat">
              <a:solidFill>
                <a:srgbClr val="71D2B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87" name="pg1087"/>
            <p:cNvSpPr/>
            <p:nvPr/>
          </p:nvSpPr>
          <p:spPr>
            <a:xfrm>
              <a:off x="5357616" y="336563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BD1B0">
                <a:alpha val="100000"/>
              </a:srgbClr>
            </a:solidFill>
            <a:ln w="5420" cap="flat">
              <a:solidFill>
                <a:srgbClr val="6BD1B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88" name="pg1088"/>
            <p:cNvSpPr/>
            <p:nvPr/>
          </p:nvSpPr>
          <p:spPr>
            <a:xfrm>
              <a:off x="5369253" y="336563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6D0AE">
                <a:alpha val="100000"/>
              </a:srgbClr>
            </a:solidFill>
            <a:ln w="5420" cap="flat">
              <a:solidFill>
                <a:srgbClr val="66D0A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89" name="pg1089"/>
            <p:cNvSpPr/>
            <p:nvPr/>
          </p:nvSpPr>
          <p:spPr>
            <a:xfrm>
              <a:off x="5380891" y="336563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0CEAC">
                <a:alpha val="100000"/>
              </a:srgbClr>
            </a:solidFill>
            <a:ln w="5420" cap="flat">
              <a:solidFill>
                <a:srgbClr val="60CE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90" name="pg1090"/>
            <p:cNvSpPr/>
            <p:nvPr/>
          </p:nvSpPr>
          <p:spPr>
            <a:xfrm>
              <a:off x="5311067" y="337993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88D9BC">
                <a:alpha val="100000"/>
              </a:srgbClr>
            </a:solidFill>
            <a:ln w="5420" cap="flat">
              <a:solidFill>
                <a:srgbClr val="88D9B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91" name="pg1091"/>
            <p:cNvSpPr/>
            <p:nvPr/>
          </p:nvSpPr>
          <p:spPr>
            <a:xfrm>
              <a:off x="5322704" y="337993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85D8BA">
                <a:alpha val="100000"/>
              </a:srgbClr>
            </a:solidFill>
            <a:ln w="5420" cap="flat">
              <a:solidFill>
                <a:srgbClr val="85D8B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92" name="pg1092"/>
            <p:cNvSpPr/>
            <p:nvPr/>
          </p:nvSpPr>
          <p:spPr>
            <a:xfrm>
              <a:off x="5334341" y="337993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CD6B7">
                <a:alpha val="100000"/>
              </a:srgbClr>
            </a:solidFill>
            <a:ln w="5420" cap="flat">
              <a:solidFill>
                <a:srgbClr val="7CD6B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93" name="pg1093"/>
            <p:cNvSpPr/>
            <p:nvPr/>
          </p:nvSpPr>
          <p:spPr>
            <a:xfrm>
              <a:off x="5345979" y="337993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8D4B5">
                <a:alpha val="100000"/>
              </a:srgbClr>
            </a:solidFill>
            <a:ln w="5420" cap="flat">
              <a:solidFill>
                <a:srgbClr val="78D4B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94" name="pg1094"/>
            <p:cNvSpPr/>
            <p:nvPr/>
          </p:nvSpPr>
          <p:spPr>
            <a:xfrm>
              <a:off x="5357616" y="337993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3D3B3">
                <a:alpha val="100000"/>
              </a:srgbClr>
            </a:solidFill>
            <a:ln w="5420" cap="flat">
              <a:solidFill>
                <a:srgbClr val="73D3B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95" name="pg1095"/>
            <p:cNvSpPr/>
            <p:nvPr/>
          </p:nvSpPr>
          <p:spPr>
            <a:xfrm>
              <a:off x="5369253" y="337993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ED2B1">
                <a:alpha val="100000"/>
              </a:srgbClr>
            </a:solidFill>
            <a:ln w="5420" cap="flat">
              <a:solidFill>
                <a:srgbClr val="6ED2B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96" name="pg1096"/>
            <p:cNvSpPr/>
            <p:nvPr/>
          </p:nvSpPr>
          <p:spPr>
            <a:xfrm>
              <a:off x="5380891" y="337993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AD1B0">
                <a:alpha val="100000"/>
              </a:srgbClr>
            </a:solidFill>
            <a:ln w="5420" cap="flat">
              <a:solidFill>
                <a:srgbClr val="6AD1B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97" name="pg1097"/>
            <p:cNvSpPr/>
            <p:nvPr/>
          </p:nvSpPr>
          <p:spPr>
            <a:xfrm>
              <a:off x="5311067" y="339424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8DDBBE">
                <a:alpha val="100000"/>
              </a:srgbClr>
            </a:solidFill>
            <a:ln w="5420" cap="flat">
              <a:solidFill>
                <a:srgbClr val="8DDBB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98" name="pg1098"/>
            <p:cNvSpPr/>
            <p:nvPr/>
          </p:nvSpPr>
          <p:spPr>
            <a:xfrm>
              <a:off x="5322704" y="339424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8ADABD">
                <a:alpha val="100000"/>
              </a:srgbClr>
            </a:solidFill>
            <a:ln w="5420" cap="flat">
              <a:solidFill>
                <a:srgbClr val="8ADAB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99" name="pg1099"/>
            <p:cNvSpPr/>
            <p:nvPr/>
          </p:nvSpPr>
          <p:spPr>
            <a:xfrm>
              <a:off x="5334341" y="339424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83D8BA">
                <a:alpha val="100000"/>
              </a:srgbClr>
            </a:solidFill>
            <a:ln w="5420" cap="flat">
              <a:solidFill>
                <a:srgbClr val="83D8B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00" name="pg1100"/>
            <p:cNvSpPr/>
            <p:nvPr/>
          </p:nvSpPr>
          <p:spPr>
            <a:xfrm>
              <a:off x="5345979" y="339424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FD7B8">
                <a:alpha val="100000"/>
              </a:srgbClr>
            </a:solidFill>
            <a:ln w="5420" cap="flat">
              <a:solidFill>
                <a:srgbClr val="7FD7B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01" name="pg1101"/>
            <p:cNvSpPr/>
            <p:nvPr/>
          </p:nvSpPr>
          <p:spPr>
            <a:xfrm>
              <a:off x="5357616" y="339424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AD5B6">
                <a:alpha val="100000"/>
              </a:srgbClr>
            </a:solidFill>
            <a:ln w="5420" cap="flat">
              <a:solidFill>
                <a:srgbClr val="7AD5B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02" name="pg1102"/>
            <p:cNvSpPr/>
            <p:nvPr/>
          </p:nvSpPr>
          <p:spPr>
            <a:xfrm>
              <a:off x="5369253" y="339424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6D4B4">
                <a:alpha val="100000"/>
              </a:srgbClr>
            </a:solidFill>
            <a:ln w="5420" cap="flat">
              <a:solidFill>
                <a:srgbClr val="76D4B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03" name="pg1103"/>
            <p:cNvSpPr/>
            <p:nvPr/>
          </p:nvSpPr>
          <p:spPr>
            <a:xfrm>
              <a:off x="5380891" y="339424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2D3B3">
                <a:alpha val="100000"/>
              </a:srgbClr>
            </a:solidFill>
            <a:ln w="5420" cap="flat">
              <a:solidFill>
                <a:srgbClr val="72D3B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04" name="pg1104"/>
            <p:cNvSpPr/>
            <p:nvPr/>
          </p:nvSpPr>
          <p:spPr>
            <a:xfrm>
              <a:off x="5311067" y="340854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91DCC0">
                <a:alpha val="100000"/>
              </a:srgbClr>
            </a:solidFill>
            <a:ln w="5420" cap="flat">
              <a:solidFill>
                <a:srgbClr val="91DCC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05" name="pg1105"/>
            <p:cNvSpPr/>
            <p:nvPr/>
          </p:nvSpPr>
          <p:spPr>
            <a:xfrm>
              <a:off x="5322704" y="340854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90DCBF">
                <a:alpha val="100000"/>
              </a:srgbClr>
            </a:solidFill>
            <a:ln w="5420" cap="flat">
              <a:solidFill>
                <a:srgbClr val="90DCB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06" name="pg1106"/>
            <p:cNvSpPr/>
            <p:nvPr/>
          </p:nvSpPr>
          <p:spPr>
            <a:xfrm>
              <a:off x="5334341" y="340854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89DABC">
                <a:alpha val="100000"/>
              </a:srgbClr>
            </a:solidFill>
            <a:ln w="5420" cap="flat">
              <a:solidFill>
                <a:srgbClr val="89DAB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07" name="pg1107"/>
            <p:cNvSpPr/>
            <p:nvPr/>
          </p:nvSpPr>
          <p:spPr>
            <a:xfrm>
              <a:off x="5345979" y="340854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85D9BB">
                <a:alpha val="100000"/>
              </a:srgbClr>
            </a:solidFill>
            <a:ln w="5420" cap="flat">
              <a:solidFill>
                <a:srgbClr val="85D9B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08" name="pg1108"/>
            <p:cNvSpPr/>
            <p:nvPr/>
          </p:nvSpPr>
          <p:spPr>
            <a:xfrm>
              <a:off x="5357616" y="340854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82D7B9">
                <a:alpha val="100000"/>
              </a:srgbClr>
            </a:solidFill>
            <a:ln w="5420" cap="flat">
              <a:solidFill>
                <a:srgbClr val="82D7B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09" name="pg1109"/>
            <p:cNvSpPr/>
            <p:nvPr/>
          </p:nvSpPr>
          <p:spPr>
            <a:xfrm>
              <a:off x="5369253" y="340854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ED6B7">
                <a:alpha val="100000"/>
              </a:srgbClr>
            </a:solidFill>
            <a:ln w="5420" cap="flat">
              <a:solidFill>
                <a:srgbClr val="7ED6B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10" name="pg1110"/>
            <p:cNvSpPr/>
            <p:nvPr/>
          </p:nvSpPr>
          <p:spPr>
            <a:xfrm>
              <a:off x="5380891" y="340854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AD5B6">
                <a:alpha val="100000"/>
              </a:srgbClr>
            </a:solidFill>
            <a:ln w="5420" cap="flat">
              <a:solidFill>
                <a:srgbClr val="7AD5B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11" name="pg1111"/>
            <p:cNvSpPr/>
            <p:nvPr/>
          </p:nvSpPr>
          <p:spPr>
            <a:xfrm>
              <a:off x="5241243" y="342284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A4E2C8">
                <a:alpha val="100000"/>
              </a:srgbClr>
            </a:solidFill>
            <a:ln w="5420" cap="flat">
              <a:solidFill>
                <a:srgbClr val="A4E2C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12" name="pg1112"/>
            <p:cNvSpPr/>
            <p:nvPr/>
          </p:nvSpPr>
          <p:spPr>
            <a:xfrm>
              <a:off x="5252880" y="342284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A3E2C8">
                <a:alpha val="100000"/>
              </a:srgbClr>
            </a:solidFill>
            <a:ln w="5420" cap="flat">
              <a:solidFill>
                <a:srgbClr val="A3E2C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13" name="pg1113"/>
            <p:cNvSpPr/>
            <p:nvPr/>
          </p:nvSpPr>
          <p:spPr>
            <a:xfrm>
              <a:off x="5334341" y="342284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8FDBBF">
                <a:alpha val="100000"/>
              </a:srgbClr>
            </a:solidFill>
            <a:ln w="5420" cap="flat">
              <a:solidFill>
                <a:srgbClr val="8FDBB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14" name="pg1114"/>
            <p:cNvSpPr/>
            <p:nvPr/>
          </p:nvSpPr>
          <p:spPr>
            <a:xfrm>
              <a:off x="5345979" y="342284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8CDABD">
                <a:alpha val="100000"/>
              </a:srgbClr>
            </a:solidFill>
            <a:ln w="5420" cap="flat">
              <a:solidFill>
                <a:srgbClr val="8CDAB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15" name="pg1115"/>
            <p:cNvSpPr/>
            <p:nvPr/>
          </p:nvSpPr>
          <p:spPr>
            <a:xfrm>
              <a:off x="5357616" y="342284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88D9BC">
                <a:alpha val="100000"/>
              </a:srgbClr>
            </a:solidFill>
            <a:ln w="5420" cap="flat">
              <a:solidFill>
                <a:srgbClr val="88D9B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16" name="pg1116"/>
            <p:cNvSpPr/>
            <p:nvPr/>
          </p:nvSpPr>
          <p:spPr>
            <a:xfrm>
              <a:off x="5369253" y="342284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85D8BA">
                <a:alpha val="100000"/>
              </a:srgbClr>
            </a:solidFill>
            <a:ln w="5420" cap="flat">
              <a:solidFill>
                <a:srgbClr val="85D8B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17" name="pg1117"/>
            <p:cNvSpPr/>
            <p:nvPr/>
          </p:nvSpPr>
          <p:spPr>
            <a:xfrm>
              <a:off x="5380891" y="342284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81D7B9">
                <a:alpha val="100000"/>
              </a:srgbClr>
            </a:solidFill>
            <a:ln w="5420" cap="flat">
              <a:solidFill>
                <a:srgbClr val="81D7B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18" name="pg1118"/>
            <p:cNvSpPr/>
            <p:nvPr/>
          </p:nvSpPr>
          <p:spPr>
            <a:xfrm>
              <a:off x="5217968" y="343714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A8E3CA">
                <a:alpha val="100000"/>
              </a:srgbClr>
            </a:solidFill>
            <a:ln w="5420" cap="flat">
              <a:solidFill>
                <a:srgbClr val="A8E3C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19" name="pg1119"/>
            <p:cNvSpPr/>
            <p:nvPr/>
          </p:nvSpPr>
          <p:spPr>
            <a:xfrm>
              <a:off x="5229605" y="343714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A7E3CA">
                <a:alpha val="100000"/>
              </a:srgbClr>
            </a:solidFill>
            <a:ln w="5420" cap="flat">
              <a:solidFill>
                <a:srgbClr val="A7E3C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20" name="pg1120"/>
            <p:cNvSpPr/>
            <p:nvPr/>
          </p:nvSpPr>
          <p:spPr>
            <a:xfrm>
              <a:off x="5241243" y="343714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A7E3CA">
                <a:alpha val="100000"/>
              </a:srgbClr>
            </a:solidFill>
            <a:ln w="5420" cap="flat">
              <a:solidFill>
                <a:srgbClr val="A7E3C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21" name="pg1121"/>
            <p:cNvSpPr/>
            <p:nvPr/>
          </p:nvSpPr>
          <p:spPr>
            <a:xfrm>
              <a:off x="5252880" y="343714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A6E3C9">
                <a:alpha val="100000"/>
              </a:srgbClr>
            </a:solidFill>
            <a:ln w="5420" cap="flat">
              <a:solidFill>
                <a:srgbClr val="A6E3C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22" name="pg1122"/>
            <p:cNvSpPr/>
            <p:nvPr/>
          </p:nvSpPr>
          <p:spPr>
            <a:xfrm>
              <a:off x="5264517" y="343714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A5E2C9">
                <a:alpha val="100000"/>
              </a:srgbClr>
            </a:solidFill>
            <a:ln w="5420" cap="flat">
              <a:solidFill>
                <a:srgbClr val="A5E2C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23" name="pg1123"/>
            <p:cNvSpPr/>
            <p:nvPr/>
          </p:nvSpPr>
          <p:spPr>
            <a:xfrm>
              <a:off x="5334341" y="343714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95DDC1">
                <a:alpha val="100000"/>
              </a:srgbClr>
            </a:solidFill>
            <a:ln w="5420" cap="flat">
              <a:solidFill>
                <a:srgbClr val="95DDC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24" name="pg1124"/>
            <p:cNvSpPr/>
            <p:nvPr/>
          </p:nvSpPr>
          <p:spPr>
            <a:xfrm>
              <a:off x="5345979" y="343714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92DCC0">
                <a:alpha val="100000"/>
              </a:srgbClr>
            </a:solidFill>
            <a:ln w="5420" cap="flat">
              <a:solidFill>
                <a:srgbClr val="92DCC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25" name="pg1125"/>
            <p:cNvSpPr/>
            <p:nvPr/>
          </p:nvSpPr>
          <p:spPr>
            <a:xfrm>
              <a:off x="5357616" y="343714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8EDBBF">
                <a:alpha val="100000"/>
              </a:srgbClr>
            </a:solidFill>
            <a:ln w="5420" cap="flat">
              <a:solidFill>
                <a:srgbClr val="8EDBB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26" name="pg1126"/>
            <p:cNvSpPr/>
            <p:nvPr/>
          </p:nvSpPr>
          <p:spPr>
            <a:xfrm>
              <a:off x="5369253" y="343714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8BDABD">
                <a:alpha val="100000"/>
              </a:srgbClr>
            </a:solidFill>
            <a:ln w="5420" cap="flat">
              <a:solidFill>
                <a:srgbClr val="8BDAB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27" name="pg1127"/>
            <p:cNvSpPr/>
            <p:nvPr/>
          </p:nvSpPr>
          <p:spPr>
            <a:xfrm>
              <a:off x="5380891" y="343714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88D9BC">
                <a:alpha val="100000"/>
              </a:srgbClr>
            </a:solidFill>
            <a:ln w="5420" cap="flat">
              <a:solidFill>
                <a:srgbClr val="88D9B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28" name="pg1128"/>
            <p:cNvSpPr/>
            <p:nvPr/>
          </p:nvSpPr>
          <p:spPr>
            <a:xfrm>
              <a:off x="5194693" y="345144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ABE4CC">
                <a:alpha val="100000"/>
              </a:srgbClr>
            </a:solidFill>
            <a:ln w="5420" cap="flat">
              <a:solidFill>
                <a:srgbClr val="ABE4C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29" name="pg1129"/>
            <p:cNvSpPr/>
            <p:nvPr/>
          </p:nvSpPr>
          <p:spPr>
            <a:xfrm>
              <a:off x="5206331" y="345144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ABE4CC">
                <a:alpha val="100000"/>
              </a:srgbClr>
            </a:solidFill>
            <a:ln w="5420" cap="flat">
              <a:solidFill>
                <a:srgbClr val="ABE4C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30" name="pg1130"/>
            <p:cNvSpPr/>
            <p:nvPr/>
          </p:nvSpPr>
          <p:spPr>
            <a:xfrm>
              <a:off x="5217968" y="345144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AAE4CB">
                <a:alpha val="100000"/>
              </a:srgbClr>
            </a:solidFill>
            <a:ln w="5420" cap="flat">
              <a:solidFill>
                <a:srgbClr val="AAE4C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31" name="pg1131"/>
            <p:cNvSpPr/>
            <p:nvPr/>
          </p:nvSpPr>
          <p:spPr>
            <a:xfrm>
              <a:off x="5229605" y="345144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AAE4CB">
                <a:alpha val="100000"/>
              </a:srgbClr>
            </a:solidFill>
            <a:ln w="5420" cap="flat">
              <a:solidFill>
                <a:srgbClr val="AAE4C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32" name="pg1132"/>
            <p:cNvSpPr/>
            <p:nvPr/>
          </p:nvSpPr>
          <p:spPr>
            <a:xfrm>
              <a:off x="5241243" y="345144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A9E4CB">
                <a:alpha val="100000"/>
              </a:srgbClr>
            </a:solidFill>
            <a:ln w="5420" cap="flat">
              <a:solidFill>
                <a:srgbClr val="A9E4C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33" name="pg1133"/>
            <p:cNvSpPr/>
            <p:nvPr/>
          </p:nvSpPr>
          <p:spPr>
            <a:xfrm>
              <a:off x="5252880" y="345144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A9E4CB">
                <a:alpha val="100000"/>
              </a:srgbClr>
            </a:solidFill>
            <a:ln w="5420" cap="flat">
              <a:solidFill>
                <a:srgbClr val="A9E4C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34" name="pg1134"/>
            <p:cNvSpPr/>
            <p:nvPr/>
          </p:nvSpPr>
          <p:spPr>
            <a:xfrm>
              <a:off x="5264517" y="345144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A8E3CA">
                <a:alpha val="100000"/>
              </a:srgbClr>
            </a:solidFill>
            <a:ln w="5420" cap="flat">
              <a:solidFill>
                <a:srgbClr val="A8E3C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35" name="pg1135"/>
            <p:cNvSpPr/>
            <p:nvPr/>
          </p:nvSpPr>
          <p:spPr>
            <a:xfrm>
              <a:off x="5322704" y="345144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9FE0C6">
                <a:alpha val="100000"/>
              </a:srgbClr>
            </a:solidFill>
            <a:ln w="5420" cap="flat">
              <a:solidFill>
                <a:srgbClr val="9FE0C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36" name="pg1136"/>
            <p:cNvSpPr/>
            <p:nvPr/>
          </p:nvSpPr>
          <p:spPr>
            <a:xfrm>
              <a:off x="5334341" y="345144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9ADFC4">
                <a:alpha val="100000"/>
              </a:srgbClr>
            </a:solidFill>
            <a:ln w="5420" cap="flat">
              <a:solidFill>
                <a:srgbClr val="9ADFC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37" name="pg1137"/>
            <p:cNvSpPr/>
            <p:nvPr/>
          </p:nvSpPr>
          <p:spPr>
            <a:xfrm>
              <a:off x="5345979" y="345144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97DEC2">
                <a:alpha val="100000"/>
              </a:srgbClr>
            </a:solidFill>
            <a:ln w="5420" cap="flat">
              <a:solidFill>
                <a:srgbClr val="97DEC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38" name="pg1138"/>
            <p:cNvSpPr/>
            <p:nvPr/>
          </p:nvSpPr>
          <p:spPr>
            <a:xfrm>
              <a:off x="5357616" y="345144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94DDC1">
                <a:alpha val="100000"/>
              </a:srgbClr>
            </a:solidFill>
            <a:ln w="5420" cap="flat">
              <a:solidFill>
                <a:srgbClr val="94DDC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39" name="pg1139"/>
            <p:cNvSpPr/>
            <p:nvPr/>
          </p:nvSpPr>
          <p:spPr>
            <a:xfrm>
              <a:off x="5369253" y="345144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91DCC0">
                <a:alpha val="100000"/>
              </a:srgbClr>
            </a:solidFill>
            <a:ln w="5420" cap="flat">
              <a:solidFill>
                <a:srgbClr val="91DCC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40" name="pg1140"/>
            <p:cNvSpPr/>
            <p:nvPr/>
          </p:nvSpPr>
          <p:spPr>
            <a:xfrm>
              <a:off x="5183056" y="346574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ACE5CC">
                <a:alpha val="100000"/>
              </a:srgbClr>
            </a:solidFill>
            <a:ln w="5420" cap="flat">
              <a:solidFill>
                <a:srgbClr val="ACE5C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41" name="pg1141"/>
            <p:cNvSpPr/>
            <p:nvPr/>
          </p:nvSpPr>
          <p:spPr>
            <a:xfrm>
              <a:off x="5194693" y="346574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ACE5CC">
                <a:alpha val="100000"/>
              </a:srgbClr>
            </a:solidFill>
            <a:ln w="5420" cap="flat">
              <a:solidFill>
                <a:srgbClr val="ACE5C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42" name="pg1142"/>
            <p:cNvSpPr/>
            <p:nvPr/>
          </p:nvSpPr>
          <p:spPr>
            <a:xfrm>
              <a:off x="5206331" y="346574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ACE5CC">
                <a:alpha val="100000"/>
              </a:srgbClr>
            </a:solidFill>
            <a:ln w="5420" cap="flat">
              <a:solidFill>
                <a:srgbClr val="ACE5C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43" name="pg1143"/>
            <p:cNvSpPr/>
            <p:nvPr/>
          </p:nvSpPr>
          <p:spPr>
            <a:xfrm>
              <a:off x="5217968" y="346574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ACE5CC">
                <a:alpha val="100000"/>
              </a:srgbClr>
            </a:solidFill>
            <a:ln w="5420" cap="flat">
              <a:solidFill>
                <a:srgbClr val="ACE5C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44" name="pg1144"/>
            <p:cNvSpPr/>
            <p:nvPr/>
          </p:nvSpPr>
          <p:spPr>
            <a:xfrm>
              <a:off x="5229605" y="346574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ACE5CC">
                <a:alpha val="100000"/>
              </a:srgbClr>
            </a:solidFill>
            <a:ln w="5420" cap="flat">
              <a:solidFill>
                <a:srgbClr val="ACE5C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45" name="pg1145"/>
            <p:cNvSpPr/>
            <p:nvPr/>
          </p:nvSpPr>
          <p:spPr>
            <a:xfrm>
              <a:off x="5241243" y="346574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ACE5CC">
                <a:alpha val="100000"/>
              </a:srgbClr>
            </a:solidFill>
            <a:ln w="5420" cap="flat">
              <a:solidFill>
                <a:srgbClr val="ACE5C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46" name="pg1146"/>
            <p:cNvSpPr/>
            <p:nvPr/>
          </p:nvSpPr>
          <p:spPr>
            <a:xfrm>
              <a:off x="5252880" y="346574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ACE5CC">
                <a:alpha val="100000"/>
              </a:srgbClr>
            </a:solidFill>
            <a:ln w="5420" cap="flat">
              <a:solidFill>
                <a:srgbClr val="ACE5C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47" name="pg1147"/>
            <p:cNvSpPr/>
            <p:nvPr/>
          </p:nvSpPr>
          <p:spPr>
            <a:xfrm>
              <a:off x="5264517" y="346574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ABE4CC">
                <a:alpha val="100000"/>
              </a:srgbClr>
            </a:solidFill>
            <a:ln w="5420" cap="flat">
              <a:solidFill>
                <a:srgbClr val="ABE4C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48" name="pg1148"/>
            <p:cNvSpPr/>
            <p:nvPr/>
          </p:nvSpPr>
          <p:spPr>
            <a:xfrm>
              <a:off x="5322704" y="346574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A3E2C8">
                <a:alpha val="100000"/>
              </a:srgbClr>
            </a:solidFill>
            <a:ln w="5420" cap="flat">
              <a:solidFill>
                <a:srgbClr val="A3E2C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49" name="pg1149"/>
            <p:cNvSpPr/>
            <p:nvPr/>
          </p:nvSpPr>
          <p:spPr>
            <a:xfrm>
              <a:off x="5334341" y="346574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9FE0C6">
                <a:alpha val="100000"/>
              </a:srgbClr>
            </a:solidFill>
            <a:ln w="5420" cap="flat">
              <a:solidFill>
                <a:srgbClr val="9FE0C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50" name="pg1150"/>
            <p:cNvSpPr/>
            <p:nvPr/>
          </p:nvSpPr>
          <p:spPr>
            <a:xfrm>
              <a:off x="5345979" y="346574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9CDFC5">
                <a:alpha val="100000"/>
              </a:srgbClr>
            </a:solidFill>
            <a:ln w="5420" cap="flat">
              <a:solidFill>
                <a:srgbClr val="9CDFC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51" name="pg1151"/>
            <p:cNvSpPr/>
            <p:nvPr/>
          </p:nvSpPr>
          <p:spPr>
            <a:xfrm>
              <a:off x="5357616" y="346574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99DFC3">
                <a:alpha val="100000"/>
              </a:srgbClr>
            </a:solidFill>
            <a:ln w="5420" cap="flat">
              <a:solidFill>
                <a:srgbClr val="99DFC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52" name="pg1152"/>
            <p:cNvSpPr/>
            <p:nvPr/>
          </p:nvSpPr>
          <p:spPr>
            <a:xfrm>
              <a:off x="5369253" y="346574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96DEC2">
                <a:alpha val="100000"/>
              </a:srgbClr>
            </a:solidFill>
            <a:ln w="5420" cap="flat">
              <a:solidFill>
                <a:srgbClr val="96DEC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53" name="pg1153"/>
            <p:cNvSpPr/>
            <p:nvPr/>
          </p:nvSpPr>
          <p:spPr>
            <a:xfrm>
              <a:off x="5124869" y="348004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AEE5CD">
                <a:alpha val="100000"/>
              </a:srgbClr>
            </a:solidFill>
            <a:ln w="5420" cap="flat">
              <a:solidFill>
                <a:srgbClr val="AEE5C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54" name="pg1154"/>
            <p:cNvSpPr/>
            <p:nvPr/>
          </p:nvSpPr>
          <p:spPr>
            <a:xfrm>
              <a:off x="5136507" y="348004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ADE5CD">
                <a:alpha val="100000"/>
              </a:srgbClr>
            </a:solidFill>
            <a:ln w="5420" cap="flat">
              <a:solidFill>
                <a:srgbClr val="ADE5C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55" name="pg1155"/>
            <p:cNvSpPr/>
            <p:nvPr/>
          </p:nvSpPr>
          <p:spPr>
            <a:xfrm>
              <a:off x="5148144" y="348004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ADE5CD">
                <a:alpha val="100000"/>
              </a:srgbClr>
            </a:solidFill>
            <a:ln w="5420" cap="flat">
              <a:solidFill>
                <a:srgbClr val="ADE5C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56" name="pg1156"/>
            <p:cNvSpPr/>
            <p:nvPr/>
          </p:nvSpPr>
          <p:spPr>
            <a:xfrm>
              <a:off x="5159781" y="348004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ADE5CD">
                <a:alpha val="100000"/>
              </a:srgbClr>
            </a:solidFill>
            <a:ln w="5420" cap="flat">
              <a:solidFill>
                <a:srgbClr val="ADE5C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57" name="pg1157"/>
            <p:cNvSpPr/>
            <p:nvPr/>
          </p:nvSpPr>
          <p:spPr>
            <a:xfrm>
              <a:off x="5171419" y="348004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ADE5CD">
                <a:alpha val="100000"/>
              </a:srgbClr>
            </a:solidFill>
            <a:ln w="5420" cap="flat">
              <a:solidFill>
                <a:srgbClr val="ADE5C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58" name="pg1158"/>
            <p:cNvSpPr/>
            <p:nvPr/>
          </p:nvSpPr>
          <p:spPr>
            <a:xfrm>
              <a:off x="5183056" y="348004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ADE5CD">
                <a:alpha val="100000"/>
              </a:srgbClr>
            </a:solidFill>
            <a:ln w="5420" cap="flat">
              <a:solidFill>
                <a:srgbClr val="ADE5C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59" name="pg1159"/>
            <p:cNvSpPr/>
            <p:nvPr/>
          </p:nvSpPr>
          <p:spPr>
            <a:xfrm>
              <a:off x="5194693" y="348004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ADE5CD">
                <a:alpha val="100000"/>
              </a:srgbClr>
            </a:solidFill>
            <a:ln w="5420" cap="flat">
              <a:solidFill>
                <a:srgbClr val="ADE5C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60" name="pg1160"/>
            <p:cNvSpPr/>
            <p:nvPr/>
          </p:nvSpPr>
          <p:spPr>
            <a:xfrm>
              <a:off x="5206331" y="348004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ADE5CD">
                <a:alpha val="100000"/>
              </a:srgbClr>
            </a:solidFill>
            <a:ln w="5420" cap="flat">
              <a:solidFill>
                <a:srgbClr val="ADE5C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61" name="pg1161"/>
            <p:cNvSpPr/>
            <p:nvPr/>
          </p:nvSpPr>
          <p:spPr>
            <a:xfrm>
              <a:off x="5217968" y="348004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AEE5CD">
                <a:alpha val="100000"/>
              </a:srgbClr>
            </a:solidFill>
            <a:ln w="5420" cap="flat">
              <a:solidFill>
                <a:srgbClr val="AEE5C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62" name="pg1162"/>
            <p:cNvSpPr/>
            <p:nvPr/>
          </p:nvSpPr>
          <p:spPr>
            <a:xfrm>
              <a:off x="5229605" y="348004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AEE5CD">
                <a:alpha val="100000"/>
              </a:srgbClr>
            </a:solidFill>
            <a:ln w="5420" cap="flat">
              <a:solidFill>
                <a:srgbClr val="AEE5C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63" name="pg1163"/>
            <p:cNvSpPr/>
            <p:nvPr/>
          </p:nvSpPr>
          <p:spPr>
            <a:xfrm>
              <a:off x="5241243" y="348004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AEE5CD">
                <a:alpha val="100000"/>
              </a:srgbClr>
            </a:solidFill>
            <a:ln w="5420" cap="flat">
              <a:solidFill>
                <a:srgbClr val="AEE5C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64" name="pg1164"/>
            <p:cNvSpPr/>
            <p:nvPr/>
          </p:nvSpPr>
          <p:spPr>
            <a:xfrm>
              <a:off x="5252880" y="348004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AEE5CD">
                <a:alpha val="100000"/>
              </a:srgbClr>
            </a:solidFill>
            <a:ln w="5420" cap="flat">
              <a:solidFill>
                <a:srgbClr val="AEE5C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65" name="pg1165"/>
            <p:cNvSpPr/>
            <p:nvPr/>
          </p:nvSpPr>
          <p:spPr>
            <a:xfrm>
              <a:off x="5311067" y="348004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AAE4CB">
                <a:alpha val="100000"/>
              </a:srgbClr>
            </a:solidFill>
            <a:ln w="5420" cap="flat">
              <a:solidFill>
                <a:srgbClr val="AAE4C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66" name="pg1166"/>
            <p:cNvSpPr/>
            <p:nvPr/>
          </p:nvSpPr>
          <p:spPr>
            <a:xfrm>
              <a:off x="5322704" y="348004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A7E3CA">
                <a:alpha val="100000"/>
              </a:srgbClr>
            </a:solidFill>
            <a:ln w="5420" cap="flat">
              <a:solidFill>
                <a:srgbClr val="A7E3C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67" name="pg1167"/>
            <p:cNvSpPr/>
            <p:nvPr/>
          </p:nvSpPr>
          <p:spPr>
            <a:xfrm>
              <a:off x="5334341" y="348004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A3E2C8">
                <a:alpha val="100000"/>
              </a:srgbClr>
            </a:solidFill>
            <a:ln w="5420" cap="flat">
              <a:solidFill>
                <a:srgbClr val="A3E2C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68" name="pg1168"/>
            <p:cNvSpPr/>
            <p:nvPr/>
          </p:nvSpPr>
          <p:spPr>
            <a:xfrm>
              <a:off x="5345979" y="348004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A0E1C7">
                <a:alpha val="100000"/>
              </a:srgbClr>
            </a:solidFill>
            <a:ln w="5420" cap="flat">
              <a:solidFill>
                <a:srgbClr val="A0E1C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69" name="pg1169"/>
            <p:cNvSpPr/>
            <p:nvPr/>
          </p:nvSpPr>
          <p:spPr>
            <a:xfrm>
              <a:off x="5357616" y="348004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9EE0C5">
                <a:alpha val="100000"/>
              </a:srgbClr>
            </a:solidFill>
            <a:ln w="5420" cap="flat">
              <a:solidFill>
                <a:srgbClr val="9EE0C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70" name="pg1170"/>
            <p:cNvSpPr/>
            <p:nvPr/>
          </p:nvSpPr>
          <p:spPr>
            <a:xfrm>
              <a:off x="5369253" y="348004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9BDFC4">
                <a:alpha val="100000"/>
              </a:srgbClr>
            </a:solidFill>
            <a:ln w="5420" cap="flat">
              <a:solidFill>
                <a:srgbClr val="9BDFC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71" name="pg1171"/>
            <p:cNvSpPr/>
            <p:nvPr/>
          </p:nvSpPr>
          <p:spPr>
            <a:xfrm>
              <a:off x="5113232" y="349434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AEE5CD">
                <a:alpha val="100000"/>
              </a:srgbClr>
            </a:solidFill>
            <a:ln w="5420" cap="flat">
              <a:solidFill>
                <a:srgbClr val="AEE5C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72" name="pg1172"/>
            <p:cNvSpPr/>
            <p:nvPr/>
          </p:nvSpPr>
          <p:spPr>
            <a:xfrm>
              <a:off x="5124869" y="349434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AEE5CD">
                <a:alpha val="100000"/>
              </a:srgbClr>
            </a:solidFill>
            <a:ln w="5420" cap="flat">
              <a:solidFill>
                <a:srgbClr val="AEE5C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73" name="pg1173"/>
            <p:cNvSpPr/>
            <p:nvPr/>
          </p:nvSpPr>
          <p:spPr>
            <a:xfrm>
              <a:off x="5136507" y="349434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AEE5CD">
                <a:alpha val="100000"/>
              </a:srgbClr>
            </a:solidFill>
            <a:ln w="5420" cap="flat">
              <a:solidFill>
                <a:srgbClr val="AEE5C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74" name="pg1174"/>
            <p:cNvSpPr/>
            <p:nvPr/>
          </p:nvSpPr>
          <p:spPr>
            <a:xfrm>
              <a:off x="5148144" y="349434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AEE5CD">
                <a:alpha val="100000"/>
              </a:srgbClr>
            </a:solidFill>
            <a:ln w="5420" cap="flat">
              <a:solidFill>
                <a:srgbClr val="AEE5C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75" name="pg1175"/>
            <p:cNvSpPr/>
            <p:nvPr/>
          </p:nvSpPr>
          <p:spPr>
            <a:xfrm>
              <a:off x="5159781" y="349434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ADE5CD">
                <a:alpha val="100000"/>
              </a:srgbClr>
            </a:solidFill>
            <a:ln w="5420" cap="flat">
              <a:solidFill>
                <a:srgbClr val="ADE5C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76" name="pg1176"/>
            <p:cNvSpPr/>
            <p:nvPr/>
          </p:nvSpPr>
          <p:spPr>
            <a:xfrm>
              <a:off x="5171419" y="349434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ADE5CD">
                <a:alpha val="100000"/>
              </a:srgbClr>
            </a:solidFill>
            <a:ln w="5420" cap="flat">
              <a:solidFill>
                <a:srgbClr val="ADE5C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77" name="pg1177"/>
            <p:cNvSpPr/>
            <p:nvPr/>
          </p:nvSpPr>
          <p:spPr>
            <a:xfrm>
              <a:off x="5183056" y="349434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ADE5CD">
                <a:alpha val="100000"/>
              </a:srgbClr>
            </a:solidFill>
            <a:ln w="5420" cap="flat">
              <a:solidFill>
                <a:srgbClr val="ADE5C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78" name="pg1178"/>
            <p:cNvSpPr/>
            <p:nvPr/>
          </p:nvSpPr>
          <p:spPr>
            <a:xfrm>
              <a:off x="5194693" y="349434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ADE5CD">
                <a:alpha val="100000"/>
              </a:srgbClr>
            </a:solidFill>
            <a:ln w="5420" cap="flat">
              <a:solidFill>
                <a:srgbClr val="ADE5C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79" name="pg1179"/>
            <p:cNvSpPr/>
            <p:nvPr/>
          </p:nvSpPr>
          <p:spPr>
            <a:xfrm>
              <a:off x="5206331" y="349434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ADE5CD">
                <a:alpha val="100000"/>
              </a:srgbClr>
            </a:solidFill>
            <a:ln w="5420" cap="flat">
              <a:solidFill>
                <a:srgbClr val="ADE5C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80" name="pg1180"/>
            <p:cNvSpPr/>
            <p:nvPr/>
          </p:nvSpPr>
          <p:spPr>
            <a:xfrm>
              <a:off x="5217968" y="349434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AEE5CD">
                <a:alpha val="100000"/>
              </a:srgbClr>
            </a:solidFill>
            <a:ln w="5420" cap="flat">
              <a:solidFill>
                <a:srgbClr val="AEE5C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81" name="pg1181"/>
            <p:cNvSpPr/>
            <p:nvPr/>
          </p:nvSpPr>
          <p:spPr>
            <a:xfrm>
              <a:off x="5229605" y="349434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AFE6CE">
                <a:alpha val="100000"/>
              </a:srgbClr>
            </a:solidFill>
            <a:ln w="5420" cap="flat">
              <a:solidFill>
                <a:srgbClr val="AFE6C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82" name="pg1182"/>
            <p:cNvSpPr/>
            <p:nvPr/>
          </p:nvSpPr>
          <p:spPr>
            <a:xfrm>
              <a:off x="5241243" y="349434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B0E6CE">
                <a:alpha val="100000"/>
              </a:srgbClr>
            </a:solidFill>
            <a:ln w="5420" cap="flat">
              <a:solidFill>
                <a:srgbClr val="B0E6C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83" name="pg1183"/>
            <p:cNvSpPr/>
            <p:nvPr/>
          </p:nvSpPr>
          <p:spPr>
            <a:xfrm>
              <a:off x="5299429" y="349434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AFE6CD">
                <a:alpha val="100000"/>
              </a:srgbClr>
            </a:solidFill>
            <a:ln w="5420" cap="flat">
              <a:solidFill>
                <a:srgbClr val="AFE6C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84" name="pg1184"/>
            <p:cNvSpPr/>
            <p:nvPr/>
          </p:nvSpPr>
          <p:spPr>
            <a:xfrm>
              <a:off x="5311067" y="349434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ADE5CD">
                <a:alpha val="100000"/>
              </a:srgbClr>
            </a:solidFill>
            <a:ln w="5420" cap="flat">
              <a:solidFill>
                <a:srgbClr val="ADE5C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85" name="pg1185"/>
            <p:cNvSpPr/>
            <p:nvPr/>
          </p:nvSpPr>
          <p:spPr>
            <a:xfrm>
              <a:off x="5322704" y="349434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ABE4CC">
                <a:alpha val="100000"/>
              </a:srgbClr>
            </a:solidFill>
            <a:ln w="5420" cap="flat">
              <a:solidFill>
                <a:srgbClr val="ABE4C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86" name="pg1186"/>
            <p:cNvSpPr/>
            <p:nvPr/>
          </p:nvSpPr>
          <p:spPr>
            <a:xfrm>
              <a:off x="5334341" y="349434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A7E3CA">
                <a:alpha val="100000"/>
              </a:srgbClr>
            </a:solidFill>
            <a:ln w="5420" cap="flat">
              <a:solidFill>
                <a:srgbClr val="A7E3C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87" name="pg1187"/>
            <p:cNvSpPr/>
            <p:nvPr/>
          </p:nvSpPr>
          <p:spPr>
            <a:xfrm>
              <a:off x="5345979" y="349434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A4E2C9">
                <a:alpha val="100000"/>
              </a:srgbClr>
            </a:solidFill>
            <a:ln w="5420" cap="flat">
              <a:solidFill>
                <a:srgbClr val="A4E2C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88" name="pg1188"/>
            <p:cNvSpPr/>
            <p:nvPr/>
          </p:nvSpPr>
          <p:spPr>
            <a:xfrm>
              <a:off x="5357616" y="349434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A2E1C7">
                <a:alpha val="100000"/>
              </a:srgbClr>
            </a:solidFill>
            <a:ln w="5420" cap="flat">
              <a:solidFill>
                <a:srgbClr val="A2E1C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89" name="pg1189"/>
            <p:cNvSpPr/>
            <p:nvPr/>
          </p:nvSpPr>
          <p:spPr>
            <a:xfrm>
              <a:off x="5369253" y="349434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9FE1C6">
                <a:alpha val="100000"/>
              </a:srgbClr>
            </a:solidFill>
            <a:ln w="5420" cap="flat">
              <a:solidFill>
                <a:srgbClr val="9FE1C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90" name="pg1190"/>
            <p:cNvSpPr/>
            <p:nvPr/>
          </p:nvSpPr>
          <p:spPr>
            <a:xfrm>
              <a:off x="5089957" y="350864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B1E6CE">
                <a:alpha val="100000"/>
              </a:srgbClr>
            </a:solidFill>
            <a:ln w="5420" cap="flat">
              <a:solidFill>
                <a:srgbClr val="B1E6C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91" name="pg1191"/>
            <p:cNvSpPr/>
            <p:nvPr/>
          </p:nvSpPr>
          <p:spPr>
            <a:xfrm>
              <a:off x="5101595" y="350864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B0E6CE">
                <a:alpha val="100000"/>
              </a:srgbClr>
            </a:solidFill>
            <a:ln w="5420" cap="flat">
              <a:solidFill>
                <a:srgbClr val="B0E6C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92" name="pg1192"/>
            <p:cNvSpPr/>
            <p:nvPr/>
          </p:nvSpPr>
          <p:spPr>
            <a:xfrm>
              <a:off x="5113232" y="350864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B0E6CE">
                <a:alpha val="100000"/>
              </a:srgbClr>
            </a:solidFill>
            <a:ln w="5420" cap="flat">
              <a:solidFill>
                <a:srgbClr val="B0E6C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93" name="pg1193"/>
            <p:cNvSpPr/>
            <p:nvPr/>
          </p:nvSpPr>
          <p:spPr>
            <a:xfrm>
              <a:off x="5124869" y="350864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AFE6CE">
                <a:alpha val="100000"/>
              </a:srgbClr>
            </a:solidFill>
            <a:ln w="5420" cap="flat">
              <a:solidFill>
                <a:srgbClr val="AFE6C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94" name="pg1194"/>
            <p:cNvSpPr/>
            <p:nvPr/>
          </p:nvSpPr>
          <p:spPr>
            <a:xfrm>
              <a:off x="5136507" y="350864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AFE6CE">
                <a:alpha val="100000"/>
              </a:srgbClr>
            </a:solidFill>
            <a:ln w="5420" cap="flat">
              <a:solidFill>
                <a:srgbClr val="AFE6C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95" name="pg1195"/>
            <p:cNvSpPr/>
            <p:nvPr/>
          </p:nvSpPr>
          <p:spPr>
            <a:xfrm>
              <a:off x="5148144" y="350864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AEE5CD">
                <a:alpha val="100000"/>
              </a:srgbClr>
            </a:solidFill>
            <a:ln w="5420" cap="flat">
              <a:solidFill>
                <a:srgbClr val="AEE5C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96" name="pg1196"/>
            <p:cNvSpPr/>
            <p:nvPr/>
          </p:nvSpPr>
          <p:spPr>
            <a:xfrm>
              <a:off x="5159781" y="350864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AEE5CD">
                <a:alpha val="100000"/>
              </a:srgbClr>
            </a:solidFill>
            <a:ln w="5420" cap="flat">
              <a:solidFill>
                <a:srgbClr val="AEE5C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97" name="pg1197"/>
            <p:cNvSpPr/>
            <p:nvPr/>
          </p:nvSpPr>
          <p:spPr>
            <a:xfrm>
              <a:off x="5171419" y="350864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ADE5CD">
                <a:alpha val="100000"/>
              </a:srgbClr>
            </a:solidFill>
            <a:ln w="5420" cap="flat">
              <a:solidFill>
                <a:srgbClr val="ADE5C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98" name="pg1198"/>
            <p:cNvSpPr/>
            <p:nvPr/>
          </p:nvSpPr>
          <p:spPr>
            <a:xfrm>
              <a:off x="5183056" y="350864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ACE5CC">
                <a:alpha val="100000"/>
              </a:srgbClr>
            </a:solidFill>
            <a:ln w="5420" cap="flat">
              <a:solidFill>
                <a:srgbClr val="ACE5C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99" name="pg1199"/>
            <p:cNvSpPr/>
            <p:nvPr/>
          </p:nvSpPr>
          <p:spPr>
            <a:xfrm>
              <a:off x="5194693" y="350864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ACE5CC">
                <a:alpha val="100000"/>
              </a:srgbClr>
            </a:solidFill>
            <a:ln w="5420" cap="flat">
              <a:solidFill>
                <a:srgbClr val="ACE5C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00" name="pg1200"/>
            <p:cNvSpPr/>
            <p:nvPr/>
          </p:nvSpPr>
          <p:spPr>
            <a:xfrm>
              <a:off x="5206331" y="350864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ACE5CC">
                <a:alpha val="100000"/>
              </a:srgbClr>
            </a:solidFill>
            <a:ln w="5420" cap="flat">
              <a:solidFill>
                <a:srgbClr val="ACE5C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01" name="pg1201"/>
            <p:cNvSpPr/>
            <p:nvPr/>
          </p:nvSpPr>
          <p:spPr>
            <a:xfrm>
              <a:off x="5217968" y="350864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AFE6CD">
                <a:alpha val="100000"/>
              </a:srgbClr>
            </a:solidFill>
            <a:ln w="5420" cap="flat">
              <a:solidFill>
                <a:srgbClr val="AFE6C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02" name="pg1202"/>
            <p:cNvSpPr/>
            <p:nvPr/>
          </p:nvSpPr>
          <p:spPr>
            <a:xfrm>
              <a:off x="5287792" y="350864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B7E8D1">
                <a:alpha val="100000"/>
              </a:srgbClr>
            </a:solidFill>
            <a:ln w="5420" cap="flat">
              <a:solidFill>
                <a:srgbClr val="B7E8D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03" name="pg1203"/>
            <p:cNvSpPr/>
            <p:nvPr/>
          </p:nvSpPr>
          <p:spPr>
            <a:xfrm>
              <a:off x="5299429" y="350864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B6E8D1">
                <a:alpha val="100000"/>
              </a:srgbClr>
            </a:solidFill>
            <a:ln w="5420" cap="flat">
              <a:solidFill>
                <a:srgbClr val="B6E8D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04" name="pg1204"/>
            <p:cNvSpPr/>
            <p:nvPr/>
          </p:nvSpPr>
          <p:spPr>
            <a:xfrm>
              <a:off x="5311067" y="350864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B4E7D0">
                <a:alpha val="100000"/>
              </a:srgbClr>
            </a:solidFill>
            <a:ln w="5420" cap="flat">
              <a:solidFill>
                <a:srgbClr val="B4E7D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05" name="pg1205"/>
            <p:cNvSpPr/>
            <p:nvPr/>
          </p:nvSpPr>
          <p:spPr>
            <a:xfrm>
              <a:off x="5322704" y="350864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B2E7CF">
                <a:alpha val="100000"/>
              </a:srgbClr>
            </a:solidFill>
            <a:ln w="5420" cap="flat">
              <a:solidFill>
                <a:srgbClr val="B2E7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06" name="pg1206"/>
            <p:cNvSpPr/>
            <p:nvPr/>
          </p:nvSpPr>
          <p:spPr>
            <a:xfrm>
              <a:off x="5334341" y="350864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AEE5CD">
                <a:alpha val="100000"/>
              </a:srgbClr>
            </a:solidFill>
            <a:ln w="5420" cap="flat">
              <a:solidFill>
                <a:srgbClr val="AEE5C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07" name="pg1207"/>
            <p:cNvSpPr/>
            <p:nvPr/>
          </p:nvSpPr>
          <p:spPr>
            <a:xfrm>
              <a:off x="5345979" y="350864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ABE4CC">
                <a:alpha val="100000"/>
              </a:srgbClr>
            </a:solidFill>
            <a:ln w="5420" cap="flat">
              <a:solidFill>
                <a:srgbClr val="ABE4C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08" name="pg1208"/>
            <p:cNvSpPr/>
            <p:nvPr/>
          </p:nvSpPr>
          <p:spPr>
            <a:xfrm>
              <a:off x="5066683" y="352294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B2E7CF">
                <a:alpha val="100000"/>
              </a:srgbClr>
            </a:solidFill>
            <a:ln w="5420" cap="flat">
              <a:solidFill>
                <a:srgbClr val="B2E7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09" name="pg1209"/>
            <p:cNvSpPr/>
            <p:nvPr/>
          </p:nvSpPr>
          <p:spPr>
            <a:xfrm>
              <a:off x="5078320" y="352294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B2E7CF">
                <a:alpha val="100000"/>
              </a:srgbClr>
            </a:solidFill>
            <a:ln w="5420" cap="flat">
              <a:solidFill>
                <a:srgbClr val="B2E7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10" name="pg1210"/>
            <p:cNvSpPr/>
            <p:nvPr/>
          </p:nvSpPr>
          <p:spPr>
            <a:xfrm>
              <a:off x="5089957" y="352294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B2E6CF">
                <a:alpha val="100000"/>
              </a:srgbClr>
            </a:solidFill>
            <a:ln w="5420" cap="flat">
              <a:solidFill>
                <a:srgbClr val="B2E6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11" name="pg1211"/>
            <p:cNvSpPr/>
            <p:nvPr/>
          </p:nvSpPr>
          <p:spPr>
            <a:xfrm>
              <a:off x="5101595" y="352294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B1E6CF">
                <a:alpha val="100000"/>
              </a:srgbClr>
            </a:solidFill>
            <a:ln w="5420" cap="flat">
              <a:solidFill>
                <a:srgbClr val="B1E6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12" name="pg1212"/>
            <p:cNvSpPr/>
            <p:nvPr/>
          </p:nvSpPr>
          <p:spPr>
            <a:xfrm>
              <a:off x="5113232" y="352294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B1E6CE">
                <a:alpha val="100000"/>
              </a:srgbClr>
            </a:solidFill>
            <a:ln w="5420" cap="flat">
              <a:solidFill>
                <a:srgbClr val="B1E6C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13" name="pg1213"/>
            <p:cNvSpPr/>
            <p:nvPr/>
          </p:nvSpPr>
          <p:spPr>
            <a:xfrm>
              <a:off x="5124869" y="352294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B0E6CE">
                <a:alpha val="100000"/>
              </a:srgbClr>
            </a:solidFill>
            <a:ln w="5420" cap="flat">
              <a:solidFill>
                <a:srgbClr val="B0E6C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14" name="pg1214"/>
            <p:cNvSpPr/>
            <p:nvPr/>
          </p:nvSpPr>
          <p:spPr>
            <a:xfrm>
              <a:off x="5136507" y="352294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B0E6CE">
                <a:alpha val="100000"/>
              </a:srgbClr>
            </a:solidFill>
            <a:ln w="5420" cap="flat">
              <a:solidFill>
                <a:srgbClr val="B0E6C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15" name="pg1215"/>
            <p:cNvSpPr/>
            <p:nvPr/>
          </p:nvSpPr>
          <p:spPr>
            <a:xfrm>
              <a:off x="5148144" y="352294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AFE6CE">
                <a:alpha val="100000"/>
              </a:srgbClr>
            </a:solidFill>
            <a:ln w="5420" cap="flat">
              <a:solidFill>
                <a:srgbClr val="AFE6C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16" name="pg1216"/>
            <p:cNvSpPr/>
            <p:nvPr/>
          </p:nvSpPr>
          <p:spPr>
            <a:xfrm>
              <a:off x="5159781" y="352294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AEE5CD">
                <a:alpha val="100000"/>
              </a:srgbClr>
            </a:solidFill>
            <a:ln w="5420" cap="flat">
              <a:solidFill>
                <a:srgbClr val="AEE5C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17" name="pg1217"/>
            <p:cNvSpPr/>
            <p:nvPr/>
          </p:nvSpPr>
          <p:spPr>
            <a:xfrm>
              <a:off x="5171419" y="352294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ADE5CD">
                <a:alpha val="100000"/>
              </a:srgbClr>
            </a:solidFill>
            <a:ln w="5420" cap="flat">
              <a:solidFill>
                <a:srgbClr val="ADE5C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18" name="pg1218"/>
            <p:cNvSpPr/>
            <p:nvPr/>
          </p:nvSpPr>
          <p:spPr>
            <a:xfrm>
              <a:off x="5183056" y="352294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ADE5CC">
                <a:alpha val="100000"/>
              </a:srgbClr>
            </a:solidFill>
            <a:ln w="5420" cap="flat">
              <a:solidFill>
                <a:srgbClr val="ADE5C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19" name="pg1219"/>
            <p:cNvSpPr/>
            <p:nvPr/>
          </p:nvSpPr>
          <p:spPr>
            <a:xfrm>
              <a:off x="5194693" y="352294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ACE5CC">
                <a:alpha val="100000"/>
              </a:srgbClr>
            </a:solidFill>
            <a:ln w="5420" cap="flat">
              <a:solidFill>
                <a:srgbClr val="ACE5C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20" name="pg1220"/>
            <p:cNvSpPr/>
            <p:nvPr/>
          </p:nvSpPr>
          <p:spPr>
            <a:xfrm>
              <a:off x="5206331" y="352294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ACE5CC">
                <a:alpha val="100000"/>
              </a:srgbClr>
            </a:solidFill>
            <a:ln w="5420" cap="flat">
              <a:solidFill>
                <a:srgbClr val="ACE5C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21" name="pg1221"/>
            <p:cNvSpPr/>
            <p:nvPr/>
          </p:nvSpPr>
          <p:spPr>
            <a:xfrm>
              <a:off x="5217968" y="352294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B0E6CE">
                <a:alpha val="100000"/>
              </a:srgbClr>
            </a:solidFill>
            <a:ln w="5420" cap="flat">
              <a:solidFill>
                <a:srgbClr val="B0E6C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22" name="pg1222"/>
            <p:cNvSpPr/>
            <p:nvPr/>
          </p:nvSpPr>
          <p:spPr>
            <a:xfrm>
              <a:off x="5229605" y="352294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B4E7D0">
                <a:alpha val="100000"/>
              </a:srgbClr>
            </a:solidFill>
            <a:ln w="5420" cap="flat">
              <a:solidFill>
                <a:srgbClr val="B4E7D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23" name="pg1223"/>
            <p:cNvSpPr/>
            <p:nvPr/>
          </p:nvSpPr>
          <p:spPr>
            <a:xfrm>
              <a:off x="5241243" y="352294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B7E8D2">
                <a:alpha val="100000"/>
              </a:srgbClr>
            </a:solidFill>
            <a:ln w="5420" cap="flat">
              <a:solidFill>
                <a:srgbClr val="B7E8D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24" name="pg1224"/>
            <p:cNvSpPr/>
            <p:nvPr/>
          </p:nvSpPr>
          <p:spPr>
            <a:xfrm>
              <a:off x="5252880" y="352294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BAE9D3">
                <a:alpha val="100000"/>
              </a:srgbClr>
            </a:solidFill>
            <a:ln w="5420" cap="flat">
              <a:solidFill>
                <a:srgbClr val="BAE9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25" name="pg1225"/>
            <p:cNvSpPr/>
            <p:nvPr/>
          </p:nvSpPr>
          <p:spPr>
            <a:xfrm>
              <a:off x="5276155" y="352294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BBEAD4">
                <a:alpha val="100000"/>
              </a:srgbClr>
            </a:solidFill>
            <a:ln w="5420" cap="flat">
              <a:solidFill>
                <a:srgbClr val="BBEAD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26" name="pg1226"/>
            <p:cNvSpPr/>
            <p:nvPr/>
          </p:nvSpPr>
          <p:spPr>
            <a:xfrm>
              <a:off x="5287792" y="352294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BBE9D3">
                <a:alpha val="100000"/>
              </a:srgbClr>
            </a:solidFill>
            <a:ln w="5420" cap="flat">
              <a:solidFill>
                <a:srgbClr val="BBE9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27" name="pg1227"/>
            <p:cNvSpPr/>
            <p:nvPr/>
          </p:nvSpPr>
          <p:spPr>
            <a:xfrm>
              <a:off x="5299429" y="352294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B9E9D3">
                <a:alpha val="100000"/>
              </a:srgbClr>
            </a:solidFill>
            <a:ln w="5420" cap="flat">
              <a:solidFill>
                <a:srgbClr val="B9E9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28" name="pg1228"/>
            <p:cNvSpPr/>
            <p:nvPr/>
          </p:nvSpPr>
          <p:spPr>
            <a:xfrm>
              <a:off x="5311067" y="352294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B8E8D2">
                <a:alpha val="100000"/>
              </a:srgbClr>
            </a:solidFill>
            <a:ln w="5420" cap="flat">
              <a:solidFill>
                <a:srgbClr val="B8E8D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29" name="pg1229"/>
            <p:cNvSpPr/>
            <p:nvPr/>
          </p:nvSpPr>
          <p:spPr>
            <a:xfrm>
              <a:off x="5322704" y="352294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B5E8D1">
                <a:alpha val="100000"/>
              </a:srgbClr>
            </a:solidFill>
            <a:ln w="5420" cap="flat">
              <a:solidFill>
                <a:srgbClr val="B5E8D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30" name="pg1230"/>
            <p:cNvSpPr/>
            <p:nvPr/>
          </p:nvSpPr>
          <p:spPr>
            <a:xfrm>
              <a:off x="5334341" y="352294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B1E6CE">
                <a:alpha val="100000"/>
              </a:srgbClr>
            </a:solidFill>
            <a:ln w="5420" cap="flat">
              <a:solidFill>
                <a:srgbClr val="B1E6C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31" name="pg1231"/>
            <p:cNvSpPr/>
            <p:nvPr/>
          </p:nvSpPr>
          <p:spPr>
            <a:xfrm>
              <a:off x="5345979" y="352294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AEE5CD">
                <a:alpha val="100000"/>
              </a:srgbClr>
            </a:solidFill>
            <a:ln w="5420" cap="flat">
              <a:solidFill>
                <a:srgbClr val="AEE5C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32" name="pg1232"/>
            <p:cNvSpPr/>
            <p:nvPr/>
          </p:nvSpPr>
          <p:spPr>
            <a:xfrm>
              <a:off x="5066683" y="353724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B3E7D0">
                <a:alpha val="100000"/>
              </a:srgbClr>
            </a:solidFill>
            <a:ln w="5420" cap="flat">
              <a:solidFill>
                <a:srgbClr val="B3E7D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33" name="pg1233"/>
            <p:cNvSpPr/>
            <p:nvPr/>
          </p:nvSpPr>
          <p:spPr>
            <a:xfrm>
              <a:off x="5078320" y="353724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B3E7CF">
                <a:alpha val="100000"/>
              </a:srgbClr>
            </a:solidFill>
            <a:ln w="5420" cap="flat">
              <a:solidFill>
                <a:srgbClr val="B3E7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34" name="pg1234"/>
            <p:cNvSpPr/>
            <p:nvPr/>
          </p:nvSpPr>
          <p:spPr>
            <a:xfrm>
              <a:off x="5089957" y="353724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B3E7CF">
                <a:alpha val="100000"/>
              </a:srgbClr>
            </a:solidFill>
            <a:ln w="5420" cap="flat">
              <a:solidFill>
                <a:srgbClr val="B3E7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35" name="pg1235"/>
            <p:cNvSpPr/>
            <p:nvPr/>
          </p:nvSpPr>
          <p:spPr>
            <a:xfrm>
              <a:off x="5101595" y="353724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B2E7CF">
                <a:alpha val="100000"/>
              </a:srgbClr>
            </a:solidFill>
            <a:ln w="5420" cap="flat">
              <a:solidFill>
                <a:srgbClr val="B2E7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36" name="pg1236"/>
            <p:cNvSpPr/>
            <p:nvPr/>
          </p:nvSpPr>
          <p:spPr>
            <a:xfrm>
              <a:off x="5113232" y="353724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B2E7CF">
                <a:alpha val="100000"/>
              </a:srgbClr>
            </a:solidFill>
            <a:ln w="5420" cap="flat">
              <a:solidFill>
                <a:srgbClr val="B2E7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37" name="pg1237"/>
            <p:cNvSpPr/>
            <p:nvPr/>
          </p:nvSpPr>
          <p:spPr>
            <a:xfrm>
              <a:off x="5124869" y="353724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B1E6CF">
                <a:alpha val="100000"/>
              </a:srgbClr>
            </a:solidFill>
            <a:ln w="5420" cap="flat">
              <a:solidFill>
                <a:srgbClr val="B1E6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38" name="pg1238"/>
            <p:cNvSpPr/>
            <p:nvPr/>
          </p:nvSpPr>
          <p:spPr>
            <a:xfrm>
              <a:off x="5136507" y="353724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B1E6CE">
                <a:alpha val="100000"/>
              </a:srgbClr>
            </a:solidFill>
            <a:ln w="5420" cap="flat">
              <a:solidFill>
                <a:srgbClr val="B1E6C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39" name="pg1239"/>
            <p:cNvSpPr/>
            <p:nvPr/>
          </p:nvSpPr>
          <p:spPr>
            <a:xfrm>
              <a:off x="5148144" y="353724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B0E6CE">
                <a:alpha val="100000"/>
              </a:srgbClr>
            </a:solidFill>
            <a:ln w="5420" cap="flat">
              <a:solidFill>
                <a:srgbClr val="B0E6C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40" name="pg1240"/>
            <p:cNvSpPr/>
            <p:nvPr/>
          </p:nvSpPr>
          <p:spPr>
            <a:xfrm>
              <a:off x="5159781" y="353724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AFE6CE">
                <a:alpha val="100000"/>
              </a:srgbClr>
            </a:solidFill>
            <a:ln w="5420" cap="flat">
              <a:solidFill>
                <a:srgbClr val="AFE6C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41" name="pg1241"/>
            <p:cNvSpPr/>
            <p:nvPr/>
          </p:nvSpPr>
          <p:spPr>
            <a:xfrm>
              <a:off x="5171419" y="353724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AEE5CD">
                <a:alpha val="100000"/>
              </a:srgbClr>
            </a:solidFill>
            <a:ln w="5420" cap="flat">
              <a:solidFill>
                <a:srgbClr val="AEE5C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42" name="pg1242"/>
            <p:cNvSpPr/>
            <p:nvPr/>
          </p:nvSpPr>
          <p:spPr>
            <a:xfrm>
              <a:off x="5183056" y="353724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AEE5CD">
                <a:alpha val="100000"/>
              </a:srgbClr>
            </a:solidFill>
            <a:ln w="5420" cap="flat">
              <a:solidFill>
                <a:srgbClr val="AEE5C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43" name="pg1243"/>
            <p:cNvSpPr/>
            <p:nvPr/>
          </p:nvSpPr>
          <p:spPr>
            <a:xfrm>
              <a:off x="5194693" y="353724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ADE5CD">
                <a:alpha val="100000"/>
              </a:srgbClr>
            </a:solidFill>
            <a:ln w="5420" cap="flat">
              <a:solidFill>
                <a:srgbClr val="ADE5C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44" name="pg1244"/>
            <p:cNvSpPr/>
            <p:nvPr/>
          </p:nvSpPr>
          <p:spPr>
            <a:xfrm>
              <a:off x="5206331" y="353724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AEE5CD">
                <a:alpha val="100000"/>
              </a:srgbClr>
            </a:solidFill>
            <a:ln w="5420" cap="flat">
              <a:solidFill>
                <a:srgbClr val="AEE5C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45" name="pg1245"/>
            <p:cNvSpPr/>
            <p:nvPr/>
          </p:nvSpPr>
          <p:spPr>
            <a:xfrm>
              <a:off x="5217968" y="353724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B3E7D0">
                <a:alpha val="100000"/>
              </a:srgbClr>
            </a:solidFill>
            <a:ln w="5420" cap="flat">
              <a:solidFill>
                <a:srgbClr val="B3E7D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46" name="pg1246"/>
            <p:cNvSpPr/>
            <p:nvPr/>
          </p:nvSpPr>
          <p:spPr>
            <a:xfrm>
              <a:off x="5229605" y="353724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B8E9D2">
                <a:alpha val="100000"/>
              </a:srgbClr>
            </a:solidFill>
            <a:ln w="5420" cap="flat">
              <a:solidFill>
                <a:srgbClr val="B8E9D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47" name="pg1247"/>
            <p:cNvSpPr/>
            <p:nvPr/>
          </p:nvSpPr>
          <p:spPr>
            <a:xfrm>
              <a:off x="5241243" y="353724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BCEAD4">
                <a:alpha val="100000"/>
              </a:srgbClr>
            </a:solidFill>
            <a:ln w="5420" cap="flat">
              <a:solidFill>
                <a:srgbClr val="BCEAD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48" name="pg1248"/>
            <p:cNvSpPr/>
            <p:nvPr/>
          </p:nvSpPr>
          <p:spPr>
            <a:xfrm>
              <a:off x="5252880" y="353724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BFEBD5">
                <a:alpha val="100000"/>
              </a:srgbClr>
            </a:solidFill>
            <a:ln w="5420" cap="flat">
              <a:solidFill>
                <a:srgbClr val="BFEBD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49" name="pg1249"/>
            <p:cNvSpPr/>
            <p:nvPr/>
          </p:nvSpPr>
          <p:spPr>
            <a:xfrm>
              <a:off x="5264517" y="353724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C0EBD6">
                <a:alpha val="100000"/>
              </a:srgbClr>
            </a:solidFill>
            <a:ln w="5420" cap="flat">
              <a:solidFill>
                <a:srgbClr val="C0EBD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50" name="pg1250"/>
            <p:cNvSpPr/>
            <p:nvPr/>
          </p:nvSpPr>
          <p:spPr>
            <a:xfrm>
              <a:off x="5276155" y="353724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C0EBD6">
                <a:alpha val="100000"/>
              </a:srgbClr>
            </a:solidFill>
            <a:ln w="5420" cap="flat">
              <a:solidFill>
                <a:srgbClr val="C0EBD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51" name="pg1251"/>
            <p:cNvSpPr/>
            <p:nvPr/>
          </p:nvSpPr>
          <p:spPr>
            <a:xfrm>
              <a:off x="5287792" y="353724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BFEBD5">
                <a:alpha val="100000"/>
              </a:srgbClr>
            </a:solidFill>
            <a:ln w="5420" cap="flat">
              <a:solidFill>
                <a:srgbClr val="BFEBD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52" name="pg1252"/>
            <p:cNvSpPr/>
            <p:nvPr/>
          </p:nvSpPr>
          <p:spPr>
            <a:xfrm>
              <a:off x="5299429" y="353724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BDEAD4">
                <a:alpha val="100000"/>
              </a:srgbClr>
            </a:solidFill>
            <a:ln w="5420" cap="flat">
              <a:solidFill>
                <a:srgbClr val="BDEAD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53" name="pg1253"/>
            <p:cNvSpPr/>
            <p:nvPr/>
          </p:nvSpPr>
          <p:spPr>
            <a:xfrm>
              <a:off x="5311067" y="353724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BBE9D3">
                <a:alpha val="100000"/>
              </a:srgbClr>
            </a:solidFill>
            <a:ln w="5420" cap="flat">
              <a:solidFill>
                <a:srgbClr val="BBE9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54" name="pg1254"/>
            <p:cNvSpPr/>
            <p:nvPr/>
          </p:nvSpPr>
          <p:spPr>
            <a:xfrm>
              <a:off x="5322704" y="353724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B8E9D2">
                <a:alpha val="100000"/>
              </a:srgbClr>
            </a:solidFill>
            <a:ln w="5420" cap="flat">
              <a:solidFill>
                <a:srgbClr val="B8E9D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55" name="pg1255"/>
            <p:cNvSpPr/>
            <p:nvPr/>
          </p:nvSpPr>
          <p:spPr>
            <a:xfrm>
              <a:off x="5334341" y="353724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B3E7D0">
                <a:alpha val="100000"/>
              </a:srgbClr>
            </a:solidFill>
            <a:ln w="5420" cap="flat">
              <a:solidFill>
                <a:srgbClr val="B3E7D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56" name="pg1256"/>
            <p:cNvSpPr/>
            <p:nvPr/>
          </p:nvSpPr>
          <p:spPr>
            <a:xfrm>
              <a:off x="5066683" y="355154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B4E7D0">
                <a:alpha val="100000"/>
              </a:srgbClr>
            </a:solidFill>
            <a:ln w="5420" cap="flat">
              <a:solidFill>
                <a:srgbClr val="B4E7D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57" name="pg1257"/>
            <p:cNvSpPr/>
            <p:nvPr/>
          </p:nvSpPr>
          <p:spPr>
            <a:xfrm>
              <a:off x="5078320" y="355154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B4E7D0">
                <a:alpha val="100000"/>
              </a:srgbClr>
            </a:solidFill>
            <a:ln w="5420" cap="flat">
              <a:solidFill>
                <a:srgbClr val="B4E7D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58" name="pg1258"/>
            <p:cNvSpPr/>
            <p:nvPr/>
          </p:nvSpPr>
          <p:spPr>
            <a:xfrm>
              <a:off x="5089957" y="355154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B4E7D0">
                <a:alpha val="100000"/>
              </a:srgbClr>
            </a:solidFill>
            <a:ln w="5420" cap="flat">
              <a:solidFill>
                <a:srgbClr val="B4E7D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59" name="pg1259"/>
            <p:cNvSpPr/>
            <p:nvPr/>
          </p:nvSpPr>
          <p:spPr>
            <a:xfrm>
              <a:off x="5101595" y="355154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B3E7D0">
                <a:alpha val="100000"/>
              </a:srgbClr>
            </a:solidFill>
            <a:ln w="5420" cap="flat">
              <a:solidFill>
                <a:srgbClr val="B3E7D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60" name="pg1260"/>
            <p:cNvSpPr/>
            <p:nvPr/>
          </p:nvSpPr>
          <p:spPr>
            <a:xfrm>
              <a:off x="5113232" y="355154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B3E7CF">
                <a:alpha val="100000"/>
              </a:srgbClr>
            </a:solidFill>
            <a:ln w="5420" cap="flat">
              <a:solidFill>
                <a:srgbClr val="B3E7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61" name="pg1261"/>
            <p:cNvSpPr/>
            <p:nvPr/>
          </p:nvSpPr>
          <p:spPr>
            <a:xfrm>
              <a:off x="5124869" y="355154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B2E7CF">
                <a:alpha val="100000"/>
              </a:srgbClr>
            </a:solidFill>
            <a:ln w="5420" cap="flat">
              <a:solidFill>
                <a:srgbClr val="B2E7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62" name="pg1262"/>
            <p:cNvSpPr/>
            <p:nvPr/>
          </p:nvSpPr>
          <p:spPr>
            <a:xfrm>
              <a:off x="5136507" y="355154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B2E7CF">
                <a:alpha val="100000"/>
              </a:srgbClr>
            </a:solidFill>
            <a:ln w="5420" cap="flat">
              <a:solidFill>
                <a:srgbClr val="B2E7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63" name="pg1263"/>
            <p:cNvSpPr/>
            <p:nvPr/>
          </p:nvSpPr>
          <p:spPr>
            <a:xfrm>
              <a:off x="5148144" y="355154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B1E6CF">
                <a:alpha val="100000"/>
              </a:srgbClr>
            </a:solidFill>
            <a:ln w="5420" cap="flat">
              <a:solidFill>
                <a:srgbClr val="B1E6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64" name="pg1264"/>
            <p:cNvSpPr/>
            <p:nvPr/>
          </p:nvSpPr>
          <p:spPr>
            <a:xfrm>
              <a:off x="5159781" y="355154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B1E6CE">
                <a:alpha val="100000"/>
              </a:srgbClr>
            </a:solidFill>
            <a:ln w="5420" cap="flat">
              <a:solidFill>
                <a:srgbClr val="B1E6C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65" name="pg1265"/>
            <p:cNvSpPr/>
            <p:nvPr/>
          </p:nvSpPr>
          <p:spPr>
            <a:xfrm>
              <a:off x="5171419" y="355154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B0E6CE">
                <a:alpha val="100000"/>
              </a:srgbClr>
            </a:solidFill>
            <a:ln w="5420" cap="flat">
              <a:solidFill>
                <a:srgbClr val="B0E6C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66" name="pg1266"/>
            <p:cNvSpPr/>
            <p:nvPr/>
          </p:nvSpPr>
          <p:spPr>
            <a:xfrm>
              <a:off x="5183056" y="355154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B0E6CE">
                <a:alpha val="100000"/>
              </a:srgbClr>
            </a:solidFill>
            <a:ln w="5420" cap="flat">
              <a:solidFill>
                <a:srgbClr val="B0E6C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67" name="pg1267"/>
            <p:cNvSpPr/>
            <p:nvPr/>
          </p:nvSpPr>
          <p:spPr>
            <a:xfrm>
              <a:off x="5194693" y="355154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B0E6CE">
                <a:alpha val="100000"/>
              </a:srgbClr>
            </a:solidFill>
            <a:ln w="5420" cap="flat">
              <a:solidFill>
                <a:srgbClr val="B0E6C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68" name="pg1268"/>
            <p:cNvSpPr/>
            <p:nvPr/>
          </p:nvSpPr>
          <p:spPr>
            <a:xfrm>
              <a:off x="5206331" y="355154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B1E6CF">
                <a:alpha val="100000"/>
              </a:srgbClr>
            </a:solidFill>
            <a:ln w="5420" cap="flat">
              <a:solidFill>
                <a:srgbClr val="B1E6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69" name="pg1269"/>
            <p:cNvSpPr/>
            <p:nvPr/>
          </p:nvSpPr>
          <p:spPr>
            <a:xfrm>
              <a:off x="5217968" y="355154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B8E9D2">
                <a:alpha val="100000"/>
              </a:srgbClr>
            </a:solidFill>
            <a:ln w="5420" cap="flat">
              <a:solidFill>
                <a:srgbClr val="B8E9D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70" name="pg1270"/>
            <p:cNvSpPr/>
            <p:nvPr/>
          </p:nvSpPr>
          <p:spPr>
            <a:xfrm>
              <a:off x="5229605" y="355154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BDEAD4">
                <a:alpha val="100000"/>
              </a:srgbClr>
            </a:solidFill>
            <a:ln w="5420" cap="flat">
              <a:solidFill>
                <a:srgbClr val="BDEAD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71" name="pg1271"/>
            <p:cNvSpPr/>
            <p:nvPr/>
          </p:nvSpPr>
          <p:spPr>
            <a:xfrm>
              <a:off x="5241243" y="355154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C1ECD7">
                <a:alpha val="100000"/>
              </a:srgbClr>
            </a:solidFill>
            <a:ln w="5420" cap="flat">
              <a:solidFill>
                <a:srgbClr val="C1ECD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72" name="pg1272"/>
            <p:cNvSpPr/>
            <p:nvPr/>
          </p:nvSpPr>
          <p:spPr>
            <a:xfrm>
              <a:off x="5252880" y="355154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C4ECD8">
                <a:alpha val="100000"/>
              </a:srgbClr>
            </a:solidFill>
            <a:ln w="5420" cap="flat">
              <a:solidFill>
                <a:srgbClr val="C4ECD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73" name="pg1273"/>
            <p:cNvSpPr/>
            <p:nvPr/>
          </p:nvSpPr>
          <p:spPr>
            <a:xfrm>
              <a:off x="5264517" y="355154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C5EDD8">
                <a:alpha val="100000"/>
              </a:srgbClr>
            </a:solidFill>
            <a:ln w="5420" cap="flat">
              <a:solidFill>
                <a:srgbClr val="C5EDD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74" name="pg1274"/>
            <p:cNvSpPr/>
            <p:nvPr/>
          </p:nvSpPr>
          <p:spPr>
            <a:xfrm>
              <a:off x="5276155" y="355154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C4ECD8">
                <a:alpha val="100000"/>
              </a:srgbClr>
            </a:solidFill>
            <a:ln w="5420" cap="flat">
              <a:solidFill>
                <a:srgbClr val="C4ECD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75" name="pg1275"/>
            <p:cNvSpPr/>
            <p:nvPr/>
          </p:nvSpPr>
          <p:spPr>
            <a:xfrm>
              <a:off x="5287792" y="355154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C2ECD7">
                <a:alpha val="100000"/>
              </a:srgbClr>
            </a:solidFill>
            <a:ln w="5420" cap="flat">
              <a:solidFill>
                <a:srgbClr val="C2ECD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76" name="pg1276"/>
            <p:cNvSpPr/>
            <p:nvPr/>
          </p:nvSpPr>
          <p:spPr>
            <a:xfrm>
              <a:off x="5299429" y="355154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BFEBD6">
                <a:alpha val="100000"/>
              </a:srgbClr>
            </a:solidFill>
            <a:ln w="5420" cap="flat">
              <a:solidFill>
                <a:srgbClr val="BFEBD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77" name="pg1277"/>
            <p:cNvSpPr/>
            <p:nvPr/>
          </p:nvSpPr>
          <p:spPr>
            <a:xfrm>
              <a:off x="5311067" y="355154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BDEAD4">
                <a:alpha val="100000"/>
              </a:srgbClr>
            </a:solidFill>
            <a:ln w="5420" cap="flat">
              <a:solidFill>
                <a:srgbClr val="BDEAD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78" name="pg1278"/>
            <p:cNvSpPr/>
            <p:nvPr/>
          </p:nvSpPr>
          <p:spPr>
            <a:xfrm>
              <a:off x="5322704" y="355154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BAE9D3">
                <a:alpha val="100000"/>
              </a:srgbClr>
            </a:solidFill>
            <a:ln w="5420" cap="flat">
              <a:solidFill>
                <a:srgbClr val="BAE9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79" name="pg1279"/>
            <p:cNvSpPr/>
            <p:nvPr/>
          </p:nvSpPr>
          <p:spPr>
            <a:xfrm>
              <a:off x="5031771" y="356584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B5E8D0">
                <a:alpha val="100000"/>
              </a:srgbClr>
            </a:solidFill>
            <a:ln w="5420" cap="flat">
              <a:solidFill>
                <a:srgbClr val="B5E8D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80" name="pg1280"/>
            <p:cNvSpPr/>
            <p:nvPr/>
          </p:nvSpPr>
          <p:spPr>
            <a:xfrm>
              <a:off x="5043408" y="356584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B5E8D1">
                <a:alpha val="100000"/>
              </a:srgbClr>
            </a:solidFill>
            <a:ln w="5420" cap="flat">
              <a:solidFill>
                <a:srgbClr val="B5E8D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81" name="pg1281"/>
            <p:cNvSpPr/>
            <p:nvPr/>
          </p:nvSpPr>
          <p:spPr>
            <a:xfrm>
              <a:off x="5066683" y="356584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B5E8D1">
                <a:alpha val="100000"/>
              </a:srgbClr>
            </a:solidFill>
            <a:ln w="5420" cap="flat">
              <a:solidFill>
                <a:srgbClr val="B5E8D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82" name="pg1282"/>
            <p:cNvSpPr/>
            <p:nvPr/>
          </p:nvSpPr>
          <p:spPr>
            <a:xfrm>
              <a:off x="5078320" y="356584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B5E8D0">
                <a:alpha val="100000"/>
              </a:srgbClr>
            </a:solidFill>
            <a:ln w="5420" cap="flat">
              <a:solidFill>
                <a:srgbClr val="B5E8D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83" name="pg1283"/>
            <p:cNvSpPr/>
            <p:nvPr/>
          </p:nvSpPr>
          <p:spPr>
            <a:xfrm>
              <a:off x="5089957" y="356584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B5E8D0">
                <a:alpha val="100000"/>
              </a:srgbClr>
            </a:solidFill>
            <a:ln w="5420" cap="flat">
              <a:solidFill>
                <a:srgbClr val="B5E8D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84" name="pg1284"/>
            <p:cNvSpPr/>
            <p:nvPr/>
          </p:nvSpPr>
          <p:spPr>
            <a:xfrm>
              <a:off x="5101595" y="356584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B4E7D0">
                <a:alpha val="100000"/>
              </a:srgbClr>
            </a:solidFill>
            <a:ln w="5420" cap="flat">
              <a:solidFill>
                <a:srgbClr val="B4E7D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85" name="pg1285"/>
            <p:cNvSpPr/>
            <p:nvPr/>
          </p:nvSpPr>
          <p:spPr>
            <a:xfrm>
              <a:off x="5113232" y="356584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B4E7D0">
                <a:alpha val="100000"/>
              </a:srgbClr>
            </a:solidFill>
            <a:ln w="5420" cap="flat">
              <a:solidFill>
                <a:srgbClr val="B4E7D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86" name="pg1286"/>
            <p:cNvSpPr/>
            <p:nvPr/>
          </p:nvSpPr>
          <p:spPr>
            <a:xfrm>
              <a:off x="5124869" y="356584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B4E7D0">
                <a:alpha val="100000"/>
              </a:srgbClr>
            </a:solidFill>
            <a:ln w="5420" cap="flat">
              <a:solidFill>
                <a:srgbClr val="B4E7D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87" name="pg1287"/>
            <p:cNvSpPr/>
            <p:nvPr/>
          </p:nvSpPr>
          <p:spPr>
            <a:xfrm>
              <a:off x="5136507" y="356584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B3E7D0">
                <a:alpha val="100000"/>
              </a:srgbClr>
            </a:solidFill>
            <a:ln w="5420" cap="flat">
              <a:solidFill>
                <a:srgbClr val="B3E7D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88" name="pg1288"/>
            <p:cNvSpPr/>
            <p:nvPr/>
          </p:nvSpPr>
          <p:spPr>
            <a:xfrm>
              <a:off x="5148144" y="356584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B3E7D0">
                <a:alpha val="100000"/>
              </a:srgbClr>
            </a:solidFill>
            <a:ln w="5420" cap="flat">
              <a:solidFill>
                <a:srgbClr val="B3E7D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89" name="pg1289"/>
            <p:cNvSpPr/>
            <p:nvPr/>
          </p:nvSpPr>
          <p:spPr>
            <a:xfrm>
              <a:off x="5183056" y="356584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B3E7CF">
                <a:alpha val="100000"/>
              </a:srgbClr>
            </a:solidFill>
            <a:ln w="5420" cap="flat">
              <a:solidFill>
                <a:srgbClr val="B3E7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90" name="pg1290"/>
            <p:cNvSpPr/>
            <p:nvPr/>
          </p:nvSpPr>
          <p:spPr>
            <a:xfrm>
              <a:off x="5194693" y="356584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B3E7D0">
                <a:alpha val="100000"/>
              </a:srgbClr>
            </a:solidFill>
            <a:ln w="5420" cap="flat">
              <a:solidFill>
                <a:srgbClr val="B3E7D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91" name="pg1291"/>
            <p:cNvSpPr/>
            <p:nvPr/>
          </p:nvSpPr>
          <p:spPr>
            <a:xfrm>
              <a:off x="5206331" y="356584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B5E8D1">
                <a:alpha val="100000"/>
              </a:srgbClr>
            </a:solidFill>
            <a:ln w="5420" cap="flat">
              <a:solidFill>
                <a:srgbClr val="B5E8D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92" name="pg1292"/>
            <p:cNvSpPr/>
            <p:nvPr/>
          </p:nvSpPr>
          <p:spPr>
            <a:xfrm>
              <a:off x="5217968" y="356584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BCEAD4">
                <a:alpha val="100000"/>
              </a:srgbClr>
            </a:solidFill>
            <a:ln w="5420" cap="flat">
              <a:solidFill>
                <a:srgbClr val="BCEAD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93" name="pg1293"/>
            <p:cNvSpPr/>
            <p:nvPr/>
          </p:nvSpPr>
          <p:spPr>
            <a:xfrm>
              <a:off x="5229605" y="356584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C0EBD6">
                <a:alpha val="100000"/>
              </a:srgbClr>
            </a:solidFill>
            <a:ln w="5420" cap="flat">
              <a:solidFill>
                <a:srgbClr val="C0EBD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94" name="pg1294"/>
            <p:cNvSpPr/>
            <p:nvPr/>
          </p:nvSpPr>
          <p:spPr>
            <a:xfrm>
              <a:off x="5241243" y="356584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C4EDD8">
                <a:alpha val="100000"/>
              </a:srgbClr>
            </a:solidFill>
            <a:ln w="5420" cap="flat">
              <a:solidFill>
                <a:srgbClr val="C4EDD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95" name="pg1295"/>
            <p:cNvSpPr/>
            <p:nvPr/>
          </p:nvSpPr>
          <p:spPr>
            <a:xfrm>
              <a:off x="5252880" y="356584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C6EDD9">
                <a:alpha val="100000"/>
              </a:srgbClr>
            </a:solidFill>
            <a:ln w="5420" cap="flat">
              <a:solidFill>
                <a:srgbClr val="C6EDD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96" name="pg1296"/>
            <p:cNvSpPr/>
            <p:nvPr/>
          </p:nvSpPr>
          <p:spPr>
            <a:xfrm>
              <a:off x="5264517" y="356584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C7EDD9">
                <a:alpha val="100000"/>
              </a:srgbClr>
            </a:solidFill>
            <a:ln w="5420" cap="flat">
              <a:solidFill>
                <a:srgbClr val="C7EDD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97" name="pg1297"/>
            <p:cNvSpPr/>
            <p:nvPr/>
          </p:nvSpPr>
          <p:spPr>
            <a:xfrm>
              <a:off x="5276155" y="356584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C5EDD9">
                <a:alpha val="100000"/>
              </a:srgbClr>
            </a:solidFill>
            <a:ln w="5420" cap="flat">
              <a:solidFill>
                <a:srgbClr val="C5EDD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98" name="pg1298"/>
            <p:cNvSpPr/>
            <p:nvPr/>
          </p:nvSpPr>
          <p:spPr>
            <a:xfrm>
              <a:off x="5287792" y="356584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C3ECD7">
                <a:alpha val="100000"/>
              </a:srgbClr>
            </a:solidFill>
            <a:ln w="5420" cap="flat">
              <a:solidFill>
                <a:srgbClr val="C3ECD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99" name="pg1299"/>
            <p:cNvSpPr/>
            <p:nvPr/>
          </p:nvSpPr>
          <p:spPr>
            <a:xfrm>
              <a:off x="5299429" y="356584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C1EBD6">
                <a:alpha val="100000"/>
              </a:srgbClr>
            </a:solidFill>
            <a:ln w="5420" cap="flat">
              <a:solidFill>
                <a:srgbClr val="C1EBD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00" name="pg1300"/>
            <p:cNvSpPr/>
            <p:nvPr/>
          </p:nvSpPr>
          <p:spPr>
            <a:xfrm>
              <a:off x="5311067" y="356584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BEEBD5">
                <a:alpha val="100000"/>
              </a:srgbClr>
            </a:solidFill>
            <a:ln w="5420" cap="flat">
              <a:solidFill>
                <a:srgbClr val="BEEBD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01" name="pg1301"/>
            <p:cNvSpPr/>
            <p:nvPr/>
          </p:nvSpPr>
          <p:spPr>
            <a:xfrm>
              <a:off x="5020133" y="358014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B6E8D1">
                <a:alpha val="100000"/>
              </a:srgbClr>
            </a:solidFill>
            <a:ln w="5420" cap="flat">
              <a:solidFill>
                <a:srgbClr val="B6E8D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02" name="pg1302"/>
            <p:cNvSpPr/>
            <p:nvPr/>
          </p:nvSpPr>
          <p:spPr>
            <a:xfrm>
              <a:off x="5031771" y="358014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B6E8D1">
                <a:alpha val="100000"/>
              </a:srgbClr>
            </a:solidFill>
            <a:ln w="5420" cap="flat">
              <a:solidFill>
                <a:srgbClr val="B6E8D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03" name="pg1303"/>
            <p:cNvSpPr/>
            <p:nvPr/>
          </p:nvSpPr>
          <p:spPr>
            <a:xfrm>
              <a:off x="5043408" y="358014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B6E8D1">
                <a:alpha val="100000"/>
              </a:srgbClr>
            </a:solidFill>
            <a:ln w="5420" cap="flat">
              <a:solidFill>
                <a:srgbClr val="B6E8D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04" name="pg1304"/>
            <p:cNvSpPr/>
            <p:nvPr/>
          </p:nvSpPr>
          <p:spPr>
            <a:xfrm>
              <a:off x="5055045" y="358014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B6E8D1">
                <a:alpha val="100000"/>
              </a:srgbClr>
            </a:solidFill>
            <a:ln w="5420" cap="flat">
              <a:solidFill>
                <a:srgbClr val="B6E8D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05" name="pg1305"/>
            <p:cNvSpPr/>
            <p:nvPr/>
          </p:nvSpPr>
          <p:spPr>
            <a:xfrm>
              <a:off x="5066683" y="358014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B6E8D1">
                <a:alpha val="100000"/>
              </a:srgbClr>
            </a:solidFill>
            <a:ln w="5420" cap="flat">
              <a:solidFill>
                <a:srgbClr val="B6E8D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06" name="pg1306"/>
            <p:cNvSpPr/>
            <p:nvPr/>
          </p:nvSpPr>
          <p:spPr>
            <a:xfrm>
              <a:off x="5078320" y="358014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B6E8D1">
                <a:alpha val="100000"/>
              </a:srgbClr>
            </a:solidFill>
            <a:ln w="5420" cap="flat">
              <a:solidFill>
                <a:srgbClr val="B6E8D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07" name="pg1307"/>
            <p:cNvSpPr/>
            <p:nvPr/>
          </p:nvSpPr>
          <p:spPr>
            <a:xfrm>
              <a:off x="5089957" y="358014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B6E8D1">
                <a:alpha val="100000"/>
              </a:srgbClr>
            </a:solidFill>
            <a:ln w="5420" cap="flat">
              <a:solidFill>
                <a:srgbClr val="B6E8D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08" name="pg1308"/>
            <p:cNvSpPr/>
            <p:nvPr/>
          </p:nvSpPr>
          <p:spPr>
            <a:xfrm>
              <a:off x="5101595" y="358014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B6E8D1">
                <a:alpha val="100000"/>
              </a:srgbClr>
            </a:solidFill>
            <a:ln w="5420" cap="flat">
              <a:solidFill>
                <a:srgbClr val="B6E8D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09" name="pg1309"/>
            <p:cNvSpPr/>
            <p:nvPr/>
          </p:nvSpPr>
          <p:spPr>
            <a:xfrm>
              <a:off x="5113232" y="358014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B5E8D1">
                <a:alpha val="100000"/>
              </a:srgbClr>
            </a:solidFill>
            <a:ln w="5420" cap="flat">
              <a:solidFill>
                <a:srgbClr val="B5E8D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10" name="pg1310"/>
            <p:cNvSpPr/>
            <p:nvPr/>
          </p:nvSpPr>
          <p:spPr>
            <a:xfrm>
              <a:off x="5124869" y="358014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B5E8D1">
                <a:alpha val="100000"/>
              </a:srgbClr>
            </a:solidFill>
            <a:ln w="5420" cap="flat">
              <a:solidFill>
                <a:srgbClr val="B5E8D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11" name="pg1311"/>
            <p:cNvSpPr/>
            <p:nvPr/>
          </p:nvSpPr>
          <p:spPr>
            <a:xfrm>
              <a:off x="5136507" y="358014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B5E8D0">
                <a:alpha val="100000"/>
              </a:srgbClr>
            </a:solidFill>
            <a:ln w="5420" cap="flat">
              <a:solidFill>
                <a:srgbClr val="B5E8D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12" name="pg1312"/>
            <p:cNvSpPr/>
            <p:nvPr/>
          </p:nvSpPr>
          <p:spPr>
            <a:xfrm>
              <a:off x="5148144" y="358014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B5E7D0">
                <a:alpha val="100000"/>
              </a:srgbClr>
            </a:solidFill>
            <a:ln w="5420" cap="flat">
              <a:solidFill>
                <a:srgbClr val="B5E7D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13" name="pg1313"/>
            <p:cNvSpPr/>
            <p:nvPr/>
          </p:nvSpPr>
          <p:spPr>
            <a:xfrm>
              <a:off x="5194693" y="358014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B6E8D1">
                <a:alpha val="100000"/>
              </a:srgbClr>
            </a:solidFill>
            <a:ln w="5420" cap="flat">
              <a:solidFill>
                <a:srgbClr val="B6E8D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14" name="pg1314"/>
            <p:cNvSpPr/>
            <p:nvPr/>
          </p:nvSpPr>
          <p:spPr>
            <a:xfrm>
              <a:off x="5206331" y="358014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B8E8D2">
                <a:alpha val="100000"/>
              </a:srgbClr>
            </a:solidFill>
            <a:ln w="5420" cap="flat">
              <a:solidFill>
                <a:srgbClr val="B8E8D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15" name="pg1315"/>
            <p:cNvSpPr/>
            <p:nvPr/>
          </p:nvSpPr>
          <p:spPr>
            <a:xfrm>
              <a:off x="5217968" y="358014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BEEAD5">
                <a:alpha val="100000"/>
              </a:srgbClr>
            </a:solidFill>
            <a:ln w="5420" cap="flat">
              <a:solidFill>
                <a:srgbClr val="BEEAD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16" name="pg1316"/>
            <p:cNvSpPr/>
            <p:nvPr/>
          </p:nvSpPr>
          <p:spPr>
            <a:xfrm>
              <a:off x="5229605" y="358014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C1ECD6">
                <a:alpha val="100000"/>
              </a:srgbClr>
            </a:solidFill>
            <a:ln w="5420" cap="flat">
              <a:solidFill>
                <a:srgbClr val="C1ECD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17" name="pg1317"/>
            <p:cNvSpPr/>
            <p:nvPr/>
          </p:nvSpPr>
          <p:spPr>
            <a:xfrm>
              <a:off x="5241243" y="358014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C4EDD8">
                <a:alpha val="100000"/>
              </a:srgbClr>
            </a:solidFill>
            <a:ln w="5420" cap="flat">
              <a:solidFill>
                <a:srgbClr val="C4EDD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18" name="pg1318"/>
            <p:cNvSpPr/>
            <p:nvPr/>
          </p:nvSpPr>
          <p:spPr>
            <a:xfrm>
              <a:off x="5252880" y="358014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C6EDD9">
                <a:alpha val="100000"/>
              </a:srgbClr>
            </a:solidFill>
            <a:ln w="5420" cap="flat">
              <a:solidFill>
                <a:srgbClr val="C6EDD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19" name="pg1319"/>
            <p:cNvSpPr/>
            <p:nvPr/>
          </p:nvSpPr>
          <p:spPr>
            <a:xfrm>
              <a:off x="5264517" y="358014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C6EDD9">
                <a:alpha val="100000"/>
              </a:srgbClr>
            </a:solidFill>
            <a:ln w="5420" cap="flat">
              <a:solidFill>
                <a:srgbClr val="C6EDD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20" name="pg1320"/>
            <p:cNvSpPr/>
            <p:nvPr/>
          </p:nvSpPr>
          <p:spPr>
            <a:xfrm>
              <a:off x="5276155" y="358014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C5EDD8">
                <a:alpha val="100000"/>
              </a:srgbClr>
            </a:solidFill>
            <a:ln w="5420" cap="flat">
              <a:solidFill>
                <a:srgbClr val="C5EDD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21" name="pg1321"/>
            <p:cNvSpPr/>
            <p:nvPr/>
          </p:nvSpPr>
          <p:spPr>
            <a:xfrm>
              <a:off x="5287792" y="358014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C3ECD7">
                <a:alpha val="100000"/>
              </a:srgbClr>
            </a:solidFill>
            <a:ln w="5420" cap="flat">
              <a:solidFill>
                <a:srgbClr val="C3ECD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22" name="pg1322"/>
            <p:cNvSpPr/>
            <p:nvPr/>
          </p:nvSpPr>
          <p:spPr>
            <a:xfrm>
              <a:off x="5299429" y="358014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C1EBD6">
                <a:alpha val="100000"/>
              </a:srgbClr>
            </a:solidFill>
            <a:ln w="5420" cap="flat">
              <a:solidFill>
                <a:srgbClr val="C1EBD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23" name="pg1323"/>
            <p:cNvSpPr/>
            <p:nvPr/>
          </p:nvSpPr>
          <p:spPr>
            <a:xfrm>
              <a:off x="5008496" y="359444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B6E8D1">
                <a:alpha val="100000"/>
              </a:srgbClr>
            </a:solidFill>
            <a:ln w="5420" cap="flat">
              <a:solidFill>
                <a:srgbClr val="B6E8D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24" name="pg1324"/>
            <p:cNvSpPr/>
            <p:nvPr/>
          </p:nvSpPr>
          <p:spPr>
            <a:xfrm>
              <a:off x="5020133" y="359444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B6E8D1">
                <a:alpha val="100000"/>
              </a:srgbClr>
            </a:solidFill>
            <a:ln w="5420" cap="flat">
              <a:solidFill>
                <a:srgbClr val="B6E8D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25" name="pg1325"/>
            <p:cNvSpPr/>
            <p:nvPr/>
          </p:nvSpPr>
          <p:spPr>
            <a:xfrm>
              <a:off x="5031771" y="359444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B6E8D1">
                <a:alpha val="100000"/>
              </a:srgbClr>
            </a:solidFill>
            <a:ln w="5420" cap="flat">
              <a:solidFill>
                <a:srgbClr val="B6E8D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26" name="pg1326"/>
            <p:cNvSpPr/>
            <p:nvPr/>
          </p:nvSpPr>
          <p:spPr>
            <a:xfrm>
              <a:off x="5043408" y="359444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B6E8D1">
                <a:alpha val="100000"/>
              </a:srgbClr>
            </a:solidFill>
            <a:ln w="5420" cap="flat">
              <a:solidFill>
                <a:srgbClr val="B6E8D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27" name="pg1327"/>
            <p:cNvSpPr/>
            <p:nvPr/>
          </p:nvSpPr>
          <p:spPr>
            <a:xfrm>
              <a:off x="5055045" y="359444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B7E8D1">
                <a:alpha val="100000"/>
              </a:srgbClr>
            </a:solidFill>
            <a:ln w="5420" cap="flat">
              <a:solidFill>
                <a:srgbClr val="B7E8D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28" name="pg1328"/>
            <p:cNvSpPr/>
            <p:nvPr/>
          </p:nvSpPr>
          <p:spPr>
            <a:xfrm>
              <a:off x="5066683" y="359444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B7E8D1">
                <a:alpha val="100000"/>
              </a:srgbClr>
            </a:solidFill>
            <a:ln w="5420" cap="flat">
              <a:solidFill>
                <a:srgbClr val="B7E8D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29" name="pg1329"/>
            <p:cNvSpPr/>
            <p:nvPr/>
          </p:nvSpPr>
          <p:spPr>
            <a:xfrm>
              <a:off x="5078320" y="359444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B7E8D1">
                <a:alpha val="100000"/>
              </a:srgbClr>
            </a:solidFill>
            <a:ln w="5420" cap="flat">
              <a:solidFill>
                <a:srgbClr val="B7E8D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30" name="pg1330"/>
            <p:cNvSpPr/>
            <p:nvPr/>
          </p:nvSpPr>
          <p:spPr>
            <a:xfrm>
              <a:off x="5089957" y="359444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B7E8D1">
                <a:alpha val="100000"/>
              </a:srgbClr>
            </a:solidFill>
            <a:ln w="5420" cap="flat">
              <a:solidFill>
                <a:srgbClr val="B7E8D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31" name="pg1331"/>
            <p:cNvSpPr/>
            <p:nvPr/>
          </p:nvSpPr>
          <p:spPr>
            <a:xfrm>
              <a:off x="5101595" y="359444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B7E8D1">
                <a:alpha val="100000"/>
              </a:srgbClr>
            </a:solidFill>
            <a:ln w="5420" cap="flat">
              <a:solidFill>
                <a:srgbClr val="B7E8D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32" name="pg1332"/>
            <p:cNvSpPr/>
            <p:nvPr/>
          </p:nvSpPr>
          <p:spPr>
            <a:xfrm>
              <a:off x="5113232" y="359444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B7E8D1">
                <a:alpha val="100000"/>
              </a:srgbClr>
            </a:solidFill>
            <a:ln w="5420" cap="flat">
              <a:solidFill>
                <a:srgbClr val="B7E8D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33" name="pg1333"/>
            <p:cNvSpPr/>
            <p:nvPr/>
          </p:nvSpPr>
          <p:spPr>
            <a:xfrm>
              <a:off x="5124869" y="359444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B7E8D1">
                <a:alpha val="100000"/>
              </a:srgbClr>
            </a:solidFill>
            <a:ln w="5420" cap="flat">
              <a:solidFill>
                <a:srgbClr val="B7E8D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34" name="pg1334"/>
            <p:cNvSpPr/>
            <p:nvPr/>
          </p:nvSpPr>
          <p:spPr>
            <a:xfrm>
              <a:off x="5136507" y="359444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B6E8D1">
                <a:alpha val="100000"/>
              </a:srgbClr>
            </a:solidFill>
            <a:ln w="5420" cap="flat">
              <a:solidFill>
                <a:srgbClr val="B6E8D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35" name="pg1335"/>
            <p:cNvSpPr/>
            <p:nvPr/>
          </p:nvSpPr>
          <p:spPr>
            <a:xfrm>
              <a:off x="5148144" y="359444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B6E8D1">
                <a:alpha val="100000"/>
              </a:srgbClr>
            </a:solidFill>
            <a:ln w="5420" cap="flat">
              <a:solidFill>
                <a:srgbClr val="B6E8D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36" name="pg1336"/>
            <p:cNvSpPr/>
            <p:nvPr/>
          </p:nvSpPr>
          <p:spPr>
            <a:xfrm>
              <a:off x="5194693" y="359444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B8E8D2">
                <a:alpha val="100000"/>
              </a:srgbClr>
            </a:solidFill>
            <a:ln w="5420" cap="flat">
              <a:solidFill>
                <a:srgbClr val="B8E8D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37" name="pg1337"/>
            <p:cNvSpPr/>
            <p:nvPr/>
          </p:nvSpPr>
          <p:spPr>
            <a:xfrm>
              <a:off x="5206331" y="359444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B9E9D2">
                <a:alpha val="100000"/>
              </a:srgbClr>
            </a:solidFill>
            <a:ln w="5420" cap="flat">
              <a:solidFill>
                <a:srgbClr val="B9E9D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38" name="pg1338"/>
            <p:cNvSpPr/>
            <p:nvPr/>
          </p:nvSpPr>
          <p:spPr>
            <a:xfrm>
              <a:off x="5217968" y="359444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BEEAD5">
                <a:alpha val="100000"/>
              </a:srgbClr>
            </a:solidFill>
            <a:ln w="5420" cap="flat">
              <a:solidFill>
                <a:srgbClr val="BEEAD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39" name="pg1339"/>
            <p:cNvSpPr/>
            <p:nvPr/>
          </p:nvSpPr>
          <p:spPr>
            <a:xfrm>
              <a:off x="5229605" y="359444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C0EBD6">
                <a:alpha val="100000"/>
              </a:srgbClr>
            </a:solidFill>
            <a:ln w="5420" cap="flat">
              <a:solidFill>
                <a:srgbClr val="C0EBD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40" name="pg1340"/>
            <p:cNvSpPr/>
            <p:nvPr/>
          </p:nvSpPr>
          <p:spPr>
            <a:xfrm>
              <a:off x="5241243" y="359444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C2ECD7">
                <a:alpha val="100000"/>
              </a:srgbClr>
            </a:solidFill>
            <a:ln w="5420" cap="flat">
              <a:solidFill>
                <a:srgbClr val="C2ECD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41" name="pg1341"/>
            <p:cNvSpPr/>
            <p:nvPr/>
          </p:nvSpPr>
          <p:spPr>
            <a:xfrm>
              <a:off x="5252880" y="359444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C4ECD8">
                <a:alpha val="100000"/>
              </a:srgbClr>
            </a:solidFill>
            <a:ln w="5420" cap="flat">
              <a:solidFill>
                <a:srgbClr val="C4ECD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42" name="pg1342"/>
            <p:cNvSpPr/>
            <p:nvPr/>
          </p:nvSpPr>
          <p:spPr>
            <a:xfrm>
              <a:off x="5264517" y="359444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C4ECD8">
                <a:alpha val="100000"/>
              </a:srgbClr>
            </a:solidFill>
            <a:ln w="5420" cap="flat">
              <a:solidFill>
                <a:srgbClr val="C4ECD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43" name="pg1343"/>
            <p:cNvSpPr/>
            <p:nvPr/>
          </p:nvSpPr>
          <p:spPr>
            <a:xfrm>
              <a:off x="5276155" y="359444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C3ECD7">
                <a:alpha val="100000"/>
              </a:srgbClr>
            </a:solidFill>
            <a:ln w="5420" cap="flat">
              <a:solidFill>
                <a:srgbClr val="C3ECD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44" name="pg1344"/>
            <p:cNvSpPr/>
            <p:nvPr/>
          </p:nvSpPr>
          <p:spPr>
            <a:xfrm>
              <a:off x="5287792" y="359444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C2ECD7">
                <a:alpha val="100000"/>
              </a:srgbClr>
            </a:solidFill>
            <a:ln w="5420" cap="flat">
              <a:solidFill>
                <a:srgbClr val="C2ECD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45" name="pg1345"/>
            <p:cNvSpPr/>
            <p:nvPr/>
          </p:nvSpPr>
          <p:spPr>
            <a:xfrm>
              <a:off x="4996859" y="360874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B6E8D1">
                <a:alpha val="100000"/>
              </a:srgbClr>
            </a:solidFill>
            <a:ln w="5420" cap="flat">
              <a:solidFill>
                <a:srgbClr val="B6E8D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46" name="pg1346"/>
            <p:cNvSpPr/>
            <p:nvPr/>
          </p:nvSpPr>
          <p:spPr>
            <a:xfrm>
              <a:off x="5008496" y="360874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B6E8D1">
                <a:alpha val="100000"/>
              </a:srgbClr>
            </a:solidFill>
            <a:ln w="5420" cap="flat">
              <a:solidFill>
                <a:srgbClr val="B6E8D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47" name="pg1347"/>
            <p:cNvSpPr/>
            <p:nvPr/>
          </p:nvSpPr>
          <p:spPr>
            <a:xfrm>
              <a:off x="5020133" y="360874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B6E8D1">
                <a:alpha val="100000"/>
              </a:srgbClr>
            </a:solidFill>
            <a:ln w="5420" cap="flat">
              <a:solidFill>
                <a:srgbClr val="B6E8D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48" name="pg1348"/>
            <p:cNvSpPr/>
            <p:nvPr/>
          </p:nvSpPr>
          <p:spPr>
            <a:xfrm>
              <a:off x="5031771" y="360874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B6E8D1">
                <a:alpha val="100000"/>
              </a:srgbClr>
            </a:solidFill>
            <a:ln w="5420" cap="flat">
              <a:solidFill>
                <a:srgbClr val="B6E8D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49" name="pg1349"/>
            <p:cNvSpPr/>
            <p:nvPr/>
          </p:nvSpPr>
          <p:spPr>
            <a:xfrm>
              <a:off x="5043408" y="360874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B7E8D1">
                <a:alpha val="100000"/>
              </a:srgbClr>
            </a:solidFill>
            <a:ln w="5420" cap="flat">
              <a:solidFill>
                <a:srgbClr val="B7E8D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50" name="pg1350"/>
            <p:cNvSpPr/>
            <p:nvPr/>
          </p:nvSpPr>
          <p:spPr>
            <a:xfrm>
              <a:off x="5055045" y="360874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B7E8D1">
                <a:alpha val="100000"/>
              </a:srgbClr>
            </a:solidFill>
            <a:ln w="5420" cap="flat">
              <a:solidFill>
                <a:srgbClr val="B7E8D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51" name="pg1351"/>
            <p:cNvSpPr/>
            <p:nvPr/>
          </p:nvSpPr>
          <p:spPr>
            <a:xfrm>
              <a:off x="5066683" y="360874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B7E8D2">
                <a:alpha val="100000"/>
              </a:srgbClr>
            </a:solidFill>
            <a:ln w="5420" cap="flat">
              <a:solidFill>
                <a:srgbClr val="B7E8D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52" name="pg1352"/>
            <p:cNvSpPr/>
            <p:nvPr/>
          </p:nvSpPr>
          <p:spPr>
            <a:xfrm>
              <a:off x="5078320" y="360874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B8E8D2">
                <a:alpha val="100000"/>
              </a:srgbClr>
            </a:solidFill>
            <a:ln w="5420" cap="flat">
              <a:solidFill>
                <a:srgbClr val="B8E8D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53" name="pg1353"/>
            <p:cNvSpPr/>
            <p:nvPr/>
          </p:nvSpPr>
          <p:spPr>
            <a:xfrm>
              <a:off x="5089957" y="360874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B8E9D2">
                <a:alpha val="100000"/>
              </a:srgbClr>
            </a:solidFill>
            <a:ln w="5420" cap="flat">
              <a:solidFill>
                <a:srgbClr val="B8E9D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54" name="pg1354"/>
            <p:cNvSpPr/>
            <p:nvPr/>
          </p:nvSpPr>
          <p:spPr>
            <a:xfrm>
              <a:off x="5101595" y="360874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B8E9D2">
                <a:alpha val="100000"/>
              </a:srgbClr>
            </a:solidFill>
            <a:ln w="5420" cap="flat">
              <a:solidFill>
                <a:srgbClr val="B8E9D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55" name="pg1355"/>
            <p:cNvSpPr/>
            <p:nvPr/>
          </p:nvSpPr>
          <p:spPr>
            <a:xfrm>
              <a:off x="5113232" y="360874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B8E9D2">
                <a:alpha val="100000"/>
              </a:srgbClr>
            </a:solidFill>
            <a:ln w="5420" cap="flat">
              <a:solidFill>
                <a:srgbClr val="B8E9D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56" name="pg1356"/>
            <p:cNvSpPr/>
            <p:nvPr/>
          </p:nvSpPr>
          <p:spPr>
            <a:xfrm>
              <a:off x="5124869" y="360874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B8E9D2">
                <a:alpha val="100000"/>
              </a:srgbClr>
            </a:solidFill>
            <a:ln w="5420" cap="flat">
              <a:solidFill>
                <a:srgbClr val="B8E9D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57" name="pg1357"/>
            <p:cNvSpPr/>
            <p:nvPr/>
          </p:nvSpPr>
          <p:spPr>
            <a:xfrm>
              <a:off x="5136507" y="360874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B8E9D2">
                <a:alpha val="100000"/>
              </a:srgbClr>
            </a:solidFill>
            <a:ln w="5420" cap="flat">
              <a:solidFill>
                <a:srgbClr val="B8E9D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58" name="pg1358"/>
            <p:cNvSpPr/>
            <p:nvPr/>
          </p:nvSpPr>
          <p:spPr>
            <a:xfrm>
              <a:off x="5148144" y="360874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B8E8D2">
                <a:alpha val="100000"/>
              </a:srgbClr>
            </a:solidFill>
            <a:ln w="5420" cap="flat">
              <a:solidFill>
                <a:srgbClr val="B8E8D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59" name="pg1359"/>
            <p:cNvSpPr/>
            <p:nvPr/>
          </p:nvSpPr>
          <p:spPr>
            <a:xfrm>
              <a:off x="5159781" y="360874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B8E9D2">
                <a:alpha val="100000"/>
              </a:srgbClr>
            </a:solidFill>
            <a:ln w="5420" cap="flat">
              <a:solidFill>
                <a:srgbClr val="B8E9D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60" name="pg1360"/>
            <p:cNvSpPr/>
            <p:nvPr/>
          </p:nvSpPr>
          <p:spPr>
            <a:xfrm>
              <a:off x="5206331" y="360874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BAE9D3">
                <a:alpha val="100000"/>
              </a:srgbClr>
            </a:solidFill>
            <a:ln w="5420" cap="flat">
              <a:solidFill>
                <a:srgbClr val="BAE9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61" name="pg1361"/>
            <p:cNvSpPr/>
            <p:nvPr/>
          </p:nvSpPr>
          <p:spPr>
            <a:xfrm>
              <a:off x="5217968" y="360874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BDEAD4">
                <a:alpha val="100000"/>
              </a:srgbClr>
            </a:solidFill>
            <a:ln w="5420" cap="flat">
              <a:solidFill>
                <a:srgbClr val="BDEAD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62" name="pg1362"/>
            <p:cNvSpPr/>
            <p:nvPr/>
          </p:nvSpPr>
          <p:spPr>
            <a:xfrm>
              <a:off x="5229605" y="360874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BEEBD5">
                <a:alpha val="100000"/>
              </a:srgbClr>
            </a:solidFill>
            <a:ln w="5420" cap="flat">
              <a:solidFill>
                <a:srgbClr val="BEEBD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63" name="pg1363"/>
            <p:cNvSpPr/>
            <p:nvPr/>
          </p:nvSpPr>
          <p:spPr>
            <a:xfrm>
              <a:off x="5241243" y="360874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C0EBD6">
                <a:alpha val="100000"/>
              </a:srgbClr>
            </a:solidFill>
            <a:ln w="5420" cap="flat">
              <a:solidFill>
                <a:srgbClr val="C0EBD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64" name="pg1364"/>
            <p:cNvSpPr/>
            <p:nvPr/>
          </p:nvSpPr>
          <p:spPr>
            <a:xfrm>
              <a:off x="5252880" y="360874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C1EBD6">
                <a:alpha val="100000"/>
              </a:srgbClr>
            </a:solidFill>
            <a:ln w="5420" cap="flat">
              <a:solidFill>
                <a:srgbClr val="C1EBD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65" name="pg1365"/>
            <p:cNvSpPr/>
            <p:nvPr/>
          </p:nvSpPr>
          <p:spPr>
            <a:xfrm>
              <a:off x="5264517" y="360874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C1ECD6">
                <a:alpha val="100000"/>
              </a:srgbClr>
            </a:solidFill>
            <a:ln w="5420" cap="flat">
              <a:solidFill>
                <a:srgbClr val="C1ECD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66" name="pg1366"/>
            <p:cNvSpPr/>
            <p:nvPr/>
          </p:nvSpPr>
          <p:spPr>
            <a:xfrm>
              <a:off x="5276155" y="360874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C1EBD6">
                <a:alpha val="100000"/>
              </a:srgbClr>
            </a:solidFill>
            <a:ln w="5420" cap="flat">
              <a:solidFill>
                <a:srgbClr val="C1EBD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67" name="pg1367"/>
            <p:cNvSpPr/>
            <p:nvPr/>
          </p:nvSpPr>
          <p:spPr>
            <a:xfrm>
              <a:off x="4996859" y="362304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B6E8D1">
                <a:alpha val="100000"/>
              </a:srgbClr>
            </a:solidFill>
            <a:ln w="5420" cap="flat">
              <a:solidFill>
                <a:srgbClr val="B6E8D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68" name="pg1368"/>
            <p:cNvSpPr/>
            <p:nvPr/>
          </p:nvSpPr>
          <p:spPr>
            <a:xfrm>
              <a:off x="5008496" y="362304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B6E8D1">
                <a:alpha val="100000"/>
              </a:srgbClr>
            </a:solidFill>
            <a:ln w="5420" cap="flat">
              <a:solidFill>
                <a:srgbClr val="B6E8D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69" name="pg1369"/>
            <p:cNvSpPr/>
            <p:nvPr/>
          </p:nvSpPr>
          <p:spPr>
            <a:xfrm>
              <a:off x="5020133" y="362304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B6E8D1">
                <a:alpha val="100000"/>
              </a:srgbClr>
            </a:solidFill>
            <a:ln w="5420" cap="flat">
              <a:solidFill>
                <a:srgbClr val="B6E8D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70" name="pg1370"/>
            <p:cNvSpPr/>
            <p:nvPr/>
          </p:nvSpPr>
          <p:spPr>
            <a:xfrm>
              <a:off x="5031771" y="362304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B6E8D1">
                <a:alpha val="100000"/>
              </a:srgbClr>
            </a:solidFill>
            <a:ln w="5420" cap="flat">
              <a:solidFill>
                <a:srgbClr val="B6E8D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71" name="pg1371"/>
            <p:cNvSpPr/>
            <p:nvPr/>
          </p:nvSpPr>
          <p:spPr>
            <a:xfrm>
              <a:off x="5043408" y="362304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B6E8D1">
                <a:alpha val="100000"/>
              </a:srgbClr>
            </a:solidFill>
            <a:ln w="5420" cap="flat">
              <a:solidFill>
                <a:srgbClr val="B6E8D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72" name="pg1372"/>
            <p:cNvSpPr/>
            <p:nvPr/>
          </p:nvSpPr>
          <p:spPr>
            <a:xfrm>
              <a:off x="5055045" y="362304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B7E8D1">
                <a:alpha val="100000"/>
              </a:srgbClr>
            </a:solidFill>
            <a:ln w="5420" cap="flat">
              <a:solidFill>
                <a:srgbClr val="B7E8D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73" name="pg1373"/>
            <p:cNvSpPr/>
            <p:nvPr/>
          </p:nvSpPr>
          <p:spPr>
            <a:xfrm>
              <a:off x="5066683" y="362304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B7E8D2">
                <a:alpha val="100000"/>
              </a:srgbClr>
            </a:solidFill>
            <a:ln w="5420" cap="flat">
              <a:solidFill>
                <a:srgbClr val="B7E8D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74" name="pg1374"/>
            <p:cNvSpPr/>
            <p:nvPr/>
          </p:nvSpPr>
          <p:spPr>
            <a:xfrm>
              <a:off x="5078320" y="362304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B8E9D2">
                <a:alpha val="100000"/>
              </a:srgbClr>
            </a:solidFill>
            <a:ln w="5420" cap="flat">
              <a:solidFill>
                <a:srgbClr val="B8E9D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75" name="pg1375"/>
            <p:cNvSpPr/>
            <p:nvPr/>
          </p:nvSpPr>
          <p:spPr>
            <a:xfrm>
              <a:off x="5089957" y="362304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B9E9D2">
                <a:alpha val="100000"/>
              </a:srgbClr>
            </a:solidFill>
            <a:ln w="5420" cap="flat">
              <a:solidFill>
                <a:srgbClr val="B9E9D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76" name="pg1376"/>
            <p:cNvSpPr/>
            <p:nvPr/>
          </p:nvSpPr>
          <p:spPr>
            <a:xfrm>
              <a:off x="5101595" y="362304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B9E9D3">
                <a:alpha val="100000"/>
              </a:srgbClr>
            </a:solidFill>
            <a:ln w="5420" cap="flat">
              <a:solidFill>
                <a:srgbClr val="B9E9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77" name="pg1377"/>
            <p:cNvSpPr/>
            <p:nvPr/>
          </p:nvSpPr>
          <p:spPr>
            <a:xfrm>
              <a:off x="5113232" y="362304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BAE9D3">
                <a:alpha val="100000"/>
              </a:srgbClr>
            </a:solidFill>
            <a:ln w="5420" cap="flat">
              <a:solidFill>
                <a:srgbClr val="BAE9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78" name="pg1378"/>
            <p:cNvSpPr/>
            <p:nvPr/>
          </p:nvSpPr>
          <p:spPr>
            <a:xfrm>
              <a:off x="5124869" y="362304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BAE9D3">
                <a:alpha val="100000"/>
              </a:srgbClr>
            </a:solidFill>
            <a:ln w="5420" cap="flat">
              <a:solidFill>
                <a:srgbClr val="BAE9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79" name="pg1379"/>
            <p:cNvSpPr/>
            <p:nvPr/>
          </p:nvSpPr>
          <p:spPr>
            <a:xfrm>
              <a:off x="5136507" y="362304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B9E9D3">
                <a:alpha val="100000"/>
              </a:srgbClr>
            </a:solidFill>
            <a:ln w="5420" cap="flat">
              <a:solidFill>
                <a:srgbClr val="B9E9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80" name="pg1380"/>
            <p:cNvSpPr/>
            <p:nvPr/>
          </p:nvSpPr>
          <p:spPr>
            <a:xfrm>
              <a:off x="5148144" y="362304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B9E9D3">
                <a:alpha val="100000"/>
              </a:srgbClr>
            </a:solidFill>
            <a:ln w="5420" cap="flat">
              <a:solidFill>
                <a:srgbClr val="B9E9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81" name="pg1381"/>
            <p:cNvSpPr/>
            <p:nvPr/>
          </p:nvSpPr>
          <p:spPr>
            <a:xfrm>
              <a:off x="5159781" y="362304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B9E9D2">
                <a:alpha val="100000"/>
              </a:srgbClr>
            </a:solidFill>
            <a:ln w="5420" cap="flat">
              <a:solidFill>
                <a:srgbClr val="B9E9D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82" name="pg1382"/>
            <p:cNvSpPr/>
            <p:nvPr/>
          </p:nvSpPr>
          <p:spPr>
            <a:xfrm>
              <a:off x="5206331" y="362304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BAE9D3">
                <a:alpha val="100000"/>
              </a:srgbClr>
            </a:solidFill>
            <a:ln w="5420" cap="flat">
              <a:solidFill>
                <a:srgbClr val="BAE9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83" name="pg1383"/>
            <p:cNvSpPr/>
            <p:nvPr/>
          </p:nvSpPr>
          <p:spPr>
            <a:xfrm>
              <a:off x="5217968" y="362304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BCEAD4">
                <a:alpha val="100000"/>
              </a:srgbClr>
            </a:solidFill>
            <a:ln w="5420" cap="flat">
              <a:solidFill>
                <a:srgbClr val="BCEAD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84" name="pg1384"/>
            <p:cNvSpPr/>
            <p:nvPr/>
          </p:nvSpPr>
          <p:spPr>
            <a:xfrm>
              <a:off x="5229605" y="362304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BDEAD4">
                <a:alpha val="100000"/>
              </a:srgbClr>
            </a:solidFill>
            <a:ln w="5420" cap="flat">
              <a:solidFill>
                <a:srgbClr val="BDEAD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85" name="pg1385"/>
            <p:cNvSpPr/>
            <p:nvPr/>
          </p:nvSpPr>
          <p:spPr>
            <a:xfrm>
              <a:off x="5241243" y="362304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BEEAD5">
                <a:alpha val="100000"/>
              </a:srgbClr>
            </a:solidFill>
            <a:ln w="5420" cap="flat">
              <a:solidFill>
                <a:srgbClr val="BEEAD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86" name="pg1386"/>
            <p:cNvSpPr/>
            <p:nvPr/>
          </p:nvSpPr>
          <p:spPr>
            <a:xfrm>
              <a:off x="5252880" y="362304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BEEBD5">
                <a:alpha val="100000"/>
              </a:srgbClr>
            </a:solidFill>
            <a:ln w="5420" cap="flat">
              <a:solidFill>
                <a:srgbClr val="BEEBD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87" name="pg1387"/>
            <p:cNvSpPr/>
            <p:nvPr/>
          </p:nvSpPr>
          <p:spPr>
            <a:xfrm>
              <a:off x="5264517" y="362304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BFEBD5">
                <a:alpha val="100000"/>
              </a:srgbClr>
            </a:solidFill>
            <a:ln w="5420" cap="flat">
              <a:solidFill>
                <a:srgbClr val="BFEBD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88" name="pg1388"/>
            <p:cNvSpPr/>
            <p:nvPr/>
          </p:nvSpPr>
          <p:spPr>
            <a:xfrm>
              <a:off x="4985221" y="363735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B7E8D1">
                <a:alpha val="100000"/>
              </a:srgbClr>
            </a:solidFill>
            <a:ln w="5420" cap="flat">
              <a:solidFill>
                <a:srgbClr val="B7E8D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89" name="pg1389"/>
            <p:cNvSpPr/>
            <p:nvPr/>
          </p:nvSpPr>
          <p:spPr>
            <a:xfrm>
              <a:off x="4996859" y="363735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B6E8D1">
                <a:alpha val="100000"/>
              </a:srgbClr>
            </a:solidFill>
            <a:ln w="5420" cap="flat">
              <a:solidFill>
                <a:srgbClr val="B6E8D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90" name="pg1390"/>
            <p:cNvSpPr/>
            <p:nvPr/>
          </p:nvSpPr>
          <p:spPr>
            <a:xfrm>
              <a:off x="5008496" y="363735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B6E8D1">
                <a:alpha val="100000"/>
              </a:srgbClr>
            </a:solidFill>
            <a:ln w="5420" cap="flat">
              <a:solidFill>
                <a:srgbClr val="B6E8D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91" name="pg1391"/>
            <p:cNvSpPr/>
            <p:nvPr/>
          </p:nvSpPr>
          <p:spPr>
            <a:xfrm>
              <a:off x="5020133" y="363735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B6E8D1">
                <a:alpha val="100000"/>
              </a:srgbClr>
            </a:solidFill>
            <a:ln w="5420" cap="flat">
              <a:solidFill>
                <a:srgbClr val="B6E8D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92" name="pg1392"/>
            <p:cNvSpPr/>
            <p:nvPr/>
          </p:nvSpPr>
          <p:spPr>
            <a:xfrm>
              <a:off x="5031771" y="363735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B6E8D1">
                <a:alpha val="100000"/>
              </a:srgbClr>
            </a:solidFill>
            <a:ln w="5420" cap="flat">
              <a:solidFill>
                <a:srgbClr val="B6E8D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93" name="pg1393"/>
            <p:cNvSpPr/>
            <p:nvPr/>
          </p:nvSpPr>
          <p:spPr>
            <a:xfrm>
              <a:off x="5043408" y="363735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B6E8D1">
                <a:alpha val="100000"/>
              </a:srgbClr>
            </a:solidFill>
            <a:ln w="5420" cap="flat">
              <a:solidFill>
                <a:srgbClr val="B6E8D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94" name="pg1394"/>
            <p:cNvSpPr/>
            <p:nvPr/>
          </p:nvSpPr>
          <p:spPr>
            <a:xfrm>
              <a:off x="5055045" y="363735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B6E8D1">
                <a:alpha val="100000"/>
              </a:srgbClr>
            </a:solidFill>
            <a:ln w="5420" cap="flat">
              <a:solidFill>
                <a:srgbClr val="B6E8D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95" name="pg1395"/>
            <p:cNvSpPr/>
            <p:nvPr/>
          </p:nvSpPr>
          <p:spPr>
            <a:xfrm>
              <a:off x="5066683" y="363735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B7E8D2">
                <a:alpha val="100000"/>
              </a:srgbClr>
            </a:solidFill>
            <a:ln w="5420" cap="flat">
              <a:solidFill>
                <a:srgbClr val="B7E8D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96" name="pg1396"/>
            <p:cNvSpPr/>
            <p:nvPr/>
          </p:nvSpPr>
          <p:spPr>
            <a:xfrm>
              <a:off x="5078320" y="363735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B8E9D2">
                <a:alpha val="100000"/>
              </a:srgbClr>
            </a:solidFill>
            <a:ln w="5420" cap="flat">
              <a:solidFill>
                <a:srgbClr val="B8E9D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97" name="pg1397"/>
            <p:cNvSpPr/>
            <p:nvPr/>
          </p:nvSpPr>
          <p:spPr>
            <a:xfrm>
              <a:off x="5089957" y="363735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B9E9D3">
                <a:alpha val="100000"/>
              </a:srgbClr>
            </a:solidFill>
            <a:ln w="5420" cap="flat">
              <a:solidFill>
                <a:srgbClr val="B9E9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98" name="pg1398"/>
            <p:cNvSpPr/>
            <p:nvPr/>
          </p:nvSpPr>
          <p:spPr>
            <a:xfrm>
              <a:off x="5101595" y="363735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BBE9D3">
                <a:alpha val="100000"/>
              </a:srgbClr>
            </a:solidFill>
            <a:ln w="5420" cap="flat">
              <a:solidFill>
                <a:srgbClr val="BBE9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99" name="pg1399"/>
            <p:cNvSpPr/>
            <p:nvPr/>
          </p:nvSpPr>
          <p:spPr>
            <a:xfrm>
              <a:off x="5113232" y="363735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BBEAD3">
                <a:alpha val="100000"/>
              </a:srgbClr>
            </a:solidFill>
            <a:ln w="5420" cap="flat">
              <a:solidFill>
                <a:srgbClr val="BBEA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00" name="pg1400"/>
            <p:cNvSpPr/>
            <p:nvPr/>
          </p:nvSpPr>
          <p:spPr>
            <a:xfrm>
              <a:off x="5124869" y="363735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BBEAD3">
                <a:alpha val="100000"/>
              </a:srgbClr>
            </a:solidFill>
            <a:ln w="5420" cap="flat">
              <a:solidFill>
                <a:srgbClr val="BBEA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01" name="pg1401"/>
            <p:cNvSpPr/>
            <p:nvPr/>
          </p:nvSpPr>
          <p:spPr>
            <a:xfrm>
              <a:off x="5136507" y="363735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BBEAD3">
                <a:alpha val="100000"/>
              </a:srgbClr>
            </a:solidFill>
            <a:ln w="5420" cap="flat">
              <a:solidFill>
                <a:srgbClr val="BBEA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02" name="pg1402"/>
            <p:cNvSpPr/>
            <p:nvPr/>
          </p:nvSpPr>
          <p:spPr>
            <a:xfrm>
              <a:off x="5148144" y="363735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BBE9D3">
                <a:alpha val="100000"/>
              </a:srgbClr>
            </a:solidFill>
            <a:ln w="5420" cap="flat">
              <a:solidFill>
                <a:srgbClr val="BBE9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03" name="pg1403"/>
            <p:cNvSpPr/>
            <p:nvPr/>
          </p:nvSpPr>
          <p:spPr>
            <a:xfrm>
              <a:off x="5159781" y="363735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BAE9D3">
                <a:alpha val="100000"/>
              </a:srgbClr>
            </a:solidFill>
            <a:ln w="5420" cap="flat">
              <a:solidFill>
                <a:srgbClr val="BAE9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04" name="pg1404"/>
            <p:cNvSpPr/>
            <p:nvPr/>
          </p:nvSpPr>
          <p:spPr>
            <a:xfrm>
              <a:off x="5171419" y="363735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BAE9D3">
                <a:alpha val="100000"/>
              </a:srgbClr>
            </a:solidFill>
            <a:ln w="5420" cap="flat">
              <a:solidFill>
                <a:srgbClr val="BAE9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05" name="pg1405"/>
            <p:cNvSpPr/>
            <p:nvPr/>
          </p:nvSpPr>
          <p:spPr>
            <a:xfrm>
              <a:off x="5206331" y="363735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BAE9D3">
                <a:alpha val="100000"/>
              </a:srgbClr>
            </a:solidFill>
            <a:ln w="5420" cap="flat">
              <a:solidFill>
                <a:srgbClr val="BAE9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06" name="pg1406"/>
            <p:cNvSpPr/>
            <p:nvPr/>
          </p:nvSpPr>
          <p:spPr>
            <a:xfrm>
              <a:off x="5217968" y="363735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BBEAD4">
                <a:alpha val="100000"/>
              </a:srgbClr>
            </a:solidFill>
            <a:ln w="5420" cap="flat">
              <a:solidFill>
                <a:srgbClr val="BBEAD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07" name="pg1407"/>
            <p:cNvSpPr/>
            <p:nvPr/>
          </p:nvSpPr>
          <p:spPr>
            <a:xfrm>
              <a:off x="5229605" y="363735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BCEAD4">
                <a:alpha val="100000"/>
              </a:srgbClr>
            </a:solidFill>
            <a:ln w="5420" cap="flat">
              <a:solidFill>
                <a:srgbClr val="BCEAD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08" name="pg1408"/>
            <p:cNvSpPr/>
            <p:nvPr/>
          </p:nvSpPr>
          <p:spPr>
            <a:xfrm>
              <a:off x="5241243" y="363735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BCEAD4">
                <a:alpha val="100000"/>
              </a:srgbClr>
            </a:solidFill>
            <a:ln w="5420" cap="flat">
              <a:solidFill>
                <a:srgbClr val="BCEAD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09" name="pg1409"/>
            <p:cNvSpPr/>
            <p:nvPr/>
          </p:nvSpPr>
          <p:spPr>
            <a:xfrm>
              <a:off x="5252880" y="363735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BCEAD4">
                <a:alpha val="100000"/>
              </a:srgbClr>
            </a:solidFill>
            <a:ln w="5420" cap="flat">
              <a:solidFill>
                <a:srgbClr val="BCEAD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10" name="pg1410"/>
            <p:cNvSpPr/>
            <p:nvPr/>
          </p:nvSpPr>
          <p:spPr>
            <a:xfrm>
              <a:off x="5264517" y="363735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BCEAD4">
                <a:alpha val="100000"/>
              </a:srgbClr>
            </a:solidFill>
            <a:ln w="5420" cap="flat">
              <a:solidFill>
                <a:srgbClr val="BCEAD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11" name="pg1411"/>
            <p:cNvSpPr/>
            <p:nvPr/>
          </p:nvSpPr>
          <p:spPr>
            <a:xfrm>
              <a:off x="4985221" y="365165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B7E8D2">
                <a:alpha val="100000"/>
              </a:srgbClr>
            </a:solidFill>
            <a:ln w="5420" cap="flat">
              <a:solidFill>
                <a:srgbClr val="B7E8D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12" name="pg1412"/>
            <p:cNvSpPr/>
            <p:nvPr/>
          </p:nvSpPr>
          <p:spPr>
            <a:xfrm>
              <a:off x="4996859" y="365165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B7E8D1">
                <a:alpha val="100000"/>
              </a:srgbClr>
            </a:solidFill>
            <a:ln w="5420" cap="flat">
              <a:solidFill>
                <a:srgbClr val="B7E8D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13" name="pg1413"/>
            <p:cNvSpPr/>
            <p:nvPr/>
          </p:nvSpPr>
          <p:spPr>
            <a:xfrm>
              <a:off x="5008496" y="365165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B6E8D1">
                <a:alpha val="100000"/>
              </a:srgbClr>
            </a:solidFill>
            <a:ln w="5420" cap="flat">
              <a:solidFill>
                <a:srgbClr val="B6E8D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14" name="pg1414"/>
            <p:cNvSpPr/>
            <p:nvPr/>
          </p:nvSpPr>
          <p:spPr>
            <a:xfrm>
              <a:off x="5020133" y="365165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B5E7D0">
                <a:alpha val="100000"/>
              </a:srgbClr>
            </a:solidFill>
            <a:ln w="5420" cap="flat">
              <a:solidFill>
                <a:srgbClr val="B5E7D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15" name="pg1415"/>
            <p:cNvSpPr/>
            <p:nvPr/>
          </p:nvSpPr>
          <p:spPr>
            <a:xfrm>
              <a:off x="5031771" y="365165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B4E7D0">
                <a:alpha val="100000"/>
              </a:srgbClr>
            </a:solidFill>
            <a:ln w="5420" cap="flat">
              <a:solidFill>
                <a:srgbClr val="B4E7D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16" name="pg1416"/>
            <p:cNvSpPr/>
            <p:nvPr/>
          </p:nvSpPr>
          <p:spPr>
            <a:xfrm>
              <a:off x="5043408" y="365165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B3E7D0">
                <a:alpha val="100000"/>
              </a:srgbClr>
            </a:solidFill>
            <a:ln w="5420" cap="flat">
              <a:solidFill>
                <a:srgbClr val="B3E7D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17" name="pg1417"/>
            <p:cNvSpPr/>
            <p:nvPr/>
          </p:nvSpPr>
          <p:spPr>
            <a:xfrm>
              <a:off x="5055045" y="365165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B4E7D0">
                <a:alpha val="100000"/>
              </a:srgbClr>
            </a:solidFill>
            <a:ln w="5420" cap="flat">
              <a:solidFill>
                <a:srgbClr val="B4E7D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18" name="pg1418"/>
            <p:cNvSpPr/>
            <p:nvPr/>
          </p:nvSpPr>
          <p:spPr>
            <a:xfrm>
              <a:off x="5066683" y="365165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B6E8D1">
                <a:alpha val="100000"/>
              </a:srgbClr>
            </a:solidFill>
            <a:ln w="5420" cap="flat">
              <a:solidFill>
                <a:srgbClr val="B6E8D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19" name="pg1419"/>
            <p:cNvSpPr/>
            <p:nvPr/>
          </p:nvSpPr>
          <p:spPr>
            <a:xfrm>
              <a:off x="5078320" y="365165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B9E9D2">
                <a:alpha val="100000"/>
              </a:srgbClr>
            </a:solidFill>
            <a:ln w="5420" cap="flat">
              <a:solidFill>
                <a:srgbClr val="B9E9D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20" name="pg1420"/>
            <p:cNvSpPr/>
            <p:nvPr/>
          </p:nvSpPr>
          <p:spPr>
            <a:xfrm>
              <a:off x="5089957" y="365165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BCEAD4">
                <a:alpha val="100000"/>
              </a:srgbClr>
            </a:solidFill>
            <a:ln w="5420" cap="flat">
              <a:solidFill>
                <a:srgbClr val="BCEAD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21" name="pg1421"/>
            <p:cNvSpPr/>
            <p:nvPr/>
          </p:nvSpPr>
          <p:spPr>
            <a:xfrm>
              <a:off x="5101595" y="365165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BEEBD5">
                <a:alpha val="100000"/>
              </a:srgbClr>
            </a:solidFill>
            <a:ln w="5420" cap="flat">
              <a:solidFill>
                <a:srgbClr val="BEEBD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22" name="pg1422"/>
            <p:cNvSpPr/>
            <p:nvPr/>
          </p:nvSpPr>
          <p:spPr>
            <a:xfrm>
              <a:off x="5113232" y="365165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BFEBD5">
                <a:alpha val="100000"/>
              </a:srgbClr>
            </a:solidFill>
            <a:ln w="5420" cap="flat">
              <a:solidFill>
                <a:srgbClr val="BFEBD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23" name="pg1423"/>
            <p:cNvSpPr/>
            <p:nvPr/>
          </p:nvSpPr>
          <p:spPr>
            <a:xfrm>
              <a:off x="5124869" y="365165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BFEBD5">
                <a:alpha val="100000"/>
              </a:srgbClr>
            </a:solidFill>
            <a:ln w="5420" cap="flat">
              <a:solidFill>
                <a:srgbClr val="BFEBD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24" name="pg1424"/>
            <p:cNvSpPr/>
            <p:nvPr/>
          </p:nvSpPr>
          <p:spPr>
            <a:xfrm>
              <a:off x="5136507" y="365165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BEEBD5">
                <a:alpha val="100000"/>
              </a:srgbClr>
            </a:solidFill>
            <a:ln w="5420" cap="flat">
              <a:solidFill>
                <a:srgbClr val="BEEBD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25" name="pg1425"/>
            <p:cNvSpPr/>
            <p:nvPr/>
          </p:nvSpPr>
          <p:spPr>
            <a:xfrm>
              <a:off x="5148144" y="365165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BEEAD5">
                <a:alpha val="100000"/>
              </a:srgbClr>
            </a:solidFill>
            <a:ln w="5420" cap="flat">
              <a:solidFill>
                <a:srgbClr val="BEEAD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26" name="pg1426"/>
            <p:cNvSpPr/>
            <p:nvPr/>
          </p:nvSpPr>
          <p:spPr>
            <a:xfrm>
              <a:off x="5159781" y="365165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BDEAD4">
                <a:alpha val="100000"/>
              </a:srgbClr>
            </a:solidFill>
            <a:ln w="5420" cap="flat">
              <a:solidFill>
                <a:srgbClr val="BDEAD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27" name="pg1427"/>
            <p:cNvSpPr/>
            <p:nvPr/>
          </p:nvSpPr>
          <p:spPr>
            <a:xfrm>
              <a:off x="5171419" y="365165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BCEAD4">
                <a:alpha val="100000"/>
              </a:srgbClr>
            </a:solidFill>
            <a:ln w="5420" cap="flat">
              <a:solidFill>
                <a:srgbClr val="BCEAD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28" name="pg1428"/>
            <p:cNvSpPr/>
            <p:nvPr/>
          </p:nvSpPr>
          <p:spPr>
            <a:xfrm>
              <a:off x="5183056" y="365165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BCEAD4">
                <a:alpha val="100000"/>
              </a:srgbClr>
            </a:solidFill>
            <a:ln w="5420" cap="flat">
              <a:solidFill>
                <a:srgbClr val="BCEAD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29" name="pg1429"/>
            <p:cNvSpPr/>
            <p:nvPr/>
          </p:nvSpPr>
          <p:spPr>
            <a:xfrm>
              <a:off x="5217968" y="365165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BBE9D3">
                <a:alpha val="100000"/>
              </a:srgbClr>
            </a:solidFill>
            <a:ln w="5420" cap="flat">
              <a:solidFill>
                <a:srgbClr val="BBE9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30" name="pg1430"/>
            <p:cNvSpPr/>
            <p:nvPr/>
          </p:nvSpPr>
          <p:spPr>
            <a:xfrm>
              <a:off x="5229605" y="365165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BAE9D3">
                <a:alpha val="100000"/>
              </a:srgbClr>
            </a:solidFill>
            <a:ln w="5420" cap="flat">
              <a:solidFill>
                <a:srgbClr val="BAE9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31" name="pg1431"/>
            <p:cNvSpPr/>
            <p:nvPr/>
          </p:nvSpPr>
          <p:spPr>
            <a:xfrm>
              <a:off x="5241243" y="365165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BAE9D3">
                <a:alpha val="100000"/>
              </a:srgbClr>
            </a:solidFill>
            <a:ln w="5420" cap="flat">
              <a:solidFill>
                <a:srgbClr val="BAE9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32" name="pg1432"/>
            <p:cNvSpPr/>
            <p:nvPr/>
          </p:nvSpPr>
          <p:spPr>
            <a:xfrm>
              <a:off x="5252880" y="365165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BAE9D3">
                <a:alpha val="100000"/>
              </a:srgbClr>
            </a:solidFill>
            <a:ln w="5420" cap="flat">
              <a:solidFill>
                <a:srgbClr val="BAE9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33" name="pg1433"/>
            <p:cNvSpPr/>
            <p:nvPr/>
          </p:nvSpPr>
          <p:spPr>
            <a:xfrm>
              <a:off x="5264517" y="365165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BAE9D3">
                <a:alpha val="100000"/>
              </a:srgbClr>
            </a:solidFill>
            <a:ln w="5420" cap="flat">
              <a:solidFill>
                <a:srgbClr val="BAE9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34" name="pg1434"/>
            <p:cNvSpPr/>
            <p:nvPr/>
          </p:nvSpPr>
          <p:spPr>
            <a:xfrm>
              <a:off x="4985221" y="366595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B8E9D2">
                <a:alpha val="100000"/>
              </a:srgbClr>
            </a:solidFill>
            <a:ln w="5420" cap="flat">
              <a:solidFill>
                <a:srgbClr val="B8E9D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35" name="pg1435"/>
            <p:cNvSpPr/>
            <p:nvPr/>
          </p:nvSpPr>
          <p:spPr>
            <a:xfrm>
              <a:off x="4996859" y="366595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B7E8D2">
                <a:alpha val="100000"/>
              </a:srgbClr>
            </a:solidFill>
            <a:ln w="5420" cap="flat">
              <a:solidFill>
                <a:srgbClr val="B7E8D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36" name="pg1436"/>
            <p:cNvSpPr/>
            <p:nvPr/>
          </p:nvSpPr>
          <p:spPr>
            <a:xfrm>
              <a:off x="5008496" y="366595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B6E8D1">
                <a:alpha val="100000"/>
              </a:srgbClr>
            </a:solidFill>
            <a:ln w="5420" cap="flat">
              <a:solidFill>
                <a:srgbClr val="B6E8D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37" name="pg1437"/>
            <p:cNvSpPr/>
            <p:nvPr/>
          </p:nvSpPr>
          <p:spPr>
            <a:xfrm>
              <a:off x="5020133" y="366595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B5E8D0">
                <a:alpha val="100000"/>
              </a:srgbClr>
            </a:solidFill>
            <a:ln w="5420" cap="flat">
              <a:solidFill>
                <a:srgbClr val="B5E8D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38" name="pg1438"/>
            <p:cNvSpPr/>
            <p:nvPr/>
          </p:nvSpPr>
          <p:spPr>
            <a:xfrm>
              <a:off x="5031771" y="366595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B4E7D0">
                <a:alpha val="100000"/>
              </a:srgbClr>
            </a:solidFill>
            <a:ln w="5420" cap="flat">
              <a:solidFill>
                <a:srgbClr val="B4E7D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39" name="pg1439"/>
            <p:cNvSpPr/>
            <p:nvPr/>
          </p:nvSpPr>
          <p:spPr>
            <a:xfrm>
              <a:off x="5043408" y="366595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B3E7D0">
                <a:alpha val="100000"/>
              </a:srgbClr>
            </a:solidFill>
            <a:ln w="5420" cap="flat">
              <a:solidFill>
                <a:srgbClr val="B3E7D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40" name="pg1440"/>
            <p:cNvSpPr/>
            <p:nvPr/>
          </p:nvSpPr>
          <p:spPr>
            <a:xfrm>
              <a:off x="5055045" y="366595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B4E7D0">
                <a:alpha val="100000"/>
              </a:srgbClr>
            </a:solidFill>
            <a:ln w="5420" cap="flat">
              <a:solidFill>
                <a:srgbClr val="B4E7D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41" name="pg1441"/>
            <p:cNvSpPr/>
            <p:nvPr/>
          </p:nvSpPr>
          <p:spPr>
            <a:xfrm>
              <a:off x="5066683" y="366595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B7E8D2">
                <a:alpha val="100000"/>
              </a:srgbClr>
            </a:solidFill>
            <a:ln w="5420" cap="flat">
              <a:solidFill>
                <a:srgbClr val="B7E8D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42" name="pg1442"/>
            <p:cNvSpPr/>
            <p:nvPr/>
          </p:nvSpPr>
          <p:spPr>
            <a:xfrm>
              <a:off x="5078320" y="366595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BBE9D3">
                <a:alpha val="100000"/>
              </a:srgbClr>
            </a:solidFill>
            <a:ln w="5420" cap="flat">
              <a:solidFill>
                <a:srgbClr val="BBE9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43" name="pg1443"/>
            <p:cNvSpPr/>
            <p:nvPr/>
          </p:nvSpPr>
          <p:spPr>
            <a:xfrm>
              <a:off x="5089957" y="366595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BEEBD5">
                <a:alpha val="100000"/>
              </a:srgbClr>
            </a:solidFill>
            <a:ln w="5420" cap="flat">
              <a:solidFill>
                <a:srgbClr val="BEEBD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44" name="pg1444"/>
            <p:cNvSpPr/>
            <p:nvPr/>
          </p:nvSpPr>
          <p:spPr>
            <a:xfrm>
              <a:off x="5101595" y="366595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C1ECD7">
                <a:alpha val="100000"/>
              </a:srgbClr>
            </a:solidFill>
            <a:ln w="5420" cap="flat">
              <a:solidFill>
                <a:srgbClr val="C1ECD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45" name="pg1445"/>
            <p:cNvSpPr/>
            <p:nvPr/>
          </p:nvSpPr>
          <p:spPr>
            <a:xfrm>
              <a:off x="5113232" y="366595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C1ECD7">
                <a:alpha val="100000"/>
              </a:srgbClr>
            </a:solidFill>
            <a:ln w="5420" cap="flat">
              <a:solidFill>
                <a:srgbClr val="C1ECD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46" name="pg1446"/>
            <p:cNvSpPr/>
            <p:nvPr/>
          </p:nvSpPr>
          <p:spPr>
            <a:xfrm>
              <a:off x="5124869" y="366595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C1EBD6">
                <a:alpha val="100000"/>
              </a:srgbClr>
            </a:solidFill>
            <a:ln w="5420" cap="flat">
              <a:solidFill>
                <a:srgbClr val="C1EBD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47" name="pg1447"/>
            <p:cNvSpPr/>
            <p:nvPr/>
          </p:nvSpPr>
          <p:spPr>
            <a:xfrm>
              <a:off x="5136507" y="366595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C0EBD6">
                <a:alpha val="100000"/>
              </a:srgbClr>
            </a:solidFill>
            <a:ln w="5420" cap="flat">
              <a:solidFill>
                <a:srgbClr val="C0EBD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48" name="pg1448"/>
            <p:cNvSpPr/>
            <p:nvPr/>
          </p:nvSpPr>
          <p:spPr>
            <a:xfrm>
              <a:off x="5148144" y="366595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BFEBD5">
                <a:alpha val="100000"/>
              </a:srgbClr>
            </a:solidFill>
            <a:ln w="5420" cap="flat">
              <a:solidFill>
                <a:srgbClr val="BFEBD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49" name="pg1449"/>
            <p:cNvSpPr/>
            <p:nvPr/>
          </p:nvSpPr>
          <p:spPr>
            <a:xfrm>
              <a:off x="5159781" y="366595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BEEBD5">
                <a:alpha val="100000"/>
              </a:srgbClr>
            </a:solidFill>
            <a:ln w="5420" cap="flat">
              <a:solidFill>
                <a:srgbClr val="BEEBD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50" name="pg1450"/>
            <p:cNvSpPr/>
            <p:nvPr/>
          </p:nvSpPr>
          <p:spPr>
            <a:xfrm>
              <a:off x="5171419" y="366595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BDEAD4">
                <a:alpha val="100000"/>
              </a:srgbClr>
            </a:solidFill>
            <a:ln w="5420" cap="flat">
              <a:solidFill>
                <a:srgbClr val="BDEAD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51" name="pg1451"/>
            <p:cNvSpPr/>
            <p:nvPr/>
          </p:nvSpPr>
          <p:spPr>
            <a:xfrm>
              <a:off x="5183056" y="366595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BCEAD4">
                <a:alpha val="100000"/>
              </a:srgbClr>
            </a:solidFill>
            <a:ln w="5420" cap="flat">
              <a:solidFill>
                <a:srgbClr val="BCEAD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52" name="pg1452"/>
            <p:cNvSpPr/>
            <p:nvPr/>
          </p:nvSpPr>
          <p:spPr>
            <a:xfrm>
              <a:off x="5206331" y="366595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BBEAD4">
                <a:alpha val="100000"/>
              </a:srgbClr>
            </a:solidFill>
            <a:ln w="5420" cap="flat">
              <a:solidFill>
                <a:srgbClr val="BBEAD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53" name="pg1453"/>
            <p:cNvSpPr/>
            <p:nvPr/>
          </p:nvSpPr>
          <p:spPr>
            <a:xfrm>
              <a:off x="5217968" y="366595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BBE9D3">
                <a:alpha val="100000"/>
              </a:srgbClr>
            </a:solidFill>
            <a:ln w="5420" cap="flat">
              <a:solidFill>
                <a:srgbClr val="BBE9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54" name="pg1454"/>
            <p:cNvSpPr/>
            <p:nvPr/>
          </p:nvSpPr>
          <p:spPr>
            <a:xfrm>
              <a:off x="5229605" y="366595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BAE9D3">
                <a:alpha val="100000"/>
              </a:srgbClr>
            </a:solidFill>
            <a:ln w="5420" cap="flat">
              <a:solidFill>
                <a:srgbClr val="BAE9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55" name="pg1455"/>
            <p:cNvSpPr/>
            <p:nvPr/>
          </p:nvSpPr>
          <p:spPr>
            <a:xfrm>
              <a:off x="5241243" y="366595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BAE9D3">
                <a:alpha val="100000"/>
              </a:srgbClr>
            </a:solidFill>
            <a:ln w="5420" cap="flat">
              <a:solidFill>
                <a:srgbClr val="BAE9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56" name="pg1456"/>
            <p:cNvSpPr/>
            <p:nvPr/>
          </p:nvSpPr>
          <p:spPr>
            <a:xfrm>
              <a:off x="5252880" y="366595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BAE9D3">
                <a:alpha val="100000"/>
              </a:srgbClr>
            </a:solidFill>
            <a:ln w="5420" cap="flat">
              <a:solidFill>
                <a:srgbClr val="BAE9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57" name="pg1457"/>
            <p:cNvSpPr/>
            <p:nvPr/>
          </p:nvSpPr>
          <p:spPr>
            <a:xfrm>
              <a:off x="5264517" y="366595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B9E9D3">
                <a:alpha val="100000"/>
              </a:srgbClr>
            </a:solidFill>
            <a:ln w="5420" cap="flat">
              <a:solidFill>
                <a:srgbClr val="B9E9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58" name="pg1458"/>
            <p:cNvSpPr/>
            <p:nvPr/>
          </p:nvSpPr>
          <p:spPr>
            <a:xfrm>
              <a:off x="4996859" y="368025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B8E9D2">
                <a:alpha val="100000"/>
              </a:srgbClr>
            </a:solidFill>
            <a:ln w="5420" cap="flat">
              <a:solidFill>
                <a:srgbClr val="B8E9D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59" name="pg1459"/>
            <p:cNvSpPr/>
            <p:nvPr/>
          </p:nvSpPr>
          <p:spPr>
            <a:xfrm>
              <a:off x="5008496" y="368025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B7E8D2">
                <a:alpha val="100000"/>
              </a:srgbClr>
            </a:solidFill>
            <a:ln w="5420" cap="flat">
              <a:solidFill>
                <a:srgbClr val="B7E8D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60" name="pg1460"/>
            <p:cNvSpPr/>
            <p:nvPr/>
          </p:nvSpPr>
          <p:spPr>
            <a:xfrm>
              <a:off x="5020133" y="368025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B6E8D1">
                <a:alpha val="100000"/>
              </a:srgbClr>
            </a:solidFill>
            <a:ln w="5420" cap="flat">
              <a:solidFill>
                <a:srgbClr val="B6E8D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61" name="pg1461"/>
            <p:cNvSpPr/>
            <p:nvPr/>
          </p:nvSpPr>
          <p:spPr>
            <a:xfrm>
              <a:off x="5031771" y="368025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B6E8D1">
                <a:alpha val="100000"/>
              </a:srgbClr>
            </a:solidFill>
            <a:ln w="5420" cap="flat">
              <a:solidFill>
                <a:srgbClr val="B6E8D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62" name="pg1462"/>
            <p:cNvSpPr/>
            <p:nvPr/>
          </p:nvSpPr>
          <p:spPr>
            <a:xfrm>
              <a:off x="5043408" y="368025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B6E8D1">
                <a:alpha val="100000"/>
              </a:srgbClr>
            </a:solidFill>
            <a:ln w="5420" cap="flat">
              <a:solidFill>
                <a:srgbClr val="B6E8D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63" name="pg1463"/>
            <p:cNvSpPr/>
            <p:nvPr/>
          </p:nvSpPr>
          <p:spPr>
            <a:xfrm>
              <a:off x="5055045" y="368025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B7E8D2">
                <a:alpha val="100000"/>
              </a:srgbClr>
            </a:solidFill>
            <a:ln w="5420" cap="flat">
              <a:solidFill>
                <a:srgbClr val="B7E8D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64" name="pg1464"/>
            <p:cNvSpPr/>
            <p:nvPr/>
          </p:nvSpPr>
          <p:spPr>
            <a:xfrm>
              <a:off x="5066683" y="368025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BBE9D3">
                <a:alpha val="100000"/>
              </a:srgbClr>
            </a:solidFill>
            <a:ln w="5420" cap="flat">
              <a:solidFill>
                <a:srgbClr val="BBE9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65" name="pg1465"/>
            <p:cNvSpPr/>
            <p:nvPr/>
          </p:nvSpPr>
          <p:spPr>
            <a:xfrm>
              <a:off x="5078320" y="368025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BFEBD5">
                <a:alpha val="100000"/>
              </a:srgbClr>
            </a:solidFill>
            <a:ln w="5420" cap="flat">
              <a:solidFill>
                <a:srgbClr val="BFEBD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66" name="pg1466"/>
            <p:cNvSpPr/>
            <p:nvPr/>
          </p:nvSpPr>
          <p:spPr>
            <a:xfrm>
              <a:off x="5089957" y="368025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C3ECD7">
                <a:alpha val="100000"/>
              </a:srgbClr>
            </a:solidFill>
            <a:ln w="5420" cap="flat">
              <a:solidFill>
                <a:srgbClr val="C3ECD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67" name="pg1467"/>
            <p:cNvSpPr/>
            <p:nvPr/>
          </p:nvSpPr>
          <p:spPr>
            <a:xfrm>
              <a:off x="5101595" y="368025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C5EDD8">
                <a:alpha val="100000"/>
              </a:srgbClr>
            </a:solidFill>
            <a:ln w="5420" cap="flat">
              <a:solidFill>
                <a:srgbClr val="C5EDD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68" name="pg1468"/>
            <p:cNvSpPr/>
            <p:nvPr/>
          </p:nvSpPr>
          <p:spPr>
            <a:xfrm>
              <a:off x="5113232" y="368025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C4EDD8">
                <a:alpha val="100000"/>
              </a:srgbClr>
            </a:solidFill>
            <a:ln w="5420" cap="flat">
              <a:solidFill>
                <a:srgbClr val="C4EDD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69" name="pg1469"/>
            <p:cNvSpPr/>
            <p:nvPr/>
          </p:nvSpPr>
          <p:spPr>
            <a:xfrm>
              <a:off x="5124869" y="368025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C3ECD7">
                <a:alpha val="100000"/>
              </a:srgbClr>
            </a:solidFill>
            <a:ln w="5420" cap="flat">
              <a:solidFill>
                <a:srgbClr val="C3ECD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70" name="pg1470"/>
            <p:cNvSpPr/>
            <p:nvPr/>
          </p:nvSpPr>
          <p:spPr>
            <a:xfrm>
              <a:off x="5136507" y="368025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C2ECD7">
                <a:alpha val="100000"/>
              </a:srgbClr>
            </a:solidFill>
            <a:ln w="5420" cap="flat">
              <a:solidFill>
                <a:srgbClr val="C2ECD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71" name="pg1471"/>
            <p:cNvSpPr/>
            <p:nvPr/>
          </p:nvSpPr>
          <p:spPr>
            <a:xfrm>
              <a:off x="5148144" y="368025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C0EBD6">
                <a:alpha val="100000"/>
              </a:srgbClr>
            </a:solidFill>
            <a:ln w="5420" cap="flat">
              <a:solidFill>
                <a:srgbClr val="C0EBD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72" name="pg1472"/>
            <p:cNvSpPr/>
            <p:nvPr/>
          </p:nvSpPr>
          <p:spPr>
            <a:xfrm>
              <a:off x="5159781" y="368025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BFEBD5">
                <a:alpha val="100000"/>
              </a:srgbClr>
            </a:solidFill>
            <a:ln w="5420" cap="flat">
              <a:solidFill>
                <a:srgbClr val="BFEBD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73" name="pg1473"/>
            <p:cNvSpPr/>
            <p:nvPr/>
          </p:nvSpPr>
          <p:spPr>
            <a:xfrm>
              <a:off x="5171419" y="368025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BEEAD5">
                <a:alpha val="100000"/>
              </a:srgbClr>
            </a:solidFill>
            <a:ln w="5420" cap="flat">
              <a:solidFill>
                <a:srgbClr val="BEEAD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74" name="pg1474"/>
            <p:cNvSpPr/>
            <p:nvPr/>
          </p:nvSpPr>
          <p:spPr>
            <a:xfrm>
              <a:off x="5183056" y="368025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BDEAD4">
                <a:alpha val="100000"/>
              </a:srgbClr>
            </a:solidFill>
            <a:ln w="5420" cap="flat">
              <a:solidFill>
                <a:srgbClr val="BDEAD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75" name="pg1475"/>
            <p:cNvSpPr/>
            <p:nvPr/>
          </p:nvSpPr>
          <p:spPr>
            <a:xfrm>
              <a:off x="5194693" y="368025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BCEAD4">
                <a:alpha val="100000"/>
              </a:srgbClr>
            </a:solidFill>
            <a:ln w="5420" cap="flat">
              <a:solidFill>
                <a:srgbClr val="BCEAD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76" name="pg1476"/>
            <p:cNvSpPr/>
            <p:nvPr/>
          </p:nvSpPr>
          <p:spPr>
            <a:xfrm>
              <a:off x="5206331" y="368025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BBEAD4">
                <a:alpha val="100000"/>
              </a:srgbClr>
            </a:solidFill>
            <a:ln w="5420" cap="flat">
              <a:solidFill>
                <a:srgbClr val="BBEAD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77" name="pg1477"/>
            <p:cNvSpPr/>
            <p:nvPr/>
          </p:nvSpPr>
          <p:spPr>
            <a:xfrm>
              <a:off x="5217968" y="368025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BBE9D3">
                <a:alpha val="100000"/>
              </a:srgbClr>
            </a:solidFill>
            <a:ln w="5420" cap="flat">
              <a:solidFill>
                <a:srgbClr val="BBE9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78" name="pg1478"/>
            <p:cNvSpPr/>
            <p:nvPr/>
          </p:nvSpPr>
          <p:spPr>
            <a:xfrm>
              <a:off x="5229605" y="368025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BAE9D3">
                <a:alpha val="100000"/>
              </a:srgbClr>
            </a:solidFill>
            <a:ln w="5420" cap="flat">
              <a:solidFill>
                <a:srgbClr val="BAE9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79" name="pg1479"/>
            <p:cNvSpPr/>
            <p:nvPr/>
          </p:nvSpPr>
          <p:spPr>
            <a:xfrm>
              <a:off x="5241243" y="368025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BAE9D3">
                <a:alpha val="100000"/>
              </a:srgbClr>
            </a:solidFill>
            <a:ln w="5420" cap="flat">
              <a:solidFill>
                <a:srgbClr val="BAE9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80" name="pg1480"/>
            <p:cNvSpPr/>
            <p:nvPr/>
          </p:nvSpPr>
          <p:spPr>
            <a:xfrm>
              <a:off x="5252880" y="368025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BAE9D3">
                <a:alpha val="100000"/>
              </a:srgbClr>
            </a:solidFill>
            <a:ln w="5420" cap="flat">
              <a:solidFill>
                <a:srgbClr val="BAE9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81" name="pg1481"/>
            <p:cNvSpPr/>
            <p:nvPr/>
          </p:nvSpPr>
          <p:spPr>
            <a:xfrm>
              <a:off x="5264517" y="368025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B9E9D3">
                <a:alpha val="100000"/>
              </a:srgbClr>
            </a:solidFill>
            <a:ln w="5420" cap="flat">
              <a:solidFill>
                <a:srgbClr val="B9E9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82" name="pg1482"/>
            <p:cNvSpPr/>
            <p:nvPr/>
          </p:nvSpPr>
          <p:spPr>
            <a:xfrm>
              <a:off x="5008496" y="369455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BAE9D3">
                <a:alpha val="100000"/>
              </a:srgbClr>
            </a:solidFill>
            <a:ln w="5420" cap="flat">
              <a:solidFill>
                <a:srgbClr val="BAE9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83" name="pg1483"/>
            <p:cNvSpPr/>
            <p:nvPr/>
          </p:nvSpPr>
          <p:spPr>
            <a:xfrm>
              <a:off x="5020133" y="369455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B9E9D3">
                <a:alpha val="100000"/>
              </a:srgbClr>
            </a:solidFill>
            <a:ln w="5420" cap="flat">
              <a:solidFill>
                <a:srgbClr val="B9E9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84" name="pg1484"/>
            <p:cNvSpPr/>
            <p:nvPr/>
          </p:nvSpPr>
          <p:spPr>
            <a:xfrm>
              <a:off x="5031771" y="369455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B9E9D3">
                <a:alpha val="100000"/>
              </a:srgbClr>
            </a:solidFill>
            <a:ln w="5420" cap="flat">
              <a:solidFill>
                <a:srgbClr val="B9E9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85" name="pg1485"/>
            <p:cNvSpPr/>
            <p:nvPr/>
          </p:nvSpPr>
          <p:spPr>
            <a:xfrm>
              <a:off x="5043408" y="369455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BAE9D3">
                <a:alpha val="100000"/>
              </a:srgbClr>
            </a:solidFill>
            <a:ln w="5420" cap="flat">
              <a:solidFill>
                <a:srgbClr val="BAE9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86" name="pg1486"/>
            <p:cNvSpPr/>
            <p:nvPr/>
          </p:nvSpPr>
          <p:spPr>
            <a:xfrm>
              <a:off x="5055045" y="369455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BCEAD4">
                <a:alpha val="100000"/>
              </a:srgbClr>
            </a:solidFill>
            <a:ln w="5420" cap="flat">
              <a:solidFill>
                <a:srgbClr val="BCEAD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87" name="pg1487"/>
            <p:cNvSpPr/>
            <p:nvPr/>
          </p:nvSpPr>
          <p:spPr>
            <a:xfrm>
              <a:off x="5066683" y="369455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C0EBD6">
                <a:alpha val="100000"/>
              </a:srgbClr>
            </a:solidFill>
            <a:ln w="5420" cap="flat">
              <a:solidFill>
                <a:srgbClr val="C0EBD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88" name="pg1488"/>
            <p:cNvSpPr/>
            <p:nvPr/>
          </p:nvSpPr>
          <p:spPr>
            <a:xfrm>
              <a:off x="5078320" y="369455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C4ECD8">
                <a:alpha val="100000"/>
              </a:srgbClr>
            </a:solidFill>
            <a:ln w="5420" cap="flat">
              <a:solidFill>
                <a:srgbClr val="C4ECD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89" name="pg1489"/>
            <p:cNvSpPr/>
            <p:nvPr/>
          </p:nvSpPr>
          <p:spPr>
            <a:xfrm>
              <a:off x="5089957" y="369455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C7EDD9">
                <a:alpha val="100000"/>
              </a:srgbClr>
            </a:solidFill>
            <a:ln w="5420" cap="flat">
              <a:solidFill>
                <a:srgbClr val="C7EDD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90" name="pg1490"/>
            <p:cNvSpPr/>
            <p:nvPr/>
          </p:nvSpPr>
          <p:spPr>
            <a:xfrm>
              <a:off x="5101595" y="369455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C8EEDA">
                <a:alpha val="100000"/>
              </a:srgbClr>
            </a:solidFill>
            <a:ln w="5420" cap="flat">
              <a:solidFill>
                <a:srgbClr val="C8EED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91" name="pg1491"/>
            <p:cNvSpPr/>
            <p:nvPr/>
          </p:nvSpPr>
          <p:spPr>
            <a:xfrm>
              <a:off x="5113232" y="369455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C7EDD9">
                <a:alpha val="100000"/>
              </a:srgbClr>
            </a:solidFill>
            <a:ln w="5420" cap="flat">
              <a:solidFill>
                <a:srgbClr val="C7EDD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92" name="pg1492"/>
            <p:cNvSpPr/>
            <p:nvPr/>
          </p:nvSpPr>
          <p:spPr>
            <a:xfrm>
              <a:off x="5124869" y="369455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C5EDD8">
                <a:alpha val="100000"/>
              </a:srgbClr>
            </a:solidFill>
            <a:ln w="5420" cap="flat">
              <a:solidFill>
                <a:srgbClr val="C5EDD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93" name="pg1493"/>
            <p:cNvSpPr/>
            <p:nvPr/>
          </p:nvSpPr>
          <p:spPr>
            <a:xfrm>
              <a:off x="5136507" y="369455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C3ECD7">
                <a:alpha val="100000"/>
              </a:srgbClr>
            </a:solidFill>
            <a:ln w="5420" cap="flat">
              <a:solidFill>
                <a:srgbClr val="C3ECD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94" name="pg1494"/>
            <p:cNvSpPr/>
            <p:nvPr/>
          </p:nvSpPr>
          <p:spPr>
            <a:xfrm>
              <a:off x="5148144" y="369455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C1EBD6">
                <a:alpha val="100000"/>
              </a:srgbClr>
            </a:solidFill>
            <a:ln w="5420" cap="flat">
              <a:solidFill>
                <a:srgbClr val="C1EBD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95" name="pg1495"/>
            <p:cNvSpPr/>
            <p:nvPr/>
          </p:nvSpPr>
          <p:spPr>
            <a:xfrm>
              <a:off x="5159781" y="369455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BFEBD6">
                <a:alpha val="100000"/>
              </a:srgbClr>
            </a:solidFill>
            <a:ln w="5420" cap="flat">
              <a:solidFill>
                <a:srgbClr val="BFEBD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96" name="pg1496"/>
            <p:cNvSpPr/>
            <p:nvPr/>
          </p:nvSpPr>
          <p:spPr>
            <a:xfrm>
              <a:off x="5171419" y="369455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BEEAD5">
                <a:alpha val="100000"/>
              </a:srgbClr>
            </a:solidFill>
            <a:ln w="5420" cap="flat">
              <a:solidFill>
                <a:srgbClr val="BEEAD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97" name="pg1497"/>
            <p:cNvSpPr/>
            <p:nvPr/>
          </p:nvSpPr>
          <p:spPr>
            <a:xfrm>
              <a:off x="5183056" y="369455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BDEAD4">
                <a:alpha val="100000"/>
              </a:srgbClr>
            </a:solidFill>
            <a:ln w="5420" cap="flat">
              <a:solidFill>
                <a:srgbClr val="BDEAD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98" name="pg1498"/>
            <p:cNvSpPr/>
            <p:nvPr/>
          </p:nvSpPr>
          <p:spPr>
            <a:xfrm>
              <a:off x="5194693" y="369455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BCEAD4">
                <a:alpha val="100000"/>
              </a:srgbClr>
            </a:solidFill>
            <a:ln w="5420" cap="flat">
              <a:solidFill>
                <a:srgbClr val="BCEAD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99" name="pg1499"/>
            <p:cNvSpPr/>
            <p:nvPr/>
          </p:nvSpPr>
          <p:spPr>
            <a:xfrm>
              <a:off x="5206331" y="369455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BBEAD4">
                <a:alpha val="100000"/>
              </a:srgbClr>
            </a:solidFill>
            <a:ln w="5420" cap="flat">
              <a:solidFill>
                <a:srgbClr val="BBEAD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00" name="pg1500"/>
            <p:cNvSpPr/>
            <p:nvPr/>
          </p:nvSpPr>
          <p:spPr>
            <a:xfrm>
              <a:off x="5217968" y="369455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BAE9D3">
                <a:alpha val="100000"/>
              </a:srgbClr>
            </a:solidFill>
            <a:ln w="5420" cap="flat">
              <a:solidFill>
                <a:srgbClr val="BAE9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01" name="pg1501"/>
            <p:cNvSpPr/>
            <p:nvPr/>
          </p:nvSpPr>
          <p:spPr>
            <a:xfrm>
              <a:off x="5229605" y="369455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BAE9D3">
                <a:alpha val="100000"/>
              </a:srgbClr>
            </a:solidFill>
            <a:ln w="5420" cap="flat">
              <a:solidFill>
                <a:srgbClr val="BAE9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02" name="pg1502"/>
            <p:cNvSpPr/>
            <p:nvPr/>
          </p:nvSpPr>
          <p:spPr>
            <a:xfrm>
              <a:off x="5241243" y="369455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BAE9D3">
                <a:alpha val="100000"/>
              </a:srgbClr>
            </a:solidFill>
            <a:ln w="5420" cap="flat">
              <a:solidFill>
                <a:srgbClr val="BAE9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03" name="pg1503"/>
            <p:cNvSpPr/>
            <p:nvPr/>
          </p:nvSpPr>
          <p:spPr>
            <a:xfrm>
              <a:off x="5252880" y="369455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B9E9D3">
                <a:alpha val="100000"/>
              </a:srgbClr>
            </a:solidFill>
            <a:ln w="5420" cap="flat">
              <a:solidFill>
                <a:srgbClr val="B9E9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04" name="pg1504"/>
            <p:cNvSpPr/>
            <p:nvPr/>
          </p:nvSpPr>
          <p:spPr>
            <a:xfrm>
              <a:off x="5008496" y="370885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BCEAD4">
                <a:alpha val="100000"/>
              </a:srgbClr>
            </a:solidFill>
            <a:ln w="5420" cap="flat">
              <a:solidFill>
                <a:srgbClr val="BCEAD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05" name="pg1505"/>
            <p:cNvSpPr/>
            <p:nvPr/>
          </p:nvSpPr>
          <p:spPr>
            <a:xfrm>
              <a:off x="5020133" y="370885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BCEAD4">
                <a:alpha val="100000"/>
              </a:srgbClr>
            </a:solidFill>
            <a:ln w="5420" cap="flat">
              <a:solidFill>
                <a:srgbClr val="BCEAD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06" name="pg1506"/>
            <p:cNvSpPr/>
            <p:nvPr/>
          </p:nvSpPr>
          <p:spPr>
            <a:xfrm>
              <a:off x="5031771" y="370885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BDEAD4">
                <a:alpha val="100000"/>
              </a:srgbClr>
            </a:solidFill>
            <a:ln w="5420" cap="flat">
              <a:solidFill>
                <a:srgbClr val="BDEAD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07" name="pg1507"/>
            <p:cNvSpPr/>
            <p:nvPr/>
          </p:nvSpPr>
          <p:spPr>
            <a:xfrm>
              <a:off x="5043408" y="370885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BEEBD5">
                <a:alpha val="100000"/>
              </a:srgbClr>
            </a:solidFill>
            <a:ln w="5420" cap="flat">
              <a:solidFill>
                <a:srgbClr val="BEEBD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08" name="pg1508"/>
            <p:cNvSpPr/>
            <p:nvPr/>
          </p:nvSpPr>
          <p:spPr>
            <a:xfrm>
              <a:off x="5055045" y="370885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C1EBD6">
                <a:alpha val="100000"/>
              </a:srgbClr>
            </a:solidFill>
            <a:ln w="5420" cap="flat">
              <a:solidFill>
                <a:srgbClr val="C1EBD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09" name="pg1509"/>
            <p:cNvSpPr/>
            <p:nvPr/>
          </p:nvSpPr>
          <p:spPr>
            <a:xfrm>
              <a:off x="5066683" y="370885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C4ECD8">
                <a:alpha val="100000"/>
              </a:srgbClr>
            </a:solidFill>
            <a:ln w="5420" cap="flat">
              <a:solidFill>
                <a:srgbClr val="C4ECD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10" name="pg1510"/>
            <p:cNvSpPr/>
            <p:nvPr/>
          </p:nvSpPr>
          <p:spPr>
            <a:xfrm>
              <a:off x="5078320" y="370885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C7EDD9">
                <a:alpha val="100000"/>
              </a:srgbClr>
            </a:solidFill>
            <a:ln w="5420" cap="flat">
              <a:solidFill>
                <a:srgbClr val="C7EDD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11" name="pg1511"/>
            <p:cNvSpPr/>
            <p:nvPr/>
          </p:nvSpPr>
          <p:spPr>
            <a:xfrm>
              <a:off x="5089957" y="370885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C9EEDA">
                <a:alpha val="100000"/>
              </a:srgbClr>
            </a:solidFill>
            <a:ln w="5420" cap="flat">
              <a:solidFill>
                <a:srgbClr val="C9EED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12" name="pg1512"/>
            <p:cNvSpPr/>
            <p:nvPr/>
          </p:nvSpPr>
          <p:spPr>
            <a:xfrm>
              <a:off x="5101595" y="370885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CAEEDB">
                <a:alpha val="100000"/>
              </a:srgbClr>
            </a:solidFill>
            <a:ln w="5420" cap="flat">
              <a:solidFill>
                <a:srgbClr val="CAEED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13" name="pg1513"/>
            <p:cNvSpPr/>
            <p:nvPr/>
          </p:nvSpPr>
          <p:spPr>
            <a:xfrm>
              <a:off x="5113232" y="370885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C8EEDA">
                <a:alpha val="100000"/>
              </a:srgbClr>
            </a:solidFill>
            <a:ln w="5420" cap="flat">
              <a:solidFill>
                <a:srgbClr val="C8EED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14" name="pg1514"/>
            <p:cNvSpPr/>
            <p:nvPr/>
          </p:nvSpPr>
          <p:spPr>
            <a:xfrm>
              <a:off x="5124869" y="370885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C6EDD9">
                <a:alpha val="100000"/>
              </a:srgbClr>
            </a:solidFill>
            <a:ln w="5420" cap="flat">
              <a:solidFill>
                <a:srgbClr val="C6EDD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15" name="pg1515"/>
            <p:cNvSpPr/>
            <p:nvPr/>
          </p:nvSpPr>
          <p:spPr>
            <a:xfrm>
              <a:off x="5136507" y="370885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C3ECD8">
                <a:alpha val="100000"/>
              </a:srgbClr>
            </a:solidFill>
            <a:ln w="5420" cap="flat">
              <a:solidFill>
                <a:srgbClr val="C3ECD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16" name="pg1516"/>
            <p:cNvSpPr/>
            <p:nvPr/>
          </p:nvSpPr>
          <p:spPr>
            <a:xfrm>
              <a:off x="5148144" y="370885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C1EBD6">
                <a:alpha val="100000"/>
              </a:srgbClr>
            </a:solidFill>
            <a:ln w="5420" cap="flat">
              <a:solidFill>
                <a:srgbClr val="C1EBD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17" name="pg1517"/>
            <p:cNvSpPr/>
            <p:nvPr/>
          </p:nvSpPr>
          <p:spPr>
            <a:xfrm>
              <a:off x="5159781" y="370885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BFEBD5">
                <a:alpha val="100000"/>
              </a:srgbClr>
            </a:solidFill>
            <a:ln w="5420" cap="flat">
              <a:solidFill>
                <a:srgbClr val="BFEBD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18" name="pg1518"/>
            <p:cNvSpPr/>
            <p:nvPr/>
          </p:nvSpPr>
          <p:spPr>
            <a:xfrm>
              <a:off x="5171419" y="370885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BDEAD4">
                <a:alpha val="100000"/>
              </a:srgbClr>
            </a:solidFill>
            <a:ln w="5420" cap="flat">
              <a:solidFill>
                <a:srgbClr val="BDEAD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19" name="pg1519"/>
            <p:cNvSpPr/>
            <p:nvPr/>
          </p:nvSpPr>
          <p:spPr>
            <a:xfrm>
              <a:off x="5183056" y="370885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BCEAD4">
                <a:alpha val="100000"/>
              </a:srgbClr>
            </a:solidFill>
            <a:ln w="5420" cap="flat">
              <a:solidFill>
                <a:srgbClr val="BCEAD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20" name="pg1520"/>
            <p:cNvSpPr/>
            <p:nvPr/>
          </p:nvSpPr>
          <p:spPr>
            <a:xfrm>
              <a:off x="5194693" y="370885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BBEAD4">
                <a:alpha val="100000"/>
              </a:srgbClr>
            </a:solidFill>
            <a:ln w="5420" cap="flat">
              <a:solidFill>
                <a:srgbClr val="BBEAD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21" name="pg1521"/>
            <p:cNvSpPr/>
            <p:nvPr/>
          </p:nvSpPr>
          <p:spPr>
            <a:xfrm>
              <a:off x="5206331" y="370885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BBE9D3">
                <a:alpha val="100000"/>
              </a:srgbClr>
            </a:solidFill>
            <a:ln w="5420" cap="flat">
              <a:solidFill>
                <a:srgbClr val="BBE9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22" name="pg1522"/>
            <p:cNvSpPr/>
            <p:nvPr/>
          </p:nvSpPr>
          <p:spPr>
            <a:xfrm>
              <a:off x="5217968" y="370885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BAE9D3">
                <a:alpha val="100000"/>
              </a:srgbClr>
            </a:solidFill>
            <a:ln w="5420" cap="flat">
              <a:solidFill>
                <a:srgbClr val="BAE9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23" name="pg1523"/>
            <p:cNvSpPr/>
            <p:nvPr/>
          </p:nvSpPr>
          <p:spPr>
            <a:xfrm>
              <a:off x="5229605" y="370885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BAE9D3">
                <a:alpha val="100000"/>
              </a:srgbClr>
            </a:solidFill>
            <a:ln w="5420" cap="flat">
              <a:solidFill>
                <a:srgbClr val="BAE9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24" name="pg1524"/>
            <p:cNvSpPr/>
            <p:nvPr/>
          </p:nvSpPr>
          <p:spPr>
            <a:xfrm>
              <a:off x="5241243" y="370885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BAE9D3">
                <a:alpha val="100000"/>
              </a:srgbClr>
            </a:solidFill>
            <a:ln w="5420" cap="flat">
              <a:solidFill>
                <a:srgbClr val="BAE9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25" name="pg1525"/>
            <p:cNvSpPr/>
            <p:nvPr/>
          </p:nvSpPr>
          <p:spPr>
            <a:xfrm>
              <a:off x="5031771" y="372315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C0EBD6">
                <a:alpha val="100000"/>
              </a:srgbClr>
            </a:solidFill>
            <a:ln w="5420" cap="flat">
              <a:solidFill>
                <a:srgbClr val="C0EBD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26" name="pg1526"/>
            <p:cNvSpPr/>
            <p:nvPr/>
          </p:nvSpPr>
          <p:spPr>
            <a:xfrm>
              <a:off x="5043408" y="372315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C2ECD7">
                <a:alpha val="100000"/>
              </a:srgbClr>
            </a:solidFill>
            <a:ln w="5420" cap="flat">
              <a:solidFill>
                <a:srgbClr val="C2ECD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27" name="pg1527"/>
            <p:cNvSpPr/>
            <p:nvPr/>
          </p:nvSpPr>
          <p:spPr>
            <a:xfrm>
              <a:off x="5055045" y="372315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C3ECD8">
                <a:alpha val="100000"/>
              </a:srgbClr>
            </a:solidFill>
            <a:ln w="5420" cap="flat">
              <a:solidFill>
                <a:srgbClr val="C3ECD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28" name="pg1528"/>
            <p:cNvSpPr/>
            <p:nvPr/>
          </p:nvSpPr>
          <p:spPr>
            <a:xfrm>
              <a:off x="5066683" y="372315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C5EDD9">
                <a:alpha val="100000"/>
              </a:srgbClr>
            </a:solidFill>
            <a:ln w="5420" cap="flat">
              <a:solidFill>
                <a:srgbClr val="C5EDD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29" name="pg1529"/>
            <p:cNvSpPr/>
            <p:nvPr/>
          </p:nvSpPr>
          <p:spPr>
            <a:xfrm>
              <a:off x="5078320" y="372315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C8EEDA">
                <a:alpha val="100000"/>
              </a:srgbClr>
            </a:solidFill>
            <a:ln w="5420" cap="flat">
              <a:solidFill>
                <a:srgbClr val="C8EED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30" name="pg1530"/>
            <p:cNvSpPr/>
            <p:nvPr/>
          </p:nvSpPr>
          <p:spPr>
            <a:xfrm>
              <a:off x="5089957" y="372315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C9EEDA">
                <a:alpha val="100000"/>
              </a:srgbClr>
            </a:solidFill>
            <a:ln w="5420" cap="flat">
              <a:solidFill>
                <a:srgbClr val="C9EED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31" name="pg1531"/>
            <p:cNvSpPr/>
            <p:nvPr/>
          </p:nvSpPr>
          <p:spPr>
            <a:xfrm>
              <a:off x="5101595" y="372315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C9EEDB">
                <a:alpha val="100000"/>
              </a:srgbClr>
            </a:solidFill>
            <a:ln w="5420" cap="flat">
              <a:solidFill>
                <a:srgbClr val="C9EED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32" name="pg1532"/>
            <p:cNvSpPr/>
            <p:nvPr/>
          </p:nvSpPr>
          <p:spPr>
            <a:xfrm>
              <a:off x="5113232" y="372315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C8EEDA">
                <a:alpha val="100000"/>
              </a:srgbClr>
            </a:solidFill>
            <a:ln w="5420" cap="flat">
              <a:solidFill>
                <a:srgbClr val="C8EED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33" name="pg1533"/>
            <p:cNvSpPr/>
            <p:nvPr/>
          </p:nvSpPr>
          <p:spPr>
            <a:xfrm>
              <a:off x="5124869" y="372315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C6EDD9">
                <a:alpha val="100000"/>
              </a:srgbClr>
            </a:solidFill>
            <a:ln w="5420" cap="flat">
              <a:solidFill>
                <a:srgbClr val="C6EDD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34" name="pg1534"/>
            <p:cNvSpPr/>
            <p:nvPr/>
          </p:nvSpPr>
          <p:spPr>
            <a:xfrm>
              <a:off x="5136507" y="372315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C3ECD7">
                <a:alpha val="100000"/>
              </a:srgbClr>
            </a:solidFill>
            <a:ln w="5420" cap="flat">
              <a:solidFill>
                <a:srgbClr val="C3ECD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35" name="pg1535"/>
            <p:cNvSpPr/>
            <p:nvPr/>
          </p:nvSpPr>
          <p:spPr>
            <a:xfrm>
              <a:off x="5148144" y="372315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C0EBD6">
                <a:alpha val="100000"/>
              </a:srgbClr>
            </a:solidFill>
            <a:ln w="5420" cap="flat">
              <a:solidFill>
                <a:srgbClr val="C0EBD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36" name="pg1536"/>
            <p:cNvSpPr/>
            <p:nvPr/>
          </p:nvSpPr>
          <p:spPr>
            <a:xfrm>
              <a:off x="5159781" y="372315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BEEAD5">
                <a:alpha val="100000"/>
              </a:srgbClr>
            </a:solidFill>
            <a:ln w="5420" cap="flat">
              <a:solidFill>
                <a:srgbClr val="BEEAD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37" name="pg1537"/>
            <p:cNvSpPr/>
            <p:nvPr/>
          </p:nvSpPr>
          <p:spPr>
            <a:xfrm>
              <a:off x="5171419" y="372315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BCEAD4">
                <a:alpha val="100000"/>
              </a:srgbClr>
            </a:solidFill>
            <a:ln w="5420" cap="flat">
              <a:solidFill>
                <a:srgbClr val="BCEAD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38" name="pg1538"/>
            <p:cNvSpPr/>
            <p:nvPr/>
          </p:nvSpPr>
          <p:spPr>
            <a:xfrm>
              <a:off x="5183056" y="372315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BAE9D3">
                <a:alpha val="100000"/>
              </a:srgbClr>
            </a:solidFill>
            <a:ln w="5420" cap="flat">
              <a:solidFill>
                <a:srgbClr val="BAE9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39" name="pg1539"/>
            <p:cNvSpPr/>
            <p:nvPr/>
          </p:nvSpPr>
          <p:spPr>
            <a:xfrm>
              <a:off x="5194693" y="372315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BAE9D3">
                <a:alpha val="100000"/>
              </a:srgbClr>
            </a:solidFill>
            <a:ln w="5420" cap="flat">
              <a:solidFill>
                <a:srgbClr val="BAE9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40" name="pg1540"/>
            <p:cNvSpPr/>
            <p:nvPr/>
          </p:nvSpPr>
          <p:spPr>
            <a:xfrm>
              <a:off x="5206331" y="372315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BAE9D3">
                <a:alpha val="100000"/>
              </a:srgbClr>
            </a:solidFill>
            <a:ln w="5420" cap="flat">
              <a:solidFill>
                <a:srgbClr val="BAE9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41" name="pg1541"/>
            <p:cNvSpPr/>
            <p:nvPr/>
          </p:nvSpPr>
          <p:spPr>
            <a:xfrm>
              <a:off x="5217968" y="372315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BAE9D3">
                <a:alpha val="100000"/>
              </a:srgbClr>
            </a:solidFill>
            <a:ln w="5420" cap="flat">
              <a:solidFill>
                <a:srgbClr val="BAE9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42" name="pg1542"/>
            <p:cNvSpPr/>
            <p:nvPr/>
          </p:nvSpPr>
          <p:spPr>
            <a:xfrm>
              <a:off x="5229605" y="372315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BAE9D3">
                <a:alpha val="100000"/>
              </a:srgbClr>
            </a:solidFill>
            <a:ln w="5420" cap="flat">
              <a:solidFill>
                <a:srgbClr val="BAE9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43" name="pg1543"/>
            <p:cNvSpPr/>
            <p:nvPr/>
          </p:nvSpPr>
          <p:spPr>
            <a:xfrm>
              <a:off x="5043408" y="373745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C4EDD8">
                <a:alpha val="100000"/>
              </a:srgbClr>
            </a:solidFill>
            <a:ln w="5420" cap="flat">
              <a:solidFill>
                <a:srgbClr val="C4EDD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44" name="pg1544"/>
            <p:cNvSpPr/>
            <p:nvPr/>
          </p:nvSpPr>
          <p:spPr>
            <a:xfrm>
              <a:off x="5055045" y="373745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C6EDD9">
                <a:alpha val="100000"/>
              </a:srgbClr>
            </a:solidFill>
            <a:ln w="5420" cap="flat">
              <a:solidFill>
                <a:srgbClr val="C6EDD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45" name="pg1545"/>
            <p:cNvSpPr/>
            <p:nvPr/>
          </p:nvSpPr>
          <p:spPr>
            <a:xfrm>
              <a:off x="5066683" y="373745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C7EDD9">
                <a:alpha val="100000"/>
              </a:srgbClr>
            </a:solidFill>
            <a:ln w="5420" cap="flat">
              <a:solidFill>
                <a:srgbClr val="C7EDD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46" name="pg1546"/>
            <p:cNvSpPr/>
            <p:nvPr/>
          </p:nvSpPr>
          <p:spPr>
            <a:xfrm>
              <a:off x="5078320" y="373745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C8EEDA">
                <a:alpha val="100000"/>
              </a:srgbClr>
            </a:solidFill>
            <a:ln w="5420" cap="flat">
              <a:solidFill>
                <a:srgbClr val="C8EED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47" name="pg1547"/>
            <p:cNvSpPr/>
            <p:nvPr/>
          </p:nvSpPr>
          <p:spPr>
            <a:xfrm>
              <a:off x="5089957" y="373745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C9EEDA">
                <a:alpha val="100000"/>
              </a:srgbClr>
            </a:solidFill>
            <a:ln w="5420" cap="flat">
              <a:solidFill>
                <a:srgbClr val="C9EED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48" name="pg1548"/>
            <p:cNvSpPr/>
            <p:nvPr/>
          </p:nvSpPr>
          <p:spPr>
            <a:xfrm>
              <a:off x="5101595" y="373745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C8EEDA">
                <a:alpha val="100000"/>
              </a:srgbClr>
            </a:solidFill>
            <a:ln w="5420" cap="flat">
              <a:solidFill>
                <a:srgbClr val="C8EED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49" name="pg1549"/>
            <p:cNvSpPr/>
            <p:nvPr/>
          </p:nvSpPr>
          <p:spPr>
            <a:xfrm>
              <a:off x="5113232" y="373745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C7EED9">
                <a:alpha val="100000"/>
              </a:srgbClr>
            </a:solidFill>
            <a:ln w="5420" cap="flat">
              <a:solidFill>
                <a:srgbClr val="C7EED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50" name="pg1550"/>
            <p:cNvSpPr/>
            <p:nvPr/>
          </p:nvSpPr>
          <p:spPr>
            <a:xfrm>
              <a:off x="5124869" y="373745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C5EDD8">
                <a:alpha val="100000"/>
              </a:srgbClr>
            </a:solidFill>
            <a:ln w="5420" cap="flat">
              <a:solidFill>
                <a:srgbClr val="C5EDD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51" name="pg1551"/>
            <p:cNvSpPr/>
            <p:nvPr/>
          </p:nvSpPr>
          <p:spPr>
            <a:xfrm>
              <a:off x="5136507" y="373745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C2ECD7">
                <a:alpha val="100000"/>
              </a:srgbClr>
            </a:solidFill>
            <a:ln w="5420" cap="flat">
              <a:solidFill>
                <a:srgbClr val="C2ECD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52" name="pg1552"/>
            <p:cNvSpPr/>
            <p:nvPr/>
          </p:nvSpPr>
          <p:spPr>
            <a:xfrm>
              <a:off x="5148144" y="373745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BFEBD5">
                <a:alpha val="100000"/>
              </a:srgbClr>
            </a:solidFill>
            <a:ln w="5420" cap="flat">
              <a:solidFill>
                <a:srgbClr val="BFEBD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53" name="pg1553"/>
            <p:cNvSpPr/>
            <p:nvPr/>
          </p:nvSpPr>
          <p:spPr>
            <a:xfrm>
              <a:off x="5159781" y="373745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BCEAD4">
                <a:alpha val="100000"/>
              </a:srgbClr>
            </a:solidFill>
            <a:ln w="5420" cap="flat">
              <a:solidFill>
                <a:srgbClr val="BCEAD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54" name="pg1554"/>
            <p:cNvSpPr/>
            <p:nvPr/>
          </p:nvSpPr>
          <p:spPr>
            <a:xfrm>
              <a:off x="5171419" y="373745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B9E9D3">
                <a:alpha val="100000"/>
              </a:srgbClr>
            </a:solidFill>
            <a:ln w="5420" cap="flat">
              <a:solidFill>
                <a:srgbClr val="B9E9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55" name="pg1555"/>
            <p:cNvSpPr/>
            <p:nvPr/>
          </p:nvSpPr>
          <p:spPr>
            <a:xfrm>
              <a:off x="5183056" y="373745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B8E9D2">
                <a:alpha val="100000"/>
              </a:srgbClr>
            </a:solidFill>
            <a:ln w="5420" cap="flat">
              <a:solidFill>
                <a:srgbClr val="B8E9D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56" name="pg1556"/>
            <p:cNvSpPr/>
            <p:nvPr/>
          </p:nvSpPr>
          <p:spPr>
            <a:xfrm>
              <a:off x="5194693" y="373745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B8E9D2">
                <a:alpha val="100000"/>
              </a:srgbClr>
            </a:solidFill>
            <a:ln w="5420" cap="flat">
              <a:solidFill>
                <a:srgbClr val="B8E9D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57" name="pg1557"/>
            <p:cNvSpPr/>
            <p:nvPr/>
          </p:nvSpPr>
          <p:spPr>
            <a:xfrm>
              <a:off x="5206331" y="373745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B8E9D2">
                <a:alpha val="100000"/>
              </a:srgbClr>
            </a:solidFill>
            <a:ln w="5420" cap="flat">
              <a:solidFill>
                <a:srgbClr val="B8E9D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58" name="pg1558"/>
            <p:cNvSpPr/>
            <p:nvPr/>
          </p:nvSpPr>
          <p:spPr>
            <a:xfrm>
              <a:off x="5217968" y="373745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B9E9D3">
                <a:alpha val="100000"/>
              </a:srgbClr>
            </a:solidFill>
            <a:ln w="5420" cap="flat">
              <a:solidFill>
                <a:srgbClr val="B9E9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59" name="pg1559"/>
            <p:cNvSpPr/>
            <p:nvPr/>
          </p:nvSpPr>
          <p:spPr>
            <a:xfrm>
              <a:off x="5055045" y="375175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C8EEDA">
                <a:alpha val="100000"/>
              </a:srgbClr>
            </a:solidFill>
            <a:ln w="5420" cap="flat">
              <a:solidFill>
                <a:srgbClr val="C8EED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60" name="pg1560"/>
            <p:cNvSpPr/>
            <p:nvPr/>
          </p:nvSpPr>
          <p:spPr>
            <a:xfrm>
              <a:off x="5066683" y="375175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C9EEDA">
                <a:alpha val="100000"/>
              </a:srgbClr>
            </a:solidFill>
            <a:ln w="5420" cap="flat">
              <a:solidFill>
                <a:srgbClr val="C9EED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61" name="pg1561"/>
            <p:cNvSpPr/>
            <p:nvPr/>
          </p:nvSpPr>
          <p:spPr>
            <a:xfrm>
              <a:off x="5078320" y="375175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C9EEDB">
                <a:alpha val="100000"/>
              </a:srgbClr>
            </a:solidFill>
            <a:ln w="5420" cap="flat">
              <a:solidFill>
                <a:srgbClr val="C9EED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62" name="pg1562"/>
            <p:cNvSpPr/>
            <p:nvPr/>
          </p:nvSpPr>
          <p:spPr>
            <a:xfrm>
              <a:off x="5089957" y="375175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CAEEDB">
                <a:alpha val="100000"/>
              </a:srgbClr>
            </a:solidFill>
            <a:ln w="5420" cap="flat">
              <a:solidFill>
                <a:srgbClr val="CAEED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63" name="pg1563"/>
            <p:cNvSpPr/>
            <p:nvPr/>
          </p:nvSpPr>
          <p:spPr>
            <a:xfrm>
              <a:off x="5101595" y="375175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C9EEDA">
                <a:alpha val="100000"/>
              </a:srgbClr>
            </a:solidFill>
            <a:ln w="5420" cap="flat">
              <a:solidFill>
                <a:srgbClr val="C9EED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64" name="pg1564"/>
            <p:cNvSpPr/>
            <p:nvPr/>
          </p:nvSpPr>
          <p:spPr>
            <a:xfrm>
              <a:off x="5113232" y="375175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C7EEDA">
                <a:alpha val="100000"/>
              </a:srgbClr>
            </a:solidFill>
            <a:ln w="5420" cap="flat">
              <a:solidFill>
                <a:srgbClr val="C7EED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65" name="pg1565"/>
            <p:cNvSpPr/>
            <p:nvPr/>
          </p:nvSpPr>
          <p:spPr>
            <a:xfrm>
              <a:off x="5124869" y="375175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C5EDD8">
                <a:alpha val="100000"/>
              </a:srgbClr>
            </a:solidFill>
            <a:ln w="5420" cap="flat">
              <a:solidFill>
                <a:srgbClr val="C5EDD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66" name="pg1566"/>
            <p:cNvSpPr/>
            <p:nvPr/>
          </p:nvSpPr>
          <p:spPr>
            <a:xfrm>
              <a:off x="5136507" y="375175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C2ECD7">
                <a:alpha val="100000"/>
              </a:srgbClr>
            </a:solidFill>
            <a:ln w="5420" cap="flat">
              <a:solidFill>
                <a:srgbClr val="C2ECD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67" name="pg1567"/>
            <p:cNvSpPr/>
            <p:nvPr/>
          </p:nvSpPr>
          <p:spPr>
            <a:xfrm>
              <a:off x="5148144" y="375175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BEEAD5">
                <a:alpha val="100000"/>
              </a:srgbClr>
            </a:solidFill>
            <a:ln w="5420" cap="flat">
              <a:solidFill>
                <a:srgbClr val="BEEAD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68" name="pg1568"/>
            <p:cNvSpPr/>
            <p:nvPr/>
          </p:nvSpPr>
          <p:spPr>
            <a:xfrm>
              <a:off x="5159781" y="375175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BAE9D3">
                <a:alpha val="100000"/>
              </a:srgbClr>
            </a:solidFill>
            <a:ln w="5420" cap="flat">
              <a:solidFill>
                <a:srgbClr val="BAE9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69" name="pg1569"/>
            <p:cNvSpPr/>
            <p:nvPr/>
          </p:nvSpPr>
          <p:spPr>
            <a:xfrm>
              <a:off x="5171419" y="375175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B7E8D2">
                <a:alpha val="100000"/>
              </a:srgbClr>
            </a:solidFill>
            <a:ln w="5420" cap="flat">
              <a:solidFill>
                <a:srgbClr val="B7E8D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70" name="pg1570"/>
            <p:cNvSpPr/>
            <p:nvPr/>
          </p:nvSpPr>
          <p:spPr>
            <a:xfrm>
              <a:off x="5183056" y="375175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B6E8D1">
                <a:alpha val="100000"/>
              </a:srgbClr>
            </a:solidFill>
            <a:ln w="5420" cap="flat">
              <a:solidFill>
                <a:srgbClr val="B6E8D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71" name="pg1571"/>
            <p:cNvSpPr/>
            <p:nvPr/>
          </p:nvSpPr>
          <p:spPr>
            <a:xfrm>
              <a:off x="5194693" y="375175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B6E8D1">
                <a:alpha val="100000"/>
              </a:srgbClr>
            </a:solidFill>
            <a:ln w="5420" cap="flat">
              <a:solidFill>
                <a:srgbClr val="B6E8D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72" name="pg1572"/>
            <p:cNvSpPr/>
            <p:nvPr/>
          </p:nvSpPr>
          <p:spPr>
            <a:xfrm>
              <a:off x="5206331" y="375175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B7E8D2">
                <a:alpha val="100000"/>
              </a:srgbClr>
            </a:solidFill>
            <a:ln w="5420" cap="flat">
              <a:solidFill>
                <a:srgbClr val="B7E8D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73" name="pg1573"/>
            <p:cNvSpPr/>
            <p:nvPr/>
          </p:nvSpPr>
          <p:spPr>
            <a:xfrm>
              <a:off x="5217968" y="375175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B9E9D2">
                <a:alpha val="100000"/>
              </a:srgbClr>
            </a:solidFill>
            <a:ln w="5420" cap="flat">
              <a:solidFill>
                <a:srgbClr val="B9E9D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74" name="pg1574"/>
            <p:cNvSpPr/>
            <p:nvPr/>
          </p:nvSpPr>
          <p:spPr>
            <a:xfrm>
              <a:off x="5008496" y="376605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C6EDD9">
                <a:alpha val="100000"/>
              </a:srgbClr>
            </a:solidFill>
            <a:ln w="5420" cap="flat">
              <a:solidFill>
                <a:srgbClr val="C6EDD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75" name="pg1575"/>
            <p:cNvSpPr/>
            <p:nvPr/>
          </p:nvSpPr>
          <p:spPr>
            <a:xfrm>
              <a:off x="5020133" y="376605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C8EEDA">
                <a:alpha val="100000"/>
              </a:srgbClr>
            </a:solidFill>
            <a:ln w="5420" cap="flat">
              <a:solidFill>
                <a:srgbClr val="C8EED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76" name="pg1576"/>
            <p:cNvSpPr/>
            <p:nvPr/>
          </p:nvSpPr>
          <p:spPr>
            <a:xfrm>
              <a:off x="5031771" y="376605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C9EEDA">
                <a:alpha val="100000"/>
              </a:srgbClr>
            </a:solidFill>
            <a:ln w="5420" cap="flat">
              <a:solidFill>
                <a:srgbClr val="C9EED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77" name="pg1577"/>
            <p:cNvSpPr/>
            <p:nvPr/>
          </p:nvSpPr>
          <p:spPr>
            <a:xfrm>
              <a:off x="5043408" y="376605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CAEEDB">
                <a:alpha val="100000"/>
              </a:srgbClr>
            </a:solidFill>
            <a:ln w="5420" cap="flat">
              <a:solidFill>
                <a:srgbClr val="CAEED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78" name="pg1578"/>
            <p:cNvSpPr/>
            <p:nvPr/>
          </p:nvSpPr>
          <p:spPr>
            <a:xfrm>
              <a:off x="5055045" y="376605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CBEFDB">
                <a:alpha val="100000"/>
              </a:srgbClr>
            </a:solidFill>
            <a:ln w="5420" cap="flat">
              <a:solidFill>
                <a:srgbClr val="CBEFD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79" name="pg1579"/>
            <p:cNvSpPr/>
            <p:nvPr/>
          </p:nvSpPr>
          <p:spPr>
            <a:xfrm>
              <a:off x="5066683" y="376605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CCEFDC">
                <a:alpha val="100000"/>
              </a:srgbClr>
            </a:solidFill>
            <a:ln w="5420" cap="flat">
              <a:solidFill>
                <a:srgbClr val="CCEFD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80" name="pg1580"/>
            <p:cNvSpPr/>
            <p:nvPr/>
          </p:nvSpPr>
          <p:spPr>
            <a:xfrm>
              <a:off x="5078320" y="376605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CDEFDC">
                <a:alpha val="100000"/>
              </a:srgbClr>
            </a:solidFill>
            <a:ln w="5420" cap="flat">
              <a:solidFill>
                <a:srgbClr val="CDEFD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81" name="pg1581"/>
            <p:cNvSpPr/>
            <p:nvPr/>
          </p:nvSpPr>
          <p:spPr>
            <a:xfrm>
              <a:off x="5089957" y="376605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CDEFDC">
                <a:alpha val="100000"/>
              </a:srgbClr>
            </a:solidFill>
            <a:ln w="5420" cap="flat">
              <a:solidFill>
                <a:srgbClr val="CDEFD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82" name="pg1582"/>
            <p:cNvSpPr/>
            <p:nvPr/>
          </p:nvSpPr>
          <p:spPr>
            <a:xfrm>
              <a:off x="5101595" y="376605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CCEFDC">
                <a:alpha val="100000"/>
              </a:srgbClr>
            </a:solidFill>
            <a:ln w="5420" cap="flat">
              <a:solidFill>
                <a:srgbClr val="CCEFD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83" name="pg1583"/>
            <p:cNvSpPr/>
            <p:nvPr/>
          </p:nvSpPr>
          <p:spPr>
            <a:xfrm>
              <a:off x="5113232" y="376605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CAEEDB">
                <a:alpha val="100000"/>
              </a:srgbClr>
            </a:solidFill>
            <a:ln w="5420" cap="flat">
              <a:solidFill>
                <a:srgbClr val="CAEED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84" name="pg1584"/>
            <p:cNvSpPr/>
            <p:nvPr/>
          </p:nvSpPr>
          <p:spPr>
            <a:xfrm>
              <a:off x="5124869" y="376605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C7EDD9">
                <a:alpha val="100000"/>
              </a:srgbClr>
            </a:solidFill>
            <a:ln w="5420" cap="flat">
              <a:solidFill>
                <a:srgbClr val="C7EDD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85" name="pg1585"/>
            <p:cNvSpPr/>
            <p:nvPr/>
          </p:nvSpPr>
          <p:spPr>
            <a:xfrm>
              <a:off x="5136507" y="376605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C3ECD7">
                <a:alpha val="100000"/>
              </a:srgbClr>
            </a:solidFill>
            <a:ln w="5420" cap="flat">
              <a:solidFill>
                <a:srgbClr val="C3ECD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86" name="pg1586"/>
            <p:cNvSpPr/>
            <p:nvPr/>
          </p:nvSpPr>
          <p:spPr>
            <a:xfrm>
              <a:off x="5148144" y="376605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BEEBD5">
                <a:alpha val="100000"/>
              </a:srgbClr>
            </a:solidFill>
            <a:ln w="5420" cap="flat">
              <a:solidFill>
                <a:srgbClr val="BEEBD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87" name="pg1587"/>
            <p:cNvSpPr/>
            <p:nvPr/>
          </p:nvSpPr>
          <p:spPr>
            <a:xfrm>
              <a:off x="5159781" y="376605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BAE9D3">
                <a:alpha val="100000"/>
              </a:srgbClr>
            </a:solidFill>
            <a:ln w="5420" cap="flat">
              <a:solidFill>
                <a:srgbClr val="BAE9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88" name="pg1588"/>
            <p:cNvSpPr/>
            <p:nvPr/>
          </p:nvSpPr>
          <p:spPr>
            <a:xfrm>
              <a:off x="5171419" y="376605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B7E8D1">
                <a:alpha val="100000"/>
              </a:srgbClr>
            </a:solidFill>
            <a:ln w="5420" cap="flat">
              <a:solidFill>
                <a:srgbClr val="B7E8D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89" name="pg1589"/>
            <p:cNvSpPr/>
            <p:nvPr/>
          </p:nvSpPr>
          <p:spPr>
            <a:xfrm>
              <a:off x="5183056" y="376605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B5E8D1">
                <a:alpha val="100000"/>
              </a:srgbClr>
            </a:solidFill>
            <a:ln w="5420" cap="flat">
              <a:solidFill>
                <a:srgbClr val="B5E8D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90" name="pg1590"/>
            <p:cNvSpPr/>
            <p:nvPr/>
          </p:nvSpPr>
          <p:spPr>
            <a:xfrm>
              <a:off x="5194693" y="376605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B6E8D1">
                <a:alpha val="100000"/>
              </a:srgbClr>
            </a:solidFill>
            <a:ln w="5420" cap="flat">
              <a:solidFill>
                <a:srgbClr val="B6E8D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91" name="pg1591"/>
            <p:cNvSpPr/>
            <p:nvPr/>
          </p:nvSpPr>
          <p:spPr>
            <a:xfrm>
              <a:off x="5206331" y="376605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B7E8D2">
                <a:alpha val="100000"/>
              </a:srgbClr>
            </a:solidFill>
            <a:ln w="5420" cap="flat">
              <a:solidFill>
                <a:srgbClr val="B7E8D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92" name="pg1592"/>
            <p:cNvSpPr/>
            <p:nvPr/>
          </p:nvSpPr>
          <p:spPr>
            <a:xfrm>
              <a:off x="4996859" y="378035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C6EDD9">
                <a:alpha val="100000"/>
              </a:srgbClr>
            </a:solidFill>
            <a:ln w="5420" cap="flat">
              <a:solidFill>
                <a:srgbClr val="C6EDD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93" name="pg1593"/>
            <p:cNvSpPr/>
            <p:nvPr/>
          </p:nvSpPr>
          <p:spPr>
            <a:xfrm>
              <a:off x="5008496" y="378035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C8EEDA">
                <a:alpha val="100000"/>
              </a:srgbClr>
            </a:solidFill>
            <a:ln w="5420" cap="flat">
              <a:solidFill>
                <a:srgbClr val="C8EED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94" name="pg1594"/>
            <p:cNvSpPr/>
            <p:nvPr/>
          </p:nvSpPr>
          <p:spPr>
            <a:xfrm>
              <a:off x="5020133" y="378035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C9EEDA">
                <a:alpha val="100000"/>
              </a:srgbClr>
            </a:solidFill>
            <a:ln w="5420" cap="flat">
              <a:solidFill>
                <a:srgbClr val="C9EED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95" name="pg1595"/>
            <p:cNvSpPr/>
            <p:nvPr/>
          </p:nvSpPr>
          <p:spPr>
            <a:xfrm>
              <a:off x="5031771" y="378035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CBEFDB">
                <a:alpha val="100000"/>
              </a:srgbClr>
            </a:solidFill>
            <a:ln w="5420" cap="flat">
              <a:solidFill>
                <a:srgbClr val="CBEFD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96" name="pg1596"/>
            <p:cNvSpPr/>
            <p:nvPr/>
          </p:nvSpPr>
          <p:spPr>
            <a:xfrm>
              <a:off x="5043408" y="378035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CCEFDC">
                <a:alpha val="100000"/>
              </a:srgbClr>
            </a:solidFill>
            <a:ln w="5420" cap="flat">
              <a:solidFill>
                <a:srgbClr val="CCEFD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97" name="pg1597"/>
            <p:cNvSpPr/>
            <p:nvPr/>
          </p:nvSpPr>
          <p:spPr>
            <a:xfrm>
              <a:off x="5055045" y="378035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CEF0DD">
                <a:alpha val="100000"/>
              </a:srgbClr>
            </a:solidFill>
            <a:ln w="5420" cap="flat">
              <a:solidFill>
                <a:srgbClr val="CEF0D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98" name="pg1598"/>
            <p:cNvSpPr/>
            <p:nvPr/>
          </p:nvSpPr>
          <p:spPr>
            <a:xfrm>
              <a:off x="5066683" y="378035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D0F0DE">
                <a:alpha val="100000"/>
              </a:srgbClr>
            </a:solidFill>
            <a:ln w="5420" cap="flat">
              <a:solidFill>
                <a:srgbClr val="D0F0D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99" name="pg1599"/>
            <p:cNvSpPr/>
            <p:nvPr/>
          </p:nvSpPr>
          <p:spPr>
            <a:xfrm>
              <a:off x="5078320" y="378035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D1F1DE">
                <a:alpha val="100000"/>
              </a:srgbClr>
            </a:solidFill>
            <a:ln w="5420" cap="flat">
              <a:solidFill>
                <a:srgbClr val="D1F1D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00" name="pg1600"/>
            <p:cNvSpPr/>
            <p:nvPr/>
          </p:nvSpPr>
          <p:spPr>
            <a:xfrm>
              <a:off x="5089957" y="378035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D2F1DF">
                <a:alpha val="100000"/>
              </a:srgbClr>
            </a:solidFill>
            <a:ln w="5420" cap="flat">
              <a:solidFill>
                <a:srgbClr val="D2F1D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01" name="pg1601"/>
            <p:cNvSpPr/>
            <p:nvPr/>
          </p:nvSpPr>
          <p:spPr>
            <a:xfrm>
              <a:off x="5101595" y="378035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D0F0DE">
                <a:alpha val="100000"/>
              </a:srgbClr>
            </a:solidFill>
            <a:ln w="5420" cap="flat">
              <a:solidFill>
                <a:srgbClr val="D0F0D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02" name="pg1602"/>
            <p:cNvSpPr/>
            <p:nvPr/>
          </p:nvSpPr>
          <p:spPr>
            <a:xfrm>
              <a:off x="5113232" y="378035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CDF0DD">
                <a:alpha val="100000"/>
              </a:srgbClr>
            </a:solidFill>
            <a:ln w="5420" cap="flat">
              <a:solidFill>
                <a:srgbClr val="CDF0D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03" name="pg1603"/>
            <p:cNvSpPr/>
            <p:nvPr/>
          </p:nvSpPr>
          <p:spPr>
            <a:xfrm>
              <a:off x="5124869" y="378035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CAEEDB">
                <a:alpha val="100000"/>
              </a:srgbClr>
            </a:solidFill>
            <a:ln w="5420" cap="flat">
              <a:solidFill>
                <a:srgbClr val="CAEED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04" name="pg1604"/>
            <p:cNvSpPr/>
            <p:nvPr/>
          </p:nvSpPr>
          <p:spPr>
            <a:xfrm>
              <a:off x="5136507" y="378035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C5EDD8">
                <a:alpha val="100000"/>
              </a:srgbClr>
            </a:solidFill>
            <a:ln w="5420" cap="flat">
              <a:solidFill>
                <a:srgbClr val="C5EDD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05" name="pg1605"/>
            <p:cNvSpPr/>
            <p:nvPr/>
          </p:nvSpPr>
          <p:spPr>
            <a:xfrm>
              <a:off x="5148144" y="378035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C0EBD6">
                <a:alpha val="100000"/>
              </a:srgbClr>
            </a:solidFill>
            <a:ln w="5420" cap="flat">
              <a:solidFill>
                <a:srgbClr val="C0EBD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06" name="pg1606"/>
            <p:cNvSpPr/>
            <p:nvPr/>
          </p:nvSpPr>
          <p:spPr>
            <a:xfrm>
              <a:off x="5159781" y="378035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BCEAD4">
                <a:alpha val="100000"/>
              </a:srgbClr>
            </a:solidFill>
            <a:ln w="5420" cap="flat">
              <a:solidFill>
                <a:srgbClr val="BCEAD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07" name="pg1607"/>
            <p:cNvSpPr/>
            <p:nvPr/>
          </p:nvSpPr>
          <p:spPr>
            <a:xfrm>
              <a:off x="5171419" y="378035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B8E9D2">
                <a:alpha val="100000"/>
              </a:srgbClr>
            </a:solidFill>
            <a:ln w="5420" cap="flat">
              <a:solidFill>
                <a:srgbClr val="B8E9D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08" name="pg1608"/>
            <p:cNvSpPr/>
            <p:nvPr/>
          </p:nvSpPr>
          <p:spPr>
            <a:xfrm>
              <a:off x="5183056" y="378035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B7E8D1">
                <a:alpha val="100000"/>
              </a:srgbClr>
            </a:solidFill>
            <a:ln w="5420" cap="flat">
              <a:solidFill>
                <a:srgbClr val="B7E8D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09" name="pg1609"/>
            <p:cNvSpPr/>
            <p:nvPr/>
          </p:nvSpPr>
          <p:spPr>
            <a:xfrm>
              <a:off x="5194693" y="378035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B7E8D2">
                <a:alpha val="100000"/>
              </a:srgbClr>
            </a:solidFill>
            <a:ln w="5420" cap="flat">
              <a:solidFill>
                <a:srgbClr val="B7E8D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10" name="pg1610"/>
            <p:cNvSpPr/>
            <p:nvPr/>
          </p:nvSpPr>
          <p:spPr>
            <a:xfrm>
              <a:off x="5206331" y="378035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B8E9D2">
                <a:alpha val="100000"/>
              </a:srgbClr>
            </a:solidFill>
            <a:ln w="5420" cap="flat">
              <a:solidFill>
                <a:srgbClr val="B8E9D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11" name="pg1611"/>
            <p:cNvSpPr/>
            <p:nvPr/>
          </p:nvSpPr>
          <p:spPr>
            <a:xfrm>
              <a:off x="4996859" y="379465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C9EEDA">
                <a:alpha val="100000"/>
              </a:srgbClr>
            </a:solidFill>
            <a:ln w="5420" cap="flat">
              <a:solidFill>
                <a:srgbClr val="C9EED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12" name="pg1612"/>
            <p:cNvSpPr/>
            <p:nvPr/>
          </p:nvSpPr>
          <p:spPr>
            <a:xfrm>
              <a:off x="5008496" y="379465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CAEFDB">
                <a:alpha val="100000"/>
              </a:srgbClr>
            </a:solidFill>
            <a:ln w="5420" cap="flat">
              <a:solidFill>
                <a:srgbClr val="CAEFD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13" name="pg1613"/>
            <p:cNvSpPr/>
            <p:nvPr/>
          </p:nvSpPr>
          <p:spPr>
            <a:xfrm>
              <a:off x="5020133" y="379465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CCEFDC">
                <a:alpha val="100000"/>
              </a:srgbClr>
            </a:solidFill>
            <a:ln w="5420" cap="flat">
              <a:solidFill>
                <a:srgbClr val="CCEFD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14" name="pg1614"/>
            <p:cNvSpPr/>
            <p:nvPr/>
          </p:nvSpPr>
          <p:spPr>
            <a:xfrm>
              <a:off x="5031771" y="379465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CFF0DD">
                <a:alpha val="100000"/>
              </a:srgbClr>
            </a:solidFill>
            <a:ln w="5420" cap="flat">
              <a:solidFill>
                <a:srgbClr val="CFF0D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15" name="pg1615"/>
            <p:cNvSpPr/>
            <p:nvPr/>
          </p:nvSpPr>
          <p:spPr>
            <a:xfrm>
              <a:off x="5043408" y="379465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D1F1DE">
                <a:alpha val="100000"/>
              </a:srgbClr>
            </a:solidFill>
            <a:ln w="5420" cap="flat">
              <a:solidFill>
                <a:srgbClr val="D1F1D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16" name="pg1616"/>
            <p:cNvSpPr/>
            <p:nvPr/>
          </p:nvSpPr>
          <p:spPr>
            <a:xfrm>
              <a:off x="5055045" y="379465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D3F1DF">
                <a:alpha val="100000"/>
              </a:srgbClr>
            </a:solidFill>
            <a:ln w="5420" cap="flat">
              <a:solidFill>
                <a:srgbClr val="D3F1D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17" name="pg1617"/>
            <p:cNvSpPr/>
            <p:nvPr/>
          </p:nvSpPr>
          <p:spPr>
            <a:xfrm>
              <a:off x="5066683" y="379465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D5F2E1">
                <a:alpha val="100000"/>
              </a:srgbClr>
            </a:solidFill>
            <a:ln w="5420" cap="flat">
              <a:solidFill>
                <a:srgbClr val="D5F2E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18" name="pg1618"/>
            <p:cNvSpPr/>
            <p:nvPr/>
          </p:nvSpPr>
          <p:spPr>
            <a:xfrm>
              <a:off x="5078320" y="379465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D8F3E2">
                <a:alpha val="100000"/>
              </a:srgbClr>
            </a:solidFill>
            <a:ln w="5420" cap="flat">
              <a:solidFill>
                <a:srgbClr val="D8F3E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19" name="pg1619"/>
            <p:cNvSpPr/>
            <p:nvPr/>
          </p:nvSpPr>
          <p:spPr>
            <a:xfrm>
              <a:off x="5089957" y="379465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DAF4E3">
                <a:alpha val="100000"/>
              </a:srgbClr>
            </a:solidFill>
            <a:ln w="5420" cap="flat">
              <a:solidFill>
                <a:srgbClr val="DAF4E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20" name="pg1620"/>
            <p:cNvSpPr/>
            <p:nvPr/>
          </p:nvSpPr>
          <p:spPr>
            <a:xfrm>
              <a:off x="5101595" y="379465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D9F3E2">
                <a:alpha val="100000"/>
              </a:srgbClr>
            </a:solidFill>
            <a:ln w="5420" cap="flat">
              <a:solidFill>
                <a:srgbClr val="D9F3E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21" name="pg1621"/>
            <p:cNvSpPr/>
            <p:nvPr/>
          </p:nvSpPr>
          <p:spPr>
            <a:xfrm>
              <a:off x="5113232" y="379465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D5F2E0">
                <a:alpha val="100000"/>
              </a:srgbClr>
            </a:solidFill>
            <a:ln w="5420" cap="flat">
              <a:solidFill>
                <a:srgbClr val="D5F2E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22" name="pg1622"/>
            <p:cNvSpPr/>
            <p:nvPr/>
          </p:nvSpPr>
          <p:spPr>
            <a:xfrm>
              <a:off x="5124869" y="379465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D1F1DE">
                <a:alpha val="100000"/>
              </a:srgbClr>
            </a:solidFill>
            <a:ln w="5420" cap="flat">
              <a:solidFill>
                <a:srgbClr val="D1F1D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23" name="pg1623"/>
            <p:cNvSpPr/>
            <p:nvPr/>
          </p:nvSpPr>
          <p:spPr>
            <a:xfrm>
              <a:off x="5136507" y="379465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CCEFDC">
                <a:alpha val="100000"/>
              </a:srgbClr>
            </a:solidFill>
            <a:ln w="5420" cap="flat">
              <a:solidFill>
                <a:srgbClr val="CCEFD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24" name="pg1624"/>
            <p:cNvSpPr/>
            <p:nvPr/>
          </p:nvSpPr>
          <p:spPr>
            <a:xfrm>
              <a:off x="5148144" y="379465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C8EEDA">
                <a:alpha val="100000"/>
              </a:srgbClr>
            </a:solidFill>
            <a:ln w="5420" cap="flat">
              <a:solidFill>
                <a:srgbClr val="C8EED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25" name="pg1625"/>
            <p:cNvSpPr/>
            <p:nvPr/>
          </p:nvSpPr>
          <p:spPr>
            <a:xfrm>
              <a:off x="5159781" y="379465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C3ECD8">
                <a:alpha val="100000"/>
              </a:srgbClr>
            </a:solidFill>
            <a:ln w="5420" cap="flat">
              <a:solidFill>
                <a:srgbClr val="C3ECD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26" name="pg1626"/>
            <p:cNvSpPr/>
            <p:nvPr/>
          </p:nvSpPr>
          <p:spPr>
            <a:xfrm>
              <a:off x="5171419" y="379465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C0EBD6">
                <a:alpha val="100000"/>
              </a:srgbClr>
            </a:solidFill>
            <a:ln w="5420" cap="flat">
              <a:solidFill>
                <a:srgbClr val="C0EBD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27" name="pg1627"/>
            <p:cNvSpPr/>
            <p:nvPr/>
          </p:nvSpPr>
          <p:spPr>
            <a:xfrm>
              <a:off x="5183056" y="379465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BEEBD5">
                <a:alpha val="100000"/>
              </a:srgbClr>
            </a:solidFill>
            <a:ln w="5420" cap="flat">
              <a:solidFill>
                <a:srgbClr val="BEEBD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28" name="pg1628"/>
            <p:cNvSpPr/>
            <p:nvPr/>
          </p:nvSpPr>
          <p:spPr>
            <a:xfrm>
              <a:off x="5194693" y="379465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BCEAD4">
                <a:alpha val="100000"/>
              </a:srgbClr>
            </a:solidFill>
            <a:ln w="5420" cap="flat">
              <a:solidFill>
                <a:srgbClr val="BCEAD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29" name="pg1629"/>
            <p:cNvSpPr/>
            <p:nvPr/>
          </p:nvSpPr>
          <p:spPr>
            <a:xfrm>
              <a:off x="4996859" y="380895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C9EEDB">
                <a:alpha val="100000"/>
              </a:srgbClr>
            </a:solidFill>
            <a:ln w="5420" cap="flat">
              <a:solidFill>
                <a:srgbClr val="C9EED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30" name="pg1630"/>
            <p:cNvSpPr/>
            <p:nvPr/>
          </p:nvSpPr>
          <p:spPr>
            <a:xfrm>
              <a:off x="5008496" y="380895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CBEFDB">
                <a:alpha val="100000"/>
              </a:srgbClr>
            </a:solidFill>
            <a:ln w="5420" cap="flat">
              <a:solidFill>
                <a:srgbClr val="CBEFD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31" name="pg1631"/>
            <p:cNvSpPr/>
            <p:nvPr/>
          </p:nvSpPr>
          <p:spPr>
            <a:xfrm>
              <a:off x="5020133" y="380895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CDF0DD">
                <a:alpha val="100000"/>
              </a:srgbClr>
            </a:solidFill>
            <a:ln w="5420" cap="flat">
              <a:solidFill>
                <a:srgbClr val="CDF0D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32" name="pg1632"/>
            <p:cNvSpPr/>
            <p:nvPr/>
          </p:nvSpPr>
          <p:spPr>
            <a:xfrm>
              <a:off x="5031771" y="380895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CFF0DE">
                <a:alpha val="100000"/>
              </a:srgbClr>
            </a:solidFill>
            <a:ln w="5420" cap="flat">
              <a:solidFill>
                <a:srgbClr val="CFF0D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33" name="pg1633"/>
            <p:cNvSpPr/>
            <p:nvPr/>
          </p:nvSpPr>
          <p:spPr>
            <a:xfrm>
              <a:off x="5043408" y="380895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D2F1DF">
                <a:alpha val="100000"/>
              </a:srgbClr>
            </a:solidFill>
            <a:ln w="5420" cap="flat">
              <a:solidFill>
                <a:srgbClr val="D2F1D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34" name="pg1634"/>
            <p:cNvSpPr/>
            <p:nvPr/>
          </p:nvSpPr>
          <p:spPr>
            <a:xfrm>
              <a:off x="5055045" y="380895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D4F2E0">
                <a:alpha val="100000"/>
              </a:srgbClr>
            </a:solidFill>
            <a:ln w="5420" cap="flat">
              <a:solidFill>
                <a:srgbClr val="D4F2E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35" name="pg1635"/>
            <p:cNvSpPr/>
            <p:nvPr/>
          </p:nvSpPr>
          <p:spPr>
            <a:xfrm>
              <a:off x="5066683" y="380895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D6F2E1">
                <a:alpha val="100000"/>
              </a:srgbClr>
            </a:solidFill>
            <a:ln w="5420" cap="flat">
              <a:solidFill>
                <a:srgbClr val="D6F2E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36" name="pg1636"/>
            <p:cNvSpPr/>
            <p:nvPr/>
          </p:nvSpPr>
          <p:spPr>
            <a:xfrm>
              <a:off x="5078320" y="380895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D8F3E2">
                <a:alpha val="100000"/>
              </a:srgbClr>
            </a:solidFill>
            <a:ln w="5420" cap="flat">
              <a:solidFill>
                <a:srgbClr val="D8F3E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37" name="pg1637"/>
            <p:cNvSpPr/>
            <p:nvPr/>
          </p:nvSpPr>
          <p:spPr>
            <a:xfrm>
              <a:off x="5089957" y="380895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DAF4E3">
                <a:alpha val="100000"/>
              </a:srgbClr>
            </a:solidFill>
            <a:ln w="5420" cap="flat">
              <a:solidFill>
                <a:srgbClr val="DAF4E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38" name="pg1638"/>
            <p:cNvSpPr/>
            <p:nvPr/>
          </p:nvSpPr>
          <p:spPr>
            <a:xfrm>
              <a:off x="5101595" y="380895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D9F3E2">
                <a:alpha val="100000"/>
              </a:srgbClr>
            </a:solidFill>
            <a:ln w="5420" cap="flat">
              <a:solidFill>
                <a:srgbClr val="D9F3E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39" name="pg1639"/>
            <p:cNvSpPr/>
            <p:nvPr/>
          </p:nvSpPr>
          <p:spPr>
            <a:xfrm>
              <a:off x="5113232" y="380895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D6F2E1">
                <a:alpha val="100000"/>
              </a:srgbClr>
            </a:solidFill>
            <a:ln w="5420" cap="flat">
              <a:solidFill>
                <a:srgbClr val="D6F2E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40" name="pg1640"/>
            <p:cNvSpPr/>
            <p:nvPr/>
          </p:nvSpPr>
          <p:spPr>
            <a:xfrm>
              <a:off x="5124869" y="380895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D2F1DF">
                <a:alpha val="100000"/>
              </a:srgbClr>
            </a:solidFill>
            <a:ln w="5420" cap="flat">
              <a:solidFill>
                <a:srgbClr val="D2F1D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41" name="pg1641"/>
            <p:cNvSpPr/>
            <p:nvPr/>
          </p:nvSpPr>
          <p:spPr>
            <a:xfrm>
              <a:off x="5136507" y="380895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CEF0DD">
                <a:alpha val="100000"/>
              </a:srgbClr>
            </a:solidFill>
            <a:ln w="5420" cap="flat">
              <a:solidFill>
                <a:srgbClr val="CEF0D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42" name="pg1642"/>
            <p:cNvSpPr/>
            <p:nvPr/>
          </p:nvSpPr>
          <p:spPr>
            <a:xfrm>
              <a:off x="5148144" y="380895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CAEFDB">
                <a:alpha val="100000"/>
              </a:srgbClr>
            </a:solidFill>
            <a:ln w="5420" cap="flat">
              <a:solidFill>
                <a:srgbClr val="CAEFD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43" name="pg1643"/>
            <p:cNvSpPr/>
            <p:nvPr/>
          </p:nvSpPr>
          <p:spPr>
            <a:xfrm>
              <a:off x="5159781" y="380895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C7EDD9">
                <a:alpha val="100000"/>
              </a:srgbClr>
            </a:solidFill>
            <a:ln w="5420" cap="flat">
              <a:solidFill>
                <a:srgbClr val="C7EDD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44" name="pg1644"/>
            <p:cNvSpPr/>
            <p:nvPr/>
          </p:nvSpPr>
          <p:spPr>
            <a:xfrm>
              <a:off x="5171419" y="380895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C3ECD8">
                <a:alpha val="100000"/>
              </a:srgbClr>
            </a:solidFill>
            <a:ln w="5420" cap="flat">
              <a:solidFill>
                <a:srgbClr val="C3ECD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45" name="pg1645"/>
            <p:cNvSpPr/>
            <p:nvPr/>
          </p:nvSpPr>
          <p:spPr>
            <a:xfrm>
              <a:off x="5183056" y="380895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C1ECD6">
                <a:alpha val="100000"/>
              </a:srgbClr>
            </a:solidFill>
            <a:ln w="5420" cap="flat">
              <a:solidFill>
                <a:srgbClr val="C1ECD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46" name="pg1646"/>
            <p:cNvSpPr/>
            <p:nvPr/>
          </p:nvSpPr>
          <p:spPr>
            <a:xfrm>
              <a:off x="5008496" y="382325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CCEFDC">
                <a:alpha val="100000"/>
              </a:srgbClr>
            </a:solidFill>
            <a:ln w="5420" cap="flat">
              <a:solidFill>
                <a:srgbClr val="CCEFD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47" name="pg1647"/>
            <p:cNvSpPr/>
            <p:nvPr/>
          </p:nvSpPr>
          <p:spPr>
            <a:xfrm>
              <a:off x="5020133" y="382325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CEF0DD">
                <a:alpha val="100000"/>
              </a:srgbClr>
            </a:solidFill>
            <a:ln w="5420" cap="flat">
              <a:solidFill>
                <a:srgbClr val="CEF0D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48" name="pg1648"/>
            <p:cNvSpPr/>
            <p:nvPr/>
          </p:nvSpPr>
          <p:spPr>
            <a:xfrm>
              <a:off x="5031771" y="382325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D0F0DE">
                <a:alpha val="100000"/>
              </a:srgbClr>
            </a:solidFill>
            <a:ln w="5420" cap="flat">
              <a:solidFill>
                <a:srgbClr val="D0F0D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49" name="pg1649"/>
            <p:cNvSpPr/>
            <p:nvPr/>
          </p:nvSpPr>
          <p:spPr>
            <a:xfrm>
              <a:off x="5043408" y="382325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D2F1DF">
                <a:alpha val="100000"/>
              </a:srgbClr>
            </a:solidFill>
            <a:ln w="5420" cap="flat">
              <a:solidFill>
                <a:srgbClr val="D2F1D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50" name="pg1650"/>
            <p:cNvSpPr/>
            <p:nvPr/>
          </p:nvSpPr>
          <p:spPr>
            <a:xfrm>
              <a:off x="5055045" y="382325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D4F2E0">
                <a:alpha val="100000"/>
              </a:srgbClr>
            </a:solidFill>
            <a:ln w="5420" cap="flat">
              <a:solidFill>
                <a:srgbClr val="D4F2E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51" name="pg1651"/>
            <p:cNvSpPr/>
            <p:nvPr/>
          </p:nvSpPr>
          <p:spPr>
            <a:xfrm>
              <a:off x="5066683" y="382325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D5F2E0">
                <a:alpha val="100000"/>
              </a:srgbClr>
            </a:solidFill>
            <a:ln w="5420" cap="flat">
              <a:solidFill>
                <a:srgbClr val="D5F2E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52" name="pg1652"/>
            <p:cNvSpPr/>
            <p:nvPr/>
          </p:nvSpPr>
          <p:spPr>
            <a:xfrm>
              <a:off x="5078320" y="382325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D6F2E1">
                <a:alpha val="100000"/>
              </a:srgbClr>
            </a:solidFill>
            <a:ln w="5420" cap="flat">
              <a:solidFill>
                <a:srgbClr val="D6F2E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53" name="pg1653"/>
            <p:cNvSpPr/>
            <p:nvPr/>
          </p:nvSpPr>
          <p:spPr>
            <a:xfrm>
              <a:off x="5089957" y="382325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D6F2E1">
                <a:alpha val="100000"/>
              </a:srgbClr>
            </a:solidFill>
            <a:ln w="5420" cap="flat">
              <a:solidFill>
                <a:srgbClr val="D6F2E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54" name="pg1654"/>
            <p:cNvSpPr/>
            <p:nvPr/>
          </p:nvSpPr>
          <p:spPr>
            <a:xfrm>
              <a:off x="5101595" y="382325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D6F3E1">
                <a:alpha val="100000"/>
              </a:srgbClr>
            </a:solidFill>
            <a:ln w="5420" cap="flat">
              <a:solidFill>
                <a:srgbClr val="D6F3E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55" name="pg1655"/>
            <p:cNvSpPr/>
            <p:nvPr/>
          </p:nvSpPr>
          <p:spPr>
            <a:xfrm>
              <a:off x="5113232" y="382325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D5F2E0">
                <a:alpha val="100000"/>
              </a:srgbClr>
            </a:solidFill>
            <a:ln w="5420" cap="flat">
              <a:solidFill>
                <a:srgbClr val="D5F2E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56" name="pg1656"/>
            <p:cNvSpPr/>
            <p:nvPr/>
          </p:nvSpPr>
          <p:spPr>
            <a:xfrm>
              <a:off x="5124869" y="382325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D2F1DF">
                <a:alpha val="100000"/>
              </a:srgbClr>
            </a:solidFill>
            <a:ln w="5420" cap="flat">
              <a:solidFill>
                <a:srgbClr val="D2F1D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57" name="pg1657"/>
            <p:cNvSpPr/>
            <p:nvPr/>
          </p:nvSpPr>
          <p:spPr>
            <a:xfrm>
              <a:off x="5136507" y="382325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CFF0DD">
                <a:alpha val="100000"/>
              </a:srgbClr>
            </a:solidFill>
            <a:ln w="5420" cap="flat">
              <a:solidFill>
                <a:srgbClr val="CFF0D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58" name="pg1658"/>
            <p:cNvSpPr/>
            <p:nvPr/>
          </p:nvSpPr>
          <p:spPr>
            <a:xfrm>
              <a:off x="5148144" y="382325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CCEFDC">
                <a:alpha val="100000"/>
              </a:srgbClr>
            </a:solidFill>
            <a:ln w="5420" cap="flat">
              <a:solidFill>
                <a:srgbClr val="CCEFD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59" name="pg1659"/>
            <p:cNvSpPr/>
            <p:nvPr/>
          </p:nvSpPr>
          <p:spPr>
            <a:xfrm>
              <a:off x="5159781" y="382325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C8EEDA">
                <a:alpha val="100000"/>
              </a:srgbClr>
            </a:solidFill>
            <a:ln w="5420" cap="flat">
              <a:solidFill>
                <a:srgbClr val="C8EED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60" name="pg1660"/>
            <p:cNvSpPr/>
            <p:nvPr/>
          </p:nvSpPr>
          <p:spPr>
            <a:xfrm>
              <a:off x="5171419" y="382325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C6EDD9">
                <a:alpha val="100000"/>
              </a:srgbClr>
            </a:solidFill>
            <a:ln w="5420" cap="flat">
              <a:solidFill>
                <a:srgbClr val="C6EDD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61" name="pg1661"/>
            <p:cNvSpPr/>
            <p:nvPr/>
          </p:nvSpPr>
          <p:spPr>
            <a:xfrm>
              <a:off x="5043408" y="383755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D2F1DF">
                <a:alpha val="100000"/>
              </a:srgbClr>
            </a:solidFill>
            <a:ln w="5420" cap="flat">
              <a:solidFill>
                <a:srgbClr val="D2F1D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62" name="pg1662"/>
            <p:cNvSpPr/>
            <p:nvPr/>
          </p:nvSpPr>
          <p:spPr>
            <a:xfrm>
              <a:off x="5055045" y="383755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D3F1DF">
                <a:alpha val="100000"/>
              </a:srgbClr>
            </a:solidFill>
            <a:ln w="5420" cap="flat">
              <a:solidFill>
                <a:srgbClr val="D3F1D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63" name="pg1663"/>
            <p:cNvSpPr/>
            <p:nvPr/>
          </p:nvSpPr>
          <p:spPr>
            <a:xfrm>
              <a:off x="5066683" y="383755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D4F2E0">
                <a:alpha val="100000"/>
              </a:srgbClr>
            </a:solidFill>
            <a:ln w="5420" cap="flat">
              <a:solidFill>
                <a:srgbClr val="D4F2E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64" name="pg1664"/>
            <p:cNvSpPr/>
            <p:nvPr/>
          </p:nvSpPr>
          <p:spPr>
            <a:xfrm>
              <a:off x="5078320" y="383755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D5F2E1">
                <a:alpha val="100000"/>
              </a:srgbClr>
            </a:solidFill>
            <a:ln w="5420" cap="flat">
              <a:solidFill>
                <a:srgbClr val="D5F2E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65" name="pg1665"/>
            <p:cNvSpPr/>
            <p:nvPr/>
          </p:nvSpPr>
          <p:spPr>
            <a:xfrm>
              <a:off x="5089957" y="383755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D6F2E1">
                <a:alpha val="100000"/>
              </a:srgbClr>
            </a:solidFill>
            <a:ln w="5420" cap="flat">
              <a:solidFill>
                <a:srgbClr val="D6F2E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66" name="pg1666"/>
            <p:cNvSpPr/>
            <p:nvPr/>
          </p:nvSpPr>
          <p:spPr>
            <a:xfrm>
              <a:off x="5101595" y="383755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D5F2E0">
                <a:alpha val="100000"/>
              </a:srgbClr>
            </a:solidFill>
            <a:ln w="5420" cap="flat">
              <a:solidFill>
                <a:srgbClr val="D5F2E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67" name="pg1667"/>
            <p:cNvSpPr/>
            <p:nvPr/>
          </p:nvSpPr>
          <p:spPr>
            <a:xfrm>
              <a:off x="5113232" y="383755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D4F2E0">
                <a:alpha val="100000"/>
              </a:srgbClr>
            </a:solidFill>
            <a:ln w="5420" cap="flat">
              <a:solidFill>
                <a:srgbClr val="D4F2E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68" name="pg1668"/>
            <p:cNvSpPr/>
            <p:nvPr/>
          </p:nvSpPr>
          <p:spPr>
            <a:xfrm>
              <a:off x="5124869" y="383755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D1F1DF">
                <a:alpha val="100000"/>
              </a:srgbClr>
            </a:solidFill>
            <a:ln w="5420" cap="flat">
              <a:solidFill>
                <a:srgbClr val="D1F1D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69" name="pg1669"/>
            <p:cNvSpPr/>
            <p:nvPr/>
          </p:nvSpPr>
          <p:spPr>
            <a:xfrm>
              <a:off x="5136507" y="383755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CFF0DD">
                <a:alpha val="100000"/>
              </a:srgbClr>
            </a:solidFill>
            <a:ln w="5420" cap="flat">
              <a:solidFill>
                <a:srgbClr val="CFF0D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70" name="pg1670"/>
            <p:cNvSpPr/>
            <p:nvPr/>
          </p:nvSpPr>
          <p:spPr>
            <a:xfrm>
              <a:off x="5148144" y="383755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CCEFDC">
                <a:alpha val="100000"/>
              </a:srgbClr>
            </a:solidFill>
            <a:ln w="5420" cap="flat">
              <a:solidFill>
                <a:srgbClr val="CCEFD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71" name="pg1671"/>
            <p:cNvSpPr/>
            <p:nvPr/>
          </p:nvSpPr>
          <p:spPr>
            <a:xfrm>
              <a:off x="5159781" y="383755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C9EEDA">
                <a:alpha val="100000"/>
              </a:srgbClr>
            </a:solidFill>
            <a:ln w="5420" cap="flat">
              <a:solidFill>
                <a:srgbClr val="C9EED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72" name="pg1672"/>
            <p:cNvSpPr/>
            <p:nvPr/>
          </p:nvSpPr>
          <p:spPr>
            <a:xfrm>
              <a:off x="5171419" y="383755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C7EDD9">
                <a:alpha val="100000"/>
              </a:srgbClr>
            </a:solidFill>
            <a:ln w="5420" cap="flat">
              <a:solidFill>
                <a:srgbClr val="C7EDD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73" name="pg1673"/>
            <p:cNvSpPr/>
            <p:nvPr/>
          </p:nvSpPr>
          <p:spPr>
            <a:xfrm>
              <a:off x="5066683" y="385185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D3F1E0">
                <a:alpha val="100000"/>
              </a:srgbClr>
            </a:solidFill>
            <a:ln w="5420" cap="flat">
              <a:solidFill>
                <a:srgbClr val="D3F1E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74" name="pg1674"/>
            <p:cNvSpPr/>
            <p:nvPr/>
          </p:nvSpPr>
          <p:spPr>
            <a:xfrm>
              <a:off x="5078320" y="385185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D4F2E0">
                <a:alpha val="100000"/>
              </a:srgbClr>
            </a:solidFill>
            <a:ln w="5420" cap="flat">
              <a:solidFill>
                <a:srgbClr val="D4F2E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75" name="pg1675"/>
            <p:cNvSpPr/>
            <p:nvPr/>
          </p:nvSpPr>
          <p:spPr>
            <a:xfrm>
              <a:off x="5089957" y="385185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D4F2E0">
                <a:alpha val="100000"/>
              </a:srgbClr>
            </a:solidFill>
            <a:ln w="5420" cap="flat">
              <a:solidFill>
                <a:srgbClr val="D4F2E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76" name="pg1676"/>
            <p:cNvSpPr/>
            <p:nvPr/>
          </p:nvSpPr>
          <p:spPr>
            <a:xfrm>
              <a:off x="5101595" y="385185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D3F2E0">
                <a:alpha val="100000"/>
              </a:srgbClr>
            </a:solidFill>
            <a:ln w="5420" cap="flat">
              <a:solidFill>
                <a:srgbClr val="D3F2E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77" name="pg1677"/>
            <p:cNvSpPr/>
            <p:nvPr/>
          </p:nvSpPr>
          <p:spPr>
            <a:xfrm>
              <a:off x="5113232" y="385185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D2F1DF">
                <a:alpha val="100000"/>
              </a:srgbClr>
            </a:solidFill>
            <a:ln w="5420" cap="flat">
              <a:solidFill>
                <a:srgbClr val="D2F1D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78" name="pg1678"/>
            <p:cNvSpPr/>
            <p:nvPr/>
          </p:nvSpPr>
          <p:spPr>
            <a:xfrm>
              <a:off x="5124869" y="385185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D0F0DE">
                <a:alpha val="100000"/>
              </a:srgbClr>
            </a:solidFill>
            <a:ln w="5420" cap="flat">
              <a:solidFill>
                <a:srgbClr val="D0F0D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79" name="pg1679"/>
            <p:cNvSpPr/>
            <p:nvPr/>
          </p:nvSpPr>
          <p:spPr>
            <a:xfrm>
              <a:off x="5136507" y="385185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CEF0DD">
                <a:alpha val="100000"/>
              </a:srgbClr>
            </a:solidFill>
            <a:ln w="5420" cap="flat">
              <a:solidFill>
                <a:srgbClr val="CEF0D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80" name="pg1680"/>
            <p:cNvSpPr/>
            <p:nvPr/>
          </p:nvSpPr>
          <p:spPr>
            <a:xfrm>
              <a:off x="5148144" y="385185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CCEFDC">
                <a:alpha val="100000"/>
              </a:srgbClr>
            </a:solidFill>
            <a:ln w="5420" cap="flat">
              <a:solidFill>
                <a:srgbClr val="CCEFD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81" name="pg1681"/>
            <p:cNvSpPr/>
            <p:nvPr/>
          </p:nvSpPr>
          <p:spPr>
            <a:xfrm>
              <a:off x="5159781" y="385185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C9EEDB">
                <a:alpha val="100000"/>
              </a:srgbClr>
            </a:solidFill>
            <a:ln w="5420" cap="flat">
              <a:solidFill>
                <a:srgbClr val="C9EED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82" name="pg1682"/>
            <p:cNvSpPr/>
            <p:nvPr/>
          </p:nvSpPr>
          <p:spPr>
            <a:xfrm>
              <a:off x="5171419" y="385185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C7EED9">
                <a:alpha val="100000"/>
              </a:srgbClr>
            </a:solidFill>
            <a:ln w="5420" cap="flat">
              <a:solidFill>
                <a:srgbClr val="C7EED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83" name="pg1683"/>
            <p:cNvSpPr/>
            <p:nvPr/>
          </p:nvSpPr>
          <p:spPr>
            <a:xfrm>
              <a:off x="5078320" y="386616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D2F1DF">
                <a:alpha val="100000"/>
              </a:srgbClr>
            </a:solidFill>
            <a:ln w="5420" cap="flat">
              <a:solidFill>
                <a:srgbClr val="D2F1D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84" name="pg1684"/>
            <p:cNvSpPr/>
            <p:nvPr/>
          </p:nvSpPr>
          <p:spPr>
            <a:xfrm>
              <a:off x="5089957" y="386616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D2F1DF">
                <a:alpha val="100000"/>
              </a:srgbClr>
            </a:solidFill>
            <a:ln w="5420" cap="flat">
              <a:solidFill>
                <a:srgbClr val="D2F1D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85" name="pg1685"/>
            <p:cNvSpPr/>
            <p:nvPr/>
          </p:nvSpPr>
          <p:spPr>
            <a:xfrm>
              <a:off x="5101595" y="386616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D1F1DF">
                <a:alpha val="100000"/>
              </a:srgbClr>
            </a:solidFill>
            <a:ln w="5420" cap="flat">
              <a:solidFill>
                <a:srgbClr val="D1F1D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86" name="pg1686"/>
            <p:cNvSpPr/>
            <p:nvPr/>
          </p:nvSpPr>
          <p:spPr>
            <a:xfrm>
              <a:off x="5113232" y="386616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D0F0DE">
                <a:alpha val="100000"/>
              </a:srgbClr>
            </a:solidFill>
            <a:ln w="5420" cap="flat">
              <a:solidFill>
                <a:srgbClr val="D0F0D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87" name="pg1687"/>
            <p:cNvSpPr/>
            <p:nvPr/>
          </p:nvSpPr>
          <p:spPr>
            <a:xfrm>
              <a:off x="5124869" y="386616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CFF0DD">
                <a:alpha val="100000"/>
              </a:srgbClr>
            </a:solidFill>
            <a:ln w="5420" cap="flat">
              <a:solidFill>
                <a:srgbClr val="CFF0D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88" name="pg1688"/>
            <p:cNvSpPr/>
            <p:nvPr/>
          </p:nvSpPr>
          <p:spPr>
            <a:xfrm>
              <a:off x="5136507" y="386616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CDEFDC">
                <a:alpha val="100000"/>
              </a:srgbClr>
            </a:solidFill>
            <a:ln w="5420" cap="flat">
              <a:solidFill>
                <a:srgbClr val="CDEFD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89" name="pg1689"/>
            <p:cNvSpPr/>
            <p:nvPr/>
          </p:nvSpPr>
          <p:spPr>
            <a:xfrm>
              <a:off x="5148144" y="386616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CBEFDB">
                <a:alpha val="100000"/>
              </a:srgbClr>
            </a:solidFill>
            <a:ln w="5420" cap="flat">
              <a:solidFill>
                <a:srgbClr val="CBEFD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90" name="pg1690"/>
            <p:cNvSpPr/>
            <p:nvPr/>
          </p:nvSpPr>
          <p:spPr>
            <a:xfrm>
              <a:off x="5159781" y="386616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C9EEDA">
                <a:alpha val="100000"/>
              </a:srgbClr>
            </a:solidFill>
            <a:ln w="5420" cap="flat">
              <a:solidFill>
                <a:srgbClr val="C9EED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91" name="pg1691"/>
            <p:cNvSpPr/>
            <p:nvPr/>
          </p:nvSpPr>
          <p:spPr>
            <a:xfrm>
              <a:off x="5171419" y="386616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C7EDD9">
                <a:alpha val="100000"/>
              </a:srgbClr>
            </a:solidFill>
            <a:ln w="5420" cap="flat">
              <a:solidFill>
                <a:srgbClr val="C7EDD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92" name="pg1692"/>
            <p:cNvSpPr/>
            <p:nvPr/>
          </p:nvSpPr>
          <p:spPr>
            <a:xfrm>
              <a:off x="5089957" y="388046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D0F0DE">
                <a:alpha val="100000"/>
              </a:srgbClr>
            </a:solidFill>
            <a:ln w="5420" cap="flat">
              <a:solidFill>
                <a:srgbClr val="D0F0D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93" name="pg1693"/>
            <p:cNvSpPr/>
            <p:nvPr/>
          </p:nvSpPr>
          <p:spPr>
            <a:xfrm>
              <a:off x="5101595" y="388046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CFF0DD">
                <a:alpha val="100000"/>
              </a:srgbClr>
            </a:solidFill>
            <a:ln w="5420" cap="flat">
              <a:solidFill>
                <a:srgbClr val="CFF0D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94" name="pg1694"/>
            <p:cNvSpPr/>
            <p:nvPr/>
          </p:nvSpPr>
          <p:spPr>
            <a:xfrm>
              <a:off x="5113232" y="388046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CEF0DD">
                <a:alpha val="100000"/>
              </a:srgbClr>
            </a:solidFill>
            <a:ln w="5420" cap="flat">
              <a:solidFill>
                <a:srgbClr val="CEF0D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95" name="pg1695"/>
            <p:cNvSpPr/>
            <p:nvPr/>
          </p:nvSpPr>
          <p:spPr>
            <a:xfrm>
              <a:off x="5124869" y="388046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CDEFDC">
                <a:alpha val="100000"/>
              </a:srgbClr>
            </a:solidFill>
            <a:ln w="5420" cap="flat">
              <a:solidFill>
                <a:srgbClr val="CDEFD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96" name="pg1696"/>
            <p:cNvSpPr/>
            <p:nvPr/>
          </p:nvSpPr>
          <p:spPr>
            <a:xfrm>
              <a:off x="5136507" y="388046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CBEFDC">
                <a:alpha val="100000"/>
              </a:srgbClr>
            </a:solidFill>
            <a:ln w="5420" cap="flat">
              <a:solidFill>
                <a:srgbClr val="CBEFD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97" name="pg1697"/>
            <p:cNvSpPr/>
            <p:nvPr/>
          </p:nvSpPr>
          <p:spPr>
            <a:xfrm>
              <a:off x="5148144" y="388046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CAEEDB">
                <a:alpha val="100000"/>
              </a:srgbClr>
            </a:solidFill>
            <a:ln w="5420" cap="flat">
              <a:solidFill>
                <a:srgbClr val="CAEED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98" name="pg1698"/>
            <p:cNvSpPr/>
            <p:nvPr/>
          </p:nvSpPr>
          <p:spPr>
            <a:xfrm>
              <a:off x="5159781" y="388046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C8EEDA">
                <a:alpha val="100000"/>
              </a:srgbClr>
            </a:solidFill>
            <a:ln w="5420" cap="flat">
              <a:solidFill>
                <a:srgbClr val="C8EED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99" name="pg1699"/>
            <p:cNvSpPr/>
            <p:nvPr/>
          </p:nvSpPr>
          <p:spPr>
            <a:xfrm>
              <a:off x="5171419" y="388046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C6EDD9">
                <a:alpha val="100000"/>
              </a:srgbClr>
            </a:solidFill>
            <a:ln w="5420" cap="flat">
              <a:solidFill>
                <a:srgbClr val="C6EDD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00" name="pg1700"/>
            <p:cNvSpPr/>
            <p:nvPr/>
          </p:nvSpPr>
          <p:spPr>
            <a:xfrm>
              <a:off x="5183056" y="388046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C5EDD8">
                <a:alpha val="100000"/>
              </a:srgbClr>
            </a:solidFill>
            <a:ln w="5420" cap="flat">
              <a:solidFill>
                <a:srgbClr val="C5EDD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01" name="pg1701"/>
            <p:cNvSpPr/>
            <p:nvPr/>
          </p:nvSpPr>
          <p:spPr>
            <a:xfrm>
              <a:off x="5124869" y="389476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CBEFDB">
                <a:alpha val="100000"/>
              </a:srgbClr>
            </a:solidFill>
            <a:ln w="5420" cap="flat">
              <a:solidFill>
                <a:srgbClr val="CBEFD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02" name="pg1702"/>
            <p:cNvSpPr/>
            <p:nvPr/>
          </p:nvSpPr>
          <p:spPr>
            <a:xfrm>
              <a:off x="5136507" y="389476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CAEEDB">
                <a:alpha val="100000"/>
              </a:srgbClr>
            </a:solidFill>
            <a:ln w="5420" cap="flat">
              <a:solidFill>
                <a:srgbClr val="CAEED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03" name="pg1703"/>
            <p:cNvSpPr/>
            <p:nvPr/>
          </p:nvSpPr>
          <p:spPr>
            <a:xfrm>
              <a:off x="5148144" y="389476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C8EEDA">
                <a:alpha val="100000"/>
              </a:srgbClr>
            </a:solidFill>
            <a:ln w="5420" cap="flat">
              <a:solidFill>
                <a:srgbClr val="C8EED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04" name="pg1704"/>
            <p:cNvSpPr/>
            <p:nvPr/>
          </p:nvSpPr>
          <p:spPr>
            <a:xfrm>
              <a:off x="5159781" y="389476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C7EDD9">
                <a:alpha val="100000"/>
              </a:srgbClr>
            </a:solidFill>
            <a:ln w="5420" cap="flat">
              <a:solidFill>
                <a:srgbClr val="C7EDD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05" name="pg1705"/>
            <p:cNvSpPr/>
            <p:nvPr/>
          </p:nvSpPr>
          <p:spPr>
            <a:xfrm>
              <a:off x="5171419" y="389476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C5EDD9">
                <a:alpha val="100000"/>
              </a:srgbClr>
            </a:solidFill>
            <a:ln w="5420" cap="flat">
              <a:solidFill>
                <a:srgbClr val="C5EDD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06" name="pg1706"/>
            <p:cNvSpPr/>
            <p:nvPr/>
          </p:nvSpPr>
          <p:spPr>
            <a:xfrm>
              <a:off x="5183056" y="389476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C4ECD8">
                <a:alpha val="100000"/>
              </a:srgbClr>
            </a:solidFill>
            <a:ln w="5420" cap="flat">
              <a:solidFill>
                <a:srgbClr val="C4ECD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07" name="pg1707"/>
            <p:cNvSpPr/>
            <p:nvPr/>
          </p:nvSpPr>
          <p:spPr>
            <a:xfrm>
              <a:off x="5066683" y="390906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C9EEDB">
                <a:alpha val="100000"/>
              </a:srgbClr>
            </a:solidFill>
            <a:ln w="5420" cap="flat">
              <a:solidFill>
                <a:srgbClr val="C9EED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08" name="pg1708"/>
            <p:cNvSpPr/>
            <p:nvPr/>
          </p:nvSpPr>
          <p:spPr>
            <a:xfrm>
              <a:off x="5113232" y="390906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C9EEDA">
                <a:alpha val="100000"/>
              </a:srgbClr>
            </a:solidFill>
            <a:ln w="5420" cap="flat">
              <a:solidFill>
                <a:srgbClr val="C9EED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09" name="pg1709"/>
            <p:cNvSpPr/>
            <p:nvPr/>
          </p:nvSpPr>
          <p:spPr>
            <a:xfrm>
              <a:off x="5124869" y="390906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C9EEDA">
                <a:alpha val="100000"/>
              </a:srgbClr>
            </a:solidFill>
            <a:ln w="5420" cap="flat">
              <a:solidFill>
                <a:srgbClr val="C9EED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10" name="pg1710"/>
            <p:cNvSpPr/>
            <p:nvPr/>
          </p:nvSpPr>
          <p:spPr>
            <a:xfrm>
              <a:off x="5136507" y="390906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C8EEDA">
                <a:alpha val="100000"/>
              </a:srgbClr>
            </a:solidFill>
            <a:ln w="5420" cap="flat">
              <a:solidFill>
                <a:srgbClr val="C8EED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11" name="pg1711"/>
            <p:cNvSpPr/>
            <p:nvPr/>
          </p:nvSpPr>
          <p:spPr>
            <a:xfrm>
              <a:off x="5148144" y="390906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C7EDD9">
                <a:alpha val="100000"/>
              </a:srgbClr>
            </a:solidFill>
            <a:ln w="5420" cap="flat">
              <a:solidFill>
                <a:srgbClr val="C7EDD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12" name="pg1712"/>
            <p:cNvSpPr/>
            <p:nvPr/>
          </p:nvSpPr>
          <p:spPr>
            <a:xfrm>
              <a:off x="5159781" y="390906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C5EDD9">
                <a:alpha val="100000"/>
              </a:srgbClr>
            </a:solidFill>
            <a:ln w="5420" cap="flat">
              <a:solidFill>
                <a:srgbClr val="C5EDD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13" name="pg1713"/>
            <p:cNvSpPr/>
            <p:nvPr/>
          </p:nvSpPr>
          <p:spPr>
            <a:xfrm>
              <a:off x="5171419" y="390906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C4EDD8">
                <a:alpha val="100000"/>
              </a:srgbClr>
            </a:solidFill>
            <a:ln w="5420" cap="flat">
              <a:solidFill>
                <a:srgbClr val="C4EDD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14" name="pg1714"/>
            <p:cNvSpPr/>
            <p:nvPr/>
          </p:nvSpPr>
          <p:spPr>
            <a:xfrm>
              <a:off x="5183056" y="390906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C3ECD7">
                <a:alpha val="100000"/>
              </a:srgbClr>
            </a:solidFill>
            <a:ln w="5420" cap="flat">
              <a:solidFill>
                <a:srgbClr val="C3ECD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15" name="pg1715"/>
            <p:cNvSpPr/>
            <p:nvPr/>
          </p:nvSpPr>
          <p:spPr>
            <a:xfrm>
              <a:off x="5055045" y="392336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C7EDD9">
                <a:alpha val="100000"/>
              </a:srgbClr>
            </a:solidFill>
            <a:ln w="5420" cap="flat">
              <a:solidFill>
                <a:srgbClr val="C7EDD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16" name="pg1716"/>
            <p:cNvSpPr/>
            <p:nvPr/>
          </p:nvSpPr>
          <p:spPr>
            <a:xfrm>
              <a:off x="5066683" y="392336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C8EEDA">
                <a:alpha val="100000"/>
              </a:srgbClr>
            </a:solidFill>
            <a:ln w="5420" cap="flat">
              <a:solidFill>
                <a:srgbClr val="C8EED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17" name="pg1717"/>
            <p:cNvSpPr/>
            <p:nvPr/>
          </p:nvSpPr>
          <p:spPr>
            <a:xfrm>
              <a:off x="5078320" y="392336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C8EEDA">
                <a:alpha val="100000"/>
              </a:srgbClr>
            </a:solidFill>
            <a:ln w="5420" cap="flat">
              <a:solidFill>
                <a:srgbClr val="C8EED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18" name="pg1718"/>
            <p:cNvSpPr/>
            <p:nvPr/>
          </p:nvSpPr>
          <p:spPr>
            <a:xfrm>
              <a:off x="5089957" y="392336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C8EEDA">
                <a:alpha val="100000"/>
              </a:srgbClr>
            </a:solidFill>
            <a:ln w="5420" cap="flat">
              <a:solidFill>
                <a:srgbClr val="C8EED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19" name="pg1719"/>
            <p:cNvSpPr/>
            <p:nvPr/>
          </p:nvSpPr>
          <p:spPr>
            <a:xfrm>
              <a:off x="5101595" y="392336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C8EEDA">
                <a:alpha val="100000"/>
              </a:srgbClr>
            </a:solidFill>
            <a:ln w="5420" cap="flat">
              <a:solidFill>
                <a:srgbClr val="C8EED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20" name="pg1720"/>
            <p:cNvSpPr/>
            <p:nvPr/>
          </p:nvSpPr>
          <p:spPr>
            <a:xfrm>
              <a:off x="5113232" y="392336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C7EEDA">
                <a:alpha val="100000"/>
              </a:srgbClr>
            </a:solidFill>
            <a:ln w="5420" cap="flat">
              <a:solidFill>
                <a:srgbClr val="C7EED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21" name="pg1721"/>
            <p:cNvSpPr/>
            <p:nvPr/>
          </p:nvSpPr>
          <p:spPr>
            <a:xfrm>
              <a:off x="5124869" y="392336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C7EDD9">
                <a:alpha val="100000"/>
              </a:srgbClr>
            </a:solidFill>
            <a:ln w="5420" cap="flat">
              <a:solidFill>
                <a:srgbClr val="C7EDD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22" name="pg1722"/>
            <p:cNvSpPr/>
            <p:nvPr/>
          </p:nvSpPr>
          <p:spPr>
            <a:xfrm>
              <a:off x="5136507" y="392336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C6EDD9">
                <a:alpha val="100000"/>
              </a:srgbClr>
            </a:solidFill>
            <a:ln w="5420" cap="flat">
              <a:solidFill>
                <a:srgbClr val="C6EDD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23" name="pg1723"/>
            <p:cNvSpPr/>
            <p:nvPr/>
          </p:nvSpPr>
          <p:spPr>
            <a:xfrm>
              <a:off x="5148144" y="392336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C5EDD8">
                <a:alpha val="100000"/>
              </a:srgbClr>
            </a:solidFill>
            <a:ln w="5420" cap="flat">
              <a:solidFill>
                <a:srgbClr val="C5EDD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24" name="pg1724"/>
            <p:cNvSpPr/>
            <p:nvPr/>
          </p:nvSpPr>
          <p:spPr>
            <a:xfrm>
              <a:off x="5159781" y="392336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C4ECD8">
                <a:alpha val="100000"/>
              </a:srgbClr>
            </a:solidFill>
            <a:ln w="5420" cap="flat">
              <a:solidFill>
                <a:srgbClr val="C4ECD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25" name="pg1725"/>
            <p:cNvSpPr/>
            <p:nvPr/>
          </p:nvSpPr>
          <p:spPr>
            <a:xfrm>
              <a:off x="5171419" y="392336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C3ECD7">
                <a:alpha val="100000"/>
              </a:srgbClr>
            </a:solidFill>
            <a:ln w="5420" cap="flat">
              <a:solidFill>
                <a:srgbClr val="C3ECD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26" name="pg1726"/>
            <p:cNvSpPr/>
            <p:nvPr/>
          </p:nvSpPr>
          <p:spPr>
            <a:xfrm>
              <a:off x="5183056" y="392336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C2ECD7">
                <a:alpha val="100000"/>
              </a:srgbClr>
            </a:solidFill>
            <a:ln w="5420" cap="flat">
              <a:solidFill>
                <a:srgbClr val="C2ECD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27" name="pg1727"/>
            <p:cNvSpPr/>
            <p:nvPr/>
          </p:nvSpPr>
          <p:spPr>
            <a:xfrm>
              <a:off x="5043408" y="393766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C2ECD7">
                <a:alpha val="100000"/>
              </a:srgbClr>
            </a:solidFill>
            <a:ln w="5420" cap="flat">
              <a:solidFill>
                <a:srgbClr val="C2ECD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28" name="pg1728"/>
            <p:cNvSpPr/>
            <p:nvPr/>
          </p:nvSpPr>
          <p:spPr>
            <a:xfrm>
              <a:off x="5055045" y="393766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C2ECD7">
                <a:alpha val="100000"/>
              </a:srgbClr>
            </a:solidFill>
            <a:ln w="5420" cap="flat">
              <a:solidFill>
                <a:srgbClr val="C2ECD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29" name="pg1729"/>
            <p:cNvSpPr/>
            <p:nvPr/>
          </p:nvSpPr>
          <p:spPr>
            <a:xfrm>
              <a:off x="5066683" y="393766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C3ECD7">
                <a:alpha val="100000"/>
              </a:srgbClr>
            </a:solidFill>
            <a:ln w="5420" cap="flat">
              <a:solidFill>
                <a:srgbClr val="C3ECD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30" name="pg1730"/>
            <p:cNvSpPr/>
            <p:nvPr/>
          </p:nvSpPr>
          <p:spPr>
            <a:xfrm>
              <a:off x="5078320" y="393766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C3ECD8">
                <a:alpha val="100000"/>
              </a:srgbClr>
            </a:solidFill>
            <a:ln w="5420" cap="flat">
              <a:solidFill>
                <a:srgbClr val="C3ECD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31" name="pg1731"/>
            <p:cNvSpPr/>
            <p:nvPr/>
          </p:nvSpPr>
          <p:spPr>
            <a:xfrm>
              <a:off x="5089957" y="393766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C4ECD8">
                <a:alpha val="100000"/>
              </a:srgbClr>
            </a:solidFill>
            <a:ln w="5420" cap="flat">
              <a:solidFill>
                <a:srgbClr val="C4ECD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32" name="pg1732"/>
            <p:cNvSpPr/>
            <p:nvPr/>
          </p:nvSpPr>
          <p:spPr>
            <a:xfrm>
              <a:off x="5101595" y="393766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C3ECD8">
                <a:alpha val="100000"/>
              </a:srgbClr>
            </a:solidFill>
            <a:ln w="5420" cap="flat">
              <a:solidFill>
                <a:srgbClr val="C3ECD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33" name="pg1733"/>
            <p:cNvSpPr/>
            <p:nvPr/>
          </p:nvSpPr>
          <p:spPr>
            <a:xfrm>
              <a:off x="5113232" y="393766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C3ECD7">
                <a:alpha val="100000"/>
              </a:srgbClr>
            </a:solidFill>
            <a:ln w="5420" cap="flat">
              <a:solidFill>
                <a:srgbClr val="C3ECD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34" name="pg1734"/>
            <p:cNvSpPr/>
            <p:nvPr/>
          </p:nvSpPr>
          <p:spPr>
            <a:xfrm>
              <a:off x="5124869" y="393766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C3ECD7">
                <a:alpha val="100000"/>
              </a:srgbClr>
            </a:solidFill>
            <a:ln w="5420" cap="flat">
              <a:solidFill>
                <a:srgbClr val="C3ECD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35" name="pg1735"/>
            <p:cNvSpPr/>
            <p:nvPr/>
          </p:nvSpPr>
          <p:spPr>
            <a:xfrm>
              <a:off x="5136507" y="393766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C2ECD7">
                <a:alpha val="100000"/>
              </a:srgbClr>
            </a:solidFill>
            <a:ln w="5420" cap="flat">
              <a:solidFill>
                <a:srgbClr val="C2ECD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36" name="pg1736"/>
            <p:cNvSpPr/>
            <p:nvPr/>
          </p:nvSpPr>
          <p:spPr>
            <a:xfrm>
              <a:off x="5148144" y="393766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C1ECD7">
                <a:alpha val="100000"/>
              </a:srgbClr>
            </a:solidFill>
            <a:ln w="5420" cap="flat">
              <a:solidFill>
                <a:srgbClr val="C1ECD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37" name="pg1737"/>
            <p:cNvSpPr/>
            <p:nvPr/>
          </p:nvSpPr>
          <p:spPr>
            <a:xfrm>
              <a:off x="5159781" y="393766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C1EBD6">
                <a:alpha val="100000"/>
              </a:srgbClr>
            </a:solidFill>
            <a:ln w="5420" cap="flat">
              <a:solidFill>
                <a:srgbClr val="C1EBD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38" name="pg1738"/>
            <p:cNvSpPr/>
            <p:nvPr/>
          </p:nvSpPr>
          <p:spPr>
            <a:xfrm>
              <a:off x="5171419" y="393766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C0EBD6">
                <a:alpha val="100000"/>
              </a:srgbClr>
            </a:solidFill>
            <a:ln w="5420" cap="flat">
              <a:solidFill>
                <a:srgbClr val="C0EBD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39" name="pg1739"/>
            <p:cNvSpPr/>
            <p:nvPr/>
          </p:nvSpPr>
          <p:spPr>
            <a:xfrm>
              <a:off x="5183056" y="393766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BFEBD5">
                <a:alpha val="100000"/>
              </a:srgbClr>
            </a:solidFill>
            <a:ln w="5420" cap="flat">
              <a:solidFill>
                <a:srgbClr val="BFEBD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40" name="pg1740"/>
            <p:cNvSpPr/>
            <p:nvPr/>
          </p:nvSpPr>
          <p:spPr>
            <a:xfrm>
              <a:off x="5194693" y="393766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BEEBD5">
                <a:alpha val="100000"/>
              </a:srgbClr>
            </a:solidFill>
            <a:ln w="5420" cap="flat">
              <a:solidFill>
                <a:srgbClr val="BEEBD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41" name="pg1741"/>
            <p:cNvSpPr/>
            <p:nvPr/>
          </p:nvSpPr>
          <p:spPr>
            <a:xfrm>
              <a:off x="5043408" y="395196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C0EBD6">
                <a:alpha val="100000"/>
              </a:srgbClr>
            </a:solidFill>
            <a:ln w="5420" cap="flat">
              <a:solidFill>
                <a:srgbClr val="C0EBD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42" name="pg1742"/>
            <p:cNvSpPr/>
            <p:nvPr/>
          </p:nvSpPr>
          <p:spPr>
            <a:xfrm>
              <a:off x="5055045" y="395196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C0EBD6">
                <a:alpha val="100000"/>
              </a:srgbClr>
            </a:solidFill>
            <a:ln w="5420" cap="flat">
              <a:solidFill>
                <a:srgbClr val="C0EBD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43" name="pg1743"/>
            <p:cNvSpPr/>
            <p:nvPr/>
          </p:nvSpPr>
          <p:spPr>
            <a:xfrm>
              <a:off x="5066683" y="395196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C1EBD6">
                <a:alpha val="100000"/>
              </a:srgbClr>
            </a:solidFill>
            <a:ln w="5420" cap="flat">
              <a:solidFill>
                <a:srgbClr val="C1EBD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44" name="pg1744"/>
            <p:cNvSpPr/>
            <p:nvPr/>
          </p:nvSpPr>
          <p:spPr>
            <a:xfrm>
              <a:off x="5078320" y="395196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C1EBD6">
                <a:alpha val="100000"/>
              </a:srgbClr>
            </a:solidFill>
            <a:ln w="5420" cap="flat">
              <a:solidFill>
                <a:srgbClr val="C1EBD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45" name="pg1745"/>
            <p:cNvSpPr/>
            <p:nvPr/>
          </p:nvSpPr>
          <p:spPr>
            <a:xfrm>
              <a:off x="5089957" y="395196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C1ECD6">
                <a:alpha val="100000"/>
              </a:srgbClr>
            </a:solidFill>
            <a:ln w="5420" cap="flat">
              <a:solidFill>
                <a:srgbClr val="C1ECD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46" name="pg1746"/>
            <p:cNvSpPr/>
            <p:nvPr/>
          </p:nvSpPr>
          <p:spPr>
            <a:xfrm>
              <a:off x="5101595" y="395196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C1ECD6">
                <a:alpha val="100000"/>
              </a:srgbClr>
            </a:solidFill>
            <a:ln w="5420" cap="flat">
              <a:solidFill>
                <a:srgbClr val="C1ECD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47" name="pg1747"/>
            <p:cNvSpPr/>
            <p:nvPr/>
          </p:nvSpPr>
          <p:spPr>
            <a:xfrm>
              <a:off x="5113232" y="395196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C1EBD6">
                <a:alpha val="100000"/>
              </a:srgbClr>
            </a:solidFill>
            <a:ln w="5420" cap="flat">
              <a:solidFill>
                <a:srgbClr val="C1EBD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48" name="pg1748"/>
            <p:cNvSpPr/>
            <p:nvPr/>
          </p:nvSpPr>
          <p:spPr>
            <a:xfrm>
              <a:off x="5124869" y="395196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C1EBD6">
                <a:alpha val="100000"/>
              </a:srgbClr>
            </a:solidFill>
            <a:ln w="5420" cap="flat">
              <a:solidFill>
                <a:srgbClr val="C1EBD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49" name="pg1749"/>
            <p:cNvSpPr/>
            <p:nvPr/>
          </p:nvSpPr>
          <p:spPr>
            <a:xfrm>
              <a:off x="5136507" y="395196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C0EBD6">
                <a:alpha val="100000"/>
              </a:srgbClr>
            </a:solidFill>
            <a:ln w="5420" cap="flat">
              <a:solidFill>
                <a:srgbClr val="C0EBD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50" name="pg1750"/>
            <p:cNvSpPr/>
            <p:nvPr/>
          </p:nvSpPr>
          <p:spPr>
            <a:xfrm>
              <a:off x="5148144" y="395196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C0EBD6">
                <a:alpha val="100000"/>
              </a:srgbClr>
            </a:solidFill>
            <a:ln w="5420" cap="flat">
              <a:solidFill>
                <a:srgbClr val="C0EBD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51" name="pg1751"/>
            <p:cNvSpPr/>
            <p:nvPr/>
          </p:nvSpPr>
          <p:spPr>
            <a:xfrm>
              <a:off x="5159781" y="395196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BFEBD5">
                <a:alpha val="100000"/>
              </a:srgbClr>
            </a:solidFill>
            <a:ln w="5420" cap="flat">
              <a:solidFill>
                <a:srgbClr val="BFEBD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52" name="pg1752"/>
            <p:cNvSpPr/>
            <p:nvPr/>
          </p:nvSpPr>
          <p:spPr>
            <a:xfrm>
              <a:off x="5171419" y="395196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BEEBD5">
                <a:alpha val="100000"/>
              </a:srgbClr>
            </a:solidFill>
            <a:ln w="5420" cap="flat">
              <a:solidFill>
                <a:srgbClr val="BEEBD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53" name="pg1753"/>
            <p:cNvSpPr/>
            <p:nvPr/>
          </p:nvSpPr>
          <p:spPr>
            <a:xfrm>
              <a:off x="5183056" y="395196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BEEAD5">
                <a:alpha val="100000"/>
              </a:srgbClr>
            </a:solidFill>
            <a:ln w="5420" cap="flat">
              <a:solidFill>
                <a:srgbClr val="BEEAD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54" name="pg1754"/>
            <p:cNvSpPr/>
            <p:nvPr/>
          </p:nvSpPr>
          <p:spPr>
            <a:xfrm>
              <a:off x="5194693" y="395196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BDEAD4">
                <a:alpha val="100000"/>
              </a:srgbClr>
            </a:solidFill>
            <a:ln w="5420" cap="flat">
              <a:solidFill>
                <a:srgbClr val="BDEAD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55" name="pg1755"/>
            <p:cNvSpPr/>
            <p:nvPr/>
          </p:nvSpPr>
          <p:spPr>
            <a:xfrm>
              <a:off x="5206331" y="395196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BCEAD4">
                <a:alpha val="100000"/>
              </a:srgbClr>
            </a:solidFill>
            <a:ln w="5420" cap="flat">
              <a:solidFill>
                <a:srgbClr val="BCEAD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56" name="pg1756"/>
            <p:cNvSpPr/>
            <p:nvPr/>
          </p:nvSpPr>
          <p:spPr>
            <a:xfrm>
              <a:off x="5043408" y="396626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BEEAD5">
                <a:alpha val="100000"/>
              </a:srgbClr>
            </a:solidFill>
            <a:ln w="5420" cap="flat">
              <a:solidFill>
                <a:srgbClr val="BEEAD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57" name="pg1757"/>
            <p:cNvSpPr/>
            <p:nvPr/>
          </p:nvSpPr>
          <p:spPr>
            <a:xfrm>
              <a:off x="5055045" y="396626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BEEBD5">
                <a:alpha val="100000"/>
              </a:srgbClr>
            </a:solidFill>
            <a:ln w="5420" cap="flat">
              <a:solidFill>
                <a:srgbClr val="BEEBD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58" name="pg1758"/>
            <p:cNvSpPr/>
            <p:nvPr/>
          </p:nvSpPr>
          <p:spPr>
            <a:xfrm>
              <a:off x="5066683" y="396626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BEEBD5">
                <a:alpha val="100000"/>
              </a:srgbClr>
            </a:solidFill>
            <a:ln w="5420" cap="flat">
              <a:solidFill>
                <a:srgbClr val="BEEBD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59" name="pg1759"/>
            <p:cNvSpPr/>
            <p:nvPr/>
          </p:nvSpPr>
          <p:spPr>
            <a:xfrm>
              <a:off x="5078320" y="396626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BFEBD5">
                <a:alpha val="100000"/>
              </a:srgbClr>
            </a:solidFill>
            <a:ln w="5420" cap="flat">
              <a:solidFill>
                <a:srgbClr val="BFEBD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60" name="pg1760"/>
            <p:cNvSpPr/>
            <p:nvPr/>
          </p:nvSpPr>
          <p:spPr>
            <a:xfrm>
              <a:off x="5089957" y="396626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BFEBD5">
                <a:alpha val="100000"/>
              </a:srgbClr>
            </a:solidFill>
            <a:ln w="5420" cap="flat">
              <a:solidFill>
                <a:srgbClr val="BFEBD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61" name="pg1761"/>
            <p:cNvSpPr/>
            <p:nvPr/>
          </p:nvSpPr>
          <p:spPr>
            <a:xfrm>
              <a:off x="5101595" y="396626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BFEBD5">
                <a:alpha val="100000"/>
              </a:srgbClr>
            </a:solidFill>
            <a:ln w="5420" cap="flat">
              <a:solidFill>
                <a:srgbClr val="BFEBD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62" name="pg1762"/>
            <p:cNvSpPr/>
            <p:nvPr/>
          </p:nvSpPr>
          <p:spPr>
            <a:xfrm>
              <a:off x="5113232" y="396626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BFEBD5">
                <a:alpha val="100000"/>
              </a:srgbClr>
            </a:solidFill>
            <a:ln w="5420" cap="flat">
              <a:solidFill>
                <a:srgbClr val="BFEBD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63" name="pg1763"/>
            <p:cNvSpPr/>
            <p:nvPr/>
          </p:nvSpPr>
          <p:spPr>
            <a:xfrm>
              <a:off x="5124869" y="396626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BFEBD5">
                <a:alpha val="100000"/>
              </a:srgbClr>
            </a:solidFill>
            <a:ln w="5420" cap="flat">
              <a:solidFill>
                <a:srgbClr val="BFEBD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64" name="pg1764"/>
            <p:cNvSpPr/>
            <p:nvPr/>
          </p:nvSpPr>
          <p:spPr>
            <a:xfrm>
              <a:off x="5136507" y="396626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BEEBD5">
                <a:alpha val="100000"/>
              </a:srgbClr>
            </a:solidFill>
            <a:ln w="5420" cap="flat">
              <a:solidFill>
                <a:srgbClr val="BEEBD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65" name="pg1765"/>
            <p:cNvSpPr/>
            <p:nvPr/>
          </p:nvSpPr>
          <p:spPr>
            <a:xfrm>
              <a:off x="5148144" y="396626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BEEAD5">
                <a:alpha val="100000"/>
              </a:srgbClr>
            </a:solidFill>
            <a:ln w="5420" cap="flat">
              <a:solidFill>
                <a:srgbClr val="BEEAD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66" name="pg1766"/>
            <p:cNvSpPr/>
            <p:nvPr/>
          </p:nvSpPr>
          <p:spPr>
            <a:xfrm>
              <a:off x="5159781" y="396626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BDEAD5">
                <a:alpha val="100000"/>
              </a:srgbClr>
            </a:solidFill>
            <a:ln w="5420" cap="flat">
              <a:solidFill>
                <a:srgbClr val="BDEAD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67" name="pg1767"/>
            <p:cNvSpPr/>
            <p:nvPr/>
          </p:nvSpPr>
          <p:spPr>
            <a:xfrm>
              <a:off x="5171419" y="396626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BDEAD4">
                <a:alpha val="100000"/>
              </a:srgbClr>
            </a:solidFill>
            <a:ln w="5420" cap="flat">
              <a:solidFill>
                <a:srgbClr val="BDEAD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68" name="pg1768"/>
            <p:cNvSpPr/>
            <p:nvPr/>
          </p:nvSpPr>
          <p:spPr>
            <a:xfrm>
              <a:off x="5183056" y="396626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BCEAD4">
                <a:alpha val="100000"/>
              </a:srgbClr>
            </a:solidFill>
            <a:ln w="5420" cap="flat">
              <a:solidFill>
                <a:srgbClr val="BCEAD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69" name="pg1769"/>
            <p:cNvSpPr/>
            <p:nvPr/>
          </p:nvSpPr>
          <p:spPr>
            <a:xfrm>
              <a:off x="5194693" y="396626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BCEAD4">
                <a:alpha val="100000"/>
              </a:srgbClr>
            </a:solidFill>
            <a:ln w="5420" cap="flat">
              <a:solidFill>
                <a:srgbClr val="BCEAD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70" name="pg1770"/>
            <p:cNvSpPr/>
            <p:nvPr/>
          </p:nvSpPr>
          <p:spPr>
            <a:xfrm>
              <a:off x="5206331" y="396626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BBEAD3">
                <a:alpha val="100000"/>
              </a:srgbClr>
            </a:solidFill>
            <a:ln w="5420" cap="flat">
              <a:solidFill>
                <a:srgbClr val="BBEA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71" name="pg1771"/>
            <p:cNvSpPr/>
            <p:nvPr/>
          </p:nvSpPr>
          <p:spPr>
            <a:xfrm>
              <a:off x="5043408" y="398056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BCEAD4">
                <a:alpha val="100000"/>
              </a:srgbClr>
            </a:solidFill>
            <a:ln w="5420" cap="flat">
              <a:solidFill>
                <a:srgbClr val="BCEAD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72" name="pg1772"/>
            <p:cNvSpPr/>
            <p:nvPr/>
          </p:nvSpPr>
          <p:spPr>
            <a:xfrm>
              <a:off x="5055045" y="398056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BCEAD4">
                <a:alpha val="100000"/>
              </a:srgbClr>
            </a:solidFill>
            <a:ln w="5420" cap="flat">
              <a:solidFill>
                <a:srgbClr val="BCEAD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73" name="pg1773"/>
            <p:cNvSpPr/>
            <p:nvPr/>
          </p:nvSpPr>
          <p:spPr>
            <a:xfrm>
              <a:off x="5066683" y="398056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BCEAD4">
                <a:alpha val="100000"/>
              </a:srgbClr>
            </a:solidFill>
            <a:ln w="5420" cap="flat">
              <a:solidFill>
                <a:srgbClr val="BCEAD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74" name="pg1774"/>
            <p:cNvSpPr/>
            <p:nvPr/>
          </p:nvSpPr>
          <p:spPr>
            <a:xfrm>
              <a:off x="5078320" y="398056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BDEAD4">
                <a:alpha val="100000"/>
              </a:srgbClr>
            </a:solidFill>
            <a:ln w="5420" cap="flat">
              <a:solidFill>
                <a:srgbClr val="BDEAD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75" name="pg1775"/>
            <p:cNvSpPr/>
            <p:nvPr/>
          </p:nvSpPr>
          <p:spPr>
            <a:xfrm>
              <a:off x="5089957" y="398056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BDEAD4">
                <a:alpha val="100000"/>
              </a:srgbClr>
            </a:solidFill>
            <a:ln w="5420" cap="flat">
              <a:solidFill>
                <a:srgbClr val="BDEAD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76" name="pg1776"/>
            <p:cNvSpPr/>
            <p:nvPr/>
          </p:nvSpPr>
          <p:spPr>
            <a:xfrm>
              <a:off x="5101595" y="398056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BDEAD4">
                <a:alpha val="100000"/>
              </a:srgbClr>
            </a:solidFill>
            <a:ln w="5420" cap="flat">
              <a:solidFill>
                <a:srgbClr val="BDEAD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77" name="pg1777"/>
            <p:cNvSpPr/>
            <p:nvPr/>
          </p:nvSpPr>
          <p:spPr>
            <a:xfrm>
              <a:off x="5113232" y="398056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BDEAD4">
                <a:alpha val="100000"/>
              </a:srgbClr>
            </a:solidFill>
            <a:ln w="5420" cap="flat">
              <a:solidFill>
                <a:srgbClr val="BDEAD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78" name="pg1778"/>
            <p:cNvSpPr/>
            <p:nvPr/>
          </p:nvSpPr>
          <p:spPr>
            <a:xfrm>
              <a:off x="5124869" y="398056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BDEAD4">
                <a:alpha val="100000"/>
              </a:srgbClr>
            </a:solidFill>
            <a:ln w="5420" cap="flat">
              <a:solidFill>
                <a:srgbClr val="BDEAD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79" name="pg1779"/>
            <p:cNvSpPr/>
            <p:nvPr/>
          </p:nvSpPr>
          <p:spPr>
            <a:xfrm>
              <a:off x="5136507" y="398056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BCEAD4">
                <a:alpha val="100000"/>
              </a:srgbClr>
            </a:solidFill>
            <a:ln w="5420" cap="flat">
              <a:solidFill>
                <a:srgbClr val="BCEAD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80" name="pg1780"/>
            <p:cNvSpPr/>
            <p:nvPr/>
          </p:nvSpPr>
          <p:spPr>
            <a:xfrm>
              <a:off x="5148144" y="398056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BCEAD4">
                <a:alpha val="100000"/>
              </a:srgbClr>
            </a:solidFill>
            <a:ln w="5420" cap="flat">
              <a:solidFill>
                <a:srgbClr val="BCEAD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81" name="pg1781"/>
            <p:cNvSpPr/>
            <p:nvPr/>
          </p:nvSpPr>
          <p:spPr>
            <a:xfrm>
              <a:off x="5159781" y="398056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BCEAD4">
                <a:alpha val="100000"/>
              </a:srgbClr>
            </a:solidFill>
            <a:ln w="5420" cap="flat">
              <a:solidFill>
                <a:srgbClr val="BCEAD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82" name="pg1782"/>
            <p:cNvSpPr/>
            <p:nvPr/>
          </p:nvSpPr>
          <p:spPr>
            <a:xfrm>
              <a:off x="5171419" y="398056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BBEAD4">
                <a:alpha val="100000"/>
              </a:srgbClr>
            </a:solidFill>
            <a:ln w="5420" cap="flat">
              <a:solidFill>
                <a:srgbClr val="BBEAD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83" name="pg1783"/>
            <p:cNvSpPr/>
            <p:nvPr/>
          </p:nvSpPr>
          <p:spPr>
            <a:xfrm>
              <a:off x="5183056" y="398056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BBE9D3">
                <a:alpha val="100000"/>
              </a:srgbClr>
            </a:solidFill>
            <a:ln w="5420" cap="flat">
              <a:solidFill>
                <a:srgbClr val="BBE9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84" name="pg1784"/>
            <p:cNvSpPr/>
            <p:nvPr/>
          </p:nvSpPr>
          <p:spPr>
            <a:xfrm>
              <a:off x="5194693" y="398056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BAE9D3">
                <a:alpha val="100000"/>
              </a:srgbClr>
            </a:solidFill>
            <a:ln w="5420" cap="flat">
              <a:solidFill>
                <a:srgbClr val="BAE9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85" name="pg1785"/>
            <p:cNvSpPr/>
            <p:nvPr/>
          </p:nvSpPr>
          <p:spPr>
            <a:xfrm>
              <a:off x="5206331" y="398056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BAE9D3">
                <a:alpha val="100000"/>
              </a:srgbClr>
            </a:solidFill>
            <a:ln w="5420" cap="flat">
              <a:solidFill>
                <a:srgbClr val="BAE9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86" name="pg1786"/>
            <p:cNvSpPr/>
            <p:nvPr/>
          </p:nvSpPr>
          <p:spPr>
            <a:xfrm>
              <a:off x="5217968" y="398056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B9E9D2">
                <a:alpha val="100000"/>
              </a:srgbClr>
            </a:solidFill>
            <a:ln w="5420" cap="flat">
              <a:solidFill>
                <a:srgbClr val="B9E9D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87" name="pg1787"/>
            <p:cNvSpPr/>
            <p:nvPr/>
          </p:nvSpPr>
          <p:spPr>
            <a:xfrm>
              <a:off x="5055045" y="399486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BAE9D3">
                <a:alpha val="100000"/>
              </a:srgbClr>
            </a:solidFill>
            <a:ln w="5420" cap="flat">
              <a:solidFill>
                <a:srgbClr val="BAE9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88" name="pg1788"/>
            <p:cNvSpPr/>
            <p:nvPr/>
          </p:nvSpPr>
          <p:spPr>
            <a:xfrm>
              <a:off x="5066683" y="399486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BAE9D3">
                <a:alpha val="100000"/>
              </a:srgbClr>
            </a:solidFill>
            <a:ln w="5420" cap="flat">
              <a:solidFill>
                <a:srgbClr val="BAE9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89" name="pg1789"/>
            <p:cNvSpPr/>
            <p:nvPr/>
          </p:nvSpPr>
          <p:spPr>
            <a:xfrm>
              <a:off x="5078320" y="399486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BBE9D3">
                <a:alpha val="100000"/>
              </a:srgbClr>
            </a:solidFill>
            <a:ln w="5420" cap="flat">
              <a:solidFill>
                <a:srgbClr val="BBE9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90" name="pg1790"/>
            <p:cNvSpPr/>
            <p:nvPr/>
          </p:nvSpPr>
          <p:spPr>
            <a:xfrm>
              <a:off x="5089957" y="399486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BBE9D3">
                <a:alpha val="100000"/>
              </a:srgbClr>
            </a:solidFill>
            <a:ln w="5420" cap="flat">
              <a:solidFill>
                <a:srgbClr val="BBE9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91" name="pg1791"/>
            <p:cNvSpPr/>
            <p:nvPr/>
          </p:nvSpPr>
          <p:spPr>
            <a:xfrm>
              <a:off x="5101595" y="399486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BBEAD3">
                <a:alpha val="100000"/>
              </a:srgbClr>
            </a:solidFill>
            <a:ln w="5420" cap="flat">
              <a:solidFill>
                <a:srgbClr val="BBEA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92" name="pg1792"/>
            <p:cNvSpPr/>
            <p:nvPr/>
          </p:nvSpPr>
          <p:spPr>
            <a:xfrm>
              <a:off x="5113232" y="399486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BBEAD3">
                <a:alpha val="100000"/>
              </a:srgbClr>
            </a:solidFill>
            <a:ln w="5420" cap="flat">
              <a:solidFill>
                <a:srgbClr val="BBEA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93" name="pg1793"/>
            <p:cNvSpPr/>
            <p:nvPr/>
          </p:nvSpPr>
          <p:spPr>
            <a:xfrm>
              <a:off x="5124869" y="399486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BBE9D3">
                <a:alpha val="100000"/>
              </a:srgbClr>
            </a:solidFill>
            <a:ln w="5420" cap="flat">
              <a:solidFill>
                <a:srgbClr val="BBE9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94" name="pg1794"/>
            <p:cNvSpPr/>
            <p:nvPr/>
          </p:nvSpPr>
          <p:spPr>
            <a:xfrm>
              <a:off x="5136507" y="399486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BBE9D3">
                <a:alpha val="100000"/>
              </a:srgbClr>
            </a:solidFill>
            <a:ln w="5420" cap="flat">
              <a:solidFill>
                <a:srgbClr val="BBE9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95" name="pg1795"/>
            <p:cNvSpPr/>
            <p:nvPr/>
          </p:nvSpPr>
          <p:spPr>
            <a:xfrm>
              <a:off x="5148144" y="399486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BAE9D3">
                <a:alpha val="100000"/>
              </a:srgbClr>
            </a:solidFill>
            <a:ln w="5420" cap="flat">
              <a:solidFill>
                <a:srgbClr val="BAE9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96" name="pg1796"/>
            <p:cNvSpPr/>
            <p:nvPr/>
          </p:nvSpPr>
          <p:spPr>
            <a:xfrm>
              <a:off x="5159781" y="399486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BAE9D3">
                <a:alpha val="100000"/>
              </a:srgbClr>
            </a:solidFill>
            <a:ln w="5420" cap="flat">
              <a:solidFill>
                <a:srgbClr val="BAE9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97" name="pg1797"/>
            <p:cNvSpPr/>
            <p:nvPr/>
          </p:nvSpPr>
          <p:spPr>
            <a:xfrm>
              <a:off x="5171419" y="399486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BAE9D3">
                <a:alpha val="100000"/>
              </a:srgbClr>
            </a:solidFill>
            <a:ln w="5420" cap="flat">
              <a:solidFill>
                <a:srgbClr val="BAE9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98" name="pg1798"/>
            <p:cNvSpPr/>
            <p:nvPr/>
          </p:nvSpPr>
          <p:spPr>
            <a:xfrm>
              <a:off x="5183056" y="399486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B9E9D3">
                <a:alpha val="100000"/>
              </a:srgbClr>
            </a:solidFill>
            <a:ln w="5420" cap="flat">
              <a:solidFill>
                <a:srgbClr val="B9E9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99" name="pg1799"/>
            <p:cNvSpPr/>
            <p:nvPr/>
          </p:nvSpPr>
          <p:spPr>
            <a:xfrm>
              <a:off x="5194693" y="399486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B9E9D2">
                <a:alpha val="100000"/>
              </a:srgbClr>
            </a:solidFill>
            <a:ln w="5420" cap="flat">
              <a:solidFill>
                <a:srgbClr val="B9E9D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00" name="pg1800"/>
            <p:cNvSpPr/>
            <p:nvPr/>
          </p:nvSpPr>
          <p:spPr>
            <a:xfrm>
              <a:off x="5206331" y="399486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B8E9D2">
                <a:alpha val="100000"/>
              </a:srgbClr>
            </a:solidFill>
            <a:ln w="5420" cap="flat">
              <a:solidFill>
                <a:srgbClr val="B8E9D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01" name="pg1801"/>
            <p:cNvSpPr/>
            <p:nvPr/>
          </p:nvSpPr>
          <p:spPr>
            <a:xfrm>
              <a:off x="5217968" y="399486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B8E8D2">
                <a:alpha val="100000"/>
              </a:srgbClr>
            </a:solidFill>
            <a:ln w="5420" cap="flat">
              <a:solidFill>
                <a:srgbClr val="B8E8D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02" name="pg1802"/>
            <p:cNvSpPr/>
            <p:nvPr/>
          </p:nvSpPr>
          <p:spPr>
            <a:xfrm>
              <a:off x="5020133" y="400916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B6E8D1">
                <a:alpha val="100000"/>
              </a:srgbClr>
            </a:solidFill>
            <a:ln w="5420" cap="flat">
              <a:solidFill>
                <a:srgbClr val="B6E8D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03" name="pg1803"/>
            <p:cNvSpPr/>
            <p:nvPr/>
          </p:nvSpPr>
          <p:spPr>
            <a:xfrm>
              <a:off x="5031771" y="400916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B7E8D1">
                <a:alpha val="100000"/>
              </a:srgbClr>
            </a:solidFill>
            <a:ln w="5420" cap="flat">
              <a:solidFill>
                <a:srgbClr val="B7E8D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04" name="pg1804"/>
            <p:cNvSpPr/>
            <p:nvPr/>
          </p:nvSpPr>
          <p:spPr>
            <a:xfrm>
              <a:off x="5043408" y="400916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B7E8D2">
                <a:alpha val="100000"/>
              </a:srgbClr>
            </a:solidFill>
            <a:ln w="5420" cap="flat">
              <a:solidFill>
                <a:srgbClr val="B7E8D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05" name="pg1805"/>
            <p:cNvSpPr/>
            <p:nvPr/>
          </p:nvSpPr>
          <p:spPr>
            <a:xfrm>
              <a:off x="5055045" y="400916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B8E9D2">
                <a:alpha val="100000"/>
              </a:srgbClr>
            </a:solidFill>
            <a:ln w="5420" cap="flat">
              <a:solidFill>
                <a:srgbClr val="B8E9D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06" name="pg1806"/>
            <p:cNvSpPr/>
            <p:nvPr/>
          </p:nvSpPr>
          <p:spPr>
            <a:xfrm>
              <a:off x="5066683" y="400916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B8E9D2">
                <a:alpha val="100000"/>
              </a:srgbClr>
            </a:solidFill>
            <a:ln w="5420" cap="flat">
              <a:solidFill>
                <a:srgbClr val="B8E9D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07" name="pg1807"/>
            <p:cNvSpPr/>
            <p:nvPr/>
          </p:nvSpPr>
          <p:spPr>
            <a:xfrm>
              <a:off x="5078320" y="400916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B9E9D2">
                <a:alpha val="100000"/>
              </a:srgbClr>
            </a:solidFill>
            <a:ln w="5420" cap="flat">
              <a:solidFill>
                <a:srgbClr val="B9E9D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08" name="pg1808"/>
            <p:cNvSpPr/>
            <p:nvPr/>
          </p:nvSpPr>
          <p:spPr>
            <a:xfrm>
              <a:off x="5089957" y="400916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B9E9D2">
                <a:alpha val="100000"/>
              </a:srgbClr>
            </a:solidFill>
            <a:ln w="5420" cap="flat">
              <a:solidFill>
                <a:srgbClr val="B9E9D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09" name="pg1809"/>
            <p:cNvSpPr/>
            <p:nvPr/>
          </p:nvSpPr>
          <p:spPr>
            <a:xfrm>
              <a:off x="5101595" y="400916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B9E9D3">
                <a:alpha val="100000"/>
              </a:srgbClr>
            </a:solidFill>
            <a:ln w="5420" cap="flat">
              <a:solidFill>
                <a:srgbClr val="B9E9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10" name="pg1810"/>
            <p:cNvSpPr/>
            <p:nvPr/>
          </p:nvSpPr>
          <p:spPr>
            <a:xfrm>
              <a:off x="5113232" y="400916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B9E9D3">
                <a:alpha val="100000"/>
              </a:srgbClr>
            </a:solidFill>
            <a:ln w="5420" cap="flat">
              <a:solidFill>
                <a:srgbClr val="B9E9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11" name="pg1811"/>
            <p:cNvSpPr/>
            <p:nvPr/>
          </p:nvSpPr>
          <p:spPr>
            <a:xfrm>
              <a:off x="5124869" y="400916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B9E9D2">
                <a:alpha val="100000"/>
              </a:srgbClr>
            </a:solidFill>
            <a:ln w="5420" cap="flat">
              <a:solidFill>
                <a:srgbClr val="B9E9D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12" name="pg1812"/>
            <p:cNvSpPr/>
            <p:nvPr/>
          </p:nvSpPr>
          <p:spPr>
            <a:xfrm>
              <a:off x="5136507" y="400916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B9E9D2">
                <a:alpha val="100000"/>
              </a:srgbClr>
            </a:solidFill>
            <a:ln w="5420" cap="flat">
              <a:solidFill>
                <a:srgbClr val="B9E9D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13" name="pg1813"/>
            <p:cNvSpPr/>
            <p:nvPr/>
          </p:nvSpPr>
          <p:spPr>
            <a:xfrm>
              <a:off x="5148144" y="400916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B9E9D2">
                <a:alpha val="100000"/>
              </a:srgbClr>
            </a:solidFill>
            <a:ln w="5420" cap="flat">
              <a:solidFill>
                <a:srgbClr val="B9E9D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14" name="pg1814"/>
            <p:cNvSpPr/>
            <p:nvPr/>
          </p:nvSpPr>
          <p:spPr>
            <a:xfrm>
              <a:off x="5159781" y="400916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B9E9D2">
                <a:alpha val="100000"/>
              </a:srgbClr>
            </a:solidFill>
            <a:ln w="5420" cap="flat">
              <a:solidFill>
                <a:srgbClr val="B9E9D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15" name="pg1815"/>
            <p:cNvSpPr/>
            <p:nvPr/>
          </p:nvSpPr>
          <p:spPr>
            <a:xfrm>
              <a:off x="5171419" y="400916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B8E9D2">
                <a:alpha val="100000"/>
              </a:srgbClr>
            </a:solidFill>
            <a:ln w="5420" cap="flat">
              <a:solidFill>
                <a:srgbClr val="B8E9D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16" name="pg1816"/>
            <p:cNvSpPr/>
            <p:nvPr/>
          </p:nvSpPr>
          <p:spPr>
            <a:xfrm>
              <a:off x="5183056" y="400916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B8E9D2">
                <a:alpha val="100000"/>
              </a:srgbClr>
            </a:solidFill>
            <a:ln w="5420" cap="flat">
              <a:solidFill>
                <a:srgbClr val="B8E9D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17" name="pg1817"/>
            <p:cNvSpPr/>
            <p:nvPr/>
          </p:nvSpPr>
          <p:spPr>
            <a:xfrm>
              <a:off x="5194693" y="400916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B8E8D2">
                <a:alpha val="100000"/>
              </a:srgbClr>
            </a:solidFill>
            <a:ln w="5420" cap="flat">
              <a:solidFill>
                <a:srgbClr val="B8E8D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18" name="pg1818"/>
            <p:cNvSpPr/>
            <p:nvPr/>
          </p:nvSpPr>
          <p:spPr>
            <a:xfrm>
              <a:off x="5206331" y="400916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B7E8D2">
                <a:alpha val="100000"/>
              </a:srgbClr>
            </a:solidFill>
            <a:ln w="5420" cap="flat">
              <a:solidFill>
                <a:srgbClr val="B7E8D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19" name="pg1819"/>
            <p:cNvSpPr/>
            <p:nvPr/>
          </p:nvSpPr>
          <p:spPr>
            <a:xfrm>
              <a:off x="5020133" y="402346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B5E7D0">
                <a:alpha val="100000"/>
              </a:srgbClr>
            </a:solidFill>
            <a:ln w="5420" cap="flat">
              <a:solidFill>
                <a:srgbClr val="B5E7D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20" name="pg1820"/>
            <p:cNvSpPr/>
            <p:nvPr/>
          </p:nvSpPr>
          <p:spPr>
            <a:xfrm>
              <a:off x="5031771" y="402346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B5E8D1">
                <a:alpha val="100000"/>
              </a:srgbClr>
            </a:solidFill>
            <a:ln w="5420" cap="flat">
              <a:solidFill>
                <a:srgbClr val="B5E8D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21" name="pg1821"/>
            <p:cNvSpPr/>
            <p:nvPr/>
          </p:nvSpPr>
          <p:spPr>
            <a:xfrm>
              <a:off x="5043408" y="402346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B6E8D1">
                <a:alpha val="100000"/>
              </a:srgbClr>
            </a:solidFill>
            <a:ln w="5420" cap="flat">
              <a:solidFill>
                <a:srgbClr val="B6E8D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22" name="pg1822"/>
            <p:cNvSpPr/>
            <p:nvPr/>
          </p:nvSpPr>
          <p:spPr>
            <a:xfrm>
              <a:off x="5055045" y="402346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B6E8D1">
                <a:alpha val="100000"/>
              </a:srgbClr>
            </a:solidFill>
            <a:ln w="5420" cap="flat">
              <a:solidFill>
                <a:srgbClr val="B6E8D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23" name="pg1823"/>
            <p:cNvSpPr/>
            <p:nvPr/>
          </p:nvSpPr>
          <p:spPr>
            <a:xfrm>
              <a:off x="5066683" y="402346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B7E8D1">
                <a:alpha val="100000"/>
              </a:srgbClr>
            </a:solidFill>
            <a:ln w="5420" cap="flat">
              <a:solidFill>
                <a:srgbClr val="B7E8D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24" name="pg1824"/>
            <p:cNvSpPr/>
            <p:nvPr/>
          </p:nvSpPr>
          <p:spPr>
            <a:xfrm>
              <a:off x="5078320" y="402346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B7E8D1">
                <a:alpha val="100000"/>
              </a:srgbClr>
            </a:solidFill>
            <a:ln w="5420" cap="flat">
              <a:solidFill>
                <a:srgbClr val="B7E8D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25" name="pg1825"/>
            <p:cNvSpPr/>
            <p:nvPr/>
          </p:nvSpPr>
          <p:spPr>
            <a:xfrm>
              <a:off x="5089957" y="402346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B7E8D2">
                <a:alpha val="100000"/>
              </a:srgbClr>
            </a:solidFill>
            <a:ln w="5420" cap="flat">
              <a:solidFill>
                <a:srgbClr val="B7E8D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26" name="pg1826"/>
            <p:cNvSpPr/>
            <p:nvPr/>
          </p:nvSpPr>
          <p:spPr>
            <a:xfrm>
              <a:off x="5101595" y="402346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B7E8D2">
                <a:alpha val="100000"/>
              </a:srgbClr>
            </a:solidFill>
            <a:ln w="5420" cap="flat">
              <a:solidFill>
                <a:srgbClr val="B7E8D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27" name="pg1827"/>
            <p:cNvSpPr/>
            <p:nvPr/>
          </p:nvSpPr>
          <p:spPr>
            <a:xfrm>
              <a:off x="5113232" y="402346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B7E8D2">
                <a:alpha val="100000"/>
              </a:srgbClr>
            </a:solidFill>
            <a:ln w="5420" cap="flat">
              <a:solidFill>
                <a:srgbClr val="B7E8D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28" name="pg1828"/>
            <p:cNvSpPr/>
            <p:nvPr/>
          </p:nvSpPr>
          <p:spPr>
            <a:xfrm>
              <a:off x="5124869" y="402346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B7E8D2">
                <a:alpha val="100000"/>
              </a:srgbClr>
            </a:solidFill>
            <a:ln w="5420" cap="flat">
              <a:solidFill>
                <a:srgbClr val="B7E8D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29" name="pg1829"/>
            <p:cNvSpPr/>
            <p:nvPr/>
          </p:nvSpPr>
          <p:spPr>
            <a:xfrm>
              <a:off x="5136507" y="402346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B7E8D2">
                <a:alpha val="100000"/>
              </a:srgbClr>
            </a:solidFill>
            <a:ln w="5420" cap="flat">
              <a:solidFill>
                <a:srgbClr val="B7E8D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30" name="pg1830"/>
            <p:cNvSpPr/>
            <p:nvPr/>
          </p:nvSpPr>
          <p:spPr>
            <a:xfrm>
              <a:off x="5148144" y="402346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B7E8D2">
                <a:alpha val="100000"/>
              </a:srgbClr>
            </a:solidFill>
            <a:ln w="5420" cap="flat">
              <a:solidFill>
                <a:srgbClr val="B7E8D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31" name="pg1831"/>
            <p:cNvSpPr/>
            <p:nvPr/>
          </p:nvSpPr>
          <p:spPr>
            <a:xfrm>
              <a:off x="5159781" y="402346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B7E8D1">
                <a:alpha val="100000"/>
              </a:srgbClr>
            </a:solidFill>
            <a:ln w="5420" cap="flat">
              <a:solidFill>
                <a:srgbClr val="B7E8D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32" name="pg1832"/>
            <p:cNvSpPr/>
            <p:nvPr/>
          </p:nvSpPr>
          <p:spPr>
            <a:xfrm>
              <a:off x="5171419" y="402346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B7E8D1">
                <a:alpha val="100000"/>
              </a:srgbClr>
            </a:solidFill>
            <a:ln w="5420" cap="flat">
              <a:solidFill>
                <a:srgbClr val="B7E8D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33" name="pg1833"/>
            <p:cNvSpPr/>
            <p:nvPr/>
          </p:nvSpPr>
          <p:spPr>
            <a:xfrm>
              <a:off x="5183056" y="402346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B7E8D1">
                <a:alpha val="100000"/>
              </a:srgbClr>
            </a:solidFill>
            <a:ln w="5420" cap="flat">
              <a:solidFill>
                <a:srgbClr val="B7E8D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34" name="pg1834"/>
            <p:cNvSpPr/>
            <p:nvPr/>
          </p:nvSpPr>
          <p:spPr>
            <a:xfrm>
              <a:off x="5194693" y="402346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B6E8D1">
                <a:alpha val="100000"/>
              </a:srgbClr>
            </a:solidFill>
            <a:ln w="5420" cap="flat">
              <a:solidFill>
                <a:srgbClr val="B6E8D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35" name="pg1835"/>
            <p:cNvSpPr/>
            <p:nvPr/>
          </p:nvSpPr>
          <p:spPr>
            <a:xfrm>
              <a:off x="5020133" y="403776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B3E7D0">
                <a:alpha val="100000"/>
              </a:srgbClr>
            </a:solidFill>
            <a:ln w="5420" cap="flat">
              <a:solidFill>
                <a:srgbClr val="B3E7D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36" name="pg1836"/>
            <p:cNvSpPr/>
            <p:nvPr/>
          </p:nvSpPr>
          <p:spPr>
            <a:xfrm>
              <a:off x="5031771" y="403776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B4E7D0">
                <a:alpha val="100000"/>
              </a:srgbClr>
            </a:solidFill>
            <a:ln w="5420" cap="flat">
              <a:solidFill>
                <a:srgbClr val="B4E7D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37" name="pg1837"/>
            <p:cNvSpPr/>
            <p:nvPr/>
          </p:nvSpPr>
          <p:spPr>
            <a:xfrm>
              <a:off x="5043408" y="403776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B4E7D0">
                <a:alpha val="100000"/>
              </a:srgbClr>
            </a:solidFill>
            <a:ln w="5420" cap="flat">
              <a:solidFill>
                <a:srgbClr val="B4E7D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38" name="pg1838"/>
            <p:cNvSpPr/>
            <p:nvPr/>
          </p:nvSpPr>
          <p:spPr>
            <a:xfrm>
              <a:off x="5055045" y="403776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B5E7D0">
                <a:alpha val="100000"/>
              </a:srgbClr>
            </a:solidFill>
            <a:ln w="5420" cap="flat">
              <a:solidFill>
                <a:srgbClr val="B5E7D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39" name="pg1839"/>
            <p:cNvSpPr/>
            <p:nvPr/>
          </p:nvSpPr>
          <p:spPr>
            <a:xfrm>
              <a:off x="5066683" y="403776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B5E8D0">
                <a:alpha val="100000"/>
              </a:srgbClr>
            </a:solidFill>
            <a:ln w="5420" cap="flat">
              <a:solidFill>
                <a:srgbClr val="B5E8D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40" name="pg1840"/>
            <p:cNvSpPr/>
            <p:nvPr/>
          </p:nvSpPr>
          <p:spPr>
            <a:xfrm>
              <a:off x="5078320" y="403776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B5E8D1">
                <a:alpha val="100000"/>
              </a:srgbClr>
            </a:solidFill>
            <a:ln w="5420" cap="flat">
              <a:solidFill>
                <a:srgbClr val="B5E8D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41" name="pg1841"/>
            <p:cNvSpPr/>
            <p:nvPr/>
          </p:nvSpPr>
          <p:spPr>
            <a:xfrm>
              <a:off x="5089957" y="403776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B5E8D1">
                <a:alpha val="100000"/>
              </a:srgbClr>
            </a:solidFill>
            <a:ln w="5420" cap="flat">
              <a:solidFill>
                <a:srgbClr val="B5E8D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42" name="pg1842"/>
            <p:cNvSpPr/>
            <p:nvPr/>
          </p:nvSpPr>
          <p:spPr>
            <a:xfrm>
              <a:off x="5101595" y="403776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B6E8D1">
                <a:alpha val="100000"/>
              </a:srgbClr>
            </a:solidFill>
            <a:ln w="5420" cap="flat">
              <a:solidFill>
                <a:srgbClr val="B6E8D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43" name="pg1843"/>
            <p:cNvSpPr/>
            <p:nvPr/>
          </p:nvSpPr>
          <p:spPr>
            <a:xfrm>
              <a:off x="5113232" y="403776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B6E8D1">
                <a:alpha val="100000"/>
              </a:srgbClr>
            </a:solidFill>
            <a:ln w="5420" cap="flat">
              <a:solidFill>
                <a:srgbClr val="B6E8D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44" name="pg1844"/>
            <p:cNvSpPr/>
            <p:nvPr/>
          </p:nvSpPr>
          <p:spPr>
            <a:xfrm>
              <a:off x="5124869" y="403776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B6E8D1">
                <a:alpha val="100000"/>
              </a:srgbClr>
            </a:solidFill>
            <a:ln w="5420" cap="flat">
              <a:solidFill>
                <a:srgbClr val="B6E8D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45" name="pg1845"/>
            <p:cNvSpPr/>
            <p:nvPr/>
          </p:nvSpPr>
          <p:spPr>
            <a:xfrm>
              <a:off x="5136507" y="403776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B6E8D1">
                <a:alpha val="100000"/>
              </a:srgbClr>
            </a:solidFill>
            <a:ln w="5420" cap="flat">
              <a:solidFill>
                <a:srgbClr val="B6E8D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46" name="pg1846"/>
            <p:cNvSpPr/>
            <p:nvPr/>
          </p:nvSpPr>
          <p:spPr>
            <a:xfrm>
              <a:off x="5148144" y="403776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B6E8D1">
                <a:alpha val="100000"/>
              </a:srgbClr>
            </a:solidFill>
            <a:ln w="5420" cap="flat">
              <a:solidFill>
                <a:srgbClr val="B6E8D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47" name="pg1847"/>
            <p:cNvSpPr/>
            <p:nvPr/>
          </p:nvSpPr>
          <p:spPr>
            <a:xfrm>
              <a:off x="5159781" y="403776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B6E8D1">
                <a:alpha val="100000"/>
              </a:srgbClr>
            </a:solidFill>
            <a:ln w="5420" cap="flat">
              <a:solidFill>
                <a:srgbClr val="B6E8D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48" name="pg1848"/>
            <p:cNvSpPr/>
            <p:nvPr/>
          </p:nvSpPr>
          <p:spPr>
            <a:xfrm>
              <a:off x="5171419" y="403776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B5E8D1">
                <a:alpha val="100000"/>
              </a:srgbClr>
            </a:solidFill>
            <a:ln w="5420" cap="flat">
              <a:solidFill>
                <a:srgbClr val="B5E8D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49" name="pg1849"/>
            <p:cNvSpPr/>
            <p:nvPr/>
          </p:nvSpPr>
          <p:spPr>
            <a:xfrm>
              <a:off x="5183056" y="403776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B5E8D1">
                <a:alpha val="100000"/>
              </a:srgbClr>
            </a:solidFill>
            <a:ln w="5420" cap="flat">
              <a:solidFill>
                <a:srgbClr val="B5E8D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50" name="pg1850"/>
            <p:cNvSpPr/>
            <p:nvPr/>
          </p:nvSpPr>
          <p:spPr>
            <a:xfrm>
              <a:off x="5020133" y="405206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B2E7CF">
                <a:alpha val="100000"/>
              </a:srgbClr>
            </a:solidFill>
            <a:ln w="5420" cap="flat">
              <a:solidFill>
                <a:srgbClr val="B2E7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51" name="pg1851"/>
            <p:cNvSpPr/>
            <p:nvPr/>
          </p:nvSpPr>
          <p:spPr>
            <a:xfrm>
              <a:off x="5031771" y="405206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B2E7CF">
                <a:alpha val="100000"/>
              </a:srgbClr>
            </a:solidFill>
            <a:ln w="5420" cap="flat">
              <a:solidFill>
                <a:srgbClr val="B2E7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52" name="pg1852"/>
            <p:cNvSpPr/>
            <p:nvPr/>
          </p:nvSpPr>
          <p:spPr>
            <a:xfrm>
              <a:off x="5043408" y="405206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B3E7CF">
                <a:alpha val="100000"/>
              </a:srgbClr>
            </a:solidFill>
            <a:ln w="5420" cap="flat">
              <a:solidFill>
                <a:srgbClr val="B3E7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53" name="pg1853"/>
            <p:cNvSpPr/>
            <p:nvPr/>
          </p:nvSpPr>
          <p:spPr>
            <a:xfrm>
              <a:off x="5055045" y="405206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B3E7D0">
                <a:alpha val="100000"/>
              </a:srgbClr>
            </a:solidFill>
            <a:ln w="5420" cap="flat">
              <a:solidFill>
                <a:srgbClr val="B3E7D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54" name="pg1854"/>
            <p:cNvSpPr/>
            <p:nvPr/>
          </p:nvSpPr>
          <p:spPr>
            <a:xfrm>
              <a:off x="5066683" y="405206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B3E7D0">
                <a:alpha val="100000"/>
              </a:srgbClr>
            </a:solidFill>
            <a:ln w="5420" cap="flat">
              <a:solidFill>
                <a:srgbClr val="B3E7D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55" name="pg1855"/>
            <p:cNvSpPr/>
            <p:nvPr/>
          </p:nvSpPr>
          <p:spPr>
            <a:xfrm>
              <a:off x="5078320" y="405206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B4E7D0">
                <a:alpha val="100000"/>
              </a:srgbClr>
            </a:solidFill>
            <a:ln w="5420" cap="flat">
              <a:solidFill>
                <a:srgbClr val="B4E7D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56" name="pg1856"/>
            <p:cNvSpPr/>
            <p:nvPr/>
          </p:nvSpPr>
          <p:spPr>
            <a:xfrm>
              <a:off x="5089957" y="405206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B4E7D0">
                <a:alpha val="100000"/>
              </a:srgbClr>
            </a:solidFill>
            <a:ln w="5420" cap="flat">
              <a:solidFill>
                <a:srgbClr val="B4E7D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57" name="pg1857"/>
            <p:cNvSpPr/>
            <p:nvPr/>
          </p:nvSpPr>
          <p:spPr>
            <a:xfrm>
              <a:off x="5101595" y="405206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B4E7D0">
                <a:alpha val="100000"/>
              </a:srgbClr>
            </a:solidFill>
            <a:ln w="5420" cap="flat">
              <a:solidFill>
                <a:srgbClr val="B4E7D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58" name="pg1858"/>
            <p:cNvSpPr/>
            <p:nvPr/>
          </p:nvSpPr>
          <p:spPr>
            <a:xfrm>
              <a:off x="5113232" y="405206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B4E7D0">
                <a:alpha val="100000"/>
              </a:srgbClr>
            </a:solidFill>
            <a:ln w="5420" cap="flat">
              <a:solidFill>
                <a:srgbClr val="B4E7D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59" name="pg1859"/>
            <p:cNvSpPr/>
            <p:nvPr/>
          </p:nvSpPr>
          <p:spPr>
            <a:xfrm>
              <a:off x="5124869" y="405206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B4E7D0">
                <a:alpha val="100000"/>
              </a:srgbClr>
            </a:solidFill>
            <a:ln w="5420" cap="flat">
              <a:solidFill>
                <a:srgbClr val="B4E7D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60" name="pg1860"/>
            <p:cNvSpPr/>
            <p:nvPr/>
          </p:nvSpPr>
          <p:spPr>
            <a:xfrm>
              <a:off x="5136507" y="405206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B4E7D0">
                <a:alpha val="100000"/>
              </a:srgbClr>
            </a:solidFill>
            <a:ln w="5420" cap="flat">
              <a:solidFill>
                <a:srgbClr val="B4E7D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61" name="pg1861"/>
            <p:cNvSpPr/>
            <p:nvPr/>
          </p:nvSpPr>
          <p:spPr>
            <a:xfrm>
              <a:off x="5148144" y="405206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B4E7D0">
                <a:alpha val="100000"/>
              </a:srgbClr>
            </a:solidFill>
            <a:ln w="5420" cap="flat">
              <a:solidFill>
                <a:srgbClr val="B4E7D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62" name="pg1862"/>
            <p:cNvSpPr/>
            <p:nvPr/>
          </p:nvSpPr>
          <p:spPr>
            <a:xfrm>
              <a:off x="5159781" y="405206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B4E7D0">
                <a:alpha val="100000"/>
              </a:srgbClr>
            </a:solidFill>
            <a:ln w="5420" cap="flat">
              <a:solidFill>
                <a:srgbClr val="B4E7D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63" name="pg1863"/>
            <p:cNvSpPr/>
            <p:nvPr/>
          </p:nvSpPr>
          <p:spPr>
            <a:xfrm>
              <a:off x="5171419" y="405206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B4E7D0">
                <a:alpha val="100000"/>
              </a:srgbClr>
            </a:solidFill>
            <a:ln w="5420" cap="flat">
              <a:solidFill>
                <a:srgbClr val="B4E7D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64" name="pg1864"/>
            <p:cNvSpPr/>
            <p:nvPr/>
          </p:nvSpPr>
          <p:spPr>
            <a:xfrm>
              <a:off x="5008496" y="406636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B0E6CE">
                <a:alpha val="100000"/>
              </a:srgbClr>
            </a:solidFill>
            <a:ln w="5420" cap="flat">
              <a:solidFill>
                <a:srgbClr val="B0E6C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65" name="pg1865"/>
            <p:cNvSpPr/>
            <p:nvPr/>
          </p:nvSpPr>
          <p:spPr>
            <a:xfrm>
              <a:off x="5020133" y="406636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B1E6CE">
                <a:alpha val="100000"/>
              </a:srgbClr>
            </a:solidFill>
            <a:ln w="5420" cap="flat">
              <a:solidFill>
                <a:srgbClr val="B1E6C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66" name="pg1866"/>
            <p:cNvSpPr/>
            <p:nvPr/>
          </p:nvSpPr>
          <p:spPr>
            <a:xfrm>
              <a:off x="5031771" y="406636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B1E6CF">
                <a:alpha val="100000"/>
              </a:srgbClr>
            </a:solidFill>
            <a:ln w="5420" cap="flat">
              <a:solidFill>
                <a:srgbClr val="B1E6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67" name="pg1867"/>
            <p:cNvSpPr/>
            <p:nvPr/>
          </p:nvSpPr>
          <p:spPr>
            <a:xfrm>
              <a:off x="5043408" y="406636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B1E6CF">
                <a:alpha val="100000"/>
              </a:srgbClr>
            </a:solidFill>
            <a:ln w="5420" cap="flat">
              <a:solidFill>
                <a:srgbClr val="B1E6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68" name="pg1868"/>
            <p:cNvSpPr/>
            <p:nvPr/>
          </p:nvSpPr>
          <p:spPr>
            <a:xfrm>
              <a:off x="5055045" y="406636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B2E6CF">
                <a:alpha val="100000"/>
              </a:srgbClr>
            </a:solidFill>
            <a:ln w="5420" cap="flat">
              <a:solidFill>
                <a:srgbClr val="B2E6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69" name="pg1869"/>
            <p:cNvSpPr/>
            <p:nvPr/>
          </p:nvSpPr>
          <p:spPr>
            <a:xfrm>
              <a:off x="5066683" y="406636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B2E7CF">
                <a:alpha val="100000"/>
              </a:srgbClr>
            </a:solidFill>
            <a:ln w="5420" cap="flat">
              <a:solidFill>
                <a:srgbClr val="B2E7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70" name="pg1870"/>
            <p:cNvSpPr/>
            <p:nvPr/>
          </p:nvSpPr>
          <p:spPr>
            <a:xfrm>
              <a:off x="5078320" y="406636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B2E7CF">
                <a:alpha val="100000"/>
              </a:srgbClr>
            </a:solidFill>
            <a:ln w="5420" cap="flat">
              <a:solidFill>
                <a:srgbClr val="B2E7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71" name="pg1871"/>
            <p:cNvSpPr/>
            <p:nvPr/>
          </p:nvSpPr>
          <p:spPr>
            <a:xfrm>
              <a:off x="5089957" y="406636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B3E7CF">
                <a:alpha val="100000"/>
              </a:srgbClr>
            </a:solidFill>
            <a:ln w="5420" cap="flat">
              <a:solidFill>
                <a:srgbClr val="B3E7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72" name="pg1872"/>
            <p:cNvSpPr/>
            <p:nvPr/>
          </p:nvSpPr>
          <p:spPr>
            <a:xfrm>
              <a:off x="5101595" y="406636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B3E7CF">
                <a:alpha val="100000"/>
              </a:srgbClr>
            </a:solidFill>
            <a:ln w="5420" cap="flat">
              <a:solidFill>
                <a:srgbClr val="B3E7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73" name="pg1873"/>
            <p:cNvSpPr/>
            <p:nvPr/>
          </p:nvSpPr>
          <p:spPr>
            <a:xfrm>
              <a:off x="5113232" y="406636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B3E7D0">
                <a:alpha val="100000"/>
              </a:srgbClr>
            </a:solidFill>
            <a:ln w="5420" cap="flat">
              <a:solidFill>
                <a:srgbClr val="B3E7D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74" name="pg1874"/>
            <p:cNvSpPr/>
            <p:nvPr/>
          </p:nvSpPr>
          <p:spPr>
            <a:xfrm>
              <a:off x="5124869" y="406636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B3E7D0">
                <a:alpha val="100000"/>
              </a:srgbClr>
            </a:solidFill>
            <a:ln w="5420" cap="flat">
              <a:solidFill>
                <a:srgbClr val="B3E7D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75" name="pg1875"/>
            <p:cNvSpPr/>
            <p:nvPr/>
          </p:nvSpPr>
          <p:spPr>
            <a:xfrm>
              <a:off x="5136507" y="406636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B3E7D0">
                <a:alpha val="100000"/>
              </a:srgbClr>
            </a:solidFill>
            <a:ln w="5420" cap="flat">
              <a:solidFill>
                <a:srgbClr val="B3E7D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76" name="pg1876"/>
            <p:cNvSpPr/>
            <p:nvPr/>
          </p:nvSpPr>
          <p:spPr>
            <a:xfrm>
              <a:off x="5148144" y="406636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B3E7D0">
                <a:alpha val="100000"/>
              </a:srgbClr>
            </a:solidFill>
            <a:ln w="5420" cap="flat">
              <a:solidFill>
                <a:srgbClr val="B3E7D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77" name="pg1877"/>
            <p:cNvSpPr/>
            <p:nvPr/>
          </p:nvSpPr>
          <p:spPr>
            <a:xfrm>
              <a:off x="5008496" y="408066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AEE5CD">
                <a:alpha val="100000"/>
              </a:srgbClr>
            </a:solidFill>
            <a:ln w="5420" cap="flat">
              <a:solidFill>
                <a:srgbClr val="AEE5C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78" name="pg1878"/>
            <p:cNvSpPr/>
            <p:nvPr/>
          </p:nvSpPr>
          <p:spPr>
            <a:xfrm>
              <a:off x="5020133" y="408066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AFE6CD">
                <a:alpha val="100000"/>
              </a:srgbClr>
            </a:solidFill>
            <a:ln w="5420" cap="flat">
              <a:solidFill>
                <a:srgbClr val="AFE6C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79" name="pg1879"/>
            <p:cNvSpPr/>
            <p:nvPr/>
          </p:nvSpPr>
          <p:spPr>
            <a:xfrm>
              <a:off x="5031771" y="408066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AFE6CE">
                <a:alpha val="100000"/>
              </a:srgbClr>
            </a:solidFill>
            <a:ln w="5420" cap="flat">
              <a:solidFill>
                <a:srgbClr val="AFE6C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80" name="pg1880"/>
            <p:cNvSpPr/>
            <p:nvPr/>
          </p:nvSpPr>
          <p:spPr>
            <a:xfrm>
              <a:off x="5043408" y="408066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AFE6CE">
                <a:alpha val="100000"/>
              </a:srgbClr>
            </a:solidFill>
            <a:ln w="5420" cap="flat">
              <a:solidFill>
                <a:srgbClr val="AFE6C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81" name="pg1881"/>
            <p:cNvSpPr/>
            <p:nvPr/>
          </p:nvSpPr>
          <p:spPr>
            <a:xfrm>
              <a:off x="5055045" y="408066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AFE6CE">
                <a:alpha val="100000"/>
              </a:srgbClr>
            </a:solidFill>
            <a:ln w="5420" cap="flat">
              <a:solidFill>
                <a:srgbClr val="AFE6C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82" name="pg1882"/>
            <p:cNvSpPr/>
            <p:nvPr/>
          </p:nvSpPr>
          <p:spPr>
            <a:xfrm>
              <a:off x="5066683" y="408066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B0E6CE">
                <a:alpha val="100000"/>
              </a:srgbClr>
            </a:solidFill>
            <a:ln w="5420" cap="flat">
              <a:solidFill>
                <a:srgbClr val="B0E6C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83" name="pg1883"/>
            <p:cNvSpPr/>
            <p:nvPr/>
          </p:nvSpPr>
          <p:spPr>
            <a:xfrm>
              <a:off x="5078320" y="408066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B0E6CE">
                <a:alpha val="100000"/>
              </a:srgbClr>
            </a:solidFill>
            <a:ln w="5420" cap="flat">
              <a:solidFill>
                <a:srgbClr val="B0E6C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84" name="pg1884"/>
            <p:cNvSpPr/>
            <p:nvPr/>
          </p:nvSpPr>
          <p:spPr>
            <a:xfrm>
              <a:off x="5089957" y="408066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B0E6CE">
                <a:alpha val="100000"/>
              </a:srgbClr>
            </a:solidFill>
            <a:ln w="5420" cap="flat">
              <a:solidFill>
                <a:srgbClr val="B0E6C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85" name="pg1885"/>
            <p:cNvSpPr/>
            <p:nvPr/>
          </p:nvSpPr>
          <p:spPr>
            <a:xfrm>
              <a:off x="5101595" y="408066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B0E6CE">
                <a:alpha val="100000"/>
              </a:srgbClr>
            </a:solidFill>
            <a:ln w="5420" cap="flat">
              <a:solidFill>
                <a:srgbClr val="B0E6C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86" name="pg1886"/>
            <p:cNvSpPr/>
            <p:nvPr/>
          </p:nvSpPr>
          <p:spPr>
            <a:xfrm>
              <a:off x="5113232" y="408066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B1E6CE">
                <a:alpha val="100000"/>
              </a:srgbClr>
            </a:solidFill>
            <a:ln w="5420" cap="flat">
              <a:solidFill>
                <a:srgbClr val="B1E6C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87" name="pg1887"/>
            <p:cNvSpPr/>
            <p:nvPr/>
          </p:nvSpPr>
          <p:spPr>
            <a:xfrm>
              <a:off x="5124869" y="408066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B1E6CE">
                <a:alpha val="100000"/>
              </a:srgbClr>
            </a:solidFill>
            <a:ln w="5420" cap="flat">
              <a:solidFill>
                <a:srgbClr val="B1E6C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88" name="pg1888"/>
            <p:cNvSpPr/>
            <p:nvPr/>
          </p:nvSpPr>
          <p:spPr>
            <a:xfrm>
              <a:off x="5136507" y="408066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B1E6CF">
                <a:alpha val="100000"/>
              </a:srgbClr>
            </a:solidFill>
            <a:ln w="5420" cap="flat">
              <a:solidFill>
                <a:srgbClr val="B1E6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89" name="pg1889"/>
            <p:cNvSpPr/>
            <p:nvPr/>
          </p:nvSpPr>
          <p:spPr>
            <a:xfrm>
              <a:off x="5008496" y="409496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AEE5CD">
                <a:alpha val="100000"/>
              </a:srgbClr>
            </a:solidFill>
            <a:ln w="5420" cap="flat">
              <a:solidFill>
                <a:srgbClr val="AEE5C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90" name="pg1890"/>
            <p:cNvSpPr/>
            <p:nvPr/>
          </p:nvSpPr>
          <p:spPr>
            <a:xfrm>
              <a:off x="5020133" y="409496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AEE5CD">
                <a:alpha val="100000"/>
              </a:srgbClr>
            </a:solidFill>
            <a:ln w="5420" cap="flat">
              <a:solidFill>
                <a:srgbClr val="AEE5C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91" name="pg1891"/>
            <p:cNvSpPr/>
            <p:nvPr/>
          </p:nvSpPr>
          <p:spPr>
            <a:xfrm>
              <a:off x="5031771" y="409496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AEE5CD">
                <a:alpha val="100000"/>
              </a:srgbClr>
            </a:solidFill>
            <a:ln w="5420" cap="flat">
              <a:solidFill>
                <a:srgbClr val="AEE5C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92" name="pg1892"/>
            <p:cNvSpPr/>
            <p:nvPr/>
          </p:nvSpPr>
          <p:spPr>
            <a:xfrm>
              <a:off x="5043408" y="409496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AEE5CD">
                <a:alpha val="100000"/>
              </a:srgbClr>
            </a:solidFill>
            <a:ln w="5420" cap="flat">
              <a:solidFill>
                <a:srgbClr val="AEE5C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93" name="pg1893"/>
            <p:cNvSpPr/>
            <p:nvPr/>
          </p:nvSpPr>
          <p:spPr>
            <a:xfrm>
              <a:off x="5055045" y="409496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AFE6CD">
                <a:alpha val="100000"/>
              </a:srgbClr>
            </a:solidFill>
            <a:ln w="5420" cap="flat">
              <a:solidFill>
                <a:srgbClr val="AFE6C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94" name="pg1894"/>
            <p:cNvSpPr/>
            <p:nvPr/>
          </p:nvSpPr>
          <p:spPr>
            <a:xfrm>
              <a:off x="5066683" y="409496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AFE6CE">
                <a:alpha val="100000"/>
              </a:srgbClr>
            </a:solidFill>
            <a:ln w="5420" cap="flat">
              <a:solidFill>
                <a:srgbClr val="AFE6C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95" name="pg1895"/>
            <p:cNvSpPr/>
            <p:nvPr/>
          </p:nvSpPr>
          <p:spPr>
            <a:xfrm>
              <a:off x="5078320" y="409496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AFE6CE">
                <a:alpha val="100000"/>
              </a:srgbClr>
            </a:solidFill>
            <a:ln w="5420" cap="flat">
              <a:solidFill>
                <a:srgbClr val="AFE6C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96" name="pg1896"/>
            <p:cNvSpPr/>
            <p:nvPr/>
          </p:nvSpPr>
          <p:spPr>
            <a:xfrm>
              <a:off x="5089957" y="409496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AFE6CE">
                <a:alpha val="100000"/>
              </a:srgbClr>
            </a:solidFill>
            <a:ln w="5420" cap="flat">
              <a:solidFill>
                <a:srgbClr val="AFE6C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97" name="pg1897"/>
            <p:cNvSpPr/>
            <p:nvPr/>
          </p:nvSpPr>
          <p:spPr>
            <a:xfrm>
              <a:off x="5101595" y="409496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AFE6CE">
                <a:alpha val="100000"/>
              </a:srgbClr>
            </a:solidFill>
            <a:ln w="5420" cap="flat">
              <a:solidFill>
                <a:srgbClr val="AFE6C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98" name="pg1898"/>
            <p:cNvSpPr/>
            <p:nvPr/>
          </p:nvSpPr>
          <p:spPr>
            <a:xfrm>
              <a:off x="5113232" y="409496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B0E6CE">
                <a:alpha val="100000"/>
              </a:srgbClr>
            </a:solidFill>
            <a:ln w="5420" cap="flat">
              <a:solidFill>
                <a:srgbClr val="B0E6C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99" name="pg1899"/>
            <p:cNvSpPr/>
            <p:nvPr/>
          </p:nvSpPr>
          <p:spPr>
            <a:xfrm>
              <a:off x="5124869" y="409496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B0E6CE">
                <a:alpha val="100000"/>
              </a:srgbClr>
            </a:solidFill>
            <a:ln w="5420" cap="flat">
              <a:solidFill>
                <a:srgbClr val="B0E6C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00" name="pg1900"/>
            <p:cNvSpPr/>
            <p:nvPr/>
          </p:nvSpPr>
          <p:spPr>
            <a:xfrm>
              <a:off x="4985221" y="410927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ADE5CD">
                <a:alpha val="100000"/>
              </a:srgbClr>
            </a:solidFill>
            <a:ln w="5420" cap="flat">
              <a:solidFill>
                <a:srgbClr val="ADE5C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01" name="pg1901"/>
            <p:cNvSpPr/>
            <p:nvPr/>
          </p:nvSpPr>
          <p:spPr>
            <a:xfrm>
              <a:off x="4996859" y="410927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ADE5CD">
                <a:alpha val="100000"/>
              </a:srgbClr>
            </a:solidFill>
            <a:ln w="5420" cap="flat">
              <a:solidFill>
                <a:srgbClr val="ADE5C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02" name="pg1902"/>
            <p:cNvSpPr/>
            <p:nvPr/>
          </p:nvSpPr>
          <p:spPr>
            <a:xfrm>
              <a:off x="5008496" y="410927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ADE5CD">
                <a:alpha val="100000"/>
              </a:srgbClr>
            </a:solidFill>
            <a:ln w="5420" cap="flat">
              <a:solidFill>
                <a:srgbClr val="ADE5C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03" name="pg1903"/>
            <p:cNvSpPr/>
            <p:nvPr/>
          </p:nvSpPr>
          <p:spPr>
            <a:xfrm>
              <a:off x="5020133" y="410927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ADE5CD">
                <a:alpha val="100000"/>
              </a:srgbClr>
            </a:solidFill>
            <a:ln w="5420" cap="flat">
              <a:solidFill>
                <a:srgbClr val="ADE5C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04" name="pg1904"/>
            <p:cNvSpPr/>
            <p:nvPr/>
          </p:nvSpPr>
          <p:spPr>
            <a:xfrm>
              <a:off x="5031771" y="410927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AEE5CD">
                <a:alpha val="100000"/>
              </a:srgbClr>
            </a:solidFill>
            <a:ln w="5420" cap="flat">
              <a:solidFill>
                <a:srgbClr val="AEE5C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05" name="pg1905"/>
            <p:cNvSpPr/>
            <p:nvPr/>
          </p:nvSpPr>
          <p:spPr>
            <a:xfrm>
              <a:off x="5043408" y="410927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AEE5CD">
                <a:alpha val="100000"/>
              </a:srgbClr>
            </a:solidFill>
            <a:ln w="5420" cap="flat">
              <a:solidFill>
                <a:srgbClr val="AEE5C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06" name="pg1906"/>
            <p:cNvSpPr/>
            <p:nvPr/>
          </p:nvSpPr>
          <p:spPr>
            <a:xfrm>
              <a:off x="5055045" y="410927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AEE5CD">
                <a:alpha val="100000"/>
              </a:srgbClr>
            </a:solidFill>
            <a:ln w="5420" cap="flat">
              <a:solidFill>
                <a:srgbClr val="AEE5C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07" name="pg1907"/>
            <p:cNvSpPr/>
            <p:nvPr/>
          </p:nvSpPr>
          <p:spPr>
            <a:xfrm>
              <a:off x="5066683" y="410927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AEE5CD">
                <a:alpha val="100000"/>
              </a:srgbClr>
            </a:solidFill>
            <a:ln w="5420" cap="flat">
              <a:solidFill>
                <a:srgbClr val="AEE5C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08" name="pg1908"/>
            <p:cNvSpPr/>
            <p:nvPr/>
          </p:nvSpPr>
          <p:spPr>
            <a:xfrm>
              <a:off x="5078320" y="410927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AEE5CD">
                <a:alpha val="100000"/>
              </a:srgbClr>
            </a:solidFill>
            <a:ln w="5420" cap="flat">
              <a:solidFill>
                <a:srgbClr val="AEE5C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09" name="pg1909"/>
            <p:cNvSpPr/>
            <p:nvPr/>
          </p:nvSpPr>
          <p:spPr>
            <a:xfrm>
              <a:off x="5089957" y="410927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AEE5CD">
                <a:alpha val="100000"/>
              </a:srgbClr>
            </a:solidFill>
            <a:ln w="5420" cap="flat">
              <a:solidFill>
                <a:srgbClr val="AEE5C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10" name="pg1910"/>
            <p:cNvSpPr/>
            <p:nvPr/>
          </p:nvSpPr>
          <p:spPr>
            <a:xfrm>
              <a:off x="5101595" y="410927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AFE5CD">
                <a:alpha val="100000"/>
              </a:srgbClr>
            </a:solidFill>
            <a:ln w="5420" cap="flat">
              <a:solidFill>
                <a:srgbClr val="AFE5C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11" name="pg1911"/>
            <p:cNvSpPr/>
            <p:nvPr/>
          </p:nvSpPr>
          <p:spPr>
            <a:xfrm>
              <a:off x="5113232" y="410927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AFE6CD">
                <a:alpha val="100000"/>
              </a:srgbClr>
            </a:solidFill>
            <a:ln w="5420" cap="flat">
              <a:solidFill>
                <a:srgbClr val="AFE6C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12" name="pg1912"/>
            <p:cNvSpPr/>
            <p:nvPr/>
          </p:nvSpPr>
          <p:spPr>
            <a:xfrm>
              <a:off x="5124869" y="410927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AFE6CD">
                <a:alpha val="100000"/>
              </a:srgbClr>
            </a:solidFill>
            <a:ln w="5420" cap="flat">
              <a:solidFill>
                <a:srgbClr val="AFE6C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13" name="pg1913"/>
            <p:cNvSpPr/>
            <p:nvPr/>
          </p:nvSpPr>
          <p:spPr>
            <a:xfrm>
              <a:off x="4973584" y="412357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ADE5CC">
                <a:alpha val="100000"/>
              </a:srgbClr>
            </a:solidFill>
            <a:ln w="5420" cap="flat">
              <a:solidFill>
                <a:srgbClr val="ADE5C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14" name="pg1914"/>
            <p:cNvSpPr/>
            <p:nvPr/>
          </p:nvSpPr>
          <p:spPr>
            <a:xfrm>
              <a:off x="4985221" y="412357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ADE5CD">
                <a:alpha val="100000"/>
              </a:srgbClr>
            </a:solidFill>
            <a:ln w="5420" cap="flat">
              <a:solidFill>
                <a:srgbClr val="ADE5C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15" name="pg1915"/>
            <p:cNvSpPr/>
            <p:nvPr/>
          </p:nvSpPr>
          <p:spPr>
            <a:xfrm>
              <a:off x="4996859" y="412357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ADE5CD">
                <a:alpha val="100000"/>
              </a:srgbClr>
            </a:solidFill>
            <a:ln w="5420" cap="flat">
              <a:solidFill>
                <a:srgbClr val="ADE5C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16" name="pg1916"/>
            <p:cNvSpPr/>
            <p:nvPr/>
          </p:nvSpPr>
          <p:spPr>
            <a:xfrm>
              <a:off x="5008496" y="412357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ADE5CD">
                <a:alpha val="100000"/>
              </a:srgbClr>
            </a:solidFill>
            <a:ln w="5420" cap="flat">
              <a:solidFill>
                <a:srgbClr val="ADE5C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17" name="pg1917"/>
            <p:cNvSpPr/>
            <p:nvPr/>
          </p:nvSpPr>
          <p:spPr>
            <a:xfrm>
              <a:off x="5020133" y="412357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ADE5CD">
                <a:alpha val="100000"/>
              </a:srgbClr>
            </a:solidFill>
            <a:ln w="5420" cap="flat">
              <a:solidFill>
                <a:srgbClr val="ADE5C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18" name="pg1918"/>
            <p:cNvSpPr/>
            <p:nvPr/>
          </p:nvSpPr>
          <p:spPr>
            <a:xfrm>
              <a:off x="5031771" y="412357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ADE5CD">
                <a:alpha val="100000"/>
              </a:srgbClr>
            </a:solidFill>
            <a:ln w="5420" cap="flat">
              <a:solidFill>
                <a:srgbClr val="ADE5C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19" name="pg1919"/>
            <p:cNvSpPr/>
            <p:nvPr/>
          </p:nvSpPr>
          <p:spPr>
            <a:xfrm>
              <a:off x="5043408" y="412357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ADE5CD">
                <a:alpha val="100000"/>
              </a:srgbClr>
            </a:solidFill>
            <a:ln w="5420" cap="flat">
              <a:solidFill>
                <a:srgbClr val="ADE5C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20" name="pg1920"/>
            <p:cNvSpPr/>
            <p:nvPr/>
          </p:nvSpPr>
          <p:spPr>
            <a:xfrm>
              <a:off x="5055045" y="412357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ADE5CD">
                <a:alpha val="100000"/>
              </a:srgbClr>
            </a:solidFill>
            <a:ln w="5420" cap="flat">
              <a:solidFill>
                <a:srgbClr val="ADE5C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21" name="pg1921"/>
            <p:cNvSpPr/>
            <p:nvPr/>
          </p:nvSpPr>
          <p:spPr>
            <a:xfrm>
              <a:off x="5066683" y="412357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ADE5CD">
                <a:alpha val="100000"/>
              </a:srgbClr>
            </a:solidFill>
            <a:ln w="5420" cap="flat">
              <a:solidFill>
                <a:srgbClr val="ADE5C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22" name="pg1922"/>
            <p:cNvSpPr/>
            <p:nvPr/>
          </p:nvSpPr>
          <p:spPr>
            <a:xfrm>
              <a:off x="5078320" y="412357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AEE5CD">
                <a:alpha val="100000"/>
              </a:srgbClr>
            </a:solidFill>
            <a:ln w="5420" cap="flat">
              <a:solidFill>
                <a:srgbClr val="AEE5C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23" name="pg1923"/>
            <p:cNvSpPr/>
            <p:nvPr/>
          </p:nvSpPr>
          <p:spPr>
            <a:xfrm>
              <a:off x="5089957" y="412357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AEE5CD">
                <a:alpha val="100000"/>
              </a:srgbClr>
            </a:solidFill>
            <a:ln w="5420" cap="flat">
              <a:solidFill>
                <a:srgbClr val="AEE5C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24" name="pg1924"/>
            <p:cNvSpPr/>
            <p:nvPr/>
          </p:nvSpPr>
          <p:spPr>
            <a:xfrm>
              <a:off x="5101595" y="412357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AEE5CD">
                <a:alpha val="100000"/>
              </a:srgbClr>
            </a:solidFill>
            <a:ln w="5420" cap="flat">
              <a:solidFill>
                <a:srgbClr val="AEE5C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25" name="pg1925"/>
            <p:cNvSpPr/>
            <p:nvPr/>
          </p:nvSpPr>
          <p:spPr>
            <a:xfrm>
              <a:off x="5113232" y="412357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AEE5CD">
                <a:alpha val="100000"/>
              </a:srgbClr>
            </a:solidFill>
            <a:ln w="5420" cap="flat">
              <a:solidFill>
                <a:srgbClr val="AEE5C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26" name="pg1926"/>
            <p:cNvSpPr/>
            <p:nvPr/>
          </p:nvSpPr>
          <p:spPr>
            <a:xfrm>
              <a:off x="5124869" y="412357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AEE5CD">
                <a:alpha val="100000"/>
              </a:srgbClr>
            </a:solidFill>
            <a:ln w="5420" cap="flat">
              <a:solidFill>
                <a:srgbClr val="AEE5C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27" name="pg1927"/>
            <p:cNvSpPr/>
            <p:nvPr/>
          </p:nvSpPr>
          <p:spPr>
            <a:xfrm>
              <a:off x="4973584" y="413787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ADE5CD">
                <a:alpha val="100000"/>
              </a:srgbClr>
            </a:solidFill>
            <a:ln w="5420" cap="flat">
              <a:solidFill>
                <a:srgbClr val="ADE5C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28" name="pg1928"/>
            <p:cNvSpPr/>
            <p:nvPr/>
          </p:nvSpPr>
          <p:spPr>
            <a:xfrm>
              <a:off x="4985221" y="413787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ADE5CD">
                <a:alpha val="100000"/>
              </a:srgbClr>
            </a:solidFill>
            <a:ln w="5420" cap="flat">
              <a:solidFill>
                <a:srgbClr val="ADE5C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29" name="pg1929"/>
            <p:cNvSpPr/>
            <p:nvPr/>
          </p:nvSpPr>
          <p:spPr>
            <a:xfrm>
              <a:off x="4996859" y="413787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ADE5CD">
                <a:alpha val="100000"/>
              </a:srgbClr>
            </a:solidFill>
            <a:ln w="5420" cap="flat">
              <a:solidFill>
                <a:srgbClr val="ADE5C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30" name="pg1930"/>
            <p:cNvSpPr/>
            <p:nvPr/>
          </p:nvSpPr>
          <p:spPr>
            <a:xfrm>
              <a:off x="5008496" y="413787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ADE5CD">
                <a:alpha val="100000"/>
              </a:srgbClr>
            </a:solidFill>
            <a:ln w="5420" cap="flat">
              <a:solidFill>
                <a:srgbClr val="ADE5C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31" name="pg1931"/>
            <p:cNvSpPr/>
            <p:nvPr/>
          </p:nvSpPr>
          <p:spPr>
            <a:xfrm>
              <a:off x="5020133" y="413787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ADE5CD">
                <a:alpha val="100000"/>
              </a:srgbClr>
            </a:solidFill>
            <a:ln w="5420" cap="flat">
              <a:solidFill>
                <a:srgbClr val="ADE5C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32" name="pg1932"/>
            <p:cNvSpPr/>
            <p:nvPr/>
          </p:nvSpPr>
          <p:spPr>
            <a:xfrm>
              <a:off x="5031771" y="413787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ADE5CD">
                <a:alpha val="100000"/>
              </a:srgbClr>
            </a:solidFill>
            <a:ln w="5420" cap="flat">
              <a:solidFill>
                <a:srgbClr val="ADE5C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33" name="pg1933"/>
            <p:cNvSpPr/>
            <p:nvPr/>
          </p:nvSpPr>
          <p:spPr>
            <a:xfrm>
              <a:off x="5043408" y="413787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ADE5CD">
                <a:alpha val="100000"/>
              </a:srgbClr>
            </a:solidFill>
            <a:ln w="5420" cap="flat">
              <a:solidFill>
                <a:srgbClr val="ADE5C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34" name="pg1934"/>
            <p:cNvSpPr/>
            <p:nvPr/>
          </p:nvSpPr>
          <p:spPr>
            <a:xfrm>
              <a:off x="5055045" y="413787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ADE5CD">
                <a:alpha val="100000"/>
              </a:srgbClr>
            </a:solidFill>
            <a:ln w="5420" cap="flat">
              <a:solidFill>
                <a:srgbClr val="ADE5C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35" name="pg1935"/>
            <p:cNvSpPr/>
            <p:nvPr/>
          </p:nvSpPr>
          <p:spPr>
            <a:xfrm>
              <a:off x="5066683" y="413787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ADE5CD">
                <a:alpha val="100000"/>
              </a:srgbClr>
            </a:solidFill>
            <a:ln w="5420" cap="flat">
              <a:solidFill>
                <a:srgbClr val="ADE5C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36" name="pg1936"/>
            <p:cNvSpPr/>
            <p:nvPr/>
          </p:nvSpPr>
          <p:spPr>
            <a:xfrm>
              <a:off x="5078320" y="413787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ADE5CD">
                <a:alpha val="100000"/>
              </a:srgbClr>
            </a:solidFill>
            <a:ln w="5420" cap="flat">
              <a:solidFill>
                <a:srgbClr val="ADE5C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37" name="pg1937"/>
            <p:cNvSpPr/>
            <p:nvPr/>
          </p:nvSpPr>
          <p:spPr>
            <a:xfrm>
              <a:off x="5089957" y="413787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ADE5CD">
                <a:alpha val="100000"/>
              </a:srgbClr>
            </a:solidFill>
            <a:ln w="5420" cap="flat">
              <a:solidFill>
                <a:srgbClr val="ADE5C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38" name="pg1938"/>
            <p:cNvSpPr/>
            <p:nvPr/>
          </p:nvSpPr>
          <p:spPr>
            <a:xfrm>
              <a:off x="5101595" y="413787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ADE5CD">
                <a:alpha val="100000"/>
              </a:srgbClr>
            </a:solidFill>
            <a:ln w="5420" cap="flat">
              <a:solidFill>
                <a:srgbClr val="ADE5C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39" name="pg1939"/>
            <p:cNvSpPr/>
            <p:nvPr/>
          </p:nvSpPr>
          <p:spPr>
            <a:xfrm>
              <a:off x="5113232" y="413787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ADE5CD">
                <a:alpha val="100000"/>
              </a:srgbClr>
            </a:solidFill>
            <a:ln w="5420" cap="flat">
              <a:solidFill>
                <a:srgbClr val="ADE5C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40" name="pg1940"/>
            <p:cNvSpPr/>
            <p:nvPr/>
          </p:nvSpPr>
          <p:spPr>
            <a:xfrm>
              <a:off x="4961947" y="415217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ADE5CD">
                <a:alpha val="100000"/>
              </a:srgbClr>
            </a:solidFill>
            <a:ln w="5420" cap="flat">
              <a:solidFill>
                <a:srgbClr val="ADE5C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41" name="pg1941"/>
            <p:cNvSpPr/>
            <p:nvPr/>
          </p:nvSpPr>
          <p:spPr>
            <a:xfrm>
              <a:off x="4973584" y="415217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ADE5CD">
                <a:alpha val="100000"/>
              </a:srgbClr>
            </a:solidFill>
            <a:ln w="5420" cap="flat">
              <a:solidFill>
                <a:srgbClr val="ADE5C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42" name="pg1942"/>
            <p:cNvSpPr/>
            <p:nvPr/>
          </p:nvSpPr>
          <p:spPr>
            <a:xfrm>
              <a:off x="4985221" y="415217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ADE5CD">
                <a:alpha val="100000"/>
              </a:srgbClr>
            </a:solidFill>
            <a:ln w="5420" cap="flat">
              <a:solidFill>
                <a:srgbClr val="ADE5C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43" name="pg1943"/>
            <p:cNvSpPr/>
            <p:nvPr/>
          </p:nvSpPr>
          <p:spPr>
            <a:xfrm>
              <a:off x="4996859" y="415217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ADE5CD">
                <a:alpha val="100000"/>
              </a:srgbClr>
            </a:solidFill>
            <a:ln w="5420" cap="flat">
              <a:solidFill>
                <a:srgbClr val="ADE5C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44" name="pg1944"/>
            <p:cNvSpPr/>
            <p:nvPr/>
          </p:nvSpPr>
          <p:spPr>
            <a:xfrm>
              <a:off x="5008496" y="415217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ADE5CD">
                <a:alpha val="100000"/>
              </a:srgbClr>
            </a:solidFill>
            <a:ln w="5420" cap="flat">
              <a:solidFill>
                <a:srgbClr val="ADE5C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45" name="pg1945"/>
            <p:cNvSpPr/>
            <p:nvPr/>
          </p:nvSpPr>
          <p:spPr>
            <a:xfrm>
              <a:off x="5020133" y="415217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ADE5CD">
                <a:alpha val="100000"/>
              </a:srgbClr>
            </a:solidFill>
            <a:ln w="5420" cap="flat">
              <a:solidFill>
                <a:srgbClr val="ADE5C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46" name="pg1946"/>
            <p:cNvSpPr/>
            <p:nvPr/>
          </p:nvSpPr>
          <p:spPr>
            <a:xfrm>
              <a:off x="5031771" y="415217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ADE5CD">
                <a:alpha val="100000"/>
              </a:srgbClr>
            </a:solidFill>
            <a:ln w="5420" cap="flat">
              <a:solidFill>
                <a:srgbClr val="ADE5C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47" name="pg1947"/>
            <p:cNvSpPr/>
            <p:nvPr/>
          </p:nvSpPr>
          <p:spPr>
            <a:xfrm>
              <a:off x="5043408" y="415217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ADE5CD">
                <a:alpha val="100000"/>
              </a:srgbClr>
            </a:solidFill>
            <a:ln w="5420" cap="flat">
              <a:solidFill>
                <a:srgbClr val="ADE5C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48" name="pg1948"/>
            <p:cNvSpPr/>
            <p:nvPr/>
          </p:nvSpPr>
          <p:spPr>
            <a:xfrm>
              <a:off x="5055045" y="415217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ADE5CC">
                <a:alpha val="100000"/>
              </a:srgbClr>
            </a:solidFill>
            <a:ln w="5420" cap="flat">
              <a:solidFill>
                <a:srgbClr val="ADE5C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49" name="pg1949"/>
            <p:cNvSpPr/>
            <p:nvPr/>
          </p:nvSpPr>
          <p:spPr>
            <a:xfrm>
              <a:off x="5066683" y="415217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ADE5CC">
                <a:alpha val="100000"/>
              </a:srgbClr>
            </a:solidFill>
            <a:ln w="5420" cap="flat">
              <a:solidFill>
                <a:srgbClr val="ADE5C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50" name="pg1950"/>
            <p:cNvSpPr/>
            <p:nvPr/>
          </p:nvSpPr>
          <p:spPr>
            <a:xfrm>
              <a:off x="5078320" y="415217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ADE5CC">
                <a:alpha val="100000"/>
              </a:srgbClr>
            </a:solidFill>
            <a:ln w="5420" cap="flat">
              <a:solidFill>
                <a:srgbClr val="ADE5C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51" name="pg1951"/>
            <p:cNvSpPr/>
            <p:nvPr/>
          </p:nvSpPr>
          <p:spPr>
            <a:xfrm>
              <a:off x="5089957" y="415217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ADE5CC">
                <a:alpha val="100000"/>
              </a:srgbClr>
            </a:solidFill>
            <a:ln w="5420" cap="flat">
              <a:solidFill>
                <a:srgbClr val="ADE5C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52" name="pg1952"/>
            <p:cNvSpPr/>
            <p:nvPr/>
          </p:nvSpPr>
          <p:spPr>
            <a:xfrm>
              <a:off x="5101595" y="415217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ADE5CC">
                <a:alpha val="100000"/>
              </a:srgbClr>
            </a:solidFill>
            <a:ln w="5420" cap="flat">
              <a:solidFill>
                <a:srgbClr val="ADE5C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53" name="pg1953"/>
            <p:cNvSpPr/>
            <p:nvPr/>
          </p:nvSpPr>
          <p:spPr>
            <a:xfrm>
              <a:off x="4950309" y="416647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ADE5CD">
                <a:alpha val="100000"/>
              </a:srgbClr>
            </a:solidFill>
            <a:ln w="5420" cap="flat">
              <a:solidFill>
                <a:srgbClr val="ADE5C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54" name="pg1954"/>
            <p:cNvSpPr/>
            <p:nvPr/>
          </p:nvSpPr>
          <p:spPr>
            <a:xfrm>
              <a:off x="4961947" y="416647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ADE5CD">
                <a:alpha val="100000"/>
              </a:srgbClr>
            </a:solidFill>
            <a:ln w="5420" cap="flat">
              <a:solidFill>
                <a:srgbClr val="ADE5C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55" name="pg1955"/>
            <p:cNvSpPr/>
            <p:nvPr/>
          </p:nvSpPr>
          <p:spPr>
            <a:xfrm>
              <a:off x="4973584" y="416647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ADE5CD">
                <a:alpha val="100000"/>
              </a:srgbClr>
            </a:solidFill>
            <a:ln w="5420" cap="flat">
              <a:solidFill>
                <a:srgbClr val="ADE5C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56" name="pg1956"/>
            <p:cNvSpPr/>
            <p:nvPr/>
          </p:nvSpPr>
          <p:spPr>
            <a:xfrm>
              <a:off x="4985221" y="416647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ADE5CD">
                <a:alpha val="100000"/>
              </a:srgbClr>
            </a:solidFill>
            <a:ln w="5420" cap="flat">
              <a:solidFill>
                <a:srgbClr val="ADE5C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57" name="pg1957"/>
            <p:cNvSpPr/>
            <p:nvPr/>
          </p:nvSpPr>
          <p:spPr>
            <a:xfrm>
              <a:off x="4996859" y="416647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ADE5CD">
                <a:alpha val="100000"/>
              </a:srgbClr>
            </a:solidFill>
            <a:ln w="5420" cap="flat">
              <a:solidFill>
                <a:srgbClr val="ADE5C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58" name="pg1958"/>
            <p:cNvSpPr/>
            <p:nvPr/>
          </p:nvSpPr>
          <p:spPr>
            <a:xfrm>
              <a:off x="5008496" y="416647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ADE5CD">
                <a:alpha val="100000"/>
              </a:srgbClr>
            </a:solidFill>
            <a:ln w="5420" cap="flat">
              <a:solidFill>
                <a:srgbClr val="ADE5C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59" name="pg1959"/>
            <p:cNvSpPr/>
            <p:nvPr/>
          </p:nvSpPr>
          <p:spPr>
            <a:xfrm>
              <a:off x="5020133" y="416647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ADE5CD">
                <a:alpha val="100000"/>
              </a:srgbClr>
            </a:solidFill>
            <a:ln w="5420" cap="flat">
              <a:solidFill>
                <a:srgbClr val="ADE5C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60" name="pg1960"/>
            <p:cNvSpPr/>
            <p:nvPr/>
          </p:nvSpPr>
          <p:spPr>
            <a:xfrm>
              <a:off x="5031771" y="416647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ADE5CD">
                <a:alpha val="100000"/>
              </a:srgbClr>
            </a:solidFill>
            <a:ln w="5420" cap="flat">
              <a:solidFill>
                <a:srgbClr val="ADE5C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61" name="pg1961"/>
            <p:cNvSpPr/>
            <p:nvPr/>
          </p:nvSpPr>
          <p:spPr>
            <a:xfrm>
              <a:off x="5043408" y="416647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ADE5CC">
                <a:alpha val="100000"/>
              </a:srgbClr>
            </a:solidFill>
            <a:ln w="5420" cap="flat">
              <a:solidFill>
                <a:srgbClr val="ADE5C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62" name="pg1962"/>
            <p:cNvSpPr/>
            <p:nvPr/>
          </p:nvSpPr>
          <p:spPr>
            <a:xfrm>
              <a:off x="5055045" y="416647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ACE5CC">
                <a:alpha val="100000"/>
              </a:srgbClr>
            </a:solidFill>
            <a:ln w="5420" cap="flat">
              <a:solidFill>
                <a:srgbClr val="ACE5C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63" name="pg1963"/>
            <p:cNvSpPr/>
            <p:nvPr/>
          </p:nvSpPr>
          <p:spPr>
            <a:xfrm>
              <a:off x="5066683" y="416647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ACE5CC">
                <a:alpha val="100000"/>
              </a:srgbClr>
            </a:solidFill>
            <a:ln w="5420" cap="flat">
              <a:solidFill>
                <a:srgbClr val="ACE5C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64" name="pg1964"/>
            <p:cNvSpPr/>
            <p:nvPr/>
          </p:nvSpPr>
          <p:spPr>
            <a:xfrm>
              <a:off x="5078320" y="416647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ACE5CC">
                <a:alpha val="100000"/>
              </a:srgbClr>
            </a:solidFill>
            <a:ln w="5420" cap="flat">
              <a:solidFill>
                <a:srgbClr val="ACE5C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65" name="pg1965"/>
            <p:cNvSpPr/>
            <p:nvPr/>
          </p:nvSpPr>
          <p:spPr>
            <a:xfrm>
              <a:off x="4927035" y="418077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AEE5CD">
                <a:alpha val="100000"/>
              </a:srgbClr>
            </a:solidFill>
            <a:ln w="5420" cap="flat">
              <a:solidFill>
                <a:srgbClr val="AEE5C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66" name="pg1966"/>
            <p:cNvSpPr/>
            <p:nvPr/>
          </p:nvSpPr>
          <p:spPr>
            <a:xfrm>
              <a:off x="4938672" y="418077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ADE5CD">
                <a:alpha val="100000"/>
              </a:srgbClr>
            </a:solidFill>
            <a:ln w="5420" cap="flat">
              <a:solidFill>
                <a:srgbClr val="ADE5C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67" name="pg1967"/>
            <p:cNvSpPr/>
            <p:nvPr/>
          </p:nvSpPr>
          <p:spPr>
            <a:xfrm>
              <a:off x="4950309" y="418077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ADE5CD">
                <a:alpha val="100000"/>
              </a:srgbClr>
            </a:solidFill>
            <a:ln w="5420" cap="flat">
              <a:solidFill>
                <a:srgbClr val="ADE5C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68" name="pg1968"/>
            <p:cNvSpPr/>
            <p:nvPr/>
          </p:nvSpPr>
          <p:spPr>
            <a:xfrm>
              <a:off x="4961947" y="418077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ADE5CD">
                <a:alpha val="100000"/>
              </a:srgbClr>
            </a:solidFill>
            <a:ln w="5420" cap="flat">
              <a:solidFill>
                <a:srgbClr val="ADE5C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69" name="pg1969"/>
            <p:cNvSpPr/>
            <p:nvPr/>
          </p:nvSpPr>
          <p:spPr>
            <a:xfrm>
              <a:off x="4973584" y="418077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ADE5CD">
                <a:alpha val="100000"/>
              </a:srgbClr>
            </a:solidFill>
            <a:ln w="5420" cap="flat">
              <a:solidFill>
                <a:srgbClr val="ADE5C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70" name="pg1970"/>
            <p:cNvSpPr/>
            <p:nvPr/>
          </p:nvSpPr>
          <p:spPr>
            <a:xfrm>
              <a:off x="4985221" y="418077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AEE5CD">
                <a:alpha val="100000"/>
              </a:srgbClr>
            </a:solidFill>
            <a:ln w="5420" cap="flat">
              <a:solidFill>
                <a:srgbClr val="AEE5C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71" name="pg1971"/>
            <p:cNvSpPr/>
            <p:nvPr/>
          </p:nvSpPr>
          <p:spPr>
            <a:xfrm>
              <a:off x="4996859" y="418077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ADE5CD">
                <a:alpha val="100000"/>
              </a:srgbClr>
            </a:solidFill>
            <a:ln w="5420" cap="flat">
              <a:solidFill>
                <a:srgbClr val="ADE5C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72" name="pg1972"/>
            <p:cNvSpPr/>
            <p:nvPr/>
          </p:nvSpPr>
          <p:spPr>
            <a:xfrm>
              <a:off x="5008496" y="418077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ADE5CD">
                <a:alpha val="100000"/>
              </a:srgbClr>
            </a:solidFill>
            <a:ln w="5420" cap="flat">
              <a:solidFill>
                <a:srgbClr val="ADE5C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73" name="pg1973"/>
            <p:cNvSpPr/>
            <p:nvPr/>
          </p:nvSpPr>
          <p:spPr>
            <a:xfrm>
              <a:off x="5020133" y="418077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ADE5CD">
                <a:alpha val="100000"/>
              </a:srgbClr>
            </a:solidFill>
            <a:ln w="5420" cap="flat">
              <a:solidFill>
                <a:srgbClr val="ADE5C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74" name="pg1974"/>
            <p:cNvSpPr/>
            <p:nvPr/>
          </p:nvSpPr>
          <p:spPr>
            <a:xfrm>
              <a:off x="4915397" y="419507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AEE5CD">
                <a:alpha val="100000"/>
              </a:srgbClr>
            </a:solidFill>
            <a:ln w="5420" cap="flat">
              <a:solidFill>
                <a:srgbClr val="AEE5C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75" name="pg1975"/>
            <p:cNvSpPr/>
            <p:nvPr/>
          </p:nvSpPr>
          <p:spPr>
            <a:xfrm>
              <a:off x="4927035" y="419507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AEE5CD">
                <a:alpha val="100000"/>
              </a:srgbClr>
            </a:solidFill>
            <a:ln w="5420" cap="flat">
              <a:solidFill>
                <a:srgbClr val="AEE5C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76" name="pg1976"/>
            <p:cNvSpPr/>
            <p:nvPr/>
          </p:nvSpPr>
          <p:spPr>
            <a:xfrm>
              <a:off x="4938672" y="419507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ADE5CD">
                <a:alpha val="100000"/>
              </a:srgbClr>
            </a:solidFill>
            <a:ln w="5420" cap="flat">
              <a:solidFill>
                <a:srgbClr val="ADE5C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77" name="pg1977"/>
            <p:cNvSpPr/>
            <p:nvPr/>
          </p:nvSpPr>
          <p:spPr>
            <a:xfrm>
              <a:off x="4950309" y="419507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ADE5CD">
                <a:alpha val="100000"/>
              </a:srgbClr>
            </a:solidFill>
            <a:ln w="5420" cap="flat">
              <a:solidFill>
                <a:srgbClr val="ADE5C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78" name="pg1978"/>
            <p:cNvSpPr/>
            <p:nvPr/>
          </p:nvSpPr>
          <p:spPr>
            <a:xfrm>
              <a:off x="4961947" y="419507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ADE5CD">
                <a:alpha val="100000"/>
              </a:srgbClr>
            </a:solidFill>
            <a:ln w="5420" cap="flat">
              <a:solidFill>
                <a:srgbClr val="ADE5C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79" name="pg1979"/>
            <p:cNvSpPr/>
            <p:nvPr/>
          </p:nvSpPr>
          <p:spPr>
            <a:xfrm>
              <a:off x="4973584" y="419507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AEE5CD">
                <a:alpha val="100000"/>
              </a:srgbClr>
            </a:solidFill>
            <a:ln w="5420" cap="flat">
              <a:solidFill>
                <a:srgbClr val="AEE5C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80" name="pg1980"/>
            <p:cNvSpPr/>
            <p:nvPr/>
          </p:nvSpPr>
          <p:spPr>
            <a:xfrm>
              <a:off x="4985221" y="419507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AEE5CD">
                <a:alpha val="100000"/>
              </a:srgbClr>
            </a:solidFill>
            <a:ln w="5420" cap="flat">
              <a:solidFill>
                <a:srgbClr val="AEE5C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81" name="pg1981"/>
            <p:cNvSpPr/>
            <p:nvPr/>
          </p:nvSpPr>
          <p:spPr>
            <a:xfrm>
              <a:off x="4996859" y="419507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AEE5CD">
                <a:alpha val="100000"/>
              </a:srgbClr>
            </a:solidFill>
            <a:ln w="5420" cap="flat">
              <a:solidFill>
                <a:srgbClr val="AEE5C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82" name="pg1982"/>
            <p:cNvSpPr/>
            <p:nvPr/>
          </p:nvSpPr>
          <p:spPr>
            <a:xfrm>
              <a:off x="4892123" y="420937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ADE5CD">
                <a:alpha val="100000"/>
              </a:srgbClr>
            </a:solidFill>
            <a:ln w="5420" cap="flat">
              <a:solidFill>
                <a:srgbClr val="ADE5C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83" name="pg1983"/>
            <p:cNvSpPr/>
            <p:nvPr/>
          </p:nvSpPr>
          <p:spPr>
            <a:xfrm>
              <a:off x="4903760" y="420937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AFE6CE">
                <a:alpha val="100000"/>
              </a:srgbClr>
            </a:solidFill>
            <a:ln w="5420" cap="flat">
              <a:solidFill>
                <a:srgbClr val="AFE6C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84" name="pg1984"/>
            <p:cNvSpPr/>
            <p:nvPr/>
          </p:nvSpPr>
          <p:spPr>
            <a:xfrm>
              <a:off x="4915397" y="420937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AFE6CE">
                <a:alpha val="100000"/>
              </a:srgbClr>
            </a:solidFill>
            <a:ln w="5420" cap="flat">
              <a:solidFill>
                <a:srgbClr val="AFE6C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85" name="pg1985"/>
            <p:cNvSpPr/>
            <p:nvPr/>
          </p:nvSpPr>
          <p:spPr>
            <a:xfrm>
              <a:off x="4927035" y="420937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AFE6CE">
                <a:alpha val="100000"/>
              </a:srgbClr>
            </a:solidFill>
            <a:ln w="5420" cap="flat">
              <a:solidFill>
                <a:srgbClr val="AFE6C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86" name="pg1986"/>
            <p:cNvSpPr/>
            <p:nvPr/>
          </p:nvSpPr>
          <p:spPr>
            <a:xfrm>
              <a:off x="4938672" y="420937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ADE5CD">
                <a:alpha val="100000"/>
              </a:srgbClr>
            </a:solidFill>
            <a:ln w="5420" cap="flat">
              <a:solidFill>
                <a:srgbClr val="ADE5C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87" name="pg1987"/>
            <p:cNvSpPr/>
            <p:nvPr/>
          </p:nvSpPr>
          <p:spPr>
            <a:xfrm>
              <a:off x="4950309" y="420937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ACE5CC">
                <a:alpha val="100000"/>
              </a:srgbClr>
            </a:solidFill>
            <a:ln w="5420" cap="flat">
              <a:solidFill>
                <a:srgbClr val="ACE5C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88" name="pg1988"/>
            <p:cNvSpPr/>
            <p:nvPr/>
          </p:nvSpPr>
          <p:spPr>
            <a:xfrm>
              <a:off x="4961947" y="420937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ACE5CC">
                <a:alpha val="100000"/>
              </a:srgbClr>
            </a:solidFill>
            <a:ln w="5420" cap="flat">
              <a:solidFill>
                <a:srgbClr val="ACE5C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89" name="pg1989"/>
            <p:cNvSpPr/>
            <p:nvPr/>
          </p:nvSpPr>
          <p:spPr>
            <a:xfrm>
              <a:off x="4973584" y="420937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AEE5CD">
                <a:alpha val="100000"/>
              </a:srgbClr>
            </a:solidFill>
            <a:ln w="5420" cap="flat">
              <a:solidFill>
                <a:srgbClr val="AEE5C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90" name="pg1990"/>
            <p:cNvSpPr/>
            <p:nvPr/>
          </p:nvSpPr>
          <p:spPr>
            <a:xfrm>
              <a:off x="4985221" y="420937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AEE5CD">
                <a:alpha val="100000"/>
              </a:srgbClr>
            </a:solidFill>
            <a:ln w="5420" cap="flat">
              <a:solidFill>
                <a:srgbClr val="AEE5C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91" name="pg1991"/>
            <p:cNvSpPr/>
            <p:nvPr/>
          </p:nvSpPr>
          <p:spPr>
            <a:xfrm>
              <a:off x="4857211" y="422367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A0E1C6">
                <a:alpha val="100000"/>
              </a:srgbClr>
            </a:solidFill>
            <a:ln w="5420" cap="flat">
              <a:solidFill>
                <a:srgbClr val="A0E1C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92" name="pg1992"/>
            <p:cNvSpPr/>
            <p:nvPr/>
          </p:nvSpPr>
          <p:spPr>
            <a:xfrm>
              <a:off x="4868848" y="422367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A7E3CA">
                <a:alpha val="100000"/>
              </a:srgbClr>
            </a:solidFill>
            <a:ln w="5420" cap="flat">
              <a:solidFill>
                <a:srgbClr val="A7E3C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93" name="pg1993"/>
            <p:cNvSpPr/>
            <p:nvPr/>
          </p:nvSpPr>
          <p:spPr>
            <a:xfrm>
              <a:off x="4880485" y="422367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AAE4CB">
                <a:alpha val="100000"/>
              </a:srgbClr>
            </a:solidFill>
            <a:ln w="5420" cap="flat">
              <a:solidFill>
                <a:srgbClr val="AAE4C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94" name="pg1994"/>
            <p:cNvSpPr/>
            <p:nvPr/>
          </p:nvSpPr>
          <p:spPr>
            <a:xfrm>
              <a:off x="4892123" y="422367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ADE5CD">
                <a:alpha val="100000"/>
              </a:srgbClr>
            </a:solidFill>
            <a:ln w="5420" cap="flat">
              <a:solidFill>
                <a:srgbClr val="ADE5C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95" name="pg1995"/>
            <p:cNvSpPr/>
            <p:nvPr/>
          </p:nvSpPr>
          <p:spPr>
            <a:xfrm>
              <a:off x="4903760" y="422367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B0E6CE">
                <a:alpha val="100000"/>
              </a:srgbClr>
            </a:solidFill>
            <a:ln w="5420" cap="flat">
              <a:solidFill>
                <a:srgbClr val="B0E6C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96" name="pg1996"/>
            <p:cNvSpPr/>
            <p:nvPr/>
          </p:nvSpPr>
          <p:spPr>
            <a:xfrm>
              <a:off x="4915397" y="422367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B1E6CF">
                <a:alpha val="100000"/>
              </a:srgbClr>
            </a:solidFill>
            <a:ln w="5420" cap="flat">
              <a:solidFill>
                <a:srgbClr val="B1E6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97" name="pg1997"/>
            <p:cNvSpPr/>
            <p:nvPr/>
          </p:nvSpPr>
          <p:spPr>
            <a:xfrm>
              <a:off x="4927035" y="422367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B2E7CF">
                <a:alpha val="100000"/>
              </a:srgbClr>
            </a:solidFill>
            <a:ln w="5420" cap="flat">
              <a:solidFill>
                <a:srgbClr val="B2E7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98" name="pg1998"/>
            <p:cNvSpPr/>
            <p:nvPr/>
          </p:nvSpPr>
          <p:spPr>
            <a:xfrm>
              <a:off x="4938672" y="422367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B0E6CE">
                <a:alpha val="100000"/>
              </a:srgbClr>
            </a:solidFill>
            <a:ln w="5420" cap="flat">
              <a:solidFill>
                <a:srgbClr val="B0E6C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99" name="pg1999"/>
            <p:cNvSpPr/>
            <p:nvPr/>
          </p:nvSpPr>
          <p:spPr>
            <a:xfrm>
              <a:off x="4950309" y="422367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ADE5CD">
                <a:alpha val="100000"/>
              </a:srgbClr>
            </a:solidFill>
            <a:ln w="5420" cap="flat">
              <a:solidFill>
                <a:srgbClr val="ADE5C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00" name="pg2000"/>
            <p:cNvSpPr/>
            <p:nvPr/>
          </p:nvSpPr>
          <p:spPr>
            <a:xfrm>
              <a:off x="4961947" y="422367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AEE5CD">
                <a:alpha val="100000"/>
              </a:srgbClr>
            </a:solidFill>
            <a:ln w="5420" cap="flat">
              <a:solidFill>
                <a:srgbClr val="AEE5C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01" name="pg2001"/>
            <p:cNvSpPr/>
            <p:nvPr/>
          </p:nvSpPr>
          <p:spPr>
            <a:xfrm>
              <a:off x="4973584" y="422367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AFE6CD">
                <a:alpha val="100000"/>
              </a:srgbClr>
            </a:solidFill>
            <a:ln w="5420" cap="flat">
              <a:solidFill>
                <a:srgbClr val="AFE6C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02" name="pg2002"/>
            <p:cNvSpPr/>
            <p:nvPr/>
          </p:nvSpPr>
          <p:spPr>
            <a:xfrm>
              <a:off x="4833936" y="423797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91DCC0">
                <a:alpha val="100000"/>
              </a:srgbClr>
            </a:solidFill>
            <a:ln w="5420" cap="flat">
              <a:solidFill>
                <a:srgbClr val="91DCC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03" name="pg2003"/>
            <p:cNvSpPr/>
            <p:nvPr/>
          </p:nvSpPr>
          <p:spPr>
            <a:xfrm>
              <a:off x="4845573" y="423797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95DDC1">
                <a:alpha val="100000"/>
              </a:srgbClr>
            </a:solidFill>
            <a:ln w="5420" cap="flat">
              <a:solidFill>
                <a:srgbClr val="95DDC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04" name="pg2004"/>
            <p:cNvSpPr/>
            <p:nvPr/>
          </p:nvSpPr>
          <p:spPr>
            <a:xfrm>
              <a:off x="4857211" y="423797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99DEC3">
                <a:alpha val="100000"/>
              </a:srgbClr>
            </a:solidFill>
            <a:ln w="5420" cap="flat">
              <a:solidFill>
                <a:srgbClr val="99DEC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05" name="pg2005"/>
            <p:cNvSpPr/>
            <p:nvPr/>
          </p:nvSpPr>
          <p:spPr>
            <a:xfrm>
              <a:off x="4868848" y="423797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A3E2C8">
                <a:alpha val="100000"/>
              </a:srgbClr>
            </a:solidFill>
            <a:ln w="5420" cap="flat">
              <a:solidFill>
                <a:srgbClr val="A3E2C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06" name="pg2006"/>
            <p:cNvSpPr/>
            <p:nvPr/>
          </p:nvSpPr>
          <p:spPr>
            <a:xfrm>
              <a:off x="4880485" y="423797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A8E3CA">
                <a:alpha val="100000"/>
              </a:srgbClr>
            </a:solidFill>
            <a:ln w="5420" cap="flat">
              <a:solidFill>
                <a:srgbClr val="A8E3C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07" name="pg2007"/>
            <p:cNvSpPr/>
            <p:nvPr/>
          </p:nvSpPr>
          <p:spPr>
            <a:xfrm>
              <a:off x="4892123" y="423797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ACE5CC">
                <a:alpha val="100000"/>
              </a:srgbClr>
            </a:solidFill>
            <a:ln w="5420" cap="flat">
              <a:solidFill>
                <a:srgbClr val="ACE5C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08" name="pg2008"/>
            <p:cNvSpPr/>
            <p:nvPr/>
          </p:nvSpPr>
          <p:spPr>
            <a:xfrm>
              <a:off x="4903760" y="423797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B0E6CE">
                <a:alpha val="100000"/>
              </a:srgbClr>
            </a:solidFill>
            <a:ln w="5420" cap="flat">
              <a:solidFill>
                <a:srgbClr val="B0E6C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09" name="pg2009"/>
            <p:cNvSpPr/>
            <p:nvPr/>
          </p:nvSpPr>
          <p:spPr>
            <a:xfrm>
              <a:off x="4915397" y="423797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B4E7D0">
                <a:alpha val="100000"/>
              </a:srgbClr>
            </a:solidFill>
            <a:ln w="5420" cap="flat">
              <a:solidFill>
                <a:srgbClr val="B4E7D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10" name="pg2010"/>
            <p:cNvSpPr/>
            <p:nvPr/>
          </p:nvSpPr>
          <p:spPr>
            <a:xfrm>
              <a:off x="4927035" y="423797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B7E8D2">
                <a:alpha val="100000"/>
              </a:srgbClr>
            </a:solidFill>
            <a:ln w="5420" cap="flat">
              <a:solidFill>
                <a:srgbClr val="B7E8D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11" name="pg2011"/>
            <p:cNvSpPr/>
            <p:nvPr/>
          </p:nvSpPr>
          <p:spPr>
            <a:xfrm>
              <a:off x="4938672" y="423797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B9E9D3">
                <a:alpha val="100000"/>
              </a:srgbClr>
            </a:solidFill>
            <a:ln w="5420" cap="flat">
              <a:solidFill>
                <a:srgbClr val="B9E9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12" name="pg2012"/>
            <p:cNvSpPr/>
            <p:nvPr/>
          </p:nvSpPr>
          <p:spPr>
            <a:xfrm>
              <a:off x="4950309" y="423797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B8E9D2">
                <a:alpha val="100000"/>
              </a:srgbClr>
            </a:solidFill>
            <a:ln w="5420" cap="flat">
              <a:solidFill>
                <a:srgbClr val="B8E9D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13" name="pg2013"/>
            <p:cNvSpPr/>
            <p:nvPr/>
          </p:nvSpPr>
          <p:spPr>
            <a:xfrm>
              <a:off x="4961947" y="423797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B5E8D1">
                <a:alpha val="100000"/>
              </a:srgbClr>
            </a:solidFill>
            <a:ln w="5420" cap="flat">
              <a:solidFill>
                <a:srgbClr val="B5E8D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14" name="pg2014"/>
            <p:cNvSpPr/>
            <p:nvPr/>
          </p:nvSpPr>
          <p:spPr>
            <a:xfrm>
              <a:off x="4822299" y="425227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8BDABD">
                <a:alpha val="100000"/>
              </a:srgbClr>
            </a:solidFill>
            <a:ln w="5420" cap="flat">
              <a:solidFill>
                <a:srgbClr val="8BDAB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15" name="pg2015"/>
            <p:cNvSpPr/>
            <p:nvPr/>
          </p:nvSpPr>
          <p:spPr>
            <a:xfrm>
              <a:off x="4833936" y="425227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8CDBBE">
                <a:alpha val="100000"/>
              </a:srgbClr>
            </a:solidFill>
            <a:ln w="5420" cap="flat">
              <a:solidFill>
                <a:srgbClr val="8CDBB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16" name="pg2016"/>
            <p:cNvSpPr/>
            <p:nvPr/>
          </p:nvSpPr>
          <p:spPr>
            <a:xfrm>
              <a:off x="4845573" y="425227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8FDCBF">
                <a:alpha val="100000"/>
              </a:srgbClr>
            </a:solidFill>
            <a:ln w="5420" cap="flat">
              <a:solidFill>
                <a:srgbClr val="8FDCB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17" name="pg2017"/>
            <p:cNvSpPr/>
            <p:nvPr/>
          </p:nvSpPr>
          <p:spPr>
            <a:xfrm>
              <a:off x="4857211" y="425227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94DDC1">
                <a:alpha val="100000"/>
              </a:srgbClr>
            </a:solidFill>
            <a:ln w="5420" cap="flat">
              <a:solidFill>
                <a:srgbClr val="94DDC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18" name="pg2018"/>
            <p:cNvSpPr/>
            <p:nvPr/>
          </p:nvSpPr>
          <p:spPr>
            <a:xfrm>
              <a:off x="4868848" y="425227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9FE1C6">
                <a:alpha val="100000"/>
              </a:srgbClr>
            </a:solidFill>
            <a:ln w="5420" cap="flat">
              <a:solidFill>
                <a:srgbClr val="9FE1C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19" name="pg2019"/>
            <p:cNvSpPr/>
            <p:nvPr/>
          </p:nvSpPr>
          <p:spPr>
            <a:xfrm>
              <a:off x="4880485" y="425227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A5E2C9">
                <a:alpha val="100000"/>
              </a:srgbClr>
            </a:solidFill>
            <a:ln w="5420" cap="flat">
              <a:solidFill>
                <a:srgbClr val="A5E2C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20" name="pg2020"/>
            <p:cNvSpPr/>
            <p:nvPr/>
          </p:nvSpPr>
          <p:spPr>
            <a:xfrm>
              <a:off x="4892123" y="425227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AAE4CB">
                <a:alpha val="100000"/>
              </a:srgbClr>
            </a:solidFill>
            <a:ln w="5420" cap="flat">
              <a:solidFill>
                <a:srgbClr val="AAE4C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21" name="pg2021"/>
            <p:cNvSpPr/>
            <p:nvPr/>
          </p:nvSpPr>
          <p:spPr>
            <a:xfrm>
              <a:off x="4903760" y="425227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AFE6CD">
                <a:alpha val="100000"/>
              </a:srgbClr>
            </a:solidFill>
            <a:ln w="5420" cap="flat">
              <a:solidFill>
                <a:srgbClr val="AFE6C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22" name="pg2022"/>
            <p:cNvSpPr/>
            <p:nvPr/>
          </p:nvSpPr>
          <p:spPr>
            <a:xfrm>
              <a:off x="4915397" y="425227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B2E7CF">
                <a:alpha val="100000"/>
              </a:srgbClr>
            </a:solidFill>
            <a:ln w="5420" cap="flat">
              <a:solidFill>
                <a:srgbClr val="B2E7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23" name="pg2023"/>
            <p:cNvSpPr/>
            <p:nvPr/>
          </p:nvSpPr>
          <p:spPr>
            <a:xfrm>
              <a:off x="4927035" y="425227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B5E8D0">
                <a:alpha val="100000"/>
              </a:srgbClr>
            </a:solidFill>
            <a:ln w="5420" cap="flat">
              <a:solidFill>
                <a:srgbClr val="B5E8D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24" name="pg2024"/>
            <p:cNvSpPr/>
            <p:nvPr/>
          </p:nvSpPr>
          <p:spPr>
            <a:xfrm>
              <a:off x="4938672" y="425227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B6E8D1">
                <a:alpha val="100000"/>
              </a:srgbClr>
            </a:solidFill>
            <a:ln w="5420" cap="flat">
              <a:solidFill>
                <a:srgbClr val="B6E8D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25" name="pg2025"/>
            <p:cNvSpPr/>
            <p:nvPr/>
          </p:nvSpPr>
          <p:spPr>
            <a:xfrm>
              <a:off x="4950309" y="425227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B6E8D1">
                <a:alpha val="100000"/>
              </a:srgbClr>
            </a:solidFill>
            <a:ln w="5420" cap="flat">
              <a:solidFill>
                <a:srgbClr val="B6E8D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26" name="pg2026"/>
            <p:cNvSpPr/>
            <p:nvPr/>
          </p:nvSpPr>
          <p:spPr>
            <a:xfrm>
              <a:off x="4961947" y="425227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B4E7D0">
                <a:alpha val="100000"/>
              </a:srgbClr>
            </a:solidFill>
            <a:ln w="5420" cap="flat">
              <a:solidFill>
                <a:srgbClr val="B4E7D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27" name="pg2027"/>
            <p:cNvSpPr/>
            <p:nvPr/>
          </p:nvSpPr>
          <p:spPr>
            <a:xfrm>
              <a:off x="4810661" y="426657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86D9BB">
                <a:alpha val="100000"/>
              </a:srgbClr>
            </a:solidFill>
            <a:ln w="5420" cap="flat">
              <a:solidFill>
                <a:srgbClr val="86D9B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28" name="pg2028"/>
            <p:cNvSpPr/>
            <p:nvPr/>
          </p:nvSpPr>
          <p:spPr>
            <a:xfrm>
              <a:off x="4822299" y="426657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86D9BB">
                <a:alpha val="100000"/>
              </a:srgbClr>
            </a:solidFill>
            <a:ln w="5420" cap="flat">
              <a:solidFill>
                <a:srgbClr val="86D9B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29" name="pg2029"/>
            <p:cNvSpPr/>
            <p:nvPr/>
          </p:nvSpPr>
          <p:spPr>
            <a:xfrm>
              <a:off x="4833936" y="426657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87D9BB">
                <a:alpha val="100000"/>
              </a:srgbClr>
            </a:solidFill>
            <a:ln w="5420" cap="flat">
              <a:solidFill>
                <a:srgbClr val="87D9B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30" name="pg2030"/>
            <p:cNvSpPr/>
            <p:nvPr/>
          </p:nvSpPr>
          <p:spPr>
            <a:xfrm>
              <a:off x="4845573" y="426657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8ADABD">
                <a:alpha val="100000"/>
              </a:srgbClr>
            </a:solidFill>
            <a:ln w="5420" cap="flat">
              <a:solidFill>
                <a:srgbClr val="8ADAB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31" name="pg2031"/>
            <p:cNvSpPr/>
            <p:nvPr/>
          </p:nvSpPr>
          <p:spPr>
            <a:xfrm>
              <a:off x="4857211" y="426657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8FDCBF">
                <a:alpha val="100000"/>
              </a:srgbClr>
            </a:solidFill>
            <a:ln w="5420" cap="flat">
              <a:solidFill>
                <a:srgbClr val="8FDCB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32" name="pg2032"/>
            <p:cNvSpPr/>
            <p:nvPr/>
          </p:nvSpPr>
          <p:spPr>
            <a:xfrm>
              <a:off x="4868848" y="426657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9CDFC4">
                <a:alpha val="100000"/>
              </a:srgbClr>
            </a:solidFill>
            <a:ln w="5420" cap="flat">
              <a:solidFill>
                <a:srgbClr val="9CDFC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33" name="pg2033"/>
            <p:cNvSpPr/>
            <p:nvPr/>
          </p:nvSpPr>
          <p:spPr>
            <a:xfrm>
              <a:off x="4880485" y="426657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A2E1C7">
                <a:alpha val="100000"/>
              </a:srgbClr>
            </a:solidFill>
            <a:ln w="5420" cap="flat">
              <a:solidFill>
                <a:srgbClr val="A2E1C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34" name="pg2034"/>
            <p:cNvSpPr/>
            <p:nvPr/>
          </p:nvSpPr>
          <p:spPr>
            <a:xfrm>
              <a:off x="4892123" y="426657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A7E3CA">
                <a:alpha val="100000"/>
              </a:srgbClr>
            </a:solidFill>
            <a:ln w="5420" cap="flat">
              <a:solidFill>
                <a:srgbClr val="A7E3C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35" name="pg2035"/>
            <p:cNvSpPr/>
            <p:nvPr/>
          </p:nvSpPr>
          <p:spPr>
            <a:xfrm>
              <a:off x="4903760" y="426657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ACE5CC">
                <a:alpha val="100000"/>
              </a:srgbClr>
            </a:solidFill>
            <a:ln w="5420" cap="flat">
              <a:solidFill>
                <a:srgbClr val="ACE5C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36" name="pg2036"/>
            <p:cNvSpPr/>
            <p:nvPr/>
          </p:nvSpPr>
          <p:spPr>
            <a:xfrm>
              <a:off x="4915397" y="426657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AFE6CE">
                <a:alpha val="100000"/>
              </a:srgbClr>
            </a:solidFill>
            <a:ln w="5420" cap="flat">
              <a:solidFill>
                <a:srgbClr val="AFE6C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37" name="pg2037"/>
            <p:cNvSpPr/>
            <p:nvPr/>
          </p:nvSpPr>
          <p:spPr>
            <a:xfrm>
              <a:off x="4927035" y="426657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B2E7CF">
                <a:alpha val="100000"/>
              </a:srgbClr>
            </a:solidFill>
            <a:ln w="5420" cap="flat">
              <a:solidFill>
                <a:srgbClr val="B2E7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38" name="pg2038"/>
            <p:cNvSpPr/>
            <p:nvPr/>
          </p:nvSpPr>
          <p:spPr>
            <a:xfrm>
              <a:off x="4938672" y="426657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B3E7D0">
                <a:alpha val="100000"/>
              </a:srgbClr>
            </a:solidFill>
            <a:ln w="5420" cap="flat">
              <a:solidFill>
                <a:srgbClr val="B3E7D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39" name="pg2039"/>
            <p:cNvSpPr/>
            <p:nvPr/>
          </p:nvSpPr>
          <p:spPr>
            <a:xfrm>
              <a:off x="4950309" y="426657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B4E7D0">
                <a:alpha val="100000"/>
              </a:srgbClr>
            </a:solidFill>
            <a:ln w="5420" cap="flat">
              <a:solidFill>
                <a:srgbClr val="B4E7D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40" name="pg2040"/>
            <p:cNvSpPr/>
            <p:nvPr/>
          </p:nvSpPr>
          <p:spPr>
            <a:xfrm>
              <a:off x="4799024" y="428087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86D9BB">
                <a:alpha val="100000"/>
              </a:srgbClr>
            </a:solidFill>
            <a:ln w="5420" cap="flat">
              <a:solidFill>
                <a:srgbClr val="86D9B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41" name="pg2041"/>
            <p:cNvSpPr/>
            <p:nvPr/>
          </p:nvSpPr>
          <p:spPr>
            <a:xfrm>
              <a:off x="4810661" y="428087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84D8BA">
                <a:alpha val="100000"/>
              </a:srgbClr>
            </a:solidFill>
            <a:ln w="5420" cap="flat">
              <a:solidFill>
                <a:srgbClr val="84D8B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42" name="pg2042"/>
            <p:cNvSpPr/>
            <p:nvPr/>
          </p:nvSpPr>
          <p:spPr>
            <a:xfrm>
              <a:off x="4822299" y="428087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83D8BA">
                <a:alpha val="100000"/>
              </a:srgbClr>
            </a:solidFill>
            <a:ln w="5420" cap="flat">
              <a:solidFill>
                <a:srgbClr val="83D8B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43" name="pg2043"/>
            <p:cNvSpPr/>
            <p:nvPr/>
          </p:nvSpPr>
          <p:spPr>
            <a:xfrm>
              <a:off x="4833936" y="428087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84D8BA">
                <a:alpha val="100000"/>
              </a:srgbClr>
            </a:solidFill>
            <a:ln w="5420" cap="flat">
              <a:solidFill>
                <a:srgbClr val="84D8B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44" name="pg2044"/>
            <p:cNvSpPr/>
            <p:nvPr/>
          </p:nvSpPr>
          <p:spPr>
            <a:xfrm>
              <a:off x="4845573" y="428087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87D9BB">
                <a:alpha val="100000"/>
              </a:srgbClr>
            </a:solidFill>
            <a:ln w="5420" cap="flat">
              <a:solidFill>
                <a:srgbClr val="87D9B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45" name="pg2045"/>
            <p:cNvSpPr/>
            <p:nvPr/>
          </p:nvSpPr>
          <p:spPr>
            <a:xfrm>
              <a:off x="4857211" y="428087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8CDABD">
                <a:alpha val="100000"/>
              </a:srgbClr>
            </a:solidFill>
            <a:ln w="5420" cap="flat">
              <a:solidFill>
                <a:srgbClr val="8CDAB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46" name="pg2046"/>
            <p:cNvSpPr/>
            <p:nvPr/>
          </p:nvSpPr>
          <p:spPr>
            <a:xfrm>
              <a:off x="4868848" y="428087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98DEC3">
                <a:alpha val="100000"/>
              </a:srgbClr>
            </a:solidFill>
            <a:ln w="5420" cap="flat">
              <a:solidFill>
                <a:srgbClr val="98DEC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47" name="pg2047"/>
            <p:cNvSpPr/>
            <p:nvPr/>
          </p:nvSpPr>
          <p:spPr>
            <a:xfrm>
              <a:off x="4787387" y="429517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89D9BC">
                <a:alpha val="100000"/>
              </a:srgbClr>
            </a:solidFill>
            <a:ln w="5420" cap="flat">
              <a:solidFill>
                <a:srgbClr val="89D9B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48" name="pg2048"/>
            <p:cNvSpPr/>
            <p:nvPr/>
          </p:nvSpPr>
          <p:spPr>
            <a:xfrm>
              <a:off x="4799024" y="429517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85D9BB">
                <a:alpha val="100000"/>
              </a:srgbClr>
            </a:solidFill>
            <a:ln w="5420" cap="flat">
              <a:solidFill>
                <a:srgbClr val="85D9B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49" name="pg2049"/>
            <p:cNvSpPr/>
            <p:nvPr/>
          </p:nvSpPr>
          <p:spPr>
            <a:xfrm>
              <a:off x="4810661" y="429517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83D8BA">
                <a:alpha val="100000"/>
              </a:srgbClr>
            </a:solidFill>
            <a:ln w="5420" cap="flat">
              <a:solidFill>
                <a:srgbClr val="83D8B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50" name="pg2050"/>
            <p:cNvSpPr/>
            <p:nvPr/>
          </p:nvSpPr>
          <p:spPr>
            <a:xfrm>
              <a:off x="4822299" y="429517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82D8B9">
                <a:alpha val="100000"/>
              </a:srgbClr>
            </a:solidFill>
            <a:ln w="5420" cap="flat">
              <a:solidFill>
                <a:srgbClr val="82D8B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51" name="pg2051"/>
            <p:cNvSpPr/>
            <p:nvPr/>
          </p:nvSpPr>
          <p:spPr>
            <a:xfrm>
              <a:off x="4833936" y="429517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83D8BA">
                <a:alpha val="100000"/>
              </a:srgbClr>
            </a:solidFill>
            <a:ln w="5420" cap="flat">
              <a:solidFill>
                <a:srgbClr val="83D8B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52" name="pg2052"/>
            <p:cNvSpPr/>
            <p:nvPr/>
          </p:nvSpPr>
          <p:spPr>
            <a:xfrm>
              <a:off x="4845573" y="429517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86D9BB">
                <a:alpha val="100000"/>
              </a:srgbClr>
            </a:solidFill>
            <a:ln w="5420" cap="flat">
              <a:solidFill>
                <a:srgbClr val="86D9B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53" name="pg2053"/>
            <p:cNvSpPr/>
            <p:nvPr/>
          </p:nvSpPr>
          <p:spPr>
            <a:xfrm>
              <a:off x="4857211" y="429517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8ADABD">
                <a:alpha val="100000"/>
              </a:srgbClr>
            </a:solidFill>
            <a:ln w="5420" cap="flat">
              <a:solidFill>
                <a:srgbClr val="8ADAB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54" name="pg2054"/>
            <p:cNvSpPr/>
            <p:nvPr/>
          </p:nvSpPr>
          <p:spPr>
            <a:xfrm>
              <a:off x="4775749" y="430947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8DDBBE">
                <a:alpha val="100000"/>
              </a:srgbClr>
            </a:solidFill>
            <a:ln w="5420" cap="flat">
              <a:solidFill>
                <a:srgbClr val="8DDBB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55" name="pg2055"/>
            <p:cNvSpPr/>
            <p:nvPr/>
          </p:nvSpPr>
          <p:spPr>
            <a:xfrm>
              <a:off x="4787387" y="430947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8ADABD">
                <a:alpha val="100000"/>
              </a:srgbClr>
            </a:solidFill>
            <a:ln w="5420" cap="flat">
              <a:solidFill>
                <a:srgbClr val="8ADAB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56" name="pg2056"/>
            <p:cNvSpPr/>
            <p:nvPr/>
          </p:nvSpPr>
          <p:spPr>
            <a:xfrm>
              <a:off x="4799024" y="430947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87D9BB">
                <a:alpha val="100000"/>
              </a:srgbClr>
            </a:solidFill>
            <a:ln w="5420" cap="flat">
              <a:solidFill>
                <a:srgbClr val="87D9B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57" name="pg2057"/>
            <p:cNvSpPr/>
            <p:nvPr/>
          </p:nvSpPr>
          <p:spPr>
            <a:xfrm>
              <a:off x="4810661" y="430947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85D8BA">
                <a:alpha val="100000"/>
              </a:srgbClr>
            </a:solidFill>
            <a:ln w="5420" cap="flat">
              <a:solidFill>
                <a:srgbClr val="85D8B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58" name="pg2058"/>
            <p:cNvSpPr/>
            <p:nvPr/>
          </p:nvSpPr>
          <p:spPr>
            <a:xfrm>
              <a:off x="4822299" y="430947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84D8BA">
                <a:alpha val="100000"/>
              </a:srgbClr>
            </a:solidFill>
            <a:ln w="5420" cap="flat">
              <a:solidFill>
                <a:srgbClr val="84D8B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59" name="pg2059"/>
            <p:cNvSpPr/>
            <p:nvPr/>
          </p:nvSpPr>
          <p:spPr>
            <a:xfrm>
              <a:off x="4833936" y="430947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85D8BA">
                <a:alpha val="100000"/>
              </a:srgbClr>
            </a:solidFill>
            <a:ln w="5420" cap="flat">
              <a:solidFill>
                <a:srgbClr val="85D8B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60" name="pg2060"/>
            <p:cNvSpPr/>
            <p:nvPr/>
          </p:nvSpPr>
          <p:spPr>
            <a:xfrm>
              <a:off x="4845573" y="430947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87D9BB">
                <a:alpha val="100000"/>
              </a:srgbClr>
            </a:solidFill>
            <a:ln w="5420" cap="flat">
              <a:solidFill>
                <a:srgbClr val="87D9B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61" name="pg2061"/>
            <p:cNvSpPr/>
            <p:nvPr/>
          </p:nvSpPr>
          <p:spPr>
            <a:xfrm>
              <a:off x="4775749" y="432377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8FDBBF">
                <a:alpha val="100000"/>
              </a:srgbClr>
            </a:solidFill>
            <a:ln w="5420" cap="flat">
              <a:solidFill>
                <a:srgbClr val="8FDBB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62" name="pg2062"/>
            <p:cNvSpPr/>
            <p:nvPr/>
          </p:nvSpPr>
          <p:spPr>
            <a:xfrm>
              <a:off x="4787387" y="432377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8CDBBE">
                <a:alpha val="100000"/>
              </a:srgbClr>
            </a:solidFill>
            <a:ln w="5420" cap="flat">
              <a:solidFill>
                <a:srgbClr val="8CDBB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63" name="pg2063"/>
            <p:cNvSpPr/>
            <p:nvPr/>
          </p:nvSpPr>
          <p:spPr>
            <a:xfrm>
              <a:off x="4799024" y="432377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8ADABD">
                <a:alpha val="100000"/>
              </a:srgbClr>
            </a:solidFill>
            <a:ln w="5420" cap="flat">
              <a:solidFill>
                <a:srgbClr val="8ADAB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64" name="pg2064"/>
            <p:cNvSpPr/>
            <p:nvPr/>
          </p:nvSpPr>
          <p:spPr>
            <a:xfrm>
              <a:off x="4810661" y="432377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88D9BC">
                <a:alpha val="100000"/>
              </a:srgbClr>
            </a:solidFill>
            <a:ln w="5420" cap="flat">
              <a:solidFill>
                <a:srgbClr val="88D9B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65" name="pg2065"/>
            <p:cNvSpPr/>
            <p:nvPr/>
          </p:nvSpPr>
          <p:spPr>
            <a:xfrm>
              <a:off x="4822299" y="432377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88D9BC">
                <a:alpha val="100000"/>
              </a:srgbClr>
            </a:solidFill>
            <a:ln w="5420" cap="flat">
              <a:solidFill>
                <a:srgbClr val="88D9B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66" name="pg2066"/>
            <p:cNvSpPr/>
            <p:nvPr/>
          </p:nvSpPr>
          <p:spPr>
            <a:xfrm>
              <a:off x="4833936" y="432377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88D9BC">
                <a:alpha val="100000"/>
              </a:srgbClr>
            </a:solidFill>
            <a:ln w="5420" cap="flat">
              <a:solidFill>
                <a:srgbClr val="88D9B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67" name="pg2067"/>
            <p:cNvSpPr/>
            <p:nvPr/>
          </p:nvSpPr>
          <p:spPr>
            <a:xfrm>
              <a:off x="4752475" y="433807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95DDC2">
                <a:alpha val="100000"/>
              </a:srgbClr>
            </a:solidFill>
            <a:ln w="5420" cap="flat">
              <a:solidFill>
                <a:srgbClr val="95DDC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68" name="pg2068"/>
            <p:cNvSpPr/>
            <p:nvPr/>
          </p:nvSpPr>
          <p:spPr>
            <a:xfrm>
              <a:off x="4764112" y="433807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93DDC1">
                <a:alpha val="100000"/>
              </a:srgbClr>
            </a:solidFill>
            <a:ln w="5420" cap="flat">
              <a:solidFill>
                <a:srgbClr val="93DDC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69" name="pg2069"/>
            <p:cNvSpPr/>
            <p:nvPr/>
          </p:nvSpPr>
          <p:spPr>
            <a:xfrm>
              <a:off x="4775749" y="433807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91DCC0">
                <a:alpha val="100000"/>
              </a:srgbClr>
            </a:solidFill>
            <a:ln w="5420" cap="flat">
              <a:solidFill>
                <a:srgbClr val="91DCC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70" name="pg2070"/>
            <p:cNvSpPr/>
            <p:nvPr/>
          </p:nvSpPr>
          <p:spPr>
            <a:xfrm>
              <a:off x="4787387" y="433807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8FDCBF">
                <a:alpha val="100000"/>
              </a:srgbClr>
            </a:solidFill>
            <a:ln w="5420" cap="flat">
              <a:solidFill>
                <a:srgbClr val="8FDCB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71" name="pg2071"/>
            <p:cNvSpPr/>
            <p:nvPr/>
          </p:nvSpPr>
          <p:spPr>
            <a:xfrm>
              <a:off x="4799024" y="433807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8DDBBE">
                <a:alpha val="100000"/>
              </a:srgbClr>
            </a:solidFill>
            <a:ln w="5420" cap="flat">
              <a:solidFill>
                <a:srgbClr val="8DDBB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72" name="pg2072"/>
            <p:cNvSpPr/>
            <p:nvPr/>
          </p:nvSpPr>
          <p:spPr>
            <a:xfrm>
              <a:off x="4810661" y="433807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8CDBBE">
                <a:alpha val="100000"/>
              </a:srgbClr>
            </a:solidFill>
            <a:ln w="5420" cap="flat">
              <a:solidFill>
                <a:srgbClr val="8CDBB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73" name="pg2073"/>
            <p:cNvSpPr/>
            <p:nvPr/>
          </p:nvSpPr>
          <p:spPr>
            <a:xfrm>
              <a:off x="4822299" y="433807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8CDABD">
                <a:alpha val="100000"/>
              </a:srgbClr>
            </a:solidFill>
            <a:ln w="5420" cap="flat">
              <a:solidFill>
                <a:srgbClr val="8CDAB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74" name="pg2074"/>
            <p:cNvSpPr/>
            <p:nvPr/>
          </p:nvSpPr>
          <p:spPr>
            <a:xfrm>
              <a:off x="4740837" y="435238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99DFC3">
                <a:alpha val="100000"/>
              </a:srgbClr>
            </a:solidFill>
            <a:ln w="5420" cap="flat">
              <a:solidFill>
                <a:srgbClr val="99DFC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75" name="pg2075"/>
            <p:cNvSpPr/>
            <p:nvPr/>
          </p:nvSpPr>
          <p:spPr>
            <a:xfrm>
              <a:off x="4752475" y="435238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97DEC2">
                <a:alpha val="100000"/>
              </a:srgbClr>
            </a:solidFill>
            <a:ln w="5420" cap="flat">
              <a:solidFill>
                <a:srgbClr val="97DEC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76" name="pg2076"/>
            <p:cNvSpPr/>
            <p:nvPr/>
          </p:nvSpPr>
          <p:spPr>
            <a:xfrm>
              <a:off x="4764112" y="435238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96DEC2">
                <a:alpha val="100000"/>
              </a:srgbClr>
            </a:solidFill>
            <a:ln w="5420" cap="flat">
              <a:solidFill>
                <a:srgbClr val="96DEC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77" name="pg2077"/>
            <p:cNvSpPr/>
            <p:nvPr/>
          </p:nvSpPr>
          <p:spPr>
            <a:xfrm>
              <a:off x="4775749" y="435238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94DDC1">
                <a:alpha val="100000"/>
              </a:srgbClr>
            </a:solidFill>
            <a:ln w="5420" cap="flat">
              <a:solidFill>
                <a:srgbClr val="94DDC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78" name="pg2078"/>
            <p:cNvSpPr/>
            <p:nvPr/>
          </p:nvSpPr>
          <p:spPr>
            <a:xfrm>
              <a:off x="4787387" y="435238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92DCC0">
                <a:alpha val="100000"/>
              </a:srgbClr>
            </a:solidFill>
            <a:ln w="5420" cap="flat">
              <a:solidFill>
                <a:srgbClr val="92DCC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79" name="pg2079"/>
            <p:cNvSpPr/>
            <p:nvPr/>
          </p:nvSpPr>
          <p:spPr>
            <a:xfrm>
              <a:off x="4799024" y="435238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91DCC0">
                <a:alpha val="100000"/>
              </a:srgbClr>
            </a:solidFill>
            <a:ln w="5420" cap="flat">
              <a:solidFill>
                <a:srgbClr val="91DCC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80" name="pg2080"/>
            <p:cNvSpPr/>
            <p:nvPr/>
          </p:nvSpPr>
          <p:spPr>
            <a:xfrm>
              <a:off x="4810661" y="435238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90DCBF">
                <a:alpha val="100000"/>
              </a:srgbClr>
            </a:solidFill>
            <a:ln w="5420" cap="flat">
              <a:solidFill>
                <a:srgbClr val="90DCB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81" name="pg2081"/>
            <p:cNvSpPr/>
            <p:nvPr/>
          </p:nvSpPr>
          <p:spPr>
            <a:xfrm>
              <a:off x="4822299" y="435238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8FDCBF">
                <a:alpha val="100000"/>
              </a:srgbClr>
            </a:solidFill>
            <a:ln w="5420" cap="flat">
              <a:solidFill>
                <a:srgbClr val="8FDCB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82" name="pg2082"/>
            <p:cNvSpPr/>
            <p:nvPr/>
          </p:nvSpPr>
          <p:spPr>
            <a:xfrm>
              <a:off x="4717563" y="436668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9ADFC4">
                <a:alpha val="100000"/>
              </a:srgbClr>
            </a:solidFill>
            <a:ln w="5420" cap="flat">
              <a:solidFill>
                <a:srgbClr val="9ADFC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83" name="pg2083"/>
            <p:cNvSpPr/>
            <p:nvPr/>
          </p:nvSpPr>
          <p:spPr>
            <a:xfrm>
              <a:off x="4729200" y="436668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9ADFC4">
                <a:alpha val="100000"/>
              </a:srgbClr>
            </a:solidFill>
            <a:ln w="5420" cap="flat">
              <a:solidFill>
                <a:srgbClr val="9ADFC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84" name="pg2084"/>
            <p:cNvSpPr/>
            <p:nvPr/>
          </p:nvSpPr>
          <p:spPr>
            <a:xfrm>
              <a:off x="4740837" y="436668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9ADFC4">
                <a:alpha val="100000"/>
              </a:srgbClr>
            </a:solidFill>
            <a:ln w="5420" cap="flat">
              <a:solidFill>
                <a:srgbClr val="9ADFC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85" name="pg2085"/>
            <p:cNvSpPr/>
            <p:nvPr/>
          </p:nvSpPr>
          <p:spPr>
            <a:xfrm>
              <a:off x="4752475" y="436668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98DEC3">
                <a:alpha val="100000"/>
              </a:srgbClr>
            </a:solidFill>
            <a:ln w="5420" cap="flat">
              <a:solidFill>
                <a:srgbClr val="98DEC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86" name="pg2086"/>
            <p:cNvSpPr/>
            <p:nvPr/>
          </p:nvSpPr>
          <p:spPr>
            <a:xfrm>
              <a:off x="4764112" y="436668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97DEC3">
                <a:alpha val="100000"/>
              </a:srgbClr>
            </a:solidFill>
            <a:ln w="5420" cap="flat">
              <a:solidFill>
                <a:srgbClr val="97DEC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87" name="pg2087"/>
            <p:cNvSpPr/>
            <p:nvPr/>
          </p:nvSpPr>
          <p:spPr>
            <a:xfrm>
              <a:off x="4775749" y="436668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96DEC2">
                <a:alpha val="100000"/>
              </a:srgbClr>
            </a:solidFill>
            <a:ln w="5420" cap="flat">
              <a:solidFill>
                <a:srgbClr val="96DEC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88" name="pg2088"/>
            <p:cNvSpPr/>
            <p:nvPr/>
          </p:nvSpPr>
          <p:spPr>
            <a:xfrm>
              <a:off x="4787387" y="436668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95DDC1">
                <a:alpha val="100000"/>
              </a:srgbClr>
            </a:solidFill>
            <a:ln w="5420" cap="flat">
              <a:solidFill>
                <a:srgbClr val="95DDC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89" name="pg2089"/>
            <p:cNvSpPr/>
            <p:nvPr/>
          </p:nvSpPr>
          <p:spPr>
            <a:xfrm>
              <a:off x="4799024" y="436668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93DDC1">
                <a:alpha val="100000"/>
              </a:srgbClr>
            </a:solidFill>
            <a:ln w="5420" cap="flat">
              <a:solidFill>
                <a:srgbClr val="93DDC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90" name="pg2090"/>
            <p:cNvSpPr/>
            <p:nvPr/>
          </p:nvSpPr>
          <p:spPr>
            <a:xfrm>
              <a:off x="4810661" y="436668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93DDC0">
                <a:alpha val="100000"/>
              </a:srgbClr>
            </a:solidFill>
            <a:ln w="5420" cap="flat">
              <a:solidFill>
                <a:srgbClr val="93DDC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91" name="pg2091"/>
            <p:cNvSpPr/>
            <p:nvPr/>
          </p:nvSpPr>
          <p:spPr>
            <a:xfrm>
              <a:off x="4705925" y="438098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9ADFC4">
                <a:alpha val="100000"/>
              </a:srgbClr>
            </a:solidFill>
            <a:ln w="5420" cap="flat">
              <a:solidFill>
                <a:srgbClr val="9ADFC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92" name="pg2092"/>
            <p:cNvSpPr/>
            <p:nvPr/>
          </p:nvSpPr>
          <p:spPr>
            <a:xfrm>
              <a:off x="4717563" y="438098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9BDFC4">
                <a:alpha val="100000"/>
              </a:srgbClr>
            </a:solidFill>
            <a:ln w="5420" cap="flat">
              <a:solidFill>
                <a:srgbClr val="9BDFC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93" name="pg2093"/>
            <p:cNvSpPr/>
            <p:nvPr/>
          </p:nvSpPr>
          <p:spPr>
            <a:xfrm>
              <a:off x="4729200" y="438098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9BDFC4">
                <a:alpha val="100000"/>
              </a:srgbClr>
            </a:solidFill>
            <a:ln w="5420" cap="flat">
              <a:solidFill>
                <a:srgbClr val="9BDFC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94" name="pg2094"/>
            <p:cNvSpPr/>
            <p:nvPr/>
          </p:nvSpPr>
          <p:spPr>
            <a:xfrm>
              <a:off x="4740837" y="438098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9BDFC4">
                <a:alpha val="100000"/>
              </a:srgbClr>
            </a:solidFill>
            <a:ln w="5420" cap="flat">
              <a:solidFill>
                <a:srgbClr val="9BDFC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95" name="pg2095"/>
            <p:cNvSpPr/>
            <p:nvPr/>
          </p:nvSpPr>
          <p:spPr>
            <a:xfrm>
              <a:off x="4752475" y="438098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9ADFC4">
                <a:alpha val="100000"/>
              </a:srgbClr>
            </a:solidFill>
            <a:ln w="5420" cap="flat">
              <a:solidFill>
                <a:srgbClr val="9ADFC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96" name="pg2096"/>
            <p:cNvSpPr/>
            <p:nvPr/>
          </p:nvSpPr>
          <p:spPr>
            <a:xfrm>
              <a:off x="4764112" y="438098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99DFC3">
                <a:alpha val="100000"/>
              </a:srgbClr>
            </a:solidFill>
            <a:ln w="5420" cap="flat">
              <a:solidFill>
                <a:srgbClr val="99DFC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97" name="pg2097"/>
            <p:cNvSpPr/>
            <p:nvPr/>
          </p:nvSpPr>
          <p:spPr>
            <a:xfrm>
              <a:off x="4775749" y="438098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98DEC3">
                <a:alpha val="100000"/>
              </a:srgbClr>
            </a:solidFill>
            <a:ln w="5420" cap="flat">
              <a:solidFill>
                <a:srgbClr val="98DEC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98" name="pg2098"/>
            <p:cNvSpPr/>
            <p:nvPr/>
          </p:nvSpPr>
          <p:spPr>
            <a:xfrm>
              <a:off x="4787387" y="438098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97DEC3">
                <a:alpha val="100000"/>
              </a:srgbClr>
            </a:solidFill>
            <a:ln w="5420" cap="flat">
              <a:solidFill>
                <a:srgbClr val="97DEC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99" name="pg2099"/>
            <p:cNvSpPr/>
            <p:nvPr/>
          </p:nvSpPr>
          <p:spPr>
            <a:xfrm>
              <a:off x="4647739" y="439528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9ADFC4">
                <a:alpha val="100000"/>
              </a:srgbClr>
            </a:solidFill>
            <a:ln w="5420" cap="flat">
              <a:solidFill>
                <a:srgbClr val="9ADFC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00" name="pg2100"/>
            <p:cNvSpPr/>
            <p:nvPr/>
          </p:nvSpPr>
          <p:spPr>
            <a:xfrm>
              <a:off x="4659376" y="439528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9ADFC4">
                <a:alpha val="100000"/>
              </a:srgbClr>
            </a:solidFill>
            <a:ln w="5420" cap="flat">
              <a:solidFill>
                <a:srgbClr val="9ADFC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01" name="pg2101"/>
            <p:cNvSpPr/>
            <p:nvPr/>
          </p:nvSpPr>
          <p:spPr>
            <a:xfrm>
              <a:off x="4671013" y="439528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9ADFC4">
                <a:alpha val="100000"/>
              </a:srgbClr>
            </a:solidFill>
            <a:ln w="5420" cap="flat">
              <a:solidFill>
                <a:srgbClr val="9ADFC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02" name="pg2102"/>
            <p:cNvSpPr/>
            <p:nvPr/>
          </p:nvSpPr>
          <p:spPr>
            <a:xfrm>
              <a:off x="4682651" y="439528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9ADFC4">
                <a:alpha val="100000"/>
              </a:srgbClr>
            </a:solidFill>
            <a:ln w="5420" cap="flat">
              <a:solidFill>
                <a:srgbClr val="9ADFC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03" name="pg2103"/>
            <p:cNvSpPr/>
            <p:nvPr/>
          </p:nvSpPr>
          <p:spPr>
            <a:xfrm>
              <a:off x="4694288" y="439528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9ADFC4">
                <a:alpha val="100000"/>
              </a:srgbClr>
            </a:solidFill>
            <a:ln w="5420" cap="flat">
              <a:solidFill>
                <a:srgbClr val="9ADFC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04" name="pg2104"/>
            <p:cNvSpPr/>
            <p:nvPr/>
          </p:nvSpPr>
          <p:spPr>
            <a:xfrm>
              <a:off x="4705925" y="439528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9ADFC4">
                <a:alpha val="100000"/>
              </a:srgbClr>
            </a:solidFill>
            <a:ln w="5420" cap="flat">
              <a:solidFill>
                <a:srgbClr val="9ADFC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05" name="pg2105"/>
            <p:cNvSpPr/>
            <p:nvPr/>
          </p:nvSpPr>
          <p:spPr>
            <a:xfrm>
              <a:off x="4717563" y="439528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9BDFC4">
                <a:alpha val="100000"/>
              </a:srgbClr>
            </a:solidFill>
            <a:ln w="5420" cap="flat">
              <a:solidFill>
                <a:srgbClr val="9BDFC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06" name="pg2106"/>
            <p:cNvSpPr/>
            <p:nvPr/>
          </p:nvSpPr>
          <p:spPr>
            <a:xfrm>
              <a:off x="4729200" y="439528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9BDFC4">
                <a:alpha val="100000"/>
              </a:srgbClr>
            </a:solidFill>
            <a:ln w="5420" cap="flat">
              <a:solidFill>
                <a:srgbClr val="9BDFC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07" name="pg2107"/>
            <p:cNvSpPr/>
            <p:nvPr/>
          </p:nvSpPr>
          <p:spPr>
            <a:xfrm>
              <a:off x="4740837" y="439528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9BDFC4">
                <a:alpha val="100000"/>
              </a:srgbClr>
            </a:solidFill>
            <a:ln w="5420" cap="flat">
              <a:solidFill>
                <a:srgbClr val="9BDFC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08" name="pg2108"/>
            <p:cNvSpPr/>
            <p:nvPr/>
          </p:nvSpPr>
          <p:spPr>
            <a:xfrm>
              <a:off x="4752475" y="439528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9ADFC4">
                <a:alpha val="100000"/>
              </a:srgbClr>
            </a:solidFill>
            <a:ln w="5420" cap="flat">
              <a:solidFill>
                <a:srgbClr val="9ADFC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09" name="pg2109"/>
            <p:cNvSpPr/>
            <p:nvPr/>
          </p:nvSpPr>
          <p:spPr>
            <a:xfrm>
              <a:off x="4764112" y="439528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9ADFC4">
                <a:alpha val="100000"/>
              </a:srgbClr>
            </a:solidFill>
            <a:ln w="5420" cap="flat">
              <a:solidFill>
                <a:srgbClr val="9ADFC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10" name="pg2110"/>
            <p:cNvSpPr/>
            <p:nvPr/>
          </p:nvSpPr>
          <p:spPr>
            <a:xfrm>
              <a:off x="4775749" y="439528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99DFC3">
                <a:alpha val="100000"/>
              </a:srgbClr>
            </a:solidFill>
            <a:ln w="5420" cap="flat">
              <a:solidFill>
                <a:srgbClr val="99DFC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11" name="pg2111"/>
            <p:cNvSpPr/>
            <p:nvPr/>
          </p:nvSpPr>
          <p:spPr>
            <a:xfrm>
              <a:off x="4624464" y="440958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9BDFC4">
                <a:alpha val="100000"/>
              </a:srgbClr>
            </a:solidFill>
            <a:ln w="5420" cap="flat">
              <a:solidFill>
                <a:srgbClr val="9BDFC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12" name="pg2112"/>
            <p:cNvSpPr/>
            <p:nvPr/>
          </p:nvSpPr>
          <p:spPr>
            <a:xfrm>
              <a:off x="4636101" y="440958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9BDFC4">
                <a:alpha val="100000"/>
              </a:srgbClr>
            </a:solidFill>
            <a:ln w="5420" cap="flat">
              <a:solidFill>
                <a:srgbClr val="9BDFC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13" name="pg2113"/>
            <p:cNvSpPr/>
            <p:nvPr/>
          </p:nvSpPr>
          <p:spPr>
            <a:xfrm>
              <a:off x="4647739" y="440958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9BDFC4">
                <a:alpha val="100000"/>
              </a:srgbClr>
            </a:solidFill>
            <a:ln w="5420" cap="flat">
              <a:solidFill>
                <a:srgbClr val="9BDFC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14" name="pg2114"/>
            <p:cNvSpPr/>
            <p:nvPr/>
          </p:nvSpPr>
          <p:spPr>
            <a:xfrm>
              <a:off x="4659376" y="440958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9BDFC4">
                <a:alpha val="100000"/>
              </a:srgbClr>
            </a:solidFill>
            <a:ln w="5420" cap="flat">
              <a:solidFill>
                <a:srgbClr val="9BDFC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15" name="pg2115"/>
            <p:cNvSpPr/>
            <p:nvPr/>
          </p:nvSpPr>
          <p:spPr>
            <a:xfrm>
              <a:off x="4671013" y="440958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9BDFC4">
                <a:alpha val="100000"/>
              </a:srgbClr>
            </a:solidFill>
            <a:ln w="5420" cap="flat">
              <a:solidFill>
                <a:srgbClr val="9BDFC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16" name="pg2116"/>
            <p:cNvSpPr/>
            <p:nvPr/>
          </p:nvSpPr>
          <p:spPr>
            <a:xfrm>
              <a:off x="4682651" y="440958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9ADFC4">
                <a:alpha val="100000"/>
              </a:srgbClr>
            </a:solidFill>
            <a:ln w="5420" cap="flat">
              <a:solidFill>
                <a:srgbClr val="9ADFC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17" name="pg2117"/>
            <p:cNvSpPr/>
            <p:nvPr/>
          </p:nvSpPr>
          <p:spPr>
            <a:xfrm>
              <a:off x="4694288" y="440958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9ADFC4">
                <a:alpha val="100000"/>
              </a:srgbClr>
            </a:solidFill>
            <a:ln w="5420" cap="flat">
              <a:solidFill>
                <a:srgbClr val="9ADFC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18" name="pg2118"/>
            <p:cNvSpPr/>
            <p:nvPr/>
          </p:nvSpPr>
          <p:spPr>
            <a:xfrm>
              <a:off x="4705925" y="440958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9ADFC4">
                <a:alpha val="100000"/>
              </a:srgbClr>
            </a:solidFill>
            <a:ln w="5420" cap="flat">
              <a:solidFill>
                <a:srgbClr val="9ADFC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19" name="pg2119"/>
            <p:cNvSpPr/>
            <p:nvPr/>
          </p:nvSpPr>
          <p:spPr>
            <a:xfrm>
              <a:off x="4717563" y="440958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9BDFC4">
                <a:alpha val="100000"/>
              </a:srgbClr>
            </a:solidFill>
            <a:ln w="5420" cap="flat">
              <a:solidFill>
                <a:srgbClr val="9BDFC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20" name="pg2120"/>
            <p:cNvSpPr/>
            <p:nvPr/>
          </p:nvSpPr>
          <p:spPr>
            <a:xfrm>
              <a:off x="4729200" y="440958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9BDFC4">
                <a:alpha val="100000"/>
              </a:srgbClr>
            </a:solidFill>
            <a:ln w="5420" cap="flat">
              <a:solidFill>
                <a:srgbClr val="9BDFC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21" name="pg2121"/>
            <p:cNvSpPr/>
            <p:nvPr/>
          </p:nvSpPr>
          <p:spPr>
            <a:xfrm>
              <a:off x="4740837" y="440958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9BDFC4">
                <a:alpha val="100000"/>
              </a:srgbClr>
            </a:solidFill>
            <a:ln w="5420" cap="flat">
              <a:solidFill>
                <a:srgbClr val="9BDFC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22" name="pg2122"/>
            <p:cNvSpPr/>
            <p:nvPr/>
          </p:nvSpPr>
          <p:spPr>
            <a:xfrm>
              <a:off x="4752475" y="440958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9ADFC4">
                <a:alpha val="100000"/>
              </a:srgbClr>
            </a:solidFill>
            <a:ln w="5420" cap="flat">
              <a:solidFill>
                <a:srgbClr val="9ADFC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23" name="pg2123"/>
            <p:cNvSpPr/>
            <p:nvPr/>
          </p:nvSpPr>
          <p:spPr>
            <a:xfrm>
              <a:off x="4764112" y="440958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9ADFC4">
                <a:alpha val="100000"/>
              </a:srgbClr>
            </a:solidFill>
            <a:ln w="5420" cap="flat">
              <a:solidFill>
                <a:srgbClr val="9ADFC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24" name="pg2124"/>
            <p:cNvSpPr/>
            <p:nvPr/>
          </p:nvSpPr>
          <p:spPr>
            <a:xfrm>
              <a:off x="4612827" y="442388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9CE0C5">
                <a:alpha val="100000"/>
              </a:srgbClr>
            </a:solidFill>
            <a:ln w="5420" cap="flat">
              <a:solidFill>
                <a:srgbClr val="9CE0C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25" name="pg2125"/>
            <p:cNvSpPr/>
            <p:nvPr/>
          </p:nvSpPr>
          <p:spPr>
            <a:xfrm>
              <a:off x="4624464" y="442388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9CE0C5">
                <a:alpha val="100000"/>
              </a:srgbClr>
            </a:solidFill>
            <a:ln w="5420" cap="flat">
              <a:solidFill>
                <a:srgbClr val="9CE0C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26" name="pg2126"/>
            <p:cNvSpPr/>
            <p:nvPr/>
          </p:nvSpPr>
          <p:spPr>
            <a:xfrm>
              <a:off x="4636101" y="442388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9CE0C5">
                <a:alpha val="100000"/>
              </a:srgbClr>
            </a:solidFill>
            <a:ln w="5420" cap="flat">
              <a:solidFill>
                <a:srgbClr val="9CE0C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27" name="pg2127"/>
            <p:cNvSpPr/>
            <p:nvPr/>
          </p:nvSpPr>
          <p:spPr>
            <a:xfrm>
              <a:off x="4647739" y="442388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9CE0C5">
                <a:alpha val="100000"/>
              </a:srgbClr>
            </a:solidFill>
            <a:ln w="5420" cap="flat">
              <a:solidFill>
                <a:srgbClr val="9CE0C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28" name="pg2128"/>
            <p:cNvSpPr/>
            <p:nvPr/>
          </p:nvSpPr>
          <p:spPr>
            <a:xfrm>
              <a:off x="4659376" y="442388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9CDFC5">
                <a:alpha val="100000"/>
              </a:srgbClr>
            </a:solidFill>
            <a:ln w="5420" cap="flat">
              <a:solidFill>
                <a:srgbClr val="9CDFC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29" name="pg2129"/>
            <p:cNvSpPr/>
            <p:nvPr/>
          </p:nvSpPr>
          <p:spPr>
            <a:xfrm>
              <a:off x="4671013" y="442388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9BDFC4">
                <a:alpha val="100000"/>
              </a:srgbClr>
            </a:solidFill>
            <a:ln w="5420" cap="flat">
              <a:solidFill>
                <a:srgbClr val="9BDFC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30" name="pg2130"/>
            <p:cNvSpPr/>
            <p:nvPr/>
          </p:nvSpPr>
          <p:spPr>
            <a:xfrm>
              <a:off x="4682651" y="442388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9BDFC4">
                <a:alpha val="100000"/>
              </a:srgbClr>
            </a:solidFill>
            <a:ln w="5420" cap="flat">
              <a:solidFill>
                <a:srgbClr val="9BDFC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31" name="pg2131"/>
            <p:cNvSpPr/>
            <p:nvPr/>
          </p:nvSpPr>
          <p:spPr>
            <a:xfrm>
              <a:off x="4694288" y="442388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9ADFC4">
                <a:alpha val="100000"/>
              </a:srgbClr>
            </a:solidFill>
            <a:ln w="5420" cap="flat">
              <a:solidFill>
                <a:srgbClr val="9ADFC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32" name="pg2132"/>
            <p:cNvSpPr/>
            <p:nvPr/>
          </p:nvSpPr>
          <p:spPr>
            <a:xfrm>
              <a:off x="4705925" y="442388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9ADFC4">
                <a:alpha val="100000"/>
              </a:srgbClr>
            </a:solidFill>
            <a:ln w="5420" cap="flat">
              <a:solidFill>
                <a:srgbClr val="9ADFC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33" name="pg2133"/>
            <p:cNvSpPr/>
            <p:nvPr/>
          </p:nvSpPr>
          <p:spPr>
            <a:xfrm>
              <a:off x="4717563" y="442388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9ADFC4">
                <a:alpha val="100000"/>
              </a:srgbClr>
            </a:solidFill>
            <a:ln w="5420" cap="flat">
              <a:solidFill>
                <a:srgbClr val="9ADFC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34" name="pg2134"/>
            <p:cNvSpPr/>
            <p:nvPr/>
          </p:nvSpPr>
          <p:spPr>
            <a:xfrm>
              <a:off x="4729200" y="442388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9ADFC4">
                <a:alpha val="100000"/>
              </a:srgbClr>
            </a:solidFill>
            <a:ln w="5420" cap="flat">
              <a:solidFill>
                <a:srgbClr val="9ADFC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35" name="pg2135"/>
            <p:cNvSpPr/>
            <p:nvPr/>
          </p:nvSpPr>
          <p:spPr>
            <a:xfrm>
              <a:off x="4740837" y="442388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9ADFC4">
                <a:alpha val="100000"/>
              </a:srgbClr>
            </a:solidFill>
            <a:ln w="5420" cap="flat">
              <a:solidFill>
                <a:srgbClr val="9ADFC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36" name="pg2136"/>
            <p:cNvSpPr/>
            <p:nvPr/>
          </p:nvSpPr>
          <p:spPr>
            <a:xfrm>
              <a:off x="4612827" y="443818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9DE0C5">
                <a:alpha val="100000"/>
              </a:srgbClr>
            </a:solidFill>
            <a:ln w="5420" cap="flat">
              <a:solidFill>
                <a:srgbClr val="9DE0C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37" name="pg2137"/>
            <p:cNvSpPr/>
            <p:nvPr/>
          </p:nvSpPr>
          <p:spPr>
            <a:xfrm>
              <a:off x="4624464" y="443818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9EE0C5">
                <a:alpha val="100000"/>
              </a:srgbClr>
            </a:solidFill>
            <a:ln w="5420" cap="flat">
              <a:solidFill>
                <a:srgbClr val="9EE0C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38" name="pg2138"/>
            <p:cNvSpPr/>
            <p:nvPr/>
          </p:nvSpPr>
          <p:spPr>
            <a:xfrm>
              <a:off x="4636101" y="443818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9EE0C5">
                <a:alpha val="100000"/>
              </a:srgbClr>
            </a:solidFill>
            <a:ln w="5420" cap="flat">
              <a:solidFill>
                <a:srgbClr val="9EE0C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39" name="pg2139"/>
            <p:cNvSpPr/>
            <p:nvPr/>
          </p:nvSpPr>
          <p:spPr>
            <a:xfrm>
              <a:off x="4647739" y="443818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9DE0C5">
                <a:alpha val="100000"/>
              </a:srgbClr>
            </a:solidFill>
            <a:ln w="5420" cap="flat">
              <a:solidFill>
                <a:srgbClr val="9DE0C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40" name="pg2140"/>
            <p:cNvSpPr/>
            <p:nvPr/>
          </p:nvSpPr>
          <p:spPr>
            <a:xfrm>
              <a:off x="4659376" y="443818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9DE0C5">
                <a:alpha val="100000"/>
              </a:srgbClr>
            </a:solidFill>
            <a:ln w="5420" cap="flat">
              <a:solidFill>
                <a:srgbClr val="9DE0C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41" name="pg2141"/>
            <p:cNvSpPr/>
            <p:nvPr/>
          </p:nvSpPr>
          <p:spPr>
            <a:xfrm>
              <a:off x="4671013" y="443818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9CDFC5">
                <a:alpha val="100000"/>
              </a:srgbClr>
            </a:solidFill>
            <a:ln w="5420" cap="flat">
              <a:solidFill>
                <a:srgbClr val="9CDFC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42" name="pg2142"/>
            <p:cNvSpPr/>
            <p:nvPr/>
          </p:nvSpPr>
          <p:spPr>
            <a:xfrm>
              <a:off x="4682651" y="443818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9BDFC4">
                <a:alpha val="100000"/>
              </a:srgbClr>
            </a:solidFill>
            <a:ln w="5420" cap="flat">
              <a:solidFill>
                <a:srgbClr val="9BDFC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43" name="pg2143"/>
            <p:cNvSpPr/>
            <p:nvPr/>
          </p:nvSpPr>
          <p:spPr>
            <a:xfrm>
              <a:off x="4694288" y="443818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9BDFC4">
                <a:alpha val="100000"/>
              </a:srgbClr>
            </a:solidFill>
            <a:ln w="5420" cap="flat">
              <a:solidFill>
                <a:srgbClr val="9BDFC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44" name="pg2144"/>
            <p:cNvSpPr/>
            <p:nvPr/>
          </p:nvSpPr>
          <p:spPr>
            <a:xfrm>
              <a:off x="4705925" y="443818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9ADFC4">
                <a:alpha val="100000"/>
              </a:srgbClr>
            </a:solidFill>
            <a:ln w="5420" cap="flat">
              <a:solidFill>
                <a:srgbClr val="9ADFC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45" name="pg2145"/>
            <p:cNvSpPr/>
            <p:nvPr/>
          </p:nvSpPr>
          <p:spPr>
            <a:xfrm>
              <a:off x="4717563" y="443818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9ADFC4">
                <a:alpha val="100000"/>
              </a:srgbClr>
            </a:solidFill>
            <a:ln w="5420" cap="flat">
              <a:solidFill>
                <a:srgbClr val="9ADFC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46" name="pg2146"/>
            <p:cNvSpPr/>
            <p:nvPr/>
          </p:nvSpPr>
          <p:spPr>
            <a:xfrm>
              <a:off x="4729200" y="443818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9ADFC4">
                <a:alpha val="100000"/>
              </a:srgbClr>
            </a:solidFill>
            <a:ln w="5420" cap="flat">
              <a:solidFill>
                <a:srgbClr val="9ADFC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47" name="pg2147"/>
            <p:cNvSpPr/>
            <p:nvPr/>
          </p:nvSpPr>
          <p:spPr>
            <a:xfrm>
              <a:off x="4612827" y="445248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9FE0C6">
                <a:alpha val="100000"/>
              </a:srgbClr>
            </a:solidFill>
            <a:ln w="5420" cap="flat">
              <a:solidFill>
                <a:srgbClr val="9FE0C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48" name="pg2148"/>
            <p:cNvSpPr/>
            <p:nvPr/>
          </p:nvSpPr>
          <p:spPr>
            <a:xfrm>
              <a:off x="4624464" y="445248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9FE1C6">
                <a:alpha val="100000"/>
              </a:srgbClr>
            </a:solidFill>
            <a:ln w="5420" cap="flat">
              <a:solidFill>
                <a:srgbClr val="9FE1C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49" name="pg2149"/>
            <p:cNvSpPr/>
            <p:nvPr/>
          </p:nvSpPr>
          <p:spPr>
            <a:xfrm>
              <a:off x="4636101" y="445248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9FE1C6">
                <a:alpha val="100000"/>
              </a:srgbClr>
            </a:solidFill>
            <a:ln w="5420" cap="flat">
              <a:solidFill>
                <a:srgbClr val="9FE1C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50" name="pg2150"/>
            <p:cNvSpPr/>
            <p:nvPr/>
          </p:nvSpPr>
          <p:spPr>
            <a:xfrm>
              <a:off x="4647739" y="445248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9FE0C6">
                <a:alpha val="100000"/>
              </a:srgbClr>
            </a:solidFill>
            <a:ln w="5420" cap="flat">
              <a:solidFill>
                <a:srgbClr val="9FE0C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51" name="pg2151"/>
            <p:cNvSpPr/>
            <p:nvPr/>
          </p:nvSpPr>
          <p:spPr>
            <a:xfrm>
              <a:off x="4659376" y="445248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9EE0C5">
                <a:alpha val="100000"/>
              </a:srgbClr>
            </a:solidFill>
            <a:ln w="5420" cap="flat">
              <a:solidFill>
                <a:srgbClr val="9EE0C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52" name="pg2152"/>
            <p:cNvSpPr/>
            <p:nvPr/>
          </p:nvSpPr>
          <p:spPr>
            <a:xfrm>
              <a:off x="4671013" y="445248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9DE0C5">
                <a:alpha val="100000"/>
              </a:srgbClr>
            </a:solidFill>
            <a:ln w="5420" cap="flat">
              <a:solidFill>
                <a:srgbClr val="9DE0C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53" name="pg2153"/>
            <p:cNvSpPr/>
            <p:nvPr/>
          </p:nvSpPr>
          <p:spPr>
            <a:xfrm>
              <a:off x="4682651" y="445248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9CDFC4">
                <a:alpha val="100000"/>
              </a:srgbClr>
            </a:solidFill>
            <a:ln w="5420" cap="flat">
              <a:solidFill>
                <a:srgbClr val="9CDFC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54" name="pg2154"/>
            <p:cNvSpPr/>
            <p:nvPr/>
          </p:nvSpPr>
          <p:spPr>
            <a:xfrm>
              <a:off x="4694288" y="445248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9BDFC4">
                <a:alpha val="100000"/>
              </a:srgbClr>
            </a:solidFill>
            <a:ln w="5420" cap="flat">
              <a:solidFill>
                <a:srgbClr val="9BDFC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55" name="pg2155"/>
            <p:cNvSpPr/>
            <p:nvPr/>
          </p:nvSpPr>
          <p:spPr>
            <a:xfrm>
              <a:off x="4612827" y="446678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A0E1C6">
                <a:alpha val="100000"/>
              </a:srgbClr>
            </a:solidFill>
            <a:ln w="5420" cap="flat">
              <a:solidFill>
                <a:srgbClr val="A0E1C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56" name="pg2156"/>
            <p:cNvSpPr/>
            <p:nvPr/>
          </p:nvSpPr>
          <p:spPr>
            <a:xfrm>
              <a:off x="4624464" y="446678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A1E1C7">
                <a:alpha val="100000"/>
              </a:srgbClr>
            </a:solidFill>
            <a:ln w="5420" cap="flat">
              <a:solidFill>
                <a:srgbClr val="A1E1C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57" name="pg2157"/>
            <p:cNvSpPr/>
            <p:nvPr/>
          </p:nvSpPr>
          <p:spPr>
            <a:xfrm>
              <a:off x="4636101" y="446678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A1E1C7">
                <a:alpha val="100000"/>
              </a:srgbClr>
            </a:solidFill>
            <a:ln w="5420" cap="flat">
              <a:solidFill>
                <a:srgbClr val="A1E1C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58" name="pg2158"/>
            <p:cNvSpPr/>
            <p:nvPr/>
          </p:nvSpPr>
          <p:spPr>
            <a:xfrm>
              <a:off x="4647739" y="446678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A0E1C7">
                <a:alpha val="100000"/>
              </a:srgbClr>
            </a:solidFill>
            <a:ln w="5420" cap="flat">
              <a:solidFill>
                <a:srgbClr val="A0E1C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59" name="pg2159"/>
            <p:cNvSpPr/>
            <p:nvPr/>
          </p:nvSpPr>
          <p:spPr>
            <a:xfrm>
              <a:off x="4659376" y="446678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9FE0C6">
                <a:alpha val="100000"/>
              </a:srgbClr>
            </a:solidFill>
            <a:ln w="5420" cap="flat">
              <a:solidFill>
                <a:srgbClr val="9FE0C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60" name="pg2160"/>
            <p:cNvSpPr/>
            <p:nvPr/>
          </p:nvSpPr>
          <p:spPr>
            <a:xfrm>
              <a:off x="4671013" y="446678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9DE0C5">
                <a:alpha val="100000"/>
              </a:srgbClr>
            </a:solidFill>
            <a:ln w="5420" cap="flat">
              <a:solidFill>
                <a:srgbClr val="9DE0C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61" name="pg2161"/>
            <p:cNvSpPr/>
            <p:nvPr/>
          </p:nvSpPr>
          <p:spPr>
            <a:xfrm>
              <a:off x="4682651" y="446678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9CE0C5">
                <a:alpha val="100000"/>
              </a:srgbClr>
            </a:solidFill>
            <a:ln w="5420" cap="flat">
              <a:solidFill>
                <a:srgbClr val="9CE0C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62" name="pg2162"/>
            <p:cNvSpPr/>
            <p:nvPr/>
          </p:nvSpPr>
          <p:spPr>
            <a:xfrm>
              <a:off x="4589552" y="448108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9CE0C5">
                <a:alpha val="100000"/>
              </a:srgbClr>
            </a:solidFill>
            <a:ln w="5420" cap="flat">
              <a:solidFill>
                <a:srgbClr val="9CE0C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63" name="pg2163"/>
            <p:cNvSpPr/>
            <p:nvPr/>
          </p:nvSpPr>
          <p:spPr>
            <a:xfrm>
              <a:off x="4601190" y="448108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9DE0C5">
                <a:alpha val="100000"/>
              </a:srgbClr>
            </a:solidFill>
            <a:ln w="5420" cap="flat">
              <a:solidFill>
                <a:srgbClr val="9DE0C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64" name="pg2164"/>
            <p:cNvSpPr/>
            <p:nvPr/>
          </p:nvSpPr>
          <p:spPr>
            <a:xfrm>
              <a:off x="4612827" y="448108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9FE0C6">
                <a:alpha val="100000"/>
              </a:srgbClr>
            </a:solidFill>
            <a:ln w="5420" cap="flat">
              <a:solidFill>
                <a:srgbClr val="9FE0C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65" name="pg2165"/>
            <p:cNvSpPr/>
            <p:nvPr/>
          </p:nvSpPr>
          <p:spPr>
            <a:xfrm>
              <a:off x="4624464" y="448108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A3E2C8">
                <a:alpha val="100000"/>
              </a:srgbClr>
            </a:solidFill>
            <a:ln w="5420" cap="flat">
              <a:solidFill>
                <a:srgbClr val="A3E2C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66" name="pg2166"/>
            <p:cNvSpPr/>
            <p:nvPr/>
          </p:nvSpPr>
          <p:spPr>
            <a:xfrm>
              <a:off x="4636101" y="448108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A3E2C8">
                <a:alpha val="100000"/>
              </a:srgbClr>
            </a:solidFill>
            <a:ln w="5420" cap="flat">
              <a:solidFill>
                <a:srgbClr val="A3E2C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67" name="pg2167"/>
            <p:cNvSpPr/>
            <p:nvPr/>
          </p:nvSpPr>
          <p:spPr>
            <a:xfrm>
              <a:off x="4647739" y="448108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A1E1C7">
                <a:alpha val="100000"/>
              </a:srgbClr>
            </a:solidFill>
            <a:ln w="5420" cap="flat">
              <a:solidFill>
                <a:srgbClr val="A1E1C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68" name="pg2168"/>
            <p:cNvSpPr/>
            <p:nvPr/>
          </p:nvSpPr>
          <p:spPr>
            <a:xfrm>
              <a:off x="4659376" y="448108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9FE1C6">
                <a:alpha val="100000"/>
              </a:srgbClr>
            </a:solidFill>
            <a:ln w="5420" cap="flat">
              <a:solidFill>
                <a:srgbClr val="9FE1C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69" name="pg2169"/>
            <p:cNvSpPr/>
            <p:nvPr/>
          </p:nvSpPr>
          <p:spPr>
            <a:xfrm>
              <a:off x="4671013" y="448108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9EE0C5">
                <a:alpha val="100000"/>
              </a:srgbClr>
            </a:solidFill>
            <a:ln w="5420" cap="flat">
              <a:solidFill>
                <a:srgbClr val="9EE0C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70" name="pg2170"/>
            <p:cNvSpPr/>
            <p:nvPr/>
          </p:nvSpPr>
          <p:spPr>
            <a:xfrm>
              <a:off x="4589552" y="449538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9CDFC4">
                <a:alpha val="100000"/>
              </a:srgbClr>
            </a:solidFill>
            <a:ln w="5420" cap="flat">
              <a:solidFill>
                <a:srgbClr val="9CDFC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71" name="pg2171"/>
            <p:cNvSpPr/>
            <p:nvPr/>
          </p:nvSpPr>
          <p:spPr>
            <a:xfrm>
              <a:off x="4601190" y="449538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9CE0C5">
                <a:alpha val="100000"/>
              </a:srgbClr>
            </a:solidFill>
            <a:ln w="5420" cap="flat">
              <a:solidFill>
                <a:srgbClr val="9CE0C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72" name="pg2172"/>
            <p:cNvSpPr/>
            <p:nvPr/>
          </p:nvSpPr>
          <p:spPr>
            <a:xfrm>
              <a:off x="4612827" y="449538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9BDFC4">
                <a:alpha val="100000"/>
              </a:srgbClr>
            </a:solidFill>
            <a:ln w="5420" cap="flat">
              <a:solidFill>
                <a:srgbClr val="9BDFC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73" name="pg2173"/>
            <p:cNvSpPr/>
            <p:nvPr/>
          </p:nvSpPr>
          <p:spPr>
            <a:xfrm>
              <a:off x="4624464" y="449538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A2E1C7">
                <a:alpha val="100000"/>
              </a:srgbClr>
            </a:solidFill>
            <a:ln w="5420" cap="flat">
              <a:solidFill>
                <a:srgbClr val="A2E1C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74" name="pg2174"/>
            <p:cNvSpPr/>
            <p:nvPr/>
          </p:nvSpPr>
          <p:spPr>
            <a:xfrm>
              <a:off x="4636101" y="449538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A4E2C8">
                <a:alpha val="100000"/>
              </a:srgbClr>
            </a:solidFill>
            <a:ln w="5420" cap="flat">
              <a:solidFill>
                <a:srgbClr val="A4E2C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75" name="pg2175"/>
            <p:cNvSpPr/>
            <p:nvPr/>
          </p:nvSpPr>
          <p:spPr>
            <a:xfrm>
              <a:off x="4647739" y="449538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A1E1C7">
                <a:alpha val="100000"/>
              </a:srgbClr>
            </a:solidFill>
            <a:ln w="5420" cap="flat">
              <a:solidFill>
                <a:srgbClr val="A1E1C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76" name="pg2176"/>
            <p:cNvSpPr/>
            <p:nvPr/>
          </p:nvSpPr>
          <p:spPr>
            <a:xfrm>
              <a:off x="4659376" y="449538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9FE1C6">
                <a:alpha val="100000"/>
              </a:srgbClr>
            </a:solidFill>
            <a:ln w="5420" cap="flat">
              <a:solidFill>
                <a:srgbClr val="9FE1C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77" name="pg2177"/>
            <p:cNvSpPr/>
            <p:nvPr/>
          </p:nvSpPr>
          <p:spPr>
            <a:xfrm>
              <a:off x="4577915" y="450968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98DEC3">
                <a:alpha val="100000"/>
              </a:srgbClr>
            </a:solidFill>
            <a:ln w="5420" cap="flat">
              <a:solidFill>
                <a:srgbClr val="98DEC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78" name="pg2178"/>
            <p:cNvSpPr/>
            <p:nvPr/>
          </p:nvSpPr>
          <p:spPr>
            <a:xfrm>
              <a:off x="4589552" y="450968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9ADFC4">
                <a:alpha val="100000"/>
              </a:srgbClr>
            </a:solidFill>
            <a:ln w="5420" cap="flat">
              <a:solidFill>
                <a:srgbClr val="9ADFC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79" name="pg2179"/>
            <p:cNvSpPr/>
            <p:nvPr/>
          </p:nvSpPr>
          <p:spPr>
            <a:xfrm>
              <a:off x="4601190" y="450968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9CDFC4">
                <a:alpha val="100000"/>
              </a:srgbClr>
            </a:solidFill>
            <a:ln w="5420" cap="flat">
              <a:solidFill>
                <a:srgbClr val="9CDFC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80" name="pg2180"/>
            <p:cNvSpPr/>
            <p:nvPr/>
          </p:nvSpPr>
          <p:spPr>
            <a:xfrm>
              <a:off x="4612827" y="450968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9CE0C5">
                <a:alpha val="100000"/>
              </a:srgbClr>
            </a:solidFill>
            <a:ln w="5420" cap="flat">
              <a:solidFill>
                <a:srgbClr val="9CE0C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81" name="pg2181"/>
            <p:cNvSpPr/>
            <p:nvPr/>
          </p:nvSpPr>
          <p:spPr>
            <a:xfrm>
              <a:off x="4624464" y="450968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9FE1C6">
                <a:alpha val="100000"/>
              </a:srgbClr>
            </a:solidFill>
            <a:ln w="5420" cap="flat">
              <a:solidFill>
                <a:srgbClr val="9FE1C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82" name="pg2182"/>
            <p:cNvSpPr/>
            <p:nvPr/>
          </p:nvSpPr>
          <p:spPr>
            <a:xfrm>
              <a:off x="4636101" y="450968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A1E1C7">
                <a:alpha val="100000"/>
              </a:srgbClr>
            </a:solidFill>
            <a:ln w="5420" cap="flat">
              <a:solidFill>
                <a:srgbClr val="A1E1C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83" name="pg2183"/>
            <p:cNvSpPr/>
            <p:nvPr/>
          </p:nvSpPr>
          <p:spPr>
            <a:xfrm>
              <a:off x="4647739" y="450968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A0E1C7">
                <a:alpha val="100000"/>
              </a:srgbClr>
            </a:solidFill>
            <a:ln w="5420" cap="flat">
              <a:solidFill>
                <a:srgbClr val="A0E1C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84" name="pg2184"/>
            <p:cNvSpPr/>
            <p:nvPr/>
          </p:nvSpPr>
          <p:spPr>
            <a:xfrm>
              <a:off x="4577915" y="452398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92DCC0">
                <a:alpha val="100000"/>
              </a:srgbClr>
            </a:solidFill>
            <a:ln w="5420" cap="flat">
              <a:solidFill>
                <a:srgbClr val="92DCC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85" name="pg2185"/>
            <p:cNvSpPr/>
            <p:nvPr/>
          </p:nvSpPr>
          <p:spPr>
            <a:xfrm>
              <a:off x="4589552" y="452398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93DDC1">
                <a:alpha val="100000"/>
              </a:srgbClr>
            </a:solidFill>
            <a:ln w="5420" cap="flat">
              <a:solidFill>
                <a:srgbClr val="93DDC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86" name="pg2186"/>
            <p:cNvSpPr/>
            <p:nvPr/>
          </p:nvSpPr>
          <p:spPr>
            <a:xfrm>
              <a:off x="4601190" y="452398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95DDC2">
                <a:alpha val="100000"/>
              </a:srgbClr>
            </a:solidFill>
            <a:ln w="5420" cap="flat">
              <a:solidFill>
                <a:srgbClr val="95DDC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87" name="pg2187"/>
            <p:cNvSpPr/>
            <p:nvPr/>
          </p:nvSpPr>
          <p:spPr>
            <a:xfrm>
              <a:off x="4612827" y="452398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97DEC3">
                <a:alpha val="100000"/>
              </a:srgbClr>
            </a:solidFill>
            <a:ln w="5420" cap="flat">
              <a:solidFill>
                <a:srgbClr val="97DEC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88" name="pg2188"/>
            <p:cNvSpPr/>
            <p:nvPr/>
          </p:nvSpPr>
          <p:spPr>
            <a:xfrm>
              <a:off x="4624464" y="452398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99DFC3">
                <a:alpha val="100000"/>
              </a:srgbClr>
            </a:solidFill>
            <a:ln w="5420" cap="flat">
              <a:solidFill>
                <a:srgbClr val="99DFC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89" name="pg2189"/>
            <p:cNvSpPr/>
            <p:nvPr/>
          </p:nvSpPr>
          <p:spPr>
            <a:xfrm>
              <a:off x="4636101" y="452398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9CE0C5">
                <a:alpha val="100000"/>
              </a:srgbClr>
            </a:solidFill>
            <a:ln w="5420" cap="flat">
              <a:solidFill>
                <a:srgbClr val="9CE0C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90" name="pg2190"/>
            <p:cNvSpPr/>
            <p:nvPr/>
          </p:nvSpPr>
          <p:spPr>
            <a:xfrm>
              <a:off x="4566278" y="453828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90DCBF">
                <a:alpha val="100000"/>
              </a:srgbClr>
            </a:solidFill>
            <a:ln w="5420" cap="flat">
              <a:solidFill>
                <a:srgbClr val="90DCB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91" name="pg2191"/>
            <p:cNvSpPr/>
            <p:nvPr/>
          </p:nvSpPr>
          <p:spPr>
            <a:xfrm>
              <a:off x="4577915" y="453828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90DCBF">
                <a:alpha val="100000"/>
              </a:srgbClr>
            </a:solidFill>
            <a:ln w="5420" cap="flat">
              <a:solidFill>
                <a:srgbClr val="90DCB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92" name="pg2192"/>
            <p:cNvSpPr/>
            <p:nvPr/>
          </p:nvSpPr>
          <p:spPr>
            <a:xfrm>
              <a:off x="4589552" y="453828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90DCBF">
                <a:alpha val="100000"/>
              </a:srgbClr>
            </a:solidFill>
            <a:ln w="5420" cap="flat">
              <a:solidFill>
                <a:srgbClr val="90DCB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93" name="pg2193"/>
            <p:cNvSpPr/>
            <p:nvPr/>
          </p:nvSpPr>
          <p:spPr>
            <a:xfrm>
              <a:off x="4601190" y="453828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92DCC0">
                <a:alpha val="100000"/>
              </a:srgbClr>
            </a:solidFill>
            <a:ln w="5420" cap="flat">
              <a:solidFill>
                <a:srgbClr val="92DCC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94" name="pg2194"/>
            <p:cNvSpPr/>
            <p:nvPr/>
          </p:nvSpPr>
          <p:spPr>
            <a:xfrm>
              <a:off x="4612827" y="453828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93DDC1">
                <a:alpha val="100000"/>
              </a:srgbClr>
            </a:solidFill>
            <a:ln w="5420" cap="flat">
              <a:solidFill>
                <a:srgbClr val="93DDC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95" name="pg2195"/>
            <p:cNvSpPr/>
            <p:nvPr/>
          </p:nvSpPr>
          <p:spPr>
            <a:xfrm>
              <a:off x="4624464" y="453828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95DDC2">
                <a:alpha val="100000"/>
              </a:srgbClr>
            </a:solidFill>
            <a:ln w="5420" cap="flat">
              <a:solidFill>
                <a:srgbClr val="95DDC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96" name="pg2196"/>
            <p:cNvSpPr/>
            <p:nvPr/>
          </p:nvSpPr>
          <p:spPr>
            <a:xfrm>
              <a:off x="4566278" y="455258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8FDBBF">
                <a:alpha val="100000"/>
              </a:srgbClr>
            </a:solidFill>
            <a:ln w="5420" cap="flat">
              <a:solidFill>
                <a:srgbClr val="8FDBB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97" name="pg2197"/>
            <p:cNvSpPr/>
            <p:nvPr/>
          </p:nvSpPr>
          <p:spPr>
            <a:xfrm>
              <a:off x="4577915" y="455258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8FDBBF">
                <a:alpha val="100000"/>
              </a:srgbClr>
            </a:solidFill>
            <a:ln w="5420" cap="flat">
              <a:solidFill>
                <a:srgbClr val="8FDBB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98" name="pg2198"/>
            <p:cNvSpPr/>
            <p:nvPr/>
          </p:nvSpPr>
          <p:spPr>
            <a:xfrm>
              <a:off x="4589552" y="455258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8FDCBF">
                <a:alpha val="100000"/>
              </a:srgbClr>
            </a:solidFill>
            <a:ln w="5420" cap="flat">
              <a:solidFill>
                <a:srgbClr val="8FDCB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99" name="pg2199"/>
            <p:cNvSpPr/>
            <p:nvPr/>
          </p:nvSpPr>
          <p:spPr>
            <a:xfrm>
              <a:off x="4601190" y="455258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90DCBF">
                <a:alpha val="100000"/>
              </a:srgbClr>
            </a:solidFill>
            <a:ln w="5420" cap="flat">
              <a:solidFill>
                <a:srgbClr val="90DCB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00" name="pg2200"/>
            <p:cNvSpPr/>
            <p:nvPr/>
          </p:nvSpPr>
          <p:spPr>
            <a:xfrm>
              <a:off x="4612827" y="455258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91DCC0">
                <a:alpha val="100000"/>
              </a:srgbClr>
            </a:solidFill>
            <a:ln w="5420" cap="flat">
              <a:solidFill>
                <a:srgbClr val="91DCC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01" name="pg2201"/>
            <p:cNvSpPr/>
            <p:nvPr/>
          </p:nvSpPr>
          <p:spPr>
            <a:xfrm>
              <a:off x="4554640" y="456688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8EDBBF">
                <a:alpha val="100000"/>
              </a:srgbClr>
            </a:solidFill>
            <a:ln w="5420" cap="flat">
              <a:solidFill>
                <a:srgbClr val="8EDBB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02" name="pg2202"/>
            <p:cNvSpPr/>
            <p:nvPr/>
          </p:nvSpPr>
          <p:spPr>
            <a:xfrm>
              <a:off x="4566278" y="456688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8FDBBF">
                <a:alpha val="100000"/>
              </a:srgbClr>
            </a:solidFill>
            <a:ln w="5420" cap="flat">
              <a:solidFill>
                <a:srgbClr val="8FDBB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03" name="pg2203"/>
            <p:cNvSpPr/>
            <p:nvPr/>
          </p:nvSpPr>
          <p:spPr>
            <a:xfrm>
              <a:off x="4577915" y="456688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8FDBBF">
                <a:alpha val="100000"/>
              </a:srgbClr>
            </a:solidFill>
            <a:ln w="5420" cap="flat">
              <a:solidFill>
                <a:srgbClr val="8FDBB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04" name="pg2204"/>
            <p:cNvSpPr/>
            <p:nvPr/>
          </p:nvSpPr>
          <p:spPr>
            <a:xfrm>
              <a:off x="4589552" y="456688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8FDCBF">
                <a:alpha val="100000"/>
              </a:srgbClr>
            </a:solidFill>
            <a:ln w="5420" cap="flat">
              <a:solidFill>
                <a:srgbClr val="8FDCB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05" name="pg2205"/>
            <p:cNvSpPr/>
            <p:nvPr/>
          </p:nvSpPr>
          <p:spPr>
            <a:xfrm>
              <a:off x="4601190" y="456688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8FDCBF">
                <a:alpha val="100000"/>
              </a:srgbClr>
            </a:solidFill>
            <a:ln w="5420" cap="flat">
              <a:solidFill>
                <a:srgbClr val="8FDCB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06" name="pg2206"/>
            <p:cNvSpPr/>
            <p:nvPr/>
          </p:nvSpPr>
          <p:spPr>
            <a:xfrm>
              <a:off x="4612827" y="456688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90DCBF">
                <a:alpha val="100000"/>
              </a:srgbClr>
            </a:solidFill>
            <a:ln w="5420" cap="flat">
              <a:solidFill>
                <a:srgbClr val="90DCB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07" name="pg2207"/>
            <p:cNvSpPr/>
            <p:nvPr/>
          </p:nvSpPr>
          <p:spPr>
            <a:xfrm>
              <a:off x="4554640" y="458119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8DDBBE">
                <a:alpha val="100000"/>
              </a:srgbClr>
            </a:solidFill>
            <a:ln w="5420" cap="flat">
              <a:solidFill>
                <a:srgbClr val="8DDBB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08" name="pg2208"/>
            <p:cNvSpPr/>
            <p:nvPr/>
          </p:nvSpPr>
          <p:spPr>
            <a:xfrm>
              <a:off x="4566278" y="458119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8EDBBE">
                <a:alpha val="100000"/>
              </a:srgbClr>
            </a:solidFill>
            <a:ln w="5420" cap="flat">
              <a:solidFill>
                <a:srgbClr val="8EDBB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09" name="pg2209"/>
            <p:cNvSpPr/>
            <p:nvPr/>
          </p:nvSpPr>
          <p:spPr>
            <a:xfrm>
              <a:off x="4577915" y="458119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8EDBBF">
                <a:alpha val="100000"/>
              </a:srgbClr>
            </a:solidFill>
            <a:ln w="5420" cap="flat">
              <a:solidFill>
                <a:srgbClr val="8EDBB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10" name="pg2210"/>
            <p:cNvSpPr/>
            <p:nvPr/>
          </p:nvSpPr>
          <p:spPr>
            <a:xfrm>
              <a:off x="4589552" y="458119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8FDBBF">
                <a:alpha val="100000"/>
              </a:srgbClr>
            </a:solidFill>
            <a:ln w="5420" cap="flat">
              <a:solidFill>
                <a:srgbClr val="8FDBB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11" name="pg2211"/>
            <p:cNvSpPr/>
            <p:nvPr/>
          </p:nvSpPr>
          <p:spPr>
            <a:xfrm>
              <a:off x="4601190" y="458119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8FDBBF">
                <a:alpha val="100000"/>
              </a:srgbClr>
            </a:solidFill>
            <a:ln w="5420" cap="flat">
              <a:solidFill>
                <a:srgbClr val="8FDBB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12" name="pg2212"/>
            <p:cNvSpPr/>
            <p:nvPr/>
          </p:nvSpPr>
          <p:spPr>
            <a:xfrm>
              <a:off x="4543003" y="459549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8ADABD">
                <a:alpha val="100000"/>
              </a:srgbClr>
            </a:solidFill>
            <a:ln w="5420" cap="flat">
              <a:solidFill>
                <a:srgbClr val="8ADAB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13" name="pg2213"/>
            <p:cNvSpPr/>
            <p:nvPr/>
          </p:nvSpPr>
          <p:spPr>
            <a:xfrm>
              <a:off x="4554640" y="459549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8BDABD">
                <a:alpha val="100000"/>
              </a:srgbClr>
            </a:solidFill>
            <a:ln w="5420" cap="flat">
              <a:solidFill>
                <a:srgbClr val="8BDAB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14" name="pg2214"/>
            <p:cNvSpPr/>
            <p:nvPr/>
          </p:nvSpPr>
          <p:spPr>
            <a:xfrm>
              <a:off x="4566278" y="459549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8CDBBE">
                <a:alpha val="100000"/>
              </a:srgbClr>
            </a:solidFill>
            <a:ln w="5420" cap="flat">
              <a:solidFill>
                <a:srgbClr val="8CDBB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15" name="pg2215"/>
            <p:cNvSpPr/>
            <p:nvPr/>
          </p:nvSpPr>
          <p:spPr>
            <a:xfrm>
              <a:off x="4577915" y="459549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8DDBBE">
                <a:alpha val="100000"/>
              </a:srgbClr>
            </a:solidFill>
            <a:ln w="5420" cap="flat">
              <a:solidFill>
                <a:srgbClr val="8DDBB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16" name="pg2216"/>
            <p:cNvSpPr/>
            <p:nvPr/>
          </p:nvSpPr>
          <p:spPr>
            <a:xfrm>
              <a:off x="4589552" y="459549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8DDBBE">
                <a:alpha val="100000"/>
              </a:srgbClr>
            </a:solidFill>
            <a:ln w="5420" cap="flat">
              <a:solidFill>
                <a:srgbClr val="8DDBB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17" name="pg2217"/>
            <p:cNvSpPr/>
            <p:nvPr/>
          </p:nvSpPr>
          <p:spPr>
            <a:xfrm>
              <a:off x="4601190" y="459549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8DDBBE">
                <a:alpha val="100000"/>
              </a:srgbClr>
            </a:solidFill>
            <a:ln w="5420" cap="flat">
              <a:solidFill>
                <a:srgbClr val="8DDBB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18" name="pg2218"/>
            <p:cNvSpPr/>
            <p:nvPr/>
          </p:nvSpPr>
          <p:spPr>
            <a:xfrm>
              <a:off x="4543003" y="460979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86D9BB">
                <a:alpha val="100000"/>
              </a:srgbClr>
            </a:solidFill>
            <a:ln w="5420" cap="flat">
              <a:solidFill>
                <a:srgbClr val="86D9B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19" name="pg2219"/>
            <p:cNvSpPr/>
            <p:nvPr/>
          </p:nvSpPr>
          <p:spPr>
            <a:xfrm>
              <a:off x="4554640" y="460979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87D9BB">
                <a:alpha val="100000"/>
              </a:srgbClr>
            </a:solidFill>
            <a:ln w="5420" cap="flat">
              <a:solidFill>
                <a:srgbClr val="87D9B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20" name="pg2220"/>
            <p:cNvSpPr/>
            <p:nvPr/>
          </p:nvSpPr>
          <p:spPr>
            <a:xfrm>
              <a:off x="4566278" y="460979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88D9BC">
                <a:alpha val="100000"/>
              </a:srgbClr>
            </a:solidFill>
            <a:ln w="5420" cap="flat">
              <a:solidFill>
                <a:srgbClr val="88D9B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21" name="pg2221"/>
            <p:cNvSpPr/>
            <p:nvPr/>
          </p:nvSpPr>
          <p:spPr>
            <a:xfrm>
              <a:off x="4577915" y="460979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89DABC">
                <a:alpha val="100000"/>
              </a:srgbClr>
            </a:solidFill>
            <a:ln w="5420" cap="flat">
              <a:solidFill>
                <a:srgbClr val="89DAB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22" name="pg2222"/>
            <p:cNvSpPr/>
            <p:nvPr/>
          </p:nvSpPr>
          <p:spPr>
            <a:xfrm>
              <a:off x="4589552" y="460979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8ADABC">
                <a:alpha val="100000"/>
              </a:srgbClr>
            </a:solidFill>
            <a:ln w="5420" cap="flat">
              <a:solidFill>
                <a:srgbClr val="8ADAB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23" name="pg2223"/>
            <p:cNvSpPr/>
            <p:nvPr/>
          </p:nvSpPr>
          <p:spPr>
            <a:xfrm>
              <a:off x="4601190" y="460979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8ADABD">
                <a:alpha val="100000"/>
              </a:srgbClr>
            </a:solidFill>
            <a:ln w="5420" cap="flat">
              <a:solidFill>
                <a:srgbClr val="8ADAB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24" name="pg2224"/>
            <p:cNvSpPr/>
            <p:nvPr/>
          </p:nvSpPr>
          <p:spPr>
            <a:xfrm>
              <a:off x="4543003" y="462409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80D7B8">
                <a:alpha val="100000"/>
              </a:srgbClr>
            </a:solidFill>
            <a:ln w="5420" cap="flat">
              <a:solidFill>
                <a:srgbClr val="80D7B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25" name="pg2225"/>
            <p:cNvSpPr/>
            <p:nvPr/>
          </p:nvSpPr>
          <p:spPr>
            <a:xfrm>
              <a:off x="4554640" y="462409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80D7B8">
                <a:alpha val="100000"/>
              </a:srgbClr>
            </a:solidFill>
            <a:ln w="5420" cap="flat">
              <a:solidFill>
                <a:srgbClr val="80D7B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26" name="pg2226"/>
            <p:cNvSpPr/>
            <p:nvPr/>
          </p:nvSpPr>
          <p:spPr>
            <a:xfrm>
              <a:off x="4566278" y="462409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81D7B9">
                <a:alpha val="100000"/>
              </a:srgbClr>
            </a:solidFill>
            <a:ln w="5420" cap="flat">
              <a:solidFill>
                <a:srgbClr val="81D7B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27" name="pg2227"/>
            <p:cNvSpPr/>
            <p:nvPr/>
          </p:nvSpPr>
          <p:spPr>
            <a:xfrm>
              <a:off x="4577915" y="462409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82D8B9">
                <a:alpha val="100000"/>
              </a:srgbClr>
            </a:solidFill>
            <a:ln w="5420" cap="flat">
              <a:solidFill>
                <a:srgbClr val="82D8B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28" name="pg2228"/>
            <p:cNvSpPr/>
            <p:nvPr/>
          </p:nvSpPr>
          <p:spPr>
            <a:xfrm>
              <a:off x="4589552" y="462409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83D8BA">
                <a:alpha val="100000"/>
              </a:srgbClr>
            </a:solidFill>
            <a:ln w="5420" cap="flat">
              <a:solidFill>
                <a:srgbClr val="83D8B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29" name="pg2229"/>
            <p:cNvSpPr/>
            <p:nvPr/>
          </p:nvSpPr>
          <p:spPr>
            <a:xfrm>
              <a:off x="3856400" y="463839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8CDBBE">
                <a:alpha val="100000"/>
              </a:srgbClr>
            </a:solidFill>
            <a:ln w="5420" cap="flat">
              <a:solidFill>
                <a:srgbClr val="8CDBB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30" name="pg2230"/>
            <p:cNvSpPr/>
            <p:nvPr/>
          </p:nvSpPr>
          <p:spPr>
            <a:xfrm>
              <a:off x="3868038" y="463839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8CDBBD">
                <a:alpha val="100000"/>
              </a:srgbClr>
            </a:solidFill>
            <a:ln w="5420" cap="flat">
              <a:solidFill>
                <a:srgbClr val="8CDBB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31" name="pg2231"/>
            <p:cNvSpPr/>
            <p:nvPr/>
          </p:nvSpPr>
          <p:spPr>
            <a:xfrm>
              <a:off x="3879675" y="463839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8CDABD">
                <a:alpha val="100000"/>
              </a:srgbClr>
            </a:solidFill>
            <a:ln w="5420" cap="flat">
              <a:solidFill>
                <a:srgbClr val="8CDAB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32" name="pg2232"/>
            <p:cNvSpPr/>
            <p:nvPr/>
          </p:nvSpPr>
          <p:spPr>
            <a:xfrm>
              <a:off x="3891312" y="463839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8CDABD">
                <a:alpha val="100000"/>
              </a:srgbClr>
            </a:solidFill>
            <a:ln w="5420" cap="flat">
              <a:solidFill>
                <a:srgbClr val="8CDAB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33" name="pg2233"/>
            <p:cNvSpPr/>
            <p:nvPr/>
          </p:nvSpPr>
          <p:spPr>
            <a:xfrm>
              <a:off x="4543003" y="463839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6D4B4">
                <a:alpha val="100000"/>
              </a:srgbClr>
            </a:solidFill>
            <a:ln w="5420" cap="flat">
              <a:solidFill>
                <a:srgbClr val="76D4B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34" name="pg2234"/>
            <p:cNvSpPr/>
            <p:nvPr/>
          </p:nvSpPr>
          <p:spPr>
            <a:xfrm>
              <a:off x="4554640" y="463839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6D4B4">
                <a:alpha val="100000"/>
              </a:srgbClr>
            </a:solidFill>
            <a:ln w="5420" cap="flat">
              <a:solidFill>
                <a:srgbClr val="76D4B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35" name="pg2235"/>
            <p:cNvSpPr/>
            <p:nvPr/>
          </p:nvSpPr>
          <p:spPr>
            <a:xfrm>
              <a:off x="4566278" y="463839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6D4B4">
                <a:alpha val="100000"/>
              </a:srgbClr>
            </a:solidFill>
            <a:ln w="5420" cap="flat">
              <a:solidFill>
                <a:srgbClr val="76D4B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36" name="pg2236"/>
            <p:cNvSpPr/>
            <p:nvPr/>
          </p:nvSpPr>
          <p:spPr>
            <a:xfrm>
              <a:off x="4577915" y="463839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7D4B5">
                <a:alpha val="100000"/>
              </a:srgbClr>
            </a:solidFill>
            <a:ln w="5420" cap="flat">
              <a:solidFill>
                <a:srgbClr val="77D4B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37" name="pg2237"/>
            <p:cNvSpPr/>
            <p:nvPr/>
          </p:nvSpPr>
          <p:spPr>
            <a:xfrm>
              <a:off x="3856400" y="465269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8CDBBE">
                <a:alpha val="100000"/>
              </a:srgbClr>
            </a:solidFill>
            <a:ln w="5420" cap="flat">
              <a:solidFill>
                <a:srgbClr val="8CDBB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38" name="pg2238"/>
            <p:cNvSpPr/>
            <p:nvPr/>
          </p:nvSpPr>
          <p:spPr>
            <a:xfrm>
              <a:off x="3868038" y="465269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8CDBBD">
                <a:alpha val="100000"/>
              </a:srgbClr>
            </a:solidFill>
            <a:ln w="5420" cap="flat">
              <a:solidFill>
                <a:srgbClr val="8CDBB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39" name="pg2239"/>
            <p:cNvSpPr/>
            <p:nvPr/>
          </p:nvSpPr>
          <p:spPr>
            <a:xfrm>
              <a:off x="3879675" y="465269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8CDABD">
                <a:alpha val="100000"/>
              </a:srgbClr>
            </a:solidFill>
            <a:ln w="5420" cap="flat">
              <a:solidFill>
                <a:srgbClr val="8CDAB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40" name="pg2240"/>
            <p:cNvSpPr/>
            <p:nvPr/>
          </p:nvSpPr>
          <p:spPr>
            <a:xfrm>
              <a:off x="3891312" y="465269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8CDABD">
                <a:alpha val="100000"/>
              </a:srgbClr>
            </a:solidFill>
            <a:ln w="5420" cap="flat">
              <a:solidFill>
                <a:srgbClr val="8CDAB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41" name="pg2241"/>
            <p:cNvSpPr/>
            <p:nvPr/>
          </p:nvSpPr>
          <p:spPr>
            <a:xfrm>
              <a:off x="3902950" y="465269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8BDABD">
                <a:alpha val="100000"/>
              </a:srgbClr>
            </a:solidFill>
            <a:ln w="5420" cap="flat">
              <a:solidFill>
                <a:srgbClr val="8BDAB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42" name="pg2242"/>
            <p:cNvSpPr/>
            <p:nvPr/>
          </p:nvSpPr>
          <p:spPr>
            <a:xfrm>
              <a:off x="3949499" y="465269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89DABC">
                <a:alpha val="100000"/>
              </a:srgbClr>
            </a:solidFill>
            <a:ln w="5420" cap="flat">
              <a:solidFill>
                <a:srgbClr val="89DAB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43" name="pg2243"/>
            <p:cNvSpPr/>
            <p:nvPr/>
          </p:nvSpPr>
          <p:spPr>
            <a:xfrm>
              <a:off x="3961136" y="465269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88D9BC">
                <a:alpha val="100000"/>
              </a:srgbClr>
            </a:solidFill>
            <a:ln w="5420" cap="flat">
              <a:solidFill>
                <a:srgbClr val="88D9B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44" name="pg2244"/>
            <p:cNvSpPr/>
            <p:nvPr/>
          </p:nvSpPr>
          <p:spPr>
            <a:xfrm>
              <a:off x="3972774" y="465269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87D9BC">
                <a:alpha val="100000"/>
              </a:srgbClr>
            </a:solidFill>
            <a:ln w="5420" cap="flat">
              <a:solidFill>
                <a:srgbClr val="87D9B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45" name="pg2245"/>
            <p:cNvSpPr/>
            <p:nvPr/>
          </p:nvSpPr>
          <p:spPr>
            <a:xfrm>
              <a:off x="3984411" y="465269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87D9BB">
                <a:alpha val="100000"/>
              </a:srgbClr>
            </a:solidFill>
            <a:ln w="5420" cap="flat">
              <a:solidFill>
                <a:srgbClr val="87D9B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46" name="pg2246"/>
            <p:cNvSpPr/>
            <p:nvPr/>
          </p:nvSpPr>
          <p:spPr>
            <a:xfrm>
              <a:off x="3996048" y="465269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86D9BB">
                <a:alpha val="100000"/>
              </a:srgbClr>
            </a:solidFill>
            <a:ln w="5420" cap="flat">
              <a:solidFill>
                <a:srgbClr val="86D9B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47" name="pg2247"/>
            <p:cNvSpPr/>
            <p:nvPr/>
          </p:nvSpPr>
          <p:spPr>
            <a:xfrm>
              <a:off x="4543003" y="465269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9D0AF">
                <a:alpha val="100000"/>
              </a:srgbClr>
            </a:solidFill>
            <a:ln w="5420" cap="flat">
              <a:solidFill>
                <a:srgbClr val="69D0A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48" name="pg2248"/>
            <p:cNvSpPr/>
            <p:nvPr/>
          </p:nvSpPr>
          <p:spPr>
            <a:xfrm>
              <a:off x="4554640" y="465269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7D0AE">
                <a:alpha val="100000"/>
              </a:srgbClr>
            </a:solidFill>
            <a:ln w="5420" cap="flat">
              <a:solidFill>
                <a:srgbClr val="67D0A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49" name="pg2249"/>
            <p:cNvSpPr/>
            <p:nvPr/>
          </p:nvSpPr>
          <p:spPr>
            <a:xfrm>
              <a:off x="4566278" y="465269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6D0AE">
                <a:alpha val="100000"/>
              </a:srgbClr>
            </a:solidFill>
            <a:ln w="5420" cap="flat">
              <a:solidFill>
                <a:srgbClr val="66D0A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50" name="pg2250"/>
            <p:cNvSpPr/>
            <p:nvPr/>
          </p:nvSpPr>
          <p:spPr>
            <a:xfrm>
              <a:off x="4577915" y="465269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7D0AF">
                <a:alpha val="100000"/>
              </a:srgbClr>
            </a:solidFill>
            <a:ln w="5420" cap="flat">
              <a:solidFill>
                <a:srgbClr val="67D0A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51" name="pg2251"/>
            <p:cNvSpPr/>
            <p:nvPr/>
          </p:nvSpPr>
          <p:spPr>
            <a:xfrm>
              <a:off x="4589552" y="465269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9D0AF">
                <a:alpha val="100000"/>
              </a:srgbClr>
            </a:solidFill>
            <a:ln w="5420" cap="flat">
              <a:solidFill>
                <a:srgbClr val="69D0A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52" name="pg2252"/>
            <p:cNvSpPr/>
            <p:nvPr/>
          </p:nvSpPr>
          <p:spPr>
            <a:xfrm>
              <a:off x="3774939" y="466699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8EDBBF">
                <a:alpha val="100000"/>
              </a:srgbClr>
            </a:solidFill>
            <a:ln w="5420" cap="flat">
              <a:solidFill>
                <a:srgbClr val="8EDBB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53" name="pg2253"/>
            <p:cNvSpPr/>
            <p:nvPr/>
          </p:nvSpPr>
          <p:spPr>
            <a:xfrm>
              <a:off x="3786576" y="466699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8EDBBE">
                <a:alpha val="100000"/>
              </a:srgbClr>
            </a:solidFill>
            <a:ln w="5420" cap="flat">
              <a:solidFill>
                <a:srgbClr val="8EDBB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54" name="pg2254"/>
            <p:cNvSpPr/>
            <p:nvPr/>
          </p:nvSpPr>
          <p:spPr>
            <a:xfrm>
              <a:off x="3844763" y="466699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8CDBBE">
                <a:alpha val="100000"/>
              </a:srgbClr>
            </a:solidFill>
            <a:ln w="5420" cap="flat">
              <a:solidFill>
                <a:srgbClr val="8CDBB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55" name="pg2255"/>
            <p:cNvSpPr/>
            <p:nvPr/>
          </p:nvSpPr>
          <p:spPr>
            <a:xfrm>
              <a:off x="3856400" y="466699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8CDBBE">
                <a:alpha val="100000"/>
              </a:srgbClr>
            </a:solidFill>
            <a:ln w="5420" cap="flat">
              <a:solidFill>
                <a:srgbClr val="8CDBB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56" name="pg2256"/>
            <p:cNvSpPr/>
            <p:nvPr/>
          </p:nvSpPr>
          <p:spPr>
            <a:xfrm>
              <a:off x="3868038" y="466699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8CDBBD">
                <a:alpha val="100000"/>
              </a:srgbClr>
            </a:solidFill>
            <a:ln w="5420" cap="flat">
              <a:solidFill>
                <a:srgbClr val="8CDBB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57" name="pg2257"/>
            <p:cNvSpPr/>
            <p:nvPr/>
          </p:nvSpPr>
          <p:spPr>
            <a:xfrm>
              <a:off x="3879675" y="466699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8CDBBD">
                <a:alpha val="100000"/>
              </a:srgbClr>
            </a:solidFill>
            <a:ln w="5420" cap="flat">
              <a:solidFill>
                <a:srgbClr val="8CDBB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58" name="pg2258"/>
            <p:cNvSpPr/>
            <p:nvPr/>
          </p:nvSpPr>
          <p:spPr>
            <a:xfrm>
              <a:off x="3891312" y="466699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8CDABD">
                <a:alpha val="100000"/>
              </a:srgbClr>
            </a:solidFill>
            <a:ln w="5420" cap="flat">
              <a:solidFill>
                <a:srgbClr val="8CDAB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59" name="pg2259"/>
            <p:cNvSpPr/>
            <p:nvPr/>
          </p:nvSpPr>
          <p:spPr>
            <a:xfrm>
              <a:off x="3902950" y="466699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8BDABD">
                <a:alpha val="100000"/>
              </a:srgbClr>
            </a:solidFill>
            <a:ln w="5420" cap="flat">
              <a:solidFill>
                <a:srgbClr val="8BDAB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60" name="pg2260"/>
            <p:cNvSpPr/>
            <p:nvPr/>
          </p:nvSpPr>
          <p:spPr>
            <a:xfrm>
              <a:off x="3949499" y="466699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89DABC">
                <a:alpha val="100000"/>
              </a:srgbClr>
            </a:solidFill>
            <a:ln w="5420" cap="flat">
              <a:solidFill>
                <a:srgbClr val="89DAB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61" name="pg2261"/>
            <p:cNvSpPr/>
            <p:nvPr/>
          </p:nvSpPr>
          <p:spPr>
            <a:xfrm>
              <a:off x="3961136" y="466699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88D9BC">
                <a:alpha val="100000"/>
              </a:srgbClr>
            </a:solidFill>
            <a:ln w="5420" cap="flat">
              <a:solidFill>
                <a:srgbClr val="88D9B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62" name="pg2262"/>
            <p:cNvSpPr/>
            <p:nvPr/>
          </p:nvSpPr>
          <p:spPr>
            <a:xfrm>
              <a:off x="3972774" y="466699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87D9BB">
                <a:alpha val="100000"/>
              </a:srgbClr>
            </a:solidFill>
            <a:ln w="5420" cap="flat">
              <a:solidFill>
                <a:srgbClr val="87D9B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63" name="pg2263"/>
            <p:cNvSpPr/>
            <p:nvPr/>
          </p:nvSpPr>
          <p:spPr>
            <a:xfrm>
              <a:off x="3984411" y="466699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86D9BB">
                <a:alpha val="100000"/>
              </a:srgbClr>
            </a:solidFill>
            <a:ln w="5420" cap="flat">
              <a:solidFill>
                <a:srgbClr val="86D9B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64" name="pg2264"/>
            <p:cNvSpPr/>
            <p:nvPr/>
          </p:nvSpPr>
          <p:spPr>
            <a:xfrm>
              <a:off x="3996048" y="466699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85D9BB">
                <a:alpha val="100000"/>
              </a:srgbClr>
            </a:solidFill>
            <a:ln w="5420" cap="flat">
              <a:solidFill>
                <a:srgbClr val="85D9B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65" name="pg2265"/>
            <p:cNvSpPr/>
            <p:nvPr/>
          </p:nvSpPr>
          <p:spPr>
            <a:xfrm>
              <a:off x="4007686" y="466699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84D8BA">
                <a:alpha val="100000"/>
              </a:srgbClr>
            </a:solidFill>
            <a:ln w="5420" cap="flat">
              <a:solidFill>
                <a:srgbClr val="84D8B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66" name="pg2266"/>
            <p:cNvSpPr/>
            <p:nvPr/>
          </p:nvSpPr>
          <p:spPr>
            <a:xfrm>
              <a:off x="4019323" y="466699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83D8BA">
                <a:alpha val="100000"/>
              </a:srgbClr>
            </a:solidFill>
            <a:ln w="5420" cap="flat">
              <a:solidFill>
                <a:srgbClr val="83D8B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67" name="pg2267"/>
            <p:cNvSpPr/>
            <p:nvPr/>
          </p:nvSpPr>
          <p:spPr>
            <a:xfrm>
              <a:off x="4030960" y="466699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82D8B9">
                <a:alpha val="100000"/>
              </a:srgbClr>
            </a:solidFill>
            <a:ln w="5420" cap="flat">
              <a:solidFill>
                <a:srgbClr val="82D8B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68" name="pg2268"/>
            <p:cNvSpPr/>
            <p:nvPr/>
          </p:nvSpPr>
          <p:spPr>
            <a:xfrm>
              <a:off x="4042598" y="466699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80D7B8">
                <a:alpha val="100000"/>
              </a:srgbClr>
            </a:solidFill>
            <a:ln w="5420" cap="flat">
              <a:solidFill>
                <a:srgbClr val="80D7B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69" name="pg2269"/>
            <p:cNvSpPr/>
            <p:nvPr/>
          </p:nvSpPr>
          <p:spPr>
            <a:xfrm>
              <a:off x="4054235" y="466699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FD7B8">
                <a:alpha val="100000"/>
              </a:srgbClr>
            </a:solidFill>
            <a:ln w="5420" cap="flat">
              <a:solidFill>
                <a:srgbClr val="7FD7B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70" name="pg2270"/>
            <p:cNvSpPr/>
            <p:nvPr/>
          </p:nvSpPr>
          <p:spPr>
            <a:xfrm>
              <a:off x="4065872" y="466699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ED6B8">
                <a:alpha val="100000"/>
              </a:srgbClr>
            </a:solidFill>
            <a:ln w="5420" cap="flat">
              <a:solidFill>
                <a:srgbClr val="7ED6B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71" name="pg2271"/>
            <p:cNvSpPr/>
            <p:nvPr/>
          </p:nvSpPr>
          <p:spPr>
            <a:xfrm>
              <a:off x="4077510" y="466699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DD6B7">
                <a:alpha val="100000"/>
              </a:srgbClr>
            </a:solidFill>
            <a:ln w="5420" cap="flat">
              <a:solidFill>
                <a:srgbClr val="7DD6B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72" name="pg2272"/>
            <p:cNvSpPr/>
            <p:nvPr/>
          </p:nvSpPr>
          <p:spPr>
            <a:xfrm>
              <a:off x="4543003" y="466699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CC7AC">
                <a:alpha val="100000"/>
              </a:srgbClr>
            </a:solidFill>
            <a:ln w="5420" cap="flat">
              <a:solidFill>
                <a:srgbClr val="5CC7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73" name="pg2273"/>
            <p:cNvSpPr/>
            <p:nvPr/>
          </p:nvSpPr>
          <p:spPr>
            <a:xfrm>
              <a:off x="4554640" y="466699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AC5AC">
                <a:alpha val="100000"/>
              </a:srgbClr>
            </a:solidFill>
            <a:ln w="5420" cap="flat">
              <a:solidFill>
                <a:srgbClr val="5AC5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74" name="pg2274"/>
            <p:cNvSpPr/>
            <p:nvPr/>
          </p:nvSpPr>
          <p:spPr>
            <a:xfrm>
              <a:off x="4566278" y="466699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9C4AC">
                <a:alpha val="100000"/>
              </a:srgbClr>
            </a:solidFill>
            <a:ln w="5420" cap="flat">
              <a:solidFill>
                <a:srgbClr val="59C4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75" name="pg2275"/>
            <p:cNvSpPr/>
            <p:nvPr/>
          </p:nvSpPr>
          <p:spPr>
            <a:xfrm>
              <a:off x="4577915" y="466699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AC4AC">
                <a:alpha val="100000"/>
              </a:srgbClr>
            </a:solidFill>
            <a:ln w="5420" cap="flat">
              <a:solidFill>
                <a:srgbClr val="5AC4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76" name="pg2276"/>
            <p:cNvSpPr/>
            <p:nvPr/>
          </p:nvSpPr>
          <p:spPr>
            <a:xfrm>
              <a:off x="4589552" y="466699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BC6AC">
                <a:alpha val="100000"/>
              </a:srgbClr>
            </a:solidFill>
            <a:ln w="5420" cap="flat">
              <a:solidFill>
                <a:srgbClr val="5BC6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77" name="pg2277"/>
            <p:cNvSpPr/>
            <p:nvPr/>
          </p:nvSpPr>
          <p:spPr>
            <a:xfrm>
              <a:off x="3623654" y="468129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90DCBF">
                <a:alpha val="100000"/>
              </a:srgbClr>
            </a:solidFill>
            <a:ln w="5420" cap="flat">
              <a:solidFill>
                <a:srgbClr val="90DCB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78" name="pg2278"/>
            <p:cNvSpPr/>
            <p:nvPr/>
          </p:nvSpPr>
          <p:spPr>
            <a:xfrm>
              <a:off x="3635291" y="468129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90DCBF">
                <a:alpha val="100000"/>
              </a:srgbClr>
            </a:solidFill>
            <a:ln w="5420" cap="flat">
              <a:solidFill>
                <a:srgbClr val="90DCB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79" name="pg2279"/>
            <p:cNvSpPr/>
            <p:nvPr/>
          </p:nvSpPr>
          <p:spPr>
            <a:xfrm>
              <a:off x="3646928" y="468129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91DCC0">
                <a:alpha val="100000"/>
              </a:srgbClr>
            </a:solidFill>
            <a:ln w="5420" cap="flat">
              <a:solidFill>
                <a:srgbClr val="91DCC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80" name="pg2280"/>
            <p:cNvSpPr/>
            <p:nvPr/>
          </p:nvSpPr>
          <p:spPr>
            <a:xfrm>
              <a:off x="3658566" y="468129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91DCC0">
                <a:alpha val="100000"/>
              </a:srgbClr>
            </a:solidFill>
            <a:ln w="5420" cap="flat">
              <a:solidFill>
                <a:srgbClr val="91DCC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81" name="pg2281"/>
            <p:cNvSpPr/>
            <p:nvPr/>
          </p:nvSpPr>
          <p:spPr>
            <a:xfrm>
              <a:off x="3670203" y="468129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91DCC0">
                <a:alpha val="100000"/>
              </a:srgbClr>
            </a:solidFill>
            <a:ln w="5420" cap="flat">
              <a:solidFill>
                <a:srgbClr val="91DCC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82" name="pg2282"/>
            <p:cNvSpPr/>
            <p:nvPr/>
          </p:nvSpPr>
          <p:spPr>
            <a:xfrm>
              <a:off x="3728390" y="468129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91DCC0">
                <a:alpha val="100000"/>
              </a:srgbClr>
            </a:solidFill>
            <a:ln w="5420" cap="flat">
              <a:solidFill>
                <a:srgbClr val="91DCC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83" name="pg2283"/>
            <p:cNvSpPr/>
            <p:nvPr/>
          </p:nvSpPr>
          <p:spPr>
            <a:xfrm>
              <a:off x="3740027" y="468129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90DCBF">
                <a:alpha val="100000"/>
              </a:srgbClr>
            </a:solidFill>
            <a:ln w="5420" cap="flat">
              <a:solidFill>
                <a:srgbClr val="90DCB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84" name="pg2284"/>
            <p:cNvSpPr/>
            <p:nvPr/>
          </p:nvSpPr>
          <p:spPr>
            <a:xfrm>
              <a:off x="3751664" y="468129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90DCBF">
                <a:alpha val="100000"/>
              </a:srgbClr>
            </a:solidFill>
            <a:ln w="5420" cap="flat">
              <a:solidFill>
                <a:srgbClr val="90DCB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85" name="pg2285"/>
            <p:cNvSpPr/>
            <p:nvPr/>
          </p:nvSpPr>
          <p:spPr>
            <a:xfrm>
              <a:off x="3763302" y="468129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8FDCBF">
                <a:alpha val="100000"/>
              </a:srgbClr>
            </a:solidFill>
            <a:ln w="5420" cap="flat">
              <a:solidFill>
                <a:srgbClr val="8FDCB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86" name="pg2286"/>
            <p:cNvSpPr/>
            <p:nvPr/>
          </p:nvSpPr>
          <p:spPr>
            <a:xfrm>
              <a:off x="3774939" y="468129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8FDBBF">
                <a:alpha val="100000"/>
              </a:srgbClr>
            </a:solidFill>
            <a:ln w="5420" cap="flat">
              <a:solidFill>
                <a:srgbClr val="8FDBB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87" name="pg2287"/>
            <p:cNvSpPr/>
            <p:nvPr/>
          </p:nvSpPr>
          <p:spPr>
            <a:xfrm>
              <a:off x="3786576" y="468129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8EDBBE">
                <a:alpha val="100000"/>
              </a:srgbClr>
            </a:solidFill>
            <a:ln w="5420" cap="flat">
              <a:solidFill>
                <a:srgbClr val="8EDBB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88" name="pg2288"/>
            <p:cNvSpPr/>
            <p:nvPr/>
          </p:nvSpPr>
          <p:spPr>
            <a:xfrm>
              <a:off x="3798214" y="468129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8DDBBE">
                <a:alpha val="100000"/>
              </a:srgbClr>
            </a:solidFill>
            <a:ln w="5420" cap="flat">
              <a:solidFill>
                <a:srgbClr val="8DDBB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89" name="pg2289"/>
            <p:cNvSpPr/>
            <p:nvPr/>
          </p:nvSpPr>
          <p:spPr>
            <a:xfrm>
              <a:off x="3809851" y="468129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8CDBBE">
                <a:alpha val="100000"/>
              </a:srgbClr>
            </a:solidFill>
            <a:ln w="5420" cap="flat">
              <a:solidFill>
                <a:srgbClr val="8CDBB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90" name="pg2290"/>
            <p:cNvSpPr/>
            <p:nvPr/>
          </p:nvSpPr>
          <p:spPr>
            <a:xfrm>
              <a:off x="3821488" y="468129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8CDBBE">
                <a:alpha val="100000"/>
              </a:srgbClr>
            </a:solidFill>
            <a:ln w="5420" cap="flat">
              <a:solidFill>
                <a:srgbClr val="8CDBB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91" name="pg2291"/>
            <p:cNvSpPr/>
            <p:nvPr/>
          </p:nvSpPr>
          <p:spPr>
            <a:xfrm>
              <a:off x="3833126" y="468129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8CDBBE">
                <a:alpha val="100000"/>
              </a:srgbClr>
            </a:solidFill>
            <a:ln w="5420" cap="flat">
              <a:solidFill>
                <a:srgbClr val="8CDBB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92" name="pg2292"/>
            <p:cNvSpPr/>
            <p:nvPr/>
          </p:nvSpPr>
          <p:spPr>
            <a:xfrm>
              <a:off x="3844763" y="468129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8CDBBD">
                <a:alpha val="100000"/>
              </a:srgbClr>
            </a:solidFill>
            <a:ln w="5420" cap="flat">
              <a:solidFill>
                <a:srgbClr val="8CDBB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93" name="pg2293"/>
            <p:cNvSpPr/>
            <p:nvPr/>
          </p:nvSpPr>
          <p:spPr>
            <a:xfrm>
              <a:off x="3856400" y="468129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8CDBBD">
                <a:alpha val="100000"/>
              </a:srgbClr>
            </a:solidFill>
            <a:ln w="5420" cap="flat">
              <a:solidFill>
                <a:srgbClr val="8CDBB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94" name="pg2294"/>
            <p:cNvSpPr/>
            <p:nvPr/>
          </p:nvSpPr>
          <p:spPr>
            <a:xfrm>
              <a:off x="3868038" y="468129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8CDBBD">
                <a:alpha val="100000"/>
              </a:srgbClr>
            </a:solidFill>
            <a:ln w="5420" cap="flat">
              <a:solidFill>
                <a:srgbClr val="8CDBB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95" name="pg2295"/>
            <p:cNvSpPr/>
            <p:nvPr/>
          </p:nvSpPr>
          <p:spPr>
            <a:xfrm>
              <a:off x="3879675" y="468129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8CDBBD">
                <a:alpha val="100000"/>
              </a:srgbClr>
            </a:solidFill>
            <a:ln w="5420" cap="flat">
              <a:solidFill>
                <a:srgbClr val="8CDBB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96" name="pg2296"/>
            <p:cNvSpPr/>
            <p:nvPr/>
          </p:nvSpPr>
          <p:spPr>
            <a:xfrm>
              <a:off x="3891312" y="468129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8CDABD">
                <a:alpha val="100000"/>
              </a:srgbClr>
            </a:solidFill>
            <a:ln w="5420" cap="flat">
              <a:solidFill>
                <a:srgbClr val="8CDAB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97" name="pg2297"/>
            <p:cNvSpPr/>
            <p:nvPr/>
          </p:nvSpPr>
          <p:spPr>
            <a:xfrm>
              <a:off x="3902950" y="468129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8CDABD">
                <a:alpha val="100000"/>
              </a:srgbClr>
            </a:solidFill>
            <a:ln w="5420" cap="flat">
              <a:solidFill>
                <a:srgbClr val="8CDAB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98" name="pg2298"/>
            <p:cNvSpPr/>
            <p:nvPr/>
          </p:nvSpPr>
          <p:spPr>
            <a:xfrm>
              <a:off x="3914587" y="468129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8BDABD">
                <a:alpha val="100000"/>
              </a:srgbClr>
            </a:solidFill>
            <a:ln w="5420" cap="flat">
              <a:solidFill>
                <a:srgbClr val="8BDAB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99" name="pg2299"/>
            <p:cNvSpPr/>
            <p:nvPr/>
          </p:nvSpPr>
          <p:spPr>
            <a:xfrm>
              <a:off x="3926224" y="468129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8ADABD">
                <a:alpha val="100000"/>
              </a:srgbClr>
            </a:solidFill>
            <a:ln w="5420" cap="flat">
              <a:solidFill>
                <a:srgbClr val="8ADAB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00" name="pg2300"/>
            <p:cNvSpPr/>
            <p:nvPr/>
          </p:nvSpPr>
          <p:spPr>
            <a:xfrm>
              <a:off x="3937862" y="468129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89DABC">
                <a:alpha val="100000"/>
              </a:srgbClr>
            </a:solidFill>
            <a:ln w="5420" cap="flat">
              <a:solidFill>
                <a:srgbClr val="89DAB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01" name="pg2301"/>
            <p:cNvSpPr/>
            <p:nvPr/>
          </p:nvSpPr>
          <p:spPr>
            <a:xfrm>
              <a:off x="3949499" y="468129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89DABC">
                <a:alpha val="100000"/>
              </a:srgbClr>
            </a:solidFill>
            <a:ln w="5420" cap="flat">
              <a:solidFill>
                <a:srgbClr val="89DAB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02" name="pg2302"/>
            <p:cNvSpPr/>
            <p:nvPr/>
          </p:nvSpPr>
          <p:spPr>
            <a:xfrm>
              <a:off x="3961136" y="468129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88D9BC">
                <a:alpha val="100000"/>
              </a:srgbClr>
            </a:solidFill>
            <a:ln w="5420" cap="flat">
              <a:solidFill>
                <a:srgbClr val="88D9B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03" name="pg2303"/>
            <p:cNvSpPr/>
            <p:nvPr/>
          </p:nvSpPr>
          <p:spPr>
            <a:xfrm>
              <a:off x="3972774" y="468129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87D9BB">
                <a:alpha val="100000"/>
              </a:srgbClr>
            </a:solidFill>
            <a:ln w="5420" cap="flat">
              <a:solidFill>
                <a:srgbClr val="87D9B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04" name="pg2304"/>
            <p:cNvSpPr/>
            <p:nvPr/>
          </p:nvSpPr>
          <p:spPr>
            <a:xfrm>
              <a:off x="3984411" y="468129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86D9BB">
                <a:alpha val="100000"/>
              </a:srgbClr>
            </a:solidFill>
            <a:ln w="5420" cap="flat">
              <a:solidFill>
                <a:srgbClr val="86D9B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05" name="pg2305"/>
            <p:cNvSpPr/>
            <p:nvPr/>
          </p:nvSpPr>
          <p:spPr>
            <a:xfrm>
              <a:off x="3996048" y="468129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85D8BB">
                <a:alpha val="100000"/>
              </a:srgbClr>
            </a:solidFill>
            <a:ln w="5420" cap="flat">
              <a:solidFill>
                <a:srgbClr val="85D8B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06" name="pg2306"/>
            <p:cNvSpPr/>
            <p:nvPr/>
          </p:nvSpPr>
          <p:spPr>
            <a:xfrm>
              <a:off x="4007686" y="468129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84D8BA">
                <a:alpha val="100000"/>
              </a:srgbClr>
            </a:solidFill>
            <a:ln w="5420" cap="flat">
              <a:solidFill>
                <a:srgbClr val="84D8B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07" name="pg2307"/>
            <p:cNvSpPr/>
            <p:nvPr/>
          </p:nvSpPr>
          <p:spPr>
            <a:xfrm>
              <a:off x="4019323" y="468129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83D8BA">
                <a:alpha val="100000"/>
              </a:srgbClr>
            </a:solidFill>
            <a:ln w="5420" cap="flat">
              <a:solidFill>
                <a:srgbClr val="83D8B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08" name="pg2308"/>
            <p:cNvSpPr/>
            <p:nvPr/>
          </p:nvSpPr>
          <p:spPr>
            <a:xfrm>
              <a:off x="4030960" y="468129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82D7B9">
                <a:alpha val="100000"/>
              </a:srgbClr>
            </a:solidFill>
            <a:ln w="5420" cap="flat">
              <a:solidFill>
                <a:srgbClr val="82D7B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09" name="pg2309"/>
            <p:cNvSpPr/>
            <p:nvPr/>
          </p:nvSpPr>
          <p:spPr>
            <a:xfrm>
              <a:off x="4042598" y="468129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FD7B8">
                <a:alpha val="100000"/>
              </a:srgbClr>
            </a:solidFill>
            <a:ln w="5420" cap="flat">
              <a:solidFill>
                <a:srgbClr val="7FD7B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10" name="pg2310"/>
            <p:cNvSpPr/>
            <p:nvPr/>
          </p:nvSpPr>
          <p:spPr>
            <a:xfrm>
              <a:off x="4054235" y="468129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ED6B8">
                <a:alpha val="100000"/>
              </a:srgbClr>
            </a:solidFill>
            <a:ln w="5420" cap="flat">
              <a:solidFill>
                <a:srgbClr val="7ED6B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11" name="pg2311"/>
            <p:cNvSpPr/>
            <p:nvPr/>
          </p:nvSpPr>
          <p:spPr>
            <a:xfrm>
              <a:off x="4065872" y="468129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DD6B7">
                <a:alpha val="100000"/>
              </a:srgbClr>
            </a:solidFill>
            <a:ln w="5420" cap="flat">
              <a:solidFill>
                <a:srgbClr val="7DD6B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12" name="pg2312"/>
            <p:cNvSpPr/>
            <p:nvPr/>
          </p:nvSpPr>
          <p:spPr>
            <a:xfrm>
              <a:off x="4077510" y="468129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CD6B7">
                <a:alpha val="100000"/>
              </a:srgbClr>
            </a:solidFill>
            <a:ln w="5420" cap="flat">
              <a:solidFill>
                <a:srgbClr val="7CD6B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13" name="pg2313"/>
            <p:cNvSpPr/>
            <p:nvPr/>
          </p:nvSpPr>
          <p:spPr>
            <a:xfrm>
              <a:off x="4089147" y="468129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BD5B6">
                <a:alpha val="100000"/>
              </a:srgbClr>
            </a:solidFill>
            <a:ln w="5420" cap="flat">
              <a:solidFill>
                <a:srgbClr val="7BD5B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14" name="pg2314"/>
            <p:cNvSpPr/>
            <p:nvPr/>
          </p:nvSpPr>
          <p:spPr>
            <a:xfrm>
              <a:off x="4124059" y="468129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8D5B5">
                <a:alpha val="100000"/>
              </a:srgbClr>
            </a:solidFill>
            <a:ln w="5420" cap="flat">
              <a:solidFill>
                <a:srgbClr val="78D5B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15" name="pg2315"/>
            <p:cNvSpPr/>
            <p:nvPr/>
          </p:nvSpPr>
          <p:spPr>
            <a:xfrm>
              <a:off x="4543003" y="468129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AC4AC">
                <a:alpha val="100000"/>
              </a:srgbClr>
            </a:solidFill>
            <a:ln w="5420" cap="flat">
              <a:solidFill>
                <a:srgbClr val="5AC4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16" name="pg2316"/>
            <p:cNvSpPr/>
            <p:nvPr/>
          </p:nvSpPr>
          <p:spPr>
            <a:xfrm>
              <a:off x="4554640" y="468129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8C2AC">
                <a:alpha val="100000"/>
              </a:srgbClr>
            </a:solidFill>
            <a:ln w="5420" cap="flat">
              <a:solidFill>
                <a:srgbClr val="58C2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17" name="pg2317"/>
            <p:cNvSpPr/>
            <p:nvPr/>
          </p:nvSpPr>
          <p:spPr>
            <a:xfrm>
              <a:off x="4566278" y="468129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7C1AC">
                <a:alpha val="100000"/>
              </a:srgbClr>
            </a:solidFill>
            <a:ln w="5420" cap="flat">
              <a:solidFill>
                <a:srgbClr val="57C1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18" name="pg2318"/>
            <p:cNvSpPr/>
            <p:nvPr/>
          </p:nvSpPr>
          <p:spPr>
            <a:xfrm>
              <a:off x="4577915" y="468129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8C1AC">
                <a:alpha val="100000"/>
              </a:srgbClr>
            </a:solidFill>
            <a:ln w="5420" cap="flat">
              <a:solidFill>
                <a:srgbClr val="58C1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19" name="pg2319"/>
            <p:cNvSpPr/>
            <p:nvPr/>
          </p:nvSpPr>
          <p:spPr>
            <a:xfrm>
              <a:off x="4589552" y="468129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9C3AC">
                <a:alpha val="100000"/>
              </a:srgbClr>
            </a:solidFill>
            <a:ln w="5420" cap="flat">
              <a:solidFill>
                <a:srgbClr val="59C3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20" name="pg2320"/>
            <p:cNvSpPr/>
            <p:nvPr/>
          </p:nvSpPr>
          <p:spPr>
            <a:xfrm>
              <a:off x="3612016" y="469559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90DCBF">
                <a:alpha val="100000"/>
              </a:srgbClr>
            </a:solidFill>
            <a:ln w="5420" cap="flat">
              <a:solidFill>
                <a:srgbClr val="90DCB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21" name="pg2321"/>
            <p:cNvSpPr/>
            <p:nvPr/>
          </p:nvSpPr>
          <p:spPr>
            <a:xfrm>
              <a:off x="3623654" y="469559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90DCBF">
                <a:alpha val="100000"/>
              </a:srgbClr>
            </a:solidFill>
            <a:ln w="5420" cap="flat">
              <a:solidFill>
                <a:srgbClr val="90DCB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22" name="pg2322"/>
            <p:cNvSpPr/>
            <p:nvPr/>
          </p:nvSpPr>
          <p:spPr>
            <a:xfrm>
              <a:off x="3635291" y="469559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91DCC0">
                <a:alpha val="100000"/>
              </a:srgbClr>
            </a:solidFill>
            <a:ln w="5420" cap="flat">
              <a:solidFill>
                <a:srgbClr val="91DCC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23" name="pg2323"/>
            <p:cNvSpPr/>
            <p:nvPr/>
          </p:nvSpPr>
          <p:spPr>
            <a:xfrm>
              <a:off x="3646928" y="469559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91DCC0">
                <a:alpha val="100000"/>
              </a:srgbClr>
            </a:solidFill>
            <a:ln w="5420" cap="flat">
              <a:solidFill>
                <a:srgbClr val="91DCC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24" name="pg2324"/>
            <p:cNvSpPr/>
            <p:nvPr/>
          </p:nvSpPr>
          <p:spPr>
            <a:xfrm>
              <a:off x="3658566" y="469559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91DCC0">
                <a:alpha val="100000"/>
              </a:srgbClr>
            </a:solidFill>
            <a:ln w="5420" cap="flat">
              <a:solidFill>
                <a:srgbClr val="91DCC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25" name="pg2325"/>
            <p:cNvSpPr/>
            <p:nvPr/>
          </p:nvSpPr>
          <p:spPr>
            <a:xfrm>
              <a:off x="3670203" y="469559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91DCC0">
                <a:alpha val="100000"/>
              </a:srgbClr>
            </a:solidFill>
            <a:ln w="5420" cap="flat">
              <a:solidFill>
                <a:srgbClr val="91DCC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26" name="pg2326"/>
            <p:cNvSpPr/>
            <p:nvPr/>
          </p:nvSpPr>
          <p:spPr>
            <a:xfrm>
              <a:off x="3681840" y="469559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91DCC0">
                <a:alpha val="100000"/>
              </a:srgbClr>
            </a:solidFill>
            <a:ln w="5420" cap="flat">
              <a:solidFill>
                <a:srgbClr val="91DCC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27" name="pg2327"/>
            <p:cNvSpPr/>
            <p:nvPr/>
          </p:nvSpPr>
          <p:spPr>
            <a:xfrm>
              <a:off x="3693478" y="469559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92DCC0">
                <a:alpha val="100000"/>
              </a:srgbClr>
            </a:solidFill>
            <a:ln w="5420" cap="flat">
              <a:solidFill>
                <a:srgbClr val="92DCC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28" name="pg2328"/>
            <p:cNvSpPr/>
            <p:nvPr/>
          </p:nvSpPr>
          <p:spPr>
            <a:xfrm>
              <a:off x="3705115" y="469559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92DCC0">
                <a:alpha val="100000"/>
              </a:srgbClr>
            </a:solidFill>
            <a:ln w="5420" cap="flat">
              <a:solidFill>
                <a:srgbClr val="92DCC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29" name="pg2329"/>
            <p:cNvSpPr/>
            <p:nvPr/>
          </p:nvSpPr>
          <p:spPr>
            <a:xfrm>
              <a:off x="3716752" y="469559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92DCC0">
                <a:alpha val="100000"/>
              </a:srgbClr>
            </a:solidFill>
            <a:ln w="5420" cap="flat">
              <a:solidFill>
                <a:srgbClr val="92DCC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30" name="pg2330"/>
            <p:cNvSpPr/>
            <p:nvPr/>
          </p:nvSpPr>
          <p:spPr>
            <a:xfrm>
              <a:off x="3728390" y="469559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91DCC0">
                <a:alpha val="100000"/>
              </a:srgbClr>
            </a:solidFill>
            <a:ln w="5420" cap="flat">
              <a:solidFill>
                <a:srgbClr val="91DCC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31" name="pg2331"/>
            <p:cNvSpPr/>
            <p:nvPr/>
          </p:nvSpPr>
          <p:spPr>
            <a:xfrm>
              <a:off x="3740027" y="469559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91DCC0">
                <a:alpha val="100000"/>
              </a:srgbClr>
            </a:solidFill>
            <a:ln w="5420" cap="flat">
              <a:solidFill>
                <a:srgbClr val="91DCC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32" name="pg2332"/>
            <p:cNvSpPr/>
            <p:nvPr/>
          </p:nvSpPr>
          <p:spPr>
            <a:xfrm>
              <a:off x="3751664" y="469559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90DCBF">
                <a:alpha val="100000"/>
              </a:srgbClr>
            </a:solidFill>
            <a:ln w="5420" cap="flat">
              <a:solidFill>
                <a:srgbClr val="90DCB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33" name="pg2333"/>
            <p:cNvSpPr/>
            <p:nvPr/>
          </p:nvSpPr>
          <p:spPr>
            <a:xfrm>
              <a:off x="3763302" y="469559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90DCBF">
                <a:alpha val="100000"/>
              </a:srgbClr>
            </a:solidFill>
            <a:ln w="5420" cap="flat">
              <a:solidFill>
                <a:srgbClr val="90DCB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34" name="pg2334"/>
            <p:cNvSpPr/>
            <p:nvPr/>
          </p:nvSpPr>
          <p:spPr>
            <a:xfrm>
              <a:off x="3774939" y="469559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8FDBBF">
                <a:alpha val="100000"/>
              </a:srgbClr>
            </a:solidFill>
            <a:ln w="5420" cap="flat">
              <a:solidFill>
                <a:srgbClr val="8FDBB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35" name="pg2335"/>
            <p:cNvSpPr/>
            <p:nvPr/>
          </p:nvSpPr>
          <p:spPr>
            <a:xfrm>
              <a:off x="3786576" y="469559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8EDBBE">
                <a:alpha val="100000"/>
              </a:srgbClr>
            </a:solidFill>
            <a:ln w="5420" cap="flat">
              <a:solidFill>
                <a:srgbClr val="8EDBB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36" name="pg2336"/>
            <p:cNvSpPr/>
            <p:nvPr/>
          </p:nvSpPr>
          <p:spPr>
            <a:xfrm>
              <a:off x="3798214" y="469559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8DDBBE">
                <a:alpha val="100000"/>
              </a:srgbClr>
            </a:solidFill>
            <a:ln w="5420" cap="flat">
              <a:solidFill>
                <a:srgbClr val="8DDBB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37" name="pg2337"/>
            <p:cNvSpPr/>
            <p:nvPr/>
          </p:nvSpPr>
          <p:spPr>
            <a:xfrm>
              <a:off x="3809851" y="469559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8CDBBE">
                <a:alpha val="100000"/>
              </a:srgbClr>
            </a:solidFill>
            <a:ln w="5420" cap="flat">
              <a:solidFill>
                <a:srgbClr val="8CDBB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38" name="pg2338"/>
            <p:cNvSpPr/>
            <p:nvPr/>
          </p:nvSpPr>
          <p:spPr>
            <a:xfrm>
              <a:off x="3821488" y="469559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8CDBBE">
                <a:alpha val="100000"/>
              </a:srgbClr>
            </a:solidFill>
            <a:ln w="5420" cap="flat">
              <a:solidFill>
                <a:srgbClr val="8CDBB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39" name="pg2339"/>
            <p:cNvSpPr/>
            <p:nvPr/>
          </p:nvSpPr>
          <p:spPr>
            <a:xfrm>
              <a:off x="3833126" y="469559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8CDBBD">
                <a:alpha val="100000"/>
              </a:srgbClr>
            </a:solidFill>
            <a:ln w="5420" cap="flat">
              <a:solidFill>
                <a:srgbClr val="8CDBB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40" name="pg2340"/>
            <p:cNvSpPr/>
            <p:nvPr/>
          </p:nvSpPr>
          <p:spPr>
            <a:xfrm>
              <a:off x="3844763" y="469559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8CDBBD">
                <a:alpha val="100000"/>
              </a:srgbClr>
            </a:solidFill>
            <a:ln w="5420" cap="flat">
              <a:solidFill>
                <a:srgbClr val="8CDBB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41" name="pg2341"/>
            <p:cNvSpPr/>
            <p:nvPr/>
          </p:nvSpPr>
          <p:spPr>
            <a:xfrm>
              <a:off x="3856400" y="469559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8CDBBD">
                <a:alpha val="100000"/>
              </a:srgbClr>
            </a:solidFill>
            <a:ln w="5420" cap="flat">
              <a:solidFill>
                <a:srgbClr val="8CDBB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42" name="pg2342"/>
            <p:cNvSpPr/>
            <p:nvPr/>
          </p:nvSpPr>
          <p:spPr>
            <a:xfrm>
              <a:off x="3868038" y="469559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8CDBBD">
                <a:alpha val="100000"/>
              </a:srgbClr>
            </a:solidFill>
            <a:ln w="5420" cap="flat">
              <a:solidFill>
                <a:srgbClr val="8CDBB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43" name="pg2343"/>
            <p:cNvSpPr/>
            <p:nvPr/>
          </p:nvSpPr>
          <p:spPr>
            <a:xfrm>
              <a:off x="3879675" y="469559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8CDBBD">
                <a:alpha val="100000"/>
              </a:srgbClr>
            </a:solidFill>
            <a:ln w="5420" cap="flat">
              <a:solidFill>
                <a:srgbClr val="8CDBB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44" name="pg2344"/>
            <p:cNvSpPr/>
            <p:nvPr/>
          </p:nvSpPr>
          <p:spPr>
            <a:xfrm>
              <a:off x="3891312" y="469559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8CDABD">
                <a:alpha val="100000"/>
              </a:srgbClr>
            </a:solidFill>
            <a:ln w="5420" cap="flat">
              <a:solidFill>
                <a:srgbClr val="8CDAB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45" name="pg2345"/>
            <p:cNvSpPr/>
            <p:nvPr/>
          </p:nvSpPr>
          <p:spPr>
            <a:xfrm>
              <a:off x="3902950" y="469559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8CDABD">
                <a:alpha val="100000"/>
              </a:srgbClr>
            </a:solidFill>
            <a:ln w="5420" cap="flat">
              <a:solidFill>
                <a:srgbClr val="8CDAB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46" name="pg2346"/>
            <p:cNvSpPr/>
            <p:nvPr/>
          </p:nvSpPr>
          <p:spPr>
            <a:xfrm>
              <a:off x="3914587" y="469559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8BDABD">
                <a:alpha val="100000"/>
              </a:srgbClr>
            </a:solidFill>
            <a:ln w="5420" cap="flat">
              <a:solidFill>
                <a:srgbClr val="8BDAB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47" name="pg2347"/>
            <p:cNvSpPr/>
            <p:nvPr/>
          </p:nvSpPr>
          <p:spPr>
            <a:xfrm>
              <a:off x="3926224" y="469559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8ADABD">
                <a:alpha val="100000"/>
              </a:srgbClr>
            </a:solidFill>
            <a:ln w="5420" cap="flat">
              <a:solidFill>
                <a:srgbClr val="8ADAB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48" name="pg2348"/>
            <p:cNvSpPr/>
            <p:nvPr/>
          </p:nvSpPr>
          <p:spPr>
            <a:xfrm>
              <a:off x="3937862" y="469559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89DABC">
                <a:alpha val="100000"/>
              </a:srgbClr>
            </a:solidFill>
            <a:ln w="5420" cap="flat">
              <a:solidFill>
                <a:srgbClr val="89DAB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49" name="pg2349"/>
            <p:cNvSpPr/>
            <p:nvPr/>
          </p:nvSpPr>
          <p:spPr>
            <a:xfrm>
              <a:off x="3949499" y="469559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89DABC">
                <a:alpha val="100000"/>
              </a:srgbClr>
            </a:solidFill>
            <a:ln w="5420" cap="flat">
              <a:solidFill>
                <a:srgbClr val="89DAB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50" name="pg2350"/>
            <p:cNvSpPr/>
            <p:nvPr/>
          </p:nvSpPr>
          <p:spPr>
            <a:xfrm>
              <a:off x="3961136" y="469559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88D9BC">
                <a:alpha val="100000"/>
              </a:srgbClr>
            </a:solidFill>
            <a:ln w="5420" cap="flat">
              <a:solidFill>
                <a:srgbClr val="88D9B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51" name="pg2351"/>
            <p:cNvSpPr/>
            <p:nvPr/>
          </p:nvSpPr>
          <p:spPr>
            <a:xfrm>
              <a:off x="3972774" y="469559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87D9BB">
                <a:alpha val="100000"/>
              </a:srgbClr>
            </a:solidFill>
            <a:ln w="5420" cap="flat">
              <a:solidFill>
                <a:srgbClr val="87D9B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52" name="pg2352"/>
            <p:cNvSpPr/>
            <p:nvPr/>
          </p:nvSpPr>
          <p:spPr>
            <a:xfrm>
              <a:off x="3984411" y="469559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86D9BB">
                <a:alpha val="100000"/>
              </a:srgbClr>
            </a:solidFill>
            <a:ln w="5420" cap="flat">
              <a:solidFill>
                <a:srgbClr val="86D9B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53" name="pg2353"/>
            <p:cNvSpPr/>
            <p:nvPr/>
          </p:nvSpPr>
          <p:spPr>
            <a:xfrm>
              <a:off x="3996048" y="469559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85D8BA">
                <a:alpha val="100000"/>
              </a:srgbClr>
            </a:solidFill>
            <a:ln w="5420" cap="flat">
              <a:solidFill>
                <a:srgbClr val="85D8B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54" name="pg2354"/>
            <p:cNvSpPr/>
            <p:nvPr/>
          </p:nvSpPr>
          <p:spPr>
            <a:xfrm>
              <a:off x="4007686" y="469559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84D8BA">
                <a:alpha val="100000"/>
              </a:srgbClr>
            </a:solidFill>
            <a:ln w="5420" cap="flat">
              <a:solidFill>
                <a:srgbClr val="84D8B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55" name="pg2355"/>
            <p:cNvSpPr/>
            <p:nvPr/>
          </p:nvSpPr>
          <p:spPr>
            <a:xfrm>
              <a:off x="4019323" y="469559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82D8B9">
                <a:alpha val="100000"/>
              </a:srgbClr>
            </a:solidFill>
            <a:ln w="5420" cap="flat">
              <a:solidFill>
                <a:srgbClr val="82D8B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56" name="pg2356"/>
            <p:cNvSpPr/>
            <p:nvPr/>
          </p:nvSpPr>
          <p:spPr>
            <a:xfrm>
              <a:off x="4030960" y="469559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81D7B9">
                <a:alpha val="100000"/>
              </a:srgbClr>
            </a:solidFill>
            <a:ln w="5420" cap="flat">
              <a:solidFill>
                <a:srgbClr val="81D7B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57" name="pg2357"/>
            <p:cNvSpPr/>
            <p:nvPr/>
          </p:nvSpPr>
          <p:spPr>
            <a:xfrm>
              <a:off x="4042598" y="469559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FD7B8">
                <a:alpha val="100000"/>
              </a:srgbClr>
            </a:solidFill>
            <a:ln w="5420" cap="flat">
              <a:solidFill>
                <a:srgbClr val="7FD7B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58" name="pg2358"/>
            <p:cNvSpPr/>
            <p:nvPr/>
          </p:nvSpPr>
          <p:spPr>
            <a:xfrm>
              <a:off x="4054235" y="469559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ED6B7">
                <a:alpha val="100000"/>
              </a:srgbClr>
            </a:solidFill>
            <a:ln w="5420" cap="flat">
              <a:solidFill>
                <a:srgbClr val="7ED6B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59" name="pg2359"/>
            <p:cNvSpPr/>
            <p:nvPr/>
          </p:nvSpPr>
          <p:spPr>
            <a:xfrm>
              <a:off x="4065872" y="469559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CD6B7">
                <a:alpha val="100000"/>
              </a:srgbClr>
            </a:solidFill>
            <a:ln w="5420" cap="flat">
              <a:solidFill>
                <a:srgbClr val="7CD6B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60" name="pg2360"/>
            <p:cNvSpPr/>
            <p:nvPr/>
          </p:nvSpPr>
          <p:spPr>
            <a:xfrm>
              <a:off x="4077510" y="469559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BD5B6">
                <a:alpha val="100000"/>
              </a:srgbClr>
            </a:solidFill>
            <a:ln w="5420" cap="flat">
              <a:solidFill>
                <a:srgbClr val="7BD5B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61" name="pg2361"/>
            <p:cNvSpPr/>
            <p:nvPr/>
          </p:nvSpPr>
          <p:spPr>
            <a:xfrm>
              <a:off x="4089147" y="469559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AD5B6">
                <a:alpha val="100000"/>
              </a:srgbClr>
            </a:solidFill>
            <a:ln w="5420" cap="flat">
              <a:solidFill>
                <a:srgbClr val="7AD5B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62" name="pg2362"/>
            <p:cNvSpPr/>
            <p:nvPr/>
          </p:nvSpPr>
          <p:spPr>
            <a:xfrm>
              <a:off x="4100784" y="469559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9D5B5">
                <a:alpha val="100000"/>
              </a:srgbClr>
            </a:solidFill>
            <a:ln w="5420" cap="flat">
              <a:solidFill>
                <a:srgbClr val="79D5B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63" name="pg2363"/>
            <p:cNvSpPr/>
            <p:nvPr/>
          </p:nvSpPr>
          <p:spPr>
            <a:xfrm>
              <a:off x="4112422" y="469559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8D5B5">
                <a:alpha val="100000"/>
              </a:srgbClr>
            </a:solidFill>
            <a:ln w="5420" cap="flat">
              <a:solidFill>
                <a:srgbClr val="78D5B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64" name="pg2364"/>
            <p:cNvSpPr/>
            <p:nvPr/>
          </p:nvSpPr>
          <p:spPr>
            <a:xfrm>
              <a:off x="4124059" y="469559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7D4B5">
                <a:alpha val="100000"/>
              </a:srgbClr>
            </a:solidFill>
            <a:ln w="5420" cap="flat">
              <a:solidFill>
                <a:srgbClr val="77D4B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65" name="pg2365"/>
            <p:cNvSpPr/>
            <p:nvPr/>
          </p:nvSpPr>
          <p:spPr>
            <a:xfrm>
              <a:off x="4135696" y="469559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6D4B4">
                <a:alpha val="100000"/>
              </a:srgbClr>
            </a:solidFill>
            <a:ln w="5420" cap="flat">
              <a:solidFill>
                <a:srgbClr val="76D4B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66" name="pg2366"/>
            <p:cNvSpPr/>
            <p:nvPr/>
          </p:nvSpPr>
          <p:spPr>
            <a:xfrm>
              <a:off x="4147334" y="469559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5D4B4">
                <a:alpha val="100000"/>
              </a:srgbClr>
            </a:solidFill>
            <a:ln w="5420" cap="flat">
              <a:solidFill>
                <a:srgbClr val="75D4B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67" name="pg2367"/>
            <p:cNvSpPr/>
            <p:nvPr/>
          </p:nvSpPr>
          <p:spPr>
            <a:xfrm>
              <a:off x="4554640" y="469559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8C2AC">
                <a:alpha val="100000"/>
              </a:srgbClr>
            </a:solidFill>
            <a:ln w="5420" cap="flat">
              <a:solidFill>
                <a:srgbClr val="58C2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68" name="pg2368"/>
            <p:cNvSpPr/>
            <p:nvPr/>
          </p:nvSpPr>
          <p:spPr>
            <a:xfrm>
              <a:off x="4566278" y="469559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7C0AC">
                <a:alpha val="100000"/>
              </a:srgbClr>
            </a:solidFill>
            <a:ln w="5420" cap="flat">
              <a:solidFill>
                <a:srgbClr val="57C0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69" name="pg2369"/>
            <p:cNvSpPr/>
            <p:nvPr/>
          </p:nvSpPr>
          <p:spPr>
            <a:xfrm>
              <a:off x="4577915" y="469559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7C1AC">
                <a:alpha val="100000"/>
              </a:srgbClr>
            </a:solidFill>
            <a:ln w="5420" cap="flat">
              <a:solidFill>
                <a:srgbClr val="57C1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70" name="pg2370"/>
            <p:cNvSpPr/>
            <p:nvPr/>
          </p:nvSpPr>
          <p:spPr>
            <a:xfrm>
              <a:off x="4589552" y="469559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9C3AC">
                <a:alpha val="100000"/>
              </a:srgbClr>
            </a:solidFill>
            <a:ln w="5420" cap="flat">
              <a:solidFill>
                <a:srgbClr val="59C3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71" name="pg2371"/>
            <p:cNvSpPr/>
            <p:nvPr/>
          </p:nvSpPr>
          <p:spPr>
            <a:xfrm>
              <a:off x="3600379" y="470989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90DCBF">
                <a:alpha val="100000"/>
              </a:srgbClr>
            </a:solidFill>
            <a:ln w="5420" cap="flat">
              <a:solidFill>
                <a:srgbClr val="90DCB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72" name="pg2372"/>
            <p:cNvSpPr/>
            <p:nvPr/>
          </p:nvSpPr>
          <p:spPr>
            <a:xfrm>
              <a:off x="3612016" y="470989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90DCBF">
                <a:alpha val="100000"/>
              </a:srgbClr>
            </a:solidFill>
            <a:ln w="5420" cap="flat">
              <a:solidFill>
                <a:srgbClr val="90DCB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73" name="pg2373"/>
            <p:cNvSpPr/>
            <p:nvPr/>
          </p:nvSpPr>
          <p:spPr>
            <a:xfrm>
              <a:off x="3623654" y="470989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91DCBF">
                <a:alpha val="100000"/>
              </a:srgbClr>
            </a:solidFill>
            <a:ln w="5420" cap="flat">
              <a:solidFill>
                <a:srgbClr val="91DCB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74" name="pg2374"/>
            <p:cNvSpPr/>
            <p:nvPr/>
          </p:nvSpPr>
          <p:spPr>
            <a:xfrm>
              <a:off x="3635291" y="470989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91DCC0">
                <a:alpha val="100000"/>
              </a:srgbClr>
            </a:solidFill>
            <a:ln w="5420" cap="flat">
              <a:solidFill>
                <a:srgbClr val="91DCC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75" name="pg2375"/>
            <p:cNvSpPr/>
            <p:nvPr/>
          </p:nvSpPr>
          <p:spPr>
            <a:xfrm>
              <a:off x="3646928" y="470989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91DCC0">
                <a:alpha val="100000"/>
              </a:srgbClr>
            </a:solidFill>
            <a:ln w="5420" cap="flat">
              <a:solidFill>
                <a:srgbClr val="91DCC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76" name="pg2376"/>
            <p:cNvSpPr/>
            <p:nvPr/>
          </p:nvSpPr>
          <p:spPr>
            <a:xfrm>
              <a:off x="3658566" y="470989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91DCC0">
                <a:alpha val="100000"/>
              </a:srgbClr>
            </a:solidFill>
            <a:ln w="5420" cap="flat">
              <a:solidFill>
                <a:srgbClr val="91DCC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77" name="pg2377"/>
            <p:cNvSpPr/>
            <p:nvPr/>
          </p:nvSpPr>
          <p:spPr>
            <a:xfrm>
              <a:off x="3670203" y="470989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91DCC0">
                <a:alpha val="100000"/>
              </a:srgbClr>
            </a:solidFill>
            <a:ln w="5420" cap="flat">
              <a:solidFill>
                <a:srgbClr val="91DCC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78" name="pg2378"/>
            <p:cNvSpPr/>
            <p:nvPr/>
          </p:nvSpPr>
          <p:spPr>
            <a:xfrm>
              <a:off x="3681840" y="470989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92DCC0">
                <a:alpha val="100000"/>
              </a:srgbClr>
            </a:solidFill>
            <a:ln w="5420" cap="flat">
              <a:solidFill>
                <a:srgbClr val="92DCC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79" name="pg2379"/>
            <p:cNvSpPr/>
            <p:nvPr/>
          </p:nvSpPr>
          <p:spPr>
            <a:xfrm>
              <a:off x="3693478" y="470989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92DDC0">
                <a:alpha val="100000"/>
              </a:srgbClr>
            </a:solidFill>
            <a:ln w="5420" cap="flat">
              <a:solidFill>
                <a:srgbClr val="92DDC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80" name="pg2380"/>
            <p:cNvSpPr/>
            <p:nvPr/>
          </p:nvSpPr>
          <p:spPr>
            <a:xfrm>
              <a:off x="3705115" y="470989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92DDC0">
                <a:alpha val="100000"/>
              </a:srgbClr>
            </a:solidFill>
            <a:ln w="5420" cap="flat">
              <a:solidFill>
                <a:srgbClr val="92DDC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81" name="pg2381"/>
            <p:cNvSpPr/>
            <p:nvPr/>
          </p:nvSpPr>
          <p:spPr>
            <a:xfrm>
              <a:off x="3716752" y="470989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92DDC0">
                <a:alpha val="100000"/>
              </a:srgbClr>
            </a:solidFill>
            <a:ln w="5420" cap="flat">
              <a:solidFill>
                <a:srgbClr val="92DDC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82" name="pg2382"/>
            <p:cNvSpPr/>
            <p:nvPr/>
          </p:nvSpPr>
          <p:spPr>
            <a:xfrm>
              <a:off x="3728390" y="470989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92DCC0">
                <a:alpha val="100000"/>
              </a:srgbClr>
            </a:solidFill>
            <a:ln w="5420" cap="flat">
              <a:solidFill>
                <a:srgbClr val="92DCC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83" name="pg2383"/>
            <p:cNvSpPr/>
            <p:nvPr/>
          </p:nvSpPr>
          <p:spPr>
            <a:xfrm>
              <a:off x="3740027" y="470989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92DCC0">
                <a:alpha val="100000"/>
              </a:srgbClr>
            </a:solidFill>
            <a:ln w="5420" cap="flat">
              <a:solidFill>
                <a:srgbClr val="92DCC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84" name="pg2384"/>
            <p:cNvSpPr/>
            <p:nvPr/>
          </p:nvSpPr>
          <p:spPr>
            <a:xfrm>
              <a:off x="3751664" y="470989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91DCC0">
                <a:alpha val="100000"/>
              </a:srgbClr>
            </a:solidFill>
            <a:ln w="5420" cap="flat">
              <a:solidFill>
                <a:srgbClr val="91DCC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85" name="pg2385"/>
            <p:cNvSpPr/>
            <p:nvPr/>
          </p:nvSpPr>
          <p:spPr>
            <a:xfrm>
              <a:off x="3763302" y="470989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90DCBF">
                <a:alpha val="100000"/>
              </a:srgbClr>
            </a:solidFill>
            <a:ln w="5420" cap="flat">
              <a:solidFill>
                <a:srgbClr val="90DCB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86" name="pg2386"/>
            <p:cNvSpPr/>
            <p:nvPr/>
          </p:nvSpPr>
          <p:spPr>
            <a:xfrm>
              <a:off x="3774939" y="470989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8FDCBF">
                <a:alpha val="100000"/>
              </a:srgbClr>
            </a:solidFill>
            <a:ln w="5420" cap="flat">
              <a:solidFill>
                <a:srgbClr val="8FDCB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87" name="pg2387"/>
            <p:cNvSpPr/>
            <p:nvPr/>
          </p:nvSpPr>
          <p:spPr>
            <a:xfrm>
              <a:off x="3786576" y="470989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8FDBBF">
                <a:alpha val="100000"/>
              </a:srgbClr>
            </a:solidFill>
            <a:ln w="5420" cap="flat">
              <a:solidFill>
                <a:srgbClr val="8FDBB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88" name="pg2388"/>
            <p:cNvSpPr/>
            <p:nvPr/>
          </p:nvSpPr>
          <p:spPr>
            <a:xfrm>
              <a:off x="3798214" y="470989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8EDBBE">
                <a:alpha val="100000"/>
              </a:srgbClr>
            </a:solidFill>
            <a:ln w="5420" cap="flat">
              <a:solidFill>
                <a:srgbClr val="8EDBB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89" name="pg2389"/>
            <p:cNvSpPr/>
            <p:nvPr/>
          </p:nvSpPr>
          <p:spPr>
            <a:xfrm>
              <a:off x="3809851" y="470989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8CDBBE">
                <a:alpha val="100000"/>
              </a:srgbClr>
            </a:solidFill>
            <a:ln w="5420" cap="flat">
              <a:solidFill>
                <a:srgbClr val="8CDBB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90" name="pg2390"/>
            <p:cNvSpPr/>
            <p:nvPr/>
          </p:nvSpPr>
          <p:spPr>
            <a:xfrm>
              <a:off x="3821488" y="470989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8CDBBE">
                <a:alpha val="100000"/>
              </a:srgbClr>
            </a:solidFill>
            <a:ln w="5420" cap="flat">
              <a:solidFill>
                <a:srgbClr val="8CDBB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91" name="pg2391"/>
            <p:cNvSpPr/>
            <p:nvPr/>
          </p:nvSpPr>
          <p:spPr>
            <a:xfrm>
              <a:off x="3833126" y="470989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8CDBBD">
                <a:alpha val="100000"/>
              </a:srgbClr>
            </a:solidFill>
            <a:ln w="5420" cap="flat">
              <a:solidFill>
                <a:srgbClr val="8CDBB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92" name="pg2392"/>
            <p:cNvSpPr/>
            <p:nvPr/>
          </p:nvSpPr>
          <p:spPr>
            <a:xfrm>
              <a:off x="3844763" y="470989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8CDBBD">
                <a:alpha val="100000"/>
              </a:srgbClr>
            </a:solidFill>
            <a:ln w="5420" cap="flat">
              <a:solidFill>
                <a:srgbClr val="8CDBB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93" name="pg2393"/>
            <p:cNvSpPr/>
            <p:nvPr/>
          </p:nvSpPr>
          <p:spPr>
            <a:xfrm>
              <a:off x="3856400" y="470989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8CDBBD">
                <a:alpha val="100000"/>
              </a:srgbClr>
            </a:solidFill>
            <a:ln w="5420" cap="flat">
              <a:solidFill>
                <a:srgbClr val="8CDBB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94" name="pg2394"/>
            <p:cNvSpPr/>
            <p:nvPr/>
          </p:nvSpPr>
          <p:spPr>
            <a:xfrm>
              <a:off x="3868038" y="470989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8CDBBE">
                <a:alpha val="100000"/>
              </a:srgbClr>
            </a:solidFill>
            <a:ln w="5420" cap="flat">
              <a:solidFill>
                <a:srgbClr val="8CDBB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95" name="pg2395"/>
            <p:cNvSpPr/>
            <p:nvPr/>
          </p:nvSpPr>
          <p:spPr>
            <a:xfrm>
              <a:off x="3879675" y="470989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8CDBBD">
                <a:alpha val="100000"/>
              </a:srgbClr>
            </a:solidFill>
            <a:ln w="5420" cap="flat">
              <a:solidFill>
                <a:srgbClr val="8CDBB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96" name="pg2396"/>
            <p:cNvSpPr/>
            <p:nvPr/>
          </p:nvSpPr>
          <p:spPr>
            <a:xfrm>
              <a:off x="3891312" y="470989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8CDABD">
                <a:alpha val="100000"/>
              </a:srgbClr>
            </a:solidFill>
            <a:ln w="5420" cap="flat">
              <a:solidFill>
                <a:srgbClr val="8CDAB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97" name="pg2397"/>
            <p:cNvSpPr/>
            <p:nvPr/>
          </p:nvSpPr>
          <p:spPr>
            <a:xfrm>
              <a:off x="3902950" y="470989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8CDABD">
                <a:alpha val="100000"/>
              </a:srgbClr>
            </a:solidFill>
            <a:ln w="5420" cap="flat">
              <a:solidFill>
                <a:srgbClr val="8CDAB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98" name="pg2398"/>
            <p:cNvSpPr/>
            <p:nvPr/>
          </p:nvSpPr>
          <p:spPr>
            <a:xfrm>
              <a:off x="3914587" y="470989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8BDABD">
                <a:alpha val="100000"/>
              </a:srgbClr>
            </a:solidFill>
            <a:ln w="5420" cap="flat">
              <a:solidFill>
                <a:srgbClr val="8BDAB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99" name="pg2399"/>
            <p:cNvSpPr/>
            <p:nvPr/>
          </p:nvSpPr>
          <p:spPr>
            <a:xfrm>
              <a:off x="3926224" y="470989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8ADABD">
                <a:alpha val="100000"/>
              </a:srgbClr>
            </a:solidFill>
            <a:ln w="5420" cap="flat">
              <a:solidFill>
                <a:srgbClr val="8ADAB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00" name="pg2400"/>
            <p:cNvSpPr/>
            <p:nvPr/>
          </p:nvSpPr>
          <p:spPr>
            <a:xfrm>
              <a:off x="3937862" y="470989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89DABC">
                <a:alpha val="100000"/>
              </a:srgbClr>
            </a:solidFill>
            <a:ln w="5420" cap="flat">
              <a:solidFill>
                <a:srgbClr val="89DAB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01" name="pg2401"/>
            <p:cNvSpPr/>
            <p:nvPr/>
          </p:nvSpPr>
          <p:spPr>
            <a:xfrm>
              <a:off x="3949499" y="470989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89D9BC">
                <a:alpha val="100000"/>
              </a:srgbClr>
            </a:solidFill>
            <a:ln w="5420" cap="flat">
              <a:solidFill>
                <a:srgbClr val="89D9B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02" name="pg2402"/>
            <p:cNvSpPr/>
            <p:nvPr/>
          </p:nvSpPr>
          <p:spPr>
            <a:xfrm>
              <a:off x="3961136" y="470989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88D9BC">
                <a:alpha val="100000"/>
              </a:srgbClr>
            </a:solidFill>
            <a:ln w="5420" cap="flat">
              <a:solidFill>
                <a:srgbClr val="88D9B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03" name="pg2403"/>
            <p:cNvSpPr/>
            <p:nvPr/>
          </p:nvSpPr>
          <p:spPr>
            <a:xfrm>
              <a:off x="3972774" y="470989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87D9BB">
                <a:alpha val="100000"/>
              </a:srgbClr>
            </a:solidFill>
            <a:ln w="5420" cap="flat">
              <a:solidFill>
                <a:srgbClr val="87D9B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04" name="pg2404"/>
            <p:cNvSpPr/>
            <p:nvPr/>
          </p:nvSpPr>
          <p:spPr>
            <a:xfrm>
              <a:off x="3984411" y="470989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86D9BB">
                <a:alpha val="100000"/>
              </a:srgbClr>
            </a:solidFill>
            <a:ln w="5420" cap="flat">
              <a:solidFill>
                <a:srgbClr val="86D9B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05" name="pg2405"/>
            <p:cNvSpPr/>
            <p:nvPr/>
          </p:nvSpPr>
          <p:spPr>
            <a:xfrm>
              <a:off x="3996048" y="470989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84D8BA">
                <a:alpha val="100000"/>
              </a:srgbClr>
            </a:solidFill>
            <a:ln w="5420" cap="flat">
              <a:solidFill>
                <a:srgbClr val="84D8B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06" name="pg2406"/>
            <p:cNvSpPr/>
            <p:nvPr/>
          </p:nvSpPr>
          <p:spPr>
            <a:xfrm>
              <a:off x="4007686" y="470989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83D8BA">
                <a:alpha val="100000"/>
              </a:srgbClr>
            </a:solidFill>
            <a:ln w="5420" cap="flat">
              <a:solidFill>
                <a:srgbClr val="83D8B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07" name="pg2407"/>
            <p:cNvSpPr/>
            <p:nvPr/>
          </p:nvSpPr>
          <p:spPr>
            <a:xfrm>
              <a:off x="4019323" y="470989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82D8B9">
                <a:alpha val="100000"/>
              </a:srgbClr>
            </a:solidFill>
            <a:ln w="5420" cap="flat">
              <a:solidFill>
                <a:srgbClr val="82D8B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08" name="pg2408"/>
            <p:cNvSpPr/>
            <p:nvPr/>
          </p:nvSpPr>
          <p:spPr>
            <a:xfrm>
              <a:off x="4030960" y="470989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81D7B9">
                <a:alpha val="100000"/>
              </a:srgbClr>
            </a:solidFill>
            <a:ln w="5420" cap="flat">
              <a:solidFill>
                <a:srgbClr val="81D7B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09" name="pg2409"/>
            <p:cNvSpPr/>
            <p:nvPr/>
          </p:nvSpPr>
          <p:spPr>
            <a:xfrm>
              <a:off x="4042598" y="470989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ED6B8">
                <a:alpha val="100000"/>
              </a:srgbClr>
            </a:solidFill>
            <a:ln w="5420" cap="flat">
              <a:solidFill>
                <a:srgbClr val="7ED6B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10" name="pg2410"/>
            <p:cNvSpPr/>
            <p:nvPr/>
          </p:nvSpPr>
          <p:spPr>
            <a:xfrm>
              <a:off x="4054235" y="470989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DD6B7">
                <a:alpha val="100000"/>
              </a:srgbClr>
            </a:solidFill>
            <a:ln w="5420" cap="flat">
              <a:solidFill>
                <a:srgbClr val="7DD6B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11" name="pg2411"/>
            <p:cNvSpPr/>
            <p:nvPr/>
          </p:nvSpPr>
          <p:spPr>
            <a:xfrm>
              <a:off x="4065872" y="470989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BD6B6">
                <a:alpha val="100000"/>
              </a:srgbClr>
            </a:solidFill>
            <a:ln w="5420" cap="flat">
              <a:solidFill>
                <a:srgbClr val="7BD6B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12" name="pg2412"/>
            <p:cNvSpPr/>
            <p:nvPr/>
          </p:nvSpPr>
          <p:spPr>
            <a:xfrm>
              <a:off x="4077510" y="470989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AD5B6">
                <a:alpha val="100000"/>
              </a:srgbClr>
            </a:solidFill>
            <a:ln w="5420" cap="flat">
              <a:solidFill>
                <a:srgbClr val="7AD5B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13" name="pg2413"/>
            <p:cNvSpPr/>
            <p:nvPr/>
          </p:nvSpPr>
          <p:spPr>
            <a:xfrm>
              <a:off x="4089147" y="470989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9D5B5">
                <a:alpha val="100000"/>
              </a:srgbClr>
            </a:solidFill>
            <a:ln w="5420" cap="flat">
              <a:solidFill>
                <a:srgbClr val="79D5B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14" name="pg2414"/>
            <p:cNvSpPr/>
            <p:nvPr/>
          </p:nvSpPr>
          <p:spPr>
            <a:xfrm>
              <a:off x="4100784" y="470989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8D4B5">
                <a:alpha val="100000"/>
              </a:srgbClr>
            </a:solidFill>
            <a:ln w="5420" cap="flat">
              <a:solidFill>
                <a:srgbClr val="78D4B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15" name="pg2415"/>
            <p:cNvSpPr/>
            <p:nvPr/>
          </p:nvSpPr>
          <p:spPr>
            <a:xfrm>
              <a:off x="4112422" y="470989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7D4B4">
                <a:alpha val="100000"/>
              </a:srgbClr>
            </a:solidFill>
            <a:ln w="5420" cap="flat">
              <a:solidFill>
                <a:srgbClr val="77D4B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16" name="pg2416"/>
            <p:cNvSpPr/>
            <p:nvPr/>
          </p:nvSpPr>
          <p:spPr>
            <a:xfrm>
              <a:off x="4124059" y="470989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6D4B4">
                <a:alpha val="100000"/>
              </a:srgbClr>
            </a:solidFill>
            <a:ln w="5420" cap="flat">
              <a:solidFill>
                <a:srgbClr val="76D4B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17" name="pg2417"/>
            <p:cNvSpPr/>
            <p:nvPr/>
          </p:nvSpPr>
          <p:spPr>
            <a:xfrm>
              <a:off x="4135696" y="470989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5D4B4">
                <a:alpha val="100000"/>
              </a:srgbClr>
            </a:solidFill>
            <a:ln w="5420" cap="flat">
              <a:solidFill>
                <a:srgbClr val="75D4B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18" name="pg2418"/>
            <p:cNvSpPr/>
            <p:nvPr/>
          </p:nvSpPr>
          <p:spPr>
            <a:xfrm>
              <a:off x="4147334" y="470989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4D3B3">
                <a:alpha val="100000"/>
              </a:srgbClr>
            </a:solidFill>
            <a:ln w="5420" cap="flat">
              <a:solidFill>
                <a:srgbClr val="74D3B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19" name="pg2419"/>
            <p:cNvSpPr/>
            <p:nvPr/>
          </p:nvSpPr>
          <p:spPr>
            <a:xfrm>
              <a:off x="4263707" y="470989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4D3B3">
                <a:alpha val="100000"/>
              </a:srgbClr>
            </a:solidFill>
            <a:ln w="5420" cap="flat">
              <a:solidFill>
                <a:srgbClr val="74D3B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20" name="pg2420"/>
            <p:cNvSpPr/>
            <p:nvPr/>
          </p:nvSpPr>
          <p:spPr>
            <a:xfrm>
              <a:off x="4275344" y="470989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5D4B4">
                <a:alpha val="100000"/>
              </a:srgbClr>
            </a:solidFill>
            <a:ln w="5420" cap="flat">
              <a:solidFill>
                <a:srgbClr val="75D4B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21" name="pg2421"/>
            <p:cNvSpPr/>
            <p:nvPr/>
          </p:nvSpPr>
          <p:spPr>
            <a:xfrm>
              <a:off x="4286982" y="470989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7D4B5">
                <a:alpha val="100000"/>
              </a:srgbClr>
            </a:solidFill>
            <a:ln w="5420" cap="flat">
              <a:solidFill>
                <a:srgbClr val="77D4B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22" name="pg2422"/>
            <p:cNvSpPr/>
            <p:nvPr/>
          </p:nvSpPr>
          <p:spPr>
            <a:xfrm>
              <a:off x="4298619" y="470989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8D5B5">
                <a:alpha val="100000"/>
              </a:srgbClr>
            </a:solidFill>
            <a:ln w="5420" cap="flat">
              <a:solidFill>
                <a:srgbClr val="78D5B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23" name="pg2423"/>
            <p:cNvSpPr/>
            <p:nvPr/>
          </p:nvSpPr>
          <p:spPr>
            <a:xfrm>
              <a:off x="4554640" y="470989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9C3AC">
                <a:alpha val="100000"/>
              </a:srgbClr>
            </a:solidFill>
            <a:ln w="5420" cap="flat">
              <a:solidFill>
                <a:srgbClr val="59C3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24" name="pg2424"/>
            <p:cNvSpPr/>
            <p:nvPr/>
          </p:nvSpPr>
          <p:spPr>
            <a:xfrm>
              <a:off x="4566278" y="470989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8C2AC">
                <a:alpha val="100000"/>
              </a:srgbClr>
            </a:solidFill>
            <a:ln w="5420" cap="flat">
              <a:solidFill>
                <a:srgbClr val="58C2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25" name="pg2425"/>
            <p:cNvSpPr/>
            <p:nvPr/>
          </p:nvSpPr>
          <p:spPr>
            <a:xfrm>
              <a:off x="4577915" y="470989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8C2AC">
                <a:alpha val="100000"/>
              </a:srgbClr>
            </a:solidFill>
            <a:ln w="5420" cap="flat">
              <a:solidFill>
                <a:srgbClr val="58C2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26" name="pg2426"/>
            <p:cNvSpPr/>
            <p:nvPr/>
          </p:nvSpPr>
          <p:spPr>
            <a:xfrm>
              <a:off x="4589552" y="470989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9C4AC">
                <a:alpha val="100000"/>
              </a:srgbClr>
            </a:solidFill>
            <a:ln w="5420" cap="flat">
              <a:solidFill>
                <a:srgbClr val="59C4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27" name="pg2427"/>
            <p:cNvSpPr/>
            <p:nvPr/>
          </p:nvSpPr>
          <p:spPr>
            <a:xfrm>
              <a:off x="4601190" y="470989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BC6AC">
                <a:alpha val="100000"/>
              </a:srgbClr>
            </a:solidFill>
            <a:ln w="5420" cap="flat">
              <a:solidFill>
                <a:srgbClr val="5BC6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28" name="pg2428"/>
            <p:cNvSpPr/>
            <p:nvPr/>
          </p:nvSpPr>
          <p:spPr>
            <a:xfrm>
              <a:off x="3251259" y="472419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8EDBBE">
                <a:alpha val="100000"/>
              </a:srgbClr>
            </a:solidFill>
            <a:ln w="5420" cap="flat">
              <a:solidFill>
                <a:srgbClr val="8EDBB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29" name="pg2429"/>
            <p:cNvSpPr/>
            <p:nvPr/>
          </p:nvSpPr>
          <p:spPr>
            <a:xfrm>
              <a:off x="3262897" y="472419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8DDBBE">
                <a:alpha val="100000"/>
              </a:srgbClr>
            </a:solidFill>
            <a:ln w="5420" cap="flat">
              <a:solidFill>
                <a:srgbClr val="8DDBB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30" name="pg2430"/>
            <p:cNvSpPr/>
            <p:nvPr/>
          </p:nvSpPr>
          <p:spPr>
            <a:xfrm>
              <a:off x="3600379" y="472419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90DCBF">
                <a:alpha val="100000"/>
              </a:srgbClr>
            </a:solidFill>
            <a:ln w="5420" cap="flat">
              <a:solidFill>
                <a:srgbClr val="90DCB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31" name="pg2431"/>
            <p:cNvSpPr/>
            <p:nvPr/>
          </p:nvSpPr>
          <p:spPr>
            <a:xfrm>
              <a:off x="3612016" y="472419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90DCBF">
                <a:alpha val="100000"/>
              </a:srgbClr>
            </a:solidFill>
            <a:ln w="5420" cap="flat">
              <a:solidFill>
                <a:srgbClr val="90DCB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32" name="pg2432"/>
            <p:cNvSpPr/>
            <p:nvPr/>
          </p:nvSpPr>
          <p:spPr>
            <a:xfrm>
              <a:off x="3623654" y="472419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90DCBF">
                <a:alpha val="100000"/>
              </a:srgbClr>
            </a:solidFill>
            <a:ln w="5420" cap="flat">
              <a:solidFill>
                <a:srgbClr val="90DCB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33" name="pg2433"/>
            <p:cNvSpPr/>
            <p:nvPr/>
          </p:nvSpPr>
          <p:spPr>
            <a:xfrm>
              <a:off x="3635291" y="472419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91DCC0">
                <a:alpha val="100000"/>
              </a:srgbClr>
            </a:solidFill>
            <a:ln w="5420" cap="flat">
              <a:solidFill>
                <a:srgbClr val="91DCC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34" name="pg2434"/>
            <p:cNvSpPr/>
            <p:nvPr/>
          </p:nvSpPr>
          <p:spPr>
            <a:xfrm>
              <a:off x="3646928" y="472419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91DCC0">
                <a:alpha val="100000"/>
              </a:srgbClr>
            </a:solidFill>
            <a:ln w="5420" cap="flat">
              <a:solidFill>
                <a:srgbClr val="91DCC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35" name="pg2435"/>
            <p:cNvSpPr/>
            <p:nvPr/>
          </p:nvSpPr>
          <p:spPr>
            <a:xfrm>
              <a:off x="3658566" y="472419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91DCC0">
                <a:alpha val="100000"/>
              </a:srgbClr>
            </a:solidFill>
            <a:ln w="5420" cap="flat">
              <a:solidFill>
                <a:srgbClr val="91DCC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36" name="pg2436"/>
            <p:cNvSpPr/>
            <p:nvPr/>
          </p:nvSpPr>
          <p:spPr>
            <a:xfrm>
              <a:off x="3670203" y="472419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92DCC0">
                <a:alpha val="100000"/>
              </a:srgbClr>
            </a:solidFill>
            <a:ln w="5420" cap="flat">
              <a:solidFill>
                <a:srgbClr val="92DCC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37" name="pg2437"/>
            <p:cNvSpPr/>
            <p:nvPr/>
          </p:nvSpPr>
          <p:spPr>
            <a:xfrm>
              <a:off x="3681840" y="472419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92DCC0">
                <a:alpha val="100000"/>
              </a:srgbClr>
            </a:solidFill>
            <a:ln w="5420" cap="flat">
              <a:solidFill>
                <a:srgbClr val="92DCC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38" name="pg2438"/>
            <p:cNvSpPr/>
            <p:nvPr/>
          </p:nvSpPr>
          <p:spPr>
            <a:xfrm>
              <a:off x="3693478" y="472419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93DDC1">
                <a:alpha val="100000"/>
              </a:srgbClr>
            </a:solidFill>
            <a:ln w="5420" cap="flat">
              <a:solidFill>
                <a:srgbClr val="93DDC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39" name="pg2439"/>
            <p:cNvSpPr/>
            <p:nvPr/>
          </p:nvSpPr>
          <p:spPr>
            <a:xfrm>
              <a:off x="3705115" y="472419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93DDC1">
                <a:alpha val="100000"/>
              </a:srgbClr>
            </a:solidFill>
            <a:ln w="5420" cap="flat">
              <a:solidFill>
                <a:srgbClr val="93DDC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40" name="pg2440"/>
            <p:cNvSpPr/>
            <p:nvPr/>
          </p:nvSpPr>
          <p:spPr>
            <a:xfrm>
              <a:off x="3716752" y="472419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93DDC1">
                <a:alpha val="100000"/>
              </a:srgbClr>
            </a:solidFill>
            <a:ln w="5420" cap="flat">
              <a:solidFill>
                <a:srgbClr val="93DDC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41" name="pg2441"/>
            <p:cNvSpPr/>
            <p:nvPr/>
          </p:nvSpPr>
          <p:spPr>
            <a:xfrm>
              <a:off x="3728390" y="472419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93DDC1">
                <a:alpha val="100000"/>
              </a:srgbClr>
            </a:solidFill>
            <a:ln w="5420" cap="flat">
              <a:solidFill>
                <a:srgbClr val="93DDC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42" name="pg2442"/>
            <p:cNvSpPr/>
            <p:nvPr/>
          </p:nvSpPr>
          <p:spPr>
            <a:xfrm>
              <a:off x="3740027" y="472419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93DDC0">
                <a:alpha val="100000"/>
              </a:srgbClr>
            </a:solidFill>
            <a:ln w="5420" cap="flat">
              <a:solidFill>
                <a:srgbClr val="93DDC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43" name="pg2443"/>
            <p:cNvSpPr/>
            <p:nvPr/>
          </p:nvSpPr>
          <p:spPr>
            <a:xfrm>
              <a:off x="3751664" y="472419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92DCC0">
                <a:alpha val="100000"/>
              </a:srgbClr>
            </a:solidFill>
            <a:ln w="5420" cap="flat">
              <a:solidFill>
                <a:srgbClr val="92DCC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44" name="pg2444"/>
            <p:cNvSpPr/>
            <p:nvPr/>
          </p:nvSpPr>
          <p:spPr>
            <a:xfrm>
              <a:off x="3763302" y="472419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91DCC0">
                <a:alpha val="100000"/>
              </a:srgbClr>
            </a:solidFill>
            <a:ln w="5420" cap="flat">
              <a:solidFill>
                <a:srgbClr val="91DCC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45" name="pg2445"/>
            <p:cNvSpPr/>
            <p:nvPr/>
          </p:nvSpPr>
          <p:spPr>
            <a:xfrm>
              <a:off x="3774939" y="472419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90DCBF">
                <a:alpha val="100000"/>
              </a:srgbClr>
            </a:solidFill>
            <a:ln w="5420" cap="flat">
              <a:solidFill>
                <a:srgbClr val="90DCB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46" name="pg2446"/>
            <p:cNvSpPr/>
            <p:nvPr/>
          </p:nvSpPr>
          <p:spPr>
            <a:xfrm>
              <a:off x="3786576" y="472419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8FDCBF">
                <a:alpha val="100000"/>
              </a:srgbClr>
            </a:solidFill>
            <a:ln w="5420" cap="flat">
              <a:solidFill>
                <a:srgbClr val="8FDCB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47" name="pg2447"/>
            <p:cNvSpPr/>
            <p:nvPr/>
          </p:nvSpPr>
          <p:spPr>
            <a:xfrm>
              <a:off x="3798214" y="472419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8EDBBE">
                <a:alpha val="100000"/>
              </a:srgbClr>
            </a:solidFill>
            <a:ln w="5420" cap="flat">
              <a:solidFill>
                <a:srgbClr val="8EDBB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48" name="pg2448"/>
            <p:cNvSpPr/>
            <p:nvPr/>
          </p:nvSpPr>
          <p:spPr>
            <a:xfrm>
              <a:off x="3809851" y="472419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8DDBBE">
                <a:alpha val="100000"/>
              </a:srgbClr>
            </a:solidFill>
            <a:ln w="5420" cap="flat">
              <a:solidFill>
                <a:srgbClr val="8DDBB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49" name="pg2449"/>
            <p:cNvSpPr/>
            <p:nvPr/>
          </p:nvSpPr>
          <p:spPr>
            <a:xfrm>
              <a:off x="3821488" y="472419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8CDBBE">
                <a:alpha val="100000"/>
              </a:srgbClr>
            </a:solidFill>
            <a:ln w="5420" cap="flat">
              <a:solidFill>
                <a:srgbClr val="8CDBB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50" name="pg2450"/>
            <p:cNvSpPr/>
            <p:nvPr/>
          </p:nvSpPr>
          <p:spPr>
            <a:xfrm>
              <a:off x="3833126" y="472419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8CDBBE">
                <a:alpha val="100000"/>
              </a:srgbClr>
            </a:solidFill>
            <a:ln w="5420" cap="flat">
              <a:solidFill>
                <a:srgbClr val="8CDBB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51" name="pg2451"/>
            <p:cNvSpPr/>
            <p:nvPr/>
          </p:nvSpPr>
          <p:spPr>
            <a:xfrm>
              <a:off x="3844763" y="472419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8CDBBE">
                <a:alpha val="100000"/>
              </a:srgbClr>
            </a:solidFill>
            <a:ln w="5420" cap="flat">
              <a:solidFill>
                <a:srgbClr val="8CDBB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52" name="pg2452"/>
            <p:cNvSpPr/>
            <p:nvPr/>
          </p:nvSpPr>
          <p:spPr>
            <a:xfrm>
              <a:off x="3856400" y="472419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8CDBBE">
                <a:alpha val="100000"/>
              </a:srgbClr>
            </a:solidFill>
            <a:ln w="5420" cap="flat">
              <a:solidFill>
                <a:srgbClr val="8CDBB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53" name="pg2453"/>
            <p:cNvSpPr/>
            <p:nvPr/>
          </p:nvSpPr>
          <p:spPr>
            <a:xfrm>
              <a:off x="3868038" y="472419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8CDBBE">
                <a:alpha val="100000"/>
              </a:srgbClr>
            </a:solidFill>
            <a:ln w="5420" cap="flat">
              <a:solidFill>
                <a:srgbClr val="8CDBB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54" name="pg2454"/>
            <p:cNvSpPr/>
            <p:nvPr/>
          </p:nvSpPr>
          <p:spPr>
            <a:xfrm>
              <a:off x="3879675" y="472419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8CDBBD">
                <a:alpha val="100000"/>
              </a:srgbClr>
            </a:solidFill>
            <a:ln w="5420" cap="flat">
              <a:solidFill>
                <a:srgbClr val="8CDBB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55" name="pg2455"/>
            <p:cNvSpPr/>
            <p:nvPr/>
          </p:nvSpPr>
          <p:spPr>
            <a:xfrm>
              <a:off x="3891312" y="472419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8CDABD">
                <a:alpha val="100000"/>
              </a:srgbClr>
            </a:solidFill>
            <a:ln w="5420" cap="flat">
              <a:solidFill>
                <a:srgbClr val="8CDAB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56" name="pg2456"/>
            <p:cNvSpPr/>
            <p:nvPr/>
          </p:nvSpPr>
          <p:spPr>
            <a:xfrm>
              <a:off x="3902950" y="472419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8CDABD">
                <a:alpha val="100000"/>
              </a:srgbClr>
            </a:solidFill>
            <a:ln w="5420" cap="flat">
              <a:solidFill>
                <a:srgbClr val="8CDAB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57" name="pg2457"/>
            <p:cNvSpPr/>
            <p:nvPr/>
          </p:nvSpPr>
          <p:spPr>
            <a:xfrm>
              <a:off x="3914587" y="472419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8BDABD">
                <a:alpha val="100000"/>
              </a:srgbClr>
            </a:solidFill>
            <a:ln w="5420" cap="flat">
              <a:solidFill>
                <a:srgbClr val="8BDAB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58" name="pg2458"/>
            <p:cNvSpPr/>
            <p:nvPr/>
          </p:nvSpPr>
          <p:spPr>
            <a:xfrm>
              <a:off x="3926224" y="472419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8ADABD">
                <a:alpha val="100000"/>
              </a:srgbClr>
            </a:solidFill>
            <a:ln w="5420" cap="flat">
              <a:solidFill>
                <a:srgbClr val="8ADAB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59" name="pg2459"/>
            <p:cNvSpPr/>
            <p:nvPr/>
          </p:nvSpPr>
          <p:spPr>
            <a:xfrm>
              <a:off x="3937862" y="472419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89DABC">
                <a:alpha val="100000"/>
              </a:srgbClr>
            </a:solidFill>
            <a:ln w="5420" cap="flat">
              <a:solidFill>
                <a:srgbClr val="89DAB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60" name="pg2460"/>
            <p:cNvSpPr/>
            <p:nvPr/>
          </p:nvSpPr>
          <p:spPr>
            <a:xfrm>
              <a:off x="3949499" y="472419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88D9BC">
                <a:alpha val="100000"/>
              </a:srgbClr>
            </a:solidFill>
            <a:ln w="5420" cap="flat">
              <a:solidFill>
                <a:srgbClr val="88D9B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61" name="pg2461"/>
            <p:cNvSpPr/>
            <p:nvPr/>
          </p:nvSpPr>
          <p:spPr>
            <a:xfrm>
              <a:off x="3961136" y="472419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87D9BC">
                <a:alpha val="100000"/>
              </a:srgbClr>
            </a:solidFill>
            <a:ln w="5420" cap="flat">
              <a:solidFill>
                <a:srgbClr val="87D9B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62" name="pg2462"/>
            <p:cNvSpPr/>
            <p:nvPr/>
          </p:nvSpPr>
          <p:spPr>
            <a:xfrm>
              <a:off x="3972774" y="472419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86D9BB">
                <a:alpha val="100000"/>
              </a:srgbClr>
            </a:solidFill>
            <a:ln w="5420" cap="flat">
              <a:solidFill>
                <a:srgbClr val="86D9B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63" name="pg2463"/>
            <p:cNvSpPr/>
            <p:nvPr/>
          </p:nvSpPr>
          <p:spPr>
            <a:xfrm>
              <a:off x="3984411" y="472419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85D9BB">
                <a:alpha val="100000"/>
              </a:srgbClr>
            </a:solidFill>
            <a:ln w="5420" cap="flat">
              <a:solidFill>
                <a:srgbClr val="85D9B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64" name="pg2464"/>
            <p:cNvSpPr/>
            <p:nvPr/>
          </p:nvSpPr>
          <p:spPr>
            <a:xfrm>
              <a:off x="3996048" y="472419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84D8BA">
                <a:alpha val="100000"/>
              </a:srgbClr>
            </a:solidFill>
            <a:ln w="5420" cap="flat">
              <a:solidFill>
                <a:srgbClr val="84D8B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65" name="pg2465"/>
            <p:cNvSpPr/>
            <p:nvPr/>
          </p:nvSpPr>
          <p:spPr>
            <a:xfrm>
              <a:off x="4007686" y="472419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83D8BA">
                <a:alpha val="100000"/>
              </a:srgbClr>
            </a:solidFill>
            <a:ln w="5420" cap="flat">
              <a:solidFill>
                <a:srgbClr val="83D8B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66" name="pg2466"/>
            <p:cNvSpPr/>
            <p:nvPr/>
          </p:nvSpPr>
          <p:spPr>
            <a:xfrm>
              <a:off x="4019323" y="472419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82D7B9">
                <a:alpha val="100000"/>
              </a:srgbClr>
            </a:solidFill>
            <a:ln w="5420" cap="flat">
              <a:solidFill>
                <a:srgbClr val="82D7B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67" name="pg2467"/>
            <p:cNvSpPr/>
            <p:nvPr/>
          </p:nvSpPr>
          <p:spPr>
            <a:xfrm>
              <a:off x="4030960" y="472419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80D7B8">
                <a:alpha val="100000"/>
              </a:srgbClr>
            </a:solidFill>
            <a:ln w="5420" cap="flat">
              <a:solidFill>
                <a:srgbClr val="80D7B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68" name="pg2468"/>
            <p:cNvSpPr/>
            <p:nvPr/>
          </p:nvSpPr>
          <p:spPr>
            <a:xfrm>
              <a:off x="4042598" y="472419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ED6B7">
                <a:alpha val="100000"/>
              </a:srgbClr>
            </a:solidFill>
            <a:ln w="5420" cap="flat">
              <a:solidFill>
                <a:srgbClr val="7ED6B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69" name="pg2469"/>
            <p:cNvSpPr/>
            <p:nvPr/>
          </p:nvSpPr>
          <p:spPr>
            <a:xfrm>
              <a:off x="4054235" y="472419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CD6B7">
                <a:alpha val="100000"/>
              </a:srgbClr>
            </a:solidFill>
            <a:ln w="5420" cap="flat">
              <a:solidFill>
                <a:srgbClr val="7CD6B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70" name="pg2470"/>
            <p:cNvSpPr/>
            <p:nvPr/>
          </p:nvSpPr>
          <p:spPr>
            <a:xfrm>
              <a:off x="4065872" y="472419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BD5B6">
                <a:alpha val="100000"/>
              </a:srgbClr>
            </a:solidFill>
            <a:ln w="5420" cap="flat">
              <a:solidFill>
                <a:srgbClr val="7BD5B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71" name="pg2471"/>
            <p:cNvSpPr/>
            <p:nvPr/>
          </p:nvSpPr>
          <p:spPr>
            <a:xfrm>
              <a:off x="4077510" y="472419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9D5B6">
                <a:alpha val="100000"/>
              </a:srgbClr>
            </a:solidFill>
            <a:ln w="5420" cap="flat">
              <a:solidFill>
                <a:srgbClr val="79D5B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72" name="pg2472"/>
            <p:cNvSpPr/>
            <p:nvPr/>
          </p:nvSpPr>
          <p:spPr>
            <a:xfrm>
              <a:off x="4089147" y="472419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8D5B5">
                <a:alpha val="100000"/>
              </a:srgbClr>
            </a:solidFill>
            <a:ln w="5420" cap="flat">
              <a:solidFill>
                <a:srgbClr val="78D5B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73" name="pg2473"/>
            <p:cNvSpPr/>
            <p:nvPr/>
          </p:nvSpPr>
          <p:spPr>
            <a:xfrm>
              <a:off x="4100784" y="472419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7D4B5">
                <a:alpha val="100000"/>
              </a:srgbClr>
            </a:solidFill>
            <a:ln w="5420" cap="flat">
              <a:solidFill>
                <a:srgbClr val="77D4B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74" name="pg2474"/>
            <p:cNvSpPr/>
            <p:nvPr/>
          </p:nvSpPr>
          <p:spPr>
            <a:xfrm>
              <a:off x="4112422" y="472419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5D4B4">
                <a:alpha val="100000"/>
              </a:srgbClr>
            </a:solidFill>
            <a:ln w="5420" cap="flat">
              <a:solidFill>
                <a:srgbClr val="75D4B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75" name="pg2475"/>
            <p:cNvSpPr/>
            <p:nvPr/>
          </p:nvSpPr>
          <p:spPr>
            <a:xfrm>
              <a:off x="4124059" y="472419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4D4B4">
                <a:alpha val="100000"/>
              </a:srgbClr>
            </a:solidFill>
            <a:ln w="5420" cap="flat">
              <a:solidFill>
                <a:srgbClr val="74D4B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76" name="pg2476"/>
            <p:cNvSpPr/>
            <p:nvPr/>
          </p:nvSpPr>
          <p:spPr>
            <a:xfrm>
              <a:off x="4135696" y="472419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3D3B3">
                <a:alpha val="100000"/>
              </a:srgbClr>
            </a:solidFill>
            <a:ln w="5420" cap="flat">
              <a:solidFill>
                <a:srgbClr val="73D3B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77" name="pg2477"/>
            <p:cNvSpPr/>
            <p:nvPr/>
          </p:nvSpPr>
          <p:spPr>
            <a:xfrm>
              <a:off x="4147334" y="472419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3D3B3">
                <a:alpha val="100000"/>
              </a:srgbClr>
            </a:solidFill>
            <a:ln w="5420" cap="flat">
              <a:solidFill>
                <a:srgbClr val="73D3B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78" name="pg2478"/>
            <p:cNvSpPr/>
            <p:nvPr/>
          </p:nvSpPr>
          <p:spPr>
            <a:xfrm>
              <a:off x="4252070" y="472419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2D3B3">
                <a:alpha val="100000"/>
              </a:srgbClr>
            </a:solidFill>
            <a:ln w="5420" cap="flat">
              <a:solidFill>
                <a:srgbClr val="72D3B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79" name="pg2479"/>
            <p:cNvSpPr/>
            <p:nvPr/>
          </p:nvSpPr>
          <p:spPr>
            <a:xfrm>
              <a:off x="4263707" y="472419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3D3B3">
                <a:alpha val="100000"/>
              </a:srgbClr>
            </a:solidFill>
            <a:ln w="5420" cap="flat">
              <a:solidFill>
                <a:srgbClr val="73D3B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80" name="pg2480"/>
            <p:cNvSpPr/>
            <p:nvPr/>
          </p:nvSpPr>
          <p:spPr>
            <a:xfrm>
              <a:off x="4275344" y="472419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4D3B3">
                <a:alpha val="100000"/>
              </a:srgbClr>
            </a:solidFill>
            <a:ln w="5420" cap="flat">
              <a:solidFill>
                <a:srgbClr val="74D3B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81" name="pg2481"/>
            <p:cNvSpPr/>
            <p:nvPr/>
          </p:nvSpPr>
          <p:spPr>
            <a:xfrm>
              <a:off x="4286982" y="472419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6D4B4">
                <a:alpha val="100000"/>
              </a:srgbClr>
            </a:solidFill>
            <a:ln w="5420" cap="flat">
              <a:solidFill>
                <a:srgbClr val="76D4B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82" name="pg2482"/>
            <p:cNvSpPr/>
            <p:nvPr/>
          </p:nvSpPr>
          <p:spPr>
            <a:xfrm>
              <a:off x="4298619" y="472419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7D4B5">
                <a:alpha val="100000"/>
              </a:srgbClr>
            </a:solidFill>
            <a:ln w="5420" cap="flat">
              <a:solidFill>
                <a:srgbClr val="77D4B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83" name="pg2483"/>
            <p:cNvSpPr/>
            <p:nvPr/>
          </p:nvSpPr>
          <p:spPr>
            <a:xfrm>
              <a:off x="4310256" y="472419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8D5B5">
                <a:alpha val="100000"/>
              </a:srgbClr>
            </a:solidFill>
            <a:ln w="5420" cap="flat">
              <a:solidFill>
                <a:srgbClr val="78D5B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84" name="pg2484"/>
            <p:cNvSpPr/>
            <p:nvPr/>
          </p:nvSpPr>
          <p:spPr>
            <a:xfrm>
              <a:off x="4321894" y="472419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9D5B5">
                <a:alpha val="100000"/>
              </a:srgbClr>
            </a:solidFill>
            <a:ln w="5420" cap="flat">
              <a:solidFill>
                <a:srgbClr val="79D5B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85" name="pg2485"/>
            <p:cNvSpPr/>
            <p:nvPr/>
          </p:nvSpPr>
          <p:spPr>
            <a:xfrm>
              <a:off x="4554640" y="472419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AC5AC">
                <a:alpha val="100000"/>
              </a:srgbClr>
            </a:solidFill>
            <a:ln w="5420" cap="flat">
              <a:solidFill>
                <a:srgbClr val="5AC5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86" name="pg2486"/>
            <p:cNvSpPr/>
            <p:nvPr/>
          </p:nvSpPr>
          <p:spPr>
            <a:xfrm>
              <a:off x="4566278" y="472419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AC5AC">
                <a:alpha val="100000"/>
              </a:srgbClr>
            </a:solidFill>
            <a:ln w="5420" cap="flat">
              <a:solidFill>
                <a:srgbClr val="5AC5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87" name="pg2487"/>
            <p:cNvSpPr/>
            <p:nvPr/>
          </p:nvSpPr>
          <p:spPr>
            <a:xfrm>
              <a:off x="4577915" y="472419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AC5AC">
                <a:alpha val="100000"/>
              </a:srgbClr>
            </a:solidFill>
            <a:ln w="5420" cap="flat">
              <a:solidFill>
                <a:srgbClr val="5AC5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88" name="pg2488"/>
            <p:cNvSpPr/>
            <p:nvPr/>
          </p:nvSpPr>
          <p:spPr>
            <a:xfrm>
              <a:off x="4589552" y="472419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BC6AC">
                <a:alpha val="100000"/>
              </a:srgbClr>
            </a:solidFill>
            <a:ln w="5420" cap="flat">
              <a:solidFill>
                <a:srgbClr val="5BC6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89" name="pg2489"/>
            <p:cNvSpPr/>
            <p:nvPr/>
          </p:nvSpPr>
          <p:spPr>
            <a:xfrm>
              <a:off x="4601190" y="472419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CC8AC">
                <a:alpha val="100000"/>
              </a:srgbClr>
            </a:solidFill>
            <a:ln w="5420" cap="flat">
              <a:solidFill>
                <a:srgbClr val="5CC8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90" name="pg2490"/>
            <p:cNvSpPr/>
            <p:nvPr/>
          </p:nvSpPr>
          <p:spPr>
            <a:xfrm>
              <a:off x="3239622" y="473849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8EDBBE">
                <a:alpha val="100000"/>
              </a:srgbClr>
            </a:solidFill>
            <a:ln w="5420" cap="flat">
              <a:solidFill>
                <a:srgbClr val="8EDBB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91" name="pg2491"/>
            <p:cNvSpPr/>
            <p:nvPr/>
          </p:nvSpPr>
          <p:spPr>
            <a:xfrm>
              <a:off x="3251259" y="473849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8EDBBE">
                <a:alpha val="100000"/>
              </a:srgbClr>
            </a:solidFill>
            <a:ln w="5420" cap="flat">
              <a:solidFill>
                <a:srgbClr val="8EDBB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92" name="pg2492"/>
            <p:cNvSpPr/>
            <p:nvPr/>
          </p:nvSpPr>
          <p:spPr>
            <a:xfrm>
              <a:off x="3262897" y="473849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8DDBBE">
                <a:alpha val="100000"/>
              </a:srgbClr>
            </a:solidFill>
            <a:ln w="5420" cap="flat">
              <a:solidFill>
                <a:srgbClr val="8DDBB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93" name="pg2493"/>
            <p:cNvSpPr/>
            <p:nvPr/>
          </p:nvSpPr>
          <p:spPr>
            <a:xfrm>
              <a:off x="3274534" y="473849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8DDBBE">
                <a:alpha val="100000"/>
              </a:srgbClr>
            </a:solidFill>
            <a:ln w="5420" cap="flat">
              <a:solidFill>
                <a:srgbClr val="8DDBB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94" name="pg2494"/>
            <p:cNvSpPr/>
            <p:nvPr/>
          </p:nvSpPr>
          <p:spPr>
            <a:xfrm>
              <a:off x="3286171" y="473849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8DDBBE">
                <a:alpha val="100000"/>
              </a:srgbClr>
            </a:solidFill>
            <a:ln w="5420" cap="flat">
              <a:solidFill>
                <a:srgbClr val="8DDBB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95" name="pg2495"/>
            <p:cNvSpPr/>
            <p:nvPr/>
          </p:nvSpPr>
          <p:spPr>
            <a:xfrm>
              <a:off x="3600379" y="473849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90DCBF">
                <a:alpha val="100000"/>
              </a:srgbClr>
            </a:solidFill>
            <a:ln w="5420" cap="flat">
              <a:solidFill>
                <a:srgbClr val="90DCB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96" name="pg2496"/>
            <p:cNvSpPr/>
            <p:nvPr/>
          </p:nvSpPr>
          <p:spPr>
            <a:xfrm>
              <a:off x="3612016" y="473849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90DCBF">
                <a:alpha val="100000"/>
              </a:srgbClr>
            </a:solidFill>
            <a:ln w="5420" cap="flat">
              <a:solidFill>
                <a:srgbClr val="90DCB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97" name="pg2497"/>
            <p:cNvSpPr/>
            <p:nvPr/>
          </p:nvSpPr>
          <p:spPr>
            <a:xfrm>
              <a:off x="3623654" y="473849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90DCBF">
                <a:alpha val="100000"/>
              </a:srgbClr>
            </a:solidFill>
            <a:ln w="5420" cap="flat">
              <a:solidFill>
                <a:srgbClr val="90DCB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98" name="pg2498"/>
            <p:cNvSpPr/>
            <p:nvPr/>
          </p:nvSpPr>
          <p:spPr>
            <a:xfrm>
              <a:off x="3635291" y="473849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90DCBF">
                <a:alpha val="100000"/>
              </a:srgbClr>
            </a:solidFill>
            <a:ln w="5420" cap="flat">
              <a:solidFill>
                <a:srgbClr val="90DCB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99" name="pg2499"/>
            <p:cNvSpPr/>
            <p:nvPr/>
          </p:nvSpPr>
          <p:spPr>
            <a:xfrm>
              <a:off x="3646928" y="473849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91DCC0">
                <a:alpha val="100000"/>
              </a:srgbClr>
            </a:solidFill>
            <a:ln w="5420" cap="flat">
              <a:solidFill>
                <a:srgbClr val="91DCC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00" name="pg2500"/>
            <p:cNvSpPr/>
            <p:nvPr/>
          </p:nvSpPr>
          <p:spPr>
            <a:xfrm>
              <a:off x="3658566" y="473849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91DCC0">
                <a:alpha val="100000"/>
              </a:srgbClr>
            </a:solidFill>
            <a:ln w="5420" cap="flat">
              <a:solidFill>
                <a:srgbClr val="91DCC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01" name="pg2501"/>
            <p:cNvSpPr/>
            <p:nvPr/>
          </p:nvSpPr>
          <p:spPr>
            <a:xfrm>
              <a:off x="3670203" y="473849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92DCC0">
                <a:alpha val="100000"/>
              </a:srgbClr>
            </a:solidFill>
            <a:ln w="5420" cap="flat">
              <a:solidFill>
                <a:srgbClr val="92DCC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02" name="pg2502"/>
            <p:cNvSpPr/>
            <p:nvPr/>
          </p:nvSpPr>
          <p:spPr>
            <a:xfrm>
              <a:off x="3681840" y="473849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93DDC0">
                <a:alpha val="100000"/>
              </a:srgbClr>
            </a:solidFill>
            <a:ln w="5420" cap="flat">
              <a:solidFill>
                <a:srgbClr val="93DDC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03" name="pg2503"/>
            <p:cNvSpPr/>
            <p:nvPr/>
          </p:nvSpPr>
          <p:spPr>
            <a:xfrm>
              <a:off x="3693478" y="473849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94DDC1">
                <a:alpha val="100000"/>
              </a:srgbClr>
            </a:solidFill>
            <a:ln w="5420" cap="flat">
              <a:solidFill>
                <a:srgbClr val="94DDC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04" name="pg2504"/>
            <p:cNvSpPr/>
            <p:nvPr/>
          </p:nvSpPr>
          <p:spPr>
            <a:xfrm>
              <a:off x="3705115" y="473849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95DDC1">
                <a:alpha val="100000"/>
              </a:srgbClr>
            </a:solidFill>
            <a:ln w="5420" cap="flat">
              <a:solidFill>
                <a:srgbClr val="95DDC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05" name="pg2505"/>
            <p:cNvSpPr/>
            <p:nvPr/>
          </p:nvSpPr>
          <p:spPr>
            <a:xfrm>
              <a:off x="3716752" y="473849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95DDC1">
                <a:alpha val="100000"/>
              </a:srgbClr>
            </a:solidFill>
            <a:ln w="5420" cap="flat">
              <a:solidFill>
                <a:srgbClr val="95DDC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06" name="pg2506"/>
            <p:cNvSpPr/>
            <p:nvPr/>
          </p:nvSpPr>
          <p:spPr>
            <a:xfrm>
              <a:off x="3728390" y="473849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95DDC1">
                <a:alpha val="100000"/>
              </a:srgbClr>
            </a:solidFill>
            <a:ln w="5420" cap="flat">
              <a:solidFill>
                <a:srgbClr val="95DDC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07" name="pg2507"/>
            <p:cNvSpPr/>
            <p:nvPr/>
          </p:nvSpPr>
          <p:spPr>
            <a:xfrm>
              <a:off x="3740027" y="473849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94DDC1">
                <a:alpha val="100000"/>
              </a:srgbClr>
            </a:solidFill>
            <a:ln w="5420" cap="flat">
              <a:solidFill>
                <a:srgbClr val="94DDC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08" name="pg2508"/>
            <p:cNvSpPr/>
            <p:nvPr/>
          </p:nvSpPr>
          <p:spPr>
            <a:xfrm>
              <a:off x="3751664" y="473849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93DDC1">
                <a:alpha val="100000"/>
              </a:srgbClr>
            </a:solidFill>
            <a:ln w="5420" cap="flat">
              <a:solidFill>
                <a:srgbClr val="93DDC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09" name="pg2509"/>
            <p:cNvSpPr/>
            <p:nvPr/>
          </p:nvSpPr>
          <p:spPr>
            <a:xfrm>
              <a:off x="3856400" y="473849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8CDBBE">
                <a:alpha val="100000"/>
              </a:srgbClr>
            </a:solidFill>
            <a:ln w="5420" cap="flat">
              <a:solidFill>
                <a:srgbClr val="8CDBB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10" name="pg2510"/>
            <p:cNvSpPr/>
            <p:nvPr/>
          </p:nvSpPr>
          <p:spPr>
            <a:xfrm>
              <a:off x="3868038" y="473849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8CDBBE">
                <a:alpha val="100000"/>
              </a:srgbClr>
            </a:solidFill>
            <a:ln w="5420" cap="flat">
              <a:solidFill>
                <a:srgbClr val="8CDBB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11" name="pg2511"/>
            <p:cNvSpPr/>
            <p:nvPr/>
          </p:nvSpPr>
          <p:spPr>
            <a:xfrm>
              <a:off x="3879675" y="473849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8CDBBE">
                <a:alpha val="100000"/>
              </a:srgbClr>
            </a:solidFill>
            <a:ln w="5420" cap="flat">
              <a:solidFill>
                <a:srgbClr val="8CDBB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12" name="pg2512"/>
            <p:cNvSpPr/>
            <p:nvPr/>
          </p:nvSpPr>
          <p:spPr>
            <a:xfrm>
              <a:off x="3891312" y="473849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8CDABD">
                <a:alpha val="100000"/>
              </a:srgbClr>
            </a:solidFill>
            <a:ln w="5420" cap="flat">
              <a:solidFill>
                <a:srgbClr val="8CDAB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13" name="pg2513"/>
            <p:cNvSpPr/>
            <p:nvPr/>
          </p:nvSpPr>
          <p:spPr>
            <a:xfrm>
              <a:off x="3902950" y="473849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8BDABD">
                <a:alpha val="100000"/>
              </a:srgbClr>
            </a:solidFill>
            <a:ln w="5420" cap="flat">
              <a:solidFill>
                <a:srgbClr val="8BDAB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14" name="pg2514"/>
            <p:cNvSpPr/>
            <p:nvPr/>
          </p:nvSpPr>
          <p:spPr>
            <a:xfrm>
              <a:off x="3914587" y="473849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8BDABD">
                <a:alpha val="100000"/>
              </a:srgbClr>
            </a:solidFill>
            <a:ln w="5420" cap="flat">
              <a:solidFill>
                <a:srgbClr val="8BDAB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15" name="pg2515"/>
            <p:cNvSpPr/>
            <p:nvPr/>
          </p:nvSpPr>
          <p:spPr>
            <a:xfrm>
              <a:off x="3926224" y="473849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8ADABD">
                <a:alpha val="100000"/>
              </a:srgbClr>
            </a:solidFill>
            <a:ln w="5420" cap="flat">
              <a:solidFill>
                <a:srgbClr val="8ADAB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16" name="pg2516"/>
            <p:cNvSpPr/>
            <p:nvPr/>
          </p:nvSpPr>
          <p:spPr>
            <a:xfrm>
              <a:off x="3937862" y="473849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89DABC">
                <a:alpha val="100000"/>
              </a:srgbClr>
            </a:solidFill>
            <a:ln w="5420" cap="flat">
              <a:solidFill>
                <a:srgbClr val="89DAB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17" name="pg2517"/>
            <p:cNvSpPr/>
            <p:nvPr/>
          </p:nvSpPr>
          <p:spPr>
            <a:xfrm>
              <a:off x="3949499" y="473849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88D9BC">
                <a:alpha val="100000"/>
              </a:srgbClr>
            </a:solidFill>
            <a:ln w="5420" cap="flat">
              <a:solidFill>
                <a:srgbClr val="88D9B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18" name="pg2518"/>
            <p:cNvSpPr/>
            <p:nvPr/>
          </p:nvSpPr>
          <p:spPr>
            <a:xfrm>
              <a:off x="3961136" y="473849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87D9BB">
                <a:alpha val="100000"/>
              </a:srgbClr>
            </a:solidFill>
            <a:ln w="5420" cap="flat">
              <a:solidFill>
                <a:srgbClr val="87D9B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19" name="pg2519"/>
            <p:cNvSpPr/>
            <p:nvPr/>
          </p:nvSpPr>
          <p:spPr>
            <a:xfrm>
              <a:off x="4065872" y="473849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AD5B6">
                <a:alpha val="100000"/>
              </a:srgbClr>
            </a:solidFill>
            <a:ln w="5420" cap="flat">
              <a:solidFill>
                <a:srgbClr val="7AD5B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20" name="pg2520"/>
            <p:cNvSpPr/>
            <p:nvPr/>
          </p:nvSpPr>
          <p:spPr>
            <a:xfrm>
              <a:off x="4077510" y="473849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8D5B5">
                <a:alpha val="100000"/>
              </a:srgbClr>
            </a:solidFill>
            <a:ln w="5420" cap="flat">
              <a:solidFill>
                <a:srgbClr val="78D5B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21" name="pg2521"/>
            <p:cNvSpPr/>
            <p:nvPr/>
          </p:nvSpPr>
          <p:spPr>
            <a:xfrm>
              <a:off x="4089147" y="473849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7D4B5">
                <a:alpha val="100000"/>
              </a:srgbClr>
            </a:solidFill>
            <a:ln w="5420" cap="flat">
              <a:solidFill>
                <a:srgbClr val="77D4B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22" name="pg2522"/>
            <p:cNvSpPr/>
            <p:nvPr/>
          </p:nvSpPr>
          <p:spPr>
            <a:xfrm>
              <a:off x="4100784" y="473849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6D4B4">
                <a:alpha val="100000"/>
              </a:srgbClr>
            </a:solidFill>
            <a:ln w="5420" cap="flat">
              <a:solidFill>
                <a:srgbClr val="76D4B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23" name="pg2523"/>
            <p:cNvSpPr/>
            <p:nvPr/>
          </p:nvSpPr>
          <p:spPr>
            <a:xfrm>
              <a:off x="4112422" y="473849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4D4B4">
                <a:alpha val="100000"/>
              </a:srgbClr>
            </a:solidFill>
            <a:ln w="5420" cap="flat">
              <a:solidFill>
                <a:srgbClr val="74D4B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24" name="pg2524"/>
            <p:cNvSpPr/>
            <p:nvPr/>
          </p:nvSpPr>
          <p:spPr>
            <a:xfrm>
              <a:off x="4124059" y="473849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3D3B3">
                <a:alpha val="100000"/>
              </a:srgbClr>
            </a:solidFill>
            <a:ln w="5420" cap="flat">
              <a:solidFill>
                <a:srgbClr val="73D3B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25" name="pg2525"/>
            <p:cNvSpPr/>
            <p:nvPr/>
          </p:nvSpPr>
          <p:spPr>
            <a:xfrm>
              <a:off x="4135696" y="473849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2D3B3">
                <a:alpha val="100000"/>
              </a:srgbClr>
            </a:solidFill>
            <a:ln w="5420" cap="flat">
              <a:solidFill>
                <a:srgbClr val="72D3B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26" name="pg2526"/>
            <p:cNvSpPr/>
            <p:nvPr/>
          </p:nvSpPr>
          <p:spPr>
            <a:xfrm>
              <a:off x="4147334" y="473849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1D3B2">
                <a:alpha val="100000"/>
              </a:srgbClr>
            </a:solidFill>
            <a:ln w="5420" cap="flat">
              <a:solidFill>
                <a:srgbClr val="71D3B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27" name="pg2527"/>
            <p:cNvSpPr/>
            <p:nvPr/>
          </p:nvSpPr>
          <p:spPr>
            <a:xfrm>
              <a:off x="4158971" y="473849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0D2B2">
                <a:alpha val="100000"/>
              </a:srgbClr>
            </a:solidFill>
            <a:ln w="5420" cap="flat">
              <a:solidFill>
                <a:srgbClr val="70D2B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28" name="pg2528"/>
            <p:cNvSpPr/>
            <p:nvPr/>
          </p:nvSpPr>
          <p:spPr>
            <a:xfrm>
              <a:off x="4228795" y="473849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FD2B2">
                <a:alpha val="100000"/>
              </a:srgbClr>
            </a:solidFill>
            <a:ln w="5420" cap="flat">
              <a:solidFill>
                <a:srgbClr val="6FD2B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29" name="pg2529"/>
            <p:cNvSpPr/>
            <p:nvPr/>
          </p:nvSpPr>
          <p:spPr>
            <a:xfrm>
              <a:off x="4240432" y="473849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0D2B2">
                <a:alpha val="100000"/>
              </a:srgbClr>
            </a:solidFill>
            <a:ln w="5420" cap="flat">
              <a:solidFill>
                <a:srgbClr val="70D2B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30" name="pg2530"/>
            <p:cNvSpPr/>
            <p:nvPr/>
          </p:nvSpPr>
          <p:spPr>
            <a:xfrm>
              <a:off x="4252070" y="473849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1D2B2">
                <a:alpha val="100000"/>
              </a:srgbClr>
            </a:solidFill>
            <a:ln w="5420" cap="flat">
              <a:solidFill>
                <a:srgbClr val="71D2B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31" name="pg2531"/>
            <p:cNvSpPr/>
            <p:nvPr/>
          </p:nvSpPr>
          <p:spPr>
            <a:xfrm>
              <a:off x="4263707" y="473849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2D3B3">
                <a:alpha val="100000"/>
              </a:srgbClr>
            </a:solidFill>
            <a:ln w="5420" cap="flat">
              <a:solidFill>
                <a:srgbClr val="72D3B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32" name="pg2532"/>
            <p:cNvSpPr/>
            <p:nvPr/>
          </p:nvSpPr>
          <p:spPr>
            <a:xfrm>
              <a:off x="4275344" y="473849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3D3B3">
                <a:alpha val="100000"/>
              </a:srgbClr>
            </a:solidFill>
            <a:ln w="5420" cap="flat">
              <a:solidFill>
                <a:srgbClr val="73D3B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33" name="pg2533"/>
            <p:cNvSpPr/>
            <p:nvPr/>
          </p:nvSpPr>
          <p:spPr>
            <a:xfrm>
              <a:off x="4286982" y="473849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5D4B4">
                <a:alpha val="100000"/>
              </a:srgbClr>
            </a:solidFill>
            <a:ln w="5420" cap="flat">
              <a:solidFill>
                <a:srgbClr val="75D4B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34" name="pg2534"/>
            <p:cNvSpPr/>
            <p:nvPr/>
          </p:nvSpPr>
          <p:spPr>
            <a:xfrm>
              <a:off x="4298619" y="473849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6D4B4">
                <a:alpha val="100000"/>
              </a:srgbClr>
            </a:solidFill>
            <a:ln w="5420" cap="flat">
              <a:solidFill>
                <a:srgbClr val="76D4B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35" name="pg2535"/>
            <p:cNvSpPr/>
            <p:nvPr/>
          </p:nvSpPr>
          <p:spPr>
            <a:xfrm>
              <a:off x="4310256" y="473849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7D4B5">
                <a:alpha val="100000"/>
              </a:srgbClr>
            </a:solidFill>
            <a:ln w="5420" cap="flat">
              <a:solidFill>
                <a:srgbClr val="77D4B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36" name="pg2536"/>
            <p:cNvSpPr/>
            <p:nvPr/>
          </p:nvSpPr>
          <p:spPr>
            <a:xfrm>
              <a:off x="4321894" y="473849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8D5B5">
                <a:alpha val="100000"/>
              </a:srgbClr>
            </a:solidFill>
            <a:ln w="5420" cap="flat">
              <a:solidFill>
                <a:srgbClr val="78D5B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37" name="pg2537"/>
            <p:cNvSpPr/>
            <p:nvPr/>
          </p:nvSpPr>
          <p:spPr>
            <a:xfrm>
              <a:off x="4333531" y="473849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9D5B5">
                <a:alpha val="100000"/>
              </a:srgbClr>
            </a:solidFill>
            <a:ln w="5420" cap="flat">
              <a:solidFill>
                <a:srgbClr val="79D5B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38" name="pg2538"/>
            <p:cNvSpPr/>
            <p:nvPr/>
          </p:nvSpPr>
          <p:spPr>
            <a:xfrm>
              <a:off x="4345168" y="473849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AD5B6">
                <a:alpha val="100000"/>
              </a:srgbClr>
            </a:solidFill>
            <a:ln w="5420" cap="flat">
              <a:solidFill>
                <a:srgbClr val="7AD5B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39" name="pg2539"/>
            <p:cNvSpPr/>
            <p:nvPr/>
          </p:nvSpPr>
          <p:spPr>
            <a:xfrm>
              <a:off x="4554640" y="473849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CC8AC">
                <a:alpha val="100000"/>
              </a:srgbClr>
            </a:solidFill>
            <a:ln w="5420" cap="flat">
              <a:solidFill>
                <a:srgbClr val="5CC8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40" name="pg2540"/>
            <p:cNvSpPr/>
            <p:nvPr/>
          </p:nvSpPr>
          <p:spPr>
            <a:xfrm>
              <a:off x="4566278" y="473849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CC7AC">
                <a:alpha val="100000"/>
              </a:srgbClr>
            </a:solidFill>
            <a:ln w="5420" cap="flat">
              <a:solidFill>
                <a:srgbClr val="5CC7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41" name="pg2541"/>
            <p:cNvSpPr/>
            <p:nvPr/>
          </p:nvSpPr>
          <p:spPr>
            <a:xfrm>
              <a:off x="4577915" y="473849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CC8AC">
                <a:alpha val="100000"/>
              </a:srgbClr>
            </a:solidFill>
            <a:ln w="5420" cap="flat">
              <a:solidFill>
                <a:srgbClr val="5CC8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42" name="pg2542"/>
            <p:cNvSpPr/>
            <p:nvPr/>
          </p:nvSpPr>
          <p:spPr>
            <a:xfrm>
              <a:off x="4589552" y="473849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CC8AC">
                <a:alpha val="100000"/>
              </a:srgbClr>
            </a:solidFill>
            <a:ln w="5420" cap="flat">
              <a:solidFill>
                <a:srgbClr val="5CC8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43" name="pg2543"/>
            <p:cNvSpPr/>
            <p:nvPr/>
          </p:nvSpPr>
          <p:spPr>
            <a:xfrm>
              <a:off x="4601190" y="473849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DCAAC">
                <a:alpha val="100000"/>
              </a:srgbClr>
            </a:solidFill>
            <a:ln w="5420" cap="flat">
              <a:solidFill>
                <a:srgbClr val="5DCA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44" name="pg2544"/>
            <p:cNvSpPr/>
            <p:nvPr/>
          </p:nvSpPr>
          <p:spPr>
            <a:xfrm>
              <a:off x="3146523" y="475279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99DFC3">
                <a:alpha val="100000"/>
              </a:srgbClr>
            </a:solidFill>
            <a:ln w="5420" cap="flat">
              <a:solidFill>
                <a:srgbClr val="99DFC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45" name="pg2545"/>
            <p:cNvSpPr/>
            <p:nvPr/>
          </p:nvSpPr>
          <p:spPr>
            <a:xfrm>
              <a:off x="3158161" y="475279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99DEC3">
                <a:alpha val="100000"/>
              </a:srgbClr>
            </a:solidFill>
            <a:ln w="5420" cap="flat">
              <a:solidFill>
                <a:srgbClr val="99DEC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46" name="pg2546"/>
            <p:cNvSpPr/>
            <p:nvPr/>
          </p:nvSpPr>
          <p:spPr>
            <a:xfrm>
              <a:off x="3169798" y="475279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97DEC3">
                <a:alpha val="100000"/>
              </a:srgbClr>
            </a:solidFill>
            <a:ln w="5420" cap="flat">
              <a:solidFill>
                <a:srgbClr val="97DEC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47" name="pg2547"/>
            <p:cNvSpPr/>
            <p:nvPr/>
          </p:nvSpPr>
          <p:spPr>
            <a:xfrm>
              <a:off x="3227985" y="475279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8EDBBE">
                <a:alpha val="100000"/>
              </a:srgbClr>
            </a:solidFill>
            <a:ln w="5420" cap="flat">
              <a:solidFill>
                <a:srgbClr val="8EDBB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48" name="pg2548"/>
            <p:cNvSpPr/>
            <p:nvPr/>
          </p:nvSpPr>
          <p:spPr>
            <a:xfrm>
              <a:off x="3239622" y="475279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8EDBBE">
                <a:alpha val="100000"/>
              </a:srgbClr>
            </a:solidFill>
            <a:ln w="5420" cap="flat">
              <a:solidFill>
                <a:srgbClr val="8EDBB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49" name="pg2549"/>
            <p:cNvSpPr/>
            <p:nvPr/>
          </p:nvSpPr>
          <p:spPr>
            <a:xfrm>
              <a:off x="3251259" y="475279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8EDBBE">
                <a:alpha val="100000"/>
              </a:srgbClr>
            </a:solidFill>
            <a:ln w="5420" cap="flat">
              <a:solidFill>
                <a:srgbClr val="8EDBB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50" name="pg2550"/>
            <p:cNvSpPr/>
            <p:nvPr/>
          </p:nvSpPr>
          <p:spPr>
            <a:xfrm>
              <a:off x="3262897" y="475279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8DDBBE">
                <a:alpha val="100000"/>
              </a:srgbClr>
            </a:solidFill>
            <a:ln w="5420" cap="flat">
              <a:solidFill>
                <a:srgbClr val="8DDBB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51" name="pg2551"/>
            <p:cNvSpPr/>
            <p:nvPr/>
          </p:nvSpPr>
          <p:spPr>
            <a:xfrm>
              <a:off x="3274534" y="475279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8DDBBE">
                <a:alpha val="100000"/>
              </a:srgbClr>
            </a:solidFill>
            <a:ln w="5420" cap="flat">
              <a:solidFill>
                <a:srgbClr val="8DDBB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52" name="pg2552"/>
            <p:cNvSpPr/>
            <p:nvPr/>
          </p:nvSpPr>
          <p:spPr>
            <a:xfrm>
              <a:off x="3286171" y="475279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8CDBBE">
                <a:alpha val="100000"/>
              </a:srgbClr>
            </a:solidFill>
            <a:ln w="5420" cap="flat">
              <a:solidFill>
                <a:srgbClr val="8CDBB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53" name="pg2553"/>
            <p:cNvSpPr/>
            <p:nvPr/>
          </p:nvSpPr>
          <p:spPr>
            <a:xfrm>
              <a:off x="3297809" y="475279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8BDABD">
                <a:alpha val="100000"/>
              </a:srgbClr>
            </a:solidFill>
            <a:ln w="5420" cap="flat">
              <a:solidFill>
                <a:srgbClr val="8BDAB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54" name="pg2554"/>
            <p:cNvSpPr/>
            <p:nvPr/>
          </p:nvSpPr>
          <p:spPr>
            <a:xfrm>
              <a:off x="3309446" y="475279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8BDABD">
                <a:alpha val="100000"/>
              </a:srgbClr>
            </a:solidFill>
            <a:ln w="5420" cap="flat">
              <a:solidFill>
                <a:srgbClr val="8BDAB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55" name="pg2555"/>
            <p:cNvSpPr/>
            <p:nvPr/>
          </p:nvSpPr>
          <p:spPr>
            <a:xfrm>
              <a:off x="3321083" y="475279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8BDABD">
                <a:alpha val="100000"/>
              </a:srgbClr>
            </a:solidFill>
            <a:ln w="5420" cap="flat">
              <a:solidFill>
                <a:srgbClr val="8BDAB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56" name="pg2556"/>
            <p:cNvSpPr/>
            <p:nvPr/>
          </p:nvSpPr>
          <p:spPr>
            <a:xfrm>
              <a:off x="3332721" y="475279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8BDABD">
                <a:alpha val="100000"/>
              </a:srgbClr>
            </a:solidFill>
            <a:ln w="5420" cap="flat">
              <a:solidFill>
                <a:srgbClr val="8BDAB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57" name="pg2557"/>
            <p:cNvSpPr/>
            <p:nvPr/>
          </p:nvSpPr>
          <p:spPr>
            <a:xfrm>
              <a:off x="3344358" y="475279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8CDBBE">
                <a:alpha val="100000"/>
              </a:srgbClr>
            </a:solidFill>
            <a:ln w="5420" cap="flat">
              <a:solidFill>
                <a:srgbClr val="8CDBB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58" name="pg2558"/>
            <p:cNvSpPr/>
            <p:nvPr/>
          </p:nvSpPr>
          <p:spPr>
            <a:xfrm>
              <a:off x="3437457" y="475279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92DDC0">
                <a:alpha val="100000"/>
              </a:srgbClr>
            </a:solidFill>
            <a:ln w="5420" cap="flat">
              <a:solidFill>
                <a:srgbClr val="92DDC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59" name="pg2559"/>
            <p:cNvSpPr/>
            <p:nvPr/>
          </p:nvSpPr>
          <p:spPr>
            <a:xfrm>
              <a:off x="3449094" y="475279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93DDC0">
                <a:alpha val="100000"/>
              </a:srgbClr>
            </a:solidFill>
            <a:ln w="5420" cap="flat">
              <a:solidFill>
                <a:srgbClr val="93DDC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60" name="pg2560"/>
            <p:cNvSpPr/>
            <p:nvPr/>
          </p:nvSpPr>
          <p:spPr>
            <a:xfrm>
              <a:off x="3460731" y="475279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94DDC1">
                <a:alpha val="100000"/>
              </a:srgbClr>
            </a:solidFill>
            <a:ln w="5420" cap="flat">
              <a:solidFill>
                <a:srgbClr val="94DDC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61" name="pg2561"/>
            <p:cNvSpPr/>
            <p:nvPr/>
          </p:nvSpPr>
          <p:spPr>
            <a:xfrm>
              <a:off x="3472369" y="475279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94DDC1">
                <a:alpha val="100000"/>
              </a:srgbClr>
            </a:solidFill>
            <a:ln w="5420" cap="flat">
              <a:solidFill>
                <a:srgbClr val="94DDC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62" name="pg2562"/>
            <p:cNvSpPr/>
            <p:nvPr/>
          </p:nvSpPr>
          <p:spPr>
            <a:xfrm>
              <a:off x="3484006" y="475279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94DDC1">
                <a:alpha val="100000"/>
              </a:srgbClr>
            </a:solidFill>
            <a:ln w="5420" cap="flat">
              <a:solidFill>
                <a:srgbClr val="94DDC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63" name="pg2563"/>
            <p:cNvSpPr/>
            <p:nvPr/>
          </p:nvSpPr>
          <p:spPr>
            <a:xfrm>
              <a:off x="3600379" y="475279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90DCBF">
                <a:alpha val="100000"/>
              </a:srgbClr>
            </a:solidFill>
            <a:ln w="5420" cap="flat">
              <a:solidFill>
                <a:srgbClr val="90DCB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64" name="pg2564"/>
            <p:cNvSpPr/>
            <p:nvPr/>
          </p:nvSpPr>
          <p:spPr>
            <a:xfrm>
              <a:off x="3612016" y="475279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90DCBF">
                <a:alpha val="100000"/>
              </a:srgbClr>
            </a:solidFill>
            <a:ln w="5420" cap="flat">
              <a:solidFill>
                <a:srgbClr val="90DCB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65" name="pg2565"/>
            <p:cNvSpPr/>
            <p:nvPr/>
          </p:nvSpPr>
          <p:spPr>
            <a:xfrm>
              <a:off x="3623654" y="475279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90DCBF">
                <a:alpha val="100000"/>
              </a:srgbClr>
            </a:solidFill>
            <a:ln w="5420" cap="flat">
              <a:solidFill>
                <a:srgbClr val="90DCB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66" name="pg2566"/>
            <p:cNvSpPr/>
            <p:nvPr/>
          </p:nvSpPr>
          <p:spPr>
            <a:xfrm>
              <a:off x="3635291" y="475279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90DCBF">
                <a:alpha val="100000"/>
              </a:srgbClr>
            </a:solidFill>
            <a:ln w="5420" cap="flat">
              <a:solidFill>
                <a:srgbClr val="90DCB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67" name="pg2567"/>
            <p:cNvSpPr/>
            <p:nvPr/>
          </p:nvSpPr>
          <p:spPr>
            <a:xfrm>
              <a:off x="3646928" y="475279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90DCBF">
                <a:alpha val="100000"/>
              </a:srgbClr>
            </a:solidFill>
            <a:ln w="5420" cap="flat">
              <a:solidFill>
                <a:srgbClr val="90DCB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68" name="pg2568"/>
            <p:cNvSpPr/>
            <p:nvPr/>
          </p:nvSpPr>
          <p:spPr>
            <a:xfrm>
              <a:off x="3658566" y="475279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91DCC0">
                <a:alpha val="100000"/>
              </a:srgbClr>
            </a:solidFill>
            <a:ln w="5420" cap="flat">
              <a:solidFill>
                <a:srgbClr val="91DCC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69" name="pg2569"/>
            <p:cNvSpPr/>
            <p:nvPr/>
          </p:nvSpPr>
          <p:spPr>
            <a:xfrm>
              <a:off x="3670203" y="475279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92DCC0">
                <a:alpha val="100000"/>
              </a:srgbClr>
            </a:solidFill>
            <a:ln w="5420" cap="flat">
              <a:solidFill>
                <a:srgbClr val="92DCC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70" name="pg2570"/>
            <p:cNvSpPr/>
            <p:nvPr/>
          </p:nvSpPr>
          <p:spPr>
            <a:xfrm>
              <a:off x="3681840" y="475279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93DDC1">
                <a:alpha val="100000"/>
              </a:srgbClr>
            </a:solidFill>
            <a:ln w="5420" cap="flat">
              <a:solidFill>
                <a:srgbClr val="93DDC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71" name="pg2571"/>
            <p:cNvSpPr/>
            <p:nvPr/>
          </p:nvSpPr>
          <p:spPr>
            <a:xfrm>
              <a:off x="3693478" y="475279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95DDC2">
                <a:alpha val="100000"/>
              </a:srgbClr>
            </a:solidFill>
            <a:ln w="5420" cap="flat">
              <a:solidFill>
                <a:srgbClr val="95DDC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72" name="pg2572"/>
            <p:cNvSpPr/>
            <p:nvPr/>
          </p:nvSpPr>
          <p:spPr>
            <a:xfrm>
              <a:off x="3705115" y="475279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96DEC2">
                <a:alpha val="100000"/>
              </a:srgbClr>
            </a:solidFill>
            <a:ln w="5420" cap="flat">
              <a:solidFill>
                <a:srgbClr val="96DEC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73" name="pg2573"/>
            <p:cNvSpPr/>
            <p:nvPr/>
          </p:nvSpPr>
          <p:spPr>
            <a:xfrm>
              <a:off x="3716752" y="475279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96DEC2">
                <a:alpha val="100000"/>
              </a:srgbClr>
            </a:solidFill>
            <a:ln w="5420" cap="flat">
              <a:solidFill>
                <a:srgbClr val="96DEC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74" name="pg2574"/>
            <p:cNvSpPr/>
            <p:nvPr/>
          </p:nvSpPr>
          <p:spPr>
            <a:xfrm>
              <a:off x="3728390" y="475279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96DEC2">
                <a:alpha val="100000"/>
              </a:srgbClr>
            </a:solidFill>
            <a:ln w="5420" cap="flat">
              <a:solidFill>
                <a:srgbClr val="96DEC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75" name="pg2575"/>
            <p:cNvSpPr/>
            <p:nvPr/>
          </p:nvSpPr>
          <p:spPr>
            <a:xfrm>
              <a:off x="3740027" y="475279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95DDC2">
                <a:alpha val="100000"/>
              </a:srgbClr>
            </a:solidFill>
            <a:ln w="5420" cap="flat">
              <a:solidFill>
                <a:srgbClr val="95DDC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76" name="pg2576"/>
            <p:cNvSpPr/>
            <p:nvPr/>
          </p:nvSpPr>
          <p:spPr>
            <a:xfrm>
              <a:off x="3751664" y="475279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95DDC1">
                <a:alpha val="100000"/>
              </a:srgbClr>
            </a:solidFill>
            <a:ln w="5420" cap="flat">
              <a:solidFill>
                <a:srgbClr val="95DDC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77" name="pg2577"/>
            <p:cNvSpPr/>
            <p:nvPr/>
          </p:nvSpPr>
          <p:spPr>
            <a:xfrm>
              <a:off x="4100784" y="475279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5D4B4">
                <a:alpha val="100000"/>
              </a:srgbClr>
            </a:solidFill>
            <a:ln w="5420" cap="flat">
              <a:solidFill>
                <a:srgbClr val="75D4B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78" name="pg2578"/>
            <p:cNvSpPr/>
            <p:nvPr/>
          </p:nvSpPr>
          <p:spPr>
            <a:xfrm>
              <a:off x="4112422" y="475279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3D3B3">
                <a:alpha val="100000"/>
              </a:srgbClr>
            </a:solidFill>
            <a:ln w="5420" cap="flat">
              <a:solidFill>
                <a:srgbClr val="73D3B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79" name="pg2579"/>
            <p:cNvSpPr/>
            <p:nvPr/>
          </p:nvSpPr>
          <p:spPr>
            <a:xfrm>
              <a:off x="4124059" y="475279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2D3B3">
                <a:alpha val="100000"/>
              </a:srgbClr>
            </a:solidFill>
            <a:ln w="5420" cap="flat">
              <a:solidFill>
                <a:srgbClr val="72D3B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80" name="pg2580"/>
            <p:cNvSpPr/>
            <p:nvPr/>
          </p:nvSpPr>
          <p:spPr>
            <a:xfrm>
              <a:off x="4135696" y="475279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1D3B2">
                <a:alpha val="100000"/>
              </a:srgbClr>
            </a:solidFill>
            <a:ln w="5420" cap="flat">
              <a:solidFill>
                <a:srgbClr val="71D3B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81" name="pg2581"/>
            <p:cNvSpPr/>
            <p:nvPr/>
          </p:nvSpPr>
          <p:spPr>
            <a:xfrm>
              <a:off x="4147334" y="475279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0D2B2">
                <a:alpha val="100000"/>
              </a:srgbClr>
            </a:solidFill>
            <a:ln w="5420" cap="flat">
              <a:solidFill>
                <a:srgbClr val="70D2B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82" name="pg2582"/>
            <p:cNvSpPr/>
            <p:nvPr/>
          </p:nvSpPr>
          <p:spPr>
            <a:xfrm>
              <a:off x="4158971" y="475279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FD2B2">
                <a:alpha val="100000"/>
              </a:srgbClr>
            </a:solidFill>
            <a:ln w="5420" cap="flat">
              <a:solidFill>
                <a:srgbClr val="6FD2B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83" name="pg2583"/>
            <p:cNvSpPr/>
            <p:nvPr/>
          </p:nvSpPr>
          <p:spPr>
            <a:xfrm>
              <a:off x="4170608" y="475279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FD2B1">
                <a:alpha val="100000"/>
              </a:srgbClr>
            </a:solidFill>
            <a:ln w="5420" cap="flat">
              <a:solidFill>
                <a:srgbClr val="6FD2B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84" name="pg2584"/>
            <p:cNvSpPr/>
            <p:nvPr/>
          </p:nvSpPr>
          <p:spPr>
            <a:xfrm>
              <a:off x="4193883" y="475279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ED2B1">
                <a:alpha val="100000"/>
              </a:srgbClr>
            </a:solidFill>
            <a:ln w="5420" cap="flat">
              <a:solidFill>
                <a:srgbClr val="6ED2B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85" name="pg2585"/>
            <p:cNvSpPr/>
            <p:nvPr/>
          </p:nvSpPr>
          <p:spPr>
            <a:xfrm>
              <a:off x="4205520" y="475279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ED2B1">
                <a:alpha val="100000"/>
              </a:srgbClr>
            </a:solidFill>
            <a:ln w="5420" cap="flat">
              <a:solidFill>
                <a:srgbClr val="6ED2B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86" name="pg2586"/>
            <p:cNvSpPr/>
            <p:nvPr/>
          </p:nvSpPr>
          <p:spPr>
            <a:xfrm>
              <a:off x="4217158" y="475279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ED2B1">
                <a:alpha val="100000"/>
              </a:srgbClr>
            </a:solidFill>
            <a:ln w="5420" cap="flat">
              <a:solidFill>
                <a:srgbClr val="6ED2B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87" name="pg2587"/>
            <p:cNvSpPr/>
            <p:nvPr/>
          </p:nvSpPr>
          <p:spPr>
            <a:xfrm>
              <a:off x="4228795" y="475279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ED2B1">
                <a:alpha val="100000"/>
              </a:srgbClr>
            </a:solidFill>
            <a:ln w="5420" cap="flat">
              <a:solidFill>
                <a:srgbClr val="6ED2B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88" name="pg2588"/>
            <p:cNvSpPr/>
            <p:nvPr/>
          </p:nvSpPr>
          <p:spPr>
            <a:xfrm>
              <a:off x="4240432" y="475279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FD2B1">
                <a:alpha val="100000"/>
              </a:srgbClr>
            </a:solidFill>
            <a:ln w="5420" cap="flat">
              <a:solidFill>
                <a:srgbClr val="6FD2B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89" name="pg2589"/>
            <p:cNvSpPr/>
            <p:nvPr/>
          </p:nvSpPr>
          <p:spPr>
            <a:xfrm>
              <a:off x="4252070" y="475279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FD2B2">
                <a:alpha val="100000"/>
              </a:srgbClr>
            </a:solidFill>
            <a:ln w="5420" cap="flat">
              <a:solidFill>
                <a:srgbClr val="6FD2B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90" name="pg2590"/>
            <p:cNvSpPr/>
            <p:nvPr/>
          </p:nvSpPr>
          <p:spPr>
            <a:xfrm>
              <a:off x="4263707" y="475279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0D2B2">
                <a:alpha val="100000"/>
              </a:srgbClr>
            </a:solidFill>
            <a:ln w="5420" cap="flat">
              <a:solidFill>
                <a:srgbClr val="70D2B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91" name="pg2591"/>
            <p:cNvSpPr/>
            <p:nvPr/>
          </p:nvSpPr>
          <p:spPr>
            <a:xfrm>
              <a:off x="4275344" y="475279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2D3B3">
                <a:alpha val="100000"/>
              </a:srgbClr>
            </a:solidFill>
            <a:ln w="5420" cap="flat">
              <a:solidFill>
                <a:srgbClr val="72D3B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92" name="pg2592"/>
            <p:cNvSpPr/>
            <p:nvPr/>
          </p:nvSpPr>
          <p:spPr>
            <a:xfrm>
              <a:off x="4286982" y="475279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4D3B3">
                <a:alpha val="100000"/>
              </a:srgbClr>
            </a:solidFill>
            <a:ln w="5420" cap="flat">
              <a:solidFill>
                <a:srgbClr val="74D3B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93" name="pg2593"/>
            <p:cNvSpPr/>
            <p:nvPr/>
          </p:nvSpPr>
          <p:spPr>
            <a:xfrm>
              <a:off x="4298619" y="475279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5D4B4">
                <a:alpha val="100000"/>
              </a:srgbClr>
            </a:solidFill>
            <a:ln w="5420" cap="flat">
              <a:solidFill>
                <a:srgbClr val="75D4B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94" name="pg2594"/>
            <p:cNvSpPr/>
            <p:nvPr/>
          </p:nvSpPr>
          <p:spPr>
            <a:xfrm>
              <a:off x="4310256" y="475279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6D4B4">
                <a:alpha val="100000"/>
              </a:srgbClr>
            </a:solidFill>
            <a:ln w="5420" cap="flat">
              <a:solidFill>
                <a:srgbClr val="76D4B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95" name="pg2595"/>
            <p:cNvSpPr/>
            <p:nvPr/>
          </p:nvSpPr>
          <p:spPr>
            <a:xfrm>
              <a:off x="4321894" y="475279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7D4B5">
                <a:alpha val="100000"/>
              </a:srgbClr>
            </a:solidFill>
            <a:ln w="5420" cap="flat">
              <a:solidFill>
                <a:srgbClr val="77D4B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96" name="pg2596"/>
            <p:cNvSpPr/>
            <p:nvPr/>
          </p:nvSpPr>
          <p:spPr>
            <a:xfrm>
              <a:off x="4333531" y="475279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8D5B5">
                <a:alpha val="100000"/>
              </a:srgbClr>
            </a:solidFill>
            <a:ln w="5420" cap="flat">
              <a:solidFill>
                <a:srgbClr val="78D5B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97" name="pg2597"/>
            <p:cNvSpPr/>
            <p:nvPr/>
          </p:nvSpPr>
          <p:spPr>
            <a:xfrm>
              <a:off x="4345168" y="475279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9D5B5">
                <a:alpha val="100000"/>
              </a:srgbClr>
            </a:solidFill>
            <a:ln w="5420" cap="flat">
              <a:solidFill>
                <a:srgbClr val="79D5B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98" name="pg2598"/>
            <p:cNvSpPr/>
            <p:nvPr/>
          </p:nvSpPr>
          <p:spPr>
            <a:xfrm>
              <a:off x="4356806" y="475279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AD5B6">
                <a:alpha val="100000"/>
              </a:srgbClr>
            </a:solidFill>
            <a:ln w="5420" cap="flat">
              <a:solidFill>
                <a:srgbClr val="7AD5B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99" name="pg2599"/>
            <p:cNvSpPr/>
            <p:nvPr/>
          </p:nvSpPr>
          <p:spPr>
            <a:xfrm>
              <a:off x="4566278" y="475279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ECAAC">
                <a:alpha val="100000"/>
              </a:srgbClr>
            </a:solidFill>
            <a:ln w="5420" cap="flat">
              <a:solidFill>
                <a:srgbClr val="5ECA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00" name="pg2600"/>
            <p:cNvSpPr/>
            <p:nvPr/>
          </p:nvSpPr>
          <p:spPr>
            <a:xfrm>
              <a:off x="4577915" y="475279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ECAAC">
                <a:alpha val="100000"/>
              </a:srgbClr>
            </a:solidFill>
            <a:ln w="5420" cap="flat">
              <a:solidFill>
                <a:srgbClr val="5ECA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01" name="pg2601"/>
            <p:cNvSpPr/>
            <p:nvPr/>
          </p:nvSpPr>
          <p:spPr>
            <a:xfrm>
              <a:off x="4589552" y="475279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ECBAC">
                <a:alpha val="100000"/>
              </a:srgbClr>
            </a:solidFill>
            <a:ln w="5420" cap="flat">
              <a:solidFill>
                <a:srgbClr val="5ECB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02" name="pg2602"/>
            <p:cNvSpPr/>
            <p:nvPr/>
          </p:nvSpPr>
          <p:spPr>
            <a:xfrm>
              <a:off x="4601190" y="475279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FCCAC">
                <a:alpha val="100000"/>
              </a:srgbClr>
            </a:solidFill>
            <a:ln w="5420" cap="flat">
              <a:solidFill>
                <a:srgbClr val="5FCC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03" name="pg2603"/>
            <p:cNvSpPr/>
            <p:nvPr/>
          </p:nvSpPr>
          <p:spPr>
            <a:xfrm>
              <a:off x="3123249" y="476709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9BDFC4">
                <a:alpha val="100000"/>
              </a:srgbClr>
            </a:solidFill>
            <a:ln w="5420" cap="flat">
              <a:solidFill>
                <a:srgbClr val="9BDFC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04" name="pg2604"/>
            <p:cNvSpPr/>
            <p:nvPr/>
          </p:nvSpPr>
          <p:spPr>
            <a:xfrm>
              <a:off x="3134886" y="476709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9CDFC4">
                <a:alpha val="100000"/>
              </a:srgbClr>
            </a:solidFill>
            <a:ln w="5420" cap="flat">
              <a:solidFill>
                <a:srgbClr val="9CDFC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05" name="pg2605"/>
            <p:cNvSpPr/>
            <p:nvPr/>
          </p:nvSpPr>
          <p:spPr>
            <a:xfrm>
              <a:off x="3146523" y="476709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9BDFC4">
                <a:alpha val="100000"/>
              </a:srgbClr>
            </a:solidFill>
            <a:ln w="5420" cap="flat">
              <a:solidFill>
                <a:srgbClr val="9BDFC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06" name="pg2606"/>
            <p:cNvSpPr/>
            <p:nvPr/>
          </p:nvSpPr>
          <p:spPr>
            <a:xfrm>
              <a:off x="3158161" y="476709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9ADFC4">
                <a:alpha val="100000"/>
              </a:srgbClr>
            </a:solidFill>
            <a:ln w="5420" cap="flat">
              <a:solidFill>
                <a:srgbClr val="9ADFC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07" name="pg2607"/>
            <p:cNvSpPr/>
            <p:nvPr/>
          </p:nvSpPr>
          <p:spPr>
            <a:xfrm>
              <a:off x="3169798" y="476709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99DFC3">
                <a:alpha val="100000"/>
              </a:srgbClr>
            </a:solidFill>
            <a:ln w="5420" cap="flat">
              <a:solidFill>
                <a:srgbClr val="99DFC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08" name="pg2608"/>
            <p:cNvSpPr/>
            <p:nvPr/>
          </p:nvSpPr>
          <p:spPr>
            <a:xfrm>
              <a:off x="3181435" y="476709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97DEC2">
                <a:alpha val="100000"/>
              </a:srgbClr>
            </a:solidFill>
            <a:ln w="5420" cap="flat">
              <a:solidFill>
                <a:srgbClr val="97DEC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09" name="pg2609"/>
            <p:cNvSpPr/>
            <p:nvPr/>
          </p:nvSpPr>
          <p:spPr>
            <a:xfrm>
              <a:off x="3216347" y="476709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90DCBF">
                <a:alpha val="100000"/>
              </a:srgbClr>
            </a:solidFill>
            <a:ln w="5420" cap="flat">
              <a:solidFill>
                <a:srgbClr val="90DCB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10" name="pg2610"/>
            <p:cNvSpPr/>
            <p:nvPr/>
          </p:nvSpPr>
          <p:spPr>
            <a:xfrm>
              <a:off x="3227985" y="476709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8EDBBE">
                <a:alpha val="100000"/>
              </a:srgbClr>
            </a:solidFill>
            <a:ln w="5420" cap="flat">
              <a:solidFill>
                <a:srgbClr val="8EDBB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11" name="pg2611"/>
            <p:cNvSpPr/>
            <p:nvPr/>
          </p:nvSpPr>
          <p:spPr>
            <a:xfrm>
              <a:off x="3239622" y="476709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8EDBBE">
                <a:alpha val="100000"/>
              </a:srgbClr>
            </a:solidFill>
            <a:ln w="5420" cap="flat">
              <a:solidFill>
                <a:srgbClr val="8EDBB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12" name="pg2612"/>
            <p:cNvSpPr/>
            <p:nvPr/>
          </p:nvSpPr>
          <p:spPr>
            <a:xfrm>
              <a:off x="3251259" y="476709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8EDBBE">
                <a:alpha val="100000"/>
              </a:srgbClr>
            </a:solidFill>
            <a:ln w="5420" cap="flat">
              <a:solidFill>
                <a:srgbClr val="8EDBB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13" name="pg2613"/>
            <p:cNvSpPr/>
            <p:nvPr/>
          </p:nvSpPr>
          <p:spPr>
            <a:xfrm>
              <a:off x="3262897" y="476709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8DDBBE">
                <a:alpha val="100000"/>
              </a:srgbClr>
            </a:solidFill>
            <a:ln w="5420" cap="flat">
              <a:solidFill>
                <a:srgbClr val="8DDBB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14" name="pg2614"/>
            <p:cNvSpPr/>
            <p:nvPr/>
          </p:nvSpPr>
          <p:spPr>
            <a:xfrm>
              <a:off x="3274534" y="476709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8DDBBE">
                <a:alpha val="100000"/>
              </a:srgbClr>
            </a:solidFill>
            <a:ln w="5420" cap="flat">
              <a:solidFill>
                <a:srgbClr val="8DDBB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15" name="pg2615"/>
            <p:cNvSpPr/>
            <p:nvPr/>
          </p:nvSpPr>
          <p:spPr>
            <a:xfrm>
              <a:off x="3286171" y="476709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8CDBBE">
                <a:alpha val="100000"/>
              </a:srgbClr>
            </a:solidFill>
            <a:ln w="5420" cap="flat">
              <a:solidFill>
                <a:srgbClr val="8CDBB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16" name="pg2616"/>
            <p:cNvSpPr/>
            <p:nvPr/>
          </p:nvSpPr>
          <p:spPr>
            <a:xfrm>
              <a:off x="3297809" y="476709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8BDABD">
                <a:alpha val="100000"/>
              </a:srgbClr>
            </a:solidFill>
            <a:ln w="5420" cap="flat">
              <a:solidFill>
                <a:srgbClr val="8BDAB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17" name="pg2617"/>
            <p:cNvSpPr/>
            <p:nvPr/>
          </p:nvSpPr>
          <p:spPr>
            <a:xfrm>
              <a:off x="3309446" y="476709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8BDABD">
                <a:alpha val="100000"/>
              </a:srgbClr>
            </a:solidFill>
            <a:ln w="5420" cap="flat">
              <a:solidFill>
                <a:srgbClr val="8BDAB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18" name="pg2618"/>
            <p:cNvSpPr/>
            <p:nvPr/>
          </p:nvSpPr>
          <p:spPr>
            <a:xfrm>
              <a:off x="3321083" y="476709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8BDABD">
                <a:alpha val="100000"/>
              </a:srgbClr>
            </a:solidFill>
            <a:ln w="5420" cap="flat">
              <a:solidFill>
                <a:srgbClr val="8BDAB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19" name="pg2619"/>
            <p:cNvSpPr/>
            <p:nvPr/>
          </p:nvSpPr>
          <p:spPr>
            <a:xfrm>
              <a:off x="3332721" y="476709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8BDABD">
                <a:alpha val="100000"/>
              </a:srgbClr>
            </a:solidFill>
            <a:ln w="5420" cap="flat">
              <a:solidFill>
                <a:srgbClr val="8BDAB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20" name="pg2620"/>
            <p:cNvSpPr/>
            <p:nvPr/>
          </p:nvSpPr>
          <p:spPr>
            <a:xfrm>
              <a:off x="3344358" y="476709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8CDBBE">
                <a:alpha val="100000"/>
              </a:srgbClr>
            </a:solidFill>
            <a:ln w="5420" cap="flat">
              <a:solidFill>
                <a:srgbClr val="8CDBB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21" name="pg2621"/>
            <p:cNvSpPr/>
            <p:nvPr/>
          </p:nvSpPr>
          <p:spPr>
            <a:xfrm>
              <a:off x="3355995" y="476709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8DDBBE">
                <a:alpha val="100000"/>
              </a:srgbClr>
            </a:solidFill>
            <a:ln w="5420" cap="flat">
              <a:solidFill>
                <a:srgbClr val="8DDBB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22" name="pg2622"/>
            <p:cNvSpPr/>
            <p:nvPr/>
          </p:nvSpPr>
          <p:spPr>
            <a:xfrm>
              <a:off x="3367633" y="476709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8DDBBE">
                <a:alpha val="100000"/>
              </a:srgbClr>
            </a:solidFill>
            <a:ln w="5420" cap="flat">
              <a:solidFill>
                <a:srgbClr val="8DDBB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23" name="pg2623"/>
            <p:cNvSpPr/>
            <p:nvPr/>
          </p:nvSpPr>
          <p:spPr>
            <a:xfrm>
              <a:off x="3425819" y="476709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92DCC0">
                <a:alpha val="100000"/>
              </a:srgbClr>
            </a:solidFill>
            <a:ln w="5420" cap="flat">
              <a:solidFill>
                <a:srgbClr val="92DCC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24" name="pg2624"/>
            <p:cNvSpPr/>
            <p:nvPr/>
          </p:nvSpPr>
          <p:spPr>
            <a:xfrm>
              <a:off x="3437457" y="476709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93DDC0">
                <a:alpha val="100000"/>
              </a:srgbClr>
            </a:solidFill>
            <a:ln w="5420" cap="flat">
              <a:solidFill>
                <a:srgbClr val="93DDC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25" name="pg2625"/>
            <p:cNvSpPr/>
            <p:nvPr/>
          </p:nvSpPr>
          <p:spPr>
            <a:xfrm>
              <a:off x="3449094" y="476709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94DDC1">
                <a:alpha val="100000"/>
              </a:srgbClr>
            </a:solidFill>
            <a:ln w="5420" cap="flat">
              <a:solidFill>
                <a:srgbClr val="94DDC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26" name="pg2626"/>
            <p:cNvSpPr/>
            <p:nvPr/>
          </p:nvSpPr>
          <p:spPr>
            <a:xfrm>
              <a:off x="3460731" y="476709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95DDC1">
                <a:alpha val="100000"/>
              </a:srgbClr>
            </a:solidFill>
            <a:ln w="5420" cap="flat">
              <a:solidFill>
                <a:srgbClr val="95DDC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27" name="pg2627"/>
            <p:cNvSpPr/>
            <p:nvPr/>
          </p:nvSpPr>
          <p:spPr>
            <a:xfrm>
              <a:off x="3472369" y="476709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95DDC1">
                <a:alpha val="100000"/>
              </a:srgbClr>
            </a:solidFill>
            <a:ln w="5420" cap="flat">
              <a:solidFill>
                <a:srgbClr val="95DDC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28" name="pg2628"/>
            <p:cNvSpPr/>
            <p:nvPr/>
          </p:nvSpPr>
          <p:spPr>
            <a:xfrm>
              <a:off x="3484006" y="476709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95DDC1">
                <a:alpha val="100000"/>
              </a:srgbClr>
            </a:solidFill>
            <a:ln w="5420" cap="flat">
              <a:solidFill>
                <a:srgbClr val="95DDC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29" name="pg2629"/>
            <p:cNvSpPr/>
            <p:nvPr/>
          </p:nvSpPr>
          <p:spPr>
            <a:xfrm>
              <a:off x="3495643" y="476709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95DDC1">
                <a:alpha val="100000"/>
              </a:srgbClr>
            </a:solidFill>
            <a:ln w="5420" cap="flat">
              <a:solidFill>
                <a:srgbClr val="95DDC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30" name="pg2630"/>
            <p:cNvSpPr/>
            <p:nvPr/>
          </p:nvSpPr>
          <p:spPr>
            <a:xfrm>
              <a:off x="3507281" y="476709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94DDC1">
                <a:alpha val="100000"/>
              </a:srgbClr>
            </a:solidFill>
            <a:ln w="5420" cap="flat">
              <a:solidFill>
                <a:srgbClr val="94DDC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31" name="pg2631"/>
            <p:cNvSpPr/>
            <p:nvPr/>
          </p:nvSpPr>
          <p:spPr>
            <a:xfrm>
              <a:off x="3623654" y="476709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90DCBF">
                <a:alpha val="100000"/>
              </a:srgbClr>
            </a:solidFill>
            <a:ln w="5420" cap="flat">
              <a:solidFill>
                <a:srgbClr val="90DCB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32" name="pg2632"/>
            <p:cNvSpPr/>
            <p:nvPr/>
          </p:nvSpPr>
          <p:spPr>
            <a:xfrm>
              <a:off x="3635291" y="476709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90DCBF">
                <a:alpha val="100000"/>
              </a:srgbClr>
            </a:solidFill>
            <a:ln w="5420" cap="flat">
              <a:solidFill>
                <a:srgbClr val="90DCB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33" name="pg2633"/>
            <p:cNvSpPr/>
            <p:nvPr/>
          </p:nvSpPr>
          <p:spPr>
            <a:xfrm>
              <a:off x="3646928" y="476709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90DCBF">
                <a:alpha val="100000"/>
              </a:srgbClr>
            </a:solidFill>
            <a:ln w="5420" cap="flat">
              <a:solidFill>
                <a:srgbClr val="90DCB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34" name="pg2634"/>
            <p:cNvSpPr/>
            <p:nvPr/>
          </p:nvSpPr>
          <p:spPr>
            <a:xfrm>
              <a:off x="3658566" y="476709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90DCBF">
                <a:alpha val="100000"/>
              </a:srgbClr>
            </a:solidFill>
            <a:ln w="5420" cap="flat">
              <a:solidFill>
                <a:srgbClr val="90DCB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35" name="pg2635"/>
            <p:cNvSpPr/>
            <p:nvPr/>
          </p:nvSpPr>
          <p:spPr>
            <a:xfrm>
              <a:off x="3670203" y="476709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92DCC0">
                <a:alpha val="100000"/>
              </a:srgbClr>
            </a:solidFill>
            <a:ln w="5420" cap="flat">
              <a:solidFill>
                <a:srgbClr val="92DCC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36" name="pg2636"/>
            <p:cNvSpPr/>
            <p:nvPr/>
          </p:nvSpPr>
          <p:spPr>
            <a:xfrm>
              <a:off x="3681840" y="476709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93DDC1">
                <a:alpha val="100000"/>
              </a:srgbClr>
            </a:solidFill>
            <a:ln w="5420" cap="flat">
              <a:solidFill>
                <a:srgbClr val="93DDC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37" name="pg2637"/>
            <p:cNvSpPr/>
            <p:nvPr/>
          </p:nvSpPr>
          <p:spPr>
            <a:xfrm>
              <a:off x="3693478" y="476709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96DEC2">
                <a:alpha val="100000"/>
              </a:srgbClr>
            </a:solidFill>
            <a:ln w="5420" cap="flat">
              <a:solidFill>
                <a:srgbClr val="96DEC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38" name="pg2638"/>
            <p:cNvSpPr/>
            <p:nvPr/>
          </p:nvSpPr>
          <p:spPr>
            <a:xfrm>
              <a:off x="3705115" y="476709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98DEC3">
                <a:alpha val="100000"/>
              </a:srgbClr>
            </a:solidFill>
            <a:ln w="5420" cap="flat">
              <a:solidFill>
                <a:srgbClr val="98DEC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39" name="pg2639"/>
            <p:cNvSpPr/>
            <p:nvPr/>
          </p:nvSpPr>
          <p:spPr>
            <a:xfrm>
              <a:off x="3716752" y="476709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98DEC3">
                <a:alpha val="100000"/>
              </a:srgbClr>
            </a:solidFill>
            <a:ln w="5420" cap="flat">
              <a:solidFill>
                <a:srgbClr val="98DEC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40" name="pg2640"/>
            <p:cNvSpPr/>
            <p:nvPr/>
          </p:nvSpPr>
          <p:spPr>
            <a:xfrm>
              <a:off x="3728390" y="476709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98DEC3">
                <a:alpha val="100000"/>
              </a:srgbClr>
            </a:solidFill>
            <a:ln w="5420" cap="flat">
              <a:solidFill>
                <a:srgbClr val="98DEC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41" name="pg2641"/>
            <p:cNvSpPr/>
            <p:nvPr/>
          </p:nvSpPr>
          <p:spPr>
            <a:xfrm>
              <a:off x="3740027" y="476709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97DEC2">
                <a:alpha val="100000"/>
              </a:srgbClr>
            </a:solidFill>
            <a:ln w="5420" cap="flat">
              <a:solidFill>
                <a:srgbClr val="97DEC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42" name="pg2642"/>
            <p:cNvSpPr/>
            <p:nvPr/>
          </p:nvSpPr>
          <p:spPr>
            <a:xfrm>
              <a:off x="3751664" y="476709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96DEC2">
                <a:alpha val="100000"/>
              </a:srgbClr>
            </a:solidFill>
            <a:ln w="5420" cap="flat">
              <a:solidFill>
                <a:srgbClr val="96DEC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43" name="pg2643"/>
            <p:cNvSpPr/>
            <p:nvPr/>
          </p:nvSpPr>
          <p:spPr>
            <a:xfrm>
              <a:off x="4112422" y="476709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3D3B3">
                <a:alpha val="100000"/>
              </a:srgbClr>
            </a:solidFill>
            <a:ln w="5420" cap="flat">
              <a:solidFill>
                <a:srgbClr val="73D3B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44" name="pg2644"/>
            <p:cNvSpPr/>
            <p:nvPr/>
          </p:nvSpPr>
          <p:spPr>
            <a:xfrm>
              <a:off x="4124059" y="476709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1D3B2">
                <a:alpha val="100000"/>
              </a:srgbClr>
            </a:solidFill>
            <a:ln w="5420" cap="flat">
              <a:solidFill>
                <a:srgbClr val="71D3B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45" name="pg2645"/>
            <p:cNvSpPr/>
            <p:nvPr/>
          </p:nvSpPr>
          <p:spPr>
            <a:xfrm>
              <a:off x="4135696" y="476709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0D2B2">
                <a:alpha val="100000"/>
              </a:srgbClr>
            </a:solidFill>
            <a:ln w="5420" cap="flat">
              <a:solidFill>
                <a:srgbClr val="70D2B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46" name="pg2646"/>
            <p:cNvSpPr/>
            <p:nvPr/>
          </p:nvSpPr>
          <p:spPr>
            <a:xfrm>
              <a:off x="4147334" y="476709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FD2B2">
                <a:alpha val="100000"/>
              </a:srgbClr>
            </a:solidFill>
            <a:ln w="5420" cap="flat">
              <a:solidFill>
                <a:srgbClr val="6FD2B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47" name="pg2647"/>
            <p:cNvSpPr/>
            <p:nvPr/>
          </p:nvSpPr>
          <p:spPr>
            <a:xfrm>
              <a:off x="4158971" y="476709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ED2B1">
                <a:alpha val="100000"/>
              </a:srgbClr>
            </a:solidFill>
            <a:ln w="5420" cap="flat">
              <a:solidFill>
                <a:srgbClr val="6ED2B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48" name="pg2648"/>
            <p:cNvSpPr/>
            <p:nvPr/>
          </p:nvSpPr>
          <p:spPr>
            <a:xfrm>
              <a:off x="4170608" y="476709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ED2B1">
                <a:alpha val="100000"/>
              </a:srgbClr>
            </a:solidFill>
            <a:ln w="5420" cap="flat">
              <a:solidFill>
                <a:srgbClr val="6ED2B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49" name="pg2649"/>
            <p:cNvSpPr/>
            <p:nvPr/>
          </p:nvSpPr>
          <p:spPr>
            <a:xfrm>
              <a:off x="4182246" y="476709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ED2B1">
                <a:alpha val="100000"/>
              </a:srgbClr>
            </a:solidFill>
            <a:ln w="5420" cap="flat">
              <a:solidFill>
                <a:srgbClr val="6ED2B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50" name="pg2650"/>
            <p:cNvSpPr/>
            <p:nvPr/>
          </p:nvSpPr>
          <p:spPr>
            <a:xfrm>
              <a:off x="4193883" y="476709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DD2B1">
                <a:alpha val="100000"/>
              </a:srgbClr>
            </a:solidFill>
            <a:ln w="5420" cap="flat">
              <a:solidFill>
                <a:srgbClr val="6DD2B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51" name="pg2651"/>
            <p:cNvSpPr/>
            <p:nvPr/>
          </p:nvSpPr>
          <p:spPr>
            <a:xfrm>
              <a:off x="4205520" y="476709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DD1B1">
                <a:alpha val="100000"/>
              </a:srgbClr>
            </a:solidFill>
            <a:ln w="5420" cap="flat">
              <a:solidFill>
                <a:srgbClr val="6DD1B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52" name="pg2652"/>
            <p:cNvSpPr/>
            <p:nvPr/>
          </p:nvSpPr>
          <p:spPr>
            <a:xfrm>
              <a:off x="4217158" y="476709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DD1B1">
                <a:alpha val="100000"/>
              </a:srgbClr>
            </a:solidFill>
            <a:ln w="5420" cap="flat">
              <a:solidFill>
                <a:srgbClr val="6DD1B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53" name="pg2653"/>
            <p:cNvSpPr/>
            <p:nvPr/>
          </p:nvSpPr>
          <p:spPr>
            <a:xfrm>
              <a:off x="4228795" y="476709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DD1B1">
                <a:alpha val="100000"/>
              </a:srgbClr>
            </a:solidFill>
            <a:ln w="5420" cap="flat">
              <a:solidFill>
                <a:srgbClr val="6DD1B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54" name="pg2654"/>
            <p:cNvSpPr/>
            <p:nvPr/>
          </p:nvSpPr>
          <p:spPr>
            <a:xfrm>
              <a:off x="4240432" y="476709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ED2B1">
                <a:alpha val="100000"/>
              </a:srgbClr>
            </a:solidFill>
            <a:ln w="5420" cap="flat">
              <a:solidFill>
                <a:srgbClr val="6ED2B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55" name="pg2655"/>
            <p:cNvSpPr/>
            <p:nvPr/>
          </p:nvSpPr>
          <p:spPr>
            <a:xfrm>
              <a:off x="4252070" y="476709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ED2B1">
                <a:alpha val="100000"/>
              </a:srgbClr>
            </a:solidFill>
            <a:ln w="5420" cap="flat">
              <a:solidFill>
                <a:srgbClr val="6ED2B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56" name="pg2656"/>
            <p:cNvSpPr/>
            <p:nvPr/>
          </p:nvSpPr>
          <p:spPr>
            <a:xfrm>
              <a:off x="4263707" y="476709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0D2B2">
                <a:alpha val="100000"/>
              </a:srgbClr>
            </a:solidFill>
            <a:ln w="5420" cap="flat">
              <a:solidFill>
                <a:srgbClr val="70D2B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57" name="pg2657"/>
            <p:cNvSpPr/>
            <p:nvPr/>
          </p:nvSpPr>
          <p:spPr>
            <a:xfrm>
              <a:off x="4275344" y="476709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1D3B2">
                <a:alpha val="100000"/>
              </a:srgbClr>
            </a:solidFill>
            <a:ln w="5420" cap="flat">
              <a:solidFill>
                <a:srgbClr val="71D3B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58" name="pg2658"/>
            <p:cNvSpPr/>
            <p:nvPr/>
          </p:nvSpPr>
          <p:spPr>
            <a:xfrm>
              <a:off x="4286982" y="476709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3D3B3">
                <a:alpha val="100000"/>
              </a:srgbClr>
            </a:solidFill>
            <a:ln w="5420" cap="flat">
              <a:solidFill>
                <a:srgbClr val="73D3B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59" name="pg2659"/>
            <p:cNvSpPr/>
            <p:nvPr/>
          </p:nvSpPr>
          <p:spPr>
            <a:xfrm>
              <a:off x="4298619" y="476709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5D4B4">
                <a:alpha val="100000"/>
              </a:srgbClr>
            </a:solidFill>
            <a:ln w="5420" cap="flat">
              <a:solidFill>
                <a:srgbClr val="75D4B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60" name="pg2660"/>
            <p:cNvSpPr/>
            <p:nvPr/>
          </p:nvSpPr>
          <p:spPr>
            <a:xfrm>
              <a:off x="4310256" y="476709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6D4B4">
                <a:alpha val="100000"/>
              </a:srgbClr>
            </a:solidFill>
            <a:ln w="5420" cap="flat">
              <a:solidFill>
                <a:srgbClr val="76D4B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61" name="pg2661"/>
            <p:cNvSpPr/>
            <p:nvPr/>
          </p:nvSpPr>
          <p:spPr>
            <a:xfrm>
              <a:off x="4321894" y="476709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7D4B5">
                <a:alpha val="100000"/>
              </a:srgbClr>
            </a:solidFill>
            <a:ln w="5420" cap="flat">
              <a:solidFill>
                <a:srgbClr val="77D4B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62" name="pg2662"/>
            <p:cNvSpPr/>
            <p:nvPr/>
          </p:nvSpPr>
          <p:spPr>
            <a:xfrm>
              <a:off x="4333531" y="476709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8D5B5">
                <a:alpha val="100000"/>
              </a:srgbClr>
            </a:solidFill>
            <a:ln w="5420" cap="flat">
              <a:solidFill>
                <a:srgbClr val="78D5B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63" name="pg2663"/>
            <p:cNvSpPr/>
            <p:nvPr/>
          </p:nvSpPr>
          <p:spPr>
            <a:xfrm>
              <a:off x="4345168" y="476709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9D5B5">
                <a:alpha val="100000"/>
              </a:srgbClr>
            </a:solidFill>
            <a:ln w="5420" cap="flat">
              <a:solidFill>
                <a:srgbClr val="79D5B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64" name="pg2664"/>
            <p:cNvSpPr/>
            <p:nvPr/>
          </p:nvSpPr>
          <p:spPr>
            <a:xfrm>
              <a:off x="4356806" y="476709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9D5B6">
                <a:alpha val="100000"/>
              </a:srgbClr>
            </a:solidFill>
            <a:ln w="5420" cap="flat">
              <a:solidFill>
                <a:srgbClr val="79D5B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65" name="pg2665"/>
            <p:cNvSpPr/>
            <p:nvPr/>
          </p:nvSpPr>
          <p:spPr>
            <a:xfrm>
              <a:off x="4368443" y="476709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AD5B6">
                <a:alpha val="100000"/>
              </a:srgbClr>
            </a:solidFill>
            <a:ln w="5420" cap="flat">
              <a:solidFill>
                <a:srgbClr val="7AD5B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66" name="pg2666"/>
            <p:cNvSpPr/>
            <p:nvPr/>
          </p:nvSpPr>
          <p:spPr>
            <a:xfrm>
              <a:off x="4566278" y="476709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FCDAC">
                <a:alpha val="100000"/>
              </a:srgbClr>
            </a:solidFill>
            <a:ln w="5420" cap="flat">
              <a:solidFill>
                <a:srgbClr val="5FCD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67" name="pg2667"/>
            <p:cNvSpPr/>
            <p:nvPr/>
          </p:nvSpPr>
          <p:spPr>
            <a:xfrm>
              <a:off x="4577915" y="476709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FCDAC">
                <a:alpha val="100000"/>
              </a:srgbClr>
            </a:solidFill>
            <a:ln w="5420" cap="flat">
              <a:solidFill>
                <a:srgbClr val="5FCD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68" name="pg2668"/>
            <p:cNvSpPr/>
            <p:nvPr/>
          </p:nvSpPr>
          <p:spPr>
            <a:xfrm>
              <a:off x="4589552" y="476709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FCDAC">
                <a:alpha val="100000"/>
              </a:srgbClr>
            </a:solidFill>
            <a:ln w="5420" cap="flat">
              <a:solidFill>
                <a:srgbClr val="5FCD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69" name="pg2669"/>
            <p:cNvSpPr/>
            <p:nvPr/>
          </p:nvSpPr>
          <p:spPr>
            <a:xfrm>
              <a:off x="4601190" y="476709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0CEAC">
                <a:alpha val="100000"/>
              </a:srgbClr>
            </a:solidFill>
            <a:ln w="5420" cap="flat">
              <a:solidFill>
                <a:srgbClr val="60CE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70" name="pg2670"/>
            <p:cNvSpPr/>
            <p:nvPr/>
          </p:nvSpPr>
          <p:spPr>
            <a:xfrm>
              <a:off x="4612827" y="476709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3CFAD">
                <a:alpha val="100000"/>
              </a:srgbClr>
            </a:solidFill>
            <a:ln w="5420" cap="flat">
              <a:solidFill>
                <a:srgbClr val="63CFA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71" name="pg2671"/>
            <p:cNvSpPr/>
            <p:nvPr/>
          </p:nvSpPr>
          <p:spPr>
            <a:xfrm>
              <a:off x="3111611" y="478139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9CE0C5">
                <a:alpha val="100000"/>
              </a:srgbClr>
            </a:solidFill>
            <a:ln w="5420" cap="flat">
              <a:solidFill>
                <a:srgbClr val="9CE0C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72" name="pg2672"/>
            <p:cNvSpPr/>
            <p:nvPr/>
          </p:nvSpPr>
          <p:spPr>
            <a:xfrm>
              <a:off x="3123249" y="478139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9DE0C5">
                <a:alpha val="100000"/>
              </a:srgbClr>
            </a:solidFill>
            <a:ln w="5420" cap="flat">
              <a:solidFill>
                <a:srgbClr val="9DE0C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73" name="pg2673"/>
            <p:cNvSpPr/>
            <p:nvPr/>
          </p:nvSpPr>
          <p:spPr>
            <a:xfrm>
              <a:off x="3134886" y="478139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9EE0C6">
                <a:alpha val="100000"/>
              </a:srgbClr>
            </a:solidFill>
            <a:ln w="5420" cap="flat">
              <a:solidFill>
                <a:srgbClr val="9EE0C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74" name="pg2674"/>
            <p:cNvSpPr/>
            <p:nvPr/>
          </p:nvSpPr>
          <p:spPr>
            <a:xfrm>
              <a:off x="3146523" y="478139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9EE0C6">
                <a:alpha val="100000"/>
              </a:srgbClr>
            </a:solidFill>
            <a:ln w="5420" cap="flat">
              <a:solidFill>
                <a:srgbClr val="9EE0C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75" name="pg2675"/>
            <p:cNvSpPr/>
            <p:nvPr/>
          </p:nvSpPr>
          <p:spPr>
            <a:xfrm>
              <a:off x="3158161" y="478139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9DE0C5">
                <a:alpha val="100000"/>
              </a:srgbClr>
            </a:solidFill>
            <a:ln w="5420" cap="flat">
              <a:solidFill>
                <a:srgbClr val="9DE0C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76" name="pg2676"/>
            <p:cNvSpPr/>
            <p:nvPr/>
          </p:nvSpPr>
          <p:spPr>
            <a:xfrm>
              <a:off x="3169798" y="478139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9BDFC4">
                <a:alpha val="100000"/>
              </a:srgbClr>
            </a:solidFill>
            <a:ln w="5420" cap="flat">
              <a:solidFill>
                <a:srgbClr val="9BDFC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77" name="pg2677"/>
            <p:cNvSpPr/>
            <p:nvPr/>
          </p:nvSpPr>
          <p:spPr>
            <a:xfrm>
              <a:off x="3181435" y="478139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98DEC3">
                <a:alpha val="100000"/>
              </a:srgbClr>
            </a:solidFill>
            <a:ln w="5420" cap="flat">
              <a:solidFill>
                <a:srgbClr val="98DEC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78" name="pg2678"/>
            <p:cNvSpPr/>
            <p:nvPr/>
          </p:nvSpPr>
          <p:spPr>
            <a:xfrm>
              <a:off x="3193073" y="478139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96DEC2">
                <a:alpha val="100000"/>
              </a:srgbClr>
            </a:solidFill>
            <a:ln w="5420" cap="flat">
              <a:solidFill>
                <a:srgbClr val="96DEC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79" name="pg2679"/>
            <p:cNvSpPr/>
            <p:nvPr/>
          </p:nvSpPr>
          <p:spPr>
            <a:xfrm>
              <a:off x="3204710" y="478139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93DDC0">
                <a:alpha val="100000"/>
              </a:srgbClr>
            </a:solidFill>
            <a:ln w="5420" cap="flat">
              <a:solidFill>
                <a:srgbClr val="93DDC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80" name="pg2680"/>
            <p:cNvSpPr/>
            <p:nvPr/>
          </p:nvSpPr>
          <p:spPr>
            <a:xfrm>
              <a:off x="3216347" y="478139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90DCBF">
                <a:alpha val="100000"/>
              </a:srgbClr>
            </a:solidFill>
            <a:ln w="5420" cap="flat">
              <a:solidFill>
                <a:srgbClr val="90DCB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81" name="pg2681"/>
            <p:cNvSpPr/>
            <p:nvPr/>
          </p:nvSpPr>
          <p:spPr>
            <a:xfrm>
              <a:off x="3227985" y="478139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8EDBBE">
                <a:alpha val="100000"/>
              </a:srgbClr>
            </a:solidFill>
            <a:ln w="5420" cap="flat">
              <a:solidFill>
                <a:srgbClr val="8EDBB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82" name="pg2682"/>
            <p:cNvSpPr/>
            <p:nvPr/>
          </p:nvSpPr>
          <p:spPr>
            <a:xfrm>
              <a:off x="3239622" y="478139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8DDBBE">
                <a:alpha val="100000"/>
              </a:srgbClr>
            </a:solidFill>
            <a:ln w="5420" cap="flat">
              <a:solidFill>
                <a:srgbClr val="8DDBB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83" name="pg2683"/>
            <p:cNvSpPr/>
            <p:nvPr/>
          </p:nvSpPr>
          <p:spPr>
            <a:xfrm>
              <a:off x="3251259" y="478139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8DDBBE">
                <a:alpha val="100000"/>
              </a:srgbClr>
            </a:solidFill>
            <a:ln w="5420" cap="flat">
              <a:solidFill>
                <a:srgbClr val="8DDBB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84" name="pg2684"/>
            <p:cNvSpPr/>
            <p:nvPr/>
          </p:nvSpPr>
          <p:spPr>
            <a:xfrm>
              <a:off x="3262897" y="478139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8DDBBE">
                <a:alpha val="100000"/>
              </a:srgbClr>
            </a:solidFill>
            <a:ln w="5420" cap="flat">
              <a:solidFill>
                <a:srgbClr val="8DDBB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85" name="pg2685"/>
            <p:cNvSpPr/>
            <p:nvPr/>
          </p:nvSpPr>
          <p:spPr>
            <a:xfrm>
              <a:off x="3274534" y="478139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8DDBBE">
                <a:alpha val="100000"/>
              </a:srgbClr>
            </a:solidFill>
            <a:ln w="5420" cap="flat">
              <a:solidFill>
                <a:srgbClr val="8DDBB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86" name="pg2686"/>
            <p:cNvSpPr/>
            <p:nvPr/>
          </p:nvSpPr>
          <p:spPr>
            <a:xfrm>
              <a:off x="3286171" y="478139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8CDBBE">
                <a:alpha val="100000"/>
              </a:srgbClr>
            </a:solidFill>
            <a:ln w="5420" cap="flat">
              <a:solidFill>
                <a:srgbClr val="8CDBB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87" name="pg2687"/>
            <p:cNvSpPr/>
            <p:nvPr/>
          </p:nvSpPr>
          <p:spPr>
            <a:xfrm>
              <a:off x="3297809" y="478139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8BDABD">
                <a:alpha val="100000"/>
              </a:srgbClr>
            </a:solidFill>
            <a:ln w="5420" cap="flat">
              <a:solidFill>
                <a:srgbClr val="8BDAB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88" name="pg2688"/>
            <p:cNvSpPr/>
            <p:nvPr/>
          </p:nvSpPr>
          <p:spPr>
            <a:xfrm>
              <a:off x="3309446" y="478139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8BDABD">
                <a:alpha val="100000"/>
              </a:srgbClr>
            </a:solidFill>
            <a:ln w="5420" cap="flat">
              <a:solidFill>
                <a:srgbClr val="8BDAB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89" name="pg2689"/>
            <p:cNvSpPr/>
            <p:nvPr/>
          </p:nvSpPr>
          <p:spPr>
            <a:xfrm>
              <a:off x="3321083" y="478139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8BDABD">
                <a:alpha val="100000"/>
              </a:srgbClr>
            </a:solidFill>
            <a:ln w="5420" cap="flat">
              <a:solidFill>
                <a:srgbClr val="8BDAB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90" name="pg2690"/>
            <p:cNvSpPr/>
            <p:nvPr/>
          </p:nvSpPr>
          <p:spPr>
            <a:xfrm>
              <a:off x="3332721" y="478139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8BDABD">
                <a:alpha val="100000"/>
              </a:srgbClr>
            </a:solidFill>
            <a:ln w="5420" cap="flat">
              <a:solidFill>
                <a:srgbClr val="8BDAB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91" name="pg2691"/>
            <p:cNvSpPr/>
            <p:nvPr/>
          </p:nvSpPr>
          <p:spPr>
            <a:xfrm>
              <a:off x="3344358" y="478139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8CDBBE">
                <a:alpha val="100000"/>
              </a:srgbClr>
            </a:solidFill>
            <a:ln w="5420" cap="flat">
              <a:solidFill>
                <a:srgbClr val="8CDBB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92" name="pg2692"/>
            <p:cNvSpPr/>
            <p:nvPr/>
          </p:nvSpPr>
          <p:spPr>
            <a:xfrm>
              <a:off x="3355995" y="478139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8DDBBE">
                <a:alpha val="100000"/>
              </a:srgbClr>
            </a:solidFill>
            <a:ln w="5420" cap="flat">
              <a:solidFill>
                <a:srgbClr val="8DDBB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93" name="pg2693"/>
            <p:cNvSpPr/>
            <p:nvPr/>
          </p:nvSpPr>
          <p:spPr>
            <a:xfrm>
              <a:off x="3367633" y="478139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8EDBBE">
                <a:alpha val="100000"/>
              </a:srgbClr>
            </a:solidFill>
            <a:ln w="5420" cap="flat">
              <a:solidFill>
                <a:srgbClr val="8EDBB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94" name="pg2694"/>
            <p:cNvSpPr/>
            <p:nvPr/>
          </p:nvSpPr>
          <p:spPr>
            <a:xfrm>
              <a:off x="3379270" y="478139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8FDBBF">
                <a:alpha val="100000"/>
              </a:srgbClr>
            </a:solidFill>
            <a:ln w="5420" cap="flat">
              <a:solidFill>
                <a:srgbClr val="8FDBB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95" name="pg2695"/>
            <p:cNvSpPr/>
            <p:nvPr/>
          </p:nvSpPr>
          <p:spPr>
            <a:xfrm>
              <a:off x="3390907" y="478139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8FDCBF">
                <a:alpha val="100000"/>
              </a:srgbClr>
            </a:solidFill>
            <a:ln w="5420" cap="flat">
              <a:solidFill>
                <a:srgbClr val="8FDCB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96" name="pg2696"/>
            <p:cNvSpPr/>
            <p:nvPr/>
          </p:nvSpPr>
          <p:spPr>
            <a:xfrm>
              <a:off x="3402545" y="478139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91DCBF">
                <a:alpha val="100000"/>
              </a:srgbClr>
            </a:solidFill>
            <a:ln w="5420" cap="flat">
              <a:solidFill>
                <a:srgbClr val="91DCB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97" name="pg2697"/>
            <p:cNvSpPr/>
            <p:nvPr/>
          </p:nvSpPr>
          <p:spPr>
            <a:xfrm>
              <a:off x="3414182" y="478139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92DCC0">
                <a:alpha val="100000"/>
              </a:srgbClr>
            </a:solidFill>
            <a:ln w="5420" cap="flat">
              <a:solidFill>
                <a:srgbClr val="92DCC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98" name="pg2698"/>
            <p:cNvSpPr/>
            <p:nvPr/>
          </p:nvSpPr>
          <p:spPr>
            <a:xfrm>
              <a:off x="3425819" y="478139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93DDC0">
                <a:alpha val="100000"/>
              </a:srgbClr>
            </a:solidFill>
            <a:ln w="5420" cap="flat">
              <a:solidFill>
                <a:srgbClr val="93DDC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99" name="pg2699"/>
            <p:cNvSpPr/>
            <p:nvPr/>
          </p:nvSpPr>
          <p:spPr>
            <a:xfrm>
              <a:off x="3437457" y="478139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94DDC1">
                <a:alpha val="100000"/>
              </a:srgbClr>
            </a:solidFill>
            <a:ln w="5420" cap="flat">
              <a:solidFill>
                <a:srgbClr val="94DDC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00" name="pg2700"/>
            <p:cNvSpPr/>
            <p:nvPr/>
          </p:nvSpPr>
          <p:spPr>
            <a:xfrm>
              <a:off x="3449094" y="478139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94DDC1">
                <a:alpha val="100000"/>
              </a:srgbClr>
            </a:solidFill>
            <a:ln w="5420" cap="flat">
              <a:solidFill>
                <a:srgbClr val="94DDC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01" name="pg2701"/>
            <p:cNvSpPr/>
            <p:nvPr/>
          </p:nvSpPr>
          <p:spPr>
            <a:xfrm>
              <a:off x="3460731" y="478139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96DEC2">
                <a:alpha val="100000"/>
              </a:srgbClr>
            </a:solidFill>
            <a:ln w="5420" cap="flat">
              <a:solidFill>
                <a:srgbClr val="96DEC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02" name="pg2702"/>
            <p:cNvSpPr/>
            <p:nvPr/>
          </p:nvSpPr>
          <p:spPr>
            <a:xfrm>
              <a:off x="3472369" y="478139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96DEC2">
                <a:alpha val="100000"/>
              </a:srgbClr>
            </a:solidFill>
            <a:ln w="5420" cap="flat">
              <a:solidFill>
                <a:srgbClr val="96DEC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03" name="pg2703"/>
            <p:cNvSpPr/>
            <p:nvPr/>
          </p:nvSpPr>
          <p:spPr>
            <a:xfrm>
              <a:off x="3484006" y="478139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96DEC2">
                <a:alpha val="100000"/>
              </a:srgbClr>
            </a:solidFill>
            <a:ln w="5420" cap="flat">
              <a:solidFill>
                <a:srgbClr val="96DEC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04" name="pg2704"/>
            <p:cNvSpPr/>
            <p:nvPr/>
          </p:nvSpPr>
          <p:spPr>
            <a:xfrm>
              <a:off x="3495643" y="478139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96DEC2">
                <a:alpha val="100000"/>
              </a:srgbClr>
            </a:solidFill>
            <a:ln w="5420" cap="flat">
              <a:solidFill>
                <a:srgbClr val="96DEC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05" name="pg2705"/>
            <p:cNvSpPr/>
            <p:nvPr/>
          </p:nvSpPr>
          <p:spPr>
            <a:xfrm>
              <a:off x="3507281" y="478139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95DDC1">
                <a:alpha val="100000"/>
              </a:srgbClr>
            </a:solidFill>
            <a:ln w="5420" cap="flat">
              <a:solidFill>
                <a:srgbClr val="95DDC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06" name="pg2706"/>
            <p:cNvSpPr/>
            <p:nvPr/>
          </p:nvSpPr>
          <p:spPr>
            <a:xfrm>
              <a:off x="3518918" y="478139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94DDC1">
                <a:alpha val="100000"/>
              </a:srgbClr>
            </a:solidFill>
            <a:ln w="5420" cap="flat">
              <a:solidFill>
                <a:srgbClr val="94DDC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07" name="pg2707"/>
            <p:cNvSpPr/>
            <p:nvPr/>
          </p:nvSpPr>
          <p:spPr>
            <a:xfrm>
              <a:off x="3530555" y="478139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94DDC1">
                <a:alpha val="100000"/>
              </a:srgbClr>
            </a:solidFill>
            <a:ln w="5420" cap="flat">
              <a:solidFill>
                <a:srgbClr val="94DDC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08" name="pg2708"/>
            <p:cNvSpPr/>
            <p:nvPr/>
          </p:nvSpPr>
          <p:spPr>
            <a:xfrm>
              <a:off x="3542193" y="478139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93DDC1">
                <a:alpha val="100000"/>
              </a:srgbClr>
            </a:solidFill>
            <a:ln w="5420" cap="flat">
              <a:solidFill>
                <a:srgbClr val="93DDC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09" name="pg2709"/>
            <p:cNvSpPr/>
            <p:nvPr/>
          </p:nvSpPr>
          <p:spPr>
            <a:xfrm>
              <a:off x="3635291" y="478139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8FDBBF">
                <a:alpha val="100000"/>
              </a:srgbClr>
            </a:solidFill>
            <a:ln w="5420" cap="flat">
              <a:solidFill>
                <a:srgbClr val="8FDBB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10" name="pg2710"/>
            <p:cNvSpPr/>
            <p:nvPr/>
          </p:nvSpPr>
          <p:spPr>
            <a:xfrm>
              <a:off x="3646928" y="478139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8FDBBF">
                <a:alpha val="100000"/>
              </a:srgbClr>
            </a:solidFill>
            <a:ln w="5420" cap="flat">
              <a:solidFill>
                <a:srgbClr val="8FDBB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11" name="pg2711"/>
            <p:cNvSpPr/>
            <p:nvPr/>
          </p:nvSpPr>
          <p:spPr>
            <a:xfrm>
              <a:off x="3658566" y="478139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8FDCBF">
                <a:alpha val="100000"/>
              </a:srgbClr>
            </a:solidFill>
            <a:ln w="5420" cap="flat">
              <a:solidFill>
                <a:srgbClr val="8FDCB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12" name="pg2712"/>
            <p:cNvSpPr/>
            <p:nvPr/>
          </p:nvSpPr>
          <p:spPr>
            <a:xfrm>
              <a:off x="3681840" y="478139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93DDC0">
                <a:alpha val="100000"/>
              </a:srgbClr>
            </a:solidFill>
            <a:ln w="5420" cap="flat">
              <a:solidFill>
                <a:srgbClr val="93DDC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13" name="pg2713"/>
            <p:cNvSpPr/>
            <p:nvPr/>
          </p:nvSpPr>
          <p:spPr>
            <a:xfrm>
              <a:off x="3693478" y="478139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98DEC3">
                <a:alpha val="100000"/>
              </a:srgbClr>
            </a:solidFill>
            <a:ln w="5420" cap="flat">
              <a:solidFill>
                <a:srgbClr val="98DEC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14" name="pg2714"/>
            <p:cNvSpPr/>
            <p:nvPr/>
          </p:nvSpPr>
          <p:spPr>
            <a:xfrm>
              <a:off x="3705115" y="478139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99DFC4">
                <a:alpha val="100000"/>
              </a:srgbClr>
            </a:solidFill>
            <a:ln w="5420" cap="flat">
              <a:solidFill>
                <a:srgbClr val="99DFC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15" name="pg2715"/>
            <p:cNvSpPr/>
            <p:nvPr/>
          </p:nvSpPr>
          <p:spPr>
            <a:xfrm>
              <a:off x="3716752" y="478139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9ADFC4">
                <a:alpha val="100000"/>
              </a:srgbClr>
            </a:solidFill>
            <a:ln w="5420" cap="flat">
              <a:solidFill>
                <a:srgbClr val="9ADFC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16" name="pg2716"/>
            <p:cNvSpPr/>
            <p:nvPr/>
          </p:nvSpPr>
          <p:spPr>
            <a:xfrm>
              <a:off x="3728390" y="478139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99DFC4">
                <a:alpha val="100000"/>
              </a:srgbClr>
            </a:solidFill>
            <a:ln w="5420" cap="flat">
              <a:solidFill>
                <a:srgbClr val="99DFC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17" name="pg2717"/>
            <p:cNvSpPr/>
            <p:nvPr/>
          </p:nvSpPr>
          <p:spPr>
            <a:xfrm>
              <a:off x="3740027" y="478139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98DEC3">
                <a:alpha val="100000"/>
              </a:srgbClr>
            </a:solidFill>
            <a:ln w="5420" cap="flat">
              <a:solidFill>
                <a:srgbClr val="98DEC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18" name="pg2718"/>
            <p:cNvSpPr/>
            <p:nvPr/>
          </p:nvSpPr>
          <p:spPr>
            <a:xfrm>
              <a:off x="3751664" y="478139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97DEC2">
                <a:alpha val="100000"/>
              </a:srgbClr>
            </a:solidFill>
            <a:ln w="5420" cap="flat">
              <a:solidFill>
                <a:srgbClr val="97DEC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19" name="pg2719"/>
            <p:cNvSpPr/>
            <p:nvPr/>
          </p:nvSpPr>
          <p:spPr>
            <a:xfrm>
              <a:off x="4124059" y="478139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1D3B2">
                <a:alpha val="100000"/>
              </a:srgbClr>
            </a:solidFill>
            <a:ln w="5420" cap="flat">
              <a:solidFill>
                <a:srgbClr val="71D3B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20" name="pg2720"/>
            <p:cNvSpPr/>
            <p:nvPr/>
          </p:nvSpPr>
          <p:spPr>
            <a:xfrm>
              <a:off x="4135696" y="478139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0D2B2">
                <a:alpha val="100000"/>
              </a:srgbClr>
            </a:solidFill>
            <a:ln w="5420" cap="flat">
              <a:solidFill>
                <a:srgbClr val="70D2B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21" name="pg2721"/>
            <p:cNvSpPr/>
            <p:nvPr/>
          </p:nvSpPr>
          <p:spPr>
            <a:xfrm>
              <a:off x="4147334" y="478139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FD2B1">
                <a:alpha val="100000"/>
              </a:srgbClr>
            </a:solidFill>
            <a:ln w="5420" cap="flat">
              <a:solidFill>
                <a:srgbClr val="6FD2B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22" name="pg2722"/>
            <p:cNvSpPr/>
            <p:nvPr/>
          </p:nvSpPr>
          <p:spPr>
            <a:xfrm>
              <a:off x="4158971" y="478139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ED2B1">
                <a:alpha val="100000"/>
              </a:srgbClr>
            </a:solidFill>
            <a:ln w="5420" cap="flat">
              <a:solidFill>
                <a:srgbClr val="6ED2B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23" name="pg2723"/>
            <p:cNvSpPr/>
            <p:nvPr/>
          </p:nvSpPr>
          <p:spPr>
            <a:xfrm>
              <a:off x="4170608" y="478139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ED2B1">
                <a:alpha val="100000"/>
              </a:srgbClr>
            </a:solidFill>
            <a:ln w="5420" cap="flat">
              <a:solidFill>
                <a:srgbClr val="6ED2B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24" name="pg2724"/>
            <p:cNvSpPr/>
            <p:nvPr/>
          </p:nvSpPr>
          <p:spPr>
            <a:xfrm>
              <a:off x="4182246" y="478139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ED2B1">
                <a:alpha val="100000"/>
              </a:srgbClr>
            </a:solidFill>
            <a:ln w="5420" cap="flat">
              <a:solidFill>
                <a:srgbClr val="6ED2B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25" name="pg2725"/>
            <p:cNvSpPr/>
            <p:nvPr/>
          </p:nvSpPr>
          <p:spPr>
            <a:xfrm>
              <a:off x="4193883" y="478139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DD1B1">
                <a:alpha val="100000"/>
              </a:srgbClr>
            </a:solidFill>
            <a:ln w="5420" cap="flat">
              <a:solidFill>
                <a:srgbClr val="6DD1B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26" name="pg2726"/>
            <p:cNvSpPr/>
            <p:nvPr/>
          </p:nvSpPr>
          <p:spPr>
            <a:xfrm>
              <a:off x="4205520" y="478139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CD1B0">
                <a:alpha val="100000"/>
              </a:srgbClr>
            </a:solidFill>
            <a:ln w="5420" cap="flat">
              <a:solidFill>
                <a:srgbClr val="6CD1B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27" name="pg2727"/>
            <p:cNvSpPr/>
            <p:nvPr/>
          </p:nvSpPr>
          <p:spPr>
            <a:xfrm>
              <a:off x="4217158" y="478139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CD1B0">
                <a:alpha val="100000"/>
              </a:srgbClr>
            </a:solidFill>
            <a:ln w="5420" cap="flat">
              <a:solidFill>
                <a:srgbClr val="6CD1B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28" name="pg2728"/>
            <p:cNvSpPr/>
            <p:nvPr/>
          </p:nvSpPr>
          <p:spPr>
            <a:xfrm>
              <a:off x="4228795" y="478139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CD1B0">
                <a:alpha val="100000"/>
              </a:srgbClr>
            </a:solidFill>
            <a:ln w="5420" cap="flat">
              <a:solidFill>
                <a:srgbClr val="6CD1B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29" name="pg2729"/>
            <p:cNvSpPr/>
            <p:nvPr/>
          </p:nvSpPr>
          <p:spPr>
            <a:xfrm>
              <a:off x="4240432" y="478139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DD1B1">
                <a:alpha val="100000"/>
              </a:srgbClr>
            </a:solidFill>
            <a:ln w="5420" cap="flat">
              <a:solidFill>
                <a:srgbClr val="6DD1B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30" name="pg2730"/>
            <p:cNvSpPr/>
            <p:nvPr/>
          </p:nvSpPr>
          <p:spPr>
            <a:xfrm>
              <a:off x="4252070" y="478139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ED2B1">
                <a:alpha val="100000"/>
              </a:srgbClr>
            </a:solidFill>
            <a:ln w="5420" cap="flat">
              <a:solidFill>
                <a:srgbClr val="6ED2B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31" name="pg2731"/>
            <p:cNvSpPr/>
            <p:nvPr/>
          </p:nvSpPr>
          <p:spPr>
            <a:xfrm>
              <a:off x="4263707" y="478139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FD2B1">
                <a:alpha val="100000"/>
              </a:srgbClr>
            </a:solidFill>
            <a:ln w="5420" cap="flat">
              <a:solidFill>
                <a:srgbClr val="6FD2B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32" name="pg2732"/>
            <p:cNvSpPr/>
            <p:nvPr/>
          </p:nvSpPr>
          <p:spPr>
            <a:xfrm>
              <a:off x="4275344" y="478139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0D2B2">
                <a:alpha val="100000"/>
              </a:srgbClr>
            </a:solidFill>
            <a:ln w="5420" cap="flat">
              <a:solidFill>
                <a:srgbClr val="70D2B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33" name="pg2733"/>
            <p:cNvSpPr/>
            <p:nvPr/>
          </p:nvSpPr>
          <p:spPr>
            <a:xfrm>
              <a:off x="4310256" y="478139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5D4B4">
                <a:alpha val="100000"/>
              </a:srgbClr>
            </a:solidFill>
            <a:ln w="5420" cap="flat">
              <a:solidFill>
                <a:srgbClr val="75D4B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34" name="pg2734"/>
            <p:cNvSpPr/>
            <p:nvPr/>
          </p:nvSpPr>
          <p:spPr>
            <a:xfrm>
              <a:off x="4321894" y="478139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6D4B4">
                <a:alpha val="100000"/>
              </a:srgbClr>
            </a:solidFill>
            <a:ln w="5420" cap="flat">
              <a:solidFill>
                <a:srgbClr val="76D4B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35" name="pg2735"/>
            <p:cNvSpPr/>
            <p:nvPr/>
          </p:nvSpPr>
          <p:spPr>
            <a:xfrm>
              <a:off x="4333531" y="478139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7D4B5">
                <a:alpha val="100000"/>
              </a:srgbClr>
            </a:solidFill>
            <a:ln w="5420" cap="flat">
              <a:solidFill>
                <a:srgbClr val="77D4B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36" name="pg2736"/>
            <p:cNvSpPr/>
            <p:nvPr/>
          </p:nvSpPr>
          <p:spPr>
            <a:xfrm>
              <a:off x="4345168" y="478139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8D5B5">
                <a:alpha val="100000"/>
              </a:srgbClr>
            </a:solidFill>
            <a:ln w="5420" cap="flat">
              <a:solidFill>
                <a:srgbClr val="78D5B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37" name="pg2737"/>
            <p:cNvSpPr/>
            <p:nvPr/>
          </p:nvSpPr>
          <p:spPr>
            <a:xfrm>
              <a:off x="4356806" y="478139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9D5B5">
                <a:alpha val="100000"/>
              </a:srgbClr>
            </a:solidFill>
            <a:ln w="5420" cap="flat">
              <a:solidFill>
                <a:srgbClr val="79D5B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38" name="pg2738"/>
            <p:cNvSpPr/>
            <p:nvPr/>
          </p:nvSpPr>
          <p:spPr>
            <a:xfrm>
              <a:off x="4368443" y="478139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9D5B6">
                <a:alpha val="100000"/>
              </a:srgbClr>
            </a:solidFill>
            <a:ln w="5420" cap="flat">
              <a:solidFill>
                <a:srgbClr val="79D5B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39" name="pg2739"/>
            <p:cNvSpPr/>
            <p:nvPr/>
          </p:nvSpPr>
          <p:spPr>
            <a:xfrm>
              <a:off x="4380080" y="478139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AD5B6">
                <a:alpha val="100000"/>
              </a:srgbClr>
            </a:solidFill>
            <a:ln w="5420" cap="flat">
              <a:solidFill>
                <a:srgbClr val="7AD5B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40" name="pg2740"/>
            <p:cNvSpPr/>
            <p:nvPr/>
          </p:nvSpPr>
          <p:spPr>
            <a:xfrm>
              <a:off x="4566278" y="478139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2CEAD">
                <a:alpha val="100000"/>
              </a:srgbClr>
            </a:solidFill>
            <a:ln w="5420" cap="flat">
              <a:solidFill>
                <a:srgbClr val="62CEA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41" name="pg2741"/>
            <p:cNvSpPr/>
            <p:nvPr/>
          </p:nvSpPr>
          <p:spPr>
            <a:xfrm>
              <a:off x="4577915" y="478139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2CFAD">
                <a:alpha val="100000"/>
              </a:srgbClr>
            </a:solidFill>
            <a:ln w="5420" cap="flat">
              <a:solidFill>
                <a:srgbClr val="62CFA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42" name="pg2742"/>
            <p:cNvSpPr/>
            <p:nvPr/>
          </p:nvSpPr>
          <p:spPr>
            <a:xfrm>
              <a:off x="4589552" y="478139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3CFAD">
                <a:alpha val="100000"/>
              </a:srgbClr>
            </a:solidFill>
            <a:ln w="5420" cap="flat">
              <a:solidFill>
                <a:srgbClr val="63CFA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43" name="pg2743"/>
            <p:cNvSpPr/>
            <p:nvPr/>
          </p:nvSpPr>
          <p:spPr>
            <a:xfrm>
              <a:off x="4601190" y="478139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5CFAE">
                <a:alpha val="100000"/>
              </a:srgbClr>
            </a:solidFill>
            <a:ln w="5420" cap="flat">
              <a:solidFill>
                <a:srgbClr val="65CFA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44" name="pg2744"/>
            <p:cNvSpPr/>
            <p:nvPr/>
          </p:nvSpPr>
          <p:spPr>
            <a:xfrm>
              <a:off x="4612827" y="478139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7D0AF">
                <a:alpha val="100000"/>
              </a:srgbClr>
            </a:solidFill>
            <a:ln w="5420" cap="flat">
              <a:solidFill>
                <a:srgbClr val="67D0A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45" name="pg2745"/>
            <p:cNvSpPr/>
            <p:nvPr/>
          </p:nvSpPr>
          <p:spPr>
            <a:xfrm>
              <a:off x="3111611" y="479569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9EE0C5">
                <a:alpha val="100000"/>
              </a:srgbClr>
            </a:solidFill>
            <a:ln w="5420" cap="flat">
              <a:solidFill>
                <a:srgbClr val="9EE0C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46" name="pg2746"/>
            <p:cNvSpPr/>
            <p:nvPr/>
          </p:nvSpPr>
          <p:spPr>
            <a:xfrm>
              <a:off x="3123249" y="479569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9FE1C6">
                <a:alpha val="100000"/>
              </a:srgbClr>
            </a:solidFill>
            <a:ln w="5420" cap="flat">
              <a:solidFill>
                <a:srgbClr val="9FE1C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47" name="pg2747"/>
            <p:cNvSpPr/>
            <p:nvPr/>
          </p:nvSpPr>
          <p:spPr>
            <a:xfrm>
              <a:off x="3134886" y="479569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A0E1C7">
                <a:alpha val="100000"/>
              </a:srgbClr>
            </a:solidFill>
            <a:ln w="5420" cap="flat">
              <a:solidFill>
                <a:srgbClr val="A0E1C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48" name="pg2748"/>
            <p:cNvSpPr/>
            <p:nvPr/>
          </p:nvSpPr>
          <p:spPr>
            <a:xfrm>
              <a:off x="3146523" y="479569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A0E1C7">
                <a:alpha val="100000"/>
              </a:srgbClr>
            </a:solidFill>
            <a:ln w="5420" cap="flat">
              <a:solidFill>
                <a:srgbClr val="A0E1C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49" name="pg2749"/>
            <p:cNvSpPr/>
            <p:nvPr/>
          </p:nvSpPr>
          <p:spPr>
            <a:xfrm>
              <a:off x="3158161" y="479569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9FE1C6">
                <a:alpha val="100000"/>
              </a:srgbClr>
            </a:solidFill>
            <a:ln w="5420" cap="flat">
              <a:solidFill>
                <a:srgbClr val="9FE1C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50" name="pg2750"/>
            <p:cNvSpPr/>
            <p:nvPr/>
          </p:nvSpPr>
          <p:spPr>
            <a:xfrm>
              <a:off x="3169798" y="479569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9DE0C5">
                <a:alpha val="100000"/>
              </a:srgbClr>
            </a:solidFill>
            <a:ln w="5420" cap="flat">
              <a:solidFill>
                <a:srgbClr val="9DE0C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51" name="pg2751"/>
            <p:cNvSpPr/>
            <p:nvPr/>
          </p:nvSpPr>
          <p:spPr>
            <a:xfrm>
              <a:off x="3181435" y="479569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9ADFC4">
                <a:alpha val="100000"/>
              </a:srgbClr>
            </a:solidFill>
            <a:ln w="5420" cap="flat">
              <a:solidFill>
                <a:srgbClr val="9ADFC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52" name="pg2752"/>
            <p:cNvSpPr/>
            <p:nvPr/>
          </p:nvSpPr>
          <p:spPr>
            <a:xfrm>
              <a:off x="3193073" y="479569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97DEC2">
                <a:alpha val="100000"/>
              </a:srgbClr>
            </a:solidFill>
            <a:ln w="5420" cap="flat">
              <a:solidFill>
                <a:srgbClr val="97DEC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53" name="pg2753"/>
            <p:cNvSpPr/>
            <p:nvPr/>
          </p:nvSpPr>
          <p:spPr>
            <a:xfrm>
              <a:off x="3204710" y="479569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93DDC1">
                <a:alpha val="100000"/>
              </a:srgbClr>
            </a:solidFill>
            <a:ln w="5420" cap="flat">
              <a:solidFill>
                <a:srgbClr val="93DDC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54" name="pg2754"/>
            <p:cNvSpPr/>
            <p:nvPr/>
          </p:nvSpPr>
          <p:spPr>
            <a:xfrm>
              <a:off x="3216347" y="479569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91DCC0">
                <a:alpha val="100000"/>
              </a:srgbClr>
            </a:solidFill>
            <a:ln w="5420" cap="flat">
              <a:solidFill>
                <a:srgbClr val="91DCC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55" name="pg2755"/>
            <p:cNvSpPr/>
            <p:nvPr/>
          </p:nvSpPr>
          <p:spPr>
            <a:xfrm>
              <a:off x="3227985" y="479569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8EDBBE">
                <a:alpha val="100000"/>
              </a:srgbClr>
            </a:solidFill>
            <a:ln w="5420" cap="flat">
              <a:solidFill>
                <a:srgbClr val="8EDBB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56" name="pg2756"/>
            <p:cNvSpPr/>
            <p:nvPr/>
          </p:nvSpPr>
          <p:spPr>
            <a:xfrm>
              <a:off x="3239622" y="479569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8EDBBE">
                <a:alpha val="100000"/>
              </a:srgbClr>
            </a:solidFill>
            <a:ln w="5420" cap="flat">
              <a:solidFill>
                <a:srgbClr val="8EDBB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57" name="pg2757"/>
            <p:cNvSpPr/>
            <p:nvPr/>
          </p:nvSpPr>
          <p:spPr>
            <a:xfrm>
              <a:off x="3251259" y="479569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8EDBBE">
                <a:alpha val="100000"/>
              </a:srgbClr>
            </a:solidFill>
            <a:ln w="5420" cap="flat">
              <a:solidFill>
                <a:srgbClr val="8EDBB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58" name="pg2758"/>
            <p:cNvSpPr/>
            <p:nvPr/>
          </p:nvSpPr>
          <p:spPr>
            <a:xfrm>
              <a:off x="3262897" y="479569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8DDBBE">
                <a:alpha val="100000"/>
              </a:srgbClr>
            </a:solidFill>
            <a:ln w="5420" cap="flat">
              <a:solidFill>
                <a:srgbClr val="8DDBB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59" name="pg2759"/>
            <p:cNvSpPr/>
            <p:nvPr/>
          </p:nvSpPr>
          <p:spPr>
            <a:xfrm>
              <a:off x="3274534" y="479569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8DDBBE">
                <a:alpha val="100000"/>
              </a:srgbClr>
            </a:solidFill>
            <a:ln w="5420" cap="flat">
              <a:solidFill>
                <a:srgbClr val="8DDBB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60" name="pg2760"/>
            <p:cNvSpPr/>
            <p:nvPr/>
          </p:nvSpPr>
          <p:spPr>
            <a:xfrm>
              <a:off x="3286171" y="479569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8CDBBE">
                <a:alpha val="100000"/>
              </a:srgbClr>
            </a:solidFill>
            <a:ln w="5420" cap="flat">
              <a:solidFill>
                <a:srgbClr val="8CDBB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61" name="pg2761"/>
            <p:cNvSpPr/>
            <p:nvPr/>
          </p:nvSpPr>
          <p:spPr>
            <a:xfrm>
              <a:off x="3297809" y="479569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8CDABD">
                <a:alpha val="100000"/>
              </a:srgbClr>
            </a:solidFill>
            <a:ln w="5420" cap="flat">
              <a:solidFill>
                <a:srgbClr val="8CDAB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62" name="pg2762"/>
            <p:cNvSpPr/>
            <p:nvPr/>
          </p:nvSpPr>
          <p:spPr>
            <a:xfrm>
              <a:off x="3309446" y="479569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8BDABD">
                <a:alpha val="100000"/>
              </a:srgbClr>
            </a:solidFill>
            <a:ln w="5420" cap="flat">
              <a:solidFill>
                <a:srgbClr val="8BDAB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63" name="pg2763"/>
            <p:cNvSpPr/>
            <p:nvPr/>
          </p:nvSpPr>
          <p:spPr>
            <a:xfrm>
              <a:off x="3321083" y="479569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8BDABD">
                <a:alpha val="100000"/>
              </a:srgbClr>
            </a:solidFill>
            <a:ln w="5420" cap="flat">
              <a:solidFill>
                <a:srgbClr val="8BDAB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64" name="pg2764"/>
            <p:cNvSpPr/>
            <p:nvPr/>
          </p:nvSpPr>
          <p:spPr>
            <a:xfrm>
              <a:off x="3332721" y="479569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8BDABD">
                <a:alpha val="100000"/>
              </a:srgbClr>
            </a:solidFill>
            <a:ln w="5420" cap="flat">
              <a:solidFill>
                <a:srgbClr val="8BDAB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65" name="pg2765"/>
            <p:cNvSpPr/>
            <p:nvPr/>
          </p:nvSpPr>
          <p:spPr>
            <a:xfrm>
              <a:off x="3344358" y="479569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8CDBBE">
                <a:alpha val="100000"/>
              </a:srgbClr>
            </a:solidFill>
            <a:ln w="5420" cap="flat">
              <a:solidFill>
                <a:srgbClr val="8CDBB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66" name="pg2766"/>
            <p:cNvSpPr/>
            <p:nvPr/>
          </p:nvSpPr>
          <p:spPr>
            <a:xfrm>
              <a:off x="3355995" y="479569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8DDBBE">
                <a:alpha val="100000"/>
              </a:srgbClr>
            </a:solidFill>
            <a:ln w="5420" cap="flat">
              <a:solidFill>
                <a:srgbClr val="8DDBB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67" name="pg2767"/>
            <p:cNvSpPr/>
            <p:nvPr/>
          </p:nvSpPr>
          <p:spPr>
            <a:xfrm>
              <a:off x="3367633" y="479569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8EDBBE">
                <a:alpha val="100000"/>
              </a:srgbClr>
            </a:solidFill>
            <a:ln w="5420" cap="flat">
              <a:solidFill>
                <a:srgbClr val="8EDBB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68" name="pg2768"/>
            <p:cNvSpPr/>
            <p:nvPr/>
          </p:nvSpPr>
          <p:spPr>
            <a:xfrm>
              <a:off x="3379270" y="479569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8FDBBF">
                <a:alpha val="100000"/>
              </a:srgbClr>
            </a:solidFill>
            <a:ln w="5420" cap="flat">
              <a:solidFill>
                <a:srgbClr val="8FDBB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69" name="pg2769"/>
            <p:cNvSpPr/>
            <p:nvPr/>
          </p:nvSpPr>
          <p:spPr>
            <a:xfrm>
              <a:off x="3390907" y="479569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90DCBF">
                <a:alpha val="100000"/>
              </a:srgbClr>
            </a:solidFill>
            <a:ln w="5420" cap="flat">
              <a:solidFill>
                <a:srgbClr val="90DCB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70" name="pg2770"/>
            <p:cNvSpPr/>
            <p:nvPr/>
          </p:nvSpPr>
          <p:spPr>
            <a:xfrm>
              <a:off x="3402545" y="479569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91DCC0">
                <a:alpha val="100000"/>
              </a:srgbClr>
            </a:solidFill>
            <a:ln w="5420" cap="flat">
              <a:solidFill>
                <a:srgbClr val="91DCC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71" name="pg2771"/>
            <p:cNvSpPr/>
            <p:nvPr/>
          </p:nvSpPr>
          <p:spPr>
            <a:xfrm>
              <a:off x="3414182" y="479569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92DCC0">
                <a:alpha val="100000"/>
              </a:srgbClr>
            </a:solidFill>
            <a:ln w="5420" cap="flat">
              <a:solidFill>
                <a:srgbClr val="92DCC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72" name="pg2772"/>
            <p:cNvSpPr/>
            <p:nvPr/>
          </p:nvSpPr>
          <p:spPr>
            <a:xfrm>
              <a:off x="3425819" y="479569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93DDC1">
                <a:alpha val="100000"/>
              </a:srgbClr>
            </a:solidFill>
            <a:ln w="5420" cap="flat">
              <a:solidFill>
                <a:srgbClr val="93DDC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73" name="pg2773"/>
            <p:cNvSpPr/>
            <p:nvPr/>
          </p:nvSpPr>
          <p:spPr>
            <a:xfrm>
              <a:off x="3437457" y="479569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94DDC1">
                <a:alpha val="100000"/>
              </a:srgbClr>
            </a:solidFill>
            <a:ln w="5420" cap="flat">
              <a:solidFill>
                <a:srgbClr val="94DDC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74" name="pg2774"/>
            <p:cNvSpPr/>
            <p:nvPr/>
          </p:nvSpPr>
          <p:spPr>
            <a:xfrm>
              <a:off x="3449094" y="479569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95DDC2">
                <a:alpha val="100000"/>
              </a:srgbClr>
            </a:solidFill>
            <a:ln w="5420" cap="flat">
              <a:solidFill>
                <a:srgbClr val="95DDC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75" name="pg2775"/>
            <p:cNvSpPr/>
            <p:nvPr/>
          </p:nvSpPr>
          <p:spPr>
            <a:xfrm>
              <a:off x="3460731" y="479569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97DEC2">
                <a:alpha val="100000"/>
              </a:srgbClr>
            </a:solidFill>
            <a:ln w="5420" cap="flat">
              <a:solidFill>
                <a:srgbClr val="97DEC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76" name="pg2776"/>
            <p:cNvSpPr/>
            <p:nvPr/>
          </p:nvSpPr>
          <p:spPr>
            <a:xfrm>
              <a:off x="3472369" y="479569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97DEC2">
                <a:alpha val="100000"/>
              </a:srgbClr>
            </a:solidFill>
            <a:ln w="5420" cap="flat">
              <a:solidFill>
                <a:srgbClr val="97DEC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77" name="pg2777"/>
            <p:cNvSpPr/>
            <p:nvPr/>
          </p:nvSpPr>
          <p:spPr>
            <a:xfrm>
              <a:off x="3484006" y="479569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97DEC2">
                <a:alpha val="100000"/>
              </a:srgbClr>
            </a:solidFill>
            <a:ln w="5420" cap="flat">
              <a:solidFill>
                <a:srgbClr val="97DEC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78" name="pg2778"/>
            <p:cNvSpPr/>
            <p:nvPr/>
          </p:nvSpPr>
          <p:spPr>
            <a:xfrm>
              <a:off x="3495643" y="479569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97DEC2">
                <a:alpha val="100000"/>
              </a:srgbClr>
            </a:solidFill>
            <a:ln w="5420" cap="flat">
              <a:solidFill>
                <a:srgbClr val="97DEC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79" name="pg2779"/>
            <p:cNvSpPr/>
            <p:nvPr/>
          </p:nvSpPr>
          <p:spPr>
            <a:xfrm>
              <a:off x="3507281" y="479569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96DEC2">
                <a:alpha val="100000"/>
              </a:srgbClr>
            </a:solidFill>
            <a:ln w="5420" cap="flat">
              <a:solidFill>
                <a:srgbClr val="96DEC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80" name="pg2780"/>
            <p:cNvSpPr/>
            <p:nvPr/>
          </p:nvSpPr>
          <p:spPr>
            <a:xfrm>
              <a:off x="3518918" y="479569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95DDC1">
                <a:alpha val="100000"/>
              </a:srgbClr>
            </a:solidFill>
            <a:ln w="5420" cap="flat">
              <a:solidFill>
                <a:srgbClr val="95DDC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81" name="pg2781"/>
            <p:cNvSpPr/>
            <p:nvPr/>
          </p:nvSpPr>
          <p:spPr>
            <a:xfrm>
              <a:off x="3530555" y="479569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94DDC1">
                <a:alpha val="100000"/>
              </a:srgbClr>
            </a:solidFill>
            <a:ln w="5420" cap="flat">
              <a:solidFill>
                <a:srgbClr val="94DDC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82" name="pg2782"/>
            <p:cNvSpPr/>
            <p:nvPr/>
          </p:nvSpPr>
          <p:spPr>
            <a:xfrm>
              <a:off x="3542193" y="479569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93DDC1">
                <a:alpha val="100000"/>
              </a:srgbClr>
            </a:solidFill>
            <a:ln w="5420" cap="flat">
              <a:solidFill>
                <a:srgbClr val="93DDC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83" name="pg2783"/>
            <p:cNvSpPr/>
            <p:nvPr/>
          </p:nvSpPr>
          <p:spPr>
            <a:xfrm>
              <a:off x="3553830" y="479569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92DCC0">
                <a:alpha val="100000"/>
              </a:srgbClr>
            </a:solidFill>
            <a:ln w="5420" cap="flat">
              <a:solidFill>
                <a:srgbClr val="92DCC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84" name="pg2784"/>
            <p:cNvSpPr/>
            <p:nvPr/>
          </p:nvSpPr>
          <p:spPr>
            <a:xfrm>
              <a:off x="3623654" y="479569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8EDBBE">
                <a:alpha val="100000"/>
              </a:srgbClr>
            </a:solidFill>
            <a:ln w="5420" cap="flat">
              <a:solidFill>
                <a:srgbClr val="8EDBB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85" name="pg2785"/>
            <p:cNvSpPr/>
            <p:nvPr/>
          </p:nvSpPr>
          <p:spPr>
            <a:xfrm>
              <a:off x="3635291" y="479569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8EDBBE">
                <a:alpha val="100000"/>
              </a:srgbClr>
            </a:solidFill>
            <a:ln w="5420" cap="flat">
              <a:solidFill>
                <a:srgbClr val="8EDBB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86" name="pg2786"/>
            <p:cNvSpPr/>
            <p:nvPr/>
          </p:nvSpPr>
          <p:spPr>
            <a:xfrm>
              <a:off x="3646928" y="479569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8DDBBE">
                <a:alpha val="100000"/>
              </a:srgbClr>
            </a:solidFill>
            <a:ln w="5420" cap="flat">
              <a:solidFill>
                <a:srgbClr val="8DDBB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87" name="pg2787"/>
            <p:cNvSpPr/>
            <p:nvPr/>
          </p:nvSpPr>
          <p:spPr>
            <a:xfrm>
              <a:off x="3658566" y="479569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8EDBBE">
                <a:alpha val="100000"/>
              </a:srgbClr>
            </a:solidFill>
            <a:ln w="5420" cap="flat">
              <a:solidFill>
                <a:srgbClr val="8EDBB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88" name="pg2788"/>
            <p:cNvSpPr/>
            <p:nvPr/>
          </p:nvSpPr>
          <p:spPr>
            <a:xfrm>
              <a:off x="3670203" y="479569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8FDBBF">
                <a:alpha val="100000"/>
              </a:srgbClr>
            </a:solidFill>
            <a:ln w="5420" cap="flat">
              <a:solidFill>
                <a:srgbClr val="8FDBB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89" name="pg2789"/>
            <p:cNvSpPr/>
            <p:nvPr/>
          </p:nvSpPr>
          <p:spPr>
            <a:xfrm>
              <a:off x="3681840" y="479569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91DCC0">
                <a:alpha val="100000"/>
              </a:srgbClr>
            </a:solidFill>
            <a:ln w="5420" cap="flat">
              <a:solidFill>
                <a:srgbClr val="91DCC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90" name="pg2790"/>
            <p:cNvSpPr/>
            <p:nvPr/>
          </p:nvSpPr>
          <p:spPr>
            <a:xfrm>
              <a:off x="3693478" y="479569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99DFC3">
                <a:alpha val="100000"/>
              </a:srgbClr>
            </a:solidFill>
            <a:ln w="5420" cap="flat">
              <a:solidFill>
                <a:srgbClr val="99DFC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91" name="pg2791"/>
            <p:cNvSpPr/>
            <p:nvPr/>
          </p:nvSpPr>
          <p:spPr>
            <a:xfrm>
              <a:off x="3705115" y="479569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9BDFC4">
                <a:alpha val="100000"/>
              </a:srgbClr>
            </a:solidFill>
            <a:ln w="5420" cap="flat">
              <a:solidFill>
                <a:srgbClr val="9BDFC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92" name="pg2792"/>
            <p:cNvSpPr/>
            <p:nvPr/>
          </p:nvSpPr>
          <p:spPr>
            <a:xfrm>
              <a:off x="3716752" y="479569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9BDFC4">
                <a:alpha val="100000"/>
              </a:srgbClr>
            </a:solidFill>
            <a:ln w="5420" cap="flat">
              <a:solidFill>
                <a:srgbClr val="9BDFC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93" name="pg2793"/>
            <p:cNvSpPr/>
            <p:nvPr/>
          </p:nvSpPr>
          <p:spPr>
            <a:xfrm>
              <a:off x="3728390" y="479569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9BDFC4">
                <a:alpha val="100000"/>
              </a:srgbClr>
            </a:solidFill>
            <a:ln w="5420" cap="flat">
              <a:solidFill>
                <a:srgbClr val="9BDFC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94" name="pg2794"/>
            <p:cNvSpPr/>
            <p:nvPr/>
          </p:nvSpPr>
          <p:spPr>
            <a:xfrm>
              <a:off x="3740027" y="479569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99DFC3">
                <a:alpha val="100000"/>
              </a:srgbClr>
            </a:solidFill>
            <a:ln w="5420" cap="flat">
              <a:solidFill>
                <a:srgbClr val="99DFC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95" name="pg2795"/>
            <p:cNvSpPr/>
            <p:nvPr/>
          </p:nvSpPr>
          <p:spPr>
            <a:xfrm>
              <a:off x="4135696" y="479569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0D2B2">
                <a:alpha val="100000"/>
              </a:srgbClr>
            </a:solidFill>
            <a:ln w="5420" cap="flat">
              <a:solidFill>
                <a:srgbClr val="70D2B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96" name="pg2796"/>
            <p:cNvSpPr/>
            <p:nvPr/>
          </p:nvSpPr>
          <p:spPr>
            <a:xfrm>
              <a:off x="4147334" y="479569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FD2B1">
                <a:alpha val="100000"/>
              </a:srgbClr>
            </a:solidFill>
            <a:ln w="5420" cap="flat">
              <a:solidFill>
                <a:srgbClr val="6FD2B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97" name="pg2797"/>
            <p:cNvSpPr/>
            <p:nvPr/>
          </p:nvSpPr>
          <p:spPr>
            <a:xfrm>
              <a:off x="4158971" y="479569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ED2B1">
                <a:alpha val="100000"/>
              </a:srgbClr>
            </a:solidFill>
            <a:ln w="5420" cap="flat">
              <a:solidFill>
                <a:srgbClr val="6ED2B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98" name="pg2798"/>
            <p:cNvSpPr/>
            <p:nvPr/>
          </p:nvSpPr>
          <p:spPr>
            <a:xfrm>
              <a:off x="4170608" y="479569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ED2B1">
                <a:alpha val="100000"/>
              </a:srgbClr>
            </a:solidFill>
            <a:ln w="5420" cap="flat">
              <a:solidFill>
                <a:srgbClr val="6ED2B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99" name="pg2799"/>
            <p:cNvSpPr/>
            <p:nvPr/>
          </p:nvSpPr>
          <p:spPr>
            <a:xfrm>
              <a:off x="4182246" y="479569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DD2B1">
                <a:alpha val="100000"/>
              </a:srgbClr>
            </a:solidFill>
            <a:ln w="5420" cap="flat">
              <a:solidFill>
                <a:srgbClr val="6DD2B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00" name="pg2800"/>
            <p:cNvSpPr/>
            <p:nvPr/>
          </p:nvSpPr>
          <p:spPr>
            <a:xfrm>
              <a:off x="4193883" y="479569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CD1B1">
                <a:alpha val="100000"/>
              </a:srgbClr>
            </a:solidFill>
            <a:ln w="5420" cap="flat">
              <a:solidFill>
                <a:srgbClr val="6CD1B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01" name="pg2801"/>
            <p:cNvSpPr/>
            <p:nvPr/>
          </p:nvSpPr>
          <p:spPr>
            <a:xfrm>
              <a:off x="4205520" y="479569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BD1B0">
                <a:alpha val="100000"/>
              </a:srgbClr>
            </a:solidFill>
            <a:ln w="5420" cap="flat">
              <a:solidFill>
                <a:srgbClr val="6BD1B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02" name="pg2802"/>
            <p:cNvSpPr/>
            <p:nvPr/>
          </p:nvSpPr>
          <p:spPr>
            <a:xfrm>
              <a:off x="4217158" y="479569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BD1B0">
                <a:alpha val="100000"/>
              </a:srgbClr>
            </a:solidFill>
            <a:ln w="5420" cap="flat">
              <a:solidFill>
                <a:srgbClr val="6BD1B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03" name="pg2803"/>
            <p:cNvSpPr/>
            <p:nvPr/>
          </p:nvSpPr>
          <p:spPr>
            <a:xfrm>
              <a:off x="4228795" y="479569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CD1B0">
                <a:alpha val="100000"/>
              </a:srgbClr>
            </a:solidFill>
            <a:ln w="5420" cap="flat">
              <a:solidFill>
                <a:srgbClr val="6CD1B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04" name="pg2804"/>
            <p:cNvSpPr/>
            <p:nvPr/>
          </p:nvSpPr>
          <p:spPr>
            <a:xfrm>
              <a:off x="4240432" y="479569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CD1B1">
                <a:alpha val="100000"/>
              </a:srgbClr>
            </a:solidFill>
            <a:ln w="5420" cap="flat">
              <a:solidFill>
                <a:srgbClr val="6CD1B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05" name="pg2805"/>
            <p:cNvSpPr/>
            <p:nvPr/>
          </p:nvSpPr>
          <p:spPr>
            <a:xfrm>
              <a:off x="4321894" y="479569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6D4B4">
                <a:alpha val="100000"/>
              </a:srgbClr>
            </a:solidFill>
            <a:ln w="5420" cap="flat">
              <a:solidFill>
                <a:srgbClr val="76D4B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06" name="pg2806"/>
            <p:cNvSpPr/>
            <p:nvPr/>
          </p:nvSpPr>
          <p:spPr>
            <a:xfrm>
              <a:off x="4333531" y="479569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7D4B5">
                <a:alpha val="100000"/>
              </a:srgbClr>
            </a:solidFill>
            <a:ln w="5420" cap="flat">
              <a:solidFill>
                <a:srgbClr val="77D4B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07" name="pg2807"/>
            <p:cNvSpPr/>
            <p:nvPr/>
          </p:nvSpPr>
          <p:spPr>
            <a:xfrm>
              <a:off x="4345168" y="479569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8D5B5">
                <a:alpha val="100000"/>
              </a:srgbClr>
            </a:solidFill>
            <a:ln w="5420" cap="flat">
              <a:solidFill>
                <a:srgbClr val="78D5B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08" name="pg2808"/>
            <p:cNvSpPr/>
            <p:nvPr/>
          </p:nvSpPr>
          <p:spPr>
            <a:xfrm>
              <a:off x="4356806" y="479569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9D5B5">
                <a:alpha val="100000"/>
              </a:srgbClr>
            </a:solidFill>
            <a:ln w="5420" cap="flat">
              <a:solidFill>
                <a:srgbClr val="79D5B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09" name="pg2809"/>
            <p:cNvSpPr/>
            <p:nvPr/>
          </p:nvSpPr>
          <p:spPr>
            <a:xfrm>
              <a:off x="4368443" y="479569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9D5B6">
                <a:alpha val="100000"/>
              </a:srgbClr>
            </a:solidFill>
            <a:ln w="5420" cap="flat">
              <a:solidFill>
                <a:srgbClr val="79D5B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10" name="pg2810"/>
            <p:cNvSpPr/>
            <p:nvPr/>
          </p:nvSpPr>
          <p:spPr>
            <a:xfrm>
              <a:off x="4380080" y="479569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9D5B6">
                <a:alpha val="100000"/>
              </a:srgbClr>
            </a:solidFill>
            <a:ln w="5420" cap="flat">
              <a:solidFill>
                <a:srgbClr val="79D5B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11" name="pg2811"/>
            <p:cNvSpPr/>
            <p:nvPr/>
          </p:nvSpPr>
          <p:spPr>
            <a:xfrm>
              <a:off x="4577915" y="479569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7D0AF">
                <a:alpha val="100000"/>
              </a:srgbClr>
            </a:solidFill>
            <a:ln w="5420" cap="flat">
              <a:solidFill>
                <a:srgbClr val="67D0A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12" name="pg2812"/>
            <p:cNvSpPr/>
            <p:nvPr/>
          </p:nvSpPr>
          <p:spPr>
            <a:xfrm>
              <a:off x="4589552" y="479569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8D0AF">
                <a:alpha val="100000"/>
              </a:srgbClr>
            </a:solidFill>
            <a:ln w="5420" cap="flat">
              <a:solidFill>
                <a:srgbClr val="68D0A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13" name="pg2813"/>
            <p:cNvSpPr/>
            <p:nvPr/>
          </p:nvSpPr>
          <p:spPr>
            <a:xfrm>
              <a:off x="4601190" y="479569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9D0AF">
                <a:alpha val="100000"/>
              </a:srgbClr>
            </a:solidFill>
            <a:ln w="5420" cap="flat">
              <a:solidFill>
                <a:srgbClr val="69D0A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14" name="pg2814"/>
            <p:cNvSpPr/>
            <p:nvPr/>
          </p:nvSpPr>
          <p:spPr>
            <a:xfrm>
              <a:off x="4612827" y="479569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BD1B0">
                <a:alpha val="100000"/>
              </a:srgbClr>
            </a:solidFill>
            <a:ln w="5420" cap="flat">
              <a:solidFill>
                <a:srgbClr val="6BD1B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15" name="pg2815"/>
            <p:cNvSpPr/>
            <p:nvPr/>
          </p:nvSpPr>
          <p:spPr>
            <a:xfrm>
              <a:off x="4624464" y="479569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DD1B1">
                <a:alpha val="100000"/>
              </a:srgbClr>
            </a:solidFill>
            <a:ln w="5420" cap="flat">
              <a:solidFill>
                <a:srgbClr val="6DD1B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16" name="pg2816"/>
            <p:cNvSpPr/>
            <p:nvPr/>
          </p:nvSpPr>
          <p:spPr>
            <a:xfrm>
              <a:off x="3111611" y="480999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9EE0C6">
                <a:alpha val="100000"/>
              </a:srgbClr>
            </a:solidFill>
            <a:ln w="5420" cap="flat">
              <a:solidFill>
                <a:srgbClr val="9EE0C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17" name="pg2817"/>
            <p:cNvSpPr/>
            <p:nvPr/>
          </p:nvSpPr>
          <p:spPr>
            <a:xfrm>
              <a:off x="3123249" y="480999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A0E1C7">
                <a:alpha val="100000"/>
              </a:srgbClr>
            </a:solidFill>
            <a:ln w="5420" cap="flat">
              <a:solidFill>
                <a:srgbClr val="A0E1C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18" name="pg2818"/>
            <p:cNvSpPr/>
            <p:nvPr/>
          </p:nvSpPr>
          <p:spPr>
            <a:xfrm>
              <a:off x="3134886" y="480999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A2E1C7">
                <a:alpha val="100000"/>
              </a:srgbClr>
            </a:solidFill>
            <a:ln w="5420" cap="flat">
              <a:solidFill>
                <a:srgbClr val="A2E1C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19" name="pg2819"/>
            <p:cNvSpPr/>
            <p:nvPr/>
          </p:nvSpPr>
          <p:spPr>
            <a:xfrm>
              <a:off x="3146523" y="480999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A2E1C7">
                <a:alpha val="100000"/>
              </a:srgbClr>
            </a:solidFill>
            <a:ln w="5420" cap="flat">
              <a:solidFill>
                <a:srgbClr val="A2E1C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20" name="pg2820"/>
            <p:cNvSpPr/>
            <p:nvPr/>
          </p:nvSpPr>
          <p:spPr>
            <a:xfrm>
              <a:off x="3158161" y="480999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A1E1C7">
                <a:alpha val="100000"/>
              </a:srgbClr>
            </a:solidFill>
            <a:ln w="5420" cap="flat">
              <a:solidFill>
                <a:srgbClr val="A1E1C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21" name="pg2821"/>
            <p:cNvSpPr/>
            <p:nvPr/>
          </p:nvSpPr>
          <p:spPr>
            <a:xfrm>
              <a:off x="3169798" y="480999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9FE0C6">
                <a:alpha val="100000"/>
              </a:srgbClr>
            </a:solidFill>
            <a:ln w="5420" cap="flat">
              <a:solidFill>
                <a:srgbClr val="9FE0C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22" name="pg2822"/>
            <p:cNvSpPr/>
            <p:nvPr/>
          </p:nvSpPr>
          <p:spPr>
            <a:xfrm>
              <a:off x="3181435" y="480999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9CDFC4">
                <a:alpha val="100000"/>
              </a:srgbClr>
            </a:solidFill>
            <a:ln w="5420" cap="flat">
              <a:solidFill>
                <a:srgbClr val="9CDFC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23" name="pg2823"/>
            <p:cNvSpPr/>
            <p:nvPr/>
          </p:nvSpPr>
          <p:spPr>
            <a:xfrm>
              <a:off x="3193073" y="480999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98DEC3">
                <a:alpha val="100000"/>
              </a:srgbClr>
            </a:solidFill>
            <a:ln w="5420" cap="flat">
              <a:solidFill>
                <a:srgbClr val="98DEC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24" name="pg2824"/>
            <p:cNvSpPr/>
            <p:nvPr/>
          </p:nvSpPr>
          <p:spPr>
            <a:xfrm>
              <a:off x="3204710" y="480999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95DDC1">
                <a:alpha val="100000"/>
              </a:srgbClr>
            </a:solidFill>
            <a:ln w="5420" cap="flat">
              <a:solidFill>
                <a:srgbClr val="95DDC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25" name="pg2825"/>
            <p:cNvSpPr/>
            <p:nvPr/>
          </p:nvSpPr>
          <p:spPr>
            <a:xfrm>
              <a:off x="3216347" y="480999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92DDC0">
                <a:alpha val="100000"/>
              </a:srgbClr>
            </a:solidFill>
            <a:ln w="5420" cap="flat">
              <a:solidFill>
                <a:srgbClr val="92DDC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26" name="pg2826"/>
            <p:cNvSpPr/>
            <p:nvPr/>
          </p:nvSpPr>
          <p:spPr>
            <a:xfrm>
              <a:off x="3227985" y="480999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8FDCBF">
                <a:alpha val="100000"/>
              </a:srgbClr>
            </a:solidFill>
            <a:ln w="5420" cap="flat">
              <a:solidFill>
                <a:srgbClr val="8FDCB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27" name="pg2827"/>
            <p:cNvSpPr/>
            <p:nvPr/>
          </p:nvSpPr>
          <p:spPr>
            <a:xfrm>
              <a:off x="3239622" y="480999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8FDBBF">
                <a:alpha val="100000"/>
              </a:srgbClr>
            </a:solidFill>
            <a:ln w="5420" cap="flat">
              <a:solidFill>
                <a:srgbClr val="8FDBB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28" name="pg2828"/>
            <p:cNvSpPr/>
            <p:nvPr/>
          </p:nvSpPr>
          <p:spPr>
            <a:xfrm>
              <a:off x="3251259" y="480999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8EDBBE">
                <a:alpha val="100000"/>
              </a:srgbClr>
            </a:solidFill>
            <a:ln w="5420" cap="flat">
              <a:solidFill>
                <a:srgbClr val="8EDBB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29" name="pg2829"/>
            <p:cNvSpPr/>
            <p:nvPr/>
          </p:nvSpPr>
          <p:spPr>
            <a:xfrm>
              <a:off x="3262897" y="480999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8EDBBE">
                <a:alpha val="100000"/>
              </a:srgbClr>
            </a:solidFill>
            <a:ln w="5420" cap="flat">
              <a:solidFill>
                <a:srgbClr val="8EDBB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30" name="pg2830"/>
            <p:cNvSpPr/>
            <p:nvPr/>
          </p:nvSpPr>
          <p:spPr>
            <a:xfrm>
              <a:off x="3274534" y="480999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8DDBBE">
                <a:alpha val="100000"/>
              </a:srgbClr>
            </a:solidFill>
            <a:ln w="5420" cap="flat">
              <a:solidFill>
                <a:srgbClr val="8DDBB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31" name="pg2831"/>
            <p:cNvSpPr/>
            <p:nvPr/>
          </p:nvSpPr>
          <p:spPr>
            <a:xfrm>
              <a:off x="3286171" y="480999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8DDBBE">
                <a:alpha val="100000"/>
              </a:srgbClr>
            </a:solidFill>
            <a:ln w="5420" cap="flat">
              <a:solidFill>
                <a:srgbClr val="8DDBB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32" name="pg2832"/>
            <p:cNvSpPr/>
            <p:nvPr/>
          </p:nvSpPr>
          <p:spPr>
            <a:xfrm>
              <a:off x="3297809" y="480999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8DDBBE">
                <a:alpha val="100000"/>
              </a:srgbClr>
            </a:solidFill>
            <a:ln w="5420" cap="flat">
              <a:solidFill>
                <a:srgbClr val="8DDBB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33" name="pg2833"/>
            <p:cNvSpPr/>
            <p:nvPr/>
          </p:nvSpPr>
          <p:spPr>
            <a:xfrm>
              <a:off x="3309446" y="480999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8CDBBE">
                <a:alpha val="100000"/>
              </a:srgbClr>
            </a:solidFill>
            <a:ln w="5420" cap="flat">
              <a:solidFill>
                <a:srgbClr val="8CDBB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34" name="pg2834"/>
            <p:cNvSpPr/>
            <p:nvPr/>
          </p:nvSpPr>
          <p:spPr>
            <a:xfrm>
              <a:off x="3321083" y="480999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8CDBBE">
                <a:alpha val="100000"/>
              </a:srgbClr>
            </a:solidFill>
            <a:ln w="5420" cap="flat">
              <a:solidFill>
                <a:srgbClr val="8CDBB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35" name="pg2835"/>
            <p:cNvSpPr/>
            <p:nvPr/>
          </p:nvSpPr>
          <p:spPr>
            <a:xfrm>
              <a:off x="3332721" y="480999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8CDBBE">
                <a:alpha val="100000"/>
              </a:srgbClr>
            </a:solidFill>
            <a:ln w="5420" cap="flat">
              <a:solidFill>
                <a:srgbClr val="8CDBB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36" name="pg2836"/>
            <p:cNvSpPr/>
            <p:nvPr/>
          </p:nvSpPr>
          <p:spPr>
            <a:xfrm>
              <a:off x="3344358" y="480999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8DDBBE">
                <a:alpha val="100000"/>
              </a:srgbClr>
            </a:solidFill>
            <a:ln w="5420" cap="flat">
              <a:solidFill>
                <a:srgbClr val="8DDBB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37" name="pg2837"/>
            <p:cNvSpPr/>
            <p:nvPr/>
          </p:nvSpPr>
          <p:spPr>
            <a:xfrm>
              <a:off x="3355995" y="480999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8EDBBE">
                <a:alpha val="100000"/>
              </a:srgbClr>
            </a:solidFill>
            <a:ln w="5420" cap="flat">
              <a:solidFill>
                <a:srgbClr val="8EDBB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38" name="pg2838"/>
            <p:cNvSpPr/>
            <p:nvPr/>
          </p:nvSpPr>
          <p:spPr>
            <a:xfrm>
              <a:off x="3367633" y="480999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8FDBBF">
                <a:alpha val="100000"/>
              </a:srgbClr>
            </a:solidFill>
            <a:ln w="5420" cap="flat">
              <a:solidFill>
                <a:srgbClr val="8FDBB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39" name="pg2839"/>
            <p:cNvSpPr/>
            <p:nvPr/>
          </p:nvSpPr>
          <p:spPr>
            <a:xfrm>
              <a:off x="3379270" y="480999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8FDCBF">
                <a:alpha val="100000"/>
              </a:srgbClr>
            </a:solidFill>
            <a:ln w="5420" cap="flat">
              <a:solidFill>
                <a:srgbClr val="8FDCB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40" name="pg2840"/>
            <p:cNvSpPr/>
            <p:nvPr/>
          </p:nvSpPr>
          <p:spPr>
            <a:xfrm>
              <a:off x="3390907" y="480999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90DCBF">
                <a:alpha val="100000"/>
              </a:srgbClr>
            </a:solidFill>
            <a:ln w="5420" cap="flat">
              <a:solidFill>
                <a:srgbClr val="90DCB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41" name="pg2841"/>
            <p:cNvSpPr/>
            <p:nvPr/>
          </p:nvSpPr>
          <p:spPr>
            <a:xfrm>
              <a:off x="3402545" y="480999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92DCC0">
                <a:alpha val="100000"/>
              </a:srgbClr>
            </a:solidFill>
            <a:ln w="5420" cap="flat">
              <a:solidFill>
                <a:srgbClr val="92DCC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42" name="pg2842"/>
            <p:cNvSpPr/>
            <p:nvPr/>
          </p:nvSpPr>
          <p:spPr>
            <a:xfrm>
              <a:off x="3414182" y="480999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93DDC1">
                <a:alpha val="100000"/>
              </a:srgbClr>
            </a:solidFill>
            <a:ln w="5420" cap="flat">
              <a:solidFill>
                <a:srgbClr val="93DDC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43" name="pg2843"/>
            <p:cNvSpPr/>
            <p:nvPr/>
          </p:nvSpPr>
          <p:spPr>
            <a:xfrm>
              <a:off x="3425819" y="480999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94DDC1">
                <a:alpha val="100000"/>
              </a:srgbClr>
            </a:solidFill>
            <a:ln w="5420" cap="flat">
              <a:solidFill>
                <a:srgbClr val="94DDC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44" name="pg2844"/>
            <p:cNvSpPr/>
            <p:nvPr/>
          </p:nvSpPr>
          <p:spPr>
            <a:xfrm>
              <a:off x="3437457" y="480999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95DDC2">
                <a:alpha val="100000"/>
              </a:srgbClr>
            </a:solidFill>
            <a:ln w="5420" cap="flat">
              <a:solidFill>
                <a:srgbClr val="95DDC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45" name="pg2845"/>
            <p:cNvSpPr/>
            <p:nvPr/>
          </p:nvSpPr>
          <p:spPr>
            <a:xfrm>
              <a:off x="3449094" y="480999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97DEC2">
                <a:alpha val="100000"/>
              </a:srgbClr>
            </a:solidFill>
            <a:ln w="5420" cap="flat">
              <a:solidFill>
                <a:srgbClr val="97DEC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46" name="pg2846"/>
            <p:cNvSpPr/>
            <p:nvPr/>
          </p:nvSpPr>
          <p:spPr>
            <a:xfrm>
              <a:off x="3460731" y="480999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99DEC3">
                <a:alpha val="100000"/>
              </a:srgbClr>
            </a:solidFill>
            <a:ln w="5420" cap="flat">
              <a:solidFill>
                <a:srgbClr val="99DEC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47" name="pg2847"/>
            <p:cNvSpPr/>
            <p:nvPr/>
          </p:nvSpPr>
          <p:spPr>
            <a:xfrm>
              <a:off x="3472369" y="480999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99DFC3">
                <a:alpha val="100000"/>
              </a:srgbClr>
            </a:solidFill>
            <a:ln w="5420" cap="flat">
              <a:solidFill>
                <a:srgbClr val="99DFC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48" name="pg2848"/>
            <p:cNvSpPr/>
            <p:nvPr/>
          </p:nvSpPr>
          <p:spPr>
            <a:xfrm>
              <a:off x="3484006" y="480999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99DFC3">
                <a:alpha val="100000"/>
              </a:srgbClr>
            </a:solidFill>
            <a:ln w="5420" cap="flat">
              <a:solidFill>
                <a:srgbClr val="99DFC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49" name="pg2849"/>
            <p:cNvSpPr/>
            <p:nvPr/>
          </p:nvSpPr>
          <p:spPr>
            <a:xfrm>
              <a:off x="3495643" y="480999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99DEC3">
                <a:alpha val="100000"/>
              </a:srgbClr>
            </a:solidFill>
            <a:ln w="5420" cap="flat">
              <a:solidFill>
                <a:srgbClr val="99DEC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50" name="pg2850"/>
            <p:cNvSpPr/>
            <p:nvPr/>
          </p:nvSpPr>
          <p:spPr>
            <a:xfrm>
              <a:off x="3507281" y="480999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97DEC3">
                <a:alpha val="100000"/>
              </a:srgbClr>
            </a:solidFill>
            <a:ln w="5420" cap="flat">
              <a:solidFill>
                <a:srgbClr val="97DEC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51" name="pg2851"/>
            <p:cNvSpPr/>
            <p:nvPr/>
          </p:nvSpPr>
          <p:spPr>
            <a:xfrm>
              <a:off x="3518918" y="480999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96DEC2">
                <a:alpha val="100000"/>
              </a:srgbClr>
            </a:solidFill>
            <a:ln w="5420" cap="flat">
              <a:solidFill>
                <a:srgbClr val="96DEC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52" name="pg2852"/>
            <p:cNvSpPr/>
            <p:nvPr/>
          </p:nvSpPr>
          <p:spPr>
            <a:xfrm>
              <a:off x="3530555" y="480999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94DDC1">
                <a:alpha val="100000"/>
              </a:srgbClr>
            </a:solidFill>
            <a:ln w="5420" cap="flat">
              <a:solidFill>
                <a:srgbClr val="94DDC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53" name="pg2853"/>
            <p:cNvSpPr/>
            <p:nvPr/>
          </p:nvSpPr>
          <p:spPr>
            <a:xfrm>
              <a:off x="3542193" y="480999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93DDC0">
                <a:alpha val="100000"/>
              </a:srgbClr>
            </a:solidFill>
            <a:ln w="5420" cap="flat">
              <a:solidFill>
                <a:srgbClr val="93DDC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54" name="pg2854"/>
            <p:cNvSpPr/>
            <p:nvPr/>
          </p:nvSpPr>
          <p:spPr>
            <a:xfrm>
              <a:off x="3553830" y="480999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92DCC0">
                <a:alpha val="100000"/>
              </a:srgbClr>
            </a:solidFill>
            <a:ln w="5420" cap="flat">
              <a:solidFill>
                <a:srgbClr val="92DCC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55" name="pg2855"/>
            <p:cNvSpPr/>
            <p:nvPr/>
          </p:nvSpPr>
          <p:spPr>
            <a:xfrm>
              <a:off x="3612016" y="480999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8EDBBF">
                <a:alpha val="100000"/>
              </a:srgbClr>
            </a:solidFill>
            <a:ln w="5420" cap="flat">
              <a:solidFill>
                <a:srgbClr val="8EDBB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56" name="pg2856"/>
            <p:cNvSpPr/>
            <p:nvPr/>
          </p:nvSpPr>
          <p:spPr>
            <a:xfrm>
              <a:off x="3623654" y="480999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8DDBBE">
                <a:alpha val="100000"/>
              </a:srgbClr>
            </a:solidFill>
            <a:ln w="5420" cap="flat">
              <a:solidFill>
                <a:srgbClr val="8DDBB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57" name="pg2857"/>
            <p:cNvSpPr/>
            <p:nvPr/>
          </p:nvSpPr>
          <p:spPr>
            <a:xfrm>
              <a:off x="3635291" y="480999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8CDABD">
                <a:alpha val="100000"/>
              </a:srgbClr>
            </a:solidFill>
            <a:ln w="5420" cap="flat">
              <a:solidFill>
                <a:srgbClr val="8CDAB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58" name="pg2858"/>
            <p:cNvSpPr/>
            <p:nvPr/>
          </p:nvSpPr>
          <p:spPr>
            <a:xfrm>
              <a:off x="3646928" y="480999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8ADABD">
                <a:alpha val="100000"/>
              </a:srgbClr>
            </a:solidFill>
            <a:ln w="5420" cap="flat">
              <a:solidFill>
                <a:srgbClr val="8ADAB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59" name="pg2859"/>
            <p:cNvSpPr/>
            <p:nvPr/>
          </p:nvSpPr>
          <p:spPr>
            <a:xfrm>
              <a:off x="3658566" y="480999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8ADABC">
                <a:alpha val="100000"/>
              </a:srgbClr>
            </a:solidFill>
            <a:ln w="5420" cap="flat">
              <a:solidFill>
                <a:srgbClr val="8ADAB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60" name="pg2860"/>
            <p:cNvSpPr/>
            <p:nvPr/>
          </p:nvSpPr>
          <p:spPr>
            <a:xfrm>
              <a:off x="3670203" y="480999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8ADABD">
                <a:alpha val="100000"/>
              </a:srgbClr>
            </a:solidFill>
            <a:ln w="5420" cap="flat">
              <a:solidFill>
                <a:srgbClr val="8ADAB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61" name="pg2861"/>
            <p:cNvSpPr/>
            <p:nvPr/>
          </p:nvSpPr>
          <p:spPr>
            <a:xfrm>
              <a:off x="3681840" y="480999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8CDBBE">
                <a:alpha val="100000"/>
              </a:srgbClr>
            </a:solidFill>
            <a:ln w="5420" cap="flat">
              <a:solidFill>
                <a:srgbClr val="8CDBB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62" name="pg2862"/>
            <p:cNvSpPr/>
            <p:nvPr/>
          </p:nvSpPr>
          <p:spPr>
            <a:xfrm>
              <a:off x="3693478" y="480999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96DEC2">
                <a:alpha val="100000"/>
              </a:srgbClr>
            </a:solidFill>
            <a:ln w="5420" cap="flat">
              <a:solidFill>
                <a:srgbClr val="96DEC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63" name="pg2863"/>
            <p:cNvSpPr/>
            <p:nvPr/>
          </p:nvSpPr>
          <p:spPr>
            <a:xfrm>
              <a:off x="3705115" y="480999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99DFC3">
                <a:alpha val="100000"/>
              </a:srgbClr>
            </a:solidFill>
            <a:ln w="5420" cap="flat">
              <a:solidFill>
                <a:srgbClr val="99DFC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64" name="pg2864"/>
            <p:cNvSpPr/>
            <p:nvPr/>
          </p:nvSpPr>
          <p:spPr>
            <a:xfrm>
              <a:off x="3716752" y="480999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9ADFC4">
                <a:alpha val="100000"/>
              </a:srgbClr>
            </a:solidFill>
            <a:ln w="5420" cap="flat">
              <a:solidFill>
                <a:srgbClr val="9ADFC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65" name="pg2865"/>
            <p:cNvSpPr/>
            <p:nvPr/>
          </p:nvSpPr>
          <p:spPr>
            <a:xfrm>
              <a:off x="3728390" y="480999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99DFC3">
                <a:alpha val="100000"/>
              </a:srgbClr>
            </a:solidFill>
            <a:ln w="5420" cap="flat">
              <a:solidFill>
                <a:srgbClr val="99DFC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66" name="pg2866"/>
            <p:cNvSpPr/>
            <p:nvPr/>
          </p:nvSpPr>
          <p:spPr>
            <a:xfrm>
              <a:off x="3740027" y="480999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98DEC3">
                <a:alpha val="100000"/>
              </a:srgbClr>
            </a:solidFill>
            <a:ln w="5420" cap="flat">
              <a:solidFill>
                <a:srgbClr val="98DEC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67" name="pg2867"/>
            <p:cNvSpPr/>
            <p:nvPr/>
          </p:nvSpPr>
          <p:spPr>
            <a:xfrm>
              <a:off x="3751664" y="480999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97DEC2">
                <a:alpha val="100000"/>
              </a:srgbClr>
            </a:solidFill>
            <a:ln w="5420" cap="flat">
              <a:solidFill>
                <a:srgbClr val="97DEC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68" name="pg2868"/>
            <p:cNvSpPr/>
            <p:nvPr/>
          </p:nvSpPr>
          <p:spPr>
            <a:xfrm>
              <a:off x="3763302" y="480999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96DEC2">
                <a:alpha val="100000"/>
              </a:srgbClr>
            </a:solidFill>
            <a:ln w="5420" cap="flat">
              <a:solidFill>
                <a:srgbClr val="96DEC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69" name="pg2869"/>
            <p:cNvSpPr/>
            <p:nvPr/>
          </p:nvSpPr>
          <p:spPr>
            <a:xfrm>
              <a:off x="4135696" y="480999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0D2B2">
                <a:alpha val="100000"/>
              </a:srgbClr>
            </a:solidFill>
            <a:ln w="5420" cap="flat">
              <a:solidFill>
                <a:srgbClr val="70D2B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70" name="pg2870"/>
            <p:cNvSpPr/>
            <p:nvPr/>
          </p:nvSpPr>
          <p:spPr>
            <a:xfrm>
              <a:off x="4147334" y="480999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FD2B2">
                <a:alpha val="100000"/>
              </a:srgbClr>
            </a:solidFill>
            <a:ln w="5420" cap="flat">
              <a:solidFill>
                <a:srgbClr val="6FD2B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71" name="pg2871"/>
            <p:cNvSpPr/>
            <p:nvPr/>
          </p:nvSpPr>
          <p:spPr>
            <a:xfrm>
              <a:off x="4158971" y="480999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ED2B1">
                <a:alpha val="100000"/>
              </a:srgbClr>
            </a:solidFill>
            <a:ln w="5420" cap="flat">
              <a:solidFill>
                <a:srgbClr val="6ED2B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72" name="pg2872"/>
            <p:cNvSpPr/>
            <p:nvPr/>
          </p:nvSpPr>
          <p:spPr>
            <a:xfrm>
              <a:off x="4170608" y="480999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ED2B1">
                <a:alpha val="100000"/>
              </a:srgbClr>
            </a:solidFill>
            <a:ln w="5420" cap="flat">
              <a:solidFill>
                <a:srgbClr val="6ED2B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73" name="pg2873"/>
            <p:cNvSpPr/>
            <p:nvPr/>
          </p:nvSpPr>
          <p:spPr>
            <a:xfrm>
              <a:off x="4182246" y="480999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ED2B1">
                <a:alpha val="100000"/>
              </a:srgbClr>
            </a:solidFill>
            <a:ln w="5420" cap="flat">
              <a:solidFill>
                <a:srgbClr val="6ED2B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74" name="pg2874"/>
            <p:cNvSpPr/>
            <p:nvPr/>
          </p:nvSpPr>
          <p:spPr>
            <a:xfrm>
              <a:off x="4193883" y="480999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DD2B1">
                <a:alpha val="100000"/>
              </a:srgbClr>
            </a:solidFill>
            <a:ln w="5420" cap="flat">
              <a:solidFill>
                <a:srgbClr val="6DD2B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75" name="pg2875"/>
            <p:cNvSpPr/>
            <p:nvPr/>
          </p:nvSpPr>
          <p:spPr>
            <a:xfrm>
              <a:off x="4205520" y="480999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CD1B1">
                <a:alpha val="100000"/>
              </a:srgbClr>
            </a:solidFill>
            <a:ln w="5420" cap="flat">
              <a:solidFill>
                <a:srgbClr val="6CD1B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76" name="pg2876"/>
            <p:cNvSpPr/>
            <p:nvPr/>
          </p:nvSpPr>
          <p:spPr>
            <a:xfrm>
              <a:off x="4217158" y="480999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CD1B0">
                <a:alpha val="100000"/>
              </a:srgbClr>
            </a:solidFill>
            <a:ln w="5420" cap="flat">
              <a:solidFill>
                <a:srgbClr val="6CD1B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77" name="pg2877"/>
            <p:cNvSpPr/>
            <p:nvPr/>
          </p:nvSpPr>
          <p:spPr>
            <a:xfrm>
              <a:off x="4333531" y="480999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7D4B5">
                <a:alpha val="100000"/>
              </a:srgbClr>
            </a:solidFill>
            <a:ln w="5420" cap="flat">
              <a:solidFill>
                <a:srgbClr val="77D4B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78" name="pg2878"/>
            <p:cNvSpPr/>
            <p:nvPr/>
          </p:nvSpPr>
          <p:spPr>
            <a:xfrm>
              <a:off x="4345168" y="480999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8D5B5">
                <a:alpha val="100000"/>
              </a:srgbClr>
            </a:solidFill>
            <a:ln w="5420" cap="flat">
              <a:solidFill>
                <a:srgbClr val="78D5B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79" name="pg2879"/>
            <p:cNvSpPr/>
            <p:nvPr/>
          </p:nvSpPr>
          <p:spPr>
            <a:xfrm>
              <a:off x="4356806" y="480999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9D5B5">
                <a:alpha val="100000"/>
              </a:srgbClr>
            </a:solidFill>
            <a:ln w="5420" cap="flat">
              <a:solidFill>
                <a:srgbClr val="79D5B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80" name="pg2880"/>
            <p:cNvSpPr/>
            <p:nvPr/>
          </p:nvSpPr>
          <p:spPr>
            <a:xfrm>
              <a:off x="4368443" y="480999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9D5B6">
                <a:alpha val="100000"/>
              </a:srgbClr>
            </a:solidFill>
            <a:ln w="5420" cap="flat">
              <a:solidFill>
                <a:srgbClr val="79D5B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81" name="pg2881"/>
            <p:cNvSpPr/>
            <p:nvPr/>
          </p:nvSpPr>
          <p:spPr>
            <a:xfrm>
              <a:off x="4380080" y="480999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9D5B6">
                <a:alpha val="100000"/>
              </a:srgbClr>
            </a:solidFill>
            <a:ln w="5420" cap="flat">
              <a:solidFill>
                <a:srgbClr val="79D5B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82" name="pg2882"/>
            <p:cNvSpPr/>
            <p:nvPr/>
          </p:nvSpPr>
          <p:spPr>
            <a:xfrm>
              <a:off x="4391718" y="480999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AD5B6">
                <a:alpha val="100000"/>
              </a:srgbClr>
            </a:solidFill>
            <a:ln w="5420" cap="flat">
              <a:solidFill>
                <a:srgbClr val="7AD5B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83" name="pg2883"/>
            <p:cNvSpPr/>
            <p:nvPr/>
          </p:nvSpPr>
          <p:spPr>
            <a:xfrm>
              <a:off x="4403355" y="480999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AD5B6">
                <a:alpha val="100000"/>
              </a:srgbClr>
            </a:solidFill>
            <a:ln w="5420" cap="flat">
              <a:solidFill>
                <a:srgbClr val="7AD5B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84" name="pg2884"/>
            <p:cNvSpPr/>
            <p:nvPr/>
          </p:nvSpPr>
          <p:spPr>
            <a:xfrm>
              <a:off x="4577915" y="480999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ED2B1">
                <a:alpha val="100000"/>
              </a:srgbClr>
            </a:solidFill>
            <a:ln w="5420" cap="flat">
              <a:solidFill>
                <a:srgbClr val="6ED2B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85" name="pg2885"/>
            <p:cNvSpPr/>
            <p:nvPr/>
          </p:nvSpPr>
          <p:spPr>
            <a:xfrm>
              <a:off x="4589552" y="480999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FD2B2">
                <a:alpha val="100000"/>
              </a:srgbClr>
            </a:solidFill>
            <a:ln w="5420" cap="flat">
              <a:solidFill>
                <a:srgbClr val="6FD2B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86" name="pg2886"/>
            <p:cNvSpPr/>
            <p:nvPr/>
          </p:nvSpPr>
          <p:spPr>
            <a:xfrm>
              <a:off x="4601190" y="480999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0D2B2">
                <a:alpha val="100000"/>
              </a:srgbClr>
            </a:solidFill>
            <a:ln w="5420" cap="flat">
              <a:solidFill>
                <a:srgbClr val="70D2B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87" name="pg2887"/>
            <p:cNvSpPr/>
            <p:nvPr/>
          </p:nvSpPr>
          <p:spPr>
            <a:xfrm>
              <a:off x="4612827" y="480999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1D3B2">
                <a:alpha val="100000"/>
              </a:srgbClr>
            </a:solidFill>
            <a:ln w="5420" cap="flat">
              <a:solidFill>
                <a:srgbClr val="71D3B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88" name="pg2888"/>
            <p:cNvSpPr/>
            <p:nvPr/>
          </p:nvSpPr>
          <p:spPr>
            <a:xfrm>
              <a:off x="4624464" y="480999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2D3B3">
                <a:alpha val="100000"/>
              </a:srgbClr>
            </a:solidFill>
            <a:ln w="5420" cap="flat">
              <a:solidFill>
                <a:srgbClr val="72D3B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89" name="pg2889"/>
            <p:cNvSpPr/>
            <p:nvPr/>
          </p:nvSpPr>
          <p:spPr>
            <a:xfrm>
              <a:off x="3111611" y="482430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9DE0C5">
                <a:alpha val="100000"/>
              </a:srgbClr>
            </a:solidFill>
            <a:ln w="5420" cap="flat">
              <a:solidFill>
                <a:srgbClr val="9DE0C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90" name="pg2890"/>
            <p:cNvSpPr/>
            <p:nvPr/>
          </p:nvSpPr>
          <p:spPr>
            <a:xfrm>
              <a:off x="3123249" y="482430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9FE1C6">
                <a:alpha val="100000"/>
              </a:srgbClr>
            </a:solidFill>
            <a:ln w="5420" cap="flat">
              <a:solidFill>
                <a:srgbClr val="9FE1C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91" name="pg2891"/>
            <p:cNvSpPr/>
            <p:nvPr/>
          </p:nvSpPr>
          <p:spPr>
            <a:xfrm>
              <a:off x="3134886" y="482430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A0E1C7">
                <a:alpha val="100000"/>
              </a:srgbClr>
            </a:solidFill>
            <a:ln w="5420" cap="flat">
              <a:solidFill>
                <a:srgbClr val="A0E1C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92" name="pg2892"/>
            <p:cNvSpPr/>
            <p:nvPr/>
          </p:nvSpPr>
          <p:spPr>
            <a:xfrm>
              <a:off x="3146523" y="482430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A0E1C7">
                <a:alpha val="100000"/>
              </a:srgbClr>
            </a:solidFill>
            <a:ln w="5420" cap="flat">
              <a:solidFill>
                <a:srgbClr val="A0E1C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93" name="pg2893"/>
            <p:cNvSpPr/>
            <p:nvPr/>
          </p:nvSpPr>
          <p:spPr>
            <a:xfrm>
              <a:off x="3158161" y="482430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9FE1C6">
                <a:alpha val="100000"/>
              </a:srgbClr>
            </a:solidFill>
            <a:ln w="5420" cap="flat">
              <a:solidFill>
                <a:srgbClr val="9FE1C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94" name="pg2894"/>
            <p:cNvSpPr/>
            <p:nvPr/>
          </p:nvSpPr>
          <p:spPr>
            <a:xfrm>
              <a:off x="3169798" y="482430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9EE0C5">
                <a:alpha val="100000"/>
              </a:srgbClr>
            </a:solidFill>
            <a:ln w="5420" cap="flat">
              <a:solidFill>
                <a:srgbClr val="9EE0C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95" name="pg2895"/>
            <p:cNvSpPr/>
            <p:nvPr/>
          </p:nvSpPr>
          <p:spPr>
            <a:xfrm>
              <a:off x="3181435" y="482430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9BDFC4">
                <a:alpha val="100000"/>
              </a:srgbClr>
            </a:solidFill>
            <a:ln w="5420" cap="flat">
              <a:solidFill>
                <a:srgbClr val="9BDFC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96" name="pg2896"/>
            <p:cNvSpPr/>
            <p:nvPr/>
          </p:nvSpPr>
          <p:spPr>
            <a:xfrm>
              <a:off x="3193073" y="482430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98DEC3">
                <a:alpha val="100000"/>
              </a:srgbClr>
            </a:solidFill>
            <a:ln w="5420" cap="flat">
              <a:solidFill>
                <a:srgbClr val="98DEC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97" name="pg2897"/>
            <p:cNvSpPr/>
            <p:nvPr/>
          </p:nvSpPr>
          <p:spPr>
            <a:xfrm>
              <a:off x="3204710" y="482430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95DDC2">
                <a:alpha val="100000"/>
              </a:srgbClr>
            </a:solidFill>
            <a:ln w="5420" cap="flat">
              <a:solidFill>
                <a:srgbClr val="95DDC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98" name="pg2898"/>
            <p:cNvSpPr/>
            <p:nvPr/>
          </p:nvSpPr>
          <p:spPr>
            <a:xfrm>
              <a:off x="3216347" y="482430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93DDC1">
                <a:alpha val="100000"/>
              </a:srgbClr>
            </a:solidFill>
            <a:ln w="5420" cap="flat">
              <a:solidFill>
                <a:srgbClr val="93DDC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99" name="pg2899"/>
            <p:cNvSpPr/>
            <p:nvPr/>
          </p:nvSpPr>
          <p:spPr>
            <a:xfrm>
              <a:off x="3227985" y="482430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90DCBF">
                <a:alpha val="100000"/>
              </a:srgbClr>
            </a:solidFill>
            <a:ln w="5420" cap="flat">
              <a:solidFill>
                <a:srgbClr val="90DCB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00" name="pg2900"/>
            <p:cNvSpPr/>
            <p:nvPr/>
          </p:nvSpPr>
          <p:spPr>
            <a:xfrm>
              <a:off x="3239622" y="482430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8FDBBF">
                <a:alpha val="100000"/>
              </a:srgbClr>
            </a:solidFill>
            <a:ln w="5420" cap="flat">
              <a:solidFill>
                <a:srgbClr val="8FDBB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01" name="pg2901"/>
            <p:cNvSpPr/>
            <p:nvPr/>
          </p:nvSpPr>
          <p:spPr>
            <a:xfrm>
              <a:off x="3355995" y="482430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8EDBBE">
                <a:alpha val="100000"/>
              </a:srgbClr>
            </a:solidFill>
            <a:ln w="5420" cap="flat">
              <a:solidFill>
                <a:srgbClr val="8EDBB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02" name="pg2902"/>
            <p:cNvSpPr/>
            <p:nvPr/>
          </p:nvSpPr>
          <p:spPr>
            <a:xfrm>
              <a:off x="3367633" y="482430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8FDBBF">
                <a:alpha val="100000"/>
              </a:srgbClr>
            </a:solidFill>
            <a:ln w="5420" cap="flat">
              <a:solidFill>
                <a:srgbClr val="8FDBB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03" name="pg2903"/>
            <p:cNvSpPr/>
            <p:nvPr/>
          </p:nvSpPr>
          <p:spPr>
            <a:xfrm>
              <a:off x="3379270" y="482430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90DCBF">
                <a:alpha val="100000"/>
              </a:srgbClr>
            </a:solidFill>
            <a:ln w="5420" cap="flat">
              <a:solidFill>
                <a:srgbClr val="90DCB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04" name="pg2904"/>
            <p:cNvSpPr/>
            <p:nvPr/>
          </p:nvSpPr>
          <p:spPr>
            <a:xfrm>
              <a:off x="3390907" y="482430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91DCC0">
                <a:alpha val="100000"/>
              </a:srgbClr>
            </a:solidFill>
            <a:ln w="5420" cap="flat">
              <a:solidFill>
                <a:srgbClr val="91DCC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05" name="pg2905"/>
            <p:cNvSpPr/>
            <p:nvPr/>
          </p:nvSpPr>
          <p:spPr>
            <a:xfrm>
              <a:off x="3402545" y="482430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92DCC0">
                <a:alpha val="100000"/>
              </a:srgbClr>
            </a:solidFill>
            <a:ln w="5420" cap="flat">
              <a:solidFill>
                <a:srgbClr val="92DCC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06" name="pg2906"/>
            <p:cNvSpPr/>
            <p:nvPr/>
          </p:nvSpPr>
          <p:spPr>
            <a:xfrm>
              <a:off x="3414182" y="482430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93DDC1">
                <a:alpha val="100000"/>
              </a:srgbClr>
            </a:solidFill>
            <a:ln w="5420" cap="flat">
              <a:solidFill>
                <a:srgbClr val="93DDC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07" name="pg2907"/>
            <p:cNvSpPr/>
            <p:nvPr/>
          </p:nvSpPr>
          <p:spPr>
            <a:xfrm>
              <a:off x="3425819" y="482430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94DDC1">
                <a:alpha val="100000"/>
              </a:srgbClr>
            </a:solidFill>
            <a:ln w="5420" cap="flat">
              <a:solidFill>
                <a:srgbClr val="94DDC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08" name="pg2908"/>
            <p:cNvSpPr/>
            <p:nvPr/>
          </p:nvSpPr>
          <p:spPr>
            <a:xfrm>
              <a:off x="3437457" y="482430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95DDC2">
                <a:alpha val="100000"/>
              </a:srgbClr>
            </a:solidFill>
            <a:ln w="5420" cap="flat">
              <a:solidFill>
                <a:srgbClr val="95DDC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09" name="pg2909"/>
            <p:cNvSpPr/>
            <p:nvPr/>
          </p:nvSpPr>
          <p:spPr>
            <a:xfrm>
              <a:off x="3449094" y="482430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97DEC2">
                <a:alpha val="100000"/>
              </a:srgbClr>
            </a:solidFill>
            <a:ln w="5420" cap="flat">
              <a:solidFill>
                <a:srgbClr val="97DEC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10" name="pg2910"/>
            <p:cNvSpPr/>
            <p:nvPr/>
          </p:nvSpPr>
          <p:spPr>
            <a:xfrm>
              <a:off x="3460731" y="482430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99DEC3">
                <a:alpha val="100000"/>
              </a:srgbClr>
            </a:solidFill>
            <a:ln w="5420" cap="flat">
              <a:solidFill>
                <a:srgbClr val="99DEC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11" name="pg2911"/>
            <p:cNvSpPr/>
            <p:nvPr/>
          </p:nvSpPr>
          <p:spPr>
            <a:xfrm>
              <a:off x="3484006" y="482430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99DFC3">
                <a:alpha val="100000"/>
              </a:srgbClr>
            </a:solidFill>
            <a:ln w="5420" cap="flat">
              <a:solidFill>
                <a:srgbClr val="99DFC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12" name="pg2912"/>
            <p:cNvSpPr/>
            <p:nvPr/>
          </p:nvSpPr>
          <p:spPr>
            <a:xfrm>
              <a:off x="3495643" y="482430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99DFC3">
                <a:alpha val="100000"/>
              </a:srgbClr>
            </a:solidFill>
            <a:ln w="5420" cap="flat">
              <a:solidFill>
                <a:srgbClr val="99DFC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13" name="pg2913"/>
            <p:cNvSpPr/>
            <p:nvPr/>
          </p:nvSpPr>
          <p:spPr>
            <a:xfrm>
              <a:off x="3507281" y="482430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97DEC3">
                <a:alpha val="100000"/>
              </a:srgbClr>
            </a:solidFill>
            <a:ln w="5420" cap="flat">
              <a:solidFill>
                <a:srgbClr val="97DEC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14" name="pg2914"/>
            <p:cNvSpPr/>
            <p:nvPr/>
          </p:nvSpPr>
          <p:spPr>
            <a:xfrm>
              <a:off x="3518918" y="482430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96DEC2">
                <a:alpha val="100000"/>
              </a:srgbClr>
            </a:solidFill>
            <a:ln w="5420" cap="flat">
              <a:solidFill>
                <a:srgbClr val="96DEC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15" name="pg2915"/>
            <p:cNvSpPr/>
            <p:nvPr/>
          </p:nvSpPr>
          <p:spPr>
            <a:xfrm>
              <a:off x="3530555" y="482430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94DDC1">
                <a:alpha val="100000"/>
              </a:srgbClr>
            </a:solidFill>
            <a:ln w="5420" cap="flat">
              <a:solidFill>
                <a:srgbClr val="94DDC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16" name="pg2916"/>
            <p:cNvSpPr/>
            <p:nvPr/>
          </p:nvSpPr>
          <p:spPr>
            <a:xfrm>
              <a:off x="3542193" y="482430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92DDC0">
                <a:alpha val="100000"/>
              </a:srgbClr>
            </a:solidFill>
            <a:ln w="5420" cap="flat">
              <a:solidFill>
                <a:srgbClr val="92DDC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17" name="pg2917"/>
            <p:cNvSpPr/>
            <p:nvPr/>
          </p:nvSpPr>
          <p:spPr>
            <a:xfrm>
              <a:off x="3553830" y="482430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92DCC0">
                <a:alpha val="100000"/>
              </a:srgbClr>
            </a:solidFill>
            <a:ln w="5420" cap="flat">
              <a:solidFill>
                <a:srgbClr val="92DCC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18" name="pg2918"/>
            <p:cNvSpPr/>
            <p:nvPr/>
          </p:nvSpPr>
          <p:spPr>
            <a:xfrm>
              <a:off x="3565467" y="482430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91DCC0">
                <a:alpha val="100000"/>
              </a:srgbClr>
            </a:solidFill>
            <a:ln w="5420" cap="flat">
              <a:solidFill>
                <a:srgbClr val="91DCC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19" name="pg2919"/>
            <p:cNvSpPr/>
            <p:nvPr/>
          </p:nvSpPr>
          <p:spPr>
            <a:xfrm>
              <a:off x="3588742" y="482430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90DCBF">
                <a:alpha val="100000"/>
              </a:srgbClr>
            </a:solidFill>
            <a:ln w="5420" cap="flat">
              <a:solidFill>
                <a:srgbClr val="90DCB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20" name="pg2920"/>
            <p:cNvSpPr/>
            <p:nvPr/>
          </p:nvSpPr>
          <p:spPr>
            <a:xfrm>
              <a:off x="3600379" y="482430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90DCBF">
                <a:alpha val="100000"/>
              </a:srgbClr>
            </a:solidFill>
            <a:ln w="5420" cap="flat">
              <a:solidFill>
                <a:srgbClr val="90DCB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21" name="pg2921"/>
            <p:cNvSpPr/>
            <p:nvPr/>
          </p:nvSpPr>
          <p:spPr>
            <a:xfrm>
              <a:off x="3612016" y="482430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8EDBBF">
                <a:alpha val="100000"/>
              </a:srgbClr>
            </a:solidFill>
            <a:ln w="5420" cap="flat">
              <a:solidFill>
                <a:srgbClr val="8EDBB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22" name="pg2922"/>
            <p:cNvSpPr/>
            <p:nvPr/>
          </p:nvSpPr>
          <p:spPr>
            <a:xfrm>
              <a:off x="3623654" y="482430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8DDBBE">
                <a:alpha val="100000"/>
              </a:srgbClr>
            </a:solidFill>
            <a:ln w="5420" cap="flat">
              <a:solidFill>
                <a:srgbClr val="8DDBB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23" name="pg2923"/>
            <p:cNvSpPr/>
            <p:nvPr/>
          </p:nvSpPr>
          <p:spPr>
            <a:xfrm>
              <a:off x="3635291" y="482430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8BDABD">
                <a:alpha val="100000"/>
              </a:srgbClr>
            </a:solidFill>
            <a:ln w="5420" cap="flat">
              <a:solidFill>
                <a:srgbClr val="8BDAB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24" name="pg2924"/>
            <p:cNvSpPr/>
            <p:nvPr/>
          </p:nvSpPr>
          <p:spPr>
            <a:xfrm>
              <a:off x="3646928" y="482430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8ADABD">
                <a:alpha val="100000"/>
              </a:srgbClr>
            </a:solidFill>
            <a:ln w="5420" cap="flat">
              <a:solidFill>
                <a:srgbClr val="8ADAB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25" name="pg2925"/>
            <p:cNvSpPr/>
            <p:nvPr/>
          </p:nvSpPr>
          <p:spPr>
            <a:xfrm>
              <a:off x="3658566" y="482430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89DABC">
                <a:alpha val="100000"/>
              </a:srgbClr>
            </a:solidFill>
            <a:ln w="5420" cap="flat">
              <a:solidFill>
                <a:srgbClr val="89DAB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26" name="pg2926"/>
            <p:cNvSpPr/>
            <p:nvPr/>
          </p:nvSpPr>
          <p:spPr>
            <a:xfrm>
              <a:off x="3670203" y="482430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89DABC">
                <a:alpha val="100000"/>
              </a:srgbClr>
            </a:solidFill>
            <a:ln w="5420" cap="flat">
              <a:solidFill>
                <a:srgbClr val="89DAB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27" name="pg2927"/>
            <p:cNvSpPr/>
            <p:nvPr/>
          </p:nvSpPr>
          <p:spPr>
            <a:xfrm>
              <a:off x="3681840" y="482430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8BDABD">
                <a:alpha val="100000"/>
              </a:srgbClr>
            </a:solidFill>
            <a:ln w="5420" cap="flat">
              <a:solidFill>
                <a:srgbClr val="8BDAB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28" name="pg2928"/>
            <p:cNvSpPr/>
            <p:nvPr/>
          </p:nvSpPr>
          <p:spPr>
            <a:xfrm>
              <a:off x="3693478" y="482430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93DDC0">
                <a:alpha val="100000"/>
              </a:srgbClr>
            </a:solidFill>
            <a:ln w="5420" cap="flat">
              <a:solidFill>
                <a:srgbClr val="93DDC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29" name="pg2929"/>
            <p:cNvSpPr/>
            <p:nvPr/>
          </p:nvSpPr>
          <p:spPr>
            <a:xfrm>
              <a:off x="3705115" y="482430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96DEC2">
                <a:alpha val="100000"/>
              </a:srgbClr>
            </a:solidFill>
            <a:ln w="5420" cap="flat">
              <a:solidFill>
                <a:srgbClr val="96DEC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30" name="pg2930"/>
            <p:cNvSpPr/>
            <p:nvPr/>
          </p:nvSpPr>
          <p:spPr>
            <a:xfrm>
              <a:off x="3716752" y="482430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97DEC2">
                <a:alpha val="100000"/>
              </a:srgbClr>
            </a:solidFill>
            <a:ln w="5420" cap="flat">
              <a:solidFill>
                <a:srgbClr val="97DEC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31" name="pg2931"/>
            <p:cNvSpPr/>
            <p:nvPr/>
          </p:nvSpPr>
          <p:spPr>
            <a:xfrm>
              <a:off x="3728390" y="482430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97DEC3">
                <a:alpha val="100000"/>
              </a:srgbClr>
            </a:solidFill>
            <a:ln w="5420" cap="flat">
              <a:solidFill>
                <a:srgbClr val="97DEC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32" name="pg2932"/>
            <p:cNvSpPr/>
            <p:nvPr/>
          </p:nvSpPr>
          <p:spPr>
            <a:xfrm>
              <a:off x="3740027" y="482430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97DEC2">
                <a:alpha val="100000"/>
              </a:srgbClr>
            </a:solidFill>
            <a:ln w="5420" cap="flat">
              <a:solidFill>
                <a:srgbClr val="97DEC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33" name="pg2933"/>
            <p:cNvSpPr/>
            <p:nvPr/>
          </p:nvSpPr>
          <p:spPr>
            <a:xfrm>
              <a:off x="3751664" y="482430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96DEC2">
                <a:alpha val="100000"/>
              </a:srgbClr>
            </a:solidFill>
            <a:ln w="5420" cap="flat">
              <a:solidFill>
                <a:srgbClr val="96DEC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34" name="pg2934"/>
            <p:cNvSpPr/>
            <p:nvPr/>
          </p:nvSpPr>
          <p:spPr>
            <a:xfrm>
              <a:off x="3763302" y="482430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95DDC1">
                <a:alpha val="100000"/>
              </a:srgbClr>
            </a:solidFill>
            <a:ln w="5420" cap="flat">
              <a:solidFill>
                <a:srgbClr val="95DDC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35" name="pg2935"/>
            <p:cNvSpPr/>
            <p:nvPr/>
          </p:nvSpPr>
          <p:spPr>
            <a:xfrm>
              <a:off x="3774939" y="482430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94DDC1">
                <a:alpha val="100000"/>
              </a:srgbClr>
            </a:solidFill>
            <a:ln w="5420" cap="flat">
              <a:solidFill>
                <a:srgbClr val="94DDC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36" name="pg2936"/>
            <p:cNvSpPr/>
            <p:nvPr/>
          </p:nvSpPr>
          <p:spPr>
            <a:xfrm>
              <a:off x="4158971" y="482430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FD2B1">
                <a:alpha val="100000"/>
              </a:srgbClr>
            </a:solidFill>
            <a:ln w="5420" cap="flat">
              <a:solidFill>
                <a:srgbClr val="6FD2B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37" name="pg2937"/>
            <p:cNvSpPr/>
            <p:nvPr/>
          </p:nvSpPr>
          <p:spPr>
            <a:xfrm>
              <a:off x="4345168" y="482430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8D5B5">
                <a:alpha val="100000"/>
              </a:srgbClr>
            </a:solidFill>
            <a:ln w="5420" cap="flat">
              <a:solidFill>
                <a:srgbClr val="78D5B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38" name="pg2938"/>
            <p:cNvSpPr/>
            <p:nvPr/>
          </p:nvSpPr>
          <p:spPr>
            <a:xfrm>
              <a:off x="4356806" y="482430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9D5B5">
                <a:alpha val="100000"/>
              </a:srgbClr>
            </a:solidFill>
            <a:ln w="5420" cap="flat">
              <a:solidFill>
                <a:srgbClr val="79D5B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39" name="pg2939"/>
            <p:cNvSpPr/>
            <p:nvPr/>
          </p:nvSpPr>
          <p:spPr>
            <a:xfrm>
              <a:off x="4368443" y="482430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9D5B6">
                <a:alpha val="100000"/>
              </a:srgbClr>
            </a:solidFill>
            <a:ln w="5420" cap="flat">
              <a:solidFill>
                <a:srgbClr val="79D5B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40" name="pg2940"/>
            <p:cNvSpPr/>
            <p:nvPr/>
          </p:nvSpPr>
          <p:spPr>
            <a:xfrm>
              <a:off x="4380080" y="482430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AD5B6">
                <a:alpha val="100000"/>
              </a:srgbClr>
            </a:solidFill>
            <a:ln w="5420" cap="flat">
              <a:solidFill>
                <a:srgbClr val="7AD5B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41" name="pg2941"/>
            <p:cNvSpPr/>
            <p:nvPr/>
          </p:nvSpPr>
          <p:spPr>
            <a:xfrm>
              <a:off x="4391718" y="482430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AD5B6">
                <a:alpha val="100000"/>
              </a:srgbClr>
            </a:solidFill>
            <a:ln w="5420" cap="flat">
              <a:solidFill>
                <a:srgbClr val="7AD5B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42" name="pg2942"/>
            <p:cNvSpPr/>
            <p:nvPr/>
          </p:nvSpPr>
          <p:spPr>
            <a:xfrm>
              <a:off x="4403355" y="482430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AD5B6">
                <a:alpha val="100000"/>
              </a:srgbClr>
            </a:solidFill>
            <a:ln w="5420" cap="flat">
              <a:solidFill>
                <a:srgbClr val="7AD5B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43" name="pg2943"/>
            <p:cNvSpPr/>
            <p:nvPr/>
          </p:nvSpPr>
          <p:spPr>
            <a:xfrm>
              <a:off x="4414992" y="482430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AD5B6">
                <a:alpha val="100000"/>
              </a:srgbClr>
            </a:solidFill>
            <a:ln w="5420" cap="flat">
              <a:solidFill>
                <a:srgbClr val="7AD5B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44" name="pg2944"/>
            <p:cNvSpPr/>
            <p:nvPr/>
          </p:nvSpPr>
          <p:spPr>
            <a:xfrm>
              <a:off x="4577915" y="482430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1D3B2">
                <a:alpha val="100000"/>
              </a:srgbClr>
            </a:solidFill>
            <a:ln w="5420" cap="flat">
              <a:solidFill>
                <a:srgbClr val="71D3B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45" name="pg2945"/>
            <p:cNvSpPr/>
            <p:nvPr/>
          </p:nvSpPr>
          <p:spPr>
            <a:xfrm>
              <a:off x="4589552" y="482430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2D3B3">
                <a:alpha val="100000"/>
              </a:srgbClr>
            </a:solidFill>
            <a:ln w="5420" cap="flat">
              <a:solidFill>
                <a:srgbClr val="72D3B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46" name="pg2946"/>
            <p:cNvSpPr/>
            <p:nvPr/>
          </p:nvSpPr>
          <p:spPr>
            <a:xfrm>
              <a:off x="4601190" y="482430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2D3B3">
                <a:alpha val="100000"/>
              </a:srgbClr>
            </a:solidFill>
            <a:ln w="5420" cap="flat">
              <a:solidFill>
                <a:srgbClr val="72D3B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47" name="pg2947"/>
            <p:cNvSpPr/>
            <p:nvPr/>
          </p:nvSpPr>
          <p:spPr>
            <a:xfrm>
              <a:off x="4612827" y="482430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3D3B3">
                <a:alpha val="100000"/>
              </a:srgbClr>
            </a:solidFill>
            <a:ln w="5420" cap="flat">
              <a:solidFill>
                <a:srgbClr val="73D3B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48" name="pg2948"/>
            <p:cNvSpPr/>
            <p:nvPr/>
          </p:nvSpPr>
          <p:spPr>
            <a:xfrm>
              <a:off x="4624464" y="482430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4D4B4">
                <a:alpha val="100000"/>
              </a:srgbClr>
            </a:solidFill>
            <a:ln w="5420" cap="flat">
              <a:solidFill>
                <a:srgbClr val="74D4B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49" name="pg2949"/>
            <p:cNvSpPr/>
            <p:nvPr/>
          </p:nvSpPr>
          <p:spPr>
            <a:xfrm>
              <a:off x="3099974" y="483860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96DEC2">
                <a:alpha val="100000"/>
              </a:srgbClr>
            </a:solidFill>
            <a:ln w="5420" cap="flat">
              <a:solidFill>
                <a:srgbClr val="96DEC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50" name="pg2950"/>
            <p:cNvSpPr/>
            <p:nvPr/>
          </p:nvSpPr>
          <p:spPr>
            <a:xfrm>
              <a:off x="3111611" y="483860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9BDFC4">
                <a:alpha val="100000"/>
              </a:srgbClr>
            </a:solidFill>
            <a:ln w="5420" cap="flat">
              <a:solidFill>
                <a:srgbClr val="9BDFC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51" name="pg2951"/>
            <p:cNvSpPr/>
            <p:nvPr/>
          </p:nvSpPr>
          <p:spPr>
            <a:xfrm>
              <a:off x="3123249" y="483860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9DE0C5">
                <a:alpha val="100000"/>
              </a:srgbClr>
            </a:solidFill>
            <a:ln w="5420" cap="flat">
              <a:solidFill>
                <a:srgbClr val="9DE0C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52" name="pg2952"/>
            <p:cNvSpPr/>
            <p:nvPr/>
          </p:nvSpPr>
          <p:spPr>
            <a:xfrm>
              <a:off x="3134886" y="483860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9EE0C6">
                <a:alpha val="100000"/>
              </a:srgbClr>
            </a:solidFill>
            <a:ln w="5420" cap="flat">
              <a:solidFill>
                <a:srgbClr val="9EE0C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53" name="pg2953"/>
            <p:cNvSpPr/>
            <p:nvPr/>
          </p:nvSpPr>
          <p:spPr>
            <a:xfrm>
              <a:off x="3146523" y="483860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9EE0C6">
                <a:alpha val="100000"/>
              </a:srgbClr>
            </a:solidFill>
            <a:ln w="5420" cap="flat">
              <a:solidFill>
                <a:srgbClr val="9EE0C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54" name="pg2954"/>
            <p:cNvSpPr/>
            <p:nvPr/>
          </p:nvSpPr>
          <p:spPr>
            <a:xfrm>
              <a:off x="3158161" y="483860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9DE0C5">
                <a:alpha val="100000"/>
              </a:srgbClr>
            </a:solidFill>
            <a:ln w="5420" cap="flat">
              <a:solidFill>
                <a:srgbClr val="9DE0C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55" name="pg2955"/>
            <p:cNvSpPr/>
            <p:nvPr/>
          </p:nvSpPr>
          <p:spPr>
            <a:xfrm>
              <a:off x="3169798" y="483860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9CDFC5">
                <a:alpha val="100000"/>
              </a:srgbClr>
            </a:solidFill>
            <a:ln w="5420" cap="flat">
              <a:solidFill>
                <a:srgbClr val="9CDFC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56" name="pg2956"/>
            <p:cNvSpPr/>
            <p:nvPr/>
          </p:nvSpPr>
          <p:spPr>
            <a:xfrm>
              <a:off x="3181435" y="483860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9ADFC4">
                <a:alpha val="100000"/>
              </a:srgbClr>
            </a:solidFill>
            <a:ln w="5420" cap="flat">
              <a:solidFill>
                <a:srgbClr val="9ADFC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57" name="pg2957"/>
            <p:cNvSpPr/>
            <p:nvPr/>
          </p:nvSpPr>
          <p:spPr>
            <a:xfrm>
              <a:off x="3193073" y="483860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97DEC3">
                <a:alpha val="100000"/>
              </a:srgbClr>
            </a:solidFill>
            <a:ln w="5420" cap="flat">
              <a:solidFill>
                <a:srgbClr val="97DEC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58" name="pg2958"/>
            <p:cNvSpPr/>
            <p:nvPr/>
          </p:nvSpPr>
          <p:spPr>
            <a:xfrm>
              <a:off x="3204710" y="483860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95DDC2">
                <a:alpha val="100000"/>
              </a:srgbClr>
            </a:solidFill>
            <a:ln w="5420" cap="flat">
              <a:solidFill>
                <a:srgbClr val="95DDC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59" name="pg2959"/>
            <p:cNvSpPr/>
            <p:nvPr/>
          </p:nvSpPr>
          <p:spPr>
            <a:xfrm>
              <a:off x="3414182" y="483860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93DDC1">
                <a:alpha val="100000"/>
              </a:srgbClr>
            </a:solidFill>
            <a:ln w="5420" cap="flat">
              <a:solidFill>
                <a:srgbClr val="93DDC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60" name="pg2960"/>
            <p:cNvSpPr/>
            <p:nvPr/>
          </p:nvSpPr>
          <p:spPr>
            <a:xfrm>
              <a:off x="3425819" y="483860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94DDC1">
                <a:alpha val="100000"/>
              </a:srgbClr>
            </a:solidFill>
            <a:ln w="5420" cap="flat">
              <a:solidFill>
                <a:srgbClr val="94DDC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61" name="pg2961"/>
            <p:cNvSpPr/>
            <p:nvPr/>
          </p:nvSpPr>
          <p:spPr>
            <a:xfrm>
              <a:off x="3495643" y="483860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98DEC3">
                <a:alpha val="100000"/>
              </a:srgbClr>
            </a:solidFill>
            <a:ln w="5420" cap="flat">
              <a:solidFill>
                <a:srgbClr val="98DEC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62" name="pg2962"/>
            <p:cNvSpPr/>
            <p:nvPr/>
          </p:nvSpPr>
          <p:spPr>
            <a:xfrm>
              <a:off x="3507281" y="483860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97DEC2">
                <a:alpha val="100000"/>
              </a:srgbClr>
            </a:solidFill>
            <a:ln w="5420" cap="flat">
              <a:solidFill>
                <a:srgbClr val="97DEC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63" name="pg2963"/>
            <p:cNvSpPr/>
            <p:nvPr/>
          </p:nvSpPr>
          <p:spPr>
            <a:xfrm>
              <a:off x="3518918" y="483860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95DDC2">
                <a:alpha val="100000"/>
              </a:srgbClr>
            </a:solidFill>
            <a:ln w="5420" cap="flat">
              <a:solidFill>
                <a:srgbClr val="95DDC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64" name="pg2964"/>
            <p:cNvSpPr/>
            <p:nvPr/>
          </p:nvSpPr>
          <p:spPr>
            <a:xfrm>
              <a:off x="3530555" y="483860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93DDC1">
                <a:alpha val="100000"/>
              </a:srgbClr>
            </a:solidFill>
            <a:ln w="5420" cap="flat">
              <a:solidFill>
                <a:srgbClr val="93DDC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65" name="pg2965"/>
            <p:cNvSpPr/>
            <p:nvPr/>
          </p:nvSpPr>
          <p:spPr>
            <a:xfrm>
              <a:off x="3542193" y="483860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92DCC0">
                <a:alpha val="100000"/>
              </a:srgbClr>
            </a:solidFill>
            <a:ln w="5420" cap="flat">
              <a:solidFill>
                <a:srgbClr val="92DCC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66" name="pg2966"/>
            <p:cNvSpPr/>
            <p:nvPr/>
          </p:nvSpPr>
          <p:spPr>
            <a:xfrm>
              <a:off x="3553830" y="483860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91DCC0">
                <a:alpha val="100000"/>
              </a:srgbClr>
            </a:solidFill>
            <a:ln w="5420" cap="flat">
              <a:solidFill>
                <a:srgbClr val="91DCC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67" name="pg2967"/>
            <p:cNvSpPr/>
            <p:nvPr/>
          </p:nvSpPr>
          <p:spPr>
            <a:xfrm>
              <a:off x="3565467" y="483860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91DCC0">
                <a:alpha val="100000"/>
              </a:srgbClr>
            </a:solidFill>
            <a:ln w="5420" cap="flat">
              <a:solidFill>
                <a:srgbClr val="91DCC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68" name="pg2968"/>
            <p:cNvSpPr/>
            <p:nvPr/>
          </p:nvSpPr>
          <p:spPr>
            <a:xfrm>
              <a:off x="3577105" y="483860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91DCC0">
                <a:alpha val="100000"/>
              </a:srgbClr>
            </a:solidFill>
            <a:ln w="5420" cap="flat">
              <a:solidFill>
                <a:srgbClr val="91DCC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69" name="pg2969"/>
            <p:cNvSpPr/>
            <p:nvPr/>
          </p:nvSpPr>
          <p:spPr>
            <a:xfrm>
              <a:off x="3588742" y="483860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90DCBF">
                <a:alpha val="100000"/>
              </a:srgbClr>
            </a:solidFill>
            <a:ln w="5420" cap="flat">
              <a:solidFill>
                <a:srgbClr val="90DCB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70" name="pg2970"/>
            <p:cNvSpPr/>
            <p:nvPr/>
          </p:nvSpPr>
          <p:spPr>
            <a:xfrm>
              <a:off x="3600379" y="483860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90DCBF">
                <a:alpha val="100000"/>
              </a:srgbClr>
            </a:solidFill>
            <a:ln w="5420" cap="flat">
              <a:solidFill>
                <a:srgbClr val="90DCB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71" name="pg2971"/>
            <p:cNvSpPr/>
            <p:nvPr/>
          </p:nvSpPr>
          <p:spPr>
            <a:xfrm>
              <a:off x="3612016" y="483860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8FDBBF">
                <a:alpha val="100000"/>
              </a:srgbClr>
            </a:solidFill>
            <a:ln w="5420" cap="flat">
              <a:solidFill>
                <a:srgbClr val="8FDBB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72" name="pg2972"/>
            <p:cNvSpPr/>
            <p:nvPr/>
          </p:nvSpPr>
          <p:spPr>
            <a:xfrm>
              <a:off x="3623654" y="483860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8DDBBE">
                <a:alpha val="100000"/>
              </a:srgbClr>
            </a:solidFill>
            <a:ln w="5420" cap="flat">
              <a:solidFill>
                <a:srgbClr val="8DDBB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73" name="pg2973"/>
            <p:cNvSpPr/>
            <p:nvPr/>
          </p:nvSpPr>
          <p:spPr>
            <a:xfrm>
              <a:off x="3635291" y="483860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8CDBBD">
                <a:alpha val="100000"/>
              </a:srgbClr>
            </a:solidFill>
            <a:ln w="5420" cap="flat">
              <a:solidFill>
                <a:srgbClr val="8CDBB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74" name="pg2974"/>
            <p:cNvSpPr/>
            <p:nvPr/>
          </p:nvSpPr>
          <p:spPr>
            <a:xfrm>
              <a:off x="3646928" y="483860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8BDABD">
                <a:alpha val="100000"/>
              </a:srgbClr>
            </a:solidFill>
            <a:ln w="5420" cap="flat">
              <a:solidFill>
                <a:srgbClr val="8BDAB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75" name="pg2975"/>
            <p:cNvSpPr/>
            <p:nvPr/>
          </p:nvSpPr>
          <p:spPr>
            <a:xfrm>
              <a:off x="3658566" y="483860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8ADABD">
                <a:alpha val="100000"/>
              </a:srgbClr>
            </a:solidFill>
            <a:ln w="5420" cap="flat">
              <a:solidFill>
                <a:srgbClr val="8ADAB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76" name="pg2976"/>
            <p:cNvSpPr/>
            <p:nvPr/>
          </p:nvSpPr>
          <p:spPr>
            <a:xfrm>
              <a:off x="3670203" y="483860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8ADABD">
                <a:alpha val="100000"/>
              </a:srgbClr>
            </a:solidFill>
            <a:ln w="5420" cap="flat">
              <a:solidFill>
                <a:srgbClr val="8ADAB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77" name="pg2977"/>
            <p:cNvSpPr/>
            <p:nvPr/>
          </p:nvSpPr>
          <p:spPr>
            <a:xfrm>
              <a:off x="3681840" y="483860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8CDABD">
                <a:alpha val="100000"/>
              </a:srgbClr>
            </a:solidFill>
            <a:ln w="5420" cap="flat">
              <a:solidFill>
                <a:srgbClr val="8CDAB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78" name="pg2978"/>
            <p:cNvSpPr/>
            <p:nvPr/>
          </p:nvSpPr>
          <p:spPr>
            <a:xfrm>
              <a:off x="3693478" y="483860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91DCC0">
                <a:alpha val="100000"/>
              </a:srgbClr>
            </a:solidFill>
            <a:ln w="5420" cap="flat">
              <a:solidFill>
                <a:srgbClr val="91DCC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79" name="pg2979"/>
            <p:cNvSpPr/>
            <p:nvPr/>
          </p:nvSpPr>
          <p:spPr>
            <a:xfrm>
              <a:off x="3705115" y="483860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93DDC1">
                <a:alpha val="100000"/>
              </a:srgbClr>
            </a:solidFill>
            <a:ln w="5420" cap="flat">
              <a:solidFill>
                <a:srgbClr val="93DDC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80" name="pg2980"/>
            <p:cNvSpPr/>
            <p:nvPr/>
          </p:nvSpPr>
          <p:spPr>
            <a:xfrm>
              <a:off x="3716752" y="483860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95DDC1">
                <a:alpha val="100000"/>
              </a:srgbClr>
            </a:solidFill>
            <a:ln w="5420" cap="flat">
              <a:solidFill>
                <a:srgbClr val="95DDC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81" name="pg2981"/>
            <p:cNvSpPr/>
            <p:nvPr/>
          </p:nvSpPr>
          <p:spPr>
            <a:xfrm>
              <a:off x="3728390" y="483860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95DDC2">
                <a:alpha val="100000"/>
              </a:srgbClr>
            </a:solidFill>
            <a:ln w="5420" cap="flat">
              <a:solidFill>
                <a:srgbClr val="95DDC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82" name="pg2982"/>
            <p:cNvSpPr/>
            <p:nvPr/>
          </p:nvSpPr>
          <p:spPr>
            <a:xfrm>
              <a:off x="3740027" y="483860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95DDC2">
                <a:alpha val="100000"/>
              </a:srgbClr>
            </a:solidFill>
            <a:ln w="5420" cap="flat">
              <a:solidFill>
                <a:srgbClr val="95DDC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83" name="pg2983"/>
            <p:cNvSpPr/>
            <p:nvPr/>
          </p:nvSpPr>
          <p:spPr>
            <a:xfrm>
              <a:off x="3751664" y="483860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95DDC1">
                <a:alpha val="100000"/>
              </a:srgbClr>
            </a:solidFill>
            <a:ln w="5420" cap="flat">
              <a:solidFill>
                <a:srgbClr val="95DDC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84" name="pg2984"/>
            <p:cNvSpPr/>
            <p:nvPr/>
          </p:nvSpPr>
          <p:spPr>
            <a:xfrm>
              <a:off x="3763302" y="483860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94DDC1">
                <a:alpha val="100000"/>
              </a:srgbClr>
            </a:solidFill>
            <a:ln w="5420" cap="flat">
              <a:solidFill>
                <a:srgbClr val="94DDC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85" name="pg2985"/>
            <p:cNvSpPr/>
            <p:nvPr/>
          </p:nvSpPr>
          <p:spPr>
            <a:xfrm>
              <a:off x="3774939" y="483860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93DDC1">
                <a:alpha val="100000"/>
              </a:srgbClr>
            </a:solidFill>
            <a:ln w="5420" cap="flat">
              <a:solidFill>
                <a:srgbClr val="93DDC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86" name="pg2986"/>
            <p:cNvSpPr/>
            <p:nvPr/>
          </p:nvSpPr>
          <p:spPr>
            <a:xfrm>
              <a:off x="3786576" y="483860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93DDC0">
                <a:alpha val="100000"/>
              </a:srgbClr>
            </a:solidFill>
            <a:ln w="5420" cap="flat">
              <a:solidFill>
                <a:srgbClr val="93DDC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87" name="pg2987"/>
            <p:cNvSpPr/>
            <p:nvPr/>
          </p:nvSpPr>
          <p:spPr>
            <a:xfrm>
              <a:off x="4356806" y="483860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9D5B5">
                <a:alpha val="100000"/>
              </a:srgbClr>
            </a:solidFill>
            <a:ln w="5420" cap="flat">
              <a:solidFill>
                <a:srgbClr val="79D5B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88" name="pg2988"/>
            <p:cNvSpPr/>
            <p:nvPr/>
          </p:nvSpPr>
          <p:spPr>
            <a:xfrm>
              <a:off x="4368443" y="483860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9D5B6">
                <a:alpha val="100000"/>
              </a:srgbClr>
            </a:solidFill>
            <a:ln w="5420" cap="flat">
              <a:solidFill>
                <a:srgbClr val="79D5B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89" name="pg2989"/>
            <p:cNvSpPr/>
            <p:nvPr/>
          </p:nvSpPr>
          <p:spPr>
            <a:xfrm>
              <a:off x="4380080" y="483860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AD5B6">
                <a:alpha val="100000"/>
              </a:srgbClr>
            </a:solidFill>
            <a:ln w="5420" cap="flat">
              <a:solidFill>
                <a:srgbClr val="7AD5B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90" name="pg2990"/>
            <p:cNvSpPr/>
            <p:nvPr/>
          </p:nvSpPr>
          <p:spPr>
            <a:xfrm>
              <a:off x="4391718" y="483860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AD5B6">
                <a:alpha val="100000"/>
              </a:srgbClr>
            </a:solidFill>
            <a:ln w="5420" cap="flat">
              <a:solidFill>
                <a:srgbClr val="7AD5B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91" name="pg2991"/>
            <p:cNvSpPr/>
            <p:nvPr/>
          </p:nvSpPr>
          <p:spPr>
            <a:xfrm>
              <a:off x="4403355" y="483860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AD5B6">
                <a:alpha val="100000"/>
              </a:srgbClr>
            </a:solidFill>
            <a:ln w="5420" cap="flat">
              <a:solidFill>
                <a:srgbClr val="7AD5B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92" name="pg2992"/>
            <p:cNvSpPr/>
            <p:nvPr/>
          </p:nvSpPr>
          <p:spPr>
            <a:xfrm>
              <a:off x="4414992" y="483860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AD5B6">
                <a:alpha val="100000"/>
              </a:srgbClr>
            </a:solidFill>
            <a:ln w="5420" cap="flat">
              <a:solidFill>
                <a:srgbClr val="7AD5B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93" name="pg2993"/>
            <p:cNvSpPr/>
            <p:nvPr/>
          </p:nvSpPr>
          <p:spPr>
            <a:xfrm>
              <a:off x="4426630" y="483860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AD5B6">
                <a:alpha val="100000"/>
              </a:srgbClr>
            </a:solidFill>
            <a:ln w="5420" cap="flat">
              <a:solidFill>
                <a:srgbClr val="7AD5B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94" name="pg2994"/>
            <p:cNvSpPr/>
            <p:nvPr/>
          </p:nvSpPr>
          <p:spPr>
            <a:xfrm>
              <a:off x="4589552" y="483860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4D3B4">
                <a:alpha val="100000"/>
              </a:srgbClr>
            </a:solidFill>
            <a:ln w="5420" cap="flat">
              <a:solidFill>
                <a:srgbClr val="74D3B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95" name="pg2995"/>
            <p:cNvSpPr/>
            <p:nvPr/>
          </p:nvSpPr>
          <p:spPr>
            <a:xfrm>
              <a:off x="4601190" y="483860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5D4B4">
                <a:alpha val="100000"/>
              </a:srgbClr>
            </a:solidFill>
            <a:ln w="5420" cap="flat">
              <a:solidFill>
                <a:srgbClr val="75D4B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96" name="pg2996"/>
            <p:cNvSpPr/>
            <p:nvPr/>
          </p:nvSpPr>
          <p:spPr>
            <a:xfrm>
              <a:off x="4612827" y="483860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5D4B4">
                <a:alpha val="100000"/>
              </a:srgbClr>
            </a:solidFill>
            <a:ln w="5420" cap="flat">
              <a:solidFill>
                <a:srgbClr val="75D4B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97" name="pg2997"/>
            <p:cNvSpPr/>
            <p:nvPr/>
          </p:nvSpPr>
          <p:spPr>
            <a:xfrm>
              <a:off x="4624464" y="483860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6D4B4">
                <a:alpha val="100000"/>
              </a:srgbClr>
            </a:solidFill>
            <a:ln w="5420" cap="flat">
              <a:solidFill>
                <a:srgbClr val="76D4B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98" name="pg2998"/>
            <p:cNvSpPr/>
            <p:nvPr/>
          </p:nvSpPr>
          <p:spPr>
            <a:xfrm>
              <a:off x="4636101" y="483860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8D5B5">
                <a:alpha val="100000"/>
              </a:srgbClr>
            </a:solidFill>
            <a:ln w="5420" cap="flat">
              <a:solidFill>
                <a:srgbClr val="78D5B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99" name="pg2999"/>
            <p:cNvSpPr/>
            <p:nvPr/>
          </p:nvSpPr>
          <p:spPr>
            <a:xfrm>
              <a:off x="3099974" y="485290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94DDC1">
                <a:alpha val="100000"/>
              </a:srgbClr>
            </a:solidFill>
            <a:ln w="5420" cap="flat">
              <a:solidFill>
                <a:srgbClr val="94DDC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00" name="pg3000"/>
            <p:cNvSpPr/>
            <p:nvPr/>
          </p:nvSpPr>
          <p:spPr>
            <a:xfrm>
              <a:off x="3111611" y="485290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98DEC3">
                <a:alpha val="100000"/>
              </a:srgbClr>
            </a:solidFill>
            <a:ln w="5420" cap="flat">
              <a:solidFill>
                <a:srgbClr val="98DEC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01" name="pg3001"/>
            <p:cNvSpPr/>
            <p:nvPr/>
          </p:nvSpPr>
          <p:spPr>
            <a:xfrm>
              <a:off x="3123249" y="485290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9ADFC4">
                <a:alpha val="100000"/>
              </a:srgbClr>
            </a:solidFill>
            <a:ln w="5420" cap="flat">
              <a:solidFill>
                <a:srgbClr val="9ADFC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02" name="pg3002"/>
            <p:cNvSpPr/>
            <p:nvPr/>
          </p:nvSpPr>
          <p:spPr>
            <a:xfrm>
              <a:off x="3134886" y="485290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9BDFC4">
                <a:alpha val="100000"/>
              </a:srgbClr>
            </a:solidFill>
            <a:ln w="5420" cap="flat">
              <a:solidFill>
                <a:srgbClr val="9BDFC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03" name="pg3003"/>
            <p:cNvSpPr/>
            <p:nvPr/>
          </p:nvSpPr>
          <p:spPr>
            <a:xfrm>
              <a:off x="3146523" y="485290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9BDFC4">
                <a:alpha val="100000"/>
              </a:srgbClr>
            </a:solidFill>
            <a:ln w="5420" cap="flat">
              <a:solidFill>
                <a:srgbClr val="9BDFC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04" name="pg3004"/>
            <p:cNvSpPr/>
            <p:nvPr/>
          </p:nvSpPr>
          <p:spPr>
            <a:xfrm>
              <a:off x="3158161" y="485290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9BDFC4">
                <a:alpha val="100000"/>
              </a:srgbClr>
            </a:solidFill>
            <a:ln w="5420" cap="flat">
              <a:solidFill>
                <a:srgbClr val="9BDFC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05" name="pg3005"/>
            <p:cNvSpPr/>
            <p:nvPr/>
          </p:nvSpPr>
          <p:spPr>
            <a:xfrm>
              <a:off x="3169798" y="485290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9ADFC4">
                <a:alpha val="100000"/>
              </a:srgbClr>
            </a:solidFill>
            <a:ln w="5420" cap="flat">
              <a:solidFill>
                <a:srgbClr val="9ADFC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06" name="pg3006"/>
            <p:cNvSpPr/>
            <p:nvPr/>
          </p:nvSpPr>
          <p:spPr>
            <a:xfrm>
              <a:off x="3181435" y="485290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98DEC3">
                <a:alpha val="100000"/>
              </a:srgbClr>
            </a:solidFill>
            <a:ln w="5420" cap="flat">
              <a:solidFill>
                <a:srgbClr val="98DEC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07" name="pg3007"/>
            <p:cNvSpPr/>
            <p:nvPr/>
          </p:nvSpPr>
          <p:spPr>
            <a:xfrm>
              <a:off x="3507281" y="485290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96DEC2">
                <a:alpha val="100000"/>
              </a:srgbClr>
            </a:solidFill>
            <a:ln w="5420" cap="flat">
              <a:solidFill>
                <a:srgbClr val="96DEC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08" name="pg3008"/>
            <p:cNvSpPr/>
            <p:nvPr/>
          </p:nvSpPr>
          <p:spPr>
            <a:xfrm>
              <a:off x="3518918" y="485290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94DDC1">
                <a:alpha val="100000"/>
              </a:srgbClr>
            </a:solidFill>
            <a:ln w="5420" cap="flat">
              <a:solidFill>
                <a:srgbClr val="94DDC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09" name="pg3009"/>
            <p:cNvSpPr/>
            <p:nvPr/>
          </p:nvSpPr>
          <p:spPr>
            <a:xfrm>
              <a:off x="3530555" y="485290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93DDC1">
                <a:alpha val="100000"/>
              </a:srgbClr>
            </a:solidFill>
            <a:ln w="5420" cap="flat">
              <a:solidFill>
                <a:srgbClr val="93DDC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10" name="pg3010"/>
            <p:cNvSpPr/>
            <p:nvPr/>
          </p:nvSpPr>
          <p:spPr>
            <a:xfrm>
              <a:off x="3542193" y="485290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92DCC0">
                <a:alpha val="100000"/>
              </a:srgbClr>
            </a:solidFill>
            <a:ln w="5420" cap="flat">
              <a:solidFill>
                <a:srgbClr val="92DCC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11" name="pg3011"/>
            <p:cNvSpPr/>
            <p:nvPr/>
          </p:nvSpPr>
          <p:spPr>
            <a:xfrm>
              <a:off x="3553830" y="485290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91DCC0">
                <a:alpha val="100000"/>
              </a:srgbClr>
            </a:solidFill>
            <a:ln w="5420" cap="flat">
              <a:solidFill>
                <a:srgbClr val="91DCC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12" name="pg3012"/>
            <p:cNvSpPr/>
            <p:nvPr/>
          </p:nvSpPr>
          <p:spPr>
            <a:xfrm>
              <a:off x="3565467" y="485290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91DCC0">
                <a:alpha val="100000"/>
              </a:srgbClr>
            </a:solidFill>
            <a:ln w="5420" cap="flat">
              <a:solidFill>
                <a:srgbClr val="91DCC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13" name="pg3013"/>
            <p:cNvSpPr/>
            <p:nvPr/>
          </p:nvSpPr>
          <p:spPr>
            <a:xfrm>
              <a:off x="3577105" y="485290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91DCC0">
                <a:alpha val="100000"/>
              </a:srgbClr>
            </a:solidFill>
            <a:ln w="5420" cap="flat">
              <a:solidFill>
                <a:srgbClr val="91DCC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14" name="pg3014"/>
            <p:cNvSpPr/>
            <p:nvPr/>
          </p:nvSpPr>
          <p:spPr>
            <a:xfrm>
              <a:off x="3588742" y="485290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91DCBF">
                <a:alpha val="100000"/>
              </a:srgbClr>
            </a:solidFill>
            <a:ln w="5420" cap="flat">
              <a:solidFill>
                <a:srgbClr val="91DCB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15" name="pg3015"/>
            <p:cNvSpPr/>
            <p:nvPr/>
          </p:nvSpPr>
          <p:spPr>
            <a:xfrm>
              <a:off x="3600379" y="485290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90DCBF">
                <a:alpha val="100000"/>
              </a:srgbClr>
            </a:solidFill>
            <a:ln w="5420" cap="flat">
              <a:solidFill>
                <a:srgbClr val="90DCB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16" name="pg3016"/>
            <p:cNvSpPr/>
            <p:nvPr/>
          </p:nvSpPr>
          <p:spPr>
            <a:xfrm>
              <a:off x="3612016" y="485290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8FDBBF">
                <a:alpha val="100000"/>
              </a:srgbClr>
            </a:solidFill>
            <a:ln w="5420" cap="flat">
              <a:solidFill>
                <a:srgbClr val="8FDBB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17" name="pg3017"/>
            <p:cNvSpPr/>
            <p:nvPr/>
          </p:nvSpPr>
          <p:spPr>
            <a:xfrm>
              <a:off x="3623654" y="485290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8EDBBE">
                <a:alpha val="100000"/>
              </a:srgbClr>
            </a:solidFill>
            <a:ln w="5420" cap="flat">
              <a:solidFill>
                <a:srgbClr val="8EDBB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18" name="pg3018"/>
            <p:cNvSpPr/>
            <p:nvPr/>
          </p:nvSpPr>
          <p:spPr>
            <a:xfrm>
              <a:off x="3635291" y="485290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8DDBBE">
                <a:alpha val="100000"/>
              </a:srgbClr>
            </a:solidFill>
            <a:ln w="5420" cap="flat">
              <a:solidFill>
                <a:srgbClr val="8DDBB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19" name="pg3019"/>
            <p:cNvSpPr/>
            <p:nvPr/>
          </p:nvSpPr>
          <p:spPr>
            <a:xfrm>
              <a:off x="3646928" y="485290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8CDBBD">
                <a:alpha val="100000"/>
              </a:srgbClr>
            </a:solidFill>
            <a:ln w="5420" cap="flat">
              <a:solidFill>
                <a:srgbClr val="8CDBB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20" name="pg3020"/>
            <p:cNvSpPr/>
            <p:nvPr/>
          </p:nvSpPr>
          <p:spPr>
            <a:xfrm>
              <a:off x="3658566" y="485290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8BDABD">
                <a:alpha val="100000"/>
              </a:srgbClr>
            </a:solidFill>
            <a:ln w="5420" cap="flat">
              <a:solidFill>
                <a:srgbClr val="8BDAB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21" name="pg3021"/>
            <p:cNvSpPr/>
            <p:nvPr/>
          </p:nvSpPr>
          <p:spPr>
            <a:xfrm>
              <a:off x="3670203" y="485290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8CDABD">
                <a:alpha val="100000"/>
              </a:srgbClr>
            </a:solidFill>
            <a:ln w="5420" cap="flat">
              <a:solidFill>
                <a:srgbClr val="8CDAB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22" name="pg3022"/>
            <p:cNvSpPr/>
            <p:nvPr/>
          </p:nvSpPr>
          <p:spPr>
            <a:xfrm>
              <a:off x="3681840" y="485290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8DDBBE">
                <a:alpha val="100000"/>
              </a:srgbClr>
            </a:solidFill>
            <a:ln w="5420" cap="flat">
              <a:solidFill>
                <a:srgbClr val="8DDBB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23" name="pg3023"/>
            <p:cNvSpPr/>
            <p:nvPr/>
          </p:nvSpPr>
          <p:spPr>
            <a:xfrm>
              <a:off x="3693478" y="485290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90DCBF">
                <a:alpha val="100000"/>
              </a:srgbClr>
            </a:solidFill>
            <a:ln w="5420" cap="flat">
              <a:solidFill>
                <a:srgbClr val="90DCB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24" name="pg3024"/>
            <p:cNvSpPr/>
            <p:nvPr/>
          </p:nvSpPr>
          <p:spPr>
            <a:xfrm>
              <a:off x="3705115" y="485290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92DCC0">
                <a:alpha val="100000"/>
              </a:srgbClr>
            </a:solidFill>
            <a:ln w="5420" cap="flat">
              <a:solidFill>
                <a:srgbClr val="92DCC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25" name="pg3025"/>
            <p:cNvSpPr/>
            <p:nvPr/>
          </p:nvSpPr>
          <p:spPr>
            <a:xfrm>
              <a:off x="3716752" y="485290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93DDC1">
                <a:alpha val="100000"/>
              </a:srgbClr>
            </a:solidFill>
            <a:ln w="5420" cap="flat">
              <a:solidFill>
                <a:srgbClr val="93DDC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26" name="pg3026"/>
            <p:cNvSpPr/>
            <p:nvPr/>
          </p:nvSpPr>
          <p:spPr>
            <a:xfrm>
              <a:off x="3728390" y="485290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94DDC1">
                <a:alpha val="100000"/>
              </a:srgbClr>
            </a:solidFill>
            <a:ln w="5420" cap="flat">
              <a:solidFill>
                <a:srgbClr val="94DDC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27" name="pg3027"/>
            <p:cNvSpPr/>
            <p:nvPr/>
          </p:nvSpPr>
          <p:spPr>
            <a:xfrm>
              <a:off x="3740027" y="485290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94DDC1">
                <a:alpha val="100000"/>
              </a:srgbClr>
            </a:solidFill>
            <a:ln w="5420" cap="flat">
              <a:solidFill>
                <a:srgbClr val="94DDC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28" name="pg3028"/>
            <p:cNvSpPr/>
            <p:nvPr/>
          </p:nvSpPr>
          <p:spPr>
            <a:xfrm>
              <a:off x="3751664" y="485290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94DDC1">
                <a:alpha val="100000"/>
              </a:srgbClr>
            </a:solidFill>
            <a:ln w="5420" cap="flat">
              <a:solidFill>
                <a:srgbClr val="94DDC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29" name="pg3029"/>
            <p:cNvSpPr/>
            <p:nvPr/>
          </p:nvSpPr>
          <p:spPr>
            <a:xfrm>
              <a:off x="3763302" y="485290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93DDC1">
                <a:alpha val="100000"/>
              </a:srgbClr>
            </a:solidFill>
            <a:ln w="5420" cap="flat">
              <a:solidFill>
                <a:srgbClr val="93DDC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30" name="pg3030"/>
            <p:cNvSpPr/>
            <p:nvPr/>
          </p:nvSpPr>
          <p:spPr>
            <a:xfrm>
              <a:off x="3774939" y="485290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93DDC0">
                <a:alpha val="100000"/>
              </a:srgbClr>
            </a:solidFill>
            <a:ln w="5420" cap="flat">
              <a:solidFill>
                <a:srgbClr val="93DDC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31" name="pg3031"/>
            <p:cNvSpPr/>
            <p:nvPr/>
          </p:nvSpPr>
          <p:spPr>
            <a:xfrm>
              <a:off x="3786576" y="485290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92DCC0">
                <a:alpha val="100000"/>
              </a:srgbClr>
            </a:solidFill>
            <a:ln w="5420" cap="flat">
              <a:solidFill>
                <a:srgbClr val="92DCC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32" name="pg3032"/>
            <p:cNvSpPr/>
            <p:nvPr/>
          </p:nvSpPr>
          <p:spPr>
            <a:xfrm>
              <a:off x="4368443" y="485290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AD5B6">
                <a:alpha val="100000"/>
              </a:srgbClr>
            </a:solidFill>
            <a:ln w="5420" cap="flat">
              <a:solidFill>
                <a:srgbClr val="7AD5B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33" name="pg3033"/>
            <p:cNvSpPr/>
            <p:nvPr/>
          </p:nvSpPr>
          <p:spPr>
            <a:xfrm>
              <a:off x="4380080" y="485290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AD5B6">
                <a:alpha val="100000"/>
              </a:srgbClr>
            </a:solidFill>
            <a:ln w="5420" cap="flat">
              <a:solidFill>
                <a:srgbClr val="7AD5B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34" name="pg3034"/>
            <p:cNvSpPr/>
            <p:nvPr/>
          </p:nvSpPr>
          <p:spPr>
            <a:xfrm>
              <a:off x="4391718" y="485290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AD5B6">
                <a:alpha val="100000"/>
              </a:srgbClr>
            </a:solidFill>
            <a:ln w="5420" cap="flat">
              <a:solidFill>
                <a:srgbClr val="7AD5B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35" name="pg3035"/>
            <p:cNvSpPr/>
            <p:nvPr/>
          </p:nvSpPr>
          <p:spPr>
            <a:xfrm>
              <a:off x="4403355" y="485290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AD5B6">
                <a:alpha val="100000"/>
              </a:srgbClr>
            </a:solidFill>
            <a:ln w="5420" cap="flat">
              <a:solidFill>
                <a:srgbClr val="7AD5B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36" name="pg3036"/>
            <p:cNvSpPr/>
            <p:nvPr/>
          </p:nvSpPr>
          <p:spPr>
            <a:xfrm>
              <a:off x="4414992" y="485290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AD5B6">
                <a:alpha val="100000"/>
              </a:srgbClr>
            </a:solidFill>
            <a:ln w="5420" cap="flat">
              <a:solidFill>
                <a:srgbClr val="7AD5B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37" name="pg3037"/>
            <p:cNvSpPr/>
            <p:nvPr/>
          </p:nvSpPr>
          <p:spPr>
            <a:xfrm>
              <a:off x="4426630" y="485290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AD5B6">
                <a:alpha val="100000"/>
              </a:srgbClr>
            </a:solidFill>
            <a:ln w="5420" cap="flat">
              <a:solidFill>
                <a:srgbClr val="7AD5B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38" name="pg3038"/>
            <p:cNvSpPr/>
            <p:nvPr/>
          </p:nvSpPr>
          <p:spPr>
            <a:xfrm>
              <a:off x="4438267" y="485290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AD5B6">
                <a:alpha val="100000"/>
              </a:srgbClr>
            </a:solidFill>
            <a:ln w="5420" cap="flat">
              <a:solidFill>
                <a:srgbClr val="7AD5B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39" name="pg3039"/>
            <p:cNvSpPr/>
            <p:nvPr/>
          </p:nvSpPr>
          <p:spPr>
            <a:xfrm>
              <a:off x="4589552" y="485290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6D4B4">
                <a:alpha val="100000"/>
              </a:srgbClr>
            </a:solidFill>
            <a:ln w="5420" cap="flat">
              <a:solidFill>
                <a:srgbClr val="76D4B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40" name="pg3040"/>
            <p:cNvSpPr/>
            <p:nvPr/>
          </p:nvSpPr>
          <p:spPr>
            <a:xfrm>
              <a:off x="4601190" y="485290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7D4B5">
                <a:alpha val="100000"/>
              </a:srgbClr>
            </a:solidFill>
            <a:ln w="5420" cap="flat">
              <a:solidFill>
                <a:srgbClr val="77D4B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41" name="pg3041"/>
            <p:cNvSpPr/>
            <p:nvPr/>
          </p:nvSpPr>
          <p:spPr>
            <a:xfrm>
              <a:off x="4612827" y="485290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7D4B5">
                <a:alpha val="100000"/>
              </a:srgbClr>
            </a:solidFill>
            <a:ln w="5420" cap="flat">
              <a:solidFill>
                <a:srgbClr val="77D4B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42" name="pg3042"/>
            <p:cNvSpPr/>
            <p:nvPr/>
          </p:nvSpPr>
          <p:spPr>
            <a:xfrm>
              <a:off x="4624464" y="485290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8D5B5">
                <a:alpha val="100000"/>
              </a:srgbClr>
            </a:solidFill>
            <a:ln w="5420" cap="flat">
              <a:solidFill>
                <a:srgbClr val="78D5B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43" name="pg3043"/>
            <p:cNvSpPr/>
            <p:nvPr/>
          </p:nvSpPr>
          <p:spPr>
            <a:xfrm>
              <a:off x="4636101" y="485290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AD5B6">
                <a:alpha val="100000"/>
              </a:srgbClr>
            </a:solidFill>
            <a:ln w="5420" cap="flat">
              <a:solidFill>
                <a:srgbClr val="7AD5B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44" name="pg3044"/>
            <p:cNvSpPr/>
            <p:nvPr/>
          </p:nvSpPr>
          <p:spPr>
            <a:xfrm>
              <a:off x="3088337" y="486720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8EDBBE">
                <a:alpha val="100000"/>
              </a:srgbClr>
            </a:solidFill>
            <a:ln w="5420" cap="flat">
              <a:solidFill>
                <a:srgbClr val="8EDBB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45" name="pg3045"/>
            <p:cNvSpPr/>
            <p:nvPr/>
          </p:nvSpPr>
          <p:spPr>
            <a:xfrm>
              <a:off x="3099974" y="486720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91DCC0">
                <a:alpha val="100000"/>
              </a:srgbClr>
            </a:solidFill>
            <a:ln w="5420" cap="flat">
              <a:solidFill>
                <a:srgbClr val="91DCC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46" name="pg3046"/>
            <p:cNvSpPr/>
            <p:nvPr/>
          </p:nvSpPr>
          <p:spPr>
            <a:xfrm>
              <a:off x="3111611" y="486720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95DDC2">
                <a:alpha val="100000"/>
              </a:srgbClr>
            </a:solidFill>
            <a:ln w="5420" cap="flat">
              <a:solidFill>
                <a:srgbClr val="95DDC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47" name="pg3047"/>
            <p:cNvSpPr/>
            <p:nvPr/>
          </p:nvSpPr>
          <p:spPr>
            <a:xfrm>
              <a:off x="3123249" y="486720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97DEC2">
                <a:alpha val="100000"/>
              </a:srgbClr>
            </a:solidFill>
            <a:ln w="5420" cap="flat">
              <a:solidFill>
                <a:srgbClr val="97DEC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48" name="pg3048"/>
            <p:cNvSpPr/>
            <p:nvPr/>
          </p:nvSpPr>
          <p:spPr>
            <a:xfrm>
              <a:off x="3134886" y="486720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98DEC3">
                <a:alpha val="100000"/>
              </a:srgbClr>
            </a:solidFill>
            <a:ln w="5420" cap="flat">
              <a:solidFill>
                <a:srgbClr val="98DEC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49" name="pg3049"/>
            <p:cNvSpPr/>
            <p:nvPr/>
          </p:nvSpPr>
          <p:spPr>
            <a:xfrm>
              <a:off x="3146523" y="486720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98DEC3">
                <a:alpha val="100000"/>
              </a:srgbClr>
            </a:solidFill>
            <a:ln w="5420" cap="flat">
              <a:solidFill>
                <a:srgbClr val="98DEC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50" name="pg3050"/>
            <p:cNvSpPr/>
            <p:nvPr/>
          </p:nvSpPr>
          <p:spPr>
            <a:xfrm>
              <a:off x="3518918" y="486720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94DDC1">
                <a:alpha val="100000"/>
              </a:srgbClr>
            </a:solidFill>
            <a:ln w="5420" cap="flat">
              <a:solidFill>
                <a:srgbClr val="94DDC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51" name="pg3051"/>
            <p:cNvSpPr/>
            <p:nvPr/>
          </p:nvSpPr>
          <p:spPr>
            <a:xfrm>
              <a:off x="3530555" y="486720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93DDC0">
                <a:alpha val="100000"/>
              </a:srgbClr>
            </a:solidFill>
            <a:ln w="5420" cap="flat">
              <a:solidFill>
                <a:srgbClr val="93DDC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52" name="pg3052"/>
            <p:cNvSpPr/>
            <p:nvPr/>
          </p:nvSpPr>
          <p:spPr>
            <a:xfrm>
              <a:off x="3542193" y="486720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92DCC0">
                <a:alpha val="100000"/>
              </a:srgbClr>
            </a:solidFill>
            <a:ln w="5420" cap="flat">
              <a:solidFill>
                <a:srgbClr val="92DCC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53" name="pg3053"/>
            <p:cNvSpPr/>
            <p:nvPr/>
          </p:nvSpPr>
          <p:spPr>
            <a:xfrm>
              <a:off x="3553830" y="486720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91DCC0">
                <a:alpha val="100000"/>
              </a:srgbClr>
            </a:solidFill>
            <a:ln w="5420" cap="flat">
              <a:solidFill>
                <a:srgbClr val="91DCC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54" name="pg3054"/>
            <p:cNvSpPr/>
            <p:nvPr/>
          </p:nvSpPr>
          <p:spPr>
            <a:xfrm>
              <a:off x="3565467" y="486720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91DCC0">
                <a:alpha val="100000"/>
              </a:srgbClr>
            </a:solidFill>
            <a:ln w="5420" cap="flat">
              <a:solidFill>
                <a:srgbClr val="91DCC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55" name="pg3055"/>
            <p:cNvSpPr/>
            <p:nvPr/>
          </p:nvSpPr>
          <p:spPr>
            <a:xfrm>
              <a:off x="3577105" y="486720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91DCC0">
                <a:alpha val="100000"/>
              </a:srgbClr>
            </a:solidFill>
            <a:ln w="5420" cap="flat">
              <a:solidFill>
                <a:srgbClr val="91DCC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56" name="pg3056"/>
            <p:cNvSpPr/>
            <p:nvPr/>
          </p:nvSpPr>
          <p:spPr>
            <a:xfrm>
              <a:off x="3588742" y="486720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91DCBF">
                <a:alpha val="100000"/>
              </a:srgbClr>
            </a:solidFill>
            <a:ln w="5420" cap="flat">
              <a:solidFill>
                <a:srgbClr val="91DCB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57" name="pg3057"/>
            <p:cNvSpPr/>
            <p:nvPr/>
          </p:nvSpPr>
          <p:spPr>
            <a:xfrm>
              <a:off x="3600379" y="486720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90DCBF">
                <a:alpha val="100000"/>
              </a:srgbClr>
            </a:solidFill>
            <a:ln w="5420" cap="flat">
              <a:solidFill>
                <a:srgbClr val="90DCB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58" name="pg3058"/>
            <p:cNvSpPr/>
            <p:nvPr/>
          </p:nvSpPr>
          <p:spPr>
            <a:xfrm>
              <a:off x="3612016" y="486720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8FDCBF">
                <a:alpha val="100000"/>
              </a:srgbClr>
            </a:solidFill>
            <a:ln w="5420" cap="flat">
              <a:solidFill>
                <a:srgbClr val="8FDCB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59" name="pg3059"/>
            <p:cNvSpPr/>
            <p:nvPr/>
          </p:nvSpPr>
          <p:spPr>
            <a:xfrm>
              <a:off x="3623654" y="486720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8EDBBF">
                <a:alpha val="100000"/>
              </a:srgbClr>
            </a:solidFill>
            <a:ln w="5420" cap="flat">
              <a:solidFill>
                <a:srgbClr val="8EDBB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60" name="pg3060"/>
            <p:cNvSpPr/>
            <p:nvPr/>
          </p:nvSpPr>
          <p:spPr>
            <a:xfrm>
              <a:off x="3635291" y="486720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8EDBBE">
                <a:alpha val="100000"/>
              </a:srgbClr>
            </a:solidFill>
            <a:ln w="5420" cap="flat">
              <a:solidFill>
                <a:srgbClr val="8EDBB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61" name="pg3061"/>
            <p:cNvSpPr/>
            <p:nvPr/>
          </p:nvSpPr>
          <p:spPr>
            <a:xfrm>
              <a:off x="3646928" y="486720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8DDBBE">
                <a:alpha val="100000"/>
              </a:srgbClr>
            </a:solidFill>
            <a:ln w="5420" cap="flat">
              <a:solidFill>
                <a:srgbClr val="8DDBB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62" name="pg3062"/>
            <p:cNvSpPr/>
            <p:nvPr/>
          </p:nvSpPr>
          <p:spPr>
            <a:xfrm>
              <a:off x="3658566" y="486720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8DDBBE">
                <a:alpha val="100000"/>
              </a:srgbClr>
            </a:solidFill>
            <a:ln w="5420" cap="flat">
              <a:solidFill>
                <a:srgbClr val="8DDBB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63" name="pg3063"/>
            <p:cNvSpPr/>
            <p:nvPr/>
          </p:nvSpPr>
          <p:spPr>
            <a:xfrm>
              <a:off x="3670203" y="486720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8DDBBE">
                <a:alpha val="100000"/>
              </a:srgbClr>
            </a:solidFill>
            <a:ln w="5420" cap="flat">
              <a:solidFill>
                <a:srgbClr val="8DDBB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64" name="pg3064"/>
            <p:cNvSpPr/>
            <p:nvPr/>
          </p:nvSpPr>
          <p:spPr>
            <a:xfrm>
              <a:off x="3681840" y="486720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8DDBBE">
                <a:alpha val="100000"/>
              </a:srgbClr>
            </a:solidFill>
            <a:ln w="5420" cap="flat">
              <a:solidFill>
                <a:srgbClr val="8DDBB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65" name="pg3065"/>
            <p:cNvSpPr/>
            <p:nvPr/>
          </p:nvSpPr>
          <p:spPr>
            <a:xfrm>
              <a:off x="3693478" y="486720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90DCBF">
                <a:alpha val="100000"/>
              </a:srgbClr>
            </a:solidFill>
            <a:ln w="5420" cap="flat">
              <a:solidFill>
                <a:srgbClr val="90DCB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66" name="pg3066"/>
            <p:cNvSpPr/>
            <p:nvPr/>
          </p:nvSpPr>
          <p:spPr>
            <a:xfrm>
              <a:off x="3705115" y="486720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91DCC0">
                <a:alpha val="100000"/>
              </a:srgbClr>
            </a:solidFill>
            <a:ln w="5420" cap="flat">
              <a:solidFill>
                <a:srgbClr val="91DCC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67" name="pg3067"/>
            <p:cNvSpPr/>
            <p:nvPr/>
          </p:nvSpPr>
          <p:spPr>
            <a:xfrm>
              <a:off x="3716752" y="486720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92DCC0">
                <a:alpha val="100000"/>
              </a:srgbClr>
            </a:solidFill>
            <a:ln w="5420" cap="flat">
              <a:solidFill>
                <a:srgbClr val="92DCC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68" name="pg3068"/>
            <p:cNvSpPr/>
            <p:nvPr/>
          </p:nvSpPr>
          <p:spPr>
            <a:xfrm>
              <a:off x="3728390" y="486720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92DDC0">
                <a:alpha val="100000"/>
              </a:srgbClr>
            </a:solidFill>
            <a:ln w="5420" cap="flat">
              <a:solidFill>
                <a:srgbClr val="92DDC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69" name="pg3069"/>
            <p:cNvSpPr/>
            <p:nvPr/>
          </p:nvSpPr>
          <p:spPr>
            <a:xfrm>
              <a:off x="3740027" y="486720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93DDC0">
                <a:alpha val="100000"/>
              </a:srgbClr>
            </a:solidFill>
            <a:ln w="5420" cap="flat">
              <a:solidFill>
                <a:srgbClr val="93DDC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70" name="pg3070"/>
            <p:cNvSpPr/>
            <p:nvPr/>
          </p:nvSpPr>
          <p:spPr>
            <a:xfrm>
              <a:off x="3751664" y="486720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93DDC0">
                <a:alpha val="100000"/>
              </a:srgbClr>
            </a:solidFill>
            <a:ln w="5420" cap="flat">
              <a:solidFill>
                <a:srgbClr val="93DDC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71" name="pg3071"/>
            <p:cNvSpPr/>
            <p:nvPr/>
          </p:nvSpPr>
          <p:spPr>
            <a:xfrm>
              <a:off x="3763302" y="486720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92DCC0">
                <a:alpha val="100000"/>
              </a:srgbClr>
            </a:solidFill>
            <a:ln w="5420" cap="flat">
              <a:solidFill>
                <a:srgbClr val="92DCC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72" name="pg3072"/>
            <p:cNvSpPr/>
            <p:nvPr/>
          </p:nvSpPr>
          <p:spPr>
            <a:xfrm>
              <a:off x="3774939" y="486720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92DCC0">
                <a:alpha val="100000"/>
              </a:srgbClr>
            </a:solidFill>
            <a:ln w="5420" cap="flat">
              <a:solidFill>
                <a:srgbClr val="92DCC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73" name="pg3073"/>
            <p:cNvSpPr/>
            <p:nvPr/>
          </p:nvSpPr>
          <p:spPr>
            <a:xfrm>
              <a:off x="3786576" y="486720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91DCC0">
                <a:alpha val="100000"/>
              </a:srgbClr>
            </a:solidFill>
            <a:ln w="5420" cap="flat">
              <a:solidFill>
                <a:srgbClr val="91DCC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74" name="pg3074"/>
            <p:cNvSpPr/>
            <p:nvPr/>
          </p:nvSpPr>
          <p:spPr>
            <a:xfrm>
              <a:off x="4380080" y="486720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AD5B6">
                <a:alpha val="100000"/>
              </a:srgbClr>
            </a:solidFill>
            <a:ln w="5420" cap="flat">
              <a:solidFill>
                <a:srgbClr val="7AD5B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75" name="pg3075"/>
            <p:cNvSpPr/>
            <p:nvPr/>
          </p:nvSpPr>
          <p:spPr>
            <a:xfrm>
              <a:off x="4391718" y="486720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AD5B6">
                <a:alpha val="100000"/>
              </a:srgbClr>
            </a:solidFill>
            <a:ln w="5420" cap="flat">
              <a:solidFill>
                <a:srgbClr val="7AD5B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76" name="pg3076"/>
            <p:cNvSpPr/>
            <p:nvPr/>
          </p:nvSpPr>
          <p:spPr>
            <a:xfrm>
              <a:off x="4403355" y="486720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BD5B6">
                <a:alpha val="100000"/>
              </a:srgbClr>
            </a:solidFill>
            <a:ln w="5420" cap="flat">
              <a:solidFill>
                <a:srgbClr val="7BD5B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77" name="pg3077"/>
            <p:cNvSpPr/>
            <p:nvPr/>
          </p:nvSpPr>
          <p:spPr>
            <a:xfrm>
              <a:off x="4414992" y="486720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BD5B6">
                <a:alpha val="100000"/>
              </a:srgbClr>
            </a:solidFill>
            <a:ln w="5420" cap="flat">
              <a:solidFill>
                <a:srgbClr val="7BD5B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78" name="pg3078"/>
            <p:cNvSpPr/>
            <p:nvPr/>
          </p:nvSpPr>
          <p:spPr>
            <a:xfrm>
              <a:off x="4426630" y="486720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BD5B6">
                <a:alpha val="100000"/>
              </a:srgbClr>
            </a:solidFill>
            <a:ln w="5420" cap="flat">
              <a:solidFill>
                <a:srgbClr val="7BD5B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79" name="pg3079"/>
            <p:cNvSpPr/>
            <p:nvPr/>
          </p:nvSpPr>
          <p:spPr>
            <a:xfrm>
              <a:off x="4438267" y="486720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AD5B6">
                <a:alpha val="100000"/>
              </a:srgbClr>
            </a:solidFill>
            <a:ln w="5420" cap="flat">
              <a:solidFill>
                <a:srgbClr val="7AD5B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80" name="pg3080"/>
            <p:cNvSpPr/>
            <p:nvPr/>
          </p:nvSpPr>
          <p:spPr>
            <a:xfrm>
              <a:off x="4449904" y="486720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AD5B6">
                <a:alpha val="100000"/>
              </a:srgbClr>
            </a:solidFill>
            <a:ln w="5420" cap="flat">
              <a:solidFill>
                <a:srgbClr val="7AD5B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81" name="pg3081"/>
            <p:cNvSpPr/>
            <p:nvPr/>
          </p:nvSpPr>
          <p:spPr>
            <a:xfrm>
              <a:off x="4601190" y="486720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8D5B5">
                <a:alpha val="100000"/>
              </a:srgbClr>
            </a:solidFill>
            <a:ln w="5420" cap="flat">
              <a:solidFill>
                <a:srgbClr val="78D5B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82" name="pg3082"/>
            <p:cNvSpPr/>
            <p:nvPr/>
          </p:nvSpPr>
          <p:spPr>
            <a:xfrm>
              <a:off x="4612827" y="486720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9D5B5">
                <a:alpha val="100000"/>
              </a:srgbClr>
            </a:solidFill>
            <a:ln w="5420" cap="flat">
              <a:solidFill>
                <a:srgbClr val="79D5B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83" name="pg3083"/>
            <p:cNvSpPr/>
            <p:nvPr/>
          </p:nvSpPr>
          <p:spPr>
            <a:xfrm>
              <a:off x="4624464" y="486720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AD5B6">
                <a:alpha val="100000"/>
              </a:srgbClr>
            </a:solidFill>
            <a:ln w="5420" cap="flat">
              <a:solidFill>
                <a:srgbClr val="7AD5B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84" name="pg3084"/>
            <p:cNvSpPr/>
            <p:nvPr/>
          </p:nvSpPr>
          <p:spPr>
            <a:xfrm>
              <a:off x="4636101" y="486720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BD6B6">
                <a:alpha val="100000"/>
              </a:srgbClr>
            </a:solidFill>
            <a:ln w="5420" cap="flat">
              <a:solidFill>
                <a:srgbClr val="7BD6B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85" name="pg3085"/>
            <p:cNvSpPr/>
            <p:nvPr/>
          </p:nvSpPr>
          <p:spPr>
            <a:xfrm>
              <a:off x="4647739" y="486720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CD6B7">
                <a:alpha val="100000"/>
              </a:srgbClr>
            </a:solidFill>
            <a:ln w="5420" cap="flat">
              <a:solidFill>
                <a:srgbClr val="7CD6B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86" name="pg3086"/>
            <p:cNvSpPr/>
            <p:nvPr/>
          </p:nvSpPr>
          <p:spPr>
            <a:xfrm>
              <a:off x="3065062" y="488150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86D9BB">
                <a:alpha val="100000"/>
              </a:srgbClr>
            </a:solidFill>
            <a:ln w="5420" cap="flat">
              <a:solidFill>
                <a:srgbClr val="86D9B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87" name="pg3087"/>
            <p:cNvSpPr/>
            <p:nvPr/>
          </p:nvSpPr>
          <p:spPr>
            <a:xfrm>
              <a:off x="3076699" y="488150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89DABC">
                <a:alpha val="100000"/>
              </a:srgbClr>
            </a:solidFill>
            <a:ln w="5420" cap="flat">
              <a:solidFill>
                <a:srgbClr val="89DAB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88" name="pg3088"/>
            <p:cNvSpPr/>
            <p:nvPr/>
          </p:nvSpPr>
          <p:spPr>
            <a:xfrm>
              <a:off x="3088337" y="488150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8BDABD">
                <a:alpha val="100000"/>
              </a:srgbClr>
            </a:solidFill>
            <a:ln w="5420" cap="flat">
              <a:solidFill>
                <a:srgbClr val="8BDAB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89" name="pg3089"/>
            <p:cNvSpPr/>
            <p:nvPr/>
          </p:nvSpPr>
          <p:spPr>
            <a:xfrm>
              <a:off x="3099974" y="488150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8EDBBE">
                <a:alpha val="100000"/>
              </a:srgbClr>
            </a:solidFill>
            <a:ln w="5420" cap="flat">
              <a:solidFill>
                <a:srgbClr val="8EDBB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90" name="pg3090"/>
            <p:cNvSpPr/>
            <p:nvPr/>
          </p:nvSpPr>
          <p:spPr>
            <a:xfrm>
              <a:off x="3111611" y="488150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92DDC0">
                <a:alpha val="100000"/>
              </a:srgbClr>
            </a:solidFill>
            <a:ln w="5420" cap="flat">
              <a:solidFill>
                <a:srgbClr val="92DDC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91" name="pg3091"/>
            <p:cNvSpPr/>
            <p:nvPr/>
          </p:nvSpPr>
          <p:spPr>
            <a:xfrm>
              <a:off x="3123249" y="488150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94DDC1">
                <a:alpha val="100000"/>
              </a:srgbClr>
            </a:solidFill>
            <a:ln w="5420" cap="flat">
              <a:solidFill>
                <a:srgbClr val="94DDC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92" name="pg3092"/>
            <p:cNvSpPr/>
            <p:nvPr/>
          </p:nvSpPr>
          <p:spPr>
            <a:xfrm>
              <a:off x="3134886" y="488150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95DDC1">
                <a:alpha val="100000"/>
              </a:srgbClr>
            </a:solidFill>
            <a:ln w="5420" cap="flat">
              <a:solidFill>
                <a:srgbClr val="95DDC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93" name="pg3093"/>
            <p:cNvSpPr/>
            <p:nvPr/>
          </p:nvSpPr>
          <p:spPr>
            <a:xfrm>
              <a:off x="3542193" y="488150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92DCC0">
                <a:alpha val="100000"/>
              </a:srgbClr>
            </a:solidFill>
            <a:ln w="5420" cap="flat">
              <a:solidFill>
                <a:srgbClr val="92DCC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94" name="pg3094"/>
            <p:cNvSpPr/>
            <p:nvPr/>
          </p:nvSpPr>
          <p:spPr>
            <a:xfrm>
              <a:off x="3553830" y="488150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91DCC0">
                <a:alpha val="100000"/>
              </a:srgbClr>
            </a:solidFill>
            <a:ln w="5420" cap="flat">
              <a:solidFill>
                <a:srgbClr val="91DCC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95" name="pg3095"/>
            <p:cNvSpPr/>
            <p:nvPr/>
          </p:nvSpPr>
          <p:spPr>
            <a:xfrm>
              <a:off x="3565467" y="488150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91DCC0">
                <a:alpha val="100000"/>
              </a:srgbClr>
            </a:solidFill>
            <a:ln w="5420" cap="flat">
              <a:solidFill>
                <a:srgbClr val="91DCC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96" name="pg3096"/>
            <p:cNvSpPr/>
            <p:nvPr/>
          </p:nvSpPr>
          <p:spPr>
            <a:xfrm>
              <a:off x="3577105" y="488150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91DCC0">
                <a:alpha val="100000"/>
              </a:srgbClr>
            </a:solidFill>
            <a:ln w="5420" cap="flat">
              <a:solidFill>
                <a:srgbClr val="91DCC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97" name="pg3097"/>
            <p:cNvSpPr/>
            <p:nvPr/>
          </p:nvSpPr>
          <p:spPr>
            <a:xfrm>
              <a:off x="3588742" y="488150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90DCBF">
                <a:alpha val="100000"/>
              </a:srgbClr>
            </a:solidFill>
            <a:ln w="5420" cap="flat">
              <a:solidFill>
                <a:srgbClr val="90DCB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98" name="pg3098"/>
            <p:cNvSpPr/>
            <p:nvPr/>
          </p:nvSpPr>
          <p:spPr>
            <a:xfrm>
              <a:off x="3600379" y="488150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90DCBF">
                <a:alpha val="100000"/>
              </a:srgbClr>
            </a:solidFill>
            <a:ln w="5420" cap="flat">
              <a:solidFill>
                <a:srgbClr val="90DCB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99" name="pg3099"/>
            <p:cNvSpPr/>
            <p:nvPr/>
          </p:nvSpPr>
          <p:spPr>
            <a:xfrm>
              <a:off x="3612016" y="488150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8FDCBF">
                <a:alpha val="100000"/>
              </a:srgbClr>
            </a:solidFill>
            <a:ln w="5420" cap="flat">
              <a:solidFill>
                <a:srgbClr val="8FDCB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00" name="pg3100"/>
            <p:cNvSpPr/>
            <p:nvPr/>
          </p:nvSpPr>
          <p:spPr>
            <a:xfrm>
              <a:off x="3623654" y="488150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8FDBBF">
                <a:alpha val="100000"/>
              </a:srgbClr>
            </a:solidFill>
            <a:ln w="5420" cap="flat">
              <a:solidFill>
                <a:srgbClr val="8FDBB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01" name="pg3101"/>
            <p:cNvSpPr/>
            <p:nvPr/>
          </p:nvSpPr>
          <p:spPr>
            <a:xfrm>
              <a:off x="3635291" y="488150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8EDBBF">
                <a:alpha val="100000"/>
              </a:srgbClr>
            </a:solidFill>
            <a:ln w="5420" cap="flat">
              <a:solidFill>
                <a:srgbClr val="8EDBB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02" name="pg3102"/>
            <p:cNvSpPr/>
            <p:nvPr/>
          </p:nvSpPr>
          <p:spPr>
            <a:xfrm>
              <a:off x="3646928" y="488150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8EDBBE">
                <a:alpha val="100000"/>
              </a:srgbClr>
            </a:solidFill>
            <a:ln w="5420" cap="flat">
              <a:solidFill>
                <a:srgbClr val="8EDBB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03" name="pg3103"/>
            <p:cNvSpPr/>
            <p:nvPr/>
          </p:nvSpPr>
          <p:spPr>
            <a:xfrm>
              <a:off x="3658566" y="488150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8EDBBE">
                <a:alpha val="100000"/>
              </a:srgbClr>
            </a:solidFill>
            <a:ln w="5420" cap="flat">
              <a:solidFill>
                <a:srgbClr val="8EDBB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04" name="pg3104"/>
            <p:cNvSpPr/>
            <p:nvPr/>
          </p:nvSpPr>
          <p:spPr>
            <a:xfrm>
              <a:off x="3670203" y="488150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8EDBBE">
                <a:alpha val="100000"/>
              </a:srgbClr>
            </a:solidFill>
            <a:ln w="5420" cap="flat">
              <a:solidFill>
                <a:srgbClr val="8EDBB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05" name="pg3105"/>
            <p:cNvSpPr/>
            <p:nvPr/>
          </p:nvSpPr>
          <p:spPr>
            <a:xfrm>
              <a:off x="3705115" y="488150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90DCBF">
                <a:alpha val="100000"/>
              </a:srgbClr>
            </a:solidFill>
            <a:ln w="5420" cap="flat">
              <a:solidFill>
                <a:srgbClr val="90DCB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06" name="pg3106"/>
            <p:cNvSpPr/>
            <p:nvPr/>
          </p:nvSpPr>
          <p:spPr>
            <a:xfrm>
              <a:off x="3716752" y="488150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91DCC0">
                <a:alpha val="100000"/>
              </a:srgbClr>
            </a:solidFill>
            <a:ln w="5420" cap="flat">
              <a:solidFill>
                <a:srgbClr val="91DCC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07" name="pg3107"/>
            <p:cNvSpPr/>
            <p:nvPr/>
          </p:nvSpPr>
          <p:spPr>
            <a:xfrm>
              <a:off x="3728390" y="488150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91DCC0">
                <a:alpha val="100000"/>
              </a:srgbClr>
            </a:solidFill>
            <a:ln w="5420" cap="flat">
              <a:solidFill>
                <a:srgbClr val="91DCC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08" name="pg3108"/>
            <p:cNvSpPr/>
            <p:nvPr/>
          </p:nvSpPr>
          <p:spPr>
            <a:xfrm>
              <a:off x="3740027" y="488150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92DCC0">
                <a:alpha val="100000"/>
              </a:srgbClr>
            </a:solidFill>
            <a:ln w="5420" cap="flat">
              <a:solidFill>
                <a:srgbClr val="92DCC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09" name="pg3109"/>
            <p:cNvSpPr/>
            <p:nvPr/>
          </p:nvSpPr>
          <p:spPr>
            <a:xfrm>
              <a:off x="3751664" y="488150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92DCC0">
                <a:alpha val="100000"/>
              </a:srgbClr>
            </a:solidFill>
            <a:ln w="5420" cap="flat">
              <a:solidFill>
                <a:srgbClr val="92DCC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10" name="pg3110"/>
            <p:cNvSpPr/>
            <p:nvPr/>
          </p:nvSpPr>
          <p:spPr>
            <a:xfrm>
              <a:off x="3763302" y="488150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92DCC0">
                <a:alpha val="100000"/>
              </a:srgbClr>
            </a:solidFill>
            <a:ln w="5420" cap="flat">
              <a:solidFill>
                <a:srgbClr val="92DCC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11" name="pg3111"/>
            <p:cNvSpPr/>
            <p:nvPr/>
          </p:nvSpPr>
          <p:spPr>
            <a:xfrm>
              <a:off x="3774939" y="488150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91DCC0">
                <a:alpha val="100000"/>
              </a:srgbClr>
            </a:solidFill>
            <a:ln w="5420" cap="flat">
              <a:solidFill>
                <a:srgbClr val="91DCC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12" name="pg3112"/>
            <p:cNvSpPr/>
            <p:nvPr/>
          </p:nvSpPr>
          <p:spPr>
            <a:xfrm>
              <a:off x="3786576" y="488150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91DCC0">
                <a:alpha val="100000"/>
              </a:srgbClr>
            </a:solidFill>
            <a:ln w="5420" cap="flat">
              <a:solidFill>
                <a:srgbClr val="91DCC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13" name="pg3113"/>
            <p:cNvSpPr/>
            <p:nvPr/>
          </p:nvSpPr>
          <p:spPr>
            <a:xfrm>
              <a:off x="4403355" y="488150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BD5B6">
                <a:alpha val="100000"/>
              </a:srgbClr>
            </a:solidFill>
            <a:ln w="5420" cap="flat">
              <a:solidFill>
                <a:srgbClr val="7BD5B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14" name="pg3114"/>
            <p:cNvSpPr/>
            <p:nvPr/>
          </p:nvSpPr>
          <p:spPr>
            <a:xfrm>
              <a:off x="4414992" y="488150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BD6B6">
                <a:alpha val="100000"/>
              </a:srgbClr>
            </a:solidFill>
            <a:ln w="5420" cap="flat">
              <a:solidFill>
                <a:srgbClr val="7BD6B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15" name="pg3115"/>
            <p:cNvSpPr/>
            <p:nvPr/>
          </p:nvSpPr>
          <p:spPr>
            <a:xfrm>
              <a:off x="4426630" y="488150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BD5B6">
                <a:alpha val="100000"/>
              </a:srgbClr>
            </a:solidFill>
            <a:ln w="5420" cap="flat">
              <a:solidFill>
                <a:srgbClr val="7BD5B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16" name="pg3116"/>
            <p:cNvSpPr/>
            <p:nvPr/>
          </p:nvSpPr>
          <p:spPr>
            <a:xfrm>
              <a:off x="4438267" y="488150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BD5B6">
                <a:alpha val="100000"/>
              </a:srgbClr>
            </a:solidFill>
            <a:ln w="5420" cap="flat">
              <a:solidFill>
                <a:srgbClr val="7BD5B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17" name="pg3117"/>
            <p:cNvSpPr/>
            <p:nvPr/>
          </p:nvSpPr>
          <p:spPr>
            <a:xfrm>
              <a:off x="4449904" y="488150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BD5B6">
                <a:alpha val="100000"/>
              </a:srgbClr>
            </a:solidFill>
            <a:ln w="5420" cap="flat">
              <a:solidFill>
                <a:srgbClr val="7BD5B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18" name="pg3118"/>
            <p:cNvSpPr/>
            <p:nvPr/>
          </p:nvSpPr>
          <p:spPr>
            <a:xfrm>
              <a:off x="4461542" y="488150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BD5B6">
                <a:alpha val="100000"/>
              </a:srgbClr>
            </a:solidFill>
            <a:ln w="5420" cap="flat">
              <a:solidFill>
                <a:srgbClr val="7BD5B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19" name="pg3119"/>
            <p:cNvSpPr/>
            <p:nvPr/>
          </p:nvSpPr>
          <p:spPr>
            <a:xfrm>
              <a:off x="4601190" y="488150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AD5B6">
                <a:alpha val="100000"/>
              </a:srgbClr>
            </a:solidFill>
            <a:ln w="5420" cap="flat">
              <a:solidFill>
                <a:srgbClr val="7AD5B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20" name="pg3120"/>
            <p:cNvSpPr/>
            <p:nvPr/>
          </p:nvSpPr>
          <p:spPr>
            <a:xfrm>
              <a:off x="4612827" y="488150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AD5B6">
                <a:alpha val="100000"/>
              </a:srgbClr>
            </a:solidFill>
            <a:ln w="5420" cap="flat">
              <a:solidFill>
                <a:srgbClr val="7AD5B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21" name="pg3121"/>
            <p:cNvSpPr/>
            <p:nvPr/>
          </p:nvSpPr>
          <p:spPr>
            <a:xfrm>
              <a:off x="4624464" y="488150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BD5B6">
                <a:alpha val="100000"/>
              </a:srgbClr>
            </a:solidFill>
            <a:ln w="5420" cap="flat">
              <a:solidFill>
                <a:srgbClr val="7BD5B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22" name="pg3122"/>
            <p:cNvSpPr/>
            <p:nvPr/>
          </p:nvSpPr>
          <p:spPr>
            <a:xfrm>
              <a:off x="4636101" y="488150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CD6B7">
                <a:alpha val="100000"/>
              </a:srgbClr>
            </a:solidFill>
            <a:ln w="5420" cap="flat">
              <a:solidFill>
                <a:srgbClr val="7CD6B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23" name="pg3123"/>
            <p:cNvSpPr/>
            <p:nvPr/>
          </p:nvSpPr>
          <p:spPr>
            <a:xfrm>
              <a:off x="4647739" y="488150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DD6B7">
                <a:alpha val="100000"/>
              </a:srgbClr>
            </a:solidFill>
            <a:ln w="5420" cap="flat">
              <a:solidFill>
                <a:srgbClr val="7DD6B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24" name="pg3124"/>
            <p:cNvSpPr/>
            <p:nvPr/>
          </p:nvSpPr>
          <p:spPr>
            <a:xfrm>
              <a:off x="4659376" y="488150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ED6B7">
                <a:alpha val="100000"/>
              </a:srgbClr>
            </a:solidFill>
            <a:ln w="5420" cap="flat">
              <a:solidFill>
                <a:srgbClr val="7ED6B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25" name="pg3125"/>
            <p:cNvSpPr/>
            <p:nvPr/>
          </p:nvSpPr>
          <p:spPr>
            <a:xfrm>
              <a:off x="2948689" y="489580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3D3B3">
                <a:alpha val="100000"/>
              </a:srgbClr>
            </a:solidFill>
            <a:ln w="5420" cap="flat">
              <a:solidFill>
                <a:srgbClr val="73D3B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26" name="pg3126"/>
            <p:cNvSpPr/>
            <p:nvPr/>
          </p:nvSpPr>
          <p:spPr>
            <a:xfrm>
              <a:off x="2960326" y="489580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7D4B5">
                <a:alpha val="100000"/>
              </a:srgbClr>
            </a:solidFill>
            <a:ln w="5420" cap="flat">
              <a:solidFill>
                <a:srgbClr val="77D4B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27" name="pg3127"/>
            <p:cNvSpPr/>
            <p:nvPr/>
          </p:nvSpPr>
          <p:spPr>
            <a:xfrm>
              <a:off x="2971963" y="489580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BD5B6">
                <a:alpha val="100000"/>
              </a:srgbClr>
            </a:solidFill>
            <a:ln w="5420" cap="flat">
              <a:solidFill>
                <a:srgbClr val="7BD5B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28" name="pg3128"/>
            <p:cNvSpPr/>
            <p:nvPr/>
          </p:nvSpPr>
          <p:spPr>
            <a:xfrm>
              <a:off x="2983601" y="489580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ED6B7">
                <a:alpha val="100000"/>
              </a:srgbClr>
            </a:solidFill>
            <a:ln w="5420" cap="flat">
              <a:solidFill>
                <a:srgbClr val="7ED6B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29" name="pg3129"/>
            <p:cNvSpPr/>
            <p:nvPr/>
          </p:nvSpPr>
          <p:spPr>
            <a:xfrm>
              <a:off x="2995238" y="489580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80D7B9">
                <a:alpha val="100000"/>
              </a:srgbClr>
            </a:solidFill>
            <a:ln w="5420" cap="flat">
              <a:solidFill>
                <a:srgbClr val="80D7B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30" name="pg3130"/>
            <p:cNvSpPr/>
            <p:nvPr/>
          </p:nvSpPr>
          <p:spPr>
            <a:xfrm>
              <a:off x="3006875" y="489580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81D7B9">
                <a:alpha val="100000"/>
              </a:srgbClr>
            </a:solidFill>
            <a:ln w="5420" cap="flat">
              <a:solidFill>
                <a:srgbClr val="81D7B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31" name="pg3131"/>
            <p:cNvSpPr/>
            <p:nvPr/>
          </p:nvSpPr>
          <p:spPr>
            <a:xfrm>
              <a:off x="3041787" y="489580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82D7B9">
                <a:alpha val="100000"/>
              </a:srgbClr>
            </a:solidFill>
            <a:ln w="5420" cap="flat">
              <a:solidFill>
                <a:srgbClr val="82D7B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32" name="pg3132"/>
            <p:cNvSpPr/>
            <p:nvPr/>
          </p:nvSpPr>
          <p:spPr>
            <a:xfrm>
              <a:off x="3053425" y="489580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83D8BA">
                <a:alpha val="100000"/>
              </a:srgbClr>
            </a:solidFill>
            <a:ln w="5420" cap="flat">
              <a:solidFill>
                <a:srgbClr val="83D8B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33" name="pg3133"/>
            <p:cNvSpPr/>
            <p:nvPr/>
          </p:nvSpPr>
          <p:spPr>
            <a:xfrm>
              <a:off x="3065062" y="489580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85D8BA">
                <a:alpha val="100000"/>
              </a:srgbClr>
            </a:solidFill>
            <a:ln w="5420" cap="flat">
              <a:solidFill>
                <a:srgbClr val="85D8B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34" name="pg3134"/>
            <p:cNvSpPr/>
            <p:nvPr/>
          </p:nvSpPr>
          <p:spPr>
            <a:xfrm>
              <a:off x="3076699" y="489580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87D9BB">
                <a:alpha val="100000"/>
              </a:srgbClr>
            </a:solidFill>
            <a:ln w="5420" cap="flat">
              <a:solidFill>
                <a:srgbClr val="87D9B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35" name="pg3135"/>
            <p:cNvSpPr/>
            <p:nvPr/>
          </p:nvSpPr>
          <p:spPr>
            <a:xfrm>
              <a:off x="3088337" y="489580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89DABC">
                <a:alpha val="100000"/>
              </a:srgbClr>
            </a:solidFill>
            <a:ln w="5420" cap="flat">
              <a:solidFill>
                <a:srgbClr val="89DAB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36" name="pg3136"/>
            <p:cNvSpPr/>
            <p:nvPr/>
          </p:nvSpPr>
          <p:spPr>
            <a:xfrm>
              <a:off x="3099974" y="489580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8BDABD">
                <a:alpha val="100000"/>
              </a:srgbClr>
            </a:solidFill>
            <a:ln w="5420" cap="flat">
              <a:solidFill>
                <a:srgbClr val="8BDAB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37" name="pg3137"/>
            <p:cNvSpPr/>
            <p:nvPr/>
          </p:nvSpPr>
          <p:spPr>
            <a:xfrm>
              <a:off x="3111611" y="489580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90DCBF">
                <a:alpha val="100000"/>
              </a:srgbClr>
            </a:solidFill>
            <a:ln w="5420" cap="flat">
              <a:solidFill>
                <a:srgbClr val="90DCB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38" name="pg3138"/>
            <p:cNvSpPr/>
            <p:nvPr/>
          </p:nvSpPr>
          <p:spPr>
            <a:xfrm>
              <a:off x="3123249" y="489580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91DCC0">
                <a:alpha val="100000"/>
              </a:srgbClr>
            </a:solidFill>
            <a:ln w="5420" cap="flat">
              <a:solidFill>
                <a:srgbClr val="91DCC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39" name="pg3139"/>
            <p:cNvSpPr/>
            <p:nvPr/>
          </p:nvSpPr>
          <p:spPr>
            <a:xfrm>
              <a:off x="3635291" y="489580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8FDBBF">
                <a:alpha val="100000"/>
              </a:srgbClr>
            </a:solidFill>
            <a:ln w="5420" cap="flat">
              <a:solidFill>
                <a:srgbClr val="8FDBB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40" name="pg3140"/>
            <p:cNvSpPr/>
            <p:nvPr/>
          </p:nvSpPr>
          <p:spPr>
            <a:xfrm>
              <a:off x="3646928" y="489580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8EDBBF">
                <a:alpha val="100000"/>
              </a:srgbClr>
            </a:solidFill>
            <a:ln w="5420" cap="flat">
              <a:solidFill>
                <a:srgbClr val="8EDBB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41" name="pg3141"/>
            <p:cNvSpPr/>
            <p:nvPr/>
          </p:nvSpPr>
          <p:spPr>
            <a:xfrm>
              <a:off x="3716752" y="489580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91DCC0">
                <a:alpha val="100000"/>
              </a:srgbClr>
            </a:solidFill>
            <a:ln w="5420" cap="flat">
              <a:solidFill>
                <a:srgbClr val="91DCC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42" name="pg3142"/>
            <p:cNvSpPr/>
            <p:nvPr/>
          </p:nvSpPr>
          <p:spPr>
            <a:xfrm>
              <a:off x="3728390" y="489580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91DCC0">
                <a:alpha val="100000"/>
              </a:srgbClr>
            </a:solidFill>
            <a:ln w="5420" cap="flat">
              <a:solidFill>
                <a:srgbClr val="91DCC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43" name="pg3143"/>
            <p:cNvSpPr/>
            <p:nvPr/>
          </p:nvSpPr>
          <p:spPr>
            <a:xfrm>
              <a:off x="3740027" y="489580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91DCC0">
                <a:alpha val="100000"/>
              </a:srgbClr>
            </a:solidFill>
            <a:ln w="5420" cap="flat">
              <a:solidFill>
                <a:srgbClr val="91DCC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44" name="pg3144"/>
            <p:cNvSpPr/>
            <p:nvPr/>
          </p:nvSpPr>
          <p:spPr>
            <a:xfrm>
              <a:off x="3751664" y="489580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91DCC0">
                <a:alpha val="100000"/>
              </a:srgbClr>
            </a:solidFill>
            <a:ln w="5420" cap="flat">
              <a:solidFill>
                <a:srgbClr val="91DCC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45" name="pg3145"/>
            <p:cNvSpPr/>
            <p:nvPr/>
          </p:nvSpPr>
          <p:spPr>
            <a:xfrm>
              <a:off x="3763302" y="489580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91DCC0">
                <a:alpha val="100000"/>
              </a:srgbClr>
            </a:solidFill>
            <a:ln w="5420" cap="flat">
              <a:solidFill>
                <a:srgbClr val="91DCC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46" name="pg3146"/>
            <p:cNvSpPr/>
            <p:nvPr/>
          </p:nvSpPr>
          <p:spPr>
            <a:xfrm>
              <a:off x="3774939" y="489580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91DCC0">
                <a:alpha val="100000"/>
              </a:srgbClr>
            </a:solidFill>
            <a:ln w="5420" cap="flat">
              <a:solidFill>
                <a:srgbClr val="91DCC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47" name="pg3147"/>
            <p:cNvSpPr/>
            <p:nvPr/>
          </p:nvSpPr>
          <p:spPr>
            <a:xfrm>
              <a:off x="4414992" y="489580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CD6B7">
                <a:alpha val="100000"/>
              </a:srgbClr>
            </a:solidFill>
            <a:ln w="5420" cap="flat">
              <a:solidFill>
                <a:srgbClr val="7CD6B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48" name="pg3148"/>
            <p:cNvSpPr/>
            <p:nvPr/>
          </p:nvSpPr>
          <p:spPr>
            <a:xfrm>
              <a:off x="4426630" y="489580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CD6B7">
                <a:alpha val="100000"/>
              </a:srgbClr>
            </a:solidFill>
            <a:ln w="5420" cap="flat">
              <a:solidFill>
                <a:srgbClr val="7CD6B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49" name="pg3149"/>
            <p:cNvSpPr/>
            <p:nvPr/>
          </p:nvSpPr>
          <p:spPr>
            <a:xfrm>
              <a:off x="4438267" y="489580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CD6B7">
                <a:alpha val="100000"/>
              </a:srgbClr>
            </a:solidFill>
            <a:ln w="5420" cap="flat">
              <a:solidFill>
                <a:srgbClr val="7CD6B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50" name="pg3150"/>
            <p:cNvSpPr/>
            <p:nvPr/>
          </p:nvSpPr>
          <p:spPr>
            <a:xfrm>
              <a:off x="4449904" y="489580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BD6B6">
                <a:alpha val="100000"/>
              </a:srgbClr>
            </a:solidFill>
            <a:ln w="5420" cap="flat">
              <a:solidFill>
                <a:srgbClr val="7BD6B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51" name="pg3151"/>
            <p:cNvSpPr/>
            <p:nvPr/>
          </p:nvSpPr>
          <p:spPr>
            <a:xfrm>
              <a:off x="4461542" y="489580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BD6B6">
                <a:alpha val="100000"/>
              </a:srgbClr>
            </a:solidFill>
            <a:ln w="5420" cap="flat">
              <a:solidFill>
                <a:srgbClr val="7BD6B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52" name="pg3152"/>
            <p:cNvSpPr/>
            <p:nvPr/>
          </p:nvSpPr>
          <p:spPr>
            <a:xfrm>
              <a:off x="4612827" y="489580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CD6B7">
                <a:alpha val="100000"/>
              </a:srgbClr>
            </a:solidFill>
            <a:ln w="5420" cap="flat">
              <a:solidFill>
                <a:srgbClr val="7CD6B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53" name="pg3153"/>
            <p:cNvSpPr/>
            <p:nvPr/>
          </p:nvSpPr>
          <p:spPr>
            <a:xfrm>
              <a:off x="4624464" y="489580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CD6B7">
                <a:alpha val="100000"/>
              </a:srgbClr>
            </a:solidFill>
            <a:ln w="5420" cap="flat">
              <a:solidFill>
                <a:srgbClr val="7CD6B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54" name="pg3154"/>
            <p:cNvSpPr/>
            <p:nvPr/>
          </p:nvSpPr>
          <p:spPr>
            <a:xfrm>
              <a:off x="4636101" y="489580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DD6B7">
                <a:alpha val="100000"/>
              </a:srgbClr>
            </a:solidFill>
            <a:ln w="5420" cap="flat">
              <a:solidFill>
                <a:srgbClr val="7DD6B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55" name="pg3155"/>
            <p:cNvSpPr/>
            <p:nvPr/>
          </p:nvSpPr>
          <p:spPr>
            <a:xfrm>
              <a:off x="4647739" y="489580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ED6B8">
                <a:alpha val="100000"/>
              </a:srgbClr>
            </a:solidFill>
            <a:ln w="5420" cap="flat">
              <a:solidFill>
                <a:srgbClr val="7ED6B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56" name="pg3156"/>
            <p:cNvSpPr/>
            <p:nvPr/>
          </p:nvSpPr>
          <p:spPr>
            <a:xfrm>
              <a:off x="4659376" y="489580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FD7B8">
                <a:alpha val="100000"/>
              </a:srgbClr>
            </a:solidFill>
            <a:ln w="5420" cap="flat">
              <a:solidFill>
                <a:srgbClr val="7FD7B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57" name="pg3157"/>
            <p:cNvSpPr/>
            <p:nvPr/>
          </p:nvSpPr>
          <p:spPr>
            <a:xfrm>
              <a:off x="2937051" y="491010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CD1B0">
                <a:alpha val="100000"/>
              </a:srgbClr>
            </a:solidFill>
            <a:ln w="5420" cap="flat">
              <a:solidFill>
                <a:srgbClr val="6CD1B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58" name="pg3158"/>
            <p:cNvSpPr/>
            <p:nvPr/>
          </p:nvSpPr>
          <p:spPr>
            <a:xfrm>
              <a:off x="2948689" y="491010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0D2B2">
                <a:alpha val="100000"/>
              </a:srgbClr>
            </a:solidFill>
            <a:ln w="5420" cap="flat">
              <a:solidFill>
                <a:srgbClr val="70D2B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59" name="pg3159"/>
            <p:cNvSpPr/>
            <p:nvPr/>
          </p:nvSpPr>
          <p:spPr>
            <a:xfrm>
              <a:off x="2960326" y="491010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6D4B4">
                <a:alpha val="100000"/>
              </a:srgbClr>
            </a:solidFill>
            <a:ln w="5420" cap="flat">
              <a:solidFill>
                <a:srgbClr val="76D4B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60" name="pg3160"/>
            <p:cNvSpPr/>
            <p:nvPr/>
          </p:nvSpPr>
          <p:spPr>
            <a:xfrm>
              <a:off x="2971963" y="491010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BD5B6">
                <a:alpha val="100000"/>
              </a:srgbClr>
            </a:solidFill>
            <a:ln w="5420" cap="flat">
              <a:solidFill>
                <a:srgbClr val="7BD5B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61" name="pg3161"/>
            <p:cNvSpPr/>
            <p:nvPr/>
          </p:nvSpPr>
          <p:spPr>
            <a:xfrm>
              <a:off x="2983601" y="491010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ED6B8">
                <a:alpha val="100000"/>
              </a:srgbClr>
            </a:solidFill>
            <a:ln w="5420" cap="flat">
              <a:solidFill>
                <a:srgbClr val="7ED6B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62" name="pg3162"/>
            <p:cNvSpPr/>
            <p:nvPr/>
          </p:nvSpPr>
          <p:spPr>
            <a:xfrm>
              <a:off x="2995238" y="491010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81D7B9">
                <a:alpha val="100000"/>
              </a:srgbClr>
            </a:solidFill>
            <a:ln w="5420" cap="flat">
              <a:solidFill>
                <a:srgbClr val="81D7B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63" name="pg3163"/>
            <p:cNvSpPr/>
            <p:nvPr/>
          </p:nvSpPr>
          <p:spPr>
            <a:xfrm>
              <a:off x="3006875" y="491010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81D7B9">
                <a:alpha val="100000"/>
              </a:srgbClr>
            </a:solidFill>
            <a:ln w="5420" cap="flat">
              <a:solidFill>
                <a:srgbClr val="81D7B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64" name="pg3164"/>
            <p:cNvSpPr/>
            <p:nvPr/>
          </p:nvSpPr>
          <p:spPr>
            <a:xfrm>
              <a:off x="3018513" y="491010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81D7B9">
                <a:alpha val="100000"/>
              </a:srgbClr>
            </a:solidFill>
            <a:ln w="5420" cap="flat">
              <a:solidFill>
                <a:srgbClr val="81D7B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65" name="pg3165"/>
            <p:cNvSpPr/>
            <p:nvPr/>
          </p:nvSpPr>
          <p:spPr>
            <a:xfrm>
              <a:off x="3030150" y="491010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81D7B9">
                <a:alpha val="100000"/>
              </a:srgbClr>
            </a:solidFill>
            <a:ln w="5420" cap="flat">
              <a:solidFill>
                <a:srgbClr val="81D7B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66" name="pg3166"/>
            <p:cNvSpPr/>
            <p:nvPr/>
          </p:nvSpPr>
          <p:spPr>
            <a:xfrm>
              <a:off x="3041787" y="491010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81D7B9">
                <a:alpha val="100000"/>
              </a:srgbClr>
            </a:solidFill>
            <a:ln w="5420" cap="flat">
              <a:solidFill>
                <a:srgbClr val="81D7B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67" name="pg3167"/>
            <p:cNvSpPr/>
            <p:nvPr/>
          </p:nvSpPr>
          <p:spPr>
            <a:xfrm>
              <a:off x="3053425" y="491010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82D7B9">
                <a:alpha val="100000"/>
              </a:srgbClr>
            </a:solidFill>
            <a:ln w="5420" cap="flat">
              <a:solidFill>
                <a:srgbClr val="82D7B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68" name="pg3168"/>
            <p:cNvSpPr/>
            <p:nvPr/>
          </p:nvSpPr>
          <p:spPr>
            <a:xfrm>
              <a:off x="3065062" y="491010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83D8BA">
                <a:alpha val="100000"/>
              </a:srgbClr>
            </a:solidFill>
            <a:ln w="5420" cap="flat">
              <a:solidFill>
                <a:srgbClr val="83D8B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69" name="pg3169"/>
            <p:cNvSpPr/>
            <p:nvPr/>
          </p:nvSpPr>
          <p:spPr>
            <a:xfrm>
              <a:off x="3076699" y="491010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85D8BA">
                <a:alpha val="100000"/>
              </a:srgbClr>
            </a:solidFill>
            <a:ln w="5420" cap="flat">
              <a:solidFill>
                <a:srgbClr val="85D8B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70" name="pg3170"/>
            <p:cNvSpPr/>
            <p:nvPr/>
          </p:nvSpPr>
          <p:spPr>
            <a:xfrm>
              <a:off x="3088337" y="491010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87D9BB">
                <a:alpha val="100000"/>
              </a:srgbClr>
            </a:solidFill>
            <a:ln w="5420" cap="flat">
              <a:solidFill>
                <a:srgbClr val="87D9B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71" name="pg3171"/>
            <p:cNvSpPr/>
            <p:nvPr/>
          </p:nvSpPr>
          <p:spPr>
            <a:xfrm>
              <a:off x="3099974" y="491010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89DABC">
                <a:alpha val="100000"/>
              </a:srgbClr>
            </a:solidFill>
            <a:ln w="5420" cap="flat">
              <a:solidFill>
                <a:srgbClr val="89DAB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72" name="pg3172"/>
            <p:cNvSpPr/>
            <p:nvPr/>
          </p:nvSpPr>
          <p:spPr>
            <a:xfrm>
              <a:off x="3111611" y="491010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8DDBBE">
                <a:alpha val="100000"/>
              </a:srgbClr>
            </a:solidFill>
            <a:ln w="5420" cap="flat">
              <a:solidFill>
                <a:srgbClr val="8DDBB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73" name="pg3173"/>
            <p:cNvSpPr/>
            <p:nvPr/>
          </p:nvSpPr>
          <p:spPr>
            <a:xfrm>
              <a:off x="3716752" y="491010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90DCBF">
                <a:alpha val="100000"/>
              </a:srgbClr>
            </a:solidFill>
            <a:ln w="5420" cap="flat">
              <a:solidFill>
                <a:srgbClr val="90DCB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74" name="pg3174"/>
            <p:cNvSpPr/>
            <p:nvPr/>
          </p:nvSpPr>
          <p:spPr>
            <a:xfrm>
              <a:off x="3728390" y="491010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90DCBF">
                <a:alpha val="100000"/>
              </a:srgbClr>
            </a:solidFill>
            <a:ln w="5420" cap="flat">
              <a:solidFill>
                <a:srgbClr val="90DCB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75" name="pg3175"/>
            <p:cNvSpPr/>
            <p:nvPr/>
          </p:nvSpPr>
          <p:spPr>
            <a:xfrm>
              <a:off x="3740027" y="491010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90DCBF">
                <a:alpha val="100000"/>
              </a:srgbClr>
            </a:solidFill>
            <a:ln w="5420" cap="flat">
              <a:solidFill>
                <a:srgbClr val="90DCB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76" name="pg3176"/>
            <p:cNvSpPr/>
            <p:nvPr/>
          </p:nvSpPr>
          <p:spPr>
            <a:xfrm>
              <a:off x="3751664" y="491010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91DCBF">
                <a:alpha val="100000"/>
              </a:srgbClr>
            </a:solidFill>
            <a:ln w="5420" cap="flat">
              <a:solidFill>
                <a:srgbClr val="91DCB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77" name="pg3177"/>
            <p:cNvSpPr/>
            <p:nvPr/>
          </p:nvSpPr>
          <p:spPr>
            <a:xfrm>
              <a:off x="4414992" y="491010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CD6B7">
                <a:alpha val="100000"/>
              </a:srgbClr>
            </a:solidFill>
            <a:ln w="5420" cap="flat">
              <a:solidFill>
                <a:srgbClr val="7CD6B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78" name="pg3178"/>
            <p:cNvSpPr/>
            <p:nvPr/>
          </p:nvSpPr>
          <p:spPr>
            <a:xfrm>
              <a:off x="4426630" y="491010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CD6B7">
                <a:alpha val="100000"/>
              </a:srgbClr>
            </a:solidFill>
            <a:ln w="5420" cap="flat">
              <a:solidFill>
                <a:srgbClr val="7CD6B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79" name="pg3179"/>
            <p:cNvSpPr/>
            <p:nvPr/>
          </p:nvSpPr>
          <p:spPr>
            <a:xfrm>
              <a:off x="4438267" y="491010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CD6B7">
                <a:alpha val="100000"/>
              </a:srgbClr>
            </a:solidFill>
            <a:ln w="5420" cap="flat">
              <a:solidFill>
                <a:srgbClr val="7CD6B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80" name="pg3180"/>
            <p:cNvSpPr/>
            <p:nvPr/>
          </p:nvSpPr>
          <p:spPr>
            <a:xfrm>
              <a:off x="4449904" y="491010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CD6B7">
                <a:alpha val="100000"/>
              </a:srgbClr>
            </a:solidFill>
            <a:ln w="5420" cap="flat">
              <a:solidFill>
                <a:srgbClr val="7CD6B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81" name="pg3181"/>
            <p:cNvSpPr/>
            <p:nvPr/>
          </p:nvSpPr>
          <p:spPr>
            <a:xfrm>
              <a:off x="4461542" y="491010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CD6B7">
                <a:alpha val="100000"/>
              </a:srgbClr>
            </a:solidFill>
            <a:ln w="5420" cap="flat">
              <a:solidFill>
                <a:srgbClr val="7CD6B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82" name="pg3182"/>
            <p:cNvSpPr/>
            <p:nvPr/>
          </p:nvSpPr>
          <p:spPr>
            <a:xfrm>
              <a:off x="4612827" y="491010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DD6B7">
                <a:alpha val="100000"/>
              </a:srgbClr>
            </a:solidFill>
            <a:ln w="5420" cap="flat">
              <a:solidFill>
                <a:srgbClr val="7DD6B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83" name="pg3183"/>
            <p:cNvSpPr/>
            <p:nvPr/>
          </p:nvSpPr>
          <p:spPr>
            <a:xfrm>
              <a:off x="4624464" y="491010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DD6B7">
                <a:alpha val="100000"/>
              </a:srgbClr>
            </a:solidFill>
            <a:ln w="5420" cap="flat">
              <a:solidFill>
                <a:srgbClr val="7DD6B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84" name="pg3184"/>
            <p:cNvSpPr/>
            <p:nvPr/>
          </p:nvSpPr>
          <p:spPr>
            <a:xfrm>
              <a:off x="4636101" y="491010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ED6B8">
                <a:alpha val="100000"/>
              </a:srgbClr>
            </a:solidFill>
            <a:ln w="5420" cap="flat">
              <a:solidFill>
                <a:srgbClr val="7ED6B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85" name="pg3185"/>
            <p:cNvSpPr/>
            <p:nvPr/>
          </p:nvSpPr>
          <p:spPr>
            <a:xfrm>
              <a:off x="4647739" y="491010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FD7B8">
                <a:alpha val="100000"/>
              </a:srgbClr>
            </a:solidFill>
            <a:ln w="5420" cap="flat">
              <a:solidFill>
                <a:srgbClr val="7FD7B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86" name="pg3186"/>
            <p:cNvSpPr/>
            <p:nvPr/>
          </p:nvSpPr>
          <p:spPr>
            <a:xfrm>
              <a:off x="4659376" y="491010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80D7B8">
                <a:alpha val="100000"/>
              </a:srgbClr>
            </a:solidFill>
            <a:ln w="5420" cap="flat">
              <a:solidFill>
                <a:srgbClr val="80D7B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87" name="pg3187"/>
            <p:cNvSpPr/>
            <p:nvPr/>
          </p:nvSpPr>
          <p:spPr>
            <a:xfrm>
              <a:off x="4671013" y="491010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80D7B8">
                <a:alpha val="100000"/>
              </a:srgbClr>
            </a:solidFill>
            <a:ln w="5420" cap="flat">
              <a:solidFill>
                <a:srgbClr val="80D7B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88" name="pg3188"/>
            <p:cNvSpPr/>
            <p:nvPr/>
          </p:nvSpPr>
          <p:spPr>
            <a:xfrm>
              <a:off x="2937051" y="492440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7D0AE">
                <a:alpha val="100000"/>
              </a:srgbClr>
            </a:solidFill>
            <a:ln w="5420" cap="flat">
              <a:solidFill>
                <a:srgbClr val="67D0A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89" name="pg3189"/>
            <p:cNvSpPr/>
            <p:nvPr/>
          </p:nvSpPr>
          <p:spPr>
            <a:xfrm>
              <a:off x="2948689" y="492440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DD1B1">
                <a:alpha val="100000"/>
              </a:srgbClr>
            </a:solidFill>
            <a:ln w="5420" cap="flat">
              <a:solidFill>
                <a:srgbClr val="6DD1B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90" name="pg3190"/>
            <p:cNvSpPr/>
            <p:nvPr/>
          </p:nvSpPr>
          <p:spPr>
            <a:xfrm>
              <a:off x="2960326" y="492440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4D3B3">
                <a:alpha val="100000"/>
              </a:srgbClr>
            </a:solidFill>
            <a:ln w="5420" cap="flat">
              <a:solidFill>
                <a:srgbClr val="74D3B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91" name="pg3191"/>
            <p:cNvSpPr/>
            <p:nvPr/>
          </p:nvSpPr>
          <p:spPr>
            <a:xfrm>
              <a:off x="2971963" y="492440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AD5B6">
                <a:alpha val="100000"/>
              </a:srgbClr>
            </a:solidFill>
            <a:ln w="5420" cap="flat">
              <a:solidFill>
                <a:srgbClr val="7AD5B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92" name="pg3192"/>
            <p:cNvSpPr/>
            <p:nvPr/>
          </p:nvSpPr>
          <p:spPr>
            <a:xfrm>
              <a:off x="2983601" y="492440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ED6B8">
                <a:alpha val="100000"/>
              </a:srgbClr>
            </a:solidFill>
            <a:ln w="5420" cap="flat">
              <a:solidFill>
                <a:srgbClr val="7ED6B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93" name="pg3193"/>
            <p:cNvSpPr/>
            <p:nvPr/>
          </p:nvSpPr>
          <p:spPr>
            <a:xfrm>
              <a:off x="2995238" y="492440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81D7B9">
                <a:alpha val="100000"/>
              </a:srgbClr>
            </a:solidFill>
            <a:ln w="5420" cap="flat">
              <a:solidFill>
                <a:srgbClr val="81D7B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94" name="pg3194"/>
            <p:cNvSpPr/>
            <p:nvPr/>
          </p:nvSpPr>
          <p:spPr>
            <a:xfrm>
              <a:off x="3006875" y="492440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81D7B9">
                <a:alpha val="100000"/>
              </a:srgbClr>
            </a:solidFill>
            <a:ln w="5420" cap="flat">
              <a:solidFill>
                <a:srgbClr val="81D7B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95" name="pg3195"/>
            <p:cNvSpPr/>
            <p:nvPr/>
          </p:nvSpPr>
          <p:spPr>
            <a:xfrm>
              <a:off x="3018513" y="492440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81D7B9">
                <a:alpha val="100000"/>
              </a:srgbClr>
            </a:solidFill>
            <a:ln w="5420" cap="flat">
              <a:solidFill>
                <a:srgbClr val="81D7B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96" name="pg3196"/>
            <p:cNvSpPr/>
            <p:nvPr/>
          </p:nvSpPr>
          <p:spPr>
            <a:xfrm>
              <a:off x="3030150" y="492440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81D7B9">
                <a:alpha val="100000"/>
              </a:srgbClr>
            </a:solidFill>
            <a:ln w="5420" cap="flat">
              <a:solidFill>
                <a:srgbClr val="81D7B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97" name="pg3197"/>
            <p:cNvSpPr/>
            <p:nvPr/>
          </p:nvSpPr>
          <p:spPr>
            <a:xfrm>
              <a:off x="3041787" y="492440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81D7B9">
                <a:alpha val="100000"/>
              </a:srgbClr>
            </a:solidFill>
            <a:ln w="5420" cap="flat">
              <a:solidFill>
                <a:srgbClr val="81D7B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98" name="pg3198"/>
            <p:cNvSpPr/>
            <p:nvPr/>
          </p:nvSpPr>
          <p:spPr>
            <a:xfrm>
              <a:off x="3053425" y="492440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81D7B9">
                <a:alpha val="100000"/>
              </a:srgbClr>
            </a:solidFill>
            <a:ln w="5420" cap="flat">
              <a:solidFill>
                <a:srgbClr val="81D7B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99" name="pg3199"/>
            <p:cNvSpPr/>
            <p:nvPr/>
          </p:nvSpPr>
          <p:spPr>
            <a:xfrm>
              <a:off x="3065062" y="492440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82D8B9">
                <a:alpha val="100000"/>
              </a:srgbClr>
            </a:solidFill>
            <a:ln w="5420" cap="flat">
              <a:solidFill>
                <a:srgbClr val="82D8B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00" name="pg3200"/>
            <p:cNvSpPr/>
            <p:nvPr/>
          </p:nvSpPr>
          <p:spPr>
            <a:xfrm>
              <a:off x="3076699" y="492440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84D8BA">
                <a:alpha val="100000"/>
              </a:srgbClr>
            </a:solidFill>
            <a:ln w="5420" cap="flat">
              <a:solidFill>
                <a:srgbClr val="84D8B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01" name="pg3201"/>
            <p:cNvSpPr/>
            <p:nvPr/>
          </p:nvSpPr>
          <p:spPr>
            <a:xfrm>
              <a:off x="3088337" y="492440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85D9BB">
                <a:alpha val="100000"/>
              </a:srgbClr>
            </a:solidFill>
            <a:ln w="5420" cap="flat">
              <a:solidFill>
                <a:srgbClr val="85D9B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02" name="pg3202"/>
            <p:cNvSpPr/>
            <p:nvPr/>
          </p:nvSpPr>
          <p:spPr>
            <a:xfrm>
              <a:off x="3099974" y="492440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87D9BB">
                <a:alpha val="100000"/>
              </a:srgbClr>
            </a:solidFill>
            <a:ln w="5420" cap="flat">
              <a:solidFill>
                <a:srgbClr val="87D9B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03" name="pg3203"/>
            <p:cNvSpPr/>
            <p:nvPr/>
          </p:nvSpPr>
          <p:spPr>
            <a:xfrm>
              <a:off x="4414992" y="492440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CD6B7">
                <a:alpha val="100000"/>
              </a:srgbClr>
            </a:solidFill>
            <a:ln w="5420" cap="flat">
              <a:solidFill>
                <a:srgbClr val="7CD6B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04" name="pg3204"/>
            <p:cNvSpPr/>
            <p:nvPr/>
          </p:nvSpPr>
          <p:spPr>
            <a:xfrm>
              <a:off x="4426630" y="492440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DD6B7">
                <a:alpha val="100000"/>
              </a:srgbClr>
            </a:solidFill>
            <a:ln w="5420" cap="flat">
              <a:solidFill>
                <a:srgbClr val="7DD6B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05" name="pg3205"/>
            <p:cNvSpPr/>
            <p:nvPr/>
          </p:nvSpPr>
          <p:spPr>
            <a:xfrm>
              <a:off x="4438267" y="492440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DD6B7">
                <a:alpha val="100000"/>
              </a:srgbClr>
            </a:solidFill>
            <a:ln w="5420" cap="flat">
              <a:solidFill>
                <a:srgbClr val="7DD6B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06" name="pg3206"/>
            <p:cNvSpPr/>
            <p:nvPr/>
          </p:nvSpPr>
          <p:spPr>
            <a:xfrm>
              <a:off x="4449904" y="492440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DD6B7">
                <a:alpha val="100000"/>
              </a:srgbClr>
            </a:solidFill>
            <a:ln w="5420" cap="flat">
              <a:solidFill>
                <a:srgbClr val="7DD6B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07" name="pg3207"/>
            <p:cNvSpPr/>
            <p:nvPr/>
          </p:nvSpPr>
          <p:spPr>
            <a:xfrm>
              <a:off x="4461542" y="492440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DD6B7">
                <a:alpha val="100000"/>
              </a:srgbClr>
            </a:solidFill>
            <a:ln w="5420" cap="flat">
              <a:solidFill>
                <a:srgbClr val="7DD6B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08" name="pg3208"/>
            <p:cNvSpPr/>
            <p:nvPr/>
          </p:nvSpPr>
          <p:spPr>
            <a:xfrm>
              <a:off x="4612827" y="492440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ED6B7">
                <a:alpha val="100000"/>
              </a:srgbClr>
            </a:solidFill>
            <a:ln w="5420" cap="flat">
              <a:solidFill>
                <a:srgbClr val="7ED6B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09" name="pg3209"/>
            <p:cNvSpPr/>
            <p:nvPr/>
          </p:nvSpPr>
          <p:spPr>
            <a:xfrm>
              <a:off x="4624464" y="492440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ED6B8">
                <a:alpha val="100000"/>
              </a:srgbClr>
            </a:solidFill>
            <a:ln w="5420" cap="flat">
              <a:solidFill>
                <a:srgbClr val="7ED6B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10" name="pg3210"/>
            <p:cNvSpPr/>
            <p:nvPr/>
          </p:nvSpPr>
          <p:spPr>
            <a:xfrm>
              <a:off x="4636101" y="492440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FD7B8">
                <a:alpha val="100000"/>
              </a:srgbClr>
            </a:solidFill>
            <a:ln w="5420" cap="flat">
              <a:solidFill>
                <a:srgbClr val="7FD7B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11" name="pg3211"/>
            <p:cNvSpPr/>
            <p:nvPr/>
          </p:nvSpPr>
          <p:spPr>
            <a:xfrm>
              <a:off x="4647739" y="492440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80D7B8">
                <a:alpha val="100000"/>
              </a:srgbClr>
            </a:solidFill>
            <a:ln w="5420" cap="flat">
              <a:solidFill>
                <a:srgbClr val="80D7B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12" name="pg3212"/>
            <p:cNvSpPr/>
            <p:nvPr/>
          </p:nvSpPr>
          <p:spPr>
            <a:xfrm>
              <a:off x="4659376" y="492440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80D7B8">
                <a:alpha val="100000"/>
              </a:srgbClr>
            </a:solidFill>
            <a:ln w="5420" cap="flat">
              <a:solidFill>
                <a:srgbClr val="80D7B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13" name="pg3213"/>
            <p:cNvSpPr/>
            <p:nvPr/>
          </p:nvSpPr>
          <p:spPr>
            <a:xfrm>
              <a:off x="4671013" y="492440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81D7B9">
                <a:alpha val="100000"/>
              </a:srgbClr>
            </a:solidFill>
            <a:ln w="5420" cap="flat">
              <a:solidFill>
                <a:srgbClr val="81D7B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14" name="pg3214"/>
            <p:cNvSpPr/>
            <p:nvPr/>
          </p:nvSpPr>
          <p:spPr>
            <a:xfrm>
              <a:off x="4682651" y="492440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81D7B9">
                <a:alpha val="100000"/>
              </a:srgbClr>
            </a:solidFill>
            <a:ln w="5420" cap="flat">
              <a:solidFill>
                <a:srgbClr val="81D7B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15" name="pg3215"/>
            <p:cNvSpPr/>
            <p:nvPr/>
          </p:nvSpPr>
          <p:spPr>
            <a:xfrm>
              <a:off x="2925414" y="493870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ECAAC">
                <a:alpha val="100000"/>
              </a:srgbClr>
            </a:solidFill>
            <a:ln w="5420" cap="flat">
              <a:solidFill>
                <a:srgbClr val="5ECA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16" name="pg3216"/>
            <p:cNvSpPr/>
            <p:nvPr/>
          </p:nvSpPr>
          <p:spPr>
            <a:xfrm>
              <a:off x="2937051" y="493870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0CDAC">
                <a:alpha val="100000"/>
              </a:srgbClr>
            </a:solidFill>
            <a:ln w="5420" cap="flat">
              <a:solidFill>
                <a:srgbClr val="60CD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17" name="pg3217"/>
            <p:cNvSpPr/>
            <p:nvPr/>
          </p:nvSpPr>
          <p:spPr>
            <a:xfrm>
              <a:off x="2948689" y="493870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7D0AF">
                <a:alpha val="100000"/>
              </a:srgbClr>
            </a:solidFill>
            <a:ln w="5420" cap="flat">
              <a:solidFill>
                <a:srgbClr val="67D0A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18" name="pg3218"/>
            <p:cNvSpPr/>
            <p:nvPr/>
          </p:nvSpPr>
          <p:spPr>
            <a:xfrm>
              <a:off x="2960326" y="493870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0D2B2">
                <a:alpha val="100000"/>
              </a:srgbClr>
            </a:solidFill>
            <a:ln w="5420" cap="flat">
              <a:solidFill>
                <a:srgbClr val="70D2B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19" name="pg3219"/>
            <p:cNvSpPr/>
            <p:nvPr/>
          </p:nvSpPr>
          <p:spPr>
            <a:xfrm>
              <a:off x="2971963" y="493870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7D4B5">
                <a:alpha val="100000"/>
              </a:srgbClr>
            </a:solidFill>
            <a:ln w="5420" cap="flat">
              <a:solidFill>
                <a:srgbClr val="77D4B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20" name="pg3220"/>
            <p:cNvSpPr/>
            <p:nvPr/>
          </p:nvSpPr>
          <p:spPr>
            <a:xfrm>
              <a:off x="2983601" y="493870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CD6B7">
                <a:alpha val="100000"/>
              </a:srgbClr>
            </a:solidFill>
            <a:ln w="5420" cap="flat">
              <a:solidFill>
                <a:srgbClr val="7CD6B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21" name="pg3221"/>
            <p:cNvSpPr/>
            <p:nvPr/>
          </p:nvSpPr>
          <p:spPr>
            <a:xfrm>
              <a:off x="2995238" y="493870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81D7B9">
                <a:alpha val="100000"/>
              </a:srgbClr>
            </a:solidFill>
            <a:ln w="5420" cap="flat">
              <a:solidFill>
                <a:srgbClr val="81D7B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22" name="pg3222"/>
            <p:cNvSpPr/>
            <p:nvPr/>
          </p:nvSpPr>
          <p:spPr>
            <a:xfrm>
              <a:off x="3006875" y="493870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81D7B9">
                <a:alpha val="100000"/>
              </a:srgbClr>
            </a:solidFill>
            <a:ln w="5420" cap="flat">
              <a:solidFill>
                <a:srgbClr val="81D7B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23" name="pg3223"/>
            <p:cNvSpPr/>
            <p:nvPr/>
          </p:nvSpPr>
          <p:spPr>
            <a:xfrm>
              <a:off x="3018513" y="493870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81D7B9">
                <a:alpha val="100000"/>
              </a:srgbClr>
            </a:solidFill>
            <a:ln w="5420" cap="flat">
              <a:solidFill>
                <a:srgbClr val="81D7B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24" name="pg3224"/>
            <p:cNvSpPr/>
            <p:nvPr/>
          </p:nvSpPr>
          <p:spPr>
            <a:xfrm>
              <a:off x="3030150" y="493870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80D7B8">
                <a:alpha val="100000"/>
              </a:srgbClr>
            </a:solidFill>
            <a:ln w="5420" cap="flat">
              <a:solidFill>
                <a:srgbClr val="80D7B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25" name="pg3225"/>
            <p:cNvSpPr/>
            <p:nvPr/>
          </p:nvSpPr>
          <p:spPr>
            <a:xfrm>
              <a:off x="3041787" y="493870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80D7B8">
                <a:alpha val="100000"/>
              </a:srgbClr>
            </a:solidFill>
            <a:ln w="5420" cap="flat">
              <a:solidFill>
                <a:srgbClr val="80D7B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26" name="pg3226"/>
            <p:cNvSpPr/>
            <p:nvPr/>
          </p:nvSpPr>
          <p:spPr>
            <a:xfrm>
              <a:off x="3053425" y="493870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80D7B8">
                <a:alpha val="100000"/>
              </a:srgbClr>
            </a:solidFill>
            <a:ln w="5420" cap="flat">
              <a:solidFill>
                <a:srgbClr val="80D7B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27" name="pg3227"/>
            <p:cNvSpPr/>
            <p:nvPr/>
          </p:nvSpPr>
          <p:spPr>
            <a:xfrm>
              <a:off x="3065062" y="493870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81D7B9">
                <a:alpha val="100000"/>
              </a:srgbClr>
            </a:solidFill>
            <a:ln w="5420" cap="flat">
              <a:solidFill>
                <a:srgbClr val="81D7B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28" name="pg3228"/>
            <p:cNvSpPr/>
            <p:nvPr/>
          </p:nvSpPr>
          <p:spPr>
            <a:xfrm>
              <a:off x="3076699" y="493870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82D8B9">
                <a:alpha val="100000"/>
              </a:srgbClr>
            </a:solidFill>
            <a:ln w="5420" cap="flat">
              <a:solidFill>
                <a:srgbClr val="82D8B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29" name="pg3229"/>
            <p:cNvSpPr/>
            <p:nvPr/>
          </p:nvSpPr>
          <p:spPr>
            <a:xfrm>
              <a:off x="4414992" y="493870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DD6B7">
                <a:alpha val="100000"/>
              </a:srgbClr>
            </a:solidFill>
            <a:ln w="5420" cap="flat">
              <a:solidFill>
                <a:srgbClr val="7DD6B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30" name="pg3230"/>
            <p:cNvSpPr/>
            <p:nvPr/>
          </p:nvSpPr>
          <p:spPr>
            <a:xfrm>
              <a:off x="4426630" y="493870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DD6B7">
                <a:alpha val="100000"/>
              </a:srgbClr>
            </a:solidFill>
            <a:ln w="5420" cap="flat">
              <a:solidFill>
                <a:srgbClr val="7DD6B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31" name="pg3231"/>
            <p:cNvSpPr/>
            <p:nvPr/>
          </p:nvSpPr>
          <p:spPr>
            <a:xfrm>
              <a:off x="4438267" y="493870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DD6B7">
                <a:alpha val="100000"/>
              </a:srgbClr>
            </a:solidFill>
            <a:ln w="5420" cap="flat">
              <a:solidFill>
                <a:srgbClr val="7DD6B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32" name="pg3232"/>
            <p:cNvSpPr/>
            <p:nvPr/>
          </p:nvSpPr>
          <p:spPr>
            <a:xfrm>
              <a:off x="4449904" y="493870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DD6B7">
                <a:alpha val="100000"/>
              </a:srgbClr>
            </a:solidFill>
            <a:ln w="5420" cap="flat">
              <a:solidFill>
                <a:srgbClr val="7DD6B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33" name="pg3233"/>
            <p:cNvSpPr/>
            <p:nvPr/>
          </p:nvSpPr>
          <p:spPr>
            <a:xfrm>
              <a:off x="4461542" y="493870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DD6B7">
                <a:alpha val="100000"/>
              </a:srgbClr>
            </a:solidFill>
            <a:ln w="5420" cap="flat">
              <a:solidFill>
                <a:srgbClr val="7DD6B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34" name="pg3234"/>
            <p:cNvSpPr/>
            <p:nvPr/>
          </p:nvSpPr>
          <p:spPr>
            <a:xfrm>
              <a:off x="4612827" y="493870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FD7B8">
                <a:alpha val="100000"/>
              </a:srgbClr>
            </a:solidFill>
            <a:ln w="5420" cap="flat">
              <a:solidFill>
                <a:srgbClr val="7FD7B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35" name="pg3235"/>
            <p:cNvSpPr/>
            <p:nvPr/>
          </p:nvSpPr>
          <p:spPr>
            <a:xfrm>
              <a:off x="4624464" y="493870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FD7B8">
                <a:alpha val="100000"/>
              </a:srgbClr>
            </a:solidFill>
            <a:ln w="5420" cap="flat">
              <a:solidFill>
                <a:srgbClr val="7FD7B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36" name="pg3236"/>
            <p:cNvSpPr/>
            <p:nvPr/>
          </p:nvSpPr>
          <p:spPr>
            <a:xfrm>
              <a:off x="4636101" y="493870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80D7B8">
                <a:alpha val="100000"/>
              </a:srgbClr>
            </a:solidFill>
            <a:ln w="5420" cap="flat">
              <a:solidFill>
                <a:srgbClr val="80D7B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37" name="pg3237"/>
            <p:cNvSpPr/>
            <p:nvPr/>
          </p:nvSpPr>
          <p:spPr>
            <a:xfrm>
              <a:off x="4647739" y="493870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80D7B9">
                <a:alpha val="100000"/>
              </a:srgbClr>
            </a:solidFill>
            <a:ln w="5420" cap="flat">
              <a:solidFill>
                <a:srgbClr val="80D7B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38" name="pg3238"/>
            <p:cNvSpPr/>
            <p:nvPr/>
          </p:nvSpPr>
          <p:spPr>
            <a:xfrm>
              <a:off x="4659376" y="493870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81D7B9">
                <a:alpha val="100000"/>
              </a:srgbClr>
            </a:solidFill>
            <a:ln w="5420" cap="flat">
              <a:solidFill>
                <a:srgbClr val="81D7B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39" name="pg3239"/>
            <p:cNvSpPr/>
            <p:nvPr/>
          </p:nvSpPr>
          <p:spPr>
            <a:xfrm>
              <a:off x="4671013" y="493870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81D7B9">
                <a:alpha val="100000"/>
              </a:srgbClr>
            </a:solidFill>
            <a:ln w="5420" cap="flat">
              <a:solidFill>
                <a:srgbClr val="81D7B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40" name="pg3240"/>
            <p:cNvSpPr/>
            <p:nvPr/>
          </p:nvSpPr>
          <p:spPr>
            <a:xfrm>
              <a:off x="4682651" y="493870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82D8B9">
                <a:alpha val="100000"/>
              </a:srgbClr>
            </a:solidFill>
            <a:ln w="5420" cap="flat">
              <a:solidFill>
                <a:srgbClr val="82D8B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41" name="pg3241"/>
            <p:cNvSpPr/>
            <p:nvPr/>
          </p:nvSpPr>
          <p:spPr>
            <a:xfrm>
              <a:off x="2925414" y="495300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9C3AC">
                <a:alpha val="100000"/>
              </a:srgbClr>
            </a:solidFill>
            <a:ln w="5420" cap="flat">
              <a:solidFill>
                <a:srgbClr val="59C3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42" name="pg3242"/>
            <p:cNvSpPr/>
            <p:nvPr/>
          </p:nvSpPr>
          <p:spPr>
            <a:xfrm>
              <a:off x="2937051" y="495300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BC6AC">
                <a:alpha val="100000"/>
              </a:srgbClr>
            </a:solidFill>
            <a:ln w="5420" cap="flat">
              <a:solidFill>
                <a:srgbClr val="5BC6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43" name="pg3243"/>
            <p:cNvSpPr/>
            <p:nvPr/>
          </p:nvSpPr>
          <p:spPr>
            <a:xfrm>
              <a:off x="2948689" y="495300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ECAAC">
                <a:alpha val="100000"/>
              </a:srgbClr>
            </a:solidFill>
            <a:ln w="5420" cap="flat">
              <a:solidFill>
                <a:srgbClr val="5ECA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44" name="pg3244"/>
            <p:cNvSpPr/>
            <p:nvPr/>
          </p:nvSpPr>
          <p:spPr>
            <a:xfrm>
              <a:off x="2960326" y="495300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1CEAC">
                <a:alpha val="100000"/>
              </a:srgbClr>
            </a:solidFill>
            <a:ln w="5420" cap="flat">
              <a:solidFill>
                <a:srgbClr val="61CE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45" name="pg3245"/>
            <p:cNvSpPr/>
            <p:nvPr/>
          </p:nvSpPr>
          <p:spPr>
            <a:xfrm>
              <a:off x="2971963" y="495300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CD1B0">
                <a:alpha val="100000"/>
              </a:srgbClr>
            </a:solidFill>
            <a:ln w="5420" cap="flat">
              <a:solidFill>
                <a:srgbClr val="6CD1B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46" name="pg3246"/>
            <p:cNvSpPr/>
            <p:nvPr/>
          </p:nvSpPr>
          <p:spPr>
            <a:xfrm>
              <a:off x="2983601" y="495300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3D3B3">
                <a:alpha val="100000"/>
              </a:srgbClr>
            </a:solidFill>
            <a:ln w="5420" cap="flat">
              <a:solidFill>
                <a:srgbClr val="73D3B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47" name="pg3247"/>
            <p:cNvSpPr/>
            <p:nvPr/>
          </p:nvSpPr>
          <p:spPr>
            <a:xfrm>
              <a:off x="2995238" y="495300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BD5B6">
                <a:alpha val="100000"/>
              </a:srgbClr>
            </a:solidFill>
            <a:ln w="5420" cap="flat">
              <a:solidFill>
                <a:srgbClr val="7BD5B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48" name="pg3248"/>
            <p:cNvSpPr/>
            <p:nvPr/>
          </p:nvSpPr>
          <p:spPr>
            <a:xfrm>
              <a:off x="3006875" y="495300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CD6B7">
                <a:alpha val="100000"/>
              </a:srgbClr>
            </a:solidFill>
            <a:ln w="5420" cap="flat">
              <a:solidFill>
                <a:srgbClr val="7CD6B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49" name="pg3249"/>
            <p:cNvSpPr/>
            <p:nvPr/>
          </p:nvSpPr>
          <p:spPr>
            <a:xfrm>
              <a:off x="3018513" y="495300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DD6B7">
                <a:alpha val="100000"/>
              </a:srgbClr>
            </a:solidFill>
            <a:ln w="5420" cap="flat">
              <a:solidFill>
                <a:srgbClr val="7DD6B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50" name="pg3250"/>
            <p:cNvSpPr/>
            <p:nvPr/>
          </p:nvSpPr>
          <p:spPr>
            <a:xfrm>
              <a:off x="3030150" y="495300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DD6B7">
                <a:alpha val="100000"/>
              </a:srgbClr>
            </a:solidFill>
            <a:ln w="5420" cap="flat">
              <a:solidFill>
                <a:srgbClr val="7DD6B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51" name="pg3251"/>
            <p:cNvSpPr/>
            <p:nvPr/>
          </p:nvSpPr>
          <p:spPr>
            <a:xfrm>
              <a:off x="3041787" y="495300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ED6B7">
                <a:alpha val="100000"/>
              </a:srgbClr>
            </a:solidFill>
            <a:ln w="5420" cap="flat">
              <a:solidFill>
                <a:srgbClr val="7ED6B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52" name="pg3252"/>
            <p:cNvSpPr/>
            <p:nvPr/>
          </p:nvSpPr>
          <p:spPr>
            <a:xfrm>
              <a:off x="3053425" y="495300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ED6B8">
                <a:alpha val="100000"/>
              </a:srgbClr>
            </a:solidFill>
            <a:ln w="5420" cap="flat">
              <a:solidFill>
                <a:srgbClr val="7ED6B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53" name="pg3253"/>
            <p:cNvSpPr/>
            <p:nvPr/>
          </p:nvSpPr>
          <p:spPr>
            <a:xfrm>
              <a:off x="4414992" y="495300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ED6B7">
                <a:alpha val="100000"/>
              </a:srgbClr>
            </a:solidFill>
            <a:ln w="5420" cap="flat">
              <a:solidFill>
                <a:srgbClr val="7ED6B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54" name="pg3254"/>
            <p:cNvSpPr/>
            <p:nvPr/>
          </p:nvSpPr>
          <p:spPr>
            <a:xfrm>
              <a:off x="4426630" y="495300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ED6B8">
                <a:alpha val="100000"/>
              </a:srgbClr>
            </a:solidFill>
            <a:ln w="5420" cap="flat">
              <a:solidFill>
                <a:srgbClr val="7ED6B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55" name="pg3255"/>
            <p:cNvSpPr/>
            <p:nvPr/>
          </p:nvSpPr>
          <p:spPr>
            <a:xfrm>
              <a:off x="4438267" y="495300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ED6B8">
                <a:alpha val="100000"/>
              </a:srgbClr>
            </a:solidFill>
            <a:ln w="5420" cap="flat">
              <a:solidFill>
                <a:srgbClr val="7ED6B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56" name="pg3256"/>
            <p:cNvSpPr/>
            <p:nvPr/>
          </p:nvSpPr>
          <p:spPr>
            <a:xfrm>
              <a:off x="4449904" y="495300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ED6B8">
                <a:alpha val="100000"/>
              </a:srgbClr>
            </a:solidFill>
            <a:ln w="5420" cap="flat">
              <a:solidFill>
                <a:srgbClr val="7ED6B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57" name="pg3257"/>
            <p:cNvSpPr/>
            <p:nvPr/>
          </p:nvSpPr>
          <p:spPr>
            <a:xfrm>
              <a:off x="4461542" y="495300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ED6B8">
                <a:alpha val="100000"/>
              </a:srgbClr>
            </a:solidFill>
            <a:ln w="5420" cap="flat">
              <a:solidFill>
                <a:srgbClr val="7ED6B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58" name="pg3258"/>
            <p:cNvSpPr/>
            <p:nvPr/>
          </p:nvSpPr>
          <p:spPr>
            <a:xfrm>
              <a:off x="4624464" y="495300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80D7B9">
                <a:alpha val="100000"/>
              </a:srgbClr>
            </a:solidFill>
            <a:ln w="5420" cap="flat">
              <a:solidFill>
                <a:srgbClr val="80D7B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59" name="pg3259"/>
            <p:cNvSpPr/>
            <p:nvPr/>
          </p:nvSpPr>
          <p:spPr>
            <a:xfrm>
              <a:off x="4636101" y="495300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81D7B9">
                <a:alpha val="100000"/>
              </a:srgbClr>
            </a:solidFill>
            <a:ln w="5420" cap="flat">
              <a:solidFill>
                <a:srgbClr val="81D7B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60" name="pg3260"/>
            <p:cNvSpPr/>
            <p:nvPr/>
          </p:nvSpPr>
          <p:spPr>
            <a:xfrm>
              <a:off x="4647739" y="495300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82D7B9">
                <a:alpha val="100000"/>
              </a:srgbClr>
            </a:solidFill>
            <a:ln w="5420" cap="flat">
              <a:solidFill>
                <a:srgbClr val="82D7B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61" name="pg3261"/>
            <p:cNvSpPr/>
            <p:nvPr/>
          </p:nvSpPr>
          <p:spPr>
            <a:xfrm>
              <a:off x="4659376" y="495300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82D8B9">
                <a:alpha val="100000"/>
              </a:srgbClr>
            </a:solidFill>
            <a:ln w="5420" cap="flat">
              <a:solidFill>
                <a:srgbClr val="82D8B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62" name="pg3262"/>
            <p:cNvSpPr/>
            <p:nvPr/>
          </p:nvSpPr>
          <p:spPr>
            <a:xfrm>
              <a:off x="4671013" y="495300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83D8B9">
                <a:alpha val="100000"/>
              </a:srgbClr>
            </a:solidFill>
            <a:ln w="5420" cap="flat">
              <a:solidFill>
                <a:srgbClr val="83D8B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63" name="pg3263"/>
            <p:cNvSpPr/>
            <p:nvPr/>
          </p:nvSpPr>
          <p:spPr>
            <a:xfrm>
              <a:off x="4682651" y="495300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83D8BA">
                <a:alpha val="100000"/>
              </a:srgbClr>
            </a:solidFill>
            <a:ln w="5420" cap="flat">
              <a:solidFill>
                <a:srgbClr val="83D8B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64" name="pg3264"/>
            <p:cNvSpPr/>
            <p:nvPr/>
          </p:nvSpPr>
          <p:spPr>
            <a:xfrm>
              <a:off x="2890502" y="496730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5BDAB">
                <a:alpha val="100000"/>
              </a:srgbClr>
            </a:solidFill>
            <a:ln w="5420" cap="flat">
              <a:solidFill>
                <a:srgbClr val="55BD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65" name="pg3265"/>
            <p:cNvSpPr/>
            <p:nvPr/>
          </p:nvSpPr>
          <p:spPr>
            <a:xfrm>
              <a:off x="2902139" y="496730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5BDAB">
                <a:alpha val="100000"/>
              </a:srgbClr>
            </a:solidFill>
            <a:ln w="5420" cap="flat">
              <a:solidFill>
                <a:srgbClr val="55BD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66" name="pg3266"/>
            <p:cNvSpPr/>
            <p:nvPr/>
          </p:nvSpPr>
          <p:spPr>
            <a:xfrm>
              <a:off x="2913777" y="496730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5BEAB">
                <a:alpha val="100000"/>
              </a:srgbClr>
            </a:solidFill>
            <a:ln w="5420" cap="flat">
              <a:solidFill>
                <a:srgbClr val="55BE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67" name="pg3267"/>
            <p:cNvSpPr/>
            <p:nvPr/>
          </p:nvSpPr>
          <p:spPr>
            <a:xfrm>
              <a:off x="2925414" y="496730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7C0AB">
                <a:alpha val="100000"/>
              </a:srgbClr>
            </a:solidFill>
            <a:ln w="5420" cap="flat">
              <a:solidFill>
                <a:srgbClr val="57C0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68" name="pg3268"/>
            <p:cNvSpPr/>
            <p:nvPr/>
          </p:nvSpPr>
          <p:spPr>
            <a:xfrm>
              <a:off x="2937051" y="496730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9C3AC">
                <a:alpha val="100000"/>
              </a:srgbClr>
            </a:solidFill>
            <a:ln w="5420" cap="flat">
              <a:solidFill>
                <a:srgbClr val="59C3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69" name="pg3269"/>
            <p:cNvSpPr/>
            <p:nvPr/>
          </p:nvSpPr>
          <p:spPr>
            <a:xfrm>
              <a:off x="2948689" y="496730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BC7AC">
                <a:alpha val="100000"/>
              </a:srgbClr>
            </a:solidFill>
            <a:ln w="5420" cap="flat">
              <a:solidFill>
                <a:srgbClr val="5BC7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70" name="pg3270"/>
            <p:cNvSpPr/>
            <p:nvPr/>
          </p:nvSpPr>
          <p:spPr>
            <a:xfrm>
              <a:off x="2960326" y="496730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ECBAC">
                <a:alpha val="100000"/>
              </a:srgbClr>
            </a:solidFill>
            <a:ln w="5420" cap="flat">
              <a:solidFill>
                <a:srgbClr val="5ECB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71" name="pg3271"/>
            <p:cNvSpPr/>
            <p:nvPr/>
          </p:nvSpPr>
          <p:spPr>
            <a:xfrm>
              <a:off x="2971963" y="496730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3CFAD">
                <a:alpha val="100000"/>
              </a:srgbClr>
            </a:solidFill>
            <a:ln w="5420" cap="flat">
              <a:solidFill>
                <a:srgbClr val="63CFA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72" name="pg3272"/>
            <p:cNvSpPr/>
            <p:nvPr/>
          </p:nvSpPr>
          <p:spPr>
            <a:xfrm>
              <a:off x="2983601" y="496730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CD1B0">
                <a:alpha val="100000"/>
              </a:srgbClr>
            </a:solidFill>
            <a:ln w="5420" cap="flat">
              <a:solidFill>
                <a:srgbClr val="6CD1B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73" name="pg3273"/>
            <p:cNvSpPr/>
            <p:nvPr/>
          </p:nvSpPr>
          <p:spPr>
            <a:xfrm>
              <a:off x="2995238" y="496730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6D4B4">
                <a:alpha val="100000"/>
              </a:srgbClr>
            </a:solidFill>
            <a:ln w="5420" cap="flat">
              <a:solidFill>
                <a:srgbClr val="76D4B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74" name="pg3274"/>
            <p:cNvSpPr/>
            <p:nvPr/>
          </p:nvSpPr>
          <p:spPr>
            <a:xfrm>
              <a:off x="3006875" y="496730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9D5B5">
                <a:alpha val="100000"/>
              </a:srgbClr>
            </a:solidFill>
            <a:ln w="5420" cap="flat">
              <a:solidFill>
                <a:srgbClr val="79D5B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75" name="pg3275"/>
            <p:cNvSpPr/>
            <p:nvPr/>
          </p:nvSpPr>
          <p:spPr>
            <a:xfrm>
              <a:off x="3018513" y="496730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BD5B6">
                <a:alpha val="100000"/>
              </a:srgbClr>
            </a:solidFill>
            <a:ln w="5420" cap="flat">
              <a:solidFill>
                <a:srgbClr val="7BD5B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76" name="pg3276"/>
            <p:cNvSpPr/>
            <p:nvPr/>
          </p:nvSpPr>
          <p:spPr>
            <a:xfrm>
              <a:off x="3030150" y="496730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CD6B7">
                <a:alpha val="100000"/>
              </a:srgbClr>
            </a:solidFill>
            <a:ln w="5420" cap="flat">
              <a:solidFill>
                <a:srgbClr val="7CD6B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77" name="pg3277"/>
            <p:cNvSpPr/>
            <p:nvPr/>
          </p:nvSpPr>
          <p:spPr>
            <a:xfrm>
              <a:off x="4414992" y="496730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ED6B8">
                <a:alpha val="100000"/>
              </a:srgbClr>
            </a:solidFill>
            <a:ln w="5420" cap="flat">
              <a:solidFill>
                <a:srgbClr val="7ED6B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78" name="pg3278"/>
            <p:cNvSpPr/>
            <p:nvPr/>
          </p:nvSpPr>
          <p:spPr>
            <a:xfrm>
              <a:off x="4426630" y="496730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ED6B8">
                <a:alpha val="100000"/>
              </a:srgbClr>
            </a:solidFill>
            <a:ln w="5420" cap="flat">
              <a:solidFill>
                <a:srgbClr val="7ED6B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79" name="pg3279"/>
            <p:cNvSpPr/>
            <p:nvPr/>
          </p:nvSpPr>
          <p:spPr>
            <a:xfrm>
              <a:off x="4438267" y="496730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FD6B8">
                <a:alpha val="100000"/>
              </a:srgbClr>
            </a:solidFill>
            <a:ln w="5420" cap="flat">
              <a:solidFill>
                <a:srgbClr val="7FD6B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80" name="pg3280"/>
            <p:cNvSpPr/>
            <p:nvPr/>
          </p:nvSpPr>
          <p:spPr>
            <a:xfrm>
              <a:off x="4449904" y="496730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FD7B8">
                <a:alpha val="100000"/>
              </a:srgbClr>
            </a:solidFill>
            <a:ln w="5420" cap="flat">
              <a:solidFill>
                <a:srgbClr val="7FD7B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81" name="pg3281"/>
            <p:cNvSpPr/>
            <p:nvPr/>
          </p:nvSpPr>
          <p:spPr>
            <a:xfrm>
              <a:off x="4461542" y="496730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FD7B8">
                <a:alpha val="100000"/>
              </a:srgbClr>
            </a:solidFill>
            <a:ln w="5420" cap="flat">
              <a:solidFill>
                <a:srgbClr val="7FD7B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82" name="pg3282"/>
            <p:cNvSpPr/>
            <p:nvPr/>
          </p:nvSpPr>
          <p:spPr>
            <a:xfrm>
              <a:off x="4624464" y="496730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81D7B9">
                <a:alpha val="100000"/>
              </a:srgbClr>
            </a:solidFill>
            <a:ln w="5420" cap="flat">
              <a:solidFill>
                <a:srgbClr val="81D7B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83" name="pg3283"/>
            <p:cNvSpPr/>
            <p:nvPr/>
          </p:nvSpPr>
          <p:spPr>
            <a:xfrm>
              <a:off x="4636101" y="496730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82D7B9">
                <a:alpha val="100000"/>
              </a:srgbClr>
            </a:solidFill>
            <a:ln w="5420" cap="flat">
              <a:solidFill>
                <a:srgbClr val="82D7B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84" name="pg3284"/>
            <p:cNvSpPr/>
            <p:nvPr/>
          </p:nvSpPr>
          <p:spPr>
            <a:xfrm>
              <a:off x="4647739" y="496730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82D8B9">
                <a:alpha val="100000"/>
              </a:srgbClr>
            </a:solidFill>
            <a:ln w="5420" cap="flat">
              <a:solidFill>
                <a:srgbClr val="82D8B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85" name="pg3285"/>
            <p:cNvSpPr/>
            <p:nvPr/>
          </p:nvSpPr>
          <p:spPr>
            <a:xfrm>
              <a:off x="4659376" y="496730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83D8B9">
                <a:alpha val="100000"/>
              </a:srgbClr>
            </a:solidFill>
            <a:ln w="5420" cap="flat">
              <a:solidFill>
                <a:srgbClr val="83D8B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86" name="pg3286"/>
            <p:cNvSpPr/>
            <p:nvPr/>
          </p:nvSpPr>
          <p:spPr>
            <a:xfrm>
              <a:off x="4671013" y="496730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83D8BA">
                <a:alpha val="100000"/>
              </a:srgbClr>
            </a:solidFill>
            <a:ln w="5420" cap="flat">
              <a:solidFill>
                <a:srgbClr val="83D8B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87" name="pg3287"/>
            <p:cNvSpPr/>
            <p:nvPr/>
          </p:nvSpPr>
          <p:spPr>
            <a:xfrm>
              <a:off x="4682651" y="496730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83D8BA">
                <a:alpha val="100000"/>
              </a:srgbClr>
            </a:solidFill>
            <a:ln w="5420" cap="flat">
              <a:solidFill>
                <a:srgbClr val="83D8B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88" name="pg3288"/>
            <p:cNvSpPr/>
            <p:nvPr/>
          </p:nvSpPr>
          <p:spPr>
            <a:xfrm>
              <a:off x="2890502" y="498160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4BBAB">
                <a:alpha val="100000"/>
              </a:srgbClr>
            </a:solidFill>
            <a:ln w="5420" cap="flat">
              <a:solidFill>
                <a:srgbClr val="54BB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89" name="pg3289"/>
            <p:cNvSpPr/>
            <p:nvPr/>
          </p:nvSpPr>
          <p:spPr>
            <a:xfrm>
              <a:off x="2902139" y="498160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4BBAB">
                <a:alpha val="100000"/>
              </a:srgbClr>
            </a:solidFill>
            <a:ln w="5420" cap="flat">
              <a:solidFill>
                <a:srgbClr val="54BB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90" name="pg3290"/>
            <p:cNvSpPr/>
            <p:nvPr/>
          </p:nvSpPr>
          <p:spPr>
            <a:xfrm>
              <a:off x="2913777" y="498160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4BCAB">
                <a:alpha val="100000"/>
              </a:srgbClr>
            </a:solidFill>
            <a:ln w="5420" cap="flat">
              <a:solidFill>
                <a:srgbClr val="54BC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91" name="pg3291"/>
            <p:cNvSpPr/>
            <p:nvPr/>
          </p:nvSpPr>
          <p:spPr>
            <a:xfrm>
              <a:off x="2925414" y="498160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5BDAB">
                <a:alpha val="100000"/>
              </a:srgbClr>
            </a:solidFill>
            <a:ln w="5420" cap="flat">
              <a:solidFill>
                <a:srgbClr val="55BD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92" name="pg3292"/>
            <p:cNvSpPr/>
            <p:nvPr/>
          </p:nvSpPr>
          <p:spPr>
            <a:xfrm>
              <a:off x="2937051" y="498160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7C0AC">
                <a:alpha val="100000"/>
              </a:srgbClr>
            </a:solidFill>
            <a:ln w="5420" cap="flat">
              <a:solidFill>
                <a:srgbClr val="57C0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93" name="pg3293"/>
            <p:cNvSpPr/>
            <p:nvPr/>
          </p:nvSpPr>
          <p:spPr>
            <a:xfrm>
              <a:off x="2948689" y="498160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AC4AC">
                <a:alpha val="100000"/>
              </a:srgbClr>
            </a:solidFill>
            <a:ln w="5420" cap="flat">
              <a:solidFill>
                <a:srgbClr val="5AC4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94" name="pg3294"/>
            <p:cNvSpPr/>
            <p:nvPr/>
          </p:nvSpPr>
          <p:spPr>
            <a:xfrm>
              <a:off x="2960326" y="498160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CC8AC">
                <a:alpha val="100000"/>
              </a:srgbClr>
            </a:solidFill>
            <a:ln w="5420" cap="flat">
              <a:solidFill>
                <a:srgbClr val="5CC8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95" name="pg3295"/>
            <p:cNvSpPr/>
            <p:nvPr/>
          </p:nvSpPr>
          <p:spPr>
            <a:xfrm>
              <a:off x="2971963" y="498160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FCCAC">
                <a:alpha val="100000"/>
              </a:srgbClr>
            </a:solidFill>
            <a:ln w="5420" cap="flat">
              <a:solidFill>
                <a:srgbClr val="5FCC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96" name="pg3296"/>
            <p:cNvSpPr/>
            <p:nvPr/>
          </p:nvSpPr>
          <p:spPr>
            <a:xfrm>
              <a:off x="2983601" y="498160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5CFAE">
                <a:alpha val="100000"/>
              </a:srgbClr>
            </a:solidFill>
            <a:ln w="5420" cap="flat">
              <a:solidFill>
                <a:srgbClr val="65CFA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97" name="pg3297"/>
            <p:cNvSpPr/>
            <p:nvPr/>
          </p:nvSpPr>
          <p:spPr>
            <a:xfrm>
              <a:off x="4403355" y="498160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FD6B8">
                <a:alpha val="100000"/>
              </a:srgbClr>
            </a:solidFill>
            <a:ln w="5420" cap="flat">
              <a:solidFill>
                <a:srgbClr val="7FD6B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98" name="pg3298"/>
            <p:cNvSpPr/>
            <p:nvPr/>
          </p:nvSpPr>
          <p:spPr>
            <a:xfrm>
              <a:off x="4414992" y="498160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FD7B8">
                <a:alpha val="100000"/>
              </a:srgbClr>
            </a:solidFill>
            <a:ln w="5420" cap="flat">
              <a:solidFill>
                <a:srgbClr val="7FD7B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99" name="pg3299"/>
            <p:cNvSpPr/>
            <p:nvPr/>
          </p:nvSpPr>
          <p:spPr>
            <a:xfrm>
              <a:off x="4426630" y="498160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FD7B8">
                <a:alpha val="100000"/>
              </a:srgbClr>
            </a:solidFill>
            <a:ln w="5420" cap="flat">
              <a:solidFill>
                <a:srgbClr val="7FD7B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00" name="pg3300"/>
            <p:cNvSpPr/>
            <p:nvPr/>
          </p:nvSpPr>
          <p:spPr>
            <a:xfrm>
              <a:off x="4438267" y="498160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FD7B8">
                <a:alpha val="100000"/>
              </a:srgbClr>
            </a:solidFill>
            <a:ln w="5420" cap="flat">
              <a:solidFill>
                <a:srgbClr val="7FD7B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01" name="pg3301"/>
            <p:cNvSpPr/>
            <p:nvPr/>
          </p:nvSpPr>
          <p:spPr>
            <a:xfrm>
              <a:off x="4449904" y="498160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FD7B8">
                <a:alpha val="100000"/>
              </a:srgbClr>
            </a:solidFill>
            <a:ln w="5420" cap="flat">
              <a:solidFill>
                <a:srgbClr val="7FD7B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02" name="pg3302"/>
            <p:cNvSpPr/>
            <p:nvPr/>
          </p:nvSpPr>
          <p:spPr>
            <a:xfrm>
              <a:off x="4624464" y="498160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82D7B9">
                <a:alpha val="100000"/>
              </a:srgbClr>
            </a:solidFill>
            <a:ln w="5420" cap="flat">
              <a:solidFill>
                <a:srgbClr val="82D7B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03" name="pg3303"/>
            <p:cNvSpPr/>
            <p:nvPr/>
          </p:nvSpPr>
          <p:spPr>
            <a:xfrm>
              <a:off x="4636101" y="498160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82D8B9">
                <a:alpha val="100000"/>
              </a:srgbClr>
            </a:solidFill>
            <a:ln w="5420" cap="flat">
              <a:solidFill>
                <a:srgbClr val="82D8B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04" name="pg3304"/>
            <p:cNvSpPr/>
            <p:nvPr/>
          </p:nvSpPr>
          <p:spPr>
            <a:xfrm>
              <a:off x="4647739" y="498160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83D8B9">
                <a:alpha val="100000"/>
              </a:srgbClr>
            </a:solidFill>
            <a:ln w="5420" cap="flat">
              <a:solidFill>
                <a:srgbClr val="83D8B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05" name="pg3305"/>
            <p:cNvSpPr/>
            <p:nvPr/>
          </p:nvSpPr>
          <p:spPr>
            <a:xfrm>
              <a:off x="4659376" y="498160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83D8BA">
                <a:alpha val="100000"/>
              </a:srgbClr>
            </a:solidFill>
            <a:ln w="5420" cap="flat">
              <a:solidFill>
                <a:srgbClr val="83D8B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06" name="pg3306"/>
            <p:cNvSpPr/>
            <p:nvPr/>
          </p:nvSpPr>
          <p:spPr>
            <a:xfrm>
              <a:off x="4671013" y="498160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83D8BA">
                <a:alpha val="100000"/>
              </a:srgbClr>
            </a:solidFill>
            <a:ln w="5420" cap="flat">
              <a:solidFill>
                <a:srgbClr val="83D8B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07" name="pg3307"/>
            <p:cNvSpPr/>
            <p:nvPr/>
          </p:nvSpPr>
          <p:spPr>
            <a:xfrm>
              <a:off x="4682651" y="498160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84D8BA">
                <a:alpha val="100000"/>
              </a:srgbClr>
            </a:solidFill>
            <a:ln w="5420" cap="flat">
              <a:solidFill>
                <a:srgbClr val="84D8B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08" name="pg3308"/>
            <p:cNvSpPr/>
            <p:nvPr/>
          </p:nvSpPr>
          <p:spPr>
            <a:xfrm>
              <a:off x="2878865" y="499590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4BCAB">
                <a:alpha val="100000"/>
              </a:srgbClr>
            </a:solidFill>
            <a:ln w="5420" cap="flat">
              <a:solidFill>
                <a:srgbClr val="54BC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09" name="pg3309"/>
            <p:cNvSpPr/>
            <p:nvPr/>
          </p:nvSpPr>
          <p:spPr>
            <a:xfrm>
              <a:off x="2890502" y="499590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3BBAB">
                <a:alpha val="100000"/>
              </a:srgbClr>
            </a:solidFill>
            <a:ln w="5420" cap="flat">
              <a:solidFill>
                <a:srgbClr val="53BB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10" name="pg3310"/>
            <p:cNvSpPr/>
            <p:nvPr/>
          </p:nvSpPr>
          <p:spPr>
            <a:xfrm>
              <a:off x="2902139" y="499590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3BBAB">
                <a:alpha val="100000"/>
              </a:srgbClr>
            </a:solidFill>
            <a:ln w="5420" cap="flat">
              <a:solidFill>
                <a:srgbClr val="53BB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11" name="pg3311"/>
            <p:cNvSpPr/>
            <p:nvPr/>
          </p:nvSpPr>
          <p:spPr>
            <a:xfrm>
              <a:off x="2913777" y="499590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3BBAB">
                <a:alpha val="100000"/>
              </a:srgbClr>
            </a:solidFill>
            <a:ln w="5420" cap="flat">
              <a:solidFill>
                <a:srgbClr val="53BB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12" name="pg3312"/>
            <p:cNvSpPr/>
            <p:nvPr/>
          </p:nvSpPr>
          <p:spPr>
            <a:xfrm>
              <a:off x="2925414" y="499590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5BDAB">
                <a:alpha val="100000"/>
              </a:srgbClr>
            </a:solidFill>
            <a:ln w="5420" cap="flat">
              <a:solidFill>
                <a:srgbClr val="55BD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13" name="pg3313"/>
            <p:cNvSpPr/>
            <p:nvPr/>
          </p:nvSpPr>
          <p:spPr>
            <a:xfrm>
              <a:off x="2937051" y="499590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6BFAB">
                <a:alpha val="100000"/>
              </a:srgbClr>
            </a:solidFill>
            <a:ln w="5420" cap="flat">
              <a:solidFill>
                <a:srgbClr val="56BF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14" name="pg3314"/>
            <p:cNvSpPr/>
            <p:nvPr/>
          </p:nvSpPr>
          <p:spPr>
            <a:xfrm>
              <a:off x="2948689" y="499590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9C3AC">
                <a:alpha val="100000"/>
              </a:srgbClr>
            </a:solidFill>
            <a:ln w="5420" cap="flat">
              <a:solidFill>
                <a:srgbClr val="59C3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15" name="pg3315"/>
            <p:cNvSpPr/>
            <p:nvPr/>
          </p:nvSpPr>
          <p:spPr>
            <a:xfrm>
              <a:off x="2960326" y="499590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BC6AC">
                <a:alpha val="100000"/>
              </a:srgbClr>
            </a:solidFill>
            <a:ln w="5420" cap="flat">
              <a:solidFill>
                <a:srgbClr val="5BC6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16" name="pg3316"/>
            <p:cNvSpPr/>
            <p:nvPr/>
          </p:nvSpPr>
          <p:spPr>
            <a:xfrm>
              <a:off x="4403355" y="499590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FD7B8">
                <a:alpha val="100000"/>
              </a:srgbClr>
            </a:solidFill>
            <a:ln w="5420" cap="flat">
              <a:solidFill>
                <a:srgbClr val="7FD7B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17" name="pg3317"/>
            <p:cNvSpPr/>
            <p:nvPr/>
          </p:nvSpPr>
          <p:spPr>
            <a:xfrm>
              <a:off x="4414992" y="499590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FD7B8">
                <a:alpha val="100000"/>
              </a:srgbClr>
            </a:solidFill>
            <a:ln w="5420" cap="flat">
              <a:solidFill>
                <a:srgbClr val="7FD7B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18" name="pg3318"/>
            <p:cNvSpPr/>
            <p:nvPr/>
          </p:nvSpPr>
          <p:spPr>
            <a:xfrm>
              <a:off x="4426630" y="499590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FD7B8">
                <a:alpha val="100000"/>
              </a:srgbClr>
            </a:solidFill>
            <a:ln w="5420" cap="flat">
              <a:solidFill>
                <a:srgbClr val="7FD7B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19" name="pg3319"/>
            <p:cNvSpPr/>
            <p:nvPr/>
          </p:nvSpPr>
          <p:spPr>
            <a:xfrm>
              <a:off x="4438267" y="499590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FD7B8">
                <a:alpha val="100000"/>
              </a:srgbClr>
            </a:solidFill>
            <a:ln w="5420" cap="flat">
              <a:solidFill>
                <a:srgbClr val="7FD7B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20" name="pg3320"/>
            <p:cNvSpPr/>
            <p:nvPr/>
          </p:nvSpPr>
          <p:spPr>
            <a:xfrm>
              <a:off x="4449904" y="499590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80D7B8">
                <a:alpha val="100000"/>
              </a:srgbClr>
            </a:solidFill>
            <a:ln w="5420" cap="flat">
              <a:solidFill>
                <a:srgbClr val="80D7B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21" name="pg3321"/>
            <p:cNvSpPr/>
            <p:nvPr/>
          </p:nvSpPr>
          <p:spPr>
            <a:xfrm>
              <a:off x="4461542" y="499590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80D7B8">
                <a:alpha val="100000"/>
              </a:srgbClr>
            </a:solidFill>
            <a:ln w="5420" cap="flat">
              <a:solidFill>
                <a:srgbClr val="80D7B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22" name="pg3322"/>
            <p:cNvSpPr/>
            <p:nvPr/>
          </p:nvSpPr>
          <p:spPr>
            <a:xfrm>
              <a:off x="4473179" y="499590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80D7B8">
                <a:alpha val="100000"/>
              </a:srgbClr>
            </a:solidFill>
            <a:ln w="5420" cap="flat">
              <a:solidFill>
                <a:srgbClr val="80D7B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23" name="pg3323"/>
            <p:cNvSpPr/>
            <p:nvPr/>
          </p:nvSpPr>
          <p:spPr>
            <a:xfrm>
              <a:off x="4636101" y="499590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83D8BA">
                <a:alpha val="100000"/>
              </a:srgbClr>
            </a:solidFill>
            <a:ln w="5420" cap="flat">
              <a:solidFill>
                <a:srgbClr val="83D8B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24" name="pg3324"/>
            <p:cNvSpPr/>
            <p:nvPr/>
          </p:nvSpPr>
          <p:spPr>
            <a:xfrm>
              <a:off x="4647739" y="499590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83D8BA">
                <a:alpha val="100000"/>
              </a:srgbClr>
            </a:solidFill>
            <a:ln w="5420" cap="flat">
              <a:solidFill>
                <a:srgbClr val="83D8B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25" name="pg3325"/>
            <p:cNvSpPr/>
            <p:nvPr/>
          </p:nvSpPr>
          <p:spPr>
            <a:xfrm>
              <a:off x="4659376" y="499590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83D8BA">
                <a:alpha val="100000"/>
              </a:srgbClr>
            </a:solidFill>
            <a:ln w="5420" cap="flat">
              <a:solidFill>
                <a:srgbClr val="83D8B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26" name="pg3326"/>
            <p:cNvSpPr/>
            <p:nvPr/>
          </p:nvSpPr>
          <p:spPr>
            <a:xfrm>
              <a:off x="4671013" y="499590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84D8BA">
                <a:alpha val="100000"/>
              </a:srgbClr>
            </a:solidFill>
            <a:ln w="5420" cap="flat">
              <a:solidFill>
                <a:srgbClr val="84D8B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27" name="pg3327"/>
            <p:cNvSpPr/>
            <p:nvPr/>
          </p:nvSpPr>
          <p:spPr>
            <a:xfrm>
              <a:off x="4682651" y="499590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84D8BA">
                <a:alpha val="100000"/>
              </a:srgbClr>
            </a:solidFill>
            <a:ln w="5420" cap="flat">
              <a:solidFill>
                <a:srgbClr val="84D8B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28" name="pg3328"/>
            <p:cNvSpPr/>
            <p:nvPr/>
          </p:nvSpPr>
          <p:spPr>
            <a:xfrm>
              <a:off x="2867227" y="501020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6BFAB">
                <a:alpha val="100000"/>
              </a:srgbClr>
            </a:solidFill>
            <a:ln w="5420" cap="flat">
              <a:solidFill>
                <a:srgbClr val="56BF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29" name="pg3329"/>
            <p:cNvSpPr/>
            <p:nvPr/>
          </p:nvSpPr>
          <p:spPr>
            <a:xfrm>
              <a:off x="2878865" y="501020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4BCAB">
                <a:alpha val="100000"/>
              </a:srgbClr>
            </a:solidFill>
            <a:ln w="5420" cap="flat">
              <a:solidFill>
                <a:srgbClr val="54BC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30" name="pg3330"/>
            <p:cNvSpPr/>
            <p:nvPr/>
          </p:nvSpPr>
          <p:spPr>
            <a:xfrm>
              <a:off x="2890502" y="501020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4BBAB">
                <a:alpha val="100000"/>
              </a:srgbClr>
            </a:solidFill>
            <a:ln w="5420" cap="flat">
              <a:solidFill>
                <a:srgbClr val="54BB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31" name="pg3331"/>
            <p:cNvSpPr/>
            <p:nvPr/>
          </p:nvSpPr>
          <p:spPr>
            <a:xfrm>
              <a:off x="2902139" y="501020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3BBAB">
                <a:alpha val="100000"/>
              </a:srgbClr>
            </a:solidFill>
            <a:ln w="5420" cap="flat">
              <a:solidFill>
                <a:srgbClr val="53BB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32" name="pg3332"/>
            <p:cNvSpPr/>
            <p:nvPr/>
          </p:nvSpPr>
          <p:spPr>
            <a:xfrm>
              <a:off x="2913777" y="501020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4BCAB">
                <a:alpha val="100000"/>
              </a:srgbClr>
            </a:solidFill>
            <a:ln w="5420" cap="flat">
              <a:solidFill>
                <a:srgbClr val="54BC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33" name="pg3333"/>
            <p:cNvSpPr/>
            <p:nvPr/>
          </p:nvSpPr>
          <p:spPr>
            <a:xfrm>
              <a:off x="2925414" y="501020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5BDAB">
                <a:alpha val="100000"/>
              </a:srgbClr>
            </a:solidFill>
            <a:ln w="5420" cap="flat">
              <a:solidFill>
                <a:srgbClr val="55BD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34" name="pg3334"/>
            <p:cNvSpPr/>
            <p:nvPr/>
          </p:nvSpPr>
          <p:spPr>
            <a:xfrm>
              <a:off x="2937051" y="501020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6BFAB">
                <a:alpha val="100000"/>
              </a:srgbClr>
            </a:solidFill>
            <a:ln w="5420" cap="flat">
              <a:solidFill>
                <a:srgbClr val="56BF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35" name="pg3335"/>
            <p:cNvSpPr/>
            <p:nvPr/>
          </p:nvSpPr>
          <p:spPr>
            <a:xfrm>
              <a:off x="2948689" y="501020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8C2AC">
                <a:alpha val="100000"/>
              </a:srgbClr>
            </a:solidFill>
            <a:ln w="5420" cap="flat">
              <a:solidFill>
                <a:srgbClr val="58C2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36" name="pg3336"/>
            <p:cNvSpPr/>
            <p:nvPr/>
          </p:nvSpPr>
          <p:spPr>
            <a:xfrm>
              <a:off x="4403355" y="501020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FD7B8">
                <a:alpha val="100000"/>
              </a:srgbClr>
            </a:solidFill>
            <a:ln w="5420" cap="flat">
              <a:solidFill>
                <a:srgbClr val="7FD7B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37" name="pg3337"/>
            <p:cNvSpPr/>
            <p:nvPr/>
          </p:nvSpPr>
          <p:spPr>
            <a:xfrm>
              <a:off x="4414992" y="501020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80D7B8">
                <a:alpha val="100000"/>
              </a:srgbClr>
            </a:solidFill>
            <a:ln w="5420" cap="flat">
              <a:solidFill>
                <a:srgbClr val="80D7B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38" name="pg3338"/>
            <p:cNvSpPr/>
            <p:nvPr/>
          </p:nvSpPr>
          <p:spPr>
            <a:xfrm>
              <a:off x="4426630" y="501020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80D7B8">
                <a:alpha val="100000"/>
              </a:srgbClr>
            </a:solidFill>
            <a:ln w="5420" cap="flat">
              <a:solidFill>
                <a:srgbClr val="80D7B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39" name="pg3339"/>
            <p:cNvSpPr/>
            <p:nvPr/>
          </p:nvSpPr>
          <p:spPr>
            <a:xfrm>
              <a:off x="4438267" y="501020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80D7B8">
                <a:alpha val="100000"/>
              </a:srgbClr>
            </a:solidFill>
            <a:ln w="5420" cap="flat">
              <a:solidFill>
                <a:srgbClr val="80D7B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40" name="pg3340"/>
            <p:cNvSpPr/>
            <p:nvPr/>
          </p:nvSpPr>
          <p:spPr>
            <a:xfrm>
              <a:off x="4449904" y="501020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80D7B8">
                <a:alpha val="100000"/>
              </a:srgbClr>
            </a:solidFill>
            <a:ln w="5420" cap="flat">
              <a:solidFill>
                <a:srgbClr val="80D7B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41" name="pg3341"/>
            <p:cNvSpPr/>
            <p:nvPr/>
          </p:nvSpPr>
          <p:spPr>
            <a:xfrm>
              <a:off x="4461542" y="501020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80D7B8">
                <a:alpha val="100000"/>
              </a:srgbClr>
            </a:solidFill>
            <a:ln w="5420" cap="flat">
              <a:solidFill>
                <a:srgbClr val="80D7B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42" name="pg3342"/>
            <p:cNvSpPr/>
            <p:nvPr/>
          </p:nvSpPr>
          <p:spPr>
            <a:xfrm>
              <a:off x="4473179" y="501020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80D7B8">
                <a:alpha val="100000"/>
              </a:srgbClr>
            </a:solidFill>
            <a:ln w="5420" cap="flat">
              <a:solidFill>
                <a:srgbClr val="80D7B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43" name="pg3343"/>
            <p:cNvSpPr/>
            <p:nvPr/>
          </p:nvSpPr>
          <p:spPr>
            <a:xfrm>
              <a:off x="4484816" y="501020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80D7B8">
                <a:alpha val="100000"/>
              </a:srgbClr>
            </a:solidFill>
            <a:ln w="5420" cap="flat">
              <a:solidFill>
                <a:srgbClr val="80D7B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44" name="pg3344"/>
            <p:cNvSpPr/>
            <p:nvPr/>
          </p:nvSpPr>
          <p:spPr>
            <a:xfrm>
              <a:off x="4636101" y="501020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83D8BA">
                <a:alpha val="100000"/>
              </a:srgbClr>
            </a:solidFill>
            <a:ln w="5420" cap="flat">
              <a:solidFill>
                <a:srgbClr val="83D8B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45" name="pg3345"/>
            <p:cNvSpPr/>
            <p:nvPr/>
          </p:nvSpPr>
          <p:spPr>
            <a:xfrm>
              <a:off x="4647739" y="501020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84D8BA">
                <a:alpha val="100000"/>
              </a:srgbClr>
            </a:solidFill>
            <a:ln w="5420" cap="flat">
              <a:solidFill>
                <a:srgbClr val="84D8B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46" name="pg3346"/>
            <p:cNvSpPr/>
            <p:nvPr/>
          </p:nvSpPr>
          <p:spPr>
            <a:xfrm>
              <a:off x="4659376" y="501020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84D8BA">
                <a:alpha val="100000"/>
              </a:srgbClr>
            </a:solidFill>
            <a:ln w="5420" cap="flat">
              <a:solidFill>
                <a:srgbClr val="84D8B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47" name="pg3347"/>
            <p:cNvSpPr/>
            <p:nvPr/>
          </p:nvSpPr>
          <p:spPr>
            <a:xfrm>
              <a:off x="4671013" y="501020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84D8BA">
                <a:alpha val="100000"/>
              </a:srgbClr>
            </a:solidFill>
            <a:ln w="5420" cap="flat">
              <a:solidFill>
                <a:srgbClr val="84D8B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48" name="pg3348"/>
            <p:cNvSpPr/>
            <p:nvPr/>
          </p:nvSpPr>
          <p:spPr>
            <a:xfrm>
              <a:off x="4682651" y="501020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85D8BA">
                <a:alpha val="100000"/>
              </a:srgbClr>
            </a:solidFill>
            <a:ln w="5420" cap="flat">
              <a:solidFill>
                <a:srgbClr val="85D8B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49" name="pg3349"/>
            <p:cNvSpPr/>
            <p:nvPr/>
          </p:nvSpPr>
          <p:spPr>
            <a:xfrm>
              <a:off x="4694288" y="501020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85D8BA">
                <a:alpha val="100000"/>
              </a:srgbClr>
            </a:solidFill>
            <a:ln w="5420" cap="flat">
              <a:solidFill>
                <a:srgbClr val="85D8B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50" name="pg3350"/>
            <p:cNvSpPr/>
            <p:nvPr/>
          </p:nvSpPr>
          <p:spPr>
            <a:xfrm>
              <a:off x="2855590" y="502450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7C0AC">
                <a:alpha val="100000"/>
              </a:srgbClr>
            </a:solidFill>
            <a:ln w="5420" cap="flat">
              <a:solidFill>
                <a:srgbClr val="57C0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51" name="pg3351"/>
            <p:cNvSpPr/>
            <p:nvPr/>
          </p:nvSpPr>
          <p:spPr>
            <a:xfrm>
              <a:off x="2867227" y="502450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6BFAB">
                <a:alpha val="100000"/>
              </a:srgbClr>
            </a:solidFill>
            <a:ln w="5420" cap="flat">
              <a:solidFill>
                <a:srgbClr val="56BF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52" name="pg3352"/>
            <p:cNvSpPr/>
            <p:nvPr/>
          </p:nvSpPr>
          <p:spPr>
            <a:xfrm>
              <a:off x="2878865" y="502450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5BDAB">
                <a:alpha val="100000"/>
              </a:srgbClr>
            </a:solidFill>
            <a:ln w="5420" cap="flat">
              <a:solidFill>
                <a:srgbClr val="55BD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53" name="pg3353"/>
            <p:cNvSpPr/>
            <p:nvPr/>
          </p:nvSpPr>
          <p:spPr>
            <a:xfrm>
              <a:off x="2890502" y="502450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4BCAB">
                <a:alpha val="100000"/>
              </a:srgbClr>
            </a:solidFill>
            <a:ln w="5420" cap="flat">
              <a:solidFill>
                <a:srgbClr val="54BC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54" name="pg3354"/>
            <p:cNvSpPr/>
            <p:nvPr/>
          </p:nvSpPr>
          <p:spPr>
            <a:xfrm>
              <a:off x="2902139" y="502450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4BCAB">
                <a:alpha val="100000"/>
              </a:srgbClr>
            </a:solidFill>
            <a:ln w="5420" cap="flat">
              <a:solidFill>
                <a:srgbClr val="54BC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55" name="pg3355"/>
            <p:cNvSpPr/>
            <p:nvPr/>
          </p:nvSpPr>
          <p:spPr>
            <a:xfrm>
              <a:off x="2913777" y="502450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5BDAB">
                <a:alpha val="100000"/>
              </a:srgbClr>
            </a:solidFill>
            <a:ln w="5420" cap="flat">
              <a:solidFill>
                <a:srgbClr val="55BD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56" name="pg3356"/>
            <p:cNvSpPr/>
            <p:nvPr/>
          </p:nvSpPr>
          <p:spPr>
            <a:xfrm>
              <a:off x="2925414" y="502450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5BEAB">
                <a:alpha val="100000"/>
              </a:srgbClr>
            </a:solidFill>
            <a:ln w="5420" cap="flat">
              <a:solidFill>
                <a:srgbClr val="55BE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57" name="pg3357"/>
            <p:cNvSpPr/>
            <p:nvPr/>
          </p:nvSpPr>
          <p:spPr>
            <a:xfrm>
              <a:off x="2937051" y="502450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7C0AB">
                <a:alpha val="100000"/>
              </a:srgbClr>
            </a:solidFill>
            <a:ln w="5420" cap="flat">
              <a:solidFill>
                <a:srgbClr val="57C0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58" name="pg3358"/>
            <p:cNvSpPr/>
            <p:nvPr/>
          </p:nvSpPr>
          <p:spPr>
            <a:xfrm>
              <a:off x="4403355" y="502450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80D7B8">
                <a:alpha val="100000"/>
              </a:srgbClr>
            </a:solidFill>
            <a:ln w="5420" cap="flat">
              <a:solidFill>
                <a:srgbClr val="80D7B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59" name="pg3359"/>
            <p:cNvSpPr/>
            <p:nvPr/>
          </p:nvSpPr>
          <p:spPr>
            <a:xfrm>
              <a:off x="4414992" y="502450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80D7B8">
                <a:alpha val="100000"/>
              </a:srgbClr>
            </a:solidFill>
            <a:ln w="5420" cap="flat">
              <a:solidFill>
                <a:srgbClr val="80D7B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60" name="pg3360"/>
            <p:cNvSpPr/>
            <p:nvPr/>
          </p:nvSpPr>
          <p:spPr>
            <a:xfrm>
              <a:off x="4426630" y="502450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80D7B8">
                <a:alpha val="100000"/>
              </a:srgbClr>
            </a:solidFill>
            <a:ln w="5420" cap="flat">
              <a:solidFill>
                <a:srgbClr val="80D7B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61" name="pg3361"/>
            <p:cNvSpPr/>
            <p:nvPr/>
          </p:nvSpPr>
          <p:spPr>
            <a:xfrm>
              <a:off x="4438267" y="502450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80D7B8">
                <a:alpha val="100000"/>
              </a:srgbClr>
            </a:solidFill>
            <a:ln w="5420" cap="flat">
              <a:solidFill>
                <a:srgbClr val="80D7B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62" name="pg3362"/>
            <p:cNvSpPr/>
            <p:nvPr/>
          </p:nvSpPr>
          <p:spPr>
            <a:xfrm>
              <a:off x="4449904" y="502450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80D7B9">
                <a:alpha val="100000"/>
              </a:srgbClr>
            </a:solidFill>
            <a:ln w="5420" cap="flat">
              <a:solidFill>
                <a:srgbClr val="80D7B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63" name="pg3363"/>
            <p:cNvSpPr/>
            <p:nvPr/>
          </p:nvSpPr>
          <p:spPr>
            <a:xfrm>
              <a:off x="4461542" y="502450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80D7B9">
                <a:alpha val="100000"/>
              </a:srgbClr>
            </a:solidFill>
            <a:ln w="5420" cap="flat">
              <a:solidFill>
                <a:srgbClr val="80D7B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64" name="pg3364"/>
            <p:cNvSpPr/>
            <p:nvPr/>
          </p:nvSpPr>
          <p:spPr>
            <a:xfrm>
              <a:off x="4473179" y="502450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81D7B9">
                <a:alpha val="100000"/>
              </a:srgbClr>
            </a:solidFill>
            <a:ln w="5420" cap="flat">
              <a:solidFill>
                <a:srgbClr val="81D7B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65" name="pg3365"/>
            <p:cNvSpPr/>
            <p:nvPr/>
          </p:nvSpPr>
          <p:spPr>
            <a:xfrm>
              <a:off x="4484816" y="502450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81D7B9">
                <a:alpha val="100000"/>
              </a:srgbClr>
            </a:solidFill>
            <a:ln w="5420" cap="flat">
              <a:solidFill>
                <a:srgbClr val="81D7B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66" name="pg3366"/>
            <p:cNvSpPr/>
            <p:nvPr/>
          </p:nvSpPr>
          <p:spPr>
            <a:xfrm>
              <a:off x="4647739" y="502450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84D8BA">
                <a:alpha val="100000"/>
              </a:srgbClr>
            </a:solidFill>
            <a:ln w="5420" cap="flat">
              <a:solidFill>
                <a:srgbClr val="84D8B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67" name="pg3367"/>
            <p:cNvSpPr/>
            <p:nvPr/>
          </p:nvSpPr>
          <p:spPr>
            <a:xfrm>
              <a:off x="4659376" y="502450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84D8BA">
                <a:alpha val="100000"/>
              </a:srgbClr>
            </a:solidFill>
            <a:ln w="5420" cap="flat">
              <a:solidFill>
                <a:srgbClr val="84D8B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68" name="pg3368"/>
            <p:cNvSpPr/>
            <p:nvPr/>
          </p:nvSpPr>
          <p:spPr>
            <a:xfrm>
              <a:off x="4671013" y="502450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85D8BA">
                <a:alpha val="100000"/>
              </a:srgbClr>
            </a:solidFill>
            <a:ln w="5420" cap="flat">
              <a:solidFill>
                <a:srgbClr val="85D8B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69" name="pg3369"/>
            <p:cNvSpPr/>
            <p:nvPr/>
          </p:nvSpPr>
          <p:spPr>
            <a:xfrm>
              <a:off x="4682651" y="502450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85D8BA">
                <a:alpha val="100000"/>
              </a:srgbClr>
            </a:solidFill>
            <a:ln w="5420" cap="flat">
              <a:solidFill>
                <a:srgbClr val="85D8B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70" name="pg3370"/>
            <p:cNvSpPr/>
            <p:nvPr/>
          </p:nvSpPr>
          <p:spPr>
            <a:xfrm>
              <a:off x="4694288" y="502450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85D9BB">
                <a:alpha val="100000"/>
              </a:srgbClr>
            </a:solidFill>
            <a:ln w="5420" cap="flat">
              <a:solidFill>
                <a:srgbClr val="85D9B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71" name="pg3371"/>
            <p:cNvSpPr/>
            <p:nvPr/>
          </p:nvSpPr>
          <p:spPr>
            <a:xfrm>
              <a:off x="2855590" y="503880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8C1AC">
                <a:alpha val="100000"/>
              </a:srgbClr>
            </a:solidFill>
            <a:ln w="5420" cap="flat">
              <a:solidFill>
                <a:srgbClr val="58C1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72" name="pg3372"/>
            <p:cNvSpPr/>
            <p:nvPr/>
          </p:nvSpPr>
          <p:spPr>
            <a:xfrm>
              <a:off x="2867227" y="503880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7C0AC">
                <a:alpha val="100000"/>
              </a:srgbClr>
            </a:solidFill>
            <a:ln w="5420" cap="flat">
              <a:solidFill>
                <a:srgbClr val="57C0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73" name="pg3373"/>
            <p:cNvSpPr/>
            <p:nvPr/>
          </p:nvSpPr>
          <p:spPr>
            <a:xfrm>
              <a:off x="2878865" y="503880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6BEAB">
                <a:alpha val="100000"/>
              </a:srgbClr>
            </a:solidFill>
            <a:ln w="5420" cap="flat">
              <a:solidFill>
                <a:srgbClr val="56BE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74" name="pg3374"/>
            <p:cNvSpPr/>
            <p:nvPr/>
          </p:nvSpPr>
          <p:spPr>
            <a:xfrm>
              <a:off x="2890502" y="503880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5BEAB">
                <a:alpha val="100000"/>
              </a:srgbClr>
            </a:solidFill>
            <a:ln w="5420" cap="flat">
              <a:solidFill>
                <a:srgbClr val="55BE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75" name="pg3375"/>
            <p:cNvSpPr/>
            <p:nvPr/>
          </p:nvSpPr>
          <p:spPr>
            <a:xfrm>
              <a:off x="2902139" y="503880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5BEAB">
                <a:alpha val="100000"/>
              </a:srgbClr>
            </a:solidFill>
            <a:ln w="5420" cap="flat">
              <a:solidFill>
                <a:srgbClr val="55BE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76" name="pg3376"/>
            <p:cNvSpPr/>
            <p:nvPr/>
          </p:nvSpPr>
          <p:spPr>
            <a:xfrm>
              <a:off x="2913777" y="503880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6BEAB">
                <a:alpha val="100000"/>
              </a:srgbClr>
            </a:solidFill>
            <a:ln w="5420" cap="flat">
              <a:solidFill>
                <a:srgbClr val="56BE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77" name="pg3377"/>
            <p:cNvSpPr/>
            <p:nvPr/>
          </p:nvSpPr>
          <p:spPr>
            <a:xfrm>
              <a:off x="2925414" y="503880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7BFAB">
                <a:alpha val="100000"/>
              </a:srgbClr>
            </a:solidFill>
            <a:ln w="5420" cap="flat">
              <a:solidFill>
                <a:srgbClr val="57BF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78" name="pg3378"/>
            <p:cNvSpPr/>
            <p:nvPr/>
          </p:nvSpPr>
          <p:spPr>
            <a:xfrm>
              <a:off x="4403355" y="503880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80D7B8">
                <a:alpha val="100000"/>
              </a:srgbClr>
            </a:solidFill>
            <a:ln w="5420" cap="flat">
              <a:solidFill>
                <a:srgbClr val="80D7B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79" name="pg3379"/>
            <p:cNvSpPr/>
            <p:nvPr/>
          </p:nvSpPr>
          <p:spPr>
            <a:xfrm>
              <a:off x="4414992" y="503880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80D7B9">
                <a:alpha val="100000"/>
              </a:srgbClr>
            </a:solidFill>
            <a:ln w="5420" cap="flat">
              <a:solidFill>
                <a:srgbClr val="80D7B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80" name="pg3380"/>
            <p:cNvSpPr/>
            <p:nvPr/>
          </p:nvSpPr>
          <p:spPr>
            <a:xfrm>
              <a:off x="4426630" y="503880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80D7B9">
                <a:alpha val="100000"/>
              </a:srgbClr>
            </a:solidFill>
            <a:ln w="5420" cap="flat">
              <a:solidFill>
                <a:srgbClr val="80D7B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81" name="pg3381"/>
            <p:cNvSpPr/>
            <p:nvPr/>
          </p:nvSpPr>
          <p:spPr>
            <a:xfrm>
              <a:off x="4438267" y="503880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81D7B9">
                <a:alpha val="100000"/>
              </a:srgbClr>
            </a:solidFill>
            <a:ln w="5420" cap="flat">
              <a:solidFill>
                <a:srgbClr val="81D7B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82" name="pg3382"/>
            <p:cNvSpPr/>
            <p:nvPr/>
          </p:nvSpPr>
          <p:spPr>
            <a:xfrm>
              <a:off x="4449904" y="503880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81D7B9">
                <a:alpha val="100000"/>
              </a:srgbClr>
            </a:solidFill>
            <a:ln w="5420" cap="flat">
              <a:solidFill>
                <a:srgbClr val="81D7B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83" name="pg3383"/>
            <p:cNvSpPr/>
            <p:nvPr/>
          </p:nvSpPr>
          <p:spPr>
            <a:xfrm>
              <a:off x="4461542" y="503880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81D7B9">
                <a:alpha val="100000"/>
              </a:srgbClr>
            </a:solidFill>
            <a:ln w="5420" cap="flat">
              <a:solidFill>
                <a:srgbClr val="81D7B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84" name="pg3384"/>
            <p:cNvSpPr/>
            <p:nvPr/>
          </p:nvSpPr>
          <p:spPr>
            <a:xfrm>
              <a:off x="4473179" y="503880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81D7B9">
                <a:alpha val="100000"/>
              </a:srgbClr>
            </a:solidFill>
            <a:ln w="5420" cap="flat">
              <a:solidFill>
                <a:srgbClr val="81D7B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85" name="pg3385"/>
            <p:cNvSpPr/>
            <p:nvPr/>
          </p:nvSpPr>
          <p:spPr>
            <a:xfrm>
              <a:off x="4484816" y="503880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81D7B9">
                <a:alpha val="100000"/>
              </a:srgbClr>
            </a:solidFill>
            <a:ln w="5420" cap="flat">
              <a:solidFill>
                <a:srgbClr val="81D7B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86" name="pg3386"/>
            <p:cNvSpPr/>
            <p:nvPr/>
          </p:nvSpPr>
          <p:spPr>
            <a:xfrm>
              <a:off x="4647739" y="503880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84D8BA">
                <a:alpha val="100000"/>
              </a:srgbClr>
            </a:solidFill>
            <a:ln w="5420" cap="flat">
              <a:solidFill>
                <a:srgbClr val="84D8B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87" name="pg3387"/>
            <p:cNvSpPr/>
            <p:nvPr/>
          </p:nvSpPr>
          <p:spPr>
            <a:xfrm>
              <a:off x="4659376" y="503880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85D8BA">
                <a:alpha val="100000"/>
              </a:srgbClr>
            </a:solidFill>
            <a:ln w="5420" cap="flat">
              <a:solidFill>
                <a:srgbClr val="85D8B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88" name="pg3388"/>
            <p:cNvSpPr/>
            <p:nvPr/>
          </p:nvSpPr>
          <p:spPr>
            <a:xfrm>
              <a:off x="4671013" y="503880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85D8BA">
                <a:alpha val="100000"/>
              </a:srgbClr>
            </a:solidFill>
            <a:ln w="5420" cap="flat">
              <a:solidFill>
                <a:srgbClr val="85D8B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89" name="pg3389"/>
            <p:cNvSpPr/>
            <p:nvPr/>
          </p:nvSpPr>
          <p:spPr>
            <a:xfrm>
              <a:off x="4682651" y="503880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85D9BB">
                <a:alpha val="100000"/>
              </a:srgbClr>
            </a:solidFill>
            <a:ln w="5420" cap="flat">
              <a:solidFill>
                <a:srgbClr val="85D9B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90" name="pg3390"/>
            <p:cNvSpPr/>
            <p:nvPr/>
          </p:nvSpPr>
          <p:spPr>
            <a:xfrm>
              <a:off x="4694288" y="503880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86D9BB">
                <a:alpha val="100000"/>
              </a:srgbClr>
            </a:solidFill>
            <a:ln w="5420" cap="flat">
              <a:solidFill>
                <a:srgbClr val="86D9B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91" name="pg3391"/>
            <p:cNvSpPr/>
            <p:nvPr/>
          </p:nvSpPr>
          <p:spPr>
            <a:xfrm>
              <a:off x="2832315" y="505310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AC5AC">
                <a:alpha val="100000"/>
              </a:srgbClr>
            </a:solidFill>
            <a:ln w="5420" cap="flat">
              <a:solidFill>
                <a:srgbClr val="5AC5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92" name="pg3392"/>
            <p:cNvSpPr/>
            <p:nvPr/>
          </p:nvSpPr>
          <p:spPr>
            <a:xfrm>
              <a:off x="2843953" y="505310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9C4AC">
                <a:alpha val="100000"/>
              </a:srgbClr>
            </a:solidFill>
            <a:ln w="5420" cap="flat">
              <a:solidFill>
                <a:srgbClr val="59C4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93" name="pg3393"/>
            <p:cNvSpPr/>
            <p:nvPr/>
          </p:nvSpPr>
          <p:spPr>
            <a:xfrm>
              <a:off x="2867227" y="505310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8C1AC">
                <a:alpha val="100000"/>
              </a:srgbClr>
            </a:solidFill>
            <a:ln w="5420" cap="flat">
              <a:solidFill>
                <a:srgbClr val="58C1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94" name="pg3394"/>
            <p:cNvSpPr/>
            <p:nvPr/>
          </p:nvSpPr>
          <p:spPr>
            <a:xfrm>
              <a:off x="2878865" y="505310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7C0AC">
                <a:alpha val="100000"/>
              </a:srgbClr>
            </a:solidFill>
            <a:ln w="5420" cap="flat">
              <a:solidFill>
                <a:srgbClr val="57C0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95" name="pg3395"/>
            <p:cNvSpPr/>
            <p:nvPr/>
          </p:nvSpPr>
          <p:spPr>
            <a:xfrm>
              <a:off x="2890502" y="505310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7C0AB">
                <a:alpha val="100000"/>
              </a:srgbClr>
            </a:solidFill>
            <a:ln w="5420" cap="flat">
              <a:solidFill>
                <a:srgbClr val="57C0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96" name="pg3396"/>
            <p:cNvSpPr/>
            <p:nvPr/>
          </p:nvSpPr>
          <p:spPr>
            <a:xfrm>
              <a:off x="2902139" y="505310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7C0AB">
                <a:alpha val="100000"/>
              </a:srgbClr>
            </a:solidFill>
            <a:ln w="5420" cap="flat">
              <a:solidFill>
                <a:srgbClr val="57C0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97" name="pg3397"/>
            <p:cNvSpPr/>
            <p:nvPr/>
          </p:nvSpPr>
          <p:spPr>
            <a:xfrm>
              <a:off x="2913777" y="505310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7C0AC">
                <a:alpha val="100000"/>
              </a:srgbClr>
            </a:solidFill>
            <a:ln w="5420" cap="flat">
              <a:solidFill>
                <a:srgbClr val="57C0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98" name="pg3398"/>
            <p:cNvSpPr/>
            <p:nvPr/>
          </p:nvSpPr>
          <p:spPr>
            <a:xfrm>
              <a:off x="4403355" y="505310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81D7B9">
                <a:alpha val="100000"/>
              </a:srgbClr>
            </a:solidFill>
            <a:ln w="5420" cap="flat">
              <a:solidFill>
                <a:srgbClr val="81D7B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99" name="pg3399"/>
            <p:cNvSpPr/>
            <p:nvPr/>
          </p:nvSpPr>
          <p:spPr>
            <a:xfrm>
              <a:off x="4414992" y="505310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81D7B9">
                <a:alpha val="100000"/>
              </a:srgbClr>
            </a:solidFill>
            <a:ln w="5420" cap="flat">
              <a:solidFill>
                <a:srgbClr val="81D7B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00" name="pg3400"/>
            <p:cNvSpPr/>
            <p:nvPr/>
          </p:nvSpPr>
          <p:spPr>
            <a:xfrm>
              <a:off x="4426630" y="505310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81D7B9">
                <a:alpha val="100000"/>
              </a:srgbClr>
            </a:solidFill>
            <a:ln w="5420" cap="flat">
              <a:solidFill>
                <a:srgbClr val="81D7B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01" name="pg3401"/>
            <p:cNvSpPr/>
            <p:nvPr/>
          </p:nvSpPr>
          <p:spPr>
            <a:xfrm>
              <a:off x="4438267" y="505310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81D7B9">
                <a:alpha val="100000"/>
              </a:srgbClr>
            </a:solidFill>
            <a:ln w="5420" cap="flat">
              <a:solidFill>
                <a:srgbClr val="81D7B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02" name="pg3402"/>
            <p:cNvSpPr/>
            <p:nvPr/>
          </p:nvSpPr>
          <p:spPr>
            <a:xfrm>
              <a:off x="4449904" y="505310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81D7B9">
                <a:alpha val="100000"/>
              </a:srgbClr>
            </a:solidFill>
            <a:ln w="5420" cap="flat">
              <a:solidFill>
                <a:srgbClr val="81D7B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03" name="pg3403"/>
            <p:cNvSpPr/>
            <p:nvPr/>
          </p:nvSpPr>
          <p:spPr>
            <a:xfrm>
              <a:off x="4461542" y="505310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81D7B9">
                <a:alpha val="100000"/>
              </a:srgbClr>
            </a:solidFill>
            <a:ln w="5420" cap="flat">
              <a:solidFill>
                <a:srgbClr val="81D7B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04" name="pg3404"/>
            <p:cNvSpPr/>
            <p:nvPr/>
          </p:nvSpPr>
          <p:spPr>
            <a:xfrm>
              <a:off x="4473179" y="505310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81D7B9">
                <a:alpha val="100000"/>
              </a:srgbClr>
            </a:solidFill>
            <a:ln w="5420" cap="flat">
              <a:solidFill>
                <a:srgbClr val="81D7B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05" name="pg3405"/>
            <p:cNvSpPr/>
            <p:nvPr/>
          </p:nvSpPr>
          <p:spPr>
            <a:xfrm>
              <a:off x="4484816" y="505310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82D7B9">
                <a:alpha val="100000"/>
              </a:srgbClr>
            </a:solidFill>
            <a:ln w="5420" cap="flat">
              <a:solidFill>
                <a:srgbClr val="82D7B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06" name="pg3406"/>
            <p:cNvSpPr/>
            <p:nvPr/>
          </p:nvSpPr>
          <p:spPr>
            <a:xfrm>
              <a:off x="4647739" y="505310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85D8BA">
                <a:alpha val="100000"/>
              </a:srgbClr>
            </a:solidFill>
            <a:ln w="5420" cap="flat">
              <a:solidFill>
                <a:srgbClr val="85D8B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07" name="pg3407"/>
            <p:cNvSpPr/>
            <p:nvPr/>
          </p:nvSpPr>
          <p:spPr>
            <a:xfrm>
              <a:off x="4659376" y="505310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85D8BA">
                <a:alpha val="100000"/>
              </a:srgbClr>
            </a:solidFill>
            <a:ln w="5420" cap="flat">
              <a:solidFill>
                <a:srgbClr val="85D8B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08" name="pg3408"/>
            <p:cNvSpPr/>
            <p:nvPr/>
          </p:nvSpPr>
          <p:spPr>
            <a:xfrm>
              <a:off x="4671013" y="505310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85D8BB">
                <a:alpha val="100000"/>
              </a:srgbClr>
            </a:solidFill>
            <a:ln w="5420" cap="flat">
              <a:solidFill>
                <a:srgbClr val="85D8B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09" name="pg3409"/>
            <p:cNvSpPr/>
            <p:nvPr/>
          </p:nvSpPr>
          <p:spPr>
            <a:xfrm>
              <a:off x="4682651" y="505310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86D9BB">
                <a:alpha val="100000"/>
              </a:srgbClr>
            </a:solidFill>
            <a:ln w="5420" cap="flat">
              <a:solidFill>
                <a:srgbClr val="86D9B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10" name="pg3410"/>
            <p:cNvSpPr/>
            <p:nvPr/>
          </p:nvSpPr>
          <p:spPr>
            <a:xfrm>
              <a:off x="4694288" y="505310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86D9BB">
                <a:alpha val="100000"/>
              </a:srgbClr>
            </a:solidFill>
            <a:ln w="5420" cap="flat">
              <a:solidFill>
                <a:srgbClr val="86D9B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11" name="pg3411"/>
            <p:cNvSpPr/>
            <p:nvPr/>
          </p:nvSpPr>
          <p:spPr>
            <a:xfrm>
              <a:off x="2820678" y="506741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BC6AC">
                <a:alpha val="100000"/>
              </a:srgbClr>
            </a:solidFill>
            <a:ln w="5420" cap="flat">
              <a:solidFill>
                <a:srgbClr val="5BC6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12" name="pg3412"/>
            <p:cNvSpPr/>
            <p:nvPr/>
          </p:nvSpPr>
          <p:spPr>
            <a:xfrm>
              <a:off x="2832315" y="506741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BC6AC">
                <a:alpha val="100000"/>
              </a:srgbClr>
            </a:solidFill>
            <a:ln w="5420" cap="flat">
              <a:solidFill>
                <a:srgbClr val="5BC6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13" name="pg3413"/>
            <p:cNvSpPr/>
            <p:nvPr/>
          </p:nvSpPr>
          <p:spPr>
            <a:xfrm>
              <a:off x="2843953" y="506741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AC5AC">
                <a:alpha val="100000"/>
              </a:srgbClr>
            </a:solidFill>
            <a:ln w="5420" cap="flat">
              <a:solidFill>
                <a:srgbClr val="5AC5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14" name="pg3414"/>
            <p:cNvSpPr/>
            <p:nvPr/>
          </p:nvSpPr>
          <p:spPr>
            <a:xfrm>
              <a:off x="2855590" y="506741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9C4AC">
                <a:alpha val="100000"/>
              </a:srgbClr>
            </a:solidFill>
            <a:ln w="5420" cap="flat">
              <a:solidFill>
                <a:srgbClr val="59C4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15" name="pg3415"/>
            <p:cNvSpPr/>
            <p:nvPr/>
          </p:nvSpPr>
          <p:spPr>
            <a:xfrm>
              <a:off x="2867227" y="506741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9C3AC">
                <a:alpha val="100000"/>
              </a:srgbClr>
            </a:solidFill>
            <a:ln w="5420" cap="flat">
              <a:solidFill>
                <a:srgbClr val="59C3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16" name="pg3416"/>
            <p:cNvSpPr/>
            <p:nvPr/>
          </p:nvSpPr>
          <p:spPr>
            <a:xfrm>
              <a:off x="2878865" y="506741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8C2AC">
                <a:alpha val="100000"/>
              </a:srgbClr>
            </a:solidFill>
            <a:ln w="5420" cap="flat">
              <a:solidFill>
                <a:srgbClr val="58C2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17" name="pg3417"/>
            <p:cNvSpPr/>
            <p:nvPr/>
          </p:nvSpPr>
          <p:spPr>
            <a:xfrm>
              <a:off x="2890502" y="506741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8C2AC">
                <a:alpha val="100000"/>
              </a:srgbClr>
            </a:solidFill>
            <a:ln w="5420" cap="flat">
              <a:solidFill>
                <a:srgbClr val="58C2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18" name="pg3418"/>
            <p:cNvSpPr/>
            <p:nvPr/>
          </p:nvSpPr>
          <p:spPr>
            <a:xfrm>
              <a:off x="2902139" y="506741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8C2AC">
                <a:alpha val="100000"/>
              </a:srgbClr>
            </a:solidFill>
            <a:ln w="5420" cap="flat">
              <a:solidFill>
                <a:srgbClr val="58C2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19" name="pg3419"/>
            <p:cNvSpPr/>
            <p:nvPr/>
          </p:nvSpPr>
          <p:spPr>
            <a:xfrm>
              <a:off x="2913777" y="506741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8C2AC">
                <a:alpha val="100000"/>
              </a:srgbClr>
            </a:solidFill>
            <a:ln w="5420" cap="flat">
              <a:solidFill>
                <a:srgbClr val="58C2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20" name="pg3420"/>
            <p:cNvSpPr/>
            <p:nvPr/>
          </p:nvSpPr>
          <p:spPr>
            <a:xfrm>
              <a:off x="4414992" y="506741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81D7B9">
                <a:alpha val="100000"/>
              </a:srgbClr>
            </a:solidFill>
            <a:ln w="5420" cap="flat">
              <a:solidFill>
                <a:srgbClr val="81D7B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21" name="pg3421"/>
            <p:cNvSpPr/>
            <p:nvPr/>
          </p:nvSpPr>
          <p:spPr>
            <a:xfrm>
              <a:off x="4426630" y="506741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81D7B9">
                <a:alpha val="100000"/>
              </a:srgbClr>
            </a:solidFill>
            <a:ln w="5420" cap="flat">
              <a:solidFill>
                <a:srgbClr val="81D7B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22" name="pg3422"/>
            <p:cNvSpPr/>
            <p:nvPr/>
          </p:nvSpPr>
          <p:spPr>
            <a:xfrm>
              <a:off x="4438267" y="506741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81D7B9">
                <a:alpha val="100000"/>
              </a:srgbClr>
            </a:solidFill>
            <a:ln w="5420" cap="flat">
              <a:solidFill>
                <a:srgbClr val="81D7B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23" name="pg3423"/>
            <p:cNvSpPr/>
            <p:nvPr/>
          </p:nvSpPr>
          <p:spPr>
            <a:xfrm>
              <a:off x="4449904" y="506741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82D7B9">
                <a:alpha val="100000"/>
              </a:srgbClr>
            </a:solidFill>
            <a:ln w="5420" cap="flat">
              <a:solidFill>
                <a:srgbClr val="82D7B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24" name="pg3424"/>
            <p:cNvSpPr/>
            <p:nvPr/>
          </p:nvSpPr>
          <p:spPr>
            <a:xfrm>
              <a:off x="4461542" y="506741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82D7B9">
                <a:alpha val="100000"/>
              </a:srgbClr>
            </a:solidFill>
            <a:ln w="5420" cap="flat">
              <a:solidFill>
                <a:srgbClr val="82D7B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25" name="pg3425"/>
            <p:cNvSpPr/>
            <p:nvPr/>
          </p:nvSpPr>
          <p:spPr>
            <a:xfrm>
              <a:off x="4473179" y="506741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82D7B9">
                <a:alpha val="100000"/>
              </a:srgbClr>
            </a:solidFill>
            <a:ln w="5420" cap="flat">
              <a:solidFill>
                <a:srgbClr val="82D7B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26" name="pg3426"/>
            <p:cNvSpPr/>
            <p:nvPr/>
          </p:nvSpPr>
          <p:spPr>
            <a:xfrm>
              <a:off x="4659376" y="506741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85D9BB">
                <a:alpha val="100000"/>
              </a:srgbClr>
            </a:solidFill>
            <a:ln w="5420" cap="flat">
              <a:solidFill>
                <a:srgbClr val="85D9B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27" name="pg3427"/>
            <p:cNvSpPr/>
            <p:nvPr/>
          </p:nvSpPr>
          <p:spPr>
            <a:xfrm>
              <a:off x="4671013" y="506741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86D9BB">
                <a:alpha val="100000"/>
              </a:srgbClr>
            </a:solidFill>
            <a:ln w="5420" cap="flat">
              <a:solidFill>
                <a:srgbClr val="86D9B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28" name="pg3428"/>
            <p:cNvSpPr/>
            <p:nvPr/>
          </p:nvSpPr>
          <p:spPr>
            <a:xfrm>
              <a:off x="4682651" y="506741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86D9BB">
                <a:alpha val="100000"/>
              </a:srgbClr>
            </a:solidFill>
            <a:ln w="5420" cap="flat">
              <a:solidFill>
                <a:srgbClr val="86D9B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29" name="pg3429"/>
            <p:cNvSpPr/>
            <p:nvPr/>
          </p:nvSpPr>
          <p:spPr>
            <a:xfrm>
              <a:off x="4694288" y="506741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86D9BB">
                <a:alpha val="100000"/>
              </a:srgbClr>
            </a:solidFill>
            <a:ln w="5420" cap="flat">
              <a:solidFill>
                <a:srgbClr val="86D9B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30" name="pg3430"/>
            <p:cNvSpPr/>
            <p:nvPr/>
          </p:nvSpPr>
          <p:spPr>
            <a:xfrm>
              <a:off x="4705925" y="506741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86D9BB">
                <a:alpha val="100000"/>
              </a:srgbClr>
            </a:solidFill>
            <a:ln w="5420" cap="flat">
              <a:solidFill>
                <a:srgbClr val="86D9B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31" name="pg3431"/>
            <p:cNvSpPr/>
            <p:nvPr/>
          </p:nvSpPr>
          <p:spPr>
            <a:xfrm>
              <a:off x="2820678" y="508171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CC7AC">
                <a:alpha val="100000"/>
              </a:srgbClr>
            </a:solidFill>
            <a:ln w="5420" cap="flat">
              <a:solidFill>
                <a:srgbClr val="5CC7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32" name="pg3432"/>
            <p:cNvSpPr/>
            <p:nvPr/>
          </p:nvSpPr>
          <p:spPr>
            <a:xfrm>
              <a:off x="2832315" y="508171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BC7AC">
                <a:alpha val="100000"/>
              </a:srgbClr>
            </a:solidFill>
            <a:ln w="5420" cap="flat">
              <a:solidFill>
                <a:srgbClr val="5BC7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33" name="pg3433"/>
            <p:cNvSpPr/>
            <p:nvPr/>
          </p:nvSpPr>
          <p:spPr>
            <a:xfrm>
              <a:off x="2843953" y="508171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BC6AC">
                <a:alpha val="100000"/>
              </a:srgbClr>
            </a:solidFill>
            <a:ln w="5420" cap="flat">
              <a:solidFill>
                <a:srgbClr val="5BC6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34" name="pg3434"/>
            <p:cNvSpPr/>
            <p:nvPr/>
          </p:nvSpPr>
          <p:spPr>
            <a:xfrm>
              <a:off x="2855590" y="508171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AC5AC">
                <a:alpha val="100000"/>
              </a:srgbClr>
            </a:solidFill>
            <a:ln w="5420" cap="flat">
              <a:solidFill>
                <a:srgbClr val="5AC5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35" name="pg3435"/>
            <p:cNvSpPr/>
            <p:nvPr/>
          </p:nvSpPr>
          <p:spPr>
            <a:xfrm>
              <a:off x="2867227" y="508171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AC4AC">
                <a:alpha val="100000"/>
              </a:srgbClr>
            </a:solidFill>
            <a:ln w="5420" cap="flat">
              <a:solidFill>
                <a:srgbClr val="5AC4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36" name="pg3436"/>
            <p:cNvSpPr/>
            <p:nvPr/>
          </p:nvSpPr>
          <p:spPr>
            <a:xfrm>
              <a:off x="2878865" y="508171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9C3AC">
                <a:alpha val="100000"/>
              </a:srgbClr>
            </a:solidFill>
            <a:ln w="5420" cap="flat">
              <a:solidFill>
                <a:srgbClr val="59C3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37" name="pg3437"/>
            <p:cNvSpPr/>
            <p:nvPr/>
          </p:nvSpPr>
          <p:spPr>
            <a:xfrm>
              <a:off x="2890502" y="508171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9C3AC">
                <a:alpha val="100000"/>
              </a:srgbClr>
            </a:solidFill>
            <a:ln w="5420" cap="flat">
              <a:solidFill>
                <a:srgbClr val="59C3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38" name="pg3438"/>
            <p:cNvSpPr/>
            <p:nvPr/>
          </p:nvSpPr>
          <p:spPr>
            <a:xfrm>
              <a:off x="2902139" y="508171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9C4AC">
                <a:alpha val="100000"/>
              </a:srgbClr>
            </a:solidFill>
            <a:ln w="5420" cap="flat">
              <a:solidFill>
                <a:srgbClr val="59C4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39" name="pg3439"/>
            <p:cNvSpPr/>
            <p:nvPr/>
          </p:nvSpPr>
          <p:spPr>
            <a:xfrm>
              <a:off x="4414992" y="508171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81D7B9">
                <a:alpha val="100000"/>
              </a:srgbClr>
            </a:solidFill>
            <a:ln w="5420" cap="flat">
              <a:solidFill>
                <a:srgbClr val="81D7B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40" name="pg3440"/>
            <p:cNvSpPr/>
            <p:nvPr/>
          </p:nvSpPr>
          <p:spPr>
            <a:xfrm>
              <a:off x="4426630" y="508171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82D7B9">
                <a:alpha val="100000"/>
              </a:srgbClr>
            </a:solidFill>
            <a:ln w="5420" cap="flat">
              <a:solidFill>
                <a:srgbClr val="82D7B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41" name="pg3441"/>
            <p:cNvSpPr/>
            <p:nvPr/>
          </p:nvSpPr>
          <p:spPr>
            <a:xfrm>
              <a:off x="4438267" y="508171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82D7B9">
                <a:alpha val="100000"/>
              </a:srgbClr>
            </a:solidFill>
            <a:ln w="5420" cap="flat">
              <a:solidFill>
                <a:srgbClr val="82D7B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42" name="pg3442"/>
            <p:cNvSpPr/>
            <p:nvPr/>
          </p:nvSpPr>
          <p:spPr>
            <a:xfrm>
              <a:off x="4449904" y="508171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82D7B9">
                <a:alpha val="100000"/>
              </a:srgbClr>
            </a:solidFill>
            <a:ln w="5420" cap="flat">
              <a:solidFill>
                <a:srgbClr val="82D7B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43" name="pg3443"/>
            <p:cNvSpPr/>
            <p:nvPr/>
          </p:nvSpPr>
          <p:spPr>
            <a:xfrm>
              <a:off x="4461542" y="508171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82D8B9">
                <a:alpha val="100000"/>
              </a:srgbClr>
            </a:solidFill>
            <a:ln w="5420" cap="flat">
              <a:solidFill>
                <a:srgbClr val="82D8B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44" name="pg3444"/>
            <p:cNvSpPr/>
            <p:nvPr/>
          </p:nvSpPr>
          <p:spPr>
            <a:xfrm>
              <a:off x="4659376" y="508171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86D9BB">
                <a:alpha val="100000"/>
              </a:srgbClr>
            </a:solidFill>
            <a:ln w="5420" cap="flat">
              <a:solidFill>
                <a:srgbClr val="86D9B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45" name="pg3445"/>
            <p:cNvSpPr/>
            <p:nvPr/>
          </p:nvSpPr>
          <p:spPr>
            <a:xfrm>
              <a:off x="4671013" y="508171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86D9BB">
                <a:alpha val="100000"/>
              </a:srgbClr>
            </a:solidFill>
            <a:ln w="5420" cap="flat">
              <a:solidFill>
                <a:srgbClr val="86D9B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46" name="pg3446"/>
            <p:cNvSpPr/>
            <p:nvPr/>
          </p:nvSpPr>
          <p:spPr>
            <a:xfrm>
              <a:off x="4682651" y="508171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86D9BB">
                <a:alpha val="100000"/>
              </a:srgbClr>
            </a:solidFill>
            <a:ln w="5420" cap="flat">
              <a:solidFill>
                <a:srgbClr val="86D9B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47" name="pg3447"/>
            <p:cNvSpPr/>
            <p:nvPr/>
          </p:nvSpPr>
          <p:spPr>
            <a:xfrm>
              <a:off x="4694288" y="508171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86D9BB">
                <a:alpha val="100000"/>
              </a:srgbClr>
            </a:solidFill>
            <a:ln w="5420" cap="flat">
              <a:solidFill>
                <a:srgbClr val="86D9B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48" name="pg3448"/>
            <p:cNvSpPr/>
            <p:nvPr/>
          </p:nvSpPr>
          <p:spPr>
            <a:xfrm>
              <a:off x="4705925" y="508171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87D9BB">
                <a:alpha val="100000"/>
              </a:srgbClr>
            </a:solidFill>
            <a:ln w="5420" cap="flat">
              <a:solidFill>
                <a:srgbClr val="87D9B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49" name="pg3449"/>
            <p:cNvSpPr/>
            <p:nvPr/>
          </p:nvSpPr>
          <p:spPr>
            <a:xfrm>
              <a:off x="2820678" y="509601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DC9AC">
                <a:alpha val="100000"/>
              </a:srgbClr>
            </a:solidFill>
            <a:ln w="5420" cap="flat">
              <a:solidFill>
                <a:srgbClr val="5DC9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50" name="pg3450"/>
            <p:cNvSpPr/>
            <p:nvPr/>
          </p:nvSpPr>
          <p:spPr>
            <a:xfrm>
              <a:off x="2832315" y="509601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DC9AC">
                <a:alpha val="100000"/>
              </a:srgbClr>
            </a:solidFill>
            <a:ln w="5420" cap="flat">
              <a:solidFill>
                <a:srgbClr val="5DC9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51" name="pg3451"/>
            <p:cNvSpPr/>
            <p:nvPr/>
          </p:nvSpPr>
          <p:spPr>
            <a:xfrm>
              <a:off x="2843953" y="509601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CC8AC">
                <a:alpha val="100000"/>
              </a:srgbClr>
            </a:solidFill>
            <a:ln w="5420" cap="flat">
              <a:solidFill>
                <a:srgbClr val="5CC8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52" name="pg3452"/>
            <p:cNvSpPr/>
            <p:nvPr/>
          </p:nvSpPr>
          <p:spPr>
            <a:xfrm>
              <a:off x="2855590" y="509601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CC8AC">
                <a:alpha val="100000"/>
              </a:srgbClr>
            </a:solidFill>
            <a:ln w="5420" cap="flat">
              <a:solidFill>
                <a:srgbClr val="5CC8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53" name="pg3453"/>
            <p:cNvSpPr/>
            <p:nvPr/>
          </p:nvSpPr>
          <p:spPr>
            <a:xfrm>
              <a:off x="2867227" y="509601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CC7AC">
                <a:alpha val="100000"/>
              </a:srgbClr>
            </a:solidFill>
            <a:ln w="5420" cap="flat">
              <a:solidFill>
                <a:srgbClr val="5CC7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54" name="pg3454"/>
            <p:cNvSpPr/>
            <p:nvPr/>
          </p:nvSpPr>
          <p:spPr>
            <a:xfrm>
              <a:off x="2878865" y="509601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BC7AC">
                <a:alpha val="100000"/>
              </a:srgbClr>
            </a:solidFill>
            <a:ln w="5420" cap="flat">
              <a:solidFill>
                <a:srgbClr val="5BC7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55" name="pg3455"/>
            <p:cNvSpPr/>
            <p:nvPr/>
          </p:nvSpPr>
          <p:spPr>
            <a:xfrm>
              <a:off x="2890502" y="509601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BC7AC">
                <a:alpha val="100000"/>
              </a:srgbClr>
            </a:solidFill>
            <a:ln w="5420" cap="flat">
              <a:solidFill>
                <a:srgbClr val="5BC7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56" name="pg3456"/>
            <p:cNvSpPr/>
            <p:nvPr/>
          </p:nvSpPr>
          <p:spPr>
            <a:xfrm>
              <a:off x="2902139" y="509601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BC7AC">
                <a:alpha val="100000"/>
              </a:srgbClr>
            </a:solidFill>
            <a:ln w="5420" cap="flat">
              <a:solidFill>
                <a:srgbClr val="5BC7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57" name="pg3457"/>
            <p:cNvSpPr/>
            <p:nvPr/>
          </p:nvSpPr>
          <p:spPr>
            <a:xfrm>
              <a:off x="4414992" y="509601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82D8B9">
                <a:alpha val="100000"/>
              </a:srgbClr>
            </a:solidFill>
            <a:ln w="5420" cap="flat">
              <a:solidFill>
                <a:srgbClr val="82D8B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58" name="pg3458"/>
            <p:cNvSpPr/>
            <p:nvPr/>
          </p:nvSpPr>
          <p:spPr>
            <a:xfrm>
              <a:off x="4426630" y="509601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82D8B9">
                <a:alpha val="100000"/>
              </a:srgbClr>
            </a:solidFill>
            <a:ln w="5420" cap="flat">
              <a:solidFill>
                <a:srgbClr val="82D8B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59" name="pg3459"/>
            <p:cNvSpPr/>
            <p:nvPr/>
          </p:nvSpPr>
          <p:spPr>
            <a:xfrm>
              <a:off x="4438267" y="509601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82D8B9">
                <a:alpha val="100000"/>
              </a:srgbClr>
            </a:solidFill>
            <a:ln w="5420" cap="flat">
              <a:solidFill>
                <a:srgbClr val="82D8B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60" name="pg3460"/>
            <p:cNvSpPr/>
            <p:nvPr/>
          </p:nvSpPr>
          <p:spPr>
            <a:xfrm>
              <a:off x="4449904" y="509601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83D8B9">
                <a:alpha val="100000"/>
              </a:srgbClr>
            </a:solidFill>
            <a:ln w="5420" cap="flat">
              <a:solidFill>
                <a:srgbClr val="83D8B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61" name="pg3461"/>
            <p:cNvSpPr/>
            <p:nvPr/>
          </p:nvSpPr>
          <p:spPr>
            <a:xfrm>
              <a:off x="4461542" y="509601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83D8B9">
                <a:alpha val="100000"/>
              </a:srgbClr>
            </a:solidFill>
            <a:ln w="5420" cap="flat">
              <a:solidFill>
                <a:srgbClr val="83D8B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62" name="pg3462"/>
            <p:cNvSpPr/>
            <p:nvPr/>
          </p:nvSpPr>
          <p:spPr>
            <a:xfrm>
              <a:off x="4473179" y="509601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83D8BA">
                <a:alpha val="100000"/>
              </a:srgbClr>
            </a:solidFill>
            <a:ln w="5420" cap="flat">
              <a:solidFill>
                <a:srgbClr val="83D8B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63" name="pg3463"/>
            <p:cNvSpPr/>
            <p:nvPr/>
          </p:nvSpPr>
          <p:spPr>
            <a:xfrm>
              <a:off x="4671013" y="509601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86D9BB">
                <a:alpha val="100000"/>
              </a:srgbClr>
            </a:solidFill>
            <a:ln w="5420" cap="flat">
              <a:solidFill>
                <a:srgbClr val="86D9B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64" name="pg3464"/>
            <p:cNvSpPr/>
            <p:nvPr/>
          </p:nvSpPr>
          <p:spPr>
            <a:xfrm>
              <a:off x="4682651" y="509601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87D9BB">
                <a:alpha val="100000"/>
              </a:srgbClr>
            </a:solidFill>
            <a:ln w="5420" cap="flat">
              <a:solidFill>
                <a:srgbClr val="87D9B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65" name="pg3465"/>
            <p:cNvSpPr/>
            <p:nvPr/>
          </p:nvSpPr>
          <p:spPr>
            <a:xfrm>
              <a:off x="4694288" y="509601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87D9BB">
                <a:alpha val="100000"/>
              </a:srgbClr>
            </a:solidFill>
            <a:ln w="5420" cap="flat">
              <a:solidFill>
                <a:srgbClr val="87D9B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66" name="pg3466"/>
            <p:cNvSpPr/>
            <p:nvPr/>
          </p:nvSpPr>
          <p:spPr>
            <a:xfrm>
              <a:off x="4705925" y="509601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87D9BB">
                <a:alpha val="100000"/>
              </a:srgbClr>
            </a:solidFill>
            <a:ln w="5420" cap="flat">
              <a:solidFill>
                <a:srgbClr val="87D9B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67" name="pg3467"/>
            <p:cNvSpPr/>
            <p:nvPr/>
          </p:nvSpPr>
          <p:spPr>
            <a:xfrm>
              <a:off x="4717563" y="509601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87D9BB">
                <a:alpha val="100000"/>
              </a:srgbClr>
            </a:solidFill>
            <a:ln w="5420" cap="flat">
              <a:solidFill>
                <a:srgbClr val="87D9B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68" name="pg3468"/>
            <p:cNvSpPr/>
            <p:nvPr/>
          </p:nvSpPr>
          <p:spPr>
            <a:xfrm>
              <a:off x="2832315" y="511031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DCAAC">
                <a:alpha val="100000"/>
              </a:srgbClr>
            </a:solidFill>
            <a:ln w="5420" cap="flat">
              <a:solidFill>
                <a:srgbClr val="5DCA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69" name="pg3469"/>
            <p:cNvSpPr/>
            <p:nvPr/>
          </p:nvSpPr>
          <p:spPr>
            <a:xfrm>
              <a:off x="2843953" y="511031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DC9AC">
                <a:alpha val="100000"/>
              </a:srgbClr>
            </a:solidFill>
            <a:ln w="5420" cap="flat">
              <a:solidFill>
                <a:srgbClr val="5DC9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70" name="pg3470"/>
            <p:cNvSpPr/>
            <p:nvPr/>
          </p:nvSpPr>
          <p:spPr>
            <a:xfrm>
              <a:off x="2855590" y="511031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DC9AC">
                <a:alpha val="100000"/>
              </a:srgbClr>
            </a:solidFill>
            <a:ln w="5420" cap="flat">
              <a:solidFill>
                <a:srgbClr val="5DC9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71" name="pg3471"/>
            <p:cNvSpPr/>
            <p:nvPr/>
          </p:nvSpPr>
          <p:spPr>
            <a:xfrm>
              <a:off x="2867227" y="511031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CC8AC">
                <a:alpha val="100000"/>
              </a:srgbClr>
            </a:solidFill>
            <a:ln w="5420" cap="flat">
              <a:solidFill>
                <a:srgbClr val="5CC8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72" name="pg3472"/>
            <p:cNvSpPr/>
            <p:nvPr/>
          </p:nvSpPr>
          <p:spPr>
            <a:xfrm>
              <a:off x="2878865" y="511031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CC8AC">
                <a:alpha val="100000"/>
              </a:srgbClr>
            </a:solidFill>
            <a:ln w="5420" cap="flat">
              <a:solidFill>
                <a:srgbClr val="5CC8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73" name="pg3473"/>
            <p:cNvSpPr/>
            <p:nvPr/>
          </p:nvSpPr>
          <p:spPr>
            <a:xfrm>
              <a:off x="2890502" y="511031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CC8AC">
                <a:alpha val="100000"/>
              </a:srgbClr>
            </a:solidFill>
            <a:ln w="5420" cap="flat">
              <a:solidFill>
                <a:srgbClr val="5CC8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74" name="pg3474"/>
            <p:cNvSpPr/>
            <p:nvPr/>
          </p:nvSpPr>
          <p:spPr>
            <a:xfrm>
              <a:off x="4426630" y="511031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83D8B9">
                <a:alpha val="100000"/>
              </a:srgbClr>
            </a:solidFill>
            <a:ln w="5420" cap="flat">
              <a:solidFill>
                <a:srgbClr val="83D8B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75" name="pg3475"/>
            <p:cNvSpPr/>
            <p:nvPr/>
          </p:nvSpPr>
          <p:spPr>
            <a:xfrm>
              <a:off x="4438267" y="511031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83D8BA">
                <a:alpha val="100000"/>
              </a:srgbClr>
            </a:solidFill>
            <a:ln w="5420" cap="flat">
              <a:solidFill>
                <a:srgbClr val="83D8B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76" name="pg3476"/>
            <p:cNvSpPr/>
            <p:nvPr/>
          </p:nvSpPr>
          <p:spPr>
            <a:xfrm>
              <a:off x="4449904" y="511031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83D8BA">
                <a:alpha val="100000"/>
              </a:srgbClr>
            </a:solidFill>
            <a:ln w="5420" cap="flat">
              <a:solidFill>
                <a:srgbClr val="83D8B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77" name="pg3477"/>
            <p:cNvSpPr/>
            <p:nvPr/>
          </p:nvSpPr>
          <p:spPr>
            <a:xfrm>
              <a:off x="4461542" y="511031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83D8BA">
                <a:alpha val="100000"/>
              </a:srgbClr>
            </a:solidFill>
            <a:ln w="5420" cap="flat">
              <a:solidFill>
                <a:srgbClr val="83D8B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78" name="pg3478"/>
            <p:cNvSpPr/>
            <p:nvPr/>
          </p:nvSpPr>
          <p:spPr>
            <a:xfrm>
              <a:off x="4473179" y="511031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83D8BA">
                <a:alpha val="100000"/>
              </a:srgbClr>
            </a:solidFill>
            <a:ln w="5420" cap="flat">
              <a:solidFill>
                <a:srgbClr val="83D8B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79" name="pg3479"/>
            <p:cNvSpPr/>
            <p:nvPr/>
          </p:nvSpPr>
          <p:spPr>
            <a:xfrm>
              <a:off x="4671013" y="511031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87D9BB">
                <a:alpha val="100000"/>
              </a:srgbClr>
            </a:solidFill>
            <a:ln w="5420" cap="flat">
              <a:solidFill>
                <a:srgbClr val="87D9B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80" name="pg3480"/>
            <p:cNvSpPr/>
            <p:nvPr/>
          </p:nvSpPr>
          <p:spPr>
            <a:xfrm>
              <a:off x="4682651" y="511031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87D9BB">
                <a:alpha val="100000"/>
              </a:srgbClr>
            </a:solidFill>
            <a:ln w="5420" cap="flat">
              <a:solidFill>
                <a:srgbClr val="87D9B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81" name="pg3481"/>
            <p:cNvSpPr/>
            <p:nvPr/>
          </p:nvSpPr>
          <p:spPr>
            <a:xfrm>
              <a:off x="4694288" y="511031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87D9BB">
                <a:alpha val="100000"/>
              </a:srgbClr>
            </a:solidFill>
            <a:ln w="5420" cap="flat">
              <a:solidFill>
                <a:srgbClr val="87D9B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82" name="pg3482"/>
            <p:cNvSpPr/>
            <p:nvPr/>
          </p:nvSpPr>
          <p:spPr>
            <a:xfrm>
              <a:off x="4705925" y="511031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87D9BB">
                <a:alpha val="100000"/>
              </a:srgbClr>
            </a:solidFill>
            <a:ln w="5420" cap="flat">
              <a:solidFill>
                <a:srgbClr val="87D9B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83" name="pg3483"/>
            <p:cNvSpPr/>
            <p:nvPr/>
          </p:nvSpPr>
          <p:spPr>
            <a:xfrm>
              <a:off x="4717563" y="511031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88D9BC">
                <a:alpha val="100000"/>
              </a:srgbClr>
            </a:solidFill>
            <a:ln w="5420" cap="flat">
              <a:solidFill>
                <a:srgbClr val="88D9B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84" name="pg3484"/>
            <p:cNvSpPr/>
            <p:nvPr/>
          </p:nvSpPr>
          <p:spPr>
            <a:xfrm>
              <a:off x="4729200" y="511031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88D9BC">
                <a:alpha val="100000"/>
              </a:srgbClr>
            </a:solidFill>
            <a:ln w="5420" cap="flat">
              <a:solidFill>
                <a:srgbClr val="88D9B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85" name="pg3485"/>
            <p:cNvSpPr/>
            <p:nvPr/>
          </p:nvSpPr>
          <p:spPr>
            <a:xfrm>
              <a:off x="2832315" y="512461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ECAAC">
                <a:alpha val="100000"/>
              </a:srgbClr>
            </a:solidFill>
            <a:ln w="5420" cap="flat">
              <a:solidFill>
                <a:srgbClr val="5ECA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86" name="pg3486"/>
            <p:cNvSpPr/>
            <p:nvPr/>
          </p:nvSpPr>
          <p:spPr>
            <a:xfrm>
              <a:off x="2843953" y="512461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ECAAC">
                <a:alpha val="100000"/>
              </a:srgbClr>
            </a:solidFill>
            <a:ln w="5420" cap="flat">
              <a:solidFill>
                <a:srgbClr val="5ECA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87" name="pg3487"/>
            <p:cNvSpPr/>
            <p:nvPr/>
          </p:nvSpPr>
          <p:spPr>
            <a:xfrm>
              <a:off x="2855590" y="512461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DCAAC">
                <a:alpha val="100000"/>
              </a:srgbClr>
            </a:solidFill>
            <a:ln w="5420" cap="flat">
              <a:solidFill>
                <a:srgbClr val="5DCA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88" name="pg3488"/>
            <p:cNvSpPr/>
            <p:nvPr/>
          </p:nvSpPr>
          <p:spPr>
            <a:xfrm>
              <a:off x="2867227" y="512461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DCAAC">
                <a:alpha val="100000"/>
              </a:srgbClr>
            </a:solidFill>
            <a:ln w="5420" cap="flat">
              <a:solidFill>
                <a:srgbClr val="5DCA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89" name="pg3489"/>
            <p:cNvSpPr/>
            <p:nvPr/>
          </p:nvSpPr>
          <p:spPr>
            <a:xfrm>
              <a:off x="2878865" y="512461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DCAAC">
                <a:alpha val="100000"/>
              </a:srgbClr>
            </a:solidFill>
            <a:ln w="5420" cap="flat">
              <a:solidFill>
                <a:srgbClr val="5DCA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90" name="pg3490"/>
            <p:cNvSpPr/>
            <p:nvPr/>
          </p:nvSpPr>
          <p:spPr>
            <a:xfrm>
              <a:off x="2890502" y="512461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DCAAC">
                <a:alpha val="100000"/>
              </a:srgbClr>
            </a:solidFill>
            <a:ln w="5420" cap="flat">
              <a:solidFill>
                <a:srgbClr val="5DCA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91" name="pg3491"/>
            <p:cNvSpPr/>
            <p:nvPr/>
          </p:nvSpPr>
          <p:spPr>
            <a:xfrm>
              <a:off x="4438267" y="512461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83D8BA">
                <a:alpha val="100000"/>
              </a:srgbClr>
            </a:solidFill>
            <a:ln w="5420" cap="flat">
              <a:solidFill>
                <a:srgbClr val="83D8B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92" name="pg3492"/>
            <p:cNvSpPr/>
            <p:nvPr/>
          </p:nvSpPr>
          <p:spPr>
            <a:xfrm>
              <a:off x="4449904" y="512461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83D8BA">
                <a:alpha val="100000"/>
              </a:srgbClr>
            </a:solidFill>
            <a:ln w="5420" cap="flat">
              <a:solidFill>
                <a:srgbClr val="83D8B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93" name="pg3493"/>
            <p:cNvSpPr/>
            <p:nvPr/>
          </p:nvSpPr>
          <p:spPr>
            <a:xfrm>
              <a:off x="4461542" y="512461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83D8BA">
                <a:alpha val="100000"/>
              </a:srgbClr>
            </a:solidFill>
            <a:ln w="5420" cap="flat">
              <a:solidFill>
                <a:srgbClr val="83D8B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94" name="pg3494"/>
            <p:cNvSpPr/>
            <p:nvPr/>
          </p:nvSpPr>
          <p:spPr>
            <a:xfrm>
              <a:off x="4473179" y="512461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83D8BA">
                <a:alpha val="100000"/>
              </a:srgbClr>
            </a:solidFill>
            <a:ln w="5420" cap="flat">
              <a:solidFill>
                <a:srgbClr val="83D8B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95" name="pg3495"/>
            <p:cNvSpPr/>
            <p:nvPr/>
          </p:nvSpPr>
          <p:spPr>
            <a:xfrm>
              <a:off x="4484816" y="512461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84D8BA">
                <a:alpha val="100000"/>
              </a:srgbClr>
            </a:solidFill>
            <a:ln w="5420" cap="flat">
              <a:solidFill>
                <a:srgbClr val="84D8B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96" name="pg3496"/>
            <p:cNvSpPr/>
            <p:nvPr/>
          </p:nvSpPr>
          <p:spPr>
            <a:xfrm>
              <a:off x="4496454" y="512461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84D8BA">
                <a:alpha val="100000"/>
              </a:srgbClr>
            </a:solidFill>
            <a:ln w="5420" cap="flat">
              <a:solidFill>
                <a:srgbClr val="84D8B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97" name="pg3497"/>
            <p:cNvSpPr/>
            <p:nvPr/>
          </p:nvSpPr>
          <p:spPr>
            <a:xfrm>
              <a:off x="4508091" y="512461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84D8BA">
                <a:alpha val="100000"/>
              </a:srgbClr>
            </a:solidFill>
            <a:ln w="5420" cap="flat">
              <a:solidFill>
                <a:srgbClr val="84D8B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98" name="pg3498"/>
            <p:cNvSpPr/>
            <p:nvPr/>
          </p:nvSpPr>
          <p:spPr>
            <a:xfrm>
              <a:off x="4519728" y="512461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84D8BA">
                <a:alpha val="100000"/>
              </a:srgbClr>
            </a:solidFill>
            <a:ln w="5420" cap="flat">
              <a:solidFill>
                <a:srgbClr val="84D8B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99" name="pg3499"/>
            <p:cNvSpPr/>
            <p:nvPr/>
          </p:nvSpPr>
          <p:spPr>
            <a:xfrm>
              <a:off x="4682651" y="512461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87D9BB">
                <a:alpha val="100000"/>
              </a:srgbClr>
            </a:solidFill>
            <a:ln w="5420" cap="flat">
              <a:solidFill>
                <a:srgbClr val="87D9B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00" name="pg3500"/>
            <p:cNvSpPr/>
            <p:nvPr/>
          </p:nvSpPr>
          <p:spPr>
            <a:xfrm>
              <a:off x="4694288" y="512461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87D9BB">
                <a:alpha val="100000"/>
              </a:srgbClr>
            </a:solidFill>
            <a:ln w="5420" cap="flat">
              <a:solidFill>
                <a:srgbClr val="87D9B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01" name="pg3501"/>
            <p:cNvSpPr/>
            <p:nvPr/>
          </p:nvSpPr>
          <p:spPr>
            <a:xfrm>
              <a:off x="4705925" y="512461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87D9BC">
                <a:alpha val="100000"/>
              </a:srgbClr>
            </a:solidFill>
            <a:ln w="5420" cap="flat">
              <a:solidFill>
                <a:srgbClr val="87D9B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02" name="pg3502"/>
            <p:cNvSpPr/>
            <p:nvPr/>
          </p:nvSpPr>
          <p:spPr>
            <a:xfrm>
              <a:off x="4717563" y="512461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88D9BC">
                <a:alpha val="100000"/>
              </a:srgbClr>
            </a:solidFill>
            <a:ln w="5420" cap="flat">
              <a:solidFill>
                <a:srgbClr val="88D9B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03" name="pg3503"/>
            <p:cNvSpPr/>
            <p:nvPr/>
          </p:nvSpPr>
          <p:spPr>
            <a:xfrm>
              <a:off x="4729200" y="512461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88D9BC">
                <a:alpha val="100000"/>
              </a:srgbClr>
            </a:solidFill>
            <a:ln w="5420" cap="flat">
              <a:solidFill>
                <a:srgbClr val="88D9B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04" name="pg3504"/>
            <p:cNvSpPr/>
            <p:nvPr/>
          </p:nvSpPr>
          <p:spPr>
            <a:xfrm>
              <a:off x="2843953" y="513891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ECBAC">
                <a:alpha val="100000"/>
              </a:srgbClr>
            </a:solidFill>
            <a:ln w="5420" cap="flat">
              <a:solidFill>
                <a:srgbClr val="5ECB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05" name="pg3505"/>
            <p:cNvSpPr/>
            <p:nvPr/>
          </p:nvSpPr>
          <p:spPr>
            <a:xfrm>
              <a:off x="2855590" y="513891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ECBAC">
                <a:alpha val="100000"/>
              </a:srgbClr>
            </a:solidFill>
            <a:ln w="5420" cap="flat">
              <a:solidFill>
                <a:srgbClr val="5ECB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06" name="pg3506"/>
            <p:cNvSpPr/>
            <p:nvPr/>
          </p:nvSpPr>
          <p:spPr>
            <a:xfrm>
              <a:off x="2867227" y="513891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ECBAC">
                <a:alpha val="100000"/>
              </a:srgbClr>
            </a:solidFill>
            <a:ln w="5420" cap="flat">
              <a:solidFill>
                <a:srgbClr val="5ECB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07" name="pg3507"/>
            <p:cNvSpPr/>
            <p:nvPr/>
          </p:nvSpPr>
          <p:spPr>
            <a:xfrm>
              <a:off x="2878865" y="513891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ECBAC">
                <a:alpha val="100000"/>
              </a:srgbClr>
            </a:solidFill>
            <a:ln w="5420" cap="flat">
              <a:solidFill>
                <a:srgbClr val="5ECB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08" name="pg3508"/>
            <p:cNvSpPr/>
            <p:nvPr/>
          </p:nvSpPr>
          <p:spPr>
            <a:xfrm>
              <a:off x="2890502" y="513891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ECBAC">
                <a:alpha val="100000"/>
              </a:srgbClr>
            </a:solidFill>
            <a:ln w="5420" cap="flat">
              <a:solidFill>
                <a:srgbClr val="5ECB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09" name="pg3509"/>
            <p:cNvSpPr/>
            <p:nvPr/>
          </p:nvSpPr>
          <p:spPr>
            <a:xfrm>
              <a:off x="4438267" y="513891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83D8BA">
                <a:alpha val="100000"/>
              </a:srgbClr>
            </a:solidFill>
            <a:ln w="5420" cap="flat">
              <a:solidFill>
                <a:srgbClr val="83D8B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10" name="pg3510"/>
            <p:cNvSpPr/>
            <p:nvPr/>
          </p:nvSpPr>
          <p:spPr>
            <a:xfrm>
              <a:off x="4449904" y="513891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84D8BA">
                <a:alpha val="100000"/>
              </a:srgbClr>
            </a:solidFill>
            <a:ln w="5420" cap="flat">
              <a:solidFill>
                <a:srgbClr val="84D8B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11" name="pg3511"/>
            <p:cNvSpPr/>
            <p:nvPr/>
          </p:nvSpPr>
          <p:spPr>
            <a:xfrm>
              <a:off x="4461542" y="513891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84D8BA">
                <a:alpha val="100000"/>
              </a:srgbClr>
            </a:solidFill>
            <a:ln w="5420" cap="flat">
              <a:solidFill>
                <a:srgbClr val="84D8B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12" name="pg3512"/>
            <p:cNvSpPr/>
            <p:nvPr/>
          </p:nvSpPr>
          <p:spPr>
            <a:xfrm>
              <a:off x="4473179" y="513891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84D8BA">
                <a:alpha val="100000"/>
              </a:srgbClr>
            </a:solidFill>
            <a:ln w="5420" cap="flat">
              <a:solidFill>
                <a:srgbClr val="84D8B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13" name="pg3513"/>
            <p:cNvSpPr/>
            <p:nvPr/>
          </p:nvSpPr>
          <p:spPr>
            <a:xfrm>
              <a:off x="4484816" y="513891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84D8BA">
                <a:alpha val="100000"/>
              </a:srgbClr>
            </a:solidFill>
            <a:ln w="5420" cap="flat">
              <a:solidFill>
                <a:srgbClr val="84D8B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14" name="pg3514"/>
            <p:cNvSpPr/>
            <p:nvPr/>
          </p:nvSpPr>
          <p:spPr>
            <a:xfrm>
              <a:off x="4496454" y="513891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84D8BA">
                <a:alpha val="100000"/>
              </a:srgbClr>
            </a:solidFill>
            <a:ln w="5420" cap="flat">
              <a:solidFill>
                <a:srgbClr val="84D8B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15" name="pg3515"/>
            <p:cNvSpPr/>
            <p:nvPr/>
          </p:nvSpPr>
          <p:spPr>
            <a:xfrm>
              <a:off x="4508091" y="513891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84D8BA">
                <a:alpha val="100000"/>
              </a:srgbClr>
            </a:solidFill>
            <a:ln w="5420" cap="flat">
              <a:solidFill>
                <a:srgbClr val="84D8B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16" name="pg3516"/>
            <p:cNvSpPr/>
            <p:nvPr/>
          </p:nvSpPr>
          <p:spPr>
            <a:xfrm>
              <a:off x="4519728" y="513891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84D8BA">
                <a:alpha val="100000"/>
              </a:srgbClr>
            </a:solidFill>
            <a:ln w="5420" cap="flat">
              <a:solidFill>
                <a:srgbClr val="84D8B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17" name="pg3517"/>
            <p:cNvSpPr/>
            <p:nvPr/>
          </p:nvSpPr>
          <p:spPr>
            <a:xfrm>
              <a:off x="4531366" y="513891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85D8BA">
                <a:alpha val="100000"/>
              </a:srgbClr>
            </a:solidFill>
            <a:ln w="5420" cap="flat">
              <a:solidFill>
                <a:srgbClr val="85D8B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18" name="pg3518"/>
            <p:cNvSpPr/>
            <p:nvPr/>
          </p:nvSpPr>
          <p:spPr>
            <a:xfrm>
              <a:off x="4682651" y="513891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87D9BB">
                <a:alpha val="100000"/>
              </a:srgbClr>
            </a:solidFill>
            <a:ln w="5420" cap="flat">
              <a:solidFill>
                <a:srgbClr val="87D9B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19" name="pg3519"/>
            <p:cNvSpPr/>
            <p:nvPr/>
          </p:nvSpPr>
          <p:spPr>
            <a:xfrm>
              <a:off x="4694288" y="513891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87D9BC">
                <a:alpha val="100000"/>
              </a:srgbClr>
            </a:solidFill>
            <a:ln w="5420" cap="flat">
              <a:solidFill>
                <a:srgbClr val="87D9B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20" name="pg3520"/>
            <p:cNvSpPr/>
            <p:nvPr/>
          </p:nvSpPr>
          <p:spPr>
            <a:xfrm>
              <a:off x="4705925" y="513891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88D9BC">
                <a:alpha val="100000"/>
              </a:srgbClr>
            </a:solidFill>
            <a:ln w="5420" cap="flat">
              <a:solidFill>
                <a:srgbClr val="88D9B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21" name="pg3521"/>
            <p:cNvSpPr/>
            <p:nvPr/>
          </p:nvSpPr>
          <p:spPr>
            <a:xfrm>
              <a:off x="4717563" y="513891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88D9BC">
                <a:alpha val="100000"/>
              </a:srgbClr>
            </a:solidFill>
            <a:ln w="5420" cap="flat">
              <a:solidFill>
                <a:srgbClr val="88D9B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22" name="pg3522"/>
            <p:cNvSpPr/>
            <p:nvPr/>
          </p:nvSpPr>
          <p:spPr>
            <a:xfrm>
              <a:off x="4729200" y="513891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88D9BC">
                <a:alpha val="100000"/>
              </a:srgbClr>
            </a:solidFill>
            <a:ln w="5420" cap="flat">
              <a:solidFill>
                <a:srgbClr val="88D9B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23" name="pg3523"/>
            <p:cNvSpPr/>
            <p:nvPr/>
          </p:nvSpPr>
          <p:spPr>
            <a:xfrm>
              <a:off x="2843953" y="515321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FCCAC">
                <a:alpha val="100000"/>
              </a:srgbClr>
            </a:solidFill>
            <a:ln w="5420" cap="flat">
              <a:solidFill>
                <a:srgbClr val="5FCC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24" name="pg3524"/>
            <p:cNvSpPr/>
            <p:nvPr/>
          </p:nvSpPr>
          <p:spPr>
            <a:xfrm>
              <a:off x="2855590" y="515321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FCCAC">
                <a:alpha val="100000"/>
              </a:srgbClr>
            </a:solidFill>
            <a:ln w="5420" cap="flat">
              <a:solidFill>
                <a:srgbClr val="5FCC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25" name="pg3525"/>
            <p:cNvSpPr/>
            <p:nvPr/>
          </p:nvSpPr>
          <p:spPr>
            <a:xfrm>
              <a:off x="2867227" y="515321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FCCAC">
                <a:alpha val="100000"/>
              </a:srgbClr>
            </a:solidFill>
            <a:ln w="5420" cap="flat">
              <a:solidFill>
                <a:srgbClr val="5FCC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26" name="pg3526"/>
            <p:cNvSpPr/>
            <p:nvPr/>
          </p:nvSpPr>
          <p:spPr>
            <a:xfrm>
              <a:off x="2878865" y="515321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FCCAC">
                <a:alpha val="100000"/>
              </a:srgbClr>
            </a:solidFill>
            <a:ln w="5420" cap="flat">
              <a:solidFill>
                <a:srgbClr val="5FCC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27" name="pg3527"/>
            <p:cNvSpPr/>
            <p:nvPr/>
          </p:nvSpPr>
          <p:spPr>
            <a:xfrm>
              <a:off x="2890502" y="515321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FCCAC">
                <a:alpha val="100000"/>
              </a:srgbClr>
            </a:solidFill>
            <a:ln w="5420" cap="flat">
              <a:solidFill>
                <a:srgbClr val="5FCC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28" name="pg3528"/>
            <p:cNvSpPr/>
            <p:nvPr/>
          </p:nvSpPr>
          <p:spPr>
            <a:xfrm>
              <a:off x="4449904" y="515321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84D8BA">
                <a:alpha val="100000"/>
              </a:srgbClr>
            </a:solidFill>
            <a:ln w="5420" cap="flat">
              <a:solidFill>
                <a:srgbClr val="84D8B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29" name="pg3529"/>
            <p:cNvSpPr/>
            <p:nvPr/>
          </p:nvSpPr>
          <p:spPr>
            <a:xfrm>
              <a:off x="4461542" y="515321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84D8BA">
                <a:alpha val="100000"/>
              </a:srgbClr>
            </a:solidFill>
            <a:ln w="5420" cap="flat">
              <a:solidFill>
                <a:srgbClr val="84D8B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30" name="pg3530"/>
            <p:cNvSpPr/>
            <p:nvPr/>
          </p:nvSpPr>
          <p:spPr>
            <a:xfrm>
              <a:off x="4473179" y="515321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84D8BA">
                <a:alpha val="100000"/>
              </a:srgbClr>
            </a:solidFill>
            <a:ln w="5420" cap="flat">
              <a:solidFill>
                <a:srgbClr val="84D8B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31" name="pg3531"/>
            <p:cNvSpPr/>
            <p:nvPr/>
          </p:nvSpPr>
          <p:spPr>
            <a:xfrm>
              <a:off x="4484816" y="515321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84D8BA">
                <a:alpha val="100000"/>
              </a:srgbClr>
            </a:solidFill>
            <a:ln w="5420" cap="flat">
              <a:solidFill>
                <a:srgbClr val="84D8B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32" name="pg3532"/>
            <p:cNvSpPr/>
            <p:nvPr/>
          </p:nvSpPr>
          <p:spPr>
            <a:xfrm>
              <a:off x="4496454" y="515321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84D8BA">
                <a:alpha val="100000"/>
              </a:srgbClr>
            </a:solidFill>
            <a:ln w="5420" cap="flat">
              <a:solidFill>
                <a:srgbClr val="84D8B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33" name="pg3533"/>
            <p:cNvSpPr/>
            <p:nvPr/>
          </p:nvSpPr>
          <p:spPr>
            <a:xfrm>
              <a:off x="4508091" y="515321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84D8BA">
                <a:alpha val="100000"/>
              </a:srgbClr>
            </a:solidFill>
            <a:ln w="5420" cap="flat">
              <a:solidFill>
                <a:srgbClr val="84D8B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34" name="pg3534"/>
            <p:cNvSpPr/>
            <p:nvPr/>
          </p:nvSpPr>
          <p:spPr>
            <a:xfrm>
              <a:off x="4519728" y="515321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85D8BA">
                <a:alpha val="100000"/>
              </a:srgbClr>
            </a:solidFill>
            <a:ln w="5420" cap="flat">
              <a:solidFill>
                <a:srgbClr val="85D8B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35" name="pg3535"/>
            <p:cNvSpPr/>
            <p:nvPr/>
          </p:nvSpPr>
          <p:spPr>
            <a:xfrm>
              <a:off x="4531366" y="515321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85D8BA">
                <a:alpha val="100000"/>
              </a:srgbClr>
            </a:solidFill>
            <a:ln w="5420" cap="flat">
              <a:solidFill>
                <a:srgbClr val="85D8B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36" name="pg3536"/>
            <p:cNvSpPr/>
            <p:nvPr/>
          </p:nvSpPr>
          <p:spPr>
            <a:xfrm>
              <a:off x="4694288" y="515321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88D9BC">
                <a:alpha val="100000"/>
              </a:srgbClr>
            </a:solidFill>
            <a:ln w="5420" cap="flat">
              <a:solidFill>
                <a:srgbClr val="88D9B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37" name="pg3537"/>
            <p:cNvSpPr/>
            <p:nvPr/>
          </p:nvSpPr>
          <p:spPr>
            <a:xfrm>
              <a:off x="4705925" y="515321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88D9BC">
                <a:alpha val="100000"/>
              </a:srgbClr>
            </a:solidFill>
            <a:ln w="5420" cap="flat">
              <a:solidFill>
                <a:srgbClr val="88D9B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38" name="pg3538"/>
            <p:cNvSpPr/>
            <p:nvPr/>
          </p:nvSpPr>
          <p:spPr>
            <a:xfrm>
              <a:off x="4717563" y="515321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88D9BC">
                <a:alpha val="100000"/>
              </a:srgbClr>
            </a:solidFill>
            <a:ln w="5420" cap="flat">
              <a:solidFill>
                <a:srgbClr val="88D9B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39" name="pg3539"/>
            <p:cNvSpPr/>
            <p:nvPr/>
          </p:nvSpPr>
          <p:spPr>
            <a:xfrm>
              <a:off x="4729200" y="515321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88D9BC">
                <a:alpha val="100000"/>
              </a:srgbClr>
            </a:solidFill>
            <a:ln w="5420" cap="flat">
              <a:solidFill>
                <a:srgbClr val="88D9B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40" name="pg3540"/>
            <p:cNvSpPr/>
            <p:nvPr/>
          </p:nvSpPr>
          <p:spPr>
            <a:xfrm>
              <a:off x="4740837" y="515321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88D9BC">
                <a:alpha val="100000"/>
              </a:srgbClr>
            </a:solidFill>
            <a:ln w="5420" cap="flat">
              <a:solidFill>
                <a:srgbClr val="88D9B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41" name="pg3541"/>
            <p:cNvSpPr/>
            <p:nvPr/>
          </p:nvSpPr>
          <p:spPr>
            <a:xfrm>
              <a:off x="2843953" y="516751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FCDAC">
                <a:alpha val="100000"/>
              </a:srgbClr>
            </a:solidFill>
            <a:ln w="5420" cap="flat">
              <a:solidFill>
                <a:srgbClr val="5FCD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42" name="pg3542"/>
            <p:cNvSpPr/>
            <p:nvPr/>
          </p:nvSpPr>
          <p:spPr>
            <a:xfrm>
              <a:off x="2855590" y="516751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FCDAC">
                <a:alpha val="100000"/>
              </a:srgbClr>
            </a:solidFill>
            <a:ln w="5420" cap="flat">
              <a:solidFill>
                <a:srgbClr val="5FCD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43" name="pg3543"/>
            <p:cNvSpPr/>
            <p:nvPr/>
          </p:nvSpPr>
          <p:spPr>
            <a:xfrm>
              <a:off x="2867227" y="516751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FCDAC">
                <a:alpha val="100000"/>
              </a:srgbClr>
            </a:solidFill>
            <a:ln w="5420" cap="flat">
              <a:solidFill>
                <a:srgbClr val="5FCD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44" name="pg3544"/>
            <p:cNvSpPr/>
            <p:nvPr/>
          </p:nvSpPr>
          <p:spPr>
            <a:xfrm>
              <a:off x="2878865" y="516751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FCDAC">
                <a:alpha val="100000"/>
              </a:srgbClr>
            </a:solidFill>
            <a:ln w="5420" cap="flat">
              <a:solidFill>
                <a:srgbClr val="5FCD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45" name="pg3545"/>
            <p:cNvSpPr/>
            <p:nvPr/>
          </p:nvSpPr>
          <p:spPr>
            <a:xfrm>
              <a:off x="2890502" y="516751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0CDAC">
                <a:alpha val="100000"/>
              </a:srgbClr>
            </a:solidFill>
            <a:ln w="5420" cap="flat">
              <a:solidFill>
                <a:srgbClr val="60CD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46" name="pg3546"/>
            <p:cNvSpPr/>
            <p:nvPr/>
          </p:nvSpPr>
          <p:spPr>
            <a:xfrm>
              <a:off x="4461542" y="516751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84D8BA">
                <a:alpha val="100000"/>
              </a:srgbClr>
            </a:solidFill>
            <a:ln w="5420" cap="flat">
              <a:solidFill>
                <a:srgbClr val="84D8B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47" name="pg3547"/>
            <p:cNvSpPr/>
            <p:nvPr/>
          </p:nvSpPr>
          <p:spPr>
            <a:xfrm>
              <a:off x="4473179" y="516751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84D8BA">
                <a:alpha val="100000"/>
              </a:srgbClr>
            </a:solidFill>
            <a:ln w="5420" cap="flat">
              <a:solidFill>
                <a:srgbClr val="84D8B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48" name="pg3548"/>
            <p:cNvSpPr/>
            <p:nvPr/>
          </p:nvSpPr>
          <p:spPr>
            <a:xfrm>
              <a:off x="4484816" y="516751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84D8BA">
                <a:alpha val="100000"/>
              </a:srgbClr>
            </a:solidFill>
            <a:ln w="5420" cap="flat">
              <a:solidFill>
                <a:srgbClr val="84D8B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49" name="pg3549"/>
            <p:cNvSpPr/>
            <p:nvPr/>
          </p:nvSpPr>
          <p:spPr>
            <a:xfrm>
              <a:off x="4496454" y="516751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85D8BA">
                <a:alpha val="100000"/>
              </a:srgbClr>
            </a:solidFill>
            <a:ln w="5420" cap="flat">
              <a:solidFill>
                <a:srgbClr val="85D8B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50" name="pg3550"/>
            <p:cNvSpPr/>
            <p:nvPr/>
          </p:nvSpPr>
          <p:spPr>
            <a:xfrm>
              <a:off x="4508091" y="516751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85D8BA">
                <a:alpha val="100000"/>
              </a:srgbClr>
            </a:solidFill>
            <a:ln w="5420" cap="flat">
              <a:solidFill>
                <a:srgbClr val="85D8B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51" name="pg3551"/>
            <p:cNvSpPr/>
            <p:nvPr/>
          </p:nvSpPr>
          <p:spPr>
            <a:xfrm>
              <a:off x="4519728" y="516751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85D8BA">
                <a:alpha val="100000"/>
              </a:srgbClr>
            </a:solidFill>
            <a:ln w="5420" cap="flat">
              <a:solidFill>
                <a:srgbClr val="85D8B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52" name="pg3552"/>
            <p:cNvSpPr/>
            <p:nvPr/>
          </p:nvSpPr>
          <p:spPr>
            <a:xfrm>
              <a:off x="4531366" y="516751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85D8BB">
                <a:alpha val="100000"/>
              </a:srgbClr>
            </a:solidFill>
            <a:ln w="5420" cap="flat">
              <a:solidFill>
                <a:srgbClr val="85D8B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53" name="pg3553"/>
            <p:cNvSpPr/>
            <p:nvPr/>
          </p:nvSpPr>
          <p:spPr>
            <a:xfrm>
              <a:off x="4543003" y="516751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85D8BB">
                <a:alpha val="100000"/>
              </a:srgbClr>
            </a:solidFill>
            <a:ln w="5420" cap="flat">
              <a:solidFill>
                <a:srgbClr val="85D8B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54" name="pg3554"/>
            <p:cNvSpPr/>
            <p:nvPr/>
          </p:nvSpPr>
          <p:spPr>
            <a:xfrm>
              <a:off x="4694288" y="516751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88D9BC">
                <a:alpha val="100000"/>
              </a:srgbClr>
            </a:solidFill>
            <a:ln w="5420" cap="flat">
              <a:solidFill>
                <a:srgbClr val="88D9B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55" name="pg3555"/>
            <p:cNvSpPr/>
            <p:nvPr/>
          </p:nvSpPr>
          <p:spPr>
            <a:xfrm>
              <a:off x="4705925" y="516751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88D9BC">
                <a:alpha val="100000"/>
              </a:srgbClr>
            </a:solidFill>
            <a:ln w="5420" cap="flat">
              <a:solidFill>
                <a:srgbClr val="88D9B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56" name="pg3556"/>
            <p:cNvSpPr/>
            <p:nvPr/>
          </p:nvSpPr>
          <p:spPr>
            <a:xfrm>
              <a:off x="4717563" y="516751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88D9BC">
                <a:alpha val="100000"/>
              </a:srgbClr>
            </a:solidFill>
            <a:ln w="5420" cap="flat">
              <a:solidFill>
                <a:srgbClr val="88D9B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57" name="pg3557"/>
            <p:cNvSpPr/>
            <p:nvPr/>
          </p:nvSpPr>
          <p:spPr>
            <a:xfrm>
              <a:off x="4729200" y="516751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88D9BC">
                <a:alpha val="100000"/>
              </a:srgbClr>
            </a:solidFill>
            <a:ln w="5420" cap="flat">
              <a:solidFill>
                <a:srgbClr val="88D9B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58" name="pg3558"/>
            <p:cNvSpPr/>
            <p:nvPr/>
          </p:nvSpPr>
          <p:spPr>
            <a:xfrm>
              <a:off x="4740837" y="516751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89DABC">
                <a:alpha val="100000"/>
              </a:srgbClr>
            </a:solidFill>
            <a:ln w="5420" cap="flat">
              <a:solidFill>
                <a:srgbClr val="89DAB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59" name="pg3559"/>
            <p:cNvSpPr/>
            <p:nvPr/>
          </p:nvSpPr>
          <p:spPr>
            <a:xfrm>
              <a:off x="2855590" y="518181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0CEAC">
                <a:alpha val="100000"/>
              </a:srgbClr>
            </a:solidFill>
            <a:ln w="5420" cap="flat">
              <a:solidFill>
                <a:srgbClr val="60CE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60" name="pg3560"/>
            <p:cNvSpPr/>
            <p:nvPr/>
          </p:nvSpPr>
          <p:spPr>
            <a:xfrm>
              <a:off x="2867227" y="518181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0CEAC">
                <a:alpha val="100000"/>
              </a:srgbClr>
            </a:solidFill>
            <a:ln w="5420" cap="flat">
              <a:solidFill>
                <a:srgbClr val="60CE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61" name="pg3561"/>
            <p:cNvSpPr/>
            <p:nvPr/>
          </p:nvSpPr>
          <p:spPr>
            <a:xfrm>
              <a:off x="2878865" y="518181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0CEAC">
                <a:alpha val="100000"/>
              </a:srgbClr>
            </a:solidFill>
            <a:ln w="5420" cap="flat">
              <a:solidFill>
                <a:srgbClr val="60CE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62" name="pg3562"/>
            <p:cNvSpPr/>
            <p:nvPr/>
          </p:nvSpPr>
          <p:spPr>
            <a:xfrm>
              <a:off x="2890502" y="518181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1CEAC">
                <a:alpha val="100000"/>
              </a:srgbClr>
            </a:solidFill>
            <a:ln w="5420" cap="flat">
              <a:solidFill>
                <a:srgbClr val="61CE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63" name="pg3563"/>
            <p:cNvSpPr/>
            <p:nvPr/>
          </p:nvSpPr>
          <p:spPr>
            <a:xfrm>
              <a:off x="4473179" y="518181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85D8BA">
                <a:alpha val="100000"/>
              </a:srgbClr>
            </a:solidFill>
            <a:ln w="5420" cap="flat">
              <a:solidFill>
                <a:srgbClr val="85D8B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64" name="pg3564"/>
            <p:cNvSpPr/>
            <p:nvPr/>
          </p:nvSpPr>
          <p:spPr>
            <a:xfrm>
              <a:off x="4484816" y="518181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85D8BA">
                <a:alpha val="100000"/>
              </a:srgbClr>
            </a:solidFill>
            <a:ln w="5420" cap="flat">
              <a:solidFill>
                <a:srgbClr val="85D8B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65" name="pg3565"/>
            <p:cNvSpPr/>
            <p:nvPr/>
          </p:nvSpPr>
          <p:spPr>
            <a:xfrm>
              <a:off x="4496454" y="518181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85D8BA">
                <a:alpha val="100000"/>
              </a:srgbClr>
            </a:solidFill>
            <a:ln w="5420" cap="flat">
              <a:solidFill>
                <a:srgbClr val="85D8B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66" name="pg3566"/>
            <p:cNvSpPr/>
            <p:nvPr/>
          </p:nvSpPr>
          <p:spPr>
            <a:xfrm>
              <a:off x="4508091" y="518181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85D8BA">
                <a:alpha val="100000"/>
              </a:srgbClr>
            </a:solidFill>
            <a:ln w="5420" cap="flat">
              <a:solidFill>
                <a:srgbClr val="85D8B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67" name="pg3567"/>
            <p:cNvSpPr/>
            <p:nvPr/>
          </p:nvSpPr>
          <p:spPr>
            <a:xfrm>
              <a:off x="4519728" y="518181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85D8BB">
                <a:alpha val="100000"/>
              </a:srgbClr>
            </a:solidFill>
            <a:ln w="5420" cap="flat">
              <a:solidFill>
                <a:srgbClr val="85D8B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68" name="pg3568"/>
            <p:cNvSpPr/>
            <p:nvPr/>
          </p:nvSpPr>
          <p:spPr>
            <a:xfrm>
              <a:off x="4531366" y="518181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85D9BB">
                <a:alpha val="100000"/>
              </a:srgbClr>
            </a:solidFill>
            <a:ln w="5420" cap="flat">
              <a:solidFill>
                <a:srgbClr val="85D9B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69" name="pg3569"/>
            <p:cNvSpPr/>
            <p:nvPr/>
          </p:nvSpPr>
          <p:spPr>
            <a:xfrm>
              <a:off x="4543003" y="518181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85D9BB">
                <a:alpha val="100000"/>
              </a:srgbClr>
            </a:solidFill>
            <a:ln w="5420" cap="flat">
              <a:solidFill>
                <a:srgbClr val="85D9B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70" name="pg3570"/>
            <p:cNvSpPr/>
            <p:nvPr/>
          </p:nvSpPr>
          <p:spPr>
            <a:xfrm>
              <a:off x="4554640" y="518181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86D9BB">
                <a:alpha val="100000"/>
              </a:srgbClr>
            </a:solidFill>
            <a:ln w="5420" cap="flat">
              <a:solidFill>
                <a:srgbClr val="86D9B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71" name="pg3571"/>
            <p:cNvSpPr/>
            <p:nvPr/>
          </p:nvSpPr>
          <p:spPr>
            <a:xfrm>
              <a:off x="4694288" y="518181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88D9BC">
                <a:alpha val="100000"/>
              </a:srgbClr>
            </a:solidFill>
            <a:ln w="5420" cap="flat">
              <a:solidFill>
                <a:srgbClr val="88D9B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72" name="pg3572"/>
            <p:cNvSpPr/>
            <p:nvPr/>
          </p:nvSpPr>
          <p:spPr>
            <a:xfrm>
              <a:off x="4705925" y="518181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88D9BC">
                <a:alpha val="100000"/>
              </a:srgbClr>
            </a:solidFill>
            <a:ln w="5420" cap="flat">
              <a:solidFill>
                <a:srgbClr val="88D9B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73" name="pg3573"/>
            <p:cNvSpPr/>
            <p:nvPr/>
          </p:nvSpPr>
          <p:spPr>
            <a:xfrm>
              <a:off x="4717563" y="518181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88D9BC">
                <a:alpha val="100000"/>
              </a:srgbClr>
            </a:solidFill>
            <a:ln w="5420" cap="flat">
              <a:solidFill>
                <a:srgbClr val="88D9B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74" name="pg3574"/>
            <p:cNvSpPr/>
            <p:nvPr/>
          </p:nvSpPr>
          <p:spPr>
            <a:xfrm>
              <a:off x="4729200" y="518181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89D9BC">
                <a:alpha val="100000"/>
              </a:srgbClr>
            </a:solidFill>
            <a:ln w="5420" cap="flat">
              <a:solidFill>
                <a:srgbClr val="89D9B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75" name="pg3575"/>
            <p:cNvSpPr/>
            <p:nvPr/>
          </p:nvSpPr>
          <p:spPr>
            <a:xfrm>
              <a:off x="4740837" y="518181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89DABC">
                <a:alpha val="100000"/>
              </a:srgbClr>
            </a:solidFill>
            <a:ln w="5420" cap="flat">
              <a:solidFill>
                <a:srgbClr val="89DAB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76" name="pg3576"/>
            <p:cNvSpPr/>
            <p:nvPr/>
          </p:nvSpPr>
          <p:spPr>
            <a:xfrm>
              <a:off x="2855590" y="519611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2CFAD">
                <a:alpha val="100000"/>
              </a:srgbClr>
            </a:solidFill>
            <a:ln w="5420" cap="flat">
              <a:solidFill>
                <a:srgbClr val="62CFA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77" name="pg3577"/>
            <p:cNvSpPr/>
            <p:nvPr/>
          </p:nvSpPr>
          <p:spPr>
            <a:xfrm>
              <a:off x="2867227" y="519611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2CFAD">
                <a:alpha val="100000"/>
              </a:srgbClr>
            </a:solidFill>
            <a:ln w="5420" cap="flat">
              <a:solidFill>
                <a:srgbClr val="62CFA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78" name="pg3578"/>
            <p:cNvSpPr/>
            <p:nvPr/>
          </p:nvSpPr>
          <p:spPr>
            <a:xfrm>
              <a:off x="2878865" y="519611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3CFAD">
                <a:alpha val="100000"/>
              </a:srgbClr>
            </a:solidFill>
            <a:ln w="5420" cap="flat">
              <a:solidFill>
                <a:srgbClr val="63CFA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79" name="pg3579"/>
            <p:cNvSpPr/>
            <p:nvPr/>
          </p:nvSpPr>
          <p:spPr>
            <a:xfrm>
              <a:off x="2890502" y="519611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3CFAD">
                <a:alpha val="100000"/>
              </a:srgbClr>
            </a:solidFill>
            <a:ln w="5420" cap="flat">
              <a:solidFill>
                <a:srgbClr val="63CFA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80" name="pg3580"/>
            <p:cNvSpPr/>
            <p:nvPr/>
          </p:nvSpPr>
          <p:spPr>
            <a:xfrm>
              <a:off x="4484816" y="519611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85D8BA">
                <a:alpha val="100000"/>
              </a:srgbClr>
            </a:solidFill>
            <a:ln w="5420" cap="flat">
              <a:solidFill>
                <a:srgbClr val="85D8B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81" name="pg3581"/>
            <p:cNvSpPr/>
            <p:nvPr/>
          </p:nvSpPr>
          <p:spPr>
            <a:xfrm>
              <a:off x="4496454" y="519611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85D8BB">
                <a:alpha val="100000"/>
              </a:srgbClr>
            </a:solidFill>
            <a:ln w="5420" cap="flat">
              <a:solidFill>
                <a:srgbClr val="85D8B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82" name="pg3582"/>
            <p:cNvSpPr/>
            <p:nvPr/>
          </p:nvSpPr>
          <p:spPr>
            <a:xfrm>
              <a:off x="4508091" y="519611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85D8BB">
                <a:alpha val="100000"/>
              </a:srgbClr>
            </a:solidFill>
            <a:ln w="5420" cap="flat">
              <a:solidFill>
                <a:srgbClr val="85D8B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83" name="pg3583"/>
            <p:cNvSpPr/>
            <p:nvPr/>
          </p:nvSpPr>
          <p:spPr>
            <a:xfrm>
              <a:off x="4519728" y="519611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85D9BB">
                <a:alpha val="100000"/>
              </a:srgbClr>
            </a:solidFill>
            <a:ln w="5420" cap="flat">
              <a:solidFill>
                <a:srgbClr val="85D9B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84" name="pg3584"/>
            <p:cNvSpPr/>
            <p:nvPr/>
          </p:nvSpPr>
          <p:spPr>
            <a:xfrm>
              <a:off x="4531366" y="519611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86D9BB">
                <a:alpha val="100000"/>
              </a:srgbClr>
            </a:solidFill>
            <a:ln w="5420" cap="flat">
              <a:solidFill>
                <a:srgbClr val="86D9B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85" name="pg3585"/>
            <p:cNvSpPr/>
            <p:nvPr/>
          </p:nvSpPr>
          <p:spPr>
            <a:xfrm>
              <a:off x="4543003" y="519611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86D9BB">
                <a:alpha val="100000"/>
              </a:srgbClr>
            </a:solidFill>
            <a:ln w="5420" cap="flat">
              <a:solidFill>
                <a:srgbClr val="86D9B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86" name="pg3586"/>
            <p:cNvSpPr/>
            <p:nvPr/>
          </p:nvSpPr>
          <p:spPr>
            <a:xfrm>
              <a:off x="4694288" y="519611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88D9BC">
                <a:alpha val="100000"/>
              </a:srgbClr>
            </a:solidFill>
            <a:ln w="5420" cap="flat">
              <a:solidFill>
                <a:srgbClr val="88D9B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87" name="pg3587"/>
            <p:cNvSpPr/>
            <p:nvPr/>
          </p:nvSpPr>
          <p:spPr>
            <a:xfrm>
              <a:off x="4705925" y="519611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88D9BC">
                <a:alpha val="100000"/>
              </a:srgbClr>
            </a:solidFill>
            <a:ln w="5420" cap="flat">
              <a:solidFill>
                <a:srgbClr val="88D9B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88" name="pg3588"/>
            <p:cNvSpPr/>
            <p:nvPr/>
          </p:nvSpPr>
          <p:spPr>
            <a:xfrm>
              <a:off x="4717563" y="519611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88D9BC">
                <a:alpha val="100000"/>
              </a:srgbClr>
            </a:solidFill>
            <a:ln w="5420" cap="flat">
              <a:solidFill>
                <a:srgbClr val="88D9B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89" name="pg3589"/>
            <p:cNvSpPr/>
            <p:nvPr/>
          </p:nvSpPr>
          <p:spPr>
            <a:xfrm>
              <a:off x="4729200" y="519611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89DABC">
                <a:alpha val="100000"/>
              </a:srgbClr>
            </a:solidFill>
            <a:ln w="5420" cap="flat">
              <a:solidFill>
                <a:srgbClr val="89DAB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90" name="pg3590"/>
            <p:cNvSpPr/>
            <p:nvPr/>
          </p:nvSpPr>
          <p:spPr>
            <a:xfrm>
              <a:off x="4740837" y="519611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89DABC">
                <a:alpha val="100000"/>
              </a:srgbClr>
            </a:solidFill>
            <a:ln w="5420" cap="flat">
              <a:solidFill>
                <a:srgbClr val="89DAB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91" name="pg3591"/>
            <p:cNvSpPr/>
            <p:nvPr/>
          </p:nvSpPr>
          <p:spPr>
            <a:xfrm>
              <a:off x="2855590" y="521041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5CFAE">
                <a:alpha val="100000"/>
              </a:srgbClr>
            </a:solidFill>
            <a:ln w="5420" cap="flat">
              <a:solidFill>
                <a:srgbClr val="65CFA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92" name="pg3592"/>
            <p:cNvSpPr/>
            <p:nvPr/>
          </p:nvSpPr>
          <p:spPr>
            <a:xfrm>
              <a:off x="2867227" y="521041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5CFAE">
                <a:alpha val="100000"/>
              </a:srgbClr>
            </a:solidFill>
            <a:ln w="5420" cap="flat">
              <a:solidFill>
                <a:srgbClr val="65CFA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93" name="pg3593"/>
            <p:cNvSpPr/>
            <p:nvPr/>
          </p:nvSpPr>
          <p:spPr>
            <a:xfrm>
              <a:off x="2878865" y="521041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5CFAE">
                <a:alpha val="100000"/>
              </a:srgbClr>
            </a:solidFill>
            <a:ln w="5420" cap="flat">
              <a:solidFill>
                <a:srgbClr val="65CFA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94" name="pg3594"/>
            <p:cNvSpPr/>
            <p:nvPr/>
          </p:nvSpPr>
          <p:spPr>
            <a:xfrm>
              <a:off x="2890502" y="521041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5CFAE">
                <a:alpha val="100000"/>
              </a:srgbClr>
            </a:solidFill>
            <a:ln w="5420" cap="flat">
              <a:solidFill>
                <a:srgbClr val="65CFA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95" name="pg3595"/>
            <p:cNvSpPr/>
            <p:nvPr/>
          </p:nvSpPr>
          <p:spPr>
            <a:xfrm>
              <a:off x="2902139" y="521041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6D0AE">
                <a:alpha val="100000"/>
              </a:srgbClr>
            </a:solidFill>
            <a:ln w="5420" cap="flat">
              <a:solidFill>
                <a:srgbClr val="66D0A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96" name="pg3596"/>
            <p:cNvSpPr/>
            <p:nvPr/>
          </p:nvSpPr>
          <p:spPr>
            <a:xfrm>
              <a:off x="4484816" y="521041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85D8BB">
                <a:alpha val="100000"/>
              </a:srgbClr>
            </a:solidFill>
            <a:ln w="5420" cap="flat">
              <a:solidFill>
                <a:srgbClr val="85D8B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97" name="pg3597"/>
            <p:cNvSpPr/>
            <p:nvPr/>
          </p:nvSpPr>
          <p:spPr>
            <a:xfrm>
              <a:off x="4496454" y="521041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85D9BB">
                <a:alpha val="100000"/>
              </a:srgbClr>
            </a:solidFill>
            <a:ln w="5420" cap="flat">
              <a:solidFill>
                <a:srgbClr val="85D9B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98" name="pg3598"/>
            <p:cNvSpPr/>
            <p:nvPr/>
          </p:nvSpPr>
          <p:spPr>
            <a:xfrm>
              <a:off x="4508091" y="521041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85D9BB">
                <a:alpha val="100000"/>
              </a:srgbClr>
            </a:solidFill>
            <a:ln w="5420" cap="flat">
              <a:solidFill>
                <a:srgbClr val="85D9B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99" name="pg3599"/>
            <p:cNvSpPr/>
            <p:nvPr/>
          </p:nvSpPr>
          <p:spPr>
            <a:xfrm>
              <a:off x="4519728" y="521041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86D9BB">
                <a:alpha val="100000"/>
              </a:srgbClr>
            </a:solidFill>
            <a:ln w="5420" cap="flat">
              <a:solidFill>
                <a:srgbClr val="86D9B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00" name="pg3600"/>
            <p:cNvSpPr/>
            <p:nvPr/>
          </p:nvSpPr>
          <p:spPr>
            <a:xfrm>
              <a:off x="4531366" y="521041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86D9BB">
                <a:alpha val="100000"/>
              </a:srgbClr>
            </a:solidFill>
            <a:ln w="5420" cap="flat">
              <a:solidFill>
                <a:srgbClr val="86D9B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01" name="pg3601"/>
            <p:cNvSpPr/>
            <p:nvPr/>
          </p:nvSpPr>
          <p:spPr>
            <a:xfrm>
              <a:off x="4543003" y="521041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86D9BB">
                <a:alpha val="100000"/>
              </a:srgbClr>
            </a:solidFill>
            <a:ln w="5420" cap="flat">
              <a:solidFill>
                <a:srgbClr val="86D9B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02" name="pg3602"/>
            <p:cNvSpPr/>
            <p:nvPr/>
          </p:nvSpPr>
          <p:spPr>
            <a:xfrm>
              <a:off x="4694288" y="521041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88D9BC">
                <a:alpha val="100000"/>
              </a:srgbClr>
            </a:solidFill>
            <a:ln w="5420" cap="flat">
              <a:solidFill>
                <a:srgbClr val="88D9B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03" name="pg3603"/>
            <p:cNvSpPr/>
            <p:nvPr/>
          </p:nvSpPr>
          <p:spPr>
            <a:xfrm>
              <a:off x="4705925" y="521041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88D9BC">
                <a:alpha val="100000"/>
              </a:srgbClr>
            </a:solidFill>
            <a:ln w="5420" cap="flat">
              <a:solidFill>
                <a:srgbClr val="88D9B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04" name="pg3604"/>
            <p:cNvSpPr/>
            <p:nvPr/>
          </p:nvSpPr>
          <p:spPr>
            <a:xfrm>
              <a:off x="4717563" y="521041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89DABC">
                <a:alpha val="100000"/>
              </a:srgbClr>
            </a:solidFill>
            <a:ln w="5420" cap="flat">
              <a:solidFill>
                <a:srgbClr val="89DAB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05" name="pg3605"/>
            <p:cNvSpPr/>
            <p:nvPr/>
          </p:nvSpPr>
          <p:spPr>
            <a:xfrm>
              <a:off x="4729200" y="521041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89DABC">
                <a:alpha val="100000"/>
              </a:srgbClr>
            </a:solidFill>
            <a:ln w="5420" cap="flat">
              <a:solidFill>
                <a:srgbClr val="89DAB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06" name="pg3606"/>
            <p:cNvSpPr/>
            <p:nvPr/>
          </p:nvSpPr>
          <p:spPr>
            <a:xfrm>
              <a:off x="4740837" y="521041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89DABC">
                <a:alpha val="100000"/>
              </a:srgbClr>
            </a:solidFill>
            <a:ln w="5420" cap="flat">
              <a:solidFill>
                <a:srgbClr val="89DAB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07" name="pg3607"/>
            <p:cNvSpPr/>
            <p:nvPr/>
          </p:nvSpPr>
          <p:spPr>
            <a:xfrm>
              <a:off x="2855590" y="522471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7D0AE">
                <a:alpha val="100000"/>
              </a:srgbClr>
            </a:solidFill>
            <a:ln w="5420" cap="flat">
              <a:solidFill>
                <a:srgbClr val="67D0A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08" name="pg3608"/>
            <p:cNvSpPr/>
            <p:nvPr/>
          </p:nvSpPr>
          <p:spPr>
            <a:xfrm>
              <a:off x="2867227" y="522471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7D0AE">
                <a:alpha val="100000"/>
              </a:srgbClr>
            </a:solidFill>
            <a:ln w="5420" cap="flat">
              <a:solidFill>
                <a:srgbClr val="67D0A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09" name="pg3609"/>
            <p:cNvSpPr/>
            <p:nvPr/>
          </p:nvSpPr>
          <p:spPr>
            <a:xfrm>
              <a:off x="2878865" y="522471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7D0AF">
                <a:alpha val="100000"/>
              </a:srgbClr>
            </a:solidFill>
            <a:ln w="5420" cap="flat">
              <a:solidFill>
                <a:srgbClr val="67D0A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10" name="pg3610"/>
            <p:cNvSpPr/>
            <p:nvPr/>
          </p:nvSpPr>
          <p:spPr>
            <a:xfrm>
              <a:off x="2890502" y="522471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8D0AF">
                <a:alpha val="100000"/>
              </a:srgbClr>
            </a:solidFill>
            <a:ln w="5420" cap="flat">
              <a:solidFill>
                <a:srgbClr val="68D0A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11" name="pg3611"/>
            <p:cNvSpPr/>
            <p:nvPr/>
          </p:nvSpPr>
          <p:spPr>
            <a:xfrm>
              <a:off x="2902139" y="522471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8D0AF">
                <a:alpha val="100000"/>
              </a:srgbClr>
            </a:solidFill>
            <a:ln w="5420" cap="flat">
              <a:solidFill>
                <a:srgbClr val="68D0A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12" name="pg3612"/>
            <p:cNvSpPr/>
            <p:nvPr/>
          </p:nvSpPr>
          <p:spPr>
            <a:xfrm>
              <a:off x="4496454" y="522471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86D9BB">
                <a:alpha val="100000"/>
              </a:srgbClr>
            </a:solidFill>
            <a:ln w="5420" cap="flat">
              <a:solidFill>
                <a:srgbClr val="86D9B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13" name="pg3613"/>
            <p:cNvSpPr/>
            <p:nvPr/>
          </p:nvSpPr>
          <p:spPr>
            <a:xfrm>
              <a:off x="4508091" y="522471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86D9BB">
                <a:alpha val="100000"/>
              </a:srgbClr>
            </a:solidFill>
            <a:ln w="5420" cap="flat">
              <a:solidFill>
                <a:srgbClr val="86D9B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14" name="pg3614"/>
            <p:cNvSpPr/>
            <p:nvPr/>
          </p:nvSpPr>
          <p:spPr>
            <a:xfrm>
              <a:off x="4519728" y="522471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86D9BB">
                <a:alpha val="100000"/>
              </a:srgbClr>
            </a:solidFill>
            <a:ln w="5420" cap="flat">
              <a:solidFill>
                <a:srgbClr val="86D9B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15" name="pg3615"/>
            <p:cNvSpPr/>
            <p:nvPr/>
          </p:nvSpPr>
          <p:spPr>
            <a:xfrm>
              <a:off x="4531366" y="522471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86D9BB">
                <a:alpha val="100000"/>
              </a:srgbClr>
            </a:solidFill>
            <a:ln w="5420" cap="flat">
              <a:solidFill>
                <a:srgbClr val="86D9B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16" name="pg3616"/>
            <p:cNvSpPr/>
            <p:nvPr/>
          </p:nvSpPr>
          <p:spPr>
            <a:xfrm>
              <a:off x="4543003" y="522471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86D9BB">
                <a:alpha val="100000"/>
              </a:srgbClr>
            </a:solidFill>
            <a:ln w="5420" cap="flat">
              <a:solidFill>
                <a:srgbClr val="86D9B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17" name="pg3617"/>
            <p:cNvSpPr/>
            <p:nvPr/>
          </p:nvSpPr>
          <p:spPr>
            <a:xfrm>
              <a:off x="4694288" y="522471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88D9BC">
                <a:alpha val="100000"/>
              </a:srgbClr>
            </a:solidFill>
            <a:ln w="5420" cap="flat">
              <a:solidFill>
                <a:srgbClr val="88D9B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18" name="pg3618"/>
            <p:cNvSpPr/>
            <p:nvPr/>
          </p:nvSpPr>
          <p:spPr>
            <a:xfrm>
              <a:off x="4705925" y="522471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89D9BC">
                <a:alpha val="100000"/>
              </a:srgbClr>
            </a:solidFill>
            <a:ln w="5420" cap="flat">
              <a:solidFill>
                <a:srgbClr val="89D9B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19" name="pg3619"/>
            <p:cNvSpPr/>
            <p:nvPr/>
          </p:nvSpPr>
          <p:spPr>
            <a:xfrm>
              <a:off x="4717563" y="522471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89DABC">
                <a:alpha val="100000"/>
              </a:srgbClr>
            </a:solidFill>
            <a:ln w="5420" cap="flat">
              <a:solidFill>
                <a:srgbClr val="89DAB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20" name="pg3620"/>
            <p:cNvSpPr/>
            <p:nvPr/>
          </p:nvSpPr>
          <p:spPr>
            <a:xfrm>
              <a:off x="4729200" y="522471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89DABC">
                <a:alpha val="100000"/>
              </a:srgbClr>
            </a:solidFill>
            <a:ln w="5420" cap="flat">
              <a:solidFill>
                <a:srgbClr val="89DAB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21" name="pg3621"/>
            <p:cNvSpPr/>
            <p:nvPr/>
          </p:nvSpPr>
          <p:spPr>
            <a:xfrm>
              <a:off x="2867227" y="523901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AD1B0">
                <a:alpha val="100000"/>
              </a:srgbClr>
            </a:solidFill>
            <a:ln w="5420" cap="flat">
              <a:solidFill>
                <a:srgbClr val="6AD1B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22" name="pg3622"/>
            <p:cNvSpPr/>
            <p:nvPr/>
          </p:nvSpPr>
          <p:spPr>
            <a:xfrm>
              <a:off x="2878865" y="523901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BD1B0">
                <a:alpha val="100000"/>
              </a:srgbClr>
            </a:solidFill>
            <a:ln w="5420" cap="flat">
              <a:solidFill>
                <a:srgbClr val="6BD1B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23" name="pg3623"/>
            <p:cNvSpPr/>
            <p:nvPr/>
          </p:nvSpPr>
          <p:spPr>
            <a:xfrm>
              <a:off x="2890502" y="523901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BD1B0">
                <a:alpha val="100000"/>
              </a:srgbClr>
            </a:solidFill>
            <a:ln w="5420" cap="flat">
              <a:solidFill>
                <a:srgbClr val="6BD1B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24" name="pg3624"/>
            <p:cNvSpPr/>
            <p:nvPr/>
          </p:nvSpPr>
          <p:spPr>
            <a:xfrm>
              <a:off x="2902139" y="523901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CD1B0">
                <a:alpha val="100000"/>
              </a:srgbClr>
            </a:solidFill>
            <a:ln w="5420" cap="flat">
              <a:solidFill>
                <a:srgbClr val="6CD1B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25" name="pg3625"/>
            <p:cNvSpPr/>
            <p:nvPr/>
          </p:nvSpPr>
          <p:spPr>
            <a:xfrm>
              <a:off x="2913777" y="523901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CD1B0">
                <a:alpha val="100000"/>
              </a:srgbClr>
            </a:solidFill>
            <a:ln w="5420" cap="flat">
              <a:solidFill>
                <a:srgbClr val="6CD1B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26" name="pg3626"/>
            <p:cNvSpPr/>
            <p:nvPr/>
          </p:nvSpPr>
          <p:spPr>
            <a:xfrm>
              <a:off x="4508091" y="523901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86D9BB">
                <a:alpha val="100000"/>
              </a:srgbClr>
            </a:solidFill>
            <a:ln w="5420" cap="flat">
              <a:solidFill>
                <a:srgbClr val="86D9B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27" name="pg3627"/>
            <p:cNvSpPr/>
            <p:nvPr/>
          </p:nvSpPr>
          <p:spPr>
            <a:xfrm>
              <a:off x="4519728" y="523901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86D9BB">
                <a:alpha val="100000"/>
              </a:srgbClr>
            </a:solidFill>
            <a:ln w="5420" cap="flat">
              <a:solidFill>
                <a:srgbClr val="86D9B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28" name="pg3628"/>
            <p:cNvSpPr/>
            <p:nvPr/>
          </p:nvSpPr>
          <p:spPr>
            <a:xfrm>
              <a:off x="4531366" y="523901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86D9BB">
                <a:alpha val="100000"/>
              </a:srgbClr>
            </a:solidFill>
            <a:ln w="5420" cap="flat">
              <a:solidFill>
                <a:srgbClr val="86D9B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29" name="pg3629"/>
            <p:cNvSpPr/>
            <p:nvPr/>
          </p:nvSpPr>
          <p:spPr>
            <a:xfrm>
              <a:off x="4543003" y="523901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87D9BB">
                <a:alpha val="100000"/>
              </a:srgbClr>
            </a:solidFill>
            <a:ln w="5420" cap="flat">
              <a:solidFill>
                <a:srgbClr val="87D9B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30" name="pg3630"/>
            <p:cNvSpPr/>
            <p:nvPr/>
          </p:nvSpPr>
          <p:spPr>
            <a:xfrm>
              <a:off x="4554640" y="523901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87D9BB">
                <a:alpha val="100000"/>
              </a:srgbClr>
            </a:solidFill>
            <a:ln w="5420" cap="flat">
              <a:solidFill>
                <a:srgbClr val="87D9B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31" name="pg3631"/>
            <p:cNvSpPr/>
            <p:nvPr/>
          </p:nvSpPr>
          <p:spPr>
            <a:xfrm>
              <a:off x="4694288" y="523901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89DABC">
                <a:alpha val="100000"/>
              </a:srgbClr>
            </a:solidFill>
            <a:ln w="5420" cap="flat">
              <a:solidFill>
                <a:srgbClr val="89DAB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32" name="pg3632"/>
            <p:cNvSpPr/>
            <p:nvPr/>
          </p:nvSpPr>
          <p:spPr>
            <a:xfrm>
              <a:off x="4705925" y="523901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89DABC">
                <a:alpha val="100000"/>
              </a:srgbClr>
            </a:solidFill>
            <a:ln w="5420" cap="flat">
              <a:solidFill>
                <a:srgbClr val="89DAB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33" name="pg3633"/>
            <p:cNvSpPr/>
            <p:nvPr/>
          </p:nvSpPr>
          <p:spPr>
            <a:xfrm>
              <a:off x="4717563" y="523901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89DABC">
                <a:alpha val="100000"/>
              </a:srgbClr>
            </a:solidFill>
            <a:ln w="5420" cap="flat">
              <a:solidFill>
                <a:srgbClr val="89DAB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34" name="pg3634"/>
            <p:cNvSpPr/>
            <p:nvPr/>
          </p:nvSpPr>
          <p:spPr>
            <a:xfrm>
              <a:off x="4729200" y="523901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89DABC">
                <a:alpha val="100000"/>
              </a:srgbClr>
            </a:solidFill>
            <a:ln w="5420" cap="flat">
              <a:solidFill>
                <a:srgbClr val="89DAB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35" name="pg3635"/>
            <p:cNvSpPr/>
            <p:nvPr/>
          </p:nvSpPr>
          <p:spPr>
            <a:xfrm>
              <a:off x="2867227" y="525331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CD1B0">
                <a:alpha val="100000"/>
              </a:srgbClr>
            </a:solidFill>
            <a:ln w="5420" cap="flat">
              <a:solidFill>
                <a:srgbClr val="6CD1B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36" name="pg3636"/>
            <p:cNvSpPr/>
            <p:nvPr/>
          </p:nvSpPr>
          <p:spPr>
            <a:xfrm>
              <a:off x="2878865" y="525331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CD1B1">
                <a:alpha val="100000"/>
              </a:srgbClr>
            </a:solidFill>
            <a:ln w="5420" cap="flat">
              <a:solidFill>
                <a:srgbClr val="6CD1B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37" name="pg3637"/>
            <p:cNvSpPr/>
            <p:nvPr/>
          </p:nvSpPr>
          <p:spPr>
            <a:xfrm>
              <a:off x="2890502" y="525331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DD1B1">
                <a:alpha val="100000"/>
              </a:srgbClr>
            </a:solidFill>
            <a:ln w="5420" cap="flat">
              <a:solidFill>
                <a:srgbClr val="6DD1B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38" name="pg3638"/>
            <p:cNvSpPr/>
            <p:nvPr/>
          </p:nvSpPr>
          <p:spPr>
            <a:xfrm>
              <a:off x="2902139" y="525331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DD2B1">
                <a:alpha val="100000"/>
              </a:srgbClr>
            </a:solidFill>
            <a:ln w="5420" cap="flat">
              <a:solidFill>
                <a:srgbClr val="6DD2B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39" name="pg3639"/>
            <p:cNvSpPr/>
            <p:nvPr/>
          </p:nvSpPr>
          <p:spPr>
            <a:xfrm>
              <a:off x="2913777" y="525331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ED2B1">
                <a:alpha val="100000"/>
              </a:srgbClr>
            </a:solidFill>
            <a:ln w="5420" cap="flat">
              <a:solidFill>
                <a:srgbClr val="6ED2B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40" name="pg3640"/>
            <p:cNvSpPr/>
            <p:nvPr/>
          </p:nvSpPr>
          <p:spPr>
            <a:xfrm>
              <a:off x="2925414" y="525331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ED2B1">
                <a:alpha val="100000"/>
              </a:srgbClr>
            </a:solidFill>
            <a:ln w="5420" cap="flat">
              <a:solidFill>
                <a:srgbClr val="6ED2B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41" name="pg3641"/>
            <p:cNvSpPr/>
            <p:nvPr/>
          </p:nvSpPr>
          <p:spPr>
            <a:xfrm>
              <a:off x="4508091" y="525331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86D9BB">
                <a:alpha val="100000"/>
              </a:srgbClr>
            </a:solidFill>
            <a:ln w="5420" cap="flat">
              <a:solidFill>
                <a:srgbClr val="86D9B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42" name="pg3642"/>
            <p:cNvSpPr/>
            <p:nvPr/>
          </p:nvSpPr>
          <p:spPr>
            <a:xfrm>
              <a:off x="4519728" y="525331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86D9BB">
                <a:alpha val="100000"/>
              </a:srgbClr>
            </a:solidFill>
            <a:ln w="5420" cap="flat">
              <a:solidFill>
                <a:srgbClr val="86D9B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43" name="pg3643"/>
            <p:cNvSpPr/>
            <p:nvPr/>
          </p:nvSpPr>
          <p:spPr>
            <a:xfrm>
              <a:off x="4531366" y="525331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87D9BB">
                <a:alpha val="100000"/>
              </a:srgbClr>
            </a:solidFill>
            <a:ln w="5420" cap="flat">
              <a:solidFill>
                <a:srgbClr val="87D9B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44" name="pg3644"/>
            <p:cNvSpPr/>
            <p:nvPr/>
          </p:nvSpPr>
          <p:spPr>
            <a:xfrm>
              <a:off x="4543003" y="525331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87D9BB">
                <a:alpha val="100000"/>
              </a:srgbClr>
            </a:solidFill>
            <a:ln w="5420" cap="flat">
              <a:solidFill>
                <a:srgbClr val="87D9B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45" name="pg3645"/>
            <p:cNvSpPr/>
            <p:nvPr/>
          </p:nvSpPr>
          <p:spPr>
            <a:xfrm>
              <a:off x="4554640" y="525331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87D9BB">
                <a:alpha val="100000"/>
              </a:srgbClr>
            </a:solidFill>
            <a:ln w="5420" cap="flat">
              <a:solidFill>
                <a:srgbClr val="87D9B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46" name="pg3646"/>
            <p:cNvSpPr/>
            <p:nvPr/>
          </p:nvSpPr>
          <p:spPr>
            <a:xfrm>
              <a:off x="4694288" y="525331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89DABC">
                <a:alpha val="100000"/>
              </a:srgbClr>
            </a:solidFill>
            <a:ln w="5420" cap="flat">
              <a:solidFill>
                <a:srgbClr val="89DAB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47" name="pg3647"/>
            <p:cNvSpPr/>
            <p:nvPr/>
          </p:nvSpPr>
          <p:spPr>
            <a:xfrm>
              <a:off x="4705925" y="525331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89DABC">
                <a:alpha val="100000"/>
              </a:srgbClr>
            </a:solidFill>
            <a:ln w="5420" cap="flat">
              <a:solidFill>
                <a:srgbClr val="89DAB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48" name="pg3648"/>
            <p:cNvSpPr/>
            <p:nvPr/>
          </p:nvSpPr>
          <p:spPr>
            <a:xfrm>
              <a:off x="4717563" y="525331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89DABC">
                <a:alpha val="100000"/>
              </a:srgbClr>
            </a:solidFill>
            <a:ln w="5420" cap="flat">
              <a:solidFill>
                <a:srgbClr val="89DAB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49" name="pg3649"/>
            <p:cNvSpPr/>
            <p:nvPr/>
          </p:nvSpPr>
          <p:spPr>
            <a:xfrm>
              <a:off x="4729200" y="525331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89DABC">
                <a:alpha val="100000"/>
              </a:srgbClr>
            </a:solidFill>
            <a:ln w="5420" cap="flat">
              <a:solidFill>
                <a:srgbClr val="89DAB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50" name="pg3650"/>
            <p:cNvSpPr/>
            <p:nvPr/>
          </p:nvSpPr>
          <p:spPr>
            <a:xfrm>
              <a:off x="2878865" y="526761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ED2B1">
                <a:alpha val="100000"/>
              </a:srgbClr>
            </a:solidFill>
            <a:ln w="5420" cap="flat">
              <a:solidFill>
                <a:srgbClr val="6ED2B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51" name="pg3651"/>
            <p:cNvSpPr/>
            <p:nvPr/>
          </p:nvSpPr>
          <p:spPr>
            <a:xfrm>
              <a:off x="2890502" y="526761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ED2B1">
                <a:alpha val="100000"/>
              </a:srgbClr>
            </a:solidFill>
            <a:ln w="5420" cap="flat">
              <a:solidFill>
                <a:srgbClr val="6ED2B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52" name="pg3652"/>
            <p:cNvSpPr/>
            <p:nvPr/>
          </p:nvSpPr>
          <p:spPr>
            <a:xfrm>
              <a:off x="2902139" y="526761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FD2B1">
                <a:alpha val="100000"/>
              </a:srgbClr>
            </a:solidFill>
            <a:ln w="5420" cap="flat">
              <a:solidFill>
                <a:srgbClr val="6FD2B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53" name="pg3653"/>
            <p:cNvSpPr/>
            <p:nvPr/>
          </p:nvSpPr>
          <p:spPr>
            <a:xfrm>
              <a:off x="2913777" y="526761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FD2B2">
                <a:alpha val="100000"/>
              </a:srgbClr>
            </a:solidFill>
            <a:ln w="5420" cap="flat">
              <a:solidFill>
                <a:srgbClr val="6FD2B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54" name="pg3654"/>
            <p:cNvSpPr/>
            <p:nvPr/>
          </p:nvSpPr>
          <p:spPr>
            <a:xfrm>
              <a:off x="2925414" y="526761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0D2B2">
                <a:alpha val="100000"/>
              </a:srgbClr>
            </a:solidFill>
            <a:ln w="5420" cap="flat">
              <a:solidFill>
                <a:srgbClr val="70D2B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55" name="pg3655"/>
            <p:cNvSpPr/>
            <p:nvPr/>
          </p:nvSpPr>
          <p:spPr>
            <a:xfrm>
              <a:off x="4508091" y="526761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86D9BB">
                <a:alpha val="100000"/>
              </a:srgbClr>
            </a:solidFill>
            <a:ln w="5420" cap="flat">
              <a:solidFill>
                <a:srgbClr val="86D9B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56" name="pg3656"/>
            <p:cNvSpPr/>
            <p:nvPr/>
          </p:nvSpPr>
          <p:spPr>
            <a:xfrm>
              <a:off x="4519728" y="526761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87D9BB">
                <a:alpha val="100000"/>
              </a:srgbClr>
            </a:solidFill>
            <a:ln w="5420" cap="flat">
              <a:solidFill>
                <a:srgbClr val="87D9B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57" name="pg3657"/>
            <p:cNvSpPr/>
            <p:nvPr/>
          </p:nvSpPr>
          <p:spPr>
            <a:xfrm>
              <a:off x="4531366" y="526761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87D9BB">
                <a:alpha val="100000"/>
              </a:srgbClr>
            </a:solidFill>
            <a:ln w="5420" cap="flat">
              <a:solidFill>
                <a:srgbClr val="87D9B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58" name="pg3658"/>
            <p:cNvSpPr/>
            <p:nvPr/>
          </p:nvSpPr>
          <p:spPr>
            <a:xfrm>
              <a:off x="4543003" y="526761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87D9BB">
                <a:alpha val="100000"/>
              </a:srgbClr>
            </a:solidFill>
            <a:ln w="5420" cap="flat">
              <a:solidFill>
                <a:srgbClr val="87D9B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59" name="pg3659"/>
            <p:cNvSpPr/>
            <p:nvPr/>
          </p:nvSpPr>
          <p:spPr>
            <a:xfrm>
              <a:off x="4554640" y="526761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87D9BB">
                <a:alpha val="100000"/>
              </a:srgbClr>
            </a:solidFill>
            <a:ln w="5420" cap="flat">
              <a:solidFill>
                <a:srgbClr val="87D9B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60" name="pg3660"/>
            <p:cNvSpPr/>
            <p:nvPr/>
          </p:nvSpPr>
          <p:spPr>
            <a:xfrm>
              <a:off x="4566278" y="526761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87D9BB">
                <a:alpha val="100000"/>
              </a:srgbClr>
            </a:solidFill>
            <a:ln w="5420" cap="flat">
              <a:solidFill>
                <a:srgbClr val="87D9B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61" name="pg3661"/>
            <p:cNvSpPr/>
            <p:nvPr/>
          </p:nvSpPr>
          <p:spPr>
            <a:xfrm>
              <a:off x="4577915" y="526761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87D9BB">
                <a:alpha val="100000"/>
              </a:srgbClr>
            </a:solidFill>
            <a:ln w="5420" cap="flat">
              <a:solidFill>
                <a:srgbClr val="87D9B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62" name="pg3662"/>
            <p:cNvSpPr/>
            <p:nvPr/>
          </p:nvSpPr>
          <p:spPr>
            <a:xfrm>
              <a:off x="4589552" y="526761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87D9BC">
                <a:alpha val="100000"/>
              </a:srgbClr>
            </a:solidFill>
            <a:ln w="5420" cap="flat">
              <a:solidFill>
                <a:srgbClr val="87D9B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63" name="pg3663"/>
            <p:cNvSpPr/>
            <p:nvPr/>
          </p:nvSpPr>
          <p:spPr>
            <a:xfrm>
              <a:off x="4694288" y="526761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89DABC">
                <a:alpha val="100000"/>
              </a:srgbClr>
            </a:solidFill>
            <a:ln w="5420" cap="flat">
              <a:solidFill>
                <a:srgbClr val="89DAB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64" name="pg3664"/>
            <p:cNvSpPr/>
            <p:nvPr/>
          </p:nvSpPr>
          <p:spPr>
            <a:xfrm>
              <a:off x="4705925" y="526761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89DABC">
                <a:alpha val="100000"/>
              </a:srgbClr>
            </a:solidFill>
            <a:ln w="5420" cap="flat">
              <a:solidFill>
                <a:srgbClr val="89DAB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65" name="pg3665"/>
            <p:cNvSpPr/>
            <p:nvPr/>
          </p:nvSpPr>
          <p:spPr>
            <a:xfrm>
              <a:off x="4717563" y="526761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89DABC">
                <a:alpha val="100000"/>
              </a:srgbClr>
            </a:solidFill>
            <a:ln w="5420" cap="flat">
              <a:solidFill>
                <a:srgbClr val="89DAB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66" name="pg3666"/>
            <p:cNvSpPr/>
            <p:nvPr/>
          </p:nvSpPr>
          <p:spPr>
            <a:xfrm>
              <a:off x="4729200" y="526761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89DABC">
                <a:alpha val="100000"/>
              </a:srgbClr>
            </a:solidFill>
            <a:ln w="5420" cap="flat">
              <a:solidFill>
                <a:srgbClr val="89DAB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67" name="pg3667"/>
            <p:cNvSpPr/>
            <p:nvPr/>
          </p:nvSpPr>
          <p:spPr>
            <a:xfrm>
              <a:off x="2890502" y="528191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0D2B2">
                <a:alpha val="100000"/>
              </a:srgbClr>
            </a:solidFill>
            <a:ln w="5420" cap="flat">
              <a:solidFill>
                <a:srgbClr val="70D2B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68" name="pg3668"/>
            <p:cNvSpPr/>
            <p:nvPr/>
          </p:nvSpPr>
          <p:spPr>
            <a:xfrm>
              <a:off x="2902139" y="528191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0D2B2">
                <a:alpha val="100000"/>
              </a:srgbClr>
            </a:solidFill>
            <a:ln w="5420" cap="flat">
              <a:solidFill>
                <a:srgbClr val="70D2B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69" name="pg3669"/>
            <p:cNvSpPr/>
            <p:nvPr/>
          </p:nvSpPr>
          <p:spPr>
            <a:xfrm>
              <a:off x="2913777" y="528191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0D2B2">
                <a:alpha val="100000"/>
              </a:srgbClr>
            </a:solidFill>
            <a:ln w="5420" cap="flat">
              <a:solidFill>
                <a:srgbClr val="70D2B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70" name="pg3670"/>
            <p:cNvSpPr/>
            <p:nvPr/>
          </p:nvSpPr>
          <p:spPr>
            <a:xfrm>
              <a:off x="2925414" y="528191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1D3B2">
                <a:alpha val="100000"/>
              </a:srgbClr>
            </a:solidFill>
            <a:ln w="5420" cap="flat">
              <a:solidFill>
                <a:srgbClr val="71D3B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71" name="pg3671"/>
            <p:cNvSpPr/>
            <p:nvPr/>
          </p:nvSpPr>
          <p:spPr>
            <a:xfrm>
              <a:off x="4519728" y="528191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87D9BB">
                <a:alpha val="100000"/>
              </a:srgbClr>
            </a:solidFill>
            <a:ln w="5420" cap="flat">
              <a:solidFill>
                <a:srgbClr val="87D9B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72" name="pg3672"/>
            <p:cNvSpPr/>
            <p:nvPr/>
          </p:nvSpPr>
          <p:spPr>
            <a:xfrm>
              <a:off x="4531366" y="528191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87D9BB">
                <a:alpha val="100000"/>
              </a:srgbClr>
            </a:solidFill>
            <a:ln w="5420" cap="flat">
              <a:solidFill>
                <a:srgbClr val="87D9B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73" name="pg3673"/>
            <p:cNvSpPr/>
            <p:nvPr/>
          </p:nvSpPr>
          <p:spPr>
            <a:xfrm>
              <a:off x="4543003" y="528191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87D9BB">
                <a:alpha val="100000"/>
              </a:srgbClr>
            </a:solidFill>
            <a:ln w="5420" cap="flat">
              <a:solidFill>
                <a:srgbClr val="87D9B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74" name="pg3674"/>
            <p:cNvSpPr/>
            <p:nvPr/>
          </p:nvSpPr>
          <p:spPr>
            <a:xfrm>
              <a:off x="4554640" y="528191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87D9BB">
                <a:alpha val="100000"/>
              </a:srgbClr>
            </a:solidFill>
            <a:ln w="5420" cap="flat">
              <a:solidFill>
                <a:srgbClr val="87D9B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75" name="pg3675"/>
            <p:cNvSpPr/>
            <p:nvPr/>
          </p:nvSpPr>
          <p:spPr>
            <a:xfrm>
              <a:off x="4566278" y="528191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87D9BB">
                <a:alpha val="100000"/>
              </a:srgbClr>
            </a:solidFill>
            <a:ln w="5420" cap="flat">
              <a:solidFill>
                <a:srgbClr val="87D9B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76" name="pg3676"/>
            <p:cNvSpPr/>
            <p:nvPr/>
          </p:nvSpPr>
          <p:spPr>
            <a:xfrm>
              <a:off x="4577915" y="528191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87D9BC">
                <a:alpha val="100000"/>
              </a:srgbClr>
            </a:solidFill>
            <a:ln w="5420" cap="flat">
              <a:solidFill>
                <a:srgbClr val="87D9B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77" name="pg3677"/>
            <p:cNvSpPr/>
            <p:nvPr/>
          </p:nvSpPr>
          <p:spPr>
            <a:xfrm>
              <a:off x="4589552" y="528191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88D9BC">
                <a:alpha val="100000"/>
              </a:srgbClr>
            </a:solidFill>
            <a:ln w="5420" cap="flat">
              <a:solidFill>
                <a:srgbClr val="88D9B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78" name="pg3678"/>
            <p:cNvSpPr/>
            <p:nvPr/>
          </p:nvSpPr>
          <p:spPr>
            <a:xfrm>
              <a:off x="4601190" y="528191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88D9BC">
                <a:alpha val="100000"/>
              </a:srgbClr>
            </a:solidFill>
            <a:ln w="5420" cap="flat">
              <a:solidFill>
                <a:srgbClr val="88D9B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79" name="pg3679"/>
            <p:cNvSpPr/>
            <p:nvPr/>
          </p:nvSpPr>
          <p:spPr>
            <a:xfrm>
              <a:off x="4682651" y="528191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89DABC">
                <a:alpha val="100000"/>
              </a:srgbClr>
            </a:solidFill>
            <a:ln w="5420" cap="flat">
              <a:solidFill>
                <a:srgbClr val="89DAB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80" name="pg3680"/>
            <p:cNvSpPr/>
            <p:nvPr/>
          </p:nvSpPr>
          <p:spPr>
            <a:xfrm>
              <a:off x="4694288" y="528191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89DABC">
                <a:alpha val="100000"/>
              </a:srgbClr>
            </a:solidFill>
            <a:ln w="5420" cap="flat">
              <a:solidFill>
                <a:srgbClr val="89DAB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81" name="pg3681"/>
            <p:cNvSpPr/>
            <p:nvPr/>
          </p:nvSpPr>
          <p:spPr>
            <a:xfrm>
              <a:off x="4705925" y="528191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89DABC">
                <a:alpha val="100000"/>
              </a:srgbClr>
            </a:solidFill>
            <a:ln w="5420" cap="flat">
              <a:solidFill>
                <a:srgbClr val="89DAB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82" name="pg3682"/>
            <p:cNvSpPr/>
            <p:nvPr/>
          </p:nvSpPr>
          <p:spPr>
            <a:xfrm>
              <a:off x="4717563" y="528191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89DABC">
                <a:alpha val="100000"/>
              </a:srgbClr>
            </a:solidFill>
            <a:ln w="5420" cap="flat">
              <a:solidFill>
                <a:srgbClr val="89DAB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83" name="pg3683"/>
            <p:cNvSpPr/>
            <p:nvPr/>
          </p:nvSpPr>
          <p:spPr>
            <a:xfrm>
              <a:off x="4729200" y="528191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89DABC">
                <a:alpha val="100000"/>
              </a:srgbClr>
            </a:solidFill>
            <a:ln w="5420" cap="flat">
              <a:solidFill>
                <a:srgbClr val="89DAB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84" name="pg3684"/>
            <p:cNvSpPr/>
            <p:nvPr/>
          </p:nvSpPr>
          <p:spPr>
            <a:xfrm>
              <a:off x="2890502" y="529622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1D3B2">
                <a:alpha val="100000"/>
              </a:srgbClr>
            </a:solidFill>
            <a:ln w="5420" cap="flat">
              <a:solidFill>
                <a:srgbClr val="71D3B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85" name="pg3685"/>
            <p:cNvSpPr/>
            <p:nvPr/>
          </p:nvSpPr>
          <p:spPr>
            <a:xfrm>
              <a:off x="2902139" y="529622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1D3B2">
                <a:alpha val="100000"/>
              </a:srgbClr>
            </a:solidFill>
            <a:ln w="5420" cap="flat">
              <a:solidFill>
                <a:srgbClr val="71D3B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86" name="pg3686"/>
            <p:cNvSpPr/>
            <p:nvPr/>
          </p:nvSpPr>
          <p:spPr>
            <a:xfrm>
              <a:off x="2913777" y="529622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2D3B3">
                <a:alpha val="100000"/>
              </a:srgbClr>
            </a:solidFill>
            <a:ln w="5420" cap="flat">
              <a:solidFill>
                <a:srgbClr val="72D3B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87" name="pg3687"/>
            <p:cNvSpPr/>
            <p:nvPr/>
          </p:nvSpPr>
          <p:spPr>
            <a:xfrm>
              <a:off x="2925414" y="529622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2D3B3">
                <a:alpha val="100000"/>
              </a:srgbClr>
            </a:solidFill>
            <a:ln w="5420" cap="flat">
              <a:solidFill>
                <a:srgbClr val="72D3B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88" name="pg3688"/>
            <p:cNvSpPr/>
            <p:nvPr/>
          </p:nvSpPr>
          <p:spPr>
            <a:xfrm>
              <a:off x="4531366" y="529622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87D9BB">
                <a:alpha val="100000"/>
              </a:srgbClr>
            </a:solidFill>
            <a:ln w="5420" cap="flat">
              <a:solidFill>
                <a:srgbClr val="87D9B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89" name="pg3689"/>
            <p:cNvSpPr/>
            <p:nvPr/>
          </p:nvSpPr>
          <p:spPr>
            <a:xfrm>
              <a:off x="4543003" y="529622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87D9BB">
                <a:alpha val="100000"/>
              </a:srgbClr>
            </a:solidFill>
            <a:ln w="5420" cap="flat">
              <a:solidFill>
                <a:srgbClr val="87D9B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90" name="pg3690"/>
            <p:cNvSpPr/>
            <p:nvPr/>
          </p:nvSpPr>
          <p:spPr>
            <a:xfrm>
              <a:off x="4554640" y="529622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87D9BB">
                <a:alpha val="100000"/>
              </a:srgbClr>
            </a:solidFill>
            <a:ln w="5420" cap="flat">
              <a:solidFill>
                <a:srgbClr val="87D9B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91" name="pg3691"/>
            <p:cNvSpPr/>
            <p:nvPr/>
          </p:nvSpPr>
          <p:spPr>
            <a:xfrm>
              <a:off x="4566278" y="529622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87D9BC">
                <a:alpha val="100000"/>
              </a:srgbClr>
            </a:solidFill>
            <a:ln w="5420" cap="flat">
              <a:solidFill>
                <a:srgbClr val="87D9B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92" name="pg3692"/>
            <p:cNvSpPr/>
            <p:nvPr/>
          </p:nvSpPr>
          <p:spPr>
            <a:xfrm>
              <a:off x="4577915" y="529622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88D9BC">
                <a:alpha val="100000"/>
              </a:srgbClr>
            </a:solidFill>
            <a:ln w="5420" cap="flat">
              <a:solidFill>
                <a:srgbClr val="88D9B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93" name="pg3693"/>
            <p:cNvSpPr/>
            <p:nvPr/>
          </p:nvSpPr>
          <p:spPr>
            <a:xfrm>
              <a:off x="4589552" y="529622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88D9BC">
                <a:alpha val="100000"/>
              </a:srgbClr>
            </a:solidFill>
            <a:ln w="5420" cap="flat">
              <a:solidFill>
                <a:srgbClr val="88D9B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94" name="pg3694"/>
            <p:cNvSpPr/>
            <p:nvPr/>
          </p:nvSpPr>
          <p:spPr>
            <a:xfrm>
              <a:off x="4601190" y="529622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88D9BC">
                <a:alpha val="100000"/>
              </a:srgbClr>
            </a:solidFill>
            <a:ln w="5420" cap="flat">
              <a:solidFill>
                <a:srgbClr val="88D9B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95" name="pg3695"/>
            <p:cNvSpPr/>
            <p:nvPr/>
          </p:nvSpPr>
          <p:spPr>
            <a:xfrm>
              <a:off x="4682651" y="529622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89DABC">
                <a:alpha val="100000"/>
              </a:srgbClr>
            </a:solidFill>
            <a:ln w="5420" cap="flat">
              <a:solidFill>
                <a:srgbClr val="89DAB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96" name="pg3696"/>
            <p:cNvSpPr/>
            <p:nvPr/>
          </p:nvSpPr>
          <p:spPr>
            <a:xfrm>
              <a:off x="4694288" y="529622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89DABC">
                <a:alpha val="100000"/>
              </a:srgbClr>
            </a:solidFill>
            <a:ln w="5420" cap="flat">
              <a:solidFill>
                <a:srgbClr val="89DAB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97" name="pg3697"/>
            <p:cNvSpPr/>
            <p:nvPr/>
          </p:nvSpPr>
          <p:spPr>
            <a:xfrm>
              <a:off x="4705925" y="529622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89DABC">
                <a:alpha val="100000"/>
              </a:srgbClr>
            </a:solidFill>
            <a:ln w="5420" cap="flat">
              <a:solidFill>
                <a:srgbClr val="89DAB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98" name="pg3698"/>
            <p:cNvSpPr/>
            <p:nvPr/>
          </p:nvSpPr>
          <p:spPr>
            <a:xfrm>
              <a:off x="4717563" y="529622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89DABC">
                <a:alpha val="100000"/>
              </a:srgbClr>
            </a:solidFill>
            <a:ln w="5420" cap="flat">
              <a:solidFill>
                <a:srgbClr val="89DAB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99" name="pg3699"/>
            <p:cNvSpPr/>
            <p:nvPr/>
          </p:nvSpPr>
          <p:spPr>
            <a:xfrm>
              <a:off x="4729200" y="529622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8ADABC">
                <a:alpha val="100000"/>
              </a:srgbClr>
            </a:solidFill>
            <a:ln w="5420" cap="flat">
              <a:solidFill>
                <a:srgbClr val="8ADAB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00" name="pg3700"/>
            <p:cNvSpPr/>
            <p:nvPr/>
          </p:nvSpPr>
          <p:spPr>
            <a:xfrm>
              <a:off x="2878865" y="531052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2D3B3">
                <a:alpha val="100000"/>
              </a:srgbClr>
            </a:solidFill>
            <a:ln w="5420" cap="flat">
              <a:solidFill>
                <a:srgbClr val="72D3B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01" name="pg3701"/>
            <p:cNvSpPr/>
            <p:nvPr/>
          </p:nvSpPr>
          <p:spPr>
            <a:xfrm>
              <a:off x="2890502" y="531052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2D3B3">
                <a:alpha val="100000"/>
              </a:srgbClr>
            </a:solidFill>
            <a:ln w="5420" cap="flat">
              <a:solidFill>
                <a:srgbClr val="72D3B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02" name="pg3702"/>
            <p:cNvSpPr/>
            <p:nvPr/>
          </p:nvSpPr>
          <p:spPr>
            <a:xfrm>
              <a:off x="2902139" y="531052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2D3B3">
                <a:alpha val="100000"/>
              </a:srgbClr>
            </a:solidFill>
            <a:ln w="5420" cap="flat">
              <a:solidFill>
                <a:srgbClr val="72D3B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03" name="pg3703"/>
            <p:cNvSpPr/>
            <p:nvPr/>
          </p:nvSpPr>
          <p:spPr>
            <a:xfrm>
              <a:off x="2913777" y="531052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3D3B3">
                <a:alpha val="100000"/>
              </a:srgbClr>
            </a:solidFill>
            <a:ln w="5420" cap="flat">
              <a:solidFill>
                <a:srgbClr val="73D3B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04" name="pg3704"/>
            <p:cNvSpPr/>
            <p:nvPr/>
          </p:nvSpPr>
          <p:spPr>
            <a:xfrm>
              <a:off x="2925414" y="531052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3D3B3">
                <a:alpha val="100000"/>
              </a:srgbClr>
            </a:solidFill>
            <a:ln w="5420" cap="flat">
              <a:solidFill>
                <a:srgbClr val="73D3B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05" name="pg3705"/>
            <p:cNvSpPr/>
            <p:nvPr/>
          </p:nvSpPr>
          <p:spPr>
            <a:xfrm>
              <a:off x="4543003" y="531052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87D9BC">
                <a:alpha val="100000"/>
              </a:srgbClr>
            </a:solidFill>
            <a:ln w="5420" cap="flat">
              <a:solidFill>
                <a:srgbClr val="87D9B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06" name="pg3706"/>
            <p:cNvSpPr/>
            <p:nvPr/>
          </p:nvSpPr>
          <p:spPr>
            <a:xfrm>
              <a:off x="4554640" y="531052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88D9BC">
                <a:alpha val="100000"/>
              </a:srgbClr>
            </a:solidFill>
            <a:ln w="5420" cap="flat">
              <a:solidFill>
                <a:srgbClr val="88D9B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07" name="pg3707"/>
            <p:cNvSpPr/>
            <p:nvPr/>
          </p:nvSpPr>
          <p:spPr>
            <a:xfrm>
              <a:off x="4566278" y="531052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88D9BC">
                <a:alpha val="100000"/>
              </a:srgbClr>
            </a:solidFill>
            <a:ln w="5420" cap="flat">
              <a:solidFill>
                <a:srgbClr val="88D9B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08" name="pg3708"/>
            <p:cNvSpPr/>
            <p:nvPr/>
          </p:nvSpPr>
          <p:spPr>
            <a:xfrm>
              <a:off x="4577915" y="531052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88D9BC">
                <a:alpha val="100000"/>
              </a:srgbClr>
            </a:solidFill>
            <a:ln w="5420" cap="flat">
              <a:solidFill>
                <a:srgbClr val="88D9B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09" name="pg3709"/>
            <p:cNvSpPr/>
            <p:nvPr/>
          </p:nvSpPr>
          <p:spPr>
            <a:xfrm>
              <a:off x="4589552" y="531052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88D9BC">
                <a:alpha val="100000"/>
              </a:srgbClr>
            </a:solidFill>
            <a:ln w="5420" cap="flat">
              <a:solidFill>
                <a:srgbClr val="88D9B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10" name="pg3710"/>
            <p:cNvSpPr/>
            <p:nvPr/>
          </p:nvSpPr>
          <p:spPr>
            <a:xfrm>
              <a:off x="4601190" y="531052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88D9BC">
                <a:alpha val="100000"/>
              </a:srgbClr>
            </a:solidFill>
            <a:ln w="5420" cap="flat">
              <a:solidFill>
                <a:srgbClr val="88D9B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11" name="pg3711"/>
            <p:cNvSpPr/>
            <p:nvPr/>
          </p:nvSpPr>
          <p:spPr>
            <a:xfrm>
              <a:off x="4612827" y="531052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88D9BC">
                <a:alpha val="100000"/>
              </a:srgbClr>
            </a:solidFill>
            <a:ln w="5420" cap="flat">
              <a:solidFill>
                <a:srgbClr val="88D9B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12" name="pg3712"/>
            <p:cNvSpPr/>
            <p:nvPr/>
          </p:nvSpPr>
          <p:spPr>
            <a:xfrm>
              <a:off x="4671013" y="531052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89DABC">
                <a:alpha val="100000"/>
              </a:srgbClr>
            </a:solidFill>
            <a:ln w="5420" cap="flat">
              <a:solidFill>
                <a:srgbClr val="89DAB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13" name="pg3713"/>
            <p:cNvSpPr/>
            <p:nvPr/>
          </p:nvSpPr>
          <p:spPr>
            <a:xfrm>
              <a:off x="4682651" y="531052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89DABC">
                <a:alpha val="100000"/>
              </a:srgbClr>
            </a:solidFill>
            <a:ln w="5420" cap="flat">
              <a:solidFill>
                <a:srgbClr val="89DAB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14" name="pg3714"/>
            <p:cNvSpPr/>
            <p:nvPr/>
          </p:nvSpPr>
          <p:spPr>
            <a:xfrm>
              <a:off x="4694288" y="531052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89DABC">
                <a:alpha val="100000"/>
              </a:srgbClr>
            </a:solidFill>
            <a:ln w="5420" cap="flat">
              <a:solidFill>
                <a:srgbClr val="89DAB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15" name="pg3715"/>
            <p:cNvSpPr/>
            <p:nvPr/>
          </p:nvSpPr>
          <p:spPr>
            <a:xfrm>
              <a:off x="4705925" y="531052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89DABC">
                <a:alpha val="100000"/>
              </a:srgbClr>
            </a:solidFill>
            <a:ln w="5420" cap="flat">
              <a:solidFill>
                <a:srgbClr val="89DAB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16" name="pg3716"/>
            <p:cNvSpPr/>
            <p:nvPr/>
          </p:nvSpPr>
          <p:spPr>
            <a:xfrm>
              <a:off x="4717563" y="531052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89DABC">
                <a:alpha val="100000"/>
              </a:srgbClr>
            </a:solidFill>
            <a:ln w="5420" cap="flat">
              <a:solidFill>
                <a:srgbClr val="89DAB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17" name="pg3717"/>
            <p:cNvSpPr/>
            <p:nvPr/>
          </p:nvSpPr>
          <p:spPr>
            <a:xfrm>
              <a:off x="4729200" y="531052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8ADABC">
                <a:alpha val="100000"/>
              </a:srgbClr>
            </a:solidFill>
            <a:ln w="5420" cap="flat">
              <a:solidFill>
                <a:srgbClr val="8ADAB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18" name="pg3718"/>
            <p:cNvSpPr/>
            <p:nvPr/>
          </p:nvSpPr>
          <p:spPr>
            <a:xfrm>
              <a:off x="2878865" y="532482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3D3B3">
                <a:alpha val="100000"/>
              </a:srgbClr>
            </a:solidFill>
            <a:ln w="5420" cap="flat">
              <a:solidFill>
                <a:srgbClr val="73D3B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19" name="pg3719"/>
            <p:cNvSpPr/>
            <p:nvPr/>
          </p:nvSpPr>
          <p:spPr>
            <a:xfrm>
              <a:off x="2890502" y="532482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3D3B3">
                <a:alpha val="100000"/>
              </a:srgbClr>
            </a:solidFill>
            <a:ln w="5420" cap="flat">
              <a:solidFill>
                <a:srgbClr val="73D3B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20" name="pg3720"/>
            <p:cNvSpPr/>
            <p:nvPr/>
          </p:nvSpPr>
          <p:spPr>
            <a:xfrm>
              <a:off x="2902139" y="532482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3D3B3">
                <a:alpha val="100000"/>
              </a:srgbClr>
            </a:solidFill>
            <a:ln w="5420" cap="flat">
              <a:solidFill>
                <a:srgbClr val="73D3B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21" name="pg3721"/>
            <p:cNvSpPr/>
            <p:nvPr/>
          </p:nvSpPr>
          <p:spPr>
            <a:xfrm>
              <a:off x="2913777" y="532482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4D3B3">
                <a:alpha val="100000"/>
              </a:srgbClr>
            </a:solidFill>
            <a:ln w="5420" cap="flat">
              <a:solidFill>
                <a:srgbClr val="74D3B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22" name="pg3722"/>
            <p:cNvSpPr/>
            <p:nvPr/>
          </p:nvSpPr>
          <p:spPr>
            <a:xfrm>
              <a:off x="2925414" y="532482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4D3B3">
                <a:alpha val="100000"/>
              </a:srgbClr>
            </a:solidFill>
            <a:ln w="5420" cap="flat">
              <a:solidFill>
                <a:srgbClr val="74D3B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23" name="pg3723"/>
            <p:cNvSpPr/>
            <p:nvPr/>
          </p:nvSpPr>
          <p:spPr>
            <a:xfrm>
              <a:off x="4566278" y="532482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88D9BC">
                <a:alpha val="100000"/>
              </a:srgbClr>
            </a:solidFill>
            <a:ln w="5420" cap="flat">
              <a:solidFill>
                <a:srgbClr val="88D9B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24" name="pg3724"/>
            <p:cNvSpPr/>
            <p:nvPr/>
          </p:nvSpPr>
          <p:spPr>
            <a:xfrm>
              <a:off x="4577915" y="532482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88D9BC">
                <a:alpha val="100000"/>
              </a:srgbClr>
            </a:solidFill>
            <a:ln w="5420" cap="flat">
              <a:solidFill>
                <a:srgbClr val="88D9B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25" name="pg3725"/>
            <p:cNvSpPr/>
            <p:nvPr/>
          </p:nvSpPr>
          <p:spPr>
            <a:xfrm>
              <a:off x="4589552" y="532482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88D9BC">
                <a:alpha val="100000"/>
              </a:srgbClr>
            </a:solidFill>
            <a:ln w="5420" cap="flat">
              <a:solidFill>
                <a:srgbClr val="88D9B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26" name="pg3726"/>
            <p:cNvSpPr/>
            <p:nvPr/>
          </p:nvSpPr>
          <p:spPr>
            <a:xfrm>
              <a:off x="4601190" y="532482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88D9BC">
                <a:alpha val="100000"/>
              </a:srgbClr>
            </a:solidFill>
            <a:ln w="5420" cap="flat">
              <a:solidFill>
                <a:srgbClr val="88D9B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27" name="pg3727"/>
            <p:cNvSpPr/>
            <p:nvPr/>
          </p:nvSpPr>
          <p:spPr>
            <a:xfrm>
              <a:off x="4612827" y="532482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88D9BC">
                <a:alpha val="100000"/>
              </a:srgbClr>
            </a:solidFill>
            <a:ln w="5420" cap="flat">
              <a:solidFill>
                <a:srgbClr val="88D9B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28" name="pg3728"/>
            <p:cNvSpPr/>
            <p:nvPr/>
          </p:nvSpPr>
          <p:spPr>
            <a:xfrm>
              <a:off x="4671013" y="532482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89DABC">
                <a:alpha val="100000"/>
              </a:srgbClr>
            </a:solidFill>
            <a:ln w="5420" cap="flat">
              <a:solidFill>
                <a:srgbClr val="89DAB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29" name="pg3729"/>
            <p:cNvSpPr/>
            <p:nvPr/>
          </p:nvSpPr>
          <p:spPr>
            <a:xfrm>
              <a:off x="4682651" y="532482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89DABC">
                <a:alpha val="100000"/>
              </a:srgbClr>
            </a:solidFill>
            <a:ln w="5420" cap="flat">
              <a:solidFill>
                <a:srgbClr val="89DAB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30" name="pg3730"/>
            <p:cNvSpPr/>
            <p:nvPr/>
          </p:nvSpPr>
          <p:spPr>
            <a:xfrm>
              <a:off x="4694288" y="532482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89DABC">
                <a:alpha val="100000"/>
              </a:srgbClr>
            </a:solidFill>
            <a:ln w="5420" cap="flat">
              <a:solidFill>
                <a:srgbClr val="89DAB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31" name="pg3731"/>
            <p:cNvSpPr/>
            <p:nvPr/>
          </p:nvSpPr>
          <p:spPr>
            <a:xfrm>
              <a:off x="4705925" y="532482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89DABC">
                <a:alpha val="100000"/>
              </a:srgbClr>
            </a:solidFill>
            <a:ln w="5420" cap="flat">
              <a:solidFill>
                <a:srgbClr val="89DAB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32" name="pg3732"/>
            <p:cNvSpPr/>
            <p:nvPr/>
          </p:nvSpPr>
          <p:spPr>
            <a:xfrm>
              <a:off x="4717563" y="532482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8ADABC">
                <a:alpha val="100000"/>
              </a:srgbClr>
            </a:solidFill>
            <a:ln w="5420" cap="flat">
              <a:solidFill>
                <a:srgbClr val="8ADAB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33" name="pg3733"/>
            <p:cNvSpPr/>
            <p:nvPr/>
          </p:nvSpPr>
          <p:spPr>
            <a:xfrm>
              <a:off x="2867227" y="533912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3D3B3">
                <a:alpha val="100000"/>
              </a:srgbClr>
            </a:solidFill>
            <a:ln w="5420" cap="flat">
              <a:solidFill>
                <a:srgbClr val="73D3B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34" name="pg3734"/>
            <p:cNvSpPr/>
            <p:nvPr/>
          </p:nvSpPr>
          <p:spPr>
            <a:xfrm>
              <a:off x="2878865" y="533912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4D3B3">
                <a:alpha val="100000"/>
              </a:srgbClr>
            </a:solidFill>
            <a:ln w="5420" cap="flat">
              <a:solidFill>
                <a:srgbClr val="74D3B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35" name="pg3735"/>
            <p:cNvSpPr/>
            <p:nvPr/>
          </p:nvSpPr>
          <p:spPr>
            <a:xfrm>
              <a:off x="2890502" y="533912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4D3B3">
                <a:alpha val="100000"/>
              </a:srgbClr>
            </a:solidFill>
            <a:ln w="5420" cap="flat">
              <a:solidFill>
                <a:srgbClr val="74D3B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36" name="pg3736"/>
            <p:cNvSpPr/>
            <p:nvPr/>
          </p:nvSpPr>
          <p:spPr>
            <a:xfrm>
              <a:off x="2902139" y="533912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4D4B4">
                <a:alpha val="100000"/>
              </a:srgbClr>
            </a:solidFill>
            <a:ln w="5420" cap="flat">
              <a:solidFill>
                <a:srgbClr val="74D4B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37" name="pg3737"/>
            <p:cNvSpPr/>
            <p:nvPr/>
          </p:nvSpPr>
          <p:spPr>
            <a:xfrm>
              <a:off x="2913777" y="533912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5D4B4">
                <a:alpha val="100000"/>
              </a:srgbClr>
            </a:solidFill>
            <a:ln w="5420" cap="flat">
              <a:solidFill>
                <a:srgbClr val="75D4B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38" name="pg3738"/>
            <p:cNvSpPr/>
            <p:nvPr/>
          </p:nvSpPr>
          <p:spPr>
            <a:xfrm>
              <a:off x="4577915" y="533912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88D9BC">
                <a:alpha val="100000"/>
              </a:srgbClr>
            </a:solidFill>
            <a:ln w="5420" cap="flat">
              <a:solidFill>
                <a:srgbClr val="88D9B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39" name="pg3739"/>
            <p:cNvSpPr/>
            <p:nvPr/>
          </p:nvSpPr>
          <p:spPr>
            <a:xfrm>
              <a:off x="4589552" y="533912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88D9BC">
                <a:alpha val="100000"/>
              </a:srgbClr>
            </a:solidFill>
            <a:ln w="5420" cap="flat">
              <a:solidFill>
                <a:srgbClr val="88D9B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40" name="pg3740"/>
            <p:cNvSpPr/>
            <p:nvPr/>
          </p:nvSpPr>
          <p:spPr>
            <a:xfrm>
              <a:off x="4601190" y="533912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88D9BC">
                <a:alpha val="100000"/>
              </a:srgbClr>
            </a:solidFill>
            <a:ln w="5420" cap="flat">
              <a:solidFill>
                <a:srgbClr val="88D9B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41" name="pg3741"/>
            <p:cNvSpPr/>
            <p:nvPr/>
          </p:nvSpPr>
          <p:spPr>
            <a:xfrm>
              <a:off x="4612827" y="533912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88D9BC">
                <a:alpha val="100000"/>
              </a:srgbClr>
            </a:solidFill>
            <a:ln w="5420" cap="flat">
              <a:solidFill>
                <a:srgbClr val="88D9B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42" name="pg3742"/>
            <p:cNvSpPr/>
            <p:nvPr/>
          </p:nvSpPr>
          <p:spPr>
            <a:xfrm>
              <a:off x="4624464" y="533912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88D9BC">
                <a:alpha val="100000"/>
              </a:srgbClr>
            </a:solidFill>
            <a:ln w="5420" cap="flat">
              <a:solidFill>
                <a:srgbClr val="88D9B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43" name="pg3743"/>
            <p:cNvSpPr/>
            <p:nvPr/>
          </p:nvSpPr>
          <p:spPr>
            <a:xfrm>
              <a:off x="4636101" y="533912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89DABC">
                <a:alpha val="100000"/>
              </a:srgbClr>
            </a:solidFill>
            <a:ln w="5420" cap="flat">
              <a:solidFill>
                <a:srgbClr val="89DAB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44" name="pg3744"/>
            <p:cNvSpPr/>
            <p:nvPr/>
          </p:nvSpPr>
          <p:spPr>
            <a:xfrm>
              <a:off x="4659376" y="533912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89DABC">
                <a:alpha val="100000"/>
              </a:srgbClr>
            </a:solidFill>
            <a:ln w="5420" cap="flat">
              <a:solidFill>
                <a:srgbClr val="89DAB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45" name="pg3745"/>
            <p:cNvSpPr/>
            <p:nvPr/>
          </p:nvSpPr>
          <p:spPr>
            <a:xfrm>
              <a:off x="4671013" y="533912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89DABC">
                <a:alpha val="100000"/>
              </a:srgbClr>
            </a:solidFill>
            <a:ln w="5420" cap="flat">
              <a:solidFill>
                <a:srgbClr val="89DAB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46" name="pg3746"/>
            <p:cNvSpPr/>
            <p:nvPr/>
          </p:nvSpPr>
          <p:spPr>
            <a:xfrm>
              <a:off x="4682651" y="533912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89DABC">
                <a:alpha val="100000"/>
              </a:srgbClr>
            </a:solidFill>
            <a:ln w="5420" cap="flat">
              <a:solidFill>
                <a:srgbClr val="89DAB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47" name="pg3747"/>
            <p:cNvSpPr/>
            <p:nvPr/>
          </p:nvSpPr>
          <p:spPr>
            <a:xfrm>
              <a:off x="4694288" y="533912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89DABC">
                <a:alpha val="100000"/>
              </a:srgbClr>
            </a:solidFill>
            <a:ln w="5420" cap="flat">
              <a:solidFill>
                <a:srgbClr val="89DAB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48" name="pg3748"/>
            <p:cNvSpPr/>
            <p:nvPr/>
          </p:nvSpPr>
          <p:spPr>
            <a:xfrm>
              <a:off x="4705925" y="533912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89DABC">
                <a:alpha val="100000"/>
              </a:srgbClr>
            </a:solidFill>
            <a:ln w="5420" cap="flat">
              <a:solidFill>
                <a:srgbClr val="89DAB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49" name="pg3749"/>
            <p:cNvSpPr/>
            <p:nvPr/>
          </p:nvSpPr>
          <p:spPr>
            <a:xfrm>
              <a:off x="2855590" y="535342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4D4B4">
                <a:alpha val="100000"/>
              </a:srgbClr>
            </a:solidFill>
            <a:ln w="5420" cap="flat">
              <a:solidFill>
                <a:srgbClr val="74D4B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50" name="pg3750"/>
            <p:cNvSpPr/>
            <p:nvPr/>
          </p:nvSpPr>
          <p:spPr>
            <a:xfrm>
              <a:off x="2867227" y="535342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4D4B4">
                <a:alpha val="100000"/>
              </a:srgbClr>
            </a:solidFill>
            <a:ln w="5420" cap="flat">
              <a:solidFill>
                <a:srgbClr val="74D4B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51" name="pg3751"/>
            <p:cNvSpPr/>
            <p:nvPr/>
          </p:nvSpPr>
          <p:spPr>
            <a:xfrm>
              <a:off x="2878865" y="535342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5D4B4">
                <a:alpha val="100000"/>
              </a:srgbClr>
            </a:solidFill>
            <a:ln w="5420" cap="flat">
              <a:solidFill>
                <a:srgbClr val="75D4B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52" name="pg3752"/>
            <p:cNvSpPr/>
            <p:nvPr/>
          </p:nvSpPr>
          <p:spPr>
            <a:xfrm>
              <a:off x="2890502" y="535342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5D4B4">
                <a:alpha val="100000"/>
              </a:srgbClr>
            </a:solidFill>
            <a:ln w="5420" cap="flat">
              <a:solidFill>
                <a:srgbClr val="75D4B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53" name="pg3753"/>
            <p:cNvSpPr/>
            <p:nvPr/>
          </p:nvSpPr>
          <p:spPr>
            <a:xfrm>
              <a:off x="2902139" y="535342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5D4B4">
                <a:alpha val="100000"/>
              </a:srgbClr>
            </a:solidFill>
            <a:ln w="5420" cap="flat">
              <a:solidFill>
                <a:srgbClr val="75D4B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54" name="pg3754"/>
            <p:cNvSpPr/>
            <p:nvPr/>
          </p:nvSpPr>
          <p:spPr>
            <a:xfrm>
              <a:off x="2913777" y="535342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5D4B4">
                <a:alpha val="100000"/>
              </a:srgbClr>
            </a:solidFill>
            <a:ln w="5420" cap="flat">
              <a:solidFill>
                <a:srgbClr val="75D4B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55" name="pg3755"/>
            <p:cNvSpPr/>
            <p:nvPr/>
          </p:nvSpPr>
          <p:spPr>
            <a:xfrm>
              <a:off x="4577915" y="535342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88D9BC">
                <a:alpha val="100000"/>
              </a:srgbClr>
            </a:solidFill>
            <a:ln w="5420" cap="flat">
              <a:solidFill>
                <a:srgbClr val="88D9B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56" name="pg3756"/>
            <p:cNvSpPr/>
            <p:nvPr/>
          </p:nvSpPr>
          <p:spPr>
            <a:xfrm>
              <a:off x="4589552" y="535342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88D9BC">
                <a:alpha val="100000"/>
              </a:srgbClr>
            </a:solidFill>
            <a:ln w="5420" cap="flat">
              <a:solidFill>
                <a:srgbClr val="88D9B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57" name="pg3757"/>
            <p:cNvSpPr/>
            <p:nvPr/>
          </p:nvSpPr>
          <p:spPr>
            <a:xfrm>
              <a:off x="4601190" y="535342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88D9BC">
                <a:alpha val="100000"/>
              </a:srgbClr>
            </a:solidFill>
            <a:ln w="5420" cap="flat">
              <a:solidFill>
                <a:srgbClr val="88D9B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58" name="pg3758"/>
            <p:cNvSpPr/>
            <p:nvPr/>
          </p:nvSpPr>
          <p:spPr>
            <a:xfrm>
              <a:off x="4612827" y="535342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88D9BC">
                <a:alpha val="100000"/>
              </a:srgbClr>
            </a:solidFill>
            <a:ln w="5420" cap="flat">
              <a:solidFill>
                <a:srgbClr val="88D9B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59" name="pg3759"/>
            <p:cNvSpPr/>
            <p:nvPr/>
          </p:nvSpPr>
          <p:spPr>
            <a:xfrm>
              <a:off x="4624464" y="535342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89DABC">
                <a:alpha val="100000"/>
              </a:srgbClr>
            </a:solidFill>
            <a:ln w="5420" cap="flat">
              <a:solidFill>
                <a:srgbClr val="89DAB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60" name="pg3760"/>
            <p:cNvSpPr/>
            <p:nvPr/>
          </p:nvSpPr>
          <p:spPr>
            <a:xfrm>
              <a:off x="4636101" y="535342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89DABC">
                <a:alpha val="100000"/>
              </a:srgbClr>
            </a:solidFill>
            <a:ln w="5420" cap="flat">
              <a:solidFill>
                <a:srgbClr val="89DAB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61" name="pg3761"/>
            <p:cNvSpPr/>
            <p:nvPr/>
          </p:nvSpPr>
          <p:spPr>
            <a:xfrm>
              <a:off x="4647739" y="535342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89DABC">
                <a:alpha val="100000"/>
              </a:srgbClr>
            </a:solidFill>
            <a:ln w="5420" cap="flat">
              <a:solidFill>
                <a:srgbClr val="89DAB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62" name="pg3762"/>
            <p:cNvSpPr/>
            <p:nvPr/>
          </p:nvSpPr>
          <p:spPr>
            <a:xfrm>
              <a:off x="4659376" y="535342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89DABC">
                <a:alpha val="100000"/>
              </a:srgbClr>
            </a:solidFill>
            <a:ln w="5420" cap="flat">
              <a:solidFill>
                <a:srgbClr val="89DAB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63" name="pg3763"/>
            <p:cNvSpPr/>
            <p:nvPr/>
          </p:nvSpPr>
          <p:spPr>
            <a:xfrm>
              <a:off x="4671013" y="535342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89DABC">
                <a:alpha val="100000"/>
              </a:srgbClr>
            </a:solidFill>
            <a:ln w="5420" cap="flat">
              <a:solidFill>
                <a:srgbClr val="89DAB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64" name="pg3764"/>
            <p:cNvSpPr/>
            <p:nvPr/>
          </p:nvSpPr>
          <p:spPr>
            <a:xfrm>
              <a:off x="4682651" y="535342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89DABC">
                <a:alpha val="100000"/>
              </a:srgbClr>
            </a:solidFill>
            <a:ln w="5420" cap="flat">
              <a:solidFill>
                <a:srgbClr val="89DAB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65" name="pg3765"/>
            <p:cNvSpPr/>
            <p:nvPr/>
          </p:nvSpPr>
          <p:spPr>
            <a:xfrm>
              <a:off x="4694288" y="535342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89DABC">
                <a:alpha val="100000"/>
              </a:srgbClr>
            </a:solidFill>
            <a:ln w="5420" cap="flat">
              <a:solidFill>
                <a:srgbClr val="89DAB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66" name="pg3766"/>
            <p:cNvSpPr/>
            <p:nvPr/>
          </p:nvSpPr>
          <p:spPr>
            <a:xfrm>
              <a:off x="4705925" y="535342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8ADABC">
                <a:alpha val="100000"/>
              </a:srgbClr>
            </a:solidFill>
            <a:ln w="5420" cap="flat">
              <a:solidFill>
                <a:srgbClr val="8ADAB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67" name="pg3767"/>
            <p:cNvSpPr/>
            <p:nvPr/>
          </p:nvSpPr>
          <p:spPr>
            <a:xfrm>
              <a:off x="2855590" y="536772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5D4B4">
                <a:alpha val="100000"/>
              </a:srgbClr>
            </a:solidFill>
            <a:ln w="5420" cap="flat">
              <a:solidFill>
                <a:srgbClr val="75D4B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68" name="pg3768"/>
            <p:cNvSpPr/>
            <p:nvPr/>
          </p:nvSpPr>
          <p:spPr>
            <a:xfrm>
              <a:off x="2867227" y="536772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5D4B4">
                <a:alpha val="100000"/>
              </a:srgbClr>
            </a:solidFill>
            <a:ln w="5420" cap="flat">
              <a:solidFill>
                <a:srgbClr val="75D4B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69" name="pg3769"/>
            <p:cNvSpPr/>
            <p:nvPr/>
          </p:nvSpPr>
          <p:spPr>
            <a:xfrm>
              <a:off x="2878865" y="536772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6D4B4">
                <a:alpha val="100000"/>
              </a:srgbClr>
            </a:solidFill>
            <a:ln w="5420" cap="flat">
              <a:solidFill>
                <a:srgbClr val="76D4B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70" name="pg3770"/>
            <p:cNvSpPr/>
            <p:nvPr/>
          </p:nvSpPr>
          <p:spPr>
            <a:xfrm>
              <a:off x="2890502" y="536772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6D4B4">
                <a:alpha val="100000"/>
              </a:srgbClr>
            </a:solidFill>
            <a:ln w="5420" cap="flat">
              <a:solidFill>
                <a:srgbClr val="76D4B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71" name="pg3771"/>
            <p:cNvSpPr/>
            <p:nvPr/>
          </p:nvSpPr>
          <p:spPr>
            <a:xfrm>
              <a:off x="2902139" y="536772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6D4B4">
                <a:alpha val="100000"/>
              </a:srgbClr>
            </a:solidFill>
            <a:ln w="5420" cap="flat">
              <a:solidFill>
                <a:srgbClr val="76D4B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72" name="pg3772"/>
            <p:cNvSpPr/>
            <p:nvPr/>
          </p:nvSpPr>
          <p:spPr>
            <a:xfrm>
              <a:off x="4577915" y="536772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88D9BC">
                <a:alpha val="100000"/>
              </a:srgbClr>
            </a:solidFill>
            <a:ln w="5420" cap="flat">
              <a:solidFill>
                <a:srgbClr val="88D9B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73" name="pg3773"/>
            <p:cNvSpPr/>
            <p:nvPr/>
          </p:nvSpPr>
          <p:spPr>
            <a:xfrm>
              <a:off x="4589552" y="536772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88D9BC">
                <a:alpha val="100000"/>
              </a:srgbClr>
            </a:solidFill>
            <a:ln w="5420" cap="flat">
              <a:solidFill>
                <a:srgbClr val="88D9B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74" name="pg3774"/>
            <p:cNvSpPr/>
            <p:nvPr/>
          </p:nvSpPr>
          <p:spPr>
            <a:xfrm>
              <a:off x="4601190" y="536772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88D9BC">
                <a:alpha val="100000"/>
              </a:srgbClr>
            </a:solidFill>
            <a:ln w="5420" cap="flat">
              <a:solidFill>
                <a:srgbClr val="88D9B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75" name="pg3775"/>
            <p:cNvSpPr/>
            <p:nvPr/>
          </p:nvSpPr>
          <p:spPr>
            <a:xfrm>
              <a:off x="4612827" y="536772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89DABC">
                <a:alpha val="100000"/>
              </a:srgbClr>
            </a:solidFill>
            <a:ln w="5420" cap="flat">
              <a:solidFill>
                <a:srgbClr val="89DAB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76" name="pg3776"/>
            <p:cNvSpPr/>
            <p:nvPr/>
          </p:nvSpPr>
          <p:spPr>
            <a:xfrm>
              <a:off x="4624464" y="536772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89DABC">
                <a:alpha val="100000"/>
              </a:srgbClr>
            </a:solidFill>
            <a:ln w="5420" cap="flat">
              <a:solidFill>
                <a:srgbClr val="89DAB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77" name="pg3777"/>
            <p:cNvSpPr/>
            <p:nvPr/>
          </p:nvSpPr>
          <p:spPr>
            <a:xfrm>
              <a:off x="4636101" y="536772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89DABC">
                <a:alpha val="100000"/>
              </a:srgbClr>
            </a:solidFill>
            <a:ln w="5420" cap="flat">
              <a:solidFill>
                <a:srgbClr val="89DAB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78" name="pg3778"/>
            <p:cNvSpPr/>
            <p:nvPr/>
          </p:nvSpPr>
          <p:spPr>
            <a:xfrm>
              <a:off x="4647739" y="536772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89DABC">
                <a:alpha val="100000"/>
              </a:srgbClr>
            </a:solidFill>
            <a:ln w="5420" cap="flat">
              <a:solidFill>
                <a:srgbClr val="89DAB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79" name="pg3779"/>
            <p:cNvSpPr/>
            <p:nvPr/>
          </p:nvSpPr>
          <p:spPr>
            <a:xfrm>
              <a:off x="4659376" y="536772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89DABC">
                <a:alpha val="100000"/>
              </a:srgbClr>
            </a:solidFill>
            <a:ln w="5420" cap="flat">
              <a:solidFill>
                <a:srgbClr val="89DAB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80" name="pg3780"/>
            <p:cNvSpPr/>
            <p:nvPr/>
          </p:nvSpPr>
          <p:spPr>
            <a:xfrm>
              <a:off x="4671013" y="536772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89DABC">
                <a:alpha val="100000"/>
              </a:srgbClr>
            </a:solidFill>
            <a:ln w="5420" cap="flat">
              <a:solidFill>
                <a:srgbClr val="89DAB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81" name="pg3781"/>
            <p:cNvSpPr/>
            <p:nvPr/>
          </p:nvSpPr>
          <p:spPr>
            <a:xfrm>
              <a:off x="4682651" y="536772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89DABC">
                <a:alpha val="100000"/>
              </a:srgbClr>
            </a:solidFill>
            <a:ln w="5420" cap="flat">
              <a:solidFill>
                <a:srgbClr val="89DAB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82" name="pg3782"/>
            <p:cNvSpPr/>
            <p:nvPr/>
          </p:nvSpPr>
          <p:spPr>
            <a:xfrm>
              <a:off x="4694288" y="536772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8ADABC">
                <a:alpha val="100000"/>
              </a:srgbClr>
            </a:solidFill>
            <a:ln w="5420" cap="flat">
              <a:solidFill>
                <a:srgbClr val="8ADAB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83" name="pg3783"/>
            <p:cNvSpPr/>
            <p:nvPr/>
          </p:nvSpPr>
          <p:spPr>
            <a:xfrm>
              <a:off x="4705925" y="536772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8ADABC">
                <a:alpha val="100000"/>
              </a:srgbClr>
            </a:solidFill>
            <a:ln w="5420" cap="flat">
              <a:solidFill>
                <a:srgbClr val="8ADAB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84" name="pg3784"/>
            <p:cNvSpPr/>
            <p:nvPr/>
          </p:nvSpPr>
          <p:spPr>
            <a:xfrm>
              <a:off x="2855590" y="538202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7D4B5">
                <a:alpha val="100000"/>
              </a:srgbClr>
            </a:solidFill>
            <a:ln w="5420" cap="flat">
              <a:solidFill>
                <a:srgbClr val="77D4B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85" name="pg3785"/>
            <p:cNvSpPr/>
            <p:nvPr/>
          </p:nvSpPr>
          <p:spPr>
            <a:xfrm>
              <a:off x="2867227" y="538202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7D4B5">
                <a:alpha val="100000"/>
              </a:srgbClr>
            </a:solidFill>
            <a:ln w="5420" cap="flat">
              <a:solidFill>
                <a:srgbClr val="77D4B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86" name="pg3786"/>
            <p:cNvSpPr/>
            <p:nvPr/>
          </p:nvSpPr>
          <p:spPr>
            <a:xfrm>
              <a:off x="2878865" y="538202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7D4B5">
                <a:alpha val="100000"/>
              </a:srgbClr>
            </a:solidFill>
            <a:ln w="5420" cap="flat">
              <a:solidFill>
                <a:srgbClr val="77D4B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87" name="pg3787"/>
            <p:cNvSpPr/>
            <p:nvPr/>
          </p:nvSpPr>
          <p:spPr>
            <a:xfrm>
              <a:off x="2890502" y="538202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7D4B5">
                <a:alpha val="100000"/>
              </a:srgbClr>
            </a:solidFill>
            <a:ln w="5420" cap="flat">
              <a:solidFill>
                <a:srgbClr val="77D4B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88" name="pg3788"/>
            <p:cNvSpPr/>
            <p:nvPr/>
          </p:nvSpPr>
          <p:spPr>
            <a:xfrm>
              <a:off x="2902139" y="538202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7D4B5">
                <a:alpha val="100000"/>
              </a:srgbClr>
            </a:solidFill>
            <a:ln w="5420" cap="flat">
              <a:solidFill>
                <a:srgbClr val="77D4B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89" name="pg3789"/>
            <p:cNvSpPr/>
            <p:nvPr/>
          </p:nvSpPr>
          <p:spPr>
            <a:xfrm>
              <a:off x="4577915" y="538202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89D9BC">
                <a:alpha val="100000"/>
              </a:srgbClr>
            </a:solidFill>
            <a:ln w="5420" cap="flat">
              <a:solidFill>
                <a:srgbClr val="89D9B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90" name="pg3790"/>
            <p:cNvSpPr/>
            <p:nvPr/>
          </p:nvSpPr>
          <p:spPr>
            <a:xfrm>
              <a:off x="4589552" y="538202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89DABC">
                <a:alpha val="100000"/>
              </a:srgbClr>
            </a:solidFill>
            <a:ln w="5420" cap="flat">
              <a:solidFill>
                <a:srgbClr val="89DAB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91" name="pg3791"/>
            <p:cNvSpPr/>
            <p:nvPr/>
          </p:nvSpPr>
          <p:spPr>
            <a:xfrm>
              <a:off x="4601190" y="538202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89DABC">
                <a:alpha val="100000"/>
              </a:srgbClr>
            </a:solidFill>
            <a:ln w="5420" cap="flat">
              <a:solidFill>
                <a:srgbClr val="89DAB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92" name="pg3792"/>
            <p:cNvSpPr/>
            <p:nvPr/>
          </p:nvSpPr>
          <p:spPr>
            <a:xfrm>
              <a:off x="4612827" y="538202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89DABC">
                <a:alpha val="100000"/>
              </a:srgbClr>
            </a:solidFill>
            <a:ln w="5420" cap="flat">
              <a:solidFill>
                <a:srgbClr val="89DAB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93" name="pg3793"/>
            <p:cNvSpPr/>
            <p:nvPr/>
          </p:nvSpPr>
          <p:spPr>
            <a:xfrm>
              <a:off x="4624464" y="538202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89DABC">
                <a:alpha val="100000"/>
              </a:srgbClr>
            </a:solidFill>
            <a:ln w="5420" cap="flat">
              <a:solidFill>
                <a:srgbClr val="89DAB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94" name="pg3794"/>
            <p:cNvSpPr/>
            <p:nvPr/>
          </p:nvSpPr>
          <p:spPr>
            <a:xfrm>
              <a:off x="4636101" y="538202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89DABC">
                <a:alpha val="100000"/>
              </a:srgbClr>
            </a:solidFill>
            <a:ln w="5420" cap="flat">
              <a:solidFill>
                <a:srgbClr val="89DAB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95" name="pg3795"/>
            <p:cNvSpPr/>
            <p:nvPr/>
          </p:nvSpPr>
          <p:spPr>
            <a:xfrm>
              <a:off x="4647739" y="538202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89DABC">
                <a:alpha val="100000"/>
              </a:srgbClr>
            </a:solidFill>
            <a:ln w="5420" cap="flat">
              <a:solidFill>
                <a:srgbClr val="89DAB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96" name="pg3796"/>
            <p:cNvSpPr/>
            <p:nvPr/>
          </p:nvSpPr>
          <p:spPr>
            <a:xfrm>
              <a:off x="4659376" y="538202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89DABC">
                <a:alpha val="100000"/>
              </a:srgbClr>
            </a:solidFill>
            <a:ln w="5420" cap="flat">
              <a:solidFill>
                <a:srgbClr val="89DAB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97" name="pg3797"/>
            <p:cNvSpPr/>
            <p:nvPr/>
          </p:nvSpPr>
          <p:spPr>
            <a:xfrm>
              <a:off x="4671013" y="538202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89DABC">
                <a:alpha val="100000"/>
              </a:srgbClr>
            </a:solidFill>
            <a:ln w="5420" cap="flat">
              <a:solidFill>
                <a:srgbClr val="89DAB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98" name="pg3798"/>
            <p:cNvSpPr/>
            <p:nvPr/>
          </p:nvSpPr>
          <p:spPr>
            <a:xfrm>
              <a:off x="4682651" y="538202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8ADABC">
                <a:alpha val="100000"/>
              </a:srgbClr>
            </a:solidFill>
            <a:ln w="5420" cap="flat">
              <a:solidFill>
                <a:srgbClr val="8ADAB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99" name="pg3799"/>
            <p:cNvSpPr/>
            <p:nvPr/>
          </p:nvSpPr>
          <p:spPr>
            <a:xfrm>
              <a:off x="4694288" y="538202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8ADABC">
                <a:alpha val="100000"/>
              </a:srgbClr>
            </a:solidFill>
            <a:ln w="5420" cap="flat">
              <a:solidFill>
                <a:srgbClr val="8ADAB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00" name="pg3800"/>
            <p:cNvSpPr/>
            <p:nvPr/>
          </p:nvSpPr>
          <p:spPr>
            <a:xfrm>
              <a:off x="2843953" y="539632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7D4B5">
                <a:alpha val="100000"/>
              </a:srgbClr>
            </a:solidFill>
            <a:ln w="5420" cap="flat">
              <a:solidFill>
                <a:srgbClr val="77D4B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01" name="pg3801"/>
            <p:cNvSpPr/>
            <p:nvPr/>
          </p:nvSpPr>
          <p:spPr>
            <a:xfrm>
              <a:off x="2855590" y="539632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7D4B5">
                <a:alpha val="100000"/>
              </a:srgbClr>
            </a:solidFill>
            <a:ln w="5420" cap="flat">
              <a:solidFill>
                <a:srgbClr val="77D4B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02" name="pg3802"/>
            <p:cNvSpPr/>
            <p:nvPr/>
          </p:nvSpPr>
          <p:spPr>
            <a:xfrm>
              <a:off x="2867227" y="539632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8D4B5">
                <a:alpha val="100000"/>
              </a:srgbClr>
            </a:solidFill>
            <a:ln w="5420" cap="flat">
              <a:solidFill>
                <a:srgbClr val="78D4B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03" name="pg3803"/>
            <p:cNvSpPr/>
            <p:nvPr/>
          </p:nvSpPr>
          <p:spPr>
            <a:xfrm>
              <a:off x="2878865" y="539632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8D5B5">
                <a:alpha val="100000"/>
              </a:srgbClr>
            </a:solidFill>
            <a:ln w="5420" cap="flat">
              <a:solidFill>
                <a:srgbClr val="78D5B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04" name="pg3804"/>
            <p:cNvSpPr/>
            <p:nvPr/>
          </p:nvSpPr>
          <p:spPr>
            <a:xfrm>
              <a:off x="2890502" y="539632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8D5B5">
                <a:alpha val="100000"/>
              </a:srgbClr>
            </a:solidFill>
            <a:ln w="5420" cap="flat">
              <a:solidFill>
                <a:srgbClr val="78D5B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05" name="pg3805"/>
            <p:cNvSpPr/>
            <p:nvPr/>
          </p:nvSpPr>
          <p:spPr>
            <a:xfrm>
              <a:off x="4589552" y="539632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89DABC">
                <a:alpha val="100000"/>
              </a:srgbClr>
            </a:solidFill>
            <a:ln w="5420" cap="flat">
              <a:solidFill>
                <a:srgbClr val="89DAB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06" name="pg3806"/>
            <p:cNvSpPr/>
            <p:nvPr/>
          </p:nvSpPr>
          <p:spPr>
            <a:xfrm>
              <a:off x="4601190" y="539632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89DABC">
                <a:alpha val="100000"/>
              </a:srgbClr>
            </a:solidFill>
            <a:ln w="5420" cap="flat">
              <a:solidFill>
                <a:srgbClr val="89DAB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07" name="pg3807"/>
            <p:cNvSpPr/>
            <p:nvPr/>
          </p:nvSpPr>
          <p:spPr>
            <a:xfrm>
              <a:off x="4612827" y="539632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89DABC">
                <a:alpha val="100000"/>
              </a:srgbClr>
            </a:solidFill>
            <a:ln w="5420" cap="flat">
              <a:solidFill>
                <a:srgbClr val="89DAB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08" name="pg3808"/>
            <p:cNvSpPr/>
            <p:nvPr/>
          </p:nvSpPr>
          <p:spPr>
            <a:xfrm>
              <a:off x="4624464" y="539632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89DABC">
                <a:alpha val="100000"/>
              </a:srgbClr>
            </a:solidFill>
            <a:ln w="5420" cap="flat">
              <a:solidFill>
                <a:srgbClr val="89DAB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09" name="pg3809"/>
            <p:cNvSpPr/>
            <p:nvPr/>
          </p:nvSpPr>
          <p:spPr>
            <a:xfrm>
              <a:off x="4636101" y="539632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89DABC">
                <a:alpha val="100000"/>
              </a:srgbClr>
            </a:solidFill>
            <a:ln w="5420" cap="flat">
              <a:solidFill>
                <a:srgbClr val="89DAB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10" name="pg3810"/>
            <p:cNvSpPr/>
            <p:nvPr/>
          </p:nvSpPr>
          <p:spPr>
            <a:xfrm>
              <a:off x="4647739" y="539632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89DABC">
                <a:alpha val="100000"/>
              </a:srgbClr>
            </a:solidFill>
            <a:ln w="5420" cap="flat">
              <a:solidFill>
                <a:srgbClr val="89DAB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11" name="pg3811"/>
            <p:cNvSpPr/>
            <p:nvPr/>
          </p:nvSpPr>
          <p:spPr>
            <a:xfrm>
              <a:off x="4659376" y="539632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89DABC">
                <a:alpha val="100000"/>
              </a:srgbClr>
            </a:solidFill>
            <a:ln w="5420" cap="flat">
              <a:solidFill>
                <a:srgbClr val="89DAB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12" name="pg3812"/>
            <p:cNvSpPr/>
            <p:nvPr/>
          </p:nvSpPr>
          <p:spPr>
            <a:xfrm>
              <a:off x="4671013" y="539632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8ADABC">
                <a:alpha val="100000"/>
              </a:srgbClr>
            </a:solidFill>
            <a:ln w="5420" cap="flat">
              <a:solidFill>
                <a:srgbClr val="8ADAB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13" name="pg3813"/>
            <p:cNvSpPr/>
            <p:nvPr/>
          </p:nvSpPr>
          <p:spPr>
            <a:xfrm>
              <a:off x="4682651" y="539632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8ADABC">
                <a:alpha val="100000"/>
              </a:srgbClr>
            </a:solidFill>
            <a:ln w="5420" cap="flat">
              <a:solidFill>
                <a:srgbClr val="8ADAB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14" name="pg3814"/>
            <p:cNvSpPr/>
            <p:nvPr/>
          </p:nvSpPr>
          <p:spPr>
            <a:xfrm>
              <a:off x="2843953" y="541062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8D5B5">
                <a:alpha val="100000"/>
              </a:srgbClr>
            </a:solidFill>
            <a:ln w="5420" cap="flat">
              <a:solidFill>
                <a:srgbClr val="78D5B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15" name="pg3815"/>
            <p:cNvSpPr/>
            <p:nvPr/>
          </p:nvSpPr>
          <p:spPr>
            <a:xfrm>
              <a:off x="2855590" y="541062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8D5B5">
                <a:alpha val="100000"/>
              </a:srgbClr>
            </a:solidFill>
            <a:ln w="5420" cap="flat">
              <a:solidFill>
                <a:srgbClr val="78D5B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16" name="pg3816"/>
            <p:cNvSpPr/>
            <p:nvPr/>
          </p:nvSpPr>
          <p:spPr>
            <a:xfrm>
              <a:off x="2867227" y="541062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8D5B5">
                <a:alpha val="100000"/>
              </a:srgbClr>
            </a:solidFill>
            <a:ln w="5420" cap="flat">
              <a:solidFill>
                <a:srgbClr val="78D5B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17" name="pg3817"/>
            <p:cNvSpPr/>
            <p:nvPr/>
          </p:nvSpPr>
          <p:spPr>
            <a:xfrm>
              <a:off x="2878865" y="541062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9D5B5">
                <a:alpha val="100000"/>
              </a:srgbClr>
            </a:solidFill>
            <a:ln w="5420" cap="flat">
              <a:solidFill>
                <a:srgbClr val="79D5B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18" name="pg3818"/>
            <p:cNvSpPr/>
            <p:nvPr/>
          </p:nvSpPr>
          <p:spPr>
            <a:xfrm>
              <a:off x="2890502" y="541062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9D5B5">
                <a:alpha val="100000"/>
              </a:srgbClr>
            </a:solidFill>
            <a:ln w="5420" cap="flat">
              <a:solidFill>
                <a:srgbClr val="79D5B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19" name="pg3819"/>
            <p:cNvSpPr/>
            <p:nvPr/>
          </p:nvSpPr>
          <p:spPr>
            <a:xfrm>
              <a:off x="4601190" y="541062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89DABC">
                <a:alpha val="100000"/>
              </a:srgbClr>
            </a:solidFill>
            <a:ln w="5420" cap="flat">
              <a:solidFill>
                <a:srgbClr val="89DAB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20" name="pg3820"/>
            <p:cNvSpPr/>
            <p:nvPr/>
          </p:nvSpPr>
          <p:spPr>
            <a:xfrm>
              <a:off x="4612827" y="541062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89DABC">
                <a:alpha val="100000"/>
              </a:srgbClr>
            </a:solidFill>
            <a:ln w="5420" cap="flat">
              <a:solidFill>
                <a:srgbClr val="89DAB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21" name="pg3821"/>
            <p:cNvSpPr/>
            <p:nvPr/>
          </p:nvSpPr>
          <p:spPr>
            <a:xfrm>
              <a:off x="4624464" y="541062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89DABC">
                <a:alpha val="100000"/>
              </a:srgbClr>
            </a:solidFill>
            <a:ln w="5420" cap="flat">
              <a:solidFill>
                <a:srgbClr val="89DAB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22" name="pg3822"/>
            <p:cNvSpPr/>
            <p:nvPr/>
          </p:nvSpPr>
          <p:spPr>
            <a:xfrm>
              <a:off x="4636101" y="541062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89DABC">
                <a:alpha val="100000"/>
              </a:srgbClr>
            </a:solidFill>
            <a:ln w="5420" cap="flat">
              <a:solidFill>
                <a:srgbClr val="89DAB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23" name="pg3823"/>
            <p:cNvSpPr/>
            <p:nvPr/>
          </p:nvSpPr>
          <p:spPr>
            <a:xfrm>
              <a:off x="4647739" y="541062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89DABC">
                <a:alpha val="100000"/>
              </a:srgbClr>
            </a:solidFill>
            <a:ln w="5420" cap="flat">
              <a:solidFill>
                <a:srgbClr val="89DAB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24" name="pg3824"/>
            <p:cNvSpPr/>
            <p:nvPr/>
          </p:nvSpPr>
          <p:spPr>
            <a:xfrm>
              <a:off x="2843953" y="542492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9D5B5">
                <a:alpha val="100000"/>
              </a:srgbClr>
            </a:solidFill>
            <a:ln w="5420" cap="flat">
              <a:solidFill>
                <a:srgbClr val="79D5B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25" name="pg3825"/>
            <p:cNvSpPr/>
            <p:nvPr/>
          </p:nvSpPr>
          <p:spPr>
            <a:xfrm>
              <a:off x="2855590" y="542492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9D5B5">
                <a:alpha val="100000"/>
              </a:srgbClr>
            </a:solidFill>
            <a:ln w="5420" cap="flat">
              <a:solidFill>
                <a:srgbClr val="79D5B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26" name="pg3826"/>
            <p:cNvSpPr/>
            <p:nvPr/>
          </p:nvSpPr>
          <p:spPr>
            <a:xfrm>
              <a:off x="2867227" y="542492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9D5B5">
                <a:alpha val="100000"/>
              </a:srgbClr>
            </a:solidFill>
            <a:ln w="5420" cap="flat">
              <a:solidFill>
                <a:srgbClr val="79D5B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27" name="pg3827"/>
            <p:cNvSpPr/>
            <p:nvPr/>
          </p:nvSpPr>
          <p:spPr>
            <a:xfrm>
              <a:off x="2878865" y="542492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9D5B6">
                <a:alpha val="100000"/>
              </a:srgbClr>
            </a:solidFill>
            <a:ln w="5420" cap="flat">
              <a:solidFill>
                <a:srgbClr val="79D5B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28" name="pg3828"/>
            <p:cNvSpPr/>
            <p:nvPr/>
          </p:nvSpPr>
          <p:spPr>
            <a:xfrm>
              <a:off x="2890502" y="542492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9D5B6">
                <a:alpha val="100000"/>
              </a:srgbClr>
            </a:solidFill>
            <a:ln w="5420" cap="flat">
              <a:solidFill>
                <a:srgbClr val="79D5B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29" name="pg3829"/>
            <p:cNvSpPr/>
            <p:nvPr/>
          </p:nvSpPr>
          <p:spPr>
            <a:xfrm>
              <a:off x="2843953" y="543922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9D5B6">
                <a:alpha val="100000"/>
              </a:srgbClr>
            </a:solidFill>
            <a:ln w="5420" cap="flat">
              <a:solidFill>
                <a:srgbClr val="79D5B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30" name="pg3830"/>
            <p:cNvSpPr/>
            <p:nvPr/>
          </p:nvSpPr>
          <p:spPr>
            <a:xfrm>
              <a:off x="2855590" y="543922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9D5B6">
                <a:alpha val="100000"/>
              </a:srgbClr>
            </a:solidFill>
            <a:ln w="5420" cap="flat">
              <a:solidFill>
                <a:srgbClr val="79D5B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31" name="pg3831"/>
            <p:cNvSpPr/>
            <p:nvPr/>
          </p:nvSpPr>
          <p:spPr>
            <a:xfrm>
              <a:off x="2867227" y="543922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9D5B6">
                <a:alpha val="100000"/>
              </a:srgbClr>
            </a:solidFill>
            <a:ln w="5420" cap="flat">
              <a:solidFill>
                <a:srgbClr val="79D5B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32" name="pg3832"/>
            <p:cNvSpPr/>
            <p:nvPr/>
          </p:nvSpPr>
          <p:spPr>
            <a:xfrm>
              <a:off x="2878865" y="543922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AD5B6">
                <a:alpha val="100000"/>
              </a:srgbClr>
            </a:solidFill>
            <a:ln w="5420" cap="flat">
              <a:solidFill>
                <a:srgbClr val="7AD5B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33" name="pg3833"/>
            <p:cNvSpPr/>
            <p:nvPr/>
          </p:nvSpPr>
          <p:spPr>
            <a:xfrm>
              <a:off x="2832315" y="545352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AD5B6">
                <a:alpha val="100000"/>
              </a:srgbClr>
            </a:solidFill>
            <a:ln w="5420" cap="flat">
              <a:solidFill>
                <a:srgbClr val="7AD5B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34" name="pg3834"/>
            <p:cNvSpPr/>
            <p:nvPr/>
          </p:nvSpPr>
          <p:spPr>
            <a:xfrm>
              <a:off x="2843953" y="545352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AD5B6">
                <a:alpha val="100000"/>
              </a:srgbClr>
            </a:solidFill>
            <a:ln w="5420" cap="flat">
              <a:solidFill>
                <a:srgbClr val="7AD5B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35" name="pg3835"/>
            <p:cNvSpPr/>
            <p:nvPr/>
          </p:nvSpPr>
          <p:spPr>
            <a:xfrm>
              <a:off x="2855590" y="545352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AD5B6">
                <a:alpha val="100000"/>
              </a:srgbClr>
            </a:solidFill>
            <a:ln w="5420" cap="flat">
              <a:solidFill>
                <a:srgbClr val="7AD5B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36" name="pg3836"/>
            <p:cNvSpPr/>
            <p:nvPr/>
          </p:nvSpPr>
          <p:spPr>
            <a:xfrm>
              <a:off x="2867227" y="545352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AD5B6">
                <a:alpha val="100000"/>
              </a:srgbClr>
            </a:solidFill>
            <a:ln w="5420" cap="flat">
              <a:solidFill>
                <a:srgbClr val="7AD5B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37" name="pg3837"/>
            <p:cNvSpPr/>
            <p:nvPr/>
          </p:nvSpPr>
          <p:spPr>
            <a:xfrm>
              <a:off x="2878865" y="545352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AD5B6">
                <a:alpha val="100000"/>
              </a:srgbClr>
            </a:solidFill>
            <a:ln w="5420" cap="flat">
              <a:solidFill>
                <a:srgbClr val="7AD5B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38" name="pg3838"/>
            <p:cNvSpPr/>
            <p:nvPr/>
          </p:nvSpPr>
          <p:spPr>
            <a:xfrm>
              <a:off x="2832315" y="546782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AD5B6">
                <a:alpha val="100000"/>
              </a:srgbClr>
            </a:solidFill>
            <a:ln w="5420" cap="flat">
              <a:solidFill>
                <a:srgbClr val="7AD5B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39" name="pg3839"/>
            <p:cNvSpPr/>
            <p:nvPr/>
          </p:nvSpPr>
          <p:spPr>
            <a:xfrm>
              <a:off x="2843953" y="546782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AD5B6">
                <a:alpha val="100000"/>
              </a:srgbClr>
            </a:solidFill>
            <a:ln w="5420" cap="flat">
              <a:solidFill>
                <a:srgbClr val="7AD5B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40" name="pg3840"/>
            <p:cNvSpPr/>
            <p:nvPr/>
          </p:nvSpPr>
          <p:spPr>
            <a:xfrm>
              <a:off x="2855590" y="546782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AD5B6">
                <a:alpha val="100000"/>
              </a:srgbClr>
            </a:solidFill>
            <a:ln w="5420" cap="flat">
              <a:solidFill>
                <a:srgbClr val="7AD5B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41" name="pg3841"/>
            <p:cNvSpPr/>
            <p:nvPr/>
          </p:nvSpPr>
          <p:spPr>
            <a:xfrm>
              <a:off x="2867227" y="546782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BD5B6">
                <a:alpha val="100000"/>
              </a:srgbClr>
            </a:solidFill>
            <a:ln w="5420" cap="flat">
              <a:solidFill>
                <a:srgbClr val="7BD5B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42" name="pg3842"/>
            <p:cNvSpPr/>
            <p:nvPr/>
          </p:nvSpPr>
          <p:spPr>
            <a:xfrm>
              <a:off x="2878865" y="546782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BD5B6">
                <a:alpha val="100000"/>
              </a:srgbClr>
            </a:solidFill>
            <a:ln w="5420" cap="flat">
              <a:solidFill>
                <a:srgbClr val="7BD5B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43" name="pg3843"/>
            <p:cNvSpPr/>
            <p:nvPr/>
          </p:nvSpPr>
          <p:spPr>
            <a:xfrm>
              <a:off x="2832315" y="548212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BD5B6">
                <a:alpha val="100000"/>
              </a:srgbClr>
            </a:solidFill>
            <a:ln w="5420" cap="flat">
              <a:solidFill>
                <a:srgbClr val="7BD5B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44" name="pg3844"/>
            <p:cNvSpPr/>
            <p:nvPr/>
          </p:nvSpPr>
          <p:spPr>
            <a:xfrm>
              <a:off x="2843953" y="548212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BD5B6">
                <a:alpha val="100000"/>
              </a:srgbClr>
            </a:solidFill>
            <a:ln w="5420" cap="flat">
              <a:solidFill>
                <a:srgbClr val="7BD5B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45" name="pg3845"/>
            <p:cNvSpPr/>
            <p:nvPr/>
          </p:nvSpPr>
          <p:spPr>
            <a:xfrm>
              <a:off x="2855590" y="548212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BD5B6">
                <a:alpha val="100000"/>
              </a:srgbClr>
            </a:solidFill>
            <a:ln w="5420" cap="flat">
              <a:solidFill>
                <a:srgbClr val="7BD5B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46" name="pg3846"/>
            <p:cNvSpPr/>
            <p:nvPr/>
          </p:nvSpPr>
          <p:spPr>
            <a:xfrm>
              <a:off x="2867227" y="548212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BD5B6">
                <a:alpha val="100000"/>
              </a:srgbClr>
            </a:solidFill>
            <a:ln w="5420" cap="flat">
              <a:solidFill>
                <a:srgbClr val="7BD5B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47" name="pg3847"/>
            <p:cNvSpPr/>
            <p:nvPr/>
          </p:nvSpPr>
          <p:spPr>
            <a:xfrm>
              <a:off x="2878865" y="548212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BD6B6">
                <a:alpha val="100000"/>
              </a:srgbClr>
            </a:solidFill>
            <a:ln w="5420" cap="flat">
              <a:solidFill>
                <a:srgbClr val="7BD6B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48" name="pg3848"/>
            <p:cNvSpPr/>
            <p:nvPr/>
          </p:nvSpPr>
          <p:spPr>
            <a:xfrm>
              <a:off x="2832315" y="549642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BD6B6">
                <a:alpha val="100000"/>
              </a:srgbClr>
            </a:solidFill>
            <a:ln w="5420" cap="flat">
              <a:solidFill>
                <a:srgbClr val="7BD6B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49" name="pg3849"/>
            <p:cNvSpPr/>
            <p:nvPr/>
          </p:nvSpPr>
          <p:spPr>
            <a:xfrm>
              <a:off x="2843953" y="549642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BD6B6">
                <a:alpha val="100000"/>
              </a:srgbClr>
            </a:solidFill>
            <a:ln w="5420" cap="flat">
              <a:solidFill>
                <a:srgbClr val="7BD6B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50" name="pg3850"/>
            <p:cNvSpPr/>
            <p:nvPr/>
          </p:nvSpPr>
          <p:spPr>
            <a:xfrm>
              <a:off x="2855590" y="549642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BD6B6">
                <a:alpha val="100000"/>
              </a:srgbClr>
            </a:solidFill>
            <a:ln w="5420" cap="flat">
              <a:solidFill>
                <a:srgbClr val="7BD6B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51" name="pg3851"/>
            <p:cNvSpPr/>
            <p:nvPr/>
          </p:nvSpPr>
          <p:spPr>
            <a:xfrm>
              <a:off x="2867227" y="549642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CD6B7">
                <a:alpha val="100000"/>
              </a:srgbClr>
            </a:solidFill>
            <a:ln w="5420" cap="flat">
              <a:solidFill>
                <a:srgbClr val="7CD6B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52" name="pg3852"/>
            <p:cNvSpPr/>
            <p:nvPr/>
          </p:nvSpPr>
          <p:spPr>
            <a:xfrm>
              <a:off x="2832315" y="551072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CD6B7">
                <a:alpha val="100000"/>
              </a:srgbClr>
            </a:solidFill>
            <a:ln w="5420" cap="flat">
              <a:solidFill>
                <a:srgbClr val="7CD6B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53" name="pg3853"/>
            <p:cNvSpPr/>
            <p:nvPr/>
          </p:nvSpPr>
          <p:spPr>
            <a:xfrm>
              <a:off x="2843953" y="551072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CD6B7">
                <a:alpha val="100000"/>
              </a:srgbClr>
            </a:solidFill>
            <a:ln w="5420" cap="flat">
              <a:solidFill>
                <a:srgbClr val="7CD6B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54" name="pg3854"/>
            <p:cNvSpPr/>
            <p:nvPr/>
          </p:nvSpPr>
          <p:spPr>
            <a:xfrm>
              <a:off x="2855590" y="551072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CD6B7">
                <a:alpha val="100000"/>
              </a:srgbClr>
            </a:solidFill>
            <a:ln w="5420" cap="flat">
              <a:solidFill>
                <a:srgbClr val="7CD6B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55" name="pg3855"/>
            <p:cNvSpPr/>
            <p:nvPr/>
          </p:nvSpPr>
          <p:spPr>
            <a:xfrm>
              <a:off x="2867227" y="551072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CD6B7">
                <a:alpha val="100000"/>
              </a:srgbClr>
            </a:solidFill>
            <a:ln w="5420" cap="flat">
              <a:solidFill>
                <a:srgbClr val="7CD6B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56" name="pg3856"/>
            <p:cNvSpPr/>
            <p:nvPr/>
          </p:nvSpPr>
          <p:spPr>
            <a:xfrm>
              <a:off x="2832315" y="552502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DD6B7">
                <a:alpha val="100000"/>
              </a:srgbClr>
            </a:solidFill>
            <a:ln w="5420" cap="flat">
              <a:solidFill>
                <a:srgbClr val="7DD6B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57" name="pg3857"/>
            <p:cNvSpPr/>
            <p:nvPr/>
          </p:nvSpPr>
          <p:spPr>
            <a:xfrm>
              <a:off x="2843953" y="552502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DD6B7">
                <a:alpha val="100000"/>
              </a:srgbClr>
            </a:solidFill>
            <a:ln w="5420" cap="flat">
              <a:solidFill>
                <a:srgbClr val="7DD6B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58" name="pg3858"/>
            <p:cNvSpPr/>
            <p:nvPr/>
          </p:nvSpPr>
          <p:spPr>
            <a:xfrm>
              <a:off x="2855590" y="552502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DD6B7">
                <a:alpha val="100000"/>
              </a:srgbClr>
            </a:solidFill>
            <a:ln w="5420" cap="flat">
              <a:solidFill>
                <a:srgbClr val="7DD6B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59" name="pg3859"/>
            <p:cNvSpPr/>
            <p:nvPr/>
          </p:nvSpPr>
          <p:spPr>
            <a:xfrm>
              <a:off x="2867227" y="552502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DD6B7">
                <a:alpha val="100000"/>
              </a:srgbClr>
            </a:solidFill>
            <a:ln w="5420" cap="flat">
              <a:solidFill>
                <a:srgbClr val="7DD6B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60" name="pg3860"/>
            <p:cNvSpPr/>
            <p:nvPr/>
          </p:nvSpPr>
          <p:spPr>
            <a:xfrm>
              <a:off x="2832315" y="553933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DD6B7">
                <a:alpha val="100000"/>
              </a:srgbClr>
            </a:solidFill>
            <a:ln w="5420" cap="flat">
              <a:solidFill>
                <a:srgbClr val="7DD6B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61" name="pg3861"/>
            <p:cNvSpPr/>
            <p:nvPr/>
          </p:nvSpPr>
          <p:spPr>
            <a:xfrm>
              <a:off x="2843953" y="553933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DD6B7">
                <a:alpha val="100000"/>
              </a:srgbClr>
            </a:solidFill>
            <a:ln w="5420" cap="flat">
              <a:solidFill>
                <a:srgbClr val="7DD6B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62" name="pg3862"/>
            <p:cNvSpPr/>
            <p:nvPr/>
          </p:nvSpPr>
          <p:spPr>
            <a:xfrm>
              <a:off x="2855590" y="553933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DD6B7">
                <a:alpha val="100000"/>
              </a:srgbClr>
            </a:solidFill>
            <a:ln w="5420" cap="flat">
              <a:solidFill>
                <a:srgbClr val="7DD6B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63" name="pg3863"/>
            <p:cNvSpPr/>
            <p:nvPr/>
          </p:nvSpPr>
          <p:spPr>
            <a:xfrm>
              <a:off x="2867227" y="553933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DD6B7">
                <a:alpha val="100000"/>
              </a:srgbClr>
            </a:solidFill>
            <a:ln w="5420" cap="flat">
              <a:solidFill>
                <a:srgbClr val="7DD6B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64" name="pg3864"/>
            <p:cNvSpPr/>
            <p:nvPr/>
          </p:nvSpPr>
          <p:spPr>
            <a:xfrm>
              <a:off x="2832315" y="555363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DD6B7">
                <a:alpha val="100000"/>
              </a:srgbClr>
            </a:solidFill>
            <a:ln w="5420" cap="flat">
              <a:solidFill>
                <a:srgbClr val="7DD6B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65" name="pg3865"/>
            <p:cNvSpPr/>
            <p:nvPr/>
          </p:nvSpPr>
          <p:spPr>
            <a:xfrm>
              <a:off x="2843953" y="555363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DD6B7">
                <a:alpha val="100000"/>
              </a:srgbClr>
            </a:solidFill>
            <a:ln w="5420" cap="flat">
              <a:solidFill>
                <a:srgbClr val="7DD6B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66" name="pg3866"/>
            <p:cNvSpPr/>
            <p:nvPr/>
          </p:nvSpPr>
          <p:spPr>
            <a:xfrm>
              <a:off x="2855590" y="555363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ED6B7">
                <a:alpha val="100000"/>
              </a:srgbClr>
            </a:solidFill>
            <a:ln w="5420" cap="flat">
              <a:solidFill>
                <a:srgbClr val="7ED6B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67" name="pg3867"/>
            <p:cNvSpPr/>
            <p:nvPr/>
          </p:nvSpPr>
          <p:spPr>
            <a:xfrm>
              <a:off x="2399291" y="2540116"/>
              <a:ext cx="3705599" cy="2850404"/>
            </a:xfrm>
            <a:custGeom>
              <a:avLst/>
              <a:pathLst>
                <a:path w="3705599" h="2850404">
                  <a:moveTo>
                    <a:pt x="2893187" y="266106"/>
                  </a:moveTo>
                  <a:lnTo>
                    <a:pt x="2917831" y="266068"/>
                  </a:lnTo>
                  <a:lnTo>
                    <a:pt x="2961871" y="266005"/>
                  </a:lnTo>
                  <a:lnTo>
                    <a:pt x="3005910" y="265941"/>
                  </a:lnTo>
                  <a:lnTo>
                    <a:pt x="3049950" y="265884"/>
                  </a:lnTo>
                  <a:lnTo>
                    <a:pt x="3093989" y="265820"/>
                  </a:lnTo>
                  <a:lnTo>
                    <a:pt x="3138033" y="265757"/>
                  </a:lnTo>
                  <a:lnTo>
                    <a:pt x="3182073" y="265693"/>
                  </a:lnTo>
                  <a:lnTo>
                    <a:pt x="3226112" y="265630"/>
                  </a:lnTo>
                  <a:lnTo>
                    <a:pt x="3236535" y="240559"/>
                  </a:lnTo>
                  <a:lnTo>
                    <a:pt x="3246246" y="228887"/>
                  </a:lnTo>
                  <a:lnTo>
                    <a:pt x="3259547" y="232754"/>
                  </a:lnTo>
                  <a:lnTo>
                    <a:pt x="3266632" y="232430"/>
                  </a:lnTo>
                  <a:lnTo>
                    <a:pt x="3274508" y="226410"/>
                  </a:lnTo>
                  <a:lnTo>
                    <a:pt x="3280895" y="222752"/>
                  </a:lnTo>
                  <a:lnTo>
                    <a:pt x="3285102" y="223292"/>
                  </a:lnTo>
                  <a:lnTo>
                    <a:pt x="3288693" y="228804"/>
                  </a:lnTo>
                  <a:lnTo>
                    <a:pt x="3291680" y="232481"/>
                  </a:lnTo>
                  <a:lnTo>
                    <a:pt x="3295168" y="231408"/>
                  </a:lnTo>
                  <a:lnTo>
                    <a:pt x="3298155" y="226207"/>
                  </a:lnTo>
                  <a:lnTo>
                    <a:pt x="3298052" y="218993"/>
                  </a:lnTo>
                  <a:lnTo>
                    <a:pt x="3302140" y="213970"/>
                  </a:lnTo>
                  <a:lnTo>
                    <a:pt x="3306992" y="213201"/>
                  </a:lnTo>
                  <a:lnTo>
                    <a:pt x="3311478" y="213360"/>
                  </a:lnTo>
                  <a:lnTo>
                    <a:pt x="3313715" y="210909"/>
                  </a:lnTo>
                  <a:lnTo>
                    <a:pt x="3313467" y="207391"/>
                  </a:lnTo>
                  <a:lnTo>
                    <a:pt x="3311850" y="201726"/>
                  </a:lnTo>
                  <a:lnTo>
                    <a:pt x="3312398" y="194906"/>
                  </a:lnTo>
                  <a:lnTo>
                    <a:pt x="3323601" y="182859"/>
                  </a:lnTo>
                  <a:lnTo>
                    <a:pt x="3337337" y="174686"/>
                  </a:lnTo>
                  <a:lnTo>
                    <a:pt x="3342153" y="170603"/>
                  </a:lnTo>
                  <a:lnTo>
                    <a:pt x="3343554" y="162322"/>
                  </a:lnTo>
                  <a:lnTo>
                    <a:pt x="3351429" y="153717"/>
                  </a:lnTo>
                  <a:lnTo>
                    <a:pt x="3355367" y="148770"/>
                  </a:lnTo>
                  <a:lnTo>
                    <a:pt x="3356328" y="144471"/>
                  </a:lnTo>
                  <a:lnTo>
                    <a:pt x="3354287" y="139181"/>
                  </a:lnTo>
                  <a:lnTo>
                    <a:pt x="3354494" y="129097"/>
                  </a:lnTo>
                  <a:lnTo>
                    <a:pt x="3357202" y="117050"/>
                  </a:lnTo>
                  <a:lnTo>
                    <a:pt x="3360442" y="103930"/>
                  </a:lnTo>
                  <a:lnTo>
                    <a:pt x="3367703" y="92099"/>
                  </a:lnTo>
                  <a:lnTo>
                    <a:pt x="3379609" y="79195"/>
                  </a:lnTo>
                  <a:lnTo>
                    <a:pt x="3382673" y="62240"/>
                  </a:lnTo>
                  <a:lnTo>
                    <a:pt x="3385903" y="44357"/>
                  </a:lnTo>
                  <a:lnTo>
                    <a:pt x="3400295" y="26932"/>
                  </a:lnTo>
                  <a:lnTo>
                    <a:pt x="3416615" y="7169"/>
                  </a:lnTo>
                  <a:lnTo>
                    <a:pt x="3422535" y="0"/>
                  </a:lnTo>
                  <a:lnTo>
                    <a:pt x="3618932" y="0"/>
                  </a:lnTo>
                  <a:lnTo>
                    <a:pt x="3619257" y="14859"/>
                  </a:lnTo>
                  <a:lnTo>
                    <a:pt x="3619521" y="35130"/>
                  </a:lnTo>
                  <a:lnTo>
                    <a:pt x="3619800" y="56493"/>
                  </a:lnTo>
                  <a:lnTo>
                    <a:pt x="3620001" y="71740"/>
                  </a:lnTo>
                  <a:lnTo>
                    <a:pt x="3620347" y="92677"/>
                  </a:lnTo>
                  <a:lnTo>
                    <a:pt x="3620621" y="109334"/>
                  </a:lnTo>
                  <a:lnTo>
                    <a:pt x="3620988" y="131078"/>
                  </a:lnTo>
                  <a:lnTo>
                    <a:pt x="3621179" y="142699"/>
                  </a:lnTo>
                  <a:lnTo>
                    <a:pt x="3623045" y="146052"/>
                  </a:lnTo>
                  <a:lnTo>
                    <a:pt x="3621924" y="150631"/>
                  </a:lnTo>
                  <a:lnTo>
                    <a:pt x="3621433" y="152923"/>
                  </a:lnTo>
                  <a:lnTo>
                    <a:pt x="3621552" y="154746"/>
                  </a:lnTo>
                  <a:lnTo>
                    <a:pt x="3622296" y="157038"/>
                  </a:lnTo>
                  <a:lnTo>
                    <a:pt x="3622172" y="160245"/>
                  </a:lnTo>
                  <a:lnTo>
                    <a:pt x="3620435" y="163147"/>
                  </a:lnTo>
                  <a:lnTo>
                    <a:pt x="3619567" y="166500"/>
                  </a:lnTo>
                  <a:lnTo>
                    <a:pt x="3619319" y="171993"/>
                  </a:lnTo>
                  <a:lnTo>
                    <a:pt x="3621179" y="175353"/>
                  </a:lnTo>
                  <a:lnTo>
                    <a:pt x="3624285" y="177334"/>
                  </a:lnTo>
                  <a:lnTo>
                    <a:pt x="3626895" y="177334"/>
                  </a:lnTo>
                  <a:lnTo>
                    <a:pt x="3630249" y="179322"/>
                  </a:lnTo>
                  <a:lnTo>
                    <a:pt x="3634595" y="182834"/>
                  </a:lnTo>
                  <a:lnTo>
                    <a:pt x="3641173" y="185882"/>
                  </a:lnTo>
                  <a:lnTo>
                    <a:pt x="3648005" y="186949"/>
                  </a:lnTo>
                  <a:lnTo>
                    <a:pt x="3652723" y="186187"/>
                  </a:lnTo>
                  <a:lnTo>
                    <a:pt x="3658434" y="188174"/>
                  </a:lnTo>
                  <a:lnTo>
                    <a:pt x="3660423" y="193058"/>
                  </a:lnTo>
                  <a:lnTo>
                    <a:pt x="3659307" y="197630"/>
                  </a:lnTo>
                  <a:lnTo>
                    <a:pt x="3656077" y="199770"/>
                  </a:lnTo>
                  <a:lnTo>
                    <a:pt x="3652599" y="201453"/>
                  </a:lnTo>
                  <a:lnTo>
                    <a:pt x="3651979" y="204958"/>
                  </a:lnTo>
                  <a:lnTo>
                    <a:pt x="3653715" y="208623"/>
                  </a:lnTo>
                  <a:lnTo>
                    <a:pt x="3656201" y="211829"/>
                  </a:lnTo>
                  <a:lnTo>
                    <a:pt x="3658935" y="217462"/>
                  </a:lnTo>
                  <a:lnTo>
                    <a:pt x="3657813" y="222346"/>
                  </a:lnTo>
                  <a:lnTo>
                    <a:pt x="3655333" y="226467"/>
                  </a:lnTo>
                  <a:lnTo>
                    <a:pt x="3654212" y="230735"/>
                  </a:lnTo>
                  <a:lnTo>
                    <a:pt x="3656325" y="234405"/>
                  </a:lnTo>
                  <a:lnTo>
                    <a:pt x="3661912" y="239282"/>
                  </a:lnTo>
                  <a:lnTo>
                    <a:pt x="3665389" y="244013"/>
                  </a:lnTo>
                  <a:lnTo>
                    <a:pt x="3670857" y="246611"/>
                  </a:lnTo>
                  <a:lnTo>
                    <a:pt x="3673461" y="244775"/>
                  </a:lnTo>
                  <a:lnTo>
                    <a:pt x="3675575" y="242330"/>
                  </a:lnTo>
                  <a:lnTo>
                    <a:pt x="3677807" y="240501"/>
                  </a:lnTo>
                  <a:lnTo>
                    <a:pt x="3681657" y="241575"/>
                  </a:lnTo>
                  <a:lnTo>
                    <a:pt x="3686127" y="242946"/>
                  </a:lnTo>
                  <a:lnTo>
                    <a:pt x="3691011" y="244578"/>
                  </a:lnTo>
                  <a:lnTo>
                    <a:pt x="3690427" y="248535"/>
                  </a:lnTo>
                  <a:lnTo>
                    <a:pt x="3693404" y="255203"/>
                  </a:lnTo>
                  <a:lnTo>
                    <a:pt x="3695708" y="268024"/>
                  </a:lnTo>
                  <a:lnTo>
                    <a:pt x="3692169" y="273847"/>
                  </a:lnTo>
                  <a:lnTo>
                    <a:pt x="3692928" y="281563"/>
                  </a:lnTo>
                  <a:lnTo>
                    <a:pt x="3702742" y="283811"/>
                  </a:lnTo>
                  <a:lnTo>
                    <a:pt x="3705129" y="286173"/>
                  </a:lnTo>
                  <a:lnTo>
                    <a:pt x="3705599" y="289025"/>
                  </a:lnTo>
                  <a:lnTo>
                    <a:pt x="3683983" y="308806"/>
                  </a:lnTo>
                  <a:lnTo>
                    <a:pt x="3665694" y="306037"/>
                  </a:lnTo>
                  <a:lnTo>
                    <a:pt x="3655772" y="311283"/>
                  </a:lnTo>
                  <a:lnTo>
                    <a:pt x="3645380" y="312813"/>
                  </a:lnTo>
                  <a:lnTo>
                    <a:pt x="3640822" y="321653"/>
                  </a:lnTo>
                  <a:lnTo>
                    <a:pt x="3635117" y="323526"/>
                  </a:lnTo>
                  <a:lnTo>
                    <a:pt x="3627303" y="322993"/>
                  </a:lnTo>
                  <a:lnTo>
                    <a:pt x="3620565" y="320497"/>
                  </a:lnTo>
                  <a:lnTo>
                    <a:pt x="3615423" y="321723"/>
                  </a:lnTo>
                  <a:lnTo>
                    <a:pt x="3608229" y="337675"/>
                  </a:lnTo>
                  <a:lnTo>
                    <a:pt x="3602338" y="336284"/>
                  </a:lnTo>
                  <a:lnTo>
                    <a:pt x="3599992" y="342025"/>
                  </a:lnTo>
                  <a:lnTo>
                    <a:pt x="3596912" y="344534"/>
                  </a:lnTo>
                  <a:lnTo>
                    <a:pt x="3592395" y="346686"/>
                  </a:lnTo>
                  <a:lnTo>
                    <a:pt x="3588473" y="339599"/>
                  </a:lnTo>
                  <a:lnTo>
                    <a:pt x="3585977" y="332862"/>
                  </a:lnTo>
                  <a:lnTo>
                    <a:pt x="3582298" y="331382"/>
                  </a:lnTo>
                  <a:lnTo>
                    <a:pt x="3577409" y="329661"/>
                  </a:lnTo>
                  <a:lnTo>
                    <a:pt x="3572381" y="329718"/>
                  </a:lnTo>
                  <a:lnTo>
                    <a:pt x="3569027" y="330683"/>
                  </a:lnTo>
                  <a:lnTo>
                    <a:pt x="3564867" y="335040"/>
                  </a:lnTo>
                  <a:lnTo>
                    <a:pt x="3558836" y="338780"/>
                  </a:lnTo>
                  <a:lnTo>
                    <a:pt x="3554273" y="335662"/>
                  </a:lnTo>
                  <a:lnTo>
                    <a:pt x="3550702" y="330652"/>
                  </a:lnTo>
                  <a:lnTo>
                    <a:pt x="3547648" y="338710"/>
                  </a:lnTo>
                  <a:lnTo>
                    <a:pt x="3543204" y="347220"/>
                  </a:lnTo>
                  <a:lnTo>
                    <a:pt x="3543943" y="357145"/>
                  </a:lnTo>
                  <a:lnTo>
                    <a:pt x="3542031" y="363032"/>
                  </a:lnTo>
                  <a:lnTo>
                    <a:pt x="3537814" y="361445"/>
                  </a:lnTo>
                  <a:lnTo>
                    <a:pt x="3533618" y="356282"/>
                  </a:lnTo>
                  <a:lnTo>
                    <a:pt x="3521840" y="352154"/>
                  </a:lnTo>
                  <a:lnTo>
                    <a:pt x="3512461" y="352535"/>
                  </a:lnTo>
                  <a:lnTo>
                    <a:pt x="3514368" y="347023"/>
                  </a:lnTo>
                  <a:lnTo>
                    <a:pt x="3523236" y="339110"/>
                  </a:lnTo>
                  <a:lnTo>
                    <a:pt x="3520507" y="337561"/>
                  </a:lnTo>
                  <a:lnTo>
                    <a:pt x="3516156" y="338659"/>
                  </a:lnTo>
                  <a:lnTo>
                    <a:pt x="3514259" y="337561"/>
                  </a:lnTo>
                  <a:lnTo>
                    <a:pt x="3517370" y="330372"/>
                  </a:lnTo>
                  <a:lnTo>
                    <a:pt x="3517670" y="322441"/>
                  </a:lnTo>
                  <a:lnTo>
                    <a:pt x="3513701" y="325216"/>
                  </a:lnTo>
                  <a:lnTo>
                    <a:pt x="3508709" y="333585"/>
                  </a:lnTo>
                  <a:lnTo>
                    <a:pt x="3496632" y="340247"/>
                  </a:lnTo>
                  <a:lnTo>
                    <a:pt x="3497195" y="351398"/>
                  </a:lnTo>
                  <a:lnTo>
                    <a:pt x="3485826" y="374253"/>
                  </a:lnTo>
                  <a:lnTo>
                    <a:pt x="3485320" y="383982"/>
                  </a:lnTo>
                  <a:lnTo>
                    <a:pt x="3478028" y="391749"/>
                  </a:lnTo>
                  <a:lnTo>
                    <a:pt x="3468628" y="398429"/>
                  </a:lnTo>
                  <a:lnTo>
                    <a:pt x="3456091" y="396550"/>
                  </a:lnTo>
                  <a:lnTo>
                    <a:pt x="3446521" y="402354"/>
                  </a:lnTo>
                  <a:lnTo>
                    <a:pt x="3441663" y="409015"/>
                  </a:lnTo>
                  <a:lnTo>
                    <a:pt x="3437441" y="410019"/>
                  </a:lnTo>
                  <a:lnTo>
                    <a:pt x="3435240" y="401535"/>
                  </a:lnTo>
                  <a:lnTo>
                    <a:pt x="3433638" y="398912"/>
                  </a:lnTo>
                  <a:lnTo>
                    <a:pt x="3430113" y="411422"/>
                  </a:lnTo>
                  <a:lnTo>
                    <a:pt x="3426522" y="412197"/>
                  </a:lnTo>
                  <a:lnTo>
                    <a:pt x="3425163" y="403325"/>
                  </a:lnTo>
                  <a:lnTo>
                    <a:pt x="3423457" y="397464"/>
                  </a:lnTo>
                  <a:lnTo>
                    <a:pt x="3418563" y="402519"/>
                  </a:lnTo>
                  <a:lnTo>
                    <a:pt x="3415313" y="415918"/>
                  </a:lnTo>
                  <a:lnTo>
                    <a:pt x="3411907" y="414788"/>
                  </a:lnTo>
                  <a:lnTo>
                    <a:pt x="3410822" y="409803"/>
                  </a:lnTo>
                  <a:lnTo>
                    <a:pt x="3408383" y="408291"/>
                  </a:lnTo>
                  <a:lnTo>
                    <a:pt x="3407546" y="413988"/>
                  </a:lnTo>
                  <a:lnTo>
                    <a:pt x="3408776" y="422002"/>
                  </a:lnTo>
                  <a:lnTo>
                    <a:pt x="3407003" y="426282"/>
                  </a:lnTo>
                  <a:lnTo>
                    <a:pt x="3403618" y="423996"/>
                  </a:lnTo>
                  <a:lnTo>
                    <a:pt x="3400213" y="420141"/>
                  </a:lnTo>
                  <a:lnTo>
                    <a:pt x="3394595" y="423069"/>
                  </a:lnTo>
                  <a:lnTo>
                    <a:pt x="3389438" y="424256"/>
                  </a:lnTo>
                  <a:lnTo>
                    <a:pt x="3389417" y="420332"/>
                  </a:lnTo>
                  <a:lnTo>
                    <a:pt x="3390399" y="415518"/>
                  </a:lnTo>
                  <a:lnTo>
                    <a:pt x="3380121" y="418179"/>
                  </a:lnTo>
                  <a:lnTo>
                    <a:pt x="3367796" y="427057"/>
                  </a:lnTo>
                  <a:lnTo>
                    <a:pt x="3358225" y="439339"/>
                  </a:lnTo>
                  <a:lnTo>
                    <a:pt x="3361543" y="441383"/>
                  </a:lnTo>
                  <a:lnTo>
                    <a:pt x="3365279" y="445295"/>
                  </a:lnTo>
                  <a:lnTo>
                    <a:pt x="3348654" y="464270"/>
                  </a:lnTo>
                  <a:lnTo>
                    <a:pt x="3331611" y="481359"/>
                  </a:lnTo>
                  <a:lnTo>
                    <a:pt x="3318738" y="509244"/>
                  </a:lnTo>
                  <a:lnTo>
                    <a:pt x="3313571" y="512508"/>
                  </a:lnTo>
                  <a:lnTo>
                    <a:pt x="3309132" y="517620"/>
                  </a:lnTo>
                  <a:lnTo>
                    <a:pt x="3304419" y="534455"/>
                  </a:lnTo>
                  <a:lnTo>
                    <a:pt x="3298977" y="549442"/>
                  </a:lnTo>
                  <a:lnTo>
                    <a:pt x="3302021" y="556116"/>
                  </a:lnTo>
                  <a:lnTo>
                    <a:pt x="3304026" y="562981"/>
                  </a:lnTo>
                  <a:lnTo>
                    <a:pt x="3308858" y="569737"/>
                  </a:lnTo>
                  <a:lnTo>
                    <a:pt x="3312966" y="570347"/>
                  </a:lnTo>
                  <a:lnTo>
                    <a:pt x="3317415" y="569128"/>
                  </a:lnTo>
                  <a:lnTo>
                    <a:pt x="3320681" y="569414"/>
                  </a:lnTo>
                  <a:lnTo>
                    <a:pt x="3322780" y="572284"/>
                  </a:lnTo>
                  <a:lnTo>
                    <a:pt x="3321849" y="575726"/>
                  </a:lnTo>
                  <a:lnTo>
                    <a:pt x="3316718" y="576583"/>
                  </a:lnTo>
                  <a:lnTo>
                    <a:pt x="3307147" y="582603"/>
                  </a:lnTo>
                  <a:lnTo>
                    <a:pt x="3298755" y="584915"/>
                  </a:lnTo>
                  <a:lnTo>
                    <a:pt x="3294548" y="592192"/>
                  </a:lnTo>
                  <a:lnTo>
                    <a:pt x="3288244" y="600600"/>
                  </a:lnTo>
                  <a:lnTo>
                    <a:pt x="3275996" y="613720"/>
                  </a:lnTo>
                  <a:lnTo>
                    <a:pt x="3281231" y="617765"/>
                  </a:lnTo>
                  <a:lnTo>
                    <a:pt x="3300150" y="622325"/>
                  </a:lnTo>
                  <a:lnTo>
                    <a:pt x="3308584" y="627018"/>
                  </a:lnTo>
                  <a:lnTo>
                    <a:pt x="3321348" y="651524"/>
                  </a:lnTo>
                  <a:lnTo>
                    <a:pt x="3318433" y="653975"/>
                  </a:lnTo>
                  <a:lnTo>
                    <a:pt x="3317276" y="658465"/>
                  </a:lnTo>
                  <a:lnTo>
                    <a:pt x="3328624" y="664765"/>
                  </a:lnTo>
                  <a:lnTo>
                    <a:pt x="3332247" y="682362"/>
                  </a:lnTo>
                  <a:lnTo>
                    <a:pt x="3341564" y="688350"/>
                  </a:lnTo>
                  <a:lnTo>
                    <a:pt x="3355450" y="692033"/>
                  </a:lnTo>
                  <a:lnTo>
                    <a:pt x="3372431" y="686712"/>
                  </a:lnTo>
                  <a:lnTo>
                    <a:pt x="3386570" y="679390"/>
                  </a:lnTo>
                  <a:lnTo>
                    <a:pt x="3386074" y="673388"/>
                  </a:lnTo>
                  <a:lnTo>
                    <a:pt x="3377191" y="659424"/>
                  </a:lnTo>
                  <a:lnTo>
                    <a:pt x="3375051" y="652864"/>
                  </a:lnTo>
                  <a:lnTo>
                    <a:pt x="3368457" y="648616"/>
                  </a:lnTo>
                  <a:lnTo>
                    <a:pt x="3365951" y="652216"/>
                  </a:lnTo>
                  <a:lnTo>
                    <a:pt x="3361687" y="647542"/>
                  </a:lnTo>
                  <a:lnTo>
                    <a:pt x="3361207" y="644920"/>
                  </a:lnTo>
                  <a:lnTo>
                    <a:pt x="3365181" y="643643"/>
                  </a:lnTo>
                  <a:lnTo>
                    <a:pt x="3369801" y="644151"/>
                  </a:lnTo>
                  <a:lnTo>
                    <a:pt x="3375191" y="646596"/>
                  </a:lnTo>
                  <a:lnTo>
                    <a:pt x="3389061" y="661818"/>
                  </a:lnTo>
                  <a:lnTo>
                    <a:pt x="3392900" y="681771"/>
                  </a:lnTo>
                  <a:lnTo>
                    <a:pt x="3393722" y="694440"/>
                  </a:lnTo>
                  <a:lnTo>
                    <a:pt x="3392156" y="698771"/>
                  </a:lnTo>
                  <a:lnTo>
                    <a:pt x="3388120" y="697882"/>
                  </a:lnTo>
                  <a:lnTo>
                    <a:pt x="3380420" y="698746"/>
                  </a:lnTo>
                  <a:lnTo>
                    <a:pt x="3343890" y="705306"/>
                  </a:lnTo>
                  <a:lnTo>
                    <a:pt x="3335776" y="711084"/>
                  </a:lnTo>
                  <a:lnTo>
                    <a:pt x="3317173" y="717359"/>
                  </a:lnTo>
                  <a:lnTo>
                    <a:pt x="3316015" y="714228"/>
                  </a:lnTo>
                  <a:lnTo>
                    <a:pt x="3317359" y="707750"/>
                  </a:lnTo>
                  <a:lnTo>
                    <a:pt x="3316186" y="694484"/>
                  </a:lnTo>
                  <a:lnTo>
                    <a:pt x="3312516" y="693868"/>
                  </a:lnTo>
                  <a:lnTo>
                    <a:pt x="3283613" y="715498"/>
                  </a:lnTo>
                  <a:lnTo>
                    <a:pt x="3272441" y="716857"/>
                  </a:lnTo>
                  <a:lnTo>
                    <a:pt x="3263046" y="723188"/>
                  </a:lnTo>
                  <a:lnTo>
                    <a:pt x="3260943" y="719676"/>
                  </a:lnTo>
                  <a:lnTo>
                    <a:pt x="3259263" y="703458"/>
                  </a:lnTo>
                  <a:lnTo>
                    <a:pt x="3265144" y="689855"/>
                  </a:lnTo>
                  <a:lnTo>
                    <a:pt x="3262012" y="690071"/>
                  </a:lnTo>
                  <a:lnTo>
                    <a:pt x="3252194" y="698238"/>
                  </a:lnTo>
                  <a:lnTo>
                    <a:pt x="3247997" y="693214"/>
                  </a:lnTo>
                  <a:lnTo>
                    <a:pt x="3245894" y="687702"/>
                  </a:lnTo>
                  <a:lnTo>
                    <a:pt x="3242871" y="684584"/>
                  </a:lnTo>
                  <a:lnTo>
                    <a:pt x="3239595" y="683403"/>
                  </a:lnTo>
                  <a:lnTo>
                    <a:pt x="3242396" y="695443"/>
                  </a:lnTo>
                  <a:lnTo>
                    <a:pt x="3235740" y="704474"/>
                  </a:lnTo>
                  <a:lnTo>
                    <a:pt x="3233915" y="727830"/>
                  </a:lnTo>
                  <a:lnTo>
                    <a:pt x="3225549" y="737553"/>
                  </a:lnTo>
                  <a:lnTo>
                    <a:pt x="3199467" y="743802"/>
                  </a:lnTo>
                  <a:lnTo>
                    <a:pt x="3182465" y="742481"/>
                  </a:lnTo>
                  <a:lnTo>
                    <a:pt x="3167231" y="744424"/>
                  </a:lnTo>
                  <a:lnTo>
                    <a:pt x="3146974" y="748907"/>
                  </a:lnTo>
                  <a:lnTo>
                    <a:pt x="3135780" y="746240"/>
                  </a:lnTo>
                  <a:lnTo>
                    <a:pt x="3124313" y="750971"/>
                  </a:lnTo>
                  <a:lnTo>
                    <a:pt x="3085390" y="752260"/>
                  </a:lnTo>
                  <a:lnTo>
                    <a:pt x="3077183" y="749752"/>
                  </a:lnTo>
                  <a:lnTo>
                    <a:pt x="3066703" y="758687"/>
                  </a:lnTo>
                  <a:lnTo>
                    <a:pt x="3049924" y="763970"/>
                  </a:lnTo>
                  <a:lnTo>
                    <a:pt x="3007512" y="783993"/>
                  </a:lnTo>
                  <a:lnTo>
                    <a:pt x="2998159" y="791277"/>
                  </a:lnTo>
                  <a:lnTo>
                    <a:pt x="2986769" y="802651"/>
                  </a:lnTo>
                  <a:lnTo>
                    <a:pt x="2979121" y="808766"/>
                  </a:lnTo>
                  <a:lnTo>
                    <a:pt x="2972832" y="810754"/>
                  </a:lnTo>
                  <a:lnTo>
                    <a:pt x="2968966" y="815847"/>
                  </a:lnTo>
                  <a:lnTo>
                    <a:pt x="2964744" y="819174"/>
                  </a:lnTo>
                  <a:lnTo>
                    <a:pt x="2968821" y="807807"/>
                  </a:lnTo>
                  <a:lnTo>
                    <a:pt x="2973250" y="798224"/>
                  </a:lnTo>
                  <a:lnTo>
                    <a:pt x="2976930" y="779662"/>
                  </a:lnTo>
                  <a:lnTo>
                    <a:pt x="2975844" y="764650"/>
                  </a:lnTo>
                  <a:lnTo>
                    <a:pt x="2971281" y="758477"/>
                  </a:lnTo>
                  <a:lnTo>
                    <a:pt x="2966563" y="754362"/>
                  </a:lnTo>
                  <a:lnTo>
                    <a:pt x="2972093" y="769178"/>
                  </a:lnTo>
                  <a:lnTo>
                    <a:pt x="2972987" y="787346"/>
                  </a:lnTo>
                  <a:lnTo>
                    <a:pt x="2971085" y="797989"/>
                  </a:lnTo>
                  <a:lnTo>
                    <a:pt x="2960682" y="818520"/>
                  </a:lnTo>
                  <a:lnTo>
                    <a:pt x="2956253" y="823302"/>
                  </a:lnTo>
                  <a:lnTo>
                    <a:pt x="2951075" y="827506"/>
                  </a:lnTo>
                  <a:lnTo>
                    <a:pt x="2947174" y="829335"/>
                  </a:lnTo>
                  <a:lnTo>
                    <a:pt x="2943572" y="832618"/>
                  </a:lnTo>
                  <a:lnTo>
                    <a:pt x="2939386" y="837819"/>
                  </a:lnTo>
                  <a:lnTo>
                    <a:pt x="2935417" y="848145"/>
                  </a:lnTo>
                  <a:lnTo>
                    <a:pt x="2937820" y="857556"/>
                  </a:lnTo>
                  <a:lnTo>
                    <a:pt x="2958104" y="860992"/>
                  </a:lnTo>
                  <a:lnTo>
                    <a:pt x="2963545" y="858090"/>
                  </a:lnTo>
                  <a:lnTo>
                    <a:pt x="2966315" y="864827"/>
                  </a:lnTo>
                  <a:lnTo>
                    <a:pt x="2967865" y="874188"/>
                  </a:lnTo>
                  <a:lnTo>
                    <a:pt x="2966346" y="884310"/>
                  </a:lnTo>
                  <a:lnTo>
                    <a:pt x="2962956" y="894611"/>
                  </a:lnTo>
                  <a:lnTo>
                    <a:pt x="2960382" y="907400"/>
                  </a:lnTo>
                  <a:lnTo>
                    <a:pt x="2958202" y="926902"/>
                  </a:lnTo>
                  <a:lnTo>
                    <a:pt x="2954920" y="944449"/>
                  </a:lnTo>
                  <a:lnTo>
                    <a:pt x="2954491" y="939121"/>
                  </a:lnTo>
                  <a:lnTo>
                    <a:pt x="2956543" y="917790"/>
                  </a:lnTo>
                  <a:lnTo>
                    <a:pt x="2953220" y="920019"/>
                  </a:lnTo>
                  <a:lnTo>
                    <a:pt x="2950931" y="924940"/>
                  </a:lnTo>
                  <a:lnTo>
                    <a:pt x="2944740" y="952450"/>
                  </a:lnTo>
                  <a:lnTo>
                    <a:pt x="2936229" y="967113"/>
                  </a:lnTo>
                  <a:lnTo>
                    <a:pt x="2928389" y="977255"/>
                  </a:lnTo>
                  <a:lnTo>
                    <a:pt x="2920302" y="975578"/>
                  </a:lnTo>
                  <a:lnTo>
                    <a:pt x="2922121" y="983637"/>
                  </a:lnTo>
                  <a:lnTo>
                    <a:pt x="2919899" y="987834"/>
                  </a:lnTo>
                  <a:lnTo>
                    <a:pt x="2917997" y="996592"/>
                  </a:lnTo>
                  <a:lnTo>
                    <a:pt x="2913175" y="1002396"/>
                  </a:lnTo>
                  <a:lnTo>
                    <a:pt x="2908643" y="1001837"/>
                  </a:lnTo>
                  <a:lnTo>
                    <a:pt x="2902132" y="1005838"/>
                  </a:lnTo>
                  <a:lnTo>
                    <a:pt x="2899564" y="1008899"/>
                  </a:lnTo>
                  <a:lnTo>
                    <a:pt x="2899372" y="1014760"/>
                  </a:lnTo>
                  <a:lnTo>
                    <a:pt x="2895016" y="1019917"/>
                  </a:lnTo>
                  <a:lnTo>
                    <a:pt x="2879296" y="1046703"/>
                  </a:lnTo>
                  <a:lnTo>
                    <a:pt x="2865648" y="1054609"/>
                  </a:lnTo>
                  <a:lnTo>
                    <a:pt x="2862382" y="1053459"/>
                  </a:lnTo>
                  <a:lnTo>
                    <a:pt x="2865978" y="1040816"/>
                  </a:lnTo>
                  <a:lnTo>
                    <a:pt x="2868443" y="1028032"/>
                  </a:lnTo>
                  <a:lnTo>
                    <a:pt x="2860160" y="1022469"/>
                  </a:lnTo>
                  <a:lnTo>
                    <a:pt x="2852232" y="1019529"/>
                  </a:lnTo>
                  <a:lnTo>
                    <a:pt x="2843137" y="1019917"/>
                  </a:lnTo>
                  <a:lnTo>
                    <a:pt x="2833091" y="1009978"/>
                  </a:lnTo>
                  <a:lnTo>
                    <a:pt x="2820141" y="1002751"/>
                  </a:lnTo>
                  <a:lnTo>
                    <a:pt x="2802064" y="983199"/>
                  </a:lnTo>
                  <a:lnTo>
                    <a:pt x="2802591" y="977775"/>
                  </a:lnTo>
                  <a:lnTo>
                    <a:pt x="2802136" y="968675"/>
                  </a:lnTo>
                  <a:lnTo>
                    <a:pt x="2807630" y="954298"/>
                  </a:lnTo>
                  <a:lnTo>
                    <a:pt x="2812896" y="944245"/>
                  </a:lnTo>
                  <a:lnTo>
                    <a:pt x="2820167" y="939038"/>
                  </a:lnTo>
                  <a:lnTo>
                    <a:pt x="2841266" y="933735"/>
                  </a:lnTo>
                  <a:lnTo>
                    <a:pt x="2846558" y="925759"/>
                  </a:lnTo>
                  <a:lnTo>
                    <a:pt x="2849695" y="919041"/>
                  </a:lnTo>
                  <a:lnTo>
                    <a:pt x="2839241" y="930579"/>
                  </a:lnTo>
                  <a:lnTo>
                    <a:pt x="2823582" y="934491"/>
                  </a:lnTo>
                  <a:lnTo>
                    <a:pt x="2815144" y="938797"/>
                  </a:lnTo>
                  <a:lnTo>
                    <a:pt x="2808395" y="945382"/>
                  </a:lnTo>
                  <a:lnTo>
                    <a:pt x="2804400" y="953650"/>
                  </a:lnTo>
                  <a:lnTo>
                    <a:pt x="2795356" y="963614"/>
                  </a:lnTo>
                  <a:lnTo>
                    <a:pt x="2795992" y="970288"/>
                  </a:lnTo>
                  <a:lnTo>
                    <a:pt x="2797506" y="975032"/>
                  </a:lnTo>
                  <a:lnTo>
                    <a:pt x="2796808" y="984920"/>
                  </a:lnTo>
                  <a:lnTo>
                    <a:pt x="2802529" y="994559"/>
                  </a:lnTo>
                  <a:lnTo>
                    <a:pt x="2813872" y="1010353"/>
                  </a:lnTo>
                  <a:lnTo>
                    <a:pt x="2816038" y="1034884"/>
                  </a:lnTo>
                  <a:lnTo>
                    <a:pt x="2824694" y="1051300"/>
                  </a:lnTo>
                  <a:lnTo>
                    <a:pt x="2837959" y="1070440"/>
                  </a:lnTo>
                  <a:lnTo>
                    <a:pt x="2848160" y="1075883"/>
                  </a:lnTo>
                  <a:lnTo>
                    <a:pt x="2848656" y="1083001"/>
                  </a:lnTo>
                  <a:lnTo>
                    <a:pt x="2843948" y="1094756"/>
                  </a:lnTo>
                  <a:lnTo>
                    <a:pt x="2837742" y="1100128"/>
                  </a:lnTo>
                  <a:lnTo>
                    <a:pt x="2845814" y="1099055"/>
                  </a:lnTo>
                  <a:lnTo>
                    <a:pt x="2849835" y="1101741"/>
                  </a:lnTo>
                  <a:lnTo>
                    <a:pt x="2853746" y="1111546"/>
                  </a:lnTo>
                  <a:lnTo>
                    <a:pt x="2853442" y="1121555"/>
                  </a:lnTo>
                  <a:lnTo>
                    <a:pt x="2852119" y="1127194"/>
                  </a:lnTo>
                  <a:lnTo>
                    <a:pt x="2849674" y="1129442"/>
                  </a:lnTo>
                  <a:lnTo>
                    <a:pt x="2849778" y="1123682"/>
                  </a:lnTo>
                  <a:lnTo>
                    <a:pt x="2848046" y="1121682"/>
                  </a:lnTo>
                  <a:lnTo>
                    <a:pt x="2845189" y="1124177"/>
                  </a:lnTo>
                  <a:lnTo>
                    <a:pt x="2843339" y="1127022"/>
                  </a:lnTo>
                  <a:lnTo>
                    <a:pt x="2842569" y="1138231"/>
                  </a:lnTo>
                  <a:lnTo>
                    <a:pt x="2840610" y="1143832"/>
                  </a:lnTo>
                  <a:lnTo>
                    <a:pt x="2833685" y="1145496"/>
                  </a:lnTo>
                  <a:lnTo>
                    <a:pt x="2826662" y="1160203"/>
                  </a:lnTo>
                  <a:lnTo>
                    <a:pt x="2820130" y="1168547"/>
                  </a:lnTo>
                  <a:lnTo>
                    <a:pt x="2794426" y="1224971"/>
                  </a:lnTo>
                  <a:lnTo>
                    <a:pt x="2795408" y="1234401"/>
                  </a:lnTo>
                  <a:lnTo>
                    <a:pt x="2790705" y="1237436"/>
                  </a:lnTo>
                  <a:lnTo>
                    <a:pt x="2783584" y="1239907"/>
                  </a:lnTo>
                  <a:lnTo>
                    <a:pt x="2776380" y="1245546"/>
                  </a:lnTo>
                  <a:lnTo>
                    <a:pt x="2771600" y="1251763"/>
                  </a:lnTo>
                  <a:lnTo>
                    <a:pt x="2767161" y="1268484"/>
                  </a:lnTo>
                  <a:lnTo>
                    <a:pt x="2758655" y="1287306"/>
                  </a:lnTo>
                  <a:lnTo>
                    <a:pt x="2753348" y="1279463"/>
                  </a:lnTo>
                  <a:lnTo>
                    <a:pt x="2751989" y="1272751"/>
                  </a:lnTo>
                  <a:lnTo>
                    <a:pt x="2754350" y="1255243"/>
                  </a:lnTo>
                  <a:lnTo>
                    <a:pt x="2763549" y="1226539"/>
                  </a:lnTo>
                  <a:lnTo>
                    <a:pt x="2773683" y="1208695"/>
                  </a:lnTo>
                  <a:lnTo>
                    <a:pt x="2781414" y="1200236"/>
                  </a:lnTo>
                  <a:lnTo>
                    <a:pt x="2787770" y="1182995"/>
                  </a:lnTo>
                  <a:lnTo>
                    <a:pt x="2779739" y="1180423"/>
                  </a:lnTo>
                  <a:lnTo>
                    <a:pt x="2767497" y="1180702"/>
                  </a:lnTo>
                  <a:lnTo>
                    <a:pt x="2769802" y="1172745"/>
                  </a:lnTo>
                  <a:lnTo>
                    <a:pt x="2773373" y="1165734"/>
                  </a:lnTo>
                  <a:lnTo>
                    <a:pt x="2766991" y="1158749"/>
                  </a:lnTo>
                  <a:lnTo>
                    <a:pt x="2763213" y="1157860"/>
                  </a:lnTo>
                  <a:lnTo>
                    <a:pt x="2759322" y="1154996"/>
                  </a:lnTo>
                  <a:lnTo>
                    <a:pt x="2763885" y="1149179"/>
                  </a:lnTo>
                  <a:lnTo>
                    <a:pt x="2766112" y="1143032"/>
                  </a:lnTo>
                  <a:lnTo>
                    <a:pt x="2764753" y="1135551"/>
                  </a:lnTo>
                  <a:lnTo>
                    <a:pt x="2766665" y="1129918"/>
                  </a:lnTo>
                  <a:lnTo>
                    <a:pt x="2763477" y="1130769"/>
                  </a:lnTo>
                  <a:lnTo>
                    <a:pt x="2758350" y="1136732"/>
                  </a:lnTo>
                  <a:lnTo>
                    <a:pt x="2755162" y="1139113"/>
                  </a:lnTo>
                  <a:lnTo>
                    <a:pt x="2753219" y="1133836"/>
                  </a:lnTo>
                  <a:lnTo>
                    <a:pt x="2751002" y="1135030"/>
                  </a:lnTo>
                  <a:lnTo>
                    <a:pt x="2749560" y="1138656"/>
                  </a:lnTo>
                  <a:lnTo>
                    <a:pt x="2746289" y="1140650"/>
                  </a:lnTo>
                  <a:lnTo>
                    <a:pt x="2739380" y="1135691"/>
                  </a:lnTo>
                  <a:lnTo>
                    <a:pt x="2729308" y="1130013"/>
                  </a:lnTo>
                  <a:lnTo>
                    <a:pt x="2723701" y="1120246"/>
                  </a:lnTo>
                  <a:lnTo>
                    <a:pt x="2720502" y="1112677"/>
                  </a:lnTo>
                  <a:lnTo>
                    <a:pt x="2723752" y="1098979"/>
                  </a:lnTo>
                  <a:lnTo>
                    <a:pt x="2730713" y="1096547"/>
                  </a:lnTo>
                  <a:lnTo>
                    <a:pt x="2739757" y="1098769"/>
                  </a:lnTo>
                  <a:lnTo>
                    <a:pt x="2751612" y="1098750"/>
                  </a:lnTo>
                  <a:lnTo>
                    <a:pt x="2749917" y="1095708"/>
                  </a:lnTo>
                  <a:lnTo>
                    <a:pt x="2745684" y="1096210"/>
                  </a:lnTo>
                  <a:lnTo>
                    <a:pt x="2733189" y="1085097"/>
                  </a:lnTo>
                  <a:lnTo>
                    <a:pt x="2729168" y="1078385"/>
                  </a:lnTo>
                  <a:lnTo>
                    <a:pt x="2722254" y="1076543"/>
                  </a:lnTo>
                  <a:lnTo>
                    <a:pt x="2719101" y="1082995"/>
                  </a:lnTo>
                  <a:lnTo>
                    <a:pt x="2715603" y="1084710"/>
                  </a:lnTo>
                  <a:lnTo>
                    <a:pt x="2719923" y="1070593"/>
                  </a:lnTo>
                  <a:lnTo>
                    <a:pt x="2725571" y="1070015"/>
                  </a:lnTo>
                  <a:lnTo>
                    <a:pt x="2733912" y="1066103"/>
                  </a:lnTo>
                  <a:lnTo>
                    <a:pt x="2731488" y="1057930"/>
                  </a:lnTo>
                  <a:lnTo>
                    <a:pt x="2726223" y="1054355"/>
                  </a:lnTo>
                  <a:lnTo>
                    <a:pt x="2716714" y="1058838"/>
                  </a:lnTo>
                  <a:lnTo>
                    <a:pt x="2716828" y="1053091"/>
                  </a:lnTo>
                  <a:lnTo>
                    <a:pt x="2718610" y="1045731"/>
                  </a:lnTo>
                  <a:lnTo>
                    <a:pt x="2725778" y="1045756"/>
                  </a:lnTo>
                  <a:lnTo>
                    <a:pt x="2732057" y="1048157"/>
                  </a:lnTo>
                  <a:lnTo>
                    <a:pt x="2737400" y="1036269"/>
                  </a:lnTo>
                  <a:lnTo>
                    <a:pt x="2737638" y="1030960"/>
                  </a:lnTo>
                  <a:lnTo>
                    <a:pt x="2728760" y="1038676"/>
                  </a:lnTo>
                  <a:lnTo>
                    <a:pt x="2726765" y="1022031"/>
                  </a:lnTo>
                  <a:lnTo>
                    <a:pt x="2735504" y="1005977"/>
                  </a:lnTo>
                  <a:lnTo>
                    <a:pt x="2743839" y="998979"/>
                  </a:lnTo>
                  <a:lnTo>
                    <a:pt x="2754252" y="999183"/>
                  </a:lnTo>
                  <a:lnTo>
                    <a:pt x="2764836" y="998052"/>
                  </a:lnTo>
                  <a:lnTo>
                    <a:pt x="2758195" y="995112"/>
                  </a:lnTo>
                  <a:lnTo>
                    <a:pt x="2751379" y="993518"/>
                  </a:lnTo>
                  <a:lnTo>
                    <a:pt x="2756500" y="987174"/>
                  </a:lnTo>
                  <a:lnTo>
                    <a:pt x="2760867" y="986037"/>
                  </a:lnTo>
                  <a:lnTo>
                    <a:pt x="2765156" y="980506"/>
                  </a:lnTo>
                  <a:lnTo>
                    <a:pt x="2754841" y="981325"/>
                  </a:lnTo>
                  <a:lnTo>
                    <a:pt x="2756056" y="970860"/>
                  </a:lnTo>
                  <a:lnTo>
                    <a:pt x="2751043" y="972987"/>
                  </a:lnTo>
                  <a:lnTo>
                    <a:pt x="2745043" y="973971"/>
                  </a:lnTo>
                  <a:lnTo>
                    <a:pt x="2742708" y="978410"/>
                  </a:lnTo>
                  <a:lnTo>
                    <a:pt x="2743168" y="985783"/>
                  </a:lnTo>
                  <a:lnTo>
                    <a:pt x="2741416" y="990622"/>
                  </a:lnTo>
                  <a:lnTo>
                    <a:pt x="2736749" y="994509"/>
                  </a:lnTo>
                  <a:lnTo>
                    <a:pt x="2728868" y="997538"/>
                  </a:lnTo>
                  <a:lnTo>
                    <a:pt x="2728104" y="992286"/>
                  </a:lnTo>
                  <a:lnTo>
                    <a:pt x="2725499" y="989905"/>
                  </a:lnTo>
                  <a:lnTo>
                    <a:pt x="2724528" y="1001151"/>
                  </a:lnTo>
                  <a:lnTo>
                    <a:pt x="2722460" y="1004974"/>
                  </a:lnTo>
                  <a:lnTo>
                    <a:pt x="2716698" y="994420"/>
                  </a:lnTo>
                  <a:lnTo>
                    <a:pt x="2714967" y="996547"/>
                  </a:lnTo>
                  <a:lnTo>
                    <a:pt x="2715189" y="999545"/>
                  </a:lnTo>
                  <a:lnTo>
                    <a:pt x="2713717" y="1004726"/>
                  </a:lnTo>
                  <a:lnTo>
                    <a:pt x="2708776" y="1007425"/>
                  </a:lnTo>
                  <a:lnTo>
                    <a:pt x="2709081" y="1014068"/>
                  </a:lnTo>
                  <a:lnTo>
                    <a:pt x="2707164" y="1017688"/>
                  </a:lnTo>
                  <a:lnTo>
                    <a:pt x="2691340" y="1011921"/>
                  </a:lnTo>
                  <a:lnTo>
                    <a:pt x="2690968" y="1013877"/>
                  </a:lnTo>
                  <a:lnTo>
                    <a:pt x="2699919" y="1026311"/>
                  </a:lnTo>
                  <a:lnTo>
                    <a:pt x="2706456" y="1030560"/>
                  </a:lnTo>
                  <a:lnTo>
                    <a:pt x="2707252" y="1037342"/>
                  </a:lnTo>
                  <a:lnTo>
                    <a:pt x="2701640" y="1042968"/>
                  </a:lnTo>
                  <a:lnTo>
                    <a:pt x="2693898" y="1038110"/>
                  </a:lnTo>
                  <a:lnTo>
                    <a:pt x="2692596" y="1038466"/>
                  </a:lnTo>
                  <a:lnTo>
                    <a:pt x="2696803" y="1046798"/>
                  </a:lnTo>
                  <a:lnTo>
                    <a:pt x="2699454" y="1054075"/>
                  </a:lnTo>
                  <a:lnTo>
                    <a:pt x="2696725" y="1060172"/>
                  </a:lnTo>
                  <a:lnTo>
                    <a:pt x="2697149" y="1067678"/>
                  </a:lnTo>
                  <a:lnTo>
                    <a:pt x="2696560" y="1074485"/>
                  </a:lnTo>
                  <a:lnTo>
                    <a:pt x="2694891" y="1080423"/>
                  </a:lnTo>
                  <a:lnTo>
                    <a:pt x="2698653" y="1107793"/>
                  </a:lnTo>
                  <a:lnTo>
                    <a:pt x="2703185" y="1115236"/>
                  </a:lnTo>
                  <a:lnTo>
                    <a:pt x="2707639" y="1122355"/>
                  </a:lnTo>
                  <a:lnTo>
                    <a:pt x="2710001" y="1129016"/>
                  </a:lnTo>
                  <a:lnTo>
                    <a:pt x="2705273" y="1129988"/>
                  </a:lnTo>
                  <a:lnTo>
                    <a:pt x="2697743" y="1124507"/>
                  </a:lnTo>
                  <a:lnTo>
                    <a:pt x="2691129" y="1120329"/>
                  </a:lnTo>
                  <a:lnTo>
                    <a:pt x="2683248" y="1106968"/>
                  </a:lnTo>
                  <a:lnTo>
                    <a:pt x="2681945" y="1101633"/>
                  </a:lnTo>
                  <a:lnTo>
                    <a:pt x="2680023" y="1097417"/>
                  </a:lnTo>
                  <a:lnTo>
                    <a:pt x="2680953" y="1107101"/>
                  </a:lnTo>
                  <a:lnTo>
                    <a:pt x="2683765" y="1117916"/>
                  </a:lnTo>
                  <a:lnTo>
                    <a:pt x="2708446" y="1142117"/>
                  </a:lnTo>
                  <a:lnTo>
                    <a:pt x="2713003" y="1151401"/>
                  </a:lnTo>
                  <a:lnTo>
                    <a:pt x="2716476" y="1158698"/>
                  </a:lnTo>
                  <a:lnTo>
                    <a:pt x="2715603" y="1165690"/>
                  </a:lnTo>
                  <a:lnTo>
                    <a:pt x="2709169" y="1160743"/>
                  </a:lnTo>
                  <a:lnTo>
                    <a:pt x="2703619" y="1154437"/>
                  </a:lnTo>
                  <a:lnTo>
                    <a:pt x="2688886" y="1147312"/>
                  </a:lnTo>
                  <a:lnTo>
                    <a:pt x="2670308" y="1142809"/>
                  </a:lnTo>
                  <a:lnTo>
                    <a:pt x="2659833" y="1126247"/>
                  </a:lnTo>
                  <a:lnTo>
                    <a:pt x="2659869" y="1133157"/>
                  </a:lnTo>
                  <a:lnTo>
                    <a:pt x="2657543" y="1139018"/>
                  </a:lnTo>
                  <a:lnTo>
                    <a:pt x="2651141" y="1131874"/>
                  </a:lnTo>
                  <a:lnTo>
                    <a:pt x="2647105" y="1125778"/>
                  </a:lnTo>
                  <a:lnTo>
                    <a:pt x="2645751" y="1119097"/>
                  </a:lnTo>
                  <a:lnTo>
                    <a:pt x="2637756" y="1119554"/>
                  </a:lnTo>
                  <a:lnTo>
                    <a:pt x="2629374" y="1125358"/>
                  </a:lnTo>
                  <a:lnTo>
                    <a:pt x="2621266" y="1123980"/>
                  </a:lnTo>
                  <a:lnTo>
                    <a:pt x="2620305" y="1112651"/>
                  </a:lnTo>
                  <a:lnTo>
                    <a:pt x="2622496" y="1106650"/>
                  </a:lnTo>
                  <a:lnTo>
                    <a:pt x="2631596" y="1092457"/>
                  </a:lnTo>
                  <a:lnTo>
                    <a:pt x="2640170" y="1085211"/>
                  </a:lnTo>
                  <a:lnTo>
                    <a:pt x="2643952" y="1075857"/>
                  </a:lnTo>
                  <a:lnTo>
                    <a:pt x="2642660" y="1061353"/>
                  </a:lnTo>
                  <a:lnTo>
                    <a:pt x="2641048" y="1076111"/>
                  </a:lnTo>
                  <a:lnTo>
                    <a:pt x="2636149" y="1083427"/>
                  </a:lnTo>
                  <a:lnTo>
                    <a:pt x="2628449" y="1089015"/>
                  </a:lnTo>
                  <a:lnTo>
                    <a:pt x="2618315" y="1098973"/>
                  </a:lnTo>
                  <a:lnTo>
                    <a:pt x="2615840" y="1108181"/>
                  </a:lnTo>
                  <a:lnTo>
                    <a:pt x="2612677" y="1125422"/>
                  </a:lnTo>
                  <a:lnTo>
                    <a:pt x="2616956" y="1131258"/>
                  </a:lnTo>
                  <a:lnTo>
                    <a:pt x="2621328" y="1132782"/>
                  </a:lnTo>
                  <a:lnTo>
                    <a:pt x="2634242" y="1128870"/>
                  </a:lnTo>
                  <a:lnTo>
                    <a:pt x="2640924" y="1130617"/>
                  </a:lnTo>
                  <a:lnTo>
                    <a:pt x="2655786" y="1151376"/>
                  </a:lnTo>
                  <a:lnTo>
                    <a:pt x="2683460" y="1159587"/>
                  </a:lnTo>
                  <a:lnTo>
                    <a:pt x="2693552" y="1164718"/>
                  </a:lnTo>
                  <a:lnTo>
                    <a:pt x="2701779" y="1175552"/>
                  </a:lnTo>
                  <a:lnTo>
                    <a:pt x="2714146" y="1181788"/>
                  </a:lnTo>
                  <a:lnTo>
                    <a:pt x="2723742" y="1190850"/>
                  </a:lnTo>
                  <a:lnTo>
                    <a:pt x="2724000" y="1196762"/>
                  </a:lnTo>
                  <a:lnTo>
                    <a:pt x="2720678" y="1203754"/>
                  </a:lnTo>
                  <a:lnTo>
                    <a:pt x="2719365" y="1213216"/>
                  </a:lnTo>
                  <a:lnTo>
                    <a:pt x="2715288" y="1219185"/>
                  </a:lnTo>
                  <a:lnTo>
                    <a:pt x="2705500" y="1219871"/>
                  </a:lnTo>
                  <a:lnTo>
                    <a:pt x="2699588" y="1218334"/>
                  </a:lnTo>
                  <a:lnTo>
                    <a:pt x="2667807" y="1185071"/>
                  </a:lnTo>
                  <a:lnTo>
                    <a:pt x="2664013" y="1182010"/>
                  </a:lnTo>
                  <a:lnTo>
                    <a:pt x="2652226" y="1164591"/>
                  </a:lnTo>
                  <a:lnTo>
                    <a:pt x="2638397" y="1155262"/>
                  </a:lnTo>
                  <a:lnTo>
                    <a:pt x="2634118" y="1155459"/>
                  </a:lnTo>
                  <a:lnTo>
                    <a:pt x="2653802" y="1172713"/>
                  </a:lnTo>
                  <a:lnTo>
                    <a:pt x="2661838" y="1184779"/>
                  </a:lnTo>
                  <a:lnTo>
                    <a:pt x="2675992" y="1201696"/>
                  </a:lnTo>
                  <a:lnTo>
                    <a:pt x="2686111" y="1208860"/>
                  </a:lnTo>
                  <a:lnTo>
                    <a:pt x="2693557" y="1220036"/>
                  </a:lnTo>
                  <a:lnTo>
                    <a:pt x="2700477" y="1225275"/>
                  </a:lnTo>
                  <a:lnTo>
                    <a:pt x="2719370" y="1232737"/>
                  </a:lnTo>
                  <a:lnTo>
                    <a:pt x="2712802" y="1238097"/>
                  </a:lnTo>
                  <a:lnTo>
                    <a:pt x="2723287" y="1242663"/>
                  </a:lnTo>
                  <a:lnTo>
                    <a:pt x="2724786" y="1251058"/>
                  </a:lnTo>
                  <a:lnTo>
                    <a:pt x="2723825" y="1260628"/>
                  </a:lnTo>
                  <a:lnTo>
                    <a:pt x="2709272" y="1256843"/>
                  </a:lnTo>
                  <a:lnTo>
                    <a:pt x="2708797" y="1263892"/>
                  </a:lnTo>
                  <a:lnTo>
                    <a:pt x="2710099" y="1268052"/>
                  </a:lnTo>
                  <a:lnTo>
                    <a:pt x="2703671" y="1271487"/>
                  </a:lnTo>
                  <a:lnTo>
                    <a:pt x="2694730" y="1266826"/>
                  </a:lnTo>
                  <a:lnTo>
                    <a:pt x="2671517" y="1241329"/>
                  </a:lnTo>
                  <a:lnTo>
                    <a:pt x="2671713" y="1244739"/>
                  </a:lnTo>
                  <a:lnTo>
                    <a:pt x="2673594" y="1248696"/>
                  </a:lnTo>
                  <a:lnTo>
                    <a:pt x="2687056" y="1265111"/>
                  </a:lnTo>
                  <a:lnTo>
                    <a:pt x="2699071" y="1274955"/>
                  </a:lnTo>
                  <a:lnTo>
                    <a:pt x="2709257" y="1279400"/>
                  </a:lnTo>
                  <a:lnTo>
                    <a:pt x="2717107" y="1287649"/>
                  </a:lnTo>
                  <a:lnTo>
                    <a:pt x="2719877" y="1292640"/>
                  </a:lnTo>
                  <a:lnTo>
                    <a:pt x="2721727" y="1300210"/>
                  </a:lnTo>
                  <a:lnTo>
                    <a:pt x="2715908" y="1305354"/>
                  </a:lnTo>
                  <a:lnTo>
                    <a:pt x="2709283" y="1308193"/>
                  </a:lnTo>
                  <a:lnTo>
                    <a:pt x="2702813" y="1303061"/>
                  </a:lnTo>
                  <a:lnTo>
                    <a:pt x="2698069" y="1297657"/>
                  </a:lnTo>
                  <a:lnTo>
                    <a:pt x="2687966" y="1288481"/>
                  </a:lnTo>
                  <a:lnTo>
                    <a:pt x="2684938" y="1278225"/>
                  </a:lnTo>
                  <a:lnTo>
                    <a:pt x="2677253" y="1278752"/>
                  </a:lnTo>
                  <a:lnTo>
                    <a:pt x="2645136" y="1265747"/>
                  </a:lnTo>
                  <a:lnTo>
                    <a:pt x="2619323" y="1264248"/>
                  </a:lnTo>
                  <a:lnTo>
                    <a:pt x="2621845" y="1266864"/>
                  </a:lnTo>
                  <a:lnTo>
                    <a:pt x="2625111" y="1268604"/>
                  </a:lnTo>
                  <a:lnTo>
                    <a:pt x="2645668" y="1271811"/>
                  </a:lnTo>
                  <a:lnTo>
                    <a:pt x="2653792" y="1277800"/>
                  </a:lnTo>
                  <a:lnTo>
                    <a:pt x="2670700" y="1283115"/>
                  </a:lnTo>
                  <a:lnTo>
                    <a:pt x="2680602" y="1284569"/>
                  </a:lnTo>
                  <a:lnTo>
                    <a:pt x="2684617" y="1300896"/>
                  </a:lnTo>
                  <a:lnTo>
                    <a:pt x="2698301" y="1312130"/>
                  </a:lnTo>
                  <a:lnTo>
                    <a:pt x="2700079" y="1320455"/>
                  </a:lnTo>
                  <a:lnTo>
                    <a:pt x="2709422" y="1321389"/>
                  </a:lnTo>
                  <a:lnTo>
                    <a:pt x="2725861" y="1313222"/>
                  </a:lnTo>
                  <a:lnTo>
                    <a:pt x="2736470" y="1316086"/>
                  </a:lnTo>
                  <a:lnTo>
                    <a:pt x="2751772" y="1318423"/>
                  </a:lnTo>
                  <a:lnTo>
                    <a:pt x="2755270" y="1325015"/>
                  </a:lnTo>
                  <a:lnTo>
                    <a:pt x="2757896" y="1337557"/>
                  </a:lnTo>
                  <a:lnTo>
                    <a:pt x="2763306" y="1351667"/>
                  </a:lnTo>
                  <a:lnTo>
                    <a:pt x="2777337" y="1407303"/>
                  </a:lnTo>
                  <a:lnTo>
                    <a:pt x="2798416" y="1452810"/>
                  </a:lnTo>
                  <a:lnTo>
                    <a:pt x="2801010" y="1460646"/>
                  </a:lnTo>
                  <a:lnTo>
                    <a:pt x="2796111" y="1453769"/>
                  </a:lnTo>
                  <a:lnTo>
                    <a:pt x="2780473" y="1423630"/>
                  </a:lnTo>
                  <a:lnTo>
                    <a:pt x="2771843" y="1401867"/>
                  </a:lnTo>
                  <a:lnTo>
                    <a:pt x="2762975" y="1363441"/>
                  </a:lnTo>
                  <a:lnTo>
                    <a:pt x="2760402" y="1354836"/>
                  </a:lnTo>
                  <a:lnTo>
                    <a:pt x="2757374" y="1351401"/>
                  </a:lnTo>
                  <a:lnTo>
                    <a:pt x="2755379" y="1354195"/>
                  </a:lnTo>
                  <a:lnTo>
                    <a:pt x="2754521" y="1359091"/>
                  </a:lnTo>
                  <a:lnTo>
                    <a:pt x="2755968" y="1362850"/>
                  </a:lnTo>
                  <a:lnTo>
                    <a:pt x="2752475" y="1375500"/>
                  </a:lnTo>
                  <a:lnTo>
                    <a:pt x="2753989" y="1381305"/>
                  </a:lnTo>
                  <a:lnTo>
                    <a:pt x="2759663" y="1387306"/>
                  </a:lnTo>
                  <a:lnTo>
                    <a:pt x="2765828" y="1402280"/>
                  </a:lnTo>
                  <a:lnTo>
                    <a:pt x="2770753" y="1422442"/>
                  </a:lnTo>
                  <a:lnTo>
                    <a:pt x="2764092" y="1414269"/>
                  </a:lnTo>
                  <a:lnTo>
                    <a:pt x="2756981" y="1409938"/>
                  </a:lnTo>
                  <a:lnTo>
                    <a:pt x="2745917" y="1406617"/>
                  </a:lnTo>
                  <a:lnTo>
                    <a:pt x="2736062" y="1400794"/>
                  </a:lnTo>
                  <a:lnTo>
                    <a:pt x="2736780" y="1409145"/>
                  </a:lnTo>
                  <a:lnTo>
                    <a:pt x="2735835" y="1418162"/>
                  </a:lnTo>
                  <a:lnTo>
                    <a:pt x="2728238" y="1415412"/>
                  </a:lnTo>
                  <a:lnTo>
                    <a:pt x="2723070" y="1412421"/>
                  </a:lnTo>
                  <a:lnTo>
                    <a:pt x="2727644" y="1422030"/>
                  </a:lnTo>
                  <a:lnTo>
                    <a:pt x="2717716" y="1419147"/>
                  </a:lnTo>
                  <a:lnTo>
                    <a:pt x="2711102" y="1419750"/>
                  </a:lnTo>
                  <a:lnTo>
                    <a:pt x="2706802" y="1428278"/>
                  </a:lnTo>
                  <a:lnTo>
                    <a:pt x="2701035" y="1433454"/>
                  </a:lnTo>
                  <a:lnTo>
                    <a:pt x="2692508" y="1435124"/>
                  </a:lnTo>
                  <a:lnTo>
                    <a:pt x="2679858" y="1427326"/>
                  </a:lnTo>
                  <a:lnTo>
                    <a:pt x="2675760" y="1417857"/>
                  </a:lnTo>
                  <a:lnTo>
                    <a:pt x="2674065" y="1407316"/>
                  </a:lnTo>
                  <a:lnTo>
                    <a:pt x="2673388" y="1419782"/>
                  </a:lnTo>
                  <a:lnTo>
                    <a:pt x="2675641" y="1432762"/>
                  </a:lnTo>
                  <a:lnTo>
                    <a:pt x="2674850" y="1442630"/>
                  </a:lnTo>
                  <a:lnTo>
                    <a:pt x="2687031" y="1444446"/>
                  </a:lnTo>
                  <a:lnTo>
                    <a:pt x="2698420" y="1442833"/>
                  </a:lnTo>
                  <a:lnTo>
                    <a:pt x="2713789" y="1443246"/>
                  </a:lnTo>
                  <a:lnTo>
                    <a:pt x="2723814" y="1441398"/>
                  </a:lnTo>
                  <a:lnTo>
                    <a:pt x="2729850" y="1438261"/>
                  </a:lnTo>
                  <a:lnTo>
                    <a:pt x="2744325" y="1440979"/>
                  </a:lnTo>
                  <a:lnTo>
                    <a:pt x="2745353" y="1452899"/>
                  </a:lnTo>
                  <a:lnTo>
                    <a:pt x="2743700" y="1464749"/>
                  </a:lnTo>
                  <a:lnTo>
                    <a:pt x="2742863" y="1477367"/>
                  </a:lnTo>
                  <a:lnTo>
                    <a:pt x="2746873" y="1477284"/>
                  </a:lnTo>
                  <a:lnTo>
                    <a:pt x="2751586" y="1473252"/>
                  </a:lnTo>
                  <a:lnTo>
                    <a:pt x="2753942" y="1450651"/>
                  </a:lnTo>
                  <a:lnTo>
                    <a:pt x="2767172" y="1442300"/>
                  </a:lnTo>
                  <a:lnTo>
                    <a:pt x="2771605" y="1442872"/>
                  </a:lnTo>
                  <a:lnTo>
                    <a:pt x="2775817" y="1450136"/>
                  </a:lnTo>
                  <a:lnTo>
                    <a:pt x="2777233" y="1457503"/>
                  </a:lnTo>
                  <a:lnTo>
                    <a:pt x="2778727" y="1467619"/>
                  </a:lnTo>
                  <a:lnTo>
                    <a:pt x="2775636" y="1483031"/>
                  </a:lnTo>
                  <a:lnTo>
                    <a:pt x="2755312" y="1501054"/>
                  </a:lnTo>
                  <a:lnTo>
                    <a:pt x="2740754" y="1517717"/>
                  </a:lnTo>
                  <a:lnTo>
                    <a:pt x="2733313" y="1521115"/>
                  </a:lnTo>
                  <a:lnTo>
                    <a:pt x="2722579" y="1519178"/>
                  </a:lnTo>
                  <a:lnTo>
                    <a:pt x="2710409" y="1514987"/>
                  </a:lnTo>
                  <a:lnTo>
                    <a:pt x="2704441" y="1514142"/>
                  </a:lnTo>
                  <a:lnTo>
                    <a:pt x="2699903" y="1515539"/>
                  </a:lnTo>
                  <a:lnTo>
                    <a:pt x="2697139" y="1510408"/>
                  </a:lnTo>
                  <a:lnTo>
                    <a:pt x="2695356" y="1501047"/>
                  </a:lnTo>
                  <a:lnTo>
                    <a:pt x="2690622" y="1497942"/>
                  </a:lnTo>
                  <a:lnTo>
                    <a:pt x="2687041" y="1498285"/>
                  </a:lnTo>
                  <a:lnTo>
                    <a:pt x="2684597" y="1508230"/>
                  </a:lnTo>
                  <a:lnTo>
                    <a:pt x="2673243" y="1511056"/>
                  </a:lnTo>
                  <a:lnTo>
                    <a:pt x="2657807" y="1506947"/>
                  </a:lnTo>
                  <a:lnTo>
                    <a:pt x="2641642" y="1498584"/>
                  </a:lnTo>
                  <a:lnTo>
                    <a:pt x="2648577" y="1507557"/>
                  </a:lnTo>
                  <a:lnTo>
                    <a:pt x="2688689" y="1524296"/>
                  </a:lnTo>
                  <a:lnTo>
                    <a:pt x="2693206" y="1527427"/>
                  </a:lnTo>
                  <a:lnTo>
                    <a:pt x="2697423" y="1532006"/>
                  </a:lnTo>
                  <a:lnTo>
                    <a:pt x="2691811" y="1539188"/>
                  </a:lnTo>
                  <a:lnTo>
                    <a:pt x="2687413" y="1547278"/>
                  </a:lnTo>
                  <a:lnTo>
                    <a:pt x="2686793" y="1553629"/>
                  </a:lnTo>
                  <a:lnTo>
                    <a:pt x="2685242" y="1557636"/>
                  </a:lnTo>
                  <a:lnTo>
                    <a:pt x="2669248" y="1568431"/>
                  </a:lnTo>
                  <a:lnTo>
                    <a:pt x="2660582" y="1566526"/>
                  </a:lnTo>
                  <a:lnTo>
                    <a:pt x="2638438" y="1547062"/>
                  </a:lnTo>
                  <a:lnTo>
                    <a:pt x="2648526" y="1563897"/>
                  </a:lnTo>
                  <a:lnTo>
                    <a:pt x="2656603" y="1571041"/>
                  </a:lnTo>
                  <a:lnTo>
                    <a:pt x="2672866" y="1574852"/>
                  </a:lnTo>
                  <a:lnTo>
                    <a:pt x="2703371" y="1568558"/>
                  </a:lnTo>
                  <a:lnTo>
                    <a:pt x="2713376" y="1575430"/>
                  </a:lnTo>
                  <a:lnTo>
                    <a:pt x="2705164" y="1587603"/>
                  </a:lnTo>
                  <a:lnTo>
                    <a:pt x="2697004" y="1596145"/>
                  </a:lnTo>
                  <a:lnTo>
                    <a:pt x="2686302" y="1597097"/>
                  </a:lnTo>
                  <a:lnTo>
                    <a:pt x="2676876" y="1599409"/>
                  </a:lnTo>
                  <a:lnTo>
                    <a:pt x="2674111" y="1605283"/>
                  </a:lnTo>
                  <a:lnTo>
                    <a:pt x="2667393" y="1605651"/>
                  </a:lnTo>
                  <a:lnTo>
                    <a:pt x="2656892" y="1606000"/>
                  </a:lnTo>
                  <a:lnTo>
                    <a:pt x="2640635" y="1606534"/>
                  </a:lnTo>
                  <a:lnTo>
                    <a:pt x="2631705" y="1605162"/>
                  </a:lnTo>
                  <a:lnTo>
                    <a:pt x="2619230" y="1617164"/>
                  </a:lnTo>
                  <a:lnTo>
                    <a:pt x="2614522" y="1618815"/>
                  </a:lnTo>
                  <a:lnTo>
                    <a:pt x="2607944" y="1616561"/>
                  </a:lnTo>
                  <a:lnTo>
                    <a:pt x="2605184" y="1606921"/>
                  </a:lnTo>
                  <a:lnTo>
                    <a:pt x="2602244" y="1602184"/>
                  </a:lnTo>
                  <a:lnTo>
                    <a:pt x="2602171" y="1620219"/>
                  </a:lnTo>
                  <a:lnTo>
                    <a:pt x="2603324" y="1625077"/>
                  </a:lnTo>
                  <a:lnTo>
                    <a:pt x="2605680" y="1628741"/>
                  </a:lnTo>
                  <a:lnTo>
                    <a:pt x="2591087" y="1638527"/>
                  </a:lnTo>
                  <a:lnTo>
                    <a:pt x="2577118" y="1650733"/>
                  </a:lnTo>
                  <a:lnTo>
                    <a:pt x="2572111" y="1654054"/>
                  </a:lnTo>
                  <a:lnTo>
                    <a:pt x="2566421" y="1660169"/>
                  </a:lnTo>
                  <a:lnTo>
                    <a:pt x="2554768" y="1677830"/>
                  </a:lnTo>
                  <a:lnTo>
                    <a:pt x="2551889" y="1690708"/>
                  </a:lnTo>
                  <a:lnTo>
                    <a:pt x="2547678" y="1705066"/>
                  </a:lnTo>
                  <a:lnTo>
                    <a:pt x="2547145" y="1698602"/>
                  </a:lnTo>
                  <a:lnTo>
                    <a:pt x="2547869" y="1687717"/>
                  </a:lnTo>
                  <a:lnTo>
                    <a:pt x="2544985" y="1675251"/>
                  </a:lnTo>
                  <a:lnTo>
                    <a:pt x="2543156" y="1698087"/>
                  </a:lnTo>
                  <a:lnTo>
                    <a:pt x="2538629" y="1708699"/>
                  </a:lnTo>
                  <a:lnTo>
                    <a:pt x="2497086" y="1707950"/>
                  </a:lnTo>
                  <a:lnTo>
                    <a:pt x="2478900" y="1713716"/>
                  </a:lnTo>
                  <a:lnTo>
                    <a:pt x="2450984" y="1733116"/>
                  </a:lnTo>
                  <a:lnTo>
                    <a:pt x="2442638" y="1741619"/>
                  </a:lnTo>
                  <a:lnTo>
                    <a:pt x="2419580" y="1774495"/>
                  </a:lnTo>
                  <a:lnTo>
                    <a:pt x="2413694" y="1795534"/>
                  </a:lnTo>
                  <a:lnTo>
                    <a:pt x="2408976" y="1786688"/>
                  </a:lnTo>
                  <a:lnTo>
                    <a:pt x="2410144" y="1780052"/>
                  </a:lnTo>
                  <a:lnTo>
                    <a:pt x="2410237" y="1774629"/>
                  </a:lnTo>
                  <a:lnTo>
                    <a:pt x="2404428" y="1786263"/>
                  </a:lnTo>
                  <a:lnTo>
                    <a:pt x="2409942" y="1803205"/>
                  </a:lnTo>
                  <a:lnTo>
                    <a:pt x="2404992" y="1809676"/>
                  </a:lnTo>
                  <a:lnTo>
                    <a:pt x="2389762" y="1821755"/>
                  </a:lnTo>
                  <a:lnTo>
                    <a:pt x="2381427" y="1823736"/>
                  </a:lnTo>
                  <a:lnTo>
                    <a:pt x="2372068" y="1827172"/>
                  </a:lnTo>
                  <a:lnTo>
                    <a:pt x="2369122" y="1839085"/>
                  </a:lnTo>
                  <a:lnTo>
                    <a:pt x="2356415" y="1850071"/>
                  </a:lnTo>
                  <a:lnTo>
                    <a:pt x="2349010" y="1854936"/>
                  </a:lnTo>
                  <a:lnTo>
                    <a:pt x="2335449" y="1851989"/>
                  </a:lnTo>
                  <a:lnTo>
                    <a:pt x="2339625" y="1862569"/>
                  </a:lnTo>
                  <a:lnTo>
                    <a:pt x="2334643" y="1870577"/>
                  </a:lnTo>
                  <a:lnTo>
                    <a:pt x="2326065" y="1876718"/>
                  </a:lnTo>
                  <a:lnTo>
                    <a:pt x="2315399" y="1880725"/>
                  </a:lnTo>
                  <a:lnTo>
                    <a:pt x="2309285" y="1880236"/>
                  </a:lnTo>
                  <a:lnTo>
                    <a:pt x="2304061" y="1882363"/>
                  </a:lnTo>
                  <a:lnTo>
                    <a:pt x="2299968" y="1887456"/>
                  </a:lnTo>
                  <a:lnTo>
                    <a:pt x="2289968" y="1892219"/>
                  </a:lnTo>
                  <a:lnTo>
                    <a:pt x="2279581" y="1889539"/>
                  </a:lnTo>
                  <a:lnTo>
                    <a:pt x="2267809" y="1887932"/>
                  </a:lnTo>
                  <a:lnTo>
                    <a:pt x="2261251" y="1890790"/>
                  </a:lnTo>
                  <a:lnTo>
                    <a:pt x="2272274" y="1895515"/>
                  </a:lnTo>
                  <a:lnTo>
                    <a:pt x="2278176" y="1902360"/>
                  </a:lnTo>
                  <a:lnTo>
                    <a:pt x="2276961" y="1911588"/>
                  </a:lnTo>
                  <a:lnTo>
                    <a:pt x="2274010" y="1915150"/>
                  </a:lnTo>
                  <a:lnTo>
                    <a:pt x="2267055" y="1919976"/>
                  </a:lnTo>
                  <a:lnTo>
                    <a:pt x="2264001" y="1919259"/>
                  </a:lnTo>
                  <a:lnTo>
                    <a:pt x="2262135" y="1914909"/>
                  </a:lnTo>
                  <a:lnTo>
                    <a:pt x="2259872" y="1905847"/>
                  </a:lnTo>
                  <a:lnTo>
                    <a:pt x="2256637" y="1907777"/>
                  </a:lnTo>
                  <a:lnTo>
                    <a:pt x="2256078" y="1912000"/>
                  </a:lnTo>
                  <a:lnTo>
                    <a:pt x="2253298" y="1913505"/>
                  </a:lnTo>
                  <a:lnTo>
                    <a:pt x="2243433" y="1899071"/>
                  </a:lnTo>
                  <a:lnTo>
                    <a:pt x="2243924" y="1910082"/>
                  </a:lnTo>
                  <a:lnTo>
                    <a:pt x="2247371" y="1918541"/>
                  </a:lnTo>
                  <a:lnTo>
                    <a:pt x="2250704" y="1922834"/>
                  </a:lnTo>
                  <a:lnTo>
                    <a:pt x="2254068" y="1925361"/>
                  </a:lnTo>
                  <a:lnTo>
                    <a:pt x="2254895" y="1929286"/>
                  </a:lnTo>
                  <a:lnTo>
                    <a:pt x="2248146" y="1938850"/>
                  </a:lnTo>
                  <a:lnTo>
                    <a:pt x="2244673" y="1940977"/>
                  </a:lnTo>
                  <a:lnTo>
                    <a:pt x="2238493" y="1942527"/>
                  </a:lnTo>
                  <a:lnTo>
                    <a:pt x="2235015" y="1948420"/>
                  </a:lnTo>
                  <a:lnTo>
                    <a:pt x="2236043" y="1953494"/>
                  </a:lnTo>
                  <a:lnTo>
                    <a:pt x="2230638" y="1964505"/>
                  </a:lnTo>
                  <a:lnTo>
                    <a:pt x="2217713" y="1971383"/>
                  </a:lnTo>
                  <a:lnTo>
                    <a:pt x="2213765" y="1971116"/>
                  </a:lnTo>
                  <a:lnTo>
                    <a:pt x="2210546" y="1973129"/>
                  </a:lnTo>
                  <a:lnTo>
                    <a:pt x="2212427" y="1978032"/>
                  </a:lnTo>
                  <a:lnTo>
                    <a:pt x="2215651" y="1981601"/>
                  </a:lnTo>
                  <a:lnTo>
                    <a:pt x="2215538" y="1984915"/>
                  </a:lnTo>
                  <a:lnTo>
                    <a:pt x="2212122" y="1989418"/>
                  </a:lnTo>
                  <a:lnTo>
                    <a:pt x="2205378" y="1990675"/>
                  </a:lnTo>
                  <a:lnTo>
                    <a:pt x="2201590" y="1995813"/>
                  </a:lnTo>
                  <a:lnTo>
                    <a:pt x="2202789" y="2000658"/>
                  </a:lnTo>
                  <a:lnTo>
                    <a:pt x="2205016" y="2003363"/>
                  </a:lnTo>
                  <a:lnTo>
                    <a:pt x="2204551" y="2008025"/>
                  </a:lnTo>
                  <a:lnTo>
                    <a:pt x="2196882" y="2012705"/>
                  </a:lnTo>
                  <a:lnTo>
                    <a:pt x="2195084" y="2017309"/>
                  </a:lnTo>
                  <a:lnTo>
                    <a:pt x="2198892" y="2018668"/>
                  </a:lnTo>
                  <a:lnTo>
                    <a:pt x="2201822" y="2017309"/>
                  </a:lnTo>
                  <a:lnTo>
                    <a:pt x="2203967" y="2018299"/>
                  </a:lnTo>
                  <a:lnTo>
                    <a:pt x="2199368" y="2025996"/>
                  </a:lnTo>
                  <a:lnTo>
                    <a:pt x="2195239" y="2030689"/>
                  </a:lnTo>
                  <a:lnTo>
                    <a:pt x="2191316" y="2039122"/>
                  </a:lnTo>
                  <a:lnTo>
                    <a:pt x="2182216" y="2041453"/>
                  </a:lnTo>
                  <a:lnTo>
                    <a:pt x="2182557" y="2044177"/>
                  </a:lnTo>
                  <a:lnTo>
                    <a:pt x="2187699" y="2046590"/>
                  </a:lnTo>
                  <a:lnTo>
                    <a:pt x="2192004" y="2053074"/>
                  </a:lnTo>
                  <a:lnTo>
                    <a:pt x="2183916" y="2065045"/>
                  </a:lnTo>
                  <a:lnTo>
                    <a:pt x="2178867" y="2064060"/>
                  </a:lnTo>
                  <a:lnTo>
                    <a:pt x="2175782" y="2061425"/>
                  </a:lnTo>
                  <a:lnTo>
                    <a:pt x="2173813" y="2070874"/>
                  </a:lnTo>
                  <a:lnTo>
                    <a:pt x="2174568" y="2075917"/>
                  </a:lnTo>
                  <a:lnTo>
                    <a:pt x="2172645" y="2086223"/>
                  </a:lnTo>
                  <a:lnTo>
                    <a:pt x="2169555" y="2098613"/>
                  </a:lnTo>
                  <a:lnTo>
                    <a:pt x="2167457" y="2103699"/>
                  </a:lnTo>
                  <a:lnTo>
                    <a:pt x="2167902" y="2113174"/>
                  </a:lnTo>
                  <a:lnTo>
                    <a:pt x="2169199" y="2122325"/>
                  </a:lnTo>
                  <a:lnTo>
                    <a:pt x="2174149" y="2134118"/>
                  </a:lnTo>
                  <a:lnTo>
                    <a:pt x="2181710" y="2182343"/>
                  </a:lnTo>
                  <a:lnTo>
                    <a:pt x="2186857" y="2199089"/>
                  </a:lnTo>
                  <a:lnTo>
                    <a:pt x="2196128" y="2244272"/>
                  </a:lnTo>
                  <a:lnTo>
                    <a:pt x="2211471" y="2288077"/>
                  </a:lnTo>
                  <a:lnTo>
                    <a:pt x="2233118" y="2341026"/>
                  </a:lnTo>
                  <a:lnTo>
                    <a:pt x="2268646" y="2405203"/>
                  </a:lnTo>
                  <a:lnTo>
                    <a:pt x="2272899" y="2414348"/>
                  </a:lnTo>
                  <a:lnTo>
                    <a:pt x="2268274" y="2422102"/>
                  </a:lnTo>
                  <a:lnTo>
                    <a:pt x="2266863" y="2430135"/>
                  </a:lnTo>
                  <a:lnTo>
                    <a:pt x="2266460" y="2442245"/>
                  </a:lnTo>
                  <a:lnTo>
                    <a:pt x="2267742" y="2454044"/>
                  </a:lnTo>
                  <a:lnTo>
                    <a:pt x="2271943" y="2468453"/>
                  </a:lnTo>
                  <a:lnTo>
                    <a:pt x="2280015" y="2490483"/>
                  </a:lnTo>
                  <a:lnTo>
                    <a:pt x="2275499" y="2486088"/>
                  </a:lnTo>
                  <a:lnTo>
                    <a:pt x="2263809" y="2454470"/>
                  </a:lnTo>
                  <a:lnTo>
                    <a:pt x="2262450" y="2435901"/>
                  </a:lnTo>
                  <a:lnTo>
                    <a:pt x="2264135" y="2409560"/>
                  </a:lnTo>
                  <a:lnTo>
                    <a:pt x="2261391" y="2410195"/>
                  </a:lnTo>
                  <a:lnTo>
                    <a:pt x="2259164" y="2418755"/>
                  </a:lnTo>
                  <a:lnTo>
                    <a:pt x="2257939" y="2428808"/>
                  </a:lnTo>
                  <a:lnTo>
                    <a:pt x="2254973" y="2432700"/>
                  </a:lnTo>
                  <a:lnTo>
                    <a:pt x="2250926" y="2417364"/>
                  </a:lnTo>
                  <a:lnTo>
                    <a:pt x="2251210" y="2410430"/>
                  </a:lnTo>
                  <a:lnTo>
                    <a:pt x="2255505" y="2402327"/>
                  </a:lnTo>
                  <a:lnTo>
                    <a:pt x="2254259" y="2399412"/>
                  </a:lnTo>
                  <a:lnTo>
                    <a:pt x="2247309" y="2395265"/>
                  </a:lnTo>
                  <a:lnTo>
                    <a:pt x="2245831" y="2388743"/>
                  </a:lnTo>
                  <a:lnTo>
                    <a:pt x="2246771" y="2382304"/>
                  </a:lnTo>
                  <a:lnTo>
                    <a:pt x="2242782" y="2378862"/>
                  </a:lnTo>
                  <a:lnTo>
                    <a:pt x="2239661" y="2379027"/>
                  </a:lnTo>
                  <a:lnTo>
                    <a:pt x="2241753" y="2394903"/>
                  </a:lnTo>
                  <a:lnTo>
                    <a:pt x="2245056" y="2404651"/>
                  </a:lnTo>
                  <a:lnTo>
                    <a:pt x="2249138" y="2428014"/>
                  </a:lnTo>
                  <a:lnTo>
                    <a:pt x="2255727" y="2442169"/>
                  </a:lnTo>
                  <a:lnTo>
                    <a:pt x="2259567" y="2454038"/>
                  </a:lnTo>
                  <a:lnTo>
                    <a:pt x="2304438" y="2580696"/>
                  </a:lnTo>
                  <a:lnTo>
                    <a:pt x="2315058" y="2596826"/>
                  </a:lnTo>
                  <a:lnTo>
                    <a:pt x="2318985" y="2608409"/>
                  </a:lnTo>
                  <a:lnTo>
                    <a:pt x="2323073" y="2632630"/>
                  </a:lnTo>
                  <a:lnTo>
                    <a:pt x="2323998" y="2663728"/>
                  </a:lnTo>
                  <a:lnTo>
                    <a:pt x="2316665" y="2720564"/>
                  </a:lnTo>
                  <a:lnTo>
                    <a:pt x="2314996" y="2759333"/>
                  </a:lnTo>
                  <a:lnTo>
                    <a:pt x="2313947" y="2758145"/>
                  </a:lnTo>
                  <a:lnTo>
                    <a:pt x="2313244" y="2754062"/>
                  </a:lnTo>
                  <a:lnTo>
                    <a:pt x="2311549" y="2753503"/>
                  </a:lnTo>
                  <a:lnTo>
                    <a:pt x="2305182" y="2771265"/>
                  </a:lnTo>
                  <a:lnTo>
                    <a:pt x="2296531" y="2787287"/>
                  </a:lnTo>
                  <a:lnTo>
                    <a:pt x="2293684" y="2812187"/>
                  </a:lnTo>
                  <a:lnTo>
                    <a:pt x="2289534" y="2824653"/>
                  </a:lnTo>
                  <a:lnTo>
                    <a:pt x="2277075" y="2837843"/>
                  </a:lnTo>
                  <a:lnTo>
                    <a:pt x="2269354" y="2837506"/>
                  </a:lnTo>
                  <a:lnTo>
                    <a:pt x="2250420" y="2847400"/>
                  </a:lnTo>
                  <a:lnTo>
                    <a:pt x="2237118" y="2844822"/>
                  </a:lnTo>
                  <a:lnTo>
                    <a:pt x="2221269" y="2850404"/>
                  </a:lnTo>
                  <a:lnTo>
                    <a:pt x="2210840" y="2849781"/>
                  </a:lnTo>
                  <a:lnTo>
                    <a:pt x="2204820" y="2838014"/>
                  </a:lnTo>
                  <a:lnTo>
                    <a:pt x="2205740" y="2832750"/>
                  </a:lnTo>
                  <a:lnTo>
                    <a:pt x="2208137" y="2827460"/>
                  </a:lnTo>
                  <a:lnTo>
                    <a:pt x="2212199" y="2826228"/>
                  </a:lnTo>
                  <a:lnTo>
                    <a:pt x="2226199" y="2838560"/>
                  </a:lnTo>
                  <a:lnTo>
                    <a:pt x="2228839" y="2833372"/>
                  </a:lnTo>
                  <a:lnTo>
                    <a:pt x="2224612" y="2827199"/>
                  </a:lnTo>
                  <a:lnTo>
                    <a:pt x="2216519" y="2823757"/>
                  </a:lnTo>
                  <a:lnTo>
                    <a:pt x="2210540" y="2819973"/>
                  </a:lnTo>
                  <a:lnTo>
                    <a:pt x="2198494" y="2791859"/>
                  </a:lnTo>
                  <a:lnTo>
                    <a:pt x="2186014" y="2772554"/>
                  </a:lnTo>
                  <a:lnTo>
                    <a:pt x="2183911" y="2759650"/>
                  </a:lnTo>
                  <a:lnTo>
                    <a:pt x="2162393" y="2751782"/>
                  </a:lnTo>
                  <a:lnTo>
                    <a:pt x="2146812" y="2739869"/>
                  </a:lnTo>
                  <a:lnTo>
                    <a:pt x="2136652" y="2718678"/>
                  </a:lnTo>
                  <a:lnTo>
                    <a:pt x="2130823" y="2681102"/>
                  </a:lnTo>
                  <a:lnTo>
                    <a:pt x="2123950" y="2676879"/>
                  </a:lnTo>
                  <a:lnTo>
                    <a:pt x="2121046" y="2673958"/>
                  </a:lnTo>
                  <a:lnTo>
                    <a:pt x="2127759" y="2660013"/>
                  </a:lnTo>
                  <a:lnTo>
                    <a:pt x="2134833" y="2648322"/>
                  </a:lnTo>
                  <a:lnTo>
                    <a:pt x="2129237" y="2651230"/>
                  </a:lnTo>
                  <a:lnTo>
                    <a:pt x="2125108" y="2655555"/>
                  </a:lnTo>
                  <a:lnTo>
                    <a:pt x="2119857" y="2665880"/>
                  </a:lnTo>
                  <a:lnTo>
                    <a:pt x="2116023" y="2667468"/>
                  </a:lnTo>
                  <a:lnTo>
                    <a:pt x="2112509" y="2665880"/>
                  </a:lnTo>
                  <a:lnTo>
                    <a:pt x="2108457" y="2646074"/>
                  </a:lnTo>
                  <a:lnTo>
                    <a:pt x="2109615" y="2621726"/>
                  </a:lnTo>
                  <a:lnTo>
                    <a:pt x="2115294" y="2612620"/>
                  </a:lnTo>
                  <a:lnTo>
                    <a:pt x="2106571" y="2612378"/>
                  </a:lnTo>
                  <a:lnTo>
                    <a:pt x="2097533" y="2615846"/>
                  </a:lnTo>
                  <a:lnTo>
                    <a:pt x="2098856" y="2623962"/>
                  </a:lnTo>
                  <a:lnTo>
                    <a:pt x="2097579" y="2628420"/>
                  </a:lnTo>
                  <a:lnTo>
                    <a:pt x="2090995" y="2627276"/>
                  </a:lnTo>
                  <a:lnTo>
                    <a:pt x="2086003" y="2624425"/>
                  </a:lnTo>
                  <a:lnTo>
                    <a:pt x="2079229" y="2615979"/>
                  </a:lnTo>
                  <a:lnTo>
                    <a:pt x="2069989" y="2599862"/>
                  </a:lnTo>
                  <a:lnTo>
                    <a:pt x="2051033" y="2555460"/>
                  </a:lnTo>
                  <a:lnTo>
                    <a:pt x="2047338" y="2549198"/>
                  </a:lnTo>
                  <a:lnTo>
                    <a:pt x="2041070" y="2542645"/>
                  </a:lnTo>
                  <a:lnTo>
                    <a:pt x="2044021" y="2540606"/>
                  </a:lnTo>
                  <a:lnTo>
                    <a:pt x="2049406" y="2539400"/>
                  </a:lnTo>
                  <a:lnTo>
                    <a:pt x="2061576" y="2519409"/>
                  </a:lnTo>
                  <a:lnTo>
                    <a:pt x="2071136" y="2507330"/>
                  </a:lnTo>
                  <a:lnTo>
                    <a:pt x="2074309" y="2498973"/>
                  </a:lnTo>
                  <a:lnTo>
                    <a:pt x="2073756" y="2495398"/>
                  </a:lnTo>
                  <a:lnTo>
                    <a:pt x="2069529" y="2490203"/>
                  </a:lnTo>
                  <a:lnTo>
                    <a:pt x="2063979" y="2494744"/>
                  </a:lnTo>
                  <a:lnTo>
                    <a:pt x="2061601" y="2493448"/>
                  </a:lnTo>
                  <a:lnTo>
                    <a:pt x="2055359" y="2482970"/>
                  </a:lnTo>
                  <a:lnTo>
                    <a:pt x="2049395" y="2480011"/>
                  </a:lnTo>
                  <a:lnTo>
                    <a:pt x="2045240" y="2482278"/>
                  </a:lnTo>
                  <a:lnTo>
                    <a:pt x="2049623" y="2490864"/>
                  </a:lnTo>
                  <a:lnTo>
                    <a:pt x="2053560" y="2494052"/>
                  </a:lnTo>
                  <a:lnTo>
                    <a:pt x="2052036" y="2506536"/>
                  </a:lnTo>
                  <a:lnTo>
                    <a:pt x="2050444" y="2510601"/>
                  </a:lnTo>
                  <a:lnTo>
                    <a:pt x="2046755" y="2514189"/>
                  </a:lnTo>
                  <a:lnTo>
                    <a:pt x="2040993" y="2512277"/>
                  </a:lnTo>
                  <a:lnTo>
                    <a:pt x="2038078" y="2515364"/>
                  </a:lnTo>
                  <a:lnTo>
                    <a:pt x="2034647" y="2512112"/>
                  </a:lnTo>
                  <a:lnTo>
                    <a:pt x="2031231" y="2506625"/>
                  </a:lnTo>
                  <a:lnTo>
                    <a:pt x="2027427" y="2497595"/>
                  </a:lnTo>
                  <a:lnTo>
                    <a:pt x="2037478" y="2446767"/>
                  </a:lnTo>
                  <a:lnTo>
                    <a:pt x="2046780" y="2414380"/>
                  </a:lnTo>
                  <a:lnTo>
                    <a:pt x="2047845" y="2377433"/>
                  </a:lnTo>
                  <a:lnTo>
                    <a:pt x="2048537" y="2371959"/>
                  </a:lnTo>
                  <a:lnTo>
                    <a:pt x="2047752" y="2362141"/>
                  </a:lnTo>
                  <a:lnTo>
                    <a:pt x="2035277" y="2340804"/>
                  </a:lnTo>
                  <a:lnTo>
                    <a:pt x="1980122" y="2288737"/>
                  </a:lnTo>
                  <a:lnTo>
                    <a:pt x="1937374" y="2227081"/>
                  </a:lnTo>
                  <a:lnTo>
                    <a:pt x="1900348" y="2203953"/>
                  </a:lnTo>
                  <a:lnTo>
                    <a:pt x="1872256" y="2209033"/>
                  </a:lnTo>
                  <a:lnTo>
                    <a:pt x="1867393" y="2213682"/>
                  </a:lnTo>
                  <a:lnTo>
                    <a:pt x="1865305" y="2219759"/>
                  </a:lnTo>
                  <a:lnTo>
                    <a:pt x="1867068" y="2226637"/>
                  </a:lnTo>
                  <a:lnTo>
                    <a:pt x="1864515" y="2229501"/>
                  </a:lnTo>
                  <a:lnTo>
                    <a:pt x="1856975" y="2229139"/>
                  </a:lnTo>
                  <a:lnTo>
                    <a:pt x="1846820" y="2230739"/>
                  </a:lnTo>
                  <a:lnTo>
                    <a:pt x="1820305" y="2246971"/>
                  </a:lnTo>
                  <a:lnTo>
                    <a:pt x="1810951" y="2246374"/>
                  </a:lnTo>
                  <a:lnTo>
                    <a:pt x="1802455" y="2250578"/>
                  </a:lnTo>
                  <a:lnTo>
                    <a:pt x="1796094" y="2253727"/>
                  </a:lnTo>
                  <a:lnTo>
                    <a:pt x="1779506" y="2255442"/>
                  </a:lnTo>
                  <a:lnTo>
                    <a:pt x="1765439" y="2259043"/>
                  </a:lnTo>
                  <a:lnTo>
                    <a:pt x="1759362" y="2257093"/>
                  </a:lnTo>
                  <a:lnTo>
                    <a:pt x="1755398" y="2247682"/>
                  </a:lnTo>
                  <a:lnTo>
                    <a:pt x="1755398" y="2237940"/>
                  </a:lnTo>
                  <a:lnTo>
                    <a:pt x="1758613" y="2245408"/>
                  </a:lnTo>
                  <a:lnTo>
                    <a:pt x="1763589" y="2251251"/>
                  </a:lnTo>
                  <a:lnTo>
                    <a:pt x="1765868" y="2248914"/>
                  </a:lnTo>
                  <a:lnTo>
                    <a:pt x="1766721" y="2243745"/>
                  </a:lnTo>
                  <a:lnTo>
                    <a:pt x="1761770" y="2233616"/>
                  </a:lnTo>
                  <a:lnTo>
                    <a:pt x="1745822" y="2220604"/>
                  </a:lnTo>
                  <a:lnTo>
                    <a:pt x="1727673" y="2201597"/>
                  </a:lnTo>
                  <a:lnTo>
                    <a:pt x="1733208" y="2202226"/>
                  </a:lnTo>
                  <a:lnTo>
                    <a:pt x="1734608" y="2198155"/>
                  </a:lnTo>
                  <a:lnTo>
                    <a:pt x="1728981" y="2192815"/>
                  </a:lnTo>
                  <a:lnTo>
                    <a:pt x="1731358" y="2186642"/>
                  </a:lnTo>
                  <a:lnTo>
                    <a:pt x="1735322" y="2180158"/>
                  </a:lnTo>
                  <a:lnTo>
                    <a:pt x="1727663" y="2181130"/>
                  </a:lnTo>
                  <a:lnTo>
                    <a:pt x="1720790" y="2185670"/>
                  </a:lnTo>
                  <a:lnTo>
                    <a:pt x="1720563" y="2191278"/>
                  </a:lnTo>
                  <a:lnTo>
                    <a:pt x="1719203" y="2195736"/>
                  </a:lnTo>
                  <a:lnTo>
                    <a:pt x="1715503" y="2195088"/>
                  </a:lnTo>
                  <a:lnTo>
                    <a:pt x="1708635" y="2189569"/>
                  </a:lnTo>
                  <a:lnTo>
                    <a:pt x="1674823" y="2174208"/>
                  </a:lnTo>
                  <a:lnTo>
                    <a:pt x="1645264" y="2165546"/>
                  </a:lnTo>
                  <a:lnTo>
                    <a:pt x="1667950" y="2161647"/>
                  </a:lnTo>
                  <a:lnTo>
                    <a:pt x="1680254" y="2164676"/>
                  </a:lnTo>
                  <a:lnTo>
                    <a:pt x="1678787" y="2160027"/>
                  </a:lnTo>
                  <a:lnTo>
                    <a:pt x="1675826" y="2157075"/>
                  </a:lnTo>
                  <a:lnTo>
                    <a:pt x="1666121" y="2153334"/>
                  </a:lnTo>
                  <a:lnTo>
                    <a:pt x="1653759" y="2154757"/>
                  </a:lnTo>
                  <a:lnTo>
                    <a:pt x="1645951" y="2152998"/>
                  </a:lnTo>
                  <a:lnTo>
                    <a:pt x="1637967" y="2156706"/>
                  </a:lnTo>
                  <a:lnTo>
                    <a:pt x="1629218" y="2162218"/>
                  </a:lnTo>
                  <a:lnTo>
                    <a:pt x="1621430" y="2165057"/>
                  </a:lnTo>
                  <a:lnTo>
                    <a:pt x="1590951" y="2169026"/>
                  </a:lnTo>
                  <a:lnTo>
                    <a:pt x="1566234" y="2173332"/>
                  </a:lnTo>
                  <a:lnTo>
                    <a:pt x="1570197" y="2168785"/>
                  </a:lnTo>
                  <a:lnTo>
                    <a:pt x="1574424" y="2165863"/>
                  </a:lnTo>
                  <a:lnTo>
                    <a:pt x="1589028" y="2161418"/>
                  </a:lnTo>
                  <a:lnTo>
                    <a:pt x="1591214" y="2152178"/>
                  </a:lnTo>
                  <a:lnTo>
                    <a:pt x="1587783" y="2143281"/>
                  </a:lnTo>
                  <a:lnTo>
                    <a:pt x="1583938" y="2145415"/>
                  </a:lnTo>
                  <a:lnTo>
                    <a:pt x="1579902" y="2152369"/>
                  </a:lnTo>
                  <a:lnTo>
                    <a:pt x="1574952" y="2147358"/>
                  </a:lnTo>
                  <a:lnTo>
                    <a:pt x="1569469" y="2147384"/>
                  </a:lnTo>
                  <a:lnTo>
                    <a:pt x="1567980" y="2158446"/>
                  </a:lnTo>
                  <a:lnTo>
                    <a:pt x="1560952" y="2165863"/>
                  </a:lnTo>
                  <a:lnTo>
                    <a:pt x="1557779" y="2173332"/>
                  </a:lnTo>
                  <a:lnTo>
                    <a:pt x="1537170" y="2179180"/>
                  </a:lnTo>
                  <a:lnTo>
                    <a:pt x="1534530" y="2177231"/>
                  </a:lnTo>
                  <a:lnTo>
                    <a:pt x="1540560" y="2170137"/>
                  </a:lnTo>
                  <a:lnTo>
                    <a:pt x="1540080" y="2166194"/>
                  </a:lnTo>
                  <a:lnTo>
                    <a:pt x="1533202" y="2169578"/>
                  </a:lnTo>
                  <a:lnTo>
                    <a:pt x="1521667" y="2183022"/>
                  </a:lnTo>
                  <a:lnTo>
                    <a:pt x="1481059" y="2187423"/>
                  </a:lnTo>
                  <a:lnTo>
                    <a:pt x="1483276" y="2184368"/>
                  </a:lnTo>
                  <a:lnTo>
                    <a:pt x="1491849" y="2183759"/>
                  </a:lnTo>
                  <a:lnTo>
                    <a:pt x="1503885" y="2179504"/>
                  </a:lnTo>
                  <a:lnTo>
                    <a:pt x="1501451" y="2172341"/>
                  </a:lnTo>
                  <a:lnTo>
                    <a:pt x="1496810" y="2164466"/>
                  </a:lnTo>
                  <a:lnTo>
                    <a:pt x="1492526" y="2163590"/>
                  </a:lnTo>
                  <a:lnTo>
                    <a:pt x="1489700" y="2158973"/>
                  </a:lnTo>
                  <a:lnTo>
                    <a:pt x="1489839" y="2144425"/>
                  </a:lnTo>
                  <a:lnTo>
                    <a:pt x="1487100" y="2135921"/>
                  </a:lnTo>
                  <a:lnTo>
                    <a:pt x="1480491" y="2127171"/>
                  </a:lnTo>
                  <a:lnTo>
                    <a:pt x="1478258" y="2128853"/>
                  </a:lnTo>
                  <a:lnTo>
                    <a:pt x="1473395" y="2143815"/>
                  </a:lnTo>
                  <a:lnTo>
                    <a:pt x="1469354" y="2163438"/>
                  </a:lnTo>
                  <a:lnTo>
                    <a:pt x="1467354" y="2169775"/>
                  </a:lnTo>
                  <a:lnTo>
                    <a:pt x="1455314" y="2170220"/>
                  </a:lnTo>
                  <a:lnTo>
                    <a:pt x="1444658" y="2168880"/>
                  </a:lnTo>
                  <a:lnTo>
                    <a:pt x="1408442" y="2171236"/>
                  </a:lnTo>
                  <a:lnTo>
                    <a:pt x="1394913" y="2164587"/>
                  </a:lnTo>
                  <a:lnTo>
                    <a:pt x="1389301" y="2163311"/>
                  </a:lnTo>
                  <a:lnTo>
                    <a:pt x="1385885" y="2163463"/>
                  </a:lnTo>
                  <a:lnTo>
                    <a:pt x="1370134" y="2169559"/>
                  </a:lnTo>
                  <a:lnTo>
                    <a:pt x="1352186" y="2174227"/>
                  </a:lnTo>
                  <a:lnTo>
                    <a:pt x="1347959" y="2172760"/>
                  </a:lnTo>
                  <a:lnTo>
                    <a:pt x="1341929" y="2172544"/>
                  </a:lnTo>
                  <a:lnTo>
                    <a:pt x="1328916" y="2188433"/>
                  </a:lnTo>
                  <a:lnTo>
                    <a:pt x="1313573" y="2195869"/>
                  </a:lnTo>
                  <a:lnTo>
                    <a:pt x="1274862" y="2182501"/>
                  </a:lnTo>
                  <a:lnTo>
                    <a:pt x="1265234" y="2171750"/>
                  </a:lnTo>
                  <a:lnTo>
                    <a:pt x="1256687" y="2169451"/>
                  </a:lnTo>
                  <a:lnTo>
                    <a:pt x="1246176" y="2168124"/>
                  </a:lnTo>
                  <a:lnTo>
                    <a:pt x="1234884" y="2181352"/>
                  </a:lnTo>
                  <a:lnTo>
                    <a:pt x="1226306" y="2199203"/>
                  </a:lnTo>
                  <a:lnTo>
                    <a:pt x="1239861" y="2208989"/>
                  </a:lnTo>
                  <a:lnTo>
                    <a:pt x="1251462" y="2213669"/>
                  </a:lnTo>
                  <a:lnTo>
                    <a:pt x="1270635" y="2209745"/>
                  </a:lnTo>
                  <a:lnTo>
                    <a:pt x="1281234" y="2201083"/>
                  </a:lnTo>
                  <a:lnTo>
                    <a:pt x="1289890" y="2201368"/>
                  </a:lnTo>
                  <a:lnTo>
                    <a:pt x="1294029" y="2199609"/>
                  </a:lnTo>
                  <a:lnTo>
                    <a:pt x="1297806" y="2195088"/>
                  </a:lnTo>
                  <a:lnTo>
                    <a:pt x="1305207" y="2198657"/>
                  </a:lnTo>
                  <a:lnTo>
                    <a:pt x="1305470" y="2202232"/>
                  </a:lnTo>
                  <a:lnTo>
                    <a:pt x="1300215" y="2207268"/>
                  </a:lnTo>
                  <a:lnTo>
                    <a:pt x="1293595" y="2211510"/>
                  </a:lnTo>
                  <a:lnTo>
                    <a:pt x="1289579" y="2216508"/>
                  </a:lnTo>
                  <a:lnTo>
                    <a:pt x="1297135" y="2226580"/>
                  </a:lnTo>
                  <a:lnTo>
                    <a:pt x="1309000" y="2229964"/>
                  </a:lnTo>
                  <a:lnTo>
                    <a:pt x="1313465" y="2228504"/>
                  </a:lnTo>
                  <a:lnTo>
                    <a:pt x="1316229" y="2217181"/>
                  </a:lnTo>
                  <a:lnTo>
                    <a:pt x="1323526" y="2209891"/>
                  </a:lnTo>
                  <a:lnTo>
                    <a:pt x="1333443" y="2211466"/>
                  </a:lnTo>
                  <a:lnTo>
                    <a:pt x="1332032" y="2216038"/>
                  </a:lnTo>
                  <a:lnTo>
                    <a:pt x="1333422" y="2220356"/>
                  </a:lnTo>
                  <a:lnTo>
                    <a:pt x="1337980" y="2227729"/>
                  </a:lnTo>
                  <a:lnTo>
                    <a:pt x="1337458" y="2238290"/>
                  </a:lnTo>
                  <a:lnTo>
                    <a:pt x="1338342" y="2240836"/>
                  </a:lnTo>
                  <a:lnTo>
                    <a:pt x="1327655" y="2245497"/>
                  </a:lnTo>
                  <a:lnTo>
                    <a:pt x="1319692" y="2247079"/>
                  </a:lnTo>
                  <a:lnTo>
                    <a:pt x="1313320" y="2253181"/>
                  </a:lnTo>
                  <a:lnTo>
                    <a:pt x="1316658" y="2256725"/>
                  </a:lnTo>
                  <a:lnTo>
                    <a:pt x="1310168" y="2259837"/>
                  </a:lnTo>
                  <a:lnTo>
                    <a:pt x="1305780" y="2258592"/>
                  </a:lnTo>
                  <a:lnTo>
                    <a:pt x="1303574" y="2259741"/>
                  </a:lnTo>
                  <a:lnTo>
                    <a:pt x="1302912" y="2263488"/>
                  </a:lnTo>
                  <a:lnTo>
                    <a:pt x="1299558" y="2266968"/>
                  </a:lnTo>
                  <a:lnTo>
                    <a:pt x="1304437" y="2277453"/>
                  </a:lnTo>
                  <a:lnTo>
                    <a:pt x="1314436" y="2284298"/>
                  </a:lnTo>
                  <a:lnTo>
                    <a:pt x="1321490" y="2292878"/>
                  </a:lnTo>
                  <a:lnTo>
                    <a:pt x="1349851" y="2304175"/>
                  </a:lnTo>
                  <a:lnTo>
                    <a:pt x="1356724" y="2303851"/>
                  </a:lnTo>
                  <a:lnTo>
                    <a:pt x="1363488" y="2315225"/>
                  </a:lnTo>
                  <a:lnTo>
                    <a:pt x="1368940" y="2319136"/>
                  </a:lnTo>
                  <a:lnTo>
                    <a:pt x="1374191" y="2321124"/>
                  </a:lnTo>
                  <a:lnTo>
                    <a:pt x="1373591" y="2328948"/>
                  </a:lnTo>
                  <a:lnTo>
                    <a:pt x="1364263" y="2334676"/>
                  </a:lnTo>
                  <a:lnTo>
                    <a:pt x="1361742" y="2341509"/>
                  </a:lnTo>
                  <a:lnTo>
                    <a:pt x="1359395" y="2345351"/>
                  </a:lnTo>
                  <a:lnTo>
                    <a:pt x="1355189" y="2340486"/>
                  </a:lnTo>
                  <a:lnTo>
                    <a:pt x="1350869" y="2336962"/>
                  </a:lnTo>
                  <a:lnTo>
                    <a:pt x="1340869" y="2347681"/>
                  </a:lnTo>
                  <a:lnTo>
                    <a:pt x="1336048" y="2349936"/>
                  </a:lnTo>
                  <a:lnTo>
                    <a:pt x="1338440" y="2338378"/>
                  </a:lnTo>
                  <a:lnTo>
                    <a:pt x="1334663" y="2333850"/>
                  </a:lnTo>
                  <a:lnTo>
                    <a:pt x="1328952" y="2322261"/>
                  </a:lnTo>
                  <a:lnTo>
                    <a:pt x="1320632" y="2315091"/>
                  </a:lnTo>
                  <a:lnTo>
                    <a:pt x="1314772" y="2312716"/>
                  </a:lnTo>
                  <a:lnTo>
                    <a:pt x="1310209" y="2308182"/>
                  </a:lnTo>
                  <a:lnTo>
                    <a:pt x="1304685" y="2306347"/>
                  </a:lnTo>
                  <a:lnTo>
                    <a:pt x="1299972" y="2306817"/>
                  </a:lnTo>
                  <a:lnTo>
                    <a:pt x="1291993" y="2304175"/>
                  </a:lnTo>
                  <a:lnTo>
                    <a:pt x="1291466" y="2298009"/>
                  </a:lnTo>
                  <a:lnTo>
                    <a:pt x="1289254" y="2293392"/>
                  </a:lnTo>
                  <a:lnTo>
                    <a:pt x="1283011" y="2287943"/>
                  </a:lnTo>
                  <a:lnTo>
                    <a:pt x="1253183" y="2277649"/>
                  </a:lnTo>
                  <a:lnTo>
                    <a:pt x="1253002" y="2281910"/>
                  </a:lnTo>
                  <a:lnTo>
                    <a:pt x="1255069" y="2285117"/>
                  </a:lnTo>
                  <a:lnTo>
                    <a:pt x="1259353" y="2287251"/>
                  </a:lnTo>
                  <a:lnTo>
                    <a:pt x="1264480" y="2291404"/>
                  </a:lnTo>
                  <a:lnTo>
                    <a:pt x="1264433" y="2303705"/>
                  </a:lnTo>
                  <a:lnTo>
                    <a:pt x="1262216" y="2308912"/>
                  </a:lnTo>
                  <a:lnTo>
                    <a:pt x="1261265" y="2316330"/>
                  </a:lnTo>
                  <a:lnTo>
                    <a:pt x="1259291" y="2323868"/>
                  </a:lnTo>
                  <a:lnTo>
                    <a:pt x="1255643" y="2329811"/>
                  </a:lnTo>
                  <a:lnTo>
                    <a:pt x="1247499" y="2333863"/>
                  </a:lnTo>
                  <a:lnTo>
                    <a:pt x="1243907" y="2330472"/>
                  </a:lnTo>
                  <a:lnTo>
                    <a:pt x="1238099" y="2314240"/>
                  </a:lnTo>
                  <a:lnTo>
                    <a:pt x="1229887" y="2309128"/>
                  </a:lnTo>
                  <a:lnTo>
                    <a:pt x="1216839" y="2308525"/>
                  </a:lnTo>
                  <a:lnTo>
                    <a:pt x="1207976" y="2312195"/>
                  </a:lnTo>
                  <a:lnTo>
                    <a:pt x="1198317" y="2327919"/>
                  </a:lnTo>
                  <a:lnTo>
                    <a:pt x="1190535" y="2330491"/>
                  </a:lnTo>
                  <a:lnTo>
                    <a:pt x="1163895" y="2322343"/>
                  </a:lnTo>
                  <a:lnTo>
                    <a:pt x="1133478" y="2309928"/>
                  </a:lnTo>
                  <a:lnTo>
                    <a:pt x="1134263" y="2305794"/>
                  </a:lnTo>
                  <a:lnTo>
                    <a:pt x="1139049" y="2304467"/>
                  </a:lnTo>
                  <a:lnTo>
                    <a:pt x="1148227" y="2306163"/>
                  </a:lnTo>
                  <a:lnTo>
                    <a:pt x="1147741" y="2301902"/>
                  </a:lnTo>
                  <a:lnTo>
                    <a:pt x="1138361" y="2288032"/>
                  </a:lnTo>
                  <a:lnTo>
                    <a:pt x="1136641" y="2281771"/>
                  </a:lnTo>
                  <a:lnTo>
                    <a:pt x="1137850" y="2274131"/>
                  </a:lnTo>
                  <a:lnTo>
                    <a:pt x="1134791" y="2274303"/>
                  </a:lnTo>
                  <a:lnTo>
                    <a:pt x="1129158" y="2280717"/>
                  </a:lnTo>
                  <a:lnTo>
                    <a:pt x="1109763" y="2275281"/>
                  </a:lnTo>
                  <a:lnTo>
                    <a:pt x="1104410" y="2268784"/>
                  </a:lnTo>
                  <a:lnTo>
                    <a:pt x="1093015" y="2250476"/>
                  </a:lnTo>
                  <a:lnTo>
                    <a:pt x="1076933" y="2249879"/>
                  </a:lnTo>
                  <a:lnTo>
                    <a:pt x="1069657" y="2238779"/>
                  </a:lnTo>
                  <a:lnTo>
                    <a:pt x="1056515" y="2243427"/>
                  </a:lnTo>
                  <a:lnTo>
                    <a:pt x="1049859" y="2248571"/>
                  </a:lnTo>
                  <a:lnTo>
                    <a:pt x="1044009" y="2256541"/>
                  </a:lnTo>
                  <a:lnTo>
                    <a:pt x="1046288" y="2260675"/>
                  </a:lnTo>
                  <a:lnTo>
                    <a:pt x="1052117" y="2267241"/>
                  </a:lnTo>
                  <a:lnTo>
                    <a:pt x="1049456" y="2270410"/>
                  </a:lnTo>
                  <a:lnTo>
                    <a:pt x="1030744" y="2275090"/>
                  </a:lnTo>
                  <a:lnTo>
                    <a:pt x="987304" y="2269857"/>
                  </a:lnTo>
                  <a:lnTo>
                    <a:pt x="974601" y="2264968"/>
                  </a:lnTo>
                  <a:lnTo>
                    <a:pt x="957553" y="2254629"/>
                  </a:lnTo>
                  <a:lnTo>
                    <a:pt x="933921" y="2246202"/>
                  </a:lnTo>
                  <a:lnTo>
                    <a:pt x="922542" y="2244843"/>
                  </a:lnTo>
                  <a:lnTo>
                    <a:pt x="911400" y="2246513"/>
                  </a:lnTo>
                  <a:lnTo>
                    <a:pt x="878978" y="2247377"/>
                  </a:lnTo>
                  <a:lnTo>
                    <a:pt x="871454" y="2249619"/>
                  </a:lnTo>
                  <a:lnTo>
                    <a:pt x="865046" y="2253200"/>
                  </a:lnTo>
                  <a:lnTo>
                    <a:pt x="860891" y="2249238"/>
                  </a:lnTo>
                  <a:lnTo>
                    <a:pt x="858968" y="2242163"/>
                  </a:lnTo>
                  <a:lnTo>
                    <a:pt x="862731" y="2241014"/>
                  </a:lnTo>
                  <a:lnTo>
                    <a:pt x="866916" y="2236854"/>
                  </a:lnTo>
                  <a:lnTo>
                    <a:pt x="870694" y="2228631"/>
                  </a:lnTo>
                  <a:lnTo>
                    <a:pt x="871123" y="2223658"/>
                  </a:lnTo>
                  <a:lnTo>
                    <a:pt x="868482" y="2220413"/>
                  </a:lnTo>
                  <a:lnTo>
                    <a:pt x="863459" y="2220089"/>
                  </a:lnTo>
                  <a:lnTo>
                    <a:pt x="852364" y="2241516"/>
                  </a:lnTo>
                  <a:lnTo>
                    <a:pt x="858705" y="2253524"/>
                  </a:lnTo>
                  <a:lnTo>
                    <a:pt x="858271" y="2257855"/>
                  </a:lnTo>
                  <a:lnTo>
                    <a:pt x="836132" y="2260319"/>
                  </a:lnTo>
                  <a:lnTo>
                    <a:pt x="785881" y="2284495"/>
                  </a:lnTo>
                  <a:lnTo>
                    <a:pt x="766285" y="2297532"/>
                  </a:lnTo>
                  <a:lnTo>
                    <a:pt x="767288" y="2293144"/>
                  </a:lnTo>
                  <a:lnTo>
                    <a:pt x="790982" y="2276246"/>
                  </a:lnTo>
                  <a:lnTo>
                    <a:pt x="782615" y="2273661"/>
                  </a:lnTo>
                  <a:lnTo>
                    <a:pt x="769143" y="2277884"/>
                  </a:lnTo>
                  <a:lnTo>
                    <a:pt x="764311" y="2276259"/>
                  </a:lnTo>
                  <a:lnTo>
                    <a:pt x="770016" y="2262288"/>
                  </a:lnTo>
                  <a:lnTo>
                    <a:pt x="768156" y="2249968"/>
                  </a:lnTo>
                  <a:lnTo>
                    <a:pt x="758591" y="2249631"/>
                  </a:lnTo>
                  <a:lnTo>
                    <a:pt x="752498" y="2259468"/>
                  </a:lnTo>
                  <a:lnTo>
                    <a:pt x="748265" y="2259049"/>
                  </a:lnTo>
                  <a:lnTo>
                    <a:pt x="742720" y="2254832"/>
                  </a:lnTo>
                  <a:lnTo>
                    <a:pt x="738426" y="2256166"/>
                  </a:lnTo>
                  <a:lnTo>
                    <a:pt x="741604" y="2278456"/>
                  </a:lnTo>
                  <a:lnTo>
                    <a:pt x="747630" y="2287626"/>
                  </a:lnTo>
                  <a:lnTo>
                    <a:pt x="752668" y="2299317"/>
                  </a:lnTo>
                  <a:lnTo>
                    <a:pt x="738907" y="2313764"/>
                  </a:lnTo>
                  <a:lnTo>
                    <a:pt x="726127" y="2325684"/>
                  </a:lnTo>
                  <a:lnTo>
                    <a:pt x="724742" y="2337203"/>
                  </a:lnTo>
                  <a:lnTo>
                    <a:pt x="711900" y="2352209"/>
                  </a:lnTo>
                  <a:lnTo>
                    <a:pt x="699818" y="2360719"/>
                  </a:lnTo>
                  <a:lnTo>
                    <a:pt x="671432" y="2380723"/>
                  </a:lnTo>
                  <a:lnTo>
                    <a:pt x="663334" y="2385003"/>
                  </a:lnTo>
                  <a:lnTo>
                    <a:pt x="650523" y="2394287"/>
                  </a:lnTo>
                  <a:lnTo>
                    <a:pt x="632849" y="2401247"/>
                  </a:lnTo>
                  <a:lnTo>
                    <a:pt x="615904" y="2412297"/>
                  </a:lnTo>
                  <a:lnTo>
                    <a:pt x="610189" y="2413973"/>
                  </a:lnTo>
                  <a:lnTo>
                    <a:pt x="621010" y="2404619"/>
                  </a:lnTo>
                  <a:lnTo>
                    <a:pt x="633842" y="2395379"/>
                  </a:lnTo>
                  <a:lnTo>
                    <a:pt x="622834" y="2396643"/>
                  </a:lnTo>
                  <a:lnTo>
                    <a:pt x="605869" y="2392363"/>
                  </a:lnTo>
                  <a:lnTo>
                    <a:pt x="595487" y="2392115"/>
                  </a:lnTo>
                  <a:lnTo>
                    <a:pt x="595414" y="2395487"/>
                  </a:lnTo>
                  <a:lnTo>
                    <a:pt x="587518" y="2400250"/>
                  </a:lnTo>
                  <a:lnTo>
                    <a:pt x="579338" y="2393252"/>
                  </a:lnTo>
                  <a:lnTo>
                    <a:pt x="575772" y="2388546"/>
                  </a:lnTo>
                  <a:lnTo>
                    <a:pt x="574082" y="2384482"/>
                  </a:lnTo>
                  <a:lnTo>
                    <a:pt x="570609" y="2383498"/>
                  </a:lnTo>
                  <a:lnTo>
                    <a:pt x="567271" y="2385384"/>
                  </a:lnTo>
                  <a:lnTo>
                    <a:pt x="579482" y="2414005"/>
                  </a:lnTo>
                  <a:lnTo>
                    <a:pt x="584686" y="2415243"/>
                  </a:lnTo>
                  <a:lnTo>
                    <a:pt x="590443" y="2418088"/>
                  </a:lnTo>
                  <a:lnTo>
                    <a:pt x="583275" y="2424756"/>
                  </a:lnTo>
                  <a:lnTo>
                    <a:pt x="575560" y="2429817"/>
                  </a:lnTo>
                  <a:lnTo>
                    <a:pt x="563426" y="2433177"/>
                  </a:lnTo>
                  <a:lnTo>
                    <a:pt x="553142" y="2422730"/>
                  </a:lnTo>
                  <a:lnTo>
                    <a:pt x="550915" y="2435838"/>
                  </a:lnTo>
                  <a:lnTo>
                    <a:pt x="549613" y="2448926"/>
                  </a:lnTo>
                  <a:lnTo>
                    <a:pt x="546161" y="2452285"/>
                  </a:lnTo>
                  <a:lnTo>
                    <a:pt x="540647" y="2457073"/>
                  </a:lnTo>
                  <a:lnTo>
                    <a:pt x="537655" y="2453460"/>
                  </a:lnTo>
                  <a:lnTo>
                    <a:pt x="536234" y="2448399"/>
                  </a:lnTo>
                  <a:lnTo>
                    <a:pt x="532704" y="2452914"/>
                  </a:lnTo>
                  <a:lnTo>
                    <a:pt x="527536" y="2456305"/>
                  </a:lnTo>
                  <a:lnTo>
                    <a:pt x="519010" y="2456984"/>
                  </a:lnTo>
                  <a:lnTo>
                    <a:pt x="512612" y="2458794"/>
                  </a:lnTo>
                  <a:lnTo>
                    <a:pt x="512762" y="2464217"/>
                  </a:lnTo>
                  <a:lnTo>
                    <a:pt x="514224" y="2469666"/>
                  </a:lnTo>
                  <a:lnTo>
                    <a:pt x="525542" y="2465361"/>
                  </a:lnTo>
                  <a:lnTo>
                    <a:pt x="521438" y="2479376"/>
                  </a:lnTo>
                  <a:lnTo>
                    <a:pt x="511031" y="2493226"/>
                  </a:lnTo>
                  <a:lnTo>
                    <a:pt x="502550" y="2496497"/>
                  </a:lnTo>
                  <a:lnTo>
                    <a:pt x="489579" y="2494471"/>
                  </a:lnTo>
                  <a:lnTo>
                    <a:pt x="486375" y="2495861"/>
                  </a:lnTo>
                  <a:lnTo>
                    <a:pt x="483507" y="2498738"/>
                  </a:lnTo>
                  <a:lnTo>
                    <a:pt x="498618" y="2520406"/>
                  </a:lnTo>
                  <a:lnTo>
                    <a:pt x="488908" y="2553085"/>
                  </a:lnTo>
                  <a:lnTo>
                    <a:pt x="482701" y="2564928"/>
                  </a:lnTo>
                  <a:lnTo>
                    <a:pt x="478396" y="2566446"/>
                  </a:lnTo>
                  <a:lnTo>
                    <a:pt x="473730" y="2566789"/>
                  </a:lnTo>
                  <a:lnTo>
                    <a:pt x="456981" y="2556260"/>
                  </a:lnTo>
                  <a:lnTo>
                    <a:pt x="447845" y="2548119"/>
                  </a:lnTo>
                  <a:lnTo>
                    <a:pt x="455896" y="2570275"/>
                  </a:lnTo>
                  <a:lnTo>
                    <a:pt x="477833" y="2576746"/>
                  </a:lnTo>
                  <a:lnTo>
                    <a:pt x="478955" y="2585129"/>
                  </a:lnTo>
                  <a:lnTo>
                    <a:pt x="478831" y="2592292"/>
                  </a:lnTo>
                  <a:lnTo>
                    <a:pt x="474510" y="2600700"/>
                  </a:lnTo>
                  <a:lnTo>
                    <a:pt x="470469" y="2611870"/>
                  </a:lnTo>
                  <a:lnTo>
                    <a:pt x="473451" y="2619650"/>
                  </a:lnTo>
                  <a:lnTo>
                    <a:pt x="476913" y="2638885"/>
                  </a:lnTo>
                  <a:lnTo>
                    <a:pt x="479874" y="2647712"/>
                  </a:lnTo>
                  <a:lnTo>
                    <a:pt x="483130" y="2674492"/>
                  </a:lnTo>
                  <a:lnTo>
                    <a:pt x="486592" y="2686106"/>
                  </a:lnTo>
                  <a:lnTo>
                    <a:pt x="506535" y="2728851"/>
                  </a:lnTo>
                  <a:lnTo>
                    <a:pt x="513258" y="2729181"/>
                  </a:lnTo>
                  <a:lnTo>
                    <a:pt x="514338" y="2733811"/>
                  </a:lnTo>
                  <a:lnTo>
                    <a:pt x="513697" y="2742688"/>
                  </a:lnTo>
                  <a:lnTo>
                    <a:pt x="499352" y="2745273"/>
                  </a:lnTo>
                  <a:lnTo>
                    <a:pt x="493331" y="2749229"/>
                  </a:lnTo>
                  <a:lnTo>
                    <a:pt x="492158" y="2752665"/>
                  </a:lnTo>
                  <a:lnTo>
                    <a:pt x="491269" y="2754519"/>
                  </a:lnTo>
                  <a:lnTo>
                    <a:pt x="489419" y="2754348"/>
                  </a:lnTo>
                  <a:lnTo>
                    <a:pt x="482577" y="2751877"/>
                  </a:lnTo>
                  <a:lnTo>
                    <a:pt x="467022" y="2739735"/>
                  </a:lnTo>
                  <a:lnTo>
                    <a:pt x="444357" y="2732210"/>
                  </a:lnTo>
                  <a:lnTo>
                    <a:pt x="414575" y="2729295"/>
                  </a:lnTo>
                  <a:lnTo>
                    <a:pt x="394230" y="2723218"/>
                  </a:lnTo>
                  <a:lnTo>
                    <a:pt x="383321" y="2713959"/>
                  </a:lnTo>
                  <a:lnTo>
                    <a:pt x="371916" y="2708473"/>
                  </a:lnTo>
                  <a:lnTo>
                    <a:pt x="360019" y="2706745"/>
                  </a:lnTo>
                  <a:lnTo>
                    <a:pt x="350165" y="2701722"/>
                  </a:lnTo>
                  <a:lnTo>
                    <a:pt x="342351" y="2693403"/>
                  </a:lnTo>
                  <a:lnTo>
                    <a:pt x="330925" y="2688094"/>
                  </a:lnTo>
                  <a:lnTo>
                    <a:pt x="315887" y="2685789"/>
                  </a:lnTo>
                  <a:lnTo>
                    <a:pt x="306099" y="2679553"/>
                  </a:lnTo>
                  <a:lnTo>
                    <a:pt x="299293" y="2664306"/>
                  </a:lnTo>
                  <a:lnTo>
                    <a:pt x="299262" y="2664077"/>
                  </a:lnTo>
                  <a:lnTo>
                    <a:pt x="293170" y="2638586"/>
                  </a:lnTo>
                  <a:lnTo>
                    <a:pt x="285496" y="2622615"/>
                  </a:lnTo>
                  <a:lnTo>
                    <a:pt x="270561" y="2602853"/>
                  </a:lnTo>
                  <a:lnTo>
                    <a:pt x="269186" y="2600249"/>
                  </a:lnTo>
                  <a:lnTo>
                    <a:pt x="269062" y="2596998"/>
                  </a:lnTo>
                  <a:lnTo>
                    <a:pt x="270912" y="2585497"/>
                  </a:lnTo>
                  <a:lnTo>
                    <a:pt x="269336" y="2577229"/>
                  </a:lnTo>
                  <a:lnTo>
                    <a:pt x="264608" y="2570491"/>
                  </a:lnTo>
                  <a:lnTo>
                    <a:pt x="263522" y="2563360"/>
                  </a:lnTo>
                  <a:lnTo>
                    <a:pt x="266086" y="2555854"/>
                  </a:lnTo>
                  <a:lnTo>
                    <a:pt x="266251" y="2546836"/>
                  </a:lnTo>
                  <a:lnTo>
                    <a:pt x="264024" y="2536307"/>
                  </a:lnTo>
                  <a:lnTo>
                    <a:pt x="254500" y="2524921"/>
                  </a:lnTo>
                  <a:lnTo>
                    <a:pt x="237679" y="2512690"/>
                  </a:lnTo>
                  <a:lnTo>
                    <a:pt x="223349" y="2494826"/>
                  </a:lnTo>
                  <a:lnTo>
                    <a:pt x="211520" y="2471343"/>
                  </a:lnTo>
                  <a:lnTo>
                    <a:pt x="199820" y="2455073"/>
                  </a:lnTo>
                  <a:lnTo>
                    <a:pt x="188249" y="2446011"/>
                  </a:lnTo>
                  <a:lnTo>
                    <a:pt x="180338" y="2434949"/>
                  </a:lnTo>
                  <a:lnTo>
                    <a:pt x="176079" y="2421886"/>
                  </a:lnTo>
                  <a:lnTo>
                    <a:pt x="174824" y="2414303"/>
                  </a:lnTo>
                  <a:lnTo>
                    <a:pt x="176560" y="2412208"/>
                  </a:lnTo>
                  <a:lnTo>
                    <a:pt x="169449" y="2397684"/>
                  </a:lnTo>
                  <a:lnTo>
                    <a:pt x="153491" y="2370746"/>
                  </a:lnTo>
                  <a:lnTo>
                    <a:pt x="144324" y="2351047"/>
                  </a:lnTo>
                  <a:lnTo>
                    <a:pt x="141962" y="2338594"/>
                  </a:lnTo>
                  <a:lnTo>
                    <a:pt x="131807" y="2323772"/>
                  </a:lnTo>
                  <a:lnTo>
                    <a:pt x="113865" y="2306582"/>
                  </a:lnTo>
                  <a:lnTo>
                    <a:pt x="104108" y="2295399"/>
                  </a:lnTo>
                  <a:lnTo>
                    <a:pt x="101711" y="2287632"/>
                  </a:lnTo>
                  <a:lnTo>
                    <a:pt x="73712" y="2265044"/>
                  </a:lnTo>
                  <a:lnTo>
                    <a:pt x="65578" y="2250933"/>
                  </a:lnTo>
                  <a:lnTo>
                    <a:pt x="59227" y="2246475"/>
                  </a:lnTo>
                  <a:lnTo>
                    <a:pt x="51935" y="2246958"/>
                  </a:lnTo>
                  <a:lnTo>
                    <a:pt x="48194" y="2245605"/>
                  </a:lnTo>
                  <a:lnTo>
                    <a:pt x="48008" y="2242417"/>
                  </a:lnTo>
                  <a:lnTo>
                    <a:pt x="45646" y="2242265"/>
                  </a:lnTo>
                  <a:lnTo>
                    <a:pt x="41104" y="2245161"/>
                  </a:lnTo>
                  <a:lnTo>
                    <a:pt x="26210" y="2245745"/>
                  </a:lnTo>
                  <a:lnTo>
                    <a:pt x="961" y="2244024"/>
                  </a:lnTo>
                  <a:lnTo>
                    <a:pt x="0" y="2243821"/>
                  </a:lnTo>
                  <a:lnTo>
                    <a:pt x="0" y="0"/>
                  </a:lnTo>
                  <a:lnTo>
                    <a:pt x="1773799" y="0"/>
                  </a:lnTo>
                  <a:lnTo>
                    <a:pt x="1791779" y="9112"/>
                  </a:lnTo>
                  <a:lnTo>
                    <a:pt x="1812321" y="19521"/>
                  </a:lnTo>
                  <a:lnTo>
                    <a:pt x="1817499" y="36825"/>
                  </a:lnTo>
                  <a:lnTo>
                    <a:pt x="1822542" y="53673"/>
                  </a:lnTo>
                  <a:lnTo>
                    <a:pt x="1834568" y="65904"/>
                  </a:lnTo>
                  <a:lnTo>
                    <a:pt x="1845575" y="77074"/>
                  </a:lnTo>
                  <a:lnTo>
                    <a:pt x="1851947" y="76490"/>
                  </a:lnTo>
                  <a:lnTo>
                    <a:pt x="1858412" y="71772"/>
                  </a:lnTo>
                  <a:lnTo>
                    <a:pt x="1862515" y="69498"/>
                  </a:lnTo>
                  <a:lnTo>
                    <a:pt x="1869393" y="69123"/>
                  </a:lnTo>
                  <a:lnTo>
                    <a:pt x="1884690" y="65085"/>
                  </a:lnTo>
                  <a:lnTo>
                    <a:pt x="1889211" y="65967"/>
                  </a:lnTo>
                  <a:lnTo>
                    <a:pt x="1891780" y="67987"/>
                  </a:lnTo>
                  <a:lnTo>
                    <a:pt x="1891992" y="71149"/>
                  </a:lnTo>
                  <a:lnTo>
                    <a:pt x="1891470" y="73664"/>
                  </a:lnTo>
                  <a:lnTo>
                    <a:pt x="1889103" y="78713"/>
                  </a:lnTo>
                  <a:lnTo>
                    <a:pt x="1892839" y="88333"/>
                  </a:lnTo>
                  <a:lnTo>
                    <a:pt x="1893625" y="99021"/>
                  </a:lnTo>
                  <a:lnTo>
                    <a:pt x="1895676" y="107099"/>
                  </a:lnTo>
                  <a:lnTo>
                    <a:pt x="1901939" y="117437"/>
                  </a:lnTo>
                  <a:lnTo>
                    <a:pt x="1907381" y="125515"/>
                  </a:lnTo>
                  <a:lnTo>
                    <a:pt x="1914233" y="127077"/>
                  </a:lnTo>
                  <a:lnTo>
                    <a:pt x="1930093" y="122372"/>
                  </a:lnTo>
                  <a:lnTo>
                    <a:pt x="1940031" y="120593"/>
                  </a:lnTo>
                  <a:lnTo>
                    <a:pt x="1945674" y="121362"/>
                  </a:lnTo>
                  <a:lnTo>
                    <a:pt x="1955327" y="128925"/>
                  </a:lnTo>
                  <a:lnTo>
                    <a:pt x="1960050" y="133472"/>
                  </a:lnTo>
                  <a:lnTo>
                    <a:pt x="1961177" y="137250"/>
                  </a:lnTo>
                  <a:lnTo>
                    <a:pt x="1948139" y="160340"/>
                  </a:lnTo>
                  <a:lnTo>
                    <a:pt x="1968815" y="171797"/>
                  </a:lnTo>
                  <a:lnTo>
                    <a:pt x="1991889" y="184320"/>
                  </a:lnTo>
                  <a:lnTo>
                    <a:pt x="2019402" y="199249"/>
                  </a:lnTo>
                  <a:lnTo>
                    <a:pt x="2036223" y="208388"/>
                  </a:lnTo>
                  <a:lnTo>
                    <a:pt x="2058377" y="221438"/>
                  </a:lnTo>
                  <a:lnTo>
                    <a:pt x="2062170" y="240032"/>
                  </a:lnTo>
                  <a:lnTo>
                    <a:pt x="2065364" y="255723"/>
                  </a:lnTo>
                  <a:lnTo>
                    <a:pt x="2069436" y="277600"/>
                  </a:lnTo>
                  <a:lnTo>
                    <a:pt x="2073585" y="299916"/>
                  </a:lnTo>
                  <a:lnTo>
                    <a:pt x="2077725" y="322148"/>
                  </a:lnTo>
                  <a:lnTo>
                    <a:pt x="2082112" y="345746"/>
                  </a:lnTo>
                  <a:lnTo>
                    <a:pt x="2086934" y="371669"/>
                  </a:lnTo>
                  <a:lnTo>
                    <a:pt x="2091218" y="394676"/>
                  </a:lnTo>
                  <a:lnTo>
                    <a:pt x="2095894" y="419792"/>
                  </a:lnTo>
                  <a:lnTo>
                    <a:pt x="2102111" y="452477"/>
                  </a:lnTo>
                  <a:lnTo>
                    <a:pt x="2096551" y="465070"/>
                  </a:lnTo>
                  <a:lnTo>
                    <a:pt x="2084443" y="492491"/>
                  </a:lnTo>
                  <a:lnTo>
                    <a:pt x="2073498" y="517277"/>
                  </a:lnTo>
                  <a:lnTo>
                    <a:pt x="2072541" y="524465"/>
                  </a:lnTo>
                  <a:lnTo>
                    <a:pt x="2065017" y="560606"/>
                  </a:lnTo>
                  <a:lnTo>
                    <a:pt x="2058987" y="575535"/>
                  </a:lnTo>
                  <a:lnTo>
                    <a:pt x="2048424" y="584204"/>
                  </a:lnTo>
                  <a:lnTo>
                    <a:pt x="2037938" y="592605"/>
                  </a:lnTo>
                  <a:lnTo>
                    <a:pt x="2024859" y="606684"/>
                  </a:lnTo>
                  <a:lnTo>
                    <a:pt x="2010472" y="613638"/>
                  </a:lnTo>
                  <a:lnTo>
                    <a:pt x="2003123" y="617727"/>
                  </a:lnTo>
                  <a:lnTo>
                    <a:pt x="1999273" y="624179"/>
                  </a:lnTo>
                  <a:lnTo>
                    <a:pt x="1995026" y="638322"/>
                  </a:lnTo>
                  <a:lnTo>
                    <a:pt x="1995842" y="659919"/>
                  </a:lnTo>
                  <a:lnTo>
                    <a:pt x="2007692" y="678507"/>
                  </a:lnTo>
                  <a:lnTo>
                    <a:pt x="2025024" y="688902"/>
                  </a:lnTo>
                  <a:lnTo>
                    <a:pt x="2043669" y="699025"/>
                  </a:lnTo>
                  <a:lnTo>
                    <a:pt x="2070232" y="699069"/>
                  </a:lnTo>
                  <a:lnTo>
                    <a:pt x="2094122" y="685562"/>
                  </a:lnTo>
                  <a:lnTo>
                    <a:pt x="2119433" y="671255"/>
                  </a:lnTo>
                  <a:lnTo>
                    <a:pt x="2142001" y="658497"/>
                  </a:lnTo>
                  <a:lnTo>
                    <a:pt x="2168842" y="643326"/>
                  </a:lnTo>
                  <a:lnTo>
                    <a:pt x="2193151" y="629577"/>
                  </a:lnTo>
                  <a:lnTo>
                    <a:pt x="2219548" y="624637"/>
                  </a:lnTo>
                  <a:lnTo>
                    <a:pt x="2256125" y="617797"/>
                  </a:lnTo>
                  <a:lnTo>
                    <a:pt x="2302169" y="609180"/>
                  </a:lnTo>
                  <a:lnTo>
                    <a:pt x="2324587" y="599368"/>
                  </a:lnTo>
                  <a:lnTo>
                    <a:pt x="2353557" y="586687"/>
                  </a:lnTo>
                  <a:lnTo>
                    <a:pt x="2386977" y="572055"/>
                  </a:lnTo>
                  <a:lnTo>
                    <a:pt x="2415818" y="559431"/>
                  </a:lnTo>
                  <a:lnTo>
                    <a:pt x="2430319" y="552433"/>
                  </a:lnTo>
                  <a:lnTo>
                    <a:pt x="2440633" y="544450"/>
                  </a:lnTo>
                  <a:lnTo>
                    <a:pt x="2443191" y="538544"/>
                  </a:lnTo>
                  <a:lnTo>
                    <a:pt x="2442582" y="535153"/>
                  </a:lnTo>
                  <a:lnTo>
                    <a:pt x="2439920" y="531756"/>
                  </a:lnTo>
                  <a:lnTo>
                    <a:pt x="2436241" y="529247"/>
                  </a:lnTo>
                  <a:lnTo>
                    <a:pt x="2432970" y="527114"/>
                  </a:lnTo>
                  <a:lnTo>
                    <a:pt x="2431435" y="524472"/>
                  </a:lnTo>
                  <a:lnTo>
                    <a:pt x="2431130" y="518693"/>
                  </a:lnTo>
                  <a:lnTo>
                    <a:pt x="2429125" y="515372"/>
                  </a:lnTo>
                  <a:lnTo>
                    <a:pt x="2427213" y="512927"/>
                  </a:lnTo>
                  <a:lnTo>
                    <a:pt x="2427936" y="490561"/>
                  </a:lnTo>
                  <a:lnTo>
                    <a:pt x="2425414" y="483626"/>
                  </a:lnTo>
                  <a:lnTo>
                    <a:pt x="2416014" y="466048"/>
                  </a:lnTo>
                  <a:lnTo>
                    <a:pt x="2433941" y="458167"/>
                  </a:lnTo>
                  <a:lnTo>
                    <a:pt x="2450550" y="450858"/>
                  </a:lnTo>
                  <a:lnTo>
                    <a:pt x="2463795" y="445448"/>
                  </a:lnTo>
                  <a:lnTo>
                    <a:pt x="2491541" y="444597"/>
                  </a:lnTo>
                  <a:lnTo>
                    <a:pt x="2517307" y="444705"/>
                  </a:lnTo>
                  <a:lnTo>
                    <a:pt x="2552820" y="444851"/>
                  </a:lnTo>
                  <a:lnTo>
                    <a:pt x="2582741" y="444971"/>
                  </a:lnTo>
                  <a:lnTo>
                    <a:pt x="2617649" y="445117"/>
                  </a:lnTo>
                  <a:lnTo>
                    <a:pt x="2638113" y="445200"/>
                  </a:lnTo>
                  <a:lnTo>
                    <a:pt x="2664928" y="444946"/>
                  </a:lnTo>
                  <a:lnTo>
                    <a:pt x="2677997" y="424656"/>
                  </a:lnTo>
                  <a:lnTo>
                    <a:pt x="2689676" y="406513"/>
                  </a:lnTo>
                  <a:lnTo>
                    <a:pt x="2702539" y="389177"/>
                  </a:lnTo>
                  <a:lnTo>
                    <a:pt x="2725406" y="368824"/>
                  </a:lnTo>
                  <a:lnTo>
                    <a:pt x="2732047" y="365166"/>
                  </a:lnTo>
                  <a:lnTo>
                    <a:pt x="2735710" y="357139"/>
                  </a:lnTo>
                  <a:lnTo>
                    <a:pt x="2749570" y="349512"/>
                  </a:lnTo>
                  <a:lnTo>
                    <a:pt x="2764841" y="342438"/>
                  </a:lnTo>
                  <a:lnTo>
                    <a:pt x="2770830" y="335802"/>
                  </a:lnTo>
                  <a:lnTo>
                    <a:pt x="2773729" y="332023"/>
                  </a:lnTo>
                  <a:lnTo>
                    <a:pt x="2815076" y="296232"/>
                  </a:lnTo>
                  <a:lnTo>
                    <a:pt x="2838559" y="279702"/>
                  </a:lnTo>
                  <a:lnTo>
                    <a:pt x="2857953" y="270501"/>
                  </a:lnTo>
                  <a:lnTo>
                    <a:pt x="2872717" y="266106"/>
                  </a:lnTo>
                  <a:lnTo>
                    <a:pt x="2882686" y="266735"/>
                  </a:lnTo>
                  <a:lnTo>
                    <a:pt x="2888355" y="266113"/>
                  </a:lnTo>
                  <a:close/>
                </a:path>
              </a:pathLst>
            </a:custGeom>
            <a:solidFill>
              <a:srgbClr val="FFEFDB">
                <a:alpha val="100000"/>
              </a:srgbClr>
            </a:solidFill>
            <a:ln w="5420" cap="flat">
              <a:solidFill>
                <a:srgbClr val="5959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68" name="pg3868"/>
            <p:cNvSpPr/>
            <p:nvPr/>
          </p:nvSpPr>
          <p:spPr>
            <a:xfrm>
              <a:off x="5359282" y="3307053"/>
              <a:ext cx="225302" cy="75760"/>
            </a:xfrm>
            <a:custGeom>
              <a:avLst/>
              <a:pathLst>
                <a:path w="225302" h="75760">
                  <a:moveTo>
                    <a:pt x="153584" y="30132"/>
                  </a:moveTo>
                  <a:lnTo>
                    <a:pt x="160385" y="30983"/>
                  </a:lnTo>
                  <a:lnTo>
                    <a:pt x="166235" y="28513"/>
                  </a:lnTo>
                  <a:lnTo>
                    <a:pt x="171775" y="23521"/>
                  </a:lnTo>
                  <a:lnTo>
                    <a:pt x="184637" y="16771"/>
                  </a:lnTo>
                  <a:lnTo>
                    <a:pt x="195598" y="13818"/>
                  </a:lnTo>
                  <a:lnTo>
                    <a:pt x="199050" y="13208"/>
                  </a:lnTo>
                  <a:lnTo>
                    <a:pt x="204275" y="17946"/>
                  </a:lnTo>
                  <a:lnTo>
                    <a:pt x="214641" y="14142"/>
                  </a:lnTo>
                  <a:lnTo>
                    <a:pt x="225302" y="12008"/>
                  </a:lnTo>
                  <a:lnTo>
                    <a:pt x="179185" y="33669"/>
                  </a:lnTo>
                  <a:lnTo>
                    <a:pt x="169754" y="36108"/>
                  </a:lnTo>
                  <a:lnTo>
                    <a:pt x="156261" y="42560"/>
                  </a:lnTo>
                  <a:lnTo>
                    <a:pt x="143507" y="47132"/>
                  </a:lnTo>
                  <a:lnTo>
                    <a:pt x="134324" y="48796"/>
                  </a:lnTo>
                  <a:lnTo>
                    <a:pt x="88662" y="64875"/>
                  </a:lnTo>
                  <a:lnTo>
                    <a:pt x="85040" y="65224"/>
                  </a:lnTo>
                  <a:lnTo>
                    <a:pt x="81122" y="63656"/>
                  </a:lnTo>
                  <a:lnTo>
                    <a:pt x="43512" y="71937"/>
                  </a:lnTo>
                  <a:lnTo>
                    <a:pt x="28076" y="72870"/>
                  </a:lnTo>
                  <a:lnTo>
                    <a:pt x="14020" y="75760"/>
                  </a:lnTo>
                  <a:lnTo>
                    <a:pt x="24417" y="69092"/>
                  </a:lnTo>
                  <a:lnTo>
                    <a:pt x="24644" y="66596"/>
                  </a:lnTo>
                  <a:lnTo>
                    <a:pt x="22159" y="64646"/>
                  </a:lnTo>
                  <a:lnTo>
                    <a:pt x="16598" y="65212"/>
                  </a:lnTo>
                  <a:lnTo>
                    <a:pt x="10903" y="72076"/>
                  </a:lnTo>
                  <a:lnTo>
                    <a:pt x="1813" y="74369"/>
                  </a:lnTo>
                  <a:lnTo>
                    <a:pt x="0" y="66895"/>
                  </a:lnTo>
                  <a:lnTo>
                    <a:pt x="3033" y="61109"/>
                  </a:lnTo>
                  <a:lnTo>
                    <a:pt x="7141" y="55623"/>
                  </a:lnTo>
                  <a:lnTo>
                    <a:pt x="16169" y="46999"/>
                  </a:lnTo>
                  <a:lnTo>
                    <a:pt x="29083" y="41531"/>
                  </a:lnTo>
                  <a:lnTo>
                    <a:pt x="35646" y="36806"/>
                  </a:lnTo>
                  <a:lnTo>
                    <a:pt x="40194" y="40966"/>
                  </a:lnTo>
                  <a:lnTo>
                    <a:pt x="41191" y="35346"/>
                  </a:lnTo>
                  <a:lnTo>
                    <a:pt x="44690" y="32101"/>
                  </a:lnTo>
                  <a:lnTo>
                    <a:pt x="48493" y="30354"/>
                  </a:lnTo>
                  <a:lnTo>
                    <a:pt x="57640" y="30310"/>
                  </a:lnTo>
                  <a:lnTo>
                    <a:pt x="62565" y="29427"/>
                  </a:lnTo>
                  <a:lnTo>
                    <a:pt x="66126" y="27560"/>
                  </a:lnTo>
                  <a:lnTo>
                    <a:pt x="69779" y="27211"/>
                  </a:lnTo>
                  <a:lnTo>
                    <a:pt x="79784" y="29757"/>
                  </a:lnTo>
                  <a:lnTo>
                    <a:pt x="89556" y="29027"/>
                  </a:lnTo>
                  <a:lnTo>
                    <a:pt x="97447" y="25509"/>
                  </a:lnTo>
                  <a:lnTo>
                    <a:pt x="105648" y="24328"/>
                  </a:lnTo>
                  <a:lnTo>
                    <a:pt x="127343" y="23534"/>
                  </a:lnTo>
                  <a:lnTo>
                    <a:pt x="148902" y="20962"/>
                  </a:lnTo>
                  <a:lnTo>
                    <a:pt x="157522" y="16390"/>
                  </a:lnTo>
                  <a:lnTo>
                    <a:pt x="175630" y="3575"/>
                  </a:lnTo>
                  <a:lnTo>
                    <a:pt x="186048" y="0"/>
                  </a:lnTo>
                  <a:lnTo>
                    <a:pt x="169826" y="14891"/>
                  </a:lnTo>
                  <a:lnTo>
                    <a:pt x="161108" y="21718"/>
                  </a:lnTo>
                  <a:close/>
                </a:path>
              </a:pathLst>
            </a:custGeom>
            <a:solidFill>
              <a:srgbClr val="FFEFDB">
                <a:alpha val="100000"/>
              </a:srgbClr>
            </a:solidFill>
            <a:ln w="5420" cap="flat">
              <a:solidFill>
                <a:srgbClr val="5959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69" name="pg3869"/>
            <p:cNvSpPr/>
            <p:nvPr/>
          </p:nvSpPr>
          <p:spPr>
            <a:xfrm>
              <a:off x="5954108" y="2877417"/>
              <a:ext cx="23756" cy="26893"/>
            </a:xfrm>
            <a:custGeom>
              <a:avLst/>
              <a:pathLst>
                <a:path w="23756" h="26893">
                  <a:moveTo>
                    <a:pt x="17596" y="18663"/>
                  </a:moveTo>
                  <a:lnTo>
                    <a:pt x="10841" y="17558"/>
                  </a:lnTo>
                  <a:lnTo>
                    <a:pt x="10981" y="24423"/>
                  </a:lnTo>
                  <a:lnTo>
                    <a:pt x="10226" y="26893"/>
                  </a:lnTo>
                  <a:lnTo>
                    <a:pt x="2744" y="23363"/>
                  </a:lnTo>
                  <a:lnTo>
                    <a:pt x="0" y="21089"/>
                  </a:lnTo>
                  <a:lnTo>
                    <a:pt x="237" y="11995"/>
                  </a:lnTo>
                  <a:lnTo>
                    <a:pt x="6847" y="3397"/>
                  </a:lnTo>
                  <a:lnTo>
                    <a:pt x="11885" y="0"/>
                  </a:lnTo>
                  <a:lnTo>
                    <a:pt x="18381" y="2355"/>
                  </a:lnTo>
                  <a:lnTo>
                    <a:pt x="23368" y="11983"/>
                  </a:lnTo>
                  <a:lnTo>
                    <a:pt x="23756" y="16129"/>
                  </a:lnTo>
                  <a:close/>
                </a:path>
              </a:pathLst>
            </a:custGeom>
            <a:solidFill>
              <a:srgbClr val="FFEFDB">
                <a:alpha val="100000"/>
              </a:srgbClr>
            </a:solidFill>
            <a:ln w="5420" cap="flat">
              <a:solidFill>
                <a:srgbClr val="5959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70" name="pg3870"/>
            <p:cNvSpPr/>
            <p:nvPr/>
          </p:nvSpPr>
          <p:spPr>
            <a:xfrm>
              <a:off x="5337706" y="3371376"/>
              <a:ext cx="17833" cy="18174"/>
            </a:xfrm>
            <a:custGeom>
              <a:avLst/>
              <a:pathLst>
                <a:path w="17833" h="18174">
                  <a:moveTo>
                    <a:pt x="0" y="18174"/>
                  </a:moveTo>
                  <a:lnTo>
                    <a:pt x="5048" y="5702"/>
                  </a:lnTo>
                  <a:lnTo>
                    <a:pt x="14330" y="0"/>
                  </a:lnTo>
                  <a:lnTo>
                    <a:pt x="17689" y="1187"/>
                  </a:lnTo>
                  <a:lnTo>
                    <a:pt x="17833" y="5594"/>
                  </a:lnTo>
                  <a:lnTo>
                    <a:pt x="16531" y="9360"/>
                  </a:lnTo>
                  <a:lnTo>
                    <a:pt x="10304" y="15164"/>
                  </a:lnTo>
                  <a:lnTo>
                    <a:pt x="5054" y="17635"/>
                  </a:lnTo>
                  <a:close/>
                </a:path>
              </a:pathLst>
            </a:custGeom>
            <a:solidFill>
              <a:srgbClr val="FFEFDB">
                <a:alpha val="100000"/>
              </a:srgbClr>
            </a:solidFill>
            <a:ln w="5420" cap="flat">
              <a:solidFill>
                <a:srgbClr val="5959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71" name="pg3871"/>
            <p:cNvSpPr/>
            <p:nvPr/>
          </p:nvSpPr>
          <p:spPr>
            <a:xfrm>
              <a:off x="5698253" y="3267490"/>
              <a:ext cx="33791" cy="16879"/>
            </a:xfrm>
            <a:custGeom>
              <a:avLst/>
              <a:pathLst>
                <a:path w="33791" h="16879">
                  <a:moveTo>
                    <a:pt x="4645" y="16879"/>
                  </a:moveTo>
                  <a:lnTo>
                    <a:pt x="0" y="12776"/>
                  </a:lnTo>
                  <a:lnTo>
                    <a:pt x="7270" y="10878"/>
                  </a:lnTo>
                  <a:lnTo>
                    <a:pt x="16454" y="1130"/>
                  </a:lnTo>
                  <a:lnTo>
                    <a:pt x="22562" y="0"/>
                  </a:lnTo>
                  <a:lnTo>
                    <a:pt x="32158" y="5518"/>
                  </a:lnTo>
                  <a:lnTo>
                    <a:pt x="33791" y="10522"/>
                  </a:lnTo>
                  <a:close/>
                </a:path>
              </a:pathLst>
            </a:custGeom>
            <a:solidFill>
              <a:srgbClr val="FFEFDB">
                <a:alpha val="100000"/>
              </a:srgbClr>
            </a:solidFill>
            <a:ln w="5420" cap="flat">
              <a:solidFill>
                <a:srgbClr val="5959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72" name="pg3872"/>
            <p:cNvSpPr/>
            <p:nvPr/>
          </p:nvSpPr>
          <p:spPr>
            <a:xfrm>
              <a:off x="5643532" y="3241859"/>
              <a:ext cx="12087" cy="24671"/>
            </a:xfrm>
            <a:custGeom>
              <a:avLst/>
              <a:pathLst>
                <a:path w="12087" h="24671">
                  <a:moveTo>
                    <a:pt x="5855" y="24671"/>
                  </a:moveTo>
                  <a:lnTo>
                    <a:pt x="0" y="24048"/>
                  </a:lnTo>
                  <a:lnTo>
                    <a:pt x="2971" y="19248"/>
                  </a:lnTo>
                  <a:lnTo>
                    <a:pt x="4103" y="12199"/>
                  </a:lnTo>
                  <a:lnTo>
                    <a:pt x="6991" y="4457"/>
                  </a:lnTo>
                  <a:lnTo>
                    <a:pt x="8655" y="2089"/>
                  </a:lnTo>
                  <a:lnTo>
                    <a:pt x="12087" y="0"/>
                  </a:lnTo>
                  <a:lnTo>
                    <a:pt x="11095" y="21115"/>
                  </a:lnTo>
                  <a:close/>
                </a:path>
              </a:pathLst>
            </a:custGeom>
            <a:solidFill>
              <a:srgbClr val="FFEFDB">
                <a:alpha val="100000"/>
              </a:srgbClr>
            </a:solidFill>
            <a:ln w="5420" cap="flat">
              <a:solidFill>
                <a:srgbClr val="5959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73" name="pg3873"/>
            <p:cNvSpPr/>
            <p:nvPr/>
          </p:nvSpPr>
          <p:spPr>
            <a:xfrm>
              <a:off x="5761346" y="3275262"/>
              <a:ext cx="27001" cy="19248"/>
            </a:xfrm>
            <a:custGeom>
              <a:avLst/>
              <a:pathLst>
                <a:path w="27001" h="19248">
                  <a:moveTo>
                    <a:pt x="18836" y="19248"/>
                  </a:moveTo>
                  <a:lnTo>
                    <a:pt x="0" y="14453"/>
                  </a:lnTo>
                  <a:lnTo>
                    <a:pt x="15498" y="10389"/>
                  </a:lnTo>
                  <a:lnTo>
                    <a:pt x="18030" y="8973"/>
                  </a:lnTo>
                  <a:lnTo>
                    <a:pt x="20050" y="2997"/>
                  </a:lnTo>
                  <a:lnTo>
                    <a:pt x="20303" y="0"/>
                  </a:lnTo>
                  <a:lnTo>
                    <a:pt x="26190" y="12853"/>
                  </a:lnTo>
                  <a:lnTo>
                    <a:pt x="27001" y="17152"/>
                  </a:lnTo>
                  <a:close/>
                </a:path>
              </a:pathLst>
            </a:custGeom>
            <a:solidFill>
              <a:srgbClr val="FFEFDB">
                <a:alpha val="100000"/>
              </a:srgbClr>
            </a:solidFill>
            <a:ln w="5420" cap="flat">
              <a:solidFill>
                <a:srgbClr val="5959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74" name="pg3874"/>
            <p:cNvSpPr/>
            <p:nvPr/>
          </p:nvSpPr>
          <p:spPr>
            <a:xfrm>
              <a:off x="5180933" y="3984239"/>
              <a:ext cx="8624" cy="14377"/>
            </a:xfrm>
            <a:custGeom>
              <a:avLst/>
              <a:pathLst>
                <a:path w="8624" h="14377">
                  <a:moveTo>
                    <a:pt x="7028" y="14377"/>
                  </a:moveTo>
                  <a:lnTo>
                    <a:pt x="0" y="0"/>
                  </a:lnTo>
                  <a:lnTo>
                    <a:pt x="7229" y="4648"/>
                  </a:lnTo>
                  <a:lnTo>
                    <a:pt x="8521" y="8515"/>
                  </a:lnTo>
                  <a:lnTo>
                    <a:pt x="8624" y="11735"/>
                  </a:lnTo>
                  <a:close/>
                </a:path>
              </a:pathLst>
            </a:custGeom>
            <a:solidFill>
              <a:srgbClr val="FFEFDB">
                <a:alpha val="100000"/>
              </a:srgbClr>
            </a:solidFill>
            <a:ln w="5420" cap="flat">
              <a:solidFill>
                <a:srgbClr val="5959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75" name="pg3875"/>
            <p:cNvSpPr/>
            <p:nvPr/>
          </p:nvSpPr>
          <p:spPr>
            <a:xfrm>
              <a:off x="5183801" y="4007259"/>
              <a:ext cx="24727" cy="72349"/>
            </a:xfrm>
            <a:custGeom>
              <a:avLst/>
              <a:pathLst>
                <a:path w="24727" h="72349">
                  <a:moveTo>
                    <a:pt x="1250" y="72349"/>
                  </a:moveTo>
                  <a:lnTo>
                    <a:pt x="0" y="71213"/>
                  </a:lnTo>
                  <a:lnTo>
                    <a:pt x="16267" y="63796"/>
                  </a:lnTo>
                  <a:lnTo>
                    <a:pt x="21399" y="37670"/>
                  </a:lnTo>
                  <a:lnTo>
                    <a:pt x="22102" y="25623"/>
                  </a:lnTo>
                  <a:lnTo>
                    <a:pt x="19663" y="4388"/>
                  </a:lnTo>
                  <a:lnTo>
                    <a:pt x="19745" y="0"/>
                  </a:lnTo>
                  <a:lnTo>
                    <a:pt x="22391" y="6845"/>
                  </a:lnTo>
                  <a:lnTo>
                    <a:pt x="24727" y="26658"/>
                  </a:lnTo>
                  <a:lnTo>
                    <a:pt x="23849" y="41683"/>
                  </a:lnTo>
                  <a:lnTo>
                    <a:pt x="19130" y="63573"/>
                  </a:lnTo>
                  <a:lnTo>
                    <a:pt x="15446" y="68806"/>
                  </a:lnTo>
                  <a:close/>
                </a:path>
              </a:pathLst>
            </a:custGeom>
            <a:solidFill>
              <a:srgbClr val="FFEFDB">
                <a:alpha val="100000"/>
              </a:srgbClr>
            </a:solidFill>
            <a:ln w="5420" cap="flat">
              <a:solidFill>
                <a:srgbClr val="5959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76" name="pg3876"/>
            <p:cNvSpPr/>
            <p:nvPr/>
          </p:nvSpPr>
          <p:spPr>
            <a:xfrm>
              <a:off x="5152676" y="4082556"/>
              <a:ext cx="21404" cy="9277"/>
            </a:xfrm>
            <a:custGeom>
              <a:avLst/>
              <a:pathLst>
                <a:path w="21404" h="9277">
                  <a:moveTo>
                    <a:pt x="2170" y="9277"/>
                  </a:moveTo>
                  <a:lnTo>
                    <a:pt x="0" y="8725"/>
                  </a:lnTo>
                  <a:lnTo>
                    <a:pt x="12619" y="2089"/>
                  </a:lnTo>
                  <a:lnTo>
                    <a:pt x="21404" y="0"/>
                  </a:lnTo>
                  <a:close/>
                </a:path>
              </a:pathLst>
            </a:custGeom>
            <a:solidFill>
              <a:srgbClr val="FFEFDB">
                <a:alpha val="100000"/>
              </a:srgbClr>
            </a:solidFill>
            <a:ln w="5420" cap="flat">
              <a:solidFill>
                <a:srgbClr val="5959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77" name="pg3877"/>
            <p:cNvSpPr/>
            <p:nvPr/>
          </p:nvSpPr>
          <p:spPr>
            <a:xfrm>
              <a:off x="5095061" y="4115235"/>
              <a:ext cx="33993" cy="39982"/>
            </a:xfrm>
            <a:custGeom>
              <a:avLst/>
              <a:pathLst>
                <a:path w="33993" h="39982">
                  <a:moveTo>
                    <a:pt x="0" y="39982"/>
                  </a:moveTo>
                  <a:lnTo>
                    <a:pt x="9689" y="23744"/>
                  </a:lnTo>
                  <a:lnTo>
                    <a:pt x="28825" y="3149"/>
                  </a:lnTo>
                  <a:lnTo>
                    <a:pt x="33993" y="0"/>
                  </a:lnTo>
                  <a:lnTo>
                    <a:pt x="18081" y="17590"/>
                  </a:lnTo>
                  <a:lnTo>
                    <a:pt x="2635" y="38489"/>
                  </a:lnTo>
                  <a:close/>
                </a:path>
              </a:pathLst>
            </a:custGeom>
            <a:solidFill>
              <a:srgbClr val="FFEFDB">
                <a:alpha val="100000"/>
              </a:srgbClr>
            </a:solidFill>
            <a:ln w="5420" cap="flat">
              <a:solidFill>
                <a:srgbClr val="5959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78" name="pg3878"/>
            <p:cNvSpPr/>
            <p:nvPr/>
          </p:nvSpPr>
          <p:spPr>
            <a:xfrm>
              <a:off x="4494680" y="5206518"/>
              <a:ext cx="17373" cy="15672"/>
            </a:xfrm>
            <a:custGeom>
              <a:avLst/>
              <a:pathLst>
                <a:path w="17373" h="15672">
                  <a:moveTo>
                    <a:pt x="13601" y="15672"/>
                  </a:moveTo>
                  <a:lnTo>
                    <a:pt x="5968" y="13183"/>
                  </a:lnTo>
                  <a:lnTo>
                    <a:pt x="1798" y="8725"/>
                  </a:lnTo>
                  <a:lnTo>
                    <a:pt x="0" y="0"/>
                  </a:lnTo>
                  <a:lnTo>
                    <a:pt x="6645" y="9239"/>
                  </a:lnTo>
                  <a:lnTo>
                    <a:pt x="9028" y="11329"/>
                  </a:lnTo>
                  <a:lnTo>
                    <a:pt x="17373" y="12281"/>
                  </a:lnTo>
                  <a:close/>
                </a:path>
              </a:pathLst>
            </a:custGeom>
            <a:solidFill>
              <a:srgbClr val="FFEFDB">
                <a:alpha val="100000"/>
              </a:srgbClr>
            </a:solidFill>
            <a:ln w="5420" cap="flat">
              <a:solidFill>
                <a:srgbClr val="5959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79" name="pg3879"/>
            <p:cNvSpPr/>
            <p:nvPr/>
          </p:nvSpPr>
          <p:spPr>
            <a:xfrm>
              <a:off x="4498091" y="5186660"/>
              <a:ext cx="9033" cy="26938"/>
            </a:xfrm>
            <a:custGeom>
              <a:avLst/>
              <a:pathLst>
                <a:path w="9033" h="26938">
                  <a:moveTo>
                    <a:pt x="8883" y="26938"/>
                  </a:moveTo>
                  <a:lnTo>
                    <a:pt x="3550" y="14142"/>
                  </a:lnTo>
                  <a:lnTo>
                    <a:pt x="0" y="0"/>
                  </a:lnTo>
                  <a:lnTo>
                    <a:pt x="5079" y="4578"/>
                  </a:lnTo>
                  <a:lnTo>
                    <a:pt x="9033" y="19298"/>
                  </a:lnTo>
                  <a:close/>
                </a:path>
              </a:pathLst>
            </a:custGeom>
            <a:solidFill>
              <a:srgbClr val="FFEFDB">
                <a:alpha val="100000"/>
              </a:srgbClr>
            </a:solidFill>
            <a:ln w="5420" cap="flat">
              <a:solidFill>
                <a:srgbClr val="5959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80" name="pg3880"/>
            <p:cNvSpPr/>
            <p:nvPr/>
          </p:nvSpPr>
          <p:spPr>
            <a:xfrm>
              <a:off x="4666217" y="5362642"/>
              <a:ext cx="34236" cy="51158"/>
            </a:xfrm>
            <a:custGeom>
              <a:avLst/>
              <a:pathLst>
                <a:path w="34236" h="51158">
                  <a:moveTo>
                    <a:pt x="0" y="51158"/>
                  </a:moveTo>
                  <a:lnTo>
                    <a:pt x="2330" y="45036"/>
                  </a:lnTo>
                  <a:lnTo>
                    <a:pt x="10531" y="31948"/>
                  </a:lnTo>
                  <a:lnTo>
                    <a:pt x="13182" y="25788"/>
                  </a:lnTo>
                  <a:lnTo>
                    <a:pt x="18722" y="21883"/>
                  </a:lnTo>
                  <a:lnTo>
                    <a:pt x="23880" y="14821"/>
                  </a:lnTo>
                  <a:lnTo>
                    <a:pt x="24267" y="6585"/>
                  </a:lnTo>
                  <a:lnTo>
                    <a:pt x="31760" y="825"/>
                  </a:lnTo>
                  <a:lnTo>
                    <a:pt x="34236" y="0"/>
                  </a:lnTo>
                  <a:lnTo>
                    <a:pt x="21032" y="26703"/>
                  </a:lnTo>
                  <a:close/>
                </a:path>
              </a:pathLst>
            </a:custGeom>
            <a:solidFill>
              <a:srgbClr val="FFEFDB">
                <a:alpha val="100000"/>
              </a:srgbClr>
            </a:solidFill>
            <a:ln w="5420" cap="flat">
              <a:solidFill>
                <a:srgbClr val="5959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81" name="pg3881"/>
            <p:cNvSpPr/>
            <p:nvPr/>
          </p:nvSpPr>
          <p:spPr>
            <a:xfrm>
              <a:off x="3456939" y="4803878"/>
              <a:ext cx="26706" cy="20480"/>
            </a:xfrm>
            <a:custGeom>
              <a:avLst/>
              <a:pathLst>
                <a:path w="26706" h="20480">
                  <a:moveTo>
                    <a:pt x="18603" y="20480"/>
                  </a:moveTo>
                  <a:lnTo>
                    <a:pt x="1100" y="9214"/>
                  </a:lnTo>
                  <a:lnTo>
                    <a:pt x="0" y="4375"/>
                  </a:lnTo>
                  <a:lnTo>
                    <a:pt x="8635" y="0"/>
                  </a:lnTo>
                  <a:lnTo>
                    <a:pt x="13906" y="387"/>
                  </a:lnTo>
                  <a:lnTo>
                    <a:pt x="22241" y="6109"/>
                  </a:lnTo>
                  <a:lnTo>
                    <a:pt x="25290" y="7703"/>
                  </a:lnTo>
                  <a:lnTo>
                    <a:pt x="26706" y="10020"/>
                  </a:lnTo>
                  <a:lnTo>
                    <a:pt x="25900" y="13646"/>
                  </a:lnTo>
                  <a:lnTo>
                    <a:pt x="22536" y="18625"/>
                  </a:lnTo>
                  <a:close/>
                </a:path>
              </a:pathLst>
            </a:custGeom>
            <a:solidFill>
              <a:srgbClr val="FFEFDB">
                <a:alpha val="100000"/>
              </a:srgbClr>
            </a:solidFill>
            <a:ln w="5420" cap="flat">
              <a:solidFill>
                <a:srgbClr val="5959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82" name="pg3882"/>
            <p:cNvSpPr/>
            <p:nvPr/>
          </p:nvSpPr>
          <p:spPr>
            <a:xfrm>
              <a:off x="2924653" y="5000397"/>
              <a:ext cx="20774" cy="30399"/>
            </a:xfrm>
            <a:custGeom>
              <a:avLst/>
              <a:pathLst>
                <a:path w="20774" h="30399">
                  <a:moveTo>
                    <a:pt x="0" y="30399"/>
                  </a:moveTo>
                  <a:lnTo>
                    <a:pt x="5121" y="19749"/>
                  </a:lnTo>
                  <a:lnTo>
                    <a:pt x="6072" y="15482"/>
                  </a:lnTo>
                  <a:lnTo>
                    <a:pt x="14469" y="2006"/>
                  </a:lnTo>
                  <a:lnTo>
                    <a:pt x="18903" y="0"/>
                  </a:lnTo>
                  <a:lnTo>
                    <a:pt x="20774" y="5734"/>
                  </a:lnTo>
                  <a:lnTo>
                    <a:pt x="12138" y="15202"/>
                  </a:lnTo>
                  <a:lnTo>
                    <a:pt x="2294" y="30081"/>
                  </a:lnTo>
                  <a:close/>
                </a:path>
              </a:pathLst>
            </a:custGeom>
            <a:solidFill>
              <a:srgbClr val="FFEFDB">
                <a:alpha val="100000"/>
              </a:srgbClr>
            </a:solidFill>
            <a:ln w="5420" cap="flat">
              <a:solidFill>
                <a:srgbClr val="5959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83" name="pg3883"/>
            <p:cNvSpPr/>
            <p:nvPr/>
          </p:nvSpPr>
          <p:spPr>
            <a:xfrm>
              <a:off x="2949515" y="4968054"/>
              <a:ext cx="42075" cy="30323"/>
            </a:xfrm>
            <a:custGeom>
              <a:avLst/>
              <a:pathLst>
                <a:path w="42075" h="30323">
                  <a:moveTo>
                    <a:pt x="0" y="30323"/>
                  </a:moveTo>
                  <a:lnTo>
                    <a:pt x="4816" y="23299"/>
                  </a:lnTo>
                  <a:lnTo>
                    <a:pt x="12645" y="19756"/>
                  </a:lnTo>
                  <a:lnTo>
                    <a:pt x="29822" y="6261"/>
                  </a:lnTo>
                  <a:lnTo>
                    <a:pt x="36830" y="5334"/>
                  </a:lnTo>
                  <a:lnTo>
                    <a:pt x="40478" y="685"/>
                  </a:lnTo>
                  <a:lnTo>
                    <a:pt x="42075" y="0"/>
                  </a:lnTo>
                  <a:lnTo>
                    <a:pt x="41042" y="5696"/>
                  </a:lnTo>
                  <a:lnTo>
                    <a:pt x="27223" y="13786"/>
                  </a:lnTo>
                  <a:lnTo>
                    <a:pt x="3886" y="29783"/>
                  </a:lnTo>
                  <a:close/>
                </a:path>
              </a:pathLst>
            </a:custGeom>
            <a:solidFill>
              <a:srgbClr val="FFEFDB">
                <a:alpha val="100000"/>
              </a:srgbClr>
            </a:solidFill>
            <a:ln w="5420" cap="flat">
              <a:solidFill>
                <a:srgbClr val="5959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84" name="pg3884"/>
            <p:cNvSpPr/>
            <p:nvPr/>
          </p:nvSpPr>
          <p:spPr>
            <a:xfrm>
              <a:off x="2887740" y="5040830"/>
              <a:ext cx="34318" cy="75366"/>
            </a:xfrm>
            <a:custGeom>
              <a:avLst/>
              <a:pathLst>
                <a:path w="34318" h="75366">
                  <a:moveTo>
                    <a:pt x="0" y="75366"/>
                  </a:moveTo>
                  <a:lnTo>
                    <a:pt x="909" y="64215"/>
                  </a:lnTo>
                  <a:lnTo>
                    <a:pt x="9503" y="38877"/>
                  </a:lnTo>
                  <a:lnTo>
                    <a:pt x="26965" y="5575"/>
                  </a:lnTo>
                  <a:lnTo>
                    <a:pt x="34318" y="0"/>
                  </a:lnTo>
                  <a:lnTo>
                    <a:pt x="14175" y="36521"/>
                  </a:lnTo>
                  <a:lnTo>
                    <a:pt x="3302" y="67885"/>
                  </a:lnTo>
                  <a:close/>
                </a:path>
              </a:pathLst>
            </a:custGeom>
            <a:solidFill>
              <a:srgbClr val="FFEFDB">
                <a:alpha val="100000"/>
              </a:srgbClr>
            </a:solidFill>
            <a:ln w="5420" cap="flat">
              <a:solidFill>
                <a:srgbClr val="5959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85" name="pg3885"/>
            <p:cNvSpPr/>
            <p:nvPr/>
          </p:nvSpPr>
          <p:spPr>
            <a:xfrm>
              <a:off x="3130649" y="4843237"/>
              <a:ext cx="34081" cy="26658"/>
            </a:xfrm>
            <a:custGeom>
              <a:avLst/>
              <a:pathLst>
                <a:path w="34081" h="26658">
                  <a:moveTo>
                    <a:pt x="0" y="26658"/>
                  </a:moveTo>
                  <a:lnTo>
                    <a:pt x="23068" y="6655"/>
                  </a:lnTo>
                  <a:lnTo>
                    <a:pt x="27905" y="0"/>
                  </a:lnTo>
                  <a:lnTo>
                    <a:pt x="34081" y="292"/>
                  </a:lnTo>
                  <a:lnTo>
                    <a:pt x="23781" y="11500"/>
                  </a:lnTo>
                  <a:lnTo>
                    <a:pt x="5286" y="25414"/>
                  </a:lnTo>
                  <a:close/>
                </a:path>
              </a:pathLst>
            </a:custGeom>
            <a:solidFill>
              <a:srgbClr val="FFEFDB">
                <a:alpha val="100000"/>
              </a:srgbClr>
            </a:solidFill>
            <a:ln w="5420" cap="flat">
              <a:solidFill>
                <a:srgbClr val="5959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86" name="pg3886"/>
            <p:cNvSpPr/>
            <p:nvPr/>
          </p:nvSpPr>
          <p:spPr>
            <a:xfrm>
              <a:off x="2885373" y="5122184"/>
              <a:ext cx="25027" cy="140921"/>
            </a:xfrm>
            <a:custGeom>
              <a:avLst/>
              <a:pathLst>
                <a:path w="25027" h="140921">
                  <a:moveTo>
                    <a:pt x="23564" y="140921"/>
                  </a:moveTo>
                  <a:lnTo>
                    <a:pt x="14800" y="112719"/>
                  </a:lnTo>
                  <a:lnTo>
                    <a:pt x="537" y="48898"/>
                  </a:lnTo>
                  <a:lnTo>
                    <a:pt x="0" y="12522"/>
                  </a:lnTo>
                  <a:lnTo>
                    <a:pt x="2242" y="0"/>
                  </a:lnTo>
                  <a:lnTo>
                    <a:pt x="5922" y="51374"/>
                  </a:lnTo>
                  <a:lnTo>
                    <a:pt x="21688" y="116618"/>
                  </a:lnTo>
                  <a:lnTo>
                    <a:pt x="25027" y="134882"/>
                  </a:lnTo>
                  <a:close/>
                </a:path>
              </a:pathLst>
            </a:custGeom>
            <a:solidFill>
              <a:srgbClr val="FFEFDB">
                <a:alpha val="100000"/>
              </a:srgbClr>
            </a:solidFill>
            <a:ln w="5420" cap="flat">
              <a:solidFill>
                <a:srgbClr val="5959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87" name="pg3887"/>
            <p:cNvSpPr/>
            <p:nvPr/>
          </p:nvSpPr>
          <p:spPr>
            <a:xfrm>
              <a:off x="5637481" y="3252585"/>
              <a:ext cx="5178" cy="13666"/>
            </a:xfrm>
            <a:custGeom>
              <a:avLst/>
              <a:pathLst>
                <a:path w="5178" h="13666">
                  <a:moveTo>
                    <a:pt x="1095" y="13666"/>
                  </a:moveTo>
                  <a:lnTo>
                    <a:pt x="0" y="7385"/>
                  </a:lnTo>
                  <a:lnTo>
                    <a:pt x="2056" y="165"/>
                  </a:lnTo>
                  <a:lnTo>
                    <a:pt x="4139" y="0"/>
                  </a:lnTo>
                  <a:lnTo>
                    <a:pt x="5178" y="3841"/>
                  </a:lnTo>
                  <a:lnTo>
                    <a:pt x="4030" y="11259"/>
                  </a:lnTo>
                  <a:close/>
                </a:path>
              </a:pathLst>
            </a:custGeom>
            <a:solidFill>
              <a:srgbClr val="FFEFDB">
                <a:alpha val="100000"/>
              </a:srgbClr>
            </a:solidFill>
            <a:ln w="5420" cap="flat">
              <a:solidFill>
                <a:srgbClr val="5959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88" name="pg3888"/>
            <p:cNvSpPr/>
            <p:nvPr/>
          </p:nvSpPr>
          <p:spPr>
            <a:xfrm>
              <a:off x="5335877" y="3489988"/>
              <a:ext cx="15498" cy="28227"/>
            </a:xfrm>
            <a:custGeom>
              <a:avLst/>
              <a:pathLst>
                <a:path w="15498" h="28227">
                  <a:moveTo>
                    <a:pt x="284" y="28227"/>
                  </a:moveTo>
                  <a:lnTo>
                    <a:pt x="0" y="24442"/>
                  </a:lnTo>
                  <a:lnTo>
                    <a:pt x="15498" y="0"/>
                  </a:lnTo>
                  <a:lnTo>
                    <a:pt x="12697" y="8541"/>
                  </a:lnTo>
                  <a:close/>
                </a:path>
              </a:pathLst>
            </a:custGeom>
            <a:solidFill>
              <a:srgbClr val="FFEFDB">
                <a:alpha val="100000"/>
              </a:srgbClr>
            </a:solidFill>
            <a:ln w="5420" cap="flat">
              <a:solidFill>
                <a:srgbClr val="5959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89" name="pg3889"/>
            <p:cNvSpPr/>
            <p:nvPr/>
          </p:nvSpPr>
          <p:spPr>
            <a:xfrm>
              <a:off x="5216776" y="3678353"/>
              <a:ext cx="29698" cy="55407"/>
            </a:xfrm>
            <a:custGeom>
              <a:avLst/>
              <a:pathLst>
                <a:path w="29698" h="55407">
                  <a:moveTo>
                    <a:pt x="0" y="55407"/>
                  </a:moveTo>
                  <a:lnTo>
                    <a:pt x="16143" y="29364"/>
                  </a:lnTo>
                  <a:lnTo>
                    <a:pt x="25518" y="7544"/>
                  </a:lnTo>
                  <a:lnTo>
                    <a:pt x="29698" y="0"/>
                  </a:lnTo>
                  <a:lnTo>
                    <a:pt x="25642" y="15291"/>
                  </a:lnTo>
                  <a:lnTo>
                    <a:pt x="18552" y="29351"/>
                  </a:lnTo>
                  <a:lnTo>
                    <a:pt x="4811" y="53298"/>
                  </a:lnTo>
                  <a:close/>
                </a:path>
              </a:pathLst>
            </a:custGeom>
            <a:solidFill>
              <a:srgbClr val="FFEFDB">
                <a:alpha val="100000"/>
              </a:srgbClr>
            </a:solidFill>
            <a:ln w="5420" cap="flat">
              <a:solidFill>
                <a:srgbClr val="5959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90" name="pg3890"/>
            <p:cNvSpPr/>
            <p:nvPr/>
          </p:nvSpPr>
          <p:spPr>
            <a:xfrm>
              <a:off x="5079677" y="4146288"/>
              <a:ext cx="13513" cy="6191"/>
            </a:xfrm>
            <a:custGeom>
              <a:avLst/>
              <a:pathLst>
                <a:path w="13513" h="6191">
                  <a:moveTo>
                    <a:pt x="11157" y="6191"/>
                  </a:moveTo>
                  <a:lnTo>
                    <a:pt x="6997" y="4756"/>
                  </a:lnTo>
                  <a:lnTo>
                    <a:pt x="1266" y="2013"/>
                  </a:lnTo>
                  <a:lnTo>
                    <a:pt x="0" y="0"/>
                  </a:lnTo>
                  <a:lnTo>
                    <a:pt x="5467" y="730"/>
                  </a:lnTo>
                  <a:lnTo>
                    <a:pt x="13513" y="5886"/>
                  </a:lnTo>
                  <a:close/>
                </a:path>
              </a:pathLst>
            </a:custGeom>
            <a:solidFill>
              <a:srgbClr val="FFEFDB">
                <a:alpha val="100000"/>
              </a:srgbClr>
            </a:solidFill>
            <a:ln w="5420" cap="flat">
              <a:solidFill>
                <a:srgbClr val="5959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91" name="pg3891"/>
            <p:cNvSpPr/>
            <p:nvPr/>
          </p:nvSpPr>
          <p:spPr>
            <a:xfrm>
              <a:off x="4577198" y="5440364"/>
              <a:ext cx="10779" cy="15615"/>
            </a:xfrm>
            <a:custGeom>
              <a:avLst/>
              <a:pathLst>
                <a:path w="10779" h="15615">
                  <a:moveTo>
                    <a:pt x="6020" y="15615"/>
                  </a:moveTo>
                  <a:lnTo>
                    <a:pt x="4511" y="14790"/>
                  </a:lnTo>
                  <a:lnTo>
                    <a:pt x="4511" y="10890"/>
                  </a:lnTo>
                  <a:lnTo>
                    <a:pt x="0" y="2260"/>
                  </a:lnTo>
                  <a:lnTo>
                    <a:pt x="170" y="0"/>
                  </a:lnTo>
                  <a:lnTo>
                    <a:pt x="10516" y="8446"/>
                  </a:lnTo>
                  <a:lnTo>
                    <a:pt x="10779" y="10713"/>
                  </a:lnTo>
                  <a:lnTo>
                    <a:pt x="9193" y="12942"/>
                  </a:lnTo>
                  <a:close/>
                </a:path>
              </a:pathLst>
            </a:custGeom>
            <a:solidFill>
              <a:srgbClr val="FFEFDB">
                <a:alpha val="100000"/>
              </a:srgbClr>
            </a:solidFill>
            <a:ln w="5420" cap="flat">
              <a:solidFill>
                <a:srgbClr val="5959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92" name="pg3892"/>
            <p:cNvSpPr/>
            <p:nvPr/>
          </p:nvSpPr>
          <p:spPr>
            <a:xfrm>
              <a:off x="4637878" y="5427841"/>
              <a:ext cx="6681" cy="5543"/>
            </a:xfrm>
            <a:custGeom>
              <a:avLst/>
              <a:pathLst>
                <a:path w="6681" h="5543">
                  <a:moveTo>
                    <a:pt x="0" y="5543"/>
                  </a:moveTo>
                  <a:lnTo>
                    <a:pt x="1002" y="3695"/>
                  </a:lnTo>
                  <a:lnTo>
                    <a:pt x="5178" y="0"/>
                  </a:lnTo>
                  <a:lnTo>
                    <a:pt x="6681" y="1435"/>
                  </a:lnTo>
                  <a:lnTo>
                    <a:pt x="6516" y="3283"/>
                  </a:lnTo>
                  <a:lnTo>
                    <a:pt x="2005" y="5543"/>
                  </a:lnTo>
                  <a:close/>
                </a:path>
              </a:pathLst>
            </a:custGeom>
            <a:solidFill>
              <a:srgbClr val="FFEFDB">
                <a:alpha val="100000"/>
              </a:srgbClr>
            </a:solidFill>
            <a:ln w="5420" cap="flat">
              <a:solidFill>
                <a:srgbClr val="5959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93" name="pg3893"/>
            <p:cNvSpPr/>
            <p:nvPr/>
          </p:nvSpPr>
          <p:spPr>
            <a:xfrm>
              <a:off x="4657267" y="5415509"/>
              <a:ext cx="5348" cy="5550"/>
            </a:xfrm>
            <a:custGeom>
              <a:avLst/>
              <a:pathLst>
                <a:path w="5348" h="5550">
                  <a:moveTo>
                    <a:pt x="0" y="5550"/>
                  </a:moveTo>
                  <a:lnTo>
                    <a:pt x="4175" y="0"/>
                  </a:lnTo>
                  <a:lnTo>
                    <a:pt x="5348" y="412"/>
                  </a:lnTo>
                  <a:lnTo>
                    <a:pt x="2842" y="4934"/>
                  </a:lnTo>
                  <a:close/>
                </a:path>
              </a:pathLst>
            </a:custGeom>
            <a:solidFill>
              <a:srgbClr val="FFEFDB">
                <a:alpha val="100000"/>
              </a:srgbClr>
            </a:solidFill>
            <a:ln w="5420" cap="flat">
              <a:solidFill>
                <a:srgbClr val="5959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94" name="pg3894"/>
            <p:cNvSpPr/>
            <p:nvPr/>
          </p:nvSpPr>
          <p:spPr>
            <a:xfrm>
              <a:off x="4607290" y="5439132"/>
              <a:ext cx="21895" cy="8630"/>
            </a:xfrm>
            <a:custGeom>
              <a:avLst/>
              <a:pathLst>
                <a:path w="21895" h="8630">
                  <a:moveTo>
                    <a:pt x="5012" y="8630"/>
                  </a:moveTo>
                  <a:lnTo>
                    <a:pt x="0" y="6369"/>
                  </a:lnTo>
                  <a:lnTo>
                    <a:pt x="5513" y="3289"/>
                  </a:lnTo>
                  <a:lnTo>
                    <a:pt x="21895" y="0"/>
                  </a:lnTo>
                  <a:lnTo>
                    <a:pt x="15709" y="4108"/>
                  </a:lnTo>
                  <a:lnTo>
                    <a:pt x="9860" y="5550"/>
                  </a:lnTo>
                  <a:close/>
                </a:path>
              </a:pathLst>
            </a:custGeom>
            <a:solidFill>
              <a:srgbClr val="FFEFDB">
                <a:alpha val="100000"/>
              </a:srgbClr>
            </a:solidFill>
            <a:ln w="5420" cap="flat">
              <a:solidFill>
                <a:srgbClr val="5959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95" name="pg3895"/>
            <p:cNvSpPr/>
            <p:nvPr/>
          </p:nvSpPr>
          <p:spPr>
            <a:xfrm>
              <a:off x="4570537" y="4631229"/>
              <a:ext cx="6945" cy="31688"/>
            </a:xfrm>
            <a:custGeom>
              <a:avLst/>
              <a:pathLst>
                <a:path w="6945" h="31688">
                  <a:moveTo>
                    <a:pt x="2237" y="31688"/>
                  </a:moveTo>
                  <a:lnTo>
                    <a:pt x="201" y="20467"/>
                  </a:lnTo>
                  <a:lnTo>
                    <a:pt x="0" y="9570"/>
                  </a:lnTo>
                  <a:lnTo>
                    <a:pt x="3565" y="3124"/>
                  </a:lnTo>
                  <a:lnTo>
                    <a:pt x="6945" y="0"/>
                  </a:lnTo>
                  <a:close/>
                </a:path>
              </a:pathLst>
            </a:custGeom>
            <a:solidFill>
              <a:srgbClr val="FFEFDB">
                <a:alpha val="100000"/>
              </a:srgbClr>
            </a:solidFill>
            <a:ln w="5420" cap="flat">
              <a:solidFill>
                <a:srgbClr val="5959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96" name="pg3896"/>
            <p:cNvSpPr/>
            <p:nvPr/>
          </p:nvSpPr>
          <p:spPr>
            <a:xfrm>
              <a:off x="4554992" y="5448277"/>
              <a:ext cx="10567" cy="12891"/>
            </a:xfrm>
            <a:custGeom>
              <a:avLst/>
              <a:pathLst>
                <a:path w="10567" h="12891">
                  <a:moveTo>
                    <a:pt x="0" y="12891"/>
                  </a:moveTo>
                  <a:lnTo>
                    <a:pt x="5529" y="7772"/>
                  </a:lnTo>
                  <a:lnTo>
                    <a:pt x="7322" y="0"/>
                  </a:lnTo>
                  <a:lnTo>
                    <a:pt x="10567" y="6070"/>
                  </a:lnTo>
                  <a:lnTo>
                    <a:pt x="10505" y="9754"/>
                  </a:lnTo>
                  <a:lnTo>
                    <a:pt x="6857" y="11608"/>
                  </a:lnTo>
                  <a:close/>
                </a:path>
              </a:pathLst>
            </a:custGeom>
            <a:solidFill>
              <a:srgbClr val="FFEFDB">
                <a:alpha val="100000"/>
              </a:srgbClr>
            </a:solidFill>
            <a:ln w="5420" cap="flat">
              <a:solidFill>
                <a:srgbClr val="5959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97" name="pg3897"/>
            <p:cNvSpPr/>
            <p:nvPr/>
          </p:nvSpPr>
          <p:spPr>
            <a:xfrm>
              <a:off x="4681421" y="5037121"/>
              <a:ext cx="28195" cy="83983"/>
            </a:xfrm>
            <a:custGeom>
              <a:avLst/>
              <a:pathLst>
                <a:path w="28195" h="83983">
                  <a:moveTo>
                    <a:pt x="28195" y="83983"/>
                  </a:moveTo>
                  <a:lnTo>
                    <a:pt x="18464" y="61770"/>
                  </a:lnTo>
                  <a:lnTo>
                    <a:pt x="6438" y="26938"/>
                  </a:lnTo>
                  <a:lnTo>
                    <a:pt x="0" y="0"/>
                  </a:lnTo>
                  <a:lnTo>
                    <a:pt x="4356" y="7283"/>
                  </a:lnTo>
                  <a:lnTo>
                    <a:pt x="8614" y="22359"/>
                  </a:lnTo>
                  <a:lnTo>
                    <a:pt x="26474" y="74407"/>
                  </a:lnTo>
                  <a:close/>
                </a:path>
              </a:pathLst>
            </a:custGeom>
            <a:solidFill>
              <a:srgbClr val="FFEFDB">
                <a:alpha val="100000"/>
              </a:srgbClr>
            </a:solidFill>
            <a:ln w="5420" cap="flat">
              <a:solidFill>
                <a:srgbClr val="5959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98" name="pg3898"/>
            <p:cNvSpPr/>
            <p:nvPr/>
          </p:nvSpPr>
          <p:spPr>
            <a:xfrm>
              <a:off x="4535949" y="5462902"/>
              <a:ext cx="7699" cy="4470"/>
            </a:xfrm>
            <a:custGeom>
              <a:avLst/>
              <a:pathLst>
                <a:path w="7699" h="4470">
                  <a:moveTo>
                    <a:pt x="232" y="4470"/>
                  </a:moveTo>
                  <a:lnTo>
                    <a:pt x="0" y="2457"/>
                  </a:lnTo>
                  <a:lnTo>
                    <a:pt x="4630" y="0"/>
                  </a:lnTo>
                  <a:lnTo>
                    <a:pt x="7699" y="165"/>
                  </a:lnTo>
                  <a:lnTo>
                    <a:pt x="7586" y="2889"/>
                  </a:lnTo>
                  <a:lnTo>
                    <a:pt x="2919" y="4178"/>
                  </a:lnTo>
                  <a:close/>
                </a:path>
              </a:pathLst>
            </a:custGeom>
            <a:solidFill>
              <a:srgbClr val="FFEFDB">
                <a:alpha val="100000"/>
              </a:srgbClr>
            </a:solidFill>
            <a:ln w="5420" cap="flat">
              <a:solidFill>
                <a:srgbClr val="5959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99" name="pg3899"/>
            <p:cNvSpPr/>
            <p:nvPr/>
          </p:nvSpPr>
          <p:spPr>
            <a:xfrm>
              <a:off x="3781115" y="4789697"/>
              <a:ext cx="7508" cy="12059"/>
            </a:xfrm>
            <a:custGeom>
              <a:avLst/>
              <a:pathLst>
                <a:path w="7508" h="12059">
                  <a:moveTo>
                    <a:pt x="0" y="12059"/>
                  </a:moveTo>
                  <a:lnTo>
                    <a:pt x="263" y="9462"/>
                  </a:lnTo>
                  <a:lnTo>
                    <a:pt x="4490" y="2648"/>
                  </a:lnTo>
                  <a:lnTo>
                    <a:pt x="7508" y="0"/>
                  </a:lnTo>
                  <a:lnTo>
                    <a:pt x="5746" y="5251"/>
                  </a:lnTo>
                  <a:close/>
                </a:path>
              </a:pathLst>
            </a:custGeom>
            <a:solidFill>
              <a:srgbClr val="FFEFDB">
                <a:alpha val="100000"/>
              </a:srgbClr>
            </a:solidFill>
            <a:ln w="5420" cap="flat">
              <a:solidFill>
                <a:srgbClr val="5959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00" name="pg3900"/>
            <p:cNvSpPr/>
            <p:nvPr/>
          </p:nvSpPr>
          <p:spPr>
            <a:xfrm>
              <a:off x="3804479" y="4723202"/>
              <a:ext cx="17435" cy="7734"/>
            </a:xfrm>
            <a:custGeom>
              <a:avLst/>
              <a:pathLst>
                <a:path w="17435" h="7734">
                  <a:moveTo>
                    <a:pt x="16107" y="7734"/>
                  </a:moveTo>
                  <a:lnTo>
                    <a:pt x="6733" y="5029"/>
                  </a:lnTo>
                  <a:lnTo>
                    <a:pt x="1033" y="2514"/>
                  </a:lnTo>
                  <a:lnTo>
                    <a:pt x="0" y="0"/>
                  </a:lnTo>
                  <a:lnTo>
                    <a:pt x="15756" y="4565"/>
                  </a:lnTo>
                  <a:lnTo>
                    <a:pt x="17435" y="6286"/>
                  </a:lnTo>
                  <a:close/>
                </a:path>
              </a:pathLst>
            </a:custGeom>
            <a:solidFill>
              <a:srgbClr val="FFEFDB">
                <a:alpha val="100000"/>
              </a:srgbClr>
            </a:solidFill>
            <a:ln w="5420" cap="flat">
              <a:solidFill>
                <a:srgbClr val="5959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01" name="pg3901"/>
            <p:cNvSpPr/>
            <p:nvPr/>
          </p:nvSpPr>
          <p:spPr>
            <a:xfrm>
              <a:off x="3847510" y="4721970"/>
              <a:ext cx="25921" cy="5569"/>
            </a:xfrm>
            <a:custGeom>
              <a:avLst/>
              <a:pathLst>
                <a:path w="25921" h="5569">
                  <a:moveTo>
                    <a:pt x="16609" y="5569"/>
                  </a:moveTo>
                  <a:lnTo>
                    <a:pt x="2806" y="5308"/>
                  </a:lnTo>
                  <a:lnTo>
                    <a:pt x="0" y="4330"/>
                  </a:lnTo>
                  <a:lnTo>
                    <a:pt x="5539" y="2470"/>
                  </a:lnTo>
                  <a:lnTo>
                    <a:pt x="21895" y="0"/>
                  </a:lnTo>
                  <a:lnTo>
                    <a:pt x="25921" y="2781"/>
                  </a:lnTo>
                  <a:close/>
                </a:path>
              </a:pathLst>
            </a:custGeom>
            <a:solidFill>
              <a:srgbClr val="FFEFDB">
                <a:alpha val="100000"/>
              </a:srgbClr>
            </a:solidFill>
            <a:ln w="5420" cap="flat">
              <a:solidFill>
                <a:srgbClr val="5959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02" name="pg3902"/>
            <p:cNvSpPr/>
            <p:nvPr/>
          </p:nvSpPr>
          <p:spPr>
            <a:xfrm>
              <a:off x="3738952" y="4735636"/>
              <a:ext cx="16650" cy="17044"/>
            </a:xfrm>
            <a:custGeom>
              <a:avLst/>
              <a:pathLst>
                <a:path w="16650" h="17044">
                  <a:moveTo>
                    <a:pt x="12862" y="17044"/>
                  </a:moveTo>
                  <a:lnTo>
                    <a:pt x="7679" y="14034"/>
                  </a:lnTo>
                  <a:lnTo>
                    <a:pt x="0" y="13761"/>
                  </a:lnTo>
                  <a:lnTo>
                    <a:pt x="3379" y="11697"/>
                  </a:lnTo>
                  <a:lnTo>
                    <a:pt x="5751" y="9684"/>
                  </a:lnTo>
                  <a:lnTo>
                    <a:pt x="6935" y="7518"/>
                  </a:lnTo>
                  <a:lnTo>
                    <a:pt x="16650" y="0"/>
                  </a:lnTo>
                  <a:lnTo>
                    <a:pt x="13896" y="5518"/>
                  </a:lnTo>
                  <a:lnTo>
                    <a:pt x="12490" y="10998"/>
                  </a:lnTo>
                  <a:close/>
                </a:path>
              </a:pathLst>
            </a:custGeom>
            <a:solidFill>
              <a:srgbClr val="FFEFDB">
                <a:alpha val="100000"/>
              </a:srgbClr>
            </a:solidFill>
            <a:ln w="5420" cap="flat">
              <a:solidFill>
                <a:srgbClr val="5959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03" name="pg3903"/>
            <p:cNvSpPr/>
            <p:nvPr/>
          </p:nvSpPr>
          <p:spPr>
            <a:xfrm>
              <a:off x="3789234" y="4750191"/>
              <a:ext cx="5746" cy="36527"/>
            </a:xfrm>
            <a:custGeom>
              <a:avLst/>
              <a:pathLst>
                <a:path w="5746" h="36527">
                  <a:moveTo>
                    <a:pt x="1188" y="36527"/>
                  </a:moveTo>
                  <a:lnTo>
                    <a:pt x="4118" y="16695"/>
                  </a:lnTo>
                  <a:lnTo>
                    <a:pt x="0" y="0"/>
                  </a:lnTo>
                  <a:lnTo>
                    <a:pt x="4340" y="7328"/>
                  </a:lnTo>
                  <a:lnTo>
                    <a:pt x="5746" y="16047"/>
                  </a:lnTo>
                  <a:lnTo>
                    <a:pt x="4175" y="32386"/>
                  </a:lnTo>
                  <a:close/>
                </a:path>
              </a:pathLst>
            </a:custGeom>
            <a:solidFill>
              <a:srgbClr val="FFEFDB">
                <a:alpha val="100000"/>
              </a:srgbClr>
            </a:solidFill>
            <a:ln w="5420" cap="flat">
              <a:solidFill>
                <a:srgbClr val="5959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04" name="pg3904"/>
            <p:cNvSpPr/>
            <p:nvPr/>
          </p:nvSpPr>
          <p:spPr>
            <a:xfrm>
              <a:off x="4186131" y="4792371"/>
              <a:ext cx="40173" cy="16358"/>
            </a:xfrm>
            <a:custGeom>
              <a:avLst/>
              <a:pathLst>
                <a:path w="40173" h="16358">
                  <a:moveTo>
                    <a:pt x="11482" y="16358"/>
                  </a:moveTo>
                  <a:lnTo>
                    <a:pt x="0" y="12954"/>
                  </a:lnTo>
                  <a:lnTo>
                    <a:pt x="7136" y="12307"/>
                  </a:lnTo>
                  <a:lnTo>
                    <a:pt x="12299" y="13685"/>
                  </a:lnTo>
                  <a:lnTo>
                    <a:pt x="25373" y="6991"/>
                  </a:lnTo>
                  <a:lnTo>
                    <a:pt x="32231" y="1924"/>
                  </a:lnTo>
                  <a:lnTo>
                    <a:pt x="40173" y="0"/>
                  </a:lnTo>
                  <a:lnTo>
                    <a:pt x="22102" y="11678"/>
                  </a:lnTo>
                  <a:close/>
                </a:path>
              </a:pathLst>
            </a:custGeom>
            <a:solidFill>
              <a:srgbClr val="FFEFDB">
                <a:alpha val="100000"/>
              </a:srgbClr>
            </a:solidFill>
            <a:ln w="5420" cap="flat">
              <a:solidFill>
                <a:srgbClr val="5959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05" name="pg3905"/>
            <p:cNvSpPr/>
            <p:nvPr/>
          </p:nvSpPr>
          <p:spPr>
            <a:xfrm>
              <a:off x="5923277" y="2903466"/>
              <a:ext cx="8449" cy="10395"/>
            </a:xfrm>
            <a:custGeom>
              <a:avLst/>
              <a:pathLst>
                <a:path w="8449" h="10395">
                  <a:moveTo>
                    <a:pt x="4428" y="10395"/>
                  </a:moveTo>
                  <a:lnTo>
                    <a:pt x="139" y="9563"/>
                  </a:lnTo>
                  <a:lnTo>
                    <a:pt x="0" y="3149"/>
                  </a:lnTo>
                  <a:lnTo>
                    <a:pt x="1297" y="971"/>
                  </a:lnTo>
                  <a:lnTo>
                    <a:pt x="2780" y="0"/>
                  </a:lnTo>
                  <a:lnTo>
                    <a:pt x="4981" y="1803"/>
                  </a:lnTo>
                  <a:lnTo>
                    <a:pt x="8449" y="7823"/>
                  </a:lnTo>
                  <a:close/>
                </a:path>
              </a:pathLst>
            </a:custGeom>
            <a:solidFill>
              <a:srgbClr val="FFEFDB">
                <a:alpha val="100000"/>
              </a:srgbClr>
            </a:solidFill>
            <a:ln w="5420" cap="flat">
              <a:solidFill>
                <a:srgbClr val="5959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06" name="pg3906"/>
            <p:cNvSpPr/>
            <p:nvPr/>
          </p:nvSpPr>
          <p:spPr>
            <a:xfrm>
              <a:off x="2399291" y="4782381"/>
              <a:ext cx="513697" cy="755524"/>
            </a:xfrm>
            <a:custGeom>
              <a:avLst/>
              <a:pathLst>
                <a:path w="513697" h="755524">
                  <a:moveTo>
                    <a:pt x="961" y="1759"/>
                  </a:moveTo>
                  <a:lnTo>
                    <a:pt x="26210" y="3480"/>
                  </a:lnTo>
                  <a:lnTo>
                    <a:pt x="41104" y="2895"/>
                  </a:lnTo>
                  <a:lnTo>
                    <a:pt x="45646" y="0"/>
                  </a:lnTo>
                  <a:lnTo>
                    <a:pt x="48008" y="152"/>
                  </a:lnTo>
                  <a:lnTo>
                    <a:pt x="48194" y="3340"/>
                  </a:lnTo>
                  <a:lnTo>
                    <a:pt x="51935" y="4692"/>
                  </a:lnTo>
                  <a:lnTo>
                    <a:pt x="59227" y="4210"/>
                  </a:lnTo>
                  <a:lnTo>
                    <a:pt x="65578" y="8668"/>
                  </a:lnTo>
                  <a:lnTo>
                    <a:pt x="73712" y="22778"/>
                  </a:lnTo>
                  <a:lnTo>
                    <a:pt x="101747" y="45379"/>
                  </a:lnTo>
                  <a:lnTo>
                    <a:pt x="104108" y="53133"/>
                  </a:lnTo>
                  <a:lnTo>
                    <a:pt x="113865" y="64316"/>
                  </a:lnTo>
                  <a:lnTo>
                    <a:pt x="131807" y="81507"/>
                  </a:lnTo>
                  <a:lnTo>
                    <a:pt x="141962" y="96329"/>
                  </a:lnTo>
                  <a:lnTo>
                    <a:pt x="144324" y="108782"/>
                  </a:lnTo>
                  <a:lnTo>
                    <a:pt x="153491" y="128481"/>
                  </a:lnTo>
                  <a:lnTo>
                    <a:pt x="169449" y="155419"/>
                  </a:lnTo>
                  <a:lnTo>
                    <a:pt x="176560" y="169942"/>
                  </a:lnTo>
                  <a:lnTo>
                    <a:pt x="174824" y="172038"/>
                  </a:lnTo>
                  <a:lnTo>
                    <a:pt x="176079" y="179620"/>
                  </a:lnTo>
                  <a:lnTo>
                    <a:pt x="180338" y="192683"/>
                  </a:lnTo>
                  <a:lnTo>
                    <a:pt x="188249" y="203745"/>
                  </a:lnTo>
                  <a:lnTo>
                    <a:pt x="199820" y="212807"/>
                  </a:lnTo>
                  <a:lnTo>
                    <a:pt x="211520" y="229077"/>
                  </a:lnTo>
                  <a:lnTo>
                    <a:pt x="223349" y="252561"/>
                  </a:lnTo>
                  <a:lnTo>
                    <a:pt x="237679" y="270425"/>
                  </a:lnTo>
                  <a:lnTo>
                    <a:pt x="254500" y="282655"/>
                  </a:lnTo>
                  <a:lnTo>
                    <a:pt x="264024" y="294042"/>
                  </a:lnTo>
                  <a:lnTo>
                    <a:pt x="266251" y="304571"/>
                  </a:lnTo>
                  <a:lnTo>
                    <a:pt x="266086" y="313588"/>
                  </a:lnTo>
                  <a:lnTo>
                    <a:pt x="263522" y="321094"/>
                  </a:lnTo>
                  <a:lnTo>
                    <a:pt x="264608" y="328226"/>
                  </a:lnTo>
                  <a:lnTo>
                    <a:pt x="269336" y="334964"/>
                  </a:lnTo>
                  <a:lnTo>
                    <a:pt x="270912" y="343232"/>
                  </a:lnTo>
                  <a:lnTo>
                    <a:pt x="269062" y="354732"/>
                  </a:lnTo>
                  <a:lnTo>
                    <a:pt x="269191" y="357990"/>
                  </a:lnTo>
                  <a:lnTo>
                    <a:pt x="270561" y="360587"/>
                  </a:lnTo>
                  <a:lnTo>
                    <a:pt x="285496" y="380350"/>
                  </a:lnTo>
                  <a:lnTo>
                    <a:pt x="293170" y="396321"/>
                  </a:lnTo>
                  <a:lnTo>
                    <a:pt x="299262" y="421811"/>
                  </a:lnTo>
                  <a:lnTo>
                    <a:pt x="299293" y="422040"/>
                  </a:lnTo>
                  <a:lnTo>
                    <a:pt x="306099" y="437287"/>
                  </a:lnTo>
                  <a:lnTo>
                    <a:pt x="315887" y="443523"/>
                  </a:lnTo>
                  <a:lnTo>
                    <a:pt x="330925" y="445829"/>
                  </a:lnTo>
                  <a:lnTo>
                    <a:pt x="342351" y="451138"/>
                  </a:lnTo>
                  <a:lnTo>
                    <a:pt x="350165" y="459457"/>
                  </a:lnTo>
                  <a:lnTo>
                    <a:pt x="360019" y="464480"/>
                  </a:lnTo>
                  <a:lnTo>
                    <a:pt x="371916" y="466207"/>
                  </a:lnTo>
                  <a:lnTo>
                    <a:pt x="383321" y="471694"/>
                  </a:lnTo>
                  <a:lnTo>
                    <a:pt x="394230" y="480953"/>
                  </a:lnTo>
                  <a:lnTo>
                    <a:pt x="414575" y="487030"/>
                  </a:lnTo>
                  <a:lnTo>
                    <a:pt x="444357" y="489945"/>
                  </a:lnTo>
                  <a:lnTo>
                    <a:pt x="467022" y="497470"/>
                  </a:lnTo>
                  <a:lnTo>
                    <a:pt x="482577" y="509612"/>
                  </a:lnTo>
                  <a:lnTo>
                    <a:pt x="489419" y="512082"/>
                  </a:lnTo>
                  <a:lnTo>
                    <a:pt x="491269" y="512254"/>
                  </a:lnTo>
                  <a:lnTo>
                    <a:pt x="492158" y="510399"/>
                  </a:lnTo>
                  <a:lnTo>
                    <a:pt x="493331" y="506964"/>
                  </a:lnTo>
                  <a:lnTo>
                    <a:pt x="499352" y="503008"/>
                  </a:lnTo>
                  <a:lnTo>
                    <a:pt x="513697" y="500423"/>
                  </a:lnTo>
                  <a:lnTo>
                    <a:pt x="511770" y="527285"/>
                  </a:lnTo>
                  <a:lnTo>
                    <a:pt x="505372" y="549327"/>
                  </a:lnTo>
                  <a:lnTo>
                    <a:pt x="484293" y="595152"/>
                  </a:lnTo>
                  <a:lnTo>
                    <a:pt x="475508" y="623576"/>
                  </a:lnTo>
                  <a:lnTo>
                    <a:pt x="458511" y="704804"/>
                  </a:lnTo>
                  <a:lnTo>
                    <a:pt x="453534" y="755524"/>
                  </a:lnTo>
                  <a:lnTo>
                    <a:pt x="0" y="755524"/>
                  </a:lnTo>
                  <a:lnTo>
                    <a:pt x="0" y="1556"/>
                  </a:lnTo>
                  <a:close/>
                </a:path>
              </a:pathLst>
            </a:custGeom>
            <a:solidFill>
              <a:srgbClr val="FFEFDB">
                <a:alpha val="100000"/>
              </a:srgbClr>
            </a:solidFill>
            <a:ln w="5420" cap="flat">
              <a:solidFill>
                <a:srgbClr val="5959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07" name="pg3907"/>
            <p:cNvSpPr/>
            <p:nvPr/>
          </p:nvSpPr>
          <p:spPr>
            <a:xfrm>
              <a:off x="4173090" y="2540116"/>
              <a:ext cx="1519164" cy="699069"/>
            </a:xfrm>
            <a:custGeom>
              <a:avLst/>
              <a:pathLst>
                <a:path w="1519164" h="699069">
                  <a:moveTo>
                    <a:pt x="1509975" y="5632"/>
                  </a:moveTo>
                  <a:lnTo>
                    <a:pt x="1494849" y="16263"/>
                  </a:lnTo>
                  <a:lnTo>
                    <a:pt x="1478746" y="33041"/>
                  </a:lnTo>
                  <a:lnTo>
                    <a:pt x="1440965" y="45729"/>
                  </a:lnTo>
                  <a:lnTo>
                    <a:pt x="1426940" y="48955"/>
                  </a:lnTo>
                  <a:lnTo>
                    <a:pt x="1413994" y="47234"/>
                  </a:lnTo>
                  <a:lnTo>
                    <a:pt x="1398238" y="57559"/>
                  </a:lnTo>
                  <a:lnTo>
                    <a:pt x="1379593" y="63872"/>
                  </a:lnTo>
                  <a:lnTo>
                    <a:pt x="1374089" y="73474"/>
                  </a:lnTo>
                  <a:lnTo>
                    <a:pt x="1329270" y="99193"/>
                  </a:lnTo>
                  <a:lnTo>
                    <a:pt x="1312066" y="102431"/>
                  </a:lnTo>
                  <a:lnTo>
                    <a:pt x="1297426" y="109283"/>
                  </a:lnTo>
                  <a:lnTo>
                    <a:pt x="1293095" y="120917"/>
                  </a:lnTo>
                  <a:lnTo>
                    <a:pt x="1280026" y="127934"/>
                  </a:lnTo>
                  <a:lnTo>
                    <a:pt x="1276399" y="133307"/>
                  </a:lnTo>
                  <a:lnTo>
                    <a:pt x="1265407" y="149583"/>
                  </a:lnTo>
                  <a:lnTo>
                    <a:pt x="1244974" y="170603"/>
                  </a:lnTo>
                  <a:lnTo>
                    <a:pt x="1220075" y="174121"/>
                  </a:lnTo>
                  <a:lnTo>
                    <a:pt x="1210975" y="181436"/>
                  </a:lnTo>
                  <a:lnTo>
                    <a:pt x="1200438" y="193242"/>
                  </a:lnTo>
                  <a:lnTo>
                    <a:pt x="1185576" y="201345"/>
                  </a:lnTo>
                  <a:lnTo>
                    <a:pt x="1156233" y="197547"/>
                  </a:lnTo>
                  <a:lnTo>
                    <a:pt x="1163370" y="202513"/>
                  </a:lnTo>
                  <a:lnTo>
                    <a:pt x="1189622" y="210255"/>
                  </a:lnTo>
                  <a:lnTo>
                    <a:pt x="1192351" y="221730"/>
                  </a:lnTo>
                  <a:lnTo>
                    <a:pt x="1179199" y="224473"/>
                  </a:lnTo>
                  <a:lnTo>
                    <a:pt x="1151660" y="239771"/>
                  </a:lnTo>
                  <a:lnTo>
                    <a:pt x="1114556" y="266113"/>
                  </a:lnTo>
                  <a:lnTo>
                    <a:pt x="1108887" y="266735"/>
                  </a:lnTo>
                  <a:lnTo>
                    <a:pt x="1098918" y="266106"/>
                  </a:lnTo>
                  <a:lnTo>
                    <a:pt x="1084154" y="270501"/>
                  </a:lnTo>
                  <a:lnTo>
                    <a:pt x="1064759" y="279702"/>
                  </a:lnTo>
                  <a:lnTo>
                    <a:pt x="1041277" y="296232"/>
                  </a:lnTo>
                  <a:lnTo>
                    <a:pt x="999930" y="332023"/>
                  </a:lnTo>
                  <a:lnTo>
                    <a:pt x="997031" y="335802"/>
                  </a:lnTo>
                  <a:lnTo>
                    <a:pt x="991042" y="342438"/>
                  </a:lnTo>
                  <a:lnTo>
                    <a:pt x="975771" y="349512"/>
                  </a:lnTo>
                  <a:lnTo>
                    <a:pt x="961911" y="357139"/>
                  </a:lnTo>
                  <a:lnTo>
                    <a:pt x="958248" y="365166"/>
                  </a:lnTo>
                  <a:lnTo>
                    <a:pt x="951607" y="368824"/>
                  </a:lnTo>
                  <a:lnTo>
                    <a:pt x="928740" y="389177"/>
                  </a:lnTo>
                  <a:lnTo>
                    <a:pt x="915877" y="406513"/>
                  </a:lnTo>
                  <a:lnTo>
                    <a:pt x="904198" y="424656"/>
                  </a:lnTo>
                  <a:lnTo>
                    <a:pt x="891129" y="444946"/>
                  </a:lnTo>
                  <a:lnTo>
                    <a:pt x="864314" y="445200"/>
                  </a:lnTo>
                  <a:lnTo>
                    <a:pt x="843850" y="445117"/>
                  </a:lnTo>
                  <a:lnTo>
                    <a:pt x="808942" y="444971"/>
                  </a:lnTo>
                  <a:lnTo>
                    <a:pt x="779020" y="444851"/>
                  </a:lnTo>
                  <a:lnTo>
                    <a:pt x="743508" y="444705"/>
                  </a:lnTo>
                  <a:lnTo>
                    <a:pt x="717742" y="444597"/>
                  </a:lnTo>
                  <a:lnTo>
                    <a:pt x="689996" y="445448"/>
                  </a:lnTo>
                  <a:lnTo>
                    <a:pt x="676751" y="450858"/>
                  </a:lnTo>
                  <a:lnTo>
                    <a:pt x="660142" y="458167"/>
                  </a:lnTo>
                  <a:lnTo>
                    <a:pt x="642215" y="466048"/>
                  </a:lnTo>
                  <a:lnTo>
                    <a:pt x="651615" y="483626"/>
                  </a:lnTo>
                  <a:lnTo>
                    <a:pt x="654137" y="490561"/>
                  </a:lnTo>
                  <a:lnTo>
                    <a:pt x="653414" y="512927"/>
                  </a:lnTo>
                  <a:lnTo>
                    <a:pt x="655326" y="515372"/>
                  </a:lnTo>
                  <a:lnTo>
                    <a:pt x="657331" y="518693"/>
                  </a:lnTo>
                  <a:lnTo>
                    <a:pt x="657636" y="524472"/>
                  </a:lnTo>
                  <a:lnTo>
                    <a:pt x="659171" y="527114"/>
                  </a:lnTo>
                  <a:lnTo>
                    <a:pt x="662442" y="529247"/>
                  </a:lnTo>
                  <a:lnTo>
                    <a:pt x="666121" y="531756"/>
                  </a:lnTo>
                  <a:lnTo>
                    <a:pt x="668783" y="535153"/>
                  </a:lnTo>
                  <a:lnTo>
                    <a:pt x="669392" y="538544"/>
                  </a:lnTo>
                  <a:lnTo>
                    <a:pt x="666834" y="544450"/>
                  </a:lnTo>
                  <a:lnTo>
                    <a:pt x="656520" y="552433"/>
                  </a:lnTo>
                  <a:lnTo>
                    <a:pt x="642019" y="559431"/>
                  </a:lnTo>
                  <a:lnTo>
                    <a:pt x="613178" y="572055"/>
                  </a:lnTo>
                  <a:lnTo>
                    <a:pt x="579758" y="586687"/>
                  </a:lnTo>
                  <a:lnTo>
                    <a:pt x="550788" y="599368"/>
                  </a:lnTo>
                  <a:lnTo>
                    <a:pt x="528370" y="609180"/>
                  </a:lnTo>
                  <a:lnTo>
                    <a:pt x="482326" y="617797"/>
                  </a:lnTo>
                  <a:lnTo>
                    <a:pt x="445749" y="624637"/>
                  </a:lnTo>
                  <a:lnTo>
                    <a:pt x="419352" y="629577"/>
                  </a:lnTo>
                  <a:lnTo>
                    <a:pt x="395043" y="643326"/>
                  </a:lnTo>
                  <a:lnTo>
                    <a:pt x="368202" y="658497"/>
                  </a:lnTo>
                  <a:lnTo>
                    <a:pt x="345634" y="671255"/>
                  </a:lnTo>
                  <a:lnTo>
                    <a:pt x="320323" y="685562"/>
                  </a:lnTo>
                  <a:lnTo>
                    <a:pt x="296432" y="699069"/>
                  </a:lnTo>
                  <a:lnTo>
                    <a:pt x="269870" y="699025"/>
                  </a:lnTo>
                  <a:lnTo>
                    <a:pt x="251225" y="688902"/>
                  </a:lnTo>
                  <a:lnTo>
                    <a:pt x="233893" y="678507"/>
                  </a:lnTo>
                  <a:lnTo>
                    <a:pt x="222043" y="659919"/>
                  </a:lnTo>
                  <a:lnTo>
                    <a:pt x="221227" y="638322"/>
                  </a:lnTo>
                  <a:lnTo>
                    <a:pt x="225474" y="624179"/>
                  </a:lnTo>
                  <a:lnTo>
                    <a:pt x="229324" y="617727"/>
                  </a:lnTo>
                  <a:lnTo>
                    <a:pt x="236673" y="613638"/>
                  </a:lnTo>
                  <a:lnTo>
                    <a:pt x="251060" y="606684"/>
                  </a:lnTo>
                  <a:lnTo>
                    <a:pt x="264139" y="592605"/>
                  </a:lnTo>
                  <a:lnTo>
                    <a:pt x="274625" y="584204"/>
                  </a:lnTo>
                  <a:lnTo>
                    <a:pt x="285187" y="575535"/>
                  </a:lnTo>
                  <a:lnTo>
                    <a:pt x="291218" y="560606"/>
                  </a:lnTo>
                  <a:lnTo>
                    <a:pt x="298742" y="524465"/>
                  </a:lnTo>
                  <a:lnTo>
                    <a:pt x="299698" y="517277"/>
                  </a:lnTo>
                  <a:lnTo>
                    <a:pt x="310644" y="492491"/>
                  </a:lnTo>
                  <a:lnTo>
                    <a:pt x="322752" y="465070"/>
                  </a:lnTo>
                  <a:lnTo>
                    <a:pt x="328312" y="452477"/>
                  </a:lnTo>
                  <a:lnTo>
                    <a:pt x="322095" y="419792"/>
                  </a:lnTo>
                  <a:lnTo>
                    <a:pt x="317419" y="394676"/>
                  </a:lnTo>
                  <a:lnTo>
                    <a:pt x="313135" y="371669"/>
                  </a:lnTo>
                  <a:lnTo>
                    <a:pt x="308313" y="345746"/>
                  </a:lnTo>
                  <a:lnTo>
                    <a:pt x="303926" y="322148"/>
                  </a:lnTo>
                  <a:lnTo>
                    <a:pt x="299786" y="299916"/>
                  </a:lnTo>
                  <a:lnTo>
                    <a:pt x="295637" y="277600"/>
                  </a:lnTo>
                  <a:lnTo>
                    <a:pt x="291564" y="255723"/>
                  </a:lnTo>
                  <a:lnTo>
                    <a:pt x="288371" y="240032"/>
                  </a:lnTo>
                  <a:lnTo>
                    <a:pt x="284578" y="221438"/>
                  </a:lnTo>
                  <a:lnTo>
                    <a:pt x="262424" y="208388"/>
                  </a:lnTo>
                  <a:lnTo>
                    <a:pt x="245603" y="199249"/>
                  </a:lnTo>
                  <a:lnTo>
                    <a:pt x="218090" y="184320"/>
                  </a:lnTo>
                  <a:lnTo>
                    <a:pt x="195016" y="171797"/>
                  </a:lnTo>
                  <a:lnTo>
                    <a:pt x="174340" y="160340"/>
                  </a:lnTo>
                  <a:lnTo>
                    <a:pt x="187378" y="137250"/>
                  </a:lnTo>
                  <a:lnTo>
                    <a:pt x="186251" y="133472"/>
                  </a:lnTo>
                  <a:lnTo>
                    <a:pt x="181528" y="128925"/>
                  </a:lnTo>
                  <a:lnTo>
                    <a:pt x="171875" y="121362"/>
                  </a:lnTo>
                  <a:lnTo>
                    <a:pt x="166232" y="120593"/>
                  </a:lnTo>
                  <a:lnTo>
                    <a:pt x="156294" y="122372"/>
                  </a:lnTo>
                  <a:lnTo>
                    <a:pt x="140434" y="127077"/>
                  </a:lnTo>
                  <a:lnTo>
                    <a:pt x="133582" y="125515"/>
                  </a:lnTo>
                  <a:lnTo>
                    <a:pt x="128140" y="117437"/>
                  </a:lnTo>
                  <a:lnTo>
                    <a:pt x="121877" y="107099"/>
                  </a:lnTo>
                  <a:lnTo>
                    <a:pt x="119825" y="99021"/>
                  </a:lnTo>
                  <a:lnTo>
                    <a:pt x="119040" y="88333"/>
                  </a:lnTo>
                  <a:lnTo>
                    <a:pt x="115304" y="78713"/>
                  </a:lnTo>
                  <a:lnTo>
                    <a:pt x="117671" y="73664"/>
                  </a:lnTo>
                  <a:lnTo>
                    <a:pt x="118192" y="71149"/>
                  </a:lnTo>
                  <a:lnTo>
                    <a:pt x="117981" y="67987"/>
                  </a:lnTo>
                  <a:lnTo>
                    <a:pt x="115412" y="65967"/>
                  </a:lnTo>
                  <a:lnTo>
                    <a:pt x="110890" y="65085"/>
                  </a:lnTo>
                  <a:lnTo>
                    <a:pt x="95594" y="69123"/>
                  </a:lnTo>
                  <a:lnTo>
                    <a:pt x="88716" y="69498"/>
                  </a:lnTo>
                  <a:lnTo>
                    <a:pt x="84613" y="71772"/>
                  </a:lnTo>
                  <a:lnTo>
                    <a:pt x="78148" y="76490"/>
                  </a:lnTo>
                  <a:lnTo>
                    <a:pt x="71776" y="77074"/>
                  </a:lnTo>
                  <a:lnTo>
                    <a:pt x="60769" y="65904"/>
                  </a:lnTo>
                  <a:lnTo>
                    <a:pt x="48743" y="53673"/>
                  </a:lnTo>
                  <a:lnTo>
                    <a:pt x="43700" y="36825"/>
                  </a:lnTo>
                  <a:lnTo>
                    <a:pt x="38522" y="19521"/>
                  </a:lnTo>
                  <a:lnTo>
                    <a:pt x="17980" y="9112"/>
                  </a:lnTo>
                  <a:lnTo>
                    <a:pt x="0" y="0"/>
                  </a:lnTo>
                  <a:lnTo>
                    <a:pt x="1519164" y="0"/>
                  </a:lnTo>
                  <a:close/>
                </a:path>
              </a:pathLst>
            </a:custGeom>
            <a:solidFill>
              <a:srgbClr val="FFEFDB">
                <a:alpha val="100000"/>
              </a:srgbClr>
            </a:solidFill>
            <a:ln w="5420" cap="flat">
              <a:solidFill>
                <a:srgbClr val="5959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08" name="pg3908"/>
            <p:cNvSpPr/>
            <p:nvPr/>
          </p:nvSpPr>
          <p:spPr>
            <a:xfrm>
              <a:off x="6018224" y="2540116"/>
              <a:ext cx="296962" cy="257863"/>
            </a:xfrm>
            <a:custGeom>
              <a:avLst/>
              <a:pathLst>
                <a:path w="296962" h="257863">
                  <a:moveTo>
                    <a:pt x="67195" y="242946"/>
                  </a:moveTo>
                  <a:lnTo>
                    <a:pt x="62725" y="241575"/>
                  </a:lnTo>
                  <a:lnTo>
                    <a:pt x="58875" y="240501"/>
                  </a:lnTo>
                  <a:lnTo>
                    <a:pt x="56643" y="242330"/>
                  </a:lnTo>
                  <a:lnTo>
                    <a:pt x="54529" y="244775"/>
                  </a:lnTo>
                  <a:lnTo>
                    <a:pt x="51924" y="246611"/>
                  </a:lnTo>
                  <a:lnTo>
                    <a:pt x="46457" y="244013"/>
                  </a:lnTo>
                  <a:lnTo>
                    <a:pt x="42979" y="239282"/>
                  </a:lnTo>
                  <a:lnTo>
                    <a:pt x="37393" y="234405"/>
                  </a:lnTo>
                  <a:lnTo>
                    <a:pt x="35279" y="230735"/>
                  </a:lnTo>
                  <a:lnTo>
                    <a:pt x="36401" y="226467"/>
                  </a:lnTo>
                  <a:lnTo>
                    <a:pt x="38881" y="222346"/>
                  </a:lnTo>
                  <a:lnTo>
                    <a:pt x="40002" y="217462"/>
                  </a:lnTo>
                  <a:lnTo>
                    <a:pt x="37269" y="211829"/>
                  </a:lnTo>
                  <a:lnTo>
                    <a:pt x="34783" y="208623"/>
                  </a:lnTo>
                  <a:lnTo>
                    <a:pt x="33047" y="204958"/>
                  </a:lnTo>
                  <a:lnTo>
                    <a:pt x="33667" y="201453"/>
                  </a:lnTo>
                  <a:lnTo>
                    <a:pt x="37145" y="199770"/>
                  </a:lnTo>
                  <a:lnTo>
                    <a:pt x="40375" y="197630"/>
                  </a:lnTo>
                  <a:lnTo>
                    <a:pt x="41491" y="193058"/>
                  </a:lnTo>
                  <a:lnTo>
                    <a:pt x="39501" y="188174"/>
                  </a:lnTo>
                  <a:lnTo>
                    <a:pt x="33791" y="186187"/>
                  </a:lnTo>
                  <a:lnTo>
                    <a:pt x="29073" y="186949"/>
                  </a:lnTo>
                  <a:lnTo>
                    <a:pt x="22241" y="185882"/>
                  </a:lnTo>
                  <a:lnTo>
                    <a:pt x="15663" y="182834"/>
                  </a:lnTo>
                  <a:lnTo>
                    <a:pt x="11316" y="179322"/>
                  </a:lnTo>
                  <a:lnTo>
                    <a:pt x="7963" y="177334"/>
                  </a:lnTo>
                  <a:lnTo>
                    <a:pt x="5353" y="177334"/>
                  </a:lnTo>
                  <a:lnTo>
                    <a:pt x="2247" y="175353"/>
                  </a:lnTo>
                  <a:lnTo>
                    <a:pt x="387" y="171993"/>
                  </a:lnTo>
                  <a:lnTo>
                    <a:pt x="635" y="166500"/>
                  </a:lnTo>
                  <a:lnTo>
                    <a:pt x="1503" y="163147"/>
                  </a:lnTo>
                  <a:lnTo>
                    <a:pt x="3239" y="160245"/>
                  </a:lnTo>
                  <a:lnTo>
                    <a:pt x="3363" y="157038"/>
                  </a:lnTo>
                  <a:lnTo>
                    <a:pt x="2619" y="154746"/>
                  </a:lnTo>
                  <a:lnTo>
                    <a:pt x="2500" y="152923"/>
                  </a:lnTo>
                  <a:lnTo>
                    <a:pt x="2991" y="150631"/>
                  </a:lnTo>
                  <a:lnTo>
                    <a:pt x="4113" y="146052"/>
                  </a:lnTo>
                  <a:lnTo>
                    <a:pt x="2247" y="142699"/>
                  </a:lnTo>
                  <a:lnTo>
                    <a:pt x="2056" y="131078"/>
                  </a:lnTo>
                  <a:lnTo>
                    <a:pt x="1689" y="109334"/>
                  </a:lnTo>
                  <a:lnTo>
                    <a:pt x="1415" y="92677"/>
                  </a:lnTo>
                  <a:lnTo>
                    <a:pt x="1069" y="71740"/>
                  </a:lnTo>
                  <a:lnTo>
                    <a:pt x="867" y="56493"/>
                  </a:lnTo>
                  <a:lnTo>
                    <a:pt x="588" y="35130"/>
                  </a:lnTo>
                  <a:lnTo>
                    <a:pt x="325" y="14859"/>
                  </a:lnTo>
                  <a:lnTo>
                    <a:pt x="0" y="0"/>
                  </a:lnTo>
                  <a:lnTo>
                    <a:pt x="276472" y="0"/>
                  </a:lnTo>
                  <a:lnTo>
                    <a:pt x="276633" y="57"/>
                  </a:lnTo>
                  <a:lnTo>
                    <a:pt x="276810" y="0"/>
                  </a:lnTo>
                  <a:lnTo>
                    <a:pt x="296962" y="0"/>
                  </a:lnTo>
                  <a:lnTo>
                    <a:pt x="296962" y="192012"/>
                  </a:lnTo>
                  <a:lnTo>
                    <a:pt x="290901" y="195833"/>
                  </a:lnTo>
                  <a:lnTo>
                    <a:pt x="267083" y="205085"/>
                  </a:lnTo>
                  <a:lnTo>
                    <a:pt x="239280" y="222746"/>
                  </a:lnTo>
                  <a:lnTo>
                    <a:pt x="203354" y="237625"/>
                  </a:lnTo>
                  <a:lnTo>
                    <a:pt x="195825" y="237682"/>
                  </a:lnTo>
                  <a:lnTo>
                    <a:pt x="179510" y="225438"/>
                  </a:lnTo>
                  <a:lnTo>
                    <a:pt x="184073" y="219863"/>
                  </a:lnTo>
                  <a:lnTo>
                    <a:pt x="188316" y="212306"/>
                  </a:lnTo>
                  <a:lnTo>
                    <a:pt x="184260" y="214484"/>
                  </a:lnTo>
                  <a:lnTo>
                    <a:pt x="181629" y="217761"/>
                  </a:lnTo>
                  <a:lnTo>
                    <a:pt x="171790" y="223019"/>
                  </a:lnTo>
                  <a:lnTo>
                    <a:pt x="179769" y="233199"/>
                  </a:lnTo>
                  <a:lnTo>
                    <a:pt x="175914" y="237015"/>
                  </a:lnTo>
                  <a:lnTo>
                    <a:pt x="164503" y="242032"/>
                  </a:lnTo>
                  <a:lnTo>
                    <a:pt x="153878" y="249290"/>
                  </a:lnTo>
                  <a:lnTo>
                    <a:pt x="144577" y="254142"/>
                  </a:lnTo>
                  <a:lnTo>
                    <a:pt x="137052" y="247970"/>
                  </a:lnTo>
                  <a:lnTo>
                    <a:pt x="116283" y="255768"/>
                  </a:lnTo>
                  <a:lnTo>
                    <a:pt x="98791" y="257863"/>
                  </a:lnTo>
                  <a:lnTo>
                    <a:pt x="95008" y="253913"/>
                  </a:lnTo>
                  <a:lnTo>
                    <a:pt x="93897" y="247677"/>
                  </a:lnTo>
                  <a:lnTo>
                    <a:pt x="87773" y="246172"/>
                  </a:lnTo>
                  <a:lnTo>
                    <a:pt x="76394" y="247893"/>
                  </a:lnTo>
                  <a:lnTo>
                    <a:pt x="72079" y="244578"/>
                  </a:lnTo>
                  <a:close/>
                </a:path>
              </a:pathLst>
            </a:custGeom>
            <a:solidFill>
              <a:srgbClr val="FFEFDB">
                <a:alpha val="100000"/>
              </a:srgbClr>
            </a:solidFill>
            <a:ln w="5420" cap="flat">
              <a:solidFill>
                <a:srgbClr val="5959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09" name="pg3909"/>
            <p:cNvSpPr/>
            <p:nvPr/>
          </p:nvSpPr>
          <p:spPr>
            <a:xfrm>
              <a:off x="5287647" y="2540116"/>
              <a:ext cx="534180" cy="266113"/>
            </a:xfrm>
            <a:custGeom>
              <a:avLst/>
              <a:pathLst>
                <a:path w="534180" h="266113">
                  <a:moveTo>
                    <a:pt x="528260" y="7169"/>
                  </a:moveTo>
                  <a:lnTo>
                    <a:pt x="511940" y="26932"/>
                  </a:lnTo>
                  <a:lnTo>
                    <a:pt x="497548" y="44357"/>
                  </a:lnTo>
                  <a:lnTo>
                    <a:pt x="494318" y="62240"/>
                  </a:lnTo>
                  <a:lnTo>
                    <a:pt x="491254" y="79195"/>
                  </a:lnTo>
                  <a:lnTo>
                    <a:pt x="479347" y="92099"/>
                  </a:lnTo>
                  <a:lnTo>
                    <a:pt x="472087" y="103930"/>
                  </a:lnTo>
                  <a:lnTo>
                    <a:pt x="468847" y="117050"/>
                  </a:lnTo>
                  <a:lnTo>
                    <a:pt x="466139" y="129097"/>
                  </a:lnTo>
                  <a:lnTo>
                    <a:pt x="465932" y="139181"/>
                  </a:lnTo>
                  <a:lnTo>
                    <a:pt x="467973" y="144471"/>
                  </a:lnTo>
                  <a:lnTo>
                    <a:pt x="467012" y="148770"/>
                  </a:lnTo>
                  <a:lnTo>
                    <a:pt x="463074" y="153717"/>
                  </a:lnTo>
                  <a:lnTo>
                    <a:pt x="455199" y="162322"/>
                  </a:lnTo>
                  <a:lnTo>
                    <a:pt x="453798" y="170603"/>
                  </a:lnTo>
                  <a:lnTo>
                    <a:pt x="448982" y="174686"/>
                  </a:lnTo>
                  <a:lnTo>
                    <a:pt x="435246" y="182859"/>
                  </a:lnTo>
                  <a:lnTo>
                    <a:pt x="424042" y="194906"/>
                  </a:lnTo>
                  <a:lnTo>
                    <a:pt x="423495" y="201726"/>
                  </a:lnTo>
                  <a:lnTo>
                    <a:pt x="425112" y="207391"/>
                  </a:lnTo>
                  <a:lnTo>
                    <a:pt x="425360" y="210909"/>
                  </a:lnTo>
                  <a:lnTo>
                    <a:pt x="423122" y="213360"/>
                  </a:lnTo>
                  <a:lnTo>
                    <a:pt x="418637" y="213201"/>
                  </a:lnTo>
                  <a:lnTo>
                    <a:pt x="413784" y="213970"/>
                  </a:lnTo>
                  <a:lnTo>
                    <a:pt x="409697" y="218993"/>
                  </a:lnTo>
                  <a:lnTo>
                    <a:pt x="409800" y="226207"/>
                  </a:lnTo>
                  <a:lnTo>
                    <a:pt x="406813" y="231408"/>
                  </a:lnTo>
                  <a:lnTo>
                    <a:pt x="403325" y="232481"/>
                  </a:lnTo>
                  <a:lnTo>
                    <a:pt x="400338" y="228804"/>
                  </a:lnTo>
                  <a:lnTo>
                    <a:pt x="396746" y="223292"/>
                  </a:lnTo>
                  <a:lnTo>
                    <a:pt x="392540" y="222752"/>
                  </a:lnTo>
                  <a:lnTo>
                    <a:pt x="386153" y="226410"/>
                  </a:lnTo>
                  <a:lnTo>
                    <a:pt x="378277" y="232430"/>
                  </a:lnTo>
                  <a:lnTo>
                    <a:pt x="371192" y="232754"/>
                  </a:lnTo>
                  <a:lnTo>
                    <a:pt x="357890" y="228887"/>
                  </a:lnTo>
                  <a:lnTo>
                    <a:pt x="348180" y="240559"/>
                  </a:lnTo>
                  <a:lnTo>
                    <a:pt x="337757" y="265630"/>
                  </a:lnTo>
                  <a:lnTo>
                    <a:pt x="293717" y="265693"/>
                  </a:lnTo>
                  <a:lnTo>
                    <a:pt x="249678" y="265757"/>
                  </a:lnTo>
                  <a:lnTo>
                    <a:pt x="205634" y="265820"/>
                  </a:lnTo>
                  <a:lnTo>
                    <a:pt x="161594" y="265884"/>
                  </a:lnTo>
                  <a:lnTo>
                    <a:pt x="117555" y="265941"/>
                  </a:lnTo>
                  <a:lnTo>
                    <a:pt x="73516" y="266005"/>
                  </a:lnTo>
                  <a:lnTo>
                    <a:pt x="29476" y="266068"/>
                  </a:lnTo>
                  <a:lnTo>
                    <a:pt x="4831" y="266106"/>
                  </a:lnTo>
                  <a:lnTo>
                    <a:pt x="0" y="266113"/>
                  </a:lnTo>
                  <a:lnTo>
                    <a:pt x="15089" y="261204"/>
                  </a:lnTo>
                  <a:lnTo>
                    <a:pt x="46550" y="242127"/>
                  </a:lnTo>
                  <a:lnTo>
                    <a:pt x="69753" y="235218"/>
                  </a:lnTo>
                  <a:lnTo>
                    <a:pt x="99933" y="215182"/>
                  </a:lnTo>
                  <a:lnTo>
                    <a:pt x="121792" y="211328"/>
                  </a:lnTo>
                  <a:lnTo>
                    <a:pt x="125952" y="206921"/>
                  </a:lnTo>
                  <a:lnTo>
                    <a:pt x="129616" y="190302"/>
                  </a:lnTo>
                  <a:lnTo>
                    <a:pt x="131616" y="184377"/>
                  </a:lnTo>
                  <a:lnTo>
                    <a:pt x="141823" y="168056"/>
                  </a:lnTo>
                  <a:lnTo>
                    <a:pt x="154080" y="154289"/>
                  </a:lnTo>
                  <a:lnTo>
                    <a:pt x="163971" y="135250"/>
                  </a:lnTo>
                  <a:lnTo>
                    <a:pt x="181924" y="123083"/>
                  </a:lnTo>
                  <a:lnTo>
                    <a:pt x="209070" y="112909"/>
                  </a:lnTo>
                  <a:lnTo>
                    <a:pt x="234180" y="90689"/>
                  </a:lnTo>
                  <a:lnTo>
                    <a:pt x="247942" y="83914"/>
                  </a:lnTo>
                  <a:lnTo>
                    <a:pt x="261280" y="79062"/>
                  </a:lnTo>
                  <a:lnTo>
                    <a:pt x="266881" y="70032"/>
                  </a:lnTo>
                  <a:lnTo>
                    <a:pt x="275129" y="64869"/>
                  </a:lnTo>
                  <a:lnTo>
                    <a:pt x="297180" y="54372"/>
                  </a:lnTo>
                  <a:lnTo>
                    <a:pt x="321484" y="51533"/>
                  </a:lnTo>
                  <a:lnTo>
                    <a:pt x="346046" y="42820"/>
                  </a:lnTo>
                  <a:lnTo>
                    <a:pt x="364887" y="38203"/>
                  </a:lnTo>
                  <a:lnTo>
                    <a:pt x="376442" y="30030"/>
                  </a:lnTo>
                  <a:lnTo>
                    <a:pt x="393243" y="25725"/>
                  </a:lnTo>
                  <a:lnTo>
                    <a:pt x="443385" y="2273"/>
                  </a:lnTo>
                  <a:lnTo>
                    <a:pt x="446265" y="0"/>
                  </a:lnTo>
                  <a:lnTo>
                    <a:pt x="534180" y="0"/>
                  </a:lnTo>
                  <a:close/>
                </a:path>
              </a:pathLst>
            </a:custGeom>
            <a:solidFill>
              <a:srgbClr val="FFEFDB">
                <a:alpha val="100000"/>
              </a:srgbClr>
            </a:solidFill>
            <a:ln w="5420" cap="flat">
              <a:solidFill>
                <a:srgbClr val="5959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10" name="pg3910"/>
            <p:cNvSpPr/>
            <p:nvPr/>
          </p:nvSpPr>
          <p:spPr>
            <a:xfrm>
              <a:off x="6188919" y="2797057"/>
              <a:ext cx="126268" cy="202407"/>
            </a:xfrm>
            <a:custGeom>
              <a:avLst/>
              <a:pathLst>
                <a:path w="126268" h="202407">
                  <a:moveTo>
                    <a:pt x="117079" y="175208"/>
                  </a:moveTo>
                  <a:lnTo>
                    <a:pt x="108057" y="174662"/>
                  </a:lnTo>
                  <a:lnTo>
                    <a:pt x="101406" y="175266"/>
                  </a:lnTo>
                  <a:lnTo>
                    <a:pt x="91386" y="182892"/>
                  </a:lnTo>
                  <a:lnTo>
                    <a:pt x="89830" y="198305"/>
                  </a:lnTo>
                  <a:lnTo>
                    <a:pt x="85406" y="196266"/>
                  </a:lnTo>
                  <a:lnTo>
                    <a:pt x="80916" y="196768"/>
                  </a:lnTo>
                  <a:lnTo>
                    <a:pt x="78595" y="201607"/>
                  </a:lnTo>
                  <a:lnTo>
                    <a:pt x="75288" y="202407"/>
                  </a:lnTo>
                  <a:lnTo>
                    <a:pt x="66529" y="197829"/>
                  </a:lnTo>
                  <a:lnTo>
                    <a:pt x="56214" y="200331"/>
                  </a:lnTo>
                  <a:lnTo>
                    <a:pt x="48147" y="196857"/>
                  </a:lnTo>
                  <a:lnTo>
                    <a:pt x="37863" y="174275"/>
                  </a:lnTo>
                  <a:lnTo>
                    <a:pt x="32401" y="166362"/>
                  </a:lnTo>
                  <a:lnTo>
                    <a:pt x="22717" y="163810"/>
                  </a:lnTo>
                  <a:lnTo>
                    <a:pt x="20205" y="168585"/>
                  </a:lnTo>
                  <a:lnTo>
                    <a:pt x="16448" y="173259"/>
                  </a:lnTo>
                  <a:lnTo>
                    <a:pt x="7126" y="163943"/>
                  </a:lnTo>
                  <a:lnTo>
                    <a:pt x="56" y="129365"/>
                  </a:lnTo>
                  <a:lnTo>
                    <a:pt x="0" y="121021"/>
                  </a:lnTo>
                  <a:lnTo>
                    <a:pt x="9896" y="91936"/>
                  </a:lnTo>
                  <a:lnTo>
                    <a:pt x="34401" y="65753"/>
                  </a:lnTo>
                  <a:lnTo>
                    <a:pt x="26577" y="64877"/>
                  </a:lnTo>
                  <a:lnTo>
                    <a:pt x="4940" y="83033"/>
                  </a:lnTo>
                  <a:lnTo>
                    <a:pt x="7172" y="78638"/>
                  </a:lnTo>
                  <a:lnTo>
                    <a:pt x="10841" y="74059"/>
                  </a:lnTo>
                  <a:lnTo>
                    <a:pt x="18138" y="66674"/>
                  </a:lnTo>
                  <a:lnTo>
                    <a:pt x="29213" y="59733"/>
                  </a:lnTo>
                  <a:lnTo>
                    <a:pt x="43961" y="55688"/>
                  </a:lnTo>
                  <a:lnTo>
                    <a:pt x="54106" y="55072"/>
                  </a:lnTo>
                  <a:lnTo>
                    <a:pt x="61098" y="51236"/>
                  </a:lnTo>
                  <a:lnTo>
                    <a:pt x="71231" y="44441"/>
                  </a:lnTo>
                  <a:lnTo>
                    <a:pt x="73112" y="40834"/>
                  </a:lnTo>
                  <a:lnTo>
                    <a:pt x="64126" y="44981"/>
                  </a:lnTo>
                  <a:lnTo>
                    <a:pt x="49196" y="49064"/>
                  </a:lnTo>
                  <a:lnTo>
                    <a:pt x="53026" y="43711"/>
                  </a:lnTo>
                  <a:lnTo>
                    <a:pt x="56762" y="40847"/>
                  </a:lnTo>
                  <a:lnTo>
                    <a:pt x="126268" y="0"/>
                  </a:lnTo>
                  <a:lnTo>
                    <a:pt x="126268" y="168132"/>
                  </a:lnTo>
                  <a:close/>
                </a:path>
              </a:pathLst>
            </a:custGeom>
            <a:solidFill>
              <a:srgbClr val="FFEFDB">
                <a:alpha val="100000"/>
              </a:srgbClr>
            </a:solidFill>
            <a:ln w="5420" cap="flat">
              <a:solidFill>
                <a:srgbClr val="5959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11" name="pg3911"/>
            <p:cNvSpPr/>
            <p:nvPr/>
          </p:nvSpPr>
          <p:spPr>
            <a:xfrm>
              <a:off x="6175048" y="2885799"/>
              <a:ext cx="12040" cy="17520"/>
            </a:xfrm>
            <a:custGeom>
              <a:avLst/>
              <a:pathLst>
                <a:path w="12040" h="17520">
                  <a:moveTo>
                    <a:pt x="0" y="17520"/>
                  </a:moveTo>
                  <a:lnTo>
                    <a:pt x="1291" y="13062"/>
                  </a:lnTo>
                  <a:lnTo>
                    <a:pt x="7792" y="1695"/>
                  </a:lnTo>
                  <a:lnTo>
                    <a:pt x="12040" y="0"/>
                  </a:lnTo>
                  <a:lnTo>
                    <a:pt x="5327" y="12973"/>
                  </a:lnTo>
                  <a:close/>
                </a:path>
              </a:pathLst>
            </a:custGeom>
            <a:solidFill>
              <a:srgbClr val="FFEFDB">
                <a:alpha val="100000"/>
              </a:srgbClr>
            </a:solidFill>
            <a:ln w="5420" cap="flat">
              <a:solidFill>
                <a:srgbClr val="5959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12" name="pg3912"/>
            <p:cNvSpPr/>
            <p:nvPr/>
          </p:nvSpPr>
          <p:spPr>
            <a:xfrm>
              <a:off x="6114410" y="2832043"/>
              <a:ext cx="16050" cy="22950"/>
            </a:xfrm>
            <a:custGeom>
              <a:avLst/>
              <a:pathLst>
                <a:path w="16050" h="22950">
                  <a:moveTo>
                    <a:pt x="0" y="22950"/>
                  </a:moveTo>
                  <a:lnTo>
                    <a:pt x="5539" y="5391"/>
                  </a:lnTo>
                  <a:lnTo>
                    <a:pt x="10046" y="0"/>
                  </a:lnTo>
                  <a:lnTo>
                    <a:pt x="16050" y="1816"/>
                  </a:lnTo>
                  <a:lnTo>
                    <a:pt x="15208" y="12427"/>
                  </a:lnTo>
                  <a:lnTo>
                    <a:pt x="14242" y="16072"/>
                  </a:lnTo>
                  <a:close/>
                </a:path>
              </a:pathLst>
            </a:custGeom>
            <a:solidFill>
              <a:srgbClr val="FFEFDB">
                <a:alpha val="100000"/>
              </a:srgbClr>
            </a:solidFill>
            <a:ln w="5420" cap="flat">
              <a:solidFill>
                <a:srgbClr val="5959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13" name="pg3913"/>
            <p:cNvSpPr/>
            <p:nvPr/>
          </p:nvSpPr>
          <p:spPr>
            <a:xfrm>
              <a:off x="5366847" y="2715076"/>
              <a:ext cx="51274" cy="34247"/>
            </a:xfrm>
            <a:custGeom>
              <a:avLst/>
              <a:pathLst>
                <a:path w="51274" h="34247">
                  <a:moveTo>
                    <a:pt x="33548" y="33244"/>
                  </a:moveTo>
                  <a:lnTo>
                    <a:pt x="19601" y="30837"/>
                  </a:lnTo>
                  <a:lnTo>
                    <a:pt x="4268" y="34177"/>
                  </a:lnTo>
                  <a:lnTo>
                    <a:pt x="0" y="34247"/>
                  </a:lnTo>
                  <a:lnTo>
                    <a:pt x="11389" y="24582"/>
                  </a:lnTo>
                  <a:lnTo>
                    <a:pt x="28903" y="18638"/>
                  </a:lnTo>
                  <a:lnTo>
                    <a:pt x="46364" y="463"/>
                  </a:lnTo>
                  <a:lnTo>
                    <a:pt x="51274" y="0"/>
                  </a:lnTo>
                  <a:lnTo>
                    <a:pt x="44628" y="20587"/>
                  </a:lnTo>
                  <a:lnTo>
                    <a:pt x="43274" y="27948"/>
                  </a:lnTo>
                  <a:lnTo>
                    <a:pt x="41703" y="30646"/>
                  </a:lnTo>
                  <a:close/>
                </a:path>
              </a:pathLst>
            </a:custGeom>
            <a:solidFill>
              <a:srgbClr val="FFEFDB">
                <a:alpha val="100000"/>
              </a:srgbClr>
            </a:solidFill>
            <a:ln w="5420" cap="flat">
              <a:solidFill>
                <a:srgbClr val="5959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14" name="pg3914"/>
            <p:cNvSpPr/>
            <p:nvPr/>
          </p:nvSpPr>
          <p:spPr>
            <a:xfrm>
              <a:off x="5377730" y="2716409"/>
              <a:ext cx="30200" cy="16853"/>
            </a:xfrm>
            <a:custGeom>
              <a:avLst/>
              <a:pathLst>
                <a:path w="30200" h="16853">
                  <a:moveTo>
                    <a:pt x="4423" y="16853"/>
                  </a:moveTo>
                  <a:lnTo>
                    <a:pt x="0" y="15723"/>
                  </a:lnTo>
                  <a:lnTo>
                    <a:pt x="14082" y="2946"/>
                  </a:lnTo>
                  <a:lnTo>
                    <a:pt x="30200" y="0"/>
                  </a:lnTo>
                  <a:lnTo>
                    <a:pt x="17187" y="14174"/>
                  </a:lnTo>
                  <a:close/>
                </a:path>
              </a:pathLst>
            </a:custGeom>
            <a:solidFill>
              <a:srgbClr val="FFEFDB">
                <a:alpha val="100000"/>
              </a:srgbClr>
            </a:solidFill>
            <a:ln w="5420" cap="flat">
              <a:solidFill>
                <a:srgbClr val="5959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15" name="pg3915"/>
            <p:cNvSpPr/>
            <p:nvPr/>
          </p:nvSpPr>
          <p:spPr>
            <a:xfrm>
              <a:off x="5667831" y="2547127"/>
              <a:ext cx="30784" cy="17069"/>
            </a:xfrm>
            <a:custGeom>
              <a:avLst/>
              <a:pathLst>
                <a:path w="30784" h="17069">
                  <a:moveTo>
                    <a:pt x="0" y="17069"/>
                  </a:moveTo>
                  <a:lnTo>
                    <a:pt x="2294" y="12554"/>
                  </a:lnTo>
                  <a:lnTo>
                    <a:pt x="15430" y="4508"/>
                  </a:lnTo>
                  <a:lnTo>
                    <a:pt x="25084" y="0"/>
                  </a:lnTo>
                  <a:lnTo>
                    <a:pt x="30784" y="95"/>
                  </a:lnTo>
                  <a:lnTo>
                    <a:pt x="21502" y="9957"/>
                  </a:lnTo>
                  <a:lnTo>
                    <a:pt x="9622" y="16015"/>
                  </a:lnTo>
                  <a:close/>
                </a:path>
              </a:pathLst>
            </a:custGeom>
            <a:solidFill>
              <a:srgbClr val="FFEFDB">
                <a:alpha val="100000"/>
              </a:srgbClr>
            </a:solidFill>
            <a:ln w="5420" cap="flat">
              <a:solidFill>
                <a:srgbClr val="5959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16" name="pg3916"/>
            <p:cNvSpPr/>
            <p:nvPr/>
          </p:nvSpPr>
          <p:spPr>
            <a:xfrm>
              <a:off x="4939342" y="5500509"/>
              <a:ext cx="49258" cy="37397"/>
            </a:xfrm>
            <a:custGeom>
              <a:avLst/>
              <a:pathLst>
                <a:path w="49258" h="37397">
                  <a:moveTo>
                    <a:pt x="36380" y="7931"/>
                  </a:moveTo>
                  <a:lnTo>
                    <a:pt x="25890" y="16136"/>
                  </a:lnTo>
                  <a:lnTo>
                    <a:pt x="33512" y="21991"/>
                  </a:lnTo>
                  <a:lnTo>
                    <a:pt x="40695" y="9258"/>
                  </a:lnTo>
                  <a:lnTo>
                    <a:pt x="46395" y="19603"/>
                  </a:lnTo>
                  <a:lnTo>
                    <a:pt x="49258" y="37397"/>
                  </a:lnTo>
                  <a:lnTo>
                    <a:pt x="16879" y="37397"/>
                  </a:lnTo>
                  <a:lnTo>
                    <a:pt x="15627" y="32145"/>
                  </a:lnTo>
                  <a:lnTo>
                    <a:pt x="9084" y="25573"/>
                  </a:lnTo>
                  <a:lnTo>
                    <a:pt x="0" y="8807"/>
                  </a:lnTo>
                  <a:lnTo>
                    <a:pt x="5276" y="4483"/>
                  </a:lnTo>
                  <a:lnTo>
                    <a:pt x="12309" y="5924"/>
                  </a:lnTo>
                  <a:lnTo>
                    <a:pt x="15911" y="3905"/>
                  </a:lnTo>
                  <a:lnTo>
                    <a:pt x="25662" y="2292"/>
                  </a:lnTo>
                  <a:lnTo>
                    <a:pt x="31585" y="0"/>
                  </a:lnTo>
                  <a:lnTo>
                    <a:pt x="36215" y="4953"/>
                  </a:lnTo>
                  <a:close/>
                </a:path>
              </a:pathLst>
            </a:custGeom>
            <a:solidFill>
              <a:srgbClr val="FFEFDB">
                <a:alpha val="100000"/>
              </a:srgbClr>
            </a:solidFill>
            <a:ln w="5420" cap="flat">
              <a:solidFill>
                <a:srgbClr val="5959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17" name="pg3917"/>
            <p:cNvSpPr/>
            <p:nvPr/>
          </p:nvSpPr>
          <p:spPr>
            <a:xfrm>
              <a:off x="4945285" y="5155530"/>
              <a:ext cx="95830" cy="135860"/>
            </a:xfrm>
            <a:custGeom>
              <a:avLst/>
              <a:pathLst>
                <a:path w="95830" h="135860">
                  <a:moveTo>
                    <a:pt x="73800" y="135860"/>
                  </a:moveTo>
                  <a:lnTo>
                    <a:pt x="64612" y="122835"/>
                  </a:lnTo>
                  <a:lnTo>
                    <a:pt x="57211" y="119050"/>
                  </a:lnTo>
                  <a:lnTo>
                    <a:pt x="68772" y="109842"/>
                  </a:lnTo>
                  <a:lnTo>
                    <a:pt x="73764" y="101930"/>
                  </a:lnTo>
                  <a:lnTo>
                    <a:pt x="73660" y="84669"/>
                  </a:lnTo>
                  <a:lnTo>
                    <a:pt x="76482" y="75214"/>
                  </a:lnTo>
                  <a:lnTo>
                    <a:pt x="75526" y="67028"/>
                  </a:lnTo>
                  <a:lnTo>
                    <a:pt x="78073" y="58671"/>
                  </a:lnTo>
                  <a:lnTo>
                    <a:pt x="74627" y="49285"/>
                  </a:lnTo>
                  <a:lnTo>
                    <a:pt x="64963" y="41842"/>
                  </a:lnTo>
                  <a:lnTo>
                    <a:pt x="45842" y="12237"/>
                  </a:lnTo>
                  <a:lnTo>
                    <a:pt x="15637" y="5048"/>
                  </a:lnTo>
                  <a:lnTo>
                    <a:pt x="0" y="4750"/>
                  </a:lnTo>
                  <a:lnTo>
                    <a:pt x="8593" y="0"/>
                  </a:lnTo>
                  <a:lnTo>
                    <a:pt x="16531" y="577"/>
                  </a:lnTo>
                  <a:lnTo>
                    <a:pt x="28748" y="3403"/>
                  </a:lnTo>
                  <a:lnTo>
                    <a:pt x="43377" y="4769"/>
                  </a:lnTo>
                  <a:lnTo>
                    <a:pt x="52318" y="13481"/>
                  </a:lnTo>
                  <a:lnTo>
                    <a:pt x="60855" y="25033"/>
                  </a:lnTo>
                  <a:lnTo>
                    <a:pt x="68565" y="29707"/>
                  </a:lnTo>
                  <a:lnTo>
                    <a:pt x="71738" y="32679"/>
                  </a:lnTo>
                  <a:lnTo>
                    <a:pt x="71381" y="36032"/>
                  </a:lnTo>
                  <a:lnTo>
                    <a:pt x="72663" y="39181"/>
                  </a:lnTo>
                  <a:lnTo>
                    <a:pt x="82724" y="44586"/>
                  </a:lnTo>
                  <a:lnTo>
                    <a:pt x="92858" y="53311"/>
                  </a:lnTo>
                  <a:lnTo>
                    <a:pt x="95830" y="78897"/>
                  </a:lnTo>
                  <a:lnTo>
                    <a:pt x="82177" y="91007"/>
                  </a:lnTo>
                  <a:lnTo>
                    <a:pt x="79665" y="128055"/>
                  </a:lnTo>
                  <a:lnTo>
                    <a:pt x="76001" y="134723"/>
                  </a:lnTo>
                  <a:close/>
                </a:path>
              </a:pathLst>
            </a:custGeom>
            <a:solidFill>
              <a:srgbClr val="FFEFDB">
                <a:alpha val="100000"/>
              </a:srgbClr>
            </a:solidFill>
            <a:ln w="5420" cap="flat">
              <a:solidFill>
                <a:srgbClr val="5959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18" name="pg3918"/>
            <p:cNvSpPr/>
            <p:nvPr/>
          </p:nvSpPr>
          <p:spPr>
            <a:xfrm>
              <a:off x="4893261" y="5381534"/>
              <a:ext cx="74105" cy="118987"/>
            </a:xfrm>
            <a:custGeom>
              <a:avLst/>
              <a:pathLst>
                <a:path w="74105" h="118987">
                  <a:moveTo>
                    <a:pt x="72947" y="80116"/>
                  </a:moveTo>
                  <a:lnTo>
                    <a:pt x="74105" y="91896"/>
                  </a:lnTo>
                  <a:lnTo>
                    <a:pt x="73035" y="96094"/>
                  </a:lnTo>
                  <a:lnTo>
                    <a:pt x="61583" y="103968"/>
                  </a:lnTo>
                  <a:lnTo>
                    <a:pt x="58643" y="108369"/>
                  </a:lnTo>
                  <a:lnTo>
                    <a:pt x="47847" y="112808"/>
                  </a:lnTo>
                  <a:lnTo>
                    <a:pt x="41315" y="118987"/>
                  </a:lnTo>
                  <a:lnTo>
                    <a:pt x="38044" y="108947"/>
                  </a:lnTo>
                  <a:lnTo>
                    <a:pt x="31703" y="102742"/>
                  </a:lnTo>
                  <a:lnTo>
                    <a:pt x="30639" y="92194"/>
                  </a:lnTo>
                  <a:lnTo>
                    <a:pt x="25792" y="95757"/>
                  </a:lnTo>
                  <a:lnTo>
                    <a:pt x="18805" y="93585"/>
                  </a:lnTo>
                  <a:lnTo>
                    <a:pt x="7281" y="85596"/>
                  </a:lnTo>
                  <a:lnTo>
                    <a:pt x="0" y="74750"/>
                  </a:lnTo>
                  <a:lnTo>
                    <a:pt x="10201" y="72870"/>
                  </a:lnTo>
                  <a:lnTo>
                    <a:pt x="12309" y="79608"/>
                  </a:lnTo>
                  <a:lnTo>
                    <a:pt x="20381" y="71340"/>
                  </a:lnTo>
                  <a:lnTo>
                    <a:pt x="18546" y="66983"/>
                  </a:lnTo>
                  <a:lnTo>
                    <a:pt x="17089" y="66425"/>
                  </a:lnTo>
                  <a:lnTo>
                    <a:pt x="14443" y="58321"/>
                  </a:lnTo>
                  <a:lnTo>
                    <a:pt x="26587" y="37098"/>
                  </a:lnTo>
                  <a:lnTo>
                    <a:pt x="29207" y="23407"/>
                  </a:lnTo>
                  <a:lnTo>
                    <a:pt x="23699" y="1441"/>
                  </a:lnTo>
                  <a:lnTo>
                    <a:pt x="28841" y="0"/>
                  </a:lnTo>
                  <a:lnTo>
                    <a:pt x="42545" y="7703"/>
                  </a:lnTo>
                  <a:lnTo>
                    <a:pt x="48685" y="15285"/>
                  </a:lnTo>
                  <a:lnTo>
                    <a:pt x="48886" y="25693"/>
                  </a:lnTo>
                  <a:lnTo>
                    <a:pt x="54648" y="33752"/>
                  </a:lnTo>
                  <a:lnTo>
                    <a:pt x="62989" y="53057"/>
                  </a:lnTo>
                  <a:lnTo>
                    <a:pt x="73180" y="64367"/>
                  </a:lnTo>
                  <a:close/>
                </a:path>
              </a:pathLst>
            </a:custGeom>
            <a:solidFill>
              <a:srgbClr val="FFEFDB">
                <a:alpha val="100000"/>
              </a:srgbClr>
            </a:solidFill>
            <a:ln w="5420" cap="flat">
              <a:solidFill>
                <a:srgbClr val="5959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19" name="pg3919"/>
            <p:cNvSpPr/>
            <p:nvPr/>
          </p:nvSpPr>
          <p:spPr>
            <a:xfrm>
              <a:off x="4835016" y="5174016"/>
              <a:ext cx="112522" cy="38661"/>
            </a:xfrm>
            <a:custGeom>
              <a:avLst/>
              <a:pathLst>
                <a:path w="112522" h="38661">
                  <a:moveTo>
                    <a:pt x="64973" y="13005"/>
                  </a:moveTo>
                  <a:lnTo>
                    <a:pt x="71841" y="12453"/>
                  </a:lnTo>
                  <a:lnTo>
                    <a:pt x="75960" y="9792"/>
                  </a:lnTo>
                  <a:lnTo>
                    <a:pt x="94931" y="10878"/>
                  </a:lnTo>
                  <a:lnTo>
                    <a:pt x="110248" y="6985"/>
                  </a:lnTo>
                  <a:lnTo>
                    <a:pt x="112522" y="13894"/>
                  </a:lnTo>
                  <a:lnTo>
                    <a:pt x="112134" y="17501"/>
                  </a:lnTo>
                  <a:lnTo>
                    <a:pt x="79562" y="20886"/>
                  </a:lnTo>
                  <a:lnTo>
                    <a:pt x="49682" y="31028"/>
                  </a:lnTo>
                  <a:lnTo>
                    <a:pt x="33305" y="37899"/>
                  </a:lnTo>
                  <a:lnTo>
                    <a:pt x="25611" y="38661"/>
                  </a:lnTo>
                  <a:lnTo>
                    <a:pt x="19730" y="35047"/>
                  </a:lnTo>
                  <a:lnTo>
                    <a:pt x="0" y="14104"/>
                  </a:lnTo>
                  <a:lnTo>
                    <a:pt x="5276" y="16193"/>
                  </a:lnTo>
                  <a:lnTo>
                    <a:pt x="19854" y="28030"/>
                  </a:lnTo>
                  <a:lnTo>
                    <a:pt x="28908" y="25871"/>
                  </a:lnTo>
                  <a:lnTo>
                    <a:pt x="37295" y="18047"/>
                  </a:lnTo>
                  <a:lnTo>
                    <a:pt x="38577" y="12135"/>
                  </a:lnTo>
                  <a:lnTo>
                    <a:pt x="37326" y="9335"/>
                  </a:lnTo>
                  <a:lnTo>
                    <a:pt x="41119" y="0"/>
                  </a:lnTo>
                  <a:lnTo>
                    <a:pt x="52152" y="8960"/>
                  </a:lnTo>
                  <a:close/>
                </a:path>
              </a:pathLst>
            </a:custGeom>
            <a:solidFill>
              <a:srgbClr val="FFEFDB">
                <a:alpha val="100000"/>
              </a:srgbClr>
            </a:solidFill>
            <a:ln w="5420" cap="flat">
              <a:solidFill>
                <a:srgbClr val="5959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20" name="pg3920"/>
            <p:cNvSpPr/>
            <p:nvPr/>
          </p:nvSpPr>
          <p:spPr>
            <a:xfrm>
              <a:off x="4985696" y="5397055"/>
              <a:ext cx="30985" cy="11691"/>
            </a:xfrm>
            <a:custGeom>
              <a:avLst/>
              <a:pathLst>
                <a:path w="30985" h="11691">
                  <a:moveTo>
                    <a:pt x="10733" y="11691"/>
                  </a:moveTo>
                  <a:lnTo>
                    <a:pt x="2191" y="9030"/>
                  </a:lnTo>
                  <a:lnTo>
                    <a:pt x="0" y="6890"/>
                  </a:lnTo>
                  <a:lnTo>
                    <a:pt x="3658" y="3295"/>
                  </a:lnTo>
                  <a:lnTo>
                    <a:pt x="11710" y="298"/>
                  </a:lnTo>
                  <a:lnTo>
                    <a:pt x="24639" y="0"/>
                  </a:lnTo>
                  <a:lnTo>
                    <a:pt x="30303" y="3543"/>
                  </a:lnTo>
                  <a:lnTo>
                    <a:pt x="30985" y="5093"/>
                  </a:lnTo>
                  <a:lnTo>
                    <a:pt x="22686" y="8992"/>
                  </a:lnTo>
                  <a:close/>
                </a:path>
              </a:pathLst>
            </a:custGeom>
            <a:solidFill>
              <a:srgbClr val="FFEFDB">
                <a:alpha val="100000"/>
              </a:srgbClr>
            </a:solidFill>
            <a:ln w="5420" cap="flat">
              <a:solidFill>
                <a:srgbClr val="5959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21" name="pg3921"/>
            <p:cNvSpPr/>
            <p:nvPr/>
          </p:nvSpPr>
          <p:spPr>
            <a:xfrm>
              <a:off x="5304944" y="5521433"/>
              <a:ext cx="12277" cy="16472"/>
            </a:xfrm>
            <a:custGeom>
              <a:avLst/>
              <a:pathLst>
                <a:path w="12277" h="16472">
                  <a:moveTo>
                    <a:pt x="7008" y="16472"/>
                  </a:moveTo>
                  <a:lnTo>
                    <a:pt x="0" y="16472"/>
                  </a:lnTo>
                  <a:lnTo>
                    <a:pt x="1962" y="2806"/>
                  </a:lnTo>
                  <a:lnTo>
                    <a:pt x="7771" y="0"/>
                  </a:lnTo>
                  <a:lnTo>
                    <a:pt x="10050" y="152"/>
                  </a:lnTo>
                  <a:lnTo>
                    <a:pt x="12277" y="7620"/>
                  </a:lnTo>
                  <a:close/>
                </a:path>
              </a:pathLst>
            </a:custGeom>
            <a:solidFill>
              <a:srgbClr val="FFEFDB">
                <a:alpha val="100000"/>
              </a:srgbClr>
            </a:solidFill>
            <a:ln w="5420" cap="flat">
              <a:solidFill>
                <a:srgbClr val="5959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22" name="pg3922"/>
            <p:cNvSpPr/>
            <p:nvPr/>
          </p:nvSpPr>
          <p:spPr>
            <a:xfrm>
              <a:off x="5068380" y="5334383"/>
              <a:ext cx="70456" cy="119063"/>
            </a:xfrm>
            <a:custGeom>
              <a:avLst/>
              <a:pathLst>
                <a:path w="70456" h="119063">
                  <a:moveTo>
                    <a:pt x="31373" y="24747"/>
                  </a:moveTo>
                  <a:lnTo>
                    <a:pt x="46235" y="30285"/>
                  </a:lnTo>
                  <a:lnTo>
                    <a:pt x="62302" y="48650"/>
                  </a:lnTo>
                  <a:lnTo>
                    <a:pt x="69221" y="55191"/>
                  </a:lnTo>
                  <a:lnTo>
                    <a:pt x="70456" y="61147"/>
                  </a:lnTo>
                  <a:lnTo>
                    <a:pt x="67748" y="88340"/>
                  </a:lnTo>
                  <a:lnTo>
                    <a:pt x="64136" y="104711"/>
                  </a:lnTo>
                  <a:lnTo>
                    <a:pt x="64679" y="119063"/>
                  </a:lnTo>
                  <a:lnTo>
                    <a:pt x="60906" y="114815"/>
                  </a:lnTo>
                  <a:lnTo>
                    <a:pt x="57093" y="105416"/>
                  </a:lnTo>
                  <a:lnTo>
                    <a:pt x="50840" y="100012"/>
                  </a:lnTo>
                  <a:lnTo>
                    <a:pt x="48757" y="97180"/>
                  </a:lnTo>
                  <a:lnTo>
                    <a:pt x="59997" y="96557"/>
                  </a:lnTo>
                  <a:lnTo>
                    <a:pt x="60994" y="81761"/>
                  </a:lnTo>
                  <a:lnTo>
                    <a:pt x="66477" y="70089"/>
                  </a:lnTo>
                  <a:lnTo>
                    <a:pt x="65645" y="57947"/>
                  </a:lnTo>
                  <a:lnTo>
                    <a:pt x="52529" y="44579"/>
                  </a:lnTo>
                  <a:lnTo>
                    <a:pt x="43538" y="32812"/>
                  </a:lnTo>
                  <a:lnTo>
                    <a:pt x="29714" y="29046"/>
                  </a:lnTo>
                  <a:lnTo>
                    <a:pt x="16929" y="17330"/>
                  </a:lnTo>
                  <a:lnTo>
                    <a:pt x="9301" y="15888"/>
                  </a:lnTo>
                  <a:lnTo>
                    <a:pt x="0" y="17952"/>
                  </a:lnTo>
                  <a:lnTo>
                    <a:pt x="3359" y="10967"/>
                  </a:lnTo>
                  <a:lnTo>
                    <a:pt x="5684" y="1727"/>
                  </a:lnTo>
                  <a:lnTo>
                    <a:pt x="7389" y="0"/>
                  </a:lnTo>
                  <a:lnTo>
                    <a:pt x="13952" y="10078"/>
                  </a:lnTo>
                  <a:close/>
                </a:path>
              </a:pathLst>
            </a:custGeom>
            <a:solidFill>
              <a:srgbClr val="FFEFDB">
                <a:alpha val="100000"/>
              </a:srgbClr>
            </a:solidFill>
            <a:ln w="5420" cap="flat">
              <a:solidFill>
                <a:srgbClr val="5959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23" name="pg3923"/>
            <p:cNvSpPr/>
            <p:nvPr/>
          </p:nvSpPr>
          <p:spPr>
            <a:xfrm>
              <a:off x="5178096" y="5447191"/>
              <a:ext cx="46804" cy="72629"/>
            </a:xfrm>
            <a:custGeom>
              <a:avLst/>
              <a:pathLst>
                <a:path w="46804" h="72629">
                  <a:moveTo>
                    <a:pt x="46804" y="71314"/>
                  </a:moveTo>
                  <a:lnTo>
                    <a:pt x="39713" y="69974"/>
                  </a:lnTo>
                  <a:lnTo>
                    <a:pt x="29249" y="72559"/>
                  </a:lnTo>
                  <a:lnTo>
                    <a:pt x="25482" y="72629"/>
                  </a:lnTo>
                  <a:lnTo>
                    <a:pt x="27828" y="68101"/>
                  </a:lnTo>
                  <a:lnTo>
                    <a:pt x="35094" y="61979"/>
                  </a:lnTo>
                  <a:lnTo>
                    <a:pt x="35460" y="56150"/>
                  </a:lnTo>
                  <a:lnTo>
                    <a:pt x="26469" y="47742"/>
                  </a:lnTo>
                  <a:lnTo>
                    <a:pt x="16004" y="26824"/>
                  </a:lnTo>
                  <a:lnTo>
                    <a:pt x="11105" y="21864"/>
                  </a:lnTo>
                  <a:lnTo>
                    <a:pt x="8779" y="14002"/>
                  </a:lnTo>
                  <a:lnTo>
                    <a:pt x="0" y="5569"/>
                  </a:lnTo>
                  <a:lnTo>
                    <a:pt x="1834" y="1060"/>
                  </a:lnTo>
                  <a:lnTo>
                    <a:pt x="3638" y="0"/>
                  </a:lnTo>
                  <a:lnTo>
                    <a:pt x="9575" y="2165"/>
                  </a:lnTo>
                  <a:lnTo>
                    <a:pt x="23022" y="32253"/>
                  </a:lnTo>
                  <a:lnTo>
                    <a:pt x="23900" y="35136"/>
                  </a:lnTo>
                  <a:lnTo>
                    <a:pt x="46101" y="64704"/>
                  </a:lnTo>
                  <a:close/>
                </a:path>
              </a:pathLst>
            </a:custGeom>
            <a:solidFill>
              <a:srgbClr val="FFEFDB">
                <a:alpha val="100000"/>
              </a:srgbClr>
            </a:solidFill>
            <a:ln w="5420" cap="flat">
              <a:solidFill>
                <a:srgbClr val="5959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24" name="pt3924"/>
            <p:cNvSpPr/>
            <p:nvPr/>
          </p:nvSpPr>
          <p:spPr>
            <a:xfrm>
              <a:off x="5411954" y="3276309"/>
              <a:ext cx="63202" cy="63202"/>
            </a:xfrm>
            <a:prstGeom prst="ellipse">
              <a:avLst/>
            </a:prstGeom>
            <a:solidFill>
              <a:srgbClr val="54BBAB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25" name="pt3925"/>
            <p:cNvSpPr/>
            <p:nvPr/>
          </p:nvSpPr>
          <p:spPr>
            <a:xfrm>
              <a:off x="3286560" y="4746129"/>
              <a:ext cx="63202" cy="63202"/>
            </a:xfrm>
            <a:prstGeom prst="ellipse">
              <a:avLst/>
            </a:prstGeom>
            <a:solidFill>
              <a:srgbClr val="8BDAB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26" name="pt3926"/>
            <p:cNvSpPr/>
            <p:nvPr/>
          </p:nvSpPr>
          <p:spPr>
            <a:xfrm>
              <a:off x="5154968" y="3735383"/>
              <a:ext cx="63202" cy="63202"/>
            </a:xfrm>
            <a:prstGeom prst="ellipse">
              <a:avLst/>
            </a:prstGeom>
            <a:solidFill>
              <a:srgbClr val="B5E8D1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27" name="pt3927"/>
            <p:cNvSpPr/>
            <p:nvPr/>
          </p:nvSpPr>
          <p:spPr>
            <a:xfrm>
              <a:off x="3815690" y="4677487"/>
              <a:ext cx="63202" cy="63202"/>
            </a:xfrm>
            <a:prstGeom prst="ellipse">
              <a:avLst/>
            </a:prstGeom>
            <a:solidFill>
              <a:srgbClr val="8CDBB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28" name="pt3928"/>
            <p:cNvSpPr/>
            <p:nvPr/>
          </p:nvSpPr>
          <p:spPr>
            <a:xfrm>
              <a:off x="5234441" y="3545894"/>
              <a:ext cx="63202" cy="63202"/>
            </a:xfrm>
            <a:prstGeom prst="ellipse">
              <a:avLst/>
            </a:prstGeom>
            <a:solidFill>
              <a:srgbClr val="C7EDD9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29" name="pt3929"/>
            <p:cNvSpPr/>
            <p:nvPr/>
          </p:nvSpPr>
          <p:spPr>
            <a:xfrm>
              <a:off x="3635685" y="4800931"/>
              <a:ext cx="63202" cy="63202"/>
            </a:xfrm>
            <a:prstGeom prst="ellipse">
              <a:avLst/>
            </a:prstGeom>
            <a:solidFill>
              <a:srgbClr val="89DABC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30" name="pt3930"/>
            <p:cNvSpPr/>
            <p:nvPr/>
          </p:nvSpPr>
          <p:spPr>
            <a:xfrm>
              <a:off x="5602232" y="3222656"/>
              <a:ext cx="63202" cy="63202"/>
            </a:xfrm>
            <a:prstGeom prst="ellipse">
              <a:avLst/>
            </a:prstGeom>
            <a:solidFill>
              <a:srgbClr val="60CEAC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31" name="pt3931"/>
            <p:cNvSpPr/>
            <p:nvPr/>
          </p:nvSpPr>
          <p:spPr>
            <a:xfrm>
              <a:off x="4189184" y="4765547"/>
              <a:ext cx="63202" cy="63202"/>
            </a:xfrm>
            <a:prstGeom prst="ellipse">
              <a:avLst/>
            </a:prstGeom>
            <a:solidFill>
              <a:srgbClr val="6BD1B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32" name="pt3932"/>
            <p:cNvSpPr/>
            <p:nvPr/>
          </p:nvSpPr>
          <p:spPr>
            <a:xfrm>
              <a:off x="4913887" y="4211118"/>
              <a:ext cx="63202" cy="63202"/>
            </a:xfrm>
            <a:prstGeom prst="ellipse">
              <a:avLst/>
            </a:prstGeom>
            <a:solidFill>
              <a:srgbClr val="BBE9D3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33" name="pt3933"/>
            <p:cNvSpPr/>
            <p:nvPr/>
          </p:nvSpPr>
          <p:spPr>
            <a:xfrm>
              <a:off x="4598477" y="4463619"/>
              <a:ext cx="63202" cy="63202"/>
            </a:xfrm>
            <a:prstGeom prst="ellipse">
              <a:avLst/>
            </a:prstGeom>
            <a:solidFill>
              <a:srgbClr val="AAE4CB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34" name="pt3934"/>
            <p:cNvSpPr/>
            <p:nvPr/>
          </p:nvSpPr>
          <p:spPr>
            <a:xfrm>
              <a:off x="3118737" y="4784820"/>
              <a:ext cx="63202" cy="63202"/>
            </a:xfrm>
            <a:prstGeom prst="ellipse">
              <a:avLst/>
            </a:prstGeom>
            <a:solidFill>
              <a:srgbClr val="A2E1C8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35" name="pt3935"/>
            <p:cNvSpPr/>
            <p:nvPr/>
          </p:nvSpPr>
          <p:spPr>
            <a:xfrm>
              <a:off x="4706891" y="4368015"/>
              <a:ext cx="63202" cy="63202"/>
            </a:xfrm>
            <a:prstGeom prst="ellipse">
              <a:avLst/>
            </a:prstGeom>
            <a:solidFill>
              <a:srgbClr val="9BDFC4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36" name="pt3936"/>
            <p:cNvSpPr/>
            <p:nvPr/>
          </p:nvSpPr>
          <p:spPr>
            <a:xfrm>
              <a:off x="5170525" y="3498927"/>
              <a:ext cx="63202" cy="63202"/>
            </a:xfrm>
            <a:prstGeom prst="ellipse">
              <a:avLst/>
            </a:prstGeom>
            <a:solidFill>
              <a:srgbClr val="ACE5CC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37" name="pt3937"/>
            <p:cNvSpPr/>
            <p:nvPr/>
          </p:nvSpPr>
          <p:spPr>
            <a:xfrm>
              <a:off x="4143523" y="4766403"/>
              <a:ext cx="63202" cy="63202"/>
            </a:xfrm>
            <a:prstGeom prst="ellipse">
              <a:avLst/>
            </a:prstGeom>
            <a:solidFill>
              <a:srgbClr val="6ED2B1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38" name="pt3938"/>
            <p:cNvSpPr/>
            <p:nvPr/>
          </p:nvSpPr>
          <p:spPr>
            <a:xfrm>
              <a:off x="3690881" y="4772296"/>
              <a:ext cx="63202" cy="63202"/>
            </a:xfrm>
            <a:prstGeom prst="ellipse">
              <a:avLst/>
            </a:prstGeom>
            <a:solidFill>
              <a:srgbClr val="9CDFC5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39" name="pt3939"/>
            <p:cNvSpPr/>
            <p:nvPr/>
          </p:nvSpPr>
          <p:spPr>
            <a:xfrm>
              <a:off x="5016032" y="3641698"/>
              <a:ext cx="63202" cy="63202"/>
            </a:xfrm>
            <a:prstGeom prst="ellipse">
              <a:avLst/>
            </a:prstGeom>
            <a:solidFill>
              <a:srgbClr val="B3E7CF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40" name="pt3940"/>
            <p:cNvSpPr/>
            <p:nvPr/>
          </p:nvSpPr>
          <p:spPr>
            <a:xfrm>
              <a:off x="4551789" y="4536931"/>
              <a:ext cx="63202" cy="63202"/>
            </a:xfrm>
            <a:prstGeom prst="ellipse">
              <a:avLst/>
            </a:prstGeom>
            <a:solidFill>
              <a:srgbClr val="8EDBBF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41" name="pt3941"/>
            <p:cNvSpPr/>
            <p:nvPr/>
          </p:nvSpPr>
          <p:spPr>
            <a:xfrm>
              <a:off x="3457033" y="4801454"/>
              <a:ext cx="63202" cy="63202"/>
            </a:xfrm>
            <a:prstGeom prst="ellipse">
              <a:avLst/>
            </a:prstGeom>
            <a:solidFill>
              <a:srgbClr val="9ADFC4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42" name="pt3942"/>
            <p:cNvSpPr/>
            <p:nvPr/>
          </p:nvSpPr>
          <p:spPr>
            <a:xfrm>
              <a:off x="4795350" y="4267713"/>
              <a:ext cx="63202" cy="63202"/>
            </a:xfrm>
            <a:prstGeom prst="ellipse">
              <a:avLst/>
            </a:prstGeom>
            <a:solidFill>
              <a:srgbClr val="82D7B9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43" name="pt3943"/>
            <p:cNvSpPr/>
            <p:nvPr/>
          </p:nvSpPr>
          <p:spPr>
            <a:xfrm>
              <a:off x="5763373" y="2927118"/>
              <a:ext cx="63202" cy="63202"/>
            </a:xfrm>
            <a:prstGeom prst="ellipse">
              <a:avLst/>
            </a:prstGeom>
            <a:solidFill>
              <a:srgbClr val="5FCCAC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44" name="pt3944"/>
            <p:cNvSpPr/>
            <p:nvPr/>
          </p:nvSpPr>
          <p:spPr>
            <a:xfrm>
              <a:off x="3223042" y="4753931"/>
              <a:ext cx="63202" cy="63202"/>
            </a:xfrm>
            <a:prstGeom prst="ellipse">
              <a:avLst/>
            </a:prstGeom>
            <a:solidFill>
              <a:srgbClr val="8DDBBE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45" name="pt3945"/>
            <p:cNvSpPr/>
            <p:nvPr/>
          </p:nvSpPr>
          <p:spPr>
            <a:xfrm>
              <a:off x="6187218" y="2929573"/>
              <a:ext cx="63202" cy="63202"/>
            </a:xfrm>
            <a:prstGeom prst="ellipse">
              <a:avLst/>
            </a:prstGeom>
            <a:solidFill>
              <a:srgbClr val="4BAFAB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46" name="pt3946"/>
            <p:cNvSpPr/>
            <p:nvPr/>
          </p:nvSpPr>
          <p:spPr>
            <a:xfrm>
              <a:off x="4558922" y="4541579"/>
              <a:ext cx="63202" cy="63202"/>
            </a:xfrm>
            <a:prstGeom prst="ellipse">
              <a:avLst/>
            </a:prstGeom>
            <a:solidFill>
              <a:srgbClr val="8FDCBF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47" name="pt3947"/>
            <p:cNvSpPr/>
            <p:nvPr/>
          </p:nvSpPr>
          <p:spPr>
            <a:xfrm>
              <a:off x="5665872" y="3067530"/>
              <a:ext cx="63202" cy="63202"/>
            </a:xfrm>
            <a:prstGeom prst="ellipse">
              <a:avLst/>
            </a:prstGeom>
            <a:solidFill>
              <a:srgbClr val="67D0AE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48" name="pt3948"/>
            <p:cNvSpPr/>
            <p:nvPr/>
          </p:nvSpPr>
          <p:spPr>
            <a:xfrm>
              <a:off x="4587926" y="4467164"/>
              <a:ext cx="63202" cy="63202"/>
            </a:xfrm>
            <a:prstGeom prst="ellipse">
              <a:avLst/>
            </a:prstGeom>
            <a:solidFill>
              <a:srgbClr val="99DFC3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49" name="pt3949"/>
            <p:cNvSpPr/>
            <p:nvPr/>
          </p:nvSpPr>
          <p:spPr>
            <a:xfrm>
              <a:off x="2979067" y="4895874"/>
              <a:ext cx="63202" cy="63202"/>
            </a:xfrm>
            <a:prstGeom prst="ellipse">
              <a:avLst/>
            </a:prstGeom>
            <a:solidFill>
              <a:srgbClr val="82D7B9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50" name="pt3950"/>
            <p:cNvSpPr/>
            <p:nvPr/>
          </p:nvSpPr>
          <p:spPr>
            <a:xfrm>
              <a:off x="4922163" y="4187507"/>
              <a:ext cx="63202" cy="63202"/>
            </a:xfrm>
            <a:prstGeom prst="ellipse">
              <a:avLst/>
            </a:prstGeom>
            <a:solidFill>
              <a:srgbClr val="ABE4CC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51" name="pt3951"/>
            <p:cNvSpPr/>
            <p:nvPr/>
          </p:nvSpPr>
          <p:spPr>
            <a:xfrm>
              <a:off x="2878450" y="4973596"/>
              <a:ext cx="63202" cy="63202"/>
            </a:xfrm>
            <a:prstGeom prst="ellipse">
              <a:avLst/>
            </a:prstGeom>
            <a:solidFill>
              <a:srgbClr val="53BBAB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52" name="pt3952"/>
            <p:cNvSpPr/>
            <p:nvPr/>
          </p:nvSpPr>
          <p:spPr>
            <a:xfrm>
              <a:off x="5803938" y="2901996"/>
              <a:ext cx="63202" cy="63202"/>
            </a:xfrm>
            <a:prstGeom prst="ellipse">
              <a:avLst/>
            </a:prstGeom>
            <a:solidFill>
              <a:srgbClr val="388AA6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53" name="pt3953"/>
            <p:cNvSpPr/>
            <p:nvPr/>
          </p:nvSpPr>
          <p:spPr>
            <a:xfrm>
              <a:off x="4544041" y="4668741"/>
              <a:ext cx="63202" cy="63202"/>
            </a:xfrm>
            <a:prstGeom prst="ellipse">
              <a:avLst/>
            </a:prstGeom>
            <a:solidFill>
              <a:srgbClr val="57C0AC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54" name="pt3954"/>
            <p:cNvSpPr/>
            <p:nvPr/>
          </p:nvSpPr>
          <p:spPr>
            <a:xfrm>
              <a:off x="3541256" y="4824822"/>
              <a:ext cx="63202" cy="63202"/>
            </a:xfrm>
            <a:prstGeom prst="ellipse">
              <a:avLst/>
            </a:prstGeom>
            <a:solidFill>
              <a:srgbClr val="91DCC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55" name="pt3955"/>
            <p:cNvSpPr/>
            <p:nvPr/>
          </p:nvSpPr>
          <p:spPr>
            <a:xfrm>
              <a:off x="5657937" y="3028251"/>
              <a:ext cx="63202" cy="63202"/>
            </a:xfrm>
            <a:prstGeom prst="ellipse">
              <a:avLst/>
            </a:prstGeom>
            <a:solidFill>
              <a:srgbClr val="65CFAE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56" name="pt3956"/>
            <p:cNvSpPr/>
            <p:nvPr/>
          </p:nvSpPr>
          <p:spPr>
            <a:xfrm>
              <a:off x="5059838" y="3807278"/>
              <a:ext cx="63202" cy="63202"/>
            </a:xfrm>
            <a:prstGeom prst="ellipse">
              <a:avLst/>
            </a:prstGeom>
            <a:solidFill>
              <a:srgbClr val="D6F2E1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57" name="pt3957"/>
            <p:cNvSpPr/>
            <p:nvPr/>
          </p:nvSpPr>
          <p:spPr>
            <a:xfrm>
              <a:off x="5070515" y="3688083"/>
              <a:ext cx="63202" cy="63202"/>
            </a:xfrm>
            <a:prstGeom prst="ellipse">
              <a:avLst/>
            </a:prstGeom>
            <a:solidFill>
              <a:srgbClr val="CBEFDB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58" name="pt3958"/>
            <p:cNvSpPr/>
            <p:nvPr/>
          </p:nvSpPr>
          <p:spPr>
            <a:xfrm>
              <a:off x="5066550" y="3783417"/>
              <a:ext cx="63202" cy="63202"/>
            </a:xfrm>
            <a:prstGeom prst="ellipse">
              <a:avLst/>
            </a:prstGeom>
            <a:solidFill>
              <a:srgbClr val="DCF4E4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59" name="pt3959"/>
            <p:cNvSpPr/>
            <p:nvPr/>
          </p:nvSpPr>
          <p:spPr>
            <a:xfrm>
              <a:off x="2851349" y="4946495"/>
              <a:ext cx="117405" cy="117405"/>
            </a:xfrm>
            <a:prstGeom prst="ellipse">
              <a:avLst/>
            </a:prstGeom>
            <a:solidFill>
              <a:srgbClr val="3A669E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60" name="pt3960"/>
            <p:cNvSpPr/>
            <p:nvPr/>
          </p:nvSpPr>
          <p:spPr>
            <a:xfrm>
              <a:off x="5776837" y="2874895"/>
              <a:ext cx="117405" cy="117405"/>
            </a:xfrm>
            <a:prstGeom prst="ellipse">
              <a:avLst/>
            </a:prstGeom>
            <a:solidFill>
              <a:srgbClr val="3889A6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61" name="pt3961"/>
            <p:cNvSpPr/>
            <p:nvPr/>
          </p:nvSpPr>
          <p:spPr>
            <a:xfrm>
              <a:off x="4516940" y="4641639"/>
              <a:ext cx="117405" cy="117405"/>
            </a:xfrm>
            <a:prstGeom prst="ellipse">
              <a:avLst/>
            </a:prstGeom>
            <a:solidFill>
              <a:srgbClr val="42A5AA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62" name="pt3962"/>
            <p:cNvSpPr/>
            <p:nvPr/>
          </p:nvSpPr>
          <p:spPr>
            <a:xfrm>
              <a:off x="3514155" y="4797720"/>
              <a:ext cx="117405" cy="117405"/>
            </a:xfrm>
            <a:prstGeom prst="ellipse">
              <a:avLst/>
            </a:prstGeom>
            <a:solidFill>
              <a:srgbClr val="4BB0AB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63" name="pt3963"/>
            <p:cNvSpPr/>
            <p:nvPr/>
          </p:nvSpPr>
          <p:spPr>
            <a:xfrm>
              <a:off x="5630836" y="3001150"/>
              <a:ext cx="117405" cy="117405"/>
            </a:xfrm>
            <a:prstGeom prst="ellipse">
              <a:avLst/>
            </a:prstGeom>
            <a:solidFill>
              <a:srgbClr val="48ACAA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64" name="pl3964"/>
            <p:cNvSpPr/>
            <p:nvPr/>
          </p:nvSpPr>
          <p:spPr>
            <a:xfrm>
              <a:off x="2850440" y="4909102"/>
              <a:ext cx="52372" cy="84426"/>
            </a:xfrm>
            <a:custGeom>
              <a:avLst/>
              <a:pathLst>
                <a:path w="52372" h="84426">
                  <a:moveTo>
                    <a:pt x="0" y="0"/>
                  </a:moveTo>
                  <a:lnTo>
                    <a:pt x="52372" y="84426"/>
                  </a:lnTo>
                </a:path>
              </a:pathLst>
            </a:custGeom>
            <a:ln w="1355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65" name="pl3965"/>
            <p:cNvSpPr/>
            <p:nvPr/>
          </p:nvSpPr>
          <p:spPr>
            <a:xfrm>
              <a:off x="5730600" y="2843161"/>
              <a:ext cx="93769" cy="80810"/>
            </a:xfrm>
            <a:custGeom>
              <a:avLst/>
              <a:pathLst>
                <a:path w="93769" h="80810">
                  <a:moveTo>
                    <a:pt x="0" y="0"/>
                  </a:moveTo>
                  <a:lnTo>
                    <a:pt x="93769" y="80810"/>
                  </a:lnTo>
                </a:path>
              </a:pathLst>
            </a:custGeom>
            <a:ln w="1355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66" name="pl3966"/>
            <p:cNvSpPr/>
            <p:nvPr/>
          </p:nvSpPr>
          <p:spPr>
            <a:xfrm>
              <a:off x="4513433" y="4609277"/>
              <a:ext cx="54392" cy="79622"/>
            </a:xfrm>
            <a:custGeom>
              <a:avLst/>
              <a:pathLst>
                <a:path w="54392" h="79622">
                  <a:moveTo>
                    <a:pt x="0" y="0"/>
                  </a:moveTo>
                  <a:lnTo>
                    <a:pt x="54392" y="79622"/>
                  </a:lnTo>
                </a:path>
              </a:pathLst>
            </a:custGeom>
            <a:ln w="1355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67" name="pl3967"/>
            <p:cNvSpPr/>
            <p:nvPr/>
          </p:nvSpPr>
          <p:spPr>
            <a:xfrm>
              <a:off x="3511744" y="4762542"/>
              <a:ext cx="53588" cy="82321"/>
            </a:xfrm>
            <a:custGeom>
              <a:avLst/>
              <a:pathLst>
                <a:path w="53588" h="82321">
                  <a:moveTo>
                    <a:pt x="0" y="0"/>
                  </a:moveTo>
                  <a:lnTo>
                    <a:pt x="53588" y="82321"/>
                  </a:lnTo>
                </a:path>
              </a:pathLst>
            </a:custGeom>
            <a:ln w="1355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68" name="pl3968"/>
            <p:cNvSpPr/>
            <p:nvPr/>
          </p:nvSpPr>
          <p:spPr>
            <a:xfrm>
              <a:off x="5521465" y="3030860"/>
              <a:ext cx="151770" cy="26180"/>
            </a:xfrm>
            <a:custGeom>
              <a:avLst/>
              <a:pathLst>
                <a:path w="151770" h="26180">
                  <a:moveTo>
                    <a:pt x="0" y="0"/>
                  </a:moveTo>
                  <a:lnTo>
                    <a:pt x="151770" y="26180"/>
                  </a:lnTo>
                </a:path>
              </a:pathLst>
            </a:custGeom>
            <a:ln w="1355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69" name="pg3969"/>
            <p:cNvSpPr/>
            <p:nvPr/>
          </p:nvSpPr>
          <p:spPr>
            <a:xfrm>
              <a:off x="2291924" y="4760407"/>
              <a:ext cx="558515" cy="191932"/>
            </a:xfrm>
            <a:custGeom>
              <a:avLst/>
              <a:pathLst>
                <a:path w="558515" h="191932">
                  <a:moveTo>
                    <a:pt x="27431" y="191932"/>
                  </a:moveTo>
                  <a:lnTo>
                    <a:pt x="531083" y="191932"/>
                  </a:lnTo>
                  <a:lnTo>
                    <a:pt x="529978" y="191910"/>
                  </a:lnTo>
                  <a:lnTo>
                    <a:pt x="534390" y="191732"/>
                  </a:lnTo>
                  <a:lnTo>
                    <a:pt x="538715" y="190849"/>
                  </a:lnTo>
                  <a:lnTo>
                    <a:pt x="542843" y="189284"/>
                  </a:lnTo>
                  <a:lnTo>
                    <a:pt x="546666" y="187076"/>
                  </a:lnTo>
                  <a:lnTo>
                    <a:pt x="550086" y="184284"/>
                  </a:lnTo>
                  <a:lnTo>
                    <a:pt x="553013" y="180980"/>
                  </a:lnTo>
                  <a:lnTo>
                    <a:pt x="555373" y="177248"/>
                  </a:lnTo>
                  <a:lnTo>
                    <a:pt x="557103" y="173187"/>
                  </a:lnTo>
                  <a:lnTo>
                    <a:pt x="558160" y="168900"/>
                  </a:lnTo>
                  <a:lnTo>
                    <a:pt x="558515" y="164500"/>
                  </a:lnTo>
                  <a:lnTo>
                    <a:pt x="558515" y="27431"/>
                  </a:lnTo>
                  <a:lnTo>
                    <a:pt x="558160" y="23031"/>
                  </a:lnTo>
                  <a:lnTo>
                    <a:pt x="557103" y="18745"/>
                  </a:lnTo>
                  <a:lnTo>
                    <a:pt x="555373" y="14683"/>
                  </a:lnTo>
                  <a:lnTo>
                    <a:pt x="553013" y="10952"/>
                  </a:lnTo>
                  <a:lnTo>
                    <a:pt x="550086" y="7647"/>
                  </a:lnTo>
                  <a:lnTo>
                    <a:pt x="546666" y="4855"/>
                  </a:lnTo>
                  <a:lnTo>
                    <a:pt x="542843" y="2648"/>
                  </a:lnTo>
                  <a:lnTo>
                    <a:pt x="538715" y="1083"/>
                  </a:lnTo>
                  <a:lnTo>
                    <a:pt x="534390" y="200"/>
                  </a:lnTo>
                  <a:lnTo>
                    <a:pt x="531083" y="0"/>
                  </a:lnTo>
                  <a:lnTo>
                    <a:pt x="27431" y="0"/>
                  </a:lnTo>
                  <a:lnTo>
                    <a:pt x="30738" y="200"/>
                  </a:lnTo>
                  <a:lnTo>
                    <a:pt x="26327" y="22"/>
                  </a:lnTo>
                  <a:lnTo>
                    <a:pt x="21944" y="554"/>
                  </a:lnTo>
                  <a:lnTo>
                    <a:pt x="17704" y="1782"/>
                  </a:lnTo>
                  <a:lnTo>
                    <a:pt x="13716" y="3675"/>
                  </a:lnTo>
                  <a:lnTo>
                    <a:pt x="10082" y="6183"/>
                  </a:lnTo>
                  <a:lnTo>
                    <a:pt x="6898" y="9241"/>
                  </a:lnTo>
                  <a:lnTo>
                    <a:pt x="4246" y="12770"/>
                  </a:lnTo>
                  <a:lnTo>
                    <a:pt x="2195" y="16679"/>
                  </a:lnTo>
                  <a:lnTo>
                    <a:pt x="797" y="20867"/>
                  </a:lnTo>
                  <a:lnTo>
                    <a:pt x="88" y="25224"/>
                  </a:lnTo>
                  <a:lnTo>
                    <a:pt x="0" y="27431"/>
                  </a:lnTo>
                  <a:lnTo>
                    <a:pt x="0" y="164500"/>
                  </a:lnTo>
                  <a:lnTo>
                    <a:pt x="88" y="162293"/>
                  </a:lnTo>
                  <a:lnTo>
                    <a:pt x="88" y="166707"/>
                  </a:lnTo>
                  <a:lnTo>
                    <a:pt x="797" y="171065"/>
                  </a:lnTo>
                  <a:lnTo>
                    <a:pt x="2195" y="175252"/>
                  </a:lnTo>
                  <a:lnTo>
                    <a:pt x="4246" y="179162"/>
                  </a:lnTo>
                  <a:lnTo>
                    <a:pt x="6898" y="182691"/>
                  </a:lnTo>
                  <a:lnTo>
                    <a:pt x="10082" y="185749"/>
                  </a:lnTo>
                  <a:lnTo>
                    <a:pt x="13716" y="188257"/>
                  </a:lnTo>
                  <a:lnTo>
                    <a:pt x="17704" y="190149"/>
                  </a:lnTo>
                  <a:lnTo>
                    <a:pt x="21944" y="191378"/>
                  </a:lnTo>
                  <a:lnTo>
                    <a:pt x="26327" y="19191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6775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70" name="tx3970"/>
            <p:cNvSpPr/>
            <p:nvPr/>
          </p:nvSpPr>
          <p:spPr>
            <a:xfrm>
              <a:off x="2337644" y="4806127"/>
              <a:ext cx="467075" cy="10049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3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3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W1_TX</a:t>
              </a:r>
            </a:p>
          </p:txBody>
        </p:sp>
        <p:sp>
          <p:nvSpPr>
            <p:cNvPr id="3971" name="pg3971"/>
            <p:cNvSpPr/>
            <p:nvPr/>
          </p:nvSpPr>
          <p:spPr>
            <a:xfrm>
              <a:off x="5300467" y="2651228"/>
              <a:ext cx="589605" cy="191932"/>
            </a:xfrm>
            <a:custGeom>
              <a:avLst/>
              <a:pathLst>
                <a:path w="589605" h="191932">
                  <a:moveTo>
                    <a:pt x="27432" y="191932"/>
                  </a:moveTo>
                  <a:lnTo>
                    <a:pt x="562173" y="191932"/>
                  </a:lnTo>
                  <a:lnTo>
                    <a:pt x="561068" y="191910"/>
                  </a:lnTo>
                  <a:lnTo>
                    <a:pt x="565479" y="191732"/>
                  </a:lnTo>
                  <a:lnTo>
                    <a:pt x="569805" y="190849"/>
                  </a:lnTo>
                  <a:lnTo>
                    <a:pt x="573933" y="189284"/>
                  </a:lnTo>
                  <a:lnTo>
                    <a:pt x="577756" y="187076"/>
                  </a:lnTo>
                  <a:lnTo>
                    <a:pt x="581175" y="184284"/>
                  </a:lnTo>
                  <a:lnTo>
                    <a:pt x="584103" y="180980"/>
                  </a:lnTo>
                  <a:lnTo>
                    <a:pt x="586462" y="177248"/>
                  </a:lnTo>
                  <a:lnTo>
                    <a:pt x="588193" y="173187"/>
                  </a:lnTo>
                  <a:lnTo>
                    <a:pt x="589249" y="168900"/>
                  </a:lnTo>
                  <a:lnTo>
                    <a:pt x="589605" y="164500"/>
                  </a:lnTo>
                  <a:lnTo>
                    <a:pt x="589605" y="27432"/>
                  </a:lnTo>
                  <a:lnTo>
                    <a:pt x="589249" y="23031"/>
                  </a:lnTo>
                  <a:lnTo>
                    <a:pt x="588193" y="18745"/>
                  </a:lnTo>
                  <a:lnTo>
                    <a:pt x="586462" y="14683"/>
                  </a:lnTo>
                  <a:lnTo>
                    <a:pt x="584103" y="10952"/>
                  </a:lnTo>
                  <a:lnTo>
                    <a:pt x="581175" y="7647"/>
                  </a:lnTo>
                  <a:lnTo>
                    <a:pt x="577756" y="4855"/>
                  </a:lnTo>
                  <a:lnTo>
                    <a:pt x="573933" y="2648"/>
                  </a:lnTo>
                  <a:lnTo>
                    <a:pt x="569805" y="1083"/>
                  </a:lnTo>
                  <a:lnTo>
                    <a:pt x="565479" y="200"/>
                  </a:lnTo>
                  <a:lnTo>
                    <a:pt x="562173" y="0"/>
                  </a:lnTo>
                  <a:lnTo>
                    <a:pt x="27432" y="0"/>
                  </a:lnTo>
                  <a:lnTo>
                    <a:pt x="30738" y="200"/>
                  </a:lnTo>
                  <a:lnTo>
                    <a:pt x="26327" y="22"/>
                  </a:lnTo>
                  <a:lnTo>
                    <a:pt x="21944" y="554"/>
                  </a:lnTo>
                  <a:lnTo>
                    <a:pt x="17704" y="1782"/>
                  </a:lnTo>
                  <a:lnTo>
                    <a:pt x="13716" y="3675"/>
                  </a:lnTo>
                  <a:lnTo>
                    <a:pt x="10082" y="6183"/>
                  </a:lnTo>
                  <a:lnTo>
                    <a:pt x="6898" y="9241"/>
                  </a:lnTo>
                  <a:lnTo>
                    <a:pt x="4246" y="12770"/>
                  </a:lnTo>
                  <a:lnTo>
                    <a:pt x="2195" y="16679"/>
                  </a:lnTo>
                  <a:lnTo>
                    <a:pt x="797" y="20867"/>
                  </a:lnTo>
                  <a:lnTo>
                    <a:pt x="88" y="25224"/>
                  </a:lnTo>
                  <a:lnTo>
                    <a:pt x="0" y="27432"/>
                  </a:lnTo>
                  <a:lnTo>
                    <a:pt x="0" y="164500"/>
                  </a:lnTo>
                  <a:lnTo>
                    <a:pt x="88" y="162293"/>
                  </a:lnTo>
                  <a:lnTo>
                    <a:pt x="88" y="166707"/>
                  </a:lnTo>
                  <a:lnTo>
                    <a:pt x="797" y="171065"/>
                  </a:lnTo>
                  <a:lnTo>
                    <a:pt x="2195" y="175252"/>
                  </a:lnTo>
                  <a:lnTo>
                    <a:pt x="4246" y="179162"/>
                  </a:lnTo>
                  <a:lnTo>
                    <a:pt x="6898" y="182691"/>
                  </a:lnTo>
                  <a:lnTo>
                    <a:pt x="10082" y="185749"/>
                  </a:lnTo>
                  <a:lnTo>
                    <a:pt x="13716" y="188257"/>
                  </a:lnTo>
                  <a:lnTo>
                    <a:pt x="17704" y="190149"/>
                  </a:lnTo>
                  <a:lnTo>
                    <a:pt x="21944" y="191378"/>
                  </a:lnTo>
                  <a:lnTo>
                    <a:pt x="26327" y="19191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6775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72" name="tx3972"/>
            <p:cNvSpPr/>
            <p:nvPr/>
          </p:nvSpPr>
          <p:spPr>
            <a:xfrm>
              <a:off x="5346187" y="2696948"/>
              <a:ext cx="498165" cy="10049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3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3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W6_ME</a:t>
              </a:r>
            </a:p>
          </p:txBody>
        </p:sp>
        <p:sp>
          <p:nvSpPr>
            <p:cNvPr id="3973" name="pg3973"/>
            <p:cNvSpPr/>
            <p:nvPr/>
          </p:nvSpPr>
          <p:spPr>
            <a:xfrm>
              <a:off x="3970463" y="4460361"/>
              <a:ext cx="542970" cy="191932"/>
            </a:xfrm>
            <a:custGeom>
              <a:avLst/>
              <a:pathLst>
                <a:path w="542970" h="191932">
                  <a:moveTo>
                    <a:pt x="27431" y="191932"/>
                  </a:moveTo>
                  <a:lnTo>
                    <a:pt x="515538" y="191932"/>
                  </a:lnTo>
                  <a:lnTo>
                    <a:pt x="514434" y="191910"/>
                  </a:lnTo>
                  <a:lnTo>
                    <a:pt x="518845" y="191732"/>
                  </a:lnTo>
                  <a:lnTo>
                    <a:pt x="523170" y="190849"/>
                  </a:lnTo>
                  <a:lnTo>
                    <a:pt x="527298" y="189284"/>
                  </a:lnTo>
                  <a:lnTo>
                    <a:pt x="531121" y="187076"/>
                  </a:lnTo>
                  <a:lnTo>
                    <a:pt x="534541" y="184284"/>
                  </a:lnTo>
                  <a:lnTo>
                    <a:pt x="537469" y="180980"/>
                  </a:lnTo>
                  <a:lnTo>
                    <a:pt x="539828" y="177248"/>
                  </a:lnTo>
                  <a:lnTo>
                    <a:pt x="541558" y="173187"/>
                  </a:lnTo>
                  <a:lnTo>
                    <a:pt x="542615" y="168900"/>
                  </a:lnTo>
                  <a:lnTo>
                    <a:pt x="542970" y="164500"/>
                  </a:lnTo>
                  <a:lnTo>
                    <a:pt x="542970" y="27432"/>
                  </a:lnTo>
                  <a:lnTo>
                    <a:pt x="542615" y="23031"/>
                  </a:lnTo>
                  <a:lnTo>
                    <a:pt x="541558" y="18745"/>
                  </a:lnTo>
                  <a:lnTo>
                    <a:pt x="539828" y="14683"/>
                  </a:lnTo>
                  <a:lnTo>
                    <a:pt x="537469" y="10952"/>
                  </a:lnTo>
                  <a:lnTo>
                    <a:pt x="534541" y="7647"/>
                  </a:lnTo>
                  <a:lnTo>
                    <a:pt x="531121" y="4855"/>
                  </a:lnTo>
                  <a:lnTo>
                    <a:pt x="527298" y="2648"/>
                  </a:lnTo>
                  <a:lnTo>
                    <a:pt x="523170" y="1083"/>
                  </a:lnTo>
                  <a:lnTo>
                    <a:pt x="518845" y="200"/>
                  </a:lnTo>
                  <a:lnTo>
                    <a:pt x="515538" y="0"/>
                  </a:lnTo>
                  <a:lnTo>
                    <a:pt x="27431" y="0"/>
                  </a:lnTo>
                  <a:lnTo>
                    <a:pt x="30738" y="200"/>
                  </a:lnTo>
                  <a:lnTo>
                    <a:pt x="26327" y="22"/>
                  </a:lnTo>
                  <a:lnTo>
                    <a:pt x="21944" y="554"/>
                  </a:lnTo>
                  <a:lnTo>
                    <a:pt x="17704" y="1782"/>
                  </a:lnTo>
                  <a:lnTo>
                    <a:pt x="13715" y="3675"/>
                  </a:lnTo>
                  <a:lnTo>
                    <a:pt x="10082" y="6183"/>
                  </a:lnTo>
                  <a:lnTo>
                    <a:pt x="6898" y="9241"/>
                  </a:lnTo>
                  <a:lnTo>
                    <a:pt x="4246" y="12770"/>
                  </a:lnTo>
                  <a:lnTo>
                    <a:pt x="2195" y="16679"/>
                  </a:lnTo>
                  <a:lnTo>
                    <a:pt x="797" y="20867"/>
                  </a:lnTo>
                  <a:lnTo>
                    <a:pt x="88" y="25224"/>
                  </a:lnTo>
                  <a:lnTo>
                    <a:pt x="0" y="27432"/>
                  </a:lnTo>
                  <a:lnTo>
                    <a:pt x="0" y="164500"/>
                  </a:lnTo>
                  <a:lnTo>
                    <a:pt x="88" y="162293"/>
                  </a:lnTo>
                  <a:lnTo>
                    <a:pt x="88" y="166707"/>
                  </a:lnTo>
                  <a:lnTo>
                    <a:pt x="797" y="171065"/>
                  </a:lnTo>
                  <a:lnTo>
                    <a:pt x="2195" y="175252"/>
                  </a:lnTo>
                  <a:lnTo>
                    <a:pt x="4246" y="179162"/>
                  </a:lnTo>
                  <a:lnTo>
                    <a:pt x="6898" y="182691"/>
                  </a:lnTo>
                  <a:lnTo>
                    <a:pt x="10082" y="185749"/>
                  </a:lnTo>
                  <a:lnTo>
                    <a:pt x="13715" y="188257"/>
                  </a:lnTo>
                  <a:lnTo>
                    <a:pt x="17704" y="190149"/>
                  </a:lnTo>
                  <a:lnTo>
                    <a:pt x="21944" y="191378"/>
                  </a:lnTo>
                  <a:lnTo>
                    <a:pt x="26327" y="19191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6775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74" name="tx3974"/>
            <p:cNvSpPr/>
            <p:nvPr/>
          </p:nvSpPr>
          <p:spPr>
            <a:xfrm>
              <a:off x="4016183" y="4506081"/>
              <a:ext cx="451530" cy="10049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3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3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W3_FL</a:t>
              </a:r>
            </a:p>
          </p:txBody>
        </p:sp>
        <p:sp>
          <p:nvSpPr>
            <p:cNvPr id="3975" name="pg3975"/>
            <p:cNvSpPr/>
            <p:nvPr/>
          </p:nvSpPr>
          <p:spPr>
            <a:xfrm>
              <a:off x="2960909" y="4613811"/>
              <a:ext cx="550834" cy="191932"/>
            </a:xfrm>
            <a:custGeom>
              <a:avLst/>
              <a:pathLst>
                <a:path w="550834" h="191932">
                  <a:moveTo>
                    <a:pt x="27432" y="191932"/>
                  </a:moveTo>
                  <a:lnTo>
                    <a:pt x="523402" y="191932"/>
                  </a:lnTo>
                  <a:lnTo>
                    <a:pt x="522297" y="191910"/>
                  </a:lnTo>
                  <a:lnTo>
                    <a:pt x="526709" y="191732"/>
                  </a:lnTo>
                  <a:lnTo>
                    <a:pt x="531034" y="190849"/>
                  </a:lnTo>
                  <a:lnTo>
                    <a:pt x="535162" y="189284"/>
                  </a:lnTo>
                  <a:lnTo>
                    <a:pt x="538985" y="187076"/>
                  </a:lnTo>
                  <a:lnTo>
                    <a:pt x="542405" y="184284"/>
                  </a:lnTo>
                  <a:lnTo>
                    <a:pt x="545332" y="180980"/>
                  </a:lnTo>
                  <a:lnTo>
                    <a:pt x="547692" y="177248"/>
                  </a:lnTo>
                  <a:lnTo>
                    <a:pt x="549422" y="173187"/>
                  </a:lnTo>
                  <a:lnTo>
                    <a:pt x="550479" y="168900"/>
                  </a:lnTo>
                  <a:lnTo>
                    <a:pt x="550834" y="164500"/>
                  </a:lnTo>
                  <a:lnTo>
                    <a:pt x="550834" y="27432"/>
                  </a:lnTo>
                  <a:lnTo>
                    <a:pt x="550479" y="23031"/>
                  </a:lnTo>
                  <a:lnTo>
                    <a:pt x="549422" y="18745"/>
                  </a:lnTo>
                  <a:lnTo>
                    <a:pt x="547692" y="14683"/>
                  </a:lnTo>
                  <a:lnTo>
                    <a:pt x="545332" y="10952"/>
                  </a:lnTo>
                  <a:lnTo>
                    <a:pt x="542405" y="7647"/>
                  </a:lnTo>
                  <a:lnTo>
                    <a:pt x="538985" y="4855"/>
                  </a:lnTo>
                  <a:lnTo>
                    <a:pt x="535162" y="2648"/>
                  </a:lnTo>
                  <a:lnTo>
                    <a:pt x="531034" y="1083"/>
                  </a:lnTo>
                  <a:lnTo>
                    <a:pt x="526709" y="200"/>
                  </a:lnTo>
                  <a:lnTo>
                    <a:pt x="523402" y="0"/>
                  </a:lnTo>
                  <a:lnTo>
                    <a:pt x="27432" y="0"/>
                  </a:lnTo>
                  <a:lnTo>
                    <a:pt x="30738" y="200"/>
                  </a:lnTo>
                  <a:lnTo>
                    <a:pt x="26327" y="22"/>
                  </a:lnTo>
                  <a:lnTo>
                    <a:pt x="21944" y="554"/>
                  </a:lnTo>
                  <a:lnTo>
                    <a:pt x="17704" y="1782"/>
                  </a:lnTo>
                  <a:lnTo>
                    <a:pt x="13716" y="3675"/>
                  </a:lnTo>
                  <a:lnTo>
                    <a:pt x="10082" y="6183"/>
                  </a:lnTo>
                  <a:lnTo>
                    <a:pt x="6898" y="9241"/>
                  </a:lnTo>
                  <a:lnTo>
                    <a:pt x="4246" y="12770"/>
                  </a:lnTo>
                  <a:lnTo>
                    <a:pt x="2195" y="16679"/>
                  </a:lnTo>
                  <a:lnTo>
                    <a:pt x="797" y="20867"/>
                  </a:lnTo>
                  <a:lnTo>
                    <a:pt x="88" y="25224"/>
                  </a:lnTo>
                  <a:lnTo>
                    <a:pt x="0" y="27432"/>
                  </a:lnTo>
                  <a:lnTo>
                    <a:pt x="0" y="164500"/>
                  </a:lnTo>
                  <a:lnTo>
                    <a:pt x="88" y="162293"/>
                  </a:lnTo>
                  <a:lnTo>
                    <a:pt x="88" y="166707"/>
                  </a:lnTo>
                  <a:lnTo>
                    <a:pt x="797" y="171065"/>
                  </a:lnTo>
                  <a:lnTo>
                    <a:pt x="2195" y="175252"/>
                  </a:lnTo>
                  <a:lnTo>
                    <a:pt x="4246" y="179162"/>
                  </a:lnTo>
                  <a:lnTo>
                    <a:pt x="6898" y="182691"/>
                  </a:lnTo>
                  <a:lnTo>
                    <a:pt x="10082" y="185749"/>
                  </a:lnTo>
                  <a:lnTo>
                    <a:pt x="13716" y="188257"/>
                  </a:lnTo>
                  <a:lnTo>
                    <a:pt x="17704" y="190149"/>
                  </a:lnTo>
                  <a:lnTo>
                    <a:pt x="21944" y="191378"/>
                  </a:lnTo>
                  <a:lnTo>
                    <a:pt x="26327" y="19191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6775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76" name="tx3976"/>
            <p:cNvSpPr/>
            <p:nvPr/>
          </p:nvSpPr>
          <p:spPr>
            <a:xfrm>
              <a:off x="3006629" y="4659531"/>
              <a:ext cx="459394" cy="10049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3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3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W2_LA</a:t>
              </a:r>
            </a:p>
          </p:txBody>
        </p:sp>
        <p:sp>
          <p:nvSpPr>
            <p:cNvPr id="3977" name="pg3977"/>
            <p:cNvSpPr/>
            <p:nvPr/>
          </p:nvSpPr>
          <p:spPr>
            <a:xfrm>
              <a:off x="4939724" y="2934148"/>
              <a:ext cx="581741" cy="191932"/>
            </a:xfrm>
            <a:custGeom>
              <a:avLst/>
              <a:pathLst>
                <a:path w="581741" h="191932">
                  <a:moveTo>
                    <a:pt x="27432" y="191932"/>
                  </a:moveTo>
                  <a:lnTo>
                    <a:pt x="554309" y="191932"/>
                  </a:lnTo>
                  <a:lnTo>
                    <a:pt x="553204" y="191910"/>
                  </a:lnTo>
                  <a:lnTo>
                    <a:pt x="557615" y="191732"/>
                  </a:lnTo>
                  <a:lnTo>
                    <a:pt x="561941" y="190849"/>
                  </a:lnTo>
                  <a:lnTo>
                    <a:pt x="566069" y="189284"/>
                  </a:lnTo>
                  <a:lnTo>
                    <a:pt x="569892" y="187076"/>
                  </a:lnTo>
                  <a:lnTo>
                    <a:pt x="573312" y="184284"/>
                  </a:lnTo>
                  <a:lnTo>
                    <a:pt x="576239" y="180980"/>
                  </a:lnTo>
                  <a:lnTo>
                    <a:pt x="578599" y="177248"/>
                  </a:lnTo>
                  <a:lnTo>
                    <a:pt x="580329" y="173187"/>
                  </a:lnTo>
                  <a:lnTo>
                    <a:pt x="581386" y="168900"/>
                  </a:lnTo>
                  <a:lnTo>
                    <a:pt x="581741" y="164500"/>
                  </a:lnTo>
                  <a:lnTo>
                    <a:pt x="581741" y="27432"/>
                  </a:lnTo>
                  <a:lnTo>
                    <a:pt x="581386" y="23031"/>
                  </a:lnTo>
                  <a:lnTo>
                    <a:pt x="580329" y="18745"/>
                  </a:lnTo>
                  <a:lnTo>
                    <a:pt x="578599" y="14683"/>
                  </a:lnTo>
                  <a:lnTo>
                    <a:pt x="576239" y="10952"/>
                  </a:lnTo>
                  <a:lnTo>
                    <a:pt x="573312" y="7647"/>
                  </a:lnTo>
                  <a:lnTo>
                    <a:pt x="569892" y="4855"/>
                  </a:lnTo>
                  <a:lnTo>
                    <a:pt x="566069" y="2648"/>
                  </a:lnTo>
                  <a:lnTo>
                    <a:pt x="561941" y="1083"/>
                  </a:lnTo>
                  <a:lnTo>
                    <a:pt x="557615" y="200"/>
                  </a:lnTo>
                  <a:lnTo>
                    <a:pt x="554309" y="0"/>
                  </a:lnTo>
                  <a:lnTo>
                    <a:pt x="27432" y="0"/>
                  </a:lnTo>
                  <a:lnTo>
                    <a:pt x="30738" y="200"/>
                  </a:lnTo>
                  <a:lnTo>
                    <a:pt x="26327" y="22"/>
                  </a:lnTo>
                  <a:lnTo>
                    <a:pt x="21944" y="554"/>
                  </a:lnTo>
                  <a:lnTo>
                    <a:pt x="17704" y="1782"/>
                  </a:lnTo>
                  <a:lnTo>
                    <a:pt x="13715" y="3675"/>
                  </a:lnTo>
                  <a:lnTo>
                    <a:pt x="10082" y="6183"/>
                  </a:lnTo>
                  <a:lnTo>
                    <a:pt x="6898" y="9241"/>
                  </a:lnTo>
                  <a:lnTo>
                    <a:pt x="4246" y="12770"/>
                  </a:lnTo>
                  <a:lnTo>
                    <a:pt x="2195" y="16679"/>
                  </a:lnTo>
                  <a:lnTo>
                    <a:pt x="797" y="20867"/>
                  </a:lnTo>
                  <a:lnTo>
                    <a:pt x="88" y="25224"/>
                  </a:lnTo>
                  <a:lnTo>
                    <a:pt x="0" y="27432"/>
                  </a:lnTo>
                  <a:lnTo>
                    <a:pt x="0" y="164500"/>
                  </a:lnTo>
                  <a:lnTo>
                    <a:pt x="88" y="162293"/>
                  </a:lnTo>
                  <a:lnTo>
                    <a:pt x="88" y="166707"/>
                  </a:lnTo>
                  <a:lnTo>
                    <a:pt x="797" y="171065"/>
                  </a:lnTo>
                  <a:lnTo>
                    <a:pt x="2195" y="175252"/>
                  </a:lnTo>
                  <a:lnTo>
                    <a:pt x="4246" y="179162"/>
                  </a:lnTo>
                  <a:lnTo>
                    <a:pt x="6898" y="182691"/>
                  </a:lnTo>
                  <a:lnTo>
                    <a:pt x="10082" y="185749"/>
                  </a:lnTo>
                  <a:lnTo>
                    <a:pt x="13715" y="188257"/>
                  </a:lnTo>
                  <a:lnTo>
                    <a:pt x="17704" y="190149"/>
                  </a:lnTo>
                  <a:lnTo>
                    <a:pt x="21944" y="191378"/>
                  </a:lnTo>
                  <a:lnTo>
                    <a:pt x="26327" y="19191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6775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78" name="tx3978"/>
            <p:cNvSpPr/>
            <p:nvPr/>
          </p:nvSpPr>
          <p:spPr>
            <a:xfrm>
              <a:off x="4985444" y="2979868"/>
              <a:ext cx="490301" cy="10049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3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3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W5_NH</a:t>
              </a:r>
            </a:p>
          </p:txBody>
        </p:sp>
        <p:sp>
          <p:nvSpPr>
            <p:cNvPr id="3979" name="rc3979"/>
            <p:cNvSpPr/>
            <p:nvPr/>
          </p:nvSpPr>
          <p:spPr>
            <a:xfrm>
              <a:off x="2201917" y="2354586"/>
              <a:ext cx="4342247" cy="3366361"/>
            </a:xfrm>
            <a:prstGeom prst="rect">
              <a:avLst/>
            </a:prstGeom>
            <a:ln w="13550" cap="rnd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80" name="tx3980"/>
            <p:cNvSpPr/>
            <p:nvPr/>
          </p:nvSpPr>
          <p:spPr>
            <a:xfrm>
              <a:off x="1889564" y="5366840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25</a:t>
              </a:r>
            </a:p>
          </p:txBody>
        </p:sp>
        <p:sp>
          <p:nvSpPr>
            <p:cNvPr id="3981" name="tx3981"/>
            <p:cNvSpPr/>
            <p:nvPr/>
          </p:nvSpPr>
          <p:spPr>
            <a:xfrm>
              <a:off x="2013922" y="5348460"/>
              <a:ext cx="44714" cy="9848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Symbol"/>
                  <a:cs typeface="Symbol"/>
                </a:rPr>
                <a:t>°</a:t>
              </a:r>
            </a:p>
          </p:txBody>
        </p:sp>
        <p:sp>
          <p:nvSpPr>
            <p:cNvPr id="3982" name="tx3982"/>
            <p:cNvSpPr/>
            <p:nvPr/>
          </p:nvSpPr>
          <p:spPr>
            <a:xfrm>
              <a:off x="2058636" y="5366840"/>
              <a:ext cx="80650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N</a:t>
              </a:r>
            </a:p>
          </p:txBody>
        </p:sp>
        <p:sp>
          <p:nvSpPr>
            <p:cNvPr id="3983" name="tx3983"/>
            <p:cNvSpPr/>
            <p:nvPr/>
          </p:nvSpPr>
          <p:spPr>
            <a:xfrm>
              <a:off x="1889564" y="4716468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30</a:t>
              </a:r>
            </a:p>
          </p:txBody>
        </p:sp>
        <p:sp>
          <p:nvSpPr>
            <p:cNvPr id="3984" name="tx3984"/>
            <p:cNvSpPr/>
            <p:nvPr/>
          </p:nvSpPr>
          <p:spPr>
            <a:xfrm>
              <a:off x="2013922" y="4698089"/>
              <a:ext cx="44714" cy="9848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Symbol"/>
                  <a:cs typeface="Symbol"/>
                </a:rPr>
                <a:t>°</a:t>
              </a:r>
            </a:p>
          </p:txBody>
        </p:sp>
        <p:sp>
          <p:nvSpPr>
            <p:cNvPr id="3985" name="tx3985"/>
            <p:cNvSpPr/>
            <p:nvPr/>
          </p:nvSpPr>
          <p:spPr>
            <a:xfrm>
              <a:off x="2058636" y="4716468"/>
              <a:ext cx="80650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N</a:t>
              </a:r>
            </a:p>
          </p:txBody>
        </p:sp>
        <p:sp>
          <p:nvSpPr>
            <p:cNvPr id="3986" name="tx3986"/>
            <p:cNvSpPr/>
            <p:nvPr/>
          </p:nvSpPr>
          <p:spPr>
            <a:xfrm>
              <a:off x="1889564" y="4066188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35</a:t>
              </a:r>
            </a:p>
          </p:txBody>
        </p:sp>
        <p:sp>
          <p:nvSpPr>
            <p:cNvPr id="3987" name="tx3987"/>
            <p:cNvSpPr/>
            <p:nvPr/>
          </p:nvSpPr>
          <p:spPr>
            <a:xfrm>
              <a:off x="2013922" y="4047809"/>
              <a:ext cx="44714" cy="9848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Symbol"/>
                  <a:cs typeface="Symbol"/>
                </a:rPr>
                <a:t>°</a:t>
              </a:r>
            </a:p>
          </p:txBody>
        </p:sp>
        <p:sp>
          <p:nvSpPr>
            <p:cNvPr id="3988" name="tx3988"/>
            <p:cNvSpPr/>
            <p:nvPr/>
          </p:nvSpPr>
          <p:spPr>
            <a:xfrm>
              <a:off x="2058636" y="4066188"/>
              <a:ext cx="80650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N</a:t>
              </a:r>
            </a:p>
          </p:txBody>
        </p:sp>
        <p:sp>
          <p:nvSpPr>
            <p:cNvPr id="3989" name="tx3989"/>
            <p:cNvSpPr/>
            <p:nvPr/>
          </p:nvSpPr>
          <p:spPr>
            <a:xfrm>
              <a:off x="1889564" y="3415908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40</a:t>
              </a:r>
            </a:p>
          </p:txBody>
        </p:sp>
        <p:sp>
          <p:nvSpPr>
            <p:cNvPr id="3990" name="tx3990"/>
            <p:cNvSpPr/>
            <p:nvPr/>
          </p:nvSpPr>
          <p:spPr>
            <a:xfrm>
              <a:off x="2013922" y="3397529"/>
              <a:ext cx="44714" cy="9848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Symbol"/>
                  <a:cs typeface="Symbol"/>
                </a:rPr>
                <a:t>°</a:t>
              </a:r>
            </a:p>
          </p:txBody>
        </p:sp>
        <p:sp>
          <p:nvSpPr>
            <p:cNvPr id="3991" name="tx3991"/>
            <p:cNvSpPr/>
            <p:nvPr/>
          </p:nvSpPr>
          <p:spPr>
            <a:xfrm>
              <a:off x="2058636" y="3415908"/>
              <a:ext cx="80650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N</a:t>
              </a:r>
            </a:p>
          </p:txBody>
        </p:sp>
        <p:sp>
          <p:nvSpPr>
            <p:cNvPr id="3992" name="tx3992"/>
            <p:cNvSpPr/>
            <p:nvPr/>
          </p:nvSpPr>
          <p:spPr>
            <a:xfrm>
              <a:off x="1889564" y="2765720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45</a:t>
              </a:r>
            </a:p>
          </p:txBody>
        </p:sp>
        <p:sp>
          <p:nvSpPr>
            <p:cNvPr id="3993" name="tx3993"/>
            <p:cNvSpPr/>
            <p:nvPr/>
          </p:nvSpPr>
          <p:spPr>
            <a:xfrm>
              <a:off x="2013922" y="2747340"/>
              <a:ext cx="44714" cy="9848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Symbol"/>
                  <a:cs typeface="Symbol"/>
                </a:rPr>
                <a:t>°</a:t>
              </a:r>
            </a:p>
          </p:txBody>
        </p:sp>
        <p:sp>
          <p:nvSpPr>
            <p:cNvPr id="3994" name="tx3994"/>
            <p:cNvSpPr/>
            <p:nvPr/>
          </p:nvSpPr>
          <p:spPr>
            <a:xfrm>
              <a:off x="2058636" y="2765720"/>
              <a:ext cx="80650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N</a:t>
              </a:r>
            </a:p>
          </p:txBody>
        </p:sp>
        <p:sp>
          <p:nvSpPr>
            <p:cNvPr id="3995" name="pl3995"/>
            <p:cNvSpPr/>
            <p:nvPr/>
          </p:nvSpPr>
          <p:spPr>
            <a:xfrm>
              <a:off x="2167122" y="5407850"/>
              <a:ext cx="34794" cy="0"/>
            </a:xfrm>
            <a:custGeom>
              <a:avLst/>
              <a:pathLst>
                <a:path w="34794" h="0">
                  <a:moveTo>
                    <a:pt x="0" y="0"/>
                  </a:moveTo>
                  <a:lnTo>
                    <a:pt x="34794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96" name="pl3996"/>
            <p:cNvSpPr/>
            <p:nvPr/>
          </p:nvSpPr>
          <p:spPr>
            <a:xfrm>
              <a:off x="2167122" y="4757570"/>
              <a:ext cx="34794" cy="0"/>
            </a:xfrm>
            <a:custGeom>
              <a:avLst/>
              <a:pathLst>
                <a:path w="34794" h="0">
                  <a:moveTo>
                    <a:pt x="0" y="0"/>
                  </a:moveTo>
                  <a:lnTo>
                    <a:pt x="34794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97" name="pl3997"/>
            <p:cNvSpPr/>
            <p:nvPr/>
          </p:nvSpPr>
          <p:spPr>
            <a:xfrm>
              <a:off x="2167122" y="4107291"/>
              <a:ext cx="34794" cy="0"/>
            </a:xfrm>
            <a:custGeom>
              <a:avLst/>
              <a:pathLst>
                <a:path w="34794" h="0">
                  <a:moveTo>
                    <a:pt x="0" y="0"/>
                  </a:moveTo>
                  <a:lnTo>
                    <a:pt x="34794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98" name="pl3998"/>
            <p:cNvSpPr/>
            <p:nvPr/>
          </p:nvSpPr>
          <p:spPr>
            <a:xfrm>
              <a:off x="2167122" y="3457011"/>
              <a:ext cx="34794" cy="0"/>
            </a:xfrm>
            <a:custGeom>
              <a:avLst/>
              <a:pathLst>
                <a:path w="34794" h="0">
                  <a:moveTo>
                    <a:pt x="0" y="0"/>
                  </a:moveTo>
                  <a:lnTo>
                    <a:pt x="34794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99" name="pl3999"/>
            <p:cNvSpPr/>
            <p:nvPr/>
          </p:nvSpPr>
          <p:spPr>
            <a:xfrm>
              <a:off x="2167122" y="2806731"/>
              <a:ext cx="34794" cy="0"/>
            </a:xfrm>
            <a:custGeom>
              <a:avLst/>
              <a:pathLst>
                <a:path w="34794" h="0">
                  <a:moveTo>
                    <a:pt x="0" y="0"/>
                  </a:moveTo>
                  <a:lnTo>
                    <a:pt x="34794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00" name="pl4000"/>
            <p:cNvSpPr/>
            <p:nvPr/>
          </p:nvSpPr>
          <p:spPr>
            <a:xfrm>
              <a:off x="2610961" y="5720948"/>
              <a:ext cx="0" cy="34794"/>
            </a:xfrm>
            <a:custGeom>
              <a:avLst/>
              <a:pathLst>
                <a:path w="0" h="34794">
                  <a:moveTo>
                    <a:pt x="0" y="34794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01" name="pl4001"/>
            <p:cNvSpPr/>
            <p:nvPr/>
          </p:nvSpPr>
          <p:spPr>
            <a:xfrm>
              <a:off x="3140137" y="5720948"/>
              <a:ext cx="0" cy="34794"/>
            </a:xfrm>
            <a:custGeom>
              <a:avLst/>
              <a:pathLst>
                <a:path w="0" h="34794">
                  <a:moveTo>
                    <a:pt x="0" y="34794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02" name="pl4002"/>
            <p:cNvSpPr/>
            <p:nvPr/>
          </p:nvSpPr>
          <p:spPr>
            <a:xfrm>
              <a:off x="3669312" y="5720948"/>
              <a:ext cx="0" cy="34794"/>
            </a:xfrm>
            <a:custGeom>
              <a:avLst/>
              <a:pathLst>
                <a:path w="0" h="34794">
                  <a:moveTo>
                    <a:pt x="0" y="34794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03" name="pl4003"/>
            <p:cNvSpPr/>
            <p:nvPr/>
          </p:nvSpPr>
          <p:spPr>
            <a:xfrm>
              <a:off x="4198487" y="5720948"/>
              <a:ext cx="0" cy="34794"/>
            </a:xfrm>
            <a:custGeom>
              <a:avLst/>
              <a:pathLst>
                <a:path w="0" h="34794">
                  <a:moveTo>
                    <a:pt x="0" y="34794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04" name="pl4004"/>
            <p:cNvSpPr/>
            <p:nvPr/>
          </p:nvSpPr>
          <p:spPr>
            <a:xfrm>
              <a:off x="4727662" y="5720948"/>
              <a:ext cx="0" cy="34794"/>
            </a:xfrm>
            <a:custGeom>
              <a:avLst/>
              <a:pathLst>
                <a:path w="0" h="34794">
                  <a:moveTo>
                    <a:pt x="0" y="34794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05" name="pl4005"/>
            <p:cNvSpPr/>
            <p:nvPr/>
          </p:nvSpPr>
          <p:spPr>
            <a:xfrm>
              <a:off x="5256837" y="5720948"/>
              <a:ext cx="0" cy="34794"/>
            </a:xfrm>
            <a:custGeom>
              <a:avLst/>
              <a:pathLst>
                <a:path w="0" h="34794">
                  <a:moveTo>
                    <a:pt x="0" y="34794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06" name="pl4006"/>
            <p:cNvSpPr/>
            <p:nvPr/>
          </p:nvSpPr>
          <p:spPr>
            <a:xfrm>
              <a:off x="5786012" y="5720948"/>
              <a:ext cx="0" cy="34794"/>
            </a:xfrm>
            <a:custGeom>
              <a:avLst/>
              <a:pathLst>
                <a:path w="0" h="34794">
                  <a:moveTo>
                    <a:pt x="0" y="34794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07" name="pl4007"/>
            <p:cNvSpPr/>
            <p:nvPr/>
          </p:nvSpPr>
          <p:spPr>
            <a:xfrm>
              <a:off x="6315187" y="5720948"/>
              <a:ext cx="0" cy="34794"/>
            </a:xfrm>
            <a:custGeom>
              <a:avLst/>
              <a:pathLst>
                <a:path w="0" h="34794">
                  <a:moveTo>
                    <a:pt x="0" y="34794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08" name="tx4008"/>
            <p:cNvSpPr/>
            <p:nvPr/>
          </p:nvSpPr>
          <p:spPr>
            <a:xfrm>
              <a:off x="2442620" y="5783578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100</a:t>
              </a:r>
            </a:p>
          </p:txBody>
        </p:sp>
        <p:sp>
          <p:nvSpPr>
            <p:cNvPr id="4009" name="tx4009"/>
            <p:cNvSpPr/>
            <p:nvPr/>
          </p:nvSpPr>
          <p:spPr>
            <a:xfrm>
              <a:off x="2629158" y="5765198"/>
              <a:ext cx="44714" cy="9848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Symbol"/>
                  <a:cs typeface="Symbol"/>
                </a:rPr>
                <a:t>°</a:t>
              </a:r>
            </a:p>
          </p:txBody>
        </p:sp>
        <p:sp>
          <p:nvSpPr>
            <p:cNvPr id="4010" name="tx4010"/>
            <p:cNvSpPr/>
            <p:nvPr/>
          </p:nvSpPr>
          <p:spPr>
            <a:xfrm>
              <a:off x="2673872" y="5783578"/>
              <a:ext cx="105430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W</a:t>
              </a:r>
            </a:p>
          </p:txBody>
        </p:sp>
        <p:sp>
          <p:nvSpPr>
            <p:cNvPr id="4011" name="tx4011"/>
            <p:cNvSpPr/>
            <p:nvPr/>
          </p:nvSpPr>
          <p:spPr>
            <a:xfrm>
              <a:off x="2987386" y="5783578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 95</a:t>
              </a:r>
            </a:p>
          </p:txBody>
        </p:sp>
        <p:sp>
          <p:nvSpPr>
            <p:cNvPr id="4012" name="tx4012"/>
            <p:cNvSpPr/>
            <p:nvPr/>
          </p:nvSpPr>
          <p:spPr>
            <a:xfrm>
              <a:off x="3142743" y="5765198"/>
              <a:ext cx="44714" cy="9848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Symbol"/>
                  <a:cs typeface="Symbol"/>
                </a:rPr>
                <a:t>°</a:t>
              </a:r>
            </a:p>
          </p:txBody>
        </p:sp>
        <p:sp>
          <p:nvSpPr>
            <p:cNvPr id="4013" name="tx4013"/>
            <p:cNvSpPr/>
            <p:nvPr/>
          </p:nvSpPr>
          <p:spPr>
            <a:xfrm>
              <a:off x="3187457" y="5783578"/>
              <a:ext cx="105430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W</a:t>
              </a:r>
            </a:p>
          </p:txBody>
        </p:sp>
        <p:sp>
          <p:nvSpPr>
            <p:cNvPr id="4014" name="tx4014"/>
            <p:cNvSpPr/>
            <p:nvPr/>
          </p:nvSpPr>
          <p:spPr>
            <a:xfrm>
              <a:off x="3516561" y="5783578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 90</a:t>
              </a:r>
            </a:p>
          </p:txBody>
        </p:sp>
        <p:sp>
          <p:nvSpPr>
            <p:cNvPr id="4015" name="tx4015"/>
            <p:cNvSpPr/>
            <p:nvPr/>
          </p:nvSpPr>
          <p:spPr>
            <a:xfrm>
              <a:off x="3671918" y="5765198"/>
              <a:ext cx="44714" cy="9848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Symbol"/>
                  <a:cs typeface="Symbol"/>
                </a:rPr>
                <a:t>°</a:t>
              </a:r>
            </a:p>
          </p:txBody>
        </p:sp>
        <p:sp>
          <p:nvSpPr>
            <p:cNvPr id="4016" name="tx4016"/>
            <p:cNvSpPr/>
            <p:nvPr/>
          </p:nvSpPr>
          <p:spPr>
            <a:xfrm>
              <a:off x="3716632" y="5783578"/>
              <a:ext cx="105430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W</a:t>
              </a:r>
            </a:p>
          </p:txBody>
        </p:sp>
        <p:sp>
          <p:nvSpPr>
            <p:cNvPr id="4017" name="tx4017"/>
            <p:cNvSpPr/>
            <p:nvPr/>
          </p:nvSpPr>
          <p:spPr>
            <a:xfrm>
              <a:off x="4045736" y="5783578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 85</a:t>
              </a:r>
            </a:p>
          </p:txBody>
        </p:sp>
        <p:sp>
          <p:nvSpPr>
            <p:cNvPr id="4018" name="tx4018"/>
            <p:cNvSpPr/>
            <p:nvPr/>
          </p:nvSpPr>
          <p:spPr>
            <a:xfrm>
              <a:off x="4201093" y="5765198"/>
              <a:ext cx="44714" cy="9848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Symbol"/>
                  <a:cs typeface="Symbol"/>
                </a:rPr>
                <a:t>°</a:t>
              </a:r>
            </a:p>
          </p:txBody>
        </p:sp>
        <p:sp>
          <p:nvSpPr>
            <p:cNvPr id="4019" name="tx4019"/>
            <p:cNvSpPr/>
            <p:nvPr/>
          </p:nvSpPr>
          <p:spPr>
            <a:xfrm>
              <a:off x="4245807" y="5783578"/>
              <a:ext cx="105430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W</a:t>
              </a:r>
            </a:p>
          </p:txBody>
        </p:sp>
        <p:sp>
          <p:nvSpPr>
            <p:cNvPr id="4020" name="tx4020"/>
            <p:cNvSpPr/>
            <p:nvPr/>
          </p:nvSpPr>
          <p:spPr>
            <a:xfrm>
              <a:off x="4574911" y="5783578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 80</a:t>
              </a:r>
            </a:p>
          </p:txBody>
        </p:sp>
        <p:sp>
          <p:nvSpPr>
            <p:cNvPr id="4021" name="tx4021"/>
            <p:cNvSpPr/>
            <p:nvPr/>
          </p:nvSpPr>
          <p:spPr>
            <a:xfrm>
              <a:off x="4730268" y="5765198"/>
              <a:ext cx="44714" cy="9848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Symbol"/>
                  <a:cs typeface="Symbol"/>
                </a:rPr>
                <a:t>°</a:t>
              </a:r>
            </a:p>
          </p:txBody>
        </p:sp>
        <p:sp>
          <p:nvSpPr>
            <p:cNvPr id="4022" name="tx4022"/>
            <p:cNvSpPr/>
            <p:nvPr/>
          </p:nvSpPr>
          <p:spPr>
            <a:xfrm>
              <a:off x="4774982" y="5783578"/>
              <a:ext cx="105430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W</a:t>
              </a:r>
            </a:p>
          </p:txBody>
        </p:sp>
        <p:sp>
          <p:nvSpPr>
            <p:cNvPr id="4023" name="tx4023"/>
            <p:cNvSpPr/>
            <p:nvPr/>
          </p:nvSpPr>
          <p:spPr>
            <a:xfrm>
              <a:off x="5104086" y="5783578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 75</a:t>
              </a:r>
            </a:p>
          </p:txBody>
        </p:sp>
        <p:sp>
          <p:nvSpPr>
            <p:cNvPr id="4024" name="tx4024"/>
            <p:cNvSpPr/>
            <p:nvPr/>
          </p:nvSpPr>
          <p:spPr>
            <a:xfrm>
              <a:off x="5259443" y="5765198"/>
              <a:ext cx="44714" cy="9848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Symbol"/>
                  <a:cs typeface="Symbol"/>
                </a:rPr>
                <a:t>°</a:t>
              </a:r>
            </a:p>
          </p:txBody>
        </p:sp>
        <p:sp>
          <p:nvSpPr>
            <p:cNvPr id="4025" name="tx4025"/>
            <p:cNvSpPr/>
            <p:nvPr/>
          </p:nvSpPr>
          <p:spPr>
            <a:xfrm>
              <a:off x="5304157" y="5783578"/>
              <a:ext cx="105430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W</a:t>
              </a:r>
            </a:p>
          </p:txBody>
        </p:sp>
        <p:sp>
          <p:nvSpPr>
            <p:cNvPr id="4026" name="tx4026"/>
            <p:cNvSpPr/>
            <p:nvPr/>
          </p:nvSpPr>
          <p:spPr>
            <a:xfrm>
              <a:off x="5633261" y="5783578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 70</a:t>
              </a:r>
            </a:p>
          </p:txBody>
        </p:sp>
        <p:sp>
          <p:nvSpPr>
            <p:cNvPr id="4027" name="tx4027"/>
            <p:cNvSpPr/>
            <p:nvPr/>
          </p:nvSpPr>
          <p:spPr>
            <a:xfrm>
              <a:off x="5788618" y="5765198"/>
              <a:ext cx="44714" cy="9848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Symbol"/>
                  <a:cs typeface="Symbol"/>
                </a:rPr>
                <a:t>°</a:t>
              </a:r>
            </a:p>
          </p:txBody>
        </p:sp>
        <p:sp>
          <p:nvSpPr>
            <p:cNvPr id="4028" name="tx4028"/>
            <p:cNvSpPr/>
            <p:nvPr/>
          </p:nvSpPr>
          <p:spPr>
            <a:xfrm>
              <a:off x="5833332" y="5783578"/>
              <a:ext cx="105430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W</a:t>
              </a:r>
            </a:p>
          </p:txBody>
        </p:sp>
        <p:sp>
          <p:nvSpPr>
            <p:cNvPr id="4029" name="tx4029"/>
            <p:cNvSpPr/>
            <p:nvPr/>
          </p:nvSpPr>
          <p:spPr>
            <a:xfrm>
              <a:off x="6162436" y="5783578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 65</a:t>
              </a:r>
            </a:p>
          </p:txBody>
        </p:sp>
        <p:sp>
          <p:nvSpPr>
            <p:cNvPr id="4030" name="tx4030"/>
            <p:cNvSpPr/>
            <p:nvPr/>
          </p:nvSpPr>
          <p:spPr>
            <a:xfrm>
              <a:off x="6317793" y="5765198"/>
              <a:ext cx="44714" cy="9848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Symbol"/>
                  <a:cs typeface="Symbol"/>
                </a:rPr>
                <a:t>°</a:t>
              </a:r>
            </a:p>
          </p:txBody>
        </p:sp>
        <p:sp>
          <p:nvSpPr>
            <p:cNvPr id="4031" name="tx4031"/>
            <p:cNvSpPr/>
            <p:nvPr/>
          </p:nvSpPr>
          <p:spPr>
            <a:xfrm>
              <a:off x="6362507" y="5783578"/>
              <a:ext cx="105430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W</a:t>
              </a:r>
            </a:p>
          </p:txBody>
        </p:sp>
        <p:sp>
          <p:nvSpPr>
            <p:cNvPr id="4032" name="tx4032"/>
            <p:cNvSpPr/>
            <p:nvPr/>
          </p:nvSpPr>
          <p:spPr>
            <a:xfrm>
              <a:off x="4066122" y="5925448"/>
              <a:ext cx="613836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Longitude</a:t>
              </a:r>
            </a:p>
          </p:txBody>
        </p:sp>
        <p:sp>
          <p:nvSpPr>
            <p:cNvPr id="4033" name="tx4033"/>
            <p:cNvSpPr/>
            <p:nvPr/>
          </p:nvSpPr>
          <p:spPr>
            <a:xfrm rot="-5400000">
              <a:off x="1525174" y="3987658"/>
              <a:ext cx="497159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Latitude</a:t>
              </a:r>
            </a:p>
          </p:txBody>
        </p:sp>
        <p:sp>
          <p:nvSpPr>
            <p:cNvPr id="4034" name="rc4034"/>
            <p:cNvSpPr/>
            <p:nvPr/>
          </p:nvSpPr>
          <p:spPr>
            <a:xfrm>
              <a:off x="6683342" y="3243743"/>
              <a:ext cx="737012" cy="1588048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4035" name="tx4035"/>
            <p:cNvSpPr/>
            <p:nvPr/>
          </p:nvSpPr>
          <p:spPr>
            <a:xfrm>
              <a:off x="6752931" y="3328785"/>
              <a:ext cx="59783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Genomic </a:t>
              </a:r>
            </a:p>
          </p:txBody>
        </p:sp>
        <p:sp>
          <p:nvSpPr>
            <p:cNvPr id="4036" name="tx4036"/>
            <p:cNvSpPr/>
            <p:nvPr/>
          </p:nvSpPr>
          <p:spPr>
            <a:xfrm>
              <a:off x="6752931" y="3479661"/>
              <a:ext cx="372526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Offset</a:t>
              </a:r>
            </a:p>
          </p:txBody>
        </p:sp>
        <p:pic>
          <p:nvPicPr>
            <p:cNvPr id="4037" name="pic4037"/>
            <p:cNvPicPr/>
            <p:nvPr/>
          </p:nvPicPr>
          <p:blipFill>
            <a:blip r:embed="rId2" cstate="print"/>
            <a:stretch>
              <a:fillRect/>
            </a:stretch>
          </p:blipFill>
          <p:spPr>
            <a:xfrm>
              <a:off x="6752931" y="3664922"/>
              <a:ext cx="219455" cy="1097280"/>
            </a:xfrm>
            <a:prstGeom prst="rect">
              <a:avLst/>
            </a:prstGeom>
          </p:spPr>
        </p:pic>
        <p:sp>
          <p:nvSpPr>
            <p:cNvPr id="4038" name="pl4038"/>
            <p:cNvSpPr/>
            <p:nvPr/>
          </p:nvSpPr>
          <p:spPr>
            <a:xfrm>
              <a:off x="6928496" y="4760373"/>
              <a:ext cx="43891" cy="0"/>
            </a:xfrm>
            <a:custGeom>
              <a:avLst/>
              <a:pathLst>
                <a:path w="43891" h="0">
                  <a:moveTo>
                    <a:pt x="0" y="0"/>
                  </a:moveTo>
                  <a:lnTo>
                    <a:pt x="43891" y="0"/>
                  </a:lnTo>
                </a:path>
              </a:pathLst>
            </a:custGeom>
            <a:ln w="4762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39" name="pl4039"/>
            <p:cNvSpPr/>
            <p:nvPr/>
          </p:nvSpPr>
          <p:spPr>
            <a:xfrm>
              <a:off x="6928496" y="4486967"/>
              <a:ext cx="43891" cy="0"/>
            </a:xfrm>
            <a:custGeom>
              <a:avLst/>
              <a:pathLst>
                <a:path w="43891" h="0">
                  <a:moveTo>
                    <a:pt x="0" y="0"/>
                  </a:moveTo>
                  <a:lnTo>
                    <a:pt x="43891" y="0"/>
                  </a:lnTo>
                </a:path>
              </a:pathLst>
            </a:custGeom>
            <a:ln w="4762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40" name="pl4040"/>
            <p:cNvSpPr/>
            <p:nvPr/>
          </p:nvSpPr>
          <p:spPr>
            <a:xfrm>
              <a:off x="6928496" y="4213562"/>
              <a:ext cx="43891" cy="0"/>
            </a:xfrm>
            <a:custGeom>
              <a:avLst/>
              <a:pathLst>
                <a:path w="43891" h="0">
                  <a:moveTo>
                    <a:pt x="0" y="0"/>
                  </a:moveTo>
                  <a:lnTo>
                    <a:pt x="43891" y="0"/>
                  </a:lnTo>
                </a:path>
              </a:pathLst>
            </a:custGeom>
            <a:ln w="4762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41" name="pl4041"/>
            <p:cNvSpPr/>
            <p:nvPr/>
          </p:nvSpPr>
          <p:spPr>
            <a:xfrm>
              <a:off x="6928496" y="3940156"/>
              <a:ext cx="43891" cy="0"/>
            </a:xfrm>
            <a:custGeom>
              <a:avLst/>
              <a:pathLst>
                <a:path w="43891" h="0">
                  <a:moveTo>
                    <a:pt x="0" y="0"/>
                  </a:moveTo>
                  <a:lnTo>
                    <a:pt x="43891" y="0"/>
                  </a:lnTo>
                </a:path>
              </a:pathLst>
            </a:custGeom>
            <a:ln w="4762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42" name="pl4042"/>
            <p:cNvSpPr/>
            <p:nvPr/>
          </p:nvSpPr>
          <p:spPr>
            <a:xfrm>
              <a:off x="6928496" y="3666751"/>
              <a:ext cx="43891" cy="0"/>
            </a:xfrm>
            <a:custGeom>
              <a:avLst/>
              <a:pathLst>
                <a:path w="43891" h="0">
                  <a:moveTo>
                    <a:pt x="0" y="0"/>
                  </a:moveTo>
                  <a:lnTo>
                    <a:pt x="43891" y="0"/>
                  </a:lnTo>
                </a:path>
              </a:pathLst>
            </a:custGeom>
            <a:ln w="4762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43" name="pl4043"/>
            <p:cNvSpPr/>
            <p:nvPr/>
          </p:nvSpPr>
          <p:spPr>
            <a:xfrm>
              <a:off x="6752931" y="4760373"/>
              <a:ext cx="43891" cy="0"/>
            </a:xfrm>
            <a:custGeom>
              <a:avLst/>
              <a:pathLst>
                <a:path w="43891" h="0">
                  <a:moveTo>
                    <a:pt x="43891" y="0"/>
                  </a:moveTo>
                  <a:lnTo>
                    <a:pt x="0" y="0"/>
                  </a:lnTo>
                </a:path>
              </a:pathLst>
            </a:custGeom>
            <a:ln w="4762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44" name="pl4044"/>
            <p:cNvSpPr/>
            <p:nvPr/>
          </p:nvSpPr>
          <p:spPr>
            <a:xfrm>
              <a:off x="6752931" y="4486967"/>
              <a:ext cx="43891" cy="0"/>
            </a:xfrm>
            <a:custGeom>
              <a:avLst/>
              <a:pathLst>
                <a:path w="43891" h="0">
                  <a:moveTo>
                    <a:pt x="43891" y="0"/>
                  </a:moveTo>
                  <a:lnTo>
                    <a:pt x="0" y="0"/>
                  </a:lnTo>
                </a:path>
              </a:pathLst>
            </a:custGeom>
            <a:ln w="4762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45" name="pl4045"/>
            <p:cNvSpPr/>
            <p:nvPr/>
          </p:nvSpPr>
          <p:spPr>
            <a:xfrm>
              <a:off x="6752931" y="4213562"/>
              <a:ext cx="43891" cy="0"/>
            </a:xfrm>
            <a:custGeom>
              <a:avLst/>
              <a:pathLst>
                <a:path w="43891" h="0">
                  <a:moveTo>
                    <a:pt x="43891" y="0"/>
                  </a:moveTo>
                  <a:lnTo>
                    <a:pt x="0" y="0"/>
                  </a:lnTo>
                </a:path>
              </a:pathLst>
            </a:custGeom>
            <a:ln w="4762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46" name="pl4046"/>
            <p:cNvSpPr/>
            <p:nvPr/>
          </p:nvSpPr>
          <p:spPr>
            <a:xfrm>
              <a:off x="6752931" y="3940156"/>
              <a:ext cx="43891" cy="0"/>
            </a:xfrm>
            <a:custGeom>
              <a:avLst/>
              <a:pathLst>
                <a:path w="43891" h="0">
                  <a:moveTo>
                    <a:pt x="43891" y="0"/>
                  </a:moveTo>
                  <a:lnTo>
                    <a:pt x="0" y="0"/>
                  </a:lnTo>
                </a:path>
              </a:pathLst>
            </a:custGeom>
            <a:ln w="4762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47" name="pl4047"/>
            <p:cNvSpPr/>
            <p:nvPr/>
          </p:nvSpPr>
          <p:spPr>
            <a:xfrm>
              <a:off x="6752931" y="3666751"/>
              <a:ext cx="43891" cy="0"/>
            </a:xfrm>
            <a:custGeom>
              <a:avLst/>
              <a:pathLst>
                <a:path w="43891" h="0">
                  <a:moveTo>
                    <a:pt x="43891" y="0"/>
                  </a:moveTo>
                  <a:lnTo>
                    <a:pt x="0" y="0"/>
                  </a:lnTo>
                </a:path>
              </a:pathLst>
            </a:custGeom>
            <a:ln w="4762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48" name="tx4048"/>
            <p:cNvSpPr/>
            <p:nvPr/>
          </p:nvSpPr>
          <p:spPr>
            <a:xfrm>
              <a:off x="7041976" y="4720322"/>
              <a:ext cx="217535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0.00</a:t>
              </a:r>
            </a:p>
          </p:txBody>
        </p:sp>
        <p:sp>
          <p:nvSpPr>
            <p:cNvPr id="4049" name="tx4049"/>
            <p:cNvSpPr/>
            <p:nvPr/>
          </p:nvSpPr>
          <p:spPr>
            <a:xfrm>
              <a:off x="7041976" y="4446917"/>
              <a:ext cx="217535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0.02</a:t>
              </a:r>
            </a:p>
          </p:txBody>
        </p:sp>
        <p:sp>
          <p:nvSpPr>
            <p:cNvPr id="4050" name="tx4050"/>
            <p:cNvSpPr/>
            <p:nvPr/>
          </p:nvSpPr>
          <p:spPr>
            <a:xfrm>
              <a:off x="7041976" y="4173511"/>
              <a:ext cx="217535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0.04</a:t>
              </a:r>
            </a:p>
          </p:txBody>
        </p:sp>
        <p:sp>
          <p:nvSpPr>
            <p:cNvPr id="4051" name="tx4051"/>
            <p:cNvSpPr/>
            <p:nvPr/>
          </p:nvSpPr>
          <p:spPr>
            <a:xfrm>
              <a:off x="7041976" y="3900105"/>
              <a:ext cx="217535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0.06</a:t>
              </a:r>
            </a:p>
          </p:txBody>
        </p:sp>
        <p:sp>
          <p:nvSpPr>
            <p:cNvPr id="4052" name="tx4052"/>
            <p:cNvSpPr/>
            <p:nvPr/>
          </p:nvSpPr>
          <p:spPr>
            <a:xfrm>
              <a:off x="7041976" y="3626700"/>
              <a:ext cx="217535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0.08</a:t>
              </a:r>
            </a:p>
          </p:txBody>
        </p:sp>
        <p:sp>
          <p:nvSpPr>
            <p:cNvPr id="4053" name="tx4053"/>
            <p:cNvSpPr/>
            <p:nvPr/>
          </p:nvSpPr>
          <p:spPr>
            <a:xfrm>
              <a:off x="2201917" y="1669789"/>
              <a:ext cx="2541117" cy="21863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2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24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Genomic Offset to </a:t>
              </a:r>
            </a:p>
          </p:txBody>
        </p:sp>
        <p:sp>
          <p:nvSpPr>
            <p:cNvPr id="4054" name="tx4054"/>
            <p:cNvSpPr/>
            <p:nvPr/>
          </p:nvSpPr>
          <p:spPr>
            <a:xfrm>
              <a:off x="2201917" y="1998973"/>
              <a:ext cx="2286457" cy="21863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2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24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York River (LEA)</a:t>
              </a:r>
            </a:p>
          </p:txBody>
        </p:sp>
      </p:grp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rc4"/>
            <p:cNvSpPr/>
            <p:nvPr/>
          </p:nvSpPr>
          <p:spPr>
            <a:xfrm>
              <a:off x="1754045" y="1600200"/>
              <a:ext cx="5635909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13550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rc5"/>
            <p:cNvSpPr/>
            <p:nvPr/>
          </p:nvSpPr>
          <p:spPr>
            <a:xfrm>
              <a:off x="2301906" y="1669789"/>
              <a:ext cx="4149766" cy="4051159"/>
            </a:xfrm>
            <a:prstGeom prst="rect">
              <a:avLst/>
            </a:prstGeom>
            <a:solidFill>
              <a:srgbClr val="F0F8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2384234" y="1669789"/>
              <a:ext cx="0" cy="4051159"/>
            </a:xfrm>
            <a:custGeom>
              <a:avLst/>
              <a:pathLst>
                <a:path w="0" h="4051159">
                  <a:moveTo>
                    <a:pt x="0" y="4051159"/>
                  </a:moveTo>
                  <a:lnTo>
                    <a:pt x="0" y="4027755"/>
                  </a:lnTo>
                  <a:lnTo>
                    <a:pt x="0" y="3970809"/>
                  </a:lnTo>
                  <a:lnTo>
                    <a:pt x="0" y="3913864"/>
                  </a:lnTo>
                  <a:lnTo>
                    <a:pt x="0" y="3856918"/>
                  </a:lnTo>
                  <a:lnTo>
                    <a:pt x="0" y="3799972"/>
                  </a:lnTo>
                  <a:lnTo>
                    <a:pt x="0" y="3743027"/>
                  </a:lnTo>
                  <a:lnTo>
                    <a:pt x="0" y="3686081"/>
                  </a:lnTo>
                  <a:lnTo>
                    <a:pt x="0" y="3629136"/>
                  </a:lnTo>
                  <a:lnTo>
                    <a:pt x="0" y="3572190"/>
                  </a:lnTo>
                  <a:lnTo>
                    <a:pt x="0" y="3515244"/>
                  </a:lnTo>
                  <a:lnTo>
                    <a:pt x="0" y="3458299"/>
                  </a:lnTo>
                  <a:lnTo>
                    <a:pt x="0" y="3401353"/>
                  </a:lnTo>
                  <a:lnTo>
                    <a:pt x="0" y="3344407"/>
                  </a:lnTo>
                  <a:lnTo>
                    <a:pt x="0" y="3287462"/>
                  </a:lnTo>
                  <a:lnTo>
                    <a:pt x="0" y="3230516"/>
                  </a:lnTo>
                  <a:lnTo>
                    <a:pt x="0" y="3173571"/>
                  </a:lnTo>
                  <a:lnTo>
                    <a:pt x="0" y="3116625"/>
                  </a:lnTo>
                  <a:lnTo>
                    <a:pt x="0" y="3059679"/>
                  </a:lnTo>
                  <a:lnTo>
                    <a:pt x="0" y="3002734"/>
                  </a:lnTo>
                  <a:lnTo>
                    <a:pt x="0" y="2945788"/>
                  </a:lnTo>
                  <a:lnTo>
                    <a:pt x="0" y="2888843"/>
                  </a:lnTo>
                  <a:lnTo>
                    <a:pt x="0" y="2831897"/>
                  </a:lnTo>
                  <a:lnTo>
                    <a:pt x="0" y="2774951"/>
                  </a:lnTo>
                  <a:lnTo>
                    <a:pt x="0" y="2718006"/>
                  </a:lnTo>
                  <a:lnTo>
                    <a:pt x="0" y="2661060"/>
                  </a:lnTo>
                  <a:lnTo>
                    <a:pt x="0" y="2604115"/>
                  </a:lnTo>
                  <a:lnTo>
                    <a:pt x="0" y="2547169"/>
                  </a:lnTo>
                  <a:lnTo>
                    <a:pt x="0" y="2490223"/>
                  </a:lnTo>
                  <a:lnTo>
                    <a:pt x="0" y="2433278"/>
                  </a:lnTo>
                  <a:lnTo>
                    <a:pt x="0" y="2376332"/>
                  </a:lnTo>
                  <a:lnTo>
                    <a:pt x="0" y="2319386"/>
                  </a:lnTo>
                  <a:lnTo>
                    <a:pt x="0" y="2262441"/>
                  </a:lnTo>
                  <a:lnTo>
                    <a:pt x="0" y="2205495"/>
                  </a:lnTo>
                  <a:lnTo>
                    <a:pt x="0" y="2148550"/>
                  </a:lnTo>
                  <a:lnTo>
                    <a:pt x="0" y="2091604"/>
                  </a:lnTo>
                  <a:lnTo>
                    <a:pt x="0" y="2034658"/>
                  </a:lnTo>
                  <a:lnTo>
                    <a:pt x="0" y="1977713"/>
                  </a:lnTo>
                  <a:lnTo>
                    <a:pt x="0" y="1920767"/>
                  </a:lnTo>
                  <a:lnTo>
                    <a:pt x="0" y="1863822"/>
                  </a:lnTo>
                  <a:lnTo>
                    <a:pt x="0" y="1806876"/>
                  </a:lnTo>
                  <a:lnTo>
                    <a:pt x="0" y="1749930"/>
                  </a:lnTo>
                  <a:lnTo>
                    <a:pt x="0" y="1692985"/>
                  </a:lnTo>
                  <a:lnTo>
                    <a:pt x="0" y="1636039"/>
                  </a:lnTo>
                  <a:lnTo>
                    <a:pt x="0" y="1579094"/>
                  </a:lnTo>
                  <a:lnTo>
                    <a:pt x="0" y="1522148"/>
                  </a:lnTo>
                  <a:lnTo>
                    <a:pt x="0" y="1465202"/>
                  </a:lnTo>
                  <a:lnTo>
                    <a:pt x="0" y="1408257"/>
                  </a:lnTo>
                  <a:lnTo>
                    <a:pt x="0" y="1351311"/>
                  </a:lnTo>
                  <a:lnTo>
                    <a:pt x="0" y="1294366"/>
                  </a:lnTo>
                  <a:lnTo>
                    <a:pt x="0" y="1237420"/>
                  </a:lnTo>
                  <a:lnTo>
                    <a:pt x="0" y="1180474"/>
                  </a:lnTo>
                  <a:lnTo>
                    <a:pt x="0" y="1123529"/>
                  </a:lnTo>
                  <a:lnTo>
                    <a:pt x="0" y="1066583"/>
                  </a:lnTo>
                  <a:lnTo>
                    <a:pt x="0" y="1009637"/>
                  </a:lnTo>
                  <a:lnTo>
                    <a:pt x="0" y="952692"/>
                  </a:lnTo>
                  <a:lnTo>
                    <a:pt x="0" y="895746"/>
                  </a:lnTo>
                  <a:lnTo>
                    <a:pt x="0" y="838801"/>
                  </a:lnTo>
                  <a:lnTo>
                    <a:pt x="0" y="781855"/>
                  </a:lnTo>
                  <a:lnTo>
                    <a:pt x="0" y="724909"/>
                  </a:lnTo>
                  <a:lnTo>
                    <a:pt x="0" y="667964"/>
                  </a:lnTo>
                  <a:lnTo>
                    <a:pt x="0" y="611018"/>
                  </a:lnTo>
                  <a:lnTo>
                    <a:pt x="0" y="554073"/>
                  </a:lnTo>
                  <a:lnTo>
                    <a:pt x="0" y="497127"/>
                  </a:lnTo>
                  <a:lnTo>
                    <a:pt x="0" y="440181"/>
                  </a:lnTo>
                  <a:lnTo>
                    <a:pt x="0" y="383236"/>
                  </a:lnTo>
                  <a:lnTo>
                    <a:pt x="0" y="326290"/>
                  </a:lnTo>
                  <a:lnTo>
                    <a:pt x="0" y="269345"/>
                  </a:lnTo>
                  <a:lnTo>
                    <a:pt x="0" y="212399"/>
                  </a:lnTo>
                  <a:lnTo>
                    <a:pt x="0" y="155453"/>
                  </a:lnTo>
                  <a:lnTo>
                    <a:pt x="0" y="98508"/>
                  </a:lnTo>
                  <a:lnTo>
                    <a:pt x="0" y="41562"/>
                  </a:ln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rnd">
              <a:solidFill>
                <a:srgbClr val="F0F8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3124860" y="1669789"/>
              <a:ext cx="0" cy="4051159"/>
            </a:xfrm>
            <a:custGeom>
              <a:avLst/>
              <a:pathLst>
                <a:path w="0" h="4051159">
                  <a:moveTo>
                    <a:pt x="0" y="4051159"/>
                  </a:moveTo>
                  <a:lnTo>
                    <a:pt x="0" y="4027755"/>
                  </a:lnTo>
                  <a:lnTo>
                    <a:pt x="0" y="3970809"/>
                  </a:lnTo>
                  <a:lnTo>
                    <a:pt x="0" y="3913864"/>
                  </a:lnTo>
                  <a:lnTo>
                    <a:pt x="0" y="3856918"/>
                  </a:lnTo>
                  <a:lnTo>
                    <a:pt x="0" y="3799972"/>
                  </a:lnTo>
                  <a:lnTo>
                    <a:pt x="0" y="3743027"/>
                  </a:lnTo>
                  <a:lnTo>
                    <a:pt x="0" y="3686081"/>
                  </a:lnTo>
                  <a:lnTo>
                    <a:pt x="0" y="3629136"/>
                  </a:lnTo>
                  <a:lnTo>
                    <a:pt x="0" y="3572190"/>
                  </a:lnTo>
                  <a:lnTo>
                    <a:pt x="0" y="3515244"/>
                  </a:lnTo>
                  <a:lnTo>
                    <a:pt x="0" y="3458299"/>
                  </a:lnTo>
                  <a:lnTo>
                    <a:pt x="0" y="3401353"/>
                  </a:lnTo>
                  <a:lnTo>
                    <a:pt x="0" y="3344407"/>
                  </a:lnTo>
                  <a:lnTo>
                    <a:pt x="0" y="3287462"/>
                  </a:lnTo>
                  <a:lnTo>
                    <a:pt x="0" y="3230516"/>
                  </a:lnTo>
                  <a:lnTo>
                    <a:pt x="0" y="3173571"/>
                  </a:lnTo>
                  <a:lnTo>
                    <a:pt x="0" y="3116625"/>
                  </a:lnTo>
                  <a:lnTo>
                    <a:pt x="0" y="3059679"/>
                  </a:lnTo>
                  <a:lnTo>
                    <a:pt x="0" y="3002734"/>
                  </a:lnTo>
                  <a:lnTo>
                    <a:pt x="0" y="2945788"/>
                  </a:lnTo>
                  <a:lnTo>
                    <a:pt x="0" y="2888843"/>
                  </a:lnTo>
                  <a:lnTo>
                    <a:pt x="0" y="2831897"/>
                  </a:lnTo>
                  <a:lnTo>
                    <a:pt x="0" y="2774951"/>
                  </a:lnTo>
                  <a:lnTo>
                    <a:pt x="0" y="2718006"/>
                  </a:lnTo>
                  <a:lnTo>
                    <a:pt x="0" y="2661060"/>
                  </a:lnTo>
                  <a:lnTo>
                    <a:pt x="0" y="2604115"/>
                  </a:lnTo>
                  <a:lnTo>
                    <a:pt x="0" y="2547169"/>
                  </a:lnTo>
                  <a:lnTo>
                    <a:pt x="0" y="2490223"/>
                  </a:lnTo>
                  <a:lnTo>
                    <a:pt x="0" y="2433278"/>
                  </a:lnTo>
                  <a:lnTo>
                    <a:pt x="0" y="2376332"/>
                  </a:lnTo>
                  <a:lnTo>
                    <a:pt x="0" y="2319386"/>
                  </a:lnTo>
                  <a:lnTo>
                    <a:pt x="0" y="2262441"/>
                  </a:lnTo>
                  <a:lnTo>
                    <a:pt x="0" y="2205495"/>
                  </a:lnTo>
                  <a:lnTo>
                    <a:pt x="0" y="2148550"/>
                  </a:lnTo>
                  <a:lnTo>
                    <a:pt x="0" y="2091604"/>
                  </a:lnTo>
                  <a:lnTo>
                    <a:pt x="0" y="2034658"/>
                  </a:lnTo>
                  <a:lnTo>
                    <a:pt x="0" y="1977713"/>
                  </a:lnTo>
                  <a:lnTo>
                    <a:pt x="0" y="1920767"/>
                  </a:lnTo>
                  <a:lnTo>
                    <a:pt x="0" y="1863822"/>
                  </a:lnTo>
                  <a:lnTo>
                    <a:pt x="0" y="1806876"/>
                  </a:lnTo>
                  <a:lnTo>
                    <a:pt x="0" y="1749930"/>
                  </a:lnTo>
                  <a:lnTo>
                    <a:pt x="0" y="1692985"/>
                  </a:lnTo>
                  <a:lnTo>
                    <a:pt x="0" y="1636039"/>
                  </a:lnTo>
                  <a:lnTo>
                    <a:pt x="0" y="1579094"/>
                  </a:lnTo>
                  <a:lnTo>
                    <a:pt x="0" y="1522148"/>
                  </a:lnTo>
                  <a:lnTo>
                    <a:pt x="0" y="1465202"/>
                  </a:lnTo>
                  <a:lnTo>
                    <a:pt x="0" y="1408257"/>
                  </a:lnTo>
                  <a:lnTo>
                    <a:pt x="0" y="1351311"/>
                  </a:lnTo>
                  <a:lnTo>
                    <a:pt x="0" y="1294366"/>
                  </a:lnTo>
                  <a:lnTo>
                    <a:pt x="0" y="1237420"/>
                  </a:lnTo>
                  <a:lnTo>
                    <a:pt x="0" y="1180474"/>
                  </a:lnTo>
                  <a:lnTo>
                    <a:pt x="0" y="1123529"/>
                  </a:lnTo>
                  <a:lnTo>
                    <a:pt x="0" y="1066583"/>
                  </a:lnTo>
                  <a:lnTo>
                    <a:pt x="0" y="1009637"/>
                  </a:lnTo>
                  <a:lnTo>
                    <a:pt x="0" y="952692"/>
                  </a:lnTo>
                  <a:lnTo>
                    <a:pt x="0" y="895746"/>
                  </a:lnTo>
                  <a:lnTo>
                    <a:pt x="0" y="838801"/>
                  </a:lnTo>
                  <a:lnTo>
                    <a:pt x="0" y="781855"/>
                  </a:lnTo>
                  <a:lnTo>
                    <a:pt x="0" y="724909"/>
                  </a:lnTo>
                  <a:lnTo>
                    <a:pt x="0" y="667964"/>
                  </a:lnTo>
                  <a:lnTo>
                    <a:pt x="0" y="611018"/>
                  </a:lnTo>
                  <a:lnTo>
                    <a:pt x="0" y="554073"/>
                  </a:lnTo>
                  <a:lnTo>
                    <a:pt x="0" y="497127"/>
                  </a:lnTo>
                  <a:lnTo>
                    <a:pt x="0" y="440181"/>
                  </a:lnTo>
                  <a:lnTo>
                    <a:pt x="0" y="383236"/>
                  </a:lnTo>
                  <a:lnTo>
                    <a:pt x="0" y="326290"/>
                  </a:lnTo>
                  <a:lnTo>
                    <a:pt x="0" y="269345"/>
                  </a:lnTo>
                  <a:lnTo>
                    <a:pt x="0" y="212399"/>
                  </a:lnTo>
                  <a:lnTo>
                    <a:pt x="0" y="155453"/>
                  </a:lnTo>
                  <a:lnTo>
                    <a:pt x="0" y="98508"/>
                  </a:lnTo>
                  <a:lnTo>
                    <a:pt x="0" y="41562"/>
                  </a:ln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rnd">
              <a:solidFill>
                <a:srgbClr val="F0F8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3865485" y="1669789"/>
              <a:ext cx="0" cy="4051159"/>
            </a:xfrm>
            <a:custGeom>
              <a:avLst/>
              <a:pathLst>
                <a:path w="0" h="4051159">
                  <a:moveTo>
                    <a:pt x="0" y="4051159"/>
                  </a:moveTo>
                  <a:lnTo>
                    <a:pt x="0" y="4027755"/>
                  </a:lnTo>
                  <a:lnTo>
                    <a:pt x="0" y="3970809"/>
                  </a:lnTo>
                  <a:lnTo>
                    <a:pt x="0" y="3913864"/>
                  </a:lnTo>
                  <a:lnTo>
                    <a:pt x="0" y="3856918"/>
                  </a:lnTo>
                  <a:lnTo>
                    <a:pt x="0" y="3799972"/>
                  </a:lnTo>
                  <a:lnTo>
                    <a:pt x="0" y="3743027"/>
                  </a:lnTo>
                  <a:lnTo>
                    <a:pt x="0" y="3686081"/>
                  </a:lnTo>
                  <a:lnTo>
                    <a:pt x="0" y="3629136"/>
                  </a:lnTo>
                  <a:lnTo>
                    <a:pt x="0" y="3572190"/>
                  </a:lnTo>
                  <a:lnTo>
                    <a:pt x="0" y="3515244"/>
                  </a:lnTo>
                  <a:lnTo>
                    <a:pt x="0" y="3458299"/>
                  </a:lnTo>
                  <a:lnTo>
                    <a:pt x="0" y="3401353"/>
                  </a:lnTo>
                  <a:lnTo>
                    <a:pt x="0" y="3344407"/>
                  </a:lnTo>
                  <a:lnTo>
                    <a:pt x="0" y="3287462"/>
                  </a:lnTo>
                  <a:lnTo>
                    <a:pt x="0" y="3230516"/>
                  </a:lnTo>
                  <a:lnTo>
                    <a:pt x="0" y="3173571"/>
                  </a:lnTo>
                  <a:lnTo>
                    <a:pt x="0" y="3116625"/>
                  </a:lnTo>
                  <a:lnTo>
                    <a:pt x="0" y="3059679"/>
                  </a:lnTo>
                  <a:lnTo>
                    <a:pt x="0" y="3002734"/>
                  </a:lnTo>
                  <a:lnTo>
                    <a:pt x="0" y="2945788"/>
                  </a:lnTo>
                  <a:lnTo>
                    <a:pt x="0" y="2888843"/>
                  </a:lnTo>
                  <a:lnTo>
                    <a:pt x="0" y="2831897"/>
                  </a:lnTo>
                  <a:lnTo>
                    <a:pt x="0" y="2774951"/>
                  </a:lnTo>
                  <a:lnTo>
                    <a:pt x="0" y="2718006"/>
                  </a:lnTo>
                  <a:lnTo>
                    <a:pt x="0" y="2661060"/>
                  </a:lnTo>
                  <a:lnTo>
                    <a:pt x="0" y="2604115"/>
                  </a:lnTo>
                  <a:lnTo>
                    <a:pt x="0" y="2547169"/>
                  </a:lnTo>
                  <a:lnTo>
                    <a:pt x="0" y="2490223"/>
                  </a:lnTo>
                  <a:lnTo>
                    <a:pt x="0" y="2433278"/>
                  </a:lnTo>
                  <a:lnTo>
                    <a:pt x="0" y="2376332"/>
                  </a:lnTo>
                  <a:lnTo>
                    <a:pt x="0" y="2319386"/>
                  </a:lnTo>
                  <a:lnTo>
                    <a:pt x="0" y="2262441"/>
                  </a:lnTo>
                  <a:lnTo>
                    <a:pt x="0" y="2205495"/>
                  </a:lnTo>
                  <a:lnTo>
                    <a:pt x="0" y="2148550"/>
                  </a:lnTo>
                  <a:lnTo>
                    <a:pt x="0" y="2091604"/>
                  </a:lnTo>
                  <a:lnTo>
                    <a:pt x="0" y="2034658"/>
                  </a:lnTo>
                  <a:lnTo>
                    <a:pt x="0" y="1977713"/>
                  </a:lnTo>
                  <a:lnTo>
                    <a:pt x="0" y="1920767"/>
                  </a:lnTo>
                  <a:lnTo>
                    <a:pt x="0" y="1863822"/>
                  </a:lnTo>
                  <a:lnTo>
                    <a:pt x="0" y="1806876"/>
                  </a:lnTo>
                  <a:lnTo>
                    <a:pt x="0" y="1749930"/>
                  </a:lnTo>
                  <a:lnTo>
                    <a:pt x="0" y="1692985"/>
                  </a:lnTo>
                  <a:lnTo>
                    <a:pt x="0" y="1636039"/>
                  </a:lnTo>
                  <a:lnTo>
                    <a:pt x="0" y="1579094"/>
                  </a:lnTo>
                  <a:lnTo>
                    <a:pt x="0" y="1522148"/>
                  </a:lnTo>
                  <a:lnTo>
                    <a:pt x="0" y="1465202"/>
                  </a:lnTo>
                  <a:lnTo>
                    <a:pt x="0" y="1408257"/>
                  </a:lnTo>
                  <a:lnTo>
                    <a:pt x="0" y="1351311"/>
                  </a:lnTo>
                  <a:lnTo>
                    <a:pt x="0" y="1294366"/>
                  </a:lnTo>
                  <a:lnTo>
                    <a:pt x="0" y="1237420"/>
                  </a:lnTo>
                  <a:lnTo>
                    <a:pt x="0" y="1180474"/>
                  </a:lnTo>
                  <a:lnTo>
                    <a:pt x="0" y="1123529"/>
                  </a:lnTo>
                  <a:lnTo>
                    <a:pt x="0" y="1066583"/>
                  </a:lnTo>
                  <a:lnTo>
                    <a:pt x="0" y="1009637"/>
                  </a:lnTo>
                  <a:lnTo>
                    <a:pt x="0" y="952692"/>
                  </a:lnTo>
                  <a:lnTo>
                    <a:pt x="0" y="895746"/>
                  </a:lnTo>
                  <a:lnTo>
                    <a:pt x="0" y="838801"/>
                  </a:lnTo>
                  <a:lnTo>
                    <a:pt x="0" y="781855"/>
                  </a:lnTo>
                  <a:lnTo>
                    <a:pt x="0" y="724909"/>
                  </a:lnTo>
                  <a:lnTo>
                    <a:pt x="0" y="667964"/>
                  </a:lnTo>
                  <a:lnTo>
                    <a:pt x="0" y="611018"/>
                  </a:lnTo>
                  <a:lnTo>
                    <a:pt x="0" y="554073"/>
                  </a:lnTo>
                  <a:lnTo>
                    <a:pt x="0" y="497127"/>
                  </a:lnTo>
                  <a:lnTo>
                    <a:pt x="0" y="440181"/>
                  </a:lnTo>
                  <a:lnTo>
                    <a:pt x="0" y="383236"/>
                  </a:lnTo>
                  <a:lnTo>
                    <a:pt x="0" y="326290"/>
                  </a:lnTo>
                  <a:lnTo>
                    <a:pt x="0" y="269345"/>
                  </a:lnTo>
                  <a:lnTo>
                    <a:pt x="0" y="212399"/>
                  </a:lnTo>
                  <a:lnTo>
                    <a:pt x="0" y="155453"/>
                  </a:lnTo>
                  <a:lnTo>
                    <a:pt x="0" y="98508"/>
                  </a:lnTo>
                  <a:lnTo>
                    <a:pt x="0" y="41562"/>
                  </a:ln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rnd">
              <a:solidFill>
                <a:srgbClr val="F0F8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4606110" y="1669789"/>
              <a:ext cx="0" cy="4051159"/>
            </a:xfrm>
            <a:custGeom>
              <a:avLst/>
              <a:pathLst>
                <a:path w="0" h="4051159">
                  <a:moveTo>
                    <a:pt x="0" y="4051159"/>
                  </a:moveTo>
                  <a:lnTo>
                    <a:pt x="0" y="4027755"/>
                  </a:lnTo>
                  <a:lnTo>
                    <a:pt x="0" y="3970809"/>
                  </a:lnTo>
                  <a:lnTo>
                    <a:pt x="0" y="3913864"/>
                  </a:lnTo>
                  <a:lnTo>
                    <a:pt x="0" y="3856918"/>
                  </a:lnTo>
                  <a:lnTo>
                    <a:pt x="0" y="3799972"/>
                  </a:lnTo>
                  <a:lnTo>
                    <a:pt x="0" y="3743027"/>
                  </a:lnTo>
                  <a:lnTo>
                    <a:pt x="0" y="3686081"/>
                  </a:lnTo>
                  <a:lnTo>
                    <a:pt x="0" y="3629136"/>
                  </a:lnTo>
                  <a:lnTo>
                    <a:pt x="0" y="3572190"/>
                  </a:lnTo>
                  <a:lnTo>
                    <a:pt x="0" y="3515244"/>
                  </a:lnTo>
                  <a:lnTo>
                    <a:pt x="0" y="3458299"/>
                  </a:lnTo>
                  <a:lnTo>
                    <a:pt x="0" y="3401353"/>
                  </a:lnTo>
                  <a:lnTo>
                    <a:pt x="0" y="3344407"/>
                  </a:lnTo>
                  <a:lnTo>
                    <a:pt x="0" y="3287462"/>
                  </a:lnTo>
                  <a:lnTo>
                    <a:pt x="0" y="3230516"/>
                  </a:lnTo>
                  <a:lnTo>
                    <a:pt x="0" y="3173571"/>
                  </a:lnTo>
                  <a:lnTo>
                    <a:pt x="0" y="3116625"/>
                  </a:lnTo>
                  <a:lnTo>
                    <a:pt x="0" y="3059679"/>
                  </a:lnTo>
                  <a:lnTo>
                    <a:pt x="0" y="3002734"/>
                  </a:lnTo>
                  <a:lnTo>
                    <a:pt x="0" y="2945788"/>
                  </a:lnTo>
                  <a:lnTo>
                    <a:pt x="0" y="2888843"/>
                  </a:lnTo>
                  <a:lnTo>
                    <a:pt x="0" y="2831897"/>
                  </a:lnTo>
                  <a:lnTo>
                    <a:pt x="0" y="2774951"/>
                  </a:lnTo>
                  <a:lnTo>
                    <a:pt x="0" y="2718006"/>
                  </a:lnTo>
                  <a:lnTo>
                    <a:pt x="0" y="2661060"/>
                  </a:lnTo>
                  <a:lnTo>
                    <a:pt x="0" y="2604115"/>
                  </a:lnTo>
                  <a:lnTo>
                    <a:pt x="0" y="2547169"/>
                  </a:lnTo>
                  <a:lnTo>
                    <a:pt x="0" y="2490223"/>
                  </a:lnTo>
                  <a:lnTo>
                    <a:pt x="0" y="2433278"/>
                  </a:lnTo>
                  <a:lnTo>
                    <a:pt x="0" y="2376332"/>
                  </a:lnTo>
                  <a:lnTo>
                    <a:pt x="0" y="2319386"/>
                  </a:lnTo>
                  <a:lnTo>
                    <a:pt x="0" y="2262441"/>
                  </a:lnTo>
                  <a:lnTo>
                    <a:pt x="0" y="2205495"/>
                  </a:lnTo>
                  <a:lnTo>
                    <a:pt x="0" y="2148550"/>
                  </a:lnTo>
                  <a:lnTo>
                    <a:pt x="0" y="2091604"/>
                  </a:lnTo>
                  <a:lnTo>
                    <a:pt x="0" y="2034658"/>
                  </a:lnTo>
                  <a:lnTo>
                    <a:pt x="0" y="1977713"/>
                  </a:lnTo>
                  <a:lnTo>
                    <a:pt x="0" y="1920767"/>
                  </a:lnTo>
                  <a:lnTo>
                    <a:pt x="0" y="1863822"/>
                  </a:lnTo>
                  <a:lnTo>
                    <a:pt x="0" y="1806876"/>
                  </a:lnTo>
                  <a:lnTo>
                    <a:pt x="0" y="1749930"/>
                  </a:lnTo>
                  <a:lnTo>
                    <a:pt x="0" y="1692985"/>
                  </a:lnTo>
                  <a:lnTo>
                    <a:pt x="0" y="1636039"/>
                  </a:lnTo>
                  <a:lnTo>
                    <a:pt x="0" y="1579094"/>
                  </a:lnTo>
                  <a:lnTo>
                    <a:pt x="0" y="1522148"/>
                  </a:lnTo>
                  <a:lnTo>
                    <a:pt x="0" y="1465202"/>
                  </a:lnTo>
                  <a:lnTo>
                    <a:pt x="0" y="1408257"/>
                  </a:lnTo>
                  <a:lnTo>
                    <a:pt x="0" y="1351311"/>
                  </a:lnTo>
                  <a:lnTo>
                    <a:pt x="0" y="1294366"/>
                  </a:lnTo>
                  <a:lnTo>
                    <a:pt x="0" y="1237420"/>
                  </a:lnTo>
                  <a:lnTo>
                    <a:pt x="0" y="1180474"/>
                  </a:lnTo>
                  <a:lnTo>
                    <a:pt x="0" y="1123529"/>
                  </a:lnTo>
                  <a:lnTo>
                    <a:pt x="0" y="1066583"/>
                  </a:lnTo>
                  <a:lnTo>
                    <a:pt x="0" y="1009637"/>
                  </a:lnTo>
                  <a:lnTo>
                    <a:pt x="0" y="952692"/>
                  </a:lnTo>
                  <a:lnTo>
                    <a:pt x="0" y="895746"/>
                  </a:lnTo>
                  <a:lnTo>
                    <a:pt x="0" y="838801"/>
                  </a:lnTo>
                  <a:lnTo>
                    <a:pt x="0" y="781855"/>
                  </a:lnTo>
                  <a:lnTo>
                    <a:pt x="0" y="724909"/>
                  </a:lnTo>
                  <a:lnTo>
                    <a:pt x="0" y="667964"/>
                  </a:lnTo>
                  <a:lnTo>
                    <a:pt x="0" y="611018"/>
                  </a:lnTo>
                  <a:lnTo>
                    <a:pt x="0" y="554073"/>
                  </a:lnTo>
                  <a:lnTo>
                    <a:pt x="0" y="497127"/>
                  </a:lnTo>
                  <a:lnTo>
                    <a:pt x="0" y="440181"/>
                  </a:lnTo>
                  <a:lnTo>
                    <a:pt x="0" y="383236"/>
                  </a:lnTo>
                  <a:lnTo>
                    <a:pt x="0" y="326290"/>
                  </a:lnTo>
                  <a:lnTo>
                    <a:pt x="0" y="269345"/>
                  </a:lnTo>
                  <a:lnTo>
                    <a:pt x="0" y="212399"/>
                  </a:lnTo>
                  <a:lnTo>
                    <a:pt x="0" y="155453"/>
                  </a:lnTo>
                  <a:lnTo>
                    <a:pt x="0" y="98508"/>
                  </a:lnTo>
                  <a:lnTo>
                    <a:pt x="0" y="41562"/>
                  </a:ln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rnd">
              <a:solidFill>
                <a:srgbClr val="F0F8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5346735" y="1669789"/>
              <a:ext cx="0" cy="4051159"/>
            </a:xfrm>
            <a:custGeom>
              <a:avLst/>
              <a:pathLst>
                <a:path w="0" h="4051159">
                  <a:moveTo>
                    <a:pt x="0" y="4051159"/>
                  </a:moveTo>
                  <a:lnTo>
                    <a:pt x="0" y="4027755"/>
                  </a:lnTo>
                  <a:lnTo>
                    <a:pt x="0" y="3970809"/>
                  </a:lnTo>
                  <a:lnTo>
                    <a:pt x="0" y="3913864"/>
                  </a:lnTo>
                  <a:lnTo>
                    <a:pt x="0" y="3856918"/>
                  </a:lnTo>
                  <a:lnTo>
                    <a:pt x="0" y="3799972"/>
                  </a:lnTo>
                  <a:lnTo>
                    <a:pt x="0" y="3743027"/>
                  </a:lnTo>
                  <a:lnTo>
                    <a:pt x="0" y="3686081"/>
                  </a:lnTo>
                  <a:lnTo>
                    <a:pt x="0" y="3629136"/>
                  </a:lnTo>
                  <a:lnTo>
                    <a:pt x="0" y="3572190"/>
                  </a:lnTo>
                  <a:lnTo>
                    <a:pt x="0" y="3515244"/>
                  </a:lnTo>
                  <a:lnTo>
                    <a:pt x="0" y="3458299"/>
                  </a:lnTo>
                  <a:lnTo>
                    <a:pt x="0" y="3401353"/>
                  </a:lnTo>
                  <a:lnTo>
                    <a:pt x="0" y="3344407"/>
                  </a:lnTo>
                  <a:lnTo>
                    <a:pt x="0" y="3287462"/>
                  </a:lnTo>
                  <a:lnTo>
                    <a:pt x="0" y="3230516"/>
                  </a:lnTo>
                  <a:lnTo>
                    <a:pt x="0" y="3173571"/>
                  </a:lnTo>
                  <a:lnTo>
                    <a:pt x="0" y="3116625"/>
                  </a:lnTo>
                  <a:lnTo>
                    <a:pt x="0" y="3059679"/>
                  </a:lnTo>
                  <a:lnTo>
                    <a:pt x="0" y="3002734"/>
                  </a:lnTo>
                  <a:lnTo>
                    <a:pt x="0" y="2945788"/>
                  </a:lnTo>
                  <a:lnTo>
                    <a:pt x="0" y="2888843"/>
                  </a:lnTo>
                  <a:lnTo>
                    <a:pt x="0" y="2831897"/>
                  </a:lnTo>
                  <a:lnTo>
                    <a:pt x="0" y="2774951"/>
                  </a:lnTo>
                  <a:lnTo>
                    <a:pt x="0" y="2718006"/>
                  </a:lnTo>
                  <a:lnTo>
                    <a:pt x="0" y="2661060"/>
                  </a:lnTo>
                  <a:lnTo>
                    <a:pt x="0" y="2604115"/>
                  </a:lnTo>
                  <a:lnTo>
                    <a:pt x="0" y="2547169"/>
                  </a:lnTo>
                  <a:lnTo>
                    <a:pt x="0" y="2490223"/>
                  </a:lnTo>
                  <a:lnTo>
                    <a:pt x="0" y="2433278"/>
                  </a:lnTo>
                  <a:lnTo>
                    <a:pt x="0" y="2376332"/>
                  </a:lnTo>
                  <a:lnTo>
                    <a:pt x="0" y="2319386"/>
                  </a:lnTo>
                  <a:lnTo>
                    <a:pt x="0" y="2262441"/>
                  </a:lnTo>
                  <a:lnTo>
                    <a:pt x="0" y="2205495"/>
                  </a:lnTo>
                  <a:lnTo>
                    <a:pt x="0" y="2148550"/>
                  </a:lnTo>
                  <a:lnTo>
                    <a:pt x="0" y="2091604"/>
                  </a:lnTo>
                  <a:lnTo>
                    <a:pt x="0" y="2034658"/>
                  </a:lnTo>
                  <a:lnTo>
                    <a:pt x="0" y="1977713"/>
                  </a:lnTo>
                  <a:lnTo>
                    <a:pt x="0" y="1920767"/>
                  </a:lnTo>
                  <a:lnTo>
                    <a:pt x="0" y="1863822"/>
                  </a:lnTo>
                  <a:lnTo>
                    <a:pt x="0" y="1806876"/>
                  </a:lnTo>
                  <a:lnTo>
                    <a:pt x="0" y="1749930"/>
                  </a:lnTo>
                  <a:lnTo>
                    <a:pt x="0" y="1692985"/>
                  </a:lnTo>
                  <a:lnTo>
                    <a:pt x="0" y="1636039"/>
                  </a:lnTo>
                  <a:lnTo>
                    <a:pt x="0" y="1579094"/>
                  </a:lnTo>
                  <a:lnTo>
                    <a:pt x="0" y="1522148"/>
                  </a:lnTo>
                  <a:lnTo>
                    <a:pt x="0" y="1465202"/>
                  </a:lnTo>
                  <a:lnTo>
                    <a:pt x="0" y="1408257"/>
                  </a:lnTo>
                  <a:lnTo>
                    <a:pt x="0" y="1351311"/>
                  </a:lnTo>
                  <a:lnTo>
                    <a:pt x="0" y="1294366"/>
                  </a:lnTo>
                  <a:lnTo>
                    <a:pt x="0" y="1237420"/>
                  </a:lnTo>
                  <a:lnTo>
                    <a:pt x="0" y="1180474"/>
                  </a:lnTo>
                  <a:lnTo>
                    <a:pt x="0" y="1123529"/>
                  </a:lnTo>
                  <a:lnTo>
                    <a:pt x="0" y="1066583"/>
                  </a:lnTo>
                  <a:lnTo>
                    <a:pt x="0" y="1009637"/>
                  </a:lnTo>
                  <a:lnTo>
                    <a:pt x="0" y="952692"/>
                  </a:lnTo>
                  <a:lnTo>
                    <a:pt x="0" y="895746"/>
                  </a:lnTo>
                  <a:lnTo>
                    <a:pt x="0" y="838801"/>
                  </a:lnTo>
                  <a:lnTo>
                    <a:pt x="0" y="781855"/>
                  </a:lnTo>
                  <a:lnTo>
                    <a:pt x="0" y="724909"/>
                  </a:lnTo>
                  <a:lnTo>
                    <a:pt x="0" y="667964"/>
                  </a:lnTo>
                  <a:lnTo>
                    <a:pt x="0" y="611018"/>
                  </a:lnTo>
                  <a:lnTo>
                    <a:pt x="0" y="554073"/>
                  </a:lnTo>
                  <a:lnTo>
                    <a:pt x="0" y="497127"/>
                  </a:lnTo>
                  <a:lnTo>
                    <a:pt x="0" y="440181"/>
                  </a:lnTo>
                  <a:lnTo>
                    <a:pt x="0" y="383236"/>
                  </a:lnTo>
                  <a:lnTo>
                    <a:pt x="0" y="326290"/>
                  </a:lnTo>
                  <a:lnTo>
                    <a:pt x="0" y="269345"/>
                  </a:lnTo>
                  <a:lnTo>
                    <a:pt x="0" y="212399"/>
                  </a:lnTo>
                  <a:lnTo>
                    <a:pt x="0" y="155453"/>
                  </a:lnTo>
                  <a:lnTo>
                    <a:pt x="0" y="98508"/>
                  </a:lnTo>
                  <a:lnTo>
                    <a:pt x="0" y="41562"/>
                  </a:ln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rnd">
              <a:solidFill>
                <a:srgbClr val="F0F8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6087361" y="1669789"/>
              <a:ext cx="0" cy="4051159"/>
            </a:xfrm>
            <a:custGeom>
              <a:avLst/>
              <a:pathLst>
                <a:path w="0" h="4051159">
                  <a:moveTo>
                    <a:pt x="0" y="4051159"/>
                  </a:moveTo>
                  <a:lnTo>
                    <a:pt x="0" y="4027755"/>
                  </a:lnTo>
                  <a:lnTo>
                    <a:pt x="0" y="3970809"/>
                  </a:lnTo>
                  <a:lnTo>
                    <a:pt x="0" y="3913864"/>
                  </a:lnTo>
                  <a:lnTo>
                    <a:pt x="0" y="3856918"/>
                  </a:lnTo>
                  <a:lnTo>
                    <a:pt x="0" y="3799972"/>
                  </a:lnTo>
                  <a:lnTo>
                    <a:pt x="0" y="3743027"/>
                  </a:lnTo>
                  <a:lnTo>
                    <a:pt x="0" y="3686081"/>
                  </a:lnTo>
                  <a:lnTo>
                    <a:pt x="0" y="3629136"/>
                  </a:lnTo>
                  <a:lnTo>
                    <a:pt x="0" y="3572190"/>
                  </a:lnTo>
                  <a:lnTo>
                    <a:pt x="0" y="3515244"/>
                  </a:lnTo>
                  <a:lnTo>
                    <a:pt x="0" y="3458299"/>
                  </a:lnTo>
                  <a:lnTo>
                    <a:pt x="0" y="3401353"/>
                  </a:lnTo>
                  <a:lnTo>
                    <a:pt x="0" y="3344407"/>
                  </a:lnTo>
                  <a:lnTo>
                    <a:pt x="0" y="3287462"/>
                  </a:lnTo>
                  <a:lnTo>
                    <a:pt x="0" y="3230516"/>
                  </a:lnTo>
                  <a:lnTo>
                    <a:pt x="0" y="3173571"/>
                  </a:lnTo>
                  <a:lnTo>
                    <a:pt x="0" y="3116625"/>
                  </a:lnTo>
                  <a:lnTo>
                    <a:pt x="0" y="3059679"/>
                  </a:lnTo>
                  <a:lnTo>
                    <a:pt x="0" y="3002734"/>
                  </a:lnTo>
                  <a:lnTo>
                    <a:pt x="0" y="2945788"/>
                  </a:lnTo>
                  <a:lnTo>
                    <a:pt x="0" y="2888843"/>
                  </a:lnTo>
                  <a:lnTo>
                    <a:pt x="0" y="2831897"/>
                  </a:lnTo>
                  <a:lnTo>
                    <a:pt x="0" y="2774951"/>
                  </a:lnTo>
                  <a:lnTo>
                    <a:pt x="0" y="2718006"/>
                  </a:lnTo>
                  <a:lnTo>
                    <a:pt x="0" y="2661060"/>
                  </a:lnTo>
                  <a:lnTo>
                    <a:pt x="0" y="2604115"/>
                  </a:lnTo>
                  <a:lnTo>
                    <a:pt x="0" y="2547169"/>
                  </a:lnTo>
                  <a:lnTo>
                    <a:pt x="0" y="2490223"/>
                  </a:lnTo>
                  <a:lnTo>
                    <a:pt x="0" y="2433278"/>
                  </a:lnTo>
                  <a:lnTo>
                    <a:pt x="0" y="2376332"/>
                  </a:lnTo>
                  <a:lnTo>
                    <a:pt x="0" y="2319386"/>
                  </a:lnTo>
                  <a:lnTo>
                    <a:pt x="0" y="2262441"/>
                  </a:lnTo>
                  <a:lnTo>
                    <a:pt x="0" y="2205495"/>
                  </a:lnTo>
                  <a:lnTo>
                    <a:pt x="0" y="2148550"/>
                  </a:lnTo>
                  <a:lnTo>
                    <a:pt x="0" y="2091604"/>
                  </a:lnTo>
                  <a:lnTo>
                    <a:pt x="0" y="2034658"/>
                  </a:lnTo>
                  <a:lnTo>
                    <a:pt x="0" y="1977713"/>
                  </a:lnTo>
                  <a:lnTo>
                    <a:pt x="0" y="1920767"/>
                  </a:lnTo>
                  <a:lnTo>
                    <a:pt x="0" y="1863822"/>
                  </a:lnTo>
                  <a:lnTo>
                    <a:pt x="0" y="1806876"/>
                  </a:lnTo>
                  <a:lnTo>
                    <a:pt x="0" y="1749930"/>
                  </a:lnTo>
                  <a:lnTo>
                    <a:pt x="0" y="1692985"/>
                  </a:lnTo>
                  <a:lnTo>
                    <a:pt x="0" y="1636039"/>
                  </a:lnTo>
                  <a:lnTo>
                    <a:pt x="0" y="1579094"/>
                  </a:lnTo>
                  <a:lnTo>
                    <a:pt x="0" y="1522148"/>
                  </a:lnTo>
                  <a:lnTo>
                    <a:pt x="0" y="1465202"/>
                  </a:lnTo>
                  <a:lnTo>
                    <a:pt x="0" y="1408257"/>
                  </a:lnTo>
                  <a:lnTo>
                    <a:pt x="0" y="1351311"/>
                  </a:lnTo>
                  <a:lnTo>
                    <a:pt x="0" y="1294366"/>
                  </a:lnTo>
                  <a:lnTo>
                    <a:pt x="0" y="1237420"/>
                  </a:lnTo>
                  <a:lnTo>
                    <a:pt x="0" y="1180474"/>
                  </a:lnTo>
                  <a:lnTo>
                    <a:pt x="0" y="1123529"/>
                  </a:lnTo>
                  <a:lnTo>
                    <a:pt x="0" y="1066583"/>
                  </a:lnTo>
                  <a:lnTo>
                    <a:pt x="0" y="1009637"/>
                  </a:lnTo>
                  <a:lnTo>
                    <a:pt x="0" y="952692"/>
                  </a:lnTo>
                  <a:lnTo>
                    <a:pt x="0" y="895746"/>
                  </a:lnTo>
                  <a:lnTo>
                    <a:pt x="0" y="838801"/>
                  </a:lnTo>
                  <a:lnTo>
                    <a:pt x="0" y="781855"/>
                  </a:lnTo>
                  <a:lnTo>
                    <a:pt x="0" y="724909"/>
                  </a:lnTo>
                  <a:lnTo>
                    <a:pt x="0" y="667964"/>
                  </a:lnTo>
                  <a:lnTo>
                    <a:pt x="0" y="611018"/>
                  </a:lnTo>
                  <a:lnTo>
                    <a:pt x="0" y="554073"/>
                  </a:lnTo>
                  <a:lnTo>
                    <a:pt x="0" y="497127"/>
                  </a:lnTo>
                  <a:lnTo>
                    <a:pt x="0" y="440181"/>
                  </a:lnTo>
                  <a:lnTo>
                    <a:pt x="0" y="383236"/>
                  </a:lnTo>
                  <a:lnTo>
                    <a:pt x="0" y="326290"/>
                  </a:lnTo>
                  <a:lnTo>
                    <a:pt x="0" y="269345"/>
                  </a:lnTo>
                  <a:lnTo>
                    <a:pt x="0" y="212399"/>
                  </a:lnTo>
                  <a:lnTo>
                    <a:pt x="0" y="155453"/>
                  </a:lnTo>
                  <a:lnTo>
                    <a:pt x="0" y="98508"/>
                  </a:lnTo>
                  <a:lnTo>
                    <a:pt x="0" y="41562"/>
                  </a:ln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rnd">
              <a:solidFill>
                <a:srgbClr val="F0F8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2301906" y="5555180"/>
              <a:ext cx="4149766" cy="0"/>
            </a:xfrm>
            <a:custGeom>
              <a:avLst/>
              <a:pathLst>
                <a:path w="4149766" h="0">
                  <a:moveTo>
                    <a:pt x="0" y="0"/>
                  </a:moveTo>
                  <a:lnTo>
                    <a:pt x="22479" y="0"/>
                  </a:lnTo>
                  <a:lnTo>
                    <a:pt x="74847" y="0"/>
                  </a:lnTo>
                  <a:lnTo>
                    <a:pt x="127214" y="0"/>
                  </a:lnTo>
                  <a:lnTo>
                    <a:pt x="179582" y="0"/>
                  </a:lnTo>
                  <a:lnTo>
                    <a:pt x="231949" y="0"/>
                  </a:lnTo>
                  <a:lnTo>
                    <a:pt x="284316" y="0"/>
                  </a:lnTo>
                  <a:lnTo>
                    <a:pt x="336684" y="0"/>
                  </a:lnTo>
                  <a:lnTo>
                    <a:pt x="389051" y="0"/>
                  </a:lnTo>
                  <a:lnTo>
                    <a:pt x="441419" y="0"/>
                  </a:lnTo>
                  <a:lnTo>
                    <a:pt x="493786" y="0"/>
                  </a:lnTo>
                  <a:lnTo>
                    <a:pt x="546154" y="0"/>
                  </a:lnTo>
                  <a:lnTo>
                    <a:pt x="598521" y="0"/>
                  </a:lnTo>
                  <a:lnTo>
                    <a:pt x="650889" y="0"/>
                  </a:lnTo>
                  <a:lnTo>
                    <a:pt x="703256" y="0"/>
                  </a:lnTo>
                  <a:lnTo>
                    <a:pt x="755623" y="0"/>
                  </a:lnTo>
                  <a:lnTo>
                    <a:pt x="807991" y="0"/>
                  </a:lnTo>
                  <a:lnTo>
                    <a:pt x="860358" y="0"/>
                  </a:lnTo>
                  <a:lnTo>
                    <a:pt x="912726" y="0"/>
                  </a:lnTo>
                  <a:lnTo>
                    <a:pt x="965093" y="0"/>
                  </a:lnTo>
                  <a:lnTo>
                    <a:pt x="1017461" y="0"/>
                  </a:lnTo>
                  <a:lnTo>
                    <a:pt x="1069828" y="0"/>
                  </a:lnTo>
                  <a:lnTo>
                    <a:pt x="1122196" y="0"/>
                  </a:lnTo>
                  <a:lnTo>
                    <a:pt x="1174563" y="0"/>
                  </a:lnTo>
                  <a:lnTo>
                    <a:pt x="1226930" y="0"/>
                  </a:lnTo>
                  <a:lnTo>
                    <a:pt x="1279298" y="0"/>
                  </a:lnTo>
                  <a:lnTo>
                    <a:pt x="1331665" y="0"/>
                  </a:lnTo>
                  <a:lnTo>
                    <a:pt x="1384033" y="0"/>
                  </a:lnTo>
                  <a:lnTo>
                    <a:pt x="1436400" y="0"/>
                  </a:lnTo>
                  <a:lnTo>
                    <a:pt x="1488768" y="0"/>
                  </a:lnTo>
                  <a:lnTo>
                    <a:pt x="1541135" y="0"/>
                  </a:lnTo>
                  <a:lnTo>
                    <a:pt x="1593503" y="0"/>
                  </a:lnTo>
                  <a:lnTo>
                    <a:pt x="1645870" y="0"/>
                  </a:lnTo>
                  <a:lnTo>
                    <a:pt x="1698237" y="0"/>
                  </a:lnTo>
                  <a:lnTo>
                    <a:pt x="1750605" y="0"/>
                  </a:lnTo>
                  <a:lnTo>
                    <a:pt x="1802972" y="0"/>
                  </a:lnTo>
                  <a:lnTo>
                    <a:pt x="1855340" y="0"/>
                  </a:lnTo>
                  <a:lnTo>
                    <a:pt x="1907707" y="0"/>
                  </a:lnTo>
                  <a:lnTo>
                    <a:pt x="1960075" y="0"/>
                  </a:lnTo>
                  <a:lnTo>
                    <a:pt x="2012442" y="0"/>
                  </a:lnTo>
                  <a:lnTo>
                    <a:pt x="2064810" y="0"/>
                  </a:lnTo>
                  <a:lnTo>
                    <a:pt x="2117177" y="0"/>
                  </a:lnTo>
                  <a:lnTo>
                    <a:pt x="2169544" y="0"/>
                  </a:lnTo>
                  <a:lnTo>
                    <a:pt x="2221912" y="0"/>
                  </a:lnTo>
                  <a:lnTo>
                    <a:pt x="2274279" y="0"/>
                  </a:lnTo>
                  <a:lnTo>
                    <a:pt x="2326647" y="0"/>
                  </a:lnTo>
                  <a:lnTo>
                    <a:pt x="2379014" y="0"/>
                  </a:lnTo>
                  <a:lnTo>
                    <a:pt x="2431382" y="0"/>
                  </a:lnTo>
                  <a:lnTo>
                    <a:pt x="2483749" y="0"/>
                  </a:lnTo>
                  <a:lnTo>
                    <a:pt x="2536117" y="0"/>
                  </a:lnTo>
                  <a:lnTo>
                    <a:pt x="2588484" y="0"/>
                  </a:lnTo>
                  <a:lnTo>
                    <a:pt x="2640851" y="0"/>
                  </a:lnTo>
                  <a:lnTo>
                    <a:pt x="2693219" y="0"/>
                  </a:lnTo>
                  <a:lnTo>
                    <a:pt x="2745586" y="0"/>
                  </a:lnTo>
                  <a:lnTo>
                    <a:pt x="2797954" y="0"/>
                  </a:lnTo>
                  <a:lnTo>
                    <a:pt x="2850321" y="0"/>
                  </a:lnTo>
                  <a:lnTo>
                    <a:pt x="2902689" y="0"/>
                  </a:lnTo>
                  <a:lnTo>
                    <a:pt x="2955056" y="0"/>
                  </a:lnTo>
                  <a:lnTo>
                    <a:pt x="3007424" y="0"/>
                  </a:lnTo>
                  <a:lnTo>
                    <a:pt x="3059791" y="0"/>
                  </a:lnTo>
                  <a:lnTo>
                    <a:pt x="3112158" y="0"/>
                  </a:lnTo>
                  <a:lnTo>
                    <a:pt x="3164526" y="0"/>
                  </a:lnTo>
                  <a:lnTo>
                    <a:pt x="3216893" y="0"/>
                  </a:lnTo>
                  <a:lnTo>
                    <a:pt x="3269261" y="0"/>
                  </a:lnTo>
                  <a:lnTo>
                    <a:pt x="3321628" y="0"/>
                  </a:lnTo>
                  <a:lnTo>
                    <a:pt x="3373996" y="0"/>
                  </a:lnTo>
                  <a:lnTo>
                    <a:pt x="3426363" y="0"/>
                  </a:lnTo>
                  <a:lnTo>
                    <a:pt x="3478730" y="0"/>
                  </a:lnTo>
                  <a:lnTo>
                    <a:pt x="3531098" y="0"/>
                  </a:lnTo>
                  <a:lnTo>
                    <a:pt x="3583465" y="0"/>
                  </a:lnTo>
                  <a:lnTo>
                    <a:pt x="3635833" y="0"/>
                  </a:lnTo>
                  <a:lnTo>
                    <a:pt x="3688200" y="0"/>
                  </a:lnTo>
                  <a:lnTo>
                    <a:pt x="3740568" y="0"/>
                  </a:lnTo>
                  <a:lnTo>
                    <a:pt x="3792935" y="0"/>
                  </a:lnTo>
                  <a:lnTo>
                    <a:pt x="3845303" y="0"/>
                  </a:lnTo>
                  <a:lnTo>
                    <a:pt x="3897670" y="0"/>
                  </a:lnTo>
                  <a:lnTo>
                    <a:pt x="3950037" y="0"/>
                  </a:lnTo>
                  <a:lnTo>
                    <a:pt x="4002405" y="0"/>
                  </a:lnTo>
                  <a:lnTo>
                    <a:pt x="4054772" y="0"/>
                  </a:lnTo>
                  <a:lnTo>
                    <a:pt x="4107140" y="0"/>
                  </a:lnTo>
                  <a:lnTo>
                    <a:pt x="4149766" y="0"/>
                  </a:lnTo>
                  <a:lnTo>
                    <a:pt x="4149766" y="0"/>
                  </a:lnTo>
                </a:path>
              </a:pathLst>
            </a:custGeom>
            <a:ln w="13550" cap="rnd">
              <a:solidFill>
                <a:srgbClr val="F0F8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2301906" y="4615577"/>
              <a:ext cx="4149766" cy="0"/>
            </a:xfrm>
            <a:custGeom>
              <a:avLst/>
              <a:pathLst>
                <a:path w="4149766" h="0">
                  <a:moveTo>
                    <a:pt x="0" y="0"/>
                  </a:moveTo>
                  <a:lnTo>
                    <a:pt x="22479" y="0"/>
                  </a:lnTo>
                  <a:lnTo>
                    <a:pt x="74847" y="0"/>
                  </a:lnTo>
                  <a:lnTo>
                    <a:pt x="127214" y="0"/>
                  </a:lnTo>
                  <a:lnTo>
                    <a:pt x="179582" y="0"/>
                  </a:lnTo>
                  <a:lnTo>
                    <a:pt x="231949" y="0"/>
                  </a:lnTo>
                  <a:lnTo>
                    <a:pt x="284316" y="0"/>
                  </a:lnTo>
                  <a:lnTo>
                    <a:pt x="336684" y="0"/>
                  </a:lnTo>
                  <a:lnTo>
                    <a:pt x="389051" y="0"/>
                  </a:lnTo>
                  <a:lnTo>
                    <a:pt x="441419" y="0"/>
                  </a:lnTo>
                  <a:lnTo>
                    <a:pt x="493786" y="0"/>
                  </a:lnTo>
                  <a:lnTo>
                    <a:pt x="546154" y="0"/>
                  </a:lnTo>
                  <a:lnTo>
                    <a:pt x="598521" y="0"/>
                  </a:lnTo>
                  <a:lnTo>
                    <a:pt x="650889" y="0"/>
                  </a:lnTo>
                  <a:lnTo>
                    <a:pt x="703256" y="0"/>
                  </a:lnTo>
                  <a:lnTo>
                    <a:pt x="755623" y="0"/>
                  </a:lnTo>
                  <a:lnTo>
                    <a:pt x="807991" y="0"/>
                  </a:lnTo>
                  <a:lnTo>
                    <a:pt x="860358" y="0"/>
                  </a:lnTo>
                  <a:lnTo>
                    <a:pt x="912726" y="0"/>
                  </a:lnTo>
                  <a:lnTo>
                    <a:pt x="965093" y="0"/>
                  </a:lnTo>
                  <a:lnTo>
                    <a:pt x="1017461" y="0"/>
                  </a:lnTo>
                  <a:lnTo>
                    <a:pt x="1069828" y="0"/>
                  </a:lnTo>
                  <a:lnTo>
                    <a:pt x="1122196" y="0"/>
                  </a:lnTo>
                  <a:lnTo>
                    <a:pt x="1174563" y="0"/>
                  </a:lnTo>
                  <a:lnTo>
                    <a:pt x="1226930" y="0"/>
                  </a:lnTo>
                  <a:lnTo>
                    <a:pt x="1279298" y="0"/>
                  </a:lnTo>
                  <a:lnTo>
                    <a:pt x="1331665" y="0"/>
                  </a:lnTo>
                  <a:lnTo>
                    <a:pt x="1384033" y="0"/>
                  </a:lnTo>
                  <a:lnTo>
                    <a:pt x="1436400" y="0"/>
                  </a:lnTo>
                  <a:lnTo>
                    <a:pt x="1488768" y="0"/>
                  </a:lnTo>
                  <a:lnTo>
                    <a:pt x="1541135" y="0"/>
                  </a:lnTo>
                  <a:lnTo>
                    <a:pt x="1593503" y="0"/>
                  </a:lnTo>
                  <a:lnTo>
                    <a:pt x="1645870" y="0"/>
                  </a:lnTo>
                  <a:lnTo>
                    <a:pt x="1698237" y="0"/>
                  </a:lnTo>
                  <a:lnTo>
                    <a:pt x="1750605" y="0"/>
                  </a:lnTo>
                  <a:lnTo>
                    <a:pt x="1802972" y="0"/>
                  </a:lnTo>
                  <a:lnTo>
                    <a:pt x="1855340" y="0"/>
                  </a:lnTo>
                  <a:lnTo>
                    <a:pt x="1907707" y="0"/>
                  </a:lnTo>
                  <a:lnTo>
                    <a:pt x="1960075" y="0"/>
                  </a:lnTo>
                  <a:lnTo>
                    <a:pt x="2012442" y="0"/>
                  </a:lnTo>
                  <a:lnTo>
                    <a:pt x="2064810" y="0"/>
                  </a:lnTo>
                  <a:lnTo>
                    <a:pt x="2117177" y="0"/>
                  </a:lnTo>
                  <a:lnTo>
                    <a:pt x="2169544" y="0"/>
                  </a:lnTo>
                  <a:lnTo>
                    <a:pt x="2221912" y="0"/>
                  </a:lnTo>
                  <a:lnTo>
                    <a:pt x="2274279" y="0"/>
                  </a:lnTo>
                  <a:lnTo>
                    <a:pt x="2326647" y="0"/>
                  </a:lnTo>
                  <a:lnTo>
                    <a:pt x="2379014" y="0"/>
                  </a:lnTo>
                  <a:lnTo>
                    <a:pt x="2431382" y="0"/>
                  </a:lnTo>
                  <a:lnTo>
                    <a:pt x="2483749" y="0"/>
                  </a:lnTo>
                  <a:lnTo>
                    <a:pt x="2536117" y="0"/>
                  </a:lnTo>
                  <a:lnTo>
                    <a:pt x="2588484" y="0"/>
                  </a:lnTo>
                  <a:lnTo>
                    <a:pt x="2640851" y="0"/>
                  </a:lnTo>
                  <a:lnTo>
                    <a:pt x="2693219" y="0"/>
                  </a:lnTo>
                  <a:lnTo>
                    <a:pt x="2745586" y="0"/>
                  </a:lnTo>
                  <a:lnTo>
                    <a:pt x="2797954" y="0"/>
                  </a:lnTo>
                  <a:lnTo>
                    <a:pt x="2850321" y="0"/>
                  </a:lnTo>
                  <a:lnTo>
                    <a:pt x="2902689" y="0"/>
                  </a:lnTo>
                  <a:lnTo>
                    <a:pt x="2955056" y="0"/>
                  </a:lnTo>
                  <a:lnTo>
                    <a:pt x="3007424" y="0"/>
                  </a:lnTo>
                  <a:lnTo>
                    <a:pt x="3059791" y="0"/>
                  </a:lnTo>
                  <a:lnTo>
                    <a:pt x="3112158" y="0"/>
                  </a:lnTo>
                  <a:lnTo>
                    <a:pt x="3164526" y="0"/>
                  </a:lnTo>
                  <a:lnTo>
                    <a:pt x="3216893" y="0"/>
                  </a:lnTo>
                  <a:lnTo>
                    <a:pt x="3269261" y="0"/>
                  </a:lnTo>
                  <a:lnTo>
                    <a:pt x="3321628" y="0"/>
                  </a:lnTo>
                  <a:lnTo>
                    <a:pt x="3373996" y="0"/>
                  </a:lnTo>
                  <a:lnTo>
                    <a:pt x="3426363" y="0"/>
                  </a:lnTo>
                  <a:lnTo>
                    <a:pt x="3478730" y="0"/>
                  </a:lnTo>
                  <a:lnTo>
                    <a:pt x="3531098" y="0"/>
                  </a:lnTo>
                  <a:lnTo>
                    <a:pt x="3583465" y="0"/>
                  </a:lnTo>
                  <a:lnTo>
                    <a:pt x="3635833" y="0"/>
                  </a:lnTo>
                  <a:lnTo>
                    <a:pt x="3688200" y="0"/>
                  </a:lnTo>
                  <a:lnTo>
                    <a:pt x="3740568" y="0"/>
                  </a:lnTo>
                  <a:lnTo>
                    <a:pt x="3792935" y="0"/>
                  </a:lnTo>
                  <a:lnTo>
                    <a:pt x="3845303" y="0"/>
                  </a:lnTo>
                  <a:lnTo>
                    <a:pt x="3897670" y="0"/>
                  </a:lnTo>
                  <a:lnTo>
                    <a:pt x="3950037" y="0"/>
                  </a:lnTo>
                  <a:lnTo>
                    <a:pt x="4002405" y="0"/>
                  </a:lnTo>
                  <a:lnTo>
                    <a:pt x="4054772" y="0"/>
                  </a:lnTo>
                  <a:lnTo>
                    <a:pt x="4107140" y="0"/>
                  </a:lnTo>
                  <a:lnTo>
                    <a:pt x="4149766" y="0"/>
                  </a:lnTo>
                  <a:lnTo>
                    <a:pt x="4149766" y="0"/>
                  </a:lnTo>
                </a:path>
              </a:pathLst>
            </a:custGeom>
            <a:ln w="13550" cap="rnd">
              <a:solidFill>
                <a:srgbClr val="F0F8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2301906" y="3675975"/>
              <a:ext cx="4149766" cy="0"/>
            </a:xfrm>
            <a:custGeom>
              <a:avLst/>
              <a:pathLst>
                <a:path w="4149766" h="0">
                  <a:moveTo>
                    <a:pt x="0" y="0"/>
                  </a:moveTo>
                  <a:lnTo>
                    <a:pt x="22479" y="0"/>
                  </a:lnTo>
                  <a:lnTo>
                    <a:pt x="74847" y="0"/>
                  </a:lnTo>
                  <a:lnTo>
                    <a:pt x="127214" y="0"/>
                  </a:lnTo>
                  <a:lnTo>
                    <a:pt x="179582" y="0"/>
                  </a:lnTo>
                  <a:lnTo>
                    <a:pt x="231949" y="0"/>
                  </a:lnTo>
                  <a:lnTo>
                    <a:pt x="284316" y="0"/>
                  </a:lnTo>
                  <a:lnTo>
                    <a:pt x="336684" y="0"/>
                  </a:lnTo>
                  <a:lnTo>
                    <a:pt x="389051" y="0"/>
                  </a:lnTo>
                  <a:lnTo>
                    <a:pt x="441419" y="0"/>
                  </a:lnTo>
                  <a:lnTo>
                    <a:pt x="493786" y="0"/>
                  </a:lnTo>
                  <a:lnTo>
                    <a:pt x="546154" y="0"/>
                  </a:lnTo>
                  <a:lnTo>
                    <a:pt x="598521" y="0"/>
                  </a:lnTo>
                  <a:lnTo>
                    <a:pt x="650889" y="0"/>
                  </a:lnTo>
                  <a:lnTo>
                    <a:pt x="703256" y="0"/>
                  </a:lnTo>
                  <a:lnTo>
                    <a:pt x="755623" y="0"/>
                  </a:lnTo>
                  <a:lnTo>
                    <a:pt x="807991" y="0"/>
                  </a:lnTo>
                  <a:lnTo>
                    <a:pt x="860358" y="0"/>
                  </a:lnTo>
                  <a:lnTo>
                    <a:pt x="912726" y="0"/>
                  </a:lnTo>
                  <a:lnTo>
                    <a:pt x="965093" y="0"/>
                  </a:lnTo>
                  <a:lnTo>
                    <a:pt x="1017461" y="0"/>
                  </a:lnTo>
                  <a:lnTo>
                    <a:pt x="1069828" y="0"/>
                  </a:lnTo>
                  <a:lnTo>
                    <a:pt x="1122196" y="0"/>
                  </a:lnTo>
                  <a:lnTo>
                    <a:pt x="1174563" y="0"/>
                  </a:lnTo>
                  <a:lnTo>
                    <a:pt x="1226930" y="0"/>
                  </a:lnTo>
                  <a:lnTo>
                    <a:pt x="1279298" y="0"/>
                  </a:lnTo>
                  <a:lnTo>
                    <a:pt x="1331665" y="0"/>
                  </a:lnTo>
                  <a:lnTo>
                    <a:pt x="1384033" y="0"/>
                  </a:lnTo>
                  <a:lnTo>
                    <a:pt x="1436400" y="0"/>
                  </a:lnTo>
                  <a:lnTo>
                    <a:pt x="1488768" y="0"/>
                  </a:lnTo>
                  <a:lnTo>
                    <a:pt x="1541135" y="0"/>
                  </a:lnTo>
                  <a:lnTo>
                    <a:pt x="1593503" y="0"/>
                  </a:lnTo>
                  <a:lnTo>
                    <a:pt x="1645870" y="0"/>
                  </a:lnTo>
                  <a:lnTo>
                    <a:pt x="1698237" y="0"/>
                  </a:lnTo>
                  <a:lnTo>
                    <a:pt x="1750605" y="0"/>
                  </a:lnTo>
                  <a:lnTo>
                    <a:pt x="1802972" y="0"/>
                  </a:lnTo>
                  <a:lnTo>
                    <a:pt x="1855340" y="0"/>
                  </a:lnTo>
                  <a:lnTo>
                    <a:pt x="1907707" y="0"/>
                  </a:lnTo>
                  <a:lnTo>
                    <a:pt x="1960075" y="0"/>
                  </a:lnTo>
                  <a:lnTo>
                    <a:pt x="2012442" y="0"/>
                  </a:lnTo>
                  <a:lnTo>
                    <a:pt x="2064810" y="0"/>
                  </a:lnTo>
                  <a:lnTo>
                    <a:pt x="2117177" y="0"/>
                  </a:lnTo>
                  <a:lnTo>
                    <a:pt x="2169544" y="0"/>
                  </a:lnTo>
                  <a:lnTo>
                    <a:pt x="2221912" y="0"/>
                  </a:lnTo>
                  <a:lnTo>
                    <a:pt x="2274279" y="0"/>
                  </a:lnTo>
                  <a:lnTo>
                    <a:pt x="2326647" y="0"/>
                  </a:lnTo>
                  <a:lnTo>
                    <a:pt x="2379014" y="0"/>
                  </a:lnTo>
                  <a:lnTo>
                    <a:pt x="2431382" y="0"/>
                  </a:lnTo>
                  <a:lnTo>
                    <a:pt x="2483749" y="0"/>
                  </a:lnTo>
                  <a:lnTo>
                    <a:pt x="2536117" y="0"/>
                  </a:lnTo>
                  <a:lnTo>
                    <a:pt x="2588484" y="0"/>
                  </a:lnTo>
                  <a:lnTo>
                    <a:pt x="2640851" y="0"/>
                  </a:lnTo>
                  <a:lnTo>
                    <a:pt x="2693219" y="0"/>
                  </a:lnTo>
                  <a:lnTo>
                    <a:pt x="2745586" y="0"/>
                  </a:lnTo>
                  <a:lnTo>
                    <a:pt x="2797954" y="0"/>
                  </a:lnTo>
                  <a:lnTo>
                    <a:pt x="2850321" y="0"/>
                  </a:lnTo>
                  <a:lnTo>
                    <a:pt x="2902689" y="0"/>
                  </a:lnTo>
                  <a:lnTo>
                    <a:pt x="2955056" y="0"/>
                  </a:lnTo>
                  <a:lnTo>
                    <a:pt x="3007424" y="0"/>
                  </a:lnTo>
                  <a:lnTo>
                    <a:pt x="3059791" y="0"/>
                  </a:lnTo>
                  <a:lnTo>
                    <a:pt x="3112158" y="0"/>
                  </a:lnTo>
                  <a:lnTo>
                    <a:pt x="3164526" y="0"/>
                  </a:lnTo>
                  <a:lnTo>
                    <a:pt x="3216893" y="0"/>
                  </a:lnTo>
                  <a:lnTo>
                    <a:pt x="3269261" y="0"/>
                  </a:lnTo>
                  <a:lnTo>
                    <a:pt x="3321628" y="0"/>
                  </a:lnTo>
                  <a:lnTo>
                    <a:pt x="3373996" y="0"/>
                  </a:lnTo>
                  <a:lnTo>
                    <a:pt x="3426363" y="0"/>
                  </a:lnTo>
                  <a:lnTo>
                    <a:pt x="3478730" y="0"/>
                  </a:lnTo>
                  <a:lnTo>
                    <a:pt x="3531098" y="0"/>
                  </a:lnTo>
                  <a:lnTo>
                    <a:pt x="3583465" y="0"/>
                  </a:lnTo>
                  <a:lnTo>
                    <a:pt x="3635833" y="0"/>
                  </a:lnTo>
                  <a:lnTo>
                    <a:pt x="3688200" y="0"/>
                  </a:lnTo>
                  <a:lnTo>
                    <a:pt x="3740568" y="0"/>
                  </a:lnTo>
                  <a:lnTo>
                    <a:pt x="3792935" y="0"/>
                  </a:lnTo>
                  <a:lnTo>
                    <a:pt x="3845303" y="0"/>
                  </a:lnTo>
                  <a:lnTo>
                    <a:pt x="3897670" y="0"/>
                  </a:lnTo>
                  <a:lnTo>
                    <a:pt x="3950037" y="0"/>
                  </a:lnTo>
                  <a:lnTo>
                    <a:pt x="4002405" y="0"/>
                  </a:lnTo>
                  <a:lnTo>
                    <a:pt x="4054772" y="0"/>
                  </a:lnTo>
                  <a:lnTo>
                    <a:pt x="4107140" y="0"/>
                  </a:lnTo>
                  <a:lnTo>
                    <a:pt x="4149766" y="0"/>
                  </a:lnTo>
                  <a:lnTo>
                    <a:pt x="4149766" y="0"/>
                  </a:lnTo>
                </a:path>
              </a:pathLst>
            </a:custGeom>
            <a:ln w="13550" cap="rnd">
              <a:solidFill>
                <a:srgbClr val="F0F8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2301906" y="2736372"/>
              <a:ext cx="4149766" cy="0"/>
            </a:xfrm>
            <a:custGeom>
              <a:avLst/>
              <a:pathLst>
                <a:path w="4149766" h="0">
                  <a:moveTo>
                    <a:pt x="0" y="0"/>
                  </a:moveTo>
                  <a:lnTo>
                    <a:pt x="22479" y="0"/>
                  </a:lnTo>
                  <a:lnTo>
                    <a:pt x="74847" y="0"/>
                  </a:lnTo>
                  <a:lnTo>
                    <a:pt x="127214" y="0"/>
                  </a:lnTo>
                  <a:lnTo>
                    <a:pt x="179582" y="0"/>
                  </a:lnTo>
                  <a:lnTo>
                    <a:pt x="231949" y="0"/>
                  </a:lnTo>
                  <a:lnTo>
                    <a:pt x="284316" y="0"/>
                  </a:lnTo>
                  <a:lnTo>
                    <a:pt x="336684" y="0"/>
                  </a:lnTo>
                  <a:lnTo>
                    <a:pt x="389051" y="0"/>
                  </a:lnTo>
                  <a:lnTo>
                    <a:pt x="441419" y="0"/>
                  </a:lnTo>
                  <a:lnTo>
                    <a:pt x="493786" y="0"/>
                  </a:lnTo>
                  <a:lnTo>
                    <a:pt x="546154" y="0"/>
                  </a:lnTo>
                  <a:lnTo>
                    <a:pt x="598521" y="0"/>
                  </a:lnTo>
                  <a:lnTo>
                    <a:pt x="650889" y="0"/>
                  </a:lnTo>
                  <a:lnTo>
                    <a:pt x="703256" y="0"/>
                  </a:lnTo>
                  <a:lnTo>
                    <a:pt x="755623" y="0"/>
                  </a:lnTo>
                  <a:lnTo>
                    <a:pt x="807991" y="0"/>
                  </a:lnTo>
                  <a:lnTo>
                    <a:pt x="860358" y="0"/>
                  </a:lnTo>
                  <a:lnTo>
                    <a:pt x="912726" y="0"/>
                  </a:lnTo>
                  <a:lnTo>
                    <a:pt x="965093" y="0"/>
                  </a:lnTo>
                  <a:lnTo>
                    <a:pt x="1017461" y="0"/>
                  </a:lnTo>
                  <a:lnTo>
                    <a:pt x="1069828" y="0"/>
                  </a:lnTo>
                  <a:lnTo>
                    <a:pt x="1122196" y="0"/>
                  </a:lnTo>
                  <a:lnTo>
                    <a:pt x="1174563" y="0"/>
                  </a:lnTo>
                  <a:lnTo>
                    <a:pt x="1226930" y="0"/>
                  </a:lnTo>
                  <a:lnTo>
                    <a:pt x="1279298" y="0"/>
                  </a:lnTo>
                  <a:lnTo>
                    <a:pt x="1331665" y="0"/>
                  </a:lnTo>
                  <a:lnTo>
                    <a:pt x="1384033" y="0"/>
                  </a:lnTo>
                  <a:lnTo>
                    <a:pt x="1436400" y="0"/>
                  </a:lnTo>
                  <a:lnTo>
                    <a:pt x="1488768" y="0"/>
                  </a:lnTo>
                  <a:lnTo>
                    <a:pt x="1541135" y="0"/>
                  </a:lnTo>
                  <a:lnTo>
                    <a:pt x="1593503" y="0"/>
                  </a:lnTo>
                  <a:lnTo>
                    <a:pt x="1645870" y="0"/>
                  </a:lnTo>
                  <a:lnTo>
                    <a:pt x="1698237" y="0"/>
                  </a:lnTo>
                  <a:lnTo>
                    <a:pt x="1750605" y="0"/>
                  </a:lnTo>
                  <a:lnTo>
                    <a:pt x="1802972" y="0"/>
                  </a:lnTo>
                  <a:lnTo>
                    <a:pt x="1855340" y="0"/>
                  </a:lnTo>
                  <a:lnTo>
                    <a:pt x="1907707" y="0"/>
                  </a:lnTo>
                  <a:lnTo>
                    <a:pt x="1960075" y="0"/>
                  </a:lnTo>
                  <a:lnTo>
                    <a:pt x="2012442" y="0"/>
                  </a:lnTo>
                  <a:lnTo>
                    <a:pt x="2064810" y="0"/>
                  </a:lnTo>
                  <a:lnTo>
                    <a:pt x="2117177" y="0"/>
                  </a:lnTo>
                  <a:lnTo>
                    <a:pt x="2169544" y="0"/>
                  </a:lnTo>
                  <a:lnTo>
                    <a:pt x="2221912" y="0"/>
                  </a:lnTo>
                  <a:lnTo>
                    <a:pt x="2274279" y="0"/>
                  </a:lnTo>
                  <a:lnTo>
                    <a:pt x="2326647" y="0"/>
                  </a:lnTo>
                  <a:lnTo>
                    <a:pt x="2379014" y="0"/>
                  </a:lnTo>
                  <a:lnTo>
                    <a:pt x="2431382" y="0"/>
                  </a:lnTo>
                  <a:lnTo>
                    <a:pt x="2483749" y="0"/>
                  </a:lnTo>
                  <a:lnTo>
                    <a:pt x="2536117" y="0"/>
                  </a:lnTo>
                  <a:lnTo>
                    <a:pt x="2588484" y="0"/>
                  </a:lnTo>
                  <a:lnTo>
                    <a:pt x="2640851" y="0"/>
                  </a:lnTo>
                  <a:lnTo>
                    <a:pt x="2693219" y="0"/>
                  </a:lnTo>
                  <a:lnTo>
                    <a:pt x="2745586" y="0"/>
                  </a:lnTo>
                  <a:lnTo>
                    <a:pt x="2797954" y="0"/>
                  </a:lnTo>
                  <a:lnTo>
                    <a:pt x="2850321" y="0"/>
                  </a:lnTo>
                  <a:lnTo>
                    <a:pt x="2902689" y="0"/>
                  </a:lnTo>
                  <a:lnTo>
                    <a:pt x="2955056" y="0"/>
                  </a:lnTo>
                  <a:lnTo>
                    <a:pt x="3007424" y="0"/>
                  </a:lnTo>
                  <a:lnTo>
                    <a:pt x="3059791" y="0"/>
                  </a:lnTo>
                  <a:lnTo>
                    <a:pt x="3112158" y="0"/>
                  </a:lnTo>
                  <a:lnTo>
                    <a:pt x="3164526" y="0"/>
                  </a:lnTo>
                  <a:lnTo>
                    <a:pt x="3216893" y="0"/>
                  </a:lnTo>
                  <a:lnTo>
                    <a:pt x="3269261" y="0"/>
                  </a:lnTo>
                  <a:lnTo>
                    <a:pt x="3321628" y="0"/>
                  </a:lnTo>
                  <a:lnTo>
                    <a:pt x="3373996" y="0"/>
                  </a:lnTo>
                  <a:lnTo>
                    <a:pt x="3426363" y="0"/>
                  </a:lnTo>
                  <a:lnTo>
                    <a:pt x="3478730" y="0"/>
                  </a:lnTo>
                  <a:lnTo>
                    <a:pt x="3531098" y="0"/>
                  </a:lnTo>
                  <a:lnTo>
                    <a:pt x="3583465" y="0"/>
                  </a:lnTo>
                  <a:lnTo>
                    <a:pt x="3635833" y="0"/>
                  </a:lnTo>
                  <a:lnTo>
                    <a:pt x="3688200" y="0"/>
                  </a:lnTo>
                  <a:lnTo>
                    <a:pt x="3740568" y="0"/>
                  </a:lnTo>
                  <a:lnTo>
                    <a:pt x="3792935" y="0"/>
                  </a:lnTo>
                  <a:lnTo>
                    <a:pt x="3845303" y="0"/>
                  </a:lnTo>
                  <a:lnTo>
                    <a:pt x="3897670" y="0"/>
                  </a:lnTo>
                  <a:lnTo>
                    <a:pt x="3950037" y="0"/>
                  </a:lnTo>
                  <a:lnTo>
                    <a:pt x="4002405" y="0"/>
                  </a:lnTo>
                  <a:lnTo>
                    <a:pt x="4054772" y="0"/>
                  </a:lnTo>
                  <a:lnTo>
                    <a:pt x="4107140" y="0"/>
                  </a:lnTo>
                  <a:lnTo>
                    <a:pt x="4149766" y="0"/>
                  </a:lnTo>
                  <a:lnTo>
                    <a:pt x="4149766" y="0"/>
                  </a:lnTo>
                </a:path>
              </a:pathLst>
            </a:custGeom>
            <a:ln w="13550" cap="rnd">
              <a:solidFill>
                <a:srgbClr val="F0F8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2301906" y="1796770"/>
              <a:ext cx="4149766" cy="0"/>
            </a:xfrm>
            <a:custGeom>
              <a:avLst/>
              <a:pathLst>
                <a:path w="4149766" h="0">
                  <a:moveTo>
                    <a:pt x="0" y="0"/>
                  </a:moveTo>
                  <a:lnTo>
                    <a:pt x="22479" y="0"/>
                  </a:lnTo>
                  <a:lnTo>
                    <a:pt x="74847" y="0"/>
                  </a:lnTo>
                  <a:lnTo>
                    <a:pt x="127214" y="0"/>
                  </a:lnTo>
                  <a:lnTo>
                    <a:pt x="179582" y="0"/>
                  </a:lnTo>
                  <a:lnTo>
                    <a:pt x="231949" y="0"/>
                  </a:lnTo>
                  <a:lnTo>
                    <a:pt x="284316" y="0"/>
                  </a:lnTo>
                  <a:lnTo>
                    <a:pt x="336684" y="0"/>
                  </a:lnTo>
                  <a:lnTo>
                    <a:pt x="389051" y="0"/>
                  </a:lnTo>
                  <a:lnTo>
                    <a:pt x="441419" y="0"/>
                  </a:lnTo>
                  <a:lnTo>
                    <a:pt x="493786" y="0"/>
                  </a:lnTo>
                  <a:lnTo>
                    <a:pt x="546154" y="0"/>
                  </a:lnTo>
                  <a:lnTo>
                    <a:pt x="598521" y="0"/>
                  </a:lnTo>
                  <a:lnTo>
                    <a:pt x="650889" y="0"/>
                  </a:lnTo>
                  <a:lnTo>
                    <a:pt x="703256" y="0"/>
                  </a:lnTo>
                  <a:lnTo>
                    <a:pt x="755623" y="0"/>
                  </a:lnTo>
                  <a:lnTo>
                    <a:pt x="807991" y="0"/>
                  </a:lnTo>
                  <a:lnTo>
                    <a:pt x="860358" y="0"/>
                  </a:lnTo>
                  <a:lnTo>
                    <a:pt x="912726" y="0"/>
                  </a:lnTo>
                  <a:lnTo>
                    <a:pt x="965093" y="0"/>
                  </a:lnTo>
                  <a:lnTo>
                    <a:pt x="1017461" y="0"/>
                  </a:lnTo>
                  <a:lnTo>
                    <a:pt x="1069828" y="0"/>
                  </a:lnTo>
                  <a:lnTo>
                    <a:pt x="1122196" y="0"/>
                  </a:lnTo>
                  <a:lnTo>
                    <a:pt x="1174563" y="0"/>
                  </a:lnTo>
                  <a:lnTo>
                    <a:pt x="1226930" y="0"/>
                  </a:lnTo>
                  <a:lnTo>
                    <a:pt x="1279298" y="0"/>
                  </a:lnTo>
                  <a:lnTo>
                    <a:pt x="1331665" y="0"/>
                  </a:lnTo>
                  <a:lnTo>
                    <a:pt x="1384033" y="0"/>
                  </a:lnTo>
                  <a:lnTo>
                    <a:pt x="1436400" y="0"/>
                  </a:lnTo>
                  <a:lnTo>
                    <a:pt x="1488768" y="0"/>
                  </a:lnTo>
                  <a:lnTo>
                    <a:pt x="1541135" y="0"/>
                  </a:lnTo>
                  <a:lnTo>
                    <a:pt x="1593503" y="0"/>
                  </a:lnTo>
                  <a:lnTo>
                    <a:pt x="1645870" y="0"/>
                  </a:lnTo>
                  <a:lnTo>
                    <a:pt x="1698237" y="0"/>
                  </a:lnTo>
                  <a:lnTo>
                    <a:pt x="1750605" y="0"/>
                  </a:lnTo>
                  <a:lnTo>
                    <a:pt x="1802972" y="0"/>
                  </a:lnTo>
                  <a:lnTo>
                    <a:pt x="1855340" y="0"/>
                  </a:lnTo>
                  <a:lnTo>
                    <a:pt x="1907707" y="0"/>
                  </a:lnTo>
                  <a:lnTo>
                    <a:pt x="1960075" y="0"/>
                  </a:lnTo>
                  <a:lnTo>
                    <a:pt x="2012442" y="0"/>
                  </a:lnTo>
                  <a:lnTo>
                    <a:pt x="2064810" y="0"/>
                  </a:lnTo>
                  <a:lnTo>
                    <a:pt x="2117177" y="0"/>
                  </a:lnTo>
                  <a:lnTo>
                    <a:pt x="2169544" y="0"/>
                  </a:lnTo>
                  <a:lnTo>
                    <a:pt x="2221912" y="0"/>
                  </a:lnTo>
                  <a:lnTo>
                    <a:pt x="2274279" y="0"/>
                  </a:lnTo>
                  <a:lnTo>
                    <a:pt x="2326647" y="0"/>
                  </a:lnTo>
                  <a:lnTo>
                    <a:pt x="2379014" y="0"/>
                  </a:lnTo>
                  <a:lnTo>
                    <a:pt x="2431382" y="0"/>
                  </a:lnTo>
                  <a:lnTo>
                    <a:pt x="2483749" y="0"/>
                  </a:lnTo>
                  <a:lnTo>
                    <a:pt x="2536117" y="0"/>
                  </a:lnTo>
                  <a:lnTo>
                    <a:pt x="2588484" y="0"/>
                  </a:lnTo>
                  <a:lnTo>
                    <a:pt x="2640851" y="0"/>
                  </a:lnTo>
                  <a:lnTo>
                    <a:pt x="2693219" y="0"/>
                  </a:lnTo>
                  <a:lnTo>
                    <a:pt x="2745586" y="0"/>
                  </a:lnTo>
                  <a:lnTo>
                    <a:pt x="2797954" y="0"/>
                  </a:lnTo>
                  <a:lnTo>
                    <a:pt x="2850321" y="0"/>
                  </a:lnTo>
                  <a:lnTo>
                    <a:pt x="2902689" y="0"/>
                  </a:lnTo>
                  <a:lnTo>
                    <a:pt x="2955056" y="0"/>
                  </a:lnTo>
                  <a:lnTo>
                    <a:pt x="3007424" y="0"/>
                  </a:lnTo>
                  <a:lnTo>
                    <a:pt x="3059791" y="0"/>
                  </a:lnTo>
                  <a:lnTo>
                    <a:pt x="3112158" y="0"/>
                  </a:lnTo>
                  <a:lnTo>
                    <a:pt x="3164526" y="0"/>
                  </a:lnTo>
                  <a:lnTo>
                    <a:pt x="3216893" y="0"/>
                  </a:lnTo>
                  <a:lnTo>
                    <a:pt x="3269261" y="0"/>
                  </a:lnTo>
                  <a:lnTo>
                    <a:pt x="3321628" y="0"/>
                  </a:lnTo>
                  <a:lnTo>
                    <a:pt x="3373996" y="0"/>
                  </a:lnTo>
                  <a:lnTo>
                    <a:pt x="3426363" y="0"/>
                  </a:lnTo>
                  <a:lnTo>
                    <a:pt x="3478730" y="0"/>
                  </a:lnTo>
                  <a:lnTo>
                    <a:pt x="3531098" y="0"/>
                  </a:lnTo>
                  <a:lnTo>
                    <a:pt x="3583465" y="0"/>
                  </a:lnTo>
                  <a:lnTo>
                    <a:pt x="3635833" y="0"/>
                  </a:lnTo>
                  <a:lnTo>
                    <a:pt x="3688200" y="0"/>
                  </a:lnTo>
                  <a:lnTo>
                    <a:pt x="3740568" y="0"/>
                  </a:lnTo>
                  <a:lnTo>
                    <a:pt x="3792935" y="0"/>
                  </a:lnTo>
                  <a:lnTo>
                    <a:pt x="3845303" y="0"/>
                  </a:lnTo>
                  <a:lnTo>
                    <a:pt x="3897670" y="0"/>
                  </a:lnTo>
                  <a:lnTo>
                    <a:pt x="3950037" y="0"/>
                  </a:lnTo>
                  <a:lnTo>
                    <a:pt x="4002405" y="0"/>
                  </a:lnTo>
                  <a:lnTo>
                    <a:pt x="4054772" y="0"/>
                  </a:lnTo>
                  <a:lnTo>
                    <a:pt x="4107140" y="0"/>
                  </a:lnTo>
                  <a:lnTo>
                    <a:pt x="4149766" y="0"/>
                  </a:lnTo>
                  <a:lnTo>
                    <a:pt x="4149766" y="0"/>
                  </a:lnTo>
                </a:path>
              </a:pathLst>
            </a:custGeom>
            <a:ln w="13550" cap="rnd">
              <a:solidFill>
                <a:srgbClr val="F0F8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g17"/>
            <p:cNvSpPr/>
            <p:nvPr/>
          </p:nvSpPr>
          <p:spPr>
            <a:xfrm>
              <a:off x="4171236" y="1756539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ABE4CC">
                <a:alpha val="100000"/>
              </a:srgbClr>
            </a:solidFill>
            <a:ln w="5420" cap="flat">
              <a:solidFill>
                <a:srgbClr val="ABE4C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g18"/>
            <p:cNvSpPr/>
            <p:nvPr/>
          </p:nvSpPr>
          <p:spPr>
            <a:xfrm>
              <a:off x="4252673" y="1756539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ABE4CC">
                <a:alpha val="100000"/>
              </a:srgbClr>
            </a:solidFill>
            <a:ln w="5420" cap="flat">
              <a:solidFill>
                <a:srgbClr val="ABE4C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g19"/>
            <p:cNvSpPr/>
            <p:nvPr/>
          </p:nvSpPr>
          <p:spPr>
            <a:xfrm>
              <a:off x="4334110" y="1756539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AAE4CB">
                <a:alpha val="100000"/>
              </a:srgbClr>
            </a:solidFill>
            <a:ln w="5420" cap="flat">
              <a:solidFill>
                <a:srgbClr val="AAE4C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g20"/>
            <p:cNvSpPr/>
            <p:nvPr/>
          </p:nvSpPr>
          <p:spPr>
            <a:xfrm>
              <a:off x="4415547" y="1756539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AAE4CB">
                <a:alpha val="100000"/>
              </a:srgbClr>
            </a:solidFill>
            <a:ln w="5420" cap="flat">
              <a:solidFill>
                <a:srgbClr val="AAE4C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g21"/>
            <p:cNvSpPr/>
            <p:nvPr/>
          </p:nvSpPr>
          <p:spPr>
            <a:xfrm>
              <a:off x="4496984" y="1756539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A9E4CB">
                <a:alpha val="100000"/>
              </a:srgbClr>
            </a:solidFill>
            <a:ln w="5420" cap="flat">
              <a:solidFill>
                <a:srgbClr val="A9E4C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g22"/>
            <p:cNvSpPr/>
            <p:nvPr/>
          </p:nvSpPr>
          <p:spPr>
            <a:xfrm>
              <a:off x="4578421" y="1756539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A9E4CB">
                <a:alpha val="100000"/>
              </a:srgbClr>
            </a:solidFill>
            <a:ln w="5420" cap="flat">
              <a:solidFill>
                <a:srgbClr val="A9E4C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pg23"/>
            <p:cNvSpPr/>
            <p:nvPr/>
          </p:nvSpPr>
          <p:spPr>
            <a:xfrm>
              <a:off x="4659858" y="1756539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A8E3CA">
                <a:alpha val="100000"/>
              </a:srgbClr>
            </a:solidFill>
            <a:ln w="5420" cap="flat">
              <a:solidFill>
                <a:srgbClr val="A8E3C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g24"/>
            <p:cNvSpPr/>
            <p:nvPr/>
          </p:nvSpPr>
          <p:spPr>
            <a:xfrm>
              <a:off x="5067044" y="1756539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9FE0C6">
                <a:alpha val="100000"/>
              </a:srgbClr>
            </a:solidFill>
            <a:ln w="5420" cap="flat">
              <a:solidFill>
                <a:srgbClr val="9FE0C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g25"/>
            <p:cNvSpPr/>
            <p:nvPr/>
          </p:nvSpPr>
          <p:spPr>
            <a:xfrm>
              <a:off x="5148481" y="1756539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9ADFC4">
                <a:alpha val="100000"/>
              </a:srgbClr>
            </a:solidFill>
            <a:ln w="5420" cap="flat">
              <a:solidFill>
                <a:srgbClr val="9ADFC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" name="pg26"/>
            <p:cNvSpPr/>
            <p:nvPr/>
          </p:nvSpPr>
          <p:spPr>
            <a:xfrm>
              <a:off x="5229918" y="1756539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97DEC2">
                <a:alpha val="100000"/>
              </a:srgbClr>
            </a:solidFill>
            <a:ln w="5420" cap="flat">
              <a:solidFill>
                <a:srgbClr val="97DEC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" name="pg27"/>
            <p:cNvSpPr/>
            <p:nvPr/>
          </p:nvSpPr>
          <p:spPr>
            <a:xfrm>
              <a:off x="5311355" y="1756539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94DDC1">
                <a:alpha val="100000"/>
              </a:srgbClr>
            </a:solidFill>
            <a:ln w="5420" cap="flat">
              <a:solidFill>
                <a:srgbClr val="94DDC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" name="pg28"/>
            <p:cNvSpPr/>
            <p:nvPr/>
          </p:nvSpPr>
          <p:spPr>
            <a:xfrm>
              <a:off x="5392793" y="1756539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91DCC0">
                <a:alpha val="100000"/>
              </a:srgbClr>
            </a:solidFill>
            <a:ln w="5420" cap="flat">
              <a:solidFill>
                <a:srgbClr val="91DCC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" name="pg29"/>
            <p:cNvSpPr/>
            <p:nvPr/>
          </p:nvSpPr>
          <p:spPr>
            <a:xfrm>
              <a:off x="4089798" y="1859855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ACE5CC">
                <a:alpha val="100000"/>
              </a:srgbClr>
            </a:solidFill>
            <a:ln w="5420" cap="flat">
              <a:solidFill>
                <a:srgbClr val="ACE5C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" name="pg30"/>
            <p:cNvSpPr/>
            <p:nvPr/>
          </p:nvSpPr>
          <p:spPr>
            <a:xfrm>
              <a:off x="4171236" y="1859855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ACE5CC">
                <a:alpha val="100000"/>
              </a:srgbClr>
            </a:solidFill>
            <a:ln w="5420" cap="flat">
              <a:solidFill>
                <a:srgbClr val="ACE5C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" name="pg31"/>
            <p:cNvSpPr/>
            <p:nvPr/>
          </p:nvSpPr>
          <p:spPr>
            <a:xfrm>
              <a:off x="4252673" y="1859855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ACE5CC">
                <a:alpha val="100000"/>
              </a:srgbClr>
            </a:solidFill>
            <a:ln w="5420" cap="flat">
              <a:solidFill>
                <a:srgbClr val="ACE5C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" name="pg32"/>
            <p:cNvSpPr/>
            <p:nvPr/>
          </p:nvSpPr>
          <p:spPr>
            <a:xfrm>
              <a:off x="4334110" y="1859855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ACE5CC">
                <a:alpha val="100000"/>
              </a:srgbClr>
            </a:solidFill>
            <a:ln w="5420" cap="flat">
              <a:solidFill>
                <a:srgbClr val="ACE5C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" name="pg33"/>
            <p:cNvSpPr/>
            <p:nvPr/>
          </p:nvSpPr>
          <p:spPr>
            <a:xfrm>
              <a:off x="4415547" y="1859855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ACE5CC">
                <a:alpha val="100000"/>
              </a:srgbClr>
            </a:solidFill>
            <a:ln w="5420" cap="flat">
              <a:solidFill>
                <a:srgbClr val="ACE5C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" name="pg34"/>
            <p:cNvSpPr/>
            <p:nvPr/>
          </p:nvSpPr>
          <p:spPr>
            <a:xfrm>
              <a:off x="4496984" y="1859855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ACE5CC">
                <a:alpha val="100000"/>
              </a:srgbClr>
            </a:solidFill>
            <a:ln w="5420" cap="flat">
              <a:solidFill>
                <a:srgbClr val="ACE5C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" name="pg35"/>
            <p:cNvSpPr/>
            <p:nvPr/>
          </p:nvSpPr>
          <p:spPr>
            <a:xfrm>
              <a:off x="4578421" y="1859855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ACE5CC">
                <a:alpha val="100000"/>
              </a:srgbClr>
            </a:solidFill>
            <a:ln w="5420" cap="flat">
              <a:solidFill>
                <a:srgbClr val="ACE5C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" name="pg36"/>
            <p:cNvSpPr/>
            <p:nvPr/>
          </p:nvSpPr>
          <p:spPr>
            <a:xfrm>
              <a:off x="4659858" y="1859855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ABE4CC">
                <a:alpha val="100000"/>
              </a:srgbClr>
            </a:solidFill>
            <a:ln w="5420" cap="flat">
              <a:solidFill>
                <a:srgbClr val="ABE4C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" name="pg37"/>
            <p:cNvSpPr/>
            <p:nvPr/>
          </p:nvSpPr>
          <p:spPr>
            <a:xfrm>
              <a:off x="5067044" y="1859855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A3E2C8">
                <a:alpha val="100000"/>
              </a:srgbClr>
            </a:solidFill>
            <a:ln w="5420" cap="flat">
              <a:solidFill>
                <a:srgbClr val="A3E2C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" name="pg38"/>
            <p:cNvSpPr/>
            <p:nvPr/>
          </p:nvSpPr>
          <p:spPr>
            <a:xfrm>
              <a:off x="5148481" y="1859855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9FE0C6">
                <a:alpha val="100000"/>
              </a:srgbClr>
            </a:solidFill>
            <a:ln w="5420" cap="flat">
              <a:solidFill>
                <a:srgbClr val="9FE0C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" name="pg39"/>
            <p:cNvSpPr/>
            <p:nvPr/>
          </p:nvSpPr>
          <p:spPr>
            <a:xfrm>
              <a:off x="5229918" y="1859855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9CDFC5">
                <a:alpha val="100000"/>
              </a:srgbClr>
            </a:solidFill>
            <a:ln w="5420" cap="flat">
              <a:solidFill>
                <a:srgbClr val="9CDFC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" name="pg40"/>
            <p:cNvSpPr/>
            <p:nvPr/>
          </p:nvSpPr>
          <p:spPr>
            <a:xfrm>
              <a:off x="5311355" y="1859855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99DFC3">
                <a:alpha val="100000"/>
              </a:srgbClr>
            </a:solidFill>
            <a:ln w="5420" cap="flat">
              <a:solidFill>
                <a:srgbClr val="99DFC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" name="pg41"/>
            <p:cNvSpPr/>
            <p:nvPr/>
          </p:nvSpPr>
          <p:spPr>
            <a:xfrm>
              <a:off x="5392793" y="1859855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96DEC2">
                <a:alpha val="100000"/>
              </a:srgbClr>
            </a:solidFill>
            <a:ln w="5420" cap="flat">
              <a:solidFill>
                <a:srgbClr val="96DEC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" name="pg42"/>
            <p:cNvSpPr/>
            <p:nvPr/>
          </p:nvSpPr>
          <p:spPr>
            <a:xfrm>
              <a:off x="3682613" y="1963171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AEE5CD">
                <a:alpha val="100000"/>
              </a:srgbClr>
            </a:solidFill>
            <a:ln w="5420" cap="flat">
              <a:solidFill>
                <a:srgbClr val="AEE5C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" name="pg43"/>
            <p:cNvSpPr/>
            <p:nvPr/>
          </p:nvSpPr>
          <p:spPr>
            <a:xfrm>
              <a:off x="3764050" y="1963171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ADE5CD">
                <a:alpha val="100000"/>
              </a:srgbClr>
            </a:solidFill>
            <a:ln w="5420" cap="flat">
              <a:solidFill>
                <a:srgbClr val="ADE5C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" name="pg44"/>
            <p:cNvSpPr/>
            <p:nvPr/>
          </p:nvSpPr>
          <p:spPr>
            <a:xfrm>
              <a:off x="3845487" y="1963171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ADE5CD">
                <a:alpha val="100000"/>
              </a:srgbClr>
            </a:solidFill>
            <a:ln w="5420" cap="flat">
              <a:solidFill>
                <a:srgbClr val="ADE5C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" name="pg45"/>
            <p:cNvSpPr/>
            <p:nvPr/>
          </p:nvSpPr>
          <p:spPr>
            <a:xfrm>
              <a:off x="3926924" y="1963171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ADE5CD">
                <a:alpha val="100000"/>
              </a:srgbClr>
            </a:solidFill>
            <a:ln w="5420" cap="flat">
              <a:solidFill>
                <a:srgbClr val="ADE5C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" name="pg46"/>
            <p:cNvSpPr/>
            <p:nvPr/>
          </p:nvSpPr>
          <p:spPr>
            <a:xfrm>
              <a:off x="4008361" y="1963171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ADE5CD">
                <a:alpha val="100000"/>
              </a:srgbClr>
            </a:solidFill>
            <a:ln w="5420" cap="flat">
              <a:solidFill>
                <a:srgbClr val="ADE5C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" name="pg47"/>
            <p:cNvSpPr/>
            <p:nvPr/>
          </p:nvSpPr>
          <p:spPr>
            <a:xfrm>
              <a:off x="4089798" y="1963171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ADE5CD">
                <a:alpha val="100000"/>
              </a:srgbClr>
            </a:solidFill>
            <a:ln w="5420" cap="flat">
              <a:solidFill>
                <a:srgbClr val="ADE5C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" name="pg48"/>
            <p:cNvSpPr/>
            <p:nvPr/>
          </p:nvSpPr>
          <p:spPr>
            <a:xfrm>
              <a:off x="4171236" y="1963171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ADE5CD">
                <a:alpha val="100000"/>
              </a:srgbClr>
            </a:solidFill>
            <a:ln w="5420" cap="flat">
              <a:solidFill>
                <a:srgbClr val="ADE5C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" name="pg49"/>
            <p:cNvSpPr/>
            <p:nvPr/>
          </p:nvSpPr>
          <p:spPr>
            <a:xfrm>
              <a:off x="4252673" y="1963171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ADE5CD">
                <a:alpha val="100000"/>
              </a:srgbClr>
            </a:solidFill>
            <a:ln w="5420" cap="flat">
              <a:solidFill>
                <a:srgbClr val="ADE5C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" name="pg50"/>
            <p:cNvSpPr/>
            <p:nvPr/>
          </p:nvSpPr>
          <p:spPr>
            <a:xfrm>
              <a:off x="4334110" y="1963171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AEE5CD">
                <a:alpha val="100000"/>
              </a:srgbClr>
            </a:solidFill>
            <a:ln w="5420" cap="flat">
              <a:solidFill>
                <a:srgbClr val="AEE5C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" name="pg51"/>
            <p:cNvSpPr/>
            <p:nvPr/>
          </p:nvSpPr>
          <p:spPr>
            <a:xfrm>
              <a:off x="4415547" y="1963171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AEE5CD">
                <a:alpha val="100000"/>
              </a:srgbClr>
            </a:solidFill>
            <a:ln w="5420" cap="flat">
              <a:solidFill>
                <a:srgbClr val="AEE5C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" name="pg52"/>
            <p:cNvSpPr/>
            <p:nvPr/>
          </p:nvSpPr>
          <p:spPr>
            <a:xfrm>
              <a:off x="4496984" y="1963171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AEE5CD">
                <a:alpha val="100000"/>
              </a:srgbClr>
            </a:solidFill>
            <a:ln w="5420" cap="flat">
              <a:solidFill>
                <a:srgbClr val="AEE5C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" name="pg53"/>
            <p:cNvSpPr/>
            <p:nvPr/>
          </p:nvSpPr>
          <p:spPr>
            <a:xfrm>
              <a:off x="4578421" y="1963171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AEE5CD">
                <a:alpha val="100000"/>
              </a:srgbClr>
            </a:solidFill>
            <a:ln w="5420" cap="flat">
              <a:solidFill>
                <a:srgbClr val="AEE5C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" name="pg54"/>
            <p:cNvSpPr/>
            <p:nvPr/>
          </p:nvSpPr>
          <p:spPr>
            <a:xfrm>
              <a:off x="4985607" y="1963171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AAE4CB">
                <a:alpha val="100000"/>
              </a:srgbClr>
            </a:solidFill>
            <a:ln w="5420" cap="flat">
              <a:solidFill>
                <a:srgbClr val="AAE4C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" name="pg55"/>
            <p:cNvSpPr/>
            <p:nvPr/>
          </p:nvSpPr>
          <p:spPr>
            <a:xfrm>
              <a:off x="5067044" y="1963171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A7E3CA">
                <a:alpha val="100000"/>
              </a:srgbClr>
            </a:solidFill>
            <a:ln w="5420" cap="flat">
              <a:solidFill>
                <a:srgbClr val="A7E3C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" name="pg56"/>
            <p:cNvSpPr/>
            <p:nvPr/>
          </p:nvSpPr>
          <p:spPr>
            <a:xfrm>
              <a:off x="5148481" y="1963171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A3E2C8">
                <a:alpha val="100000"/>
              </a:srgbClr>
            </a:solidFill>
            <a:ln w="5420" cap="flat">
              <a:solidFill>
                <a:srgbClr val="A3E2C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" name="pg57"/>
            <p:cNvSpPr/>
            <p:nvPr/>
          </p:nvSpPr>
          <p:spPr>
            <a:xfrm>
              <a:off x="5229918" y="1963171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A0E1C7">
                <a:alpha val="100000"/>
              </a:srgbClr>
            </a:solidFill>
            <a:ln w="5420" cap="flat">
              <a:solidFill>
                <a:srgbClr val="A0E1C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" name="pg58"/>
            <p:cNvSpPr/>
            <p:nvPr/>
          </p:nvSpPr>
          <p:spPr>
            <a:xfrm>
              <a:off x="5311355" y="1963171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9EE0C5">
                <a:alpha val="100000"/>
              </a:srgbClr>
            </a:solidFill>
            <a:ln w="5420" cap="flat">
              <a:solidFill>
                <a:srgbClr val="9EE0C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" name="pg59"/>
            <p:cNvSpPr/>
            <p:nvPr/>
          </p:nvSpPr>
          <p:spPr>
            <a:xfrm>
              <a:off x="5392793" y="1963171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9BDFC4">
                <a:alpha val="100000"/>
              </a:srgbClr>
            </a:solidFill>
            <a:ln w="5420" cap="flat">
              <a:solidFill>
                <a:srgbClr val="9BDFC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" name="pg60"/>
            <p:cNvSpPr/>
            <p:nvPr/>
          </p:nvSpPr>
          <p:spPr>
            <a:xfrm>
              <a:off x="3601176" y="2066487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AEE5CD">
                <a:alpha val="100000"/>
              </a:srgbClr>
            </a:solidFill>
            <a:ln w="5420" cap="flat">
              <a:solidFill>
                <a:srgbClr val="AEE5C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" name="pg61"/>
            <p:cNvSpPr/>
            <p:nvPr/>
          </p:nvSpPr>
          <p:spPr>
            <a:xfrm>
              <a:off x="3682613" y="2066487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AEE5CD">
                <a:alpha val="100000"/>
              </a:srgbClr>
            </a:solidFill>
            <a:ln w="5420" cap="flat">
              <a:solidFill>
                <a:srgbClr val="AEE5C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" name="pg62"/>
            <p:cNvSpPr/>
            <p:nvPr/>
          </p:nvSpPr>
          <p:spPr>
            <a:xfrm>
              <a:off x="3764050" y="2066487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AEE5CD">
                <a:alpha val="100000"/>
              </a:srgbClr>
            </a:solidFill>
            <a:ln w="5420" cap="flat">
              <a:solidFill>
                <a:srgbClr val="AEE5C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" name="pg63"/>
            <p:cNvSpPr/>
            <p:nvPr/>
          </p:nvSpPr>
          <p:spPr>
            <a:xfrm>
              <a:off x="3845487" y="2066487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AEE5CD">
                <a:alpha val="100000"/>
              </a:srgbClr>
            </a:solidFill>
            <a:ln w="5420" cap="flat">
              <a:solidFill>
                <a:srgbClr val="AEE5C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" name="pg64"/>
            <p:cNvSpPr/>
            <p:nvPr/>
          </p:nvSpPr>
          <p:spPr>
            <a:xfrm>
              <a:off x="3926924" y="2066487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ADE5CD">
                <a:alpha val="100000"/>
              </a:srgbClr>
            </a:solidFill>
            <a:ln w="5420" cap="flat">
              <a:solidFill>
                <a:srgbClr val="ADE5C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" name="pg65"/>
            <p:cNvSpPr/>
            <p:nvPr/>
          </p:nvSpPr>
          <p:spPr>
            <a:xfrm>
              <a:off x="4008361" y="2066487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ADE5CD">
                <a:alpha val="100000"/>
              </a:srgbClr>
            </a:solidFill>
            <a:ln w="5420" cap="flat">
              <a:solidFill>
                <a:srgbClr val="ADE5C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" name="pg66"/>
            <p:cNvSpPr/>
            <p:nvPr/>
          </p:nvSpPr>
          <p:spPr>
            <a:xfrm>
              <a:off x="4089798" y="2066487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ADE5CD">
                <a:alpha val="100000"/>
              </a:srgbClr>
            </a:solidFill>
            <a:ln w="5420" cap="flat">
              <a:solidFill>
                <a:srgbClr val="ADE5C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" name="pg67"/>
            <p:cNvSpPr/>
            <p:nvPr/>
          </p:nvSpPr>
          <p:spPr>
            <a:xfrm>
              <a:off x="4171236" y="2066487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ADE5CD">
                <a:alpha val="100000"/>
              </a:srgbClr>
            </a:solidFill>
            <a:ln w="5420" cap="flat">
              <a:solidFill>
                <a:srgbClr val="ADE5C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" name="pg68"/>
            <p:cNvSpPr/>
            <p:nvPr/>
          </p:nvSpPr>
          <p:spPr>
            <a:xfrm>
              <a:off x="4252673" y="2066487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ADE5CD">
                <a:alpha val="100000"/>
              </a:srgbClr>
            </a:solidFill>
            <a:ln w="5420" cap="flat">
              <a:solidFill>
                <a:srgbClr val="ADE5C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" name="pg69"/>
            <p:cNvSpPr/>
            <p:nvPr/>
          </p:nvSpPr>
          <p:spPr>
            <a:xfrm>
              <a:off x="4334110" y="2066487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AEE5CD">
                <a:alpha val="100000"/>
              </a:srgbClr>
            </a:solidFill>
            <a:ln w="5420" cap="flat">
              <a:solidFill>
                <a:srgbClr val="AEE5C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" name="pg70"/>
            <p:cNvSpPr/>
            <p:nvPr/>
          </p:nvSpPr>
          <p:spPr>
            <a:xfrm>
              <a:off x="4415547" y="2066487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AFE6CE">
                <a:alpha val="100000"/>
              </a:srgbClr>
            </a:solidFill>
            <a:ln w="5420" cap="flat">
              <a:solidFill>
                <a:srgbClr val="AFE6C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" name="pg71"/>
            <p:cNvSpPr/>
            <p:nvPr/>
          </p:nvSpPr>
          <p:spPr>
            <a:xfrm>
              <a:off x="4496984" y="2066487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B0E6CE">
                <a:alpha val="100000"/>
              </a:srgbClr>
            </a:solidFill>
            <a:ln w="5420" cap="flat">
              <a:solidFill>
                <a:srgbClr val="B0E6C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" name="pg72"/>
            <p:cNvSpPr/>
            <p:nvPr/>
          </p:nvSpPr>
          <p:spPr>
            <a:xfrm>
              <a:off x="4904170" y="2066487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AFE6CD">
                <a:alpha val="100000"/>
              </a:srgbClr>
            </a:solidFill>
            <a:ln w="5420" cap="flat">
              <a:solidFill>
                <a:srgbClr val="AFE6C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" name="pg73"/>
            <p:cNvSpPr/>
            <p:nvPr/>
          </p:nvSpPr>
          <p:spPr>
            <a:xfrm>
              <a:off x="4985607" y="2066487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ADE5CD">
                <a:alpha val="100000"/>
              </a:srgbClr>
            </a:solidFill>
            <a:ln w="5420" cap="flat">
              <a:solidFill>
                <a:srgbClr val="ADE5C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" name="pg74"/>
            <p:cNvSpPr/>
            <p:nvPr/>
          </p:nvSpPr>
          <p:spPr>
            <a:xfrm>
              <a:off x="5067044" y="2066487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ABE4CC">
                <a:alpha val="100000"/>
              </a:srgbClr>
            </a:solidFill>
            <a:ln w="5420" cap="flat">
              <a:solidFill>
                <a:srgbClr val="ABE4C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" name="pg75"/>
            <p:cNvSpPr/>
            <p:nvPr/>
          </p:nvSpPr>
          <p:spPr>
            <a:xfrm>
              <a:off x="5148481" y="2066487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A7E3CA">
                <a:alpha val="100000"/>
              </a:srgbClr>
            </a:solidFill>
            <a:ln w="5420" cap="flat">
              <a:solidFill>
                <a:srgbClr val="A7E3C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" name="pg76"/>
            <p:cNvSpPr/>
            <p:nvPr/>
          </p:nvSpPr>
          <p:spPr>
            <a:xfrm>
              <a:off x="5229918" y="2066487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A4E2C9">
                <a:alpha val="100000"/>
              </a:srgbClr>
            </a:solidFill>
            <a:ln w="5420" cap="flat">
              <a:solidFill>
                <a:srgbClr val="A4E2C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" name="pg77"/>
            <p:cNvSpPr/>
            <p:nvPr/>
          </p:nvSpPr>
          <p:spPr>
            <a:xfrm>
              <a:off x="5311355" y="2066487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A2E1C7">
                <a:alpha val="100000"/>
              </a:srgbClr>
            </a:solidFill>
            <a:ln w="5420" cap="flat">
              <a:solidFill>
                <a:srgbClr val="A2E1C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" name="pg78"/>
            <p:cNvSpPr/>
            <p:nvPr/>
          </p:nvSpPr>
          <p:spPr>
            <a:xfrm>
              <a:off x="5392793" y="2066487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9FE1C6">
                <a:alpha val="100000"/>
              </a:srgbClr>
            </a:solidFill>
            <a:ln w="5420" cap="flat">
              <a:solidFill>
                <a:srgbClr val="9FE1C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" name="pg79"/>
            <p:cNvSpPr/>
            <p:nvPr/>
          </p:nvSpPr>
          <p:spPr>
            <a:xfrm>
              <a:off x="3438301" y="2169803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B1E6CE">
                <a:alpha val="100000"/>
              </a:srgbClr>
            </a:solidFill>
            <a:ln w="5420" cap="flat">
              <a:solidFill>
                <a:srgbClr val="B1E6C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" name="pg80"/>
            <p:cNvSpPr/>
            <p:nvPr/>
          </p:nvSpPr>
          <p:spPr>
            <a:xfrm>
              <a:off x="3519738" y="2169803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B0E6CE">
                <a:alpha val="100000"/>
              </a:srgbClr>
            </a:solidFill>
            <a:ln w="5420" cap="flat">
              <a:solidFill>
                <a:srgbClr val="B0E6C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" name="pg81"/>
            <p:cNvSpPr/>
            <p:nvPr/>
          </p:nvSpPr>
          <p:spPr>
            <a:xfrm>
              <a:off x="3601176" y="2169803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B0E6CE">
                <a:alpha val="100000"/>
              </a:srgbClr>
            </a:solidFill>
            <a:ln w="5420" cap="flat">
              <a:solidFill>
                <a:srgbClr val="B0E6C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" name="pg82"/>
            <p:cNvSpPr/>
            <p:nvPr/>
          </p:nvSpPr>
          <p:spPr>
            <a:xfrm>
              <a:off x="3682613" y="2169803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AFE6CE">
                <a:alpha val="100000"/>
              </a:srgbClr>
            </a:solidFill>
            <a:ln w="5420" cap="flat">
              <a:solidFill>
                <a:srgbClr val="AFE6C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" name="pg83"/>
            <p:cNvSpPr/>
            <p:nvPr/>
          </p:nvSpPr>
          <p:spPr>
            <a:xfrm>
              <a:off x="3764050" y="2169803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AFE6CE">
                <a:alpha val="100000"/>
              </a:srgbClr>
            </a:solidFill>
            <a:ln w="5420" cap="flat">
              <a:solidFill>
                <a:srgbClr val="AFE6C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" name="pg84"/>
            <p:cNvSpPr/>
            <p:nvPr/>
          </p:nvSpPr>
          <p:spPr>
            <a:xfrm>
              <a:off x="3845487" y="2169803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AEE5CD">
                <a:alpha val="100000"/>
              </a:srgbClr>
            </a:solidFill>
            <a:ln w="5420" cap="flat">
              <a:solidFill>
                <a:srgbClr val="AEE5C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" name="pg85"/>
            <p:cNvSpPr/>
            <p:nvPr/>
          </p:nvSpPr>
          <p:spPr>
            <a:xfrm>
              <a:off x="3926924" y="2169803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AEE5CD">
                <a:alpha val="100000"/>
              </a:srgbClr>
            </a:solidFill>
            <a:ln w="5420" cap="flat">
              <a:solidFill>
                <a:srgbClr val="AEE5C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" name="pg86"/>
            <p:cNvSpPr/>
            <p:nvPr/>
          </p:nvSpPr>
          <p:spPr>
            <a:xfrm>
              <a:off x="4008361" y="2169803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ADE5CD">
                <a:alpha val="100000"/>
              </a:srgbClr>
            </a:solidFill>
            <a:ln w="5420" cap="flat">
              <a:solidFill>
                <a:srgbClr val="ADE5C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" name="pg87"/>
            <p:cNvSpPr/>
            <p:nvPr/>
          </p:nvSpPr>
          <p:spPr>
            <a:xfrm>
              <a:off x="4089798" y="2169803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ACE5CC">
                <a:alpha val="100000"/>
              </a:srgbClr>
            </a:solidFill>
            <a:ln w="5420" cap="flat">
              <a:solidFill>
                <a:srgbClr val="ACE5C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" name="pg88"/>
            <p:cNvSpPr/>
            <p:nvPr/>
          </p:nvSpPr>
          <p:spPr>
            <a:xfrm>
              <a:off x="4171236" y="2169803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ACE5CC">
                <a:alpha val="100000"/>
              </a:srgbClr>
            </a:solidFill>
            <a:ln w="5420" cap="flat">
              <a:solidFill>
                <a:srgbClr val="ACE5C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" name="pg89"/>
            <p:cNvSpPr/>
            <p:nvPr/>
          </p:nvSpPr>
          <p:spPr>
            <a:xfrm>
              <a:off x="4252673" y="2169803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ACE5CC">
                <a:alpha val="100000"/>
              </a:srgbClr>
            </a:solidFill>
            <a:ln w="5420" cap="flat">
              <a:solidFill>
                <a:srgbClr val="ACE5C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" name="pg90"/>
            <p:cNvSpPr/>
            <p:nvPr/>
          </p:nvSpPr>
          <p:spPr>
            <a:xfrm>
              <a:off x="4334110" y="2169803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AFE6CD">
                <a:alpha val="100000"/>
              </a:srgbClr>
            </a:solidFill>
            <a:ln w="5420" cap="flat">
              <a:solidFill>
                <a:srgbClr val="AFE6C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" name="pg91"/>
            <p:cNvSpPr/>
            <p:nvPr/>
          </p:nvSpPr>
          <p:spPr>
            <a:xfrm>
              <a:off x="4822733" y="2169803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B7E8D1">
                <a:alpha val="100000"/>
              </a:srgbClr>
            </a:solidFill>
            <a:ln w="5420" cap="flat">
              <a:solidFill>
                <a:srgbClr val="B7E8D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" name="pg92"/>
            <p:cNvSpPr/>
            <p:nvPr/>
          </p:nvSpPr>
          <p:spPr>
            <a:xfrm>
              <a:off x="4904170" y="2169803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B6E8D1">
                <a:alpha val="100000"/>
              </a:srgbClr>
            </a:solidFill>
            <a:ln w="5420" cap="flat">
              <a:solidFill>
                <a:srgbClr val="B6E8D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" name="pg93"/>
            <p:cNvSpPr/>
            <p:nvPr/>
          </p:nvSpPr>
          <p:spPr>
            <a:xfrm>
              <a:off x="4985607" y="2169803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B4E7D0">
                <a:alpha val="100000"/>
              </a:srgbClr>
            </a:solidFill>
            <a:ln w="5420" cap="flat">
              <a:solidFill>
                <a:srgbClr val="B4E7D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" name="pg94"/>
            <p:cNvSpPr/>
            <p:nvPr/>
          </p:nvSpPr>
          <p:spPr>
            <a:xfrm>
              <a:off x="5067044" y="2169803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B2E7CF">
                <a:alpha val="100000"/>
              </a:srgbClr>
            </a:solidFill>
            <a:ln w="5420" cap="flat">
              <a:solidFill>
                <a:srgbClr val="B2E7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" name="pg95"/>
            <p:cNvSpPr/>
            <p:nvPr/>
          </p:nvSpPr>
          <p:spPr>
            <a:xfrm>
              <a:off x="5148481" y="2169803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AEE5CD">
                <a:alpha val="100000"/>
              </a:srgbClr>
            </a:solidFill>
            <a:ln w="5420" cap="flat">
              <a:solidFill>
                <a:srgbClr val="AEE5C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" name="pg96"/>
            <p:cNvSpPr/>
            <p:nvPr/>
          </p:nvSpPr>
          <p:spPr>
            <a:xfrm>
              <a:off x="5229918" y="2169803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ABE4CC">
                <a:alpha val="100000"/>
              </a:srgbClr>
            </a:solidFill>
            <a:ln w="5420" cap="flat">
              <a:solidFill>
                <a:srgbClr val="ABE4C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7" name="pg97"/>
            <p:cNvSpPr/>
            <p:nvPr/>
          </p:nvSpPr>
          <p:spPr>
            <a:xfrm>
              <a:off x="3275427" y="2273120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B2E7CF">
                <a:alpha val="100000"/>
              </a:srgbClr>
            </a:solidFill>
            <a:ln w="5420" cap="flat">
              <a:solidFill>
                <a:srgbClr val="B2E7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8" name="pg98"/>
            <p:cNvSpPr/>
            <p:nvPr/>
          </p:nvSpPr>
          <p:spPr>
            <a:xfrm>
              <a:off x="3356864" y="2273120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B2E7CF">
                <a:alpha val="100000"/>
              </a:srgbClr>
            </a:solidFill>
            <a:ln w="5420" cap="flat">
              <a:solidFill>
                <a:srgbClr val="B2E7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9" name="pg99"/>
            <p:cNvSpPr/>
            <p:nvPr/>
          </p:nvSpPr>
          <p:spPr>
            <a:xfrm>
              <a:off x="3438301" y="2273120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B2E6CF">
                <a:alpha val="100000"/>
              </a:srgbClr>
            </a:solidFill>
            <a:ln w="5420" cap="flat">
              <a:solidFill>
                <a:srgbClr val="B2E6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0" name="pg100"/>
            <p:cNvSpPr/>
            <p:nvPr/>
          </p:nvSpPr>
          <p:spPr>
            <a:xfrm>
              <a:off x="3519738" y="2273120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B1E6CF">
                <a:alpha val="100000"/>
              </a:srgbClr>
            </a:solidFill>
            <a:ln w="5420" cap="flat">
              <a:solidFill>
                <a:srgbClr val="B1E6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1" name="pg101"/>
            <p:cNvSpPr/>
            <p:nvPr/>
          </p:nvSpPr>
          <p:spPr>
            <a:xfrm>
              <a:off x="3601176" y="2273120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B1E6CE">
                <a:alpha val="100000"/>
              </a:srgbClr>
            </a:solidFill>
            <a:ln w="5420" cap="flat">
              <a:solidFill>
                <a:srgbClr val="B1E6C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2" name="pg102"/>
            <p:cNvSpPr/>
            <p:nvPr/>
          </p:nvSpPr>
          <p:spPr>
            <a:xfrm>
              <a:off x="3682613" y="2273120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B0E6CE">
                <a:alpha val="100000"/>
              </a:srgbClr>
            </a:solidFill>
            <a:ln w="5420" cap="flat">
              <a:solidFill>
                <a:srgbClr val="B0E6C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3" name="pg103"/>
            <p:cNvSpPr/>
            <p:nvPr/>
          </p:nvSpPr>
          <p:spPr>
            <a:xfrm>
              <a:off x="3764050" y="2273120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B0E6CE">
                <a:alpha val="100000"/>
              </a:srgbClr>
            </a:solidFill>
            <a:ln w="5420" cap="flat">
              <a:solidFill>
                <a:srgbClr val="B0E6C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4" name="pg104"/>
            <p:cNvSpPr/>
            <p:nvPr/>
          </p:nvSpPr>
          <p:spPr>
            <a:xfrm>
              <a:off x="3845487" y="2273120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AFE6CE">
                <a:alpha val="100000"/>
              </a:srgbClr>
            </a:solidFill>
            <a:ln w="5420" cap="flat">
              <a:solidFill>
                <a:srgbClr val="AFE6C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5" name="pg105"/>
            <p:cNvSpPr/>
            <p:nvPr/>
          </p:nvSpPr>
          <p:spPr>
            <a:xfrm>
              <a:off x="3926924" y="2273120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AEE5CD">
                <a:alpha val="100000"/>
              </a:srgbClr>
            </a:solidFill>
            <a:ln w="5420" cap="flat">
              <a:solidFill>
                <a:srgbClr val="AEE5C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6" name="pg106"/>
            <p:cNvSpPr/>
            <p:nvPr/>
          </p:nvSpPr>
          <p:spPr>
            <a:xfrm>
              <a:off x="4008361" y="2273120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ADE5CD">
                <a:alpha val="100000"/>
              </a:srgbClr>
            </a:solidFill>
            <a:ln w="5420" cap="flat">
              <a:solidFill>
                <a:srgbClr val="ADE5C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7" name="pg107"/>
            <p:cNvSpPr/>
            <p:nvPr/>
          </p:nvSpPr>
          <p:spPr>
            <a:xfrm>
              <a:off x="4089798" y="2273120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ADE5CC">
                <a:alpha val="100000"/>
              </a:srgbClr>
            </a:solidFill>
            <a:ln w="5420" cap="flat">
              <a:solidFill>
                <a:srgbClr val="ADE5C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8" name="pg108"/>
            <p:cNvSpPr/>
            <p:nvPr/>
          </p:nvSpPr>
          <p:spPr>
            <a:xfrm>
              <a:off x="4171236" y="2273120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ACE5CC">
                <a:alpha val="100000"/>
              </a:srgbClr>
            </a:solidFill>
            <a:ln w="5420" cap="flat">
              <a:solidFill>
                <a:srgbClr val="ACE5C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9" name="pg109"/>
            <p:cNvSpPr/>
            <p:nvPr/>
          </p:nvSpPr>
          <p:spPr>
            <a:xfrm>
              <a:off x="4252673" y="2273120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ACE5CC">
                <a:alpha val="100000"/>
              </a:srgbClr>
            </a:solidFill>
            <a:ln w="5420" cap="flat">
              <a:solidFill>
                <a:srgbClr val="ACE5C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0" name="pg110"/>
            <p:cNvSpPr/>
            <p:nvPr/>
          </p:nvSpPr>
          <p:spPr>
            <a:xfrm>
              <a:off x="4334110" y="2273120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B0E6CE">
                <a:alpha val="100000"/>
              </a:srgbClr>
            </a:solidFill>
            <a:ln w="5420" cap="flat">
              <a:solidFill>
                <a:srgbClr val="B0E6C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1" name="pg111"/>
            <p:cNvSpPr/>
            <p:nvPr/>
          </p:nvSpPr>
          <p:spPr>
            <a:xfrm>
              <a:off x="4415547" y="2273120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B4E7D0">
                <a:alpha val="100000"/>
              </a:srgbClr>
            </a:solidFill>
            <a:ln w="5420" cap="flat">
              <a:solidFill>
                <a:srgbClr val="B4E7D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2" name="pg112"/>
            <p:cNvSpPr/>
            <p:nvPr/>
          </p:nvSpPr>
          <p:spPr>
            <a:xfrm>
              <a:off x="4496984" y="2273120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B7E8D2">
                <a:alpha val="100000"/>
              </a:srgbClr>
            </a:solidFill>
            <a:ln w="5420" cap="flat">
              <a:solidFill>
                <a:srgbClr val="B7E8D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3" name="pg113"/>
            <p:cNvSpPr/>
            <p:nvPr/>
          </p:nvSpPr>
          <p:spPr>
            <a:xfrm>
              <a:off x="4578421" y="2273120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BAE9D3">
                <a:alpha val="100000"/>
              </a:srgbClr>
            </a:solidFill>
            <a:ln w="5420" cap="flat">
              <a:solidFill>
                <a:srgbClr val="BAE9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4" name="pg114"/>
            <p:cNvSpPr/>
            <p:nvPr/>
          </p:nvSpPr>
          <p:spPr>
            <a:xfrm>
              <a:off x="4741296" y="2273120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BBEAD4">
                <a:alpha val="100000"/>
              </a:srgbClr>
            </a:solidFill>
            <a:ln w="5420" cap="flat">
              <a:solidFill>
                <a:srgbClr val="BBEAD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5" name="pg115"/>
            <p:cNvSpPr/>
            <p:nvPr/>
          </p:nvSpPr>
          <p:spPr>
            <a:xfrm>
              <a:off x="4822733" y="2273120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BBE9D3">
                <a:alpha val="100000"/>
              </a:srgbClr>
            </a:solidFill>
            <a:ln w="5420" cap="flat">
              <a:solidFill>
                <a:srgbClr val="BBE9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6" name="pg116"/>
            <p:cNvSpPr/>
            <p:nvPr/>
          </p:nvSpPr>
          <p:spPr>
            <a:xfrm>
              <a:off x="4904170" y="2273120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B9E9D3">
                <a:alpha val="100000"/>
              </a:srgbClr>
            </a:solidFill>
            <a:ln w="5420" cap="flat">
              <a:solidFill>
                <a:srgbClr val="B9E9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7" name="pg117"/>
            <p:cNvSpPr/>
            <p:nvPr/>
          </p:nvSpPr>
          <p:spPr>
            <a:xfrm>
              <a:off x="4985607" y="2273120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B8E8D2">
                <a:alpha val="100000"/>
              </a:srgbClr>
            </a:solidFill>
            <a:ln w="5420" cap="flat">
              <a:solidFill>
                <a:srgbClr val="B8E8D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8" name="pg118"/>
            <p:cNvSpPr/>
            <p:nvPr/>
          </p:nvSpPr>
          <p:spPr>
            <a:xfrm>
              <a:off x="5067044" y="2273120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B5E8D1">
                <a:alpha val="100000"/>
              </a:srgbClr>
            </a:solidFill>
            <a:ln w="5420" cap="flat">
              <a:solidFill>
                <a:srgbClr val="B5E8D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9" name="pg119"/>
            <p:cNvSpPr/>
            <p:nvPr/>
          </p:nvSpPr>
          <p:spPr>
            <a:xfrm>
              <a:off x="5148481" y="2273120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B1E6CE">
                <a:alpha val="100000"/>
              </a:srgbClr>
            </a:solidFill>
            <a:ln w="5420" cap="flat">
              <a:solidFill>
                <a:srgbClr val="B1E6C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0" name="pg120"/>
            <p:cNvSpPr/>
            <p:nvPr/>
          </p:nvSpPr>
          <p:spPr>
            <a:xfrm>
              <a:off x="5229918" y="2273120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AEE5CD">
                <a:alpha val="100000"/>
              </a:srgbClr>
            </a:solidFill>
            <a:ln w="5420" cap="flat">
              <a:solidFill>
                <a:srgbClr val="AEE5C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1" name="pg121"/>
            <p:cNvSpPr/>
            <p:nvPr/>
          </p:nvSpPr>
          <p:spPr>
            <a:xfrm>
              <a:off x="3275427" y="2376436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B3E7D0">
                <a:alpha val="100000"/>
              </a:srgbClr>
            </a:solidFill>
            <a:ln w="5420" cap="flat">
              <a:solidFill>
                <a:srgbClr val="B3E7D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2" name="pg122"/>
            <p:cNvSpPr/>
            <p:nvPr/>
          </p:nvSpPr>
          <p:spPr>
            <a:xfrm>
              <a:off x="3356864" y="2376436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B3E7CF">
                <a:alpha val="100000"/>
              </a:srgbClr>
            </a:solidFill>
            <a:ln w="5420" cap="flat">
              <a:solidFill>
                <a:srgbClr val="B3E7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3" name="pg123"/>
            <p:cNvSpPr/>
            <p:nvPr/>
          </p:nvSpPr>
          <p:spPr>
            <a:xfrm>
              <a:off x="3438301" y="2376436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B3E7CF">
                <a:alpha val="100000"/>
              </a:srgbClr>
            </a:solidFill>
            <a:ln w="5420" cap="flat">
              <a:solidFill>
                <a:srgbClr val="B3E7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4" name="pg124"/>
            <p:cNvSpPr/>
            <p:nvPr/>
          </p:nvSpPr>
          <p:spPr>
            <a:xfrm>
              <a:off x="3519738" y="2376436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B2E7CF">
                <a:alpha val="100000"/>
              </a:srgbClr>
            </a:solidFill>
            <a:ln w="5420" cap="flat">
              <a:solidFill>
                <a:srgbClr val="B2E7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5" name="pg125"/>
            <p:cNvSpPr/>
            <p:nvPr/>
          </p:nvSpPr>
          <p:spPr>
            <a:xfrm>
              <a:off x="3601176" y="2376436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B2E7CF">
                <a:alpha val="100000"/>
              </a:srgbClr>
            </a:solidFill>
            <a:ln w="5420" cap="flat">
              <a:solidFill>
                <a:srgbClr val="B2E7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6" name="pg126"/>
            <p:cNvSpPr/>
            <p:nvPr/>
          </p:nvSpPr>
          <p:spPr>
            <a:xfrm>
              <a:off x="3682613" y="2376436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B1E6CF">
                <a:alpha val="100000"/>
              </a:srgbClr>
            </a:solidFill>
            <a:ln w="5420" cap="flat">
              <a:solidFill>
                <a:srgbClr val="B1E6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7" name="pg127"/>
            <p:cNvSpPr/>
            <p:nvPr/>
          </p:nvSpPr>
          <p:spPr>
            <a:xfrm>
              <a:off x="3764050" y="2376436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B1E6CE">
                <a:alpha val="100000"/>
              </a:srgbClr>
            </a:solidFill>
            <a:ln w="5420" cap="flat">
              <a:solidFill>
                <a:srgbClr val="B1E6C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8" name="pg128"/>
            <p:cNvSpPr/>
            <p:nvPr/>
          </p:nvSpPr>
          <p:spPr>
            <a:xfrm>
              <a:off x="3845487" y="2376436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B0E6CE">
                <a:alpha val="100000"/>
              </a:srgbClr>
            </a:solidFill>
            <a:ln w="5420" cap="flat">
              <a:solidFill>
                <a:srgbClr val="B0E6C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9" name="pg129"/>
            <p:cNvSpPr/>
            <p:nvPr/>
          </p:nvSpPr>
          <p:spPr>
            <a:xfrm>
              <a:off x="3926924" y="2376436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AFE6CE">
                <a:alpha val="100000"/>
              </a:srgbClr>
            </a:solidFill>
            <a:ln w="5420" cap="flat">
              <a:solidFill>
                <a:srgbClr val="AFE6C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0" name="pg130"/>
            <p:cNvSpPr/>
            <p:nvPr/>
          </p:nvSpPr>
          <p:spPr>
            <a:xfrm>
              <a:off x="4008361" y="2376436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AEE5CD">
                <a:alpha val="100000"/>
              </a:srgbClr>
            </a:solidFill>
            <a:ln w="5420" cap="flat">
              <a:solidFill>
                <a:srgbClr val="AEE5C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1" name="pg131"/>
            <p:cNvSpPr/>
            <p:nvPr/>
          </p:nvSpPr>
          <p:spPr>
            <a:xfrm>
              <a:off x="4089798" y="2376436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AEE5CD">
                <a:alpha val="100000"/>
              </a:srgbClr>
            </a:solidFill>
            <a:ln w="5420" cap="flat">
              <a:solidFill>
                <a:srgbClr val="AEE5C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2" name="pg132"/>
            <p:cNvSpPr/>
            <p:nvPr/>
          </p:nvSpPr>
          <p:spPr>
            <a:xfrm>
              <a:off x="4171236" y="2376436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ADE5CD">
                <a:alpha val="100000"/>
              </a:srgbClr>
            </a:solidFill>
            <a:ln w="5420" cap="flat">
              <a:solidFill>
                <a:srgbClr val="ADE5C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3" name="pg133"/>
            <p:cNvSpPr/>
            <p:nvPr/>
          </p:nvSpPr>
          <p:spPr>
            <a:xfrm>
              <a:off x="4252673" y="2376436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AEE5CD">
                <a:alpha val="100000"/>
              </a:srgbClr>
            </a:solidFill>
            <a:ln w="5420" cap="flat">
              <a:solidFill>
                <a:srgbClr val="AEE5C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4" name="pg134"/>
            <p:cNvSpPr/>
            <p:nvPr/>
          </p:nvSpPr>
          <p:spPr>
            <a:xfrm>
              <a:off x="4334110" y="2376436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B3E7D0">
                <a:alpha val="100000"/>
              </a:srgbClr>
            </a:solidFill>
            <a:ln w="5420" cap="flat">
              <a:solidFill>
                <a:srgbClr val="B3E7D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5" name="pg135"/>
            <p:cNvSpPr/>
            <p:nvPr/>
          </p:nvSpPr>
          <p:spPr>
            <a:xfrm>
              <a:off x="4415547" y="2376436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B8E9D2">
                <a:alpha val="100000"/>
              </a:srgbClr>
            </a:solidFill>
            <a:ln w="5420" cap="flat">
              <a:solidFill>
                <a:srgbClr val="B8E9D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6" name="pg136"/>
            <p:cNvSpPr/>
            <p:nvPr/>
          </p:nvSpPr>
          <p:spPr>
            <a:xfrm>
              <a:off x="4496984" y="2376436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BCEAD4">
                <a:alpha val="100000"/>
              </a:srgbClr>
            </a:solidFill>
            <a:ln w="5420" cap="flat">
              <a:solidFill>
                <a:srgbClr val="BCEAD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7" name="pg137"/>
            <p:cNvSpPr/>
            <p:nvPr/>
          </p:nvSpPr>
          <p:spPr>
            <a:xfrm>
              <a:off x="4578421" y="2376436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BFEBD5">
                <a:alpha val="100000"/>
              </a:srgbClr>
            </a:solidFill>
            <a:ln w="5420" cap="flat">
              <a:solidFill>
                <a:srgbClr val="BFEBD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8" name="pg138"/>
            <p:cNvSpPr/>
            <p:nvPr/>
          </p:nvSpPr>
          <p:spPr>
            <a:xfrm>
              <a:off x="4659858" y="2376436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C0EBD6">
                <a:alpha val="100000"/>
              </a:srgbClr>
            </a:solidFill>
            <a:ln w="5420" cap="flat">
              <a:solidFill>
                <a:srgbClr val="C0EBD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9" name="pg139"/>
            <p:cNvSpPr/>
            <p:nvPr/>
          </p:nvSpPr>
          <p:spPr>
            <a:xfrm>
              <a:off x="4741296" y="2376436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C0EBD6">
                <a:alpha val="100000"/>
              </a:srgbClr>
            </a:solidFill>
            <a:ln w="5420" cap="flat">
              <a:solidFill>
                <a:srgbClr val="C0EBD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0" name="pg140"/>
            <p:cNvSpPr/>
            <p:nvPr/>
          </p:nvSpPr>
          <p:spPr>
            <a:xfrm>
              <a:off x="4822733" y="2376436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BFEBD5">
                <a:alpha val="100000"/>
              </a:srgbClr>
            </a:solidFill>
            <a:ln w="5420" cap="flat">
              <a:solidFill>
                <a:srgbClr val="BFEBD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1" name="pg141"/>
            <p:cNvSpPr/>
            <p:nvPr/>
          </p:nvSpPr>
          <p:spPr>
            <a:xfrm>
              <a:off x="4904170" y="2376436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BDEAD4">
                <a:alpha val="100000"/>
              </a:srgbClr>
            </a:solidFill>
            <a:ln w="5420" cap="flat">
              <a:solidFill>
                <a:srgbClr val="BDEAD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2" name="pg142"/>
            <p:cNvSpPr/>
            <p:nvPr/>
          </p:nvSpPr>
          <p:spPr>
            <a:xfrm>
              <a:off x="4985607" y="2376436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BBE9D3">
                <a:alpha val="100000"/>
              </a:srgbClr>
            </a:solidFill>
            <a:ln w="5420" cap="flat">
              <a:solidFill>
                <a:srgbClr val="BBE9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3" name="pg143"/>
            <p:cNvSpPr/>
            <p:nvPr/>
          </p:nvSpPr>
          <p:spPr>
            <a:xfrm>
              <a:off x="5067044" y="2376436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B8E9D2">
                <a:alpha val="100000"/>
              </a:srgbClr>
            </a:solidFill>
            <a:ln w="5420" cap="flat">
              <a:solidFill>
                <a:srgbClr val="B8E9D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4" name="pg144"/>
            <p:cNvSpPr/>
            <p:nvPr/>
          </p:nvSpPr>
          <p:spPr>
            <a:xfrm>
              <a:off x="5148481" y="2376436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B3E7D0">
                <a:alpha val="100000"/>
              </a:srgbClr>
            </a:solidFill>
            <a:ln w="5420" cap="flat">
              <a:solidFill>
                <a:srgbClr val="B3E7D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5" name="pg145"/>
            <p:cNvSpPr/>
            <p:nvPr/>
          </p:nvSpPr>
          <p:spPr>
            <a:xfrm>
              <a:off x="3275427" y="2479752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B4E7D0">
                <a:alpha val="100000"/>
              </a:srgbClr>
            </a:solidFill>
            <a:ln w="5420" cap="flat">
              <a:solidFill>
                <a:srgbClr val="B4E7D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6" name="pg146"/>
            <p:cNvSpPr/>
            <p:nvPr/>
          </p:nvSpPr>
          <p:spPr>
            <a:xfrm>
              <a:off x="3356864" y="2479752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B4E7D0">
                <a:alpha val="100000"/>
              </a:srgbClr>
            </a:solidFill>
            <a:ln w="5420" cap="flat">
              <a:solidFill>
                <a:srgbClr val="B4E7D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7" name="pg147"/>
            <p:cNvSpPr/>
            <p:nvPr/>
          </p:nvSpPr>
          <p:spPr>
            <a:xfrm>
              <a:off x="3438301" y="2479752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B4E7D0">
                <a:alpha val="100000"/>
              </a:srgbClr>
            </a:solidFill>
            <a:ln w="5420" cap="flat">
              <a:solidFill>
                <a:srgbClr val="B4E7D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8" name="pg148"/>
            <p:cNvSpPr/>
            <p:nvPr/>
          </p:nvSpPr>
          <p:spPr>
            <a:xfrm>
              <a:off x="3519738" y="2479752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B3E7D0">
                <a:alpha val="100000"/>
              </a:srgbClr>
            </a:solidFill>
            <a:ln w="5420" cap="flat">
              <a:solidFill>
                <a:srgbClr val="B3E7D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9" name="pg149"/>
            <p:cNvSpPr/>
            <p:nvPr/>
          </p:nvSpPr>
          <p:spPr>
            <a:xfrm>
              <a:off x="3601176" y="2479752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B3E7CF">
                <a:alpha val="100000"/>
              </a:srgbClr>
            </a:solidFill>
            <a:ln w="5420" cap="flat">
              <a:solidFill>
                <a:srgbClr val="B3E7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0" name="pg150"/>
            <p:cNvSpPr/>
            <p:nvPr/>
          </p:nvSpPr>
          <p:spPr>
            <a:xfrm>
              <a:off x="3682613" y="2479752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B2E7CF">
                <a:alpha val="100000"/>
              </a:srgbClr>
            </a:solidFill>
            <a:ln w="5420" cap="flat">
              <a:solidFill>
                <a:srgbClr val="B2E7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1" name="pg151"/>
            <p:cNvSpPr/>
            <p:nvPr/>
          </p:nvSpPr>
          <p:spPr>
            <a:xfrm>
              <a:off x="3764050" y="2479752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B2E7CF">
                <a:alpha val="100000"/>
              </a:srgbClr>
            </a:solidFill>
            <a:ln w="5420" cap="flat">
              <a:solidFill>
                <a:srgbClr val="B2E7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2" name="pg152"/>
            <p:cNvSpPr/>
            <p:nvPr/>
          </p:nvSpPr>
          <p:spPr>
            <a:xfrm>
              <a:off x="3845487" y="2479752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B1E6CF">
                <a:alpha val="100000"/>
              </a:srgbClr>
            </a:solidFill>
            <a:ln w="5420" cap="flat">
              <a:solidFill>
                <a:srgbClr val="B1E6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3" name="pg153"/>
            <p:cNvSpPr/>
            <p:nvPr/>
          </p:nvSpPr>
          <p:spPr>
            <a:xfrm>
              <a:off x="3926924" y="2479752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B1E6CE">
                <a:alpha val="100000"/>
              </a:srgbClr>
            </a:solidFill>
            <a:ln w="5420" cap="flat">
              <a:solidFill>
                <a:srgbClr val="B1E6C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4" name="pg154"/>
            <p:cNvSpPr/>
            <p:nvPr/>
          </p:nvSpPr>
          <p:spPr>
            <a:xfrm>
              <a:off x="4008361" y="2479752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B0E6CE">
                <a:alpha val="100000"/>
              </a:srgbClr>
            </a:solidFill>
            <a:ln w="5420" cap="flat">
              <a:solidFill>
                <a:srgbClr val="B0E6C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5" name="pg155"/>
            <p:cNvSpPr/>
            <p:nvPr/>
          </p:nvSpPr>
          <p:spPr>
            <a:xfrm>
              <a:off x="4089798" y="2479752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B0E6CE">
                <a:alpha val="100000"/>
              </a:srgbClr>
            </a:solidFill>
            <a:ln w="5420" cap="flat">
              <a:solidFill>
                <a:srgbClr val="B0E6C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6" name="pg156"/>
            <p:cNvSpPr/>
            <p:nvPr/>
          </p:nvSpPr>
          <p:spPr>
            <a:xfrm>
              <a:off x="4171236" y="2479752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B0E6CE">
                <a:alpha val="100000"/>
              </a:srgbClr>
            </a:solidFill>
            <a:ln w="5420" cap="flat">
              <a:solidFill>
                <a:srgbClr val="B0E6C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7" name="pg157"/>
            <p:cNvSpPr/>
            <p:nvPr/>
          </p:nvSpPr>
          <p:spPr>
            <a:xfrm>
              <a:off x="4252673" y="2479752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B1E6CF">
                <a:alpha val="100000"/>
              </a:srgbClr>
            </a:solidFill>
            <a:ln w="5420" cap="flat">
              <a:solidFill>
                <a:srgbClr val="B1E6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8" name="pg158"/>
            <p:cNvSpPr/>
            <p:nvPr/>
          </p:nvSpPr>
          <p:spPr>
            <a:xfrm>
              <a:off x="4334110" y="2479752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B8E9D2">
                <a:alpha val="100000"/>
              </a:srgbClr>
            </a:solidFill>
            <a:ln w="5420" cap="flat">
              <a:solidFill>
                <a:srgbClr val="B8E9D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9" name="pg159"/>
            <p:cNvSpPr/>
            <p:nvPr/>
          </p:nvSpPr>
          <p:spPr>
            <a:xfrm>
              <a:off x="4415547" y="2479752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BDEAD4">
                <a:alpha val="100000"/>
              </a:srgbClr>
            </a:solidFill>
            <a:ln w="5420" cap="flat">
              <a:solidFill>
                <a:srgbClr val="BDEAD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0" name="pg160"/>
            <p:cNvSpPr/>
            <p:nvPr/>
          </p:nvSpPr>
          <p:spPr>
            <a:xfrm>
              <a:off x="4496984" y="2479752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C1ECD7">
                <a:alpha val="100000"/>
              </a:srgbClr>
            </a:solidFill>
            <a:ln w="5420" cap="flat">
              <a:solidFill>
                <a:srgbClr val="C1ECD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1" name="pg161"/>
            <p:cNvSpPr/>
            <p:nvPr/>
          </p:nvSpPr>
          <p:spPr>
            <a:xfrm>
              <a:off x="4578421" y="2479752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C4ECD8">
                <a:alpha val="100000"/>
              </a:srgbClr>
            </a:solidFill>
            <a:ln w="5420" cap="flat">
              <a:solidFill>
                <a:srgbClr val="C4ECD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2" name="pg162"/>
            <p:cNvSpPr/>
            <p:nvPr/>
          </p:nvSpPr>
          <p:spPr>
            <a:xfrm>
              <a:off x="4659858" y="2479752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C5EDD8">
                <a:alpha val="100000"/>
              </a:srgbClr>
            </a:solidFill>
            <a:ln w="5420" cap="flat">
              <a:solidFill>
                <a:srgbClr val="C5EDD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3" name="pg163"/>
            <p:cNvSpPr/>
            <p:nvPr/>
          </p:nvSpPr>
          <p:spPr>
            <a:xfrm>
              <a:off x="4741296" y="2479752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C4ECD8">
                <a:alpha val="100000"/>
              </a:srgbClr>
            </a:solidFill>
            <a:ln w="5420" cap="flat">
              <a:solidFill>
                <a:srgbClr val="C4ECD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4" name="pg164"/>
            <p:cNvSpPr/>
            <p:nvPr/>
          </p:nvSpPr>
          <p:spPr>
            <a:xfrm>
              <a:off x="4822733" y="2479752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C2ECD7">
                <a:alpha val="100000"/>
              </a:srgbClr>
            </a:solidFill>
            <a:ln w="5420" cap="flat">
              <a:solidFill>
                <a:srgbClr val="C2ECD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5" name="pg165"/>
            <p:cNvSpPr/>
            <p:nvPr/>
          </p:nvSpPr>
          <p:spPr>
            <a:xfrm>
              <a:off x="4904170" y="2479752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BFEBD6">
                <a:alpha val="100000"/>
              </a:srgbClr>
            </a:solidFill>
            <a:ln w="5420" cap="flat">
              <a:solidFill>
                <a:srgbClr val="BFEBD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6" name="pg166"/>
            <p:cNvSpPr/>
            <p:nvPr/>
          </p:nvSpPr>
          <p:spPr>
            <a:xfrm>
              <a:off x="4985607" y="2479752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BDEAD4">
                <a:alpha val="100000"/>
              </a:srgbClr>
            </a:solidFill>
            <a:ln w="5420" cap="flat">
              <a:solidFill>
                <a:srgbClr val="BDEAD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7" name="pg167"/>
            <p:cNvSpPr/>
            <p:nvPr/>
          </p:nvSpPr>
          <p:spPr>
            <a:xfrm>
              <a:off x="5067044" y="2479752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BAE9D3">
                <a:alpha val="100000"/>
              </a:srgbClr>
            </a:solidFill>
            <a:ln w="5420" cap="flat">
              <a:solidFill>
                <a:srgbClr val="BAE9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8" name="pg168"/>
            <p:cNvSpPr/>
            <p:nvPr/>
          </p:nvSpPr>
          <p:spPr>
            <a:xfrm>
              <a:off x="3031116" y="2583068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B5E8D0">
                <a:alpha val="100000"/>
              </a:srgbClr>
            </a:solidFill>
            <a:ln w="5420" cap="flat">
              <a:solidFill>
                <a:srgbClr val="B5E8D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9" name="pg169"/>
            <p:cNvSpPr/>
            <p:nvPr/>
          </p:nvSpPr>
          <p:spPr>
            <a:xfrm>
              <a:off x="3112553" y="2583068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B5E8D1">
                <a:alpha val="100000"/>
              </a:srgbClr>
            </a:solidFill>
            <a:ln w="5420" cap="flat">
              <a:solidFill>
                <a:srgbClr val="B5E8D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0" name="pg170"/>
            <p:cNvSpPr/>
            <p:nvPr/>
          </p:nvSpPr>
          <p:spPr>
            <a:xfrm>
              <a:off x="3275427" y="2583068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B5E8D1">
                <a:alpha val="100000"/>
              </a:srgbClr>
            </a:solidFill>
            <a:ln w="5420" cap="flat">
              <a:solidFill>
                <a:srgbClr val="B5E8D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1" name="pg171"/>
            <p:cNvSpPr/>
            <p:nvPr/>
          </p:nvSpPr>
          <p:spPr>
            <a:xfrm>
              <a:off x="3356864" y="2583068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B5E8D0">
                <a:alpha val="100000"/>
              </a:srgbClr>
            </a:solidFill>
            <a:ln w="5420" cap="flat">
              <a:solidFill>
                <a:srgbClr val="B5E8D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2" name="pg172"/>
            <p:cNvSpPr/>
            <p:nvPr/>
          </p:nvSpPr>
          <p:spPr>
            <a:xfrm>
              <a:off x="3438301" y="2583068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B5E8D0">
                <a:alpha val="100000"/>
              </a:srgbClr>
            </a:solidFill>
            <a:ln w="5420" cap="flat">
              <a:solidFill>
                <a:srgbClr val="B5E8D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3" name="pg173"/>
            <p:cNvSpPr/>
            <p:nvPr/>
          </p:nvSpPr>
          <p:spPr>
            <a:xfrm>
              <a:off x="3519738" y="2583068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B4E7D0">
                <a:alpha val="100000"/>
              </a:srgbClr>
            </a:solidFill>
            <a:ln w="5420" cap="flat">
              <a:solidFill>
                <a:srgbClr val="B4E7D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4" name="pg174"/>
            <p:cNvSpPr/>
            <p:nvPr/>
          </p:nvSpPr>
          <p:spPr>
            <a:xfrm>
              <a:off x="3601176" y="2583068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B4E7D0">
                <a:alpha val="100000"/>
              </a:srgbClr>
            </a:solidFill>
            <a:ln w="5420" cap="flat">
              <a:solidFill>
                <a:srgbClr val="B4E7D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5" name="pg175"/>
            <p:cNvSpPr/>
            <p:nvPr/>
          </p:nvSpPr>
          <p:spPr>
            <a:xfrm>
              <a:off x="3682613" y="2583068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B4E7D0">
                <a:alpha val="100000"/>
              </a:srgbClr>
            </a:solidFill>
            <a:ln w="5420" cap="flat">
              <a:solidFill>
                <a:srgbClr val="B4E7D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6" name="pg176"/>
            <p:cNvSpPr/>
            <p:nvPr/>
          </p:nvSpPr>
          <p:spPr>
            <a:xfrm>
              <a:off x="3764050" y="2583068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B3E7D0">
                <a:alpha val="100000"/>
              </a:srgbClr>
            </a:solidFill>
            <a:ln w="5420" cap="flat">
              <a:solidFill>
                <a:srgbClr val="B3E7D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7" name="pg177"/>
            <p:cNvSpPr/>
            <p:nvPr/>
          </p:nvSpPr>
          <p:spPr>
            <a:xfrm>
              <a:off x="3845487" y="2583068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B3E7D0">
                <a:alpha val="100000"/>
              </a:srgbClr>
            </a:solidFill>
            <a:ln w="5420" cap="flat">
              <a:solidFill>
                <a:srgbClr val="B3E7D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8" name="pg178"/>
            <p:cNvSpPr/>
            <p:nvPr/>
          </p:nvSpPr>
          <p:spPr>
            <a:xfrm>
              <a:off x="4089798" y="2583068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B3E7CF">
                <a:alpha val="100000"/>
              </a:srgbClr>
            </a:solidFill>
            <a:ln w="5420" cap="flat">
              <a:solidFill>
                <a:srgbClr val="B3E7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9" name="pg179"/>
            <p:cNvSpPr/>
            <p:nvPr/>
          </p:nvSpPr>
          <p:spPr>
            <a:xfrm>
              <a:off x="4171236" y="2583068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B3E7D0">
                <a:alpha val="100000"/>
              </a:srgbClr>
            </a:solidFill>
            <a:ln w="5420" cap="flat">
              <a:solidFill>
                <a:srgbClr val="B3E7D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0" name="pg180"/>
            <p:cNvSpPr/>
            <p:nvPr/>
          </p:nvSpPr>
          <p:spPr>
            <a:xfrm>
              <a:off x="4252673" y="2583068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B5E8D1">
                <a:alpha val="100000"/>
              </a:srgbClr>
            </a:solidFill>
            <a:ln w="5420" cap="flat">
              <a:solidFill>
                <a:srgbClr val="B5E8D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1" name="pg181"/>
            <p:cNvSpPr/>
            <p:nvPr/>
          </p:nvSpPr>
          <p:spPr>
            <a:xfrm>
              <a:off x="4334110" y="2583068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BCEAD4">
                <a:alpha val="100000"/>
              </a:srgbClr>
            </a:solidFill>
            <a:ln w="5420" cap="flat">
              <a:solidFill>
                <a:srgbClr val="BCEAD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2" name="pg182"/>
            <p:cNvSpPr/>
            <p:nvPr/>
          </p:nvSpPr>
          <p:spPr>
            <a:xfrm>
              <a:off x="4415547" y="2583068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C0EBD6">
                <a:alpha val="100000"/>
              </a:srgbClr>
            </a:solidFill>
            <a:ln w="5420" cap="flat">
              <a:solidFill>
                <a:srgbClr val="C0EBD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3" name="pg183"/>
            <p:cNvSpPr/>
            <p:nvPr/>
          </p:nvSpPr>
          <p:spPr>
            <a:xfrm>
              <a:off x="4496984" y="2583068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C4EDD8">
                <a:alpha val="100000"/>
              </a:srgbClr>
            </a:solidFill>
            <a:ln w="5420" cap="flat">
              <a:solidFill>
                <a:srgbClr val="C4EDD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4" name="pg184"/>
            <p:cNvSpPr/>
            <p:nvPr/>
          </p:nvSpPr>
          <p:spPr>
            <a:xfrm>
              <a:off x="4578421" y="2583068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C6EDD9">
                <a:alpha val="100000"/>
              </a:srgbClr>
            </a:solidFill>
            <a:ln w="5420" cap="flat">
              <a:solidFill>
                <a:srgbClr val="C6EDD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5" name="pg185"/>
            <p:cNvSpPr/>
            <p:nvPr/>
          </p:nvSpPr>
          <p:spPr>
            <a:xfrm>
              <a:off x="4659858" y="2583068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C7EDD9">
                <a:alpha val="100000"/>
              </a:srgbClr>
            </a:solidFill>
            <a:ln w="5420" cap="flat">
              <a:solidFill>
                <a:srgbClr val="C7EDD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6" name="pg186"/>
            <p:cNvSpPr/>
            <p:nvPr/>
          </p:nvSpPr>
          <p:spPr>
            <a:xfrm>
              <a:off x="4741296" y="2583068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C5EDD9">
                <a:alpha val="100000"/>
              </a:srgbClr>
            </a:solidFill>
            <a:ln w="5420" cap="flat">
              <a:solidFill>
                <a:srgbClr val="C5EDD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7" name="pg187"/>
            <p:cNvSpPr/>
            <p:nvPr/>
          </p:nvSpPr>
          <p:spPr>
            <a:xfrm>
              <a:off x="4822733" y="2583068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C3ECD7">
                <a:alpha val="100000"/>
              </a:srgbClr>
            </a:solidFill>
            <a:ln w="5420" cap="flat">
              <a:solidFill>
                <a:srgbClr val="C3ECD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8" name="pg188"/>
            <p:cNvSpPr/>
            <p:nvPr/>
          </p:nvSpPr>
          <p:spPr>
            <a:xfrm>
              <a:off x="4904170" y="2583068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C1EBD6">
                <a:alpha val="100000"/>
              </a:srgbClr>
            </a:solidFill>
            <a:ln w="5420" cap="flat">
              <a:solidFill>
                <a:srgbClr val="C1EBD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9" name="pg189"/>
            <p:cNvSpPr/>
            <p:nvPr/>
          </p:nvSpPr>
          <p:spPr>
            <a:xfrm>
              <a:off x="4985607" y="2583068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BEEBD5">
                <a:alpha val="100000"/>
              </a:srgbClr>
            </a:solidFill>
            <a:ln w="5420" cap="flat">
              <a:solidFill>
                <a:srgbClr val="BEEBD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0" name="pg190"/>
            <p:cNvSpPr/>
            <p:nvPr/>
          </p:nvSpPr>
          <p:spPr>
            <a:xfrm>
              <a:off x="2949678" y="2686384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B6E8D1">
                <a:alpha val="100000"/>
              </a:srgbClr>
            </a:solidFill>
            <a:ln w="5420" cap="flat">
              <a:solidFill>
                <a:srgbClr val="B6E8D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1" name="pg191"/>
            <p:cNvSpPr/>
            <p:nvPr/>
          </p:nvSpPr>
          <p:spPr>
            <a:xfrm>
              <a:off x="3031116" y="2686384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B6E8D1">
                <a:alpha val="100000"/>
              </a:srgbClr>
            </a:solidFill>
            <a:ln w="5420" cap="flat">
              <a:solidFill>
                <a:srgbClr val="B6E8D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2" name="pg192"/>
            <p:cNvSpPr/>
            <p:nvPr/>
          </p:nvSpPr>
          <p:spPr>
            <a:xfrm>
              <a:off x="3112553" y="2686384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B6E8D1">
                <a:alpha val="100000"/>
              </a:srgbClr>
            </a:solidFill>
            <a:ln w="5420" cap="flat">
              <a:solidFill>
                <a:srgbClr val="B6E8D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3" name="pg193"/>
            <p:cNvSpPr/>
            <p:nvPr/>
          </p:nvSpPr>
          <p:spPr>
            <a:xfrm>
              <a:off x="3193990" y="2686384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B6E8D1">
                <a:alpha val="100000"/>
              </a:srgbClr>
            </a:solidFill>
            <a:ln w="5420" cap="flat">
              <a:solidFill>
                <a:srgbClr val="B6E8D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4" name="pg194"/>
            <p:cNvSpPr/>
            <p:nvPr/>
          </p:nvSpPr>
          <p:spPr>
            <a:xfrm>
              <a:off x="3275427" y="2686384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B6E8D1">
                <a:alpha val="100000"/>
              </a:srgbClr>
            </a:solidFill>
            <a:ln w="5420" cap="flat">
              <a:solidFill>
                <a:srgbClr val="B6E8D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5" name="pg195"/>
            <p:cNvSpPr/>
            <p:nvPr/>
          </p:nvSpPr>
          <p:spPr>
            <a:xfrm>
              <a:off x="3356864" y="2686384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B6E8D1">
                <a:alpha val="100000"/>
              </a:srgbClr>
            </a:solidFill>
            <a:ln w="5420" cap="flat">
              <a:solidFill>
                <a:srgbClr val="B6E8D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6" name="pg196"/>
            <p:cNvSpPr/>
            <p:nvPr/>
          </p:nvSpPr>
          <p:spPr>
            <a:xfrm>
              <a:off x="3438301" y="2686384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B6E8D1">
                <a:alpha val="100000"/>
              </a:srgbClr>
            </a:solidFill>
            <a:ln w="5420" cap="flat">
              <a:solidFill>
                <a:srgbClr val="B6E8D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7" name="pg197"/>
            <p:cNvSpPr/>
            <p:nvPr/>
          </p:nvSpPr>
          <p:spPr>
            <a:xfrm>
              <a:off x="3519738" y="2686384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B6E8D1">
                <a:alpha val="100000"/>
              </a:srgbClr>
            </a:solidFill>
            <a:ln w="5420" cap="flat">
              <a:solidFill>
                <a:srgbClr val="B6E8D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8" name="pg198"/>
            <p:cNvSpPr/>
            <p:nvPr/>
          </p:nvSpPr>
          <p:spPr>
            <a:xfrm>
              <a:off x="3601176" y="2686384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B5E8D1">
                <a:alpha val="100000"/>
              </a:srgbClr>
            </a:solidFill>
            <a:ln w="5420" cap="flat">
              <a:solidFill>
                <a:srgbClr val="B5E8D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9" name="pg199"/>
            <p:cNvSpPr/>
            <p:nvPr/>
          </p:nvSpPr>
          <p:spPr>
            <a:xfrm>
              <a:off x="3682613" y="2686384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B5E8D1">
                <a:alpha val="100000"/>
              </a:srgbClr>
            </a:solidFill>
            <a:ln w="5420" cap="flat">
              <a:solidFill>
                <a:srgbClr val="B5E8D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0" name="pg200"/>
            <p:cNvSpPr/>
            <p:nvPr/>
          </p:nvSpPr>
          <p:spPr>
            <a:xfrm>
              <a:off x="3764050" y="2686384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B5E8D0">
                <a:alpha val="100000"/>
              </a:srgbClr>
            </a:solidFill>
            <a:ln w="5420" cap="flat">
              <a:solidFill>
                <a:srgbClr val="B5E8D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1" name="pg201"/>
            <p:cNvSpPr/>
            <p:nvPr/>
          </p:nvSpPr>
          <p:spPr>
            <a:xfrm>
              <a:off x="3845487" y="2686384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B5E7D0">
                <a:alpha val="100000"/>
              </a:srgbClr>
            </a:solidFill>
            <a:ln w="5420" cap="flat">
              <a:solidFill>
                <a:srgbClr val="B5E7D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2" name="pg202"/>
            <p:cNvSpPr/>
            <p:nvPr/>
          </p:nvSpPr>
          <p:spPr>
            <a:xfrm>
              <a:off x="4171236" y="2686384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B6E8D1">
                <a:alpha val="100000"/>
              </a:srgbClr>
            </a:solidFill>
            <a:ln w="5420" cap="flat">
              <a:solidFill>
                <a:srgbClr val="B6E8D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3" name="pg203"/>
            <p:cNvSpPr/>
            <p:nvPr/>
          </p:nvSpPr>
          <p:spPr>
            <a:xfrm>
              <a:off x="4252673" y="2686384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B8E8D2">
                <a:alpha val="100000"/>
              </a:srgbClr>
            </a:solidFill>
            <a:ln w="5420" cap="flat">
              <a:solidFill>
                <a:srgbClr val="B8E8D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4" name="pg204"/>
            <p:cNvSpPr/>
            <p:nvPr/>
          </p:nvSpPr>
          <p:spPr>
            <a:xfrm>
              <a:off x="4334110" y="2686384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BEEAD5">
                <a:alpha val="100000"/>
              </a:srgbClr>
            </a:solidFill>
            <a:ln w="5420" cap="flat">
              <a:solidFill>
                <a:srgbClr val="BEEAD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5" name="pg205"/>
            <p:cNvSpPr/>
            <p:nvPr/>
          </p:nvSpPr>
          <p:spPr>
            <a:xfrm>
              <a:off x="4415547" y="2686384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C1ECD6">
                <a:alpha val="100000"/>
              </a:srgbClr>
            </a:solidFill>
            <a:ln w="5420" cap="flat">
              <a:solidFill>
                <a:srgbClr val="C1ECD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6" name="pg206"/>
            <p:cNvSpPr/>
            <p:nvPr/>
          </p:nvSpPr>
          <p:spPr>
            <a:xfrm>
              <a:off x="4496984" y="2686384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C4EDD8">
                <a:alpha val="100000"/>
              </a:srgbClr>
            </a:solidFill>
            <a:ln w="5420" cap="flat">
              <a:solidFill>
                <a:srgbClr val="C4EDD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7" name="pg207"/>
            <p:cNvSpPr/>
            <p:nvPr/>
          </p:nvSpPr>
          <p:spPr>
            <a:xfrm>
              <a:off x="4578421" y="2686384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C6EDD9">
                <a:alpha val="100000"/>
              </a:srgbClr>
            </a:solidFill>
            <a:ln w="5420" cap="flat">
              <a:solidFill>
                <a:srgbClr val="C6EDD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8" name="pg208"/>
            <p:cNvSpPr/>
            <p:nvPr/>
          </p:nvSpPr>
          <p:spPr>
            <a:xfrm>
              <a:off x="4659858" y="2686384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C6EDD9">
                <a:alpha val="100000"/>
              </a:srgbClr>
            </a:solidFill>
            <a:ln w="5420" cap="flat">
              <a:solidFill>
                <a:srgbClr val="C6EDD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9" name="pg209"/>
            <p:cNvSpPr/>
            <p:nvPr/>
          </p:nvSpPr>
          <p:spPr>
            <a:xfrm>
              <a:off x="4741296" y="2686384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C5EDD8">
                <a:alpha val="100000"/>
              </a:srgbClr>
            </a:solidFill>
            <a:ln w="5420" cap="flat">
              <a:solidFill>
                <a:srgbClr val="C5EDD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0" name="pg210"/>
            <p:cNvSpPr/>
            <p:nvPr/>
          </p:nvSpPr>
          <p:spPr>
            <a:xfrm>
              <a:off x="4822733" y="2686384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C3ECD7">
                <a:alpha val="100000"/>
              </a:srgbClr>
            </a:solidFill>
            <a:ln w="5420" cap="flat">
              <a:solidFill>
                <a:srgbClr val="C3ECD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1" name="pg211"/>
            <p:cNvSpPr/>
            <p:nvPr/>
          </p:nvSpPr>
          <p:spPr>
            <a:xfrm>
              <a:off x="4904170" y="2686384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C1EBD6">
                <a:alpha val="100000"/>
              </a:srgbClr>
            </a:solidFill>
            <a:ln w="5420" cap="flat">
              <a:solidFill>
                <a:srgbClr val="C1EBD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2" name="pg212"/>
            <p:cNvSpPr/>
            <p:nvPr/>
          </p:nvSpPr>
          <p:spPr>
            <a:xfrm>
              <a:off x="2868241" y="2789700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B6E8D1">
                <a:alpha val="100000"/>
              </a:srgbClr>
            </a:solidFill>
            <a:ln w="5420" cap="flat">
              <a:solidFill>
                <a:srgbClr val="B6E8D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3" name="pg213"/>
            <p:cNvSpPr/>
            <p:nvPr/>
          </p:nvSpPr>
          <p:spPr>
            <a:xfrm>
              <a:off x="2949678" y="2789700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B6E8D1">
                <a:alpha val="100000"/>
              </a:srgbClr>
            </a:solidFill>
            <a:ln w="5420" cap="flat">
              <a:solidFill>
                <a:srgbClr val="B6E8D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4" name="pg214"/>
            <p:cNvSpPr/>
            <p:nvPr/>
          </p:nvSpPr>
          <p:spPr>
            <a:xfrm>
              <a:off x="3031116" y="2789700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B6E8D1">
                <a:alpha val="100000"/>
              </a:srgbClr>
            </a:solidFill>
            <a:ln w="5420" cap="flat">
              <a:solidFill>
                <a:srgbClr val="B6E8D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5" name="pg215"/>
            <p:cNvSpPr/>
            <p:nvPr/>
          </p:nvSpPr>
          <p:spPr>
            <a:xfrm>
              <a:off x="3112553" y="2789700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B6E8D1">
                <a:alpha val="100000"/>
              </a:srgbClr>
            </a:solidFill>
            <a:ln w="5420" cap="flat">
              <a:solidFill>
                <a:srgbClr val="B6E8D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6" name="pg216"/>
            <p:cNvSpPr/>
            <p:nvPr/>
          </p:nvSpPr>
          <p:spPr>
            <a:xfrm>
              <a:off x="3193990" y="2789700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B7E8D1">
                <a:alpha val="100000"/>
              </a:srgbClr>
            </a:solidFill>
            <a:ln w="5420" cap="flat">
              <a:solidFill>
                <a:srgbClr val="B7E8D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7" name="pg217"/>
            <p:cNvSpPr/>
            <p:nvPr/>
          </p:nvSpPr>
          <p:spPr>
            <a:xfrm>
              <a:off x="3275427" y="2789700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B7E8D1">
                <a:alpha val="100000"/>
              </a:srgbClr>
            </a:solidFill>
            <a:ln w="5420" cap="flat">
              <a:solidFill>
                <a:srgbClr val="B7E8D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8" name="pg218"/>
            <p:cNvSpPr/>
            <p:nvPr/>
          </p:nvSpPr>
          <p:spPr>
            <a:xfrm>
              <a:off x="3356864" y="2789700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B7E8D1">
                <a:alpha val="100000"/>
              </a:srgbClr>
            </a:solidFill>
            <a:ln w="5420" cap="flat">
              <a:solidFill>
                <a:srgbClr val="B7E8D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9" name="pg219"/>
            <p:cNvSpPr/>
            <p:nvPr/>
          </p:nvSpPr>
          <p:spPr>
            <a:xfrm>
              <a:off x="3438301" y="2789700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B7E8D1">
                <a:alpha val="100000"/>
              </a:srgbClr>
            </a:solidFill>
            <a:ln w="5420" cap="flat">
              <a:solidFill>
                <a:srgbClr val="B7E8D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0" name="pg220"/>
            <p:cNvSpPr/>
            <p:nvPr/>
          </p:nvSpPr>
          <p:spPr>
            <a:xfrm>
              <a:off x="3519738" y="2789700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B7E8D1">
                <a:alpha val="100000"/>
              </a:srgbClr>
            </a:solidFill>
            <a:ln w="5420" cap="flat">
              <a:solidFill>
                <a:srgbClr val="B7E8D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1" name="pg221"/>
            <p:cNvSpPr/>
            <p:nvPr/>
          </p:nvSpPr>
          <p:spPr>
            <a:xfrm>
              <a:off x="3601176" y="2789700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B7E8D1">
                <a:alpha val="100000"/>
              </a:srgbClr>
            </a:solidFill>
            <a:ln w="5420" cap="flat">
              <a:solidFill>
                <a:srgbClr val="B7E8D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2" name="pg222"/>
            <p:cNvSpPr/>
            <p:nvPr/>
          </p:nvSpPr>
          <p:spPr>
            <a:xfrm>
              <a:off x="3682613" y="2789700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B7E8D1">
                <a:alpha val="100000"/>
              </a:srgbClr>
            </a:solidFill>
            <a:ln w="5420" cap="flat">
              <a:solidFill>
                <a:srgbClr val="B7E8D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3" name="pg223"/>
            <p:cNvSpPr/>
            <p:nvPr/>
          </p:nvSpPr>
          <p:spPr>
            <a:xfrm>
              <a:off x="3764050" y="2789700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B6E8D1">
                <a:alpha val="100000"/>
              </a:srgbClr>
            </a:solidFill>
            <a:ln w="5420" cap="flat">
              <a:solidFill>
                <a:srgbClr val="B6E8D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4" name="pg224"/>
            <p:cNvSpPr/>
            <p:nvPr/>
          </p:nvSpPr>
          <p:spPr>
            <a:xfrm>
              <a:off x="3845487" y="2789700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B6E8D1">
                <a:alpha val="100000"/>
              </a:srgbClr>
            </a:solidFill>
            <a:ln w="5420" cap="flat">
              <a:solidFill>
                <a:srgbClr val="B6E8D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5" name="pg225"/>
            <p:cNvSpPr/>
            <p:nvPr/>
          </p:nvSpPr>
          <p:spPr>
            <a:xfrm>
              <a:off x="4171236" y="2789700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B8E8D2">
                <a:alpha val="100000"/>
              </a:srgbClr>
            </a:solidFill>
            <a:ln w="5420" cap="flat">
              <a:solidFill>
                <a:srgbClr val="B8E8D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6" name="pg226"/>
            <p:cNvSpPr/>
            <p:nvPr/>
          </p:nvSpPr>
          <p:spPr>
            <a:xfrm>
              <a:off x="4252673" y="2789700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B9E9D2">
                <a:alpha val="100000"/>
              </a:srgbClr>
            </a:solidFill>
            <a:ln w="5420" cap="flat">
              <a:solidFill>
                <a:srgbClr val="B9E9D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7" name="pg227"/>
            <p:cNvSpPr/>
            <p:nvPr/>
          </p:nvSpPr>
          <p:spPr>
            <a:xfrm>
              <a:off x="4334110" y="2789700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BEEAD5">
                <a:alpha val="100000"/>
              </a:srgbClr>
            </a:solidFill>
            <a:ln w="5420" cap="flat">
              <a:solidFill>
                <a:srgbClr val="BEEAD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8" name="pg228"/>
            <p:cNvSpPr/>
            <p:nvPr/>
          </p:nvSpPr>
          <p:spPr>
            <a:xfrm>
              <a:off x="4415547" y="2789700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C0EBD6">
                <a:alpha val="100000"/>
              </a:srgbClr>
            </a:solidFill>
            <a:ln w="5420" cap="flat">
              <a:solidFill>
                <a:srgbClr val="C0EBD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9" name="pg229"/>
            <p:cNvSpPr/>
            <p:nvPr/>
          </p:nvSpPr>
          <p:spPr>
            <a:xfrm>
              <a:off x="4496984" y="2789700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C2ECD7">
                <a:alpha val="100000"/>
              </a:srgbClr>
            </a:solidFill>
            <a:ln w="5420" cap="flat">
              <a:solidFill>
                <a:srgbClr val="C2ECD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0" name="pg230"/>
            <p:cNvSpPr/>
            <p:nvPr/>
          </p:nvSpPr>
          <p:spPr>
            <a:xfrm>
              <a:off x="4578421" y="2789700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C4ECD8">
                <a:alpha val="100000"/>
              </a:srgbClr>
            </a:solidFill>
            <a:ln w="5420" cap="flat">
              <a:solidFill>
                <a:srgbClr val="C4ECD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1" name="pg231"/>
            <p:cNvSpPr/>
            <p:nvPr/>
          </p:nvSpPr>
          <p:spPr>
            <a:xfrm>
              <a:off x="4659858" y="2789700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C4ECD8">
                <a:alpha val="100000"/>
              </a:srgbClr>
            </a:solidFill>
            <a:ln w="5420" cap="flat">
              <a:solidFill>
                <a:srgbClr val="C4ECD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2" name="pg232"/>
            <p:cNvSpPr/>
            <p:nvPr/>
          </p:nvSpPr>
          <p:spPr>
            <a:xfrm>
              <a:off x="4741296" y="2789700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C3ECD7">
                <a:alpha val="100000"/>
              </a:srgbClr>
            </a:solidFill>
            <a:ln w="5420" cap="flat">
              <a:solidFill>
                <a:srgbClr val="C3ECD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3" name="pg233"/>
            <p:cNvSpPr/>
            <p:nvPr/>
          </p:nvSpPr>
          <p:spPr>
            <a:xfrm>
              <a:off x="4822733" y="2789700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C2ECD7">
                <a:alpha val="100000"/>
              </a:srgbClr>
            </a:solidFill>
            <a:ln w="5420" cap="flat">
              <a:solidFill>
                <a:srgbClr val="C2ECD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4" name="pg234"/>
            <p:cNvSpPr/>
            <p:nvPr/>
          </p:nvSpPr>
          <p:spPr>
            <a:xfrm>
              <a:off x="2786804" y="2893016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B6E8D1">
                <a:alpha val="100000"/>
              </a:srgbClr>
            </a:solidFill>
            <a:ln w="5420" cap="flat">
              <a:solidFill>
                <a:srgbClr val="B6E8D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5" name="pg235"/>
            <p:cNvSpPr/>
            <p:nvPr/>
          </p:nvSpPr>
          <p:spPr>
            <a:xfrm>
              <a:off x="2868241" y="2893016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B6E8D1">
                <a:alpha val="100000"/>
              </a:srgbClr>
            </a:solidFill>
            <a:ln w="5420" cap="flat">
              <a:solidFill>
                <a:srgbClr val="B6E8D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6" name="pg236"/>
            <p:cNvSpPr/>
            <p:nvPr/>
          </p:nvSpPr>
          <p:spPr>
            <a:xfrm>
              <a:off x="2949678" y="2893016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B6E8D1">
                <a:alpha val="100000"/>
              </a:srgbClr>
            </a:solidFill>
            <a:ln w="5420" cap="flat">
              <a:solidFill>
                <a:srgbClr val="B6E8D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7" name="pg237"/>
            <p:cNvSpPr/>
            <p:nvPr/>
          </p:nvSpPr>
          <p:spPr>
            <a:xfrm>
              <a:off x="3031116" y="2893016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B6E8D1">
                <a:alpha val="100000"/>
              </a:srgbClr>
            </a:solidFill>
            <a:ln w="5420" cap="flat">
              <a:solidFill>
                <a:srgbClr val="B6E8D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8" name="pg238"/>
            <p:cNvSpPr/>
            <p:nvPr/>
          </p:nvSpPr>
          <p:spPr>
            <a:xfrm>
              <a:off x="3112553" y="2893016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B7E8D1">
                <a:alpha val="100000"/>
              </a:srgbClr>
            </a:solidFill>
            <a:ln w="5420" cap="flat">
              <a:solidFill>
                <a:srgbClr val="B7E8D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9" name="pg239"/>
            <p:cNvSpPr/>
            <p:nvPr/>
          </p:nvSpPr>
          <p:spPr>
            <a:xfrm>
              <a:off x="3193990" y="2893016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B7E8D1">
                <a:alpha val="100000"/>
              </a:srgbClr>
            </a:solidFill>
            <a:ln w="5420" cap="flat">
              <a:solidFill>
                <a:srgbClr val="B7E8D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0" name="pg240"/>
            <p:cNvSpPr/>
            <p:nvPr/>
          </p:nvSpPr>
          <p:spPr>
            <a:xfrm>
              <a:off x="3275427" y="2893016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B7E8D2">
                <a:alpha val="100000"/>
              </a:srgbClr>
            </a:solidFill>
            <a:ln w="5420" cap="flat">
              <a:solidFill>
                <a:srgbClr val="B7E8D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1" name="pg241"/>
            <p:cNvSpPr/>
            <p:nvPr/>
          </p:nvSpPr>
          <p:spPr>
            <a:xfrm>
              <a:off x="3356864" y="2893016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B8E8D2">
                <a:alpha val="100000"/>
              </a:srgbClr>
            </a:solidFill>
            <a:ln w="5420" cap="flat">
              <a:solidFill>
                <a:srgbClr val="B8E8D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2" name="pg242"/>
            <p:cNvSpPr/>
            <p:nvPr/>
          </p:nvSpPr>
          <p:spPr>
            <a:xfrm>
              <a:off x="3438301" y="2893016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B8E9D2">
                <a:alpha val="100000"/>
              </a:srgbClr>
            </a:solidFill>
            <a:ln w="5420" cap="flat">
              <a:solidFill>
                <a:srgbClr val="B8E9D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3" name="pg243"/>
            <p:cNvSpPr/>
            <p:nvPr/>
          </p:nvSpPr>
          <p:spPr>
            <a:xfrm>
              <a:off x="3519738" y="2893016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B8E9D2">
                <a:alpha val="100000"/>
              </a:srgbClr>
            </a:solidFill>
            <a:ln w="5420" cap="flat">
              <a:solidFill>
                <a:srgbClr val="B8E9D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4" name="pg244"/>
            <p:cNvSpPr/>
            <p:nvPr/>
          </p:nvSpPr>
          <p:spPr>
            <a:xfrm>
              <a:off x="3601176" y="2893016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B8E9D2">
                <a:alpha val="100000"/>
              </a:srgbClr>
            </a:solidFill>
            <a:ln w="5420" cap="flat">
              <a:solidFill>
                <a:srgbClr val="B8E9D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5" name="pg245"/>
            <p:cNvSpPr/>
            <p:nvPr/>
          </p:nvSpPr>
          <p:spPr>
            <a:xfrm>
              <a:off x="3682613" y="2893016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B8E9D2">
                <a:alpha val="100000"/>
              </a:srgbClr>
            </a:solidFill>
            <a:ln w="5420" cap="flat">
              <a:solidFill>
                <a:srgbClr val="B8E9D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6" name="pg246"/>
            <p:cNvSpPr/>
            <p:nvPr/>
          </p:nvSpPr>
          <p:spPr>
            <a:xfrm>
              <a:off x="3764050" y="2893016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B8E9D2">
                <a:alpha val="100000"/>
              </a:srgbClr>
            </a:solidFill>
            <a:ln w="5420" cap="flat">
              <a:solidFill>
                <a:srgbClr val="B8E9D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7" name="pg247"/>
            <p:cNvSpPr/>
            <p:nvPr/>
          </p:nvSpPr>
          <p:spPr>
            <a:xfrm>
              <a:off x="3845487" y="2893016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B8E8D2">
                <a:alpha val="100000"/>
              </a:srgbClr>
            </a:solidFill>
            <a:ln w="5420" cap="flat">
              <a:solidFill>
                <a:srgbClr val="B8E8D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8" name="pg248"/>
            <p:cNvSpPr/>
            <p:nvPr/>
          </p:nvSpPr>
          <p:spPr>
            <a:xfrm>
              <a:off x="3926924" y="2893016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B8E9D2">
                <a:alpha val="100000"/>
              </a:srgbClr>
            </a:solidFill>
            <a:ln w="5420" cap="flat">
              <a:solidFill>
                <a:srgbClr val="B8E9D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9" name="pg249"/>
            <p:cNvSpPr/>
            <p:nvPr/>
          </p:nvSpPr>
          <p:spPr>
            <a:xfrm>
              <a:off x="4252673" y="2893016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BAE9D3">
                <a:alpha val="100000"/>
              </a:srgbClr>
            </a:solidFill>
            <a:ln w="5420" cap="flat">
              <a:solidFill>
                <a:srgbClr val="BAE9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0" name="pg250"/>
            <p:cNvSpPr/>
            <p:nvPr/>
          </p:nvSpPr>
          <p:spPr>
            <a:xfrm>
              <a:off x="4334110" y="2893016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BDEAD4">
                <a:alpha val="100000"/>
              </a:srgbClr>
            </a:solidFill>
            <a:ln w="5420" cap="flat">
              <a:solidFill>
                <a:srgbClr val="BDEAD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1" name="pg251"/>
            <p:cNvSpPr/>
            <p:nvPr/>
          </p:nvSpPr>
          <p:spPr>
            <a:xfrm>
              <a:off x="4415547" y="2893016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BEEBD5">
                <a:alpha val="100000"/>
              </a:srgbClr>
            </a:solidFill>
            <a:ln w="5420" cap="flat">
              <a:solidFill>
                <a:srgbClr val="BEEBD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2" name="pg252"/>
            <p:cNvSpPr/>
            <p:nvPr/>
          </p:nvSpPr>
          <p:spPr>
            <a:xfrm>
              <a:off x="4496984" y="2893016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C0EBD6">
                <a:alpha val="100000"/>
              </a:srgbClr>
            </a:solidFill>
            <a:ln w="5420" cap="flat">
              <a:solidFill>
                <a:srgbClr val="C0EBD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3" name="pg253"/>
            <p:cNvSpPr/>
            <p:nvPr/>
          </p:nvSpPr>
          <p:spPr>
            <a:xfrm>
              <a:off x="4578421" y="2893016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C1EBD6">
                <a:alpha val="100000"/>
              </a:srgbClr>
            </a:solidFill>
            <a:ln w="5420" cap="flat">
              <a:solidFill>
                <a:srgbClr val="C1EBD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4" name="pg254"/>
            <p:cNvSpPr/>
            <p:nvPr/>
          </p:nvSpPr>
          <p:spPr>
            <a:xfrm>
              <a:off x="4659858" y="2893016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C1ECD6">
                <a:alpha val="100000"/>
              </a:srgbClr>
            </a:solidFill>
            <a:ln w="5420" cap="flat">
              <a:solidFill>
                <a:srgbClr val="C1ECD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5" name="pg255"/>
            <p:cNvSpPr/>
            <p:nvPr/>
          </p:nvSpPr>
          <p:spPr>
            <a:xfrm>
              <a:off x="4741296" y="2893016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C1EBD6">
                <a:alpha val="100000"/>
              </a:srgbClr>
            </a:solidFill>
            <a:ln w="5420" cap="flat">
              <a:solidFill>
                <a:srgbClr val="C1EBD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6" name="pg256"/>
            <p:cNvSpPr/>
            <p:nvPr/>
          </p:nvSpPr>
          <p:spPr>
            <a:xfrm>
              <a:off x="2786804" y="2996333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B6E8D1">
                <a:alpha val="100000"/>
              </a:srgbClr>
            </a:solidFill>
            <a:ln w="5420" cap="flat">
              <a:solidFill>
                <a:srgbClr val="B6E8D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7" name="pg257"/>
            <p:cNvSpPr/>
            <p:nvPr/>
          </p:nvSpPr>
          <p:spPr>
            <a:xfrm>
              <a:off x="2868241" y="2996333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B6E8D1">
                <a:alpha val="100000"/>
              </a:srgbClr>
            </a:solidFill>
            <a:ln w="5420" cap="flat">
              <a:solidFill>
                <a:srgbClr val="B6E8D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8" name="pg258"/>
            <p:cNvSpPr/>
            <p:nvPr/>
          </p:nvSpPr>
          <p:spPr>
            <a:xfrm>
              <a:off x="2949678" y="2996333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B6E8D1">
                <a:alpha val="100000"/>
              </a:srgbClr>
            </a:solidFill>
            <a:ln w="5420" cap="flat">
              <a:solidFill>
                <a:srgbClr val="B6E8D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9" name="pg259"/>
            <p:cNvSpPr/>
            <p:nvPr/>
          </p:nvSpPr>
          <p:spPr>
            <a:xfrm>
              <a:off x="3031116" y="2996333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B6E8D1">
                <a:alpha val="100000"/>
              </a:srgbClr>
            </a:solidFill>
            <a:ln w="5420" cap="flat">
              <a:solidFill>
                <a:srgbClr val="B6E8D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0" name="pg260"/>
            <p:cNvSpPr/>
            <p:nvPr/>
          </p:nvSpPr>
          <p:spPr>
            <a:xfrm>
              <a:off x="3112553" y="2996333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B6E8D1">
                <a:alpha val="100000"/>
              </a:srgbClr>
            </a:solidFill>
            <a:ln w="5420" cap="flat">
              <a:solidFill>
                <a:srgbClr val="B6E8D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1" name="pg261"/>
            <p:cNvSpPr/>
            <p:nvPr/>
          </p:nvSpPr>
          <p:spPr>
            <a:xfrm>
              <a:off x="3193990" y="2996333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B7E8D1">
                <a:alpha val="100000"/>
              </a:srgbClr>
            </a:solidFill>
            <a:ln w="5420" cap="flat">
              <a:solidFill>
                <a:srgbClr val="B7E8D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2" name="pg262"/>
            <p:cNvSpPr/>
            <p:nvPr/>
          </p:nvSpPr>
          <p:spPr>
            <a:xfrm>
              <a:off x="3275427" y="2996333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B7E8D2">
                <a:alpha val="100000"/>
              </a:srgbClr>
            </a:solidFill>
            <a:ln w="5420" cap="flat">
              <a:solidFill>
                <a:srgbClr val="B7E8D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3" name="pg263"/>
            <p:cNvSpPr/>
            <p:nvPr/>
          </p:nvSpPr>
          <p:spPr>
            <a:xfrm>
              <a:off x="3356864" y="2996333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B8E9D2">
                <a:alpha val="100000"/>
              </a:srgbClr>
            </a:solidFill>
            <a:ln w="5420" cap="flat">
              <a:solidFill>
                <a:srgbClr val="B8E9D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4" name="pg264"/>
            <p:cNvSpPr/>
            <p:nvPr/>
          </p:nvSpPr>
          <p:spPr>
            <a:xfrm>
              <a:off x="3438301" y="2996333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B9E9D2">
                <a:alpha val="100000"/>
              </a:srgbClr>
            </a:solidFill>
            <a:ln w="5420" cap="flat">
              <a:solidFill>
                <a:srgbClr val="B9E9D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5" name="pg265"/>
            <p:cNvSpPr/>
            <p:nvPr/>
          </p:nvSpPr>
          <p:spPr>
            <a:xfrm>
              <a:off x="3519738" y="2996333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B9E9D3">
                <a:alpha val="100000"/>
              </a:srgbClr>
            </a:solidFill>
            <a:ln w="5420" cap="flat">
              <a:solidFill>
                <a:srgbClr val="B9E9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6" name="pg266"/>
            <p:cNvSpPr/>
            <p:nvPr/>
          </p:nvSpPr>
          <p:spPr>
            <a:xfrm>
              <a:off x="3601176" y="2996333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BAE9D3">
                <a:alpha val="100000"/>
              </a:srgbClr>
            </a:solidFill>
            <a:ln w="5420" cap="flat">
              <a:solidFill>
                <a:srgbClr val="BAE9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7" name="pg267"/>
            <p:cNvSpPr/>
            <p:nvPr/>
          </p:nvSpPr>
          <p:spPr>
            <a:xfrm>
              <a:off x="3682613" y="2996333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BAE9D3">
                <a:alpha val="100000"/>
              </a:srgbClr>
            </a:solidFill>
            <a:ln w="5420" cap="flat">
              <a:solidFill>
                <a:srgbClr val="BAE9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8" name="pg268"/>
            <p:cNvSpPr/>
            <p:nvPr/>
          </p:nvSpPr>
          <p:spPr>
            <a:xfrm>
              <a:off x="3764050" y="2996333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B9E9D3">
                <a:alpha val="100000"/>
              </a:srgbClr>
            </a:solidFill>
            <a:ln w="5420" cap="flat">
              <a:solidFill>
                <a:srgbClr val="B9E9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9" name="pg269"/>
            <p:cNvSpPr/>
            <p:nvPr/>
          </p:nvSpPr>
          <p:spPr>
            <a:xfrm>
              <a:off x="3845487" y="2996333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B9E9D3">
                <a:alpha val="100000"/>
              </a:srgbClr>
            </a:solidFill>
            <a:ln w="5420" cap="flat">
              <a:solidFill>
                <a:srgbClr val="B9E9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0" name="pg270"/>
            <p:cNvSpPr/>
            <p:nvPr/>
          </p:nvSpPr>
          <p:spPr>
            <a:xfrm>
              <a:off x="3926924" y="2996333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B9E9D2">
                <a:alpha val="100000"/>
              </a:srgbClr>
            </a:solidFill>
            <a:ln w="5420" cap="flat">
              <a:solidFill>
                <a:srgbClr val="B9E9D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1" name="pg271"/>
            <p:cNvSpPr/>
            <p:nvPr/>
          </p:nvSpPr>
          <p:spPr>
            <a:xfrm>
              <a:off x="4252673" y="2996333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BAE9D3">
                <a:alpha val="100000"/>
              </a:srgbClr>
            </a:solidFill>
            <a:ln w="5420" cap="flat">
              <a:solidFill>
                <a:srgbClr val="BAE9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2" name="pg272"/>
            <p:cNvSpPr/>
            <p:nvPr/>
          </p:nvSpPr>
          <p:spPr>
            <a:xfrm>
              <a:off x="4334110" y="2996333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BCEAD4">
                <a:alpha val="100000"/>
              </a:srgbClr>
            </a:solidFill>
            <a:ln w="5420" cap="flat">
              <a:solidFill>
                <a:srgbClr val="BCEAD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3" name="pg273"/>
            <p:cNvSpPr/>
            <p:nvPr/>
          </p:nvSpPr>
          <p:spPr>
            <a:xfrm>
              <a:off x="4415547" y="2996333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BDEAD4">
                <a:alpha val="100000"/>
              </a:srgbClr>
            </a:solidFill>
            <a:ln w="5420" cap="flat">
              <a:solidFill>
                <a:srgbClr val="BDEAD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4" name="pg274"/>
            <p:cNvSpPr/>
            <p:nvPr/>
          </p:nvSpPr>
          <p:spPr>
            <a:xfrm>
              <a:off x="4496984" y="2996333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BEEAD5">
                <a:alpha val="100000"/>
              </a:srgbClr>
            </a:solidFill>
            <a:ln w="5420" cap="flat">
              <a:solidFill>
                <a:srgbClr val="BEEAD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5" name="pg275"/>
            <p:cNvSpPr/>
            <p:nvPr/>
          </p:nvSpPr>
          <p:spPr>
            <a:xfrm>
              <a:off x="4578421" y="2996333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BEEBD5">
                <a:alpha val="100000"/>
              </a:srgbClr>
            </a:solidFill>
            <a:ln w="5420" cap="flat">
              <a:solidFill>
                <a:srgbClr val="BEEBD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6" name="pg276"/>
            <p:cNvSpPr/>
            <p:nvPr/>
          </p:nvSpPr>
          <p:spPr>
            <a:xfrm>
              <a:off x="4659858" y="2996333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BFEBD5">
                <a:alpha val="100000"/>
              </a:srgbClr>
            </a:solidFill>
            <a:ln w="5420" cap="flat">
              <a:solidFill>
                <a:srgbClr val="BFEBD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7" name="pg277"/>
            <p:cNvSpPr/>
            <p:nvPr/>
          </p:nvSpPr>
          <p:spPr>
            <a:xfrm>
              <a:off x="2705367" y="3099649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B7E8D1">
                <a:alpha val="100000"/>
              </a:srgbClr>
            </a:solidFill>
            <a:ln w="5420" cap="flat">
              <a:solidFill>
                <a:srgbClr val="B7E8D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8" name="pg278"/>
            <p:cNvSpPr/>
            <p:nvPr/>
          </p:nvSpPr>
          <p:spPr>
            <a:xfrm>
              <a:off x="2786804" y="3099649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B6E8D1">
                <a:alpha val="100000"/>
              </a:srgbClr>
            </a:solidFill>
            <a:ln w="5420" cap="flat">
              <a:solidFill>
                <a:srgbClr val="B6E8D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9" name="pg279"/>
            <p:cNvSpPr/>
            <p:nvPr/>
          </p:nvSpPr>
          <p:spPr>
            <a:xfrm>
              <a:off x="2868241" y="3099649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B6E8D1">
                <a:alpha val="100000"/>
              </a:srgbClr>
            </a:solidFill>
            <a:ln w="5420" cap="flat">
              <a:solidFill>
                <a:srgbClr val="B6E8D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0" name="pg280"/>
            <p:cNvSpPr/>
            <p:nvPr/>
          </p:nvSpPr>
          <p:spPr>
            <a:xfrm>
              <a:off x="2949678" y="3099649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B6E8D1">
                <a:alpha val="100000"/>
              </a:srgbClr>
            </a:solidFill>
            <a:ln w="5420" cap="flat">
              <a:solidFill>
                <a:srgbClr val="B6E8D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1" name="pg281"/>
            <p:cNvSpPr/>
            <p:nvPr/>
          </p:nvSpPr>
          <p:spPr>
            <a:xfrm>
              <a:off x="3031116" y="3099649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B6E8D1">
                <a:alpha val="100000"/>
              </a:srgbClr>
            </a:solidFill>
            <a:ln w="5420" cap="flat">
              <a:solidFill>
                <a:srgbClr val="B6E8D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2" name="pg282"/>
            <p:cNvSpPr/>
            <p:nvPr/>
          </p:nvSpPr>
          <p:spPr>
            <a:xfrm>
              <a:off x="3112553" y="3099649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B6E8D1">
                <a:alpha val="100000"/>
              </a:srgbClr>
            </a:solidFill>
            <a:ln w="5420" cap="flat">
              <a:solidFill>
                <a:srgbClr val="B6E8D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3" name="pg283"/>
            <p:cNvSpPr/>
            <p:nvPr/>
          </p:nvSpPr>
          <p:spPr>
            <a:xfrm>
              <a:off x="3193990" y="3099649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B6E8D1">
                <a:alpha val="100000"/>
              </a:srgbClr>
            </a:solidFill>
            <a:ln w="5420" cap="flat">
              <a:solidFill>
                <a:srgbClr val="B6E8D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4" name="pg284"/>
            <p:cNvSpPr/>
            <p:nvPr/>
          </p:nvSpPr>
          <p:spPr>
            <a:xfrm>
              <a:off x="3275427" y="3099649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B7E8D2">
                <a:alpha val="100000"/>
              </a:srgbClr>
            </a:solidFill>
            <a:ln w="5420" cap="flat">
              <a:solidFill>
                <a:srgbClr val="B7E8D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5" name="pg285"/>
            <p:cNvSpPr/>
            <p:nvPr/>
          </p:nvSpPr>
          <p:spPr>
            <a:xfrm>
              <a:off x="3356864" y="3099649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B8E9D2">
                <a:alpha val="100000"/>
              </a:srgbClr>
            </a:solidFill>
            <a:ln w="5420" cap="flat">
              <a:solidFill>
                <a:srgbClr val="B8E9D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6" name="pg286"/>
            <p:cNvSpPr/>
            <p:nvPr/>
          </p:nvSpPr>
          <p:spPr>
            <a:xfrm>
              <a:off x="3438301" y="3099649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B9E9D3">
                <a:alpha val="100000"/>
              </a:srgbClr>
            </a:solidFill>
            <a:ln w="5420" cap="flat">
              <a:solidFill>
                <a:srgbClr val="B9E9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7" name="pg287"/>
            <p:cNvSpPr/>
            <p:nvPr/>
          </p:nvSpPr>
          <p:spPr>
            <a:xfrm>
              <a:off x="3519738" y="3099649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BBE9D3">
                <a:alpha val="100000"/>
              </a:srgbClr>
            </a:solidFill>
            <a:ln w="5420" cap="flat">
              <a:solidFill>
                <a:srgbClr val="BBE9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8" name="pg288"/>
            <p:cNvSpPr/>
            <p:nvPr/>
          </p:nvSpPr>
          <p:spPr>
            <a:xfrm>
              <a:off x="3601176" y="3099649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BBEAD3">
                <a:alpha val="100000"/>
              </a:srgbClr>
            </a:solidFill>
            <a:ln w="5420" cap="flat">
              <a:solidFill>
                <a:srgbClr val="BBEA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9" name="pg289"/>
            <p:cNvSpPr/>
            <p:nvPr/>
          </p:nvSpPr>
          <p:spPr>
            <a:xfrm>
              <a:off x="3682613" y="3099649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BBEAD3">
                <a:alpha val="100000"/>
              </a:srgbClr>
            </a:solidFill>
            <a:ln w="5420" cap="flat">
              <a:solidFill>
                <a:srgbClr val="BBEA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0" name="pg290"/>
            <p:cNvSpPr/>
            <p:nvPr/>
          </p:nvSpPr>
          <p:spPr>
            <a:xfrm>
              <a:off x="3764050" y="3099649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BBEAD3">
                <a:alpha val="100000"/>
              </a:srgbClr>
            </a:solidFill>
            <a:ln w="5420" cap="flat">
              <a:solidFill>
                <a:srgbClr val="BBEA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1" name="pg291"/>
            <p:cNvSpPr/>
            <p:nvPr/>
          </p:nvSpPr>
          <p:spPr>
            <a:xfrm>
              <a:off x="3845487" y="3099649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BBE9D3">
                <a:alpha val="100000"/>
              </a:srgbClr>
            </a:solidFill>
            <a:ln w="5420" cap="flat">
              <a:solidFill>
                <a:srgbClr val="BBE9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2" name="pg292"/>
            <p:cNvSpPr/>
            <p:nvPr/>
          </p:nvSpPr>
          <p:spPr>
            <a:xfrm>
              <a:off x="3926924" y="3099649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BAE9D3">
                <a:alpha val="100000"/>
              </a:srgbClr>
            </a:solidFill>
            <a:ln w="5420" cap="flat">
              <a:solidFill>
                <a:srgbClr val="BAE9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3" name="pg293"/>
            <p:cNvSpPr/>
            <p:nvPr/>
          </p:nvSpPr>
          <p:spPr>
            <a:xfrm>
              <a:off x="4008361" y="3099649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BAE9D3">
                <a:alpha val="100000"/>
              </a:srgbClr>
            </a:solidFill>
            <a:ln w="5420" cap="flat">
              <a:solidFill>
                <a:srgbClr val="BAE9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4" name="pg294"/>
            <p:cNvSpPr/>
            <p:nvPr/>
          </p:nvSpPr>
          <p:spPr>
            <a:xfrm>
              <a:off x="4252673" y="3099649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BAE9D3">
                <a:alpha val="100000"/>
              </a:srgbClr>
            </a:solidFill>
            <a:ln w="5420" cap="flat">
              <a:solidFill>
                <a:srgbClr val="BAE9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5" name="pg295"/>
            <p:cNvSpPr/>
            <p:nvPr/>
          </p:nvSpPr>
          <p:spPr>
            <a:xfrm>
              <a:off x="4334110" y="3099649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BBEAD4">
                <a:alpha val="100000"/>
              </a:srgbClr>
            </a:solidFill>
            <a:ln w="5420" cap="flat">
              <a:solidFill>
                <a:srgbClr val="BBEAD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6" name="pg296"/>
            <p:cNvSpPr/>
            <p:nvPr/>
          </p:nvSpPr>
          <p:spPr>
            <a:xfrm>
              <a:off x="4415547" y="3099649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BCEAD4">
                <a:alpha val="100000"/>
              </a:srgbClr>
            </a:solidFill>
            <a:ln w="5420" cap="flat">
              <a:solidFill>
                <a:srgbClr val="BCEAD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7" name="pg297"/>
            <p:cNvSpPr/>
            <p:nvPr/>
          </p:nvSpPr>
          <p:spPr>
            <a:xfrm>
              <a:off x="4496984" y="3099649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BCEAD4">
                <a:alpha val="100000"/>
              </a:srgbClr>
            </a:solidFill>
            <a:ln w="5420" cap="flat">
              <a:solidFill>
                <a:srgbClr val="BCEAD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8" name="pg298"/>
            <p:cNvSpPr/>
            <p:nvPr/>
          </p:nvSpPr>
          <p:spPr>
            <a:xfrm>
              <a:off x="4578421" y="3099649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BCEAD4">
                <a:alpha val="100000"/>
              </a:srgbClr>
            </a:solidFill>
            <a:ln w="5420" cap="flat">
              <a:solidFill>
                <a:srgbClr val="BCEAD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9" name="pg299"/>
            <p:cNvSpPr/>
            <p:nvPr/>
          </p:nvSpPr>
          <p:spPr>
            <a:xfrm>
              <a:off x="4659858" y="3099649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BCEAD4">
                <a:alpha val="100000"/>
              </a:srgbClr>
            </a:solidFill>
            <a:ln w="5420" cap="flat">
              <a:solidFill>
                <a:srgbClr val="BCEAD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0" name="pg300"/>
            <p:cNvSpPr/>
            <p:nvPr/>
          </p:nvSpPr>
          <p:spPr>
            <a:xfrm>
              <a:off x="2705367" y="3202965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B7E8D2">
                <a:alpha val="100000"/>
              </a:srgbClr>
            </a:solidFill>
            <a:ln w="5420" cap="flat">
              <a:solidFill>
                <a:srgbClr val="B7E8D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1" name="pg301"/>
            <p:cNvSpPr/>
            <p:nvPr/>
          </p:nvSpPr>
          <p:spPr>
            <a:xfrm>
              <a:off x="2786804" y="3202965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B7E8D1">
                <a:alpha val="100000"/>
              </a:srgbClr>
            </a:solidFill>
            <a:ln w="5420" cap="flat">
              <a:solidFill>
                <a:srgbClr val="B7E8D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2" name="pg302"/>
            <p:cNvSpPr/>
            <p:nvPr/>
          </p:nvSpPr>
          <p:spPr>
            <a:xfrm>
              <a:off x="2868241" y="3202965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B6E8D1">
                <a:alpha val="100000"/>
              </a:srgbClr>
            </a:solidFill>
            <a:ln w="5420" cap="flat">
              <a:solidFill>
                <a:srgbClr val="B6E8D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3" name="pg303"/>
            <p:cNvSpPr/>
            <p:nvPr/>
          </p:nvSpPr>
          <p:spPr>
            <a:xfrm>
              <a:off x="2949678" y="3202965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B5E7D0">
                <a:alpha val="100000"/>
              </a:srgbClr>
            </a:solidFill>
            <a:ln w="5420" cap="flat">
              <a:solidFill>
                <a:srgbClr val="B5E7D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4" name="pg304"/>
            <p:cNvSpPr/>
            <p:nvPr/>
          </p:nvSpPr>
          <p:spPr>
            <a:xfrm>
              <a:off x="3031116" y="3202965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B4E7D0">
                <a:alpha val="100000"/>
              </a:srgbClr>
            </a:solidFill>
            <a:ln w="5420" cap="flat">
              <a:solidFill>
                <a:srgbClr val="B4E7D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5" name="pg305"/>
            <p:cNvSpPr/>
            <p:nvPr/>
          </p:nvSpPr>
          <p:spPr>
            <a:xfrm>
              <a:off x="3112553" y="3202965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B3E7D0">
                <a:alpha val="100000"/>
              </a:srgbClr>
            </a:solidFill>
            <a:ln w="5420" cap="flat">
              <a:solidFill>
                <a:srgbClr val="B3E7D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6" name="pg306"/>
            <p:cNvSpPr/>
            <p:nvPr/>
          </p:nvSpPr>
          <p:spPr>
            <a:xfrm>
              <a:off x="3193990" y="3202965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B4E7D0">
                <a:alpha val="100000"/>
              </a:srgbClr>
            </a:solidFill>
            <a:ln w="5420" cap="flat">
              <a:solidFill>
                <a:srgbClr val="B4E7D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7" name="pg307"/>
            <p:cNvSpPr/>
            <p:nvPr/>
          </p:nvSpPr>
          <p:spPr>
            <a:xfrm>
              <a:off x="3275427" y="3202965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B6E8D1">
                <a:alpha val="100000"/>
              </a:srgbClr>
            </a:solidFill>
            <a:ln w="5420" cap="flat">
              <a:solidFill>
                <a:srgbClr val="B6E8D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8" name="pg308"/>
            <p:cNvSpPr/>
            <p:nvPr/>
          </p:nvSpPr>
          <p:spPr>
            <a:xfrm>
              <a:off x="3356864" y="3202965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B9E9D2">
                <a:alpha val="100000"/>
              </a:srgbClr>
            </a:solidFill>
            <a:ln w="5420" cap="flat">
              <a:solidFill>
                <a:srgbClr val="B9E9D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9" name="pg309"/>
            <p:cNvSpPr/>
            <p:nvPr/>
          </p:nvSpPr>
          <p:spPr>
            <a:xfrm>
              <a:off x="3438301" y="3202965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BCEAD4">
                <a:alpha val="100000"/>
              </a:srgbClr>
            </a:solidFill>
            <a:ln w="5420" cap="flat">
              <a:solidFill>
                <a:srgbClr val="BCEAD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0" name="pg310"/>
            <p:cNvSpPr/>
            <p:nvPr/>
          </p:nvSpPr>
          <p:spPr>
            <a:xfrm>
              <a:off x="3519738" y="3202965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BEEBD5">
                <a:alpha val="100000"/>
              </a:srgbClr>
            </a:solidFill>
            <a:ln w="5420" cap="flat">
              <a:solidFill>
                <a:srgbClr val="BEEBD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1" name="pg311"/>
            <p:cNvSpPr/>
            <p:nvPr/>
          </p:nvSpPr>
          <p:spPr>
            <a:xfrm>
              <a:off x="3601176" y="3202965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BFEBD5">
                <a:alpha val="100000"/>
              </a:srgbClr>
            </a:solidFill>
            <a:ln w="5420" cap="flat">
              <a:solidFill>
                <a:srgbClr val="BFEBD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2" name="pg312"/>
            <p:cNvSpPr/>
            <p:nvPr/>
          </p:nvSpPr>
          <p:spPr>
            <a:xfrm>
              <a:off x="3682613" y="3202965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BFEBD5">
                <a:alpha val="100000"/>
              </a:srgbClr>
            </a:solidFill>
            <a:ln w="5420" cap="flat">
              <a:solidFill>
                <a:srgbClr val="BFEBD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3" name="pg313"/>
            <p:cNvSpPr/>
            <p:nvPr/>
          </p:nvSpPr>
          <p:spPr>
            <a:xfrm>
              <a:off x="3764050" y="3202965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BEEBD5">
                <a:alpha val="100000"/>
              </a:srgbClr>
            </a:solidFill>
            <a:ln w="5420" cap="flat">
              <a:solidFill>
                <a:srgbClr val="BEEBD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4" name="pg314"/>
            <p:cNvSpPr/>
            <p:nvPr/>
          </p:nvSpPr>
          <p:spPr>
            <a:xfrm>
              <a:off x="3845487" y="3202965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BEEAD5">
                <a:alpha val="100000"/>
              </a:srgbClr>
            </a:solidFill>
            <a:ln w="5420" cap="flat">
              <a:solidFill>
                <a:srgbClr val="BEEAD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5" name="pg315"/>
            <p:cNvSpPr/>
            <p:nvPr/>
          </p:nvSpPr>
          <p:spPr>
            <a:xfrm>
              <a:off x="3926924" y="3202965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BDEAD4">
                <a:alpha val="100000"/>
              </a:srgbClr>
            </a:solidFill>
            <a:ln w="5420" cap="flat">
              <a:solidFill>
                <a:srgbClr val="BDEAD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6" name="pg316"/>
            <p:cNvSpPr/>
            <p:nvPr/>
          </p:nvSpPr>
          <p:spPr>
            <a:xfrm>
              <a:off x="4008361" y="3202965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BCEAD4">
                <a:alpha val="100000"/>
              </a:srgbClr>
            </a:solidFill>
            <a:ln w="5420" cap="flat">
              <a:solidFill>
                <a:srgbClr val="BCEAD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7" name="pg317"/>
            <p:cNvSpPr/>
            <p:nvPr/>
          </p:nvSpPr>
          <p:spPr>
            <a:xfrm>
              <a:off x="4089798" y="3202965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BCEAD4">
                <a:alpha val="100000"/>
              </a:srgbClr>
            </a:solidFill>
            <a:ln w="5420" cap="flat">
              <a:solidFill>
                <a:srgbClr val="BCEAD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8" name="pg318"/>
            <p:cNvSpPr/>
            <p:nvPr/>
          </p:nvSpPr>
          <p:spPr>
            <a:xfrm>
              <a:off x="4334110" y="3202965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BBE9D3">
                <a:alpha val="100000"/>
              </a:srgbClr>
            </a:solidFill>
            <a:ln w="5420" cap="flat">
              <a:solidFill>
                <a:srgbClr val="BBE9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9" name="pg319"/>
            <p:cNvSpPr/>
            <p:nvPr/>
          </p:nvSpPr>
          <p:spPr>
            <a:xfrm>
              <a:off x="4415547" y="3202965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BAE9D3">
                <a:alpha val="100000"/>
              </a:srgbClr>
            </a:solidFill>
            <a:ln w="5420" cap="flat">
              <a:solidFill>
                <a:srgbClr val="BAE9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0" name="pg320"/>
            <p:cNvSpPr/>
            <p:nvPr/>
          </p:nvSpPr>
          <p:spPr>
            <a:xfrm>
              <a:off x="4496984" y="3202965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BAE9D3">
                <a:alpha val="100000"/>
              </a:srgbClr>
            </a:solidFill>
            <a:ln w="5420" cap="flat">
              <a:solidFill>
                <a:srgbClr val="BAE9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1" name="pg321"/>
            <p:cNvSpPr/>
            <p:nvPr/>
          </p:nvSpPr>
          <p:spPr>
            <a:xfrm>
              <a:off x="4578421" y="3202965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BAE9D3">
                <a:alpha val="100000"/>
              </a:srgbClr>
            </a:solidFill>
            <a:ln w="5420" cap="flat">
              <a:solidFill>
                <a:srgbClr val="BAE9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2" name="pg322"/>
            <p:cNvSpPr/>
            <p:nvPr/>
          </p:nvSpPr>
          <p:spPr>
            <a:xfrm>
              <a:off x="4659858" y="3202965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BAE9D3">
                <a:alpha val="100000"/>
              </a:srgbClr>
            </a:solidFill>
            <a:ln w="5420" cap="flat">
              <a:solidFill>
                <a:srgbClr val="BAE9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3" name="pg323"/>
            <p:cNvSpPr/>
            <p:nvPr/>
          </p:nvSpPr>
          <p:spPr>
            <a:xfrm>
              <a:off x="2705367" y="3306281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B8E9D2">
                <a:alpha val="100000"/>
              </a:srgbClr>
            </a:solidFill>
            <a:ln w="5420" cap="flat">
              <a:solidFill>
                <a:srgbClr val="B8E9D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4" name="pg324"/>
            <p:cNvSpPr/>
            <p:nvPr/>
          </p:nvSpPr>
          <p:spPr>
            <a:xfrm>
              <a:off x="2786804" y="3306281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B7E8D2">
                <a:alpha val="100000"/>
              </a:srgbClr>
            </a:solidFill>
            <a:ln w="5420" cap="flat">
              <a:solidFill>
                <a:srgbClr val="B7E8D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5" name="pg325"/>
            <p:cNvSpPr/>
            <p:nvPr/>
          </p:nvSpPr>
          <p:spPr>
            <a:xfrm>
              <a:off x="2868241" y="3306281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B6E8D1">
                <a:alpha val="100000"/>
              </a:srgbClr>
            </a:solidFill>
            <a:ln w="5420" cap="flat">
              <a:solidFill>
                <a:srgbClr val="B6E8D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6" name="pg326"/>
            <p:cNvSpPr/>
            <p:nvPr/>
          </p:nvSpPr>
          <p:spPr>
            <a:xfrm>
              <a:off x="2949678" y="3306281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B5E8D0">
                <a:alpha val="100000"/>
              </a:srgbClr>
            </a:solidFill>
            <a:ln w="5420" cap="flat">
              <a:solidFill>
                <a:srgbClr val="B5E8D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7" name="pg327"/>
            <p:cNvSpPr/>
            <p:nvPr/>
          </p:nvSpPr>
          <p:spPr>
            <a:xfrm>
              <a:off x="3031116" y="3306281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B4E7D0">
                <a:alpha val="100000"/>
              </a:srgbClr>
            </a:solidFill>
            <a:ln w="5420" cap="flat">
              <a:solidFill>
                <a:srgbClr val="B4E7D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8" name="pg328"/>
            <p:cNvSpPr/>
            <p:nvPr/>
          </p:nvSpPr>
          <p:spPr>
            <a:xfrm>
              <a:off x="3112553" y="3306281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B3E7D0">
                <a:alpha val="100000"/>
              </a:srgbClr>
            </a:solidFill>
            <a:ln w="5420" cap="flat">
              <a:solidFill>
                <a:srgbClr val="B3E7D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9" name="pg329"/>
            <p:cNvSpPr/>
            <p:nvPr/>
          </p:nvSpPr>
          <p:spPr>
            <a:xfrm>
              <a:off x="3193990" y="3306281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B4E7D0">
                <a:alpha val="100000"/>
              </a:srgbClr>
            </a:solidFill>
            <a:ln w="5420" cap="flat">
              <a:solidFill>
                <a:srgbClr val="B4E7D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0" name="pg330"/>
            <p:cNvSpPr/>
            <p:nvPr/>
          </p:nvSpPr>
          <p:spPr>
            <a:xfrm>
              <a:off x="3275427" y="3306281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B7E8D2">
                <a:alpha val="100000"/>
              </a:srgbClr>
            </a:solidFill>
            <a:ln w="5420" cap="flat">
              <a:solidFill>
                <a:srgbClr val="B7E8D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1" name="pg331"/>
            <p:cNvSpPr/>
            <p:nvPr/>
          </p:nvSpPr>
          <p:spPr>
            <a:xfrm>
              <a:off x="3356864" y="3306281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BBE9D3">
                <a:alpha val="100000"/>
              </a:srgbClr>
            </a:solidFill>
            <a:ln w="5420" cap="flat">
              <a:solidFill>
                <a:srgbClr val="BBE9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2" name="pg332"/>
            <p:cNvSpPr/>
            <p:nvPr/>
          </p:nvSpPr>
          <p:spPr>
            <a:xfrm>
              <a:off x="3438301" y="3306281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BEEBD5">
                <a:alpha val="100000"/>
              </a:srgbClr>
            </a:solidFill>
            <a:ln w="5420" cap="flat">
              <a:solidFill>
                <a:srgbClr val="BEEBD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3" name="pg333"/>
            <p:cNvSpPr/>
            <p:nvPr/>
          </p:nvSpPr>
          <p:spPr>
            <a:xfrm>
              <a:off x="3519738" y="3306281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C1ECD7">
                <a:alpha val="100000"/>
              </a:srgbClr>
            </a:solidFill>
            <a:ln w="5420" cap="flat">
              <a:solidFill>
                <a:srgbClr val="C1ECD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4" name="pg334"/>
            <p:cNvSpPr/>
            <p:nvPr/>
          </p:nvSpPr>
          <p:spPr>
            <a:xfrm>
              <a:off x="3601176" y="3306281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C1ECD7">
                <a:alpha val="100000"/>
              </a:srgbClr>
            </a:solidFill>
            <a:ln w="5420" cap="flat">
              <a:solidFill>
                <a:srgbClr val="C1ECD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5" name="pg335"/>
            <p:cNvSpPr/>
            <p:nvPr/>
          </p:nvSpPr>
          <p:spPr>
            <a:xfrm>
              <a:off x="3682613" y="3306281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C1EBD6">
                <a:alpha val="100000"/>
              </a:srgbClr>
            </a:solidFill>
            <a:ln w="5420" cap="flat">
              <a:solidFill>
                <a:srgbClr val="C1EBD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6" name="pg336"/>
            <p:cNvSpPr/>
            <p:nvPr/>
          </p:nvSpPr>
          <p:spPr>
            <a:xfrm>
              <a:off x="3764050" y="3306281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C0EBD6">
                <a:alpha val="100000"/>
              </a:srgbClr>
            </a:solidFill>
            <a:ln w="5420" cap="flat">
              <a:solidFill>
                <a:srgbClr val="C0EBD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7" name="pg337"/>
            <p:cNvSpPr/>
            <p:nvPr/>
          </p:nvSpPr>
          <p:spPr>
            <a:xfrm>
              <a:off x="3845487" y="3306281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BFEBD5">
                <a:alpha val="100000"/>
              </a:srgbClr>
            </a:solidFill>
            <a:ln w="5420" cap="flat">
              <a:solidFill>
                <a:srgbClr val="BFEBD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8" name="pg338"/>
            <p:cNvSpPr/>
            <p:nvPr/>
          </p:nvSpPr>
          <p:spPr>
            <a:xfrm>
              <a:off x="3926924" y="3306281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BEEBD5">
                <a:alpha val="100000"/>
              </a:srgbClr>
            </a:solidFill>
            <a:ln w="5420" cap="flat">
              <a:solidFill>
                <a:srgbClr val="BEEBD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9" name="pg339"/>
            <p:cNvSpPr/>
            <p:nvPr/>
          </p:nvSpPr>
          <p:spPr>
            <a:xfrm>
              <a:off x="4008361" y="3306281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BDEAD4">
                <a:alpha val="100000"/>
              </a:srgbClr>
            </a:solidFill>
            <a:ln w="5420" cap="flat">
              <a:solidFill>
                <a:srgbClr val="BDEAD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0" name="pg340"/>
            <p:cNvSpPr/>
            <p:nvPr/>
          </p:nvSpPr>
          <p:spPr>
            <a:xfrm>
              <a:off x="4089798" y="3306281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BCEAD4">
                <a:alpha val="100000"/>
              </a:srgbClr>
            </a:solidFill>
            <a:ln w="5420" cap="flat">
              <a:solidFill>
                <a:srgbClr val="BCEAD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1" name="pg341"/>
            <p:cNvSpPr/>
            <p:nvPr/>
          </p:nvSpPr>
          <p:spPr>
            <a:xfrm>
              <a:off x="4252673" y="3306281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BBEAD4">
                <a:alpha val="100000"/>
              </a:srgbClr>
            </a:solidFill>
            <a:ln w="5420" cap="flat">
              <a:solidFill>
                <a:srgbClr val="BBEAD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2" name="pg342"/>
            <p:cNvSpPr/>
            <p:nvPr/>
          </p:nvSpPr>
          <p:spPr>
            <a:xfrm>
              <a:off x="4334110" y="3306281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BBE9D3">
                <a:alpha val="100000"/>
              </a:srgbClr>
            </a:solidFill>
            <a:ln w="5420" cap="flat">
              <a:solidFill>
                <a:srgbClr val="BBE9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3" name="pg343"/>
            <p:cNvSpPr/>
            <p:nvPr/>
          </p:nvSpPr>
          <p:spPr>
            <a:xfrm>
              <a:off x="4415547" y="3306281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BAE9D3">
                <a:alpha val="100000"/>
              </a:srgbClr>
            </a:solidFill>
            <a:ln w="5420" cap="flat">
              <a:solidFill>
                <a:srgbClr val="BAE9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4" name="pg344"/>
            <p:cNvSpPr/>
            <p:nvPr/>
          </p:nvSpPr>
          <p:spPr>
            <a:xfrm>
              <a:off x="4496984" y="3306281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BAE9D3">
                <a:alpha val="100000"/>
              </a:srgbClr>
            </a:solidFill>
            <a:ln w="5420" cap="flat">
              <a:solidFill>
                <a:srgbClr val="BAE9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5" name="pg345"/>
            <p:cNvSpPr/>
            <p:nvPr/>
          </p:nvSpPr>
          <p:spPr>
            <a:xfrm>
              <a:off x="4578421" y="3306281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BAE9D3">
                <a:alpha val="100000"/>
              </a:srgbClr>
            </a:solidFill>
            <a:ln w="5420" cap="flat">
              <a:solidFill>
                <a:srgbClr val="BAE9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6" name="pg346"/>
            <p:cNvSpPr/>
            <p:nvPr/>
          </p:nvSpPr>
          <p:spPr>
            <a:xfrm>
              <a:off x="4659858" y="3306281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B9E9D3">
                <a:alpha val="100000"/>
              </a:srgbClr>
            </a:solidFill>
            <a:ln w="5420" cap="flat">
              <a:solidFill>
                <a:srgbClr val="B9E9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7" name="pg347"/>
            <p:cNvSpPr/>
            <p:nvPr/>
          </p:nvSpPr>
          <p:spPr>
            <a:xfrm>
              <a:off x="2786804" y="3409597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B8E9D2">
                <a:alpha val="100000"/>
              </a:srgbClr>
            </a:solidFill>
            <a:ln w="5420" cap="flat">
              <a:solidFill>
                <a:srgbClr val="B8E9D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8" name="pg348"/>
            <p:cNvSpPr/>
            <p:nvPr/>
          </p:nvSpPr>
          <p:spPr>
            <a:xfrm>
              <a:off x="2868241" y="3409597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B7E8D2">
                <a:alpha val="100000"/>
              </a:srgbClr>
            </a:solidFill>
            <a:ln w="5420" cap="flat">
              <a:solidFill>
                <a:srgbClr val="B7E8D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9" name="pg349"/>
            <p:cNvSpPr/>
            <p:nvPr/>
          </p:nvSpPr>
          <p:spPr>
            <a:xfrm>
              <a:off x="2949678" y="3409597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B6E8D1">
                <a:alpha val="100000"/>
              </a:srgbClr>
            </a:solidFill>
            <a:ln w="5420" cap="flat">
              <a:solidFill>
                <a:srgbClr val="B6E8D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0" name="pg350"/>
            <p:cNvSpPr/>
            <p:nvPr/>
          </p:nvSpPr>
          <p:spPr>
            <a:xfrm>
              <a:off x="3031116" y="3409597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B6E8D1">
                <a:alpha val="100000"/>
              </a:srgbClr>
            </a:solidFill>
            <a:ln w="5420" cap="flat">
              <a:solidFill>
                <a:srgbClr val="B6E8D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1" name="pg351"/>
            <p:cNvSpPr/>
            <p:nvPr/>
          </p:nvSpPr>
          <p:spPr>
            <a:xfrm>
              <a:off x="3112553" y="3409597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B6E8D1">
                <a:alpha val="100000"/>
              </a:srgbClr>
            </a:solidFill>
            <a:ln w="5420" cap="flat">
              <a:solidFill>
                <a:srgbClr val="B6E8D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2" name="pg352"/>
            <p:cNvSpPr/>
            <p:nvPr/>
          </p:nvSpPr>
          <p:spPr>
            <a:xfrm>
              <a:off x="3193990" y="3409597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B7E8D2">
                <a:alpha val="100000"/>
              </a:srgbClr>
            </a:solidFill>
            <a:ln w="5420" cap="flat">
              <a:solidFill>
                <a:srgbClr val="B7E8D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3" name="pg353"/>
            <p:cNvSpPr/>
            <p:nvPr/>
          </p:nvSpPr>
          <p:spPr>
            <a:xfrm>
              <a:off x="3275427" y="3409597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BBE9D3">
                <a:alpha val="100000"/>
              </a:srgbClr>
            </a:solidFill>
            <a:ln w="5420" cap="flat">
              <a:solidFill>
                <a:srgbClr val="BBE9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4" name="pg354"/>
            <p:cNvSpPr/>
            <p:nvPr/>
          </p:nvSpPr>
          <p:spPr>
            <a:xfrm>
              <a:off x="3356864" y="3409597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BFEBD5">
                <a:alpha val="100000"/>
              </a:srgbClr>
            </a:solidFill>
            <a:ln w="5420" cap="flat">
              <a:solidFill>
                <a:srgbClr val="BFEBD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5" name="pg355"/>
            <p:cNvSpPr/>
            <p:nvPr/>
          </p:nvSpPr>
          <p:spPr>
            <a:xfrm>
              <a:off x="3438301" y="3409597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C3ECD7">
                <a:alpha val="100000"/>
              </a:srgbClr>
            </a:solidFill>
            <a:ln w="5420" cap="flat">
              <a:solidFill>
                <a:srgbClr val="C3ECD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6" name="pg356"/>
            <p:cNvSpPr/>
            <p:nvPr/>
          </p:nvSpPr>
          <p:spPr>
            <a:xfrm>
              <a:off x="3519738" y="3409597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C5EDD8">
                <a:alpha val="100000"/>
              </a:srgbClr>
            </a:solidFill>
            <a:ln w="5420" cap="flat">
              <a:solidFill>
                <a:srgbClr val="C5EDD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7" name="pg357"/>
            <p:cNvSpPr/>
            <p:nvPr/>
          </p:nvSpPr>
          <p:spPr>
            <a:xfrm>
              <a:off x="3601176" y="3409597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C4EDD8">
                <a:alpha val="100000"/>
              </a:srgbClr>
            </a:solidFill>
            <a:ln w="5420" cap="flat">
              <a:solidFill>
                <a:srgbClr val="C4EDD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8" name="pg358"/>
            <p:cNvSpPr/>
            <p:nvPr/>
          </p:nvSpPr>
          <p:spPr>
            <a:xfrm>
              <a:off x="3682613" y="3409597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C3ECD7">
                <a:alpha val="100000"/>
              </a:srgbClr>
            </a:solidFill>
            <a:ln w="5420" cap="flat">
              <a:solidFill>
                <a:srgbClr val="C3ECD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9" name="pg359"/>
            <p:cNvSpPr/>
            <p:nvPr/>
          </p:nvSpPr>
          <p:spPr>
            <a:xfrm>
              <a:off x="3764050" y="3409597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C2ECD7">
                <a:alpha val="100000"/>
              </a:srgbClr>
            </a:solidFill>
            <a:ln w="5420" cap="flat">
              <a:solidFill>
                <a:srgbClr val="C2ECD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0" name="pg360"/>
            <p:cNvSpPr/>
            <p:nvPr/>
          </p:nvSpPr>
          <p:spPr>
            <a:xfrm>
              <a:off x="3845487" y="3409597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C0EBD6">
                <a:alpha val="100000"/>
              </a:srgbClr>
            </a:solidFill>
            <a:ln w="5420" cap="flat">
              <a:solidFill>
                <a:srgbClr val="C0EBD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1" name="pg361"/>
            <p:cNvSpPr/>
            <p:nvPr/>
          </p:nvSpPr>
          <p:spPr>
            <a:xfrm>
              <a:off x="3926924" y="3409597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BFEBD5">
                <a:alpha val="100000"/>
              </a:srgbClr>
            </a:solidFill>
            <a:ln w="5420" cap="flat">
              <a:solidFill>
                <a:srgbClr val="BFEBD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2" name="pg362"/>
            <p:cNvSpPr/>
            <p:nvPr/>
          </p:nvSpPr>
          <p:spPr>
            <a:xfrm>
              <a:off x="4008361" y="3409597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BEEAD5">
                <a:alpha val="100000"/>
              </a:srgbClr>
            </a:solidFill>
            <a:ln w="5420" cap="flat">
              <a:solidFill>
                <a:srgbClr val="BEEAD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3" name="pg363"/>
            <p:cNvSpPr/>
            <p:nvPr/>
          </p:nvSpPr>
          <p:spPr>
            <a:xfrm>
              <a:off x="4089798" y="3409597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BDEAD4">
                <a:alpha val="100000"/>
              </a:srgbClr>
            </a:solidFill>
            <a:ln w="5420" cap="flat">
              <a:solidFill>
                <a:srgbClr val="BDEAD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4" name="pg364"/>
            <p:cNvSpPr/>
            <p:nvPr/>
          </p:nvSpPr>
          <p:spPr>
            <a:xfrm>
              <a:off x="4171236" y="3409597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BCEAD4">
                <a:alpha val="100000"/>
              </a:srgbClr>
            </a:solidFill>
            <a:ln w="5420" cap="flat">
              <a:solidFill>
                <a:srgbClr val="BCEAD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5" name="pg365"/>
            <p:cNvSpPr/>
            <p:nvPr/>
          </p:nvSpPr>
          <p:spPr>
            <a:xfrm>
              <a:off x="4252673" y="3409597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BBEAD4">
                <a:alpha val="100000"/>
              </a:srgbClr>
            </a:solidFill>
            <a:ln w="5420" cap="flat">
              <a:solidFill>
                <a:srgbClr val="BBEAD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6" name="pg366"/>
            <p:cNvSpPr/>
            <p:nvPr/>
          </p:nvSpPr>
          <p:spPr>
            <a:xfrm>
              <a:off x="4334110" y="3409597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BBE9D3">
                <a:alpha val="100000"/>
              </a:srgbClr>
            </a:solidFill>
            <a:ln w="5420" cap="flat">
              <a:solidFill>
                <a:srgbClr val="BBE9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7" name="pg367"/>
            <p:cNvSpPr/>
            <p:nvPr/>
          </p:nvSpPr>
          <p:spPr>
            <a:xfrm>
              <a:off x="4415547" y="3409597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BAE9D3">
                <a:alpha val="100000"/>
              </a:srgbClr>
            </a:solidFill>
            <a:ln w="5420" cap="flat">
              <a:solidFill>
                <a:srgbClr val="BAE9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8" name="pg368"/>
            <p:cNvSpPr/>
            <p:nvPr/>
          </p:nvSpPr>
          <p:spPr>
            <a:xfrm>
              <a:off x="4496984" y="3409597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BAE9D3">
                <a:alpha val="100000"/>
              </a:srgbClr>
            </a:solidFill>
            <a:ln w="5420" cap="flat">
              <a:solidFill>
                <a:srgbClr val="BAE9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9" name="pg369"/>
            <p:cNvSpPr/>
            <p:nvPr/>
          </p:nvSpPr>
          <p:spPr>
            <a:xfrm>
              <a:off x="4578421" y="3409597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BAE9D3">
                <a:alpha val="100000"/>
              </a:srgbClr>
            </a:solidFill>
            <a:ln w="5420" cap="flat">
              <a:solidFill>
                <a:srgbClr val="BAE9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0" name="pg370"/>
            <p:cNvSpPr/>
            <p:nvPr/>
          </p:nvSpPr>
          <p:spPr>
            <a:xfrm>
              <a:off x="4659858" y="3409597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B9E9D3">
                <a:alpha val="100000"/>
              </a:srgbClr>
            </a:solidFill>
            <a:ln w="5420" cap="flat">
              <a:solidFill>
                <a:srgbClr val="B9E9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1" name="pg371"/>
            <p:cNvSpPr/>
            <p:nvPr/>
          </p:nvSpPr>
          <p:spPr>
            <a:xfrm>
              <a:off x="2868241" y="3512913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BAE9D3">
                <a:alpha val="100000"/>
              </a:srgbClr>
            </a:solidFill>
            <a:ln w="5420" cap="flat">
              <a:solidFill>
                <a:srgbClr val="BAE9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2" name="pg372"/>
            <p:cNvSpPr/>
            <p:nvPr/>
          </p:nvSpPr>
          <p:spPr>
            <a:xfrm>
              <a:off x="2949678" y="3512913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B9E9D3">
                <a:alpha val="100000"/>
              </a:srgbClr>
            </a:solidFill>
            <a:ln w="5420" cap="flat">
              <a:solidFill>
                <a:srgbClr val="B9E9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3" name="pg373"/>
            <p:cNvSpPr/>
            <p:nvPr/>
          </p:nvSpPr>
          <p:spPr>
            <a:xfrm>
              <a:off x="3031116" y="3512913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B9E9D3">
                <a:alpha val="100000"/>
              </a:srgbClr>
            </a:solidFill>
            <a:ln w="5420" cap="flat">
              <a:solidFill>
                <a:srgbClr val="B9E9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4" name="pg374"/>
            <p:cNvSpPr/>
            <p:nvPr/>
          </p:nvSpPr>
          <p:spPr>
            <a:xfrm>
              <a:off x="3112553" y="3512913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BAE9D3">
                <a:alpha val="100000"/>
              </a:srgbClr>
            </a:solidFill>
            <a:ln w="5420" cap="flat">
              <a:solidFill>
                <a:srgbClr val="BAE9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5" name="pg375"/>
            <p:cNvSpPr/>
            <p:nvPr/>
          </p:nvSpPr>
          <p:spPr>
            <a:xfrm>
              <a:off x="3193990" y="3512913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BCEAD4">
                <a:alpha val="100000"/>
              </a:srgbClr>
            </a:solidFill>
            <a:ln w="5420" cap="flat">
              <a:solidFill>
                <a:srgbClr val="BCEAD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6" name="pg376"/>
            <p:cNvSpPr/>
            <p:nvPr/>
          </p:nvSpPr>
          <p:spPr>
            <a:xfrm>
              <a:off x="3275427" y="3512913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C0EBD6">
                <a:alpha val="100000"/>
              </a:srgbClr>
            </a:solidFill>
            <a:ln w="5420" cap="flat">
              <a:solidFill>
                <a:srgbClr val="C0EBD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7" name="pg377"/>
            <p:cNvSpPr/>
            <p:nvPr/>
          </p:nvSpPr>
          <p:spPr>
            <a:xfrm>
              <a:off x="3356864" y="3512913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C4ECD8">
                <a:alpha val="100000"/>
              </a:srgbClr>
            </a:solidFill>
            <a:ln w="5420" cap="flat">
              <a:solidFill>
                <a:srgbClr val="C4ECD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8" name="pg378"/>
            <p:cNvSpPr/>
            <p:nvPr/>
          </p:nvSpPr>
          <p:spPr>
            <a:xfrm>
              <a:off x="3438301" y="3512913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C7EDD9">
                <a:alpha val="100000"/>
              </a:srgbClr>
            </a:solidFill>
            <a:ln w="5420" cap="flat">
              <a:solidFill>
                <a:srgbClr val="C7EDD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9" name="pg379"/>
            <p:cNvSpPr/>
            <p:nvPr/>
          </p:nvSpPr>
          <p:spPr>
            <a:xfrm>
              <a:off x="3519738" y="3512913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C8EEDA">
                <a:alpha val="100000"/>
              </a:srgbClr>
            </a:solidFill>
            <a:ln w="5420" cap="flat">
              <a:solidFill>
                <a:srgbClr val="C8EED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0" name="pg380"/>
            <p:cNvSpPr/>
            <p:nvPr/>
          </p:nvSpPr>
          <p:spPr>
            <a:xfrm>
              <a:off x="3601176" y="3512913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C7EDD9">
                <a:alpha val="100000"/>
              </a:srgbClr>
            </a:solidFill>
            <a:ln w="5420" cap="flat">
              <a:solidFill>
                <a:srgbClr val="C7EDD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1" name="pg381"/>
            <p:cNvSpPr/>
            <p:nvPr/>
          </p:nvSpPr>
          <p:spPr>
            <a:xfrm>
              <a:off x="3682613" y="3512913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C5EDD8">
                <a:alpha val="100000"/>
              </a:srgbClr>
            </a:solidFill>
            <a:ln w="5420" cap="flat">
              <a:solidFill>
                <a:srgbClr val="C5EDD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2" name="pg382"/>
            <p:cNvSpPr/>
            <p:nvPr/>
          </p:nvSpPr>
          <p:spPr>
            <a:xfrm>
              <a:off x="3764050" y="3512913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C3ECD7">
                <a:alpha val="100000"/>
              </a:srgbClr>
            </a:solidFill>
            <a:ln w="5420" cap="flat">
              <a:solidFill>
                <a:srgbClr val="C3ECD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3" name="pg383"/>
            <p:cNvSpPr/>
            <p:nvPr/>
          </p:nvSpPr>
          <p:spPr>
            <a:xfrm>
              <a:off x="3845487" y="3512913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C1EBD6">
                <a:alpha val="100000"/>
              </a:srgbClr>
            </a:solidFill>
            <a:ln w="5420" cap="flat">
              <a:solidFill>
                <a:srgbClr val="C1EBD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4" name="pg384"/>
            <p:cNvSpPr/>
            <p:nvPr/>
          </p:nvSpPr>
          <p:spPr>
            <a:xfrm>
              <a:off x="3926924" y="3512913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BFEBD6">
                <a:alpha val="100000"/>
              </a:srgbClr>
            </a:solidFill>
            <a:ln w="5420" cap="flat">
              <a:solidFill>
                <a:srgbClr val="BFEBD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5" name="pg385"/>
            <p:cNvSpPr/>
            <p:nvPr/>
          </p:nvSpPr>
          <p:spPr>
            <a:xfrm>
              <a:off x="4008361" y="3512913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BEEAD5">
                <a:alpha val="100000"/>
              </a:srgbClr>
            </a:solidFill>
            <a:ln w="5420" cap="flat">
              <a:solidFill>
                <a:srgbClr val="BEEAD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6" name="pg386"/>
            <p:cNvSpPr/>
            <p:nvPr/>
          </p:nvSpPr>
          <p:spPr>
            <a:xfrm>
              <a:off x="4089798" y="3512913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BDEAD4">
                <a:alpha val="100000"/>
              </a:srgbClr>
            </a:solidFill>
            <a:ln w="5420" cap="flat">
              <a:solidFill>
                <a:srgbClr val="BDEAD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7" name="pg387"/>
            <p:cNvSpPr/>
            <p:nvPr/>
          </p:nvSpPr>
          <p:spPr>
            <a:xfrm>
              <a:off x="4171236" y="3512913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BCEAD4">
                <a:alpha val="100000"/>
              </a:srgbClr>
            </a:solidFill>
            <a:ln w="5420" cap="flat">
              <a:solidFill>
                <a:srgbClr val="BCEAD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8" name="pg388"/>
            <p:cNvSpPr/>
            <p:nvPr/>
          </p:nvSpPr>
          <p:spPr>
            <a:xfrm>
              <a:off x="4252673" y="3512913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BBEAD4">
                <a:alpha val="100000"/>
              </a:srgbClr>
            </a:solidFill>
            <a:ln w="5420" cap="flat">
              <a:solidFill>
                <a:srgbClr val="BBEAD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9" name="pg389"/>
            <p:cNvSpPr/>
            <p:nvPr/>
          </p:nvSpPr>
          <p:spPr>
            <a:xfrm>
              <a:off x="4334110" y="3512913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BAE9D3">
                <a:alpha val="100000"/>
              </a:srgbClr>
            </a:solidFill>
            <a:ln w="5420" cap="flat">
              <a:solidFill>
                <a:srgbClr val="BAE9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0" name="pg390"/>
            <p:cNvSpPr/>
            <p:nvPr/>
          </p:nvSpPr>
          <p:spPr>
            <a:xfrm>
              <a:off x="4415547" y="3512913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BAE9D3">
                <a:alpha val="100000"/>
              </a:srgbClr>
            </a:solidFill>
            <a:ln w="5420" cap="flat">
              <a:solidFill>
                <a:srgbClr val="BAE9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1" name="pg391"/>
            <p:cNvSpPr/>
            <p:nvPr/>
          </p:nvSpPr>
          <p:spPr>
            <a:xfrm>
              <a:off x="4496984" y="3512913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BAE9D3">
                <a:alpha val="100000"/>
              </a:srgbClr>
            </a:solidFill>
            <a:ln w="5420" cap="flat">
              <a:solidFill>
                <a:srgbClr val="BAE9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2" name="pg392"/>
            <p:cNvSpPr/>
            <p:nvPr/>
          </p:nvSpPr>
          <p:spPr>
            <a:xfrm>
              <a:off x="4578421" y="3512913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B9E9D3">
                <a:alpha val="100000"/>
              </a:srgbClr>
            </a:solidFill>
            <a:ln w="5420" cap="flat">
              <a:solidFill>
                <a:srgbClr val="B9E9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3" name="pg393"/>
            <p:cNvSpPr/>
            <p:nvPr/>
          </p:nvSpPr>
          <p:spPr>
            <a:xfrm>
              <a:off x="2868241" y="3616229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BCEAD4">
                <a:alpha val="100000"/>
              </a:srgbClr>
            </a:solidFill>
            <a:ln w="5420" cap="flat">
              <a:solidFill>
                <a:srgbClr val="BCEAD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4" name="pg394"/>
            <p:cNvSpPr/>
            <p:nvPr/>
          </p:nvSpPr>
          <p:spPr>
            <a:xfrm>
              <a:off x="2949678" y="3616229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BCEAD4">
                <a:alpha val="100000"/>
              </a:srgbClr>
            </a:solidFill>
            <a:ln w="5420" cap="flat">
              <a:solidFill>
                <a:srgbClr val="BCEAD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5" name="pg395"/>
            <p:cNvSpPr/>
            <p:nvPr/>
          </p:nvSpPr>
          <p:spPr>
            <a:xfrm>
              <a:off x="3031116" y="3616229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BDEAD4">
                <a:alpha val="100000"/>
              </a:srgbClr>
            </a:solidFill>
            <a:ln w="5420" cap="flat">
              <a:solidFill>
                <a:srgbClr val="BDEAD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6" name="pg396"/>
            <p:cNvSpPr/>
            <p:nvPr/>
          </p:nvSpPr>
          <p:spPr>
            <a:xfrm>
              <a:off x="3112553" y="3616229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BEEBD5">
                <a:alpha val="100000"/>
              </a:srgbClr>
            </a:solidFill>
            <a:ln w="5420" cap="flat">
              <a:solidFill>
                <a:srgbClr val="BEEBD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7" name="pg397"/>
            <p:cNvSpPr/>
            <p:nvPr/>
          </p:nvSpPr>
          <p:spPr>
            <a:xfrm>
              <a:off x="3193990" y="3616229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C1EBD6">
                <a:alpha val="100000"/>
              </a:srgbClr>
            </a:solidFill>
            <a:ln w="5420" cap="flat">
              <a:solidFill>
                <a:srgbClr val="C1EBD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8" name="pg398"/>
            <p:cNvSpPr/>
            <p:nvPr/>
          </p:nvSpPr>
          <p:spPr>
            <a:xfrm>
              <a:off x="3275427" y="3616229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C4ECD8">
                <a:alpha val="100000"/>
              </a:srgbClr>
            </a:solidFill>
            <a:ln w="5420" cap="flat">
              <a:solidFill>
                <a:srgbClr val="C4ECD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9" name="pg399"/>
            <p:cNvSpPr/>
            <p:nvPr/>
          </p:nvSpPr>
          <p:spPr>
            <a:xfrm>
              <a:off x="3356864" y="3616229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C7EDD9">
                <a:alpha val="100000"/>
              </a:srgbClr>
            </a:solidFill>
            <a:ln w="5420" cap="flat">
              <a:solidFill>
                <a:srgbClr val="C7EDD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0" name="pg400"/>
            <p:cNvSpPr/>
            <p:nvPr/>
          </p:nvSpPr>
          <p:spPr>
            <a:xfrm>
              <a:off x="3438301" y="3616229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C9EEDA">
                <a:alpha val="100000"/>
              </a:srgbClr>
            </a:solidFill>
            <a:ln w="5420" cap="flat">
              <a:solidFill>
                <a:srgbClr val="C9EED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1" name="pg401"/>
            <p:cNvSpPr/>
            <p:nvPr/>
          </p:nvSpPr>
          <p:spPr>
            <a:xfrm>
              <a:off x="3519738" y="3616229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CAEEDB">
                <a:alpha val="100000"/>
              </a:srgbClr>
            </a:solidFill>
            <a:ln w="5420" cap="flat">
              <a:solidFill>
                <a:srgbClr val="CAEED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2" name="pg402"/>
            <p:cNvSpPr/>
            <p:nvPr/>
          </p:nvSpPr>
          <p:spPr>
            <a:xfrm>
              <a:off x="3601176" y="3616229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C8EEDA">
                <a:alpha val="100000"/>
              </a:srgbClr>
            </a:solidFill>
            <a:ln w="5420" cap="flat">
              <a:solidFill>
                <a:srgbClr val="C8EED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3" name="pg403"/>
            <p:cNvSpPr/>
            <p:nvPr/>
          </p:nvSpPr>
          <p:spPr>
            <a:xfrm>
              <a:off x="3682613" y="3616229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C6EDD9">
                <a:alpha val="100000"/>
              </a:srgbClr>
            </a:solidFill>
            <a:ln w="5420" cap="flat">
              <a:solidFill>
                <a:srgbClr val="C6EDD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4" name="pg404"/>
            <p:cNvSpPr/>
            <p:nvPr/>
          </p:nvSpPr>
          <p:spPr>
            <a:xfrm>
              <a:off x="3764050" y="3616229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C3ECD8">
                <a:alpha val="100000"/>
              </a:srgbClr>
            </a:solidFill>
            <a:ln w="5420" cap="flat">
              <a:solidFill>
                <a:srgbClr val="C3ECD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5" name="pg405"/>
            <p:cNvSpPr/>
            <p:nvPr/>
          </p:nvSpPr>
          <p:spPr>
            <a:xfrm>
              <a:off x="3845487" y="3616229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C1EBD6">
                <a:alpha val="100000"/>
              </a:srgbClr>
            </a:solidFill>
            <a:ln w="5420" cap="flat">
              <a:solidFill>
                <a:srgbClr val="C1EBD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6" name="pg406"/>
            <p:cNvSpPr/>
            <p:nvPr/>
          </p:nvSpPr>
          <p:spPr>
            <a:xfrm>
              <a:off x="3926924" y="3616229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BFEBD5">
                <a:alpha val="100000"/>
              </a:srgbClr>
            </a:solidFill>
            <a:ln w="5420" cap="flat">
              <a:solidFill>
                <a:srgbClr val="BFEBD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7" name="pg407"/>
            <p:cNvSpPr/>
            <p:nvPr/>
          </p:nvSpPr>
          <p:spPr>
            <a:xfrm>
              <a:off x="4008361" y="3616229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BDEAD4">
                <a:alpha val="100000"/>
              </a:srgbClr>
            </a:solidFill>
            <a:ln w="5420" cap="flat">
              <a:solidFill>
                <a:srgbClr val="BDEAD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8" name="pg408"/>
            <p:cNvSpPr/>
            <p:nvPr/>
          </p:nvSpPr>
          <p:spPr>
            <a:xfrm>
              <a:off x="4089798" y="3616229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BCEAD4">
                <a:alpha val="100000"/>
              </a:srgbClr>
            </a:solidFill>
            <a:ln w="5420" cap="flat">
              <a:solidFill>
                <a:srgbClr val="BCEAD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9" name="pg409"/>
            <p:cNvSpPr/>
            <p:nvPr/>
          </p:nvSpPr>
          <p:spPr>
            <a:xfrm>
              <a:off x="4171236" y="3616229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BBEAD4">
                <a:alpha val="100000"/>
              </a:srgbClr>
            </a:solidFill>
            <a:ln w="5420" cap="flat">
              <a:solidFill>
                <a:srgbClr val="BBEAD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0" name="pg410"/>
            <p:cNvSpPr/>
            <p:nvPr/>
          </p:nvSpPr>
          <p:spPr>
            <a:xfrm>
              <a:off x="4252673" y="3616229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BBE9D3">
                <a:alpha val="100000"/>
              </a:srgbClr>
            </a:solidFill>
            <a:ln w="5420" cap="flat">
              <a:solidFill>
                <a:srgbClr val="BBE9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1" name="pg411"/>
            <p:cNvSpPr/>
            <p:nvPr/>
          </p:nvSpPr>
          <p:spPr>
            <a:xfrm>
              <a:off x="4334110" y="3616229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BAE9D3">
                <a:alpha val="100000"/>
              </a:srgbClr>
            </a:solidFill>
            <a:ln w="5420" cap="flat">
              <a:solidFill>
                <a:srgbClr val="BAE9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2" name="pg412"/>
            <p:cNvSpPr/>
            <p:nvPr/>
          </p:nvSpPr>
          <p:spPr>
            <a:xfrm>
              <a:off x="4415547" y="3616229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BAE9D3">
                <a:alpha val="100000"/>
              </a:srgbClr>
            </a:solidFill>
            <a:ln w="5420" cap="flat">
              <a:solidFill>
                <a:srgbClr val="BAE9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3" name="pg413"/>
            <p:cNvSpPr/>
            <p:nvPr/>
          </p:nvSpPr>
          <p:spPr>
            <a:xfrm>
              <a:off x="4496984" y="3616229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BAE9D3">
                <a:alpha val="100000"/>
              </a:srgbClr>
            </a:solidFill>
            <a:ln w="5420" cap="flat">
              <a:solidFill>
                <a:srgbClr val="BAE9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4" name="pg414"/>
            <p:cNvSpPr/>
            <p:nvPr/>
          </p:nvSpPr>
          <p:spPr>
            <a:xfrm>
              <a:off x="3031116" y="3719546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C0EBD6">
                <a:alpha val="100000"/>
              </a:srgbClr>
            </a:solidFill>
            <a:ln w="5420" cap="flat">
              <a:solidFill>
                <a:srgbClr val="C0EBD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5" name="pg415"/>
            <p:cNvSpPr/>
            <p:nvPr/>
          </p:nvSpPr>
          <p:spPr>
            <a:xfrm>
              <a:off x="3112553" y="3719546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C2ECD7">
                <a:alpha val="100000"/>
              </a:srgbClr>
            </a:solidFill>
            <a:ln w="5420" cap="flat">
              <a:solidFill>
                <a:srgbClr val="C2ECD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6" name="pg416"/>
            <p:cNvSpPr/>
            <p:nvPr/>
          </p:nvSpPr>
          <p:spPr>
            <a:xfrm>
              <a:off x="3193990" y="3719546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C3ECD8">
                <a:alpha val="100000"/>
              </a:srgbClr>
            </a:solidFill>
            <a:ln w="5420" cap="flat">
              <a:solidFill>
                <a:srgbClr val="C3ECD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7" name="pg417"/>
            <p:cNvSpPr/>
            <p:nvPr/>
          </p:nvSpPr>
          <p:spPr>
            <a:xfrm>
              <a:off x="3275427" y="3719546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C5EDD9">
                <a:alpha val="100000"/>
              </a:srgbClr>
            </a:solidFill>
            <a:ln w="5420" cap="flat">
              <a:solidFill>
                <a:srgbClr val="C5EDD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8" name="pg418"/>
            <p:cNvSpPr/>
            <p:nvPr/>
          </p:nvSpPr>
          <p:spPr>
            <a:xfrm>
              <a:off x="3356864" y="3719546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C8EEDA">
                <a:alpha val="100000"/>
              </a:srgbClr>
            </a:solidFill>
            <a:ln w="5420" cap="flat">
              <a:solidFill>
                <a:srgbClr val="C8EED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9" name="pg419"/>
            <p:cNvSpPr/>
            <p:nvPr/>
          </p:nvSpPr>
          <p:spPr>
            <a:xfrm>
              <a:off x="3438301" y="3719546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C9EEDA">
                <a:alpha val="100000"/>
              </a:srgbClr>
            </a:solidFill>
            <a:ln w="5420" cap="flat">
              <a:solidFill>
                <a:srgbClr val="C9EED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0" name="pg420"/>
            <p:cNvSpPr/>
            <p:nvPr/>
          </p:nvSpPr>
          <p:spPr>
            <a:xfrm>
              <a:off x="3519738" y="3719546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C9EEDB">
                <a:alpha val="100000"/>
              </a:srgbClr>
            </a:solidFill>
            <a:ln w="5420" cap="flat">
              <a:solidFill>
                <a:srgbClr val="C9EED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1" name="pg421"/>
            <p:cNvSpPr/>
            <p:nvPr/>
          </p:nvSpPr>
          <p:spPr>
            <a:xfrm>
              <a:off x="3601176" y="3719546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C8EEDA">
                <a:alpha val="100000"/>
              </a:srgbClr>
            </a:solidFill>
            <a:ln w="5420" cap="flat">
              <a:solidFill>
                <a:srgbClr val="C8EED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2" name="pg422"/>
            <p:cNvSpPr/>
            <p:nvPr/>
          </p:nvSpPr>
          <p:spPr>
            <a:xfrm>
              <a:off x="3682613" y="3719546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C6EDD9">
                <a:alpha val="100000"/>
              </a:srgbClr>
            </a:solidFill>
            <a:ln w="5420" cap="flat">
              <a:solidFill>
                <a:srgbClr val="C6EDD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3" name="pg423"/>
            <p:cNvSpPr/>
            <p:nvPr/>
          </p:nvSpPr>
          <p:spPr>
            <a:xfrm>
              <a:off x="3764050" y="3719546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C3ECD7">
                <a:alpha val="100000"/>
              </a:srgbClr>
            </a:solidFill>
            <a:ln w="5420" cap="flat">
              <a:solidFill>
                <a:srgbClr val="C3ECD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4" name="pg424"/>
            <p:cNvSpPr/>
            <p:nvPr/>
          </p:nvSpPr>
          <p:spPr>
            <a:xfrm>
              <a:off x="3845487" y="3719546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C0EBD6">
                <a:alpha val="100000"/>
              </a:srgbClr>
            </a:solidFill>
            <a:ln w="5420" cap="flat">
              <a:solidFill>
                <a:srgbClr val="C0EBD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5" name="pg425"/>
            <p:cNvSpPr/>
            <p:nvPr/>
          </p:nvSpPr>
          <p:spPr>
            <a:xfrm>
              <a:off x="3926924" y="3719546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BEEAD5">
                <a:alpha val="100000"/>
              </a:srgbClr>
            </a:solidFill>
            <a:ln w="5420" cap="flat">
              <a:solidFill>
                <a:srgbClr val="BEEAD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6" name="pg426"/>
            <p:cNvSpPr/>
            <p:nvPr/>
          </p:nvSpPr>
          <p:spPr>
            <a:xfrm>
              <a:off x="4008361" y="3719546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BCEAD4">
                <a:alpha val="100000"/>
              </a:srgbClr>
            </a:solidFill>
            <a:ln w="5420" cap="flat">
              <a:solidFill>
                <a:srgbClr val="BCEAD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7" name="pg427"/>
            <p:cNvSpPr/>
            <p:nvPr/>
          </p:nvSpPr>
          <p:spPr>
            <a:xfrm>
              <a:off x="4089798" y="3719546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BAE9D3">
                <a:alpha val="100000"/>
              </a:srgbClr>
            </a:solidFill>
            <a:ln w="5420" cap="flat">
              <a:solidFill>
                <a:srgbClr val="BAE9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8" name="pg428"/>
            <p:cNvSpPr/>
            <p:nvPr/>
          </p:nvSpPr>
          <p:spPr>
            <a:xfrm>
              <a:off x="4171236" y="3719546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BAE9D3">
                <a:alpha val="100000"/>
              </a:srgbClr>
            </a:solidFill>
            <a:ln w="5420" cap="flat">
              <a:solidFill>
                <a:srgbClr val="BAE9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9" name="pg429"/>
            <p:cNvSpPr/>
            <p:nvPr/>
          </p:nvSpPr>
          <p:spPr>
            <a:xfrm>
              <a:off x="4252673" y="3719546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BAE9D3">
                <a:alpha val="100000"/>
              </a:srgbClr>
            </a:solidFill>
            <a:ln w="5420" cap="flat">
              <a:solidFill>
                <a:srgbClr val="BAE9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0" name="pg430"/>
            <p:cNvSpPr/>
            <p:nvPr/>
          </p:nvSpPr>
          <p:spPr>
            <a:xfrm>
              <a:off x="4334110" y="3719546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BAE9D3">
                <a:alpha val="100000"/>
              </a:srgbClr>
            </a:solidFill>
            <a:ln w="5420" cap="flat">
              <a:solidFill>
                <a:srgbClr val="BAE9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1" name="pg431"/>
            <p:cNvSpPr/>
            <p:nvPr/>
          </p:nvSpPr>
          <p:spPr>
            <a:xfrm>
              <a:off x="4415547" y="3719546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BAE9D3">
                <a:alpha val="100000"/>
              </a:srgbClr>
            </a:solidFill>
            <a:ln w="5420" cap="flat">
              <a:solidFill>
                <a:srgbClr val="BAE9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2" name="pg432"/>
            <p:cNvSpPr/>
            <p:nvPr/>
          </p:nvSpPr>
          <p:spPr>
            <a:xfrm>
              <a:off x="3112553" y="3822862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C4EDD8">
                <a:alpha val="100000"/>
              </a:srgbClr>
            </a:solidFill>
            <a:ln w="5420" cap="flat">
              <a:solidFill>
                <a:srgbClr val="C4EDD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3" name="pg433"/>
            <p:cNvSpPr/>
            <p:nvPr/>
          </p:nvSpPr>
          <p:spPr>
            <a:xfrm>
              <a:off x="3193990" y="3822862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C6EDD9">
                <a:alpha val="100000"/>
              </a:srgbClr>
            </a:solidFill>
            <a:ln w="5420" cap="flat">
              <a:solidFill>
                <a:srgbClr val="C6EDD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4" name="pg434"/>
            <p:cNvSpPr/>
            <p:nvPr/>
          </p:nvSpPr>
          <p:spPr>
            <a:xfrm>
              <a:off x="3275427" y="3822862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C7EDD9">
                <a:alpha val="100000"/>
              </a:srgbClr>
            </a:solidFill>
            <a:ln w="5420" cap="flat">
              <a:solidFill>
                <a:srgbClr val="C7EDD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5" name="pg435"/>
            <p:cNvSpPr/>
            <p:nvPr/>
          </p:nvSpPr>
          <p:spPr>
            <a:xfrm>
              <a:off x="3356864" y="3822862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C8EEDA">
                <a:alpha val="100000"/>
              </a:srgbClr>
            </a:solidFill>
            <a:ln w="5420" cap="flat">
              <a:solidFill>
                <a:srgbClr val="C8EED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6" name="pg436"/>
            <p:cNvSpPr/>
            <p:nvPr/>
          </p:nvSpPr>
          <p:spPr>
            <a:xfrm>
              <a:off x="3438301" y="3822862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C9EEDA">
                <a:alpha val="100000"/>
              </a:srgbClr>
            </a:solidFill>
            <a:ln w="5420" cap="flat">
              <a:solidFill>
                <a:srgbClr val="C9EED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7" name="pg437"/>
            <p:cNvSpPr/>
            <p:nvPr/>
          </p:nvSpPr>
          <p:spPr>
            <a:xfrm>
              <a:off x="3519738" y="3822862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C8EEDA">
                <a:alpha val="100000"/>
              </a:srgbClr>
            </a:solidFill>
            <a:ln w="5420" cap="flat">
              <a:solidFill>
                <a:srgbClr val="C8EED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8" name="pg438"/>
            <p:cNvSpPr/>
            <p:nvPr/>
          </p:nvSpPr>
          <p:spPr>
            <a:xfrm>
              <a:off x="3601176" y="3822862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C7EED9">
                <a:alpha val="100000"/>
              </a:srgbClr>
            </a:solidFill>
            <a:ln w="5420" cap="flat">
              <a:solidFill>
                <a:srgbClr val="C7EED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9" name="pg439"/>
            <p:cNvSpPr/>
            <p:nvPr/>
          </p:nvSpPr>
          <p:spPr>
            <a:xfrm>
              <a:off x="3682613" y="3822862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C5EDD8">
                <a:alpha val="100000"/>
              </a:srgbClr>
            </a:solidFill>
            <a:ln w="5420" cap="flat">
              <a:solidFill>
                <a:srgbClr val="C5EDD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0" name="pg440"/>
            <p:cNvSpPr/>
            <p:nvPr/>
          </p:nvSpPr>
          <p:spPr>
            <a:xfrm>
              <a:off x="3764050" y="3822862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C2ECD7">
                <a:alpha val="100000"/>
              </a:srgbClr>
            </a:solidFill>
            <a:ln w="5420" cap="flat">
              <a:solidFill>
                <a:srgbClr val="C2ECD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1" name="pg441"/>
            <p:cNvSpPr/>
            <p:nvPr/>
          </p:nvSpPr>
          <p:spPr>
            <a:xfrm>
              <a:off x="3845487" y="3822862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BFEBD5">
                <a:alpha val="100000"/>
              </a:srgbClr>
            </a:solidFill>
            <a:ln w="5420" cap="flat">
              <a:solidFill>
                <a:srgbClr val="BFEBD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2" name="pg442"/>
            <p:cNvSpPr/>
            <p:nvPr/>
          </p:nvSpPr>
          <p:spPr>
            <a:xfrm>
              <a:off x="3926924" y="3822862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BCEAD4">
                <a:alpha val="100000"/>
              </a:srgbClr>
            </a:solidFill>
            <a:ln w="5420" cap="flat">
              <a:solidFill>
                <a:srgbClr val="BCEAD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3" name="pg443"/>
            <p:cNvSpPr/>
            <p:nvPr/>
          </p:nvSpPr>
          <p:spPr>
            <a:xfrm>
              <a:off x="4008361" y="3822862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B9E9D3">
                <a:alpha val="100000"/>
              </a:srgbClr>
            </a:solidFill>
            <a:ln w="5420" cap="flat">
              <a:solidFill>
                <a:srgbClr val="B9E9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4" name="pg444"/>
            <p:cNvSpPr/>
            <p:nvPr/>
          </p:nvSpPr>
          <p:spPr>
            <a:xfrm>
              <a:off x="4089798" y="3822862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B8E9D2">
                <a:alpha val="100000"/>
              </a:srgbClr>
            </a:solidFill>
            <a:ln w="5420" cap="flat">
              <a:solidFill>
                <a:srgbClr val="B8E9D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5" name="pg445"/>
            <p:cNvSpPr/>
            <p:nvPr/>
          </p:nvSpPr>
          <p:spPr>
            <a:xfrm>
              <a:off x="4171236" y="3822862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B8E9D2">
                <a:alpha val="100000"/>
              </a:srgbClr>
            </a:solidFill>
            <a:ln w="5420" cap="flat">
              <a:solidFill>
                <a:srgbClr val="B8E9D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6" name="pg446"/>
            <p:cNvSpPr/>
            <p:nvPr/>
          </p:nvSpPr>
          <p:spPr>
            <a:xfrm>
              <a:off x="4252673" y="3822862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B8E9D2">
                <a:alpha val="100000"/>
              </a:srgbClr>
            </a:solidFill>
            <a:ln w="5420" cap="flat">
              <a:solidFill>
                <a:srgbClr val="B8E9D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7" name="pg447"/>
            <p:cNvSpPr/>
            <p:nvPr/>
          </p:nvSpPr>
          <p:spPr>
            <a:xfrm>
              <a:off x="4334110" y="3822862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B9E9D3">
                <a:alpha val="100000"/>
              </a:srgbClr>
            </a:solidFill>
            <a:ln w="5420" cap="flat">
              <a:solidFill>
                <a:srgbClr val="B9E9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8" name="pg448"/>
            <p:cNvSpPr/>
            <p:nvPr/>
          </p:nvSpPr>
          <p:spPr>
            <a:xfrm>
              <a:off x="3193990" y="3926178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C8EEDA">
                <a:alpha val="100000"/>
              </a:srgbClr>
            </a:solidFill>
            <a:ln w="5420" cap="flat">
              <a:solidFill>
                <a:srgbClr val="C8EED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9" name="pg449"/>
            <p:cNvSpPr/>
            <p:nvPr/>
          </p:nvSpPr>
          <p:spPr>
            <a:xfrm>
              <a:off x="3275427" y="3926178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C9EEDA">
                <a:alpha val="100000"/>
              </a:srgbClr>
            </a:solidFill>
            <a:ln w="5420" cap="flat">
              <a:solidFill>
                <a:srgbClr val="C9EED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0" name="pg450"/>
            <p:cNvSpPr/>
            <p:nvPr/>
          </p:nvSpPr>
          <p:spPr>
            <a:xfrm>
              <a:off x="3356864" y="3926178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C9EEDB">
                <a:alpha val="100000"/>
              </a:srgbClr>
            </a:solidFill>
            <a:ln w="5420" cap="flat">
              <a:solidFill>
                <a:srgbClr val="C9EED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1" name="pg451"/>
            <p:cNvSpPr/>
            <p:nvPr/>
          </p:nvSpPr>
          <p:spPr>
            <a:xfrm>
              <a:off x="3438301" y="3926178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CAEEDB">
                <a:alpha val="100000"/>
              </a:srgbClr>
            </a:solidFill>
            <a:ln w="5420" cap="flat">
              <a:solidFill>
                <a:srgbClr val="CAEED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2" name="pg452"/>
            <p:cNvSpPr/>
            <p:nvPr/>
          </p:nvSpPr>
          <p:spPr>
            <a:xfrm>
              <a:off x="3519738" y="3926178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C9EEDA">
                <a:alpha val="100000"/>
              </a:srgbClr>
            </a:solidFill>
            <a:ln w="5420" cap="flat">
              <a:solidFill>
                <a:srgbClr val="C9EED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3" name="pg453"/>
            <p:cNvSpPr/>
            <p:nvPr/>
          </p:nvSpPr>
          <p:spPr>
            <a:xfrm>
              <a:off x="3601176" y="3926178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C7EEDA">
                <a:alpha val="100000"/>
              </a:srgbClr>
            </a:solidFill>
            <a:ln w="5420" cap="flat">
              <a:solidFill>
                <a:srgbClr val="C7EED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4" name="pg454"/>
            <p:cNvSpPr/>
            <p:nvPr/>
          </p:nvSpPr>
          <p:spPr>
            <a:xfrm>
              <a:off x="3682613" y="3926178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C5EDD8">
                <a:alpha val="100000"/>
              </a:srgbClr>
            </a:solidFill>
            <a:ln w="5420" cap="flat">
              <a:solidFill>
                <a:srgbClr val="C5EDD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5" name="pg455"/>
            <p:cNvSpPr/>
            <p:nvPr/>
          </p:nvSpPr>
          <p:spPr>
            <a:xfrm>
              <a:off x="3764050" y="3926178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C2ECD7">
                <a:alpha val="100000"/>
              </a:srgbClr>
            </a:solidFill>
            <a:ln w="5420" cap="flat">
              <a:solidFill>
                <a:srgbClr val="C2ECD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6" name="pg456"/>
            <p:cNvSpPr/>
            <p:nvPr/>
          </p:nvSpPr>
          <p:spPr>
            <a:xfrm>
              <a:off x="3845487" y="3926178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BEEAD5">
                <a:alpha val="100000"/>
              </a:srgbClr>
            </a:solidFill>
            <a:ln w="5420" cap="flat">
              <a:solidFill>
                <a:srgbClr val="BEEAD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7" name="pg457"/>
            <p:cNvSpPr/>
            <p:nvPr/>
          </p:nvSpPr>
          <p:spPr>
            <a:xfrm>
              <a:off x="3926924" y="3926178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BAE9D3">
                <a:alpha val="100000"/>
              </a:srgbClr>
            </a:solidFill>
            <a:ln w="5420" cap="flat">
              <a:solidFill>
                <a:srgbClr val="BAE9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8" name="pg458"/>
            <p:cNvSpPr/>
            <p:nvPr/>
          </p:nvSpPr>
          <p:spPr>
            <a:xfrm>
              <a:off x="4008361" y="3926178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B7E8D2">
                <a:alpha val="100000"/>
              </a:srgbClr>
            </a:solidFill>
            <a:ln w="5420" cap="flat">
              <a:solidFill>
                <a:srgbClr val="B7E8D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9" name="pg459"/>
            <p:cNvSpPr/>
            <p:nvPr/>
          </p:nvSpPr>
          <p:spPr>
            <a:xfrm>
              <a:off x="4089798" y="3926178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B6E8D1">
                <a:alpha val="100000"/>
              </a:srgbClr>
            </a:solidFill>
            <a:ln w="5420" cap="flat">
              <a:solidFill>
                <a:srgbClr val="B6E8D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0" name="pg460"/>
            <p:cNvSpPr/>
            <p:nvPr/>
          </p:nvSpPr>
          <p:spPr>
            <a:xfrm>
              <a:off x="4171236" y="3926178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B6E8D1">
                <a:alpha val="100000"/>
              </a:srgbClr>
            </a:solidFill>
            <a:ln w="5420" cap="flat">
              <a:solidFill>
                <a:srgbClr val="B6E8D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1" name="pg461"/>
            <p:cNvSpPr/>
            <p:nvPr/>
          </p:nvSpPr>
          <p:spPr>
            <a:xfrm>
              <a:off x="4252673" y="3926178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B7E8D2">
                <a:alpha val="100000"/>
              </a:srgbClr>
            </a:solidFill>
            <a:ln w="5420" cap="flat">
              <a:solidFill>
                <a:srgbClr val="B7E8D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2" name="pg462"/>
            <p:cNvSpPr/>
            <p:nvPr/>
          </p:nvSpPr>
          <p:spPr>
            <a:xfrm>
              <a:off x="4334110" y="3926178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B9E9D2">
                <a:alpha val="100000"/>
              </a:srgbClr>
            </a:solidFill>
            <a:ln w="5420" cap="flat">
              <a:solidFill>
                <a:srgbClr val="B9E9D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3" name="pg463"/>
            <p:cNvSpPr/>
            <p:nvPr/>
          </p:nvSpPr>
          <p:spPr>
            <a:xfrm>
              <a:off x="2868241" y="4029494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C6EDD9">
                <a:alpha val="100000"/>
              </a:srgbClr>
            </a:solidFill>
            <a:ln w="5420" cap="flat">
              <a:solidFill>
                <a:srgbClr val="C6EDD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4" name="pg464"/>
            <p:cNvSpPr/>
            <p:nvPr/>
          </p:nvSpPr>
          <p:spPr>
            <a:xfrm>
              <a:off x="2949678" y="4029494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C8EEDA">
                <a:alpha val="100000"/>
              </a:srgbClr>
            </a:solidFill>
            <a:ln w="5420" cap="flat">
              <a:solidFill>
                <a:srgbClr val="C8EED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5" name="pg465"/>
            <p:cNvSpPr/>
            <p:nvPr/>
          </p:nvSpPr>
          <p:spPr>
            <a:xfrm>
              <a:off x="3031116" y="4029494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C9EEDA">
                <a:alpha val="100000"/>
              </a:srgbClr>
            </a:solidFill>
            <a:ln w="5420" cap="flat">
              <a:solidFill>
                <a:srgbClr val="C9EED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6" name="pg466"/>
            <p:cNvSpPr/>
            <p:nvPr/>
          </p:nvSpPr>
          <p:spPr>
            <a:xfrm>
              <a:off x="3112553" y="4029494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CAEEDB">
                <a:alpha val="100000"/>
              </a:srgbClr>
            </a:solidFill>
            <a:ln w="5420" cap="flat">
              <a:solidFill>
                <a:srgbClr val="CAEED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7" name="pg467"/>
            <p:cNvSpPr/>
            <p:nvPr/>
          </p:nvSpPr>
          <p:spPr>
            <a:xfrm>
              <a:off x="3193990" y="4029494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CBEFDB">
                <a:alpha val="100000"/>
              </a:srgbClr>
            </a:solidFill>
            <a:ln w="5420" cap="flat">
              <a:solidFill>
                <a:srgbClr val="CBEFD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8" name="pg468"/>
            <p:cNvSpPr/>
            <p:nvPr/>
          </p:nvSpPr>
          <p:spPr>
            <a:xfrm>
              <a:off x="3275427" y="4029494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CCEFDC">
                <a:alpha val="100000"/>
              </a:srgbClr>
            </a:solidFill>
            <a:ln w="5420" cap="flat">
              <a:solidFill>
                <a:srgbClr val="CCEFD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9" name="pg469"/>
            <p:cNvSpPr/>
            <p:nvPr/>
          </p:nvSpPr>
          <p:spPr>
            <a:xfrm>
              <a:off x="3356864" y="4029494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CDEFDC">
                <a:alpha val="100000"/>
              </a:srgbClr>
            </a:solidFill>
            <a:ln w="5420" cap="flat">
              <a:solidFill>
                <a:srgbClr val="CDEFD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0" name="pg470"/>
            <p:cNvSpPr/>
            <p:nvPr/>
          </p:nvSpPr>
          <p:spPr>
            <a:xfrm>
              <a:off x="3438301" y="4029494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CDEFDC">
                <a:alpha val="100000"/>
              </a:srgbClr>
            </a:solidFill>
            <a:ln w="5420" cap="flat">
              <a:solidFill>
                <a:srgbClr val="CDEFD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1" name="pg471"/>
            <p:cNvSpPr/>
            <p:nvPr/>
          </p:nvSpPr>
          <p:spPr>
            <a:xfrm>
              <a:off x="3519738" y="4029494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CCEFDC">
                <a:alpha val="100000"/>
              </a:srgbClr>
            </a:solidFill>
            <a:ln w="5420" cap="flat">
              <a:solidFill>
                <a:srgbClr val="CCEFD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2" name="pg472"/>
            <p:cNvSpPr/>
            <p:nvPr/>
          </p:nvSpPr>
          <p:spPr>
            <a:xfrm>
              <a:off x="3601176" y="4029494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CAEEDB">
                <a:alpha val="100000"/>
              </a:srgbClr>
            </a:solidFill>
            <a:ln w="5420" cap="flat">
              <a:solidFill>
                <a:srgbClr val="CAEED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3" name="pg473"/>
            <p:cNvSpPr/>
            <p:nvPr/>
          </p:nvSpPr>
          <p:spPr>
            <a:xfrm>
              <a:off x="3682613" y="4029494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C7EDD9">
                <a:alpha val="100000"/>
              </a:srgbClr>
            </a:solidFill>
            <a:ln w="5420" cap="flat">
              <a:solidFill>
                <a:srgbClr val="C7EDD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4" name="pg474"/>
            <p:cNvSpPr/>
            <p:nvPr/>
          </p:nvSpPr>
          <p:spPr>
            <a:xfrm>
              <a:off x="3764050" y="4029494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C3ECD7">
                <a:alpha val="100000"/>
              </a:srgbClr>
            </a:solidFill>
            <a:ln w="5420" cap="flat">
              <a:solidFill>
                <a:srgbClr val="C3ECD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5" name="pg475"/>
            <p:cNvSpPr/>
            <p:nvPr/>
          </p:nvSpPr>
          <p:spPr>
            <a:xfrm>
              <a:off x="3845487" y="4029494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BEEBD5">
                <a:alpha val="100000"/>
              </a:srgbClr>
            </a:solidFill>
            <a:ln w="5420" cap="flat">
              <a:solidFill>
                <a:srgbClr val="BEEBD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6" name="pg476"/>
            <p:cNvSpPr/>
            <p:nvPr/>
          </p:nvSpPr>
          <p:spPr>
            <a:xfrm>
              <a:off x="3926924" y="4029494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BAE9D3">
                <a:alpha val="100000"/>
              </a:srgbClr>
            </a:solidFill>
            <a:ln w="5420" cap="flat">
              <a:solidFill>
                <a:srgbClr val="BAE9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7" name="pg477"/>
            <p:cNvSpPr/>
            <p:nvPr/>
          </p:nvSpPr>
          <p:spPr>
            <a:xfrm>
              <a:off x="4008361" y="4029494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B7E8D1">
                <a:alpha val="100000"/>
              </a:srgbClr>
            </a:solidFill>
            <a:ln w="5420" cap="flat">
              <a:solidFill>
                <a:srgbClr val="B7E8D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8" name="pg478"/>
            <p:cNvSpPr/>
            <p:nvPr/>
          </p:nvSpPr>
          <p:spPr>
            <a:xfrm>
              <a:off x="4089798" y="4029494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B5E8D1">
                <a:alpha val="100000"/>
              </a:srgbClr>
            </a:solidFill>
            <a:ln w="5420" cap="flat">
              <a:solidFill>
                <a:srgbClr val="B5E8D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9" name="pg479"/>
            <p:cNvSpPr/>
            <p:nvPr/>
          </p:nvSpPr>
          <p:spPr>
            <a:xfrm>
              <a:off x="4171236" y="4029494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B6E8D1">
                <a:alpha val="100000"/>
              </a:srgbClr>
            </a:solidFill>
            <a:ln w="5420" cap="flat">
              <a:solidFill>
                <a:srgbClr val="B6E8D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0" name="pg480"/>
            <p:cNvSpPr/>
            <p:nvPr/>
          </p:nvSpPr>
          <p:spPr>
            <a:xfrm>
              <a:off x="4252673" y="4029494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B7E8D2">
                <a:alpha val="100000"/>
              </a:srgbClr>
            </a:solidFill>
            <a:ln w="5420" cap="flat">
              <a:solidFill>
                <a:srgbClr val="B7E8D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1" name="pg481"/>
            <p:cNvSpPr/>
            <p:nvPr/>
          </p:nvSpPr>
          <p:spPr>
            <a:xfrm>
              <a:off x="2786804" y="4132810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C6EDD9">
                <a:alpha val="100000"/>
              </a:srgbClr>
            </a:solidFill>
            <a:ln w="5420" cap="flat">
              <a:solidFill>
                <a:srgbClr val="C6EDD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2" name="pg482"/>
            <p:cNvSpPr/>
            <p:nvPr/>
          </p:nvSpPr>
          <p:spPr>
            <a:xfrm>
              <a:off x="2868241" y="4132810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C8EEDA">
                <a:alpha val="100000"/>
              </a:srgbClr>
            </a:solidFill>
            <a:ln w="5420" cap="flat">
              <a:solidFill>
                <a:srgbClr val="C8EED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3" name="pg483"/>
            <p:cNvSpPr/>
            <p:nvPr/>
          </p:nvSpPr>
          <p:spPr>
            <a:xfrm>
              <a:off x="2949678" y="4132810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C9EEDA">
                <a:alpha val="100000"/>
              </a:srgbClr>
            </a:solidFill>
            <a:ln w="5420" cap="flat">
              <a:solidFill>
                <a:srgbClr val="C9EED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4" name="pg484"/>
            <p:cNvSpPr/>
            <p:nvPr/>
          </p:nvSpPr>
          <p:spPr>
            <a:xfrm>
              <a:off x="3031116" y="4132810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CBEFDB">
                <a:alpha val="100000"/>
              </a:srgbClr>
            </a:solidFill>
            <a:ln w="5420" cap="flat">
              <a:solidFill>
                <a:srgbClr val="CBEFD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5" name="pg485"/>
            <p:cNvSpPr/>
            <p:nvPr/>
          </p:nvSpPr>
          <p:spPr>
            <a:xfrm>
              <a:off x="3112553" y="4132810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CCEFDC">
                <a:alpha val="100000"/>
              </a:srgbClr>
            </a:solidFill>
            <a:ln w="5420" cap="flat">
              <a:solidFill>
                <a:srgbClr val="CCEFD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6" name="pg486"/>
            <p:cNvSpPr/>
            <p:nvPr/>
          </p:nvSpPr>
          <p:spPr>
            <a:xfrm>
              <a:off x="3193990" y="4132810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CEF0DD">
                <a:alpha val="100000"/>
              </a:srgbClr>
            </a:solidFill>
            <a:ln w="5420" cap="flat">
              <a:solidFill>
                <a:srgbClr val="CEF0D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7" name="pg487"/>
            <p:cNvSpPr/>
            <p:nvPr/>
          </p:nvSpPr>
          <p:spPr>
            <a:xfrm>
              <a:off x="3275427" y="4132810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D0F0DE">
                <a:alpha val="100000"/>
              </a:srgbClr>
            </a:solidFill>
            <a:ln w="5420" cap="flat">
              <a:solidFill>
                <a:srgbClr val="D0F0D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8" name="pg488"/>
            <p:cNvSpPr/>
            <p:nvPr/>
          </p:nvSpPr>
          <p:spPr>
            <a:xfrm>
              <a:off x="3356864" y="4132810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D1F1DE">
                <a:alpha val="100000"/>
              </a:srgbClr>
            </a:solidFill>
            <a:ln w="5420" cap="flat">
              <a:solidFill>
                <a:srgbClr val="D1F1D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9" name="pg489"/>
            <p:cNvSpPr/>
            <p:nvPr/>
          </p:nvSpPr>
          <p:spPr>
            <a:xfrm>
              <a:off x="3438301" y="4132810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D2F1DF">
                <a:alpha val="100000"/>
              </a:srgbClr>
            </a:solidFill>
            <a:ln w="5420" cap="flat">
              <a:solidFill>
                <a:srgbClr val="D2F1D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0" name="pg490"/>
            <p:cNvSpPr/>
            <p:nvPr/>
          </p:nvSpPr>
          <p:spPr>
            <a:xfrm>
              <a:off x="3519738" y="4132810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D0F0DE">
                <a:alpha val="100000"/>
              </a:srgbClr>
            </a:solidFill>
            <a:ln w="5420" cap="flat">
              <a:solidFill>
                <a:srgbClr val="D0F0D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1" name="pg491"/>
            <p:cNvSpPr/>
            <p:nvPr/>
          </p:nvSpPr>
          <p:spPr>
            <a:xfrm>
              <a:off x="3601176" y="4132810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CDF0DD">
                <a:alpha val="100000"/>
              </a:srgbClr>
            </a:solidFill>
            <a:ln w="5420" cap="flat">
              <a:solidFill>
                <a:srgbClr val="CDF0D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2" name="pg492"/>
            <p:cNvSpPr/>
            <p:nvPr/>
          </p:nvSpPr>
          <p:spPr>
            <a:xfrm>
              <a:off x="3682613" y="4132810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CAEEDB">
                <a:alpha val="100000"/>
              </a:srgbClr>
            </a:solidFill>
            <a:ln w="5420" cap="flat">
              <a:solidFill>
                <a:srgbClr val="CAEED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3" name="pg493"/>
            <p:cNvSpPr/>
            <p:nvPr/>
          </p:nvSpPr>
          <p:spPr>
            <a:xfrm>
              <a:off x="3764050" y="4132810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C5EDD8">
                <a:alpha val="100000"/>
              </a:srgbClr>
            </a:solidFill>
            <a:ln w="5420" cap="flat">
              <a:solidFill>
                <a:srgbClr val="C5EDD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4" name="pg494"/>
            <p:cNvSpPr/>
            <p:nvPr/>
          </p:nvSpPr>
          <p:spPr>
            <a:xfrm>
              <a:off x="3845487" y="4132810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C0EBD6">
                <a:alpha val="100000"/>
              </a:srgbClr>
            </a:solidFill>
            <a:ln w="5420" cap="flat">
              <a:solidFill>
                <a:srgbClr val="C0EBD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5" name="pg495"/>
            <p:cNvSpPr/>
            <p:nvPr/>
          </p:nvSpPr>
          <p:spPr>
            <a:xfrm>
              <a:off x="3926924" y="4132810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BCEAD4">
                <a:alpha val="100000"/>
              </a:srgbClr>
            </a:solidFill>
            <a:ln w="5420" cap="flat">
              <a:solidFill>
                <a:srgbClr val="BCEAD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6" name="pg496"/>
            <p:cNvSpPr/>
            <p:nvPr/>
          </p:nvSpPr>
          <p:spPr>
            <a:xfrm>
              <a:off x="4008361" y="4132810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B8E9D2">
                <a:alpha val="100000"/>
              </a:srgbClr>
            </a:solidFill>
            <a:ln w="5420" cap="flat">
              <a:solidFill>
                <a:srgbClr val="B8E9D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7" name="pg497"/>
            <p:cNvSpPr/>
            <p:nvPr/>
          </p:nvSpPr>
          <p:spPr>
            <a:xfrm>
              <a:off x="4089798" y="4132810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B7E8D1">
                <a:alpha val="100000"/>
              </a:srgbClr>
            </a:solidFill>
            <a:ln w="5420" cap="flat">
              <a:solidFill>
                <a:srgbClr val="B7E8D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8" name="pg498"/>
            <p:cNvSpPr/>
            <p:nvPr/>
          </p:nvSpPr>
          <p:spPr>
            <a:xfrm>
              <a:off x="4171236" y="4132810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B7E8D2">
                <a:alpha val="100000"/>
              </a:srgbClr>
            </a:solidFill>
            <a:ln w="5420" cap="flat">
              <a:solidFill>
                <a:srgbClr val="B7E8D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9" name="pg499"/>
            <p:cNvSpPr/>
            <p:nvPr/>
          </p:nvSpPr>
          <p:spPr>
            <a:xfrm>
              <a:off x="4252673" y="4132810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B8E9D2">
                <a:alpha val="100000"/>
              </a:srgbClr>
            </a:solidFill>
            <a:ln w="5420" cap="flat">
              <a:solidFill>
                <a:srgbClr val="B8E9D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0" name="pg500"/>
            <p:cNvSpPr/>
            <p:nvPr/>
          </p:nvSpPr>
          <p:spPr>
            <a:xfrm>
              <a:off x="2786804" y="4236126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C9EEDA">
                <a:alpha val="100000"/>
              </a:srgbClr>
            </a:solidFill>
            <a:ln w="5420" cap="flat">
              <a:solidFill>
                <a:srgbClr val="C9EED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1" name="pg501"/>
            <p:cNvSpPr/>
            <p:nvPr/>
          </p:nvSpPr>
          <p:spPr>
            <a:xfrm>
              <a:off x="2868241" y="4236126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CAEFDB">
                <a:alpha val="100000"/>
              </a:srgbClr>
            </a:solidFill>
            <a:ln w="5420" cap="flat">
              <a:solidFill>
                <a:srgbClr val="CAEFD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2" name="pg502"/>
            <p:cNvSpPr/>
            <p:nvPr/>
          </p:nvSpPr>
          <p:spPr>
            <a:xfrm>
              <a:off x="2949678" y="4236126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CCEFDC">
                <a:alpha val="100000"/>
              </a:srgbClr>
            </a:solidFill>
            <a:ln w="5420" cap="flat">
              <a:solidFill>
                <a:srgbClr val="CCEFD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3" name="pg503"/>
            <p:cNvSpPr/>
            <p:nvPr/>
          </p:nvSpPr>
          <p:spPr>
            <a:xfrm>
              <a:off x="3031116" y="4236126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CFF0DD">
                <a:alpha val="100000"/>
              </a:srgbClr>
            </a:solidFill>
            <a:ln w="5420" cap="flat">
              <a:solidFill>
                <a:srgbClr val="CFF0D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4" name="pg504"/>
            <p:cNvSpPr/>
            <p:nvPr/>
          </p:nvSpPr>
          <p:spPr>
            <a:xfrm>
              <a:off x="3112553" y="4236126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D1F1DE">
                <a:alpha val="100000"/>
              </a:srgbClr>
            </a:solidFill>
            <a:ln w="5420" cap="flat">
              <a:solidFill>
                <a:srgbClr val="D1F1D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5" name="pg505"/>
            <p:cNvSpPr/>
            <p:nvPr/>
          </p:nvSpPr>
          <p:spPr>
            <a:xfrm>
              <a:off x="3193990" y="4236126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D3F1DF">
                <a:alpha val="100000"/>
              </a:srgbClr>
            </a:solidFill>
            <a:ln w="5420" cap="flat">
              <a:solidFill>
                <a:srgbClr val="D3F1D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6" name="pg506"/>
            <p:cNvSpPr/>
            <p:nvPr/>
          </p:nvSpPr>
          <p:spPr>
            <a:xfrm>
              <a:off x="3275427" y="4236126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D5F2E1">
                <a:alpha val="100000"/>
              </a:srgbClr>
            </a:solidFill>
            <a:ln w="5420" cap="flat">
              <a:solidFill>
                <a:srgbClr val="D5F2E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7" name="pg507"/>
            <p:cNvSpPr/>
            <p:nvPr/>
          </p:nvSpPr>
          <p:spPr>
            <a:xfrm>
              <a:off x="3356864" y="4236126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D8F3E2">
                <a:alpha val="100000"/>
              </a:srgbClr>
            </a:solidFill>
            <a:ln w="5420" cap="flat">
              <a:solidFill>
                <a:srgbClr val="D8F3E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8" name="pg508"/>
            <p:cNvSpPr/>
            <p:nvPr/>
          </p:nvSpPr>
          <p:spPr>
            <a:xfrm>
              <a:off x="3438301" y="4236126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DAF4E3">
                <a:alpha val="100000"/>
              </a:srgbClr>
            </a:solidFill>
            <a:ln w="5420" cap="flat">
              <a:solidFill>
                <a:srgbClr val="DAF4E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9" name="pg509"/>
            <p:cNvSpPr/>
            <p:nvPr/>
          </p:nvSpPr>
          <p:spPr>
            <a:xfrm>
              <a:off x="3519738" y="4236126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D9F3E2">
                <a:alpha val="100000"/>
              </a:srgbClr>
            </a:solidFill>
            <a:ln w="5420" cap="flat">
              <a:solidFill>
                <a:srgbClr val="D9F3E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0" name="pg510"/>
            <p:cNvSpPr/>
            <p:nvPr/>
          </p:nvSpPr>
          <p:spPr>
            <a:xfrm>
              <a:off x="3601176" y="4236126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D5F2E0">
                <a:alpha val="100000"/>
              </a:srgbClr>
            </a:solidFill>
            <a:ln w="5420" cap="flat">
              <a:solidFill>
                <a:srgbClr val="D5F2E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1" name="pg511"/>
            <p:cNvSpPr/>
            <p:nvPr/>
          </p:nvSpPr>
          <p:spPr>
            <a:xfrm>
              <a:off x="3682613" y="4236126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D1F1DE">
                <a:alpha val="100000"/>
              </a:srgbClr>
            </a:solidFill>
            <a:ln w="5420" cap="flat">
              <a:solidFill>
                <a:srgbClr val="D1F1D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2" name="pg512"/>
            <p:cNvSpPr/>
            <p:nvPr/>
          </p:nvSpPr>
          <p:spPr>
            <a:xfrm>
              <a:off x="3764050" y="4236126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CCEFDC">
                <a:alpha val="100000"/>
              </a:srgbClr>
            </a:solidFill>
            <a:ln w="5420" cap="flat">
              <a:solidFill>
                <a:srgbClr val="CCEFD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3" name="pg513"/>
            <p:cNvSpPr/>
            <p:nvPr/>
          </p:nvSpPr>
          <p:spPr>
            <a:xfrm>
              <a:off x="3845487" y="4236126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C8EEDA">
                <a:alpha val="100000"/>
              </a:srgbClr>
            </a:solidFill>
            <a:ln w="5420" cap="flat">
              <a:solidFill>
                <a:srgbClr val="C8EED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4" name="pg514"/>
            <p:cNvSpPr/>
            <p:nvPr/>
          </p:nvSpPr>
          <p:spPr>
            <a:xfrm>
              <a:off x="3926924" y="4236126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C3ECD8">
                <a:alpha val="100000"/>
              </a:srgbClr>
            </a:solidFill>
            <a:ln w="5420" cap="flat">
              <a:solidFill>
                <a:srgbClr val="C3ECD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5" name="pg515"/>
            <p:cNvSpPr/>
            <p:nvPr/>
          </p:nvSpPr>
          <p:spPr>
            <a:xfrm>
              <a:off x="4008361" y="4236126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C0EBD6">
                <a:alpha val="100000"/>
              </a:srgbClr>
            </a:solidFill>
            <a:ln w="5420" cap="flat">
              <a:solidFill>
                <a:srgbClr val="C0EBD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6" name="pg516"/>
            <p:cNvSpPr/>
            <p:nvPr/>
          </p:nvSpPr>
          <p:spPr>
            <a:xfrm>
              <a:off x="4089798" y="4236126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BEEBD5">
                <a:alpha val="100000"/>
              </a:srgbClr>
            </a:solidFill>
            <a:ln w="5420" cap="flat">
              <a:solidFill>
                <a:srgbClr val="BEEBD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7" name="pg517"/>
            <p:cNvSpPr/>
            <p:nvPr/>
          </p:nvSpPr>
          <p:spPr>
            <a:xfrm>
              <a:off x="4171236" y="4236126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BCEAD4">
                <a:alpha val="100000"/>
              </a:srgbClr>
            </a:solidFill>
            <a:ln w="5420" cap="flat">
              <a:solidFill>
                <a:srgbClr val="BCEAD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8" name="pg518"/>
            <p:cNvSpPr/>
            <p:nvPr/>
          </p:nvSpPr>
          <p:spPr>
            <a:xfrm>
              <a:off x="2786804" y="4339442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C9EEDB">
                <a:alpha val="100000"/>
              </a:srgbClr>
            </a:solidFill>
            <a:ln w="5420" cap="flat">
              <a:solidFill>
                <a:srgbClr val="C9EED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9" name="pg519"/>
            <p:cNvSpPr/>
            <p:nvPr/>
          </p:nvSpPr>
          <p:spPr>
            <a:xfrm>
              <a:off x="2868241" y="4339442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CBEFDB">
                <a:alpha val="100000"/>
              </a:srgbClr>
            </a:solidFill>
            <a:ln w="5420" cap="flat">
              <a:solidFill>
                <a:srgbClr val="CBEFD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0" name="pg520"/>
            <p:cNvSpPr/>
            <p:nvPr/>
          </p:nvSpPr>
          <p:spPr>
            <a:xfrm>
              <a:off x="2949678" y="4339442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CDF0DD">
                <a:alpha val="100000"/>
              </a:srgbClr>
            </a:solidFill>
            <a:ln w="5420" cap="flat">
              <a:solidFill>
                <a:srgbClr val="CDF0D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1" name="pg521"/>
            <p:cNvSpPr/>
            <p:nvPr/>
          </p:nvSpPr>
          <p:spPr>
            <a:xfrm>
              <a:off x="3031116" y="4339442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CFF0DE">
                <a:alpha val="100000"/>
              </a:srgbClr>
            </a:solidFill>
            <a:ln w="5420" cap="flat">
              <a:solidFill>
                <a:srgbClr val="CFF0D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2" name="pg522"/>
            <p:cNvSpPr/>
            <p:nvPr/>
          </p:nvSpPr>
          <p:spPr>
            <a:xfrm>
              <a:off x="3112553" y="4339442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D2F1DF">
                <a:alpha val="100000"/>
              </a:srgbClr>
            </a:solidFill>
            <a:ln w="5420" cap="flat">
              <a:solidFill>
                <a:srgbClr val="D2F1D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3" name="pg523"/>
            <p:cNvSpPr/>
            <p:nvPr/>
          </p:nvSpPr>
          <p:spPr>
            <a:xfrm>
              <a:off x="3193990" y="4339442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D4F2E0">
                <a:alpha val="100000"/>
              </a:srgbClr>
            </a:solidFill>
            <a:ln w="5420" cap="flat">
              <a:solidFill>
                <a:srgbClr val="D4F2E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4" name="pg524"/>
            <p:cNvSpPr/>
            <p:nvPr/>
          </p:nvSpPr>
          <p:spPr>
            <a:xfrm>
              <a:off x="3275427" y="4339442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D6F2E1">
                <a:alpha val="100000"/>
              </a:srgbClr>
            </a:solidFill>
            <a:ln w="5420" cap="flat">
              <a:solidFill>
                <a:srgbClr val="D6F2E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5" name="pg525"/>
            <p:cNvSpPr/>
            <p:nvPr/>
          </p:nvSpPr>
          <p:spPr>
            <a:xfrm>
              <a:off x="3356864" y="4339442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D8F3E2">
                <a:alpha val="100000"/>
              </a:srgbClr>
            </a:solidFill>
            <a:ln w="5420" cap="flat">
              <a:solidFill>
                <a:srgbClr val="D8F3E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6" name="pg526"/>
            <p:cNvSpPr/>
            <p:nvPr/>
          </p:nvSpPr>
          <p:spPr>
            <a:xfrm>
              <a:off x="3438301" y="4339442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DAF4E3">
                <a:alpha val="100000"/>
              </a:srgbClr>
            </a:solidFill>
            <a:ln w="5420" cap="flat">
              <a:solidFill>
                <a:srgbClr val="DAF4E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7" name="pg527"/>
            <p:cNvSpPr/>
            <p:nvPr/>
          </p:nvSpPr>
          <p:spPr>
            <a:xfrm>
              <a:off x="3519738" y="4339442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D9F3E2">
                <a:alpha val="100000"/>
              </a:srgbClr>
            </a:solidFill>
            <a:ln w="5420" cap="flat">
              <a:solidFill>
                <a:srgbClr val="D9F3E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8" name="pg528"/>
            <p:cNvSpPr/>
            <p:nvPr/>
          </p:nvSpPr>
          <p:spPr>
            <a:xfrm>
              <a:off x="3601176" y="4339442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D6F2E1">
                <a:alpha val="100000"/>
              </a:srgbClr>
            </a:solidFill>
            <a:ln w="5420" cap="flat">
              <a:solidFill>
                <a:srgbClr val="D6F2E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9" name="pg529"/>
            <p:cNvSpPr/>
            <p:nvPr/>
          </p:nvSpPr>
          <p:spPr>
            <a:xfrm>
              <a:off x="3682613" y="4339442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D2F1DF">
                <a:alpha val="100000"/>
              </a:srgbClr>
            </a:solidFill>
            <a:ln w="5420" cap="flat">
              <a:solidFill>
                <a:srgbClr val="D2F1D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0" name="pg530"/>
            <p:cNvSpPr/>
            <p:nvPr/>
          </p:nvSpPr>
          <p:spPr>
            <a:xfrm>
              <a:off x="3764050" y="4339442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CEF0DD">
                <a:alpha val="100000"/>
              </a:srgbClr>
            </a:solidFill>
            <a:ln w="5420" cap="flat">
              <a:solidFill>
                <a:srgbClr val="CEF0D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1" name="pg531"/>
            <p:cNvSpPr/>
            <p:nvPr/>
          </p:nvSpPr>
          <p:spPr>
            <a:xfrm>
              <a:off x="3845487" y="4339442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CAEFDB">
                <a:alpha val="100000"/>
              </a:srgbClr>
            </a:solidFill>
            <a:ln w="5420" cap="flat">
              <a:solidFill>
                <a:srgbClr val="CAEFD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2" name="pg532"/>
            <p:cNvSpPr/>
            <p:nvPr/>
          </p:nvSpPr>
          <p:spPr>
            <a:xfrm>
              <a:off x="3926924" y="4339442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C7EDD9">
                <a:alpha val="100000"/>
              </a:srgbClr>
            </a:solidFill>
            <a:ln w="5420" cap="flat">
              <a:solidFill>
                <a:srgbClr val="C7EDD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3" name="pg533"/>
            <p:cNvSpPr/>
            <p:nvPr/>
          </p:nvSpPr>
          <p:spPr>
            <a:xfrm>
              <a:off x="4008361" y="4339442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C3ECD8">
                <a:alpha val="100000"/>
              </a:srgbClr>
            </a:solidFill>
            <a:ln w="5420" cap="flat">
              <a:solidFill>
                <a:srgbClr val="C3ECD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4" name="pg534"/>
            <p:cNvSpPr/>
            <p:nvPr/>
          </p:nvSpPr>
          <p:spPr>
            <a:xfrm>
              <a:off x="4089798" y="4339442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C1ECD6">
                <a:alpha val="100000"/>
              </a:srgbClr>
            </a:solidFill>
            <a:ln w="5420" cap="flat">
              <a:solidFill>
                <a:srgbClr val="C1ECD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5" name="pg535"/>
            <p:cNvSpPr/>
            <p:nvPr/>
          </p:nvSpPr>
          <p:spPr>
            <a:xfrm>
              <a:off x="2868241" y="4442758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CCEFDC">
                <a:alpha val="100000"/>
              </a:srgbClr>
            </a:solidFill>
            <a:ln w="5420" cap="flat">
              <a:solidFill>
                <a:srgbClr val="CCEFD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6" name="pg536"/>
            <p:cNvSpPr/>
            <p:nvPr/>
          </p:nvSpPr>
          <p:spPr>
            <a:xfrm>
              <a:off x="2949678" y="4442758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CEF0DD">
                <a:alpha val="100000"/>
              </a:srgbClr>
            </a:solidFill>
            <a:ln w="5420" cap="flat">
              <a:solidFill>
                <a:srgbClr val="CEF0D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7" name="pg537"/>
            <p:cNvSpPr/>
            <p:nvPr/>
          </p:nvSpPr>
          <p:spPr>
            <a:xfrm>
              <a:off x="3031116" y="4442758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D0F0DE">
                <a:alpha val="100000"/>
              </a:srgbClr>
            </a:solidFill>
            <a:ln w="5420" cap="flat">
              <a:solidFill>
                <a:srgbClr val="D0F0D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8" name="pg538"/>
            <p:cNvSpPr/>
            <p:nvPr/>
          </p:nvSpPr>
          <p:spPr>
            <a:xfrm>
              <a:off x="3112553" y="4442758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D2F1DF">
                <a:alpha val="100000"/>
              </a:srgbClr>
            </a:solidFill>
            <a:ln w="5420" cap="flat">
              <a:solidFill>
                <a:srgbClr val="D2F1D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9" name="pg539"/>
            <p:cNvSpPr/>
            <p:nvPr/>
          </p:nvSpPr>
          <p:spPr>
            <a:xfrm>
              <a:off x="3193990" y="4442758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D4F2E0">
                <a:alpha val="100000"/>
              </a:srgbClr>
            </a:solidFill>
            <a:ln w="5420" cap="flat">
              <a:solidFill>
                <a:srgbClr val="D4F2E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0" name="pg540"/>
            <p:cNvSpPr/>
            <p:nvPr/>
          </p:nvSpPr>
          <p:spPr>
            <a:xfrm>
              <a:off x="3275427" y="4442758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D5F2E0">
                <a:alpha val="100000"/>
              </a:srgbClr>
            </a:solidFill>
            <a:ln w="5420" cap="flat">
              <a:solidFill>
                <a:srgbClr val="D5F2E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1" name="pg541"/>
            <p:cNvSpPr/>
            <p:nvPr/>
          </p:nvSpPr>
          <p:spPr>
            <a:xfrm>
              <a:off x="3356864" y="4442758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D6F2E1">
                <a:alpha val="100000"/>
              </a:srgbClr>
            </a:solidFill>
            <a:ln w="5420" cap="flat">
              <a:solidFill>
                <a:srgbClr val="D6F2E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2" name="pg542"/>
            <p:cNvSpPr/>
            <p:nvPr/>
          </p:nvSpPr>
          <p:spPr>
            <a:xfrm>
              <a:off x="3438301" y="4442758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D6F2E1">
                <a:alpha val="100000"/>
              </a:srgbClr>
            </a:solidFill>
            <a:ln w="5420" cap="flat">
              <a:solidFill>
                <a:srgbClr val="D6F2E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3" name="pg543"/>
            <p:cNvSpPr/>
            <p:nvPr/>
          </p:nvSpPr>
          <p:spPr>
            <a:xfrm>
              <a:off x="3519738" y="4442758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D6F3E1">
                <a:alpha val="100000"/>
              </a:srgbClr>
            </a:solidFill>
            <a:ln w="5420" cap="flat">
              <a:solidFill>
                <a:srgbClr val="D6F3E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4" name="pg544"/>
            <p:cNvSpPr/>
            <p:nvPr/>
          </p:nvSpPr>
          <p:spPr>
            <a:xfrm>
              <a:off x="3601176" y="4442758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D5F2E0">
                <a:alpha val="100000"/>
              </a:srgbClr>
            </a:solidFill>
            <a:ln w="5420" cap="flat">
              <a:solidFill>
                <a:srgbClr val="D5F2E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5" name="pg545"/>
            <p:cNvSpPr/>
            <p:nvPr/>
          </p:nvSpPr>
          <p:spPr>
            <a:xfrm>
              <a:off x="3682613" y="4442758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D2F1DF">
                <a:alpha val="100000"/>
              </a:srgbClr>
            </a:solidFill>
            <a:ln w="5420" cap="flat">
              <a:solidFill>
                <a:srgbClr val="D2F1D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6" name="pg546"/>
            <p:cNvSpPr/>
            <p:nvPr/>
          </p:nvSpPr>
          <p:spPr>
            <a:xfrm>
              <a:off x="3764050" y="4442758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CFF0DD">
                <a:alpha val="100000"/>
              </a:srgbClr>
            </a:solidFill>
            <a:ln w="5420" cap="flat">
              <a:solidFill>
                <a:srgbClr val="CFF0D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7" name="pg547"/>
            <p:cNvSpPr/>
            <p:nvPr/>
          </p:nvSpPr>
          <p:spPr>
            <a:xfrm>
              <a:off x="3845487" y="4442758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CCEFDC">
                <a:alpha val="100000"/>
              </a:srgbClr>
            </a:solidFill>
            <a:ln w="5420" cap="flat">
              <a:solidFill>
                <a:srgbClr val="CCEFD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8" name="pg548"/>
            <p:cNvSpPr/>
            <p:nvPr/>
          </p:nvSpPr>
          <p:spPr>
            <a:xfrm>
              <a:off x="3926924" y="4442758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C8EEDA">
                <a:alpha val="100000"/>
              </a:srgbClr>
            </a:solidFill>
            <a:ln w="5420" cap="flat">
              <a:solidFill>
                <a:srgbClr val="C8EED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9" name="pg549"/>
            <p:cNvSpPr/>
            <p:nvPr/>
          </p:nvSpPr>
          <p:spPr>
            <a:xfrm>
              <a:off x="4008361" y="4442758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C6EDD9">
                <a:alpha val="100000"/>
              </a:srgbClr>
            </a:solidFill>
            <a:ln w="5420" cap="flat">
              <a:solidFill>
                <a:srgbClr val="C6EDD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0" name="pg550"/>
            <p:cNvSpPr/>
            <p:nvPr/>
          </p:nvSpPr>
          <p:spPr>
            <a:xfrm>
              <a:off x="3112553" y="4546075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D2F1DF">
                <a:alpha val="100000"/>
              </a:srgbClr>
            </a:solidFill>
            <a:ln w="5420" cap="flat">
              <a:solidFill>
                <a:srgbClr val="D2F1D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1" name="pg551"/>
            <p:cNvSpPr/>
            <p:nvPr/>
          </p:nvSpPr>
          <p:spPr>
            <a:xfrm>
              <a:off x="3193990" y="4546075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D3F1DF">
                <a:alpha val="100000"/>
              </a:srgbClr>
            </a:solidFill>
            <a:ln w="5420" cap="flat">
              <a:solidFill>
                <a:srgbClr val="D3F1D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2" name="pg552"/>
            <p:cNvSpPr/>
            <p:nvPr/>
          </p:nvSpPr>
          <p:spPr>
            <a:xfrm>
              <a:off x="3275427" y="4546075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D4F2E0">
                <a:alpha val="100000"/>
              </a:srgbClr>
            </a:solidFill>
            <a:ln w="5420" cap="flat">
              <a:solidFill>
                <a:srgbClr val="D4F2E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3" name="pg553"/>
            <p:cNvSpPr/>
            <p:nvPr/>
          </p:nvSpPr>
          <p:spPr>
            <a:xfrm>
              <a:off x="3356864" y="4546075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D5F2E1">
                <a:alpha val="100000"/>
              </a:srgbClr>
            </a:solidFill>
            <a:ln w="5420" cap="flat">
              <a:solidFill>
                <a:srgbClr val="D5F2E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4" name="pg554"/>
            <p:cNvSpPr/>
            <p:nvPr/>
          </p:nvSpPr>
          <p:spPr>
            <a:xfrm>
              <a:off x="3438301" y="4546075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D6F2E1">
                <a:alpha val="100000"/>
              </a:srgbClr>
            </a:solidFill>
            <a:ln w="5420" cap="flat">
              <a:solidFill>
                <a:srgbClr val="D6F2E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5" name="pg555"/>
            <p:cNvSpPr/>
            <p:nvPr/>
          </p:nvSpPr>
          <p:spPr>
            <a:xfrm>
              <a:off x="3519738" y="4546075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D5F2E0">
                <a:alpha val="100000"/>
              </a:srgbClr>
            </a:solidFill>
            <a:ln w="5420" cap="flat">
              <a:solidFill>
                <a:srgbClr val="D5F2E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6" name="pg556"/>
            <p:cNvSpPr/>
            <p:nvPr/>
          </p:nvSpPr>
          <p:spPr>
            <a:xfrm>
              <a:off x="3601176" y="4546075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D4F2E0">
                <a:alpha val="100000"/>
              </a:srgbClr>
            </a:solidFill>
            <a:ln w="5420" cap="flat">
              <a:solidFill>
                <a:srgbClr val="D4F2E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7" name="pg557"/>
            <p:cNvSpPr/>
            <p:nvPr/>
          </p:nvSpPr>
          <p:spPr>
            <a:xfrm>
              <a:off x="3682613" y="4546075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D1F1DF">
                <a:alpha val="100000"/>
              </a:srgbClr>
            </a:solidFill>
            <a:ln w="5420" cap="flat">
              <a:solidFill>
                <a:srgbClr val="D1F1D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8" name="pg558"/>
            <p:cNvSpPr/>
            <p:nvPr/>
          </p:nvSpPr>
          <p:spPr>
            <a:xfrm>
              <a:off x="3764050" y="4546075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CFF0DD">
                <a:alpha val="100000"/>
              </a:srgbClr>
            </a:solidFill>
            <a:ln w="5420" cap="flat">
              <a:solidFill>
                <a:srgbClr val="CFF0D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9" name="pg559"/>
            <p:cNvSpPr/>
            <p:nvPr/>
          </p:nvSpPr>
          <p:spPr>
            <a:xfrm>
              <a:off x="3845487" y="4546075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CCEFDC">
                <a:alpha val="100000"/>
              </a:srgbClr>
            </a:solidFill>
            <a:ln w="5420" cap="flat">
              <a:solidFill>
                <a:srgbClr val="CCEFD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0" name="pg560"/>
            <p:cNvSpPr/>
            <p:nvPr/>
          </p:nvSpPr>
          <p:spPr>
            <a:xfrm>
              <a:off x="3926924" y="4546075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C9EEDA">
                <a:alpha val="100000"/>
              </a:srgbClr>
            </a:solidFill>
            <a:ln w="5420" cap="flat">
              <a:solidFill>
                <a:srgbClr val="C9EED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1" name="pg561"/>
            <p:cNvSpPr/>
            <p:nvPr/>
          </p:nvSpPr>
          <p:spPr>
            <a:xfrm>
              <a:off x="4008361" y="4546075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C7EDD9">
                <a:alpha val="100000"/>
              </a:srgbClr>
            </a:solidFill>
            <a:ln w="5420" cap="flat">
              <a:solidFill>
                <a:srgbClr val="C7EDD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2" name="pg562"/>
            <p:cNvSpPr/>
            <p:nvPr/>
          </p:nvSpPr>
          <p:spPr>
            <a:xfrm>
              <a:off x="3275427" y="4649391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D3F1E0">
                <a:alpha val="100000"/>
              </a:srgbClr>
            </a:solidFill>
            <a:ln w="5420" cap="flat">
              <a:solidFill>
                <a:srgbClr val="D3F1E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3" name="pg563"/>
            <p:cNvSpPr/>
            <p:nvPr/>
          </p:nvSpPr>
          <p:spPr>
            <a:xfrm>
              <a:off x="3356864" y="4649391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D4F2E0">
                <a:alpha val="100000"/>
              </a:srgbClr>
            </a:solidFill>
            <a:ln w="5420" cap="flat">
              <a:solidFill>
                <a:srgbClr val="D4F2E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4" name="pg564"/>
            <p:cNvSpPr/>
            <p:nvPr/>
          </p:nvSpPr>
          <p:spPr>
            <a:xfrm>
              <a:off x="3438301" y="4649391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D4F2E0">
                <a:alpha val="100000"/>
              </a:srgbClr>
            </a:solidFill>
            <a:ln w="5420" cap="flat">
              <a:solidFill>
                <a:srgbClr val="D4F2E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5" name="pg565"/>
            <p:cNvSpPr/>
            <p:nvPr/>
          </p:nvSpPr>
          <p:spPr>
            <a:xfrm>
              <a:off x="3519738" y="4649391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D3F2E0">
                <a:alpha val="100000"/>
              </a:srgbClr>
            </a:solidFill>
            <a:ln w="5420" cap="flat">
              <a:solidFill>
                <a:srgbClr val="D3F2E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6" name="pg566"/>
            <p:cNvSpPr/>
            <p:nvPr/>
          </p:nvSpPr>
          <p:spPr>
            <a:xfrm>
              <a:off x="3601176" y="4649391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D2F1DF">
                <a:alpha val="100000"/>
              </a:srgbClr>
            </a:solidFill>
            <a:ln w="5420" cap="flat">
              <a:solidFill>
                <a:srgbClr val="D2F1D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7" name="pg567"/>
            <p:cNvSpPr/>
            <p:nvPr/>
          </p:nvSpPr>
          <p:spPr>
            <a:xfrm>
              <a:off x="3682613" y="4649391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D0F0DE">
                <a:alpha val="100000"/>
              </a:srgbClr>
            </a:solidFill>
            <a:ln w="5420" cap="flat">
              <a:solidFill>
                <a:srgbClr val="D0F0D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8" name="pg568"/>
            <p:cNvSpPr/>
            <p:nvPr/>
          </p:nvSpPr>
          <p:spPr>
            <a:xfrm>
              <a:off x="3764050" y="4649391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CEF0DD">
                <a:alpha val="100000"/>
              </a:srgbClr>
            </a:solidFill>
            <a:ln w="5420" cap="flat">
              <a:solidFill>
                <a:srgbClr val="CEF0D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9" name="pg569"/>
            <p:cNvSpPr/>
            <p:nvPr/>
          </p:nvSpPr>
          <p:spPr>
            <a:xfrm>
              <a:off x="3845487" y="4649391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CCEFDC">
                <a:alpha val="100000"/>
              </a:srgbClr>
            </a:solidFill>
            <a:ln w="5420" cap="flat">
              <a:solidFill>
                <a:srgbClr val="CCEFD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0" name="pg570"/>
            <p:cNvSpPr/>
            <p:nvPr/>
          </p:nvSpPr>
          <p:spPr>
            <a:xfrm>
              <a:off x="3926924" y="4649391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C9EEDB">
                <a:alpha val="100000"/>
              </a:srgbClr>
            </a:solidFill>
            <a:ln w="5420" cap="flat">
              <a:solidFill>
                <a:srgbClr val="C9EED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1" name="pg571"/>
            <p:cNvSpPr/>
            <p:nvPr/>
          </p:nvSpPr>
          <p:spPr>
            <a:xfrm>
              <a:off x="4008361" y="4649391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C7EED9">
                <a:alpha val="100000"/>
              </a:srgbClr>
            </a:solidFill>
            <a:ln w="5420" cap="flat">
              <a:solidFill>
                <a:srgbClr val="C7EED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2" name="pg572"/>
            <p:cNvSpPr/>
            <p:nvPr/>
          </p:nvSpPr>
          <p:spPr>
            <a:xfrm>
              <a:off x="3356864" y="4752707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D2F1DF">
                <a:alpha val="100000"/>
              </a:srgbClr>
            </a:solidFill>
            <a:ln w="5420" cap="flat">
              <a:solidFill>
                <a:srgbClr val="D2F1D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3" name="pg573"/>
            <p:cNvSpPr/>
            <p:nvPr/>
          </p:nvSpPr>
          <p:spPr>
            <a:xfrm>
              <a:off x="3438301" y="4752707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D2F1DF">
                <a:alpha val="100000"/>
              </a:srgbClr>
            </a:solidFill>
            <a:ln w="5420" cap="flat">
              <a:solidFill>
                <a:srgbClr val="D2F1D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4" name="pg574"/>
            <p:cNvSpPr/>
            <p:nvPr/>
          </p:nvSpPr>
          <p:spPr>
            <a:xfrm>
              <a:off x="3519738" y="4752707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D1F1DF">
                <a:alpha val="100000"/>
              </a:srgbClr>
            </a:solidFill>
            <a:ln w="5420" cap="flat">
              <a:solidFill>
                <a:srgbClr val="D1F1D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5" name="pg575"/>
            <p:cNvSpPr/>
            <p:nvPr/>
          </p:nvSpPr>
          <p:spPr>
            <a:xfrm>
              <a:off x="3601176" y="4752707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D0F0DE">
                <a:alpha val="100000"/>
              </a:srgbClr>
            </a:solidFill>
            <a:ln w="5420" cap="flat">
              <a:solidFill>
                <a:srgbClr val="D0F0D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6" name="pg576"/>
            <p:cNvSpPr/>
            <p:nvPr/>
          </p:nvSpPr>
          <p:spPr>
            <a:xfrm>
              <a:off x="3682613" y="4752707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CFF0DD">
                <a:alpha val="100000"/>
              </a:srgbClr>
            </a:solidFill>
            <a:ln w="5420" cap="flat">
              <a:solidFill>
                <a:srgbClr val="CFF0D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7" name="pg577"/>
            <p:cNvSpPr/>
            <p:nvPr/>
          </p:nvSpPr>
          <p:spPr>
            <a:xfrm>
              <a:off x="3764050" y="4752707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CDEFDC">
                <a:alpha val="100000"/>
              </a:srgbClr>
            </a:solidFill>
            <a:ln w="5420" cap="flat">
              <a:solidFill>
                <a:srgbClr val="CDEFD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8" name="pg578"/>
            <p:cNvSpPr/>
            <p:nvPr/>
          </p:nvSpPr>
          <p:spPr>
            <a:xfrm>
              <a:off x="3845487" y="4752707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CBEFDB">
                <a:alpha val="100000"/>
              </a:srgbClr>
            </a:solidFill>
            <a:ln w="5420" cap="flat">
              <a:solidFill>
                <a:srgbClr val="CBEFD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9" name="pg579"/>
            <p:cNvSpPr/>
            <p:nvPr/>
          </p:nvSpPr>
          <p:spPr>
            <a:xfrm>
              <a:off x="3926924" y="4752707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C9EEDA">
                <a:alpha val="100000"/>
              </a:srgbClr>
            </a:solidFill>
            <a:ln w="5420" cap="flat">
              <a:solidFill>
                <a:srgbClr val="C9EED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0" name="pg580"/>
            <p:cNvSpPr/>
            <p:nvPr/>
          </p:nvSpPr>
          <p:spPr>
            <a:xfrm>
              <a:off x="4008361" y="4752707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C7EDD9">
                <a:alpha val="100000"/>
              </a:srgbClr>
            </a:solidFill>
            <a:ln w="5420" cap="flat">
              <a:solidFill>
                <a:srgbClr val="C7EDD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1" name="pg581"/>
            <p:cNvSpPr/>
            <p:nvPr/>
          </p:nvSpPr>
          <p:spPr>
            <a:xfrm>
              <a:off x="3438301" y="4856023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D0F0DE">
                <a:alpha val="100000"/>
              </a:srgbClr>
            </a:solidFill>
            <a:ln w="5420" cap="flat">
              <a:solidFill>
                <a:srgbClr val="D0F0D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2" name="pg582"/>
            <p:cNvSpPr/>
            <p:nvPr/>
          </p:nvSpPr>
          <p:spPr>
            <a:xfrm>
              <a:off x="3519738" y="4856023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CFF0DD">
                <a:alpha val="100000"/>
              </a:srgbClr>
            </a:solidFill>
            <a:ln w="5420" cap="flat">
              <a:solidFill>
                <a:srgbClr val="CFF0D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3" name="pg583"/>
            <p:cNvSpPr/>
            <p:nvPr/>
          </p:nvSpPr>
          <p:spPr>
            <a:xfrm>
              <a:off x="3601176" y="4856023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CEF0DD">
                <a:alpha val="100000"/>
              </a:srgbClr>
            </a:solidFill>
            <a:ln w="5420" cap="flat">
              <a:solidFill>
                <a:srgbClr val="CEF0D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4" name="pg584"/>
            <p:cNvSpPr/>
            <p:nvPr/>
          </p:nvSpPr>
          <p:spPr>
            <a:xfrm>
              <a:off x="3682613" y="4856023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CDEFDC">
                <a:alpha val="100000"/>
              </a:srgbClr>
            </a:solidFill>
            <a:ln w="5420" cap="flat">
              <a:solidFill>
                <a:srgbClr val="CDEFD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5" name="pg585"/>
            <p:cNvSpPr/>
            <p:nvPr/>
          </p:nvSpPr>
          <p:spPr>
            <a:xfrm>
              <a:off x="3764050" y="4856023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CBEFDC">
                <a:alpha val="100000"/>
              </a:srgbClr>
            </a:solidFill>
            <a:ln w="5420" cap="flat">
              <a:solidFill>
                <a:srgbClr val="CBEFD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6" name="pg586"/>
            <p:cNvSpPr/>
            <p:nvPr/>
          </p:nvSpPr>
          <p:spPr>
            <a:xfrm>
              <a:off x="3845487" y="4856023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CAEEDB">
                <a:alpha val="100000"/>
              </a:srgbClr>
            </a:solidFill>
            <a:ln w="5420" cap="flat">
              <a:solidFill>
                <a:srgbClr val="CAEED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7" name="pg587"/>
            <p:cNvSpPr/>
            <p:nvPr/>
          </p:nvSpPr>
          <p:spPr>
            <a:xfrm>
              <a:off x="3926924" y="4856023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C8EEDA">
                <a:alpha val="100000"/>
              </a:srgbClr>
            </a:solidFill>
            <a:ln w="5420" cap="flat">
              <a:solidFill>
                <a:srgbClr val="C8EED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8" name="pg588"/>
            <p:cNvSpPr/>
            <p:nvPr/>
          </p:nvSpPr>
          <p:spPr>
            <a:xfrm>
              <a:off x="4008361" y="4856023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C6EDD9">
                <a:alpha val="100000"/>
              </a:srgbClr>
            </a:solidFill>
            <a:ln w="5420" cap="flat">
              <a:solidFill>
                <a:srgbClr val="C6EDD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9" name="pg589"/>
            <p:cNvSpPr/>
            <p:nvPr/>
          </p:nvSpPr>
          <p:spPr>
            <a:xfrm>
              <a:off x="4089798" y="4856023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C5EDD8">
                <a:alpha val="100000"/>
              </a:srgbClr>
            </a:solidFill>
            <a:ln w="5420" cap="flat">
              <a:solidFill>
                <a:srgbClr val="C5EDD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0" name="pg590"/>
            <p:cNvSpPr/>
            <p:nvPr/>
          </p:nvSpPr>
          <p:spPr>
            <a:xfrm>
              <a:off x="3682613" y="4959339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CBEFDB">
                <a:alpha val="100000"/>
              </a:srgbClr>
            </a:solidFill>
            <a:ln w="5420" cap="flat">
              <a:solidFill>
                <a:srgbClr val="CBEFD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1" name="pg591"/>
            <p:cNvSpPr/>
            <p:nvPr/>
          </p:nvSpPr>
          <p:spPr>
            <a:xfrm>
              <a:off x="3764050" y="4959339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CAEEDB">
                <a:alpha val="100000"/>
              </a:srgbClr>
            </a:solidFill>
            <a:ln w="5420" cap="flat">
              <a:solidFill>
                <a:srgbClr val="CAEED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2" name="pg592"/>
            <p:cNvSpPr/>
            <p:nvPr/>
          </p:nvSpPr>
          <p:spPr>
            <a:xfrm>
              <a:off x="3845487" y="4959339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C8EEDA">
                <a:alpha val="100000"/>
              </a:srgbClr>
            </a:solidFill>
            <a:ln w="5420" cap="flat">
              <a:solidFill>
                <a:srgbClr val="C8EED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3" name="pg593"/>
            <p:cNvSpPr/>
            <p:nvPr/>
          </p:nvSpPr>
          <p:spPr>
            <a:xfrm>
              <a:off x="3926924" y="4959339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C7EDD9">
                <a:alpha val="100000"/>
              </a:srgbClr>
            </a:solidFill>
            <a:ln w="5420" cap="flat">
              <a:solidFill>
                <a:srgbClr val="C7EDD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4" name="pg594"/>
            <p:cNvSpPr/>
            <p:nvPr/>
          </p:nvSpPr>
          <p:spPr>
            <a:xfrm>
              <a:off x="4008361" y="4959339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C5EDD9">
                <a:alpha val="100000"/>
              </a:srgbClr>
            </a:solidFill>
            <a:ln w="5420" cap="flat">
              <a:solidFill>
                <a:srgbClr val="C5EDD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5" name="pg595"/>
            <p:cNvSpPr/>
            <p:nvPr/>
          </p:nvSpPr>
          <p:spPr>
            <a:xfrm>
              <a:off x="4089798" y="4959339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C4ECD8">
                <a:alpha val="100000"/>
              </a:srgbClr>
            </a:solidFill>
            <a:ln w="5420" cap="flat">
              <a:solidFill>
                <a:srgbClr val="C4ECD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6" name="pg596"/>
            <p:cNvSpPr/>
            <p:nvPr/>
          </p:nvSpPr>
          <p:spPr>
            <a:xfrm>
              <a:off x="3275427" y="5062655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C9EEDB">
                <a:alpha val="100000"/>
              </a:srgbClr>
            </a:solidFill>
            <a:ln w="5420" cap="flat">
              <a:solidFill>
                <a:srgbClr val="C9EED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7" name="pg597"/>
            <p:cNvSpPr/>
            <p:nvPr/>
          </p:nvSpPr>
          <p:spPr>
            <a:xfrm>
              <a:off x="3601176" y="5062655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C9EEDA">
                <a:alpha val="100000"/>
              </a:srgbClr>
            </a:solidFill>
            <a:ln w="5420" cap="flat">
              <a:solidFill>
                <a:srgbClr val="C9EED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8" name="pg598"/>
            <p:cNvSpPr/>
            <p:nvPr/>
          </p:nvSpPr>
          <p:spPr>
            <a:xfrm>
              <a:off x="3682613" y="5062655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C9EEDA">
                <a:alpha val="100000"/>
              </a:srgbClr>
            </a:solidFill>
            <a:ln w="5420" cap="flat">
              <a:solidFill>
                <a:srgbClr val="C9EED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9" name="pg599"/>
            <p:cNvSpPr/>
            <p:nvPr/>
          </p:nvSpPr>
          <p:spPr>
            <a:xfrm>
              <a:off x="3764050" y="5062655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C8EEDA">
                <a:alpha val="100000"/>
              </a:srgbClr>
            </a:solidFill>
            <a:ln w="5420" cap="flat">
              <a:solidFill>
                <a:srgbClr val="C8EED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0" name="pg600"/>
            <p:cNvSpPr/>
            <p:nvPr/>
          </p:nvSpPr>
          <p:spPr>
            <a:xfrm>
              <a:off x="3845487" y="5062655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C7EDD9">
                <a:alpha val="100000"/>
              </a:srgbClr>
            </a:solidFill>
            <a:ln w="5420" cap="flat">
              <a:solidFill>
                <a:srgbClr val="C7EDD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1" name="pg601"/>
            <p:cNvSpPr/>
            <p:nvPr/>
          </p:nvSpPr>
          <p:spPr>
            <a:xfrm>
              <a:off x="3926924" y="5062655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C5EDD9">
                <a:alpha val="100000"/>
              </a:srgbClr>
            </a:solidFill>
            <a:ln w="5420" cap="flat">
              <a:solidFill>
                <a:srgbClr val="C5EDD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2" name="pg602"/>
            <p:cNvSpPr/>
            <p:nvPr/>
          </p:nvSpPr>
          <p:spPr>
            <a:xfrm>
              <a:off x="4008361" y="5062655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C4EDD8">
                <a:alpha val="100000"/>
              </a:srgbClr>
            </a:solidFill>
            <a:ln w="5420" cap="flat">
              <a:solidFill>
                <a:srgbClr val="C4EDD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3" name="pg603"/>
            <p:cNvSpPr/>
            <p:nvPr/>
          </p:nvSpPr>
          <p:spPr>
            <a:xfrm>
              <a:off x="4089798" y="5062655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C3ECD7">
                <a:alpha val="100000"/>
              </a:srgbClr>
            </a:solidFill>
            <a:ln w="5420" cap="flat">
              <a:solidFill>
                <a:srgbClr val="C3ECD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4" name="pg604"/>
            <p:cNvSpPr/>
            <p:nvPr/>
          </p:nvSpPr>
          <p:spPr>
            <a:xfrm>
              <a:off x="3193990" y="5165971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C7EDD9">
                <a:alpha val="100000"/>
              </a:srgbClr>
            </a:solidFill>
            <a:ln w="5420" cap="flat">
              <a:solidFill>
                <a:srgbClr val="C7EDD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5" name="pg605"/>
            <p:cNvSpPr/>
            <p:nvPr/>
          </p:nvSpPr>
          <p:spPr>
            <a:xfrm>
              <a:off x="3275427" y="5165971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C8EEDA">
                <a:alpha val="100000"/>
              </a:srgbClr>
            </a:solidFill>
            <a:ln w="5420" cap="flat">
              <a:solidFill>
                <a:srgbClr val="C8EED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6" name="pg606"/>
            <p:cNvSpPr/>
            <p:nvPr/>
          </p:nvSpPr>
          <p:spPr>
            <a:xfrm>
              <a:off x="3356864" y="5165971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C8EEDA">
                <a:alpha val="100000"/>
              </a:srgbClr>
            </a:solidFill>
            <a:ln w="5420" cap="flat">
              <a:solidFill>
                <a:srgbClr val="C8EED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7" name="pg607"/>
            <p:cNvSpPr/>
            <p:nvPr/>
          </p:nvSpPr>
          <p:spPr>
            <a:xfrm>
              <a:off x="3438301" y="5165971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C8EEDA">
                <a:alpha val="100000"/>
              </a:srgbClr>
            </a:solidFill>
            <a:ln w="5420" cap="flat">
              <a:solidFill>
                <a:srgbClr val="C8EED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8" name="pg608"/>
            <p:cNvSpPr/>
            <p:nvPr/>
          </p:nvSpPr>
          <p:spPr>
            <a:xfrm>
              <a:off x="3519738" y="5165971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C8EEDA">
                <a:alpha val="100000"/>
              </a:srgbClr>
            </a:solidFill>
            <a:ln w="5420" cap="flat">
              <a:solidFill>
                <a:srgbClr val="C8EED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9" name="pg609"/>
            <p:cNvSpPr/>
            <p:nvPr/>
          </p:nvSpPr>
          <p:spPr>
            <a:xfrm>
              <a:off x="3601176" y="5165971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C7EEDA">
                <a:alpha val="100000"/>
              </a:srgbClr>
            </a:solidFill>
            <a:ln w="5420" cap="flat">
              <a:solidFill>
                <a:srgbClr val="C7EED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0" name="pg610"/>
            <p:cNvSpPr/>
            <p:nvPr/>
          </p:nvSpPr>
          <p:spPr>
            <a:xfrm>
              <a:off x="3682613" y="5165971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C7EDD9">
                <a:alpha val="100000"/>
              </a:srgbClr>
            </a:solidFill>
            <a:ln w="5420" cap="flat">
              <a:solidFill>
                <a:srgbClr val="C7EDD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1" name="pg611"/>
            <p:cNvSpPr/>
            <p:nvPr/>
          </p:nvSpPr>
          <p:spPr>
            <a:xfrm>
              <a:off x="3764050" y="5165971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C6EDD9">
                <a:alpha val="100000"/>
              </a:srgbClr>
            </a:solidFill>
            <a:ln w="5420" cap="flat">
              <a:solidFill>
                <a:srgbClr val="C6EDD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2" name="pg612"/>
            <p:cNvSpPr/>
            <p:nvPr/>
          </p:nvSpPr>
          <p:spPr>
            <a:xfrm>
              <a:off x="3845487" y="5165971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C5EDD8">
                <a:alpha val="100000"/>
              </a:srgbClr>
            </a:solidFill>
            <a:ln w="5420" cap="flat">
              <a:solidFill>
                <a:srgbClr val="C5EDD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3" name="pg613"/>
            <p:cNvSpPr/>
            <p:nvPr/>
          </p:nvSpPr>
          <p:spPr>
            <a:xfrm>
              <a:off x="3926924" y="5165971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C4ECD8">
                <a:alpha val="100000"/>
              </a:srgbClr>
            </a:solidFill>
            <a:ln w="5420" cap="flat">
              <a:solidFill>
                <a:srgbClr val="C4ECD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4" name="pg614"/>
            <p:cNvSpPr/>
            <p:nvPr/>
          </p:nvSpPr>
          <p:spPr>
            <a:xfrm>
              <a:off x="4008361" y="5165971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C3ECD7">
                <a:alpha val="100000"/>
              </a:srgbClr>
            </a:solidFill>
            <a:ln w="5420" cap="flat">
              <a:solidFill>
                <a:srgbClr val="C3ECD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5" name="pg615"/>
            <p:cNvSpPr/>
            <p:nvPr/>
          </p:nvSpPr>
          <p:spPr>
            <a:xfrm>
              <a:off x="4089798" y="5165971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C2ECD7">
                <a:alpha val="100000"/>
              </a:srgbClr>
            </a:solidFill>
            <a:ln w="5420" cap="flat">
              <a:solidFill>
                <a:srgbClr val="C2ECD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6" name="pg616"/>
            <p:cNvSpPr/>
            <p:nvPr/>
          </p:nvSpPr>
          <p:spPr>
            <a:xfrm>
              <a:off x="3112553" y="5269288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C2ECD7">
                <a:alpha val="100000"/>
              </a:srgbClr>
            </a:solidFill>
            <a:ln w="5420" cap="flat">
              <a:solidFill>
                <a:srgbClr val="C2ECD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7" name="pg617"/>
            <p:cNvSpPr/>
            <p:nvPr/>
          </p:nvSpPr>
          <p:spPr>
            <a:xfrm>
              <a:off x="3193990" y="5269288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C2ECD7">
                <a:alpha val="100000"/>
              </a:srgbClr>
            </a:solidFill>
            <a:ln w="5420" cap="flat">
              <a:solidFill>
                <a:srgbClr val="C2ECD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8" name="pg618"/>
            <p:cNvSpPr/>
            <p:nvPr/>
          </p:nvSpPr>
          <p:spPr>
            <a:xfrm>
              <a:off x="3275427" y="5269288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C3ECD7">
                <a:alpha val="100000"/>
              </a:srgbClr>
            </a:solidFill>
            <a:ln w="5420" cap="flat">
              <a:solidFill>
                <a:srgbClr val="C3ECD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9" name="pg619"/>
            <p:cNvSpPr/>
            <p:nvPr/>
          </p:nvSpPr>
          <p:spPr>
            <a:xfrm>
              <a:off x="3356864" y="5269288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C3ECD8">
                <a:alpha val="100000"/>
              </a:srgbClr>
            </a:solidFill>
            <a:ln w="5420" cap="flat">
              <a:solidFill>
                <a:srgbClr val="C3ECD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0" name="pg620"/>
            <p:cNvSpPr/>
            <p:nvPr/>
          </p:nvSpPr>
          <p:spPr>
            <a:xfrm>
              <a:off x="3438301" y="5269288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C4ECD8">
                <a:alpha val="100000"/>
              </a:srgbClr>
            </a:solidFill>
            <a:ln w="5420" cap="flat">
              <a:solidFill>
                <a:srgbClr val="C4ECD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1" name="pg621"/>
            <p:cNvSpPr/>
            <p:nvPr/>
          </p:nvSpPr>
          <p:spPr>
            <a:xfrm>
              <a:off x="3519738" y="5269288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C3ECD8">
                <a:alpha val="100000"/>
              </a:srgbClr>
            </a:solidFill>
            <a:ln w="5420" cap="flat">
              <a:solidFill>
                <a:srgbClr val="C3ECD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2" name="pg622"/>
            <p:cNvSpPr/>
            <p:nvPr/>
          </p:nvSpPr>
          <p:spPr>
            <a:xfrm>
              <a:off x="3601176" y="5269288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C3ECD7">
                <a:alpha val="100000"/>
              </a:srgbClr>
            </a:solidFill>
            <a:ln w="5420" cap="flat">
              <a:solidFill>
                <a:srgbClr val="C3ECD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3" name="pg623"/>
            <p:cNvSpPr/>
            <p:nvPr/>
          </p:nvSpPr>
          <p:spPr>
            <a:xfrm>
              <a:off x="3682613" y="5269288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C3ECD7">
                <a:alpha val="100000"/>
              </a:srgbClr>
            </a:solidFill>
            <a:ln w="5420" cap="flat">
              <a:solidFill>
                <a:srgbClr val="C3ECD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4" name="pg624"/>
            <p:cNvSpPr/>
            <p:nvPr/>
          </p:nvSpPr>
          <p:spPr>
            <a:xfrm>
              <a:off x="3764050" y="5269288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C2ECD7">
                <a:alpha val="100000"/>
              </a:srgbClr>
            </a:solidFill>
            <a:ln w="5420" cap="flat">
              <a:solidFill>
                <a:srgbClr val="C2ECD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5" name="pg625"/>
            <p:cNvSpPr/>
            <p:nvPr/>
          </p:nvSpPr>
          <p:spPr>
            <a:xfrm>
              <a:off x="3845487" y="5269288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C1ECD7">
                <a:alpha val="100000"/>
              </a:srgbClr>
            </a:solidFill>
            <a:ln w="5420" cap="flat">
              <a:solidFill>
                <a:srgbClr val="C1ECD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6" name="pg626"/>
            <p:cNvSpPr/>
            <p:nvPr/>
          </p:nvSpPr>
          <p:spPr>
            <a:xfrm>
              <a:off x="3926924" y="5269288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C1EBD6">
                <a:alpha val="100000"/>
              </a:srgbClr>
            </a:solidFill>
            <a:ln w="5420" cap="flat">
              <a:solidFill>
                <a:srgbClr val="C1EBD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7" name="pg627"/>
            <p:cNvSpPr/>
            <p:nvPr/>
          </p:nvSpPr>
          <p:spPr>
            <a:xfrm>
              <a:off x="4008361" y="5269288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C0EBD6">
                <a:alpha val="100000"/>
              </a:srgbClr>
            </a:solidFill>
            <a:ln w="5420" cap="flat">
              <a:solidFill>
                <a:srgbClr val="C0EBD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8" name="pg628"/>
            <p:cNvSpPr/>
            <p:nvPr/>
          </p:nvSpPr>
          <p:spPr>
            <a:xfrm>
              <a:off x="4089798" y="5269288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BFEBD5">
                <a:alpha val="100000"/>
              </a:srgbClr>
            </a:solidFill>
            <a:ln w="5420" cap="flat">
              <a:solidFill>
                <a:srgbClr val="BFEBD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9" name="pg629"/>
            <p:cNvSpPr/>
            <p:nvPr/>
          </p:nvSpPr>
          <p:spPr>
            <a:xfrm>
              <a:off x="4171236" y="5269288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BEEBD5">
                <a:alpha val="100000"/>
              </a:srgbClr>
            </a:solidFill>
            <a:ln w="5420" cap="flat">
              <a:solidFill>
                <a:srgbClr val="BEEBD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0" name="pg630"/>
            <p:cNvSpPr/>
            <p:nvPr/>
          </p:nvSpPr>
          <p:spPr>
            <a:xfrm>
              <a:off x="3112553" y="5372604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C0EBD6">
                <a:alpha val="100000"/>
              </a:srgbClr>
            </a:solidFill>
            <a:ln w="5420" cap="flat">
              <a:solidFill>
                <a:srgbClr val="C0EBD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1" name="pg631"/>
            <p:cNvSpPr/>
            <p:nvPr/>
          </p:nvSpPr>
          <p:spPr>
            <a:xfrm>
              <a:off x="3193990" y="5372604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C0EBD6">
                <a:alpha val="100000"/>
              </a:srgbClr>
            </a:solidFill>
            <a:ln w="5420" cap="flat">
              <a:solidFill>
                <a:srgbClr val="C0EBD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2" name="pg632"/>
            <p:cNvSpPr/>
            <p:nvPr/>
          </p:nvSpPr>
          <p:spPr>
            <a:xfrm>
              <a:off x="3275427" y="5372604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C1EBD6">
                <a:alpha val="100000"/>
              </a:srgbClr>
            </a:solidFill>
            <a:ln w="5420" cap="flat">
              <a:solidFill>
                <a:srgbClr val="C1EBD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3" name="pg633"/>
            <p:cNvSpPr/>
            <p:nvPr/>
          </p:nvSpPr>
          <p:spPr>
            <a:xfrm>
              <a:off x="3356864" y="5372604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C1EBD6">
                <a:alpha val="100000"/>
              </a:srgbClr>
            </a:solidFill>
            <a:ln w="5420" cap="flat">
              <a:solidFill>
                <a:srgbClr val="C1EBD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4" name="pg634"/>
            <p:cNvSpPr/>
            <p:nvPr/>
          </p:nvSpPr>
          <p:spPr>
            <a:xfrm>
              <a:off x="3438301" y="5372604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C1ECD6">
                <a:alpha val="100000"/>
              </a:srgbClr>
            </a:solidFill>
            <a:ln w="5420" cap="flat">
              <a:solidFill>
                <a:srgbClr val="C1ECD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5" name="pg635"/>
            <p:cNvSpPr/>
            <p:nvPr/>
          </p:nvSpPr>
          <p:spPr>
            <a:xfrm>
              <a:off x="3519738" y="5372604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C1ECD6">
                <a:alpha val="100000"/>
              </a:srgbClr>
            </a:solidFill>
            <a:ln w="5420" cap="flat">
              <a:solidFill>
                <a:srgbClr val="C1ECD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6" name="pg636"/>
            <p:cNvSpPr/>
            <p:nvPr/>
          </p:nvSpPr>
          <p:spPr>
            <a:xfrm>
              <a:off x="3601176" y="5372604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C1EBD6">
                <a:alpha val="100000"/>
              </a:srgbClr>
            </a:solidFill>
            <a:ln w="5420" cap="flat">
              <a:solidFill>
                <a:srgbClr val="C1EBD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7" name="pg637"/>
            <p:cNvSpPr/>
            <p:nvPr/>
          </p:nvSpPr>
          <p:spPr>
            <a:xfrm>
              <a:off x="3682613" y="5372604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C1EBD6">
                <a:alpha val="100000"/>
              </a:srgbClr>
            </a:solidFill>
            <a:ln w="5420" cap="flat">
              <a:solidFill>
                <a:srgbClr val="C1EBD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8" name="pg638"/>
            <p:cNvSpPr/>
            <p:nvPr/>
          </p:nvSpPr>
          <p:spPr>
            <a:xfrm>
              <a:off x="3764050" y="5372604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C0EBD6">
                <a:alpha val="100000"/>
              </a:srgbClr>
            </a:solidFill>
            <a:ln w="5420" cap="flat">
              <a:solidFill>
                <a:srgbClr val="C0EBD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9" name="pg639"/>
            <p:cNvSpPr/>
            <p:nvPr/>
          </p:nvSpPr>
          <p:spPr>
            <a:xfrm>
              <a:off x="3845487" y="5372604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C0EBD6">
                <a:alpha val="100000"/>
              </a:srgbClr>
            </a:solidFill>
            <a:ln w="5420" cap="flat">
              <a:solidFill>
                <a:srgbClr val="C0EBD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0" name="pg640"/>
            <p:cNvSpPr/>
            <p:nvPr/>
          </p:nvSpPr>
          <p:spPr>
            <a:xfrm>
              <a:off x="3926924" y="5372604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BFEBD5">
                <a:alpha val="100000"/>
              </a:srgbClr>
            </a:solidFill>
            <a:ln w="5420" cap="flat">
              <a:solidFill>
                <a:srgbClr val="BFEBD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1" name="pg641"/>
            <p:cNvSpPr/>
            <p:nvPr/>
          </p:nvSpPr>
          <p:spPr>
            <a:xfrm>
              <a:off x="4008361" y="5372604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BEEBD5">
                <a:alpha val="100000"/>
              </a:srgbClr>
            </a:solidFill>
            <a:ln w="5420" cap="flat">
              <a:solidFill>
                <a:srgbClr val="BEEBD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2" name="pg642"/>
            <p:cNvSpPr/>
            <p:nvPr/>
          </p:nvSpPr>
          <p:spPr>
            <a:xfrm>
              <a:off x="4089798" y="5372604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BEEAD5">
                <a:alpha val="100000"/>
              </a:srgbClr>
            </a:solidFill>
            <a:ln w="5420" cap="flat">
              <a:solidFill>
                <a:srgbClr val="BEEAD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3" name="pg643"/>
            <p:cNvSpPr/>
            <p:nvPr/>
          </p:nvSpPr>
          <p:spPr>
            <a:xfrm>
              <a:off x="4171236" y="5372604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BDEAD4">
                <a:alpha val="100000"/>
              </a:srgbClr>
            </a:solidFill>
            <a:ln w="5420" cap="flat">
              <a:solidFill>
                <a:srgbClr val="BDEAD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4" name="pg644"/>
            <p:cNvSpPr/>
            <p:nvPr/>
          </p:nvSpPr>
          <p:spPr>
            <a:xfrm>
              <a:off x="4252673" y="5372604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BCEAD4">
                <a:alpha val="100000"/>
              </a:srgbClr>
            </a:solidFill>
            <a:ln w="5420" cap="flat">
              <a:solidFill>
                <a:srgbClr val="BCEAD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5" name="pg645"/>
            <p:cNvSpPr/>
            <p:nvPr/>
          </p:nvSpPr>
          <p:spPr>
            <a:xfrm>
              <a:off x="3112553" y="5475920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BEEAD5">
                <a:alpha val="100000"/>
              </a:srgbClr>
            </a:solidFill>
            <a:ln w="5420" cap="flat">
              <a:solidFill>
                <a:srgbClr val="BEEAD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6" name="pg646"/>
            <p:cNvSpPr/>
            <p:nvPr/>
          </p:nvSpPr>
          <p:spPr>
            <a:xfrm>
              <a:off x="3193990" y="5475920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BEEBD5">
                <a:alpha val="100000"/>
              </a:srgbClr>
            </a:solidFill>
            <a:ln w="5420" cap="flat">
              <a:solidFill>
                <a:srgbClr val="BEEBD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7" name="pg647"/>
            <p:cNvSpPr/>
            <p:nvPr/>
          </p:nvSpPr>
          <p:spPr>
            <a:xfrm>
              <a:off x="3275427" y="5475920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BEEBD5">
                <a:alpha val="100000"/>
              </a:srgbClr>
            </a:solidFill>
            <a:ln w="5420" cap="flat">
              <a:solidFill>
                <a:srgbClr val="BEEBD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8" name="pg648"/>
            <p:cNvSpPr/>
            <p:nvPr/>
          </p:nvSpPr>
          <p:spPr>
            <a:xfrm>
              <a:off x="3356864" y="5475920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BFEBD5">
                <a:alpha val="100000"/>
              </a:srgbClr>
            </a:solidFill>
            <a:ln w="5420" cap="flat">
              <a:solidFill>
                <a:srgbClr val="BFEBD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9" name="pg649"/>
            <p:cNvSpPr/>
            <p:nvPr/>
          </p:nvSpPr>
          <p:spPr>
            <a:xfrm>
              <a:off x="3438301" y="5475920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BFEBD5">
                <a:alpha val="100000"/>
              </a:srgbClr>
            </a:solidFill>
            <a:ln w="5420" cap="flat">
              <a:solidFill>
                <a:srgbClr val="BFEBD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0" name="pg650"/>
            <p:cNvSpPr/>
            <p:nvPr/>
          </p:nvSpPr>
          <p:spPr>
            <a:xfrm>
              <a:off x="3519738" y="5475920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BFEBD5">
                <a:alpha val="100000"/>
              </a:srgbClr>
            </a:solidFill>
            <a:ln w="5420" cap="flat">
              <a:solidFill>
                <a:srgbClr val="BFEBD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1" name="pg651"/>
            <p:cNvSpPr/>
            <p:nvPr/>
          </p:nvSpPr>
          <p:spPr>
            <a:xfrm>
              <a:off x="3601176" y="5475920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BFEBD5">
                <a:alpha val="100000"/>
              </a:srgbClr>
            </a:solidFill>
            <a:ln w="5420" cap="flat">
              <a:solidFill>
                <a:srgbClr val="BFEBD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2" name="pg652"/>
            <p:cNvSpPr/>
            <p:nvPr/>
          </p:nvSpPr>
          <p:spPr>
            <a:xfrm>
              <a:off x="3682613" y="5475920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BFEBD5">
                <a:alpha val="100000"/>
              </a:srgbClr>
            </a:solidFill>
            <a:ln w="5420" cap="flat">
              <a:solidFill>
                <a:srgbClr val="BFEBD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3" name="pg653"/>
            <p:cNvSpPr/>
            <p:nvPr/>
          </p:nvSpPr>
          <p:spPr>
            <a:xfrm>
              <a:off x="3764050" y="5475920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BEEBD5">
                <a:alpha val="100000"/>
              </a:srgbClr>
            </a:solidFill>
            <a:ln w="5420" cap="flat">
              <a:solidFill>
                <a:srgbClr val="BEEBD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4" name="pg654"/>
            <p:cNvSpPr/>
            <p:nvPr/>
          </p:nvSpPr>
          <p:spPr>
            <a:xfrm>
              <a:off x="3845487" y="5475920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BEEAD5">
                <a:alpha val="100000"/>
              </a:srgbClr>
            </a:solidFill>
            <a:ln w="5420" cap="flat">
              <a:solidFill>
                <a:srgbClr val="BEEAD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5" name="pg655"/>
            <p:cNvSpPr/>
            <p:nvPr/>
          </p:nvSpPr>
          <p:spPr>
            <a:xfrm>
              <a:off x="3926924" y="5475920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BDEAD5">
                <a:alpha val="100000"/>
              </a:srgbClr>
            </a:solidFill>
            <a:ln w="5420" cap="flat">
              <a:solidFill>
                <a:srgbClr val="BDEAD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6" name="pg656"/>
            <p:cNvSpPr/>
            <p:nvPr/>
          </p:nvSpPr>
          <p:spPr>
            <a:xfrm>
              <a:off x="4008361" y="5475920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BDEAD4">
                <a:alpha val="100000"/>
              </a:srgbClr>
            </a:solidFill>
            <a:ln w="5420" cap="flat">
              <a:solidFill>
                <a:srgbClr val="BDEAD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7" name="pg657"/>
            <p:cNvSpPr/>
            <p:nvPr/>
          </p:nvSpPr>
          <p:spPr>
            <a:xfrm>
              <a:off x="4089798" y="5475920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BCEAD4">
                <a:alpha val="100000"/>
              </a:srgbClr>
            </a:solidFill>
            <a:ln w="5420" cap="flat">
              <a:solidFill>
                <a:srgbClr val="BCEAD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8" name="pg658"/>
            <p:cNvSpPr/>
            <p:nvPr/>
          </p:nvSpPr>
          <p:spPr>
            <a:xfrm>
              <a:off x="4171236" y="5475920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BCEAD4">
                <a:alpha val="100000"/>
              </a:srgbClr>
            </a:solidFill>
            <a:ln w="5420" cap="flat">
              <a:solidFill>
                <a:srgbClr val="BCEAD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9" name="pg659"/>
            <p:cNvSpPr/>
            <p:nvPr/>
          </p:nvSpPr>
          <p:spPr>
            <a:xfrm>
              <a:off x="4252673" y="5475920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BBEAD3">
                <a:alpha val="100000"/>
              </a:srgbClr>
            </a:solidFill>
            <a:ln w="5420" cap="flat">
              <a:solidFill>
                <a:srgbClr val="BBEA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0" name="pg660"/>
            <p:cNvSpPr/>
            <p:nvPr/>
          </p:nvSpPr>
          <p:spPr>
            <a:xfrm>
              <a:off x="5284534" y="1853932"/>
              <a:ext cx="27605" cy="141906"/>
            </a:xfrm>
            <a:custGeom>
              <a:avLst/>
              <a:pathLst>
                <a:path w="27605" h="141906">
                  <a:moveTo>
                    <a:pt x="25965" y="15142"/>
                  </a:moveTo>
                  <a:lnTo>
                    <a:pt x="3001" y="141906"/>
                  </a:lnTo>
                  <a:lnTo>
                    <a:pt x="0" y="103414"/>
                  </a:lnTo>
                  <a:lnTo>
                    <a:pt x="9634" y="0"/>
                  </a:lnTo>
                  <a:lnTo>
                    <a:pt x="27605" y="0"/>
                  </a:lnTo>
                  <a:close/>
                </a:path>
              </a:pathLst>
            </a:custGeom>
            <a:solidFill>
              <a:srgbClr val="FFEFDB">
                <a:alpha val="100000"/>
              </a:srgbClr>
            </a:solidFill>
            <a:ln w="5420" cap="flat">
              <a:solidFill>
                <a:srgbClr val="5959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1" name="pg661"/>
            <p:cNvSpPr/>
            <p:nvPr/>
          </p:nvSpPr>
          <p:spPr>
            <a:xfrm>
              <a:off x="4217860" y="1853932"/>
              <a:ext cx="1042192" cy="937770"/>
            </a:xfrm>
            <a:custGeom>
              <a:avLst/>
              <a:pathLst>
                <a:path w="1042192" h="937770">
                  <a:moveTo>
                    <a:pt x="1041757" y="966"/>
                  </a:moveTo>
                  <a:lnTo>
                    <a:pt x="998433" y="199714"/>
                  </a:lnTo>
                  <a:lnTo>
                    <a:pt x="938872" y="305648"/>
                  </a:lnTo>
                  <a:lnTo>
                    <a:pt x="884012" y="378917"/>
                  </a:lnTo>
                  <a:lnTo>
                    <a:pt x="827417" y="366805"/>
                  </a:lnTo>
                  <a:lnTo>
                    <a:pt x="840146" y="425026"/>
                  </a:lnTo>
                  <a:lnTo>
                    <a:pt x="824596" y="455352"/>
                  </a:lnTo>
                  <a:lnTo>
                    <a:pt x="811288" y="518619"/>
                  </a:lnTo>
                  <a:lnTo>
                    <a:pt x="777548" y="560552"/>
                  </a:lnTo>
                  <a:lnTo>
                    <a:pt x="745832" y="556515"/>
                  </a:lnTo>
                  <a:lnTo>
                    <a:pt x="700266" y="585419"/>
                  </a:lnTo>
                  <a:lnTo>
                    <a:pt x="682293" y="607532"/>
                  </a:lnTo>
                  <a:lnTo>
                    <a:pt x="680955" y="649879"/>
                  </a:lnTo>
                  <a:lnTo>
                    <a:pt x="650470" y="687132"/>
                  </a:lnTo>
                  <a:lnTo>
                    <a:pt x="540461" y="880650"/>
                  </a:lnTo>
                  <a:lnTo>
                    <a:pt x="444953" y="937770"/>
                  </a:lnTo>
                  <a:lnTo>
                    <a:pt x="422098" y="929465"/>
                  </a:lnTo>
                  <a:lnTo>
                    <a:pt x="447268" y="838120"/>
                  </a:lnTo>
                  <a:lnTo>
                    <a:pt x="464518" y="745766"/>
                  </a:lnTo>
                  <a:lnTo>
                    <a:pt x="406548" y="705576"/>
                  </a:lnTo>
                  <a:lnTo>
                    <a:pt x="351073" y="684334"/>
                  </a:lnTo>
                  <a:lnTo>
                    <a:pt x="287426" y="687132"/>
                  </a:lnTo>
                  <a:lnTo>
                    <a:pt x="217124" y="615332"/>
                  </a:lnTo>
                  <a:lnTo>
                    <a:pt x="126499" y="563121"/>
                  </a:lnTo>
                  <a:lnTo>
                    <a:pt x="0" y="421860"/>
                  </a:lnTo>
                  <a:lnTo>
                    <a:pt x="3688" y="382679"/>
                  </a:lnTo>
                  <a:lnTo>
                    <a:pt x="506" y="316935"/>
                  </a:lnTo>
                  <a:lnTo>
                    <a:pt x="38947" y="213064"/>
                  </a:lnTo>
                  <a:lnTo>
                    <a:pt x="75798" y="140438"/>
                  </a:lnTo>
                  <a:lnTo>
                    <a:pt x="126680" y="102817"/>
                  </a:lnTo>
                  <a:lnTo>
                    <a:pt x="274335" y="64508"/>
                  </a:lnTo>
                  <a:lnTo>
                    <a:pt x="311366" y="6884"/>
                  </a:lnTo>
                  <a:lnTo>
                    <a:pt x="314479" y="0"/>
                  </a:lnTo>
                  <a:lnTo>
                    <a:pt x="1042192" y="0"/>
                  </a:lnTo>
                  <a:close/>
                </a:path>
              </a:pathLst>
            </a:custGeom>
            <a:solidFill>
              <a:srgbClr val="FFEFDB">
                <a:alpha val="100000"/>
              </a:srgbClr>
            </a:solidFill>
            <a:ln w="5420" cap="flat">
              <a:solidFill>
                <a:srgbClr val="5959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2" name="pg662"/>
            <p:cNvSpPr/>
            <p:nvPr/>
          </p:nvSpPr>
          <p:spPr>
            <a:xfrm>
              <a:off x="2490532" y="1853932"/>
              <a:ext cx="2088998" cy="3682871"/>
            </a:xfrm>
            <a:custGeom>
              <a:avLst/>
              <a:pathLst>
                <a:path w="2088998" h="3682871">
                  <a:moveTo>
                    <a:pt x="1987487" y="41706"/>
                  </a:moveTo>
                  <a:lnTo>
                    <a:pt x="1877912" y="69968"/>
                  </a:lnTo>
                  <a:lnTo>
                    <a:pt x="1818858" y="101074"/>
                  </a:lnTo>
                  <a:lnTo>
                    <a:pt x="1771628" y="148650"/>
                  </a:lnTo>
                  <a:lnTo>
                    <a:pt x="1743674" y="208385"/>
                  </a:lnTo>
                  <a:lnTo>
                    <a:pt x="1680388" y="280369"/>
                  </a:lnTo>
                  <a:lnTo>
                    <a:pt x="1684836" y="328588"/>
                  </a:lnTo>
                  <a:lnTo>
                    <a:pt x="1695432" y="362859"/>
                  </a:lnTo>
                  <a:lnTo>
                    <a:pt x="1690550" y="434293"/>
                  </a:lnTo>
                  <a:lnTo>
                    <a:pt x="1730583" y="503937"/>
                  </a:lnTo>
                  <a:lnTo>
                    <a:pt x="1809961" y="618039"/>
                  </a:lnTo>
                  <a:lnTo>
                    <a:pt x="1825114" y="795269"/>
                  </a:lnTo>
                  <a:lnTo>
                    <a:pt x="1885687" y="913867"/>
                  </a:lnTo>
                  <a:lnTo>
                    <a:pt x="1978519" y="1052146"/>
                  </a:lnTo>
                  <a:lnTo>
                    <a:pt x="2049905" y="1091464"/>
                  </a:lnTo>
                  <a:lnTo>
                    <a:pt x="2053377" y="1142895"/>
                  </a:lnTo>
                  <a:lnTo>
                    <a:pt x="2020432" y="1227817"/>
                  </a:lnTo>
                  <a:lnTo>
                    <a:pt x="1977000" y="1266630"/>
                  </a:lnTo>
                  <a:lnTo>
                    <a:pt x="2033487" y="1258877"/>
                  </a:lnTo>
                  <a:lnTo>
                    <a:pt x="2061622" y="1278284"/>
                  </a:lnTo>
                  <a:lnTo>
                    <a:pt x="2088998" y="1349121"/>
                  </a:lnTo>
                  <a:lnTo>
                    <a:pt x="2086864" y="1421426"/>
                  </a:lnTo>
                  <a:lnTo>
                    <a:pt x="2077606" y="1462167"/>
                  </a:lnTo>
                  <a:lnTo>
                    <a:pt x="2060501" y="1478408"/>
                  </a:lnTo>
                  <a:lnTo>
                    <a:pt x="2061224" y="1436796"/>
                  </a:lnTo>
                  <a:lnTo>
                    <a:pt x="2049110" y="1422344"/>
                  </a:lnTo>
                  <a:lnTo>
                    <a:pt x="2029111" y="1440374"/>
                  </a:lnTo>
                  <a:lnTo>
                    <a:pt x="2016165" y="1460928"/>
                  </a:lnTo>
                  <a:lnTo>
                    <a:pt x="2010776" y="1541905"/>
                  </a:lnTo>
                  <a:lnTo>
                    <a:pt x="1997071" y="1582370"/>
                  </a:lnTo>
                  <a:lnTo>
                    <a:pt x="1948612" y="1594390"/>
                  </a:lnTo>
                  <a:lnTo>
                    <a:pt x="1899466" y="1700646"/>
                  </a:lnTo>
                  <a:lnTo>
                    <a:pt x="1853755" y="1760931"/>
                  </a:lnTo>
                  <a:lnTo>
                    <a:pt x="1673879" y="2168566"/>
                  </a:lnTo>
                  <a:lnTo>
                    <a:pt x="1680750" y="2236697"/>
                  </a:lnTo>
                  <a:lnTo>
                    <a:pt x="1647841" y="2258627"/>
                  </a:lnTo>
                  <a:lnTo>
                    <a:pt x="1598008" y="2276474"/>
                  </a:lnTo>
                  <a:lnTo>
                    <a:pt x="1547596" y="2317214"/>
                  </a:lnTo>
                  <a:lnTo>
                    <a:pt x="1514145" y="2362130"/>
                  </a:lnTo>
                  <a:lnTo>
                    <a:pt x="1483081" y="2482929"/>
                  </a:lnTo>
                  <a:lnTo>
                    <a:pt x="1423556" y="2618915"/>
                  </a:lnTo>
                  <a:lnTo>
                    <a:pt x="1386416" y="2562254"/>
                  </a:lnTo>
                  <a:lnTo>
                    <a:pt x="1376905" y="2513760"/>
                  </a:lnTo>
                  <a:lnTo>
                    <a:pt x="1393432" y="2387272"/>
                  </a:lnTo>
                  <a:lnTo>
                    <a:pt x="1457803" y="2179898"/>
                  </a:lnTo>
                  <a:lnTo>
                    <a:pt x="1528719" y="2050978"/>
                  </a:lnTo>
                  <a:lnTo>
                    <a:pt x="1582819" y="1989868"/>
                  </a:lnTo>
                  <a:lnTo>
                    <a:pt x="1627300" y="1865306"/>
                  </a:lnTo>
                  <a:lnTo>
                    <a:pt x="1571103" y="1846725"/>
                  </a:lnTo>
                  <a:lnTo>
                    <a:pt x="1485432" y="1848744"/>
                  </a:lnTo>
                  <a:lnTo>
                    <a:pt x="1501560" y="1791257"/>
                  </a:lnTo>
                  <a:lnTo>
                    <a:pt x="1526549" y="1740607"/>
                  </a:lnTo>
                  <a:lnTo>
                    <a:pt x="1481888" y="1690140"/>
                  </a:lnTo>
                  <a:lnTo>
                    <a:pt x="1455452" y="1683717"/>
                  </a:lnTo>
                  <a:lnTo>
                    <a:pt x="1428221" y="1663025"/>
                  </a:lnTo>
                  <a:lnTo>
                    <a:pt x="1460153" y="1621000"/>
                  </a:lnTo>
                  <a:lnTo>
                    <a:pt x="1475740" y="1576589"/>
                  </a:lnTo>
                  <a:lnTo>
                    <a:pt x="1466229" y="1522544"/>
                  </a:lnTo>
                  <a:lnTo>
                    <a:pt x="1479609" y="1481849"/>
                  </a:lnTo>
                  <a:lnTo>
                    <a:pt x="1457296" y="1487997"/>
                  </a:lnTo>
                  <a:lnTo>
                    <a:pt x="1421422" y="1531077"/>
                  </a:lnTo>
                  <a:lnTo>
                    <a:pt x="1399110" y="1548282"/>
                  </a:lnTo>
                  <a:lnTo>
                    <a:pt x="1385512" y="1510156"/>
                  </a:lnTo>
                  <a:lnTo>
                    <a:pt x="1369998" y="1518782"/>
                  </a:lnTo>
                  <a:lnTo>
                    <a:pt x="1359909" y="1544979"/>
                  </a:lnTo>
                  <a:lnTo>
                    <a:pt x="1337017" y="1559385"/>
                  </a:lnTo>
                  <a:lnTo>
                    <a:pt x="1288667" y="1523553"/>
                  </a:lnTo>
                  <a:lnTo>
                    <a:pt x="1218184" y="1482537"/>
                  </a:lnTo>
                  <a:lnTo>
                    <a:pt x="1178947" y="1411975"/>
                  </a:lnTo>
                  <a:lnTo>
                    <a:pt x="1156562" y="1357287"/>
                  </a:lnTo>
                  <a:lnTo>
                    <a:pt x="1179309" y="1258326"/>
                  </a:lnTo>
                  <a:lnTo>
                    <a:pt x="1228021" y="1240755"/>
                  </a:lnTo>
                  <a:lnTo>
                    <a:pt x="1291307" y="1256812"/>
                  </a:lnTo>
                  <a:lnTo>
                    <a:pt x="1374265" y="1256675"/>
                  </a:lnTo>
                  <a:lnTo>
                    <a:pt x="1362404" y="1234699"/>
                  </a:lnTo>
                  <a:lnTo>
                    <a:pt x="1332786" y="1238323"/>
                  </a:lnTo>
                  <a:lnTo>
                    <a:pt x="1245343" y="1158035"/>
                  </a:lnTo>
                  <a:lnTo>
                    <a:pt x="1217208" y="1109541"/>
                  </a:lnTo>
                  <a:lnTo>
                    <a:pt x="1168821" y="1096236"/>
                  </a:lnTo>
                  <a:lnTo>
                    <a:pt x="1146762" y="1142849"/>
                  </a:lnTo>
                  <a:lnTo>
                    <a:pt x="1122279" y="1155236"/>
                  </a:lnTo>
                  <a:lnTo>
                    <a:pt x="1152512" y="1053247"/>
                  </a:lnTo>
                  <a:lnTo>
                    <a:pt x="1192038" y="1049072"/>
                  </a:lnTo>
                  <a:lnTo>
                    <a:pt x="1250406" y="1020811"/>
                  </a:lnTo>
                  <a:lnTo>
                    <a:pt x="1233445" y="961764"/>
                  </a:lnTo>
                  <a:lnTo>
                    <a:pt x="1196595" y="935934"/>
                  </a:lnTo>
                  <a:lnTo>
                    <a:pt x="1130054" y="968325"/>
                  </a:lnTo>
                  <a:lnTo>
                    <a:pt x="1130850" y="926804"/>
                  </a:lnTo>
                  <a:lnTo>
                    <a:pt x="1143326" y="873631"/>
                  </a:lnTo>
                  <a:lnTo>
                    <a:pt x="1193485" y="873814"/>
                  </a:lnTo>
                  <a:lnTo>
                    <a:pt x="1237423" y="891156"/>
                  </a:lnTo>
                  <a:lnTo>
                    <a:pt x="1274816" y="805271"/>
                  </a:lnTo>
                  <a:lnTo>
                    <a:pt x="1276480" y="766916"/>
                  </a:lnTo>
                  <a:lnTo>
                    <a:pt x="1214351" y="822659"/>
                  </a:lnTo>
                  <a:lnTo>
                    <a:pt x="1200392" y="702410"/>
                  </a:lnTo>
                  <a:lnTo>
                    <a:pt x="1261544" y="586428"/>
                  </a:lnTo>
                  <a:lnTo>
                    <a:pt x="1319876" y="535869"/>
                  </a:lnTo>
                  <a:lnTo>
                    <a:pt x="1392745" y="537337"/>
                  </a:lnTo>
                  <a:lnTo>
                    <a:pt x="1466807" y="529171"/>
                  </a:lnTo>
                  <a:lnTo>
                    <a:pt x="1420338" y="507929"/>
                  </a:lnTo>
                  <a:lnTo>
                    <a:pt x="1372638" y="496413"/>
                  </a:lnTo>
                  <a:lnTo>
                    <a:pt x="1408476" y="450580"/>
                  </a:lnTo>
                  <a:lnTo>
                    <a:pt x="1439034" y="442368"/>
                  </a:lnTo>
                  <a:lnTo>
                    <a:pt x="1469050" y="402407"/>
                  </a:lnTo>
                  <a:lnTo>
                    <a:pt x="1396868" y="408326"/>
                  </a:lnTo>
                  <a:lnTo>
                    <a:pt x="1405366" y="332717"/>
                  </a:lnTo>
                  <a:lnTo>
                    <a:pt x="1370287" y="348086"/>
                  </a:lnTo>
                  <a:lnTo>
                    <a:pt x="1328302" y="355198"/>
                  </a:lnTo>
                  <a:lnTo>
                    <a:pt x="1311956" y="387267"/>
                  </a:lnTo>
                  <a:lnTo>
                    <a:pt x="1315175" y="440533"/>
                  </a:lnTo>
                  <a:lnTo>
                    <a:pt x="1302915" y="475492"/>
                  </a:lnTo>
                  <a:lnTo>
                    <a:pt x="1270260" y="503570"/>
                  </a:lnTo>
                  <a:lnTo>
                    <a:pt x="1215111" y="525455"/>
                  </a:lnTo>
                  <a:lnTo>
                    <a:pt x="1209758" y="487513"/>
                  </a:lnTo>
                  <a:lnTo>
                    <a:pt x="1191532" y="470308"/>
                  </a:lnTo>
                  <a:lnTo>
                    <a:pt x="1184733" y="551560"/>
                  </a:lnTo>
                  <a:lnTo>
                    <a:pt x="1170268" y="579179"/>
                  </a:lnTo>
                  <a:lnTo>
                    <a:pt x="1129946" y="502928"/>
                  </a:lnTo>
                  <a:lnTo>
                    <a:pt x="1117831" y="518298"/>
                  </a:lnTo>
                  <a:lnTo>
                    <a:pt x="1119386" y="539952"/>
                  </a:lnTo>
                  <a:lnTo>
                    <a:pt x="1109080" y="577390"/>
                  </a:lnTo>
                  <a:lnTo>
                    <a:pt x="1074507" y="596888"/>
                  </a:lnTo>
                  <a:lnTo>
                    <a:pt x="1076641" y="644878"/>
                  </a:lnTo>
                  <a:lnTo>
                    <a:pt x="1063225" y="671029"/>
                  </a:lnTo>
                  <a:lnTo>
                    <a:pt x="952492" y="629371"/>
                  </a:lnTo>
                  <a:lnTo>
                    <a:pt x="949889" y="643501"/>
                  </a:lnTo>
                  <a:lnTo>
                    <a:pt x="1012524" y="733333"/>
                  </a:lnTo>
                  <a:lnTo>
                    <a:pt x="1058270" y="764026"/>
                  </a:lnTo>
                  <a:lnTo>
                    <a:pt x="1063839" y="813024"/>
                  </a:lnTo>
                  <a:lnTo>
                    <a:pt x="1024566" y="853673"/>
                  </a:lnTo>
                  <a:lnTo>
                    <a:pt x="970393" y="818576"/>
                  </a:lnTo>
                  <a:lnTo>
                    <a:pt x="961280" y="821145"/>
                  </a:lnTo>
                  <a:lnTo>
                    <a:pt x="990717" y="881338"/>
                  </a:lnTo>
                  <a:lnTo>
                    <a:pt x="1009269" y="933916"/>
                  </a:lnTo>
                  <a:lnTo>
                    <a:pt x="990175" y="977960"/>
                  </a:lnTo>
                  <a:lnTo>
                    <a:pt x="993140" y="1032189"/>
                  </a:lnTo>
                  <a:lnTo>
                    <a:pt x="989017" y="1081371"/>
                  </a:lnTo>
                  <a:lnTo>
                    <a:pt x="977337" y="1124268"/>
                  </a:lnTo>
                  <a:lnTo>
                    <a:pt x="1003663" y="1322006"/>
                  </a:lnTo>
                  <a:lnTo>
                    <a:pt x="1035379" y="1375777"/>
                  </a:lnTo>
                  <a:lnTo>
                    <a:pt x="1066552" y="1427207"/>
                  </a:lnTo>
                  <a:lnTo>
                    <a:pt x="1083078" y="1475334"/>
                  </a:lnTo>
                  <a:lnTo>
                    <a:pt x="1049989" y="1482354"/>
                  </a:lnTo>
                  <a:lnTo>
                    <a:pt x="997299" y="1442760"/>
                  </a:lnTo>
                  <a:lnTo>
                    <a:pt x="951010" y="1412572"/>
                  </a:lnTo>
                  <a:lnTo>
                    <a:pt x="895861" y="1316042"/>
                  </a:lnTo>
                  <a:lnTo>
                    <a:pt x="886747" y="1277504"/>
                  </a:lnTo>
                  <a:lnTo>
                    <a:pt x="873295" y="1247040"/>
                  </a:lnTo>
                  <a:lnTo>
                    <a:pt x="879804" y="1317006"/>
                  </a:lnTo>
                  <a:lnTo>
                    <a:pt x="899477" y="1395138"/>
                  </a:lnTo>
                  <a:lnTo>
                    <a:pt x="1072193" y="1569983"/>
                  </a:lnTo>
                  <a:lnTo>
                    <a:pt x="1104089" y="1637058"/>
                  </a:lnTo>
                  <a:lnTo>
                    <a:pt x="1128391" y="1689773"/>
                  </a:lnTo>
                  <a:lnTo>
                    <a:pt x="1122279" y="1740286"/>
                  </a:lnTo>
                  <a:lnTo>
                    <a:pt x="1077256" y="1704546"/>
                  </a:lnTo>
                  <a:lnTo>
                    <a:pt x="1038416" y="1658988"/>
                  </a:lnTo>
                  <a:lnTo>
                    <a:pt x="935315" y="1607512"/>
                  </a:lnTo>
                  <a:lnTo>
                    <a:pt x="805308" y="1574983"/>
                  </a:lnTo>
                  <a:lnTo>
                    <a:pt x="732004" y="1455331"/>
                  </a:lnTo>
                  <a:lnTo>
                    <a:pt x="732258" y="1505247"/>
                  </a:lnTo>
                  <a:lnTo>
                    <a:pt x="715984" y="1547594"/>
                  </a:lnTo>
                  <a:lnTo>
                    <a:pt x="671178" y="1495980"/>
                  </a:lnTo>
                  <a:lnTo>
                    <a:pt x="642934" y="1451936"/>
                  </a:lnTo>
                  <a:lnTo>
                    <a:pt x="633459" y="1403671"/>
                  </a:lnTo>
                  <a:lnTo>
                    <a:pt x="577515" y="1406974"/>
                  </a:lnTo>
                  <a:lnTo>
                    <a:pt x="518858" y="1448908"/>
                  </a:lnTo>
                  <a:lnTo>
                    <a:pt x="462117" y="1438952"/>
                  </a:lnTo>
                  <a:lnTo>
                    <a:pt x="455391" y="1357104"/>
                  </a:lnTo>
                  <a:lnTo>
                    <a:pt x="470724" y="1313748"/>
                  </a:lnTo>
                  <a:lnTo>
                    <a:pt x="534408" y="1211209"/>
                  </a:lnTo>
                  <a:lnTo>
                    <a:pt x="594403" y="1158861"/>
                  </a:lnTo>
                  <a:lnTo>
                    <a:pt x="620875" y="1091281"/>
                  </a:lnTo>
                  <a:lnTo>
                    <a:pt x="611834" y="986493"/>
                  </a:lnTo>
                  <a:lnTo>
                    <a:pt x="600551" y="1093116"/>
                  </a:lnTo>
                  <a:lnTo>
                    <a:pt x="566268" y="1145969"/>
                  </a:lnTo>
                  <a:lnTo>
                    <a:pt x="512384" y="1186342"/>
                  </a:lnTo>
                  <a:lnTo>
                    <a:pt x="441468" y="1258280"/>
                  </a:lnTo>
                  <a:lnTo>
                    <a:pt x="424146" y="1324805"/>
                  </a:lnTo>
                  <a:lnTo>
                    <a:pt x="402014" y="1449367"/>
                  </a:lnTo>
                  <a:lnTo>
                    <a:pt x="431957" y="1491529"/>
                  </a:lnTo>
                  <a:lnTo>
                    <a:pt x="462551" y="1502540"/>
                  </a:lnTo>
                  <a:lnTo>
                    <a:pt x="552924" y="1474279"/>
                  </a:lnTo>
                  <a:lnTo>
                    <a:pt x="599683" y="1486896"/>
                  </a:lnTo>
                  <a:lnTo>
                    <a:pt x="703689" y="1636874"/>
                  </a:lnTo>
                  <a:lnTo>
                    <a:pt x="897343" y="1696196"/>
                  </a:lnTo>
                  <a:lnTo>
                    <a:pt x="967970" y="1733266"/>
                  </a:lnTo>
                  <a:lnTo>
                    <a:pt x="1025542" y="1811536"/>
                  </a:lnTo>
                  <a:lnTo>
                    <a:pt x="1112081" y="1856589"/>
                  </a:lnTo>
                  <a:lnTo>
                    <a:pt x="1179237" y="1922058"/>
                  </a:lnTo>
                  <a:lnTo>
                    <a:pt x="1181045" y="1964772"/>
                  </a:lnTo>
                  <a:lnTo>
                    <a:pt x="1157792" y="2015285"/>
                  </a:lnTo>
                  <a:lnTo>
                    <a:pt x="1148606" y="2083644"/>
                  </a:lnTo>
                  <a:lnTo>
                    <a:pt x="1120073" y="2126771"/>
                  </a:lnTo>
                  <a:lnTo>
                    <a:pt x="1051580" y="2131726"/>
                  </a:lnTo>
                  <a:lnTo>
                    <a:pt x="1010209" y="2120623"/>
                  </a:lnTo>
                  <a:lnTo>
                    <a:pt x="787804" y="1880308"/>
                  </a:lnTo>
                  <a:lnTo>
                    <a:pt x="761261" y="1858195"/>
                  </a:lnTo>
                  <a:lnTo>
                    <a:pt x="678772" y="1732349"/>
                  </a:lnTo>
                  <a:lnTo>
                    <a:pt x="581999" y="1664952"/>
                  </a:lnTo>
                  <a:lnTo>
                    <a:pt x="552056" y="1666374"/>
                  </a:lnTo>
                  <a:lnTo>
                    <a:pt x="689802" y="1791028"/>
                  </a:lnTo>
                  <a:lnTo>
                    <a:pt x="746036" y="1878198"/>
                  </a:lnTo>
                  <a:lnTo>
                    <a:pt x="845087" y="2000420"/>
                  </a:lnTo>
                  <a:lnTo>
                    <a:pt x="915895" y="2052171"/>
                  </a:lnTo>
                  <a:lnTo>
                    <a:pt x="968006" y="2132918"/>
                  </a:lnTo>
                  <a:lnTo>
                    <a:pt x="1016429" y="2170769"/>
                  </a:lnTo>
                  <a:lnTo>
                    <a:pt x="1148642" y="2224676"/>
                  </a:lnTo>
                  <a:lnTo>
                    <a:pt x="1102679" y="2263398"/>
                  </a:lnTo>
                  <a:lnTo>
                    <a:pt x="1176054" y="2296385"/>
                  </a:lnTo>
                  <a:lnTo>
                    <a:pt x="1186542" y="2357037"/>
                  </a:lnTo>
                  <a:lnTo>
                    <a:pt x="1179815" y="2426177"/>
                  </a:lnTo>
                  <a:lnTo>
                    <a:pt x="1077979" y="2398833"/>
                  </a:lnTo>
                  <a:lnTo>
                    <a:pt x="1074652" y="2449759"/>
                  </a:lnTo>
                  <a:lnTo>
                    <a:pt x="1083765" y="2479810"/>
                  </a:lnTo>
                  <a:lnTo>
                    <a:pt x="1038778" y="2504630"/>
                  </a:lnTo>
                  <a:lnTo>
                    <a:pt x="976216" y="2470955"/>
                  </a:lnTo>
                  <a:lnTo>
                    <a:pt x="813770" y="2286751"/>
                  </a:lnTo>
                  <a:lnTo>
                    <a:pt x="815144" y="2311388"/>
                  </a:lnTo>
                  <a:lnTo>
                    <a:pt x="828307" y="2339970"/>
                  </a:lnTo>
                  <a:lnTo>
                    <a:pt x="922513" y="2458568"/>
                  </a:lnTo>
                  <a:lnTo>
                    <a:pt x="1006593" y="2529680"/>
                  </a:lnTo>
                  <a:lnTo>
                    <a:pt x="1077871" y="2561796"/>
                  </a:lnTo>
                  <a:lnTo>
                    <a:pt x="1132803" y="2621392"/>
                  </a:lnTo>
                  <a:lnTo>
                    <a:pt x="1152186" y="2657453"/>
                  </a:lnTo>
                  <a:lnTo>
                    <a:pt x="1165133" y="2712141"/>
                  </a:lnTo>
                  <a:lnTo>
                    <a:pt x="1124413" y="2749303"/>
                  </a:lnTo>
                  <a:lnTo>
                    <a:pt x="1078051" y="2769811"/>
                  </a:lnTo>
                  <a:lnTo>
                    <a:pt x="1032775" y="2732741"/>
                  </a:lnTo>
                  <a:lnTo>
                    <a:pt x="999577" y="2693698"/>
                  </a:lnTo>
                  <a:lnTo>
                    <a:pt x="928878" y="2627403"/>
                  </a:lnTo>
                  <a:lnTo>
                    <a:pt x="907686" y="2553308"/>
                  </a:lnTo>
                  <a:lnTo>
                    <a:pt x="853911" y="2557116"/>
                  </a:lnTo>
                  <a:lnTo>
                    <a:pt x="629156" y="2463156"/>
                  </a:lnTo>
                  <a:lnTo>
                    <a:pt x="448520" y="2452328"/>
                  </a:lnTo>
                  <a:lnTo>
                    <a:pt x="466168" y="2471230"/>
                  </a:lnTo>
                  <a:lnTo>
                    <a:pt x="489023" y="2483801"/>
                  </a:lnTo>
                  <a:lnTo>
                    <a:pt x="632881" y="2506970"/>
                  </a:lnTo>
                  <a:lnTo>
                    <a:pt x="689730" y="2550234"/>
                  </a:lnTo>
                  <a:lnTo>
                    <a:pt x="808056" y="2588635"/>
                  </a:lnTo>
                  <a:lnTo>
                    <a:pt x="877345" y="2599141"/>
                  </a:lnTo>
                  <a:lnTo>
                    <a:pt x="905444" y="2717096"/>
                  </a:lnTo>
                  <a:lnTo>
                    <a:pt x="1001204" y="2798256"/>
                  </a:lnTo>
                  <a:lnTo>
                    <a:pt x="1013645" y="2858403"/>
                  </a:lnTo>
                  <a:lnTo>
                    <a:pt x="1079028" y="2865148"/>
                  </a:lnTo>
                  <a:lnTo>
                    <a:pt x="1194063" y="2806147"/>
                  </a:lnTo>
                  <a:lnTo>
                    <a:pt x="1268307" y="2826839"/>
                  </a:lnTo>
                  <a:lnTo>
                    <a:pt x="1375386" y="2843722"/>
                  </a:lnTo>
                  <a:lnTo>
                    <a:pt x="1399869" y="2891345"/>
                  </a:lnTo>
                  <a:lnTo>
                    <a:pt x="1418240" y="2981956"/>
                  </a:lnTo>
                  <a:lnTo>
                    <a:pt x="1456103" y="3083899"/>
                  </a:lnTo>
                  <a:lnTo>
                    <a:pt x="1554287" y="3485845"/>
                  </a:lnTo>
                  <a:lnTo>
                    <a:pt x="1642687" y="3682871"/>
                  </a:lnTo>
                  <a:lnTo>
                    <a:pt x="1615976" y="3682871"/>
                  </a:lnTo>
                  <a:lnTo>
                    <a:pt x="1576238" y="3603800"/>
                  </a:lnTo>
                  <a:lnTo>
                    <a:pt x="1515845" y="3446573"/>
                  </a:lnTo>
                  <a:lnTo>
                    <a:pt x="1453789" y="3168959"/>
                  </a:lnTo>
                  <a:lnTo>
                    <a:pt x="1435779" y="3106793"/>
                  </a:lnTo>
                  <a:lnTo>
                    <a:pt x="1414588" y="3081972"/>
                  </a:lnTo>
                  <a:lnTo>
                    <a:pt x="1400629" y="3102159"/>
                  </a:lnTo>
                  <a:lnTo>
                    <a:pt x="1394625" y="3137532"/>
                  </a:lnTo>
                  <a:lnTo>
                    <a:pt x="1404751" y="3164692"/>
                  </a:lnTo>
                  <a:lnTo>
                    <a:pt x="1380305" y="3256083"/>
                  </a:lnTo>
                  <a:lnTo>
                    <a:pt x="1390901" y="3298016"/>
                  </a:lnTo>
                  <a:lnTo>
                    <a:pt x="1430608" y="3341372"/>
                  </a:lnTo>
                  <a:lnTo>
                    <a:pt x="1473751" y="3449555"/>
                  </a:lnTo>
                  <a:lnTo>
                    <a:pt x="1508214" y="3595221"/>
                  </a:lnTo>
                  <a:lnTo>
                    <a:pt x="1461600" y="3536174"/>
                  </a:lnTo>
                  <a:lnTo>
                    <a:pt x="1411839" y="3504885"/>
                  </a:lnTo>
                  <a:lnTo>
                    <a:pt x="1334413" y="3480890"/>
                  </a:lnTo>
                  <a:lnTo>
                    <a:pt x="1265450" y="3438819"/>
                  </a:lnTo>
                  <a:lnTo>
                    <a:pt x="1270477" y="3499150"/>
                  </a:lnTo>
                  <a:lnTo>
                    <a:pt x="1263859" y="3564298"/>
                  </a:lnTo>
                  <a:lnTo>
                    <a:pt x="1210699" y="3544433"/>
                  </a:lnTo>
                  <a:lnTo>
                    <a:pt x="1174535" y="3522824"/>
                  </a:lnTo>
                  <a:lnTo>
                    <a:pt x="1206540" y="3592239"/>
                  </a:lnTo>
                  <a:lnTo>
                    <a:pt x="1137070" y="3571410"/>
                  </a:lnTo>
                  <a:lnTo>
                    <a:pt x="1090781" y="3575768"/>
                  </a:lnTo>
                  <a:lnTo>
                    <a:pt x="1060693" y="3637384"/>
                  </a:lnTo>
                  <a:lnTo>
                    <a:pt x="1020335" y="3674775"/>
                  </a:lnTo>
                  <a:lnTo>
                    <a:pt x="980297" y="3682871"/>
                  </a:lnTo>
                  <a:lnTo>
                    <a:pt x="954427" y="3682871"/>
                  </a:lnTo>
                  <a:lnTo>
                    <a:pt x="872137" y="3630502"/>
                  </a:lnTo>
                  <a:lnTo>
                    <a:pt x="843460" y="3562096"/>
                  </a:lnTo>
                  <a:lnTo>
                    <a:pt x="831598" y="3485937"/>
                  </a:lnTo>
                  <a:lnTo>
                    <a:pt x="826861" y="3575997"/>
                  </a:lnTo>
                  <a:lnTo>
                    <a:pt x="842628" y="3669774"/>
                  </a:lnTo>
                  <a:lnTo>
                    <a:pt x="841612" y="3682871"/>
                  </a:lnTo>
                  <a:lnTo>
                    <a:pt x="0" y="3682871"/>
                  </a:lnTo>
                  <a:lnTo>
                    <a:pt x="0" y="0"/>
                  </a:lnTo>
                  <a:lnTo>
                    <a:pt x="2024089" y="0"/>
                  </a:lnTo>
                  <a:close/>
                </a:path>
              </a:pathLst>
            </a:custGeom>
            <a:solidFill>
              <a:srgbClr val="FFEFDB">
                <a:alpha val="100000"/>
              </a:srgbClr>
            </a:solidFill>
            <a:ln w="5420" cap="flat">
              <a:solidFill>
                <a:srgbClr val="5959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3" name="pg663"/>
            <p:cNvSpPr/>
            <p:nvPr/>
          </p:nvSpPr>
          <p:spPr>
            <a:xfrm>
              <a:off x="5159228" y="2035019"/>
              <a:ext cx="108453" cy="203932"/>
            </a:xfrm>
            <a:custGeom>
              <a:avLst/>
              <a:pathLst>
                <a:path w="108453" h="203932">
                  <a:moveTo>
                    <a:pt x="1988" y="203932"/>
                  </a:moveTo>
                  <a:lnTo>
                    <a:pt x="0" y="176588"/>
                  </a:lnTo>
                  <a:lnTo>
                    <a:pt x="108453" y="0"/>
                  </a:lnTo>
                  <a:lnTo>
                    <a:pt x="88853" y="61707"/>
                  </a:lnTo>
                  <a:close/>
                </a:path>
              </a:pathLst>
            </a:custGeom>
            <a:solidFill>
              <a:srgbClr val="FFEFDB">
                <a:alpha val="100000"/>
              </a:srgbClr>
            </a:solidFill>
            <a:ln w="5420" cap="flat">
              <a:solidFill>
                <a:srgbClr val="5959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4" name="pg664"/>
            <p:cNvSpPr/>
            <p:nvPr/>
          </p:nvSpPr>
          <p:spPr>
            <a:xfrm>
              <a:off x="4325772" y="3395883"/>
              <a:ext cx="207830" cy="400294"/>
            </a:xfrm>
            <a:custGeom>
              <a:avLst/>
              <a:pathLst>
                <a:path w="207830" h="400294">
                  <a:moveTo>
                    <a:pt x="0" y="400294"/>
                  </a:moveTo>
                  <a:lnTo>
                    <a:pt x="112974" y="212144"/>
                  </a:lnTo>
                  <a:lnTo>
                    <a:pt x="178574" y="54504"/>
                  </a:lnTo>
                  <a:lnTo>
                    <a:pt x="207830" y="0"/>
                  </a:lnTo>
                  <a:lnTo>
                    <a:pt x="179442" y="110476"/>
                  </a:lnTo>
                  <a:lnTo>
                    <a:pt x="129826" y="212052"/>
                  </a:lnTo>
                  <a:lnTo>
                    <a:pt x="33668" y="385062"/>
                  </a:lnTo>
                  <a:close/>
                </a:path>
              </a:pathLst>
            </a:custGeom>
            <a:solidFill>
              <a:srgbClr val="FFEFDB">
                <a:alpha val="100000"/>
              </a:srgbClr>
            </a:solidFill>
            <a:ln w="5420" cap="flat">
              <a:solidFill>
                <a:srgbClr val="5959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5" name="pt665"/>
            <p:cNvSpPr/>
            <p:nvPr/>
          </p:nvSpPr>
          <p:spPr>
            <a:xfrm>
              <a:off x="4042131" y="3963949"/>
              <a:ext cx="144506" cy="144506"/>
            </a:xfrm>
            <a:prstGeom prst="ellipse">
              <a:avLst/>
            </a:prstGeom>
            <a:solidFill>
              <a:srgbClr val="B5E8D1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6" name="pt666"/>
            <p:cNvSpPr/>
            <p:nvPr/>
          </p:nvSpPr>
          <p:spPr>
            <a:xfrm>
              <a:off x="4598279" y="2594972"/>
              <a:ext cx="144506" cy="144506"/>
            </a:xfrm>
            <a:prstGeom prst="ellipse">
              <a:avLst/>
            </a:prstGeom>
            <a:solidFill>
              <a:srgbClr val="C7EDD9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7" name="pt667"/>
            <p:cNvSpPr/>
            <p:nvPr/>
          </p:nvSpPr>
          <p:spPr>
            <a:xfrm>
              <a:off x="4150995" y="2255653"/>
              <a:ext cx="144506" cy="144506"/>
            </a:xfrm>
            <a:prstGeom prst="ellipse">
              <a:avLst/>
            </a:prstGeom>
            <a:solidFill>
              <a:srgbClr val="ACE5CC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8" name="pt668"/>
            <p:cNvSpPr/>
            <p:nvPr/>
          </p:nvSpPr>
          <p:spPr>
            <a:xfrm>
              <a:off x="3069870" y="3287113"/>
              <a:ext cx="144506" cy="144506"/>
            </a:xfrm>
            <a:prstGeom prst="ellipse">
              <a:avLst/>
            </a:prstGeom>
            <a:solidFill>
              <a:srgbClr val="B3E7CF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9" name="pt669"/>
            <p:cNvSpPr/>
            <p:nvPr/>
          </p:nvSpPr>
          <p:spPr>
            <a:xfrm>
              <a:off x="3376420" y="4483362"/>
              <a:ext cx="144506" cy="144506"/>
            </a:xfrm>
            <a:prstGeom prst="ellipse">
              <a:avLst/>
            </a:prstGeom>
            <a:solidFill>
              <a:srgbClr val="D6F2E1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0" name="pt670"/>
            <p:cNvSpPr/>
            <p:nvPr/>
          </p:nvSpPr>
          <p:spPr>
            <a:xfrm>
              <a:off x="3451137" y="3622232"/>
              <a:ext cx="144506" cy="144506"/>
            </a:xfrm>
            <a:prstGeom prst="ellipse">
              <a:avLst/>
            </a:prstGeom>
            <a:solidFill>
              <a:srgbClr val="CBEFDB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1" name="pt671"/>
            <p:cNvSpPr/>
            <p:nvPr/>
          </p:nvSpPr>
          <p:spPr>
            <a:xfrm>
              <a:off x="3423386" y="4310975"/>
              <a:ext cx="144506" cy="144506"/>
            </a:xfrm>
            <a:prstGeom prst="ellipse">
              <a:avLst/>
            </a:prstGeom>
            <a:solidFill>
              <a:srgbClr val="DCF4E4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2" name="pt672"/>
            <p:cNvSpPr/>
            <p:nvPr/>
          </p:nvSpPr>
          <p:spPr>
            <a:xfrm>
              <a:off x="3322218" y="4429159"/>
              <a:ext cx="252911" cy="252911"/>
            </a:xfrm>
            <a:prstGeom prst="ellipse">
              <a:avLst/>
            </a:prstGeom>
            <a:solidFill>
              <a:srgbClr val="BAE9D3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3" name="pt673"/>
            <p:cNvSpPr/>
            <p:nvPr/>
          </p:nvSpPr>
          <p:spPr>
            <a:xfrm>
              <a:off x="3396934" y="3568029"/>
              <a:ext cx="252911" cy="252911"/>
            </a:xfrm>
            <a:prstGeom prst="ellipse">
              <a:avLst/>
            </a:prstGeom>
            <a:solidFill>
              <a:srgbClr val="56BEAB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4" name="pt674"/>
            <p:cNvSpPr/>
            <p:nvPr/>
          </p:nvSpPr>
          <p:spPr>
            <a:xfrm>
              <a:off x="3369184" y="4256773"/>
              <a:ext cx="252911" cy="252911"/>
            </a:xfrm>
            <a:prstGeom prst="ellipse">
              <a:avLst/>
            </a:prstGeom>
            <a:solidFill>
              <a:srgbClr val="DAF4E3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5" name="pg675"/>
            <p:cNvSpPr/>
            <p:nvPr/>
          </p:nvSpPr>
          <p:spPr>
            <a:xfrm>
              <a:off x="3287769" y="4134760"/>
              <a:ext cx="267615" cy="231762"/>
            </a:xfrm>
            <a:custGeom>
              <a:avLst/>
              <a:pathLst>
                <a:path w="267615" h="231762">
                  <a:moveTo>
                    <a:pt x="133807" y="0"/>
                  </a:moveTo>
                  <a:lnTo>
                    <a:pt x="267615" y="231762"/>
                  </a:lnTo>
                  <a:lnTo>
                    <a:pt x="0" y="231762"/>
                  </a:lnTo>
                  <a:close/>
                </a:path>
              </a:pathLst>
            </a:custGeom>
            <a:solidFill>
              <a:srgbClr val="FF1493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6" name="pl676"/>
            <p:cNvSpPr/>
            <p:nvPr/>
          </p:nvSpPr>
          <p:spPr>
            <a:xfrm>
              <a:off x="3462321" y="4206482"/>
              <a:ext cx="1080384" cy="344777"/>
            </a:xfrm>
            <a:custGeom>
              <a:avLst/>
              <a:pathLst>
                <a:path w="1080384" h="344777">
                  <a:moveTo>
                    <a:pt x="1080384" y="0"/>
                  </a:moveTo>
                  <a:lnTo>
                    <a:pt x="0" y="344777"/>
                  </a:lnTo>
                </a:path>
              </a:pathLst>
            </a:custGeom>
            <a:ln w="1355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7" name="pl677"/>
            <p:cNvSpPr/>
            <p:nvPr/>
          </p:nvSpPr>
          <p:spPr>
            <a:xfrm>
              <a:off x="3536580" y="3232298"/>
              <a:ext cx="1087883" cy="456649"/>
            </a:xfrm>
            <a:custGeom>
              <a:avLst/>
              <a:pathLst>
                <a:path w="1087883" h="456649">
                  <a:moveTo>
                    <a:pt x="1087883" y="0"/>
                  </a:moveTo>
                  <a:lnTo>
                    <a:pt x="0" y="456649"/>
                  </a:lnTo>
                </a:path>
              </a:pathLst>
            </a:custGeom>
            <a:ln w="1355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8" name="pl678"/>
            <p:cNvSpPr/>
            <p:nvPr/>
          </p:nvSpPr>
          <p:spPr>
            <a:xfrm>
              <a:off x="3508640" y="3792016"/>
              <a:ext cx="1279099" cy="585263"/>
            </a:xfrm>
            <a:custGeom>
              <a:avLst/>
              <a:pathLst>
                <a:path w="1279099" h="585263">
                  <a:moveTo>
                    <a:pt x="1279099" y="0"/>
                  </a:moveTo>
                  <a:lnTo>
                    <a:pt x="0" y="585263"/>
                  </a:lnTo>
                </a:path>
              </a:pathLst>
            </a:custGeom>
            <a:ln w="1355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9" name="pg679"/>
            <p:cNvSpPr/>
            <p:nvPr/>
          </p:nvSpPr>
          <p:spPr>
            <a:xfrm>
              <a:off x="4542705" y="4038378"/>
              <a:ext cx="1193383" cy="324612"/>
            </a:xfrm>
            <a:custGeom>
              <a:avLst/>
              <a:pathLst>
                <a:path w="1193383" h="324612">
                  <a:moveTo>
                    <a:pt x="27431" y="324612"/>
                  </a:moveTo>
                  <a:lnTo>
                    <a:pt x="1165951" y="324612"/>
                  </a:lnTo>
                  <a:lnTo>
                    <a:pt x="1164846" y="324589"/>
                  </a:lnTo>
                  <a:lnTo>
                    <a:pt x="1169258" y="324411"/>
                  </a:lnTo>
                  <a:lnTo>
                    <a:pt x="1173583" y="323528"/>
                  </a:lnTo>
                  <a:lnTo>
                    <a:pt x="1177711" y="321963"/>
                  </a:lnTo>
                  <a:lnTo>
                    <a:pt x="1181534" y="319756"/>
                  </a:lnTo>
                  <a:lnTo>
                    <a:pt x="1184954" y="316964"/>
                  </a:lnTo>
                  <a:lnTo>
                    <a:pt x="1187881" y="313659"/>
                  </a:lnTo>
                  <a:lnTo>
                    <a:pt x="1190241" y="309928"/>
                  </a:lnTo>
                  <a:lnTo>
                    <a:pt x="1191971" y="305866"/>
                  </a:lnTo>
                  <a:lnTo>
                    <a:pt x="1193028" y="301580"/>
                  </a:lnTo>
                  <a:lnTo>
                    <a:pt x="1193383" y="297179"/>
                  </a:lnTo>
                  <a:lnTo>
                    <a:pt x="1193383" y="27431"/>
                  </a:lnTo>
                  <a:lnTo>
                    <a:pt x="1193028" y="23031"/>
                  </a:lnTo>
                  <a:lnTo>
                    <a:pt x="1191971" y="18745"/>
                  </a:lnTo>
                  <a:lnTo>
                    <a:pt x="1190241" y="14683"/>
                  </a:lnTo>
                  <a:lnTo>
                    <a:pt x="1187881" y="10952"/>
                  </a:lnTo>
                  <a:lnTo>
                    <a:pt x="1184954" y="7647"/>
                  </a:lnTo>
                  <a:lnTo>
                    <a:pt x="1181534" y="4855"/>
                  </a:lnTo>
                  <a:lnTo>
                    <a:pt x="1177711" y="2648"/>
                  </a:lnTo>
                  <a:lnTo>
                    <a:pt x="1173583" y="1083"/>
                  </a:lnTo>
                  <a:lnTo>
                    <a:pt x="1169258" y="200"/>
                  </a:lnTo>
                  <a:lnTo>
                    <a:pt x="1165951" y="0"/>
                  </a:lnTo>
                  <a:lnTo>
                    <a:pt x="27431" y="0"/>
                  </a:lnTo>
                  <a:lnTo>
                    <a:pt x="30738" y="200"/>
                  </a:lnTo>
                  <a:lnTo>
                    <a:pt x="26327" y="22"/>
                  </a:lnTo>
                  <a:lnTo>
                    <a:pt x="21944" y="554"/>
                  </a:lnTo>
                  <a:lnTo>
                    <a:pt x="17704" y="1782"/>
                  </a:lnTo>
                  <a:lnTo>
                    <a:pt x="13715" y="3675"/>
                  </a:lnTo>
                  <a:lnTo>
                    <a:pt x="10082" y="6183"/>
                  </a:lnTo>
                  <a:lnTo>
                    <a:pt x="6898" y="9241"/>
                  </a:lnTo>
                  <a:lnTo>
                    <a:pt x="4246" y="12770"/>
                  </a:lnTo>
                  <a:lnTo>
                    <a:pt x="2195" y="16679"/>
                  </a:lnTo>
                  <a:lnTo>
                    <a:pt x="797" y="20867"/>
                  </a:lnTo>
                  <a:lnTo>
                    <a:pt x="88" y="25224"/>
                  </a:lnTo>
                  <a:lnTo>
                    <a:pt x="0" y="27431"/>
                  </a:lnTo>
                  <a:lnTo>
                    <a:pt x="0" y="297179"/>
                  </a:lnTo>
                  <a:lnTo>
                    <a:pt x="88" y="294972"/>
                  </a:lnTo>
                  <a:lnTo>
                    <a:pt x="88" y="299387"/>
                  </a:lnTo>
                  <a:lnTo>
                    <a:pt x="797" y="303744"/>
                  </a:lnTo>
                  <a:lnTo>
                    <a:pt x="2195" y="307932"/>
                  </a:lnTo>
                  <a:lnTo>
                    <a:pt x="4246" y="311841"/>
                  </a:lnTo>
                  <a:lnTo>
                    <a:pt x="6898" y="315370"/>
                  </a:lnTo>
                  <a:lnTo>
                    <a:pt x="10082" y="318428"/>
                  </a:lnTo>
                  <a:lnTo>
                    <a:pt x="13715" y="320936"/>
                  </a:lnTo>
                  <a:lnTo>
                    <a:pt x="17704" y="322829"/>
                  </a:lnTo>
                  <a:lnTo>
                    <a:pt x="21944" y="324057"/>
                  </a:lnTo>
                  <a:lnTo>
                    <a:pt x="26327" y="324589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6775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0" name="tx680"/>
            <p:cNvSpPr/>
            <p:nvPr/>
          </p:nvSpPr>
          <p:spPr>
            <a:xfrm>
              <a:off x="4588425" y="4084098"/>
              <a:ext cx="1101943" cy="23317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256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256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W4_VA</a:t>
              </a:r>
            </a:p>
          </p:txBody>
        </p:sp>
        <p:sp>
          <p:nvSpPr>
            <p:cNvPr id="681" name="pg681"/>
            <p:cNvSpPr/>
            <p:nvPr/>
          </p:nvSpPr>
          <p:spPr>
            <a:xfrm>
              <a:off x="4624464" y="3062373"/>
              <a:ext cx="1500987" cy="324611"/>
            </a:xfrm>
            <a:custGeom>
              <a:avLst/>
              <a:pathLst>
                <a:path w="1500987" h="324611">
                  <a:moveTo>
                    <a:pt x="27432" y="324611"/>
                  </a:moveTo>
                  <a:lnTo>
                    <a:pt x="1473555" y="324611"/>
                  </a:lnTo>
                  <a:lnTo>
                    <a:pt x="1472451" y="324589"/>
                  </a:lnTo>
                  <a:lnTo>
                    <a:pt x="1476862" y="324411"/>
                  </a:lnTo>
                  <a:lnTo>
                    <a:pt x="1481187" y="323528"/>
                  </a:lnTo>
                  <a:lnTo>
                    <a:pt x="1485315" y="321963"/>
                  </a:lnTo>
                  <a:lnTo>
                    <a:pt x="1489138" y="319756"/>
                  </a:lnTo>
                  <a:lnTo>
                    <a:pt x="1492558" y="316964"/>
                  </a:lnTo>
                  <a:lnTo>
                    <a:pt x="1495485" y="313659"/>
                  </a:lnTo>
                  <a:lnTo>
                    <a:pt x="1497845" y="309928"/>
                  </a:lnTo>
                  <a:lnTo>
                    <a:pt x="1499575" y="305866"/>
                  </a:lnTo>
                  <a:lnTo>
                    <a:pt x="1500632" y="301580"/>
                  </a:lnTo>
                  <a:lnTo>
                    <a:pt x="1500987" y="297180"/>
                  </a:lnTo>
                  <a:lnTo>
                    <a:pt x="1500987" y="27432"/>
                  </a:lnTo>
                  <a:lnTo>
                    <a:pt x="1500632" y="23031"/>
                  </a:lnTo>
                  <a:lnTo>
                    <a:pt x="1499575" y="18745"/>
                  </a:lnTo>
                  <a:lnTo>
                    <a:pt x="1497845" y="14683"/>
                  </a:lnTo>
                  <a:lnTo>
                    <a:pt x="1495485" y="10952"/>
                  </a:lnTo>
                  <a:lnTo>
                    <a:pt x="1492558" y="7647"/>
                  </a:lnTo>
                  <a:lnTo>
                    <a:pt x="1489138" y="4855"/>
                  </a:lnTo>
                  <a:lnTo>
                    <a:pt x="1485315" y="2648"/>
                  </a:lnTo>
                  <a:lnTo>
                    <a:pt x="1481187" y="1083"/>
                  </a:lnTo>
                  <a:lnTo>
                    <a:pt x="1476862" y="200"/>
                  </a:lnTo>
                  <a:lnTo>
                    <a:pt x="1473555" y="0"/>
                  </a:lnTo>
                  <a:lnTo>
                    <a:pt x="27432" y="0"/>
                  </a:lnTo>
                  <a:lnTo>
                    <a:pt x="30738" y="200"/>
                  </a:lnTo>
                  <a:lnTo>
                    <a:pt x="26327" y="22"/>
                  </a:lnTo>
                  <a:lnTo>
                    <a:pt x="21944" y="554"/>
                  </a:lnTo>
                  <a:lnTo>
                    <a:pt x="17704" y="1782"/>
                  </a:lnTo>
                  <a:lnTo>
                    <a:pt x="13716" y="3675"/>
                  </a:lnTo>
                  <a:lnTo>
                    <a:pt x="10082" y="6183"/>
                  </a:lnTo>
                  <a:lnTo>
                    <a:pt x="6898" y="9241"/>
                  </a:lnTo>
                  <a:lnTo>
                    <a:pt x="4246" y="12770"/>
                  </a:lnTo>
                  <a:lnTo>
                    <a:pt x="2195" y="16679"/>
                  </a:lnTo>
                  <a:lnTo>
                    <a:pt x="797" y="20867"/>
                  </a:lnTo>
                  <a:lnTo>
                    <a:pt x="88" y="25224"/>
                  </a:lnTo>
                  <a:lnTo>
                    <a:pt x="0" y="27432"/>
                  </a:lnTo>
                  <a:lnTo>
                    <a:pt x="0" y="297180"/>
                  </a:lnTo>
                  <a:lnTo>
                    <a:pt x="88" y="294972"/>
                  </a:lnTo>
                  <a:lnTo>
                    <a:pt x="88" y="299387"/>
                  </a:lnTo>
                  <a:lnTo>
                    <a:pt x="797" y="303744"/>
                  </a:lnTo>
                  <a:lnTo>
                    <a:pt x="2195" y="307932"/>
                  </a:lnTo>
                  <a:lnTo>
                    <a:pt x="4246" y="311841"/>
                  </a:lnTo>
                  <a:lnTo>
                    <a:pt x="6898" y="315370"/>
                  </a:lnTo>
                  <a:lnTo>
                    <a:pt x="10082" y="318428"/>
                  </a:lnTo>
                  <a:lnTo>
                    <a:pt x="13716" y="320936"/>
                  </a:lnTo>
                  <a:lnTo>
                    <a:pt x="17704" y="322829"/>
                  </a:lnTo>
                  <a:lnTo>
                    <a:pt x="21944" y="324057"/>
                  </a:lnTo>
                  <a:lnTo>
                    <a:pt x="26327" y="324589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6775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2" name="tx682"/>
            <p:cNvSpPr/>
            <p:nvPr/>
          </p:nvSpPr>
          <p:spPr>
            <a:xfrm>
              <a:off x="4670184" y="3108093"/>
              <a:ext cx="1409547" cy="23317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256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256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S1_LOLA</a:t>
              </a:r>
            </a:p>
          </p:txBody>
        </p:sp>
        <p:sp>
          <p:nvSpPr>
            <p:cNvPr id="683" name="pg683"/>
            <p:cNvSpPr/>
            <p:nvPr/>
          </p:nvSpPr>
          <p:spPr>
            <a:xfrm>
              <a:off x="4787740" y="3622563"/>
              <a:ext cx="1554937" cy="324612"/>
            </a:xfrm>
            <a:custGeom>
              <a:avLst/>
              <a:pathLst>
                <a:path w="1554937" h="324612">
                  <a:moveTo>
                    <a:pt x="27431" y="324612"/>
                  </a:moveTo>
                  <a:lnTo>
                    <a:pt x="1527505" y="324612"/>
                  </a:lnTo>
                  <a:lnTo>
                    <a:pt x="1526400" y="324589"/>
                  </a:lnTo>
                  <a:lnTo>
                    <a:pt x="1530811" y="324411"/>
                  </a:lnTo>
                  <a:lnTo>
                    <a:pt x="1535137" y="323528"/>
                  </a:lnTo>
                  <a:lnTo>
                    <a:pt x="1539265" y="321963"/>
                  </a:lnTo>
                  <a:lnTo>
                    <a:pt x="1543088" y="319756"/>
                  </a:lnTo>
                  <a:lnTo>
                    <a:pt x="1546508" y="316964"/>
                  </a:lnTo>
                  <a:lnTo>
                    <a:pt x="1549435" y="313659"/>
                  </a:lnTo>
                  <a:lnTo>
                    <a:pt x="1551795" y="309928"/>
                  </a:lnTo>
                  <a:lnTo>
                    <a:pt x="1553525" y="305866"/>
                  </a:lnTo>
                  <a:lnTo>
                    <a:pt x="1554581" y="301580"/>
                  </a:lnTo>
                  <a:lnTo>
                    <a:pt x="1554937" y="297180"/>
                  </a:lnTo>
                  <a:lnTo>
                    <a:pt x="1554937" y="27432"/>
                  </a:lnTo>
                  <a:lnTo>
                    <a:pt x="1554581" y="23031"/>
                  </a:lnTo>
                  <a:lnTo>
                    <a:pt x="1553525" y="18745"/>
                  </a:lnTo>
                  <a:lnTo>
                    <a:pt x="1551795" y="14683"/>
                  </a:lnTo>
                  <a:lnTo>
                    <a:pt x="1549435" y="10952"/>
                  </a:lnTo>
                  <a:lnTo>
                    <a:pt x="1546508" y="7647"/>
                  </a:lnTo>
                  <a:lnTo>
                    <a:pt x="1543088" y="4855"/>
                  </a:lnTo>
                  <a:lnTo>
                    <a:pt x="1539265" y="2648"/>
                  </a:lnTo>
                  <a:lnTo>
                    <a:pt x="1535137" y="1083"/>
                  </a:lnTo>
                  <a:lnTo>
                    <a:pt x="1530811" y="200"/>
                  </a:lnTo>
                  <a:lnTo>
                    <a:pt x="1527505" y="0"/>
                  </a:lnTo>
                  <a:lnTo>
                    <a:pt x="27431" y="0"/>
                  </a:lnTo>
                  <a:lnTo>
                    <a:pt x="30738" y="200"/>
                  </a:lnTo>
                  <a:lnTo>
                    <a:pt x="26327" y="22"/>
                  </a:lnTo>
                  <a:lnTo>
                    <a:pt x="21944" y="554"/>
                  </a:lnTo>
                  <a:lnTo>
                    <a:pt x="17704" y="1782"/>
                  </a:lnTo>
                  <a:lnTo>
                    <a:pt x="13715" y="3675"/>
                  </a:lnTo>
                  <a:lnTo>
                    <a:pt x="10082" y="6183"/>
                  </a:lnTo>
                  <a:lnTo>
                    <a:pt x="6898" y="9241"/>
                  </a:lnTo>
                  <a:lnTo>
                    <a:pt x="4246" y="12770"/>
                  </a:lnTo>
                  <a:lnTo>
                    <a:pt x="2195" y="16679"/>
                  </a:lnTo>
                  <a:lnTo>
                    <a:pt x="797" y="20867"/>
                  </a:lnTo>
                  <a:lnTo>
                    <a:pt x="88" y="25224"/>
                  </a:lnTo>
                  <a:lnTo>
                    <a:pt x="0" y="27432"/>
                  </a:lnTo>
                  <a:lnTo>
                    <a:pt x="0" y="297180"/>
                  </a:lnTo>
                  <a:lnTo>
                    <a:pt x="88" y="294972"/>
                  </a:lnTo>
                  <a:lnTo>
                    <a:pt x="88" y="299387"/>
                  </a:lnTo>
                  <a:lnTo>
                    <a:pt x="797" y="303744"/>
                  </a:lnTo>
                  <a:lnTo>
                    <a:pt x="2195" y="307932"/>
                  </a:lnTo>
                  <a:lnTo>
                    <a:pt x="4246" y="311841"/>
                  </a:lnTo>
                  <a:lnTo>
                    <a:pt x="6898" y="315370"/>
                  </a:lnTo>
                  <a:lnTo>
                    <a:pt x="10082" y="318428"/>
                  </a:lnTo>
                  <a:lnTo>
                    <a:pt x="13715" y="320936"/>
                  </a:lnTo>
                  <a:lnTo>
                    <a:pt x="17704" y="322829"/>
                  </a:lnTo>
                  <a:lnTo>
                    <a:pt x="21944" y="324057"/>
                  </a:lnTo>
                  <a:lnTo>
                    <a:pt x="26327" y="324589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6775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4" name="tx684"/>
            <p:cNvSpPr/>
            <p:nvPr/>
          </p:nvSpPr>
          <p:spPr>
            <a:xfrm>
              <a:off x="4833460" y="3668283"/>
              <a:ext cx="1463497" cy="23317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256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256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S2_DEBY</a:t>
              </a:r>
            </a:p>
          </p:txBody>
        </p:sp>
        <p:sp>
          <p:nvSpPr>
            <p:cNvPr id="685" name="rc685"/>
            <p:cNvSpPr/>
            <p:nvPr/>
          </p:nvSpPr>
          <p:spPr>
            <a:xfrm>
              <a:off x="2301906" y="1669789"/>
              <a:ext cx="4149766" cy="4051159"/>
            </a:xfrm>
            <a:prstGeom prst="rect">
              <a:avLst/>
            </a:prstGeom>
            <a:ln w="13550" cap="rnd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6" name="tx686"/>
            <p:cNvSpPr/>
            <p:nvPr/>
          </p:nvSpPr>
          <p:spPr>
            <a:xfrm>
              <a:off x="1989553" y="5514078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36</a:t>
              </a:r>
            </a:p>
          </p:txBody>
        </p:sp>
        <p:sp>
          <p:nvSpPr>
            <p:cNvPr id="687" name="tx687"/>
            <p:cNvSpPr/>
            <p:nvPr/>
          </p:nvSpPr>
          <p:spPr>
            <a:xfrm>
              <a:off x="2113912" y="5495698"/>
              <a:ext cx="44714" cy="9848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Symbol"/>
                  <a:cs typeface="Symbol"/>
                </a:rPr>
                <a:t>°</a:t>
              </a:r>
            </a:p>
          </p:txBody>
        </p:sp>
        <p:sp>
          <p:nvSpPr>
            <p:cNvPr id="688" name="tx688"/>
            <p:cNvSpPr/>
            <p:nvPr/>
          </p:nvSpPr>
          <p:spPr>
            <a:xfrm>
              <a:off x="2158626" y="5514078"/>
              <a:ext cx="80650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N</a:t>
              </a:r>
            </a:p>
          </p:txBody>
        </p:sp>
        <p:sp>
          <p:nvSpPr>
            <p:cNvPr id="689" name="tx689"/>
            <p:cNvSpPr/>
            <p:nvPr/>
          </p:nvSpPr>
          <p:spPr>
            <a:xfrm>
              <a:off x="1989553" y="4574475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37</a:t>
              </a:r>
            </a:p>
          </p:txBody>
        </p:sp>
        <p:sp>
          <p:nvSpPr>
            <p:cNvPr id="690" name="tx690"/>
            <p:cNvSpPr/>
            <p:nvPr/>
          </p:nvSpPr>
          <p:spPr>
            <a:xfrm>
              <a:off x="2113912" y="4556096"/>
              <a:ext cx="44714" cy="9848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Symbol"/>
                  <a:cs typeface="Symbol"/>
                </a:rPr>
                <a:t>°</a:t>
              </a:r>
            </a:p>
          </p:txBody>
        </p:sp>
        <p:sp>
          <p:nvSpPr>
            <p:cNvPr id="691" name="tx691"/>
            <p:cNvSpPr/>
            <p:nvPr/>
          </p:nvSpPr>
          <p:spPr>
            <a:xfrm>
              <a:off x="2158626" y="4574475"/>
              <a:ext cx="80650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N</a:t>
              </a:r>
            </a:p>
          </p:txBody>
        </p:sp>
        <p:sp>
          <p:nvSpPr>
            <p:cNvPr id="692" name="tx692"/>
            <p:cNvSpPr/>
            <p:nvPr/>
          </p:nvSpPr>
          <p:spPr>
            <a:xfrm>
              <a:off x="1989553" y="3634827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38</a:t>
              </a:r>
            </a:p>
          </p:txBody>
        </p:sp>
        <p:sp>
          <p:nvSpPr>
            <p:cNvPr id="693" name="tx693"/>
            <p:cNvSpPr/>
            <p:nvPr/>
          </p:nvSpPr>
          <p:spPr>
            <a:xfrm>
              <a:off x="2113912" y="3616447"/>
              <a:ext cx="44714" cy="9848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Symbol"/>
                  <a:cs typeface="Symbol"/>
                </a:rPr>
                <a:t>°</a:t>
              </a:r>
            </a:p>
          </p:txBody>
        </p:sp>
        <p:sp>
          <p:nvSpPr>
            <p:cNvPr id="694" name="tx694"/>
            <p:cNvSpPr/>
            <p:nvPr/>
          </p:nvSpPr>
          <p:spPr>
            <a:xfrm>
              <a:off x="2158626" y="3634827"/>
              <a:ext cx="80650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N</a:t>
              </a:r>
            </a:p>
          </p:txBody>
        </p:sp>
        <p:sp>
          <p:nvSpPr>
            <p:cNvPr id="695" name="tx695"/>
            <p:cNvSpPr/>
            <p:nvPr/>
          </p:nvSpPr>
          <p:spPr>
            <a:xfrm>
              <a:off x="1989553" y="2695270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39</a:t>
              </a:r>
            </a:p>
          </p:txBody>
        </p:sp>
        <p:sp>
          <p:nvSpPr>
            <p:cNvPr id="696" name="tx696"/>
            <p:cNvSpPr/>
            <p:nvPr/>
          </p:nvSpPr>
          <p:spPr>
            <a:xfrm>
              <a:off x="2113912" y="2676890"/>
              <a:ext cx="44714" cy="9848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Symbol"/>
                  <a:cs typeface="Symbol"/>
                </a:rPr>
                <a:t>°</a:t>
              </a:r>
            </a:p>
          </p:txBody>
        </p:sp>
        <p:sp>
          <p:nvSpPr>
            <p:cNvPr id="697" name="tx697"/>
            <p:cNvSpPr/>
            <p:nvPr/>
          </p:nvSpPr>
          <p:spPr>
            <a:xfrm>
              <a:off x="2158626" y="2695270"/>
              <a:ext cx="80650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N</a:t>
              </a:r>
            </a:p>
          </p:txBody>
        </p:sp>
        <p:sp>
          <p:nvSpPr>
            <p:cNvPr id="698" name="tx698"/>
            <p:cNvSpPr/>
            <p:nvPr/>
          </p:nvSpPr>
          <p:spPr>
            <a:xfrm>
              <a:off x="1989553" y="1755667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40</a:t>
              </a:r>
            </a:p>
          </p:txBody>
        </p:sp>
        <p:sp>
          <p:nvSpPr>
            <p:cNvPr id="699" name="tx699"/>
            <p:cNvSpPr/>
            <p:nvPr/>
          </p:nvSpPr>
          <p:spPr>
            <a:xfrm>
              <a:off x="2113912" y="1737288"/>
              <a:ext cx="44714" cy="9848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Symbol"/>
                  <a:cs typeface="Symbol"/>
                </a:rPr>
                <a:t>°</a:t>
              </a:r>
            </a:p>
          </p:txBody>
        </p:sp>
        <p:sp>
          <p:nvSpPr>
            <p:cNvPr id="700" name="tx700"/>
            <p:cNvSpPr/>
            <p:nvPr/>
          </p:nvSpPr>
          <p:spPr>
            <a:xfrm>
              <a:off x="2158626" y="1755667"/>
              <a:ext cx="80650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N</a:t>
              </a:r>
            </a:p>
          </p:txBody>
        </p:sp>
        <p:sp>
          <p:nvSpPr>
            <p:cNvPr id="701" name="pl701"/>
            <p:cNvSpPr/>
            <p:nvPr/>
          </p:nvSpPr>
          <p:spPr>
            <a:xfrm>
              <a:off x="2267112" y="5555180"/>
              <a:ext cx="34794" cy="0"/>
            </a:xfrm>
            <a:custGeom>
              <a:avLst/>
              <a:pathLst>
                <a:path w="34794" h="0">
                  <a:moveTo>
                    <a:pt x="0" y="0"/>
                  </a:moveTo>
                  <a:lnTo>
                    <a:pt x="34794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2" name="pl702"/>
            <p:cNvSpPr/>
            <p:nvPr/>
          </p:nvSpPr>
          <p:spPr>
            <a:xfrm>
              <a:off x="2267112" y="4615577"/>
              <a:ext cx="34794" cy="0"/>
            </a:xfrm>
            <a:custGeom>
              <a:avLst/>
              <a:pathLst>
                <a:path w="34794" h="0">
                  <a:moveTo>
                    <a:pt x="0" y="0"/>
                  </a:moveTo>
                  <a:lnTo>
                    <a:pt x="34794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3" name="pl703"/>
            <p:cNvSpPr/>
            <p:nvPr/>
          </p:nvSpPr>
          <p:spPr>
            <a:xfrm>
              <a:off x="2267112" y="3675975"/>
              <a:ext cx="34794" cy="0"/>
            </a:xfrm>
            <a:custGeom>
              <a:avLst/>
              <a:pathLst>
                <a:path w="34794" h="0">
                  <a:moveTo>
                    <a:pt x="0" y="0"/>
                  </a:moveTo>
                  <a:lnTo>
                    <a:pt x="34794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4" name="pl704"/>
            <p:cNvSpPr/>
            <p:nvPr/>
          </p:nvSpPr>
          <p:spPr>
            <a:xfrm>
              <a:off x="2267112" y="2736372"/>
              <a:ext cx="34794" cy="0"/>
            </a:xfrm>
            <a:custGeom>
              <a:avLst/>
              <a:pathLst>
                <a:path w="34794" h="0">
                  <a:moveTo>
                    <a:pt x="0" y="0"/>
                  </a:moveTo>
                  <a:lnTo>
                    <a:pt x="34794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5" name="pl705"/>
            <p:cNvSpPr/>
            <p:nvPr/>
          </p:nvSpPr>
          <p:spPr>
            <a:xfrm>
              <a:off x="2267112" y="1796770"/>
              <a:ext cx="34794" cy="0"/>
            </a:xfrm>
            <a:custGeom>
              <a:avLst/>
              <a:pathLst>
                <a:path w="34794" h="0">
                  <a:moveTo>
                    <a:pt x="0" y="0"/>
                  </a:moveTo>
                  <a:lnTo>
                    <a:pt x="34794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6" name="pl706"/>
            <p:cNvSpPr/>
            <p:nvPr/>
          </p:nvSpPr>
          <p:spPr>
            <a:xfrm>
              <a:off x="2384234" y="5720948"/>
              <a:ext cx="0" cy="34794"/>
            </a:xfrm>
            <a:custGeom>
              <a:avLst/>
              <a:pathLst>
                <a:path w="0" h="34794">
                  <a:moveTo>
                    <a:pt x="0" y="34794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7" name="pl707"/>
            <p:cNvSpPr/>
            <p:nvPr/>
          </p:nvSpPr>
          <p:spPr>
            <a:xfrm>
              <a:off x="3124860" y="5720948"/>
              <a:ext cx="0" cy="34794"/>
            </a:xfrm>
            <a:custGeom>
              <a:avLst/>
              <a:pathLst>
                <a:path w="0" h="34794">
                  <a:moveTo>
                    <a:pt x="0" y="34794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8" name="pl708"/>
            <p:cNvSpPr/>
            <p:nvPr/>
          </p:nvSpPr>
          <p:spPr>
            <a:xfrm>
              <a:off x="3865485" y="5720948"/>
              <a:ext cx="0" cy="34794"/>
            </a:xfrm>
            <a:custGeom>
              <a:avLst/>
              <a:pathLst>
                <a:path w="0" h="34794">
                  <a:moveTo>
                    <a:pt x="0" y="34794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9" name="pl709"/>
            <p:cNvSpPr/>
            <p:nvPr/>
          </p:nvSpPr>
          <p:spPr>
            <a:xfrm>
              <a:off x="4606110" y="5720948"/>
              <a:ext cx="0" cy="34794"/>
            </a:xfrm>
            <a:custGeom>
              <a:avLst/>
              <a:pathLst>
                <a:path w="0" h="34794">
                  <a:moveTo>
                    <a:pt x="0" y="34794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0" name="pl710"/>
            <p:cNvSpPr/>
            <p:nvPr/>
          </p:nvSpPr>
          <p:spPr>
            <a:xfrm>
              <a:off x="5346735" y="5720948"/>
              <a:ext cx="0" cy="34794"/>
            </a:xfrm>
            <a:custGeom>
              <a:avLst/>
              <a:pathLst>
                <a:path w="0" h="34794">
                  <a:moveTo>
                    <a:pt x="0" y="34794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1" name="pl711"/>
            <p:cNvSpPr/>
            <p:nvPr/>
          </p:nvSpPr>
          <p:spPr>
            <a:xfrm>
              <a:off x="6087361" y="5720948"/>
              <a:ext cx="0" cy="34794"/>
            </a:xfrm>
            <a:custGeom>
              <a:avLst/>
              <a:pathLst>
                <a:path w="0" h="34794">
                  <a:moveTo>
                    <a:pt x="0" y="34794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2" name="tx712"/>
            <p:cNvSpPr/>
            <p:nvPr/>
          </p:nvSpPr>
          <p:spPr>
            <a:xfrm>
              <a:off x="2246983" y="5783578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78</a:t>
              </a:r>
            </a:p>
          </p:txBody>
        </p:sp>
        <p:sp>
          <p:nvSpPr>
            <p:cNvPr id="713" name="tx713"/>
            <p:cNvSpPr/>
            <p:nvPr/>
          </p:nvSpPr>
          <p:spPr>
            <a:xfrm>
              <a:off x="2371341" y="5765198"/>
              <a:ext cx="44714" cy="9848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Symbol"/>
                  <a:cs typeface="Symbol"/>
                </a:rPr>
                <a:t>°</a:t>
              </a:r>
            </a:p>
          </p:txBody>
        </p:sp>
        <p:sp>
          <p:nvSpPr>
            <p:cNvPr id="714" name="tx714"/>
            <p:cNvSpPr/>
            <p:nvPr/>
          </p:nvSpPr>
          <p:spPr>
            <a:xfrm>
              <a:off x="2416055" y="5783578"/>
              <a:ext cx="105430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W</a:t>
              </a:r>
            </a:p>
          </p:txBody>
        </p:sp>
        <p:sp>
          <p:nvSpPr>
            <p:cNvPr id="715" name="tx715"/>
            <p:cNvSpPr/>
            <p:nvPr/>
          </p:nvSpPr>
          <p:spPr>
            <a:xfrm>
              <a:off x="2987608" y="5783578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77</a:t>
              </a:r>
            </a:p>
          </p:txBody>
        </p:sp>
        <p:sp>
          <p:nvSpPr>
            <p:cNvPr id="716" name="tx716"/>
            <p:cNvSpPr/>
            <p:nvPr/>
          </p:nvSpPr>
          <p:spPr>
            <a:xfrm>
              <a:off x="3111967" y="5765198"/>
              <a:ext cx="44714" cy="9848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Symbol"/>
                  <a:cs typeface="Symbol"/>
                </a:rPr>
                <a:t>°</a:t>
              </a:r>
            </a:p>
          </p:txBody>
        </p:sp>
        <p:sp>
          <p:nvSpPr>
            <p:cNvPr id="717" name="tx717"/>
            <p:cNvSpPr/>
            <p:nvPr/>
          </p:nvSpPr>
          <p:spPr>
            <a:xfrm>
              <a:off x="3156681" y="5783578"/>
              <a:ext cx="105430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W</a:t>
              </a:r>
            </a:p>
          </p:txBody>
        </p:sp>
        <p:sp>
          <p:nvSpPr>
            <p:cNvPr id="718" name="tx718"/>
            <p:cNvSpPr/>
            <p:nvPr/>
          </p:nvSpPr>
          <p:spPr>
            <a:xfrm>
              <a:off x="3728233" y="5783578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76</a:t>
              </a:r>
            </a:p>
          </p:txBody>
        </p:sp>
        <p:sp>
          <p:nvSpPr>
            <p:cNvPr id="719" name="tx719"/>
            <p:cNvSpPr/>
            <p:nvPr/>
          </p:nvSpPr>
          <p:spPr>
            <a:xfrm>
              <a:off x="3852592" y="5765198"/>
              <a:ext cx="44714" cy="9848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Symbol"/>
                  <a:cs typeface="Symbol"/>
                </a:rPr>
                <a:t>°</a:t>
              </a:r>
            </a:p>
          </p:txBody>
        </p:sp>
        <p:sp>
          <p:nvSpPr>
            <p:cNvPr id="720" name="tx720"/>
            <p:cNvSpPr/>
            <p:nvPr/>
          </p:nvSpPr>
          <p:spPr>
            <a:xfrm>
              <a:off x="3897306" y="5783578"/>
              <a:ext cx="105430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W</a:t>
              </a:r>
            </a:p>
          </p:txBody>
        </p:sp>
        <p:sp>
          <p:nvSpPr>
            <p:cNvPr id="721" name="tx721"/>
            <p:cNvSpPr/>
            <p:nvPr/>
          </p:nvSpPr>
          <p:spPr>
            <a:xfrm>
              <a:off x="4468859" y="5783578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75</a:t>
              </a:r>
            </a:p>
          </p:txBody>
        </p:sp>
        <p:sp>
          <p:nvSpPr>
            <p:cNvPr id="722" name="tx722"/>
            <p:cNvSpPr/>
            <p:nvPr/>
          </p:nvSpPr>
          <p:spPr>
            <a:xfrm>
              <a:off x="4593217" y="5765198"/>
              <a:ext cx="44714" cy="9848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Symbol"/>
                  <a:cs typeface="Symbol"/>
                </a:rPr>
                <a:t>°</a:t>
              </a:r>
            </a:p>
          </p:txBody>
        </p:sp>
        <p:sp>
          <p:nvSpPr>
            <p:cNvPr id="723" name="tx723"/>
            <p:cNvSpPr/>
            <p:nvPr/>
          </p:nvSpPr>
          <p:spPr>
            <a:xfrm>
              <a:off x="4637931" y="5783578"/>
              <a:ext cx="105430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W</a:t>
              </a:r>
            </a:p>
          </p:txBody>
        </p:sp>
        <p:sp>
          <p:nvSpPr>
            <p:cNvPr id="724" name="tx724"/>
            <p:cNvSpPr/>
            <p:nvPr/>
          </p:nvSpPr>
          <p:spPr>
            <a:xfrm>
              <a:off x="5209484" y="5783578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74</a:t>
              </a:r>
            </a:p>
          </p:txBody>
        </p:sp>
        <p:sp>
          <p:nvSpPr>
            <p:cNvPr id="725" name="tx725"/>
            <p:cNvSpPr/>
            <p:nvPr/>
          </p:nvSpPr>
          <p:spPr>
            <a:xfrm>
              <a:off x="5333842" y="5765198"/>
              <a:ext cx="44714" cy="9848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Symbol"/>
                  <a:cs typeface="Symbol"/>
                </a:rPr>
                <a:t>°</a:t>
              </a:r>
            </a:p>
          </p:txBody>
        </p:sp>
        <p:sp>
          <p:nvSpPr>
            <p:cNvPr id="726" name="tx726"/>
            <p:cNvSpPr/>
            <p:nvPr/>
          </p:nvSpPr>
          <p:spPr>
            <a:xfrm>
              <a:off x="5378557" y="5783578"/>
              <a:ext cx="105430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W</a:t>
              </a:r>
            </a:p>
          </p:txBody>
        </p:sp>
        <p:sp>
          <p:nvSpPr>
            <p:cNvPr id="727" name="tx727"/>
            <p:cNvSpPr/>
            <p:nvPr/>
          </p:nvSpPr>
          <p:spPr>
            <a:xfrm>
              <a:off x="5950109" y="5783578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73</a:t>
              </a:r>
            </a:p>
          </p:txBody>
        </p:sp>
        <p:sp>
          <p:nvSpPr>
            <p:cNvPr id="728" name="tx728"/>
            <p:cNvSpPr/>
            <p:nvPr/>
          </p:nvSpPr>
          <p:spPr>
            <a:xfrm>
              <a:off x="6074468" y="5765198"/>
              <a:ext cx="44714" cy="9848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Symbol"/>
                  <a:cs typeface="Symbol"/>
                </a:rPr>
                <a:t>°</a:t>
              </a:r>
            </a:p>
          </p:txBody>
        </p:sp>
        <p:sp>
          <p:nvSpPr>
            <p:cNvPr id="729" name="tx729"/>
            <p:cNvSpPr/>
            <p:nvPr/>
          </p:nvSpPr>
          <p:spPr>
            <a:xfrm>
              <a:off x="6119182" y="5783578"/>
              <a:ext cx="105430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W</a:t>
              </a:r>
            </a:p>
          </p:txBody>
        </p:sp>
        <p:sp>
          <p:nvSpPr>
            <p:cNvPr id="730" name="tx730"/>
            <p:cNvSpPr/>
            <p:nvPr/>
          </p:nvSpPr>
          <p:spPr>
            <a:xfrm>
              <a:off x="3801860" y="5925448"/>
              <a:ext cx="1149858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Longitude_manual</a:t>
              </a:r>
            </a:p>
          </p:txBody>
        </p:sp>
        <p:sp>
          <p:nvSpPr>
            <p:cNvPr id="731" name="tx731"/>
            <p:cNvSpPr/>
            <p:nvPr/>
          </p:nvSpPr>
          <p:spPr>
            <a:xfrm rot="-5400000">
              <a:off x="1357153" y="3645259"/>
              <a:ext cx="1033180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Latitude_manual</a:t>
              </a:r>
            </a:p>
          </p:txBody>
        </p:sp>
        <p:sp>
          <p:nvSpPr>
            <p:cNvPr id="732" name="rc732"/>
            <p:cNvSpPr/>
            <p:nvPr/>
          </p:nvSpPr>
          <p:spPr>
            <a:xfrm>
              <a:off x="6590850" y="2976782"/>
              <a:ext cx="729514" cy="143717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33" name="tx733"/>
            <p:cNvSpPr/>
            <p:nvPr/>
          </p:nvSpPr>
          <p:spPr>
            <a:xfrm>
              <a:off x="6660439" y="3061824"/>
              <a:ext cx="590336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var1.pred</a:t>
              </a:r>
            </a:p>
          </p:txBody>
        </p:sp>
        <p:pic>
          <p:nvPicPr>
            <p:cNvPr id="734" name="pic734"/>
            <p:cNvPicPr/>
            <p:nvPr/>
          </p:nvPicPr>
          <p:blipFill>
            <a:blip r:embed="rId2" cstate="print"/>
            <a:stretch>
              <a:fillRect/>
            </a:stretch>
          </p:blipFill>
          <p:spPr>
            <a:xfrm>
              <a:off x="6660439" y="3247085"/>
              <a:ext cx="219455" cy="1097280"/>
            </a:xfrm>
            <a:prstGeom prst="rect">
              <a:avLst/>
            </a:prstGeom>
          </p:spPr>
        </p:pic>
        <p:sp>
          <p:nvSpPr>
            <p:cNvPr id="735" name="pl735"/>
            <p:cNvSpPr/>
            <p:nvPr/>
          </p:nvSpPr>
          <p:spPr>
            <a:xfrm>
              <a:off x="6836004" y="4342536"/>
              <a:ext cx="43891" cy="0"/>
            </a:xfrm>
            <a:custGeom>
              <a:avLst/>
              <a:pathLst>
                <a:path w="43891" h="0">
                  <a:moveTo>
                    <a:pt x="0" y="0"/>
                  </a:moveTo>
                  <a:lnTo>
                    <a:pt x="43891" y="0"/>
                  </a:lnTo>
                </a:path>
              </a:pathLst>
            </a:custGeom>
            <a:ln w="4762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6" name="pl736"/>
            <p:cNvSpPr/>
            <p:nvPr/>
          </p:nvSpPr>
          <p:spPr>
            <a:xfrm>
              <a:off x="6836004" y="4069131"/>
              <a:ext cx="43891" cy="0"/>
            </a:xfrm>
            <a:custGeom>
              <a:avLst/>
              <a:pathLst>
                <a:path w="43891" h="0">
                  <a:moveTo>
                    <a:pt x="0" y="0"/>
                  </a:moveTo>
                  <a:lnTo>
                    <a:pt x="43891" y="0"/>
                  </a:lnTo>
                </a:path>
              </a:pathLst>
            </a:custGeom>
            <a:ln w="4762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7" name="pl737"/>
            <p:cNvSpPr/>
            <p:nvPr/>
          </p:nvSpPr>
          <p:spPr>
            <a:xfrm>
              <a:off x="6836004" y="3795725"/>
              <a:ext cx="43891" cy="0"/>
            </a:xfrm>
            <a:custGeom>
              <a:avLst/>
              <a:pathLst>
                <a:path w="43891" h="0">
                  <a:moveTo>
                    <a:pt x="0" y="0"/>
                  </a:moveTo>
                  <a:lnTo>
                    <a:pt x="43891" y="0"/>
                  </a:lnTo>
                </a:path>
              </a:pathLst>
            </a:custGeom>
            <a:ln w="4762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8" name="pl738"/>
            <p:cNvSpPr/>
            <p:nvPr/>
          </p:nvSpPr>
          <p:spPr>
            <a:xfrm>
              <a:off x="6836004" y="3522319"/>
              <a:ext cx="43891" cy="0"/>
            </a:xfrm>
            <a:custGeom>
              <a:avLst/>
              <a:pathLst>
                <a:path w="43891" h="0">
                  <a:moveTo>
                    <a:pt x="0" y="0"/>
                  </a:moveTo>
                  <a:lnTo>
                    <a:pt x="43891" y="0"/>
                  </a:lnTo>
                </a:path>
              </a:pathLst>
            </a:custGeom>
            <a:ln w="4762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9" name="pl739"/>
            <p:cNvSpPr/>
            <p:nvPr/>
          </p:nvSpPr>
          <p:spPr>
            <a:xfrm>
              <a:off x="6836004" y="3248914"/>
              <a:ext cx="43891" cy="0"/>
            </a:xfrm>
            <a:custGeom>
              <a:avLst/>
              <a:pathLst>
                <a:path w="43891" h="0">
                  <a:moveTo>
                    <a:pt x="0" y="0"/>
                  </a:moveTo>
                  <a:lnTo>
                    <a:pt x="43891" y="0"/>
                  </a:lnTo>
                </a:path>
              </a:pathLst>
            </a:custGeom>
            <a:ln w="4762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0" name="pl740"/>
            <p:cNvSpPr/>
            <p:nvPr/>
          </p:nvSpPr>
          <p:spPr>
            <a:xfrm>
              <a:off x="6660439" y="4342536"/>
              <a:ext cx="43891" cy="0"/>
            </a:xfrm>
            <a:custGeom>
              <a:avLst/>
              <a:pathLst>
                <a:path w="43891" h="0">
                  <a:moveTo>
                    <a:pt x="43891" y="0"/>
                  </a:moveTo>
                  <a:lnTo>
                    <a:pt x="0" y="0"/>
                  </a:lnTo>
                </a:path>
              </a:pathLst>
            </a:custGeom>
            <a:ln w="4762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1" name="pl741"/>
            <p:cNvSpPr/>
            <p:nvPr/>
          </p:nvSpPr>
          <p:spPr>
            <a:xfrm>
              <a:off x="6660439" y="4069131"/>
              <a:ext cx="43891" cy="0"/>
            </a:xfrm>
            <a:custGeom>
              <a:avLst/>
              <a:pathLst>
                <a:path w="43891" h="0">
                  <a:moveTo>
                    <a:pt x="43891" y="0"/>
                  </a:moveTo>
                  <a:lnTo>
                    <a:pt x="0" y="0"/>
                  </a:lnTo>
                </a:path>
              </a:pathLst>
            </a:custGeom>
            <a:ln w="4762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2" name="pl742"/>
            <p:cNvSpPr/>
            <p:nvPr/>
          </p:nvSpPr>
          <p:spPr>
            <a:xfrm>
              <a:off x="6660439" y="3795725"/>
              <a:ext cx="43891" cy="0"/>
            </a:xfrm>
            <a:custGeom>
              <a:avLst/>
              <a:pathLst>
                <a:path w="43891" h="0">
                  <a:moveTo>
                    <a:pt x="43891" y="0"/>
                  </a:moveTo>
                  <a:lnTo>
                    <a:pt x="0" y="0"/>
                  </a:lnTo>
                </a:path>
              </a:pathLst>
            </a:custGeom>
            <a:ln w="4762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3" name="pl743"/>
            <p:cNvSpPr/>
            <p:nvPr/>
          </p:nvSpPr>
          <p:spPr>
            <a:xfrm>
              <a:off x="6660439" y="3522319"/>
              <a:ext cx="43891" cy="0"/>
            </a:xfrm>
            <a:custGeom>
              <a:avLst/>
              <a:pathLst>
                <a:path w="43891" h="0">
                  <a:moveTo>
                    <a:pt x="43891" y="0"/>
                  </a:moveTo>
                  <a:lnTo>
                    <a:pt x="0" y="0"/>
                  </a:lnTo>
                </a:path>
              </a:pathLst>
            </a:custGeom>
            <a:ln w="4762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4" name="pl744"/>
            <p:cNvSpPr/>
            <p:nvPr/>
          </p:nvSpPr>
          <p:spPr>
            <a:xfrm>
              <a:off x="6660439" y="3248914"/>
              <a:ext cx="43891" cy="0"/>
            </a:xfrm>
            <a:custGeom>
              <a:avLst/>
              <a:pathLst>
                <a:path w="43891" h="0">
                  <a:moveTo>
                    <a:pt x="43891" y="0"/>
                  </a:moveTo>
                  <a:lnTo>
                    <a:pt x="0" y="0"/>
                  </a:lnTo>
                </a:path>
              </a:pathLst>
            </a:custGeom>
            <a:ln w="4762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5" name="tx745"/>
            <p:cNvSpPr/>
            <p:nvPr/>
          </p:nvSpPr>
          <p:spPr>
            <a:xfrm>
              <a:off x="6949485" y="4302486"/>
              <a:ext cx="217535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0.00</a:t>
              </a:r>
            </a:p>
          </p:txBody>
        </p:sp>
        <p:sp>
          <p:nvSpPr>
            <p:cNvPr id="746" name="tx746"/>
            <p:cNvSpPr/>
            <p:nvPr/>
          </p:nvSpPr>
          <p:spPr>
            <a:xfrm>
              <a:off x="6949485" y="4029080"/>
              <a:ext cx="217535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0.02</a:t>
              </a:r>
            </a:p>
          </p:txBody>
        </p:sp>
        <p:sp>
          <p:nvSpPr>
            <p:cNvPr id="747" name="tx747"/>
            <p:cNvSpPr/>
            <p:nvPr/>
          </p:nvSpPr>
          <p:spPr>
            <a:xfrm>
              <a:off x="6949485" y="3755674"/>
              <a:ext cx="217535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0.04</a:t>
              </a:r>
            </a:p>
          </p:txBody>
        </p:sp>
        <p:sp>
          <p:nvSpPr>
            <p:cNvPr id="748" name="tx748"/>
            <p:cNvSpPr/>
            <p:nvPr/>
          </p:nvSpPr>
          <p:spPr>
            <a:xfrm>
              <a:off x="6949485" y="3482269"/>
              <a:ext cx="217535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0.06</a:t>
              </a:r>
            </a:p>
          </p:txBody>
        </p:sp>
        <p:sp>
          <p:nvSpPr>
            <p:cNvPr id="749" name="tx749"/>
            <p:cNvSpPr/>
            <p:nvPr/>
          </p:nvSpPr>
          <p:spPr>
            <a:xfrm>
              <a:off x="6949485" y="3208863"/>
              <a:ext cx="217535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0.08</a:t>
              </a:r>
            </a:p>
          </p:txBody>
        </p:sp>
      </p:grp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rc4"/>
            <p:cNvSpPr/>
            <p:nvPr/>
          </p:nvSpPr>
          <p:spPr>
            <a:xfrm>
              <a:off x="1654055" y="1600200"/>
              <a:ext cx="5835888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13550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rc5"/>
            <p:cNvSpPr/>
            <p:nvPr/>
          </p:nvSpPr>
          <p:spPr>
            <a:xfrm>
              <a:off x="2201917" y="2354586"/>
              <a:ext cx="4342247" cy="3366361"/>
            </a:xfrm>
            <a:prstGeom prst="rect">
              <a:avLst/>
            </a:prstGeom>
            <a:solidFill>
              <a:srgbClr val="F0F8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2610961" y="2354586"/>
              <a:ext cx="0" cy="3366361"/>
            </a:xfrm>
            <a:custGeom>
              <a:avLst/>
              <a:pathLst>
                <a:path w="0" h="3366361">
                  <a:moveTo>
                    <a:pt x="0" y="3366361"/>
                  </a:moveTo>
                  <a:lnTo>
                    <a:pt x="0" y="3348846"/>
                  </a:lnTo>
                  <a:lnTo>
                    <a:pt x="0" y="3309435"/>
                  </a:lnTo>
                  <a:lnTo>
                    <a:pt x="0" y="3270024"/>
                  </a:lnTo>
                  <a:lnTo>
                    <a:pt x="0" y="3230613"/>
                  </a:lnTo>
                  <a:lnTo>
                    <a:pt x="0" y="3191202"/>
                  </a:lnTo>
                  <a:lnTo>
                    <a:pt x="0" y="3151791"/>
                  </a:lnTo>
                  <a:lnTo>
                    <a:pt x="0" y="3112380"/>
                  </a:lnTo>
                  <a:lnTo>
                    <a:pt x="0" y="3072969"/>
                  </a:lnTo>
                  <a:lnTo>
                    <a:pt x="0" y="3033559"/>
                  </a:lnTo>
                  <a:lnTo>
                    <a:pt x="0" y="2994148"/>
                  </a:lnTo>
                  <a:lnTo>
                    <a:pt x="0" y="2954737"/>
                  </a:lnTo>
                  <a:lnTo>
                    <a:pt x="0" y="2915326"/>
                  </a:lnTo>
                  <a:lnTo>
                    <a:pt x="0" y="2875915"/>
                  </a:lnTo>
                  <a:lnTo>
                    <a:pt x="0" y="2836504"/>
                  </a:lnTo>
                  <a:lnTo>
                    <a:pt x="0" y="2797093"/>
                  </a:lnTo>
                  <a:lnTo>
                    <a:pt x="0" y="2757682"/>
                  </a:lnTo>
                  <a:lnTo>
                    <a:pt x="0" y="2718271"/>
                  </a:lnTo>
                  <a:lnTo>
                    <a:pt x="0" y="2678860"/>
                  </a:lnTo>
                  <a:lnTo>
                    <a:pt x="0" y="2639450"/>
                  </a:lnTo>
                  <a:lnTo>
                    <a:pt x="0" y="2600039"/>
                  </a:lnTo>
                  <a:lnTo>
                    <a:pt x="0" y="2560628"/>
                  </a:lnTo>
                  <a:lnTo>
                    <a:pt x="0" y="2521217"/>
                  </a:lnTo>
                  <a:lnTo>
                    <a:pt x="0" y="2481806"/>
                  </a:lnTo>
                  <a:lnTo>
                    <a:pt x="0" y="2442395"/>
                  </a:lnTo>
                  <a:lnTo>
                    <a:pt x="0" y="2402984"/>
                  </a:lnTo>
                  <a:lnTo>
                    <a:pt x="0" y="2363573"/>
                  </a:lnTo>
                  <a:lnTo>
                    <a:pt x="0" y="2324162"/>
                  </a:lnTo>
                  <a:lnTo>
                    <a:pt x="0" y="2284751"/>
                  </a:lnTo>
                  <a:lnTo>
                    <a:pt x="0" y="2245340"/>
                  </a:lnTo>
                  <a:lnTo>
                    <a:pt x="0" y="2205930"/>
                  </a:lnTo>
                  <a:lnTo>
                    <a:pt x="0" y="2166519"/>
                  </a:lnTo>
                  <a:lnTo>
                    <a:pt x="0" y="2127108"/>
                  </a:lnTo>
                  <a:lnTo>
                    <a:pt x="0" y="2087697"/>
                  </a:lnTo>
                  <a:lnTo>
                    <a:pt x="0" y="2048286"/>
                  </a:lnTo>
                  <a:lnTo>
                    <a:pt x="0" y="2008875"/>
                  </a:lnTo>
                  <a:lnTo>
                    <a:pt x="0" y="1969464"/>
                  </a:lnTo>
                  <a:lnTo>
                    <a:pt x="0" y="1930053"/>
                  </a:lnTo>
                  <a:lnTo>
                    <a:pt x="0" y="1890642"/>
                  </a:lnTo>
                  <a:lnTo>
                    <a:pt x="0" y="1851231"/>
                  </a:lnTo>
                  <a:lnTo>
                    <a:pt x="0" y="1811821"/>
                  </a:lnTo>
                  <a:lnTo>
                    <a:pt x="0" y="1772410"/>
                  </a:lnTo>
                  <a:lnTo>
                    <a:pt x="0" y="1732999"/>
                  </a:lnTo>
                  <a:lnTo>
                    <a:pt x="0" y="1693588"/>
                  </a:lnTo>
                  <a:lnTo>
                    <a:pt x="0" y="1654177"/>
                  </a:lnTo>
                  <a:lnTo>
                    <a:pt x="0" y="1614766"/>
                  </a:lnTo>
                  <a:lnTo>
                    <a:pt x="0" y="1575355"/>
                  </a:lnTo>
                  <a:lnTo>
                    <a:pt x="0" y="1535944"/>
                  </a:lnTo>
                  <a:lnTo>
                    <a:pt x="0" y="1496533"/>
                  </a:lnTo>
                  <a:lnTo>
                    <a:pt x="0" y="1457122"/>
                  </a:lnTo>
                  <a:lnTo>
                    <a:pt x="0" y="1417711"/>
                  </a:lnTo>
                  <a:lnTo>
                    <a:pt x="0" y="1378301"/>
                  </a:lnTo>
                  <a:lnTo>
                    <a:pt x="0" y="1338890"/>
                  </a:lnTo>
                  <a:lnTo>
                    <a:pt x="0" y="1299479"/>
                  </a:lnTo>
                  <a:lnTo>
                    <a:pt x="0" y="1260068"/>
                  </a:lnTo>
                  <a:lnTo>
                    <a:pt x="0" y="1220657"/>
                  </a:lnTo>
                  <a:lnTo>
                    <a:pt x="0" y="1181246"/>
                  </a:lnTo>
                  <a:lnTo>
                    <a:pt x="0" y="1141835"/>
                  </a:lnTo>
                  <a:lnTo>
                    <a:pt x="0" y="1102424"/>
                  </a:lnTo>
                  <a:lnTo>
                    <a:pt x="0" y="1063013"/>
                  </a:lnTo>
                  <a:lnTo>
                    <a:pt x="0" y="1023602"/>
                  </a:lnTo>
                  <a:lnTo>
                    <a:pt x="0" y="984192"/>
                  </a:lnTo>
                  <a:lnTo>
                    <a:pt x="0" y="944781"/>
                  </a:lnTo>
                  <a:lnTo>
                    <a:pt x="0" y="905370"/>
                  </a:lnTo>
                  <a:lnTo>
                    <a:pt x="0" y="865959"/>
                  </a:lnTo>
                  <a:lnTo>
                    <a:pt x="0" y="826548"/>
                  </a:lnTo>
                  <a:lnTo>
                    <a:pt x="0" y="787137"/>
                  </a:lnTo>
                  <a:lnTo>
                    <a:pt x="0" y="747726"/>
                  </a:lnTo>
                  <a:lnTo>
                    <a:pt x="0" y="708315"/>
                  </a:lnTo>
                  <a:lnTo>
                    <a:pt x="0" y="668904"/>
                  </a:lnTo>
                  <a:lnTo>
                    <a:pt x="0" y="629493"/>
                  </a:lnTo>
                  <a:lnTo>
                    <a:pt x="0" y="590082"/>
                  </a:lnTo>
                  <a:lnTo>
                    <a:pt x="0" y="550672"/>
                  </a:lnTo>
                  <a:lnTo>
                    <a:pt x="0" y="511261"/>
                  </a:lnTo>
                  <a:lnTo>
                    <a:pt x="0" y="471850"/>
                  </a:lnTo>
                  <a:lnTo>
                    <a:pt x="0" y="432439"/>
                  </a:lnTo>
                  <a:lnTo>
                    <a:pt x="0" y="393028"/>
                  </a:lnTo>
                  <a:lnTo>
                    <a:pt x="0" y="353617"/>
                  </a:lnTo>
                  <a:lnTo>
                    <a:pt x="0" y="314206"/>
                  </a:lnTo>
                  <a:lnTo>
                    <a:pt x="0" y="274795"/>
                  </a:lnTo>
                  <a:lnTo>
                    <a:pt x="0" y="235384"/>
                  </a:lnTo>
                  <a:lnTo>
                    <a:pt x="0" y="195973"/>
                  </a:lnTo>
                  <a:lnTo>
                    <a:pt x="0" y="156563"/>
                  </a:lnTo>
                  <a:lnTo>
                    <a:pt x="0" y="117152"/>
                  </a:lnTo>
                  <a:lnTo>
                    <a:pt x="0" y="77741"/>
                  </a:lnTo>
                  <a:lnTo>
                    <a:pt x="0" y="38330"/>
                  </a:ln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rnd">
              <a:solidFill>
                <a:srgbClr val="F0F8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3140137" y="2354586"/>
              <a:ext cx="0" cy="3366361"/>
            </a:xfrm>
            <a:custGeom>
              <a:avLst/>
              <a:pathLst>
                <a:path w="0" h="3366361">
                  <a:moveTo>
                    <a:pt x="0" y="3366361"/>
                  </a:moveTo>
                  <a:lnTo>
                    <a:pt x="0" y="3348846"/>
                  </a:lnTo>
                  <a:lnTo>
                    <a:pt x="0" y="3309435"/>
                  </a:lnTo>
                  <a:lnTo>
                    <a:pt x="0" y="3270024"/>
                  </a:lnTo>
                  <a:lnTo>
                    <a:pt x="0" y="3230613"/>
                  </a:lnTo>
                  <a:lnTo>
                    <a:pt x="0" y="3191202"/>
                  </a:lnTo>
                  <a:lnTo>
                    <a:pt x="0" y="3151791"/>
                  </a:lnTo>
                  <a:lnTo>
                    <a:pt x="0" y="3112380"/>
                  </a:lnTo>
                  <a:lnTo>
                    <a:pt x="0" y="3072969"/>
                  </a:lnTo>
                  <a:lnTo>
                    <a:pt x="0" y="3033559"/>
                  </a:lnTo>
                  <a:lnTo>
                    <a:pt x="0" y="2994148"/>
                  </a:lnTo>
                  <a:lnTo>
                    <a:pt x="0" y="2954737"/>
                  </a:lnTo>
                  <a:lnTo>
                    <a:pt x="0" y="2915326"/>
                  </a:lnTo>
                  <a:lnTo>
                    <a:pt x="0" y="2875915"/>
                  </a:lnTo>
                  <a:lnTo>
                    <a:pt x="0" y="2836504"/>
                  </a:lnTo>
                  <a:lnTo>
                    <a:pt x="0" y="2797093"/>
                  </a:lnTo>
                  <a:lnTo>
                    <a:pt x="0" y="2757682"/>
                  </a:lnTo>
                  <a:lnTo>
                    <a:pt x="0" y="2718271"/>
                  </a:lnTo>
                  <a:lnTo>
                    <a:pt x="0" y="2678860"/>
                  </a:lnTo>
                  <a:lnTo>
                    <a:pt x="0" y="2639450"/>
                  </a:lnTo>
                  <a:lnTo>
                    <a:pt x="0" y="2600039"/>
                  </a:lnTo>
                  <a:lnTo>
                    <a:pt x="0" y="2560628"/>
                  </a:lnTo>
                  <a:lnTo>
                    <a:pt x="0" y="2521217"/>
                  </a:lnTo>
                  <a:lnTo>
                    <a:pt x="0" y="2481806"/>
                  </a:lnTo>
                  <a:lnTo>
                    <a:pt x="0" y="2442395"/>
                  </a:lnTo>
                  <a:lnTo>
                    <a:pt x="0" y="2402984"/>
                  </a:lnTo>
                  <a:lnTo>
                    <a:pt x="0" y="2363573"/>
                  </a:lnTo>
                  <a:lnTo>
                    <a:pt x="0" y="2324162"/>
                  </a:lnTo>
                  <a:lnTo>
                    <a:pt x="0" y="2284751"/>
                  </a:lnTo>
                  <a:lnTo>
                    <a:pt x="0" y="2245340"/>
                  </a:lnTo>
                  <a:lnTo>
                    <a:pt x="0" y="2205930"/>
                  </a:lnTo>
                  <a:lnTo>
                    <a:pt x="0" y="2166519"/>
                  </a:lnTo>
                  <a:lnTo>
                    <a:pt x="0" y="2127108"/>
                  </a:lnTo>
                  <a:lnTo>
                    <a:pt x="0" y="2087697"/>
                  </a:lnTo>
                  <a:lnTo>
                    <a:pt x="0" y="2048286"/>
                  </a:lnTo>
                  <a:lnTo>
                    <a:pt x="0" y="2008875"/>
                  </a:lnTo>
                  <a:lnTo>
                    <a:pt x="0" y="1969464"/>
                  </a:lnTo>
                  <a:lnTo>
                    <a:pt x="0" y="1930053"/>
                  </a:lnTo>
                  <a:lnTo>
                    <a:pt x="0" y="1890642"/>
                  </a:lnTo>
                  <a:lnTo>
                    <a:pt x="0" y="1851231"/>
                  </a:lnTo>
                  <a:lnTo>
                    <a:pt x="0" y="1811821"/>
                  </a:lnTo>
                  <a:lnTo>
                    <a:pt x="0" y="1772410"/>
                  </a:lnTo>
                  <a:lnTo>
                    <a:pt x="0" y="1732999"/>
                  </a:lnTo>
                  <a:lnTo>
                    <a:pt x="0" y="1693588"/>
                  </a:lnTo>
                  <a:lnTo>
                    <a:pt x="0" y="1654177"/>
                  </a:lnTo>
                  <a:lnTo>
                    <a:pt x="0" y="1614766"/>
                  </a:lnTo>
                  <a:lnTo>
                    <a:pt x="0" y="1575355"/>
                  </a:lnTo>
                  <a:lnTo>
                    <a:pt x="0" y="1535944"/>
                  </a:lnTo>
                  <a:lnTo>
                    <a:pt x="0" y="1496533"/>
                  </a:lnTo>
                  <a:lnTo>
                    <a:pt x="0" y="1457122"/>
                  </a:lnTo>
                  <a:lnTo>
                    <a:pt x="0" y="1417711"/>
                  </a:lnTo>
                  <a:lnTo>
                    <a:pt x="0" y="1378301"/>
                  </a:lnTo>
                  <a:lnTo>
                    <a:pt x="0" y="1338890"/>
                  </a:lnTo>
                  <a:lnTo>
                    <a:pt x="0" y="1299479"/>
                  </a:lnTo>
                  <a:lnTo>
                    <a:pt x="0" y="1260068"/>
                  </a:lnTo>
                  <a:lnTo>
                    <a:pt x="0" y="1220657"/>
                  </a:lnTo>
                  <a:lnTo>
                    <a:pt x="0" y="1181246"/>
                  </a:lnTo>
                  <a:lnTo>
                    <a:pt x="0" y="1141835"/>
                  </a:lnTo>
                  <a:lnTo>
                    <a:pt x="0" y="1102424"/>
                  </a:lnTo>
                  <a:lnTo>
                    <a:pt x="0" y="1063013"/>
                  </a:lnTo>
                  <a:lnTo>
                    <a:pt x="0" y="1023602"/>
                  </a:lnTo>
                  <a:lnTo>
                    <a:pt x="0" y="984192"/>
                  </a:lnTo>
                  <a:lnTo>
                    <a:pt x="0" y="944781"/>
                  </a:lnTo>
                  <a:lnTo>
                    <a:pt x="0" y="905370"/>
                  </a:lnTo>
                  <a:lnTo>
                    <a:pt x="0" y="865959"/>
                  </a:lnTo>
                  <a:lnTo>
                    <a:pt x="0" y="826548"/>
                  </a:lnTo>
                  <a:lnTo>
                    <a:pt x="0" y="787137"/>
                  </a:lnTo>
                  <a:lnTo>
                    <a:pt x="0" y="747726"/>
                  </a:lnTo>
                  <a:lnTo>
                    <a:pt x="0" y="708315"/>
                  </a:lnTo>
                  <a:lnTo>
                    <a:pt x="0" y="668904"/>
                  </a:lnTo>
                  <a:lnTo>
                    <a:pt x="0" y="629493"/>
                  </a:lnTo>
                  <a:lnTo>
                    <a:pt x="0" y="590082"/>
                  </a:lnTo>
                  <a:lnTo>
                    <a:pt x="0" y="550672"/>
                  </a:lnTo>
                  <a:lnTo>
                    <a:pt x="0" y="511261"/>
                  </a:lnTo>
                  <a:lnTo>
                    <a:pt x="0" y="471850"/>
                  </a:lnTo>
                  <a:lnTo>
                    <a:pt x="0" y="432439"/>
                  </a:lnTo>
                  <a:lnTo>
                    <a:pt x="0" y="393028"/>
                  </a:lnTo>
                  <a:lnTo>
                    <a:pt x="0" y="353617"/>
                  </a:lnTo>
                  <a:lnTo>
                    <a:pt x="0" y="314206"/>
                  </a:lnTo>
                  <a:lnTo>
                    <a:pt x="0" y="274795"/>
                  </a:lnTo>
                  <a:lnTo>
                    <a:pt x="0" y="235384"/>
                  </a:lnTo>
                  <a:lnTo>
                    <a:pt x="0" y="195973"/>
                  </a:lnTo>
                  <a:lnTo>
                    <a:pt x="0" y="156563"/>
                  </a:lnTo>
                  <a:lnTo>
                    <a:pt x="0" y="117152"/>
                  </a:lnTo>
                  <a:lnTo>
                    <a:pt x="0" y="77741"/>
                  </a:lnTo>
                  <a:lnTo>
                    <a:pt x="0" y="38330"/>
                  </a:ln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rnd">
              <a:solidFill>
                <a:srgbClr val="F0F8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3669312" y="2354586"/>
              <a:ext cx="0" cy="3366361"/>
            </a:xfrm>
            <a:custGeom>
              <a:avLst/>
              <a:pathLst>
                <a:path w="0" h="3366361">
                  <a:moveTo>
                    <a:pt x="0" y="3366361"/>
                  </a:moveTo>
                  <a:lnTo>
                    <a:pt x="0" y="3348846"/>
                  </a:lnTo>
                  <a:lnTo>
                    <a:pt x="0" y="3309435"/>
                  </a:lnTo>
                  <a:lnTo>
                    <a:pt x="0" y="3270024"/>
                  </a:lnTo>
                  <a:lnTo>
                    <a:pt x="0" y="3230613"/>
                  </a:lnTo>
                  <a:lnTo>
                    <a:pt x="0" y="3191202"/>
                  </a:lnTo>
                  <a:lnTo>
                    <a:pt x="0" y="3151791"/>
                  </a:lnTo>
                  <a:lnTo>
                    <a:pt x="0" y="3112380"/>
                  </a:lnTo>
                  <a:lnTo>
                    <a:pt x="0" y="3072969"/>
                  </a:lnTo>
                  <a:lnTo>
                    <a:pt x="0" y="3033559"/>
                  </a:lnTo>
                  <a:lnTo>
                    <a:pt x="0" y="2994148"/>
                  </a:lnTo>
                  <a:lnTo>
                    <a:pt x="0" y="2954737"/>
                  </a:lnTo>
                  <a:lnTo>
                    <a:pt x="0" y="2915326"/>
                  </a:lnTo>
                  <a:lnTo>
                    <a:pt x="0" y="2875915"/>
                  </a:lnTo>
                  <a:lnTo>
                    <a:pt x="0" y="2836504"/>
                  </a:lnTo>
                  <a:lnTo>
                    <a:pt x="0" y="2797093"/>
                  </a:lnTo>
                  <a:lnTo>
                    <a:pt x="0" y="2757682"/>
                  </a:lnTo>
                  <a:lnTo>
                    <a:pt x="0" y="2718271"/>
                  </a:lnTo>
                  <a:lnTo>
                    <a:pt x="0" y="2678860"/>
                  </a:lnTo>
                  <a:lnTo>
                    <a:pt x="0" y="2639450"/>
                  </a:lnTo>
                  <a:lnTo>
                    <a:pt x="0" y="2600039"/>
                  </a:lnTo>
                  <a:lnTo>
                    <a:pt x="0" y="2560628"/>
                  </a:lnTo>
                  <a:lnTo>
                    <a:pt x="0" y="2521217"/>
                  </a:lnTo>
                  <a:lnTo>
                    <a:pt x="0" y="2481806"/>
                  </a:lnTo>
                  <a:lnTo>
                    <a:pt x="0" y="2442395"/>
                  </a:lnTo>
                  <a:lnTo>
                    <a:pt x="0" y="2402984"/>
                  </a:lnTo>
                  <a:lnTo>
                    <a:pt x="0" y="2363573"/>
                  </a:lnTo>
                  <a:lnTo>
                    <a:pt x="0" y="2324162"/>
                  </a:lnTo>
                  <a:lnTo>
                    <a:pt x="0" y="2284751"/>
                  </a:lnTo>
                  <a:lnTo>
                    <a:pt x="0" y="2245340"/>
                  </a:lnTo>
                  <a:lnTo>
                    <a:pt x="0" y="2205930"/>
                  </a:lnTo>
                  <a:lnTo>
                    <a:pt x="0" y="2166519"/>
                  </a:lnTo>
                  <a:lnTo>
                    <a:pt x="0" y="2127108"/>
                  </a:lnTo>
                  <a:lnTo>
                    <a:pt x="0" y="2087697"/>
                  </a:lnTo>
                  <a:lnTo>
                    <a:pt x="0" y="2048286"/>
                  </a:lnTo>
                  <a:lnTo>
                    <a:pt x="0" y="2008875"/>
                  </a:lnTo>
                  <a:lnTo>
                    <a:pt x="0" y="1969464"/>
                  </a:lnTo>
                  <a:lnTo>
                    <a:pt x="0" y="1930053"/>
                  </a:lnTo>
                  <a:lnTo>
                    <a:pt x="0" y="1890642"/>
                  </a:lnTo>
                  <a:lnTo>
                    <a:pt x="0" y="1851231"/>
                  </a:lnTo>
                  <a:lnTo>
                    <a:pt x="0" y="1811821"/>
                  </a:lnTo>
                  <a:lnTo>
                    <a:pt x="0" y="1772410"/>
                  </a:lnTo>
                  <a:lnTo>
                    <a:pt x="0" y="1732999"/>
                  </a:lnTo>
                  <a:lnTo>
                    <a:pt x="0" y="1693588"/>
                  </a:lnTo>
                  <a:lnTo>
                    <a:pt x="0" y="1654177"/>
                  </a:lnTo>
                  <a:lnTo>
                    <a:pt x="0" y="1614766"/>
                  </a:lnTo>
                  <a:lnTo>
                    <a:pt x="0" y="1575355"/>
                  </a:lnTo>
                  <a:lnTo>
                    <a:pt x="0" y="1535944"/>
                  </a:lnTo>
                  <a:lnTo>
                    <a:pt x="0" y="1496533"/>
                  </a:lnTo>
                  <a:lnTo>
                    <a:pt x="0" y="1457122"/>
                  </a:lnTo>
                  <a:lnTo>
                    <a:pt x="0" y="1417711"/>
                  </a:lnTo>
                  <a:lnTo>
                    <a:pt x="0" y="1378301"/>
                  </a:lnTo>
                  <a:lnTo>
                    <a:pt x="0" y="1338890"/>
                  </a:lnTo>
                  <a:lnTo>
                    <a:pt x="0" y="1299479"/>
                  </a:lnTo>
                  <a:lnTo>
                    <a:pt x="0" y="1260068"/>
                  </a:lnTo>
                  <a:lnTo>
                    <a:pt x="0" y="1220657"/>
                  </a:lnTo>
                  <a:lnTo>
                    <a:pt x="0" y="1181246"/>
                  </a:lnTo>
                  <a:lnTo>
                    <a:pt x="0" y="1141835"/>
                  </a:lnTo>
                  <a:lnTo>
                    <a:pt x="0" y="1102424"/>
                  </a:lnTo>
                  <a:lnTo>
                    <a:pt x="0" y="1063013"/>
                  </a:lnTo>
                  <a:lnTo>
                    <a:pt x="0" y="1023602"/>
                  </a:lnTo>
                  <a:lnTo>
                    <a:pt x="0" y="984192"/>
                  </a:lnTo>
                  <a:lnTo>
                    <a:pt x="0" y="944781"/>
                  </a:lnTo>
                  <a:lnTo>
                    <a:pt x="0" y="905370"/>
                  </a:lnTo>
                  <a:lnTo>
                    <a:pt x="0" y="865959"/>
                  </a:lnTo>
                  <a:lnTo>
                    <a:pt x="0" y="826548"/>
                  </a:lnTo>
                  <a:lnTo>
                    <a:pt x="0" y="787137"/>
                  </a:lnTo>
                  <a:lnTo>
                    <a:pt x="0" y="747726"/>
                  </a:lnTo>
                  <a:lnTo>
                    <a:pt x="0" y="708315"/>
                  </a:lnTo>
                  <a:lnTo>
                    <a:pt x="0" y="668904"/>
                  </a:lnTo>
                  <a:lnTo>
                    <a:pt x="0" y="629493"/>
                  </a:lnTo>
                  <a:lnTo>
                    <a:pt x="0" y="590082"/>
                  </a:lnTo>
                  <a:lnTo>
                    <a:pt x="0" y="550672"/>
                  </a:lnTo>
                  <a:lnTo>
                    <a:pt x="0" y="511261"/>
                  </a:lnTo>
                  <a:lnTo>
                    <a:pt x="0" y="471850"/>
                  </a:lnTo>
                  <a:lnTo>
                    <a:pt x="0" y="432439"/>
                  </a:lnTo>
                  <a:lnTo>
                    <a:pt x="0" y="393028"/>
                  </a:lnTo>
                  <a:lnTo>
                    <a:pt x="0" y="353617"/>
                  </a:lnTo>
                  <a:lnTo>
                    <a:pt x="0" y="314206"/>
                  </a:lnTo>
                  <a:lnTo>
                    <a:pt x="0" y="274795"/>
                  </a:lnTo>
                  <a:lnTo>
                    <a:pt x="0" y="235384"/>
                  </a:lnTo>
                  <a:lnTo>
                    <a:pt x="0" y="195973"/>
                  </a:lnTo>
                  <a:lnTo>
                    <a:pt x="0" y="156563"/>
                  </a:lnTo>
                  <a:lnTo>
                    <a:pt x="0" y="117152"/>
                  </a:lnTo>
                  <a:lnTo>
                    <a:pt x="0" y="77741"/>
                  </a:lnTo>
                  <a:lnTo>
                    <a:pt x="0" y="38330"/>
                  </a:ln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rnd">
              <a:solidFill>
                <a:srgbClr val="F0F8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4198487" y="2354586"/>
              <a:ext cx="0" cy="3366361"/>
            </a:xfrm>
            <a:custGeom>
              <a:avLst/>
              <a:pathLst>
                <a:path w="0" h="3366361">
                  <a:moveTo>
                    <a:pt x="0" y="3366361"/>
                  </a:moveTo>
                  <a:lnTo>
                    <a:pt x="0" y="3348846"/>
                  </a:lnTo>
                  <a:lnTo>
                    <a:pt x="0" y="3309435"/>
                  </a:lnTo>
                  <a:lnTo>
                    <a:pt x="0" y="3270024"/>
                  </a:lnTo>
                  <a:lnTo>
                    <a:pt x="0" y="3230613"/>
                  </a:lnTo>
                  <a:lnTo>
                    <a:pt x="0" y="3191202"/>
                  </a:lnTo>
                  <a:lnTo>
                    <a:pt x="0" y="3151791"/>
                  </a:lnTo>
                  <a:lnTo>
                    <a:pt x="0" y="3112380"/>
                  </a:lnTo>
                  <a:lnTo>
                    <a:pt x="0" y="3072969"/>
                  </a:lnTo>
                  <a:lnTo>
                    <a:pt x="0" y="3033559"/>
                  </a:lnTo>
                  <a:lnTo>
                    <a:pt x="0" y="2994148"/>
                  </a:lnTo>
                  <a:lnTo>
                    <a:pt x="0" y="2954737"/>
                  </a:lnTo>
                  <a:lnTo>
                    <a:pt x="0" y="2915326"/>
                  </a:lnTo>
                  <a:lnTo>
                    <a:pt x="0" y="2875915"/>
                  </a:lnTo>
                  <a:lnTo>
                    <a:pt x="0" y="2836504"/>
                  </a:lnTo>
                  <a:lnTo>
                    <a:pt x="0" y="2797093"/>
                  </a:lnTo>
                  <a:lnTo>
                    <a:pt x="0" y="2757682"/>
                  </a:lnTo>
                  <a:lnTo>
                    <a:pt x="0" y="2718271"/>
                  </a:lnTo>
                  <a:lnTo>
                    <a:pt x="0" y="2678860"/>
                  </a:lnTo>
                  <a:lnTo>
                    <a:pt x="0" y="2639450"/>
                  </a:lnTo>
                  <a:lnTo>
                    <a:pt x="0" y="2600039"/>
                  </a:lnTo>
                  <a:lnTo>
                    <a:pt x="0" y="2560628"/>
                  </a:lnTo>
                  <a:lnTo>
                    <a:pt x="0" y="2521217"/>
                  </a:lnTo>
                  <a:lnTo>
                    <a:pt x="0" y="2481806"/>
                  </a:lnTo>
                  <a:lnTo>
                    <a:pt x="0" y="2442395"/>
                  </a:lnTo>
                  <a:lnTo>
                    <a:pt x="0" y="2402984"/>
                  </a:lnTo>
                  <a:lnTo>
                    <a:pt x="0" y="2363573"/>
                  </a:lnTo>
                  <a:lnTo>
                    <a:pt x="0" y="2324162"/>
                  </a:lnTo>
                  <a:lnTo>
                    <a:pt x="0" y="2284751"/>
                  </a:lnTo>
                  <a:lnTo>
                    <a:pt x="0" y="2245340"/>
                  </a:lnTo>
                  <a:lnTo>
                    <a:pt x="0" y="2205930"/>
                  </a:lnTo>
                  <a:lnTo>
                    <a:pt x="0" y="2166519"/>
                  </a:lnTo>
                  <a:lnTo>
                    <a:pt x="0" y="2127108"/>
                  </a:lnTo>
                  <a:lnTo>
                    <a:pt x="0" y="2087697"/>
                  </a:lnTo>
                  <a:lnTo>
                    <a:pt x="0" y="2048286"/>
                  </a:lnTo>
                  <a:lnTo>
                    <a:pt x="0" y="2008875"/>
                  </a:lnTo>
                  <a:lnTo>
                    <a:pt x="0" y="1969464"/>
                  </a:lnTo>
                  <a:lnTo>
                    <a:pt x="0" y="1930053"/>
                  </a:lnTo>
                  <a:lnTo>
                    <a:pt x="0" y="1890642"/>
                  </a:lnTo>
                  <a:lnTo>
                    <a:pt x="0" y="1851231"/>
                  </a:lnTo>
                  <a:lnTo>
                    <a:pt x="0" y="1811821"/>
                  </a:lnTo>
                  <a:lnTo>
                    <a:pt x="0" y="1772410"/>
                  </a:lnTo>
                  <a:lnTo>
                    <a:pt x="0" y="1732999"/>
                  </a:lnTo>
                  <a:lnTo>
                    <a:pt x="0" y="1693588"/>
                  </a:lnTo>
                  <a:lnTo>
                    <a:pt x="0" y="1654177"/>
                  </a:lnTo>
                  <a:lnTo>
                    <a:pt x="0" y="1614766"/>
                  </a:lnTo>
                  <a:lnTo>
                    <a:pt x="0" y="1575355"/>
                  </a:lnTo>
                  <a:lnTo>
                    <a:pt x="0" y="1535944"/>
                  </a:lnTo>
                  <a:lnTo>
                    <a:pt x="0" y="1496533"/>
                  </a:lnTo>
                  <a:lnTo>
                    <a:pt x="0" y="1457122"/>
                  </a:lnTo>
                  <a:lnTo>
                    <a:pt x="0" y="1417711"/>
                  </a:lnTo>
                  <a:lnTo>
                    <a:pt x="0" y="1378301"/>
                  </a:lnTo>
                  <a:lnTo>
                    <a:pt x="0" y="1338890"/>
                  </a:lnTo>
                  <a:lnTo>
                    <a:pt x="0" y="1299479"/>
                  </a:lnTo>
                  <a:lnTo>
                    <a:pt x="0" y="1260068"/>
                  </a:lnTo>
                  <a:lnTo>
                    <a:pt x="0" y="1220657"/>
                  </a:lnTo>
                  <a:lnTo>
                    <a:pt x="0" y="1181246"/>
                  </a:lnTo>
                  <a:lnTo>
                    <a:pt x="0" y="1141835"/>
                  </a:lnTo>
                  <a:lnTo>
                    <a:pt x="0" y="1102424"/>
                  </a:lnTo>
                  <a:lnTo>
                    <a:pt x="0" y="1063013"/>
                  </a:lnTo>
                  <a:lnTo>
                    <a:pt x="0" y="1023602"/>
                  </a:lnTo>
                  <a:lnTo>
                    <a:pt x="0" y="984192"/>
                  </a:lnTo>
                  <a:lnTo>
                    <a:pt x="0" y="944781"/>
                  </a:lnTo>
                  <a:lnTo>
                    <a:pt x="0" y="905370"/>
                  </a:lnTo>
                  <a:lnTo>
                    <a:pt x="0" y="865959"/>
                  </a:lnTo>
                  <a:lnTo>
                    <a:pt x="0" y="826548"/>
                  </a:lnTo>
                  <a:lnTo>
                    <a:pt x="0" y="787137"/>
                  </a:lnTo>
                  <a:lnTo>
                    <a:pt x="0" y="747726"/>
                  </a:lnTo>
                  <a:lnTo>
                    <a:pt x="0" y="708315"/>
                  </a:lnTo>
                  <a:lnTo>
                    <a:pt x="0" y="668904"/>
                  </a:lnTo>
                  <a:lnTo>
                    <a:pt x="0" y="629493"/>
                  </a:lnTo>
                  <a:lnTo>
                    <a:pt x="0" y="590082"/>
                  </a:lnTo>
                  <a:lnTo>
                    <a:pt x="0" y="550672"/>
                  </a:lnTo>
                  <a:lnTo>
                    <a:pt x="0" y="511261"/>
                  </a:lnTo>
                  <a:lnTo>
                    <a:pt x="0" y="471850"/>
                  </a:lnTo>
                  <a:lnTo>
                    <a:pt x="0" y="432439"/>
                  </a:lnTo>
                  <a:lnTo>
                    <a:pt x="0" y="393028"/>
                  </a:lnTo>
                  <a:lnTo>
                    <a:pt x="0" y="353617"/>
                  </a:lnTo>
                  <a:lnTo>
                    <a:pt x="0" y="314206"/>
                  </a:lnTo>
                  <a:lnTo>
                    <a:pt x="0" y="274795"/>
                  </a:lnTo>
                  <a:lnTo>
                    <a:pt x="0" y="235384"/>
                  </a:lnTo>
                  <a:lnTo>
                    <a:pt x="0" y="195973"/>
                  </a:lnTo>
                  <a:lnTo>
                    <a:pt x="0" y="156563"/>
                  </a:lnTo>
                  <a:lnTo>
                    <a:pt x="0" y="117152"/>
                  </a:lnTo>
                  <a:lnTo>
                    <a:pt x="0" y="77741"/>
                  </a:lnTo>
                  <a:lnTo>
                    <a:pt x="0" y="38330"/>
                  </a:ln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rnd">
              <a:solidFill>
                <a:srgbClr val="F0F8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4727662" y="2354586"/>
              <a:ext cx="0" cy="3366361"/>
            </a:xfrm>
            <a:custGeom>
              <a:avLst/>
              <a:pathLst>
                <a:path w="0" h="3366361">
                  <a:moveTo>
                    <a:pt x="0" y="3366361"/>
                  </a:moveTo>
                  <a:lnTo>
                    <a:pt x="0" y="3348846"/>
                  </a:lnTo>
                  <a:lnTo>
                    <a:pt x="0" y="3309435"/>
                  </a:lnTo>
                  <a:lnTo>
                    <a:pt x="0" y="3270024"/>
                  </a:lnTo>
                  <a:lnTo>
                    <a:pt x="0" y="3230613"/>
                  </a:lnTo>
                  <a:lnTo>
                    <a:pt x="0" y="3191202"/>
                  </a:lnTo>
                  <a:lnTo>
                    <a:pt x="0" y="3151791"/>
                  </a:lnTo>
                  <a:lnTo>
                    <a:pt x="0" y="3112380"/>
                  </a:lnTo>
                  <a:lnTo>
                    <a:pt x="0" y="3072969"/>
                  </a:lnTo>
                  <a:lnTo>
                    <a:pt x="0" y="3033559"/>
                  </a:lnTo>
                  <a:lnTo>
                    <a:pt x="0" y="2994148"/>
                  </a:lnTo>
                  <a:lnTo>
                    <a:pt x="0" y="2954737"/>
                  </a:lnTo>
                  <a:lnTo>
                    <a:pt x="0" y="2915326"/>
                  </a:lnTo>
                  <a:lnTo>
                    <a:pt x="0" y="2875915"/>
                  </a:lnTo>
                  <a:lnTo>
                    <a:pt x="0" y="2836504"/>
                  </a:lnTo>
                  <a:lnTo>
                    <a:pt x="0" y="2797093"/>
                  </a:lnTo>
                  <a:lnTo>
                    <a:pt x="0" y="2757682"/>
                  </a:lnTo>
                  <a:lnTo>
                    <a:pt x="0" y="2718271"/>
                  </a:lnTo>
                  <a:lnTo>
                    <a:pt x="0" y="2678860"/>
                  </a:lnTo>
                  <a:lnTo>
                    <a:pt x="0" y="2639450"/>
                  </a:lnTo>
                  <a:lnTo>
                    <a:pt x="0" y="2600039"/>
                  </a:lnTo>
                  <a:lnTo>
                    <a:pt x="0" y="2560628"/>
                  </a:lnTo>
                  <a:lnTo>
                    <a:pt x="0" y="2521217"/>
                  </a:lnTo>
                  <a:lnTo>
                    <a:pt x="0" y="2481806"/>
                  </a:lnTo>
                  <a:lnTo>
                    <a:pt x="0" y="2442395"/>
                  </a:lnTo>
                  <a:lnTo>
                    <a:pt x="0" y="2402984"/>
                  </a:lnTo>
                  <a:lnTo>
                    <a:pt x="0" y="2363573"/>
                  </a:lnTo>
                  <a:lnTo>
                    <a:pt x="0" y="2324162"/>
                  </a:lnTo>
                  <a:lnTo>
                    <a:pt x="0" y="2284751"/>
                  </a:lnTo>
                  <a:lnTo>
                    <a:pt x="0" y="2245340"/>
                  </a:lnTo>
                  <a:lnTo>
                    <a:pt x="0" y="2205930"/>
                  </a:lnTo>
                  <a:lnTo>
                    <a:pt x="0" y="2166519"/>
                  </a:lnTo>
                  <a:lnTo>
                    <a:pt x="0" y="2127108"/>
                  </a:lnTo>
                  <a:lnTo>
                    <a:pt x="0" y="2087697"/>
                  </a:lnTo>
                  <a:lnTo>
                    <a:pt x="0" y="2048286"/>
                  </a:lnTo>
                  <a:lnTo>
                    <a:pt x="0" y="2008875"/>
                  </a:lnTo>
                  <a:lnTo>
                    <a:pt x="0" y="1969464"/>
                  </a:lnTo>
                  <a:lnTo>
                    <a:pt x="0" y="1930053"/>
                  </a:lnTo>
                  <a:lnTo>
                    <a:pt x="0" y="1890642"/>
                  </a:lnTo>
                  <a:lnTo>
                    <a:pt x="0" y="1851231"/>
                  </a:lnTo>
                  <a:lnTo>
                    <a:pt x="0" y="1811821"/>
                  </a:lnTo>
                  <a:lnTo>
                    <a:pt x="0" y="1772410"/>
                  </a:lnTo>
                  <a:lnTo>
                    <a:pt x="0" y="1732999"/>
                  </a:lnTo>
                  <a:lnTo>
                    <a:pt x="0" y="1693588"/>
                  </a:lnTo>
                  <a:lnTo>
                    <a:pt x="0" y="1654177"/>
                  </a:lnTo>
                  <a:lnTo>
                    <a:pt x="0" y="1614766"/>
                  </a:lnTo>
                  <a:lnTo>
                    <a:pt x="0" y="1575355"/>
                  </a:lnTo>
                  <a:lnTo>
                    <a:pt x="0" y="1535944"/>
                  </a:lnTo>
                  <a:lnTo>
                    <a:pt x="0" y="1496533"/>
                  </a:lnTo>
                  <a:lnTo>
                    <a:pt x="0" y="1457122"/>
                  </a:lnTo>
                  <a:lnTo>
                    <a:pt x="0" y="1417711"/>
                  </a:lnTo>
                  <a:lnTo>
                    <a:pt x="0" y="1378301"/>
                  </a:lnTo>
                  <a:lnTo>
                    <a:pt x="0" y="1338890"/>
                  </a:lnTo>
                  <a:lnTo>
                    <a:pt x="0" y="1299479"/>
                  </a:lnTo>
                  <a:lnTo>
                    <a:pt x="0" y="1260068"/>
                  </a:lnTo>
                  <a:lnTo>
                    <a:pt x="0" y="1220657"/>
                  </a:lnTo>
                  <a:lnTo>
                    <a:pt x="0" y="1181246"/>
                  </a:lnTo>
                  <a:lnTo>
                    <a:pt x="0" y="1141835"/>
                  </a:lnTo>
                  <a:lnTo>
                    <a:pt x="0" y="1102424"/>
                  </a:lnTo>
                  <a:lnTo>
                    <a:pt x="0" y="1063013"/>
                  </a:lnTo>
                  <a:lnTo>
                    <a:pt x="0" y="1023602"/>
                  </a:lnTo>
                  <a:lnTo>
                    <a:pt x="0" y="984192"/>
                  </a:lnTo>
                  <a:lnTo>
                    <a:pt x="0" y="944781"/>
                  </a:lnTo>
                  <a:lnTo>
                    <a:pt x="0" y="905370"/>
                  </a:lnTo>
                  <a:lnTo>
                    <a:pt x="0" y="865959"/>
                  </a:lnTo>
                  <a:lnTo>
                    <a:pt x="0" y="826548"/>
                  </a:lnTo>
                  <a:lnTo>
                    <a:pt x="0" y="787137"/>
                  </a:lnTo>
                  <a:lnTo>
                    <a:pt x="0" y="747726"/>
                  </a:lnTo>
                  <a:lnTo>
                    <a:pt x="0" y="708315"/>
                  </a:lnTo>
                  <a:lnTo>
                    <a:pt x="0" y="668904"/>
                  </a:lnTo>
                  <a:lnTo>
                    <a:pt x="0" y="629493"/>
                  </a:lnTo>
                  <a:lnTo>
                    <a:pt x="0" y="590082"/>
                  </a:lnTo>
                  <a:lnTo>
                    <a:pt x="0" y="550672"/>
                  </a:lnTo>
                  <a:lnTo>
                    <a:pt x="0" y="511261"/>
                  </a:lnTo>
                  <a:lnTo>
                    <a:pt x="0" y="471850"/>
                  </a:lnTo>
                  <a:lnTo>
                    <a:pt x="0" y="432439"/>
                  </a:lnTo>
                  <a:lnTo>
                    <a:pt x="0" y="393028"/>
                  </a:lnTo>
                  <a:lnTo>
                    <a:pt x="0" y="353617"/>
                  </a:lnTo>
                  <a:lnTo>
                    <a:pt x="0" y="314206"/>
                  </a:lnTo>
                  <a:lnTo>
                    <a:pt x="0" y="274795"/>
                  </a:lnTo>
                  <a:lnTo>
                    <a:pt x="0" y="235384"/>
                  </a:lnTo>
                  <a:lnTo>
                    <a:pt x="0" y="195973"/>
                  </a:lnTo>
                  <a:lnTo>
                    <a:pt x="0" y="156563"/>
                  </a:lnTo>
                  <a:lnTo>
                    <a:pt x="0" y="117152"/>
                  </a:lnTo>
                  <a:lnTo>
                    <a:pt x="0" y="77741"/>
                  </a:lnTo>
                  <a:lnTo>
                    <a:pt x="0" y="38330"/>
                  </a:ln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rnd">
              <a:solidFill>
                <a:srgbClr val="F0F8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5256837" y="2354586"/>
              <a:ext cx="0" cy="3366361"/>
            </a:xfrm>
            <a:custGeom>
              <a:avLst/>
              <a:pathLst>
                <a:path w="0" h="3366361">
                  <a:moveTo>
                    <a:pt x="0" y="3366361"/>
                  </a:moveTo>
                  <a:lnTo>
                    <a:pt x="0" y="3348846"/>
                  </a:lnTo>
                  <a:lnTo>
                    <a:pt x="0" y="3309435"/>
                  </a:lnTo>
                  <a:lnTo>
                    <a:pt x="0" y="3270024"/>
                  </a:lnTo>
                  <a:lnTo>
                    <a:pt x="0" y="3230613"/>
                  </a:lnTo>
                  <a:lnTo>
                    <a:pt x="0" y="3191202"/>
                  </a:lnTo>
                  <a:lnTo>
                    <a:pt x="0" y="3151791"/>
                  </a:lnTo>
                  <a:lnTo>
                    <a:pt x="0" y="3112380"/>
                  </a:lnTo>
                  <a:lnTo>
                    <a:pt x="0" y="3072969"/>
                  </a:lnTo>
                  <a:lnTo>
                    <a:pt x="0" y="3033559"/>
                  </a:lnTo>
                  <a:lnTo>
                    <a:pt x="0" y="2994148"/>
                  </a:lnTo>
                  <a:lnTo>
                    <a:pt x="0" y="2954737"/>
                  </a:lnTo>
                  <a:lnTo>
                    <a:pt x="0" y="2915326"/>
                  </a:lnTo>
                  <a:lnTo>
                    <a:pt x="0" y="2875915"/>
                  </a:lnTo>
                  <a:lnTo>
                    <a:pt x="0" y="2836504"/>
                  </a:lnTo>
                  <a:lnTo>
                    <a:pt x="0" y="2797093"/>
                  </a:lnTo>
                  <a:lnTo>
                    <a:pt x="0" y="2757682"/>
                  </a:lnTo>
                  <a:lnTo>
                    <a:pt x="0" y="2718271"/>
                  </a:lnTo>
                  <a:lnTo>
                    <a:pt x="0" y="2678860"/>
                  </a:lnTo>
                  <a:lnTo>
                    <a:pt x="0" y="2639450"/>
                  </a:lnTo>
                  <a:lnTo>
                    <a:pt x="0" y="2600039"/>
                  </a:lnTo>
                  <a:lnTo>
                    <a:pt x="0" y="2560628"/>
                  </a:lnTo>
                  <a:lnTo>
                    <a:pt x="0" y="2521217"/>
                  </a:lnTo>
                  <a:lnTo>
                    <a:pt x="0" y="2481806"/>
                  </a:lnTo>
                  <a:lnTo>
                    <a:pt x="0" y="2442395"/>
                  </a:lnTo>
                  <a:lnTo>
                    <a:pt x="0" y="2402984"/>
                  </a:lnTo>
                  <a:lnTo>
                    <a:pt x="0" y="2363573"/>
                  </a:lnTo>
                  <a:lnTo>
                    <a:pt x="0" y="2324162"/>
                  </a:lnTo>
                  <a:lnTo>
                    <a:pt x="0" y="2284751"/>
                  </a:lnTo>
                  <a:lnTo>
                    <a:pt x="0" y="2245340"/>
                  </a:lnTo>
                  <a:lnTo>
                    <a:pt x="0" y="2205930"/>
                  </a:lnTo>
                  <a:lnTo>
                    <a:pt x="0" y="2166519"/>
                  </a:lnTo>
                  <a:lnTo>
                    <a:pt x="0" y="2127108"/>
                  </a:lnTo>
                  <a:lnTo>
                    <a:pt x="0" y="2087697"/>
                  </a:lnTo>
                  <a:lnTo>
                    <a:pt x="0" y="2048286"/>
                  </a:lnTo>
                  <a:lnTo>
                    <a:pt x="0" y="2008875"/>
                  </a:lnTo>
                  <a:lnTo>
                    <a:pt x="0" y="1969464"/>
                  </a:lnTo>
                  <a:lnTo>
                    <a:pt x="0" y="1930053"/>
                  </a:lnTo>
                  <a:lnTo>
                    <a:pt x="0" y="1890642"/>
                  </a:lnTo>
                  <a:lnTo>
                    <a:pt x="0" y="1851231"/>
                  </a:lnTo>
                  <a:lnTo>
                    <a:pt x="0" y="1811821"/>
                  </a:lnTo>
                  <a:lnTo>
                    <a:pt x="0" y="1772410"/>
                  </a:lnTo>
                  <a:lnTo>
                    <a:pt x="0" y="1732999"/>
                  </a:lnTo>
                  <a:lnTo>
                    <a:pt x="0" y="1693588"/>
                  </a:lnTo>
                  <a:lnTo>
                    <a:pt x="0" y="1654177"/>
                  </a:lnTo>
                  <a:lnTo>
                    <a:pt x="0" y="1614766"/>
                  </a:lnTo>
                  <a:lnTo>
                    <a:pt x="0" y="1575355"/>
                  </a:lnTo>
                  <a:lnTo>
                    <a:pt x="0" y="1535944"/>
                  </a:lnTo>
                  <a:lnTo>
                    <a:pt x="0" y="1496533"/>
                  </a:lnTo>
                  <a:lnTo>
                    <a:pt x="0" y="1457122"/>
                  </a:lnTo>
                  <a:lnTo>
                    <a:pt x="0" y="1417711"/>
                  </a:lnTo>
                  <a:lnTo>
                    <a:pt x="0" y="1378301"/>
                  </a:lnTo>
                  <a:lnTo>
                    <a:pt x="0" y="1338890"/>
                  </a:lnTo>
                  <a:lnTo>
                    <a:pt x="0" y="1299479"/>
                  </a:lnTo>
                  <a:lnTo>
                    <a:pt x="0" y="1260068"/>
                  </a:lnTo>
                  <a:lnTo>
                    <a:pt x="0" y="1220657"/>
                  </a:lnTo>
                  <a:lnTo>
                    <a:pt x="0" y="1181246"/>
                  </a:lnTo>
                  <a:lnTo>
                    <a:pt x="0" y="1141835"/>
                  </a:lnTo>
                  <a:lnTo>
                    <a:pt x="0" y="1102424"/>
                  </a:lnTo>
                  <a:lnTo>
                    <a:pt x="0" y="1063013"/>
                  </a:lnTo>
                  <a:lnTo>
                    <a:pt x="0" y="1023602"/>
                  </a:lnTo>
                  <a:lnTo>
                    <a:pt x="0" y="984192"/>
                  </a:lnTo>
                  <a:lnTo>
                    <a:pt x="0" y="944781"/>
                  </a:lnTo>
                  <a:lnTo>
                    <a:pt x="0" y="905370"/>
                  </a:lnTo>
                  <a:lnTo>
                    <a:pt x="0" y="865959"/>
                  </a:lnTo>
                  <a:lnTo>
                    <a:pt x="0" y="826548"/>
                  </a:lnTo>
                  <a:lnTo>
                    <a:pt x="0" y="787137"/>
                  </a:lnTo>
                  <a:lnTo>
                    <a:pt x="0" y="747726"/>
                  </a:lnTo>
                  <a:lnTo>
                    <a:pt x="0" y="708315"/>
                  </a:lnTo>
                  <a:lnTo>
                    <a:pt x="0" y="668904"/>
                  </a:lnTo>
                  <a:lnTo>
                    <a:pt x="0" y="629493"/>
                  </a:lnTo>
                  <a:lnTo>
                    <a:pt x="0" y="590082"/>
                  </a:lnTo>
                  <a:lnTo>
                    <a:pt x="0" y="550672"/>
                  </a:lnTo>
                  <a:lnTo>
                    <a:pt x="0" y="511261"/>
                  </a:lnTo>
                  <a:lnTo>
                    <a:pt x="0" y="471850"/>
                  </a:lnTo>
                  <a:lnTo>
                    <a:pt x="0" y="432439"/>
                  </a:lnTo>
                  <a:lnTo>
                    <a:pt x="0" y="393028"/>
                  </a:lnTo>
                  <a:lnTo>
                    <a:pt x="0" y="353617"/>
                  </a:lnTo>
                  <a:lnTo>
                    <a:pt x="0" y="314206"/>
                  </a:lnTo>
                  <a:lnTo>
                    <a:pt x="0" y="274795"/>
                  </a:lnTo>
                  <a:lnTo>
                    <a:pt x="0" y="235384"/>
                  </a:lnTo>
                  <a:lnTo>
                    <a:pt x="0" y="195973"/>
                  </a:lnTo>
                  <a:lnTo>
                    <a:pt x="0" y="156563"/>
                  </a:lnTo>
                  <a:lnTo>
                    <a:pt x="0" y="117152"/>
                  </a:lnTo>
                  <a:lnTo>
                    <a:pt x="0" y="77741"/>
                  </a:lnTo>
                  <a:lnTo>
                    <a:pt x="0" y="38330"/>
                  </a:ln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rnd">
              <a:solidFill>
                <a:srgbClr val="F0F8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5786012" y="2354586"/>
              <a:ext cx="0" cy="3366361"/>
            </a:xfrm>
            <a:custGeom>
              <a:avLst/>
              <a:pathLst>
                <a:path w="0" h="3366361">
                  <a:moveTo>
                    <a:pt x="0" y="3366361"/>
                  </a:moveTo>
                  <a:lnTo>
                    <a:pt x="0" y="3348846"/>
                  </a:lnTo>
                  <a:lnTo>
                    <a:pt x="0" y="3309435"/>
                  </a:lnTo>
                  <a:lnTo>
                    <a:pt x="0" y="3270024"/>
                  </a:lnTo>
                  <a:lnTo>
                    <a:pt x="0" y="3230613"/>
                  </a:lnTo>
                  <a:lnTo>
                    <a:pt x="0" y="3191202"/>
                  </a:lnTo>
                  <a:lnTo>
                    <a:pt x="0" y="3151791"/>
                  </a:lnTo>
                  <a:lnTo>
                    <a:pt x="0" y="3112380"/>
                  </a:lnTo>
                  <a:lnTo>
                    <a:pt x="0" y="3072969"/>
                  </a:lnTo>
                  <a:lnTo>
                    <a:pt x="0" y="3033559"/>
                  </a:lnTo>
                  <a:lnTo>
                    <a:pt x="0" y="2994148"/>
                  </a:lnTo>
                  <a:lnTo>
                    <a:pt x="0" y="2954737"/>
                  </a:lnTo>
                  <a:lnTo>
                    <a:pt x="0" y="2915326"/>
                  </a:lnTo>
                  <a:lnTo>
                    <a:pt x="0" y="2875915"/>
                  </a:lnTo>
                  <a:lnTo>
                    <a:pt x="0" y="2836504"/>
                  </a:lnTo>
                  <a:lnTo>
                    <a:pt x="0" y="2797093"/>
                  </a:lnTo>
                  <a:lnTo>
                    <a:pt x="0" y="2757682"/>
                  </a:lnTo>
                  <a:lnTo>
                    <a:pt x="0" y="2718271"/>
                  </a:lnTo>
                  <a:lnTo>
                    <a:pt x="0" y="2678860"/>
                  </a:lnTo>
                  <a:lnTo>
                    <a:pt x="0" y="2639450"/>
                  </a:lnTo>
                  <a:lnTo>
                    <a:pt x="0" y="2600039"/>
                  </a:lnTo>
                  <a:lnTo>
                    <a:pt x="0" y="2560628"/>
                  </a:lnTo>
                  <a:lnTo>
                    <a:pt x="0" y="2521217"/>
                  </a:lnTo>
                  <a:lnTo>
                    <a:pt x="0" y="2481806"/>
                  </a:lnTo>
                  <a:lnTo>
                    <a:pt x="0" y="2442395"/>
                  </a:lnTo>
                  <a:lnTo>
                    <a:pt x="0" y="2402984"/>
                  </a:lnTo>
                  <a:lnTo>
                    <a:pt x="0" y="2363573"/>
                  </a:lnTo>
                  <a:lnTo>
                    <a:pt x="0" y="2324162"/>
                  </a:lnTo>
                  <a:lnTo>
                    <a:pt x="0" y="2284751"/>
                  </a:lnTo>
                  <a:lnTo>
                    <a:pt x="0" y="2245340"/>
                  </a:lnTo>
                  <a:lnTo>
                    <a:pt x="0" y="2205930"/>
                  </a:lnTo>
                  <a:lnTo>
                    <a:pt x="0" y="2166519"/>
                  </a:lnTo>
                  <a:lnTo>
                    <a:pt x="0" y="2127108"/>
                  </a:lnTo>
                  <a:lnTo>
                    <a:pt x="0" y="2087697"/>
                  </a:lnTo>
                  <a:lnTo>
                    <a:pt x="0" y="2048286"/>
                  </a:lnTo>
                  <a:lnTo>
                    <a:pt x="0" y="2008875"/>
                  </a:lnTo>
                  <a:lnTo>
                    <a:pt x="0" y="1969464"/>
                  </a:lnTo>
                  <a:lnTo>
                    <a:pt x="0" y="1930053"/>
                  </a:lnTo>
                  <a:lnTo>
                    <a:pt x="0" y="1890642"/>
                  </a:lnTo>
                  <a:lnTo>
                    <a:pt x="0" y="1851231"/>
                  </a:lnTo>
                  <a:lnTo>
                    <a:pt x="0" y="1811821"/>
                  </a:lnTo>
                  <a:lnTo>
                    <a:pt x="0" y="1772410"/>
                  </a:lnTo>
                  <a:lnTo>
                    <a:pt x="0" y="1732999"/>
                  </a:lnTo>
                  <a:lnTo>
                    <a:pt x="0" y="1693588"/>
                  </a:lnTo>
                  <a:lnTo>
                    <a:pt x="0" y="1654177"/>
                  </a:lnTo>
                  <a:lnTo>
                    <a:pt x="0" y="1614766"/>
                  </a:lnTo>
                  <a:lnTo>
                    <a:pt x="0" y="1575355"/>
                  </a:lnTo>
                  <a:lnTo>
                    <a:pt x="0" y="1535944"/>
                  </a:lnTo>
                  <a:lnTo>
                    <a:pt x="0" y="1496533"/>
                  </a:lnTo>
                  <a:lnTo>
                    <a:pt x="0" y="1457122"/>
                  </a:lnTo>
                  <a:lnTo>
                    <a:pt x="0" y="1417711"/>
                  </a:lnTo>
                  <a:lnTo>
                    <a:pt x="0" y="1378301"/>
                  </a:lnTo>
                  <a:lnTo>
                    <a:pt x="0" y="1338890"/>
                  </a:lnTo>
                  <a:lnTo>
                    <a:pt x="0" y="1299479"/>
                  </a:lnTo>
                  <a:lnTo>
                    <a:pt x="0" y="1260068"/>
                  </a:lnTo>
                  <a:lnTo>
                    <a:pt x="0" y="1220657"/>
                  </a:lnTo>
                  <a:lnTo>
                    <a:pt x="0" y="1181246"/>
                  </a:lnTo>
                  <a:lnTo>
                    <a:pt x="0" y="1141835"/>
                  </a:lnTo>
                  <a:lnTo>
                    <a:pt x="0" y="1102424"/>
                  </a:lnTo>
                  <a:lnTo>
                    <a:pt x="0" y="1063013"/>
                  </a:lnTo>
                  <a:lnTo>
                    <a:pt x="0" y="1023602"/>
                  </a:lnTo>
                  <a:lnTo>
                    <a:pt x="0" y="984192"/>
                  </a:lnTo>
                  <a:lnTo>
                    <a:pt x="0" y="944781"/>
                  </a:lnTo>
                  <a:lnTo>
                    <a:pt x="0" y="905370"/>
                  </a:lnTo>
                  <a:lnTo>
                    <a:pt x="0" y="865959"/>
                  </a:lnTo>
                  <a:lnTo>
                    <a:pt x="0" y="826548"/>
                  </a:lnTo>
                  <a:lnTo>
                    <a:pt x="0" y="787137"/>
                  </a:lnTo>
                  <a:lnTo>
                    <a:pt x="0" y="747726"/>
                  </a:lnTo>
                  <a:lnTo>
                    <a:pt x="0" y="708315"/>
                  </a:lnTo>
                  <a:lnTo>
                    <a:pt x="0" y="668904"/>
                  </a:lnTo>
                  <a:lnTo>
                    <a:pt x="0" y="629493"/>
                  </a:lnTo>
                  <a:lnTo>
                    <a:pt x="0" y="590082"/>
                  </a:lnTo>
                  <a:lnTo>
                    <a:pt x="0" y="550672"/>
                  </a:lnTo>
                  <a:lnTo>
                    <a:pt x="0" y="511261"/>
                  </a:lnTo>
                  <a:lnTo>
                    <a:pt x="0" y="471850"/>
                  </a:lnTo>
                  <a:lnTo>
                    <a:pt x="0" y="432439"/>
                  </a:lnTo>
                  <a:lnTo>
                    <a:pt x="0" y="393028"/>
                  </a:lnTo>
                  <a:lnTo>
                    <a:pt x="0" y="353617"/>
                  </a:lnTo>
                  <a:lnTo>
                    <a:pt x="0" y="314206"/>
                  </a:lnTo>
                  <a:lnTo>
                    <a:pt x="0" y="274795"/>
                  </a:lnTo>
                  <a:lnTo>
                    <a:pt x="0" y="235384"/>
                  </a:lnTo>
                  <a:lnTo>
                    <a:pt x="0" y="195973"/>
                  </a:lnTo>
                  <a:lnTo>
                    <a:pt x="0" y="156563"/>
                  </a:lnTo>
                  <a:lnTo>
                    <a:pt x="0" y="117152"/>
                  </a:lnTo>
                  <a:lnTo>
                    <a:pt x="0" y="77741"/>
                  </a:lnTo>
                  <a:lnTo>
                    <a:pt x="0" y="38330"/>
                  </a:ln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rnd">
              <a:solidFill>
                <a:srgbClr val="F0F8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6315187" y="2354586"/>
              <a:ext cx="0" cy="3366361"/>
            </a:xfrm>
            <a:custGeom>
              <a:avLst/>
              <a:pathLst>
                <a:path w="0" h="3366361">
                  <a:moveTo>
                    <a:pt x="0" y="3366361"/>
                  </a:moveTo>
                  <a:lnTo>
                    <a:pt x="0" y="3348846"/>
                  </a:lnTo>
                  <a:lnTo>
                    <a:pt x="0" y="3309435"/>
                  </a:lnTo>
                  <a:lnTo>
                    <a:pt x="0" y="3270024"/>
                  </a:lnTo>
                  <a:lnTo>
                    <a:pt x="0" y="3230613"/>
                  </a:lnTo>
                  <a:lnTo>
                    <a:pt x="0" y="3191202"/>
                  </a:lnTo>
                  <a:lnTo>
                    <a:pt x="0" y="3151791"/>
                  </a:lnTo>
                  <a:lnTo>
                    <a:pt x="0" y="3112380"/>
                  </a:lnTo>
                  <a:lnTo>
                    <a:pt x="0" y="3072969"/>
                  </a:lnTo>
                  <a:lnTo>
                    <a:pt x="0" y="3033559"/>
                  </a:lnTo>
                  <a:lnTo>
                    <a:pt x="0" y="2994148"/>
                  </a:lnTo>
                  <a:lnTo>
                    <a:pt x="0" y="2954737"/>
                  </a:lnTo>
                  <a:lnTo>
                    <a:pt x="0" y="2915326"/>
                  </a:lnTo>
                  <a:lnTo>
                    <a:pt x="0" y="2875915"/>
                  </a:lnTo>
                  <a:lnTo>
                    <a:pt x="0" y="2836504"/>
                  </a:lnTo>
                  <a:lnTo>
                    <a:pt x="0" y="2797093"/>
                  </a:lnTo>
                  <a:lnTo>
                    <a:pt x="0" y="2757682"/>
                  </a:lnTo>
                  <a:lnTo>
                    <a:pt x="0" y="2718271"/>
                  </a:lnTo>
                  <a:lnTo>
                    <a:pt x="0" y="2678860"/>
                  </a:lnTo>
                  <a:lnTo>
                    <a:pt x="0" y="2639450"/>
                  </a:lnTo>
                  <a:lnTo>
                    <a:pt x="0" y="2600039"/>
                  </a:lnTo>
                  <a:lnTo>
                    <a:pt x="0" y="2560628"/>
                  </a:lnTo>
                  <a:lnTo>
                    <a:pt x="0" y="2521217"/>
                  </a:lnTo>
                  <a:lnTo>
                    <a:pt x="0" y="2481806"/>
                  </a:lnTo>
                  <a:lnTo>
                    <a:pt x="0" y="2442395"/>
                  </a:lnTo>
                  <a:lnTo>
                    <a:pt x="0" y="2402984"/>
                  </a:lnTo>
                  <a:lnTo>
                    <a:pt x="0" y="2363573"/>
                  </a:lnTo>
                  <a:lnTo>
                    <a:pt x="0" y="2324162"/>
                  </a:lnTo>
                  <a:lnTo>
                    <a:pt x="0" y="2284751"/>
                  </a:lnTo>
                  <a:lnTo>
                    <a:pt x="0" y="2245340"/>
                  </a:lnTo>
                  <a:lnTo>
                    <a:pt x="0" y="2205930"/>
                  </a:lnTo>
                  <a:lnTo>
                    <a:pt x="0" y="2166519"/>
                  </a:lnTo>
                  <a:lnTo>
                    <a:pt x="0" y="2127108"/>
                  </a:lnTo>
                  <a:lnTo>
                    <a:pt x="0" y="2087697"/>
                  </a:lnTo>
                  <a:lnTo>
                    <a:pt x="0" y="2048286"/>
                  </a:lnTo>
                  <a:lnTo>
                    <a:pt x="0" y="2008875"/>
                  </a:lnTo>
                  <a:lnTo>
                    <a:pt x="0" y="1969464"/>
                  </a:lnTo>
                  <a:lnTo>
                    <a:pt x="0" y="1930053"/>
                  </a:lnTo>
                  <a:lnTo>
                    <a:pt x="0" y="1890642"/>
                  </a:lnTo>
                  <a:lnTo>
                    <a:pt x="0" y="1851231"/>
                  </a:lnTo>
                  <a:lnTo>
                    <a:pt x="0" y="1811821"/>
                  </a:lnTo>
                  <a:lnTo>
                    <a:pt x="0" y="1772410"/>
                  </a:lnTo>
                  <a:lnTo>
                    <a:pt x="0" y="1732999"/>
                  </a:lnTo>
                  <a:lnTo>
                    <a:pt x="0" y="1693588"/>
                  </a:lnTo>
                  <a:lnTo>
                    <a:pt x="0" y="1654177"/>
                  </a:lnTo>
                  <a:lnTo>
                    <a:pt x="0" y="1614766"/>
                  </a:lnTo>
                  <a:lnTo>
                    <a:pt x="0" y="1575355"/>
                  </a:lnTo>
                  <a:lnTo>
                    <a:pt x="0" y="1535944"/>
                  </a:lnTo>
                  <a:lnTo>
                    <a:pt x="0" y="1496533"/>
                  </a:lnTo>
                  <a:lnTo>
                    <a:pt x="0" y="1457122"/>
                  </a:lnTo>
                  <a:lnTo>
                    <a:pt x="0" y="1417711"/>
                  </a:lnTo>
                  <a:lnTo>
                    <a:pt x="0" y="1378301"/>
                  </a:lnTo>
                  <a:lnTo>
                    <a:pt x="0" y="1338890"/>
                  </a:lnTo>
                  <a:lnTo>
                    <a:pt x="0" y="1299479"/>
                  </a:lnTo>
                  <a:lnTo>
                    <a:pt x="0" y="1260068"/>
                  </a:lnTo>
                  <a:lnTo>
                    <a:pt x="0" y="1220657"/>
                  </a:lnTo>
                  <a:lnTo>
                    <a:pt x="0" y="1181246"/>
                  </a:lnTo>
                  <a:lnTo>
                    <a:pt x="0" y="1141835"/>
                  </a:lnTo>
                  <a:lnTo>
                    <a:pt x="0" y="1102424"/>
                  </a:lnTo>
                  <a:lnTo>
                    <a:pt x="0" y="1063013"/>
                  </a:lnTo>
                  <a:lnTo>
                    <a:pt x="0" y="1023602"/>
                  </a:lnTo>
                  <a:lnTo>
                    <a:pt x="0" y="984192"/>
                  </a:lnTo>
                  <a:lnTo>
                    <a:pt x="0" y="944781"/>
                  </a:lnTo>
                  <a:lnTo>
                    <a:pt x="0" y="905370"/>
                  </a:lnTo>
                  <a:lnTo>
                    <a:pt x="0" y="865959"/>
                  </a:lnTo>
                  <a:lnTo>
                    <a:pt x="0" y="826548"/>
                  </a:lnTo>
                  <a:lnTo>
                    <a:pt x="0" y="787137"/>
                  </a:lnTo>
                  <a:lnTo>
                    <a:pt x="0" y="747726"/>
                  </a:lnTo>
                  <a:lnTo>
                    <a:pt x="0" y="708315"/>
                  </a:lnTo>
                  <a:lnTo>
                    <a:pt x="0" y="668904"/>
                  </a:lnTo>
                  <a:lnTo>
                    <a:pt x="0" y="629493"/>
                  </a:lnTo>
                  <a:lnTo>
                    <a:pt x="0" y="590082"/>
                  </a:lnTo>
                  <a:lnTo>
                    <a:pt x="0" y="550672"/>
                  </a:lnTo>
                  <a:lnTo>
                    <a:pt x="0" y="511261"/>
                  </a:lnTo>
                  <a:lnTo>
                    <a:pt x="0" y="471850"/>
                  </a:lnTo>
                  <a:lnTo>
                    <a:pt x="0" y="432439"/>
                  </a:lnTo>
                  <a:lnTo>
                    <a:pt x="0" y="393028"/>
                  </a:lnTo>
                  <a:lnTo>
                    <a:pt x="0" y="353617"/>
                  </a:lnTo>
                  <a:lnTo>
                    <a:pt x="0" y="314206"/>
                  </a:lnTo>
                  <a:lnTo>
                    <a:pt x="0" y="274795"/>
                  </a:lnTo>
                  <a:lnTo>
                    <a:pt x="0" y="235384"/>
                  </a:lnTo>
                  <a:lnTo>
                    <a:pt x="0" y="195973"/>
                  </a:lnTo>
                  <a:lnTo>
                    <a:pt x="0" y="156563"/>
                  </a:lnTo>
                  <a:lnTo>
                    <a:pt x="0" y="117152"/>
                  </a:lnTo>
                  <a:lnTo>
                    <a:pt x="0" y="77741"/>
                  </a:lnTo>
                  <a:lnTo>
                    <a:pt x="0" y="38330"/>
                  </a:ln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rnd">
              <a:solidFill>
                <a:srgbClr val="F0F8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2201917" y="5407850"/>
              <a:ext cx="4342247" cy="0"/>
            </a:xfrm>
            <a:custGeom>
              <a:avLst/>
              <a:pathLst>
                <a:path w="4342247" h="0">
                  <a:moveTo>
                    <a:pt x="0" y="0"/>
                  </a:moveTo>
                  <a:lnTo>
                    <a:pt x="24190" y="0"/>
                  </a:lnTo>
                  <a:lnTo>
                    <a:pt x="72297" y="0"/>
                  </a:lnTo>
                  <a:lnTo>
                    <a:pt x="120403" y="0"/>
                  </a:lnTo>
                  <a:lnTo>
                    <a:pt x="168510" y="0"/>
                  </a:lnTo>
                  <a:lnTo>
                    <a:pt x="216617" y="0"/>
                  </a:lnTo>
                  <a:lnTo>
                    <a:pt x="264724" y="0"/>
                  </a:lnTo>
                  <a:lnTo>
                    <a:pt x="312831" y="0"/>
                  </a:lnTo>
                  <a:lnTo>
                    <a:pt x="360938" y="0"/>
                  </a:lnTo>
                  <a:lnTo>
                    <a:pt x="409044" y="0"/>
                  </a:lnTo>
                  <a:lnTo>
                    <a:pt x="457151" y="0"/>
                  </a:lnTo>
                  <a:lnTo>
                    <a:pt x="505258" y="0"/>
                  </a:lnTo>
                  <a:lnTo>
                    <a:pt x="553365" y="0"/>
                  </a:lnTo>
                  <a:lnTo>
                    <a:pt x="601472" y="0"/>
                  </a:lnTo>
                  <a:lnTo>
                    <a:pt x="649579" y="0"/>
                  </a:lnTo>
                  <a:lnTo>
                    <a:pt x="697685" y="0"/>
                  </a:lnTo>
                  <a:lnTo>
                    <a:pt x="745792" y="0"/>
                  </a:lnTo>
                  <a:lnTo>
                    <a:pt x="793899" y="0"/>
                  </a:lnTo>
                  <a:lnTo>
                    <a:pt x="842006" y="0"/>
                  </a:lnTo>
                  <a:lnTo>
                    <a:pt x="890113" y="0"/>
                  </a:lnTo>
                  <a:lnTo>
                    <a:pt x="938219" y="0"/>
                  </a:lnTo>
                  <a:lnTo>
                    <a:pt x="986326" y="0"/>
                  </a:lnTo>
                  <a:lnTo>
                    <a:pt x="1034433" y="0"/>
                  </a:lnTo>
                  <a:lnTo>
                    <a:pt x="1082540" y="0"/>
                  </a:lnTo>
                  <a:lnTo>
                    <a:pt x="1130647" y="0"/>
                  </a:lnTo>
                  <a:lnTo>
                    <a:pt x="1178754" y="0"/>
                  </a:lnTo>
                  <a:lnTo>
                    <a:pt x="1226860" y="0"/>
                  </a:lnTo>
                  <a:lnTo>
                    <a:pt x="1274967" y="0"/>
                  </a:lnTo>
                  <a:lnTo>
                    <a:pt x="1323074" y="0"/>
                  </a:lnTo>
                  <a:lnTo>
                    <a:pt x="1371181" y="0"/>
                  </a:lnTo>
                  <a:lnTo>
                    <a:pt x="1419288" y="0"/>
                  </a:lnTo>
                  <a:lnTo>
                    <a:pt x="1467394" y="0"/>
                  </a:lnTo>
                  <a:lnTo>
                    <a:pt x="1515501" y="0"/>
                  </a:lnTo>
                  <a:lnTo>
                    <a:pt x="1563608" y="0"/>
                  </a:lnTo>
                  <a:lnTo>
                    <a:pt x="1611715" y="0"/>
                  </a:lnTo>
                  <a:lnTo>
                    <a:pt x="1659822" y="0"/>
                  </a:lnTo>
                  <a:lnTo>
                    <a:pt x="1707929" y="0"/>
                  </a:lnTo>
                  <a:lnTo>
                    <a:pt x="1756035" y="0"/>
                  </a:lnTo>
                  <a:lnTo>
                    <a:pt x="1804142" y="0"/>
                  </a:lnTo>
                  <a:lnTo>
                    <a:pt x="1852249" y="0"/>
                  </a:lnTo>
                  <a:lnTo>
                    <a:pt x="1900356" y="0"/>
                  </a:lnTo>
                  <a:lnTo>
                    <a:pt x="1948463" y="0"/>
                  </a:lnTo>
                  <a:lnTo>
                    <a:pt x="1996570" y="0"/>
                  </a:lnTo>
                  <a:lnTo>
                    <a:pt x="2044676" y="0"/>
                  </a:lnTo>
                  <a:lnTo>
                    <a:pt x="2092783" y="0"/>
                  </a:lnTo>
                  <a:lnTo>
                    <a:pt x="2140890" y="0"/>
                  </a:lnTo>
                  <a:lnTo>
                    <a:pt x="2188997" y="0"/>
                  </a:lnTo>
                  <a:lnTo>
                    <a:pt x="2237104" y="0"/>
                  </a:lnTo>
                  <a:lnTo>
                    <a:pt x="2285210" y="0"/>
                  </a:lnTo>
                  <a:lnTo>
                    <a:pt x="2333317" y="0"/>
                  </a:lnTo>
                  <a:lnTo>
                    <a:pt x="2381424" y="0"/>
                  </a:lnTo>
                  <a:lnTo>
                    <a:pt x="2429531" y="0"/>
                  </a:lnTo>
                  <a:lnTo>
                    <a:pt x="2477638" y="0"/>
                  </a:lnTo>
                  <a:lnTo>
                    <a:pt x="2525745" y="0"/>
                  </a:lnTo>
                  <a:lnTo>
                    <a:pt x="2573851" y="0"/>
                  </a:lnTo>
                  <a:lnTo>
                    <a:pt x="2621958" y="0"/>
                  </a:lnTo>
                  <a:lnTo>
                    <a:pt x="2670065" y="0"/>
                  </a:lnTo>
                  <a:lnTo>
                    <a:pt x="2718172" y="0"/>
                  </a:lnTo>
                  <a:lnTo>
                    <a:pt x="2766279" y="0"/>
                  </a:lnTo>
                  <a:lnTo>
                    <a:pt x="2814386" y="0"/>
                  </a:lnTo>
                  <a:lnTo>
                    <a:pt x="2862492" y="0"/>
                  </a:lnTo>
                  <a:lnTo>
                    <a:pt x="2910599" y="0"/>
                  </a:lnTo>
                  <a:lnTo>
                    <a:pt x="2958706" y="0"/>
                  </a:lnTo>
                  <a:lnTo>
                    <a:pt x="3006813" y="0"/>
                  </a:lnTo>
                  <a:lnTo>
                    <a:pt x="3054920" y="0"/>
                  </a:lnTo>
                  <a:lnTo>
                    <a:pt x="3103026" y="0"/>
                  </a:lnTo>
                  <a:lnTo>
                    <a:pt x="3151133" y="0"/>
                  </a:lnTo>
                  <a:lnTo>
                    <a:pt x="3199240" y="0"/>
                  </a:lnTo>
                  <a:lnTo>
                    <a:pt x="3247347" y="0"/>
                  </a:lnTo>
                  <a:lnTo>
                    <a:pt x="3295454" y="0"/>
                  </a:lnTo>
                  <a:lnTo>
                    <a:pt x="3343561" y="0"/>
                  </a:lnTo>
                  <a:lnTo>
                    <a:pt x="3391667" y="0"/>
                  </a:lnTo>
                  <a:lnTo>
                    <a:pt x="3439774" y="0"/>
                  </a:lnTo>
                  <a:lnTo>
                    <a:pt x="3487881" y="0"/>
                  </a:lnTo>
                  <a:lnTo>
                    <a:pt x="3535988" y="0"/>
                  </a:lnTo>
                  <a:lnTo>
                    <a:pt x="3584095" y="0"/>
                  </a:lnTo>
                  <a:lnTo>
                    <a:pt x="3632202" y="0"/>
                  </a:lnTo>
                  <a:lnTo>
                    <a:pt x="3680308" y="0"/>
                  </a:lnTo>
                  <a:lnTo>
                    <a:pt x="3728415" y="0"/>
                  </a:lnTo>
                  <a:lnTo>
                    <a:pt x="3776522" y="0"/>
                  </a:lnTo>
                  <a:lnTo>
                    <a:pt x="3824629" y="0"/>
                  </a:lnTo>
                  <a:lnTo>
                    <a:pt x="3872736" y="0"/>
                  </a:lnTo>
                  <a:lnTo>
                    <a:pt x="3920842" y="0"/>
                  </a:lnTo>
                  <a:lnTo>
                    <a:pt x="3968949" y="0"/>
                  </a:lnTo>
                  <a:lnTo>
                    <a:pt x="4017056" y="0"/>
                  </a:lnTo>
                  <a:lnTo>
                    <a:pt x="4065163" y="0"/>
                  </a:lnTo>
                  <a:lnTo>
                    <a:pt x="4113270" y="0"/>
                  </a:lnTo>
                  <a:lnTo>
                    <a:pt x="4161377" y="0"/>
                  </a:lnTo>
                  <a:lnTo>
                    <a:pt x="4209483" y="0"/>
                  </a:lnTo>
                  <a:lnTo>
                    <a:pt x="4257590" y="0"/>
                  </a:lnTo>
                  <a:lnTo>
                    <a:pt x="4305697" y="0"/>
                  </a:lnTo>
                  <a:lnTo>
                    <a:pt x="4342247" y="0"/>
                  </a:lnTo>
                  <a:lnTo>
                    <a:pt x="4342247" y="0"/>
                  </a:lnTo>
                </a:path>
              </a:pathLst>
            </a:custGeom>
            <a:ln w="13550" cap="rnd">
              <a:solidFill>
                <a:srgbClr val="F0F8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2201917" y="4757570"/>
              <a:ext cx="4342247" cy="0"/>
            </a:xfrm>
            <a:custGeom>
              <a:avLst/>
              <a:pathLst>
                <a:path w="4342247" h="0">
                  <a:moveTo>
                    <a:pt x="0" y="0"/>
                  </a:moveTo>
                  <a:lnTo>
                    <a:pt x="24190" y="0"/>
                  </a:lnTo>
                  <a:lnTo>
                    <a:pt x="72297" y="0"/>
                  </a:lnTo>
                  <a:lnTo>
                    <a:pt x="120403" y="0"/>
                  </a:lnTo>
                  <a:lnTo>
                    <a:pt x="168510" y="0"/>
                  </a:lnTo>
                  <a:lnTo>
                    <a:pt x="216617" y="0"/>
                  </a:lnTo>
                  <a:lnTo>
                    <a:pt x="264724" y="0"/>
                  </a:lnTo>
                  <a:lnTo>
                    <a:pt x="312831" y="0"/>
                  </a:lnTo>
                  <a:lnTo>
                    <a:pt x="360938" y="0"/>
                  </a:lnTo>
                  <a:lnTo>
                    <a:pt x="409044" y="0"/>
                  </a:lnTo>
                  <a:lnTo>
                    <a:pt x="457151" y="0"/>
                  </a:lnTo>
                  <a:lnTo>
                    <a:pt x="505258" y="0"/>
                  </a:lnTo>
                  <a:lnTo>
                    <a:pt x="553365" y="0"/>
                  </a:lnTo>
                  <a:lnTo>
                    <a:pt x="601472" y="0"/>
                  </a:lnTo>
                  <a:lnTo>
                    <a:pt x="649579" y="0"/>
                  </a:lnTo>
                  <a:lnTo>
                    <a:pt x="697685" y="0"/>
                  </a:lnTo>
                  <a:lnTo>
                    <a:pt x="745792" y="0"/>
                  </a:lnTo>
                  <a:lnTo>
                    <a:pt x="793899" y="0"/>
                  </a:lnTo>
                  <a:lnTo>
                    <a:pt x="842006" y="0"/>
                  </a:lnTo>
                  <a:lnTo>
                    <a:pt x="890113" y="0"/>
                  </a:lnTo>
                  <a:lnTo>
                    <a:pt x="938219" y="0"/>
                  </a:lnTo>
                  <a:lnTo>
                    <a:pt x="986326" y="0"/>
                  </a:lnTo>
                  <a:lnTo>
                    <a:pt x="1034433" y="0"/>
                  </a:lnTo>
                  <a:lnTo>
                    <a:pt x="1082540" y="0"/>
                  </a:lnTo>
                  <a:lnTo>
                    <a:pt x="1130647" y="0"/>
                  </a:lnTo>
                  <a:lnTo>
                    <a:pt x="1178754" y="0"/>
                  </a:lnTo>
                  <a:lnTo>
                    <a:pt x="1226860" y="0"/>
                  </a:lnTo>
                  <a:lnTo>
                    <a:pt x="1274967" y="0"/>
                  </a:lnTo>
                  <a:lnTo>
                    <a:pt x="1323074" y="0"/>
                  </a:lnTo>
                  <a:lnTo>
                    <a:pt x="1371181" y="0"/>
                  </a:lnTo>
                  <a:lnTo>
                    <a:pt x="1419288" y="0"/>
                  </a:lnTo>
                  <a:lnTo>
                    <a:pt x="1467394" y="0"/>
                  </a:lnTo>
                  <a:lnTo>
                    <a:pt x="1515501" y="0"/>
                  </a:lnTo>
                  <a:lnTo>
                    <a:pt x="1563608" y="0"/>
                  </a:lnTo>
                  <a:lnTo>
                    <a:pt x="1611715" y="0"/>
                  </a:lnTo>
                  <a:lnTo>
                    <a:pt x="1659822" y="0"/>
                  </a:lnTo>
                  <a:lnTo>
                    <a:pt x="1707929" y="0"/>
                  </a:lnTo>
                  <a:lnTo>
                    <a:pt x="1756035" y="0"/>
                  </a:lnTo>
                  <a:lnTo>
                    <a:pt x="1804142" y="0"/>
                  </a:lnTo>
                  <a:lnTo>
                    <a:pt x="1852249" y="0"/>
                  </a:lnTo>
                  <a:lnTo>
                    <a:pt x="1900356" y="0"/>
                  </a:lnTo>
                  <a:lnTo>
                    <a:pt x="1948463" y="0"/>
                  </a:lnTo>
                  <a:lnTo>
                    <a:pt x="1996570" y="0"/>
                  </a:lnTo>
                  <a:lnTo>
                    <a:pt x="2044676" y="0"/>
                  </a:lnTo>
                  <a:lnTo>
                    <a:pt x="2092783" y="0"/>
                  </a:lnTo>
                  <a:lnTo>
                    <a:pt x="2140890" y="0"/>
                  </a:lnTo>
                  <a:lnTo>
                    <a:pt x="2188997" y="0"/>
                  </a:lnTo>
                  <a:lnTo>
                    <a:pt x="2237104" y="0"/>
                  </a:lnTo>
                  <a:lnTo>
                    <a:pt x="2285210" y="0"/>
                  </a:lnTo>
                  <a:lnTo>
                    <a:pt x="2333317" y="0"/>
                  </a:lnTo>
                  <a:lnTo>
                    <a:pt x="2381424" y="0"/>
                  </a:lnTo>
                  <a:lnTo>
                    <a:pt x="2429531" y="0"/>
                  </a:lnTo>
                  <a:lnTo>
                    <a:pt x="2477638" y="0"/>
                  </a:lnTo>
                  <a:lnTo>
                    <a:pt x="2525745" y="0"/>
                  </a:lnTo>
                  <a:lnTo>
                    <a:pt x="2573851" y="0"/>
                  </a:lnTo>
                  <a:lnTo>
                    <a:pt x="2621958" y="0"/>
                  </a:lnTo>
                  <a:lnTo>
                    <a:pt x="2670065" y="0"/>
                  </a:lnTo>
                  <a:lnTo>
                    <a:pt x="2718172" y="0"/>
                  </a:lnTo>
                  <a:lnTo>
                    <a:pt x="2766279" y="0"/>
                  </a:lnTo>
                  <a:lnTo>
                    <a:pt x="2814386" y="0"/>
                  </a:lnTo>
                  <a:lnTo>
                    <a:pt x="2862492" y="0"/>
                  </a:lnTo>
                  <a:lnTo>
                    <a:pt x="2910599" y="0"/>
                  </a:lnTo>
                  <a:lnTo>
                    <a:pt x="2958706" y="0"/>
                  </a:lnTo>
                  <a:lnTo>
                    <a:pt x="3006813" y="0"/>
                  </a:lnTo>
                  <a:lnTo>
                    <a:pt x="3054920" y="0"/>
                  </a:lnTo>
                  <a:lnTo>
                    <a:pt x="3103026" y="0"/>
                  </a:lnTo>
                  <a:lnTo>
                    <a:pt x="3151133" y="0"/>
                  </a:lnTo>
                  <a:lnTo>
                    <a:pt x="3199240" y="0"/>
                  </a:lnTo>
                  <a:lnTo>
                    <a:pt x="3247347" y="0"/>
                  </a:lnTo>
                  <a:lnTo>
                    <a:pt x="3295454" y="0"/>
                  </a:lnTo>
                  <a:lnTo>
                    <a:pt x="3343561" y="0"/>
                  </a:lnTo>
                  <a:lnTo>
                    <a:pt x="3391667" y="0"/>
                  </a:lnTo>
                  <a:lnTo>
                    <a:pt x="3439774" y="0"/>
                  </a:lnTo>
                  <a:lnTo>
                    <a:pt x="3487881" y="0"/>
                  </a:lnTo>
                  <a:lnTo>
                    <a:pt x="3535988" y="0"/>
                  </a:lnTo>
                  <a:lnTo>
                    <a:pt x="3584095" y="0"/>
                  </a:lnTo>
                  <a:lnTo>
                    <a:pt x="3632202" y="0"/>
                  </a:lnTo>
                  <a:lnTo>
                    <a:pt x="3680308" y="0"/>
                  </a:lnTo>
                  <a:lnTo>
                    <a:pt x="3728415" y="0"/>
                  </a:lnTo>
                  <a:lnTo>
                    <a:pt x="3776522" y="0"/>
                  </a:lnTo>
                  <a:lnTo>
                    <a:pt x="3824629" y="0"/>
                  </a:lnTo>
                  <a:lnTo>
                    <a:pt x="3872736" y="0"/>
                  </a:lnTo>
                  <a:lnTo>
                    <a:pt x="3920842" y="0"/>
                  </a:lnTo>
                  <a:lnTo>
                    <a:pt x="3968949" y="0"/>
                  </a:lnTo>
                  <a:lnTo>
                    <a:pt x="4017056" y="0"/>
                  </a:lnTo>
                  <a:lnTo>
                    <a:pt x="4065163" y="0"/>
                  </a:lnTo>
                  <a:lnTo>
                    <a:pt x="4113270" y="0"/>
                  </a:lnTo>
                  <a:lnTo>
                    <a:pt x="4161377" y="0"/>
                  </a:lnTo>
                  <a:lnTo>
                    <a:pt x="4209483" y="0"/>
                  </a:lnTo>
                  <a:lnTo>
                    <a:pt x="4257590" y="0"/>
                  </a:lnTo>
                  <a:lnTo>
                    <a:pt x="4305697" y="0"/>
                  </a:lnTo>
                  <a:lnTo>
                    <a:pt x="4342247" y="0"/>
                  </a:lnTo>
                  <a:lnTo>
                    <a:pt x="4342247" y="0"/>
                  </a:lnTo>
                </a:path>
              </a:pathLst>
            </a:custGeom>
            <a:ln w="13550" cap="rnd">
              <a:solidFill>
                <a:srgbClr val="F0F8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2201917" y="4107291"/>
              <a:ext cx="4342247" cy="0"/>
            </a:xfrm>
            <a:custGeom>
              <a:avLst/>
              <a:pathLst>
                <a:path w="4342247" h="0">
                  <a:moveTo>
                    <a:pt x="0" y="0"/>
                  </a:moveTo>
                  <a:lnTo>
                    <a:pt x="24190" y="0"/>
                  </a:lnTo>
                  <a:lnTo>
                    <a:pt x="72297" y="0"/>
                  </a:lnTo>
                  <a:lnTo>
                    <a:pt x="120403" y="0"/>
                  </a:lnTo>
                  <a:lnTo>
                    <a:pt x="168510" y="0"/>
                  </a:lnTo>
                  <a:lnTo>
                    <a:pt x="216617" y="0"/>
                  </a:lnTo>
                  <a:lnTo>
                    <a:pt x="264724" y="0"/>
                  </a:lnTo>
                  <a:lnTo>
                    <a:pt x="312831" y="0"/>
                  </a:lnTo>
                  <a:lnTo>
                    <a:pt x="360938" y="0"/>
                  </a:lnTo>
                  <a:lnTo>
                    <a:pt x="409044" y="0"/>
                  </a:lnTo>
                  <a:lnTo>
                    <a:pt x="457151" y="0"/>
                  </a:lnTo>
                  <a:lnTo>
                    <a:pt x="505258" y="0"/>
                  </a:lnTo>
                  <a:lnTo>
                    <a:pt x="553365" y="0"/>
                  </a:lnTo>
                  <a:lnTo>
                    <a:pt x="601472" y="0"/>
                  </a:lnTo>
                  <a:lnTo>
                    <a:pt x="649579" y="0"/>
                  </a:lnTo>
                  <a:lnTo>
                    <a:pt x="697685" y="0"/>
                  </a:lnTo>
                  <a:lnTo>
                    <a:pt x="745792" y="0"/>
                  </a:lnTo>
                  <a:lnTo>
                    <a:pt x="793899" y="0"/>
                  </a:lnTo>
                  <a:lnTo>
                    <a:pt x="842006" y="0"/>
                  </a:lnTo>
                  <a:lnTo>
                    <a:pt x="890113" y="0"/>
                  </a:lnTo>
                  <a:lnTo>
                    <a:pt x="938219" y="0"/>
                  </a:lnTo>
                  <a:lnTo>
                    <a:pt x="986326" y="0"/>
                  </a:lnTo>
                  <a:lnTo>
                    <a:pt x="1034433" y="0"/>
                  </a:lnTo>
                  <a:lnTo>
                    <a:pt x="1082540" y="0"/>
                  </a:lnTo>
                  <a:lnTo>
                    <a:pt x="1130647" y="0"/>
                  </a:lnTo>
                  <a:lnTo>
                    <a:pt x="1178754" y="0"/>
                  </a:lnTo>
                  <a:lnTo>
                    <a:pt x="1226860" y="0"/>
                  </a:lnTo>
                  <a:lnTo>
                    <a:pt x="1274967" y="0"/>
                  </a:lnTo>
                  <a:lnTo>
                    <a:pt x="1323074" y="0"/>
                  </a:lnTo>
                  <a:lnTo>
                    <a:pt x="1371181" y="0"/>
                  </a:lnTo>
                  <a:lnTo>
                    <a:pt x="1419288" y="0"/>
                  </a:lnTo>
                  <a:lnTo>
                    <a:pt x="1467394" y="0"/>
                  </a:lnTo>
                  <a:lnTo>
                    <a:pt x="1515501" y="0"/>
                  </a:lnTo>
                  <a:lnTo>
                    <a:pt x="1563608" y="0"/>
                  </a:lnTo>
                  <a:lnTo>
                    <a:pt x="1611715" y="0"/>
                  </a:lnTo>
                  <a:lnTo>
                    <a:pt x="1659822" y="0"/>
                  </a:lnTo>
                  <a:lnTo>
                    <a:pt x="1707929" y="0"/>
                  </a:lnTo>
                  <a:lnTo>
                    <a:pt x="1756035" y="0"/>
                  </a:lnTo>
                  <a:lnTo>
                    <a:pt x="1804142" y="0"/>
                  </a:lnTo>
                  <a:lnTo>
                    <a:pt x="1852249" y="0"/>
                  </a:lnTo>
                  <a:lnTo>
                    <a:pt x="1900356" y="0"/>
                  </a:lnTo>
                  <a:lnTo>
                    <a:pt x="1948463" y="0"/>
                  </a:lnTo>
                  <a:lnTo>
                    <a:pt x="1996570" y="0"/>
                  </a:lnTo>
                  <a:lnTo>
                    <a:pt x="2044676" y="0"/>
                  </a:lnTo>
                  <a:lnTo>
                    <a:pt x="2092783" y="0"/>
                  </a:lnTo>
                  <a:lnTo>
                    <a:pt x="2140890" y="0"/>
                  </a:lnTo>
                  <a:lnTo>
                    <a:pt x="2188997" y="0"/>
                  </a:lnTo>
                  <a:lnTo>
                    <a:pt x="2237104" y="0"/>
                  </a:lnTo>
                  <a:lnTo>
                    <a:pt x="2285210" y="0"/>
                  </a:lnTo>
                  <a:lnTo>
                    <a:pt x="2333317" y="0"/>
                  </a:lnTo>
                  <a:lnTo>
                    <a:pt x="2381424" y="0"/>
                  </a:lnTo>
                  <a:lnTo>
                    <a:pt x="2429531" y="0"/>
                  </a:lnTo>
                  <a:lnTo>
                    <a:pt x="2477638" y="0"/>
                  </a:lnTo>
                  <a:lnTo>
                    <a:pt x="2525745" y="0"/>
                  </a:lnTo>
                  <a:lnTo>
                    <a:pt x="2573851" y="0"/>
                  </a:lnTo>
                  <a:lnTo>
                    <a:pt x="2621958" y="0"/>
                  </a:lnTo>
                  <a:lnTo>
                    <a:pt x="2670065" y="0"/>
                  </a:lnTo>
                  <a:lnTo>
                    <a:pt x="2718172" y="0"/>
                  </a:lnTo>
                  <a:lnTo>
                    <a:pt x="2766279" y="0"/>
                  </a:lnTo>
                  <a:lnTo>
                    <a:pt x="2814386" y="0"/>
                  </a:lnTo>
                  <a:lnTo>
                    <a:pt x="2862492" y="0"/>
                  </a:lnTo>
                  <a:lnTo>
                    <a:pt x="2910599" y="0"/>
                  </a:lnTo>
                  <a:lnTo>
                    <a:pt x="2958706" y="0"/>
                  </a:lnTo>
                  <a:lnTo>
                    <a:pt x="3006813" y="0"/>
                  </a:lnTo>
                  <a:lnTo>
                    <a:pt x="3054920" y="0"/>
                  </a:lnTo>
                  <a:lnTo>
                    <a:pt x="3103026" y="0"/>
                  </a:lnTo>
                  <a:lnTo>
                    <a:pt x="3151133" y="0"/>
                  </a:lnTo>
                  <a:lnTo>
                    <a:pt x="3199240" y="0"/>
                  </a:lnTo>
                  <a:lnTo>
                    <a:pt x="3247347" y="0"/>
                  </a:lnTo>
                  <a:lnTo>
                    <a:pt x="3295454" y="0"/>
                  </a:lnTo>
                  <a:lnTo>
                    <a:pt x="3343561" y="0"/>
                  </a:lnTo>
                  <a:lnTo>
                    <a:pt x="3391667" y="0"/>
                  </a:lnTo>
                  <a:lnTo>
                    <a:pt x="3439774" y="0"/>
                  </a:lnTo>
                  <a:lnTo>
                    <a:pt x="3487881" y="0"/>
                  </a:lnTo>
                  <a:lnTo>
                    <a:pt x="3535988" y="0"/>
                  </a:lnTo>
                  <a:lnTo>
                    <a:pt x="3584095" y="0"/>
                  </a:lnTo>
                  <a:lnTo>
                    <a:pt x="3632202" y="0"/>
                  </a:lnTo>
                  <a:lnTo>
                    <a:pt x="3680308" y="0"/>
                  </a:lnTo>
                  <a:lnTo>
                    <a:pt x="3728415" y="0"/>
                  </a:lnTo>
                  <a:lnTo>
                    <a:pt x="3776522" y="0"/>
                  </a:lnTo>
                  <a:lnTo>
                    <a:pt x="3824629" y="0"/>
                  </a:lnTo>
                  <a:lnTo>
                    <a:pt x="3872736" y="0"/>
                  </a:lnTo>
                  <a:lnTo>
                    <a:pt x="3920842" y="0"/>
                  </a:lnTo>
                  <a:lnTo>
                    <a:pt x="3968949" y="0"/>
                  </a:lnTo>
                  <a:lnTo>
                    <a:pt x="4017056" y="0"/>
                  </a:lnTo>
                  <a:lnTo>
                    <a:pt x="4065163" y="0"/>
                  </a:lnTo>
                  <a:lnTo>
                    <a:pt x="4113270" y="0"/>
                  </a:lnTo>
                  <a:lnTo>
                    <a:pt x="4161377" y="0"/>
                  </a:lnTo>
                  <a:lnTo>
                    <a:pt x="4209483" y="0"/>
                  </a:lnTo>
                  <a:lnTo>
                    <a:pt x="4257590" y="0"/>
                  </a:lnTo>
                  <a:lnTo>
                    <a:pt x="4305697" y="0"/>
                  </a:lnTo>
                  <a:lnTo>
                    <a:pt x="4342247" y="0"/>
                  </a:lnTo>
                  <a:lnTo>
                    <a:pt x="4342247" y="0"/>
                  </a:lnTo>
                </a:path>
              </a:pathLst>
            </a:custGeom>
            <a:ln w="13550" cap="rnd">
              <a:solidFill>
                <a:srgbClr val="F0F8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2201917" y="3457011"/>
              <a:ext cx="4342247" cy="0"/>
            </a:xfrm>
            <a:custGeom>
              <a:avLst/>
              <a:pathLst>
                <a:path w="4342247" h="0">
                  <a:moveTo>
                    <a:pt x="0" y="0"/>
                  </a:moveTo>
                  <a:lnTo>
                    <a:pt x="24190" y="0"/>
                  </a:lnTo>
                  <a:lnTo>
                    <a:pt x="72297" y="0"/>
                  </a:lnTo>
                  <a:lnTo>
                    <a:pt x="120403" y="0"/>
                  </a:lnTo>
                  <a:lnTo>
                    <a:pt x="168510" y="0"/>
                  </a:lnTo>
                  <a:lnTo>
                    <a:pt x="216617" y="0"/>
                  </a:lnTo>
                  <a:lnTo>
                    <a:pt x="264724" y="0"/>
                  </a:lnTo>
                  <a:lnTo>
                    <a:pt x="312831" y="0"/>
                  </a:lnTo>
                  <a:lnTo>
                    <a:pt x="360938" y="0"/>
                  </a:lnTo>
                  <a:lnTo>
                    <a:pt x="409044" y="0"/>
                  </a:lnTo>
                  <a:lnTo>
                    <a:pt x="457151" y="0"/>
                  </a:lnTo>
                  <a:lnTo>
                    <a:pt x="505258" y="0"/>
                  </a:lnTo>
                  <a:lnTo>
                    <a:pt x="553365" y="0"/>
                  </a:lnTo>
                  <a:lnTo>
                    <a:pt x="601472" y="0"/>
                  </a:lnTo>
                  <a:lnTo>
                    <a:pt x="649579" y="0"/>
                  </a:lnTo>
                  <a:lnTo>
                    <a:pt x="697685" y="0"/>
                  </a:lnTo>
                  <a:lnTo>
                    <a:pt x="745792" y="0"/>
                  </a:lnTo>
                  <a:lnTo>
                    <a:pt x="793899" y="0"/>
                  </a:lnTo>
                  <a:lnTo>
                    <a:pt x="842006" y="0"/>
                  </a:lnTo>
                  <a:lnTo>
                    <a:pt x="890113" y="0"/>
                  </a:lnTo>
                  <a:lnTo>
                    <a:pt x="938219" y="0"/>
                  </a:lnTo>
                  <a:lnTo>
                    <a:pt x="986326" y="0"/>
                  </a:lnTo>
                  <a:lnTo>
                    <a:pt x="1034433" y="0"/>
                  </a:lnTo>
                  <a:lnTo>
                    <a:pt x="1082540" y="0"/>
                  </a:lnTo>
                  <a:lnTo>
                    <a:pt x="1130647" y="0"/>
                  </a:lnTo>
                  <a:lnTo>
                    <a:pt x="1178754" y="0"/>
                  </a:lnTo>
                  <a:lnTo>
                    <a:pt x="1226860" y="0"/>
                  </a:lnTo>
                  <a:lnTo>
                    <a:pt x="1274967" y="0"/>
                  </a:lnTo>
                  <a:lnTo>
                    <a:pt x="1323074" y="0"/>
                  </a:lnTo>
                  <a:lnTo>
                    <a:pt x="1371181" y="0"/>
                  </a:lnTo>
                  <a:lnTo>
                    <a:pt x="1419288" y="0"/>
                  </a:lnTo>
                  <a:lnTo>
                    <a:pt x="1467394" y="0"/>
                  </a:lnTo>
                  <a:lnTo>
                    <a:pt x="1515501" y="0"/>
                  </a:lnTo>
                  <a:lnTo>
                    <a:pt x="1563608" y="0"/>
                  </a:lnTo>
                  <a:lnTo>
                    <a:pt x="1611715" y="0"/>
                  </a:lnTo>
                  <a:lnTo>
                    <a:pt x="1659822" y="0"/>
                  </a:lnTo>
                  <a:lnTo>
                    <a:pt x="1707929" y="0"/>
                  </a:lnTo>
                  <a:lnTo>
                    <a:pt x="1756035" y="0"/>
                  </a:lnTo>
                  <a:lnTo>
                    <a:pt x="1804142" y="0"/>
                  </a:lnTo>
                  <a:lnTo>
                    <a:pt x="1852249" y="0"/>
                  </a:lnTo>
                  <a:lnTo>
                    <a:pt x="1900356" y="0"/>
                  </a:lnTo>
                  <a:lnTo>
                    <a:pt x="1948463" y="0"/>
                  </a:lnTo>
                  <a:lnTo>
                    <a:pt x="1996570" y="0"/>
                  </a:lnTo>
                  <a:lnTo>
                    <a:pt x="2044676" y="0"/>
                  </a:lnTo>
                  <a:lnTo>
                    <a:pt x="2092783" y="0"/>
                  </a:lnTo>
                  <a:lnTo>
                    <a:pt x="2140890" y="0"/>
                  </a:lnTo>
                  <a:lnTo>
                    <a:pt x="2188997" y="0"/>
                  </a:lnTo>
                  <a:lnTo>
                    <a:pt x="2237104" y="0"/>
                  </a:lnTo>
                  <a:lnTo>
                    <a:pt x="2285210" y="0"/>
                  </a:lnTo>
                  <a:lnTo>
                    <a:pt x="2333317" y="0"/>
                  </a:lnTo>
                  <a:lnTo>
                    <a:pt x="2381424" y="0"/>
                  </a:lnTo>
                  <a:lnTo>
                    <a:pt x="2429531" y="0"/>
                  </a:lnTo>
                  <a:lnTo>
                    <a:pt x="2477638" y="0"/>
                  </a:lnTo>
                  <a:lnTo>
                    <a:pt x="2525745" y="0"/>
                  </a:lnTo>
                  <a:lnTo>
                    <a:pt x="2573851" y="0"/>
                  </a:lnTo>
                  <a:lnTo>
                    <a:pt x="2621958" y="0"/>
                  </a:lnTo>
                  <a:lnTo>
                    <a:pt x="2670065" y="0"/>
                  </a:lnTo>
                  <a:lnTo>
                    <a:pt x="2718172" y="0"/>
                  </a:lnTo>
                  <a:lnTo>
                    <a:pt x="2766279" y="0"/>
                  </a:lnTo>
                  <a:lnTo>
                    <a:pt x="2814386" y="0"/>
                  </a:lnTo>
                  <a:lnTo>
                    <a:pt x="2862492" y="0"/>
                  </a:lnTo>
                  <a:lnTo>
                    <a:pt x="2910599" y="0"/>
                  </a:lnTo>
                  <a:lnTo>
                    <a:pt x="2958706" y="0"/>
                  </a:lnTo>
                  <a:lnTo>
                    <a:pt x="3006813" y="0"/>
                  </a:lnTo>
                  <a:lnTo>
                    <a:pt x="3054920" y="0"/>
                  </a:lnTo>
                  <a:lnTo>
                    <a:pt x="3103026" y="0"/>
                  </a:lnTo>
                  <a:lnTo>
                    <a:pt x="3151133" y="0"/>
                  </a:lnTo>
                  <a:lnTo>
                    <a:pt x="3199240" y="0"/>
                  </a:lnTo>
                  <a:lnTo>
                    <a:pt x="3247347" y="0"/>
                  </a:lnTo>
                  <a:lnTo>
                    <a:pt x="3295454" y="0"/>
                  </a:lnTo>
                  <a:lnTo>
                    <a:pt x="3343561" y="0"/>
                  </a:lnTo>
                  <a:lnTo>
                    <a:pt x="3391667" y="0"/>
                  </a:lnTo>
                  <a:lnTo>
                    <a:pt x="3439774" y="0"/>
                  </a:lnTo>
                  <a:lnTo>
                    <a:pt x="3487881" y="0"/>
                  </a:lnTo>
                  <a:lnTo>
                    <a:pt x="3535988" y="0"/>
                  </a:lnTo>
                  <a:lnTo>
                    <a:pt x="3584095" y="0"/>
                  </a:lnTo>
                  <a:lnTo>
                    <a:pt x="3632202" y="0"/>
                  </a:lnTo>
                  <a:lnTo>
                    <a:pt x="3680308" y="0"/>
                  </a:lnTo>
                  <a:lnTo>
                    <a:pt x="3728415" y="0"/>
                  </a:lnTo>
                  <a:lnTo>
                    <a:pt x="3776522" y="0"/>
                  </a:lnTo>
                  <a:lnTo>
                    <a:pt x="3824629" y="0"/>
                  </a:lnTo>
                  <a:lnTo>
                    <a:pt x="3872736" y="0"/>
                  </a:lnTo>
                  <a:lnTo>
                    <a:pt x="3920842" y="0"/>
                  </a:lnTo>
                  <a:lnTo>
                    <a:pt x="3968949" y="0"/>
                  </a:lnTo>
                  <a:lnTo>
                    <a:pt x="4017056" y="0"/>
                  </a:lnTo>
                  <a:lnTo>
                    <a:pt x="4065163" y="0"/>
                  </a:lnTo>
                  <a:lnTo>
                    <a:pt x="4113270" y="0"/>
                  </a:lnTo>
                  <a:lnTo>
                    <a:pt x="4161377" y="0"/>
                  </a:lnTo>
                  <a:lnTo>
                    <a:pt x="4209483" y="0"/>
                  </a:lnTo>
                  <a:lnTo>
                    <a:pt x="4257590" y="0"/>
                  </a:lnTo>
                  <a:lnTo>
                    <a:pt x="4305697" y="0"/>
                  </a:lnTo>
                  <a:lnTo>
                    <a:pt x="4342247" y="0"/>
                  </a:lnTo>
                  <a:lnTo>
                    <a:pt x="4342247" y="0"/>
                  </a:lnTo>
                </a:path>
              </a:pathLst>
            </a:custGeom>
            <a:ln w="13550" cap="rnd">
              <a:solidFill>
                <a:srgbClr val="F0F8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2201917" y="2806731"/>
              <a:ext cx="4342247" cy="0"/>
            </a:xfrm>
            <a:custGeom>
              <a:avLst/>
              <a:pathLst>
                <a:path w="4342247" h="0">
                  <a:moveTo>
                    <a:pt x="0" y="0"/>
                  </a:moveTo>
                  <a:lnTo>
                    <a:pt x="24190" y="0"/>
                  </a:lnTo>
                  <a:lnTo>
                    <a:pt x="72297" y="0"/>
                  </a:lnTo>
                  <a:lnTo>
                    <a:pt x="120403" y="0"/>
                  </a:lnTo>
                  <a:lnTo>
                    <a:pt x="168510" y="0"/>
                  </a:lnTo>
                  <a:lnTo>
                    <a:pt x="216617" y="0"/>
                  </a:lnTo>
                  <a:lnTo>
                    <a:pt x="264724" y="0"/>
                  </a:lnTo>
                  <a:lnTo>
                    <a:pt x="312831" y="0"/>
                  </a:lnTo>
                  <a:lnTo>
                    <a:pt x="360938" y="0"/>
                  </a:lnTo>
                  <a:lnTo>
                    <a:pt x="409044" y="0"/>
                  </a:lnTo>
                  <a:lnTo>
                    <a:pt x="457151" y="0"/>
                  </a:lnTo>
                  <a:lnTo>
                    <a:pt x="505258" y="0"/>
                  </a:lnTo>
                  <a:lnTo>
                    <a:pt x="553365" y="0"/>
                  </a:lnTo>
                  <a:lnTo>
                    <a:pt x="601472" y="0"/>
                  </a:lnTo>
                  <a:lnTo>
                    <a:pt x="649579" y="0"/>
                  </a:lnTo>
                  <a:lnTo>
                    <a:pt x="697685" y="0"/>
                  </a:lnTo>
                  <a:lnTo>
                    <a:pt x="745792" y="0"/>
                  </a:lnTo>
                  <a:lnTo>
                    <a:pt x="793899" y="0"/>
                  </a:lnTo>
                  <a:lnTo>
                    <a:pt x="842006" y="0"/>
                  </a:lnTo>
                  <a:lnTo>
                    <a:pt x="890113" y="0"/>
                  </a:lnTo>
                  <a:lnTo>
                    <a:pt x="938219" y="0"/>
                  </a:lnTo>
                  <a:lnTo>
                    <a:pt x="986326" y="0"/>
                  </a:lnTo>
                  <a:lnTo>
                    <a:pt x="1034433" y="0"/>
                  </a:lnTo>
                  <a:lnTo>
                    <a:pt x="1082540" y="0"/>
                  </a:lnTo>
                  <a:lnTo>
                    <a:pt x="1130647" y="0"/>
                  </a:lnTo>
                  <a:lnTo>
                    <a:pt x="1178754" y="0"/>
                  </a:lnTo>
                  <a:lnTo>
                    <a:pt x="1226860" y="0"/>
                  </a:lnTo>
                  <a:lnTo>
                    <a:pt x="1274967" y="0"/>
                  </a:lnTo>
                  <a:lnTo>
                    <a:pt x="1323074" y="0"/>
                  </a:lnTo>
                  <a:lnTo>
                    <a:pt x="1371181" y="0"/>
                  </a:lnTo>
                  <a:lnTo>
                    <a:pt x="1419288" y="0"/>
                  </a:lnTo>
                  <a:lnTo>
                    <a:pt x="1467394" y="0"/>
                  </a:lnTo>
                  <a:lnTo>
                    <a:pt x="1515501" y="0"/>
                  </a:lnTo>
                  <a:lnTo>
                    <a:pt x="1563608" y="0"/>
                  </a:lnTo>
                  <a:lnTo>
                    <a:pt x="1611715" y="0"/>
                  </a:lnTo>
                  <a:lnTo>
                    <a:pt x="1659822" y="0"/>
                  </a:lnTo>
                  <a:lnTo>
                    <a:pt x="1707929" y="0"/>
                  </a:lnTo>
                  <a:lnTo>
                    <a:pt x="1756035" y="0"/>
                  </a:lnTo>
                  <a:lnTo>
                    <a:pt x="1804142" y="0"/>
                  </a:lnTo>
                  <a:lnTo>
                    <a:pt x="1852249" y="0"/>
                  </a:lnTo>
                  <a:lnTo>
                    <a:pt x="1900356" y="0"/>
                  </a:lnTo>
                  <a:lnTo>
                    <a:pt x="1948463" y="0"/>
                  </a:lnTo>
                  <a:lnTo>
                    <a:pt x="1996570" y="0"/>
                  </a:lnTo>
                  <a:lnTo>
                    <a:pt x="2044676" y="0"/>
                  </a:lnTo>
                  <a:lnTo>
                    <a:pt x="2092783" y="0"/>
                  </a:lnTo>
                  <a:lnTo>
                    <a:pt x="2140890" y="0"/>
                  </a:lnTo>
                  <a:lnTo>
                    <a:pt x="2188997" y="0"/>
                  </a:lnTo>
                  <a:lnTo>
                    <a:pt x="2237104" y="0"/>
                  </a:lnTo>
                  <a:lnTo>
                    <a:pt x="2285210" y="0"/>
                  </a:lnTo>
                  <a:lnTo>
                    <a:pt x="2333317" y="0"/>
                  </a:lnTo>
                  <a:lnTo>
                    <a:pt x="2381424" y="0"/>
                  </a:lnTo>
                  <a:lnTo>
                    <a:pt x="2429531" y="0"/>
                  </a:lnTo>
                  <a:lnTo>
                    <a:pt x="2477638" y="0"/>
                  </a:lnTo>
                  <a:lnTo>
                    <a:pt x="2525745" y="0"/>
                  </a:lnTo>
                  <a:lnTo>
                    <a:pt x="2573851" y="0"/>
                  </a:lnTo>
                  <a:lnTo>
                    <a:pt x="2621958" y="0"/>
                  </a:lnTo>
                  <a:lnTo>
                    <a:pt x="2670065" y="0"/>
                  </a:lnTo>
                  <a:lnTo>
                    <a:pt x="2718172" y="0"/>
                  </a:lnTo>
                  <a:lnTo>
                    <a:pt x="2766279" y="0"/>
                  </a:lnTo>
                  <a:lnTo>
                    <a:pt x="2814386" y="0"/>
                  </a:lnTo>
                  <a:lnTo>
                    <a:pt x="2862492" y="0"/>
                  </a:lnTo>
                  <a:lnTo>
                    <a:pt x="2910599" y="0"/>
                  </a:lnTo>
                  <a:lnTo>
                    <a:pt x="2958706" y="0"/>
                  </a:lnTo>
                  <a:lnTo>
                    <a:pt x="3006813" y="0"/>
                  </a:lnTo>
                  <a:lnTo>
                    <a:pt x="3054920" y="0"/>
                  </a:lnTo>
                  <a:lnTo>
                    <a:pt x="3103026" y="0"/>
                  </a:lnTo>
                  <a:lnTo>
                    <a:pt x="3151133" y="0"/>
                  </a:lnTo>
                  <a:lnTo>
                    <a:pt x="3199240" y="0"/>
                  </a:lnTo>
                  <a:lnTo>
                    <a:pt x="3247347" y="0"/>
                  </a:lnTo>
                  <a:lnTo>
                    <a:pt x="3295454" y="0"/>
                  </a:lnTo>
                  <a:lnTo>
                    <a:pt x="3343561" y="0"/>
                  </a:lnTo>
                  <a:lnTo>
                    <a:pt x="3391667" y="0"/>
                  </a:lnTo>
                  <a:lnTo>
                    <a:pt x="3439774" y="0"/>
                  </a:lnTo>
                  <a:lnTo>
                    <a:pt x="3487881" y="0"/>
                  </a:lnTo>
                  <a:lnTo>
                    <a:pt x="3535988" y="0"/>
                  </a:lnTo>
                  <a:lnTo>
                    <a:pt x="3584095" y="0"/>
                  </a:lnTo>
                  <a:lnTo>
                    <a:pt x="3632202" y="0"/>
                  </a:lnTo>
                  <a:lnTo>
                    <a:pt x="3680308" y="0"/>
                  </a:lnTo>
                  <a:lnTo>
                    <a:pt x="3728415" y="0"/>
                  </a:lnTo>
                  <a:lnTo>
                    <a:pt x="3776522" y="0"/>
                  </a:lnTo>
                  <a:lnTo>
                    <a:pt x="3824629" y="0"/>
                  </a:lnTo>
                  <a:lnTo>
                    <a:pt x="3872736" y="0"/>
                  </a:lnTo>
                  <a:lnTo>
                    <a:pt x="3920842" y="0"/>
                  </a:lnTo>
                  <a:lnTo>
                    <a:pt x="3968949" y="0"/>
                  </a:lnTo>
                  <a:lnTo>
                    <a:pt x="4017056" y="0"/>
                  </a:lnTo>
                  <a:lnTo>
                    <a:pt x="4065163" y="0"/>
                  </a:lnTo>
                  <a:lnTo>
                    <a:pt x="4113270" y="0"/>
                  </a:lnTo>
                  <a:lnTo>
                    <a:pt x="4161377" y="0"/>
                  </a:lnTo>
                  <a:lnTo>
                    <a:pt x="4209483" y="0"/>
                  </a:lnTo>
                  <a:lnTo>
                    <a:pt x="4257590" y="0"/>
                  </a:lnTo>
                  <a:lnTo>
                    <a:pt x="4305697" y="0"/>
                  </a:lnTo>
                  <a:lnTo>
                    <a:pt x="4342247" y="0"/>
                  </a:lnTo>
                  <a:lnTo>
                    <a:pt x="4342247" y="0"/>
                  </a:lnTo>
                </a:path>
              </a:pathLst>
            </a:custGeom>
            <a:ln w="13550" cap="rnd">
              <a:solidFill>
                <a:srgbClr val="F0F8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g19"/>
            <p:cNvSpPr/>
            <p:nvPr/>
          </p:nvSpPr>
          <p:spPr>
            <a:xfrm>
              <a:off x="5671824" y="250760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5A98">
                <a:alpha val="100000"/>
              </a:srgbClr>
            </a:solidFill>
            <a:ln w="5420" cap="flat">
              <a:solidFill>
                <a:srgbClr val="3A5A9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g20"/>
            <p:cNvSpPr/>
            <p:nvPr/>
          </p:nvSpPr>
          <p:spPr>
            <a:xfrm>
              <a:off x="5683461" y="250760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5997">
                <a:alpha val="100000"/>
              </a:srgbClr>
            </a:solidFill>
            <a:ln w="5420" cap="flat">
              <a:solidFill>
                <a:srgbClr val="3A599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g21"/>
            <p:cNvSpPr/>
            <p:nvPr/>
          </p:nvSpPr>
          <p:spPr>
            <a:xfrm>
              <a:off x="5695098" y="250760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5996">
                <a:alpha val="100000"/>
              </a:srgbClr>
            </a:solidFill>
            <a:ln w="5420" cap="flat">
              <a:solidFill>
                <a:srgbClr val="3A599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g22"/>
            <p:cNvSpPr/>
            <p:nvPr/>
          </p:nvSpPr>
          <p:spPr>
            <a:xfrm>
              <a:off x="5718373" y="250760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5895">
                <a:alpha val="100000"/>
              </a:srgbClr>
            </a:solidFill>
            <a:ln w="5420" cap="flat">
              <a:solidFill>
                <a:srgbClr val="3A589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pg23"/>
            <p:cNvSpPr/>
            <p:nvPr/>
          </p:nvSpPr>
          <p:spPr>
            <a:xfrm>
              <a:off x="5730010" y="250760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5895">
                <a:alpha val="100000"/>
              </a:srgbClr>
            </a:solidFill>
            <a:ln w="5420" cap="flat">
              <a:solidFill>
                <a:srgbClr val="3A589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g24"/>
            <p:cNvSpPr/>
            <p:nvPr/>
          </p:nvSpPr>
          <p:spPr>
            <a:xfrm>
              <a:off x="5741648" y="250760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5894">
                <a:alpha val="100000"/>
              </a:srgbClr>
            </a:solidFill>
            <a:ln w="5420" cap="flat">
              <a:solidFill>
                <a:srgbClr val="3A589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g25"/>
            <p:cNvSpPr/>
            <p:nvPr/>
          </p:nvSpPr>
          <p:spPr>
            <a:xfrm>
              <a:off x="6276965" y="250760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548F">
                <a:alpha val="100000"/>
              </a:srgbClr>
            </a:solidFill>
            <a:ln w="5420" cap="flat">
              <a:solidFill>
                <a:srgbClr val="3B548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" name="pg26"/>
            <p:cNvSpPr/>
            <p:nvPr/>
          </p:nvSpPr>
          <p:spPr>
            <a:xfrm>
              <a:off x="6288602" y="250760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548F">
                <a:alpha val="100000"/>
              </a:srgbClr>
            </a:solidFill>
            <a:ln w="5420" cap="flat">
              <a:solidFill>
                <a:srgbClr val="3B548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" name="pg27"/>
            <p:cNvSpPr/>
            <p:nvPr/>
          </p:nvSpPr>
          <p:spPr>
            <a:xfrm>
              <a:off x="6300240" y="250760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548F">
                <a:alpha val="100000"/>
              </a:srgbClr>
            </a:solidFill>
            <a:ln w="5420" cap="flat">
              <a:solidFill>
                <a:srgbClr val="3B548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" name="pg28"/>
            <p:cNvSpPr/>
            <p:nvPr/>
          </p:nvSpPr>
          <p:spPr>
            <a:xfrm>
              <a:off x="5648549" y="252190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5A98">
                <a:alpha val="100000"/>
              </a:srgbClr>
            </a:solidFill>
            <a:ln w="5420" cap="flat">
              <a:solidFill>
                <a:srgbClr val="3A5A9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" name="pg29"/>
            <p:cNvSpPr/>
            <p:nvPr/>
          </p:nvSpPr>
          <p:spPr>
            <a:xfrm>
              <a:off x="5660186" y="252190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5A97">
                <a:alpha val="100000"/>
              </a:srgbClr>
            </a:solidFill>
            <a:ln w="5420" cap="flat">
              <a:solidFill>
                <a:srgbClr val="3A5A9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" name="pg30"/>
            <p:cNvSpPr/>
            <p:nvPr/>
          </p:nvSpPr>
          <p:spPr>
            <a:xfrm>
              <a:off x="5671824" y="252190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5997">
                <a:alpha val="100000"/>
              </a:srgbClr>
            </a:solidFill>
            <a:ln w="5420" cap="flat">
              <a:solidFill>
                <a:srgbClr val="3A599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" name="pg31"/>
            <p:cNvSpPr/>
            <p:nvPr/>
          </p:nvSpPr>
          <p:spPr>
            <a:xfrm>
              <a:off x="5683461" y="252190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5996">
                <a:alpha val="100000"/>
              </a:srgbClr>
            </a:solidFill>
            <a:ln w="5420" cap="flat">
              <a:solidFill>
                <a:srgbClr val="3A599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" name="pg32"/>
            <p:cNvSpPr/>
            <p:nvPr/>
          </p:nvSpPr>
          <p:spPr>
            <a:xfrm>
              <a:off x="5695098" y="252190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5895">
                <a:alpha val="100000"/>
              </a:srgbClr>
            </a:solidFill>
            <a:ln w="5420" cap="flat">
              <a:solidFill>
                <a:srgbClr val="3A589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" name="pg33"/>
            <p:cNvSpPr/>
            <p:nvPr/>
          </p:nvSpPr>
          <p:spPr>
            <a:xfrm>
              <a:off x="5706736" y="252190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5895">
                <a:alpha val="100000"/>
              </a:srgbClr>
            </a:solidFill>
            <a:ln w="5420" cap="flat">
              <a:solidFill>
                <a:srgbClr val="3A589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" name="pg34"/>
            <p:cNvSpPr/>
            <p:nvPr/>
          </p:nvSpPr>
          <p:spPr>
            <a:xfrm>
              <a:off x="5718373" y="252190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5894">
                <a:alpha val="100000"/>
              </a:srgbClr>
            </a:solidFill>
            <a:ln w="5420" cap="flat">
              <a:solidFill>
                <a:srgbClr val="3A589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" name="pg35"/>
            <p:cNvSpPr/>
            <p:nvPr/>
          </p:nvSpPr>
          <p:spPr>
            <a:xfrm>
              <a:off x="5730010" y="252190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5794">
                <a:alpha val="100000"/>
              </a:srgbClr>
            </a:solidFill>
            <a:ln w="5420" cap="flat">
              <a:solidFill>
                <a:srgbClr val="3A579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" name="pg36"/>
            <p:cNvSpPr/>
            <p:nvPr/>
          </p:nvSpPr>
          <p:spPr>
            <a:xfrm>
              <a:off x="5741648" y="252190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5793">
                <a:alpha val="100000"/>
              </a:srgbClr>
            </a:solidFill>
            <a:ln w="5420" cap="flat">
              <a:solidFill>
                <a:srgbClr val="3A579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" name="pg37"/>
            <p:cNvSpPr/>
            <p:nvPr/>
          </p:nvSpPr>
          <p:spPr>
            <a:xfrm>
              <a:off x="6265328" y="252190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538D">
                <a:alpha val="100000"/>
              </a:srgbClr>
            </a:solidFill>
            <a:ln w="5420" cap="flat">
              <a:solidFill>
                <a:srgbClr val="3B538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" name="pg38"/>
            <p:cNvSpPr/>
            <p:nvPr/>
          </p:nvSpPr>
          <p:spPr>
            <a:xfrm>
              <a:off x="6276965" y="252190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538E">
                <a:alpha val="100000"/>
              </a:srgbClr>
            </a:solidFill>
            <a:ln w="5420" cap="flat">
              <a:solidFill>
                <a:srgbClr val="3B538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" name="pg39"/>
            <p:cNvSpPr/>
            <p:nvPr/>
          </p:nvSpPr>
          <p:spPr>
            <a:xfrm>
              <a:off x="6288602" y="252190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538E">
                <a:alpha val="100000"/>
              </a:srgbClr>
            </a:solidFill>
            <a:ln w="5420" cap="flat">
              <a:solidFill>
                <a:srgbClr val="3B538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" name="pg40"/>
            <p:cNvSpPr/>
            <p:nvPr/>
          </p:nvSpPr>
          <p:spPr>
            <a:xfrm>
              <a:off x="6300240" y="252190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538E">
                <a:alpha val="100000"/>
              </a:srgbClr>
            </a:solidFill>
            <a:ln w="5420" cap="flat">
              <a:solidFill>
                <a:srgbClr val="3B538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" name="pg41"/>
            <p:cNvSpPr/>
            <p:nvPr/>
          </p:nvSpPr>
          <p:spPr>
            <a:xfrm>
              <a:off x="6311877" y="252190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538E">
                <a:alpha val="100000"/>
              </a:srgbClr>
            </a:solidFill>
            <a:ln w="5420" cap="flat">
              <a:solidFill>
                <a:srgbClr val="3B538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" name="pg42"/>
            <p:cNvSpPr/>
            <p:nvPr/>
          </p:nvSpPr>
          <p:spPr>
            <a:xfrm>
              <a:off x="5636912" y="253620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5A98">
                <a:alpha val="100000"/>
              </a:srgbClr>
            </a:solidFill>
            <a:ln w="5420" cap="flat">
              <a:solidFill>
                <a:srgbClr val="3A5A9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" name="pg43"/>
            <p:cNvSpPr/>
            <p:nvPr/>
          </p:nvSpPr>
          <p:spPr>
            <a:xfrm>
              <a:off x="5648549" y="253620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5A97">
                <a:alpha val="100000"/>
              </a:srgbClr>
            </a:solidFill>
            <a:ln w="5420" cap="flat">
              <a:solidFill>
                <a:srgbClr val="3A5A9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" name="pg44"/>
            <p:cNvSpPr/>
            <p:nvPr/>
          </p:nvSpPr>
          <p:spPr>
            <a:xfrm>
              <a:off x="5660186" y="253620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5997">
                <a:alpha val="100000"/>
              </a:srgbClr>
            </a:solidFill>
            <a:ln w="5420" cap="flat">
              <a:solidFill>
                <a:srgbClr val="3A599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" name="pg45"/>
            <p:cNvSpPr/>
            <p:nvPr/>
          </p:nvSpPr>
          <p:spPr>
            <a:xfrm>
              <a:off x="5671824" y="253620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5996">
                <a:alpha val="100000"/>
              </a:srgbClr>
            </a:solidFill>
            <a:ln w="5420" cap="flat">
              <a:solidFill>
                <a:srgbClr val="3A599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" name="pg46"/>
            <p:cNvSpPr/>
            <p:nvPr/>
          </p:nvSpPr>
          <p:spPr>
            <a:xfrm>
              <a:off x="5683461" y="253620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5895">
                <a:alpha val="100000"/>
              </a:srgbClr>
            </a:solidFill>
            <a:ln w="5420" cap="flat">
              <a:solidFill>
                <a:srgbClr val="3A589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" name="pg47"/>
            <p:cNvSpPr/>
            <p:nvPr/>
          </p:nvSpPr>
          <p:spPr>
            <a:xfrm>
              <a:off x="5695098" y="253620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5894">
                <a:alpha val="100000"/>
              </a:srgbClr>
            </a:solidFill>
            <a:ln w="5420" cap="flat">
              <a:solidFill>
                <a:srgbClr val="3A589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" name="pg48"/>
            <p:cNvSpPr/>
            <p:nvPr/>
          </p:nvSpPr>
          <p:spPr>
            <a:xfrm>
              <a:off x="5706736" y="253620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5794">
                <a:alpha val="100000"/>
              </a:srgbClr>
            </a:solidFill>
            <a:ln w="5420" cap="flat">
              <a:solidFill>
                <a:srgbClr val="3A579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" name="pg49"/>
            <p:cNvSpPr/>
            <p:nvPr/>
          </p:nvSpPr>
          <p:spPr>
            <a:xfrm>
              <a:off x="5718373" y="253620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5793">
                <a:alpha val="100000"/>
              </a:srgbClr>
            </a:solidFill>
            <a:ln w="5420" cap="flat">
              <a:solidFill>
                <a:srgbClr val="3A579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" name="pg50"/>
            <p:cNvSpPr/>
            <p:nvPr/>
          </p:nvSpPr>
          <p:spPr>
            <a:xfrm>
              <a:off x="5730010" y="253620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5693">
                <a:alpha val="100000"/>
              </a:srgbClr>
            </a:solidFill>
            <a:ln w="5420" cap="flat">
              <a:solidFill>
                <a:srgbClr val="3A569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" name="pg51"/>
            <p:cNvSpPr/>
            <p:nvPr/>
          </p:nvSpPr>
          <p:spPr>
            <a:xfrm>
              <a:off x="5741648" y="253620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5692">
                <a:alpha val="100000"/>
              </a:srgbClr>
            </a:solidFill>
            <a:ln w="5420" cap="flat">
              <a:solidFill>
                <a:srgbClr val="3A569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" name="pg52"/>
            <p:cNvSpPr/>
            <p:nvPr/>
          </p:nvSpPr>
          <p:spPr>
            <a:xfrm>
              <a:off x="5753285" y="253620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5692">
                <a:alpha val="100000"/>
              </a:srgbClr>
            </a:solidFill>
            <a:ln w="5420" cap="flat">
              <a:solidFill>
                <a:srgbClr val="3B569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" name="pg53"/>
            <p:cNvSpPr/>
            <p:nvPr/>
          </p:nvSpPr>
          <p:spPr>
            <a:xfrm>
              <a:off x="6265328" y="253620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528C">
                <a:alpha val="100000"/>
              </a:srgbClr>
            </a:solidFill>
            <a:ln w="5420" cap="flat">
              <a:solidFill>
                <a:srgbClr val="3B528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" name="pg54"/>
            <p:cNvSpPr/>
            <p:nvPr/>
          </p:nvSpPr>
          <p:spPr>
            <a:xfrm>
              <a:off x="6276965" y="253620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528C">
                <a:alpha val="100000"/>
              </a:srgbClr>
            </a:solidFill>
            <a:ln w="5420" cap="flat">
              <a:solidFill>
                <a:srgbClr val="3B528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" name="pg55"/>
            <p:cNvSpPr/>
            <p:nvPr/>
          </p:nvSpPr>
          <p:spPr>
            <a:xfrm>
              <a:off x="6288602" y="253620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528D">
                <a:alpha val="100000"/>
              </a:srgbClr>
            </a:solidFill>
            <a:ln w="5420" cap="flat">
              <a:solidFill>
                <a:srgbClr val="3B528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" name="pg56"/>
            <p:cNvSpPr/>
            <p:nvPr/>
          </p:nvSpPr>
          <p:spPr>
            <a:xfrm>
              <a:off x="6300240" y="253620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528D">
                <a:alpha val="100000"/>
              </a:srgbClr>
            </a:solidFill>
            <a:ln w="5420" cap="flat">
              <a:solidFill>
                <a:srgbClr val="3B528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" name="pg57"/>
            <p:cNvSpPr/>
            <p:nvPr/>
          </p:nvSpPr>
          <p:spPr>
            <a:xfrm>
              <a:off x="6311877" y="253620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538D">
                <a:alpha val="100000"/>
              </a:srgbClr>
            </a:solidFill>
            <a:ln w="5420" cap="flat">
              <a:solidFill>
                <a:srgbClr val="3B538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" name="pg58"/>
            <p:cNvSpPr/>
            <p:nvPr/>
          </p:nvSpPr>
          <p:spPr>
            <a:xfrm>
              <a:off x="5578725" y="255050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5C9A">
                <a:alpha val="100000"/>
              </a:srgbClr>
            </a:solidFill>
            <a:ln w="5420" cap="flat">
              <a:solidFill>
                <a:srgbClr val="395C9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" name="pg59"/>
            <p:cNvSpPr/>
            <p:nvPr/>
          </p:nvSpPr>
          <p:spPr>
            <a:xfrm>
              <a:off x="5590363" y="255050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5B9A">
                <a:alpha val="100000"/>
              </a:srgbClr>
            </a:solidFill>
            <a:ln w="5420" cap="flat">
              <a:solidFill>
                <a:srgbClr val="395B9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" name="pg60"/>
            <p:cNvSpPr/>
            <p:nvPr/>
          </p:nvSpPr>
          <p:spPr>
            <a:xfrm>
              <a:off x="5602000" y="255050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5B99">
                <a:alpha val="100000"/>
              </a:srgbClr>
            </a:solidFill>
            <a:ln w="5420" cap="flat">
              <a:solidFill>
                <a:srgbClr val="3A5B9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" name="pg61"/>
            <p:cNvSpPr/>
            <p:nvPr/>
          </p:nvSpPr>
          <p:spPr>
            <a:xfrm>
              <a:off x="5613637" y="255050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5A98">
                <a:alpha val="100000"/>
              </a:srgbClr>
            </a:solidFill>
            <a:ln w="5420" cap="flat">
              <a:solidFill>
                <a:srgbClr val="3A5A9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" name="pg62"/>
            <p:cNvSpPr/>
            <p:nvPr/>
          </p:nvSpPr>
          <p:spPr>
            <a:xfrm>
              <a:off x="5625275" y="255050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5A98">
                <a:alpha val="100000"/>
              </a:srgbClr>
            </a:solidFill>
            <a:ln w="5420" cap="flat">
              <a:solidFill>
                <a:srgbClr val="3A5A9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" name="pg63"/>
            <p:cNvSpPr/>
            <p:nvPr/>
          </p:nvSpPr>
          <p:spPr>
            <a:xfrm>
              <a:off x="5636912" y="255050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5A97">
                <a:alpha val="100000"/>
              </a:srgbClr>
            </a:solidFill>
            <a:ln w="5420" cap="flat">
              <a:solidFill>
                <a:srgbClr val="3A5A9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" name="pg64"/>
            <p:cNvSpPr/>
            <p:nvPr/>
          </p:nvSpPr>
          <p:spPr>
            <a:xfrm>
              <a:off x="5648549" y="255050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5996">
                <a:alpha val="100000"/>
              </a:srgbClr>
            </a:solidFill>
            <a:ln w="5420" cap="flat">
              <a:solidFill>
                <a:srgbClr val="3A599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" name="pg65"/>
            <p:cNvSpPr/>
            <p:nvPr/>
          </p:nvSpPr>
          <p:spPr>
            <a:xfrm>
              <a:off x="5660186" y="255050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5996">
                <a:alpha val="100000"/>
              </a:srgbClr>
            </a:solidFill>
            <a:ln w="5420" cap="flat">
              <a:solidFill>
                <a:srgbClr val="3A599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" name="pg66"/>
            <p:cNvSpPr/>
            <p:nvPr/>
          </p:nvSpPr>
          <p:spPr>
            <a:xfrm>
              <a:off x="5671824" y="255050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5895">
                <a:alpha val="100000"/>
              </a:srgbClr>
            </a:solidFill>
            <a:ln w="5420" cap="flat">
              <a:solidFill>
                <a:srgbClr val="3A589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" name="pg67"/>
            <p:cNvSpPr/>
            <p:nvPr/>
          </p:nvSpPr>
          <p:spPr>
            <a:xfrm>
              <a:off x="5683461" y="255050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5794">
                <a:alpha val="100000"/>
              </a:srgbClr>
            </a:solidFill>
            <a:ln w="5420" cap="flat">
              <a:solidFill>
                <a:srgbClr val="3A579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" name="pg68"/>
            <p:cNvSpPr/>
            <p:nvPr/>
          </p:nvSpPr>
          <p:spPr>
            <a:xfrm>
              <a:off x="5695098" y="255050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5793">
                <a:alpha val="100000"/>
              </a:srgbClr>
            </a:solidFill>
            <a:ln w="5420" cap="flat">
              <a:solidFill>
                <a:srgbClr val="3A579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" name="pg69"/>
            <p:cNvSpPr/>
            <p:nvPr/>
          </p:nvSpPr>
          <p:spPr>
            <a:xfrm>
              <a:off x="5706736" y="255050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5693">
                <a:alpha val="100000"/>
              </a:srgbClr>
            </a:solidFill>
            <a:ln w="5420" cap="flat">
              <a:solidFill>
                <a:srgbClr val="3A569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" name="pg70"/>
            <p:cNvSpPr/>
            <p:nvPr/>
          </p:nvSpPr>
          <p:spPr>
            <a:xfrm>
              <a:off x="5718373" y="255050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5692">
                <a:alpha val="100000"/>
              </a:srgbClr>
            </a:solidFill>
            <a:ln w="5420" cap="flat">
              <a:solidFill>
                <a:srgbClr val="3A569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" name="pg71"/>
            <p:cNvSpPr/>
            <p:nvPr/>
          </p:nvSpPr>
          <p:spPr>
            <a:xfrm>
              <a:off x="5730010" y="255050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5692">
                <a:alpha val="100000"/>
              </a:srgbClr>
            </a:solidFill>
            <a:ln w="5420" cap="flat">
              <a:solidFill>
                <a:srgbClr val="3B569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" name="pg72"/>
            <p:cNvSpPr/>
            <p:nvPr/>
          </p:nvSpPr>
          <p:spPr>
            <a:xfrm>
              <a:off x="5741648" y="255050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5591">
                <a:alpha val="100000"/>
              </a:srgbClr>
            </a:solidFill>
            <a:ln w="5420" cap="flat">
              <a:solidFill>
                <a:srgbClr val="3B559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" name="pg73"/>
            <p:cNvSpPr/>
            <p:nvPr/>
          </p:nvSpPr>
          <p:spPr>
            <a:xfrm>
              <a:off x="6276965" y="255050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518B">
                <a:alpha val="100000"/>
              </a:srgbClr>
            </a:solidFill>
            <a:ln w="5420" cap="flat">
              <a:solidFill>
                <a:srgbClr val="3B518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" name="pg74"/>
            <p:cNvSpPr/>
            <p:nvPr/>
          </p:nvSpPr>
          <p:spPr>
            <a:xfrm>
              <a:off x="6288602" y="255050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528C">
                <a:alpha val="100000"/>
              </a:srgbClr>
            </a:solidFill>
            <a:ln w="5420" cap="flat">
              <a:solidFill>
                <a:srgbClr val="3B528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" name="pg75"/>
            <p:cNvSpPr/>
            <p:nvPr/>
          </p:nvSpPr>
          <p:spPr>
            <a:xfrm>
              <a:off x="6300240" y="255050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528C">
                <a:alpha val="100000"/>
              </a:srgbClr>
            </a:solidFill>
            <a:ln w="5420" cap="flat">
              <a:solidFill>
                <a:srgbClr val="3B528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" name="pg76"/>
            <p:cNvSpPr/>
            <p:nvPr/>
          </p:nvSpPr>
          <p:spPr>
            <a:xfrm>
              <a:off x="5543813" y="256480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5D9C">
                <a:alpha val="100000"/>
              </a:srgbClr>
            </a:solidFill>
            <a:ln w="5420" cap="flat">
              <a:solidFill>
                <a:srgbClr val="395D9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" name="pg77"/>
            <p:cNvSpPr/>
            <p:nvPr/>
          </p:nvSpPr>
          <p:spPr>
            <a:xfrm>
              <a:off x="5555451" y="256480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5D9C">
                <a:alpha val="100000"/>
              </a:srgbClr>
            </a:solidFill>
            <a:ln w="5420" cap="flat">
              <a:solidFill>
                <a:srgbClr val="395D9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" name="pg78"/>
            <p:cNvSpPr/>
            <p:nvPr/>
          </p:nvSpPr>
          <p:spPr>
            <a:xfrm>
              <a:off x="5567088" y="256480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5C9A">
                <a:alpha val="100000"/>
              </a:srgbClr>
            </a:solidFill>
            <a:ln w="5420" cap="flat">
              <a:solidFill>
                <a:srgbClr val="395C9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" name="pg79"/>
            <p:cNvSpPr/>
            <p:nvPr/>
          </p:nvSpPr>
          <p:spPr>
            <a:xfrm>
              <a:off x="5578725" y="256480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5B9A">
                <a:alpha val="100000"/>
              </a:srgbClr>
            </a:solidFill>
            <a:ln w="5420" cap="flat">
              <a:solidFill>
                <a:srgbClr val="395B9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" name="pg80"/>
            <p:cNvSpPr/>
            <p:nvPr/>
          </p:nvSpPr>
          <p:spPr>
            <a:xfrm>
              <a:off x="5590363" y="256480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5B99">
                <a:alpha val="100000"/>
              </a:srgbClr>
            </a:solidFill>
            <a:ln w="5420" cap="flat">
              <a:solidFill>
                <a:srgbClr val="3A5B9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" name="pg81"/>
            <p:cNvSpPr/>
            <p:nvPr/>
          </p:nvSpPr>
          <p:spPr>
            <a:xfrm>
              <a:off x="5602000" y="256480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5A98">
                <a:alpha val="100000"/>
              </a:srgbClr>
            </a:solidFill>
            <a:ln w="5420" cap="flat">
              <a:solidFill>
                <a:srgbClr val="3A5A9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" name="pg82"/>
            <p:cNvSpPr/>
            <p:nvPr/>
          </p:nvSpPr>
          <p:spPr>
            <a:xfrm>
              <a:off x="5613637" y="256480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5A98">
                <a:alpha val="100000"/>
              </a:srgbClr>
            </a:solidFill>
            <a:ln w="5420" cap="flat">
              <a:solidFill>
                <a:srgbClr val="3A5A9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" name="pg83"/>
            <p:cNvSpPr/>
            <p:nvPr/>
          </p:nvSpPr>
          <p:spPr>
            <a:xfrm>
              <a:off x="5625275" y="256480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5997">
                <a:alpha val="100000"/>
              </a:srgbClr>
            </a:solidFill>
            <a:ln w="5420" cap="flat">
              <a:solidFill>
                <a:srgbClr val="3A599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" name="pg84"/>
            <p:cNvSpPr/>
            <p:nvPr/>
          </p:nvSpPr>
          <p:spPr>
            <a:xfrm>
              <a:off x="5636912" y="256480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5996">
                <a:alpha val="100000"/>
              </a:srgbClr>
            </a:solidFill>
            <a:ln w="5420" cap="flat">
              <a:solidFill>
                <a:srgbClr val="3A599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" name="pg85"/>
            <p:cNvSpPr/>
            <p:nvPr/>
          </p:nvSpPr>
          <p:spPr>
            <a:xfrm>
              <a:off x="5648549" y="256480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5895">
                <a:alpha val="100000"/>
              </a:srgbClr>
            </a:solidFill>
            <a:ln w="5420" cap="flat">
              <a:solidFill>
                <a:srgbClr val="3A589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" name="pg86"/>
            <p:cNvSpPr/>
            <p:nvPr/>
          </p:nvSpPr>
          <p:spPr>
            <a:xfrm>
              <a:off x="5660186" y="256480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5895">
                <a:alpha val="100000"/>
              </a:srgbClr>
            </a:solidFill>
            <a:ln w="5420" cap="flat">
              <a:solidFill>
                <a:srgbClr val="3A589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" name="pg87"/>
            <p:cNvSpPr/>
            <p:nvPr/>
          </p:nvSpPr>
          <p:spPr>
            <a:xfrm>
              <a:off x="5671824" y="256480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5894">
                <a:alpha val="100000"/>
              </a:srgbClr>
            </a:solidFill>
            <a:ln w="5420" cap="flat">
              <a:solidFill>
                <a:srgbClr val="3A589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" name="pg88"/>
            <p:cNvSpPr/>
            <p:nvPr/>
          </p:nvSpPr>
          <p:spPr>
            <a:xfrm>
              <a:off x="5683461" y="256480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5793">
                <a:alpha val="100000"/>
              </a:srgbClr>
            </a:solidFill>
            <a:ln w="5420" cap="flat">
              <a:solidFill>
                <a:srgbClr val="3A579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" name="pg89"/>
            <p:cNvSpPr/>
            <p:nvPr/>
          </p:nvSpPr>
          <p:spPr>
            <a:xfrm>
              <a:off x="5695098" y="256480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5692">
                <a:alpha val="100000"/>
              </a:srgbClr>
            </a:solidFill>
            <a:ln w="5420" cap="flat">
              <a:solidFill>
                <a:srgbClr val="3A569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" name="pg90"/>
            <p:cNvSpPr/>
            <p:nvPr/>
          </p:nvSpPr>
          <p:spPr>
            <a:xfrm>
              <a:off x="5706736" y="256480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5692">
                <a:alpha val="100000"/>
              </a:srgbClr>
            </a:solidFill>
            <a:ln w="5420" cap="flat">
              <a:solidFill>
                <a:srgbClr val="3B569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" name="pg91"/>
            <p:cNvSpPr/>
            <p:nvPr/>
          </p:nvSpPr>
          <p:spPr>
            <a:xfrm>
              <a:off x="5718373" y="256480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5591">
                <a:alpha val="100000"/>
              </a:srgbClr>
            </a:solidFill>
            <a:ln w="5420" cap="flat">
              <a:solidFill>
                <a:srgbClr val="3B559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" name="pg92"/>
            <p:cNvSpPr/>
            <p:nvPr/>
          </p:nvSpPr>
          <p:spPr>
            <a:xfrm>
              <a:off x="5730010" y="256480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5591">
                <a:alpha val="100000"/>
              </a:srgbClr>
            </a:solidFill>
            <a:ln w="5420" cap="flat">
              <a:solidFill>
                <a:srgbClr val="3B559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" name="pg93"/>
            <p:cNvSpPr/>
            <p:nvPr/>
          </p:nvSpPr>
          <p:spPr>
            <a:xfrm>
              <a:off x="6288602" y="256480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518B">
                <a:alpha val="100000"/>
              </a:srgbClr>
            </a:solidFill>
            <a:ln w="5420" cap="flat">
              <a:solidFill>
                <a:srgbClr val="3B518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" name="pg94"/>
            <p:cNvSpPr/>
            <p:nvPr/>
          </p:nvSpPr>
          <p:spPr>
            <a:xfrm>
              <a:off x="5532176" y="257910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5E9C">
                <a:alpha val="100000"/>
              </a:srgbClr>
            </a:solidFill>
            <a:ln w="5420" cap="flat">
              <a:solidFill>
                <a:srgbClr val="395E9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" name="pg95"/>
            <p:cNvSpPr/>
            <p:nvPr/>
          </p:nvSpPr>
          <p:spPr>
            <a:xfrm>
              <a:off x="5543813" y="257910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5D9C">
                <a:alpha val="100000"/>
              </a:srgbClr>
            </a:solidFill>
            <a:ln w="5420" cap="flat">
              <a:solidFill>
                <a:srgbClr val="395D9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" name="pg96"/>
            <p:cNvSpPr/>
            <p:nvPr/>
          </p:nvSpPr>
          <p:spPr>
            <a:xfrm>
              <a:off x="5555451" y="257910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5D9B">
                <a:alpha val="100000"/>
              </a:srgbClr>
            </a:solidFill>
            <a:ln w="5420" cap="flat">
              <a:solidFill>
                <a:srgbClr val="395D9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7" name="pg97"/>
            <p:cNvSpPr/>
            <p:nvPr/>
          </p:nvSpPr>
          <p:spPr>
            <a:xfrm>
              <a:off x="5567088" y="257910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5B9A">
                <a:alpha val="100000"/>
              </a:srgbClr>
            </a:solidFill>
            <a:ln w="5420" cap="flat">
              <a:solidFill>
                <a:srgbClr val="395B9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8" name="pg98"/>
            <p:cNvSpPr/>
            <p:nvPr/>
          </p:nvSpPr>
          <p:spPr>
            <a:xfrm>
              <a:off x="5578725" y="257910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5B99">
                <a:alpha val="100000"/>
              </a:srgbClr>
            </a:solidFill>
            <a:ln w="5420" cap="flat">
              <a:solidFill>
                <a:srgbClr val="3A5B9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9" name="pg99"/>
            <p:cNvSpPr/>
            <p:nvPr/>
          </p:nvSpPr>
          <p:spPr>
            <a:xfrm>
              <a:off x="5590363" y="257910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5A98">
                <a:alpha val="100000"/>
              </a:srgbClr>
            </a:solidFill>
            <a:ln w="5420" cap="flat">
              <a:solidFill>
                <a:srgbClr val="3A5A9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0" name="pg100"/>
            <p:cNvSpPr/>
            <p:nvPr/>
          </p:nvSpPr>
          <p:spPr>
            <a:xfrm>
              <a:off x="5602000" y="257910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5A98">
                <a:alpha val="100000"/>
              </a:srgbClr>
            </a:solidFill>
            <a:ln w="5420" cap="flat">
              <a:solidFill>
                <a:srgbClr val="3A5A9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1" name="pg101"/>
            <p:cNvSpPr/>
            <p:nvPr/>
          </p:nvSpPr>
          <p:spPr>
            <a:xfrm>
              <a:off x="5613637" y="257910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5997">
                <a:alpha val="100000"/>
              </a:srgbClr>
            </a:solidFill>
            <a:ln w="5420" cap="flat">
              <a:solidFill>
                <a:srgbClr val="3A599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2" name="pg102"/>
            <p:cNvSpPr/>
            <p:nvPr/>
          </p:nvSpPr>
          <p:spPr>
            <a:xfrm>
              <a:off x="5625275" y="257910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5996">
                <a:alpha val="100000"/>
              </a:srgbClr>
            </a:solidFill>
            <a:ln w="5420" cap="flat">
              <a:solidFill>
                <a:srgbClr val="3A599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3" name="pg103"/>
            <p:cNvSpPr/>
            <p:nvPr/>
          </p:nvSpPr>
          <p:spPr>
            <a:xfrm>
              <a:off x="5636912" y="257910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5895">
                <a:alpha val="100000"/>
              </a:srgbClr>
            </a:solidFill>
            <a:ln w="5420" cap="flat">
              <a:solidFill>
                <a:srgbClr val="3A589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4" name="pg104"/>
            <p:cNvSpPr/>
            <p:nvPr/>
          </p:nvSpPr>
          <p:spPr>
            <a:xfrm>
              <a:off x="5648549" y="257910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5895">
                <a:alpha val="100000"/>
              </a:srgbClr>
            </a:solidFill>
            <a:ln w="5420" cap="flat">
              <a:solidFill>
                <a:srgbClr val="3A589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5" name="pg105"/>
            <p:cNvSpPr/>
            <p:nvPr/>
          </p:nvSpPr>
          <p:spPr>
            <a:xfrm>
              <a:off x="5660186" y="257910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5794">
                <a:alpha val="100000"/>
              </a:srgbClr>
            </a:solidFill>
            <a:ln w="5420" cap="flat">
              <a:solidFill>
                <a:srgbClr val="3A579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6" name="pg106"/>
            <p:cNvSpPr/>
            <p:nvPr/>
          </p:nvSpPr>
          <p:spPr>
            <a:xfrm>
              <a:off x="5671824" y="257910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5793">
                <a:alpha val="100000"/>
              </a:srgbClr>
            </a:solidFill>
            <a:ln w="5420" cap="flat">
              <a:solidFill>
                <a:srgbClr val="3A579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7" name="pg107"/>
            <p:cNvSpPr/>
            <p:nvPr/>
          </p:nvSpPr>
          <p:spPr>
            <a:xfrm>
              <a:off x="5683461" y="257910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5692">
                <a:alpha val="100000"/>
              </a:srgbClr>
            </a:solidFill>
            <a:ln w="5420" cap="flat">
              <a:solidFill>
                <a:srgbClr val="3A569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8" name="pg108"/>
            <p:cNvSpPr/>
            <p:nvPr/>
          </p:nvSpPr>
          <p:spPr>
            <a:xfrm>
              <a:off x="5695098" y="257910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5691">
                <a:alpha val="100000"/>
              </a:srgbClr>
            </a:solidFill>
            <a:ln w="5420" cap="flat">
              <a:solidFill>
                <a:srgbClr val="3B569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9" name="pg109"/>
            <p:cNvSpPr/>
            <p:nvPr/>
          </p:nvSpPr>
          <p:spPr>
            <a:xfrm>
              <a:off x="5508901" y="259340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5E9C">
                <a:alpha val="100000"/>
              </a:srgbClr>
            </a:solidFill>
            <a:ln w="5420" cap="flat">
              <a:solidFill>
                <a:srgbClr val="395E9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0" name="pg110"/>
            <p:cNvSpPr/>
            <p:nvPr/>
          </p:nvSpPr>
          <p:spPr>
            <a:xfrm>
              <a:off x="5520539" y="259340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5E9C">
                <a:alpha val="100000"/>
              </a:srgbClr>
            </a:solidFill>
            <a:ln w="5420" cap="flat">
              <a:solidFill>
                <a:srgbClr val="395E9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1" name="pg111"/>
            <p:cNvSpPr/>
            <p:nvPr/>
          </p:nvSpPr>
          <p:spPr>
            <a:xfrm>
              <a:off x="5532176" y="259340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5D9C">
                <a:alpha val="100000"/>
              </a:srgbClr>
            </a:solidFill>
            <a:ln w="5420" cap="flat">
              <a:solidFill>
                <a:srgbClr val="395D9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2" name="pg112"/>
            <p:cNvSpPr/>
            <p:nvPr/>
          </p:nvSpPr>
          <p:spPr>
            <a:xfrm>
              <a:off x="5543813" y="259340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5D9C">
                <a:alpha val="100000"/>
              </a:srgbClr>
            </a:solidFill>
            <a:ln w="5420" cap="flat">
              <a:solidFill>
                <a:srgbClr val="395D9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3" name="pg113"/>
            <p:cNvSpPr/>
            <p:nvPr/>
          </p:nvSpPr>
          <p:spPr>
            <a:xfrm>
              <a:off x="5555451" y="259340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5C9B">
                <a:alpha val="100000"/>
              </a:srgbClr>
            </a:solidFill>
            <a:ln w="5420" cap="flat">
              <a:solidFill>
                <a:srgbClr val="395C9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4" name="pg114"/>
            <p:cNvSpPr/>
            <p:nvPr/>
          </p:nvSpPr>
          <p:spPr>
            <a:xfrm>
              <a:off x="5567088" y="259340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5B99">
                <a:alpha val="100000"/>
              </a:srgbClr>
            </a:solidFill>
            <a:ln w="5420" cap="flat">
              <a:solidFill>
                <a:srgbClr val="395B9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5" name="pg115"/>
            <p:cNvSpPr/>
            <p:nvPr/>
          </p:nvSpPr>
          <p:spPr>
            <a:xfrm>
              <a:off x="5578725" y="259340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5A98">
                <a:alpha val="100000"/>
              </a:srgbClr>
            </a:solidFill>
            <a:ln w="5420" cap="flat">
              <a:solidFill>
                <a:srgbClr val="3A5A9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6" name="pg116"/>
            <p:cNvSpPr/>
            <p:nvPr/>
          </p:nvSpPr>
          <p:spPr>
            <a:xfrm>
              <a:off x="5590363" y="259340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5A98">
                <a:alpha val="100000"/>
              </a:srgbClr>
            </a:solidFill>
            <a:ln w="5420" cap="flat">
              <a:solidFill>
                <a:srgbClr val="3A5A9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7" name="pg117"/>
            <p:cNvSpPr/>
            <p:nvPr/>
          </p:nvSpPr>
          <p:spPr>
            <a:xfrm>
              <a:off x="5602000" y="259340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5997">
                <a:alpha val="100000"/>
              </a:srgbClr>
            </a:solidFill>
            <a:ln w="5420" cap="flat">
              <a:solidFill>
                <a:srgbClr val="3A599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8" name="pg118"/>
            <p:cNvSpPr/>
            <p:nvPr/>
          </p:nvSpPr>
          <p:spPr>
            <a:xfrm>
              <a:off x="5613637" y="259340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5996">
                <a:alpha val="100000"/>
              </a:srgbClr>
            </a:solidFill>
            <a:ln w="5420" cap="flat">
              <a:solidFill>
                <a:srgbClr val="3A599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9" name="pg119"/>
            <p:cNvSpPr/>
            <p:nvPr/>
          </p:nvSpPr>
          <p:spPr>
            <a:xfrm>
              <a:off x="5625275" y="259340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5895">
                <a:alpha val="100000"/>
              </a:srgbClr>
            </a:solidFill>
            <a:ln w="5420" cap="flat">
              <a:solidFill>
                <a:srgbClr val="3A589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0" name="pg120"/>
            <p:cNvSpPr/>
            <p:nvPr/>
          </p:nvSpPr>
          <p:spPr>
            <a:xfrm>
              <a:off x="5636912" y="259340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5894">
                <a:alpha val="100000"/>
              </a:srgbClr>
            </a:solidFill>
            <a:ln w="5420" cap="flat">
              <a:solidFill>
                <a:srgbClr val="3A589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1" name="pg121"/>
            <p:cNvSpPr/>
            <p:nvPr/>
          </p:nvSpPr>
          <p:spPr>
            <a:xfrm>
              <a:off x="5648549" y="259340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5794">
                <a:alpha val="100000"/>
              </a:srgbClr>
            </a:solidFill>
            <a:ln w="5420" cap="flat">
              <a:solidFill>
                <a:srgbClr val="3A579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2" name="pg122"/>
            <p:cNvSpPr/>
            <p:nvPr/>
          </p:nvSpPr>
          <p:spPr>
            <a:xfrm>
              <a:off x="5660186" y="259340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5793">
                <a:alpha val="100000"/>
              </a:srgbClr>
            </a:solidFill>
            <a:ln w="5420" cap="flat">
              <a:solidFill>
                <a:srgbClr val="3A579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3" name="pg123"/>
            <p:cNvSpPr/>
            <p:nvPr/>
          </p:nvSpPr>
          <p:spPr>
            <a:xfrm>
              <a:off x="5473989" y="260770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609D">
                <a:alpha val="100000"/>
              </a:srgbClr>
            </a:solidFill>
            <a:ln w="5420" cap="flat">
              <a:solidFill>
                <a:srgbClr val="3960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4" name="pg124"/>
            <p:cNvSpPr/>
            <p:nvPr/>
          </p:nvSpPr>
          <p:spPr>
            <a:xfrm>
              <a:off x="5485627" y="260770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5F9D">
                <a:alpha val="100000"/>
              </a:srgbClr>
            </a:solidFill>
            <a:ln w="5420" cap="flat">
              <a:solidFill>
                <a:srgbClr val="395F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5" name="pg125"/>
            <p:cNvSpPr/>
            <p:nvPr/>
          </p:nvSpPr>
          <p:spPr>
            <a:xfrm>
              <a:off x="5497264" y="260770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5F9C">
                <a:alpha val="100000"/>
              </a:srgbClr>
            </a:solidFill>
            <a:ln w="5420" cap="flat">
              <a:solidFill>
                <a:srgbClr val="395F9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6" name="pg126"/>
            <p:cNvSpPr/>
            <p:nvPr/>
          </p:nvSpPr>
          <p:spPr>
            <a:xfrm>
              <a:off x="5508901" y="260770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5E9C">
                <a:alpha val="100000"/>
              </a:srgbClr>
            </a:solidFill>
            <a:ln w="5420" cap="flat">
              <a:solidFill>
                <a:srgbClr val="395E9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7" name="pg127"/>
            <p:cNvSpPr/>
            <p:nvPr/>
          </p:nvSpPr>
          <p:spPr>
            <a:xfrm>
              <a:off x="5520539" y="260770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5D9C">
                <a:alpha val="100000"/>
              </a:srgbClr>
            </a:solidFill>
            <a:ln w="5420" cap="flat">
              <a:solidFill>
                <a:srgbClr val="395D9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8" name="pg128"/>
            <p:cNvSpPr/>
            <p:nvPr/>
          </p:nvSpPr>
          <p:spPr>
            <a:xfrm>
              <a:off x="5532176" y="260770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5D9C">
                <a:alpha val="100000"/>
              </a:srgbClr>
            </a:solidFill>
            <a:ln w="5420" cap="flat">
              <a:solidFill>
                <a:srgbClr val="395D9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9" name="pg129"/>
            <p:cNvSpPr/>
            <p:nvPr/>
          </p:nvSpPr>
          <p:spPr>
            <a:xfrm>
              <a:off x="5543813" y="260770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5C9B">
                <a:alpha val="100000"/>
              </a:srgbClr>
            </a:solidFill>
            <a:ln w="5420" cap="flat">
              <a:solidFill>
                <a:srgbClr val="395C9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0" name="pg130"/>
            <p:cNvSpPr/>
            <p:nvPr/>
          </p:nvSpPr>
          <p:spPr>
            <a:xfrm>
              <a:off x="5555451" y="260770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5C9A">
                <a:alpha val="100000"/>
              </a:srgbClr>
            </a:solidFill>
            <a:ln w="5420" cap="flat">
              <a:solidFill>
                <a:srgbClr val="395C9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1" name="pg131"/>
            <p:cNvSpPr/>
            <p:nvPr/>
          </p:nvSpPr>
          <p:spPr>
            <a:xfrm>
              <a:off x="5567088" y="260770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5A98">
                <a:alpha val="100000"/>
              </a:srgbClr>
            </a:solidFill>
            <a:ln w="5420" cap="flat">
              <a:solidFill>
                <a:srgbClr val="3A5A9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2" name="pg132"/>
            <p:cNvSpPr/>
            <p:nvPr/>
          </p:nvSpPr>
          <p:spPr>
            <a:xfrm>
              <a:off x="5578725" y="260770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5A98">
                <a:alpha val="100000"/>
              </a:srgbClr>
            </a:solidFill>
            <a:ln w="5420" cap="flat">
              <a:solidFill>
                <a:srgbClr val="3A5A9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3" name="pg133"/>
            <p:cNvSpPr/>
            <p:nvPr/>
          </p:nvSpPr>
          <p:spPr>
            <a:xfrm>
              <a:off x="5590363" y="260770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5997">
                <a:alpha val="100000"/>
              </a:srgbClr>
            </a:solidFill>
            <a:ln w="5420" cap="flat">
              <a:solidFill>
                <a:srgbClr val="3A599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4" name="pg134"/>
            <p:cNvSpPr/>
            <p:nvPr/>
          </p:nvSpPr>
          <p:spPr>
            <a:xfrm>
              <a:off x="5602000" y="260770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5996">
                <a:alpha val="100000"/>
              </a:srgbClr>
            </a:solidFill>
            <a:ln w="5420" cap="flat">
              <a:solidFill>
                <a:srgbClr val="3A599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5" name="pg135"/>
            <p:cNvSpPr/>
            <p:nvPr/>
          </p:nvSpPr>
          <p:spPr>
            <a:xfrm>
              <a:off x="5613637" y="260770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5895">
                <a:alpha val="100000"/>
              </a:srgbClr>
            </a:solidFill>
            <a:ln w="5420" cap="flat">
              <a:solidFill>
                <a:srgbClr val="3A589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6" name="pg136"/>
            <p:cNvSpPr/>
            <p:nvPr/>
          </p:nvSpPr>
          <p:spPr>
            <a:xfrm>
              <a:off x="5625275" y="260770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5894">
                <a:alpha val="100000"/>
              </a:srgbClr>
            </a:solidFill>
            <a:ln w="5420" cap="flat">
              <a:solidFill>
                <a:srgbClr val="3A589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7" name="pg137"/>
            <p:cNvSpPr/>
            <p:nvPr/>
          </p:nvSpPr>
          <p:spPr>
            <a:xfrm>
              <a:off x="5450715" y="262200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19D">
                <a:alpha val="100000"/>
              </a:srgbClr>
            </a:solidFill>
            <a:ln w="5420" cap="flat">
              <a:solidFill>
                <a:srgbClr val="3A61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8" name="pg138"/>
            <p:cNvSpPr/>
            <p:nvPr/>
          </p:nvSpPr>
          <p:spPr>
            <a:xfrm>
              <a:off x="5462352" y="262200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609D">
                <a:alpha val="100000"/>
              </a:srgbClr>
            </a:solidFill>
            <a:ln w="5420" cap="flat">
              <a:solidFill>
                <a:srgbClr val="3960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9" name="pg139"/>
            <p:cNvSpPr/>
            <p:nvPr/>
          </p:nvSpPr>
          <p:spPr>
            <a:xfrm>
              <a:off x="5473989" y="262200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609D">
                <a:alpha val="100000"/>
              </a:srgbClr>
            </a:solidFill>
            <a:ln w="5420" cap="flat">
              <a:solidFill>
                <a:srgbClr val="3960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0" name="pg140"/>
            <p:cNvSpPr/>
            <p:nvPr/>
          </p:nvSpPr>
          <p:spPr>
            <a:xfrm>
              <a:off x="5485627" y="262200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5F9C">
                <a:alpha val="100000"/>
              </a:srgbClr>
            </a:solidFill>
            <a:ln w="5420" cap="flat">
              <a:solidFill>
                <a:srgbClr val="395F9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1" name="pg141"/>
            <p:cNvSpPr/>
            <p:nvPr/>
          </p:nvSpPr>
          <p:spPr>
            <a:xfrm>
              <a:off x="5497264" y="262200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5E9C">
                <a:alpha val="100000"/>
              </a:srgbClr>
            </a:solidFill>
            <a:ln w="5420" cap="flat">
              <a:solidFill>
                <a:srgbClr val="395E9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2" name="pg142"/>
            <p:cNvSpPr/>
            <p:nvPr/>
          </p:nvSpPr>
          <p:spPr>
            <a:xfrm>
              <a:off x="5508901" y="262200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5E9C">
                <a:alpha val="100000"/>
              </a:srgbClr>
            </a:solidFill>
            <a:ln w="5420" cap="flat">
              <a:solidFill>
                <a:srgbClr val="395E9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3" name="pg143"/>
            <p:cNvSpPr/>
            <p:nvPr/>
          </p:nvSpPr>
          <p:spPr>
            <a:xfrm>
              <a:off x="5520539" y="262200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5D9C">
                <a:alpha val="100000"/>
              </a:srgbClr>
            </a:solidFill>
            <a:ln w="5420" cap="flat">
              <a:solidFill>
                <a:srgbClr val="395D9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4" name="pg144"/>
            <p:cNvSpPr/>
            <p:nvPr/>
          </p:nvSpPr>
          <p:spPr>
            <a:xfrm>
              <a:off x="5532176" y="262200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5C9B">
                <a:alpha val="100000"/>
              </a:srgbClr>
            </a:solidFill>
            <a:ln w="5420" cap="flat">
              <a:solidFill>
                <a:srgbClr val="395C9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5" name="pg145"/>
            <p:cNvSpPr/>
            <p:nvPr/>
          </p:nvSpPr>
          <p:spPr>
            <a:xfrm>
              <a:off x="5543813" y="262200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5C9A">
                <a:alpha val="100000"/>
              </a:srgbClr>
            </a:solidFill>
            <a:ln w="5420" cap="flat">
              <a:solidFill>
                <a:srgbClr val="395C9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6" name="pg146"/>
            <p:cNvSpPr/>
            <p:nvPr/>
          </p:nvSpPr>
          <p:spPr>
            <a:xfrm>
              <a:off x="5555451" y="262200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5B99">
                <a:alpha val="100000"/>
              </a:srgbClr>
            </a:solidFill>
            <a:ln w="5420" cap="flat">
              <a:solidFill>
                <a:srgbClr val="395B9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7" name="pg147"/>
            <p:cNvSpPr/>
            <p:nvPr/>
          </p:nvSpPr>
          <p:spPr>
            <a:xfrm>
              <a:off x="5567088" y="262200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5A98">
                <a:alpha val="100000"/>
              </a:srgbClr>
            </a:solidFill>
            <a:ln w="5420" cap="flat">
              <a:solidFill>
                <a:srgbClr val="3A5A9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8" name="pg148"/>
            <p:cNvSpPr/>
            <p:nvPr/>
          </p:nvSpPr>
          <p:spPr>
            <a:xfrm>
              <a:off x="5578725" y="262200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5A97">
                <a:alpha val="100000"/>
              </a:srgbClr>
            </a:solidFill>
            <a:ln w="5420" cap="flat">
              <a:solidFill>
                <a:srgbClr val="3A5A9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9" name="pg149"/>
            <p:cNvSpPr/>
            <p:nvPr/>
          </p:nvSpPr>
          <p:spPr>
            <a:xfrm>
              <a:off x="5439077" y="263630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29D">
                <a:alpha val="100000"/>
              </a:srgbClr>
            </a:solidFill>
            <a:ln w="5420" cap="flat">
              <a:solidFill>
                <a:srgbClr val="3A62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0" name="pg150"/>
            <p:cNvSpPr/>
            <p:nvPr/>
          </p:nvSpPr>
          <p:spPr>
            <a:xfrm>
              <a:off x="5450715" y="263630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619D">
                <a:alpha val="100000"/>
              </a:srgbClr>
            </a:solidFill>
            <a:ln w="5420" cap="flat">
              <a:solidFill>
                <a:srgbClr val="3961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1" name="pg151"/>
            <p:cNvSpPr/>
            <p:nvPr/>
          </p:nvSpPr>
          <p:spPr>
            <a:xfrm>
              <a:off x="5462352" y="263630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609D">
                <a:alpha val="100000"/>
              </a:srgbClr>
            </a:solidFill>
            <a:ln w="5420" cap="flat">
              <a:solidFill>
                <a:srgbClr val="3960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2" name="pg152"/>
            <p:cNvSpPr/>
            <p:nvPr/>
          </p:nvSpPr>
          <p:spPr>
            <a:xfrm>
              <a:off x="5473989" y="263630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5F9D">
                <a:alpha val="100000"/>
              </a:srgbClr>
            </a:solidFill>
            <a:ln w="5420" cap="flat">
              <a:solidFill>
                <a:srgbClr val="395F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3" name="pg153"/>
            <p:cNvSpPr/>
            <p:nvPr/>
          </p:nvSpPr>
          <p:spPr>
            <a:xfrm>
              <a:off x="5485627" y="263630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5F9C">
                <a:alpha val="100000"/>
              </a:srgbClr>
            </a:solidFill>
            <a:ln w="5420" cap="flat">
              <a:solidFill>
                <a:srgbClr val="395F9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4" name="pg154"/>
            <p:cNvSpPr/>
            <p:nvPr/>
          </p:nvSpPr>
          <p:spPr>
            <a:xfrm>
              <a:off x="5497264" y="263630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5E9C">
                <a:alpha val="100000"/>
              </a:srgbClr>
            </a:solidFill>
            <a:ln w="5420" cap="flat">
              <a:solidFill>
                <a:srgbClr val="395E9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5" name="pg155"/>
            <p:cNvSpPr/>
            <p:nvPr/>
          </p:nvSpPr>
          <p:spPr>
            <a:xfrm>
              <a:off x="5508901" y="263630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5D9C">
                <a:alpha val="100000"/>
              </a:srgbClr>
            </a:solidFill>
            <a:ln w="5420" cap="flat">
              <a:solidFill>
                <a:srgbClr val="395D9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6" name="pg156"/>
            <p:cNvSpPr/>
            <p:nvPr/>
          </p:nvSpPr>
          <p:spPr>
            <a:xfrm>
              <a:off x="5520539" y="263630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5D9C">
                <a:alpha val="100000"/>
              </a:srgbClr>
            </a:solidFill>
            <a:ln w="5420" cap="flat">
              <a:solidFill>
                <a:srgbClr val="395D9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7" name="pg157"/>
            <p:cNvSpPr/>
            <p:nvPr/>
          </p:nvSpPr>
          <p:spPr>
            <a:xfrm>
              <a:off x="5532176" y="263630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5C9B">
                <a:alpha val="100000"/>
              </a:srgbClr>
            </a:solidFill>
            <a:ln w="5420" cap="flat">
              <a:solidFill>
                <a:srgbClr val="395C9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8" name="pg158"/>
            <p:cNvSpPr/>
            <p:nvPr/>
          </p:nvSpPr>
          <p:spPr>
            <a:xfrm>
              <a:off x="5543813" y="263630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5B9A">
                <a:alpha val="100000"/>
              </a:srgbClr>
            </a:solidFill>
            <a:ln w="5420" cap="flat">
              <a:solidFill>
                <a:srgbClr val="395B9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9" name="pg159"/>
            <p:cNvSpPr/>
            <p:nvPr/>
          </p:nvSpPr>
          <p:spPr>
            <a:xfrm>
              <a:off x="5555451" y="263630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5B99">
                <a:alpha val="100000"/>
              </a:srgbClr>
            </a:solidFill>
            <a:ln w="5420" cap="flat">
              <a:solidFill>
                <a:srgbClr val="3A5B9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0" name="pg160"/>
            <p:cNvSpPr/>
            <p:nvPr/>
          </p:nvSpPr>
          <p:spPr>
            <a:xfrm>
              <a:off x="5427440" y="265060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29D">
                <a:alpha val="100000"/>
              </a:srgbClr>
            </a:solidFill>
            <a:ln w="5420" cap="flat">
              <a:solidFill>
                <a:srgbClr val="3A62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1" name="pg161"/>
            <p:cNvSpPr/>
            <p:nvPr/>
          </p:nvSpPr>
          <p:spPr>
            <a:xfrm>
              <a:off x="5439077" y="265060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29D">
                <a:alpha val="100000"/>
              </a:srgbClr>
            </a:solidFill>
            <a:ln w="5420" cap="flat">
              <a:solidFill>
                <a:srgbClr val="3A62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2" name="pg162"/>
            <p:cNvSpPr/>
            <p:nvPr/>
          </p:nvSpPr>
          <p:spPr>
            <a:xfrm>
              <a:off x="5450715" y="265060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609D">
                <a:alpha val="100000"/>
              </a:srgbClr>
            </a:solidFill>
            <a:ln w="5420" cap="flat">
              <a:solidFill>
                <a:srgbClr val="3960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3" name="pg163"/>
            <p:cNvSpPr/>
            <p:nvPr/>
          </p:nvSpPr>
          <p:spPr>
            <a:xfrm>
              <a:off x="5462352" y="265060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5F9D">
                <a:alpha val="100000"/>
              </a:srgbClr>
            </a:solidFill>
            <a:ln w="5420" cap="flat">
              <a:solidFill>
                <a:srgbClr val="395F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4" name="pg164"/>
            <p:cNvSpPr/>
            <p:nvPr/>
          </p:nvSpPr>
          <p:spPr>
            <a:xfrm>
              <a:off x="5473989" y="265060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5F9C">
                <a:alpha val="100000"/>
              </a:srgbClr>
            </a:solidFill>
            <a:ln w="5420" cap="flat">
              <a:solidFill>
                <a:srgbClr val="395F9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5" name="pg165"/>
            <p:cNvSpPr/>
            <p:nvPr/>
          </p:nvSpPr>
          <p:spPr>
            <a:xfrm>
              <a:off x="5485627" y="265060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5E9C">
                <a:alpha val="100000"/>
              </a:srgbClr>
            </a:solidFill>
            <a:ln w="5420" cap="flat">
              <a:solidFill>
                <a:srgbClr val="395E9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6" name="pg166"/>
            <p:cNvSpPr/>
            <p:nvPr/>
          </p:nvSpPr>
          <p:spPr>
            <a:xfrm>
              <a:off x="5497264" y="265060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5D9C">
                <a:alpha val="100000"/>
              </a:srgbClr>
            </a:solidFill>
            <a:ln w="5420" cap="flat">
              <a:solidFill>
                <a:srgbClr val="395D9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7" name="pg167"/>
            <p:cNvSpPr/>
            <p:nvPr/>
          </p:nvSpPr>
          <p:spPr>
            <a:xfrm>
              <a:off x="5508901" y="265060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5D9C">
                <a:alpha val="100000"/>
              </a:srgbClr>
            </a:solidFill>
            <a:ln w="5420" cap="flat">
              <a:solidFill>
                <a:srgbClr val="395D9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8" name="pg168"/>
            <p:cNvSpPr/>
            <p:nvPr/>
          </p:nvSpPr>
          <p:spPr>
            <a:xfrm>
              <a:off x="5520539" y="265060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5C9B">
                <a:alpha val="100000"/>
              </a:srgbClr>
            </a:solidFill>
            <a:ln w="5420" cap="flat">
              <a:solidFill>
                <a:srgbClr val="395C9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9" name="pg169"/>
            <p:cNvSpPr/>
            <p:nvPr/>
          </p:nvSpPr>
          <p:spPr>
            <a:xfrm>
              <a:off x="5532176" y="265060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5C9A">
                <a:alpha val="100000"/>
              </a:srgbClr>
            </a:solidFill>
            <a:ln w="5420" cap="flat">
              <a:solidFill>
                <a:srgbClr val="395C9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0" name="pg170"/>
            <p:cNvSpPr/>
            <p:nvPr/>
          </p:nvSpPr>
          <p:spPr>
            <a:xfrm>
              <a:off x="5415803" y="266490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39D">
                <a:alpha val="100000"/>
              </a:srgbClr>
            </a:solidFill>
            <a:ln w="5420" cap="flat">
              <a:solidFill>
                <a:srgbClr val="3A63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1" name="pg171"/>
            <p:cNvSpPr/>
            <p:nvPr/>
          </p:nvSpPr>
          <p:spPr>
            <a:xfrm>
              <a:off x="5427440" y="266490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29D">
                <a:alpha val="100000"/>
              </a:srgbClr>
            </a:solidFill>
            <a:ln w="5420" cap="flat">
              <a:solidFill>
                <a:srgbClr val="3A62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2" name="pg172"/>
            <p:cNvSpPr/>
            <p:nvPr/>
          </p:nvSpPr>
          <p:spPr>
            <a:xfrm>
              <a:off x="5439077" y="266490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19D">
                <a:alpha val="100000"/>
              </a:srgbClr>
            </a:solidFill>
            <a:ln w="5420" cap="flat">
              <a:solidFill>
                <a:srgbClr val="3A61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3" name="pg173"/>
            <p:cNvSpPr/>
            <p:nvPr/>
          </p:nvSpPr>
          <p:spPr>
            <a:xfrm>
              <a:off x="5450715" y="266490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609D">
                <a:alpha val="100000"/>
              </a:srgbClr>
            </a:solidFill>
            <a:ln w="5420" cap="flat">
              <a:solidFill>
                <a:srgbClr val="3960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4" name="pg174"/>
            <p:cNvSpPr/>
            <p:nvPr/>
          </p:nvSpPr>
          <p:spPr>
            <a:xfrm>
              <a:off x="5462352" y="266490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5F9D">
                <a:alpha val="100000"/>
              </a:srgbClr>
            </a:solidFill>
            <a:ln w="5420" cap="flat">
              <a:solidFill>
                <a:srgbClr val="395F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5" name="pg175"/>
            <p:cNvSpPr/>
            <p:nvPr/>
          </p:nvSpPr>
          <p:spPr>
            <a:xfrm>
              <a:off x="5473989" y="266490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5F9C">
                <a:alpha val="100000"/>
              </a:srgbClr>
            </a:solidFill>
            <a:ln w="5420" cap="flat">
              <a:solidFill>
                <a:srgbClr val="395F9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6" name="pg176"/>
            <p:cNvSpPr/>
            <p:nvPr/>
          </p:nvSpPr>
          <p:spPr>
            <a:xfrm>
              <a:off x="5485627" y="266490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5E9C">
                <a:alpha val="100000"/>
              </a:srgbClr>
            </a:solidFill>
            <a:ln w="5420" cap="flat">
              <a:solidFill>
                <a:srgbClr val="395E9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7" name="pg177"/>
            <p:cNvSpPr/>
            <p:nvPr/>
          </p:nvSpPr>
          <p:spPr>
            <a:xfrm>
              <a:off x="5497264" y="266490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5D9C">
                <a:alpha val="100000"/>
              </a:srgbClr>
            </a:solidFill>
            <a:ln w="5420" cap="flat">
              <a:solidFill>
                <a:srgbClr val="395D9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8" name="pg178"/>
            <p:cNvSpPr/>
            <p:nvPr/>
          </p:nvSpPr>
          <p:spPr>
            <a:xfrm>
              <a:off x="5508901" y="266490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5D9B">
                <a:alpha val="100000"/>
              </a:srgbClr>
            </a:solidFill>
            <a:ln w="5420" cap="flat">
              <a:solidFill>
                <a:srgbClr val="395D9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9" name="pg179"/>
            <p:cNvSpPr/>
            <p:nvPr/>
          </p:nvSpPr>
          <p:spPr>
            <a:xfrm>
              <a:off x="5380891" y="267921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59E">
                <a:alpha val="100000"/>
              </a:srgbClr>
            </a:solidFill>
            <a:ln w="5420" cap="flat">
              <a:solidFill>
                <a:srgbClr val="3A65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0" name="pg180"/>
            <p:cNvSpPr/>
            <p:nvPr/>
          </p:nvSpPr>
          <p:spPr>
            <a:xfrm>
              <a:off x="5392528" y="267921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49E">
                <a:alpha val="100000"/>
              </a:srgbClr>
            </a:solidFill>
            <a:ln w="5420" cap="flat">
              <a:solidFill>
                <a:srgbClr val="3A64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1" name="pg181"/>
            <p:cNvSpPr/>
            <p:nvPr/>
          </p:nvSpPr>
          <p:spPr>
            <a:xfrm>
              <a:off x="5404165" y="267921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39E">
                <a:alpha val="100000"/>
              </a:srgbClr>
            </a:solidFill>
            <a:ln w="5420" cap="flat">
              <a:solidFill>
                <a:srgbClr val="3A63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2" name="pg182"/>
            <p:cNvSpPr/>
            <p:nvPr/>
          </p:nvSpPr>
          <p:spPr>
            <a:xfrm>
              <a:off x="5415803" y="267921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39D">
                <a:alpha val="100000"/>
              </a:srgbClr>
            </a:solidFill>
            <a:ln w="5420" cap="flat">
              <a:solidFill>
                <a:srgbClr val="3A63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3" name="pg183"/>
            <p:cNvSpPr/>
            <p:nvPr/>
          </p:nvSpPr>
          <p:spPr>
            <a:xfrm>
              <a:off x="5427440" y="267921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29D">
                <a:alpha val="100000"/>
              </a:srgbClr>
            </a:solidFill>
            <a:ln w="5420" cap="flat">
              <a:solidFill>
                <a:srgbClr val="3A62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4" name="pg184"/>
            <p:cNvSpPr/>
            <p:nvPr/>
          </p:nvSpPr>
          <p:spPr>
            <a:xfrm>
              <a:off x="5439077" y="267921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19D">
                <a:alpha val="100000"/>
              </a:srgbClr>
            </a:solidFill>
            <a:ln w="5420" cap="flat">
              <a:solidFill>
                <a:srgbClr val="3A61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5" name="pg185"/>
            <p:cNvSpPr/>
            <p:nvPr/>
          </p:nvSpPr>
          <p:spPr>
            <a:xfrm>
              <a:off x="5450715" y="267921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609D">
                <a:alpha val="100000"/>
              </a:srgbClr>
            </a:solidFill>
            <a:ln w="5420" cap="flat">
              <a:solidFill>
                <a:srgbClr val="3960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6" name="pg186"/>
            <p:cNvSpPr/>
            <p:nvPr/>
          </p:nvSpPr>
          <p:spPr>
            <a:xfrm>
              <a:off x="5462352" y="267921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5F9C">
                <a:alpha val="100000"/>
              </a:srgbClr>
            </a:solidFill>
            <a:ln w="5420" cap="flat">
              <a:solidFill>
                <a:srgbClr val="395F9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7" name="pg187"/>
            <p:cNvSpPr/>
            <p:nvPr/>
          </p:nvSpPr>
          <p:spPr>
            <a:xfrm>
              <a:off x="5473989" y="267921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5E9C">
                <a:alpha val="100000"/>
              </a:srgbClr>
            </a:solidFill>
            <a:ln w="5420" cap="flat">
              <a:solidFill>
                <a:srgbClr val="395E9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8" name="pg188"/>
            <p:cNvSpPr/>
            <p:nvPr/>
          </p:nvSpPr>
          <p:spPr>
            <a:xfrm>
              <a:off x="5485627" y="267921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5E9C">
                <a:alpha val="100000"/>
              </a:srgbClr>
            </a:solidFill>
            <a:ln w="5420" cap="flat">
              <a:solidFill>
                <a:srgbClr val="395E9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9" name="pg189"/>
            <p:cNvSpPr/>
            <p:nvPr/>
          </p:nvSpPr>
          <p:spPr>
            <a:xfrm>
              <a:off x="5369253" y="269351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59E">
                <a:alpha val="100000"/>
              </a:srgbClr>
            </a:solidFill>
            <a:ln w="5420" cap="flat">
              <a:solidFill>
                <a:srgbClr val="3A65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0" name="pg190"/>
            <p:cNvSpPr/>
            <p:nvPr/>
          </p:nvSpPr>
          <p:spPr>
            <a:xfrm>
              <a:off x="5380891" y="269351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59E">
                <a:alpha val="100000"/>
              </a:srgbClr>
            </a:solidFill>
            <a:ln w="5420" cap="flat">
              <a:solidFill>
                <a:srgbClr val="3A65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1" name="pg191"/>
            <p:cNvSpPr/>
            <p:nvPr/>
          </p:nvSpPr>
          <p:spPr>
            <a:xfrm>
              <a:off x="5392528" y="269351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49E">
                <a:alpha val="100000"/>
              </a:srgbClr>
            </a:solidFill>
            <a:ln w="5420" cap="flat">
              <a:solidFill>
                <a:srgbClr val="3A64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2" name="pg192"/>
            <p:cNvSpPr/>
            <p:nvPr/>
          </p:nvSpPr>
          <p:spPr>
            <a:xfrm>
              <a:off x="5404165" y="269351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39D">
                <a:alpha val="100000"/>
              </a:srgbClr>
            </a:solidFill>
            <a:ln w="5420" cap="flat">
              <a:solidFill>
                <a:srgbClr val="3A63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3" name="pg193"/>
            <p:cNvSpPr/>
            <p:nvPr/>
          </p:nvSpPr>
          <p:spPr>
            <a:xfrm>
              <a:off x="5415803" y="269351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39D">
                <a:alpha val="100000"/>
              </a:srgbClr>
            </a:solidFill>
            <a:ln w="5420" cap="flat">
              <a:solidFill>
                <a:srgbClr val="3A63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4" name="pg194"/>
            <p:cNvSpPr/>
            <p:nvPr/>
          </p:nvSpPr>
          <p:spPr>
            <a:xfrm>
              <a:off x="5427440" y="269351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29D">
                <a:alpha val="100000"/>
              </a:srgbClr>
            </a:solidFill>
            <a:ln w="5420" cap="flat">
              <a:solidFill>
                <a:srgbClr val="3A62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5" name="pg195"/>
            <p:cNvSpPr/>
            <p:nvPr/>
          </p:nvSpPr>
          <p:spPr>
            <a:xfrm>
              <a:off x="5439077" y="269351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19D">
                <a:alpha val="100000"/>
              </a:srgbClr>
            </a:solidFill>
            <a:ln w="5420" cap="flat">
              <a:solidFill>
                <a:srgbClr val="3A61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6" name="pg196"/>
            <p:cNvSpPr/>
            <p:nvPr/>
          </p:nvSpPr>
          <p:spPr>
            <a:xfrm>
              <a:off x="5450715" y="269351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609D">
                <a:alpha val="100000"/>
              </a:srgbClr>
            </a:solidFill>
            <a:ln w="5420" cap="flat">
              <a:solidFill>
                <a:srgbClr val="3960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7" name="pg197"/>
            <p:cNvSpPr/>
            <p:nvPr/>
          </p:nvSpPr>
          <p:spPr>
            <a:xfrm>
              <a:off x="5462352" y="269351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5F9D">
                <a:alpha val="100000"/>
              </a:srgbClr>
            </a:solidFill>
            <a:ln w="5420" cap="flat">
              <a:solidFill>
                <a:srgbClr val="395F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8" name="pg198"/>
            <p:cNvSpPr/>
            <p:nvPr/>
          </p:nvSpPr>
          <p:spPr>
            <a:xfrm>
              <a:off x="6311877" y="269351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87E">
                <a:alpha val="100000"/>
              </a:srgbClr>
            </a:solidFill>
            <a:ln w="5420" cap="flat">
              <a:solidFill>
                <a:srgbClr val="3C487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9" name="pg199"/>
            <p:cNvSpPr/>
            <p:nvPr/>
          </p:nvSpPr>
          <p:spPr>
            <a:xfrm>
              <a:off x="5311067" y="270781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99F">
                <a:alpha val="100000"/>
              </a:srgbClr>
            </a:solidFill>
            <a:ln w="5420" cap="flat">
              <a:solidFill>
                <a:srgbClr val="3A69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0" name="pg200"/>
            <p:cNvSpPr/>
            <p:nvPr/>
          </p:nvSpPr>
          <p:spPr>
            <a:xfrm>
              <a:off x="5322704" y="270781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99F">
                <a:alpha val="100000"/>
              </a:srgbClr>
            </a:solidFill>
            <a:ln w="5420" cap="flat">
              <a:solidFill>
                <a:srgbClr val="3A69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1" name="pg201"/>
            <p:cNvSpPr/>
            <p:nvPr/>
          </p:nvSpPr>
          <p:spPr>
            <a:xfrm>
              <a:off x="5334341" y="270781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79E">
                <a:alpha val="100000"/>
              </a:srgbClr>
            </a:solidFill>
            <a:ln w="5420" cap="flat">
              <a:solidFill>
                <a:srgbClr val="3A67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2" name="pg202"/>
            <p:cNvSpPr/>
            <p:nvPr/>
          </p:nvSpPr>
          <p:spPr>
            <a:xfrm>
              <a:off x="5345979" y="270781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79E">
                <a:alpha val="100000"/>
              </a:srgbClr>
            </a:solidFill>
            <a:ln w="5420" cap="flat">
              <a:solidFill>
                <a:srgbClr val="3A67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3" name="pg203"/>
            <p:cNvSpPr/>
            <p:nvPr/>
          </p:nvSpPr>
          <p:spPr>
            <a:xfrm>
              <a:off x="5357616" y="270781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69E">
                <a:alpha val="100000"/>
              </a:srgbClr>
            </a:solidFill>
            <a:ln w="5420" cap="flat">
              <a:solidFill>
                <a:srgbClr val="3A66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4" name="pg204"/>
            <p:cNvSpPr/>
            <p:nvPr/>
          </p:nvSpPr>
          <p:spPr>
            <a:xfrm>
              <a:off x="5369253" y="270781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59E">
                <a:alpha val="100000"/>
              </a:srgbClr>
            </a:solidFill>
            <a:ln w="5420" cap="flat">
              <a:solidFill>
                <a:srgbClr val="3A65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5" name="pg205"/>
            <p:cNvSpPr/>
            <p:nvPr/>
          </p:nvSpPr>
          <p:spPr>
            <a:xfrm>
              <a:off x="5380891" y="270781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59E">
                <a:alpha val="100000"/>
              </a:srgbClr>
            </a:solidFill>
            <a:ln w="5420" cap="flat">
              <a:solidFill>
                <a:srgbClr val="3A65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6" name="pg206"/>
            <p:cNvSpPr/>
            <p:nvPr/>
          </p:nvSpPr>
          <p:spPr>
            <a:xfrm>
              <a:off x="5392528" y="270781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49E">
                <a:alpha val="100000"/>
              </a:srgbClr>
            </a:solidFill>
            <a:ln w="5420" cap="flat">
              <a:solidFill>
                <a:srgbClr val="3A64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7" name="pg207"/>
            <p:cNvSpPr/>
            <p:nvPr/>
          </p:nvSpPr>
          <p:spPr>
            <a:xfrm>
              <a:off x="5404165" y="270781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39D">
                <a:alpha val="100000"/>
              </a:srgbClr>
            </a:solidFill>
            <a:ln w="5420" cap="flat">
              <a:solidFill>
                <a:srgbClr val="3A63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8" name="pg208"/>
            <p:cNvSpPr/>
            <p:nvPr/>
          </p:nvSpPr>
          <p:spPr>
            <a:xfrm>
              <a:off x="5415803" y="270781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29D">
                <a:alpha val="100000"/>
              </a:srgbClr>
            </a:solidFill>
            <a:ln w="5420" cap="flat">
              <a:solidFill>
                <a:srgbClr val="3A62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9" name="pg209"/>
            <p:cNvSpPr/>
            <p:nvPr/>
          </p:nvSpPr>
          <p:spPr>
            <a:xfrm>
              <a:off x="5427440" y="270781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29D">
                <a:alpha val="100000"/>
              </a:srgbClr>
            </a:solidFill>
            <a:ln w="5420" cap="flat">
              <a:solidFill>
                <a:srgbClr val="3A62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0" name="pg210"/>
            <p:cNvSpPr/>
            <p:nvPr/>
          </p:nvSpPr>
          <p:spPr>
            <a:xfrm>
              <a:off x="5439077" y="270781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19D">
                <a:alpha val="100000"/>
              </a:srgbClr>
            </a:solidFill>
            <a:ln w="5420" cap="flat">
              <a:solidFill>
                <a:srgbClr val="3A61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1" name="pg211"/>
            <p:cNvSpPr/>
            <p:nvPr/>
          </p:nvSpPr>
          <p:spPr>
            <a:xfrm>
              <a:off x="5450715" y="270781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609D">
                <a:alpha val="100000"/>
              </a:srgbClr>
            </a:solidFill>
            <a:ln w="5420" cap="flat">
              <a:solidFill>
                <a:srgbClr val="3960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2" name="pg212"/>
            <p:cNvSpPr/>
            <p:nvPr/>
          </p:nvSpPr>
          <p:spPr>
            <a:xfrm>
              <a:off x="6276965" y="270781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67C">
                <a:alpha val="100000"/>
              </a:srgbClr>
            </a:solidFill>
            <a:ln w="5420" cap="flat">
              <a:solidFill>
                <a:srgbClr val="3C467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3" name="pg213"/>
            <p:cNvSpPr/>
            <p:nvPr/>
          </p:nvSpPr>
          <p:spPr>
            <a:xfrm>
              <a:off x="6288602" y="270781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77C">
                <a:alpha val="100000"/>
              </a:srgbClr>
            </a:solidFill>
            <a:ln w="5420" cap="flat">
              <a:solidFill>
                <a:srgbClr val="3C477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4" name="pg214"/>
            <p:cNvSpPr/>
            <p:nvPr/>
          </p:nvSpPr>
          <p:spPr>
            <a:xfrm>
              <a:off x="6300240" y="270781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77C">
                <a:alpha val="100000"/>
              </a:srgbClr>
            </a:solidFill>
            <a:ln w="5420" cap="flat">
              <a:solidFill>
                <a:srgbClr val="3C477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5" name="pg215"/>
            <p:cNvSpPr/>
            <p:nvPr/>
          </p:nvSpPr>
          <p:spPr>
            <a:xfrm>
              <a:off x="6311877" y="270781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77D">
                <a:alpha val="100000"/>
              </a:srgbClr>
            </a:solidFill>
            <a:ln w="5420" cap="flat">
              <a:solidFill>
                <a:srgbClr val="3C477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6" name="pg216"/>
            <p:cNvSpPr/>
            <p:nvPr/>
          </p:nvSpPr>
          <p:spPr>
            <a:xfrm>
              <a:off x="6323514" y="270781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77D">
                <a:alpha val="100000"/>
              </a:srgbClr>
            </a:solidFill>
            <a:ln w="5420" cap="flat">
              <a:solidFill>
                <a:srgbClr val="3C477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7" name="pg217"/>
            <p:cNvSpPr/>
            <p:nvPr/>
          </p:nvSpPr>
          <p:spPr>
            <a:xfrm>
              <a:off x="5299429" y="272211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A9F">
                <a:alpha val="100000"/>
              </a:srgbClr>
            </a:solidFill>
            <a:ln w="5420" cap="flat">
              <a:solidFill>
                <a:srgbClr val="3A6A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8" name="pg218"/>
            <p:cNvSpPr/>
            <p:nvPr/>
          </p:nvSpPr>
          <p:spPr>
            <a:xfrm>
              <a:off x="5311067" y="272211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99F">
                <a:alpha val="100000"/>
              </a:srgbClr>
            </a:solidFill>
            <a:ln w="5420" cap="flat">
              <a:solidFill>
                <a:srgbClr val="3A69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9" name="pg219"/>
            <p:cNvSpPr/>
            <p:nvPr/>
          </p:nvSpPr>
          <p:spPr>
            <a:xfrm>
              <a:off x="5322704" y="272211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99F">
                <a:alpha val="100000"/>
              </a:srgbClr>
            </a:solidFill>
            <a:ln w="5420" cap="flat">
              <a:solidFill>
                <a:srgbClr val="3A69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0" name="pg220"/>
            <p:cNvSpPr/>
            <p:nvPr/>
          </p:nvSpPr>
          <p:spPr>
            <a:xfrm>
              <a:off x="5334341" y="272211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79E">
                <a:alpha val="100000"/>
              </a:srgbClr>
            </a:solidFill>
            <a:ln w="5420" cap="flat">
              <a:solidFill>
                <a:srgbClr val="3A67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1" name="pg221"/>
            <p:cNvSpPr/>
            <p:nvPr/>
          </p:nvSpPr>
          <p:spPr>
            <a:xfrm>
              <a:off x="5345979" y="272211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79E">
                <a:alpha val="100000"/>
              </a:srgbClr>
            </a:solidFill>
            <a:ln w="5420" cap="flat">
              <a:solidFill>
                <a:srgbClr val="3A67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2" name="pg222"/>
            <p:cNvSpPr/>
            <p:nvPr/>
          </p:nvSpPr>
          <p:spPr>
            <a:xfrm>
              <a:off x="5357616" y="272211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69E">
                <a:alpha val="100000"/>
              </a:srgbClr>
            </a:solidFill>
            <a:ln w="5420" cap="flat">
              <a:solidFill>
                <a:srgbClr val="3A66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3" name="pg223"/>
            <p:cNvSpPr/>
            <p:nvPr/>
          </p:nvSpPr>
          <p:spPr>
            <a:xfrm>
              <a:off x="5369253" y="272211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59E">
                <a:alpha val="100000"/>
              </a:srgbClr>
            </a:solidFill>
            <a:ln w="5420" cap="flat">
              <a:solidFill>
                <a:srgbClr val="3A65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4" name="pg224"/>
            <p:cNvSpPr/>
            <p:nvPr/>
          </p:nvSpPr>
          <p:spPr>
            <a:xfrm>
              <a:off x="5380891" y="272211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59E">
                <a:alpha val="100000"/>
              </a:srgbClr>
            </a:solidFill>
            <a:ln w="5420" cap="flat">
              <a:solidFill>
                <a:srgbClr val="3A65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5" name="pg225"/>
            <p:cNvSpPr/>
            <p:nvPr/>
          </p:nvSpPr>
          <p:spPr>
            <a:xfrm>
              <a:off x="5392528" y="272211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49E">
                <a:alpha val="100000"/>
              </a:srgbClr>
            </a:solidFill>
            <a:ln w="5420" cap="flat">
              <a:solidFill>
                <a:srgbClr val="3A64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6" name="pg226"/>
            <p:cNvSpPr/>
            <p:nvPr/>
          </p:nvSpPr>
          <p:spPr>
            <a:xfrm>
              <a:off x="5404165" y="272211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39D">
                <a:alpha val="100000"/>
              </a:srgbClr>
            </a:solidFill>
            <a:ln w="5420" cap="flat">
              <a:solidFill>
                <a:srgbClr val="3A63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7" name="pg227"/>
            <p:cNvSpPr/>
            <p:nvPr/>
          </p:nvSpPr>
          <p:spPr>
            <a:xfrm>
              <a:off x="5415803" y="272211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29D">
                <a:alpha val="100000"/>
              </a:srgbClr>
            </a:solidFill>
            <a:ln w="5420" cap="flat">
              <a:solidFill>
                <a:srgbClr val="3A62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8" name="pg228"/>
            <p:cNvSpPr/>
            <p:nvPr/>
          </p:nvSpPr>
          <p:spPr>
            <a:xfrm>
              <a:off x="5427440" y="272211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29D">
                <a:alpha val="100000"/>
              </a:srgbClr>
            </a:solidFill>
            <a:ln w="5420" cap="flat">
              <a:solidFill>
                <a:srgbClr val="3A62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9" name="pg229"/>
            <p:cNvSpPr/>
            <p:nvPr/>
          </p:nvSpPr>
          <p:spPr>
            <a:xfrm>
              <a:off x="5439077" y="272211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19D">
                <a:alpha val="100000"/>
              </a:srgbClr>
            </a:solidFill>
            <a:ln w="5420" cap="flat">
              <a:solidFill>
                <a:srgbClr val="3A61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0" name="pg230"/>
            <p:cNvSpPr/>
            <p:nvPr/>
          </p:nvSpPr>
          <p:spPr>
            <a:xfrm>
              <a:off x="6183866" y="272211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479">
                <a:alpha val="100000"/>
              </a:srgbClr>
            </a:solidFill>
            <a:ln w="5420" cap="flat">
              <a:solidFill>
                <a:srgbClr val="3C447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1" name="pg231"/>
            <p:cNvSpPr/>
            <p:nvPr/>
          </p:nvSpPr>
          <p:spPr>
            <a:xfrm>
              <a:off x="6195504" y="272211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479">
                <a:alpha val="100000"/>
              </a:srgbClr>
            </a:solidFill>
            <a:ln w="5420" cap="flat">
              <a:solidFill>
                <a:srgbClr val="3C447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2" name="pg232"/>
            <p:cNvSpPr/>
            <p:nvPr/>
          </p:nvSpPr>
          <p:spPr>
            <a:xfrm>
              <a:off x="6207141" y="272211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479">
                <a:alpha val="100000"/>
              </a:srgbClr>
            </a:solidFill>
            <a:ln w="5420" cap="flat">
              <a:solidFill>
                <a:srgbClr val="3C447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3" name="pg233"/>
            <p:cNvSpPr/>
            <p:nvPr/>
          </p:nvSpPr>
          <p:spPr>
            <a:xfrm>
              <a:off x="6218778" y="272211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479">
                <a:alpha val="100000"/>
              </a:srgbClr>
            </a:solidFill>
            <a:ln w="5420" cap="flat">
              <a:solidFill>
                <a:srgbClr val="3C447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4" name="pg234"/>
            <p:cNvSpPr/>
            <p:nvPr/>
          </p:nvSpPr>
          <p:spPr>
            <a:xfrm>
              <a:off x="6253690" y="272211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479">
                <a:alpha val="100000"/>
              </a:srgbClr>
            </a:solidFill>
            <a:ln w="5420" cap="flat">
              <a:solidFill>
                <a:srgbClr val="3C447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5" name="pg235"/>
            <p:cNvSpPr/>
            <p:nvPr/>
          </p:nvSpPr>
          <p:spPr>
            <a:xfrm>
              <a:off x="6265328" y="272211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57A">
                <a:alpha val="100000"/>
              </a:srgbClr>
            </a:solidFill>
            <a:ln w="5420" cap="flat">
              <a:solidFill>
                <a:srgbClr val="3C457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6" name="pg236"/>
            <p:cNvSpPr/>
            <p:nvPr/>
          </p:nvSpPr>
          <p:spPr>
            <a:xfrm>
              <a:off x="6276965" y="272211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57A">
                <a:alpha val="100000"/>
              </a:srgbClr>
            </a:solidFill>
            <a:ln w="5420" cap="flat">
              <a:solidFill>
                <a:srgbClr val="3C457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7" name="pg237"/>
            <p:cNvSpPr/>
            <p:nvPr/>
          </p:nvSpPr>
          <p:spPr>
            <a:xfrm>
              <a:off x="6288602" y="272211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57A">
                <a:alpha val="100000"/>
              </a:srgbClr>
            </a:solidFill>
            <a:ln w="5420" cap="flat">
              <a:solidFill>
                <a:srgbClr val="3C457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8" name="pg238"/>
            <p:cNvSpPr/>
            <p:nvPr/>
          </p:nvSpPr>
          <p:spPr>
            <a:xfrm>
              <a:off x="6300240" y="272211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67B">
                <a:alpha val="100000"/>
              </a:srgbClr>
            </a:solidFill>
            <a:ln w="5420" cap="flat">
              <a:solidFill>
                <a:srgbClr val="3C467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9" name="pg239"/>
            <p:cNvSpPr/>
            <p:nvPr/>
          </p:nvSpPr>
          <p:spPr>
            <a:xfrm>
              <a:off x="6311877" y="272211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67B">
                <a:alpha val="100000"/>
              </a:srgbClr>
            </a:solidFill>
            <a:ln w="5420" cap="flat">
              <a:solidFill>
                <a:srgbClr val="3C467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0" name="pg240"/>
            <p:cNvSpPr/>
            <p:nvPr/>
          </p:nvSpPr>
          <p:spPr>
            <a:xfrm>
              <a:off x="6323514" y="272211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67C">
                <a:alpha val="100000"/>
              </a:srgbClr>
            </a:solidFill>
            <a:ln w="5420" cap="flat">
              <a:solidFill>
                <a:srgbClr val="3C467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1" name="pg241"/>
            <p:cNvSpPr/>
            <p:nvPr/>
          </p:nvSpPr>
          <p:spPr>
            <a:xfrm>
              <a:off x="6335152" y="272211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77C">
                <a:alpha val="100000"/>
              </a:srgbClr>
            </a:solidFill>
            <a:ln w="5420" cap="flat">
              <a:solidFill>
                <a:srgbClr val="3C477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2" name="pg242"/>
            <p:cNvSpPr/>
            <p:nvPr/>
          </p:nvSpPr>
          <p:spPr>
            <a:xfrm>
              <a:off x="5299429" y="273641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A9F">
                <a:alpha val="100000"/>
              </a:srgbClr>
            </a:solidFill>
            <a:ln w="5420" cap="flat">
              <a:solidFill>
                <a:srgbClr val="3A6A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3" name="pg243"/>
            <p:cNvSpPr/>
            <p:nvPr/>
          </p:nvSpPr>
          <p:spPr>
            <a:xfrm>
              <a:off x="5311067" y="273641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99F">
                <a:alpha val="100000"/>
              </a:srgbClr>
            </a:solidFill>
            <a:ln w="5420" cap="flat">
              <a:solidFill>
                <a:srgbClr val="3A69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4" name="pg244"/>
            <p:cNvSpPr/>
            <p:nvPr/>
          </p:nvSpPr>
          <p:spPr>
            <a:xfrm>
              <a:off x="5322704" y="273641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99F">
                <a:alpha val="100000"/>
              </a:srgbClr>
            </a:solidFill>
            <a:ln w="5420" cap="flat">
              <a:solidFill>
                <a:srgbClr val="3A69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5" name="pg245"/>
            <p:cNvSpPr/>
            <p:nvPr/>
          </p:nvSpPr>
          <p:spPr>
            <a:xfrm>
              <a:off x="5334341" y="273641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79E">
                <a:alpha val="100000"/>
              </a:srgbClr>
            </a:solidFill>
            <a:ln w="5420" cap="flat">
              <a:solidFill>
                <a:srgbClr val="3A67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6" name="pg246"/>
            <p:cNvSpPr/>
            <p:nvPr/>
          </p:nvSpPr>
          <p:spPr>
            <a:xfrm>
              <a:off x="5345979" y="273641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79E">
                <a:alpha val="100000"/>
              </a:srgbClr>
            </a:solidFill>
            <a:ln w="5420" cap="flat">
              <a:solidFill>
                <a:srgbClr val="3A67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7" name="pg247"/>
            <p:cNvSpPr/>
            <p:nvPr/>
          </p:nvSpPr>
          <p:spPr>
            <a:xfrm>
              <a:off x="5357616" y="273641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69E">
                <a:alpha val="100000"/>
              </a:srgbClr>
            </a:solidFill>
            <a:ln w="5420" cap="flat">
              <a:solidFill>
                <a:srgbClr val="3A66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8" name="pg248"/>
            <p:cNvSpPr/>
            <p:nvPr/>
          </p:nvSpPr>
          <p:spPr>
            <a:xfrm>
              <a:off x="5369253" y="273641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59E">
                <a:alpha val="100000"/>
              </a:srgbClr>
            </a:solidFill>
            <a:ln w="5420" cap="flat">
              <a:solidFill>
                <a:srgbClr val="3A65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9" name="pg249"/>
            <p:cNvSpPr/>
            <p:nvPr/>
          </p:nvSpPr>
          <p:spPr>
            <a:xfrm>
              <a:off x="5380891" y="273641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59E">
                <a:alpha val="100000"/>
              </a:srgbClr>
            </a:solidFill>
            <a:ln w="5420" cap="flat">
              <a:solidFill>
                <a:srgbClr val="3A65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0" name="pg250"/>
            <p:cNvSpPr/>
            <p:nvPr/>
          </p:nvSpPr>
          <p:spPr>
            <a:xfrm>
              <a:off x="5392528" y="273641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49E">
                <a:alpha val="100000"/>
              </a:srgbClr>
            </a:solidFill>
            <a:ln w="5420" cap="flat">
              <a:solidFill>
                <a:srgbClr val="3A64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1" name="pg251"/>
            <p:cNvSpPr/>
            <p:nvPr/>
          </p:nvSpPr>
          <p:spPr>
            <a:xfrm>
              <a:off x="5404165" y="273641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39D">
                <a:alpha val="100000"/>
              </a:srgbClr>
            </a:solidFill>
            <a:ln w="5420" cap="flat">
              <a:solidFill>
                <a:srgbClr val="3A63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2" name="pg252"/>
            <p:cNvSpPr/>
            <p:nvPr/>
          </p:nvSpPr>
          <p:spPr>
            <a:xfrm>
              <a:off x="5415803" y="273641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29D">
                <a:alpha val="100000"/>
              </a:srgbClr>
            </a:solidFill>
            <a:ln w="5420" cap="flat">
              <a:solidFill>
                <a:srgbClr val="3A62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3" name="pg253"/>
            <p:cNvSpPr/>
            <p:nvPr/>
          </p:nvSpPr>
          <p:spPr>
            <a:xfrm>
              <a:off x="5427440" y="273641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29D">
                <a:alpha val="100000"/>
              </a:srgbClr>
            </a:solidFill>
            <a:ln w="5420" cap="flat">
              <a:solidFill>
                <a:srgbClr val="3A62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4" name="pg254"/>
            <p:cNvSpPr/>
            <p:nvPr/>
          </p:nvSpPr>
          <p:spPr>
            <a:xfrm>
              <a:off x="6172229" y="273641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377">
                <a:alpha val="100000"/>
              </a:srgbClr>
            </a:solidFill>
            <a:ln w="5420" cap="flat">
              <a:solidFill>
                <a:srgbClr val="3C437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5" name="pg255"/>
            <p:cNvSpPr/>
            <p:nvPr/>
          </p:nvSpPr>
          <p:spPr>
            <a:xfrm>
              <a:off x="6183866" y="273641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377">
                <a:alpha val="100000"/>
              </a:srgbClr>
            </a:solidFill>
            <a:ln w="5420" cap="flat">
              <a:solidFill>
                <a:srgbClr val="3C437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6" name="pg256"/>
            <p:cNvSpPr/>
            <p:nvPr/>
          </p:nvSpPr>
          <p:spPr>
            <a:xfrm>
              <a:off x="6195504" y="273641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377">
                <a:alpha val="100000"/>
              </a:srgbClr>
            </a:solidFill>
            <a:ln w="5420" cap="flat">
              <a:solidFill>
                <a:srgbClr val="3C437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7" name="pg257"/>
            <p:cNvSpPr/>
            <p:nvPr/>
          </p:nvSpPr>
          <p:spPr>
            <a:xfrm>
              <a:off x="6207141" y="273641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377">
                <a:alpha val="100000"/>
              </a:srgbClr>
            </a:solidFill>
            <a:ln w="5420" cap="flat">
              <a:solidFill>
                <a:srgbClr val="3C437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8" name="pg258"/>
            <p:cNvSpPr/>
            <p:nvPr/>
          </p:nvSpPr>
          <p:spPr>
            <a:xfrm>
              <a:off x="6218778" y="273641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377">
                <a:alpha val="100000"/>
              </a:srgbClr>
            </a:solidFill>
            <a:ln w="5420" cap="flat">
              <a:solidFill>
                <a:srgbClr val="3C437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9" name="pg259"/>
            <p:cNvSpPr/>
            <p:nvPr/>
          </p:nvSpPr>
          <p:spPr>
            <a:xfrm>
              <a:off x="6230416" y="273641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377">
                <a:alpha val="100000"/>
              </a:srgbClr>
            </a:solidFill>
            <a:ln w="5420" cap="flat">
              <a:solidFill>
                <a:srgbClr val="3C437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0" name="pg260"/>
            <p:cNvSpPr/>
            <p:nvPr/>
          </p:nvSpPr>
          <p:spPr>
            <a:xfrm>
              <a:off x="6242053" y="273641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377">
                <a:alpha val="100000"/>
              </a:srgbClr>
            </a:solidFill>
            <a:ln w="5420" cap="flat">
              <a:solidFill>
                <a:srgbClr val="3C437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1" name="pg261"/>
            <p:cNvSpPr/>
            <p:nvPr/>
          </p:nvSpPr>
          <p:spPr>
            <a:xfrm>
              <a:off x="6253690" y="273641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378">
                <a:alpha val="100000"/>
              </a:srgbClr>
            </a:solidFill>
            <a:ln w="5420" cap="flat">
              <a:solidFill>
                <a:srgbClr val="3C437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2" name="pg262"/>
            <p:cNvSpPr/>
            <p:nvPr/>
          </p:nvSpPr>
          <p:spPr>
            <a:xfrm>
              <a:off x="6265328" y="273641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478">
                <a:alpha val="100000"/>
              </a:srgbClr>
            </a:solidFill>
            <a:ln w="5420" cap="flat">
              <a:solidFill>
                <a:srgbClr val="3C447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3" name="pg263"/>
            <p:cNvSpPr/>
            <p:nvPr/>
          </p:nvSpPr>
          <p:spPr>
            <a:xfrm>
              <a:off x="6276965" y="273641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478">
                <a:alpha val="100000"/>
              </a:srgbClr>
            </a:solidFill>
            <a:ln w="5420" cap="flat">
              <a:solidFill>
                <a:srgbClr val="3C447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4" name="pg264"/>
            <p:cNvSpPr/>
            <p:nvPr/>
          </p:nvSpPr>
          <p:spPr>
            <a:xfrm>
              <a:off x="6288602" y="273641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479">
                <a:alpha val="100000"/>
              </a:srgbClr>
            </a:solidFill>
            <a:ln w="5420" cap="flat">
              <a:solidFill>
                <a:srgbClr val="3C447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5" name="pg265"/>
            <p:cNvSpPr/>
            <p:nvPr/>
          </p:nvSpPr>
          <p:spPr>
            <a:xfrm>
              <a:off x="6300240" y="273641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579">
                <a:alpha val="100000"/>
              </a:srgbClr>
            </a:solidFill>
            <a:ln w="5420" cap="flat">
              <a:solidFill>
                <a:srgbClr val="3C457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6" name="pg266"/>
            <p:cNvSpPr/>
            <p:nvPr/>
          </p:nvSpPr>
          <p:spPr>
            <a:xfrm>
              <a:off x="6311877" y="273641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57A">
                <a:alpha val="100000"/>
              </a:srgbClr>
            </a:solidFill>
            <a:ln w="5420" cap="flat">
              <a:solidFill>
                <a:srgbClr val="3C457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7" name="pg267"/>
            <p:cNvSpPr/>
            <p:nvPr/>
          </p:nvSpPr>
          <p:spPr>
            <a:xfrm>
              <a:off x="6323514" y="273641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57A">
                <a:alpha val="100000"/>
              </a:srgbClr>
            </a:solidFill>
            <a:ln w="5420" cap="flat">
              <a:solidFill>
                <a:srgbClr val="3C457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8" name="pg268"/>
            <p:cNvSpPr/>
            <p:nvPr/>
          </p:nvSpPr>
          <p:spPr>
            <a:xfrm>
              <a:off x="5299429" y="275071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A9F">
                <a:alpha val="100000"/>
              </a:srgbClr>
            </a:solidFill>
            <a:ln w="5420" cap="flat">
              <a:solidFill>
                <a:srgbClr val="3A6A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9" name="pg269"/>
            <p:cNvSpPr/>
            <p:nvPr/>
          </p:nvSpPr>
          <p:spPr>
            <a:xfrm>
              <a:off x="5311067" y="275071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99F">
                <a:alpha val="100000"/>
              </a:srgbClr>
            </a:solidFill>
            <a:ln w="5420" cap="flat">
              <a:solidFill>
                <a:srgbClr val="3A69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0" name="pg270"/>
            <p:cNvSpPr/>
            <p:nvPr/>
          </p:nvSpPr>
          <p:spPr>
            <a:xfrm>
              <a:off x="5322704" y="275071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99F">
                <a:alpha val="100000"/>
              </a:srgbClr>
            </a:solidFill>
            <a:ln w="5420" cap="flat">
              <a:solidFill>
                <a:srgbClr val="3A69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1" name="pg271"/>
            <p:cNvSpPr/>
            <p:nvPr/>
          </p:nvSpPr>
          <p:spPr>
            <a:xfrm>
              <a:off x="5334341" y="275071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79E">
                <a:alpha val="100000"/>
              </a:srgbClr>
            </a:solidFill>
            <a:ln w="5420" cap="flat">
              <a:solidFill>
                <a:srgbClr val="3A67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2" name="pg272"/>
            <p:cNvSpPr/>
            <p:nvPr/>
          </p:nvSpPr>
          <p:spPr>
            <a:xfrm>
              <a:off x="5345979" y="275071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79E">
                <a:alpha val="100000"/>
              </a:srgbClr>
            </a:solidFill>
            <a:ln w="5420" cap="flat">
              <a:solidFill>
                <a:srgbClr val="3A67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3" name="pg273"/>
            <p:cNvSpPr/>
            <p:nvPr/>
          </p:nvSpPr>
          <p:spPr>
            <a:xfrm>
              <a:off x="5357616" y="275071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69E">
                <a:alpha val="100000"/>
              </a:srgbClr>
            </a:solidFill>
            <a:ln w="5420" cap="flat">
              <a:solidFill>
                <a:srgbClr val="3A66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4" name="pg274"/>
            <p:cNvSpPr/>
            <p:nvPr/>
          </p:nvSpPr>
          <p:spPr>
            <a:xfrm>
              <a:off x="5369253" y="275071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59E">
                <a:alpha val="100000"/>
              </a:srgbClr>
            </a:solidFill>
            <a:ln w="5420" cap="flat">
              <a:solidFill>
                <a:srgbClr val="3A65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5" name="pg275"/>
            <p:cNvSpPr/>
            <p:nvPr/>
          </p:nvSpPr>
          <p:spPr>
            <a:xfrm>
              <a:off x="5380891" y="275071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59E">
                <a:alpha val="100000"/>
              </a:srgbClr>
            </a:solidFill>
            <a:ln w="5420" cap="flat">
              <a:solidFill>
                <a:srgbClr val="3A65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6" name="pg276"/>
            <p:cNvSpPr/>
            <p:nvPr/>
          </p:nvSpPr>
          <p:spPr>
            <a:xfrm>
              <a:off x="5392528" y="275071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49E">
                <a:alpha val="100000"/>
              </a:srgbClr>
            </a:solidFill>
            <a:ln w="5420" cap="flat">
              <a:solidFill>
                <a:srgbClr val="3A64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7" name="pg277"/>
            <p:cNvSpPr/>
            <p:nvPr/>
          </p:nvSpPr>
          <p:spPr>
            <a:xfrm>
              <a:off x="5404165" y="275071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39D">
                <a:alpha val="100000"/>
              </a:srgbClr>
            </a:solidFill>
            <a:ln w="5420" cap="flat">
              <a:solidFill>
                <a:srgbClr val="3A63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8" name="pg278"/>
            <p:cNvSpPr/>
            <p:nvPr/>
          </p:nvSpPr>
          <p:spPr>
            <a:xfrm>
              <a:off x="5415803" y="275071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29D">
                <a:alpha val="100000"/>
              </a:srgbClr>
            </a:solidFill>
            <a:ln w="5420" cap="flat">
              <a:solidFill>
                <a:srgbClr val="3A62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9" name="pg279"/>
            <p:cNvSpPr/>
            <p:nvPr/>
          </p:nvSpPr>
          <p:spPr>
            <a:xfrm>
              <a:off x="5427440" y="275071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29D">
                <a:alpha val="100000"/>
              </a:srgbClr>
            </a:solidFill>
            <a:ln w="5420" cap="flat">
              <a:solidFill>
                <a:srgbClr val="3A62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0" name="pg280"/>
            <p:cNvSpPr/>
            <p:nvPr/>
          </p:nvSpPr>
          <p:spPr>
            <a:xfrm>
              <a:off x="6079130" y="275071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377">
                <a:alpha val="100000"/>
              </a:srgbClr>
            </a:solidFill>
            <a:ln w="5420" cap="flat">
              <a:solidFill>
                <a:srgbClr val="3C437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1" name="pg281"/>
            <p:cNvSpPr/>
            <p:nvPr/>
          </p:nvSpPr>
          <p:spPr>
            <a:xfrm>
              <a:off x="6090768" y="275071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377">
                <a:alpha val="100000"/>
              </a:srgbClr>
            </a:solidFill>
            <a:ln w="5420" cap="flat">
              <a:solidFill>
                <a:srgbClr val="3C437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2" name="pg282"/>
            <p:cNvSpPr/>
            <p:nvPr/>
          </p:nvSpPr>
          <p:spPr>
            <a:xfrm>
              <a:off x="6102405" y="275071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377">
                <a:alpha val="100000"/>
              </a:srgbClr>
            </a:solidFill>
            <a:ln w="5420" cap="flat">
              <a:solidFill>
                <a:srgbClr val="3C437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3" name="pg283"/>
            <p:cNvSpPr/>
            <p:nvPr/>
          </p:nvSpPr>
          <p:spPr>
            <a:xfrm>
              <a:off x="6114042" y="275071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376">
                <a:alpha val="100000"/>
              </a:srgbClr>
            </a:solidFill>
            <a:ln w="5420" cap="flat">
              <a:solidFill>
                <a:srgbClr val="3C437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4" name="pg284"/>
            <p:cNvSpPr/>
            <p:nvPr/>
          </p:nvSpPr>
          <p:spPr>
            <a:xfrm>
              <a:off x="6148954" y="275071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276">
                <a:alpha val="100000"/>
              </a:srgbClr>
            </a:solidFill>
            <a:ln w="5420" cap="flat">
              <a:solidFill>
                <a:srgbClr val="3C427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5" name="pg285"/>
            <p:cNvSpPr/>
            <p:nvPr/>
          </p:nvSpPr>
          <p:spPr>
            <a:xfrm>
              <a:off x="6160592" y="275071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276">
                <a:alpha val="100000"/>
              </a:srgbClr>
            </a:solidFill>
            <a:ln w="5420" cap="flat">
              <a:solidFill>
                <a:srgbClr val="3C427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6" name="pg286"/>
            <p:cNvSpPr/>
            <p:nvPr/>
          </p:nvSpPr>
          <p:spPr>
            <a:xfrm>
              <a:off x="6172229" y="275071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276">
                <a:alpha val="100000"/>
              </a:srgbClr>
            </a:solidFill>
            <a:ln w="5420" cap="flat">
              <a:solidFill>
                <a:srgbClr val="3C427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7" name="pg287"/>
            <p:cNvSpPr/>
            <p:nvPr/>
          </p:nvSpPr>
          <p:spPr>
            <a:xfrm>
              <a:off x="6183866" y="275071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276">
                <a:alpha val="100000"/>
              </a:srgbClr>
            </a:solidFill>
            <a:ln w="5420" cap="flat">
              <a:solidFill>
                <a:srgbClr val="3C427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8" name="pg288"/>
            <p:cNvSpPr/>
            <p:nvPr/>
          </p:nvSpPr>
          <p:spPr>
            <a:xfrm>
              <a:off x="6195504" y="275071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275">
                <a:alpha val="100000"/>
              </a:srgbClr>
            </a:solidFill>
            <a:ln w="5420" cap="flat">
              <a:solidFill>
                <a:srgbClr val="3C427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9" name="pg289"/>
            <p:cNvSpPr/>
            <p:nvPr/>
          </p:nvSpPr>
          <p:spPr>
            <a:xfrm>
              <a:off x="6207141" y="275071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275">
                <a:alpha val="100000"/>
              </a:srgbClr>
            </a:solidFill>
            <a:ln w="5420" cap="flat">
              <a:solidFill>
                <a:srgbClr val="3C427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0" name="pg290"/>
            <p:cNvSpPr/>
            <p:nvPr/>
          </p:nvSpPr>
          <p:spPr>
            <a:xfrm>
              <a:off x="6218778" y="275071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275">
                <a:alpha val="100000"/>
              </a:srgbClr>
            </a:solidFill>
            <a:ln w="5420" cap="flat">
              <a:solidFill>
                <a:srgbClr val="3C427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1" name="pg291"/>
            <p:cNvSpPr/>
            <p:nvPr/>
          </p:nvSpPr>
          <p:spPr>
            <a:xfrm>
              <a:off x="6230416" y="275071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275">
                <a:alpha val="100000"/>
              </a:srgbClr>
            </a:solidFill>
            <a:ln w="5420" cap="flat">
              <a:solidFill>
                <a:srgbClr val="3C427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2" name="pg292"/>
            <p:cNvSpPr/>
            <p:nvPr/>
          </p:nvSpPr>
          <p:spPr>
            <a:xfrm>
              <a:off x="6242053" y="275071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276">
                <a:alpha val="100000"/>
              </a:srgbClr>
            </a:solidFill>
            <a:ln w="5420" cap="flat">
              <a:solidFill>
                <a:srgbClr val="3C427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3" name="pg293"/>
            <p:cNvSpPr/>
            <p:nvPr/>
          </p:nvSpPr>
          <p:spPr>
            <a:xfrm>
              <a:off x="6253690" y="275071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276">
                <a:alpha val="100000"/>
              </a:srgbClr>
            </a:solidFill>
            <a:ln w="5420" cap="flat">
              <a:solidFill>
                <a:srgbClr val="3C427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4" name="pg294"/>
            <p:cNvSpPr/>
            <p:nvPr/>
          </p:nvSpPr>
          <p:spPr>
            <a:xfrm>
              <a:off x="6265328" y="275071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376">
                <a:alpha val="100000"/>
              </a:srgbClr>
            </a:solidFill>
            <a:ln w="5420" cap="flat">
              <a:solidFill>
                <a:srgbClr val="3C437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5" name="pg295"/>
            <p:cNvSpPr/>
            <p:nvPr/>
          </p:nvSpPr>
          <p:spPr>
            <a:xfrm>
              <a:off x="6276965" y="275071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377">
                <a:alpha val="100000"/>
              </a:srgbClr>
            </a:solidFill>
            <a:ln w="5420" cap="flat">
              <a:solidFill>
                <a:srgbClr val="3C437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6" name="pg296"/>
            <p:cNvSpPr/>
            <p:nvPr/>
          </p:nvSpPr>
          <p:spPr>
            <a:xfrm>
              <a:off x="6288602" y="275071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377">
                <a:alpha val="100000"/>
              </a:srgbClr>
            </a:solidFill>
            <a:ln w="5420" cap="flat">
              <a:solidFill>
                <a:srgbClr val="3C437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7" name="pg297"/>
            <p:cNvSpPr/>
            <p:nvPr/>
          </p:nvSpPr>
          <p:spPr>
            <a:xfrm>
              <a:off x="6300240" y="275071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377">
                <a:alpha val="100000"/>
              </a:srgbClr>
            </a:solidFill>
            <a:ln w="5420" cap="flat">
              <a:solidFill>
                <a:srgbClr val="3C437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8" name="pg298"/>
            <p:cNvSpPr/>
            <p:nvPr/>
          </p:nvSpPr>
          <p:spPr>
            <a:xfrm>
              <a:off x="6311877" y="275071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478">
                <a:alpha val="100000"/>
              </a:srgbClr>
            </a:solidFill>
            <a:ln w="5420" cap="flat">
              <a:solidFill>
                <a:srgbClr val="3C447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9" name="pg299"/>
            <p:cNvSpPr/>
            <p:nvPr/>
          </p:nvSpPr>
          <p:spPr>
            <a:xfrm>
              <a:off x="6323514" y="275071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479">
                <a:alpha val="100000"/>
              </a:srgbClr>
            </a:solidFill>
            <a:ln w="5420" cap="flat">
              <a:solidFill>
                <a:srgbClr val="3C447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0" name="pg300"/>
            <p:cNvSpPr/>
            <p:nvPr/>
          </p:nvSpPr>
          <p:spPr>
            <a:xfrm>
              <a:off x="5287792" y="276501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B9F">
                <a:alpha val="100000"/>
              </a:srgbClr>
            </a:solidFill>
            <a:ln w="5420" cap="flat">
              <a:solidFill>
                <a:srgbClr val="3A6B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1" name="pg301"/>
            <p:cNvSpPr/>
            <p:nvPr/>
          </p:nvSpPr>
          <p:spPr>
            <a:xfrm>
              <a:off x="5299429" y="276501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A9F">
                <a:alpha val="100000"/>
              </a:srgbClr>
            </a:solidFill>
            <a:ln w="5420" cap="flat">
              <a:solidFill>
                <a:srgbClr val="3A6A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2" name="pg302"/>
            <p:cNvSpPr/>
            <p:nvPr/>
          </p:nvSpPr>
          <p:spPr>
            <a:xfrm>
              <a:off x="5311067" y="276501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A9F">
                <a:alpha val="100000"/>
              </a:srgbClr>
            </a:solidFill>
            <a:ln w="5420" cap="flat">
              <a:solidFill>
                <a:srgbClr val="3A6A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3" name="pg303"/>
            <p:cNvSpPr/>
            <p:nvPr/>
          </p:nvSpPr>
          <p:spPr>
            <a:xfrm>
              <a:off x="5322704" y="276501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99F">
                <a:alpha val="100000"/>
              </a:srgbClr>
            </a:solidFill>
            <a:ln w="5420" cap="flat">
              <a:solidFill>
                <a:srgbClr val="3A69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4" name="pg304"/>
            <p:cNvSpPr/>
            <p:nvPr/>
          </p:nvSpPr>
          <p:spPr>
            <a:xfrm>
              <a:off x="5334341" y="276501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89F">
                <a:alpha val="100000"/>
              </a:srgbClr>
            </a:solidFill>
            <a:ln w="5420" cap="flat">
              <a:solidFill>
                <a:srgbClr val="3A68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5" name="pg305"/>
            <p:cNvSpPr/>
            <p:nvPr/>
          </p:nvSpPr>
          <p:spPr>
            <a:xfrm>
              <a:off x="5345979" y="276501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79E">
                <a:alpha val="100000"/>
              </a:srgbClr>
            </a:solidFill>
            <a:ln w="5420" cap="flat">
              <a:solidFill>
                <a:srgbClr val="3A67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6" name="pg306"/>
            <p:cNvSpPr/>
            <p:nvPr/>
          </p:nvSpPr>
          <p:spPr>
            <a:xfrm>
              <a:off x="5357616" y="276501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69E">
                <a:alpha val="100000"/>
              </a:srgbClr>
            </a:solidFill>
            <a:ln w="5420" cap="flat">
              <a:solidFill>
                <a:srgbClr val="3A66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7" name="pg307"/>
            <p:cNvSpPr/>
            <p:nvPr/>
          </p:nvSpPr>
          <p:spPr>
            <a:xfrm>
              <a:off x="5369253" y="276501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59E">
                <a:alpha val="100000"/>
              </a:srgbClr>
            </a:solidFill>
            <a:ln w="5420" cap="flat">
              <a:solidFill>
                <a:srgbClr val="3A65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8" name="pg308"/>
            <p:cNvSpPr/>
            <p:nvPr/>
          </p:nvSpPr>
          <p:spPr>
            <a:xfrm>
              <a:off x="5380891" y="276501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59E">
                <a:alpha val="100000"/>
              </a:srgbClr>
            </a:solidFill>
            <a:ln w="5420" cap="flat">
              <a:solidFill>
                <a:srgbClr val="3A65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9" name="pg309"/>
            <p:cNvSpPr/>
            <p:nvPr/>
          </p:nvSpPr>
          <p:spPr>
            <a:xfrm>
              <a:off x="5392528" y="276501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49E">
                <a:alpha val="100000"/>
              </a:srgbClr>
            </a:solidFill>
            <a:ln w="5420" cap="flat">
              <a:solidFill>
                <a:srgbClr val="3A64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0" name="pg310"/>
            <p:cNvSpPr/>
            <p:nvPr/>
          </p:nvSpPr>
          <p:spPr>
            <a:xfrm>
              <a:off x="5404165" y="276501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39D">
                <a:alpha val="100000"/>
              </a:srgbClr>
            </a:solidFill>
            <a:ln w="5420" cap="flat">
              <a:solidFill>
                <a:srgbClr val="3A63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1" name="pg311"/>
            <p:cNvSpPr/>
            <p:nvPr/>
          </p:nvSpPr>
          <p:spPr>
            <a:xfrm>
              <a:off x="5415803" y="276501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29D">
                <a:alpha val="100000"/>
              </a:srgbClr>
            </a:solidFill>
            <a:ln w="5420" cap="flat">
              <a:solidFill>
                <a:srgbClr val="3A62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2" name="pg312"/>
            <p:cNvSpPr/>
            <p:nvPr/>
          </p:nvSpPr>
          <p:spPr>
            <a:xfrm>
              <a:off x="6067493" y="276501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276">
                <a:alpha val="100000"/>
              </a:srgbClr>
            </a:solidFill>
            <a:ln w="5420" cap="flat">
              <a:solidFill>
                <a:srgbClr val="3C427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3" name="pg313"/>
            <p:cNvSpPr/>
            <p:nvPr/>
          </p:nvSpPr>
          <p:spPr>
            <a:xfrm>
              <a:off x="6079130" y="276501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276">
                <a:alpha val="100000"/>
              </a:srgbClr>
            </a:solidFill>
            <a:ln w="5420" cap="flat">
              <a:solidFill>
                <a:srgbClr val="3C427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4" name="pg314"/>
            <p:cNvSpPr/>
            <p:nvPr/>
          </p:nvSpPr>
          <p:spPr>
            <a:xfrm>
              <a:off x="6090768" y="276501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276">
                <a:alpha val="100000"/>
              </a:srgbClr>
            </a:solidFill>
            <a:ln w="5420" cap="flat">
              <a:solidFill>
                <a:srgbClr val="3C427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5" name="pg315"/>
            <p:cNvSpPr/>
            <p:nvPr/>
          </p:nvSpPr>
          <p:spPr>
            <a:xfrm>
              <a:off x="6102405" y="276501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276">
                <a:alpha val="100000"/>
              </a:srgbClr>
            </a:solidFill>
            <a:ln w="5420" cap="flat">
              <a:solidFill>
                <a:srgbClr val="3C427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6" name="pg316"/>
            <p:cNvSpPr/>
            <p:nvPr/>
          </p:nvSpPr>
          <p:spPr>
            <a:xfrm>
              <a:off x="6114042" y="276501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275">
                <a:alpha val="100000"/>
              </a:srgbClr>
            </a:solidFill>
            <a:ln w="5420" cap="flat">
              <a:solidFill>
                <a:srgbClr val="3C427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7" name="pg317"/>
            <p:cNvSpPr/>
            <p:nvPr/>
          </p:nvSpPr>
          <p:spPr>
            <a:xfrm>
              <a:off x="6125680" y="276501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275">
                <a:alpha val="100000"/>
              </a:srgbClr>
            </a:solidFill>
            <a:ln w="5420" cap="flat">
              <a:solidFill>
                <a:srgbClr val="3C427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8" name="pg318"/>
            <p:cNvSpPr/>
            <p:nvPr/>
          </p:nvSpPr>
          <p:spPr>
            <a:xfrm>
              <a:off x="6137317" y="276501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275">
                <a:alpha val="100000"/>
              </a:srgbClr>
            </a:solidFill>
            <a:ln w="5420" cap="flat">
              <a:solidFill>
                <a:srgbClr val="3C427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9" name="pg319"/>
            <p:cNvSpPr/>
            <p:nvPr/>
          </p:nvSpPr>
          <p:spPr>
            <a:xfrm>
              <a:off x="6148954" y="276501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174">
                <a:alpha val="100000"/>
              </a:srgbClr>
            </a:solidFill>
            <a:ln w="5420" cap="flat">
              <a:solidFill>
                <a:srgbClr val="3C417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0" name="pg320"/>
            <p:cNvSpPr/>
            <p:nvPr/>
          </p:nvSpPr>
          <p:spPr>
            <a:xfrm>
              <a:off x="6160592" y="276501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174">
                <a:alpha val="100000"/>
              </a:srgbClr>
            </a:solidFill>
            <a:ln w="5420" cap="flat">
              <a:solidFill>
                <a:srgbClr val="3C417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1" name="pg321"/>
            <p:cNvSpPr/>
            <p:nvPr/>
          </p:nvSpPr>
          <p:spPr>
            <a:xfrm>
              <a:off x="6172229" y="276501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174">
                <a:alpha val="100000"/>
              </a:srgbClr>
            </a:solidFill>
            <a:ln w="5420" cap="flat">
              <a:solidFill>
                <a:srgbClr val="3C417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2" name="pg322"/>
            <p:cNvSpPr/>
            <p:nvPr/>
          </p:nvSpPr>
          <p:spPr>
            <a:xfrm>
              <a:off x="6183866" y="276501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174">
                <a:alpha val="100000"/>
              </a:srgbClr>
            </a:solidFill>
            <a:ln w="5420" cap="flat">
              <a:solidFill>
                <a:srgbClr val="3C417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3" name="pg323"/>
            <p:cNvSpPr/>
            <p:nvPr/>
          </p:nvSpPr>
          <p:spPr>
            <a:xfrm>
              <a:off x="6195504" y="276501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174">
                <a:alpha val="100000"/>
              </a:srgbClr>
            </a:solidFill>
            <a:ln w="5420" cap="flat">
              <a:solidFill>
                <a:srgbClr val="3C417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4" name="pg324"/>
            <p:cNvSpPr/>
            <p:nvPr/>
          </p:nvSpPr>
          <p:spPr>
            <a:xfrm>
              <a:off x="6207141" y="276501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174">
                <a:alpha val="100000"/>
              </a:srgbClr>
            </a:solidFill>
            <a:ln w="5420" cap="flat">
              <a:solidFill>
                <a:srgbClr val="3C417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5" name="pg325"/>
            <p:cNvSpPr/>
            <p:nvPr/>
          </p:nvSpPr>
          <p:spPr>
            <a:xfrm>
              <a:off x="6218778" y="276501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174">
                <a:alpha val="100000"/>
              </a:srgbClr>
            </a:solidFill>
            <a:ln w="5420" cap="flat">
              <a:solidFill>
                <a:srgbClr val="3C417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6" name="pg326"/>
            <p:cNvSpPr/>
            <p:nvPr/>
          </p:nvSpPr>
          <p:spPr>
            <a:xfrm>
              <a:off x="6230416" y="276501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174">
                <a:alpha val="100000"/>
              </a:srgbClr>
            </a:solidFill>
            <a:ln w="5420" cap="flat">
              <a:solidFill>
                <a:srgbClr val="3C417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7" name="pg327"/>
            <p:cNvSpPr/>
            <p:nvPr/>
          </p:nvSpPr>
          <p:spPr>
            <a:xfrm>
              <a:off x="6242053" y="276501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174">
                <a:alpha val="100000"/>
              </a:srgbClr>
            </a:solidFill>
            <a:ln w="5420" cap="flat">
              <a:solidFill>
                <a:srgbClr val="3C417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8" name="pg328"/>
            <p:cNvSpPr/>
            <p:nvPr/>
          </p:nvSpPr>
          <p:spPr>
            <a:xfrm>
              <a:off x="6253690" y="276501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174">
                <a:alpha val="100000"/>
              </a:srgbClr>
            </a:solidFill>
            <a:ln w="5420" cap="flat">
              <a:solidFill>
                <a:srgbClr val="3C417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9" name="pg329"/>
            <p:cNvSpPr/>
            <p:nvPr/>
          </p:nvSpPr>
          <p:spPr>
            <a:xfrm>
              <a:off x="6265328" y="276501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174">
                <a:alpha val="100000"/>
              </a:srgbClr>
            </a:solidFill>
            <a:ln w="5420" cap="flat">
              <a:solidFill>
                <a:srgbClr val="3C417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0" name="pg330"/>
            <p:cNvSpPr/>
            <p:nvPr/>
          </p:nvSpPr>
          <p:spPr>
            <a:xfrm>
              <a:off x="6276965" y="276501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175">
                <a:alpha val="100000"/>
              </a:srgbClr>
            </a:solidFill>
            <a:ln w="5420" cap="flat">
              <a:solidFill>
                <a:srgbClr val="3C417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1" name="pg331"/>
            <p:cNvSpPr/>
            <p:nvPr/>
          </p:nvSpPr>
          <p:spPr>
            <a:xfrm>
              <a:off x="6288602" y="276501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275">
                <a:alpha val="100000"/>
              </a:srgbClr>
            </a:solidFill>
            <a:ln w="5420" cap="flat">
              <a:solidFill>
                <a:srgbClr val="3C427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2" name="pg332"/>
            <p:cNvSpPr/>
            <p:nvPr/>
          </p:nvSpPr>
          <p:spPr>
            <a:xfrm>
              <a:off x="6300240" y="276501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276">
                <a:alpha val="100000"/>
              </a:srgbClr>
            </a:solidFill>
            <a:ln w="5420" cap="flat">
              <a:solidFill>
                <a:srgbClr val="3C427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3" name="pg333"/>
            <p:cNvSpPr/>
            <p:nvPr/>
          </p:nvSpPr>
          <p:spPr>
            <a:xfrm>
              <a:off x="6311877" y="276501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276">
                <a:alpha val="100000"/>
              </a:srgbClr>
            </a:solidFill>
            <a:ln w="5420" cap="flat">
              <a:solidFill>
                <a:srgbClr val="3C427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4" name="pg334"/>
            <p:cNvSpPr/>
            <p:nvPr/>
          </p:nvSpPr>
          <p:spPr>
            <a:xfrm>
              <a:off x="6323514" y="276501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376">
                <a:alpha val="100000"/>
              </a:srgbClr>
            </a:solidFill>
            <a:ln w="5420" cap="flat">
              <a:solidFill>
                <a:srgbClr val="3C437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5" name="pg335"/>
            <p:cNvSpPr/>
            <p:nvPr/>
          </p:nvSpPr>
          <p:spPr>
            <a:xfrm>
              <a:off x="5264517" y="277931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CA0">
                <a:alpha val="100000"/>
              </a:srgbClr>
            </a:solidFill>
            <a:ln w="5420" cap="flat">
              <a:solidFill>
                <a:srgbClr val="3A6CA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6" name="pg336"/>
            <p:cNvSpPr/>
            <p:nvPr/>
          </p:nvSpPr>
          <p:spPr>
            <a:xfrm>
              <a:off x="5276155" y="277931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C9F">
                <a:alpha val="100000"/>
              </a:srgbClr>
            </a:solidFill>
            <a:ln w="5420" cap="flat">
              <a:solidFill>
                <a:srgbClr val="3A6C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7" name="pg337"/>
            <p:cNvSpPr/>
            <p:nvPr/>
          </p:nvSpPr>
          <p:spPr>
            <a:xfrm>
              <a:off x="5287792" y="277931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B9F">
                <a:alpha val="100000"/>
              </a:srgbClr>
            </a:solidFill>
            <a:ln w="5420" cap="flat">
              <a:solidFill>
                <a:srgbClr val="3A6B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8" name="pg338"/>
            <p:cNvSpPr/>
            <p:nvPr/>
          </p:nvSpPr>
          <p:spPr>
            <a:xfrm>
              <a:off x="5299429" y="277931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A9F">
                <a:alpha val="100000"/>
              </a:srgbClr>
            </a:solidFill>
            <a:ln w="5420" cap="flat">
              <a:solidFill>
                <a:srgbClr val="3A6A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9" name="pg339"/>
            <p:cNvSpPr/>
            <p:nvPr/>
          </p:nvSpPr>
          <p:spPr>
            <a:xfrm>
              <a:off x="5311067" y="277931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A9F">
                <a:alpha val="100000"/>
              </a:srgbClr>
            </a:solidFill>
            <a:ln w="5420" cap="flat">
              <a:solidFill>
                <a:srgbClr val="3A6A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0" name="pg340"/>
            <p:cNvSpPr/>
            <p:nvPr/>
          </p:nvSpPr>
          <p:spPr>
            <a:xfrm>
              <a:off x="5322704" y="277931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99F">
                <a:alpha val="100000"/>
              </a:srgbClr>
            </a:solidFill>
            <a:ln w="5420" cap="flat">
              <a:solidFill>
                <a:srgbClr val="3A69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1" name="pg341"/>
            <p:cNvSpPr/>
            <p:nvPr/>
          </p:nvSpPr>
          <p:spPr>
            <a:xfrm>
              <a:off x="5334341" y="277931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89F">
                <a:alpha val="100000"/>
              </a:srgbClr>
            </a:solidFill>
            <a:ln w="5420" cap="flat">
              <a:solidFill>
                <a:srgbClr val="3A68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2" name="pg342"/>
            <p:cNvSpPr/>
            <p:nvPr/>
          </p:nvSpPr>
          <p:spPr>
            <a:xfrm>
              <a:off x="5345979" y="277931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79E">
                <a:alpha val="100000"/>
              </a:srgbClr>
            </a:solidFill>
            <a:ln w="5420" cap="flat">
              <a:solidFill>
                <a:srgbClr val="3A67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3" name="pg343"/>
            <p:cNvSpPr/>
            <p:nvPr/>
          </p:nvSpPr>
          <p:spPr>
            <a:xfrm>
              <a:off x="5357616" y="277931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69E">
                <a:alpha val="100000"/>
              </a:srgbClr>
            </a:solidFill>
            <a:ln w="5420" cap="flat">
              <a:solidFill>
                <a:srgbClr val="3A66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4" name="pg344"/>
            <p:cNvSpPr/>
            <p:nvPr/>
          </p:nvSpPr>
          <p:spPr>
            <a:xfrm>
              <a:off x="5369253" y="277931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69E">
                <a:alpha val="100000"/>
              </a:srgbClr>
            </a:solidFill>
            <a:ln w="5420" cap="flat">
              <a:solidFill>
                <a:srgbClr val="3A66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5" name="pg345"/>
            <p:cNvSpPr/>
            <p:nvPr/>
          </p:nvSpPr>
          <p:spPr>
            <a:xfrm>
              <a:off x="5380891" y="277931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59E">
                <a:alpha val="100000"/>
              </a:srgbClr>
            </a:solidFill>
            <a:ln w="5420" cap="flat">
              <a:solidFill>
                <a:srgbClr val="3A65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6" name="pg346"/>
            <p:cNvSpPr/>
            <p:nvPr/>
          </p:nvSpPr>
          <p:spPr>
            <a:xfrm>
              <a:off x="6067493" y="277931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275">
                <a:alpha val="100000"/>
              </a:srgbClr>
            </a:solidFill>
            <a:ln w="5420" cap="flat">
              <a:solidFill>
                <a:srgbClr val="3C427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7" name="pg347"/>
            <p:cNvSpPr/>
            <p:nvPr/>
          </p:nvSpPr>
          <p:spPr>
            <a:xfrm>
              <a:off x="6079130" y="277931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175">
                <a:alpha val="100000"/>
              </a:srgbClr>
            </a:solidFill>
            <a:ln w="5420" cap="flat">
              <a:solidFill>
                <a:srgbClr val="3C417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8" name="pg348"/>
            <p:cNvSpPr/>
            <p:nvPr/>
          </p:nvSpPr>
          <p:spPr>
            <a:xfrm>
              <a:off x="6090768" y="277931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174">
                <a:alpha val="100000"/>
              </a:srgbClr>
            </a:solidFill>
            <a:ln w="5420" cap="flat">
              <a:solidFill>
                <a:srgbClr val="3C417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9" name="pg349"/>
            <p:cNvSpPr/>
            <p:nvPr/>
          </p:nvSpPr>
          <p:spPr>
            <a:xfrm>
              <a:off x="6102405" y="277931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174">
                <a:alpha val="100000"/>
              </a:srgbClr>
            </a:solidFill>
            <a:ln w="5420" cap="flat">
              <a:solidFill>
                <a:srgbClr val="3C417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0" name="pg350"/>
            <p:cNvSpPr/>
            <p:nvPr/>
          </p:nvSpPr>
          <p:spPr>
            <a:xfrm>
              <a:off x="6114042" y="277931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174">
                <a:alpha val="100000"/>
              </a:srgbClr>
            </a:solidFill>
            <a:ln w="5420" cap="flat">
              <a:solidFill>
                <a:srgbClr val="3C417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1" name="pg351"/>
            <p:cNvSpPr/>
            <p:nvPr/>
          </p:nvSpPr>
          <p:spPr>
            <a:xfrm>
              <a:off x="6125680" y="277931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174">
                <a:alpha val="100000"/>
              </a:srgbClr>
            </a:solidFill>
            <a:ln w="5420" cap="flat">
              <a:solidFill>
                <a:srgbClr val="3C417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2" name="pg352"/>
            <p:cNvSpPr/>
            <p:nvPr/>
          </p:nvSpPr>
          <p:spPr>
            <a:xfrm>
              <a:off x="6137317" y="277931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073">
                <a:alpha val="100000"/>
              </a:srgbClr>
            </a:solidFill>
            <a:ln w="5420" cap="flat">
              <a:solidFill>
                <a:srgbClr val="3C407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3" name="pg353"/>
            <p:cNvSpPr/>
            <p:nvPr/>
          </p:nvSpPr>
          <p:spPr>
            <a:xfrm>
              <a:off x="6148954" y="277931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073">
                <a:alpha val="100000"/>
              </a:srgbClr>
            </a:solidFill>
            <a:ln w="5420" cap="flat">
              <a:solidFill>
                <a:srgbClr val="3C407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4" name="pg354"/>
            <p:cNvSpPr/>
            <p:nvPr/>
          </p:nvSpPr>
          <p:spPr>
            <a:xfrm>
              <a:off x="6160592" y="277931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4072">
                <a:alpha val="100000"/>
              </a:srgbClr>
            </a:solidFill>
            <a:ln w="5420" cap="flat">
              <a:solidFill>
                <a:srgbClr val="3B407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5" name="pg355"/>
            <p:cNvSpPr/>
            <p:nvPr/>
          </p:nvSpPr>
          <p:spPr>
            <a:xfrm>
              <a:off x="6172229" y="277931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4072">
                <a:alpha val="100000"/>
              </a:srgbClr>
            </a:solidFill>
            <a:ln w="5420" cap="flat">
              <a:solidFill>
                <a:srgbClr val="3B407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6" name="pg356"/>
            <p:cNvSpPr/>
            <p:nvPr/>
          </p:nvSpPr>
          <p:spPr>
            <a:xfrm>
              <a:off x="6183866" y="277931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3F72">
                <a:alpha val="100000"/>
              </a:srgbClr>
            </a:solidFill>
            <a:ln w="5420" cap="flat">
              <a:solidFill>
                <a:srgbClr val="3B3F7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7" name="pg357"/>
            <p:cNvSpPr/>
            <p:nvPr/>
          </p:nvSpPr>
          <p:spPr>
            <a:xfrm>
              <a:off x="6195504" y="277931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3F72">
                <a:alpha val="100000"/>
              </a:srgbClr>
            </a:solidFill>
            <a:ln w="5420" cap="flat">
              <a:solidFill>
                <a:srgbClr val="3B3F7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8" name="pg358"/>
            <p:cNvSpPr/>
            <p:nvPr/>
          </p:nvSpPr>
          <p:spPr>
            <a:xfrm>
              <a:off x="6207141" y="277931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3F72">
                <a:alpha val="100000"/>
              </a:srgbClr>
            </a:solidFill>
            <a:ln w="5420" cap="flat">
              <a:solidFill>
                <a:srgbClr val="3B3F7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9" name="pg359"/>
            <p:cNvSpPr/>
            <p:nvPr/>
          </p:nvSpPr>
          <p:spPr>
            <a:xfrm>
              <a:off x="6218778" y="277931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3F71">
                <a:alpha val="100000"/>
              </a:srgbClr>
            </a:solidFill>
            <a:ln w="5420" cap="flat">
              <a:solidFill>
                <a:srgbClr val="3B3F7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0" name="pg360"/>
            <p:cNvSpPr/>
            <p:nvPr/>
          </p:nvSpPr>
          <p:spPr>
            <a:xfrm>
              <a:off x="6230416" y="277931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3F72">
                <a:alpha val="100000"/>
              </a:srgbClr>
            </a:solidFill>
            <a:ln w="5420" cap="flat">
              <a:solidFill>
                <a:srgbClr val="3B3F7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1" name="pg361"/>
            <p:cNvSpPr/>
            <p:nvPr/>
          </p:nvSpPr>
          <p:spPr>
            <a:xfrm>
              <a:off x="6242053" y="277931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3F72">
                <a:alpha val="100000"/>
              </a:srgbClr>
            </a:solidFill>
            <a:ln w="5420" cap="flat">
              <a:solidFill>
                <a:srgbClr val="3B3F7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2" name="pg362"/>
            <p:cNvSpPr/>
            <p:nvPr/>
          </p:nvSpPr>
          <p:spPr>
            <a:xfrm>
              <a:off x="6253690" y="277931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3F72">
                <a:alpha val="100000"/>
              </a:srgbClr>
            </a:solidFill>
            <a:ln w="5420" cap="flat">
              <a:solidFill>
                <a:srgbClr val="3B3F7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3" name="pg363"/>
            <p:cNvSpPr/>
            <p:nvPr/>
          </p:nvSpPr>
          <p:spPr>
            <a:xfrm>
              <a:off x="6265328" y="277931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4072">
                <a:alpha val="100000"/>
              </a:srgbClr>
            </a:solidFill>
            <a:ln w="5420" cap="flat">
              <a:solidFill>
                <a:srgbClr val="3B407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4" name="pg364"/>
            <p:cNvSpPr/>
            <p:nvPr/>
          </p:nvSpPr>
          <p:spPr>
            <a:xfrm>
              <a:off x="6276965" y="277931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073">
                <a:alpha val="100000"/>
              </a:srgbClr>
            </a:solidFill>
            <a:ln w="5420" cap="flat">
              <a:solidFill>
                <a:srgbClr val="3C407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5" name="pg365"/>
            <p:cNvSpPr/>
            <p:nvPr/>
          </p:nvSpPr>
          <p:spPr>
            <a:xfrm>
              <a:off x="6288602" y="277931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073">
                <a:alpha val="100000"/>
              </a:srgbClr>
            </a:solidFill>
            <a:ln w="5420" cap="flat">
              <a:solidFill>
                <a:srgbClr val="3C407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6" name="pg366"/>
            <p:cNvSpPr/>
            <p:nvPr/>
          </p:nvSpPr>
          <p:spPr>
            <a:xfrm>
              <a:off x="6300240" y="277931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174">
                <a:alpha val="100000"/>
              </a:srgbClr>
            </a:solidFill>
            <a:ln w="5420" cap="flat">
              <a:solidFill>
                <a:srgbClr val="3C417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7" name="pg367"/>
            <p:cNvSpPr/>
            <p:nvPr/>
          </p:nvSpPr>
          <p:spPr>
            <a:xfrm>
              <a:off x="6311877" y="277931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174">
                <a:alpha val="100000"/>
              </a:srgbClr>
            </a:solidFill>
            <a:ln w="5420" cap="flat">
              <a:solidFill>
                <a:srgbClr val="3C417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8" name="pg368"/>
            <p:cNvSpPr/>
            <p:nvPr/>
          </p:nvSpPr>
          <p:spPr>
            <a:xfrm>
              <a:off x="6323514" y="277931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275">
                <a:alpha val="100000"/>
              </a:srgbClr>
            </a:solidFill>
            <a:ln w="5420" cap="flat">
              <a:solidFill>
                <a:srgbClr val="3C427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9" name="pg369"/>
            <p:cNvSpPr/>
            <p:nvPr/>
          </p:nvSpPr>
          <p:spPr>
            <a:xfrm>
              <a:off x="5264517" y="279361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DA0">
                <a:alpha val="100000"/>
              </a:srgbClr>
            </a:solidFill>
            <a:ln w="5420" cap="flat">
              <a:solidFill>
                <a:srgbClr val="3A6DA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0" name="pg370"/>
            <p:cNvSpPr/>
            <p:nvPr/>
          </p:nvSpPr>
          <p:spPr>
            <a:xfrm>
              <a:off x="5276155" y="279361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CA0">
                <a:alpha val="100000"/>
              </a:srgbClr>
            </a:solidFill>
            <a:ln w="5420" cap="flat">
              <a:solidFill>
                <a:srgbClr val="3A6CA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1" name="pg371"/>
            <p:cNvSpPr/>
            <p:nvPr/>
          </p:nvSpPr>
          <p:spPr>
            <a:xfrm>
              <a:off x="5287792" y="279361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B9F">
                <a:alpha val="100000"/>
              </a:srgbClr>
            </a:solidFill>
            <a:ln w="5420" cap="flat">
              <a:solidFill>
                <a:srgbClr val="3A6B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2" name="pg372"/>
            <p:cNvSpPr/>
            <p:nvPr/>
          </p:nvSpPr>
          <p:spPr>
            <a:xfrm>
              <a:off x="5299429" y="279361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B9F">
                <a:alpha val="100000"/>
              </a:srgbClr>
            </a:solidFill>
            <a:ln w="5420" cap="flat">
              <a:solidFill>
                <a:srgbClr val="3A6B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3" name="pg373"/>
            <p:cNvSpPr/>
            <p:nvPr/>
          </p:nvSpPr>
          <p:spPr>
            <a:xfrm>
              <a:off x="5311067" y="279361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A9F">
                <a:alpha val="100000"/>
              </a:srgbClr>
            </a:solidFill>
            <a:ln w="5420" cap="flat">
              <a:solidFill>
                <a:srgbClr val="3A6A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4" name="pg374"/>
            <p:cNvSpPr/>
            <p:nvPr/>
          </p:nvSpPr>
          <p:spPr>
            <a:xfrm>
              <a:off x="5322704" y="279361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99F">
                <a:alpha val="100000"/>
              </a:srgbClr>
            </a:solidFill>
            <a:ln w="5420" cap="flat">
              <a:solidFill>
                <a:srgbClr val="3A69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5" name="pg375"/>
            <p:cNvSpPr/>
            <p:nvPr/>
          </p:nvSpPr>
          <p:spPr>
            <a:xfrm>
              <a:off x="5334341" y="279361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89F">
                <a:alpha val="100000"/>
              </a:srgbClr>
            </a:solidFill>
            <a:ln w="5420" cap="flat">
              <a:solidFill>
                <a:srgbClr val="3A68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6" name="pg376"/>
            <p:cNvSpPr/>
            <p:nvPr/>
          </p:nvSpPr>
          <p:spPr>
            <a:xfrm>
              <a:off x="5345979" y="279361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79E">
                <a:alpha val="100000"/>
              </a:srgbClr>
            </a:solidFill>
            <a:ln w="5420" cap="flat">
              <a:solidFill>
                <a:srgbClr val="3A67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7" name="pg377"/>
            <p:cNvSpPr/>
            <p:nvPr/>
          </p:nvSpPr>
          <p:spPr>
            <a:xfrm>
              <a:off x="5357616" y="279361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79E">
                <a:alpha val="100000"/>
              </a:srgbClr>
            </a:solidFill>
            <a:ln w="5420" cap="flat">
              <a:solidFill>
                <a:srgbClr val="3A67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8" name="pg378"/>
            <p:cNvSpPr/>
            <p:nvPr/>
          </p:nvSpPr>
          <p:spPr>
            <a:xfrm>
              <a:off x="6067493" y="279361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4072">
                <a:alpha val="100000"/>
              </a:srgbClr>
            </a:solidFill>
            <a:ln w="5420" cap="flat">
              <a:solidFill>
                <a:srgbClr val="3B407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9" name="pg379"/>
            <p:cNvSpPr/>
            <p:nvPr/>
          </p:nvSpPr>
          <p:spPr>
            <a:xfrm>
              <a:off x="6079130" y="279361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4072">
                <a:alpha val="100000"/>
              </a:srgbClr>
            </a:solidFill>
            <a:ln w="5420" cap="flat">
              <a:solidFill>
                <a:srgbClr val="3B407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0" name="pg380"/>
            <p:cNvSpPr/>
            <p:nvPr/>
          </p:nvSpPr>
          <p:spPr>
            <a:xfrm>
              <a:off x="6090768" y="279361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3F72">
                <a:alpha val="100000"/>
              </a:srgbClr>
            </a:solidFill>
            <a:ln w="5420" cap="flat">
              <a:solidFill>
                <a:srgbClr val="3B3F7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1" name="pg381"/>
            <p:cNvSpPr/>
            <p:nvPr/>
          </p:nvSpPr>
          <p:spPr>
            <a:xfrm>
              <a:off x="6102405" y="279361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3F71">
                <a:alpha val="100000"/>
              </a:srgbClr>
            </a:solidFill>
            <a:ln w="5420" cap="flat">
              <a:solidFill>
                <a:srgbClr val="3B3F7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2" name="pg382"/>
            <p:cNvSpPr/>
            <p:nvPr/>
          </p:nvSpPr>
          <p:spPr>
            <a:xfrm>
              <a:off x="6114042" y="279361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3F71">
                <a:alpha val="100000"/>
              </a:srgbClr>
            </a:solidFill>
            <a:ln w="5420" cap="flat">
              <a:solidFill>
                <a:srgbClr val="3B3F7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3" name="pg383"/>
            <p:cNvSpPr/>
            <p:nvPr/>
          </p:nvSpPr>
          <p:spPr>
            <a:xfrm>
              <a:off x="6125680" y="279361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3E70">
                <a:alpha val="100000"/>
              </a:srgbClr>
            </a:solidFill>
            <a:ln w="5420" cap="flat">
              <a:solidFill>
                <a:srgbClr val="3B3E7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4" name="pg384"/>
            <p:cNvSpPr/>
            <p:nvPr/>
          </p:nvSpPr>
          <p:spPr>
            <a:xfrm>
              <a:off x="6137317" y="279361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3E70">
                <a:alpha val="100000"/>
              </a:srgbClr>
            </a:solidFill>
            <a:ln w="5420" cap="flat">
              <a:solidFill>
                <a:srgbClr val="3B3E7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5" name="pg385"/>
            <p:cNvSpPr/>
            <p:nvPr/>
          </p:nvSpPr>
          <p:spPr>
            <a:xfrm>
              <a:off x="6148954" y="279361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3D6F">
                <a:alpha val="100000"/>
              </a:srgbClr>
            </a:solidFill>
            <a:ln w="5420" cap="flat">
              <a:solidFill>
                <a:srgbClr val="3B3D6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6" name="pg386"/>
            <p:cNvSpPr/>
            <p:nvPr/>
          </p:nvSpPr>
          <p:spPr>
            <a:xfrm>
              <a:off x="6160592" y="279361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3D6E">
                <a:alpha val="100000"/>
              </a:srgbClr>
            </a:solidFill>
            <a:ln w="5420" cap="flat">
              <a:solidFill>
                <a:srgbClr val="3B3D6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7" name="pg387"/>
            <p:cNvSpPr/>
            <p:nvPr/>
          </p:nvSpPr>
          <p:spPr>
            <a:xfrm>
              <a:off x="6172229" y="279361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3D6E">
                <a:alpha val="100000"/>
              </a:srgbClr>
            </a:solidFill>
            <a:ln w="5420" cap="flat">
              <a:solidFill>
                <a:srgbClr val="3B3D6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8" name="pg388"/>
            <p:cNvSpPr/>
            <p:nvPr/>
          </p:nvSpPr>
          <p:spPr>
            <a:xfrm>
              <a:off x="6183866" y="279361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3C6E">
                <a:alpha val="100000"/>
              </a:srgbClr>
            </a:solidFill>
            <a:ln w="5420" cap="flat">
              <a:solidFill>
                <a:srgbClr val="3B3C6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9" name="pg389"/>
            <p:cNvSpPr/>
            <p:nvPr/>
          </p:nvSpPr>
          <p:spPr>
            <a:xfrm>
              <a:off x="6195504" y="279361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3D6E">
                <a:alpha val="100000"/>
              </a:srgbClr>
            </a:solidFill>
            <a:ln w="5420" cap="flat">
              <a:solidFill>
                <a:srgbClr val="3B3D6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0" name="pg390"/>
            <p:cNvSpPr/>
            <p:nvPr/>
          </p:nvSpPr>
          <p:spPr>
            <a:xfrm>
              <a:off x="6207141" y="279361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3C6E">
                <a:alpha val="100000"/>
              </a:srgbClr>
            </a:solidFill>
            <a:ln w="5420" cap="flat">
              <a:solidFill>
                <a:srgbClr val="3B3C6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1" name="pg391"/>
            <p:cNvSpPr/>
            <p:nvPr/>
          </p:nvSpPr>
          <p:spPr>
            <a:xfrm>
              <a:off x="6218778" y="279361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3C6D">
                <a:alpha val="100000"/>
              </a:srgbClr>
            </a:solidFill>
            <a:ln w="5420" cap="flat">
              <a:solidFill>
                <a:srgbClr val="3B3C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2" name="pg392"/>
            <p:cNvSpPr/>
            <p:nvPr/>
          </p:nvSpPr>
          <p:spPr>
            <a:xfrm>
              <a:off x="6230416" y="279361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3C6D">
                <a:alpha val="100000"/>
              </a:srgbClr>
            </a:solidFill>
            <a:ln w="5420" cap="flat">
              <a:solidFill>
                <a:srgbClr val="3B3C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3" name="pg393"/>
            <p:cNvSpPr/>
            <p:nvPr/>
          </p:nvSpPr>
          <p:spPr>
            <a:xfrm>
              <a:off x="6242053" y="279361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3C6D">
                <a:alpha val="100000"/>
              </a:srgbClr>
            </a:solidFill>
            <a:ln w="5420" cap="flat">
              <a:solidFill>
                <a:srgbClr val="3B3C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4" name="pg394"/>
            <p:cNvSpPr/>
            <p:nvPr/>
          </p:nvSpPr>
          <p:spPr>
            <a:xfrm>
              <a:off x="6253690" y="279361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3C6D">
                <a:alpha val="100000"/>
              </a:srgbClr>
            </a:solidFill>
            <a:ln w="5420" cap="flat">
              <a:solidFill>
                <a:srgbClr val="3B3C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5" name="pg395"/>
            <p:cNvSpPr/>
            <p:nvPr/>
          </p:nvSpPr>
          <p:spPr>
            <a:xfrm>
              <a:off x="6265328" y="279361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3D6E">
                <a:alpha val="100000"/>
              </a:srgbClr>
            </a:solidFill>
            <a:ln w="5420" cap="flat">
              <a:solidFill>
                <a:srgbClr val="3B3D6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6" name="pg396"/>
            <p:cNvSpPr/>
            <p:nvPr/>
          </p:nvSpPr>
          <p:spPr>
            <a:xfrm>
              <a:off x="6276965" y="279361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3D6F">
                <a:alpha val="100000"/>
              </a:srgbClr>
            </a:solidFill>
            <a:ln w="5420" cap="flat">
              <a:solidFill>
                <a:srgbClr val="3B3D6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7" name="pg397"/>
            <p:cNvSpPr/>
            <p:nvPr/>
          </p:nvSpPr>
          <p:spPr>
            <a:xfrm>
              <a:off x="6288602" y="279361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3E6F">
                <a:alpha val="100000"/>
              </a:srgbClr>
            </a:solidFill>
            <a:ln w="5420" cap="flat">
              <a:solidFill>
                <a:srgbClr val="3B3E6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8" name="pg398"/>
            <p:cNvSpPr/>
            <p:nvPr/>
          </p:nvSpPr>
          <p:spPr>
            <a:xfrm>
              <a:off x="6300240" y="279361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3E70">
                <a:alpha val="100000"/>
              </a:srgbClr>
            </a:solidFill>
            <a:ln w="5420" cap="flat">
              <a:solidFill>
                <a:srgbClr val="3B3E7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9" name="pg399"/>
            <p:cNvSpPr/>
            <p:nvPr/>
          </p:nvSpPr>
          <p:spPr>
            <a:xfrm>
              <a:off x="6311877" y="279361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3E71">
                <a:alpha val="100000"/>
              </a:srgbClr>
            </a:solidFill>
            <a:ln w="5420" cap="flat">
              <a:solidFill>
                <a:srgbClr val="3B3E7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0" name="pg400"/>
            <p:cNvSpPr/>
            <p:nvPr/>
          </p:nvSpPr>
          <p:spPr>
            <a:xfrm>
              <a:off x="6323514" y="279361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3F71">
                <a:alpha val="100000"/>
              </a:srgbClr>
            </a:solidFill>
            <a:ln w="5420" cap="flat">
              <a:solidFill>
                <a:srgbClr val="3B3F7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1" name="pg401"/>
            <p:cNvSpPr/>
            <p:nvPr/>
          </p:nvSpPr>
          <p:spPr>
            <a:xfrm>
              <a:off x="6335152" y="279361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4072">
                <a:alpha val="100000"/>
              </a:srgbClr>
            </a:solidFill>
            <a:ln w="5420" cap="flat">
              <a:solidFill>
                <a:srgbClr val="3B407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2" name="pg402"/>
            <p:cNvSpPr/>
            <p:nvPr/>
          </p:nvSpPr>
          <p:spPr>
            <a:xfrm>
              <a:off x="5264517" y="280791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DA0">
                <a:alpha val="100000"/>
              </a:srgbClr>
            </a:solidFill>
            <a:ln w="5420" cap="flat">
              <a:solidFill>
                <a:srgbClr val="3A6DA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3" name="pg403"/>
            <p:cNvSpPr/>
            <p:nvPr/>
          </p:nvSpPr>
          <p:spPr>
            <a:xfrm>
              <a:off x="5276155" y="280791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CA0">
                <a:alpha val="100000"/>
              </a:srgbClr>
            </a:solidFill>
            <a:ln w="5420" cap="flat">
              <a:solidFill>
                <a:srgbClr val="3A6CA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4" name="pg404"/>
            <p:cNvSpPr/>
            <p:nvPr/>
          </p:nvSpPr>
          <p:spPr>
            <a:xfrm>
              <a:off x="5287792" y="280791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C9F">
                <a:alpha val="100000"/>
              </a:srgbClr>
            </a:solidFill>
            <a:ln w="5420" cap="flat">
              <a:solidFill>
                <a:srgbClr val="3A6C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5" name="pg405"/>
            <p:cNvSpPr/>
            <p:nvPr/>
          </p:nvSpPr>
          <p:spPr>
            <a:xfrm>
              <a:off x="5299429" y="280791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B9F">
                <a:alpha val="100000"/>
              </a:srgbClr>
            </a:solidFill>
            <a:ln w="5420" cap="flat">
              <a:solidFill>
                <a:srgbClr val="3A6B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6" name="pg406"/>
            <p:cNvSpPr/>
            <p:nvPr/>
          </p:nvSpPr>
          <p:spPr>
            <a:xfrm>
              <a:off x="5311067" y="280791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A9F">
                <a:alpha val="100000"/>
              </a:srgbClr>
            </a:solidFill>
            <a:ln w="5420" cap="flat">
              <a:solidFill>
                <a:srgbClr val="3A6A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7" name="pg407"/>
            <p:cNvSpPr/>
            <p:nvPr/>
          </p:nvSpPr>
          <p:spPr>
            <a:xfrm>
              <a:off x="5322704" y="280791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A9F">
                <a:alpha val="100000"/>
              </a:srgbClr>
            </a:solidFill>
            <a:ln w="5420" cap="flat">
              <a:solidFill>
                <a:srgbClr val="3A6A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8" name="pg408"/>
            <p:cNvSpPr/>
            <p:nvPr/>
          </p:nvSpPr>
          <p:spPr>
            <a:xfrm>
              <a:off x="6055856" y="280791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3F71">
                <a:alpha val="100000"/>
              </a:srgbClr>
            </a:solidFill>
            <a:ln w="5420" cap="flat">
              <a:solidFill>
                <a:srgbClr val="3B3F7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9" name="pg409"/>
            <p:cNvSpPr/>
            <p:nvPr/>
          </p:nvSpPr>
          <p:spPr>
            <a:xfrm>
              <a:off x="6067493" y="280791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3F71">
                <a:alpha val="100000"/>
              </a:srgbClr>
            </a:solidFill>
            <a:ln w="5420" cap="flat">
              <a:solidFill>
                <a:srgbClr val="3B3F7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0" name="pg410"/>
            <p:cNvSpPr/>
            <p:nvPr/>
          </p:nvSpPr>
          <p:spPr>
            <a:xfrm>
              <a:off x="6079130" y="280791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3F71">
                <a:alpha val="100000"/>
              </a:srgbClr>
            </a:solidFill>
            <a:ln w="5420" cap="flat">
              <a:solidFill>
                <a:srgbClr val="3B3F7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1" name="pg411"/>
            <p:cNvSpPr/>
            <p:nvPr/>
          </p:nvSpPr>
          <p:spPr>
            <a:xfrm>
              <a:off x="6090768" y="280791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3E70">
                <a:alpha val="100000"/>
              </a:srgbClr>
            </a:solidFill>
            <a:ln w="5420" cap="flat">
              <a:solidFill>
                <a:srgbClr val="3B3E7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2" name="pg412"/>
            <p:cNvSpPr/>
            <p:nvPr/>
          </p:nvSpPr>
          <p:spPr>
            <a:xfrm>
              <a:off x="6102405" y="280791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3E70">
                <a:alpha val="100000"/>
              </a:srgbClr>
            </a:solidFill>
            <a:ln w="5420" cap="flat">
              <a:solidFill>
                <a:srgbClr val="3B3E7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3" name="pg413"/>
            <p:cNvSpPr/>
            <p:nvPr/>
          </p:nvSpPr>
          <p:spPr>
            <a:xfrm>
              <a:off x="6114042" y="280791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3E6F">
                <a:alpha val="100000"/>
              </a:srgbClr>
            </a:solidFill>
            <a:ln w="5420" cap="flat">
              <a:solidFill>
                <a:srgbClr val="3B3E6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4" name="pg414"/>
            <p:cNvSpPr/>
            <p:nvPr/>
          </p:nvSpPr>
          <p:spPr>
            <a:xfrm>
              <a:off x="6125680" y="280791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3D6F">
                <a:alpha val="100000"/>
              </a:srgbClr>
            </a:solidFill>
            <a:ln w="5420" cap="flat">
              <a:solidFill>
                <a:srgbClr val="3B3D6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5" name="pg415"/>
            <p:cNvSpPr/>
            <p:nvPr/>
          </p:nvSpPr>
          <p:spPr>
            <a:xfrm>
              <a:off x="6137317" y="280791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3D6E">
                <a:alpha val="100000"/>
              </a:srgbClr>
            </a:solidFill>
            <a:ln w="5420" cap="flat">
              <a:solidFill>
                <a:srgbClr val="3B3D6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6" name="pg416"/>
            <p:cNvSpPr/>
            <p:nvPr/>
          </p:nvSpPr>
          <p:spPr>
            <a:xfrm>
              <a:off x="6148954" y="280791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3C6D">
                <a:alpha val="100000"/>
              </a:srgbClr>
            </a:solidFill>
            <a:ln w="5420" cap="flat">
              <a:solidFill>
                <a:srgbClr val="3B3C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7" name="pg417"/>
            <p:cNvSpPr/>
            <p:nvPr/>
          </p:nvSpPr>
          <p:spPr>
            <a:xfrm>
              <a:off x="6160592" y="280791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3C6C">
                <a:alpha val="100000"/>
              </a:srgbClr>
            </a:solidFill>
            <a:ln w="5420" cap="flat">
              <a:solidFill>
                <a:srgbClr val="3B3C6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8" name="pg418"/>
            <p:cNvSpPr/>
            <p:nvPr/>
          </p:nvSpPr>
          <p:spPr>
            <a:xfrm>
              <a:off x="6172229" y="280791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3C6C">
                <a:alpha val="100000"/>
              </a:srgbClr>
            </a:solidFill>
            <a:ln w="5420" cap="flat">
              <a:solidFill>
                <a:srgbClr val="3B3C6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9" name="pg419"/>
            <p:cNvSpPr/>
            <p:nvPr/>
          </p:nvSpPr>
          <p:spPr>
            <a:xfrm>
              <a:off x="6230416" y="280791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3A6B">
                <a:alpha val="100000"/>
              </a:srgbClr>
            </a:solidFill>
            <a:ln w="5420" cap="flat">
              <a:solidFill>
                <a:srgbClr val="3B3A6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0" name="pg420"/>
            <p:cNvSpPr/>
            <p:nvPr/>
          </p:nvSpPr>
          <p:spPr>
            <a:xfrm>
              <a:off x="6242053" y="280791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3A6B">
                <a:alpha val="100000"/>
              </a:srgbClr>
            </a:solidFill>
            <a:ln w="5420" cap="flat">
              <a:solidFill>
                <a:srgbClr val="3B3A6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1" name="pg421"/>
            <p:cNvSpPr/>
            <p:nvPr/>
          </p:nvSpPr>
          <p:spPr>
            <a:xfrm>
              <a:off x="6253690" y="280791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3B6B">
                <a:alpha val="100000"/>
              </a:srgbClr>
            </a:solidFill>
            <a:ln w="5420" cap="flat">
              <a:solidFill>
                <a:srgbClr val="3B3B6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2" name="pg422"/>
            <p:cNvSpPr/>
            <p:nvPr/>
          </p:nvSpPr>
          <p:spPr>
            <a:xfrm>
              <a:off x="6265328" y="280791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3B6C">
                <a:alpha val="100000"/>
              </a:srgbClr>
            </a:solidFill>
            <a:ln w="5420" cap="flat">
              <a:solidFill>
                <a:srgbClr val="3B3B6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3" name="pg423"/>
            <p:cNvSpPr/>
            <p:nvPr/>
          </p:nvSpPr>
          <p:spPr>
            <a:xfrm>
              <a:off x="6276965" y="280791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3C6C">
                <a:alpha val="100000"/>
              </a:srgbClr>
            </a:solidFill>
            <a:ln w="5420" cap="flat">
              <a:solidFill>
                <a:srgbClr val="3B3C6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4" name="pg424"/>
            <p:cNvSpPr/>
            <p:nvPr/>
          </p:nvSpPr>
          <p:spPr>
            <a:xfrm>
              <a:off x="6288602" y="280791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3C6D">
                <a:alpha val="100000"/>
              </a:srgbClr>
            </a:solidFill>
            <a:ln w="5420" cap="flat">
              <a:solidFill>
                <a:srgbClr val="3B3C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5" name="pg425"/>
            <p:cNvSpPr/>
            <p:nvPr/>
          </p:nvSpPr>
          <p:spPr>
            <a:xfrm>
              <a:off x="6300240" y="280791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3D6E">
                <a:alpha val="100000"/>
              </a:srgbClr>
            </a:solidFill>
            <a:ln w="5420" cap="flat">
              <a:solidFill>
                <a:srgbClr val="3B3D6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6" name="pg426"/>
            <p:cNvSpPr/>
            <p:nvPr/>
          </p:nvSpPr>
          <p:spPr>
            <a:xfrm>
              <a:off x="6311877" y="280791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3D6F">
                <a:alpha val="100000"/>
              </a:srgbClr>
            </a:solidFill>
            <a:ln w="5420" cap="flat">
              <a:solidFill>
                <a:srgbClr val="3B3D6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7" name="pg427"/>
            <p:cNvSpPr/>
            <p:nvPr/>
          </p:nvSpPr>
          <p:spPr>
            <a:xfrm>
              <a:off x="6323514" y="280791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3E70">
                <a:alpha val="100000"/>
              </a:srgbClr>
            </a:solidFill>
            <a:ln w="5420" cap="flat">
              <a:solidFill>
                <a:srgbClr val="3B3E7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8" name="pg428"/>
            <p:cNvSpPr/>
            <p:nvPr/>
          </p:nvSpPr>
          <p:spPr>
            <a:xfrm>
              <a:off x="5264517" y="282221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DA0">
                <a:alpha val="100000"/>
              </a:srgbClr>
            </a:solidFill>
            <a:ln w="5420" cap="flat">
              <a:solidFill>
                <a:srgbClr val="3A6DA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9" name="pg429"/>
            <p:cNvSpPr/>
            <p:nvPr/>
          </p:nvSpPr>
          <p:spPr>
            <a:xfrm>
              <a:off x="5276155" y="282221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CA0">
                <a:alpha val="100000"/>
              </a:srgbClr>
            </a:solidFill>
            <a:ln w="5420" cap="flat">
              <a:solidFill>
                <a:srgbClr val="3A6CA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0" name="pg430"/>
            <p:cNvSpPr/>
            <p:nvPr/>
          </p:nvSpPr>
          <p:spPr>
            <a:xfrm>
              <a:off x="5287792" y="282221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CA0">
                <a:alpha val="100000"/>
              </a:srgbClr>
            </a:solidFill>
            <a:ln w="5420" cap="flat">
              <a:solidFill>
                <a:srgbClr val="3A6CA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1" name="pg431"/>
            <p:cNvSpPr/>
            <p:nvPr/>
          </p:nvSpPr>
          <p:spPr>
            <a:xfrm>
              <a:off x="5299429" y="282221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B9F">
                <a:alpha val="100000"/>
              </a:srgbClr>
            </a:solidFill>
            <a:ln w="5420" cap="flat">
              <a:solidFill>
                <a:srgbClr val="3A6B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2" name="pg432"/>
            <p:cNvSpPr/>
            <p:nvPr/>
          </p:nvSpPr>
          <p:spPr>
            <a:xfrm>
              <a:off x="6009306" y="282221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3E70">
                <a:alpha val="100000"/>
              </a:srgbClr>
            </a:solidFill>
            <a:ln w="5420" cap="flat">
              <a:solidFill>
                <a:srgbClr val="3B3E7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3" name="pg433"/>
            <p:cNvSpPr/>
            <p:nvPr/>
          </p:nvSpPr>
          <p:spPr>
            <a:xfrm>
              <a:off x="6020944" y="282221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3E70">
                <a:alpha val="100000"/>
              </a:srgbClr>
            </a:solidFill>
            <a:ln w="5420" cap="flat">
              <a:solidFill>
                <a:srgbClr val="3B3E7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4" name="pg434"/>
            <p:cNvSpPr/>
            <p:nvPr/>
          </p:nvSpPr>
          <p:spPr>
            <a:xfrm>
              <a:off x="6032581" y="282221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3E71">
                <a:alpha val="100000"/>
              </a:srgbClr>
            </a:solidFill>
            <a:ln w="5420" cap="flat">
              <a:solidFill>
                <a:srgbClr val="3B3E7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5" name="pg435"/>
            <p:cNvSpPr/>
            <p:nvPr/>
          </p:nvSpPr>
          <p:spPr>
            <a:xfrm>
              <a:off x="6044218" y="282221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3E71">
                <a:alpha val="100000"/>
              </a:srgbClr>
            </a:solidFill>
            <a:ln w="5420" cap="flat">
              <a:solidFill>
                <a:srgbClr val="3B3E7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6" name="pg436"/>
            <p:cNvSpPr/>
            <p:nvPr/>
          </p:nvSpPr>
          <p:spPr>
            <a:xfrm>
              <a:off x="6055856" y="282221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3E70">
                <a:alpha val="100000"/>
              </a:srgbClr>
            </a:solidFill>
            <a:ln w="5420" cap="flat">
              <a:solidFill>
                <a:srgbClr val="3B3E7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7" name="pg437"/>
            <p:cNvSpPr/>
            <p:nvPr/>
          </p:nvSpPr>
          <p:spPr>
            <a:xfrm>
              <a:off x="6067493" y="282221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3E70">
                <a:alpha val="100000"/>
              </a:srgbClr>
            </a:solidFill>
            <a:ln w="5420" cap="flat">
              <a:solidFill>
                <a:srgbClr val="3B3E7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8" name="pg438"/>
            <p:cNvSpPr/>
            <p:nvPr/>
          </p:nvSpPr>
          <p:spPr>
            <a:xfrm>
              <a:off x="6079130" y="282221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3E70">
                <a:alpha val="100000"/>
              </a:srgbClr>
            </a:solidFill>
            <a:ln w="5420" cap="flat">
              <a:solidFill>
                <a:srgbClr val="3B3E7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9" name="pg439"/>
            <p:cNvSpPr/>
            <p:nvPr/>
          </p:nvSpPr>
          <p:spPr>
            <a:xfrm>
              <a:off x="6090768" y="282221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3D6F">
                <a:alpha val="100000"/>
              </a:srgbClr>
            </a:solidFill>
            <a:ln w="5420" cap="flat">
              <a:solidFill>
                <a:srgbClr val="3B3D6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0" name="pg440"/>
            <p:cNvSpPr/>
            <p:nvPr/>
          </p:nvSpPr>
          <p:spPr>
            <a:xfrm>
              <a:off x="6102405" y="282221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3D6F">
                <a:alpha val="100000"/>
              </a:srgbClr>
            </a:solidFill>
            <a:ln w="5420" cap="flat">
              <a:solidFill>
                <a:srgbClr val="3B3D6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1" name="pg441"/>
            <p:cNvSpPr/>
            <p:nvPr/>
          </p:nvSpPr>
          <p:spPr>
            <a:xfrm>
              <a:off x="6114042" y="282221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3D6E">
                <a:alpha val="100000"/>
              </a:srgbClr>
            </a:solidFill>
            <a:ln w="5420" cap="flat">
              <a:solidFill>
                <a:srgbClr val="3B3D6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2" name="pg442"/>
            <p:cNvSpPr/>
            <p:nvPr/>
          </p:nvSpPr>
          <p:spPr>
            <a:xfrm>
              <a:off x="6207141" y="282221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3968">
                <a:alpha val="100000"/>
              </a:srgbClr>
            </a:solidFill>
            <a:ln w="5420" cap="flat">
              <a:solidFill>
                <a:srgbClr val="3B396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3" name="pg443"/>
            <p:cNvSpPr/>
            <p:nvPr/>
          </p:nvSpPr>
          <p:spPr>
            <a:xfrm>
              <a:off x="6218778" y="282221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3968">
                <a:alpha val="100000"/>
              </a:srgbClr>
            </a:solidFill>
            <a:ln w="5420" cap="flat">
              <a:solidFill>
                <a:srgbClr val="3B396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4" name="pg444"/>
            <p:cNvSpPr/>
            <p:nvPr/>
          </p:nvSpPr>
          <p:spPr>
            <a:xfrm>
              <a:off x="6230416" y="282221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3968">
                <a:alpha val="100000"/>
              </a:srgbClr>
            </a:solidFill>
            <a:ln w="5420" cap="flat">
              <a:solidFill>
                <a:srgbClr val="3B396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5" name="pg445"/>
            <p:cNvSpPr/>
            <p:nvPr/>
          </p:nvSpPr>
          <p:spPr>
            <a:xfrm>
              <a:off x="6242053" y="282221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3968">
                <a:alpha val="100000"/>
              </a:srgbClr>
            </a:solidFill>
            <a:ln w="5420" cap="flat">
              <a:solidFill>
                <a:srgbClr val="3B396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6" name="pg446"/>
            <p:cNvSpPr/>
            <p:nvPr/>
          </p:nvSpPr>
          <p:spPr>
            <a:xfrm>
              <a:off x="6253690" y="282221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3969">
                <a:alpha val="100000"/>
              </a:srgbClr>
            </a:solidFill>
            <a:ln w="5420" cap="flat">
              <a:solidFill>
                <a:srgbClr val="3B396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7" name="pg447"/>
            <p:cNvSpPr/>
            <p:nvPr/>
          </p:nvSpPr>
          <p:spPr>
            <a:xfrm>
              <a:off x="6265328" y="282221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3A6A">
                <a:alpha val="100000"/>
              </a:srgbClr>
            </a:solidFill>
            <a:ln w="5420" cap="flat">
              <a:solidFill>
                <a:srgbClr val="3B3A6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8" name="pg448"/>
            <p:cNvSpPr/>
            <p:nvPr/>
          </p:nvSpPr>
          <p:spPr>
            <a:xfrm>
              <a:off x="6276965" y="282221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3A6A">
                <a:alpha val="100000"/>
              </a:srgbClr>
            </a:solidFill>
            <a:ln w="5420" cap="flat">
              <a:solidFill>
                <a:srgbClr val="3B3A6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9" name="pg449"/>
            <p:cNvSpPr/>
            <p:nvPr/>
          </p:nvSpPr>
          <p:spPr>
            <a:xfrm>
              <a:off x="6288602" y="282221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3B6B">
                <a:alpha val="100000"/>
              </a:srgbClr>
            </a:solidFill>
            <a:ln w="5420" cap="flat">
              <a:solidFill>
                <a:srgbClr val="3B3B6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0" name="pg450"/>
            <p:cNvSpPr/>
            <p:nvPr/>
          </p:nvSpPr>
          <p:spPr>
            <a:xfrm>
              <a:off x="6300240" y="282221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3B6C">
                <a:alpha val="100000"/>
              </a:srgbClr>
            </a:solidFill>
            <a:ln w="5420" cap="flat">
              <a:solidFill>
                <a:srgbClr val="3B3B6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1" name="pg451"/>
            <p:cNvSpPr/>
            <p:nvPr/>
          </p:nvSpPr>
          <p:spPr>
            <a:xfrm>
              <a:off x="6311877" y="282221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3C6D">
                <a:alpha val="100000"/>
              </a:srgbClr>
            </a:solidFill>
            <a:ln w="5420" cap="flat">
              <a:solidFill>
                <a:srgbClr val="3B3C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2" name="pg452"/>
            <p:cNvSpPr/>
            <p:nvPr/>
          </p:nvSpPr>
          <p:spPr>
            <a:xfrm>
              <a:off x="5892933" y="283651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3462">
                <a:alpha val="100000"/>
              </a:srgbClr>
            </a:solidFill>
            <a:ln w="5420" cap="flat">
              <a:solidFill>
                <a:srgbClr val="3A346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3" name="pg453"/>
            <p:cNvSpPr/>
            <p:nvPr/>
          </p:nvSpPr>
          <p:spPr>
            <a:xfrm>
              <a:off x="5904570" y="283651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3564">
                <a:alpha val="100000"/>
              </a:srgbClr>
            </a:solidFill>
            <a:ln w="5420" cap="flat">
              <a:solidFill>
                <a:srgbClr val="3A356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4" name="pg454"/>
            <p:cNvSpPr/>
            <p:nvPr/>
          </p:nvSpPr>
          <p:spPr>
            <a:xfrm>
              <a:off x="5916208" y="283651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3766">
                <a:alpha val="100000"/>
              </a:srgbClr>
            </a:solidFill>
            <a:ln w="5420" cap="flat">
              <a:solidFill>
                <a:srgbClr val="3B37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5" name="pg455"/>
            <p:cNvSpPr/>
            <p:nvPr/>
          </p:nvSpPr>
          <p:spPr>
            <a:xfrm>
              <a:off x="5927845" y="283651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3868">
                <a:alpha val="100000"/>
              </a:srgbClr>
            </a:solidFill>
            <a:ln w="5420" cap="flat">
              <a:solidFill>
                <a:srgbClr val="3B386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6" name="pg456"/>
            <p:cNvSpPr/>
            <p:nvPr/>
          </p:nvSpPr>
          <p:spPr>
            <a:xfrm>
              <a:off x="5939482" y="283651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3969">
                <a:alpha val="100000"/>
              </a:srgbClr>
            </a:solidFill>
            <a:ln w="5420" cap="flat">
              <a:solidFill>
                <a:srgbClr val="3B396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7" name="pg457"/>
            <p:cNvSpPr/>
            <p:nvPr/>
          </p:nvSpPr>
          <p:spPr>
            <a:xfrm>
              <a:off x="5951120" y="283651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3A6A">
                <a:alpha val="100000"/>
              </a:srgbClr>
            </a:solidFill>
            <a:ln w="5420" cap="flat">
              <a:solidFill>
                <a:srgbClr val="3B3A6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8" name="pg458"/>
            <p:cNvSpPr/>
            <p:nvPr/>
          </p:nvSpPr>
          <p:spPr>
            <a:xfrm>
              <a:off x="5962757" y="283651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3B6B">
                <a:alpha val="100000"/>
              </a:srgbClr>
            </a:solidFill>
            <a:ln w="5420" cap="flat">
              <a:solidFill>
                <a:srgbClr val="3B3B6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9" name="pg459"/>
            <p:cNvSpPr/>
            <p:nvPr/>
          </p:nvSpPr>
          <p:spPr>
            <a:xfrm>
              <a:off x="5974394" y="283651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3C6C">
                <a:alpha val="100000"/>
              </a:srgbClr>
            </a:solidFill>
            <a:ln w="5420" cap="flat">
              <a:solidFill>
                <a:srgbClr val="3B3C6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0" name="pg460"/>
            <p:cNvSpPr/>
            <p:nvPr/>
          </p:nvSpPr>
          <p:spPr>
            <a:xfrm>
              <a:off x="5986032" y="283651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3C6D">
                <a:alpha val="100000"/>
              </a:srgbClr>
            </a:solidFill>
            <a:ln w="5420" cap="flat">
              <a:solidFill>
                <a:srgbClr val="3B3C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1" name="pg461"/>
            <p:cNvSpPr/>
            <p:nvPr/>
          </p:nvSpPr>
          <p:spPr>
            <a:xfrm>
              <a:off x="5997669" y="283651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3D6E">
                <a:alpha val="100000"/>
              </a:srgbClr>
            </a:solidFill>
            <a:ln w="5420" cap="flat">
              <a:solidFill>
                <a:srgbClr val="3B3D6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2" name="pg462"/>
            <p:cNvSpPr/>
            <p:nvPr/>
          </p:nvSpPr>
          <p:spPr>
            <a:xfrm>
              <a:off x="6009306" y="283651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3D6F">
                <a:alpha val="100000"/>
              </a:srgbClr>
            </a:solidFill>
            <a:ln w="5420" cap="flat">
              <a:solidFill>
                <a:srgbClr val="3B3D6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3" name="pg463"/>
            <p:cNvSpPr/>
            <p:nvPr/>
          </p:nvSpPr>
          <p:spPr>
            <a:xfrm>
              <a:off x="6020944" y="283651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3E6F">
                <a:alpha val="100000"/>
              </a:srgbClr>
            </a:solidFill>
            <a:ln w="5420" cap="flat">
              <a:solidFill>
                <a:srgbClr val="3B3E6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4" name="pg464"/>
            <p:cNvSpPr/>
            <p:nvPr/>
          </p:nvSpPr>
          <p:spPr>
            <a:xfrm>
              <a:off x="6032581" y="283651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3E70">
                <a:alpha val="100000"/>
              </a:srgbClr>
            </a:solidFill>
            <a:ln w="5420" cap="flat">
              <a:solidFill>
                <a:srgbClr val="3B3E7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5" name="pg465"/>
            <p:cNvSpPr/>
            <p:nvPr/>
          </p:nvSpPr>
          <p:spPr>
            <a:xfrm>
              <a:off x="6044218" y="283651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3E70">
                <a:alpha val="100000"/>
              </a:srgbClr>
            </a:solidFill>
            <a:ln w="5420" cap="flat">
              <a:solidFill>
                <a:srgbClr val="3B3E7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6" name="pg466"/>
            <p:cNvSpPr/>
            <p:nvPr/>
          </p:nvSpPr>
          <p:spPr>
            <a:xfrm>
              <a:off x="6055856" y="283651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3E6F">
                <a:alpha val="100000"/>
              </a:srgbClr>
            </a:solidFill>
            <a:ln w="5420" cap="flat">
              <a:solidFill>
                <a:srgbClr val="3B3E6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7" name="pg467"/>
            <p:cNvSpPr/>
            <p:nvPr/>
          </p:nvSpPr>
          <p:spPr>
            <a:xfrm>
              <a:off x="6067493" y="283651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3D6F">
                <a:alpha val="100000"/>
              </a:srgbClr>
            </a:solidFill>
            <a:ln w="5420" cap="flat">
              <a:solidFill>
                <a:srgbClr val="3B3D6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8" name="pg468"/>
            <p:cNvSpPr/>
            <p:nvPr/>
          </p:nvSpPr>
          <p:spPr>
            <a:xfrm>
              <a:off x="6079130" y="283651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3D6F">
                <a:alpha val="100000"/>
              </a:srgbClr>
            </a:solidFill>
            <a:ln w="5420" cap="flat">
              <a:solidFill>
                <a:srgbClr val="3B3D6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9" name="pg469"/>
            <p:cNvSpPr/>
            <p:nvPr/>
          </p:nvSpPr>
          <p:spPr>
            <a:xfrm>
              <a:off x="6090768" y="283651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3D6E">
                <a:alpha val="100000"/>
              </a:srgbClr>
            </a:solidFill>
            <a:ln w="5420" cap="flat">
              <a:solidFill>
                <a:srgbClr val="3B3D6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0" name="pg470"/>
            <p:cNvSpPr/>
            <p:nvPr/>
          </p:nvSpPr>
          <p:spPr>
            <a:xfrm>
              <a:off x="6102405" y="283651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3C6D">
                <a:alpha val="100000"/>
              </a:srgbClr>
            </a:solidFill>
            <a:ln w="5420" cap="flat">
              <a:solidFill>
                <a:srgbClr val="3B3C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1" name="pg471"/>
            <p:cNvSpPr/>
            <p:nvPr/>
          </p:nvSpPr>
          <p:spPr>
            <a:xfrm>
              <a:off x="6114042" y="283651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3B6C">
                <a:alpha val="100000"/>
              </a:srgbClr>
            </a:solidFill>
            <a:ln w="5420" cap="flat">
              <a:solidFill>
                <a:srgbClr val="3B3B6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2" name="pg472"/>
            <p:cNvSpPr/>
            <p:nvPr/>
          </p:nvSpPr>
          <p:spPr>
            <a:xfrm>
              <a:off x="6183866" y="283651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3767">
                <a:alpha val="100000"/>
              </a:srgbClr>
            </a:solidFill>
            <a:ln w="5420" cap="flat">
              <a:solidFill>
                <a:srgbClr val="3B376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3" name="pg473"/>
            <p:cNvSpPr/>
            <p:nvPr/>
          </p:nvSpPr>
          <p:spPr>
            <a:xfrm>
              <a:off x="6195504" y="283651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3766">
                <a:alpha val="100000"/>
              </a:srgbClr>
            </a:solidFill>
            <a:ln w="5420" cap="flat">
              <a:solidFill>
                <a:srgbClr val="3B37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4" name="pg474"/>
            <p:cNvSpPr/>
            <p:nvPr/>
          </p:nvSpPr>
          <p:spPr>
            <a:xfrm>
              <a:off x="6207141" y="283651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3766">
                <a:alpha val="100000"/>
              </a:srgbClr>
            </a:solidFill>
            <a:ln w="5420" cap="flat">
              <a:solidFill>
                <a:srgbClr val="3B37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5" name="pg475"/>
            <p:cNvSpPr/>
            <p:nvPr/>
          </p:nvSpPr>
          <p:spPr>
            <a:xfrm>
              <a:off x="6218778" y="283651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3766">
                <a:alpha val="100000"/>
              </a:srgbClr>
            </a:solidFill>
            <a:ln w="5420" cap="flat">
              <a:solidFill>
                <a:srgbClr val="3B37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6" name="pg476"/>
            <p:cNvSpPr/>
            <p:nvPr/>
          </p:nvSpPr>
          <p:spPr>
            <a:xfrm>
              <a:off x="6230416" y="283651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3766">
                <a:alpha val="100000"/>
              </a:srgbClr>
            </a:solidFill>
            <a:ln w="5420" cap="flat">
              <a:solidFill>
                <a:srgbClr val="3B37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7" name="pg477"/>
            <p:cNvSpPr/>
            <p:nvPr/>
          </p:nvSpPr>
          <p:spPr>
            <a:xfrm>
              <a:off x="6242053" y="283651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3766">
                <a:alpha val="100000"/>
              </a:srgbClr>
            </a:solidFill>
            <a:ln w="5420" cap="flat">
              <a:solidFill>
                <a:srgbClr val="3B37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8" name="pg478"/>
            <p:cNvSpPr/>
            <p:nvPr/>
          </p:nvSpPr>
          <p:spPr>
            <a:xfrm>
              <a:off x="6253690" y="283651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3766">
                <a:alpha val="100000"/>
              </a:srgbClr>
            </a:solidFill>
            <a:ln w="5420" cap="flat">
              <a:solidFill>
                <a:srgbClr val="3B37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9" name="pg479"/>
            <p:cNvSpPr/>
            <p:nvPr/>
          </p:nvSpPr>
          <p:spPr>
            <a:xfrm>
              <a:off x="6265328" y="283651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3867">
                <a:alpha val="100000"/>
              </a:srgbClr>
            </a:solidFill>
            <a:ln w="5420" cap="flat">
              <a:solidFill>
                <a:srgbClr val="3B386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0" name="pg480"/>
            <p:cNvSpPr/>
            <p:nvPr/>
          </p:nvSpPr>
          <p:spPr>
            <a:xfrm>
              <a:off x="6276965" y="283651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3868">
                <a:alpha val="100000"/>
              </a:srgbClr>
            </a:solidFill>
            <a:ln w="5420" cap="flat">
              <a:solidFill>
                <a:srgbClr val="3B386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1" name="pg481"/>
            <p:cNvSpPr/>
            <p:nvPr/>
          </p:nvSpPr>
          <p:spPr>
            <a:xfrm>
              <a:off x="6288602" y="283651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3969">
                <a:alpha val="100000"/>
              </a:srgbClr>
            </a:solidFill>
            <a:ln w="5420" cap="flat">
              <a:solidFill>
                <a:srgbClr val="3B396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2" name="pg482"/>
            <p:cNvSpPr/>
            <p:nvPr/>
          </p:nvSpPr>
          <p:spPr>
            <a:xfrm>
              <a:off x="5881296" y="285081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315E">
                <a:alpha val="100000"/>
              </a:srgbClr>
            </a:solidFill>
            <a:ln w="5420" cap="flat">
              <a:solidFill>
                <a:srgbClr val="3A315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3" name="pg483"/>
            <p:cNvSpPr/>
            <p:nvPr/>
          </p:nvSpPr>
          <p:spPr>
            <a:xfrm>
              <a:off x="5892933" y="285081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3260">
                <a:alpha val="100000"/>
              </a:srgbClr>
            </a:solidFill>
            <a:ln w="5420" cap="flat">
              <a:solidFill>
                <a:srgbClr val="3A326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4" name="pg484"/>
            <p:cNvSpPr/>
            <p:nvPr/>
          </p:nvSpPr>
          <p:spPr>
            <a:xfrm>
              <a:off x="5904570" y="285081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3361">
                <a:alpha val="100000"/>
              </a:srgbClr>
            </a:solidFill>
            <a:ln w="5420" cap="flat">
              <a:solidFill>
                <a:srgbClr val="3A336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5" name="pg485"/>
            <p:cNvSpPr/>
            <p:nvPr/>
          </p:nvSpPr>
          <p:spPr>
            <a:xfrm>
              <a:off x="5916208" y="285081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3664">
                <a:alpha val="100000"/>
              </a:srgbClr>
            </a:solidFill>
            <a:ln w="5420" cap="flat">
              <a:solidFill>
                <a:srgbClr val="3A366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6" name="pg486"/>
            <p:cNvSpPr/>
            <p:nvPr/>
          </p:nvSpPr>
          <p:spPr>
            <a:xfrm>
              <a:off x="5927845" y="285081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3766">
                <a:alpha val="100000"/>
              </a:srgbClr>
            </a:solidFill>
            <a:ln w="5420" cap="flat">
              <a:solidFill>
                <a:srgbClr val="3B37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7" name="pg487"/>
            <p:cNvSpPr/>
            <p:nvPr/>
          </p:nvSpPr>
          <p:spPr>
            <a:xfrm>
              <a:off x="5939482" y="285081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3867">
                <a:alpha val="100000"/>
              </a:srgbClr>
            </a:solidFill>
            <a:ln w="5420" cap="flat">
              <a:solidFill>
                <a:srgbClr val="3B386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8" name="pg488"/>
            <p:cNvSpPr/>
            <p:nvPr/>
          </p:nvSpPr>
          <p:spPr>
            <a:xfrm>
              <a:off x="5951120" y="285081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3969">
                <a:alpha val="100000"/>
              </a:srgbClr>
            </a:solidFill>
            <a:ln w="5420" cap="flat">
              <a:solidFill>
                <a:srgbClr val="3B396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9" name="pg489"/>
            <p:cNvSpPr/>
            <p:nvPr/>
          </p:nvSpPr>
          <p:spPr>
            <a:xfrm>
              <a:off x="5962757" y="285081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3A6A">
                <a:alpha val="100000"/>
              </a:srgbClr>
            </a:solidFill>
            <a:ln w="5420" cap="flat">
              <a:solidFill>
                <a:srgbClr val="3B3A6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0" name="pg490"/>
            <p:cNvSpPr/>
            <p:nvPr/>
          </p:nvSpPr>
          <p:spPr>
            <a:xfrm>
              <a:off x="5974394" y="285081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3B6B">
                <a:alpha val="100000"/>
              </a:srgbClr>
            </a:solidFill>
            <a:ln w="5420" cap="flat">
              <a:solidFill>
                <a:srgbClr val="3B3B6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1" name="pg491"/>
            <p:cNvSpPr/>
            <p:nvPr/>
          </p:nvSpPr>
          <p:spPr>
            <a:xfrm>
              <a:off x="5986032" y="285081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3C6C">
                <a:alpha val="100000"/>
              </a:srgbClr>
            </a:solidFill>
            <a:ln w="5420" cap="flat">
              <a:solidFill>
                <a:srgbClr val="3B3C6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2" name="pg492"/>
            <p:cNvSpPr/>
            <p:nvPr/>
          </p:nvSpPr>
          <p:spPr>
            <a:xfrm>
              <a:off x="5997669" y="285081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3C6D">
                <a:alpha val="100000"/>
              </a:srgbClr>
            </a:solidFill>
            <a:ln w="5420" cap="flat">
              <a:solidFill>
                <a:srgbClr val="3B3C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3" name="pg493"/>
            <p:cNvSpPr/>
            <p:nvPr/>
          </p:nvSpPr>
          <p:spPr>
            <a:xfrm>
              <a:off x="6009306" y="285081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3D6E">
                <a:alpha val="100000"/>
              </a:srgbClr>
            </a:solidFill>
            <a:ln w="5420" cap="flat">
              <a:solidFill>
                <a:srgbClr val="3B3D6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4" name="pg494"/>
            <p:cNvSpPr/>
            <p:nvPr/>
          </p:nvSpPr>
          <p:spPr>
            <a:xfrm>
              <a:off x="6020944" y="285081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3D6E">
                <a:alpha val="100000"/>
              </a:srgbClr>
            </a:solidFill>
            <a:ln w="5420" cap="flat">
              <a:solidFill>
                <a:srgbClr val="3B3D6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5" name="pg495"/>
            <p:cNvSpPr/>
            <p:nvPr/>
          </p:nvSpPr>
          <p:spPr>
            <a:xfrm>
              <a:off x="6032581" y="285081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3D6F">
                <a:alpha val="100000"/>
              </a:srgbClr>
            </a:solidFill>
            <a:ln w="5420" cap="flat">
              <a:solidFill>
                <a:srgbClr val="3B3D6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6" name="pg496"/>
            <p:cNvSpPr/>
            <p:nvPr/>
          </p:nvSpPr>
          <p:spPr>
            <a:xfrm>
              <a:off x="6044218" y="285081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3D6F">
                <a:alpha val="100000"/>
              </a:srgbClr>
            </a:solidFill>
            <a:ln w="5420" cap="flat">
              <a:solidFill>
                <a:srgbClr val="3B3D6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7" name="pg497"/>
            <p:cNvSpPr/>
            <p:nvPr/>
          </p:nvSpPr>
          <p:spPr>
            <a:xfrm>
              <a:off x="6055856" y="285081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3D6F">
                <a:alpha val="100000"/>
              </a:srgbClr>
            </a:solidFill>
            <a:ln w="5420" cap="flat">
              <a:solidFill>
                <a:srgbClr val="3B3D6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8" name="pg498"/>
            <p:cNvSpPr/>
            <p:nvPr/>
          </p:nvSpPr>
          <p:spPr>
            <a:xfrm>
              <a:off x="6067493" y="285081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3D6E">
                <a:alpha val="100000"/>
              </a:srgbClr>
            </a:solidFill>
            <a:ln w="5420" cap="flat">
              <a:solidFill>
                <a:srgbClr val="3B3D6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9" name="pg499"/>
            <p:cNvSpPr/>
            <p:nvPr/>
          </p:nvSpPr>
          <p:spPr>
            <a:xfrm>
              <a:off x="6079130" y="285081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3C6D">
                <a:alpha val="100000"/>
              </a:srgbClr>
            </a:solidFill>
            <a:ln w="5420" cap="flat">
              <a:solidFill>
                <a:srgbClr val="3B3C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0" name="pg500"/>
            <p:cNvSpPr/>
            <p:nvPr/>
          </p:nvSpPr>
          <p:spPr>
            <a:xfrm>
              <a:off x="6090768" y="285081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3C6D">
                <a:alpha val="100000"/>
              </a:srgbClr>
            </a:solidFill>
            <a:ln w="5420" cap="flat">
              <a:solidFill>
                <a:srgbClr val="3B3C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1" name="pg501"/>
            <p:cNvSpPr/>
            <p:nvPr/>
          </p:nvSpPr>
          <p:spPr>
            <a:xfrm>
              <a:off x="6102405" y="285081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3B6C">
                <a:alpha val="100000"/>
              </a:srgbClr>
            </a:solidFill>
            <a:ln w="5420" cap="flat">
              <a:solidFill>
                <a:srgbClr val="3B3B6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2" name="pg502"/>
            <p:cNvSpPr/>
            <p:nvPr/>
          </p:nvSpPr>
          <p:spPr>
            <a:xfrm>
              <a:off x="6172229" y="285081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3665">
                <a:alpha val="100000"/>
              </a:srgbClr>
            </a:solidFill>
            <a:ln w="5420" cap="flat">
              <a:solidFill>
                <a:srgbClr val="3A366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3" name="pg503"/>
            <p:cNvSpPr/>
            <p:nvPr/>
          </p:nvSpPr>
          <p:spPr>
            <a:xfrm>
              <a:off x="6183866" y="285081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3664">
                <a:alpha val="100000"/>
              </a:srgbClr>
            </a:solidFill>
            <a:ln w="5420" cap="flat">
              <a:solidFill>
                <a:srgbClr val="3A366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4" name="pg504"/>
            <p:cNvSpPr/>
            <p:nvPr/>
          </p:nvSpPr>
          <p:spPr>
            <a:xfrm>
              <a:off x="6195504" y="285081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3564">
                <a:alpha val="100000"/>
              </a:srgbClr>
            </a:solidFill>
            <a:ln w="5420" cap="flat">
              <a:solidFill>
                <a:srgbClr val="3A356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5" name="pg505"/>
            <p:cNvSpPr/>
            <p:nvPr/>
          </p:nvSpPr>
          <p:spPr>
            <a:xfrm>
              <a:off x="6207141" y="285081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3563">
                <a:alpha val="100000"/>
              </a:srgbClr>
            </a:solidFill>
            <a:ln w="5420" cap="flat">
              <a:solidFill>
                <a:srgbClr val="3A356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6" name="pg506"/>
            <p:cNvSpPr/>
            <p:nvPr/>
          </p:nvSpPr>
          <p:spPr>
            <a:xfrm>
              <a:off x="6218778" y="285081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3563">
                <a:alpha val="100000"/>
              </a:srgbClr>
            </a:solidFill>
            <a:ln w="5420" cap="flat">
              <a:solidFill>
                <a:srgbClr val="3A356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7" name="pg507"/>
            <p:cNvSpPr/>
            <p:nvPr/>
          </p:nvSpPr>
          <p:spPr>
            <a:xfrm>
              <a:off x="6230416" y="285081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3563">
                <a:alpha val="100000"/>
              </a:srgbClr>
            </a:solidFill>
            <a:ln w="5420" cap="flat">
              <a:solidFill>
                <a:srgbClr val="3A356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8" name="pg508"/>
            <p:cNvSpPr/>
            <p:nvPr/>
          </p:nvSpPr>
          <p:spPr>
            <a:xfrm>
              <a:off x="6242053" y="285081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3563">
                <a:alpha val="100000"/>
              </a:srgbClr>
            </a:solidFill>
            <a:ln w="5420" cap="flat">
              <a:solidFill>
                <a:srgbClr val="3A356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9" name="pg509"/>
            <p:cNvSpPr/>
            <p:nvPr/>
          </p:nvSpPr>
          <p:spPr>
            <a:xfrm>
              <a:off x="6253690" y="285081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3564">
                <a:alpha val="100000"/>
              </a:srgbClr>
            </a:solidFill>
            <a:ln w="5420" cap="flat">
              <a:solidFill>
                <a:srgbClr val="3A356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0" name="pg510"/>
            <p:cNvSpPr/>
            <p:nvPr/>
          </p:nvSpPr>
          <p:spPr>
            <a:xfrm>
              <a:off x="6265328" y="285081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3665">
                <a:alpha val="100000"/>
              </a:srgbClr>
            </a:solidFill>
            <a:ln w="5420" cap="flat">
              <a:solidFill>
                <a:srgbClr val="3A366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1" name="pg511"/>
            <p:cNvSpPr/>
            <p:nvPr/>
          </p:nvSpPr>
          <p:spPr>
            <a:xfrm>
              <a:off x="6276965" y="285081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3766">
                <a:alpha val="100000"/>
              </a:srgbClr>
            </a:solidFill>
            <a:ln w="5420" cap="flat">
              <a:solidFill>
                <a:srgbClr val="3B37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2" name="pg512"/>
            <p:cNvSpPr/>
            <p:nvPr/>
          </p:nvSpPr>
          <p:spPr>
            <a:xfrm>
              <a:off x="5869658" y="286511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2E59">
                <a:alpha val="100000"/>
              </a:srgbClr>
            </a:solidFill>
            <a:ln w="5420" cap="flat">
              <a:solidFill>
                <a:srgbClr val="392E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3" name="pg513"/>
            <p:cNvSpPr/>
            <p:nvPr/>
          </p:nvSpPr>
          <p:spPr>
            <a:xfrm>
              <a:off x="5881296" y="286511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2F5B">
                <a:alpha val="100000"/>
              </a:srgbClr>
            </a:solidFill>
            <a:ln w="5420" cap="flat">
              <a:solidFill>
                <a:srgbClr val="392F5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4" name="pg514"/>
            <p:cNvSpPr/>
            <p:nvPr/>
          </p:nvSpPr>
          <p:spPr>
            <a:xfrm>
              <a:off x="5892933" y="286511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305C">
                <a:alpha val="100000"/>
              </a:srgbClr>
            </a:solidFill>
            <a:ln w="5420" cap="flat">
              <a:solidFill>
                <a:srgbClr val="3930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5" name="pg515"/>
            <p:cNvSpPr/>
            <p:nvPr/>
          </p:nvSpPr>
          <p:spPr>
            <a:xfrm>
              <a:off x="5904570" y="286511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315E">
                <a:alpha val="100000"/>
              </a:srgbClr>
            </a:solidFill>
            <a:ln w="5420" cap="flat">
              <a:solidFill>
                <a:srgbClr val="3A315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6" name="pg516"/>
            <p:cNvSpPr/>
            <p:nvPr/>
          </p:nvSpPr>
          <p:spPr>
            <a:xfrm>
              <a:off x="5916208" y="286511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3462">
                <a:alpha val="100000"/>
              </a:srgbClr>
            </a:solidFill>
            <a:ln w="5420" cap="flat">
              <a:solidFill>
                <a:srgbClr val="3A346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7" name="pg517"/>
            <p:cNvSpPr/>
            <p:nvPr/>
          </p:nvSpPr>
          <p:spPr>
            <a:xfrm>
              <a:off x="5927845" y="286511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3664">
                <a:alpha val="100000"/>
              </a:srgbClr>
            </a:solidFill>
            <a:ln w="5420" cap="flat">
              <a:solidFill>
                <a:srgbClr val="3A366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8" name="pg518"/>
            <p:cNvSpPr/>
            <p:nvPr/>
          </p:nvSpPr>
          <p:spPr>
            <a:xfrm>
              <a:off x="5939482" y="286511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3766">
                <a:alpha val="100000"/>
              </a:srgbClr>
            </a:solidFill>
            <a:ln w="5420" cap="flat">
              <a:solidFill>
                <a:srgbClr val="3B37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9" name="pg519"/>
            <p:cNvSpPr/>
            <p:nvPr/>
          </p:nvSpPr>
          <p:spPr>
            <a:xfrm>
              <a:off x="5951120" y="286511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3868">
                <a:alpha val="100000"/>
              </a:srgbClr>
            </a:solidFill>
            <a:ln w="5420" cap="flat">
              <a:solidFill>
                <a:srgbClr val="3B386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0" name="pg520"/>
            <p:cNvSpPr/>
            <p:nvPr/>
          </p:nvSpPr>
          <p:spPr>
            <a:xfrm>
              <a:off x="5962757" y="286511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3969">
                <a:alpha val="100000"/>
              </a:srgbClr>
            </a:solidFill>
            <a:ln w="5420" cap="flat">
              <a:solidFill>
                <a:srgbClr val="3B396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1" name="pg521"/>
            <p:cNvSpPr/>
            <p:nvPr/>
          </p:nvSpPr>
          <p:spPr>
            <a:xfrm>
              <a:off x="5974394" y="286511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3A6A">
                <a:alpha val="100000"/>
              </a:srgbClr>
            </a:solidFill>
            <a:ln w="5420" cap="flat">
              <a:solidFill>
                <a:srgbClr val="3B3A6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2" name="pg522"/>
            <p:cNvSpPr/>
            <p:nvPr/>
          </p:nvSpPr>
          <p:spPr>
            <a:xfrm>
              <a:off x="5986032" y="286511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3B6C">
                <a:alpha val="100000"/>
              </a:srgbClr>
            </a:solidFill>
            <a:ln w="5420" cap="flat">
              <a:solidFill>
                <a:srgbClr val="3B3B6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3" name="pg523"/>
            <p:cNvSpPr/>
            <p:nvPr/>
          </p:nvSpPr>
          <p:spPr>
            <a:xfrm>
              <a:off x="5997669" y="286511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3C6D">
                <a:alpha val="100000"/>
              </a:srgbClr>
            </a:solidFill>
            <a:ln w="5420" cap="flat">
              <a:solidFill>
                <a:srgbClr val="3B3C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4" name="pg524"/>
            <p:cNvSpPr/>
            <p:nvPr/>
          </p:nvSpPr>
          <p:spPr>
            <a:xfrm>
              <a:off x="6009306" y="286511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3C6D">
                <a:alpha val="100000"/>
              </a:srgbClr>
            </a:solidFill>
            <a:ln w="5420" cap="flat">
              <a:solidFill>
                <a:srgbClr val="3B3C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5" name="pg525"/>
            <p:cNvSpPr/>
            <p:nvPr/>
          </p:nvSpPr>
          <p:spPr>
            <a:xfrm>
              <a:off x="6020944" y="286511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3D6E">
                <a:alpha val="100000"/>
              </a:srgbClr>
            </a:solidFill>
            <a:ln w="5420" cap="flat">
              <a:solidFill>
                <a:srgbClr val="3B3D6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6" name="pg526"/>
            <p:cNvSpPr/>
            <p:nvPr/>
          </p:nvSpPr>
          <p:spPr>
            <a:xfrm>
              <a:off x="6032581" y="286511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3D6E">
                <a:alpha val="100000"/>
              </a:srgbClr>
            </a:solidFill>
            <a:ln w="5420" cap="flat">
              <a:solidFill>
                <a:srgbClr val="3B3D6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7" name="pg527"/>
            <p:cNvSpPr/>
            <p:nvPr/>
          </p:nvSpPr>
          <p:spPr>
            <a:xfrm>
              <a:off x="6044218" y="286511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3D6E">
                <a:alpha val="100000"/>
              </a:srgbClr>
            </a:solidFill>
            <a:ln w="5420" cap="flat">
              <a:solidFill>
                <a:srgbClr val="3B3D6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8" name="pg528"/>
            <p:cNvSpPr/>
            <p:nvPr/>
          </p:nvSpPr>
          <p:spPr>
            <a:xfrm>
              <a:off x="6055856" y="286511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3C6E">
                <a:alpha val="100000"/>
              </a:srgbClr>
            </a:solidFill>
            <a:ln w="5420" cap="flat">
              <a:solidFill>
                <a:srgbClr val="3B3C6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9" name="pg529"/>
            <p:cNvSpPr/>
            <p:nvPr/>
          </p:nvSpPr>
          <p:spPr>
            <a:xfrm>
              <a:off x="6067493" y="286511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3C6D">
                <a:alpha val="100000"/>
              </a:srgbClr>
            </a:solidFill>
            <a:ln w="5420" cap="flat">
              <a:solidFill>
                <a:srgbClr val="3B3C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0" name="pg530"/>
            <p:cNvSpPr/>
            <p:nvPr/>
          </p:nvSpPr>
          <p:spPr>
            <a:xfrm>
              <a:off x="6079130" y="286511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3C6C">
                <a:alpha val="100000"/>
              </a:srgbClr>
            </a:solidFill>
            <a:ln w="5420" cap="flat">
              <a:solidFill>
                <a:srgbClr val="3B3C6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1" name="pg531"/>
            <p:cNvSpPr/>
            <p:nvPr/>
          </p:nvSpPr>
          <p:spPr>
            <a:xfrm>
              <a:off x="6090768" y="286511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3B6C">
                <a:alpha val="100000"/>
              </a:srgbClr>
            </a:solidFill>
            <a:ln w="5420" cap="flat">
              <a:solidFill>
                <a:srgbClr val="3B3B6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2" name="pg532"/>
            <p:cNvSpPr/>
            <p:nvPr/>
          </p:nvSpPr>
          <p:spPr>
            <a:xfrm>
              <a:off x="6172229" y="286511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3462">
                <a:alpha val="100000"/>
              </a:srgbClr>
            </a:solidFill>
            <a:ln w="5420" cap="flat">
              <a:solidFill>
                <a:srgbClr val="3A346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3" name="pg533"/>
            <p:cNvSpPr/>
            <p:nvPr/>
          </p:nvSpPr>
          <p:spPr>
            <a:xfrm>
              <a:off x="6183866" y="286511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3462">
                <a:alpha val="100000"/>
              </a:srgbClr>
            </a:solidFill>
            <a:ln w="5420" cap="flat">
              <a:solidFill>
                <a:srgbClr val="3A346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4" name="pg534"/>
            <p:cNvSpPr/>
            <p:nvPr/>
          </p:nvSpPr>
          <p:spPr>
            <a:xfrm>
              <a:off x="6195504" y="286511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3361">
                <a:alpha val="100000"/>
              </a:srgbClr>
            </a:solidFill>
            <a:ln w="5420" cap="flat">
              <a:solidFill>
                <a:srgbClr val="3A336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5" name="pg535"/>
            <p:cNvSpPr/>
            <p:nvPr/>
          </p:nvSpPr>
          <p:spPr>
            <a:xfrm>
              <a:off x="6207141" y="286511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3361">
                <a:alpha val="100000"/>
              </a:srgbClr>
            </a:solidFill>
            <a:ln w="5420" cap="flat">
              <a:solidFill>
                <a:srgbClr val="3A336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6" name="pg536"/>
            <p:cNvSpPr/>
            <p:nvPr/>
          </p:nvSpPr>
          <p:spPr>
            <a:xfrm>
              <a:off x="6218778" y="286511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3360">
                <a:alpha val="100000"/>
              </a:srgbClr>
            </a:solidFill>
            <a:ln w="5420" cap="flat">
              <a:solidFill>
                <a:srgbClr val="3A336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7" name="pg537"/>
            <p:cNvSpPr/>
            <p:nvPr/>
          </p:nvSpPr>
          <p:spPr>
            <a:xfrm>
              <a:off x="6230416" y="286511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3361">
                <a:alpha val="100000"/>
              </a:srgbClr>
            </a:solidFill>
            <a:ln w="5420" cap="flat">
              <a:solidFill>
                <a:srgbClr val="3A336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8" name="pg538"/>
            <p:cNvSpPr/>
            <p:nvPr/>
          </p:nvSpPr>
          <p:spPr>
            <a:xfrm>
              <a:off x="6242053" y="286511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3361">
                <a:alpha val="100000"/>
              </a:srgbClr>
            </a:solidFill>
            <a:ln w="5420" cap="flat">
              <a:solidFill>
                <a:srgbClr val="3A336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9" name="pg539"/>
            <p:cNvSpPr/>
            <p:nvPr/>
          </p:nvSpPr>
          <p:spPr>
            <a:xfrm>
              <a:off x="6253690" y="286511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3461">
                <a:alpha val="100000"/>
              </a:srgbClr>
            </a:solidFill>
            <a:ln w="5420" cap="flat">
              <a:solidFill>
                <a:srgbClr val="3A346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0" name="pg540"/>
            <p:cNvSpPr/>
            <p:nvPr/>
          </p:nvSpPr>
          <p:spPr>
            <a:xfrm>
              <a:off x="5869658" y="287941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82B55">
                <a:alpha val="100000"/>
              </a:srgbClr>
            </a:solidFill>
            <a:ln w="5420" cap="flat">
              <a:solidFill>
                <a:srgbClr val="382B5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1" name="pg541"/>
            <p:cNvSpPr/>
            <p:nvPr/>
          </p:nvSpPr>
          <p:spPr>
            <a:xfrm>
              <a:off x="5881296" y="287941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2C57">
                <a:alpha val="100000"/>
              </a:srgbClr>
            </a:solidFill>
            <a:ln w="5420" cap="flat">
              <a:solidFill>
                <a:srgbClr val="392C5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2" name="pg542"/>
            <p:cNvSpPr/>
            <p:nvPr/>
          </p:nvSpPr>
          <p:spPr>
            <a:xfrm>
              <a:off x="5892933" y="287941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2E5A">
                <a:alpha val="100000"/>
              </a:srgbClr>
            </a:solidFill>
            <a:ln w="5420" cap="flat">
              <a:solidFill>
                <a:srgbClr val="392E5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3" name="pg543"/>
            <p:cNvSpPr/>
            <p:nvPr/>
          </p:nvSpPr>
          <p:spPr>
            <a:xfrm>
              <a:off x="5904570" y="287941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305C">
                <a:alpha val="100000"/>
              </a:srgbClr>
            </a:solidFill>
            <a:ln w="5420" cap="flat">
              <a:solidFill>
                <a:srgbClr val="3930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4" name="pg544"/>
            <p:cNvSpPr/>
            <p:nvPr/>
          </p:nvSpPr>
          <p:spPr>
            <a:xfrm>
              <a:off x="5916208" y="287941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3360">
                <a:alpha val="100000"/>
              </a:srgbClr>
            </a:solidFill>
            <a:ln w="5420" cap="flat">
              <a:solidFill>
                <a:srgbClr val="3A336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5" name="pg545"/>
            <p:cNvSpPr/>
            <p:nvPr/>
          </p:nvSpPr>
          <p:spPr>
            <a:xfrm>
              <a:off x="5927845" y="287941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3563">
                <a:alpha val="100000"/>
              </a:srgbClr>
            </a:solidFill>
            <a:ln w="5420" cap="flat">
              <a:solidFill>
                <a:srgbClr val="3A356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6" name="pg546"/>
            <p:cNvSpPr/>
            <p:nvPr/>
          </p:nvSpPr>
          <p:spPr>
            <a:xfrm>
              <a:off x="5939482" y="287941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3665">
                <a:alpha val="100000"/>
              </a:srgbClr>
            </a:solidFill>
            <a:ln w="5420" cap="flat">
              <a:solidFill>
                <a:srgbClr val="3A366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7" name="pg547"/>
            <p:cNvSpPr/>
            <p:nvPr/>
          </p:nvSpPr>
          <p:spPr>
            <a:xfrm>
              <a:off x="5951120" y="287941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3766">
                <a:alpha val="100000"/>
              </a:srgbClr>
            </a:solidFill>
            <a:ln w="5420" cap="flat">
              <a:solidFill>
                <a:srgbClr val="3B37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8" name="pg548"/>
            <p:cNvSpPr/>
            <p:nvPr/>
          </p:nvSpPr>
          <p:spPr>
            <a:xfrm>
              <a:off x="5962757" y="287941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3968">
                <a:alpha val="100000"/>
              </a:srgbClr>
            </a:solidFill>
            <a:ln w="5420" cap="flat">
              <a:solidFill>
                <a:srgbClr val="3B396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9" name="pg549"/>
            <p:cNvSpPr/>
            <p:nvPr/>
          </p:nvSpPr>
          <p:spPr>
            <a:xfrm>
              <a:off x="5974394" y="287941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3A6A">
                <a:alpha val="100000"/>
              </a:srgbClr>
            </a:solidFill>
            <a:ln w="5420" cap="flat">
              <a:solidFill>
                <a:srgbClr val="3B3A6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0" name="pg550"/>
            <p:cNvSpPr/>
            <p:nvPr/>
          </p:nvSpPr>
          <p:spPr>
            <a:xfrm>
              <a:off x="5986032" y="287941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3B6B">
                <a:alpha val="100000"/>
              </a:srgbClr>
            </a:solidFill>
            <a:ln w="5420" cap="flat">
              <a:solidFill>
                <a:srgbClr val="3B3B6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1" name="pg551"/>
            <p:cNvSpPr/>
            <p:nvPr/>
          </p:nvSpPr>
          <p:spPr>
            <a:xfrm>
              <a:off x="5997669" y="287941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3B6C">
                <a:alpha val="100000"/>
              </a:srgbClr>
            </a:solidFill>
            <a:ln w="5420" cap="flat">
              <a:solidFill>
                <a:srgbClr val="3B3B6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2" name="pg552"/>
            <p:cNvSpPr/>
            <p:nvPr/>
          </p:nvSpPr>
          <p:spPr>
            <a:xfrm>
              <a:off x="6009306" y="287941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3C6D">
                <a:alpha val="100000"/>
              </a:srgbClr>
            </a:solidFill>
            <a:ln w="5420" cap="flat">
              <a:solidFill>
                <a:srgbClr val="3B3C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3" name="pg553"/>
            <p:cNvSpPr/>
            <p:nvPr/>
          </p:nvSpPr>
          <p:spPr>
            <a:xfrm>
              <a:off x="6020944" y="287941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3C6D">
                <a:alpha val="100000"/>
              </a:srgbClr>
            </a:solidFill>
            <a:ln w="5420" cap="flat">
              <a:solidFill>
                <a:srgbClr val="3B3C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4" name="pg554"/>
            <p:cNvSpPr/>
            <p:nvPr/>
          </p:nvSpPr>
          <p:spPr>
            <a:xfrm>
              <a:off x="6032581" y="287941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3C6E">
                <a:alpha val="100000"/>
              </a:srgbClr>
            </a:solidFill>
            <a:ln w="5420" cap="flat">
              <a:solidFill>
                <a:srgbClr val="3B3C6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5" name="pg555"/>
            <p:cNvSpPr/>
            <p:nvPr/>
          </p:nvSpPr>
          <p:spPr>
            <a:xfrm>
              <a:off x="6044218" y="287941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3C6E">
                <a:alpha val="100000"/>
              </a:srgbClr>
            </a:solidFill>
            <a:ln w="5420" cap="flat">
              <a:solidFill>
                <a:srgbClr val="3B3C6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6" name="pg556"/>
            <p:cNvSpPr/>
            <p:nvPr/>
          </p:nvSpPr>
          <p:spPr>
            <a:xfrm>
              <a:off x="6172229" y="287941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3360">
                <a:alpha val="100000"/>
              </a:srgbClr>
            </a:solidFill>
            <a:ln w="5420" cap="flat">
              <a:solidFill>
                <a:srgbClr val="3A336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7" name="pg557"/>
            <p:cNvSpPr/>
            <p:nvPr/>
          </p:nvSpPr>
          <p:spPr>
            <a:xfrm>
              <a:off x="6183866" y="287941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325F">
                <a:alpha val="100000"/>
              </a:srgbClr>
            </a:solidFill>
            <a:ln w="5420" cap="flat">
              <a:solidFill>
                <a:srgbClr val="3A325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8" name="pg558"/>
            <p:cNvSpPr/>
            <p:nvPr/>
          </p:nvSpPr>
          <p:spPr>
            <a:xfrm>
              <a:off x="6195504" y="287941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325E">
                <a:alpha val="100000"/>
              </a:srgbClr>
            </a:solidFill>
            <a:ln w="5420" cap="flat">
              <a:solidFill>
                <a:srgbClr val="3A325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9" name="pg559"/>
            <p:cNvSpPr/>
            <p:nvPr/>
          </p:nvSpPr>
          <p:spPr>
            <a:xfrm>
              <a:off x="6207141" y="287941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315E">
                <a:alpha val="100000"/>
              </a:srgbClr>
            </a:solidFill>
            <a:ln w="5420" cap="flat">
              <a:solidFill>
                <a:srgbClr val="3A315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0" name="pg560"/>
            <p:cNvSpPr/>
            <p:nvPr/>
          </p:nvSpPr>
          <p:spPr>
            <a:xfrm>
              <a:off x="6218778" y="287941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315E">
                <a:alpha val="100000"/>
              </a:srgbClr>
            </a:solidFill>
            <a:ln w="5420" cap="flat">
              <a:solidFill>
                <a:srgbClr val="3A315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1" name="pg561"/>
            <p:cNvSpPr/>
            <p:nvPr/>
          </p:nvSpPr>
          <p:spPr>
            <a:xfrm>
              <a:off x="6230416" y="287941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315E">
                <a:alpha val="100000"/>
              </a:srgbClr>
            </a:solidFill>
            <a:ln w="5420" cap="flat">
              <a:solidFill>
                <a:srgbClr val="3A315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2" name="pg562"/>
            <p:cNvSpPr/>
            <p:nvPr/>
          </p:nvSpPr>
          <p:spPr>
            <a:xfrm>
              <a:off x="5858021" y="289371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5284F">
                <a:alpha val="100000"/>
              </a:srgbClr>
            </a:solidFill>
            <a:ln w="5420" cap="flat">
              <a:solidFill>
                <a:srgbClr val="35284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3" name="pg563"/>
            <p:cNvSpPr/>
            <p:nvPr/>
          </p:nvSpPr>
          <p:spPr>
            <a:xfrm>
              <a:off x="5869658" y="289371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62951">
                <a:alpha val="100000"/>
              </a:srgbClr>
            </a:solidFill>
            <a:ln w="5420" cap="flat">
              <a:solidFill>
                <a:srgbClr val="36295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4" name="pg564"/>
            <p:cNvSpPr/>
            <p:nvPr/>
          </p:nvSpPr>
          <p:spPr>
            <a:xfrm>
              <a:off x="5881296" y="289371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82A54">
                <a:alpha val="100000"/>
              </a:srgbClr>
            </a:solidFill>
            <a:ln w="5420" cap="flat">
              <a:solidFill>
                <a:srgbClr val="382A5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5" name="pg565"/>
            <p:cNvSpPr/>
            <p:nvPr/>
          </p:nvSpPr>
          <p:spPr>
            <a:xfrm>
              <a:off x="5892933" y="289371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2C57">
                <a:alpha val="100000"/>
              </a:srgbClr>
            </a:solidFill>
            <a:ln w="5420" cap="flat">
              <a:solidFill>
                <a:srgbClr val="392C5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6" name="pg566"/>
            <p:cNvSpPr/>
            <p:nvPr/>
          </p:nvSpPr>
          <p:spPr>
            <a:xfrm>
              <a:off x="5904570" y="289371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2E5A">
                <a:alpha val="100000"/>
              </a:srgbClr>
            </a:solidFill>
            <a:ln w="5420" cap="flat">
              <a:solidFill>
                <a:srgbClr val="392E5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7" name="pg567"/>
            <p:cNvSpPr/>
            <p:nvPr/>
          </p:nvSpPr>
          <p:spPr>
            <a:xfrm>
              <a:off x="5916208" y="289371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325F">
                <a:alpha val="100000"/>
              </a:srgbClr>
            </a:solidFill>
            <a:ln w="5420" cap="flat">
              <a:solidFill>
                <a:srgbClr val="3A325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8" name="pg568"/>
            <p:cNvSpPr/>
            <p:nvPr/>
          </p:nvSpPr>
          <p:spPr>
            <a:xfrm>
              <a:off x="5927845" y="289371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3461">
                <a:alpha val="100000"/>
              </a:srgbClr>
            </a:solidFill>
            <a:ln w="5420" cap="flat">
              <a:solidFill>
                <a:srgbClr val="3A346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9" name="pg569"/>
            <p:cNvSpPr/>
            <p:nvPr/>
          </p:nvSpPr>
          <p:spPr>
            <a:xfrm>
              <a:off x="5939482" y="289371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3564">
                <a:alpha val="100000"/>
              </a:srgbClr>
            </a:solidFill>
            <a:ln w="5420" cap="flat">
              <a:solidFill>
                <a:srgbClr val="3A356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0" name="pg570"/>
            <p:cNvSpPr/>
            <p:nvPr/>
          </p:nvSpPr>
          <p:spPr>
            <a:xfrm>
              <a:off x="5951120" y="289371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3766">
                <a:alpha val="100000"/>
              </a:srgbClr>
            </a:solidFill>
            <a:ln w="5420" cap="flat">
              <a:solidFill>
                <a:srgbClr val="3B37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1" name="pg571"/>
            <p:cNvSpPr/>
            <p:nvPr/>
          </p:nvSpPr>
          <p:spPr>
            <a:xfrm>
              <a:off x="5962757" y="289371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3868">
                <a:alpha val="100000"/>
              </a:srgbClr>
            </a:solidFill>
            <a:ln w="5420" cap="flat">
              <a:solidFill>
                <a:srgbClr val="3B386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2" name="pg572"/>
            <p:cNvSpPr/>
            <p:nvPr/>
          </p:nvSpPr>
          <p:spPr>
            <a:xfrm>
              <a:off x="5974394" y="289371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3969">
                <a:alpha val="100000"/>
              </a:srgbClr>
            </a:solidFill>
            <a:ln w="5420" cap="flat">
              <a:solidFill>
                <a:srgbClr val="3B396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3" name="pg573"/>
            <p:cNvSpPr/>
            <p:nvPr/>
          </p:nvSpPr>
          <p:spPr>
            <a:xfrm>
              <a:off x="5986032" y="289371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3A6B">
                <a:alpha val="100000"/>
              </a:srgbClr>
            </a:solidFill>
            <a:ln w="5420" cap="flat">
              <a:solidFill>
                <a:srgbClr val="3B3A6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4" name="pg574"/>
            <p:cNvSpPr/>
            <p:nvPr/>
          </p:nvSpPr>
          <p:spPr>
            <a:xfrm>
              <a:off x="5997669" y="289371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3B6C">
                <a:alpha val="100000"/>
              </a:srgbClr>
            </a:solidFill>
            <a:ln w="5420" cap="flat">
              <a:solidFill>
                <a:srgbClr val="3B3B6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5" name="pg575"/>
            <p:cNvSpPr/>
            <p:nvPr/>
          </p:nvSpPr>
          <p:spPr>
            <a:xfrm>
              <a:off x="6009306" y="289371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3C6C">
                <a:alpha val="100000"/>
              </a:srgbClr>
            </a:solidFill>
            <a:ln w="5420" cap="flat">
              <a:solidFill>
                <a:srgbClr val="3B3C6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6" name="pg576"/>
            <p:cNvSpPr/>
            <p:nvPr/>
          </p:nvSpPr>
          <p:spPr>
            <a:xfrm>
              <a:off x="6160592" y="289371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325E">
                <a:alpha val="100000"/>
              </a:srgbClr>
            </a:solidFill>
            <a:ln w="5420" cap="flat">
              <a:solidFill>
                <a:srgbClr val="3A325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7" name="pg577"/>
            <p:cNvSpPr/>
            <p:nvPr/>
          </p:nvSpPr>
          <p:spPr>
            <a:xfrm>
              <a:off x="6172229" y="289371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315E">
                <a:alpha val="100000"/>
              </a:srgbClr>
            </a:solidFill>
            <a:ln w="5420" cap="flat">
              <a:solidFill>
                <a:srgbClr val="3A315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8" name="pg578"/>
            <p:cNvSpPr/>
            <p:nvPr/>
          </p:nvSpPr>
          <p:spPr>
            <a:xfrm>
              <a:off x="6183866" y="289371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305D">
                <a:alpha val="100000"/>
              </a:srgbClr>
            </a:solidFill>
            <a:ln w="5420" cap="flat">
              <a:solidFill>
                <a:srgbClr val="39305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9" name="pg579"/>
            <p:cNvSpPr/>
            <p:nvPr/>
          </p:nvSpPr>
          <p:spPr>
            <a:xfrm>
              <a:off x="6195504" y="289371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305C">
                <a:alpha val="100000"/>
              </a:srgbClr>
            </a:solidFill>
            <a:ln w="5420" cap="flat">
              <a:solidFill>
                <a:srgbClr val="3930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0" name="pg580"/>
            <p:cNvSpPr/>
            <p:nvPr/>
          </p:nvSpPr>
          <p:spPr>
            <a:xfrm>
              <a:off x="6207141" y="289371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2F5C">
                <a:alpha val="100000"/>
              </a:srgbClr>
            </a:solidFill>
            <a:ln w="5420" cap="flat">
              <a:solidFill>
                <a:srgbClr val="392F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1" name="pg581"/>
            <p:cNvSpPr/>
            <p:nvPr/>
          </p:nvSpPr>
          <p:spPr>
            <a:xfrm>
              <a:off x="6218778" y="289371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2F5B">
                <a:alpha val="100000"/>
              </a:srgbClr>
            </a:solidFill>
            <a:ln w="5420" cap="flat">
              <a:solidFill>
                <a:srgbClr val="392F5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2" name="pg582"/>
            <p:cNvSpPr/>
            <p:nvPr/>
          </p:nvSpPr>
          <p:spPr>
            <a:xfrm>
              <a:off x="5799834" y="290801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4274D">
                <a:alpha val="100000"/>
              </a:srgbClr>
            </a:solidFill>
            <a:ln w="5420" cap="flat">
              <a:solidFill>
                <a:srgbClr val="34274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3" name="pg583"/>
            <p:cNvSpPr/>
            <p:nvPr/>
          </p:nvSpPr>
          <p:spPr>
            <a:xfrm>
              <a:off x="5811472" y="290801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22549">
                <a:alpha val="100000"/>
              </a:srgbClr>
            </a:solidFill>
            <a:ln w="5420" cap="flat">
              <a:solidFill>
                <a:srgbClr val="32254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4" name="pg584"/>
            <p:cNvSpPr/>
            <p:nvPr/>
          </p:nvSpPr>
          <p:spPr>
            <a:xfrm>
              <a:off x="5823109" y="290801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02445">
                <a:alpha val="100000"/>
              </a:srgbClr>
            </a:solidFill>
            <a:ln w="5420" cap="flat">
              <a:solidFill>
                <a:srgbClr val="30244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5" name="pg585"/>
            <p:cNvSpPr/>
            <p:nvPr/>
          </p:nvSpPr>
          <p:spPr>
            <a:xfrm>
              <a:off x="5834746" y="290801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02445">
                <a:alpha val="100000"/>
              </a:srgbClr>
            </a:solidFill>
            <a:ln w="5420" cap="flat">
              <a:solidFill>
                <a:srgbClr val="30244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6" name="pg586"/>
            <p:cNvSpPr/>
            <p:nvPr/>
          </p:nvSpPr>
          <p:spPr>
            <a:xfrm>
              <a:off x="5846384" y="290801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12547">
                <a:alpha val="100000"/>
              </a:srgbClr>
            </a:solidFill>
            <a:ln w="5420" cap="flat">
              <a:solidFill>
                <a:srgbClr val="31254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7" name="pg587"/>
            <p:cNvSpPr/>
            <p:nvPr/>
          </p:nvSpPr>
          <p:spPr>
            <a:xfrm>
              <a:off x="5858021" y="290801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2264A">
                <a:alpha val="100000"/>
              </a:srgbClr>
            </a:solidFill>
            <a:ln w="5420" cap="flat">
              <a:solidFill>
                <a:srgbClr val="32264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8" name="pg588"/>
            <p:cNvSpPr/>
            <p:nvPr/>
          </p:nvSpPr>
          <p:spPr>
            <a:xfrm>
              <a:off x="5869658" y="290801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4274D">
                <a:alpha val="100000"/>
              </a:srgbClr>
            </a:solidFill>
            <a:ln w="5420" cap="flat">
              <a:solidFill>
                <a:srgbClr val="34274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9" name="pg589"/>
            <p:cNvSpPr/>
            <p:nvPr/>
          </p:nvSpPr>
          <p:spPr>
            <a:xfrm>
              <a:off x="5881296" y="290801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2951">
                <a:alpha val="100000"/>
              </a:srgbClr>
            </a:solidFill>
            <a:ln w="5420" cap="flat">
              <a:solidFill>
                <a:srgbClr val="37295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0" name="pg590"/>
            <p:cNvSpPr/>
            <p:nvPr/>
          </p:nvSpPr>
          <p:spPr>
            <a:xfrm>
              <a:off x="5892933" y="290801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82B55">
                <a:alpha val="100000"/>
              </a:srgbClr>
            </a:solidFill>
            <a:ln w="5420" cap="flat">
              <a:solidFill>
                <a:srgbClr val="382B5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1" name="pg591"/>
            <p:cNvSpPr/>
            <p:nvPr/>
          </p:nvSpPr>
          <p:spPr>
            <a:xfrm>
              <a:off x="5904570" y="290801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2D58">
                <a:alpha val="100000"/>
              </a:srgbClr>
            </a:solidFill>
            <a:ln w="5420" cap="flat">
              <a:solidFill>
                <a:srgbClr val="392D5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2" name="pg592"/>
            <p:cNvSpPr/>
            <p:nvPr/>
          </p:nvSpPr>
          <p:spPr>
            <a:xfrm>
              <a:off x="5916208" y="290801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315E">
                <a:alpha val="100000"/>
              </a:srgbClr>
            </a:solidFill>
            <a:ln w="5420" cap="flat">
              <a:solidFill>
                <a:srgbClr val="3A315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3" name="pg593"/>
            <p:cNvSpPr/>
            <p:nvPr/>
          </p:nvSpPr>
          <p:spPr>
            <a:xfrm>
              <a:off x="5927845" y="290801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3361">
                <a:alpha val="100000"/>
              </a:srgbClr>
            </a:solidFill>
            <a:ln w="5420" cap="flat">
              <a:solidFill>
                <a:srgbClr val="3A336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4" name="pg594"/>
            <p:cNvSpPr/>
            <p:nvPr/>
          </p:nvSpPr>
          <p:spPr>
            <a:xfrm>
              <a:off x="5939482" y="290801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3563">
                <a:alpha val="100000"/>
              </a:srgbClr>
            </a:solidFill>
            <a:ln w="5420" cap="flat">
              <a:solidFill>
                <a:srgbClr val="3A356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5" name="pg595"/>
            <p:cNvSpPr/>
            <p:nvPr/>
          </p:nvSpPr>
          <p:spPr>
            <a:xfrm>
              <a:off x="5951120" y="290801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3765">
                <a:alpha val="100000"/>
              </a:srgbClr>
            </a:solidFill>
            <a:ln w="5420" cap="flat">
              <a:solidFill>
                <a:srgbClr val="3B376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6" name="pg596"/>
            <p:cNvSpPr/>
            <p:nvPr/>
          </p:nvSpPr>
          <p:spPr>
            <a:xfrm>
              <a:off x="5974394" y="290801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3969">
                <a:alpha val="100000"/>
              </a:srgbClr>
            </a:solidFill>
            <a:ln w="5420" cap="flat">
              <a:solidFill>
                <a:srgbClr val="3B396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7" name="pg597"/>
            <p:cNvSpPr/>
            <p:nvPr/>
          </p:nvSpPr>
          <p:spPr>
            <a:xfrm>
              <a:off x="5986032" y="290801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3A6A">
                <a:alpha val="100000"/>
              </a:srgbClr>
            </a:solidFill>
            <a:ln w="5420" cap="flat">
              <a:solidFill>
                <a:srgbClr val="3B3A6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8" name="pg598"/>
            <p:cNvSpPr/>
            <p:nvPr/>
          </p:nvSpPr>
          <p:spPr>
            <a:xfrm>
              <a:off x="5997669" y="290801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3B6C">
                <a:alpha val="100000"/>
              </a:srgbClr>
            </a:solidFill>
            <a:ln w="5420" cap="flat">
              <a:solidFill>
                <a:srgbClr val="3B3B6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9" name="pg599"/>
            <p:cNvSpPr/>
            <p:nvPr/>
          </p:nvSpPr>
          <p:spPr>
            <a:xfrm>
              <a:off x="6160592" y="290801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305D">
                <a:alpha val="100000"/>
              </a:srgbClr>
            </a:solidFill>
            <a:ln w="5420" cap="flat">
              <a:solidFill>
                <a:srgbClr val="39305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0" name="pg600"/>
            <p:cNvSpPr/>
            <p:nvPr/>
          </p:nvSpPr>
          <p:spPr>
            <a:xfrm>
              <a:off x="6172229" y="290801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2F5B">
                <a:alpha val="100000"/>
              </a:srgbClr>
            </a:solidFill>
            <a:ln w="5420" cap="flat">
              <a:solidFill>
                <a:srgbClr val="392F5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1" name="pg601"/>
            <p:cNvSpPr/>
            <p:nvPr/>
          </p:nvSpPr>
          <p:spPr>
            <a:xfrm>
              <a:off x="6183866" y="290801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2F5A">
                <a:alpha val="100000"/>
              </a:srgbClr>
            </a:solidFill>
            <a:ln w="5420" cap="flat">
              <a:solidFill>
                <a:srgbClr val="392F5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2" name="pg602"/>
            <p:cNvSpPr/>
            <p:nvPr/>
          </p:nvSpPr>
          <p:spPr>
            <a:xfrm>
              <a:off x="6195504" y="290801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2E5A">
                <a:alpha val="100000"/>
              </a:srgbClr>
            </a:solidFill>
            <a:ln w="5420" cap="flat">
              <a:solidFill>
                <a:srgbClr val="392E5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3" name="pg603"/>
            <p:cNvSpPr/>
            <p:nvPr/>
          </p:nvSpPr>
          <p:spPr>
            <a:xfrm>
              <a:off x="6207141" y="290801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2E59">
                <a:alpha val="100000"/>
              </a:srgbClr>
            </a:solidFill>
            <a:ln w="5420" cap="flat">
              <a:solidFill>
                <a:srgbClr val="392E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4" name="pg604"/>
            <p:cNvSpPr/>
            <p:nvPr/>
          </p:nvSpPr>
          <p:spPr>
            <a:xfrm>
              <a:off x="5764922" y="292232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325F">
                <a:alpha val="100000"/>
              </a:srgbClr>
            </a:solidFill>
            <a:ln w="5420" cap="flat">
              <a:solidFill>
                <a:srgbClr val="3A325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5" name="pg605"/>
            <p:cNvSpPr/>
            <p:nvPr/>
          </p:nvSpPr>
          <p:spPr>
            <a:xfrm>
              <a:off x="5776560" y="292232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305C">
                <a:alpha val="100000"/>
              </a:srgbClr>
            </a:solidFill>
            <a:ln w="5420" cap="flat">
              <a:solidFill>
                <a:srgbClr val="3930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6" name="pg606"/>
            <p:cNvSpPr/>
            <p:nvPr/>
          </p:nvSpPr>
          <p:spPr>
            <a:xfrm>
              <a:off x="5788197" y="292232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2D59">
                <a:alpha val="100000"/>
              </a:srgbClr>
            </a:solidFill>
            <a:ln w="5420" cap="flat">
              <a:solidFill>
                <a:srgbClr val="392D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7" name="pg607"/>
            <p:cNvSpPr/>
            <p:nvPr/>
          </p:nvSpPr>
          <p:spPr>
            <a:xfrm>
              <a:off x="5799834" y="292232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4274C">
                <a:alpha val="100000"/>
              </a:srgbClr>
            </a:solidFill>
            <a:ln w="5420" cap="flat">
              <a:solidFill>
                <a:srgbClr val="34274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8" name="pg608"/>
            <p:cNvSpPr/>
            <p:nvPr/>
          </p:nvSpPr>
          <p:spPr>
            <a:xfrm>
              <a:off x="5811472" y="292232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2F2344">
                <a:alpha val="100000"/>
              </a:srgbClr>
            </a:solidFill>
            <a:ln w="5420" cap="flat">
              <a:solidFill>
                <a:srgbClr val="2F234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9" name="pg609"/>
            <p:cNvSpPr/>
            <p:nvPr/>
          </p:nvSpPr>
          <p:spPr>
            <a:xfrm>
              <a:off x="5823109" y="292232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2D2140">
                <a:alpha val="100000"/>
              </a:srgbClr>
            </a:solidFill>
            <a:ln w="5420" cap="flat">
              <a:solidFill>
                <a:srgbClr val="2D214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0" name="pg610"/>
            <p:cNvSpPr/>
            <p:nvPr/>
          </p:nvSpPr>
          <p:spPr>
            <a:xfrm>
              <a:off x="5834746" y="292232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2D2140">
                <a:alpha val="100000"/>
              </a:srgbClr>
            </a:solidFill>
            <a:ln w="5420" cap="flat">
              <a:solidFill>
                <a:srgbClr val="2D214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1" name="pg611"/>
            <p:cNvSpPr/>
            <p:nvPr/>
          </p:nvSpPr>
          <p:spPr>
            <a:xfrm>
              <a:off x="5846384" y="292232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2F2342">
                <a:alpha val="100000"/>
              </a:srgbClr>
            </a:solidFill>
            <a:ln w="5420" cap="flat">
              <a:solidFill>
                <a:srgbClr val="2F234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2" name="pg612"/>
            <p:cNvSpPr/>
            <p:nvPr/>
          </p:nvSpPr>
          <p:spPr>
            <a:xfrm>
              <a:off x="5858021" y="292232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12446">
                <a:alpha val="100000"/>
              </a:srgbClr>
            </a:solidFill>
            <a:ln w="5420" cap="flat">
              <a:solidFill>
                <a:srgbClr val="31244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3" name="pg613"/>
            <p:cNvSpPr/>
            <p:nvPr/>
          </p:nvSpPr>
          <p:spPr>
            <a:xfrm>
              <a:off x="5869658" y="292232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3264B">
                <a:alpha val="100000"/>
              </a:srgbClr>
            </a:solidFill>
            <a:ln w="5420" cap="flat">
              <a:solidFill>
                <a:srgbClr val="33264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4" name="pg614"/>
            <p:cNvSpPr/>
            <p:nvPr/>
          </p:nvSpPr>
          <p:spPr>
            <a:xfrm>
              <a:off x="5881296" y="292232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62850">
                <a:alpha val="100000"/>
              </a:srgbClr>
            </a:solidFill>
            <a:ln w="5420" cap="flat">
              <a:solidFill>
                <a:srgbClr val="36285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5" name="pg615"/>
            <p:cNvSpPr/>
            <p:nvPr/>
          </p:nvSpPr>
          <p:spPr>
            <a:xfrm>
              <a:off x="5892933" y="292232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82A54">
                <a:alpha val="100000"/>
              </a:srgbClr>
            </a:solidFill>
            <a:ln w="5420" cap="flat">
              <a:solidFill>
                <a:srgbClr val="382A5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6" name="pg616"/>
            <p:cNvSpPr/>
            <p:nvPr/>
          </p:nvSpPr>
          <p:spPr>
            <a:xfrm>
              <a:off x="5904570" y="292232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2D57">
                <a:alpha val="100000"/>
              </a:srgbClr>
            </a:solidFill>
            <a:ln w="5420" cap="flat">
              <a:solidFill>
                <a:srgbClr val="392D5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7" name="pg617"/>
            <p:cNvSpPr/>
            <p:nvPr/>
          </p:nvSpPr>
          <p:spPr>
            <a:xfrm>
              <a:off x="5927845" y="292232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3361">
                <a:alpha val="100000"/>
              </a:srgbClr>
            </a:solidFill>
            <a:ln w="5420" cap="flat">
              <a:solidFill>
                <a:srgbClr val="3A336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8" name="pg618"/>
            <p:cNvSpPr/>
            <p:nvPr/>
          </p:nvSpPr>
          <p:spPr>
            <a:xfrm>
              <a:off x="5939482" y="292232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3563">
                <a:alpha val="100000"/>
              </a:srgbClr>
            </a:solidFill>
            <a:ln w="5420" cap="flat">
              <a:solidFill>
                <a:srgbClr val="3A356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9" name="pg619"/>
            <p:cNvSpPr/>
            <p:nvPr/>
          </p:nvSpPr>
          <p:spPr>
            <a:xfrm>
              <a:off x="6160592" y="292232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2F5B">
                <a:alpha val="100000"/>
              </a:srgbClr>
            </a:solidFill>
            <a:ln w="5420" cap="flat">
              <a:solidFill>
                <a:srgbClr val="392F5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0" name="pg620"/>
            <p:cNvSpPr/>
            <p:nvPr/>
          </p:nvSpPr>
          <p:spPr>
            <a:xfrm>
              <a:off x="6172229" y="292232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2E5A">
                <a:alpha val="100000"/>
              </a:srgbClr>
            </a:solidFill>
            <a:ln w="5420" cap="flat">
              <a:solidFill>
                <a:srgbClr val="392E5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1" name="pg621"/>
            <p:cNvSpPr/>
            <p:nvPr/>
          </p:nvSpPr>
          <p:spPr>
            <a:xfrm>
              <a:off x="6183866" y="292232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2D58">
                <a:alpha val="100000"/>
              </a:srgbClr>
            </a:solidFill>
            <a:ln w="5420" cap="flat">
              <a:solidFill>
                <a:srgbClr val="392D5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2" name="pg622"/>
            <p:cNvSpPr/>
            <p:nvPr/>
          </p:nvSpPr>
          <p:spPr>
            <a:xfrm>
              <a:off x="6195504" y="292232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2D58">
                <a:alpha val="100000"/>
              </a:srgbClr>
            </a:solidFill>
            <a:ln w="5420" cap="flat">
              <a:solidFill>
                <a:srgbClr val="392D5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3" name="pg623"/>
            <p:cNvSpPr/>
            <p:nvPr/>
          </p:nvSpPr>
          <p:spPr>
            <a:xfrm>
              <a:off x="6207141" y="292232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2C57">
                <a:alpha val="100000"/>
              </a:srgbClr>
            </a:solidFill>
            <a:ln w="5420" cap="flat">
              <a:solidFill>
                <a:srgbClr val="392C5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4" name="pg624"/>
            <p:cNvSpPr/>
            <p:nvPr/>
          </p:nvSpPr>
          <p:spPr>
            <a:xfrm>
              <a:off x="5753285" y="293662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3664">
                <a:alpha val="100000"/>
              </a:srgbClr>
            </a:solidFill>
            <a:ln w="5420" cap="flat">
              <a:solidFill>
                <a:srgbClr val="3A366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5" name="pg625"/>
            <p:cNvSpPr/>
            <p:nvPr/>
          </p:nvSpPr>
          <p:spPr>
            <a:xfrm>
              <a:off x="5764922" y="293662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3361">
                <a:alpha val="100000"/>
              </a:srgbClr>
            </a:solidFill>
            <a:ln w="5420" cap="flat">
              <a:solidFill>
                <a:srgbClr val="3A336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6" name="pg626"/>
            <p:cNvSpPr/>
            <p:nvPr/>
          </p:nvSpPr>
          <p:spPr>
            <a:xfrm>
              <a:off x="5776560" y="293662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325F">
                <a:alpha val="100000"/>
              </a:srgbClr>
            </a:solidFill>
            <a:ln w="5420" cap="flat">
              <a:solidFill>
                <a:srgbClr val="3A325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7" name="pg627"/>
            <p:cNvSpPr/>
            <p:nvPr/>
          </p:nvSpPr>
          <p:spPr>
            <a:xfrm>
              <a:off x="5788197" y="293662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315E">
                <a:alpha val="100000"/>
              </a:srgbClr>
            </a:solidFill>
            <a:ln w="5420" cap="flat">
              <a:solidFill>
                <a:srgbClr val="3A315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8" name="pg628"/>
            <p:cNvSpPr/>
            <p:nvPr/>
          </p:nvSpPr>
          <p:spPr>
            <a:xfrm>
              <a:off x="5799834" y="293662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2D58">
                <a:alpha val="100000"/>
              </a:srgbClr>
            </a:solidFill>
            <a:ln w="5420" cap="flat">
              <a:solidFill>
                <a:srgbClr val="392D5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9" name="pg629"/>
            <p:cNvSpPr/>
            <p:nvPr/>
          </p:nvSpPr>
          <p:spPr>
            <a:xfrm>
              <a:off x="5811472" y="293662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5284E">
                <a:alpha val="100000"/>
              </a:srgbClr>
            </a:solidFill>
            <a:ln w="5420" cap="flat">
              <a:solidFill>
                <a:srgbClr val="35284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0" name="pg630"/>
            <p:cNvSpPr/>
            <p:nvPr/>
          </p:nvSpPr>
          <p:spPr>
            <a:xfrm>
              <a:off x="5823109" y="293662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12447">
                <a:alpha val="100000"/>
              </a:srgbClr>
            </a:solidFill>
            <a:ln w="5420" cap="flat">
              <a:solidFill>
                <a:srgbClr val="31244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1" name="pg631"/>
            <p:cNvSpPr/>
            <p:nvPr/>
          </p:nvSpPr>
          <p:spPr>
            <a:xfrm>
              <a:off x="5834746" y="293662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02445">
                <a:alpha val="100000"/>
              </a:srgbClr>
            </a:solidFill>
            <a:ln w="5420" cap="flat">
              <a:solidFill>
                <a:srgbClr val="30244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2" name="pg632"/>
            <p:cNvSpPr/>
            <p:nvPr/>
          </p:nvSpPr>
          <p:spPr>
            <a:xfrm>
              <a:off x="5846384" y="293662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12447">
                <a:alpha val="100000"/>
              </a:srgbClr>
            </a:solidFill>
            <a:ln w="5420" cap="flat">
              <a:solidFill>
                <a:srgbClr val="31244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3" name="pg633"/>
            <p:cNvSpPr/>
            <p:nvPr/>
          </p:nvSpPr>
          <p:spPr>
            <a:xfrm>
              <a:off x="5858021" y="293662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3264A">
                <a:alpha val="100000"/>
              </a:srgbClr>
            </a:solidFill>
            <a:ln w="5420" cap="flat">
              <a:solidFill>
                <a:srgbClr val="33264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4" name="pg634"/>
            <p:cNvSpPr/>
            <p:nvPr/>
          </p:nvSpPr>
          <p:spPr>
            <a:xfrm>
              <a:off x="5869658" y="293662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5284E">
                <a:alpha val="100000"/>
              </a:srgbClr>
            </a:solidFill>
            <a:ln w="5420" cap="flat">
              <a:solidFill>
                <a:srgbClr val="35284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5" name="pg635"/>
            <p:cNvSpPr/>
            <p:nvPr/>
          </p:nvSpPr>
          <p:spPr>
            <a:xfrm>
              <a:off x="5881296" y="293662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2953">
                <a:alpha val="100000"/>
              </a:srgbClr>
            </a:solidFill>
            <a:ln w="5420" cap="flat">
              <a:solidFill>
                <a:srgbClr val="37295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6" name="pg636"/>
            <p:cNvSpPr/>
            <p:nvPr/>
          </p:nvSpPr>
          <p:spPr>
            <a:xfrm>
              <a:off x="5892933" y="293662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82B56">
                <a:alpha val="100000"/>
              </a:srgbClr>
            </a:solidFill>
            <a:ln w="5420" cap="flat">
              <a:solidFill>
                <a:srgbClr val="382B5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7" name="pg637"/>
            <p:cNvSpPr/>
            <p:nvPr/>
          </p:nvSpPr>
          <p:spPr>
            <a:xfrm>
              <a:off x="6160592" y="293662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2D59">
                <a:alpha val="100000"/>
              </a:srgbClr>
            </a:solidFill>
            <a:ln w="5420" cap="flat">
              <a:solidFill>
                <a:srgbClr val="392D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8" name="pg638"/>
            <p:cNvSpPr/>
            <p:nvPr/>
          </p:nvSpPr>
          <p:spPr>
            <a:xfrm>
              <a:off x="6172229" y="293662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2C57">
                <a:alpha val="100000"/>
              </a:srgbClr>
            </a:solidFill>
            <a:ln w="5420" cap="flat">
              <a:solidFill>
                <a:srgbClr val="392C5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9" name="pg639"/>
            <p:cNvSpPr/>
            <p:nvPr/>
          </p:nvSpPr>
          <p:spPr>
            <a:xfrm>
              <a:off x="6183866" y="293662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82C56">
                <a:alpha val="100000"/>
              </a:srgbClr>
            </a:solidFill>
            <a:ln w="5420" cap="flat">
              <a:solidFill>
                <a:srgbClr val="382C5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0" name="pg640"/>
            <p:cNvSpPr/>
            <p:nvPr/>
          </p:nvSpPr>
          <p:spPr>
            <a:xfrm>
              <a:off x="6195504" y="293662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82B55">
                <a:alpha val="100000"/>
              </a:srgbClr>
            </a:solidFill>
            <a:ln w="5420" cap="flat">
              <a:solidFill>
                <a:srgbClr val="382B5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1" name="pg641"/>
            <p:cNvSpPr/>
            <p:nvPr/>
          </p:nvSpPr>
          <p:spPr>
            <a:xfrm>
              <a:off x="6207141" y="293662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82B55">
                <a:alpha val="100000"/>
              </a:srgbClr>
            </a:solidFill>
            <a:ln w="5420" cap="flat">
              <a:solidFill>
                <a:srgbClr val="382B5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2" name="pg642"/>
            <p:cNvSpPr/>
            <p:nvPr/>
          </p:nvSpPr>
          <p:spPr>
            <a:xfrm>
              <a:off x="6218778" y="293662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82B55">
                <a:alpha val="100000"/>
              </a:srgbClr>
            </a:solidFill>
            <a:ln w="5420" cap="flat">
              <a:solidFill>
                <a:srgbClr val="382B5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3" name="pg643"/>
            <p:cNvSpPr/>
            <p:nvPr/>
          </p:nvSpPr>
          <p:spPr>
            <a:xfrm>
              <a:off x="6230416" y="293662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82B55">
                <a:alpha val="100000"/>
              </a:srgbClr>
            </a:solidFill>
            <a:ln w="5420" cap="flat">
              <a:solidFill>
                <a:srgbClr val="382B5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4" name="pg644"/>
            <p:cNvSpPr/>
            <p:nvPr/>
          </p:nvSpPr>
          <p:spPr>
            <a:xfrm>
              <a:off x="6276965" y="293662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2F5B">
                <a:alpha val="100000"/>
              </a:srgbClr>
            </a:solidFill>
            <a:ln w="5420" cap="flat">
              <a:solidFill>
                <a:srgbClr val="392F5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5" name="pg645"/>
            <p:cNvSpPr/>
            <p:nvPr/>
          </p:nvSpPr>
          <p:spPr>
            <a:xfrm>
              <a:off x="6288602" y="293662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305C">
                <a:alpha val="100000"/>
              </a:srgbClr>
            </a:solidFill>
            <a:ln w="5420" cap="flat">
              <a:solidFill>
                <a:srgbClr val="3930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6" name="pg646"/>
            <p:cNvSpPr/>
            <p:nvPr/>
          </p:nvSpPr>
          <p:spPr>
            <a:xfrm>
              <a:off x="6300240" y="293662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315E">
                <a:alpha val="100000"/>
              </a:srgbClr>
            </a:solidFill>
            <a:ln w="5420" cap="flat">
              <a:solidFill>
                <a:srgbClr val="3A315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7" name="pg647"/>
            <p:cNvSpPr/>
            <p:nvPr/>
          </p:nvSpPr>
          <p:spPr>
            <a:xfrm>
              <a:off x="6311877" y="293662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3360">
                <a:alpha val="100000"/>
              </a:srgbClr>
            </a:solidFill>
            <a:ln w="5420" cap="flat">
              <a:solidFill>
                <a:srgbClr val="3A336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8" name="pg648"/>
            <p:cNvSpPr/>
            <p:nvPr/>
          </p:nvSpPr>
          <p:spPr>
            <a:xfrm>
              <a:off x="6323514" y="293662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3462">
                <a:alpha val="100000"/>
              </a:srgbClr>
            </a:solidFill>
            <a:ln w="5420" cap="flat">
              <a:solidFill>
                <a:srgbClr val="3A346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9" name="pg649"/>
            <p:cNvSpPr/>
            <p:nvPr/>
          </p:nvSpPr>
          <p:spPr>
            <a:xfrm>
              <a:off x="5741648" y="295092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3C6D">
                <a:alpha val="100000"/>
              </a:srgbClr>
            </a:solidFill>
            <a:ln w="5420" cap="flat">
              <a:solidFill>
                <a:srgbClr val="3B3C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0" name="pg650"/>
            <p:cNvSpPr/>
            <p:nvPr/>
          </p:nvSpPr>
          <p:spPr>
            <a:xfrm>
              <a:off x="5753285" y="295092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3767">
                <a:alpha val="100000"/>
              </a:srgbClr>
            </a:solidFill>
            <a:ln w="5420" cap="flat">
              <a:solidFill>
                <a:srgbClr val="3B376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1" name="pg651"/>
            <p:cNvSpPr/>
            <p:nvPr/>
          </p:nvSpPr>
          <p:spPr>
            <a:xfrm>
              <a:off x="5764922" y="295092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3462">
                <a:alpha val="100000"/>
              </a:srgbClr>
            </a:solidFill>
            <a:ln w="5420" cap="flat">
              <a:solidFill>
                <a:srgbClr val="3A346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2" name="pg652"/>
            <p:cNvSpPr/>
            <p:nvPr/>
          </p:nvSpPr>
          <p:spPr>
            <a:xfrm>
              <a:off x="5776560" y="295092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3260">
                <a:alpha val="100000"/>
              </a:srgbClr>
            </a:solidFill>
            <a:ln w="5420" cap="flat">
              <a:solidFill>
                <a:srgbClr val="3A326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3" name="pg653"/>
            <p:cNvSpPr/>
            <p:nvPr/>
          </p:nvSpPr>
          <p:spPr>
            <a:xfrm>
              <a:off x="5788197" y="295092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325F">
                <a:alpha val="100000"/>
              </a:srgbClr>
            </a:solidFill>
            <a:ln w="5420" cap="flat">
              <a:solidFill>
                <a:srgbClr val="3A325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4" name="pg654"/>
            <p:cNvSpPr/>
            <p:nvPr/>
          </p:nvSpPr>
          <p:spPr>
            <a:xfrm>
              <a:off x="5799834" y="295092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305C">
                <a:alpha val="100000"/>
              </a:srgbClr>
            </a:solidFill>
            <a:ln w="5420" cap="flat">
              <a:solidFill>
                <a:srgbClr val="3930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5" name="pg655"/>
            <p:cNvSpPr/>
            <p:nvPr/>
          </p:nvSpPr>
          <p:spPr>
            <a:xfrm>
              <a:off x="5811472" y="295092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2C57">
                <a:alpha val="100000"/>
              </a:srgbClr>
            </a:solidFill>
            <a:ln w="5420" cap="flat">
              <a:solidFill>
                <a:srgbClr val="392C5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6" name="pg656"/>
            <p:cNvSpPr/>
            <p:nvPr/>
          </p:nvSpPr>
          <p:spPr>
            <a:xfrm>
              <a:off x="5823109" y="295092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2952">
                <a:alpha val="100000"/>
              </a:srgbClr>
            </a:solidFill>
            <a:ln w="5420" cap="flat">
              <a:solidFill>
                <a:srgbClr val="37295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7" name="pg657"/>
            <p:cNvSpPr/>
            <p:nvPr/>
          </p:nvSpPr>
          <p:spPr>
            <a:xfrm>
              <a:off x="5834746" y="295092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5284F">
                <a:alpha val="100000"/>
              </a:srgbClr>
            </a:solidFill>
            <a:ln w="5420" cap="flat">
              <a:solidFill>
                <a:srgbClr val="35284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8" name="pg658"/>
            <p:cNvSpPr/>
            <p:nvPr/>
          </p:nvSpPr>
          <p:spPr>
            <a:xfrm>
              <a:off x="5846384" y="295092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5284F">
                <a:alpha val="100000"/>
              </a:srgbClr>
            </a:solidFill>
            <a:ln w="5420" cap="flat">
              <a:solidFill>
                <a:srgbClr val="35284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9" name="pg659"/>
            <p:cNvSpPr/>
            <p:nvPr/>
          </p:nvSpPr>
          <p:spPr>
            <a:xfrm>
              <a:off x="5858021" y="295092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62951">
                <a:alpha val="100000"/>
              </a:srgbClr>
            </a:solidFill>
            <a:ln w="5420" cap="flat">
              <a:solidFill>
                <a:srgbClr val="36295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0" name="pg660"/>
            <p:cNvSpPr/>
            <p:nvPr/>
          </p:nvSpPr>
          <p:spPr>
            <a:xfrm>
              <a:off x="5869658" y="295092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82A54">
                <a:alpha val="100000"/>
              </a:srgbClr>
            </a:solidFill>
            <a:ln w="5420" cap="flat">
              <a:solidFill>
                <a:srgbClr val="382A5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1" name="pg661"/>
            <p:cNvSpPr/>
            <p:nvPr/>
          </p:nvSpPr>
          <p:spPr>
            <a:xfrm>
              <a:off x="5881296" y="295092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82B56">
                <a:alpha val="100000"/>
              </a:srgbClr>
            </a:solidFill>
            <a:ln w="5420" cap="flat">
              <a:solidFill>
                <a:srgbClr val="382B5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2" name="pg662"/>
            <p:cNvSpPr/>
            <p:nvPr/>
          </p:nvSpPr>
          <p:spPr>
            <a:xfrm>
              <a:off x="6172229" y="295092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2C57">
                <a:alpha val="100000"/>
              </a:srgbClr>
            </a:solidFill>
            <a:ln w="5420" cap="flat">
              <a:solidFill>
                <a:srgbClr val="392C5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3" name="pg663"/>
            <p:cNvSpPr/>
            <p:nvPr/>
          </p:nvSpPr>
          <p:spPr>
            <a:xfrm>
              <a:off x="6183866" y="295092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82B56">
                <a:alpha val="100000"/>
              </a:srgbClr>
            </a:solidFill>
            <a:ln w="5420" cap="flat">
              <a:solidFill>
                <a:srgbClr val="382B5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4" name="pg664"/>
            <p:cNvSpPr/>
            <p:nvPr/>
          </p:nvSpPr>
          <p:spPr>
            <a:xfrm>
              <a:off x="6195504" y="295092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82B55">
                <a:alpha val="100000"/>
              </a:srgbClr>
            </a:solidFill>
            <a:ln w="5420" cap="flat">
              <a:solidFill>
                <a:srgbClr val="382B5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5" name="pg665"/>
            <p:cNvSpPr/>
            <p:nvPr/>
          </p:nvSpPr>
          <p:spPr>
            <a:xfrm>
              <a:off x="6207141" y="295092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82B55">
                <a:alpha val="100000"/>
              </a:srgbClr>
            </a:solidFill>
            <a:ln w="5420" cap="flat">
              <a:solidFill>
                <a:srgbClr val="382B5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6" name="pg666"/>
            <p:cNvSpPr/>
            <p:nvPr/>
          </p:nvSpPr>
          <p:spPr>
            <a:xfrm>
              <a:off x="6218778" y="295092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82B55">
                <a:alpha val="100000"/>
              </a:srgbClr>
            </a:solidFill>
            <a:ln w="5420" cap="flat">
              <a:solidFill>
                <a:srgbClr val="382B5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7" name="pg667"/>
            <p:cNvSpPr/>
            <p:nvPr/>
          </p:nvSpPr>
          <p:spPr>
            <a:xfrm>
              <a:off x="6230416" y="295092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82B55">
                <a:alpha val="100000"/>
              </a:srgbClr>
            </a:solidFill>
            <a:ln w="5420" cap="flat">
              <a:solidFill>
                <a:srgbClr val="382B5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8" name="pg668"/>
            <p:cNvSpPr/>
            <p:nvPr/>
          </p:nvSpPr>
          <p:spPr>
            <a:xfrm>
              <a:off x="6242053" y="295092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82B56">
                <a:alpha val="100000"/>
              </a:srgbClr>
            </a:solidFill>
            <a:ln w="5420" cap="flat">
              <a:solidFill>
                <a:srgbClr val="382B5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9" name="pg669"/>
            <p:cNvSpPr/>
            <p:nvPr/>
          </p:nvSpPr>
          <p:spPr>
            <a:xfrm>
              <a:off x="6265328" y="295092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2E59">
                <a:alpha val="100000"/>
              </a:srgbClr>
            </a:solidFill>
            <a:ln w="5420" cap="flat">
              <a:solidFill>
                <a:srgbClr val="392E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0" name="pg670"/>
            <p:cNvSpPr/>
            <p:nvPr/>
          </p:nvSpPr>
          <p:spPr>
            <a:xfrm>
              <a:off x="6276965" y="295092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2F5B">
                <a:alpha val="100000"/>
              </a:srgbClr>
            </a:solidFill>
            <a:ln w="5420" cap="flat">
              <a:solidFill>
                <a:srgbClr val="392F5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1" name="pg671"/>
            <p:cNvSpPr/>
            <p:nvPr/>
          </p:nvSpPr>
          <p:spPr>
            <a:xfrm>
              <a:off x="6288602" y="295092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305C">
                <a:alpha val="100000"/>
              </a:srgbClr>
            </a:solidFill>
            <a:ln w="5420" cap="flat">
              <a:solidFill>
                <a:srgbClr val="3930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2" name="pg672"/>
            <p:cNvSpPr/>
            <p:nvPr/>
          </p:nvSpPr>
          <p:spPr>
            <a:xfrm>
              <a:off x="6300240" y="295092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315E">
                <a:alpha val="100000"/>
              </a:srgbClr>
            </a:solidFill>
            <a:ln w="5420" cap="flat">
              <a:solidFill>
                <a:srgbClr val="3A315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3" name="pg673"/>
            <p:cNvSpPr/>
            <p:nvPr/>
          </p:nvSpPr>
          <p:spPr>
            <a:xfrm>
              <a:off x="6311877" y="295092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3360">
                <a:alpha val="100000"/>
              </a:srgbClr>
            </a:solidFill>
            <a:ln w="5420" cap="flat">
              <a:solidFill>
                <a:srgbClr val="3A336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4" name="pg674"/>
            <p:cNvSpPr/>
            <p:nvPr/>
          </p:nvSpPr>
          <p:spPr>
            <a:xfrm>
              <a:off x="6323514" y="295092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3462">
                <a:alpha val="100000"/>
              </a:srgbClr>
            </a:solidFill>
            <a:ln w="5420" cap="flat">
              <a:solidFill>
                <a:srgbClr val="3A346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5" name="pg675"/>
            <p:cNvSpPr/>
            <p:nvPr/>
          </p:nvSpPr>
          <p:spPr>
            <a:xfrm>
              <a:off x="6335152" y="295092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3563">
                <a:alpha val="100000"/>
              </a:srgbClr>
            </a:solidFill>
            <a:ln w="5420" cap="flat">
              <a:solidFill>
                <a:srgbClr val="3A356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6" name="pg676"/>
            <p:cNvSpPr/>
            <p:nvPr/>
          </p:nvSpPr>
          <p:spPr>
            <a:xfrm>
              <a:off x="5730010" y="296522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57A">
                <a:alpha val="100000"/>
              </a:srgbClr>
            </a:solidFill>
            <a:ln w="5420" cap="flat">
              <a:solidFill>
                <a:srgbClr val="3C457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7" name="pg677"/>
            <p:cNvSpPr/>
            <p:nvPr/>
          </p:nvSpPr>
          <p:spPr>
            <a:xfrm>
              <a:off x="5741648" y="296522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4072">
                <a:alpha val="100000"/>
              </a:srgbClr>
            </a:solidFill>
            <a:ln w="5420" cap="flat">
              <a:solidFill>
                <a:srgbClr val="3B407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8" name="pg678"/>
            <p:cNvSpPr/>
            <p:nvPr/>
          </p:nvSpPr>
          <p:spPr>
            <a:xfrm>
              <a:off x="5753285" y="296522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3B6B">
                <a:alpha val="100000"/>
              </a:srgbClr>
            </a:solidFill>
            <a:ln w="5420" cap="flat">
              <a:solidFill>
                <a:srgbClr val="3B3B6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9" name="pg679"/>
            <p:cNvSpPr/>
            <p:nvPr/>
          </p:nvSpPr>
          <p:spPr>
            <a:xfrm>
              <a:off x="5764922" y="296522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3766">
                <a:alpha val="100000"/>
              </a:srgbClr>
            </a:solidFill>
            <a:ln w="5420" cap="flat">
              <a:solidFill>
                <a:srgbClr val="3B37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0" name="pg680"/>
            <p:cNvSpPr/>
            <p:nvPr/>
          </p:nvSpPr>
          <p:spPr>
            <a:xfrm>
              <a:off x="5776560" y="296522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3462">
                <a:alpha val="100000"/>
              </a:srgbClr>
            </a:solidFill>
            <a:ln w="5420" cap="flat">
              <a:solidFill>
                <a:srgbClr val="3A346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1" name="pg681"/>
            <p:cNvSpPr/>
            <p:nvPr/>
          </p:nvSpPr>
          <p:spPr>
            <a:xfrm>
              <a:off x="5788197" y="296522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3360">
                <a:alpha val="100000"/>
              </a:srgbClr>
            </a:solidFill>
            <a:ln w="5420" cap="flat">
              <a:solidFill>
                <a:srgbClr val="3A336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2" name="pg682"/>
            <p:cNvSpPr/>
            <p:nvPr/>
          </p:nvSpPr>
          <p:spPr>
            <a:xfrm>
              <a:off x="5799834" y="296522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315E">
                <a:alpha val="100000"/>
              </a:srgbClr>
            </a:solidFill>
            <a:ln w="5420" cap="flat">
              <a:solidFill>
                <a:srgbClr val="3A315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3" name="pg683"/>
            <p:cNvSpPr/>
            <p:nvPr/>
          </p:nvSpPr>
          <p:spPr>
            <a:xfrm>
              <a:off x="5811472" y="296522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305C">
                <a:alpha val="100000"/>
              </a:srgbClr>
            </a:solidFill>
            <a:ln w="5420" cap="flat">
              <a:solidFill>
                <a:srgbClr val="3930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4" name="pg684"/>
            <p:cNvSpPr/>
            <p:nvPr/>
          </p:nvSpPr>
          <p:spPr>
            <a:xfrm>
              <a:off x="5823109" y="296522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2E59">
                <a:alpha val="100000"/>
              </a:srgbClr>
            </a:solidFill>
            <a:ln w="5420" cap="flat">
              <a:solidFill>
                <a:srgbClr val="392E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5" name="pg685"/>
            <p:cNvSpPr/>
            <p:nvPr/>
          </p:nvSpPr>
          <p:spPr>
            <a:xfrm>
              <a:off x="5834746" y="296522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2D58">
                <a:alpha val="100000"/>
              </a:srgbClr>
            </a:solidFill>
            <a:ln w="5420" cap="flat">
              <a:solidFill>
                <a:srgbClr val="392D5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6" name="pg686"/>
            <p:cNvSpPr/>
            <p:nvPr/>
          </p:nvSpPr>
          <p:spPr>
            <a:xfrm>
              <a:off x="5846384" y="296522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82C56">
                <a:alpha val="100000"/>
              </a:srgbClr>
            </a:solidFill>
            <a:ln w="5420" cap="flat">
              <a:solidFill>
                <a:srgbClr val="382C5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7" name="pg687"/>
            <p:cNvSpPr/>
            <p:nvPr/>
          </p:nvSpPr>
          <p:spPr>
            <a:xfrm>
              <a:off x="6172229" y="296522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2D58">
                <a:alpha val="100000"/>
              </a:srgbClr>
            </a:solidFill>
            <a:ln w="5420" cap="flat">
              <a:solidFill>
                <a:srgbClr val="392D5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8" name="pg688"/>
            <p:cNvSpPr/>
            <p:nvPr/>
          </p:nvSpPr>
          <p:spPr>
            <a:xfrm>
              <a:off x="6183866" y="296522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82C56">
                <a:alpha val="100000"/>
              </a:srgbClr>
            </a:solidFill>
            <a:ln w="5420" cap="flat">
              <a:solidFill>
                <a:srgbClr val="382C5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9" name="pg689"/>
            <p:cNvSpPr/>
            <p:nvPr/>
          </p:nvSpPr>
          <p:spPr>
            <a:xfrm>
              <a:off x="6195504" y="296522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82B56">
                <a:alpha val="100000"/>
              </a:srgbClr>
            </a:solidFill>
            <a:ln w="5420" cap="flat">
              <a:solidFill>
                <a:srgbClr val="382B5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0" name="pg690"/>
            <p:cNvSpPr/>
            <p:nvPr/>
          </p:nvSpPr>
          <p:spPr>
            <a:xfrm>
              <a:off x="6207141" y="296522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82B55">
                <a:alpha val="100000"/>
              </a:srgbClr>
            </a:solidFill>
            <a:ln w="5420" cap="flat">
              <a:solidFill>
                <a:srgbClr val="382B5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1" name="pg691"/>
            <p:cNvSpPr/>
            <p:nvPr/>
          </p:nvSpPr>
          <p:spPr>
            <a:xfrm>
              <a:off x="6218778" y="296522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82B55">
                <a:alpha val="100000"/>
              </a:srgbClr>
            </a:solidFill>
            <a:ln w="5420" cap="flat">
              <a:solidFill>
                <a:srgbClr val="382B5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2" name="pg692"/>
            <p:cNvSpPr/>
            <p:nvPr/>
          </p:nvSpPr>
          <p:spPr>
            <a:xfrm>
              <a:off x="6230416" y="296522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82B55">
                <a:alpha val="100000"/>
              </a:srgbClr>
            </a:solidFill>
            <a:ln w="5420" cap="flat">
              <a:solidFill>
                <a:srgbClr val="382B5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3" name="pg693"/>
            <p:cNvSpPr/>
            <p:nvPr/>
          </p:nvSpPr>
          <p:spPr>
            <a:xfrm>
              <a:off x="6242053" y="296522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82C56">
                <a:alpha val="100000"/>
              </a:srgbClr>
            </a:solidFill>
            <a:ln w="5420" cap="flat">
              <a:solidFill>
                <a:srgbClr val="382C5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4" name="pg694"/>
            <p:cNvSpPr/>
            <p:nvPr/>
          </p:nvSpPr>
          <p:spPr>
            <a:xfrm>
              <a:off x="6253690" y="296522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2C57">
                <a:alpha val="100000"/>
              </a:srgbClr>
            </a:solidFill>
            <a:ln w="5420" cap="flat">
              <a:solidFill>
                <a:srgbClr val="392C5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5" name="pg695"/>
            <p:cNvSpPr/>
            <p:nvPr/>
          </p:nvSpPr>
          <p:spPr>
            <a:xfrm>
              <a:off x="6265328" y="296522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2E59">
                <a:alpha val="100000"/>
              </a:srgbClr>
            </a:solidFill>
            <a:ln w="5420" cap="flat">
              <a:solidFill>
                <a:srgbClr val="392E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6" name="pg696"/>
            <p:cNvSpPr/>
            <p:nvPr/>
          </p:nvSpPr>
          <p:spPr>
            <a:xfrm>
              <a:off x="6276965" y="296522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2F5B">
                <a:alpha val="100000"/>
              </a:srgbClr>
            </a:solidFill>
            <a:ln w="5420" cap="flat">
              <a:solidFill>
                <a:srgbClr val="392F5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7" name="pg697"/>
            <p:cNvSpPr/>
            <p:nvPr/>
          </p:nvSpPr>
          <p:spPr>
            <a:xfrm>
              <a:off x="6288602" y="296522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305D">
                <a:alpha val="100000"/>
              </a:srgbClr>
            </a:solidFill>
            <a:ln w="5420" cap="flat">
              <a:solidFill>
                <a:srgbClr val="39305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8" name="pg698"/>
            <p:cNvSpPr/>
            <p:nvPr/>
          </p:nvSpPr>
          <p:spPr>
            <a:xfrm>
              <a:off x="6300240" y="296522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315E">
                <a:alpha val="100000"/>
              </a:srgbClr>
            </a:solidFill>
            <a:ln w="5420" cap="flat">
              <a:solidFill>
                <a:srgbClr val="3A315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9" name="pg699"/>
            <p:cNvSpPr/>
            <p:nvPr/>
          </p:nvSpPr>
          <p:spPr>
            <a:xfrm>
              <a:off x="6311877" y="296522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3360">
                <a:alpha val="100000"/>
              </a:srgbClr>
            </a:solidFill>
            <a:ln w="5420" cap="flat">
              <a:solidFill>
                <a:srgbClr val="3A336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0" name="pg700"/>
            <p:cNvSpPr/>
            <p:nvPr/>
          </p:nvSpPr>
          <p:spPr>
            <a:xfrm>
              <a:off x="6323514" y="296522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3462">
                <a:alpha val="100000"/>
              </a:srgbClr>
            </a:solidFill>
            <a:ln w="5420" cap="flat">
              <a:solidFill>
                <a:srgbClr val="3A346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1" name="pg701"/>
            <p:cNvSpPr/>
            <p:nvPr/>
          </p:nvSpPr>
          <p:spPr>
            <a:xfrm>
              <a:off x="6335152" y="296522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3563">
                <a:alpha val="100000"/>
              </a:srgbClr>
            </a:solidFill>
            <a:ln w="5420" cap="flat">
              <a:solidFill>
                <a:srgbClr val="3A356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2" name="pg702"/>
            <p:cNvSpPr/>
            <p:nvPr/>
          </p:nvSpPr>
          <p:spPr>
            <a:xfrm>
              <a:off x="5718373" y="297952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528C">
                <a:alpha val="100000"/>
              </a:srgbClr>
            </a:solidFill>
            <a:ln w="5420" cap="flat">
              <a:solidFill>
                <a:srgbClr val="3B528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3" name="pg703"/>
            <p:cNvSpPr/>
            <p:nvPr/>
          </p:nvSpPr>
          <p:spPr>
            <a:xfrm>
              <a:off x="5730010" y="297952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C84">
                <a:alpha val="100000"/>
              </a:srgbClr>
            </a:solidFill>
            <a:ln w="5420" cap="flat">
              <a:solidFill>
                <a:srgbClr val="3C4C8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4" name="pg704"/>
            <p:cNvSpPr/>
            <p:nvPr/>
          </p:nvSpPr>
          <p:spPr>
            <a:xfrm>
              <a:off x="5741648" y="297952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67C">
                <a:alpha val="100000"/>
              </a:srgbClr>
            </a:solidFill>
            <a:ln w="5420" cap="flat">
              <a:solidFill>
                <a:srgbClr val="3C467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5" name="pg705"/>
            <p:cNvSpPr/>
            <p:nvPr/>
          </p:nvSpPr>
          <p:spPr>
            <a:xfrm>
              <a:off x="5753285" y="297952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174">
                <a:alpha val="100000"/>
              </a:srgbClr>
            </a:solidFill>
            <a:ln w="5420" cap="flat">
              <a:solidFill>
                <a:srgbClr val="3C417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6" name="pg706"/>
            <p:cNvSpPr/>
            <p:nvPr/>
          </p:nvSpPr>
          <p:spPr>
            <a:xfrm>
              <a:off x="5764922" y="297952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3C6D">
                <a:alpha val="100000"/>
              </a:srgbClr>
            </a:solidFill>
            <a:ln w="5420" cap="flat">
              <a:solidFill>
                <a:srgbClr val="3B3C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7" name="pg707"/>
            <p:cNvSpPr/>
            <p:nvPr/>
          </p:nvSpPr>
          <p:spPr>
            <a:xfrm>
              <a:off x="5776560" y="297952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3969">
                <a:alpha val="100000"/>
              </a:srgbClr>
            </a:solidFill>
            <a:ln w="5420" cap="flat">
              <a:solidFill>
                <a:srgbClr val="3B396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8" name="pg708"/>
            <p:cNvSpPr/>
            <p:nvPr/>
          </p:nvSpPr>
          <p:spPr>
            <a:xfrm>
              <a:off x="5788197" y="297952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3765">
                <a:alpha val="100000"/>
              </a:srgbClr>
            </a:solidFill>
            <a:ln w="5420" cap="flat">
              <a:solidFill>
                <a:srgbClr val="3B376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9" name="pg709"/>
            <p:cNvSpPr/>
            <p:nvPr/>
          </p:nvSpPr>
          <p:spPr>
            <a:xfrm>
              <a:off x="5799834" y="297952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3462">
                <a:alpha val="100000"/>
              </a:srgbClr>
            </a:solidFill>
            <a:ln w="5420" cap="flat">
              <a:solidFill>
                <a:srgbClr val="3A346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0" name="pg710"/>
            <p:cNvSpPr/>
            <p:nvPr/>
          </p:nvSpPr>
          <p:spPr>
            <a:xfrm>
              <a:off x="5811472" y="297952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3360">
                <a:alpha val="100000"/>
              </a:srgbClr>
            </a:solidFill>
            <a:ln w="5420" cap="flat">
              <a:solidFill>
                <a:srgbClr val="3A336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1" name="pg711"/>
            <p:cNvSpPr/>
            <p:nvPr/>
          </p:nvSpPr>
          <p:spPr>
            <a:xfrm>
              <a:off x="6183866" y="297952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2D57">
                <a:alpha val="100000"/>
              </a:srgbClr>
            </a:solidFill>
            <a:ln w="5420" cap="flat">
              <a:solidFill>
                <a:srgbClr val="392D5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2" name="pg712"/>
            <p:cNvSpPr/>
            <p:nvPr/>
          </p:nvSpPr>
          <p:spPr>
            <a:xfrm>
              <a:off x="6195504" y="297952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82C57">
                <a:alpha val="100000"/>
              </a:srgbClr>
            </a:solidFill>
            <a:ln w="5420" cap="flat">
              <a:solidFill>
                <a:srgbClr val="382C5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3" name="pg713"/>
            <p:cNvSpPr/>
            <p:nvPr/>
          </p:nvSpPr>
          <p:spPr>
            <a:xfrm>
              <a:off x="6207141" y="297952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82C56">
                <a:alpha val="100000"/>
              </a:srgbClr>
            </a:solidFill>
            <a:ln w="5420" cap="flat">
              <a:solidFill>
                <a:srgbClr val="382C5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4" name="pg714"/>
            <p:cNvSpPr/>
            <p:nvPr/>
          </p:nvSpPr>
          <p:spPr>
            <a:xfrm>
              <a:off x="6218778" y="297952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82C56">
                <a:alpha val="100000"/>
              </a:srgbClr>
            </a:solidFill>
            <a:ln w="5420" cap="flat">
              <a:solidFill>
                <a:srgbClr val="382C5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5" name="pg715"/>
            <p:cNvSpPr/>
            <p:nvPr/>
          </p:nvSpPr>
          <p:spPr>
            <a:xfrm>
              <a:off x="6230416" y="297952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82C57">
                <a:alpha val="100000"/>
              </a:srgbClr>
            </a:solidFill>
            <a:ln w="5420" cap="flat">
              <a:solidFill>
                <a:srgbClr val="382C5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6" name="pg716"/>
            <p:cNvSpPr/>
            <p:nvPr/>
          </p:nvSpPr>
          <p:spPr>
            <a:xfrm>
              <a:off x="6242053" y="297952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2C57">
                <a:alpha val="100000"/>
              </a:srgbClr>
            </a:solidFill>
            <a:ln w="5420" cap="flat">
              <a:solidFill>
                <a:srgbClr val="392C5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7" name="pg717"/>
            <p:cNvSpPr/>
            <p:nvPr/>
          </p:nvSpPr>
          <p:spPr>
            <a:xfrm>
              <a:off x="6253690" y="297952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2D58">
                <a:alpha val="100000"/>
              </a:srgbClr>
            </a:solidFill>
            <a:ln w="5420" cap="flat">
              <a:solidFill>
                <a:srgbClr val="392D5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8" name="pg718"/>
            <p:cNvSpPr/>
            <p:nvPr/>
          </p:nvSpPr>
          <p:spPr>
            <a:xfrm>
              <a:off x="6265328" y="297952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2F5A">
                <a:alpha val="100000"/>
              </a:srgbClr>
            </a:solidFill>
            <a:ln w="5420" cap="flat">
              <a:solidFill>
                <a:srgbClr val="392F5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9" name="pg719"/>
            <p:cNvSpPr/>
            <p:nvPr/>
          </p:nvSpPr>
          <p:spPr>
            <a:xfrm>
              <a:off x="6276965" y="297952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305C">
                <a:alpha val="100000"/>
              </a:srgbClr>
            </a:solidFill>
            <a:ln w="5420" cap="flat">
              <a:solidFill>
                <a:srgbClr val="3930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0" name="pg720"/>
            <p:cNvSpPr/>
            <p:nvPr/>
          </p:nvSpPr>
          <p:spPr>
            <a:xfrm>
              <a:off x="6288602" y="297952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315D">
                <a:alpha val="100000"/>
              </a:srgbClr>
            </a:solidFill>
            <a:ln w="5420" cap="flat">
              <a:solidFill>
                <a:srgbClr val="3A315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1" name="pg721"/>
            <p:cNvSpPr/>
            <p:nvPr/>
          </p:nvSpPr>
          <p:spPr>
            <a:xfrm>
              <a:off x="6300240" y="297952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325F">
                <a:alpha val="100000"/>
              </a:srgbClr>
            </a:solidFill>
            <a:ln w="5420" cap="flat">
              <a:solidFill>
                <a:srgbClr val="3A325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2" name="pg722"/>
            <p:cNvSpPr/>
            <p:nvPr/>
          </p:nvSpPr>
          <p:spPr>
            <a:xfrm>
              <a:off x="6311877" y="297952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3361">
                <a:alpha val="100000"/>
              </a:srgbClr>
            </a:solidFill>
            <a:ln w="5420" cap="flat">
              <a:solidFill>
                <a:srgbClr val="3A336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3" name="pg723"/>
            <p:cNvSpPr/>
            <p:nvPr/>
          </p:nvSpPr>
          <p:spPr>
            <a:xfrm>
              <a:off x="6323514" y="297952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3463">
                <a:alpha val="100000"/>
              </a:srgbClr>
            </a:solidFill>
            <a:ln w="5420" cap="flat">
              <a:solidFill>
                <a:srgbClr val="3A346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4" name="pg724"/>
            <p:cNvSpPr/>
            <p:nvPr/>
          </p:nvSpPr>
          <p:spPr>
            <a:xfrm>
              <a:off x="5706736" y="299382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609D">
                <a:alpha val="100000"/>
              </a:srgbClr>
            </a:solidFill>
            <a:ln w="5420" cap="flat">
              <a:solidFill>
                <a:srgbClr val="3960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5" name="pg725"/>
            <p:cNvSpPr/>
            <p:nvPr/>
          </p:nvSpPr>
          <p:spPr>
            <a:xfrm>
              <a:off x="5718373" y="299382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5B99">
                <a:alpha val="100000"/>
              </a:srgbClr>
            </a:solidFill>
            <a:ln w="5420" cap="flat">
              <a:solidFill>
                <a:srgbClr val="3A5B9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6" name="pg726"/>
            <p:cNvSpPr/>
            <p:nvPr/>
          </p:nvSpPr>
          <p:spPr>
            <a:xfrm>
              <a:off x="5730010" y="299382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5591">
                <a:alpha val="100000"/>
              </a:srgbClr>
            </a:solidFill>
            <a:ln w="5420" cap="flat">
              <a:solidFill>
                <a:srgbClr val="3B559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7" name="pg727"/>
            <p:cNvSpPr/>
            <p:nvPr/>
          </p:nvSpPr>
          <p:spPr>
            <a:xfrm>
              <a:off x="5741648" y="299382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4F88">
                <a:alpha val="100000"/>
              </a:srgbClr>
            </a:solidFill>
            <a:ln w="5420" cap="flat">
              <a:solidFill>
                <a:srgbClr val="3B4F8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8" name="pg728"/>
            <p:cNvSpPr/>
            <p:nvPr/>
          </p:nvSpPr>
          <p:spPr>
            <a:xfrm>
              <a:off x="5753285" y="299382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980">
                <a:alpha val="100000"/>
              </a:srgbClr>
            </a:solidFill>
            <a:ln w="5420" cap="flat">
              <a:solidFill>
                <a:srgbClr val="3C498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9" name="pg729"/>
            <p:cNvSpPr/>
            <p:nvPr/>
          </p:nvSpPr>
          <p:spPr>
            <a:xfrm>
              <a:off x="5764922" y="299382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478">
                <a:alpha val="100000"/>
              </a:srgbClr>
            </a:solidFill>
            <a:ln w="5420" cap="flat">
              <a:solidFill>
                <a:srgbClr val="3C447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0" name="pg730"/>
            <p:cNvSpPr/>
            <p:nvPr/>
          </p:nvSpPr>
          <p:spPr>
            <a:xfrm>
              <a:off x="5776560" y="299382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4072">
                <a:alpha val="100000"/>
              </a:srgbClr>
            </a:solidFill>
            <a:ln w="5420" cap="flat">
              <a:solidFill>
                <a:srgbClr val="3B407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1" name="pg731"/>
            <p:cNvSpPr/>
            <p:nvPr/>
          </p:nvSpPr>
          <p:spPr>
            <a:xfrm>
              <a:off x="6195504" y="299382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2D58">
                <a:alpha val="100000"/>
              </a:srgbClr>
            </a:solidFill>
            <a:ln w="5420" cap="flat">
              <a:solidFill>
                <a:srgbClr val="392D5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2" name="pg732"/>
            <p:cNvSpPr/>
            <p:nvPr/>
          </p:nvSpPr>
          <p:spPr>
            <a:xfrm>
              <a:off x="6207141" y="299382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2D58">
                <a:alpha val="100000"/>
              </a:srgbClr>
            </a:solidFill>
            <a:ln w="5420" cap="flat">
              <a:solidFill>
                <a:srgbClr val="392D5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3" name="pg733"/>
            <p:cNvSpPr/>
            <p:nvPr/>
          </p:nvSpPr>
          <p:spPr>
            <a:xfrm>
              <a:off x="6218778" y="299382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2D58">
                <a:alpha val="100000"/>
              </a:srgbClr>
            </a:solidFill>
            <a:ln w="5420" cap="flat">
              <a:solidFill>
                <a:srgbClr val="392D5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4" name="pg734"/>
            <p:cNvSpPr/>
            <p:nvPr/>
          </p:nvSpPr>
          <p:spPr>
            <a:xfrm>
              <a:off x="6230416" y="299382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2D58">
                <a:alpha val="100000"/>
              </a:srgbClr>
            </a:solidFill>
            <a:ln w="5420" cap="flat">
              <a:solidFill>
                <a:srgbClr val="392D5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5" name="pg735"/>
            <p:cNvSpPr/>
            <p:nvPr/>
          </p:nvSpPr>
          <p:spPr>
            <a:xfrm>
              <a:off x="6242053" y="299382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2D59">
                <a:alpha val="100000"/>
              </a:srgbClr>
            </a:solidFill>
            <a:ln w="5420" cap="flat">
              <a:solidFill>
                <a:srgbClr val="392D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6" name="pg736"/>
            <p:cNvSpPr/>
            <p:nvPr/>
          </p:nvSpPr>
          <p:spPr>
            <a:xfrm>
              <a:off x="6253690" y="299382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2E5A">
                <a:alpha val="100000"/>
              </a:srgbClr>
            </a:solidFill>
            <a:ln w="5420" cap="flat">
              <a:solidFill>
                <a:srgbClr val="392E5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7" name="pg737"/>
            <p:cNvSpPr/>
            <p:nvPr/>
          </p:nvSpPr>
          <p:spPr>
            <a:xfrm>
              <a:off x="6265328" y="299382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305C">
                <a:alpha val="100000"/>
              </a:srgbClr>
            </a:solidFill>
            <a:ln w="5420" cap="flat">
              <a:solidFill>
                <a:srgbClr val="3930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8" name="pg738"/>
            <p:cNvSpPr/>
            <p:nvPr/>
          </p:nvSpPr>
          <p:spPr>
            <a:xfrm>
              <a:off x="6276965" y="299382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315D">
                <a:alpha val="100000"/>
              </a:srgbClr>
            </a:solidFill>
            <a:ln w="5420" cap="flat">
              <a:solidFill>
                <a:srgbClr val="39315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9" name="pg739"/>
            <p:cNvSpPr/>
            <p:nvPr/>
          </p:nvSpPr>
          <p:spPr>
            <a:xfrm>
              <a:off x="6288602" y="299382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325F">
                <a:alpha val="100000"/>
              </a:srgbClr>
            </a:solidFill>
            <a:ln w="5420" cap="flat">
              <a:solidFill>
                <a:srgbClr val="3A325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0" name="pg740"/>
            <p:cNvSpPr/>
            <p:nvPr/>
          </p:nvSpPr>
          <p:spPr>
            <a:xfrm>
              <a:off x="6300240" y="299382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3360">
                <a:alpha val="100000"/>
              </a:srgbClr>
            </a:solidFill>
            <a:ln w="5420" cap="flat">
              <a:solidFill>
                <a:srgbClr val="3A336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1" name="pg741"/>
            <p:cNvSpPr/>
            <p:nvPr/>
          </p:nvSpPr>
          <p:spPr>
            <a:xfrm>
              <a:off x="6311877" y="299382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3462">
                <a:alpha val="100000"/>
              </a:srgbClr>
            </a:solidFill>
            <a:ln w="5420" cap="flat">
              <a:solidFill>
                <a:srgbClr val="3A346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2" name="pg742"/>
            <p:cNvSpPr/>
            <p:nvPr/>
          </p:nvSpPr>
          <p:spPr>
            <a:xfrm>
              <a:off x="5706736" y="300812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99F">
                <a:alpha val="100000"/>
              </a:srgbClr>
            </a:solidFill>
            <a:ln w="5420" cap="flat">
              <a:solidFill>
                <a:srgbClr val="3A69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3" name="pg743"/>
            <p:cNvSpPr/>
            <p:nvPr/>
          </p:nvSpPr>
          <p:spPr>
            <a:xfrm>
              <a:off x="5718373" y="300812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59E">
                <a:alpha val="100000"/>
              </a:srgbClr>
            </a:solidFill>
            <a:ln w="5420" cap="flat">
              <a:solidFill>
                <a:srgbClr val="3A65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4" name="pg744"/>
            <p:cNvSpPr/>
            <p:nvPr/>
          </p:nvSpPr>
          <p:spPr>
            <a:xfrm>
              <a:off x="5730010" y="300812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5F9C">
                <a:alpha val="100000"/>
              </a:srgbClr>
            </a:solidFill>
            <a:ln w="5420" cap="flat">
              <a:solidFill>
                <a:srgbClr val="395F9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5" name="pg745"/>
            <p:cNvSpPr/>
            <p:nvPr/>
          </p:nvSpPr>
          <p:spPr>
            <a:xfrm>
              <a:off x="5741648" y="300812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5996">
                <a:alpha val="100000"/>
              </a:srgbClr>
            </a:solidFill>
            <a:ln w="5420" cap="flat">
              <a:solidFill>
                <a:srgbClr val="3A599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6" name="pg746"/>
            <p:cNvSpPr/>
            <p:nvPr/>
          </p:nvSpPr>
          <p:spPr>
            <a:xfrm>
              <a:off x="5753285" y="300812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538E">
                <a:alpha val="100000"/>
              </a:srgbClr>
            </a:solidFill>
            <a:ln w="5420" cap="flat">
              <a:solidFill>
                <a:srgbClr val="3B538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7" name="pg747"/>
            <p:cNvSpPr/>
            <p:nvPr/>
          </p:nvSpPr>
          <p:spPr>
            <a:xfrm>
              <a:off x="5764922" y="300812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4D86">
                <a:alpha val="100000"/>
              </a:srgbClr>
            </a:solidFill>
            <a:ln w="5420" cap="flat">
              <a:solidFill>
                <a:srgbClr val="3B4D8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8" name="pg748"/>
            <p:cNvSpPr/>
            <p:nvPr/>
          </p:nvSpPr>
          <p:spPr>
            <a:xfrm>
              <a:off x="6218778" y="300812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2E5A">
                <a:alpha val="100000"/>
              </a:srgbClr>
            </a:solidFill>
            <a:ln w="5420" cap="flat">
              <a:solidFill>
                <a:srgbClr val="392E5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9" name="pg749"/>
            <p:cNvSpPr/>
            <p:nvPr/>
          </p:nvSpPr>
          <p:spPr>
            <a:xfrm>
              <a:off x="6230416" y="300812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2F5A">
                <a:alpha val="100000"/>
              </a:srgbClr>
            </a:solidFill>
            <a:ln w="5420" cap="flat">
              <a:solidFill>
                <a:srgbClr val="392F5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0" name="pg750"/>
            <p:cNvSpPr/>
            <p:nvPr/>
          </p:nvSpPr>
          <p:spPr>
            <a:xfrm>
              <a:off x="6242053" y="300812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2F5B">
                <a:alpha val="100000"/>
              </a:srgbClr>
            </a:solidFill>
            <a:ln w="5420" cap="flat">
              <a:solidFill>
                <a:srgbClr val="392F5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1" name="pg751"/>
            <p:cNvSpPr/>
            <p:nvPr/>
          </p:nvSpPr>
          <p:spPr>
            <a:xfrm>
              <a:off x="6253690" y="300812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2F5C">
                <a:alpha val="100000"/>
              </a:srgbClr>
            </a:solidFill>
            <a:ln w="5420" cap="flat">
              <a:solidFill>
                <a:srgbClr val="392F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2" name="pg752"/>
            <p:cNvSpPr/>
            <p:nvPr/>
          </p:nvSpPr>
          <p:spPr>
            <a:xfrm>
              <a:off x="6265328" y="300812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315E">
                <a:alpha val="100000"/>
              </a:srgbClr>
            </a:solidFill>
            <a:ln w="5420" cap="flat">
              <a:solidFill>
                <a:srgbClr val="3A315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3" name="pg753"/>
            <p:cNvSpPr/>
            <p:nvPr/>
          </p:nvSpPr>
          <p:spPr>
            <a:xfrm>
              <a:off x="6276965" y="300812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325F">
                <a:alpha val="100000"/>
              </a:srgbClr>
            </a:solidFill>
            <a:ln w="5420" cap="flat">
              <a:solidFill>
                <a:srgbClr val="3A325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4" name="pg754"/>
            <p:cNvSpPr/>
            <p:nvPr/>
          </p:nvSpPr>
          <p:spPr>
            <a:xfrm>
              <a:off x="6288602" y="300812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3360">
                <a:alpha val="100000"/>
              </a:srgbClr>
            </a:solidFill>
            <a:ln w="5420" cap="flat">
              <a:solidFill>
                <a:srgbClr val="3A336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5" name="pg755"/>
            <p:cNvSpPr/>
            <p:nvPr/>
          </p:nvSpPr>
          <p:spPr>
            <a:xfrm>
              <a:off x="5695098" y="302242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4A1">
                <a:alpha val="100000"/>
              </a:srgbClr>
            </a:solidFill>
            <a:ln w="5420" cap="flat">
              <a:solidFill>
                <a:srgbClr val="3A74A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6" name="pg756"/>
            <p:cNvSpPr/>
            <p:nvPr/>
          </p:nvSpPr>
          <p:spPr>
            <a:xfrm>
              <a:off x="5706736" y="302242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71A1">
                <a:alpha val="100000"/>
              </a:srgbClr>
            </a:solidFill>
            <a:ln w="5420" cap="flat">
              <a:solidFill>
                <a:srgbClr val="3B71A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7" name="pg757"/>
            <p:cNvSpPr/>
            <p:nvPr/>
          </p:nvSpPr>
          <p:spPr>
            <a:xfrm>
              <a:off x="5718373" y="302242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EA0">
                <a:alpha val="100000"/>
              </a:srgbClr>
            </a:solidFill>
            <a:ln w="5420" cap="flat">
              <a:solidFill>
                <a:srgbClr val="3A6EA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8" name="pg758"/>
            <p:cNvSpPr/>
            <p:nvPr/>
          </p:nvSpPr>
          <p:spPr>
            <a:xfrm>
              <a:off x="5730010" y="302242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99F">
                <a:alpha val="100000"/>
              </a:srgbClr>
            </a:solidFill>
            <a:ln w="5420" cap="flat">
              <a:solidFill>
                <a:srgbClr val="3A69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9" name="pg759"/>
            <p:cNvSpPr/>
            <p:nvPr/>
          </p:nvSpPr>
          <p:spPr>
            <a:xfrm>
              <a:off x="5741648" y="302242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39D">
                <a:alpha val="100000"/>
              </a:srgbClr>
            </a:solidFill>
            <a:ln w="5420" cap="flat">
              <a:solidFill>
                <a:srgbClr val="3A63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0" name="pg760"/>
            <p:cNvSpPr/>
            <p:nvPr/>
          </p:nvSpPr>
          <p:spPr>
            <a:xfrm>
              <a:off x="5753285" y="302242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5C9B">
                <a:alpha val="100000"/>
              </a:srgbClr>
            </a:solidFill>
            <a:ln w="5420" cap="flat">
              <a:solidFill>
                <a:srgbClr val="395C9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1" name="pg761"/>
            <p:cNvSpPr/>
            <p:nvPr/>
          </p:nvSpPr>
          <p:spPr>
            <a:xfrm>
              <a:off x="6242053" y="302242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305D">
                <a:alpha val="100000"/>
              </a:srgbClr>
            </a:solidFill>
            <a:ln w="5420" cap="flat">
              <a:solidFill>
                <a:srgbClr val="39305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2" name="pg762"/>
            <p:cNvSpPr/>
            <p:nvPr/>
          </p:nvSpPr>
          <p:spPr>
            <a:xfrm>
              <a:off x="6253690" y="302242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315E">
                <a:alpha val="100000"/>
              </a:srgbClr>
            </a:solidFill>
            <a:ln w="5420" cap="flat">
              <a:solidFill>
                <a:srgbClr val="3A315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3" name="pg763"/>
            <p:cNvSpPr/>
            <p:nvPr/>
          </p:nvSpPr>
          <p:spPr>
            <a:xfrm>
              <a:off x="6265328" y="302242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325F">
                <a:alpha val="100000"/>
              </a:srgbClr>
            </a:solidFill>
            <a:ln w="5420" cap="flat">
              <a:solidFill>
                <a:srgbClr val="3A325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4" name="pg764"/>
            <p:cNvSpPr/>
            <p:nvPr/>
          </p:nvSpPr>
          <p:spPr>
            <a:xfrm>
              <a:off x="5683461" y="303672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9A2">
                <a:alpha val="100000"/>
              </a:srgbClr>
            </a:solidFill>
            <a:ln w="5420" cap="flat">
              <a:solidFill>
                <a:srgbClr val="3A79A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5" name="pg765"/>
            <p:cNvSpPr/>
            <p:nvPr/>
          </p:nvSpPr>
          <p:spPr>
            <a:xfrm>
              <a:off x="5695098" y="303672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8A2">
                <a:alpha val="100000"/>
              </a:srgbClr>
            </a:solidFill>
            <a:ln w="5420" cap="flat">
              <a:solidFill>
                <a:srgbClr val="3A78A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6" name="pg766"/>
            <p:cNvSpPr/>
            <p:nvPr/>
          </p:nvSpPr>
          <p:spPr>
            <a:xfrm>
              <a:off x="5706736" y="303672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7A2">
                <a:alpha val="100000"/>
              </a:srgbClr>
            </a:solidFill>
            <a:ln w="5420" cap="flat">
              <a:solidFill>
                <a:srgbClr val="3A77A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7" name="pg767"/>
            <p:cNvSpPr/>
            <p:nvPr/>
          </p:nvSpPr>
          <p:spPr>
            <a:xfrm>
              <a:off x="5718373" y="303672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4A2">
                <a:alpha val="100000"/>
              </a:srgbClr>
            </a:solidFill>
            <a:ln w="5420" cap="flat">
              <a:solidFill>
                <a:srgbClr val="3A74A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8" name="pg768"/>
            <p:cNvSpPr/>
            <p:nvPr/>
          </p:nvSpPr>
          <p:spPr>
            <a:xfrm>
              <a:off x="5730010" y="303672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71A1">
                <a:alpha val="100000"/>
              </a:srgbClr>
            </a:solidFill>
            <a:ln w="5420" cap="flat">
              <a:solidFill>
                <a:srgbClr val="3B71A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9" name="pg769"/>
            <p:cNvSpPr/>
            <p:nvPr/>
          </p:nvSpPr>
          <p:spPr>
            <a:xfrm>
              <a:off x="5741648" y="303672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C9F">
                <a:alpha val="100000"/>
              </a:srgbClr>
            </a:solidFill>
            <a:ln w="5420" cap="flat">
              <a:solidFill>
                <a:srgbClr val="3A6C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0" name="pg770"/>
            <p:cNvSpPr/>
            <p:nvPr/>
          </p:nvSpPr>
          <p:spPr>
            <a:xfrm>
              <a:off x="5683461" y="305102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9A3">
                <a:alpha val="100000"/>
              </a:srgbClr>
            </a:solidFill>
            <a:ln w="5420" cap="flat">
              <a:solidFill>
                <a:srgbClr val="3A79A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1" name="pg771"/>
            <p:cNvSpPr/>
            <p:nvPr/>
          </p:nvSpPr>
          <p:spPr>
            <a:xfrm>
              <a:off x="5695098" y="305102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AA3">
                <a:alpha val="100000"/>
              </a:srgbClr>
            </a:solidFill>
            <a:ln w="5420" cap="flat">
              <a:solidFill>
                <a:srgbClr val="3A7AA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2" name="pg772"/>
            <p:cNvSpPr/>
            <p:nvPr/>
          </p:nvSpPr>
          <p:spPr>
            <a:xfrm>
              <a:off x="5706736" y="305102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BA3">
                <a:alpha val="100000"/>
              </a:srgbClr>
            </a:solidFill>
            <a:ln w="5420" cap="flat">
              <a:solidFill>
                <a:srgbClr val="3A7BA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3" name="pg773"/>
            <p:cNvSpPr/>
            <p:nvPr/>
          </p:nvSpPr>
          <p:spPr>
            <a:xfrm>
              <a:off x="5718373" y="305102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AA3">
                <a:alpha val="100000"/>
              </a:srgbClr>
            </a:solidFill>
            <a:ln w="5420" cap="flat">
              <a:solidFill>
                <a:srgbClr val="3A7AA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4" name="pg774"/>
            <p:cNvSpPr/>
            <p:nvPr/>
          </p:nvSpPr>
          <p:spPr>
            <a:xfrm>
              <a:off x="5730010" y="305102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7A2">
                <a:alpha val="100000"/>
              </a:srgbClr>
            </a:solidFill>
            <a:ln w="5420" cap="flat">
              <a:solidFill>
                <a:srgbClr val="3A77A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5" name="pg775"/>
            <p:cNvSpPr/>
            <p:nvPr/>
          </p:nvSpPr>
          <p:spPr>
            <a:xfrm>
              <a:off x="5671824" y="306532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EA4">
                <a:alpha val="100000"/>
              </a:srgbClr>
            </a:solidFill>
            <a:ln w="5420" cap="flat">
              <a:solidFill>
                <a:srgbClr val="3A7EA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6" name="pg776"/>
            <p:cNvSpPr/>
            <p:nvPr/>
          </p:nvSpPr>
          <p:spPr>
            <a:xfrm>
              <a:off x="5683461" y="306532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BA3">
                <a:alpha val="100000"/>
              </a:srgbClr>
            </a:solidFill>
            <a:ln w="5420" cap="flat">
              <a:solidFill>
                <a:srgbClr val="3A7BA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7" name="pg777"/>
            <p:cNvSpPr/>
            <p:nvPr/>
          </p:nvSpPr>
          <p:spPr>
            <a:xfrm>
              <a:off x="5695098" y="306532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EA4">
                <a:alpha val="100000"/>
              </a:srgbClr>
            </a:solidFill>
            <a:ln w="5420" cap="flat">
              <a:solidFill>
                <a:srgbClr val="3A7EA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8" name="pg778"/>
            <p:cNvSpPr/>
            <p:nvPr/>
          </p:nvSpPr>
          <p:spPr>
            <a:xfrm>
              <a:off x="5706736" y="306532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80A4">
                <a:alpha val="100000"/>
              </a:srgbClr>
            </a:solidFill>
            <a:ln w="5420" cap="flat">
              <a:solidFill>
                <a:srgbClr val="3A80A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9" name="pg779"/>
            <p:cNvSpPr/>
            <p:nvPr/>
          </p:nvSpPr>
          <p:spPr>
            <a:xfrm>
              <a:off x="5718373" y="306532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80A4">
                <a:alpha val="100000"/>
              </a:srgbClr>
            </a:solidFill>
            <a:ln w="5420" cap="flat">
              <a:solidFill>
                <a:srgbClr val="3A80A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0" name="pg780"/>
            <p:cNvSpPr/>
            <p:nvPr/>
          </p:nvSpPr>
          <p:spPr>
            <a:xfrm>
              <a:off x="5730010" y="306532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DA3">
                <a:alpha val="100000"/>
              </a:srgbClr>
            </a:solidFill>
            <a:ln w="5420" cap="flat">
              <a:solidFill>
                <a:srgbClr val="3A7DA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1" name="pg781"/>
            <p:cNvSpPr/>
            <p:nvPr/>
          </p:nvSpPr>
          <p:spPr>
            <a:xfrm>
              <a:off x="5671824" y="307962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692A8">
                <a:alpha val="100000"/>
              </a:srgbClr>
            </a:solidFill>
            <a:ln w="5420" cap="flat">
              <a:solidFill>
                <a:srgbClr val="3692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2" name="pg782"/>
            <p:cNvSpPr/>
            <p:nvPr/>
          </p:nvSpPr>
          <p:spPr>
            <a:xfrm>
              <a:off x="5683461" y="307962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9DA9">
                <a:alpha val="100000"/>
              </a:srgbClr>
            </a:solidFill>
            <a:ln w="5420" cap="flat">
              <a:solidFill>
                <a:srgbClr val="3A9D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3" name="pg783"/>
            <p:cNvSpPr/>
            <p:nvPr/>
          </p:nvSpPr>
          <p:spPr>
            <a:xfrm>
              <a:off x="5695098" y="307962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9CA9">
                <a:alpha val="100000"/>
              </a:srgbClr>
            </a:solidFill>
            <a:ln w="5420" cap="flat">
              <a:solidFill>
                <a:srgbClr val="399C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4" name="pg784"/>
            <p:cNvSpPr/>
            <p:nvPr/>
          </p:nvSpPr>
          <p:spPr>
            <a:xfrm>
              <a:off x="5706736" y="307962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496A9">
                <a:alpha val="100000"/>
              </a:srgbClr>
            </a:solidFill>
            <a:ln w="5420" cap="flat">
              <a:solidFill>
                <a:srgbClr val="3496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5" name="pg785"/>
            <p:cNvSpPr/>
            <p:nvPr/>
          </p:nvSpPr>
          <p:spPr>
            <a:xfrm>
              <a:off x="5718373" y="307962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690A7">
                <a:alpha val="100000"/>
              </a:srgbClr>
            </a:solidFill>
            <a:ln w="5420" cap="flat">
              <a:solidFill>
                <a:srgbClr val="3690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6" name="pg786"/>
            <p:cNvSpPr/>
            <p:nvPr/>
          </p:nvSpPr>
          <p:spPr>
            <a:xfrm>
              <a:off x="5730010" y="307962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889A6">
                <a:alpha val="100000"/>
              </a:srgbClr>
            </a:solidFill>
            <a:ln w="5420" cap="flat">
              <a:solidFill>
                <a:srgbClr val="3889A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7" name="pg787"/>
            <p:cNvSpPr/>
            <p:nvPr/>
          </p:nvSpPr>
          <p:spPr>
            <a:xfrm>
              <a:off x="5671824" y="309392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595A9">
                <a:alpha val="100000"/>
              </a:srgbClr>
            </a:solidFill>
            <a:ln w="5420" cap="flat">
              <a:solidFill>
                <a:srgbClr val="3595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8" name="pg788"/>
            <p:cNvSpPr/>
            <p:nvPr/>
          </p:nvSpPr>
          <p:spPr>
            <a:xfrm>
              <a:off x="5683461" y="309392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9EAA">
                <a:alpha val="100000"/>
              </a:srgbClr>
            </a:solidFill>
            <a:ln w="5420" cap="flat">
              <a:solidFill>
                <a:srgbClr val="3B9E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9" name="pg789"/>
            <p:cNvSpPr/>
            <p:nvPr/>
          </p:nvSpPr>
          <p:spPr>
            <a:xfrm>
              <a:off x="5695098" y="309392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9DA9">
                <a:alpha val="100000"/>
              </a:srgbClr>
            </a:solidFill>
            <a:ln w="5420" cap="flat">
              <a:solidFill>
                <a:srgbClr val="3A9D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0" name="pg790"/>
            <p:cNvSpPr/>
            <p:nvPr/>
          </p:nvSpPr>
          <p:spPr>
            <a:xfrm>
              <a:off x="5706736" y="309392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598A9">
                <a:alpha val="100000"/>
              </a:srgbClr>
            </a:solidFill>
            <a:ln w="5420" cap="flat">
              <a:solidFill>
                <a:srgbClr val="3598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1" name="pg791"/>
            <p:cNvSpPr/>
            <p:nvPr/>
          </p:nvSpPr>
          <p:spPr>
            <a:xfrm>
              <a:off x="5718373" y="309392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692A8">
                <a:alpha val="100000"/>
              </a:srgbClr>
            </a:solidFill>
            <a:ln w="5420" cap="flat">
              <a:solidFill>
                <a:srgbClr val="3692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2" name="pg792"/>
            <p:cNvSpPr/>
            <p:nvPr/>
          </p:nvSpPr>
          <p:spPr>
            <a:xfrm>
              <a:off x="5730010" y="309392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88BA6">
                <a:alpha val="100000"/>
              </a:srgbClr>
            </a:solidFill>
            <a:ln w="5420" cap="flat">
              <a:solidFill>
                <a:srgbClr val="388BA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3" name="pg793"/>
            <p:cNvSpPr/>
            <p:nvPr/>
          </p:nvSpPr>
          <p:spPr>
            <a:xfrm>
              <a:off x="5671824" y="310822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8FA7">
                <a:alpha val="100000"/>
              </a:srgbClr>
            </a:solidFill>
            <a:ln w="5420" cap="flat">
              <a:solidFill>
                <a:srgbClr val="378F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4" name="pg794"/>
            <p:cNvSpPr/>
            <p:nvPr/>
          </p:nvSpPr>
          <p:spPr>
            <a:xfrm>
              <a:off x="5683461" y="310822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497A9">
                <a:alpha val="100000"/>
              </a:srgbClr>
            </a:solidFill>
            <a:ln w="5420" cap="flat">
              <a:solidFill>
                <a:srgbClr val="3497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5" name="pg795"/>
            <p:cNvSpPr/>
            <p:nvPr/>
          </p:nvSpPr>
          <p:spPr>
            <a:xfrm>
              <a:off x="5695098" y="310822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497A9">
                <a:alpha val="100000"/>
              </a:srgbClr>
            </a:solidFill>
            <a:ln w="5420" cap="flat">
              <a:solidFill>
                <a:srgbClr val="3497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6" name="pg796"/>
            <p:cNvSpPr/>
            <p:nvPr/>
          </p:nvSpPr>
          <p:spPr>
            <a:xfrm>
              <a:off x="5706736" y="310822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593A8">
                <a:alpha val="100000"/>
              </a:srgbClr>
            </a:solidFill>
            <a:ln w="5420" cap="flat">
              <a:solidFill>
                <a:srgbClr val="3593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7" name="pg797"/>
            <p:cNvSpPr/>
            <p:nvPr/>
          </p:nvSpPr>
          <p:spPr>
            <a:xfrm>
              <a:off x="5718373" y="310822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8EA7">
                <a:alpha val="100000"/>
              </a:srgbClr>
            </a:solidFill>
            <a:ln w="5420" cap="flat">
              <a:solidFill>
                <a:srgbClr val="378E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8" name="pg798"/>
            <p:cNvSpPr/>
            <p:nvPr/>
          </p:nvSpPr>
          <p:spPr>
            <a:xfrm>
              <a:off x="5730010" y="310822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888A6">
                <a:alpha val="100000"/>
              </a:srgbClr>
            </a:solidFill>
            <a:ln w="5420" cap="flat">
              <a:solidFill>
                <a:srgbClr val="3888A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9" name="pg799"/>
            <p:cNvSpPr/>
            <p:nvPr/>
          </p:nvSpPr>
          <p:spPr>
            <a:xfrm>
              <a:off x="5741648" y="310822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84A5">
                <a:alpha val="100000"/>
              </a:srgbClr>
            </a:solidFill>
            <a:ln w="5420" cap="flat">
              <a:solidFill>
                <a:srgbClr val="3984A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0" name="pg800"/>
            <p:cNvSpPr/>
            <p:nvPr/>
          </p:nvSpPr>
          <p:spPr>
            <a:xfrm>
              <a:off x="5660186" y="312252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83A5">
                <a:alpha val="100000"/>
              </a:srgbClr>
            </a:solidFill>
            <a:ln w="5420" cap="flat">
              <a:solidFill>
                <a:srgbClr val="3983A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1" name="pg801"/>
            <p:cNvSpPr/>
            <p:nvPr/>
          </p:nvSpPr>
          <p:spPr>
            <a:xfrm>
              <a:off x="5671824" y="312252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887A6">
                <a:alpha val="100000"/>
              </a:srgbClr>
            </a:solidFill>
            <a:ln w="5420" cap="flat">
              <a:solidFill>
                <a:srgbClr val="3887A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2" name="pg802"/>
            <p:cNvSpPr/>
            <p:nvPr/>
          </p:nvSpPr>
          <p:spPr>
            <a:xfrm>
              <a:off x="5683461" y="312252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8DA7">
                <a:alpha val="100000"/>
              </a:srgbClr>
            </a:solidFill>
            <a:ln w="5420" cap="flat">
              <a:solidFill>
                <a:srgbClr val="378D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3" name="pg803"/>
            <p:cNvSpPr/>
            <p:nvPr/>
          </p:nvSpPr>
          <p:spPr>
            <a:xfrm>
              <a:off x="5695098" y="312252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8DA7">
                <a:alpha val="100000"/>
              </a:srgbClr>
            </a:solidFill>
            <a:ln w="5420" cap="flat">
              <a:solidFill>
                <a:srgbClr val="378D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4" name="pg804"/>
            <p:cNvSpPr/>
            <p:nvPr/>
          </p:nvSpPr>
          <p:spPr>
            <a:xfrm>
              <a:off x="5706736" y="312252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88BA7">
                <a:alpha val="100000"/>
              </a:srgbClr>
            </a:solidFill>
            <a:ln w="5420" cap="flat">
              <a:solidFill>
                <a:srgbClr val="388B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5" name="pg805"/>
            <p:cNvSpPr/>
            <p:nvPr/>
          </p:nvSpPr>
          <p:spPr>
            <a:xfrm>
              <a:off x="5718373" y="312252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888A6">
                <a:alpha val="100000"/>
              </a:srgbClr>
            </a:solidFill>
            <a:ln w="5420" cap="flat">
              <a:solidFill>
                <a:srgbClr val="3888A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6" name="pg806"/>
            <p:cNvSpPr/>
            <p:nvPr/>
          </p:nvSpPr>
          <p:spPr>
            <a:xfrm>
              <a:off x="5730010" y="312252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83A5">
                <a:alpha val="100000"/>
              </a:srgbClr>
            </a:solidFill>
            <a:ln w="5420" cap="flat">
              <a:solidFill>
                <a:srgbClr val="3983A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7" name="pg807"/>
            <p:cNvSpPr/>
            <p:nvPr/>
          </p:nvSpPr>
          <p:spPr>
            <a:xfrm>
              <a:off x="5648549" y="313682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5A2">
                <a:alpha val="100000"/>
              </a:srgbClr>
            </a:solidFill>
            <a:ln w="5420" cap="flat">
              <a:solidFill>
                <a:srgbClr val="3A75A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8" name="pg808"/>
            <p:cNvSpPr/>
            <p:nvPr/>
          </p:nvSpPr>
          <p:spPr>
            <a:xfrm>
              <a:off x="5660186" y="313682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9A2">
                <a:alpha val="100000"/>
              </a:srgbClr>
            </a:solidFill>
            <a:ln w="5420" cap="flat">
              <a:solidFill>
                <a:srgbClr val="3A79A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9" name="pg809"/>
            <p:cNvSpPr/>
            <p:nvPr/>
          </p:nvSpPr>
          <p:spPr>
            <a:xfrm>
              <a:off x="5671824" y="313682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DA3">
                <a:alpha val="100000"/>
              </a:srgbClr>
            </a:solidFill>
            <a:ln w="5420" cap="flat">
              <a:solidFill>
                <a:srgbClr val="3A7DA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0" name="pg810"/>
            <p:cNvSpPr/>
            <p:nvPr/>
          </p:nvSpPr>
          <p:spPr>
            <a:xfrm>
              <a:off x="5683461" y="313682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82A5">
                <a:alpha val="100000"/>
              </a:srgbClr>
            </a:solidFill>
            <a:ln w="5420" cap="flat">
              <a:solidFill>
                <a:srgbClr val="3982A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1" name="pg811"/>
            <p:cNvSpPr/>
            <p:nvPr/>
          </p:nvSpPr>
          <p:spPr>
            <a:xfrm>
              <a:off x="5695098" y="313682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83A5">
                <a:alpha val="100000"/>
              </a:srgbClr>
            </a:solidFill>
            <a:ln w="5420" cap="flat">
              <a:solidFill>
                <a:srgbClr val="3983A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2" name="pg812"/>
            <p:cNvSpPr/>
            <p:nvPr/>
          </p:nvSpPr>
          <p:spPr>
            <a:xfrm>
              <a:off x="5706736" y="313682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82A4">
                <a:alpha val="100000"/>
              </a:srgbClr>
            </a:solidFill>
            <a:ln w="5420" cap="flat">
              <a:solidFill>
                <a:srgbClr val="3982A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3" name="pg813"/>
            <p:cNvSpPr/>
            <p:nvPr/>
          </p:nvSpPr>
          <p:spPr>
            <a:xfrm>
              <a:off x="5718373" y="313682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80A4">
                <a:alpha val="100000"/>
              </a:srgbClr>
            </a:solidFill>
            <a:ln w="5420" cap="flat">
              <a:solidFill>
                <a:srgbClr val="3A80A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4" name="pg814"/>
            <p:cNvSpPr/>
            <p:nvPr/>
          </p:nvSpPr>
          <p:spPr>
            <a:xfrm>
              <a:off x="5648549" y="315112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99F">
                <a:alpha val="100000"/>
              </a:srgbClr>
            </a:solidFill>
            <a:ln w="5420" cap="flat">
              <a:solidFill>
                <a:srgbClr val="3A69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5" name="pg815"/>
            <p:cNvSpPr/>
            <p:nvPr/>
          </p:nvSpPr>
          <p:spPr>
            <a:xfrm>
              <a:off x="5660186" y="315112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CA0">
                <a:alpha val="100000"/>
              </a:srgbClr>
            </a:solidFill>
            <a:ln w="5420" cap="flat">
              <a:solidFill>
                <a:srgbClr val="3A6CA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6" name="pg816"/>
            <p:cNvSpPr/>
            <p:nvPr/>
          </p:nvSpPr>
          <p:spPr>
            <a:xfrm>
              <a:off x="5671824" y="315112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70A1">
                <a:alpha val="100000"/>
              </a:srgbClr>
            </a:solidFill>
            <a:ln w="5420" cap="flat">
              <a:solidFill>
                <a:srgbClr val="3B70A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7" name="pg817"/>
            <p:cNvSpPr/>
            <p:nvPr/>
          </p:nvSpPr>
          <p:spPr>
            <a:xfrm>
              <a:off x="5683461" y="315112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6A2">
                <a:alpha val="100000"/>
              </a:srgbClr>
            </a:solidFill>
            <a:ln w="5420" cap="flat">
              <a:solidFill>
                <a:srgbClr val="3A76A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8" name="pg818"/>
            <p:cNvSpPr/>
            <p:nvPr/>
          </p:nvSpPr>
          <p:spPr>
            <a:xfrm>
              <a:off x="5695098" y="315112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7A2">
                <a:alpha val="100000"/>
              </a:srgbClr>
            </a:solidFill>
            <a:ln w="5420" cap="flat">
              <a:solidFill>
                <a:srgbClr val="3A77A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9" name="pg819"/>
            <p:cNvSpPr/>
            <p:nvPr/>
          </p:nvSpPr>
          <p:spPr>
            <a:xfrm>
              <a:off x="5706736" y="315112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7A2">
                <a:alpha val="100000"/>
              </a:srgbClr>
            </a:solidFill>
            <a:ln w="5420" cap="flat">
              <a:solidFill>
                <a:srgbClr val="3A77A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0" name="pg820"/>
            <p:cNvSpPr/>
            <p:nvPr/>
          </p:nvSpPr>
          <p:spPr>
            <a:xfrm>
              <a:off x="5718373" y="315112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6A2">
                <a:alpha val="100000"/>
              </a:srgbClr>
            </a:solidFill>
            <a:ln w="5420" cap="flat">
              <a:solidFill>
                <a:srgbClr val="3A76A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1" name="pg821"/>
            <p:cNvSpPr/>
            <p:nvPr/>
          </p:nvSpPr>
          <p:spPr>
            <a:xfrm>
              <a:off x="5741648" y="315112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71A1">
                <a:alpha val="100000"/>
              </a:srgbClr>
            </a:solidFill>
            <a:ln w="5420" cap="flat">
              <a:solidFill>
                <a:srgbClr val="3B71A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2" name="pg822"/>
            <p:cNvSpPr/>
            <p:nvPr/>
          </p:nvSpPr>
          <p:spPr>
            <a:xfrm>
              <a:off x="5753285" y="315112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70A0">
                <a:alpha val="100000"/>
              </a:srgbClr>
            </a:solidFill>
            <a:ln w="5420" cap="flat">
              <a:solidFill>
                <a:srgbClr val="3B70A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3" name="pg823"/>
            <p:cNvSpPr/>
            <p:nvPr/>
          </p:nvSpPr>
          <p:spPr>
            <a:xfrm>
              <a:off x="5764922" y="315112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EA0">
                <a:alpha val="100000"/>
              </a:srgbClr>
            </a:solidFill>
            <a:ln w="5420" cap="flat">
              <a:solidFill>
                <a:srgbClr val="3A6EA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4" name="pg824"/>
            <p:cNvSpPr/>
            <p:nvPr/>
          </p:nvSpPr>
          <p:spPr>
            <a:xfrm>
              <a:off x="5776560" y="315112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B9F">
                <a:alpha val="100000"/>
              </a:srgbClr>
            </a:solidFill>
            <a:ln w="5420" cap="flat">
              <a:solidFill>
                <a:srgbClr val="3A6B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5" name="pg825"/>
            <p:cNvSpPr/>
            <p:nvPr/>
          </p:nvSpPr>
          <p:spPr>
            <a:xfrm>
              <a:off x="5648549" y="316543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5C9B">
                <a:alpha val="100000"/>
              </a:srgbClr>
            </a:solidFill>
            <a:ln w="5420" cap="flat">
              <a:solidFill>
                <a:srgbClr val="395C9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6" name="pg826"/>
            <p:cNvSpPr/>
            <p:nvPr/>
          </p:nvSpPr>
          <p:spPr>
            <a:xfrm>
              <a:off x="5660186" y="316543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5D9C">
                <a:alpha val="100000"/>
              </a:srgbClr>
            </a:solidFill>
            <a:ln w="5420" cap="flat">
              <a:solidFill>
                <a:srgbClr val="395D9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7" name="pg827"/>
            <p:cNvSpPr/>
            <p:nvPr/>
          </p:nvSpPr>
          <p:spPr>
            <a:xfrm>
              <a:off x="5671824" y="316543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19D">
                <a:alpha val="100000"/>
              </a:srgbClr>
            </a:solidFill>
            <a:ln w="5420" cap="flat">
              <a:solidFill>
                <a:srgbClr val="3A61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8" name="pg828"/>
            <p:cNvSpPr/>
            <p:nvPr/>
          </p:nvSpPr>
          <p:spPr>
            <a:xfrm>
              <a:off x="5683461" y="316543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89F">
                <a:alpha val="100000"/>
              </a:srgbClr>
            </a:solidFill>
            <a:ln w="5420" cap="flat">
              <a:solidFill>
                <a:srgbClr val="3A68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9" name="pg829"/>
            <p:cNvSpPr/>
            <p:nvPr/>
          </p:nvSpPr>
          <p:spPr>
            <a:xfrm>
              <a:off x="5695098" y="316543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A9F">
                <a:alpha val="100000"/>
              </a:srgbClr>
            </a:solidFill>
            <a:ln w="5420" cap="flat">
              <a:solidFill>
                <a:srgbClr val="3A6A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0" name="pg830"/>
            <p:cNvSpPr/>
            <p:nvPr/>
          </p:nvSpPr>
          <p:spPr>
            <a:xfrm>
              <a:off x="5706736" y="316543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C9F">
                <a:alpha val="100000"/>
              </a:srgbClr>
            </a:solidFill>
            <a:ln w="5420" cap="flat">
              <a:solidFill>
                <a:srgbClr val="3A6C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1" name="pg831"/>
            <p:cNvSpPr/>
            <p:nvPr/>
          </p:nvSpPr>
          <p:spPr>
            <a:xfrm>
              <a:off x="5718373" y="316543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CA0">
                <a:alpha val="100000"/>
              </a:srgbClr>
            </a:solidFill>
            <a:ln w="5420" cap="flat">
              <a:solidFill>
                <a:srgbClr val="3A6CA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2" name="pg832"/>
            <p:cNvSpPr/>
            <p:nvPr/>
          </p:nvSpPr>
          <p:spPr>
            <a:xfrm>
              <a:off x="5730010" y="316543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CA0">
                <a:alpha val="100000"/>
              </a:srgbClr>
            </a:solidFill>
            <a:ln w="5420" cap="flat">
              <a:solidFill>
                <a:srgbClr val="3A6CA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3" name="pg833"/>
            <p:cNvSpPr/>
            <p:nvPr/>
          </p:nvSpPr>
          <p:spPr>
            <a:xfrm>
              <a:off x="5741648" y="316543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B9F">
                <a:alpha val="100000"/>
              </a:srgbClr>
            </a:solidFill>
            <a:ln w="5420" cap="flat">
              <a:solidFill>
                <a:srgbClr val="3A6B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4" name="pg834"/>
            <p:cNvSpPr/>
            <p:nvPr/>
          </p:nvSpPr>
          <p:spPr>
            <a:xfrm>
              <a:off x="5753285" y="316543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A9F">
                <a:alpha val="100000"/>
              </a:srgbClr>
            </a:solidFill>
            <a:ln w="5420" cap="flat">
              <a:solidFill>
                <a:srgbClr val="3A6A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5" name="pg835"/>
            <p:cNvSpPr/>
            <p:nvPr/>
          </p:nvSpPr>
          <p:spPr>
            <a:xfrm>
              <a:off x="5764922" y="316543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89F">
                <a:alpha val="100000"/>
              </a:srgbClr>
            </a:solidFill>
            <a:ln w="5420" cap="flat">
              <a:solidFill>
                <a:srgbClr val="3A68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6" name="pg836"/>
            <p:cNvSpPr/>
            <p:nvPr/>
          </p:nvSpPr>
          <p:spPr>
            <a:xfrm>
              <a:off x="5776560" y="316543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79E">
                <a:alpha val="100000"/>
              </a:srgbClr>
            </a:solidFill>
            <a:ln w="5420" cap="flat">
              <a:solidFill>
                <a:srgbClr val="3A67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7" name="pg837"/>
            <p:cNvSpPr/>
            <p:nvPr/>
          </p:nvSpPr>
          <p:spPr>
            <a:xfrm>
              <a:off x="5788197" y="316543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59E">
                <a:alpha val="100000"/>
              </a:srgbClr>
            </a:solidFill>
            <a:ln w="5420" cap="flat">
              <a:solidFill>
                <a:srgbClr val="3A65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8" name="pg838"/>
            <p:cNvSpPr/>
            <p:nvPr/>
          </p:nvSpPr>
          <p:spPr>
            <a:xfrm>
              <a:off x="5671824" y="317973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538D">
                <a:alpha val="100000"/>
              </a:srgbClr>
            </a:solidFill>
            <a:ln w="5420" cap="flat">
              <a:solidFill>
                <a:srgbClr val="3B538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9" name="pg839"/>
            <p:cNvSpPr/>
            <p:nvPr/>
          </p:nvSpPr>
          <p:spPr>
            <a:xfrm>
              <a:off x="5683461" y="317973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5A97">
                <a:alpha val="100000"/>
              </a:srgbClr>
            </a:solidFill>
            <a:ln w="5420" cap="flat">
              <a:solidFill>
                <a:srgbClr val="3A5A9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0" name="pg840"/>
            <p:cNvSpPr/>
            <p:nvPr/>
          </p:nvSpPr>
          <p:spPr>
            <a:xfrm>
              <a:off x="5695098" y="317973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5D9C">
                <a:alpha val="100000"/>
              </a:srgbClr>
            </a:solidFill>
            <a:ln w="5420" cap="flat">
              <a:solidFill>
                <a:srgbClr val="395D9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1" name="pg841"/>
            <p:cNvSpPr/>
            <p:nvPr/>
          </p:nvSpPr>
          <p:spPr>
            <a:xfrm>
              <a:off x="5706736" y="317973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609D">
                <a:alpha val="100000"/>
              </a:srgbClr>
            </a:solidFill>
            <a:ln w="5420" cap="flat">
              <a:solidFill>
                <a:srgbClr val="3960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2" name="pg842"/>
            <p:cNvSpPr/>
            <p:nvPr/>
          </p:nvSpPr>
          <p:spPr>
            <a:xfrm>
              <a:off x="5718373" y="317973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29D">
                <a:alpha val="100000"/>
              </a:srgbClr>
            </a:solidFill>
            <a:ln w="5420" cap="flat">
              <a:solidFill>
                <a:srgbClr val="3A62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3" name="pg843"/>
            <p:cNvSpPr/>
            <p:nvPr/>
          </p:nvSpPr>
          <p:spPr>
            <a:xfrm>
              <a:off x="5730010" y="317973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39D">
                <a:alpha val="100000"/>
              </a:srgbClr>
            </a:solidFill>
            <a:ln w="5420" cap="flat">
              <a:solidFill>
                <a:srgbClr val="3A63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4" name="pg844"/>
            <p:cNvSpPr/>
            <p:nvPr/>
          </p:nvSpPr>
          <p:spPr>
            <a:xfrm>
              <a:off x="5741648" y="317973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39D">
                <a:alpha val="100000"/>
              </a:srgbClr>
            </a:solidFill>
            <a:ln w="5420" cap="flat">
              <a:solidFill>
                <a:srgbClr val="3A63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5" name="pg845"/>
            <p:cNvSpPr/>
            <p:nvPr/>
          </p:nvSpPr>
          <p:spPr>
            <a:xfrm>
              <a:off x="5753285" y="317973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39D">
                <a:alpha val="100000"/>
              </a:srgbClr>
            </a:solidFill>
            <a:ln w="5420" cap="flat">
              <a:solidFill>
                <a:srgbClr val="3A63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6" name="pg846"/>
            <p:cNvSpPr/>
            <p:nvPr/>
          </p:nvSpPr>
          <p:spPr>
            <a:xfrm>
              <a:off x="5764922" y="317973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39D">
                <a:alpha val="100000"/>
              </a:srgbClr>
            </a:solidFill>
            <a:ln w="5420" cap="flat">
              <a:solidFill>
                <a:srgbClr val="3A63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7" name="pg847"/>
            <p:cNvSpPr/>
            <p:nvPr/>
          </p:nvSpPr>
          <p:spPr>
            <a:xfrm>
              <a:off x="5776560" y="317973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29D">
                <a:alpha val="100000"/>
              </a:srgbClr>
            </a:solidFill>
            <a:ln w="5420" cap="flat">
              <a:solidFill>
                <a:srgbClr val="3A62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8" name="pg848"/>
            <p:cNvSpPr/>
            <p:nvPr/>
          </p:nvSpPr>
          <p:spPr>
            <a:xfrm>
              <a:off x="5788197" y="317973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19D">
                <a:alpha val="100000"/>
              </a:srgbClr>
            </a:solidFill>
            <a:ln w="5420" cap="flat">
              <a:solidFill>
                <a:srgbClr val="3A61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9" name="pg849"/>
            <p:cNvSpPr/>
            <p:nvPr/>
          </p:nvSpPr>
          <p:spPr>
            <a:xfrm>
              <a:off x="5799834" y="317973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5F9D">
                <a:alpha val="100000"/>
              </a:srgbClr>
            </a:solidFill>
            <a:ln w="5420" cap="flat">
              <a:solidFill>
                <a:srgbClr val="395F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0" name="pg850"/>
            <p:cNvSpPr/>
            <p:nvPr/>
          </p:nvSpPr>
          <p:spPr>
            <a:xfrm>
              <a:off x="5625275" y="319403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3360">
                <a:alpha val="100000"/>
              </a:srgbClr>
            </a:solidFill>
            <a:ln w="5420" cap="flat">
              <a:solidFill>
                <a:srgbClr val="3A336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1" name="pg851"/>
            <p:cNvSpPr/>
            <p:nvPr/>
          </p:nvSpPr>
          <p:spPr>
            <a:xfrm>
              <a:off x="5636912" y="319403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3564">
                <a:alpha val="100000"/>
              </a:srgbClr>
            </a:solidFill>
            <a:ln w="5420" cap="flat">
              <a:solidFill>
                <a:srgbClr val="3A356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2" name="pg852"/>
            <p:cNvSpPr/>
            <p:nvPr/>
          </p:nvSpPr>
          <p:spPr>
            <a:xfrm>
              <a:off x="5648549" y="319403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3665">
                <a:alpha val="100000"/>
              </a:srgbClr>
            </a:solidFill>
            <a:ln w="5420" cap="flat">
              <a:solidFill>
                <a:srgbClr val="3A366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3" name="pg853"/>
            <p:cNvSpPr/>
            <p:nvPr/>
          </p:nvSpPr>
          <p:spPr>
            <a:xfrm>
              <a:off x="5660186" y="319403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3968">
                <a:alpha val="100000"/>
              </a:srgbClr>
            </a:solidFill>
            <a:ln w="5420" cap="flat">
              <a:solidFill>
                <a:srgbClr val="3B396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4" name="pg854"/>
            <p:cNvSpPr/>
            <p:nvPr/>
          </p:nvSpPr>
          <p:spPr>
            <a:xfrm>
              <a:off x="5695098" y="319403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518B">
                <a:alpha val="100000"/>
              </a:srgbClr>
            </a:solidFill>
            <a:ln w="5420" cap="flat">
              <a:solidFill>
                <a:srgbClr val="3B518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5" name="pg855"/>
            <p:cNvSpPr/>
            <p:nvPr/>
          </p:nvSpPr>
          <p:spPr>
            <a:xfrm>
              <a:off x="5706736" y="319403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5590">
                <a:alpha val="100000"/>
              </a:srgbClr>
            </a:solidFill>
            <a:ln w="5420" cap="flat">
              <a:solidFill>
                <a:srgbClr val="3B559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6" name="pg856"/>
            <p:cNvSpPr/>
            <p:nvPr/>
          </p:nvSpPr>
          <p:spPr>
            <a:xfrm>
              <a:off x="5718373" y="319403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5894">
                <a:alpha val="100000"/>
              </a:srgbClr>
            </a:solidFill>
            <a:ln w="5420" cap="flat">
              <a:solidFill>
                <a:srgbClr val="3A589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7" name="pg857"/>
            <p:cNvSpPr/>
            <p:nvPr/>
          </p:nvSpPr>
          <p:spPr>
            <a:xfrm>
              <a:off x="5730010" y="319403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5A98">
                <a:alpha val="100000"/>
              </a:srgbClr>
            </a:solidFill>
            <a:ln w="5420" cap="flat">
              <a:solidFill>
                <a:srgbClr val="3A5A9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8" name="pg858"/>
            <p:cNvSpPr/>
            <p:nvPr/>
          </p:nvSpPr>
          <p:spPr>
            <a:xfrm>
              <a:off x="5741648" y="319403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5C9A">
                <a:alpha val="100000"/>
              </a:srgbClr>
            </a:solidFill>
            <a:ln w="5420" cap="flat">
              <a:solidFill>
                <a:srgbClr val="395C9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9" name="pg859"/>
            <p:cNvSpPr/>
            <p:nvPr/>
          </p:nvSpPr>
          <p:spPr>
            <a:xfrm>
              <a:off x="5753285" y="319403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5D9C">
                <a:alpha val="100000"/>
              </a:srgbClr>
            </a:solidFill>
            <a:ln w="5420" cap="flat">
              <a:solidFill>
                <a:srgbClr val="395D9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0" name="pg860"/>
            <p:cNvSpPr/>
            <p:nvPr/>
          </p:nvSpPr>
          <p:spPr>
            <a:xfrm>
              <a:off x="5764922" y="319403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5D9C">
                <a:alpha val="100000"/>
              </a:srgbClr>
            </a:solidFill>
            <a:ln w="5420" cap="flat">
              <a:solidFill>
                <a:srgbClr val="395D9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1" name="pg861"/>
            <p:cNvSpPr/>
            <p:nvPr/>
          </p:nvSpPr>
          <p:spPr>
            <a:xfrm>
              <a:off x="5776560" y="319403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5E9C">
                <a:alpha val="100000"/>
              </a:srgbClr>
            </a:solidFill>
            <a:ln w="5420" cap="flat">
              <a:solidFill>
                <a:srgbClr val="395E9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2" name="pg862"/>
            <p:cNvSpPr/>
            <p:nvPr/>
          </p:nvSpPr>
          <p:spPr>
            <a:xfrm>
              <a:off x="5788197" y="319403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5E9C">
                <a:alpha val="100000"/>
              </a:srgbClr>
            </a:solidFill>
            <a:ln w="5420" cap="flat">
              <a:solidFill>
                <a:srgbClr val="395E9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3" name="pg863"/>
            <p:cNvSpPr/>
            <p:nvPr/>
          </p:nvSpPr>
          <p:spPr>
            <a:xfrm>
              <a:off x="5799834" y="319403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5D9C">
                <a:alpha val="100000"/>
              </a:srgbClr>
            </a:solidFill>
            <a:ln w="5420" cap="flat">
              <a:solidFill>
                <a:srgbClr val="395D9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4" name="pg864"/>
            <p:cNvSpPr/>
            <p:nvPr/>
          </p:nvSpPr>
          <p:spPr>
            <a:xfrm>
              <a:off x="5613637" y="320833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4274C">
                <a:alpha val="100000"/>
              </a:srgbClr>
            </a:solidFill>
            <a:ln w="5420" cap="flat">
              <a:solidFill>
                <a:srgbClr val="34274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5" name="pg865"/>
            <p:cNvSpPr/>
            <p:nvPr/>
          </p:nvSpPr>
          <p:spPr>
            <a:xfrm>
              <a:off x="5625275" y="320833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3264C">
                <a:alpha val="100000"/>
              </a:srgbClr>
            </a:solidFill>
            <a:ln w="5420" cap="flat">
              <a:solidFill>
                <a:srgbClr val="33264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6" name="pg866"/>
            <p:cNvSpPr/>
            <p:nvPr/>
          </p:nvSpPr>
          <p:spPr>
            <a:xfrm>
              <a:off x="5636912" y="320833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4274D">
                <a:alpha val="100000"/>
              </a:srgbClr>
            </a:solidFill>
            <a:ln w="5420" cap="flat">
              <a:solidFill>
                <a:srgbClr val="34274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7" name="pg867"/>
            <p:cNvSpPr/>
            <p:nvPr/>
          </p:nvSpPr>
          <p:spPr>
            <a:xfrm>
              <a:off x="5648549" y="320833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2952">
                <a:alpha val="100000"/>
              </a:srgbClr>
            </a:solidFill>
            <a:ln w="5420" cap="flat">
              <a:solidFill>
                <a:srgbClr val="37295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8" name="pg868"/>
            <p:cNvSpPr/>
            <p:nvPr/>
          </p:nvSpPr>
          <p:spPr>
            <a:xfrm>
              <a:off x="5660186" y="320833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2D59">
                <a:alpha val="100000"/>
              </a:srgbClr>
            </a:solidFill>
            <a:ln w="5420" cap="flat">
              <a:solidFill>
                <a:srgbClr val="392D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9" name="pg869"/>
            <p:cNvSpPr/>
            <p:nvPr/>
          </p:nvSpPr>
          <p:spPr>
            <a:xfrm>
              <a:off x="5671824" y="320833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3361">
                <a:alpha val="100000"/>
              </a:srgbClr>
            </a:solidFill>
            <a:ln w="5420" cap="flat">
              <a:solidFill>
                <a:srgbClr val="3A336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0" name="pg870"/>
            <p:cNvSpPr/>
            <p:nvPr/>
          </p:nvSpPr>
          <p:spPr>
            <a:xfrm>
              <a:off x="5683461" y="320833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073">
                <a:alpha val="100000"/>
              </a:srgbClr>
            </a:solidFill>
            <a:ln w="5420" cap="flat">
              <a:solidFill>
                <a:srgbClr val="3C407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1" name="pg871"/>
            <p:cNvSpPr/>
            <p:nvPr/>
          </p:nvSpPr>
          <p:spPr>
            <a:xfrm>
              <a:off x="5695098" y="320833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67A">
                <a:alpha val="100000"/>
              </a:srgbClr>
            </a:solidFill>
            <a:ln w="5420" cap="flat">
              <a:solidFill>
                <a:srgbClr val="3C467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2" name="pg872"/>
            <p:cNvSpPr/>
            <p:nvPr/>
          </p:nvSpPr>
          <p:spPr>
            <a:xfrm>
              <a:off x="5706736" y="320833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B82">
                <a:alpha val="100000"/>
              </a:srgbClr>
            </a:solidFill>
            <a:ln w="5420" cap="flat">
              <a:solidFill>
                <a:srgbClr val="3C4B8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3" name="pg873"/>
            <p:cNvSpPr/>
            <p:nvPr/>
          </p:nvSpPr>
          <p:spPr>
            <a:xfrm>
              <a:off x="5718373" y="320833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4F88">
                <a:alpha val="100000"/>
              </a:srgbClr>
            </a:solidFill>
            <a:ln w="5420" cap="flat">
              <a:solidFill>
                <a:srgbClr val="3B4F8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4" name="pg874"/>
            <p:cNvSpPr/>
            <p:nvPr/>
          </p:nvSpPr>
          <p:spPr>
            <a:xfrm>
              <a:off x="5730010" y="320833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528D">
                <a:alpha val="100000"/>
              </a:srgbClr>
            </a:solidFill>
            <a:ln w="5420" cap="flat">
              <a:solidFill>
                <a:srgbClr val="3B528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5" name="pg875"/>
            <p:cNvSpPr/>
            <p:nvPr/>
          </p:nvSpPr>
          <p:spPr>
            <a:xfrm>
              <a:off x="5741648" y="320833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5590">
                <a:alpha val="100000"/>
              </a:srgbClr>
            </a:solidFill>
            <a:ln w="5420" cap="flat">
              <a:solidFill>
                <a:srgbClr val="3B559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6" name="pg876"/>
            <p:cNvSpPr/>
            <p:nvPr/>
          </p:nvSpPr>
          <p:spPr>
            <a:xfrm>
              <a:off x="5753285" y="320833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5793">
                <a:alpha val="100000"/>
              </a:srgbClr>
            </a:solidFill>
            <a:ln w="5420" cap="flat">
              <a:solidFill>
                <a:srgbClr val="3A579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7" name="pg877"/>
            <p:cNvSpPr/>
            <p:nvPr/>
          </p:nvSpPr>
          <p:spPr>
            <a:xfrm>
              <a:off x="5764922" y="320833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5895">
                <a:alpha val="100000"/>
              </a:srgbClr>
            </a:solidFill>
            <a:ln w="5420" cap="flat">
              <a:solidFill>
                <a:srgbClr val="3A589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8" name="pg878"/>
            <p:cNvSpPr/>
            <p:nvPr/>
          </p:nvSpPr>
          <p:spPr>
            <a:xfrm>
              <a:off x="5776560" y="320833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5997">
                <a:alpha val="100000"/>
              </a:srgbClr>
            </a:solidFill>
            <a:ln w="5420" cap="flat">
              <a:solidFill>
                <a:srgbClr val="3A599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9" name="pg879"/>
            <p:cNvSpPr/>
            <p:nvPr/>
          </p:nvSpPr>
          <p:spPr>
            <a:xfrm>
              <a:off x="5788197" y="320833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5A98">
                <a:alpha val="100000"/>
              </a:srgbClr>
            </a:solidFill>
            <a:ln w="5420" cap="flat">
              <a:solidFill>
                <a:srgbClr val="3A5A9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0" name="pg880"/>
            <p:cNvSpPr/>
            <p:nvPr/>
          </p:nvSpPr>
          <p:spPr>
            <a:xfrm>
              <a:off x="5799834" y="320833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5B99">
                <a:alpha val="100000"/>
              </a:srgbClr>
            </a:solidFill>
            <a:ln w="5420" cap="flat">
              <a:solidFill>
                <a:srgbClr val="3A5B9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1" name="pg881"/>
            <p:cNvSpPr/>
            <p:nvPr/>
          </p:nvSpPr>
          <p:spPr>
            <a:xfrm>
              <a:off x="5811472" y="320833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5A98">
                <a:alpha val="100000"/>
              </a:srgbClr>
            </a:solidFill>
            <a:ln w="5420" cap="flat">
              <a:solidFill>
                <a:srgbClr val="3A5A9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2" name="pg882"/>
            <p:cNvSpPr/>
            <p:nvPr/>
          </p:nvSpPr>
          <p:spPr>
            <a:xfrm>
              <a:off x="5613637" y="322263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22192B">
                <a:alpha val="100000"/>
              </a:srgbClr>
            </a:solidFill>
            <a:ln w="5420" cap="flat">
              <a:solidFill>
                <a:srgbClr val="22192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3" name="pg883"/>
            <p:cNvSpPr/>
            <p:nvPr/>
          </p:nvSpPr>
          <p:spPr>
            <a:xfrm>
              <a:off x="5625275" y="322263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201728">
                <a:alpha val="100000"/>
              </a:srgbClr>
            </a:solidFill>
            <a:ln w="5420" cap="flat">
              <a:solidFill>
                <a:srgbClr val="20172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4" name="pg884"/>
            <p:cNvSpPr/>
            <p:nvPr/>
          </p:nvSpPr>
          <p:spPr>
            <a:xfrm>
              <a:off x="5636912" y="322263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201829">
                <a:alpha val="100000"/>
              </a:srgbClr>
            </a:solidFill>
            <a:ln w="5420" cap="flat">
              <a:solidFill>
                <a:srgbClr val="20182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5" name="pg885"/>
            <p:cNvSpPr/>
            <p:nvPr/>
          </p:nvSpPr>
          <p:spPr>
            <a:xfrm>
              <a:off x="5648549" y="322263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231A2E">
                <a:alpha val="100000"/>
              </a:srgbClr>
            </a:solidFill>
            <a:ln w="5420" cap="flat">
              <a:solidFill>
                <a:srgbClr val="231A2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6" name="pg886"/>
            <p:cNvSpPr/>
            <p:nvPr/>
          </p:nvSpPr>
          <p:spPr>
            <a:xfrm>
              <a:off x="5660186" y="322263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281D36">
                <a:alpha val="100000"/>
              </a:srgbClr>
            </a:solidFill>
            <a:ln w="5420" cap="flat">
              <a:solidFill>
                <a:srgbClr val="281D3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7" name="pg887"/>
            <p:cNvSpPr/>
            <p:nvPr/>
          </p:nvSpPr>
          <p:spPr>
            <a:xfrm>
              <a:off x="5671824" y="322263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2E2241">
                <a:alpha val="100000"/>
              </a:srgbClr>
            </a:solidFill>
            <a:ln w="5420" cap="flat">
              <a:solidFill>
                <a:srgbClr val="2E224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8" name="pg888"/>
            <p:cNvSpPr/>
            <p:nvPr/>
          </p:nvSpPr>
          <p:spPr>
            <a:xfrm>
              <a:off x="5683461" y="322263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2D59">
                <a:alpha val="100000"/>
              </a:srgbClr>
            </a:solidFill>
            <a:ln w="5420" cap="flat">
              <a:solidFill>
                <a:srgbClr val="392D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9" name="pg889"/>
            <p:cNvSpPr/>
            <p:nvPr/>
          </p:nvSpPr>
          <p:spPr>
            <a:xfrm>
              <a:off x="5695098" y="322263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3563">
                <a:alpha val="100000"/>
              </a:srgbClr>
            </a:solidFill>
            <a:ln w="5420" cap="flat">
              <a:solidFill>
                <a:srgbClr val="3A356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0" name="pg890"/>
            <p:cNvSpPr/>
            <p:nvPr/>
          </p:nvSpPr>
          <p:spPr>
            <a:xfrm>
              <a:off x="5706736" y="322263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3B6C">
                <a:alpha val="100000"/>
              </a:srgbClr>
            </a:solidFill>
            <a:ln w="5420" cap="flat">
              <a:solidFill>
                <a:srgbClr val="3B3B6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1" name="pg891"/>
            <p:cNvSpPr/>
            <p:nvPr/>
          </p:nvSpPr>
          <p:spPr>
            <a:xfrm>
              <a:off x="5718373" y="322263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174">
                <a:alpha val="100000"/>
              </a:srgbClr>
            </a:solidFill>
            <a:ln w="5420" cap="flat">
              <a:solidFill>
                <a:srgbClr val="3C417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2" name="pg892"/>
            <p:cNvSpPr/>
            <p:nvPr/>
          </p:nvSpPr>
          <p:spPr>
            <a:xfrm>
              <a:off x="5730010" y="322263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67B">
                <a:alpha val="100000"/>
              </a:srgbClr>
            </a:solidFill>
            <a:ln w="5420" cap="flat">
              <a:solidFill>
                <a:srgbClr val="3C467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3" name="pg893"/>
            <p:cNvSpPr/>
            <p:nvPr/>
          </p:nvSpPr>
          <p:spPr>
            <a:xfrm>
              <a:off x="5741648" y="322263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A81">
                <a:alpha val="100000"/>
              </a:srgbClr>
            </a:solidFill>
            <a:ln w="5420" cap="flat">
              <a:solidFill>
                <a:srgbClr val="3C4A8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4" name="pg894"/>
            <p:cNvSpPr/>
            <p:nvPr/>
          </p:nvSpPr>
          <p:spPr>
            <a:xfrm>
              <a:off x="5753285" y="322263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4D86">
                <a:alpha val="100000"/>
              </a:srgbClr>
            </a:solidFill>
            <a:ln w="5420" cap="flat">
              <a:solidFill>
                <a:srgbClr val="3B4D8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5" name="pg895"/>
            <p:cNvSpPr/>
            <p:nvPr/>
          </p:nvSpPr>
          <p:spPr>
            <a:xfrm>
              <a:off x="5764922" y="322263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508A">
                <a:alpha val="100000"/>
              </a:srgbClr>
            </a:solidFill>
            <a:ln w="5420" cap="flat">
              <a:solidFill>
                <a:srgbClr val="3B508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6" name="pg896"/>
            <p:cNvSpPr/>
            <p:nvPr/>
          </p:nvSpPr>
          <p:spPr>
            <a:xfrm>
              <a:off x="5776560" y="322263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528D">
                <a:alpha val="100000"/>
              </a:srgbClr>
            </a:solidFill>
            <a:ln w="5420" cap="flat">
              <a:solidFill>
                <a:srgbClr val="3B528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7" name="pg897"/>
            <p:cNvSpPr/>
            <p:nvPr/>
          </p:nvSpPr>
          <p:spPr>
            <a:xfrm>
              <a:off x="5788197" y="322263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548F">
                <a:alpha val="100000"/>
              </a:srgbClr>
            </a:solidFill>
            <a:ln w="5420" cap="flat">
              <a:solidFill>
                <a:srgbClr val="3B548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8" name="pg898"/>
            <p:cNvSpPr/>
            <p:nvPr/>
          </p:nvSpPr>
          <p:spPr>
            <a:xfrm>
              <a:off x="5799834" y="322263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5692">
                <a:alpha val="100000"/>
              </a:srgbClr>
            </a:solidFill>
            <a:ln w="5420" cap="flat">
              <a:solidFill>
                <a:srgbClr val="3A569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9" name="pg899"/>
            <p:cNvSpPr/>
            <p:nvPr/>
          </p:nvSpPr>
          <p:spPr>
            <a:xfrm>
              <a:off x="5811472" y="322263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5793">
                <a:alpha val="100000"/>
              </a:srgbClr>
            </a:solidFill>
            <a:ln w="5420" cap="flat">
              <a:solidFill>
                <a:srgbClr val="3A579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0" name="pg900"/>
            <p:cNvSpPr/>
            <p:nvPr/>
          </p:nvSpPr>
          <p:spPr>
            <a:xfrm>
              <a:off x="5613637" y="323693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1E1625">
                <a:alpha val="100000"/>
              </a:srgbClr>
            </a:solidFill>
            <a:ln w="5420" cap="flat">
              <a:solidFill>
                <a:srgbClr val="1E162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1" name="pg901"/>
            <p:cNvSpPr/>
            <p:nvPr/>
          </p:nvSpPr>
          <p:spPr>
            <a:xfrm>
              <a:off x="5625275" y="323693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1C1421">
                <a:alpha val="100000"/>
              </a:srgbClr>
            </a:solidFill>
            <a:ln w="5420" cap="flat">
              <a:solidFill>
                <a:srgbClr val="1C142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2" name="pg902"/>
            <p:cNvSpPr/>
            <p:nvPr/>
          </p:nvSpPr>
          <p:spPr>
            <a:xfrm>
              <a:off x="5636912" y="323693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1C1522">
                <a:alpha val="100000"/>
              </a:srgbClr>
            </a:solidFill>
            <a:ln w="5420" cap="flat">
              <a:solidFill>
                <a:srgbClr val="1C152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3" name="pg903"/>
            <p:cNvSpPr/>
            <p:nvPr/>
          </p:nvSpPr>
          <p:spPr>
            <a:xfrm>
              <a:off x="5648549" y="323693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1F1727">
                <a:alpha val="100000"/>
              </a:srgbClr>
            </a:solidFill>
            <a:ln w="5420" cap="flat">
              <a:solidFill>
                <a:srgbClr val="1F172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4" name="pg904"/>
            <p:cNvSpPr/>
            <p:nvPr/>
          </p:nvSpPr>
          <p:spPr>
            <a:xfrm>
              <a:off x="5660186" y="323693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231A2F">
                <a:alpha val="100000"/>
              </a:srgbClr>
            </a:solidFill>
            <a:ln w="5420" cap="flat">
              <a:solidFill>
                <a:srgbClr val="231A2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5" name="pg905"/>
            <p:cNvSpPr/>
            <p:nvPr/>
          </p:nvSpPr>
          <p:spPr>
            <a:xfrm>
              <a:off x="5671824" y="323693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291F39">
                <a:alpha val="100000"/>
              </a:srgbClr>
            </a:solidFill>
            <a:ln w="5420" cap="flat">
              <a:solidFill>
                <a:srgbClr val="291F3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6" name="pg906"/>
            <p:cNvSpPr/>
            <p:nvPr/>
          </p:nvSpPr>
          <p:spPr>
            <a:xfrm>
              <a:off x="5683461" y="323693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2951">
                <a:alpha val="100000"/>
              </a:srgbClr>
            </a:solidFill>
            <a:ln w="5420" cap="flat">
              <a:solidFill>
                <a:srgbClr val="37295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7" name="pg907"/>
            <p:cNvSpPr/>
            <p:nvPr/>
          </p:nvSpPr>
          <p:spPr>
            <a:xfrm>
              <a:off x="5695098" y="323693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305C">
                <a:alpha val="100000"/>
              </a:srgbClr>
            </a:solidFill>
            <a:ln w="5420" cap="flat">
              <a:solidFill>
                <a:srgbClr val="3930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8" name="pg908"/>
            <p:cNvSpPr/>
            <p:nvPr/>
          </p:nvSpPr>
          <p:spPr>
            <a:xfrm>
              <a:off x="5706736" y="323693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3766">
                <a:alpha val="100000"/>
              </a:srgbClr>
            </a:solidFill>
            <a:ln w="5420" cap="flat">
              <a:solidFill>
                <a:srgbClr val="3B37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9" name="pg909"/>
            <p:cNvSpPr/>
            <p:nvPr/>
          </p:nvSpPr>
          <p:spPr>
            <a:xfrm>
              <a:off x="5718373" y="323693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3D6E">
                <a:alpha val="100000"/>
              </a:srgbClr>
            </a:solidFill>
            <a:ln w="5420" cap="flat">
              <a:solidFill>
                <a:srgbClr val="3B3D6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0" name="pg910"/>
            <p:cNvSpPr/>
            <p:nvPr/>
          </p:nvSpPr>
          <p:spPr>
            <a:xfrm>
              <a:off x="5730010" y="323693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275">
                <a:alpha val="100000"/>
              </a:srgbClr>
            </a:solidFill>
            <a:ln w="5420" cap="flat">
              <a:solidFill>
                <a:srgbClr val="3C427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1" name="pg911"/>
            <p:cNvSpPr/>
            <p:nvPr/>
          </p:nvSpPr>
          <p:spPr>
            <a:xfrm>
              <a:off x="5741648" y="323693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67C">
                <a:alpha val="100000"/>
              </a:srgbClr>
            </a:solidFill>
            <a:ln w="5420" cap="flat">
              <a:solidFill>
                <a:srgbClr val="3C467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2" name="pg912"/>
            <p:cNvSpPr/>
            <p:nvPr/>
          </p:nvSpPr>
          <p:spPr>
            <a:xfrm>
              <a:off x="5753285" y="323693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A81">
                <a:alpha val="100000"/>
              </a:srgbClr>
            </a:solidFill>
            <a:ln w="5420" cap="flat">
              <a:solidFill>
                <a:srgbClr val="3C4A8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3" name="pg913"/>
            <p:cNvSpPr/>
            <p:nvPr/>
          </p:nvSpPr>
          <p:spPr>
            <a:xfrm>
              <a:off x="5764922" y="323693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D85">
                <a:alpha val="100000"/>
              </a:srgbClr>
            </a:solidFill>
            <a:ln w="5420" cap="flat">
              <a:solidFill>
                <a:srgbClr val="3C4D8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4" name="pg914"/>
            <p:cNvSpPr/>
            <p:nvPr/>
          </p:nvSpPr>
          <p:spPr>
            <a:xfrm>
              <a:off x="5776560" y="323693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5089">
                <a:alpha val="100000"/>
              </a:srgbClr>
            </a:solidFill>
            <a:ln w="5420" cap="flat">
              <a:solidFill>
                <a:srgbClr val="3B508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5" name="pg915"/>
            <p:cNvSpPr/>
            <p:nvPr/>
          </p:nvSpPr>
          <p:spPr>
            <a:xfrm>
              <a:off x="5788197" y="323693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528C">
                <a:alpha val="100000"/>
              </a:srgbClr>
            </a:solidFill>
            <a:ln w="5420" cap="flat">
              <a:solidFill>
                <a:srgbClr val="3B528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6" name="pg916"/>
            <p:cNvSpPr/>
            <p:nvPr/>
          </p:nvSpPr>
          <p:spPr>
            <a:xfrm>
              <a:off x="5799834" y="323693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5590">
                <a:alpha val="100000"/>
              </a:srgbClr>
            </a:solidFill>
            <a:ln w="5420" cap="flat">
              <a:solidFill>
                <a:srgbClr val="3B559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7" name="pg917"/>
            <p:cNvSpPr/>
            <p:nvPr/>
          </p:nvSpPr>
          <p:spPr>
            <a:xfrm>
              <a:off x="5811472" y="323693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5691">
                <a:alpha val="100000"/>
              </a:srgbClr>
            </a:solidFill>
            <a:ln w="5420" cap="flat">
              <a:solidFill>
                <a:srgbClr val="3B569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8" name="pg918"/>
            <p:cNvSpPr/>
            <p:nvPr/>
          </p:nvSpPr>
          <p:spPr>
            <a:xfrm>
              <a:off x="5473989" y="325123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99F">
                <a:alpha val="100000"/>
              </a:srgbClr>
            </a:solidFill>
            <a:ln w="5420" cap="flat">
              <a:solidFill>
                <a:srgbClr val="3A69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9" name="pg919"/>
            <p:cNvSpPr/>
            <p:nvPr/>
          </p:nvSpPr>
          <p:spPr>
            <a:xfrm>
              <a:off x="5520539" y="325123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528D">
                <a:alpha val="100000"/>
              </a:srgbClr>
            </a:solidFill>
            <a:ln w="5420" cap="flat">
              <a:solidFill>
                <a:srgbClr val="3B528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0" name="pg920"/>
            <p:cNvSpPr/>
            <p:nvPr/>
          </p:nvSpPr>
          <p:spPr>
            <a:xfrm>
              <a:off x="5532176" y="325123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B82">
                <a:alpha val="100000"/>
              </a:srgbClr>
            </a:solidFill>
            <a:ln w="5420" cap="flat">
              <a:solidFill>
                <a:srgbClr val="3C4B8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1" name="pg921"/>
            <p:cNvSpPr/>
            <p:nvPr/>
          </p:nvSpPr>
          <p:spPr>
            <a:xfrm>
              <a:off x="5543813" y="325123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376">
                <a:alpha val="100000"/>
              </a:srgbClr>
            </a:solidFill>
            <a:ln w="5420" cap="flat">
              <a:solidFill>
                <a:srgbClr val="3C437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2" name="pg922"/>
            <p:cNvSpPr/>
            <p:nvPr/>
          </p:nvSpPr>
          <p:spPr>
            <a:xfrm>
              <a:off x="5555451" y="325123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3A6A">
                <a:alpha val="100000"/>
              </a:srgbClr>
            </a:solidFill>
            <a:ln w="5420" cap="flat">
              <a:solidFill>
                <a:srgbClr val="3B3A6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3" name="pg923"/>
            <p:cNvSpPr/>
            <p:nvPr/>
          </p:nvSpPr>
          <p:spPr>
            <a:xfrm>
              <a:off x="5567088" y="325123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62850">
                <a:alpha val="100000"/>
              </a:srgbClr>
            </a:solidFill>
            <a:ln w="5420" cap="flat">
              <a:solidFill>
                <a:srgbClr val="36285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4" name="pg924"/>
            <p:cNvSpPr/>
            <p:nvPr/>
          </p:nvSpPr>
          <p:spPr>
            <a:xfrm>
              <a:off x="5578725" y="325123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2E2242">
                <a:alpha val="100000"/>
              </a:srgbClr>
            </a:solidFill>
            <a:ln w="5420" cap="flat">
              <a:solidFill>
                <a:srgbClr val="2E224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5" name="pg925"/>
            <p:cNvSpPr/>
            <p:nvPr/>
          </p:nvSpPr>
          <p:spPr>
            <a:xfrm>
              <a:off x="5590363" y="325123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271D35">
                <a:alpha val="100000"/>
              </a:srgbClr>
            </a:solidFill>
            <a:ln w="5420" cap="flat">
              <a:solidFill>
                <a:srgbClr val="271D3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6" name="pg926"/>
            <p:cNvSpPr/>
            <p:nvPr/>
          </p:nvSpPr>
          <p:spPr>
            <a:xfrm>
              <a:off x="5602000" y="325123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22192C">
                <a:alpha val="100000"/>
              </a:srgbClr>
            </a:solidFill>
            <a:ln w="5420" cap="flat">
              <a:solidFill>
                <a:srgbClr val="22192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7" name="pg927"/>
            <p:cNvSpPr/>
            <p:nvPr/>
          </p:nvSpPr>
          <p:spPr>
            <a:xfrm>
              <a:off x="5613637" y="325123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1E1625">
                <a:alpha val="100000"/>
              </a:srgbClr>
            </a:solidFill>
            <a:ln w="5420" cap="flat">
              <a:solidFill>
                <a:srgbClr val="1E162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8" name="pg928"/>
            <p:cNvSpPr/>
            <p:nvPr/>
          </p:nvSpPr>
          <p:spPr>
            <a:xfrm>
              <a:off x="5625275" y="325123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1C1522">
                <a:alpha val="100000"/>
              </a:srgbClr>
            </a:solidFill>
            <a:ln w="5420" cap="flat">
              <a:solidFill>
                <a:srgbClr val="1C152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9" name="pg929"/>
            <p:cNvSpPr/>
            <p:nvPr/>
          </p:nvSpPr>
          <p:spPr>
            <a:xfrm>
              <a:off x="5636912" y="325123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1C1523">
                <a:alpha val="100000"/>
              </a:srgbClr>
            </a:solidFill>
            <a:ln w="5420" cap="flat">
              <a:solidFill>
                <a:srgbClr val="1C152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0" name="pg930"/>
            <p:cNvSpPr/>
            <p:nvPr/>
          </p:nvSpPr>
          <p:spPr>
            <a:xfrm>
              <a:off x="5648549" y="325123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1F1727">
                <a:alpha val="100000"/>
              </a:srgbClr>
            </a:solidFill>
            <a:ln w="5420" cap="flat">
              <a:solidFill>
                <a:srgbClr val="1F172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1" name="pg931"/>
            <p:cNvSpPr/>
            <p:nvPr/>
          </p:nvSpPr>
          <p:spPr>
            <a:xfrm>
              <a:off x="5660186" y="325123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231A2E">
                <a:alpha val="100000"/>
              </a:srgbClr>
            </a:solidFill>
            <a:ln w="5420" cap="flat">
              <a:solidFill>
                <a:srgbClr val="231A2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2" name="pg932"/>
            <p:cNvSpPr/>
            <p:nvPr/>
          </p:nvSpPr>
          <p:spPr>
            <a:xfrm>
              <a:off x="5671824" y="325123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291E38">
                <a:alpha val="100000"/>
              </a:srgbClr>
            </a:solidFill>
            <a:ln w="5420" cap="flat">
              <a:solidFill>
                <a:srgbClr val="291E3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3" name="pg933"/>
            <p:cNvSpPr/>
            <p:nvPr/>
          </p:nvSpPr>
          <p:spPr>
            <a:xfrm>
              <a:off x="5683461" y="325123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5284E">
                <a:alpha val="100000"/>
              </a:srgbClr>
            </a:solidFill>
            <a:ln w="5420" cap="flat">
              <a:solidFill>
                <a:srgbClr val="35284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4" name="pg934"/>
            <p:cNvSpPr/>
            <p:nvPr/>
          </p:nvSpPr>
          <p:spPr>
            <a:xfrm>
              <a:off x="5695098" y="325123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2E59">
                <a:alpha val="100000"/>
              </a:srgbClr>
            </a:solidFill>
            <a:ln w="5420" cap="flat">
              <a:solidFill>
                <a:srgbClr val="392E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5" name="pg935"/>
            <p:cNvSpPr/>
            <p:nvPr/>
          </p:nvSpPr>
          <p:spPr>
            <a:xfrm>
              <a:off x="5706736" y="325123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3462">
                <a:alpha val="100000"/>
              </a:srgbClr>
            </a:solidFill>
            <a:ln w="5420" cap="flat">
              <a:solidFill>
                <a:srgbClr val="3A346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6" name="pg936"/>
            <p:cNvSpPr/>
            <p:nvPr/>
          </p:nvSpPr>
          <p:spPr>
            <a:xfrm>
              <a:off x="5718373" y="325123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3A6A">
                <a:alpha val="100000"/>
              </a:srgbClr>
            </a:solidFill>
            <a:ln w="5420" cap="flat">
              <a:solidFill>
                <a:srgbClr val="3B3A6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7" name="pg937"/>
            <p:cNvSpPr/>
            <p:nvPr/>
          </p:nvSpPr>
          <p:spPr>
            <a:xfrm>
              <a:off x="5730010" y="325123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3F72">
                <a:alpha val="100000"/>
              </a:srgbClr>
            </a:solidFill>
            <a:ln w="5420" cap="flat">
              <a:solidFill>
                <a:srgbClr val="3B3F7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8" name="pg938"/>
            <p:cNvSpPr/>
            <p:nvPr/>
          </p:nvSpPr>
          <p:spPr>
            <a:xfrm>
              <a:off x="5741648" y="325123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478">
                <a:alpha val="100000"/>
              </a:srgbClr>
            </a:solidFill>
            <a:ln w="5420" cap="flat">
              <a:solidFill>
                <a:srgbClr val="3C447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9" name="pg939"/>
            <p:cNvSpPr/>
            <p:nvPr/>
          </p:nvSpPr>
          <p:spPr>
            <a:xfrm>
              <a:off x="5753285" y="325123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87E">
                <a:alpha val="100000"/>
              </a:srgbClr>
            </a:solidFill>
            <a:ln w="5420" cap="flat">
              <a:solidFill>
                <a:srgbClr val="3C487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0" name="pg940"/>
            <p:cNvSpPr/>
            <p:nvPr/>
          </p:nvSpPr>
          <p:spPr>
            <a:xfrm>
              <a:off x="5764922" y="325123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B82">
                <a:alpha val="100000"/>
              </a:srgbClr>
            </a:solidFill>
            <a:ln w="5420" cap="flat">
              <a:solidFill>
                <a:srgbClr val="3C4B8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1" name="pg941"/>
            <p:cNvSpPr/>
            <p:nvPr/>
          </p:nvSpPr>
          <p:spPr>
            <a:xfrm>
              <a:off x="5776560" y="325123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4E86">
                <a:alpha val="100000"/>
              </a:srgbClr>
            </a:solidFill>
            <a:ln w="5420" cap="flat">
              <a:solidFill>
                <a:srgbClr val="3B4E8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2" name="pg942"/>
            <p:cNvSpPr/>
            <p:nvPr/>
          </p:nvSpPr>
          <p:spPr>
            <a:xfrm>
              <a:off x="5788197" y="325123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5089">
                <a:alpha val="100000"/>
              </a:srgbClr>
            </a:solidFill>
            <a:ln w="5420" cap="flat">
              <a:solidFill>
                <a:srgbClr val="3B508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3" name="pg943"/>
            <p:cNvSpPr/>
            <p:nvPr/>
          </p:nvSpPr>
          <p:spPr>
            <a:xfrm>
              <a:off x="5799834" y="325123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538E">
                <a:alpha val="100000"/>
              </a:srgbClr>
            </a:solidFill>
            <a:ln w="5420" cap="flat">
              <a:solidFill>
                <a:srgbClr val="3B538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4" name="pg944"/>
            <p:cNvSpPr/>
            <p:nvPr/>
          </p:nvSpPr>
          <p:spPr>
            <a:xfrm>
              <a:off x="5345979" y="326553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6A2">
                <a:alpha val="100000"/>
              </a:srgbClr>
            </a:solidFill>
            <a:ln w="5420" cap="flat">
              <a:solidFill>
                <a:srgbClr val="3A76A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5" name="pg945"/>
            <p:cNvSpPr/>
            <p:nvPr/>
          </p:nvSpPr>
          <p:spPr>
            <a:xfrm>
              <a:off x="5357616" y="326553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5A2">
                <a:alpha val="100000"/>
              </a:srgbClr>
            </a:solidFill>
            <a:ln w="5420" cap="flat">
              <a:solidFill>
                <a:srgbClr val="3A75A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6" name="pg946"/>
            <p:cNvSpPr/>
            <p:nvPr/>
          </p:nvSpPr>
          <p:spPr>
            <a:xfrm>
              <a:off x="5369253" y="326553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4A1">
                <a:alpha val="100000"/>
              </a:srgbClr>
            </a:solidFill>
            <a:ln w="5420" cap="flat">
              <a:solidFill>
                <a:srgbClr val="3A74A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7" name="pg947"/>
            <p:cNvSpPr/>
            <p:nvPr/>
          </p:nvSpPr>
          <p:spPr>
            <a:xfrm>
              <a:off x="5439077" y="326553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72A1">
                <a:alpha val="100000"/>
              </a:srgbClr>
            </a:solidFill>
            <a:ln w="5420" cap="flat">
              <a:solidFill>
                <a:srgbClr val="3B72A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8" name="pg948"/>
            <p:cNvSpPr/>
            <p:nvPr/>
          </p:nvSpPr>
          <p:spPr>
            <a:xfrm>
              <a:off x="5450715" y="326553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70A0">
                <a:alpha val="100000"/>
              </a:srgbClr>
            </a:solidFill>
            <a:ln w="5420" cap="flat">
              <a:solidFill>
                <a:srgbClr val="3B70A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9" name="pg949"/>
            <p:cNvSpPr/>
            <p:nvPr/>
          </p:nvSpPr>
          <p:spPr>
            <a:xfrm>
              <a:off x="5462352" y="326553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EA0">
                <a:alpha val="100000"/>
              </a:srgbClr>
            </a:solidFill>
            <a:ln w="5420" cap="flat">
              <a:solidFill>
                <a:srgbClr val="3A6EA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0" name="pg950"/>
            <p:cNvSpPr/>
            <p:nvPr/>
          </p:nvSpPr>
          <p:spPr>
            <a:xfrm>
              <a:off x="5473989" y="326553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B9F">
                <a:alpha val="100000"/>
              </a:srgbClr>
            </a:solidFill>
            <a:ln w="5420" cap="flat">
              <a:solidFill>
                <a:srgbClr val="3A6B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1" name="pg951"/>
            <p:cNvSpPr/>
            <p:nvPr/>
          </p:nvSpPr>
          <p:spPr>
            <a:xfrm>
              <a:off x="5485627" y="326553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79E">
                <a:alpha val="100000"/>
              </a:srgbClr>
            </a:solidFill>
            <a:ln w="5420" cap="flat">
              <a:solidFill>
                <a:srgbClr val="3A67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2" name="pg952"/>
            <p:cNvSpPr/>
            <p:nvPr/>
          </p:nvSpPr>
          <p:spPr>
            <a:xfrm>
              <a:off x="5497264" y="326553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29D">
                <a:alpha val="100000"/>
              </a:srgbClr>
            </a:solidFill>
            <a:ln w="5420" cap="flat">
              <a:solidFill>
                <a:srgbClr val="3A62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3" name="pg953"/>
            <p:cNvSpPr/>
            <p:nvPr/>
          </p:nvSpPr>
          <p:spPr>
            <a:xfrm>
              <a:off x="5508901" y="326553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5C9B">
                <a:alpha val="100000"/>
              </a:srgbClr>
            </a:solidFill>
            <a:ln w="5420" cap="flat">
              <a:solidFill>
                <a:srgbClr val="395C9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4" name="pg954"/>
            <p:cNvSpPr/>
            <p:nvPr/>
          </p:nvSpPr>
          <p:spPr>
            <a:xfrm>
              <a:off x="5520539" y="326553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5591">
                <a:alpha val="100000"/>
              </a:srgbClr>
            </a:solidFill>
            <a:ln w="5420" cap="flat">
              <a:solidFill>
                <a:srgbClr val="3B559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5" name="pg955"/>
            <p:cNvSpPr/>
            <p:nvPr/>
          </p:nvSpPr>
          <p:spPr>
            <a:xfrm>
              <a:off x="5532176" y="326553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4D86">
                <a:alpha val="100000"/>
              </a:srgbClr>
            </a:solidFill>
            <a:ln w="5420" cap="flat">
              <a:solidFill>
                <a:srgbClr val="3B4D8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6" name="pg956"/>
            <p:cNvSpPr/>
            <p:nvPr/>
          </p:nvSpPr>
          <p:spPr>
            <a:xfrm>
              <a:off x="5543813" y="326553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57A">
                <a:alpha val="100000"/>
              </a:srgbClr>
            </a:solidFill>
            <a:ln w="5420" cap="flat">
              <a:solidFill>
                <a:srgbClr val="3C457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7" name="pg957"/>
            <p:cNvSpPr/>
            <p:nvPr/>
          </p:nvSpPr>
          <p:spPr>
            <a:xfrm>
              <a:off x="5555451" y="326553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3C6D">
                <a:alpha val="100000"/>
              </a:srgbClr>
            </a:solidFill>
            <a:ln w="5420" cap="flat">
              <a:solidFill>
                <a:srgbClr val="3B3C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8" name="pg958"/>
            <p:cNvSpPr/>
            <p:nvPr/>
          </p:nvSpPr>
          <p:spPr>
            <a:xfrm>
              <a:off x="5567088" y="326553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82A54">
                <a:alpha val="100000"/>
              </a:srgbClr>
            </a:solidFill>
            <a:ln w="5420" cap="flat">
              <a:solidFill>
                <a:srgbClr val="382A5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9" name="pg959"/>
            <p:cNvSpPr/>
            <p:nvPr/>
          </p:nvSpPr>
          <p:spPr>
            <a:xfrm>
              <a:off x="5578725" y="326553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12447">
                <a:alpha val="100000"/>
              </a:srgbClr>
            </a:solidFill>
            <a:ln w="5420" cap="flat">
              <a:solidFill>
                <a:srgbClr val="31244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0" name="pg960"/>
            <p:cNvSpPr/>
            <p:nvPr/>
          </p:nvSpPr>
          <p:spPr>
            <a:xfrm>
              <a:off x="5590363" y="326553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2A1F3B">
                <a:alpha val="100000"/>
              </a:srgbClr>
            </a:solidFill>
            <a:ln w="5420" cap="flat">
              <a:solidFill>
                <a:srgbClr val="2A1F3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1" name="pg961"/>
            <p:cNvSpPr/>
            <p:nvPr/>
          </p:nvSpPr>
          <p:spPr>
            <a:xfrm>
              <a:off x="5602000" y="326553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251C32">
                <a:alpha val="100000"/>
              </a:srgbClr>
            </a:solidFill>
            <a:ln w="5420" cap="flat">
              <a:solidFill>
                <a:srgbClr val="251C3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2" name="pg962"/>
            <p:cNvSpPr/>
            <p:nvPr/>
          </p:nvSpPr>
          <p:spPr>
            <a:xfrm>
              <a:off x="5613637" y="326553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22192B">
                <a:alpha val="100000"/>
              </a:srgbClr>
            </a:solidFill>
            <a:ln w="5420" cap="flat">
              <a:solidFill>
                <a:srgbClr val="22192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3" name="pg963"/>
            <p:cNvSpPr/>
            <p:nvPr/>
          </p:nvSpPr>
          <p:spPr>
            <a:xfrm>
              <a:off x="5625275" y="326553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201828">
                <a:alpha val="100000"/>
              </a:srgbClr>
            </a:solidFill>
            <a:ln w="5420" cap="flat">
              <a:solidFill>
                <a:srgbClr val="20182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4" name="pg964"/>
            <p:cNvSpPr/>
            <p:nvPr/>
          </p:nvSpPr>
          <p:spPr>
            <a:xfrm>
              <a:off x="5636912" y="326553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201829">
                <a:alpha val="100000"/>
              </a:srgbClr>
            </a:solidFill>
            <a:ln w="5420" cap="flat">
              <a:solidFill>
                <a:srgbClr val="20182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5" name="pg965"/>
            <p:cNvSpPr/>
            <p:nvPr/>
          </p:nvSpPr>
          <p:spPr>
            <a:xfrm>
              <a:off x="5648549" y="326553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22192D">
                <a:alpha val="100000"/>
              </a:srgbClr>
            </a:solidFill>
            <a:ln w="5420" cap="flat">
              <a:solidFill>
                <a:srgbClr val="22192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6" name="pg966"/>
            <p:cNvSpPr/>
            <p:nvPr/>
          </p:nvSpPr>
          <p:spPr>
            <a:xfrm>
              <a:off x="5660186" y="326553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261C33">
                <a:alpha val="100000"/>
              </a:srgbClr>
            </a:solidFill>
            <a:ln w="5420" cap="flat">
              <a:solidFill>
                <a:srgbClr val="261C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7" name="pg967"/>
            <p:cNvSpPr/>
            <p:nvPr/>
          </p:nvSpPr>
          <p:spPr>
            <a:xfrm>
              <a:off x="5671824" y="326553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2B203B">
                <a:alpha val="100000"/>
              </a:srgbClr>
            </a:solidFill>
            <a:ln w="5420" cap="flat">
              <a:solidFill>
                <a:srgbClr val="2B203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8" name="pg968"/>
            <p:cNvSpPr/>
            <p:nvPr/>
          </p:nvSpPr>
          <p:spPr>
            <a:xfrm>
              <a:off x="5683461" y="326553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62850">
                <a:alpha val="100000"/>
              </a:srgbClr>
            </a:solidFill>
            <a:ln w="5420" cap="flat">
              <a:solidFill>
                <a:srgbClr val="36285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9" name="pg969"/>
            <p:cNvSpPr/>
            <p:nvPr/>
          </p:nvSpPr>
          <p:spPr>
            <a:xfrm>
              <a:off x="5695098" y="326553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2E59">
                <a:alpha val="100000"/>
              </a:srgbClr>
            </a:solidFill>
            <a:ln w="5420" cap="flat">
              <a:solidFill>
                <a:srgbClr val="392E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70" name="pg970"/>
            <p:cNvSpPr/>
            <p:nvPr/>
          </p:nvSpPr>
          <p:spPr>
            <a:xfrm>
              <a:off x="5706736" y="326553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3461">
                <a:alpha val="100000"/>
              </a:srgbClr>
            </a:solidFill>
            <a:ln w="5420" cap="flat">
              <a:solidFill>
                <a:srgbClr val="3A346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71" name="pg971"/>
            <p:cNvSpPr/>
            <p:nvPr/>
          </p:nvSpPr>
          <p:spPr>
            <a:xfrm>
              <a:off x="5718373" y="326553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3969">
                <a:alpha val="100000"/>
              </a:srgbClr>
            </a:solidFill>
            <a:ln w="5420" cap="flat">
              <a:solidFill>
                <a:srgbClr val="3B396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72" name="pg972"/>
            <p:cNvSpPr/>
            <p:nvPr/>
          </p:nvSpPr>
          <p:spPr>
            <a:xfrm>
              <a:off x="5730010" y="326553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3E70">
                <a:alpha val="100000"/>
              </a:srgbClr>
            </a:solidFill>
            <a:ln w="5420" cap="flat">
              <a:solidFill>
                <a:srgbClr val="3B3E7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73" name="pg973"/>
            <p:cNvSpPr/>
            <p:nvPr/>
          </p:nvSpPr>
          <p:spPr>
            <a:xfrm>
              <a:off x="5741648" y="326553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276">
                <a:alpha val="100000"/>
              </a:srgbClr>
            </a:solidFill>
            <a:ln w="5420" cap="flat">
              <a:solidFill>
                <a:srgbClr val="3C427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74" name="pg974"/>
            <p:cNvSpPr/>
            <p:nvPr/>
          </p:nvSpPr>
          <p:spPr>
            <a:xfrm>
              <a:off x="5753285" y="326553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67C">
                <a:alpha val="100000"/>
              </a:srgbClr>
            </a:solidFill>
            <a:ln w="5420" cap="flat">
              <a:solidFill>
                <a:srgbClr val="3C467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75" name="pg975"/>
            <p:cNvSpPr/>
            <p:nvPr/>
          </p:nvSpPr>
          <p:spPr>
            <a:xfrm>
              <a:off x="5764922" y="326553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A81">
                <a:alpha val="100000"/>
              </a:srgbClr>
            </a:solidFill>
            <a:ln w="5420" cap="flat">
              <a:solidFill>
                <a:srgbClr val="3C4A8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76" name="pg976"/>
            <p:cNvSpPr/>
            <p:nvPr/>
          </p:nvSpPr>
          <p:spPr>
            <a:xfrm>
              <a:off x="5334341" y="327983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8A2">
                <a:alpha val="100000"/>
              </a:srgbClr>
            </a:solidFill>
            <a:ln w="5420" cap="flat">
              <a:solidFill>
                <a:srgbClr val="3A78A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77" name="pg977"/>
            <p:cNvSpPr/>
            <p:nvPr/>
          </p:nvSpPr>
          <p:spPr>
            <a:xfrm>
              <a:off x="5345979" y="327983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7A2">
                <a:alpha val="100000"/>
              </a:srgbClr>
            </a:solidFill>
            <a:ln w="5420" cap="flat">
              <a:solidFill>
                <a:srgbClr val="3A77A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78" name="pg978"/>
            <p:cNvSpPr/>
            <p:nvPr/>
          </p:nvSpPr>
          <p:spPr>
            <a:xfrm>
              <a:off x="5357616" y="327983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6A2">
                <a:alpha val="100000"/>
              </a:srgbClr>
            </a:solidFill>
            <a:ln w="5420" cap="flat">
              <a:solidFill>
                <a:srgbClr val="3A76A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79" name="pg979"/>
            <p:cNvSpPr/>
            <p:nvPr/>
          </p:nvSpPr>
          <p:spPr>
            <a:xfrm>
              <a:off x="5369253" y="327983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4A1">
                <a:alpha val="100000"/>
              </a:srgbClr>
            </a:solidFill>
            <a:ln w="5420" cap="flat">
              <a:solidFill>
                <a:srgbClr val="3A74A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80" name="pg980"/>
            <p:cNvSpPr/>
            <p:nvPr/>
          </p:nvSpPr>
          <p:spPr>
            <a:xfrm>
              <a:off x="5380891" y="327983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4A1">
                <a:alpha val="100000"/>
              </a:srgbClr>
            </a:solidFill>
            <a:ln w="5420" cap="flat">
              <a:solidFill>
                <a:srgbClr val="3A74A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81" name="pg981"/>
            <p:cNvSpPr/>
            <p:nvPr/>
          </p:nvSpPr>
          <p:spPr>
            <a:xfrm>
              <a:off x="5415803" y="327983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73A1">
                <a:alpha val="100000"/>
              </a:srgbClr>
            </a:solidFill>
            <a:ln w="5420" cap="flat">
              <a:solidFill>
                <a:srgbClr val="3B73A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82" name="pg982"/>
            <p:cNvSpPr/>
            <p:nvPr/>
          </p:nvSpPr>
          <p:spPr>
            <a:xfrm>
              <a:off x="5427440" y="327983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73A1">
                <a:alpha val="100000"/>
              </a:srgbClr>
            </a:solidFill>
            <a:ln w="5420" cap="flat">
              <a:solidFill>
                <a:srgbClr val="3B73A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83" name="pg983"/>
            <p:cNvSpPr/>
            <p:nvPr/>
          </p:nvSpPr>
          <p:spPr>
            <a:xfrm>
              <a:off x="5439077" y="327983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73A1">
                <a:alpha val="100000"/>
              </a:srgbClr>
            </a:solidFill>
            <a:ln w="5420" cap="flat">
              <a:solidFill>
                <a:srgbClr val="3B73A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84" name="pg984"/>
            <p:cNvSpPr/>
            <p:nvPr/>
          </p:nvSpPr>
          <p:spPr>
            <a:xfrm>
              <a:off x="5450715" y="327983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72A1">
                <a:alpha val="100000"/>
              </a:srgbClr>
            </a:solidFill>
            <a:ln w="5420" cap="flat">
              <a:solidFill>
                <a:srgbClr val="3B72A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85" name="pg985"/>
            <p:cNvSpPr/>
            <p:nvPr/>
          </p:nvSpPr>
          <p:spPr>
            <a:xfrm>
              <a:off x="5462352" y="327983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70A0">
                <a:alpha val="100000"/>
              </a:srgbClr>
            </a:solidFill>
            <a:ln w="5420" cap="flat">
              <a:solidFill>
                <a:srgbClr val="3B70A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86" name="pg986"/>
            <p:cNvSpPr/>
            <p:nvPr/>
          </p:nvSpPr>
          <p:spPr>
            <a:xfrm>
              <a:off x="5473989" y="327983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EA0">
                <a:alpha val="100000"/>
              </a:srgbClr>
            </a:solidFill>
            <a:ln w="5420" cap="flat">
              <a:solidFill>
                <a:srgbClr val="3A6EA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87" name="pg987"/>
            <p:cNvSpPr/>
            <p:nvPr/>
          </p:nvSpPr>
          <p:spPr>
            <a:xfrm>
              <a:off x="5485627" y="327983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A9F">
                <a:alpha val="100000"/>
              </a:srgbClr>
            </a:solidFill>
            <a:ln w="5420" cap="flat">
              <a:solidFill>
                <a:srgbClr val="3A6A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88" name="pg988"/>
            <p:cNvSpPr/>
            <p:nvPr/>
          </p:nvSpPr>
          <p:spPr>
            <a:xfrm>
              <a:off x="5497264" y="327983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59E">
                <a:alpha val="100000"/>
              </a:srgbClr>
            </a:solidFill>
            <a:ln w="5420" cap="flat">
              <a:solidFill>
                <a:srgbClr val="3A65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89" name="pg989"/>
            <p:cNvSpPr/>
            <p:nvPr/>
          </p:nvSpPr>
          <p:spPr>
            <a:xfrm>
              <a:off x="5508901" y="327983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5F9C">
                <a:alpha val="100000"/>
              </a:srgbClr>
            </a:solidFill>
            <a:ln w="5420" cap="flat">
              <a:solidFill>
                <a:srgbClr val="395F9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90" name="pg990"/>
            <p:cNvSpPr/>
            <p:nvPr/>
          </p:nvSpPr>
          <p:spPr>
            <a:xfrm>
              <a:off x="5520539" y="327983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5895">
                <a:alpha val="100000"/>
              </a:srgbClr>
            </a:solidFill>
            <a:ln w="5420" cap="flat">
              <a:solidFill>
                <a:srgbClr val="3A589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91" name="pg991"/>
            <p:cNvSpPr/>
            <p:nvPr/>
          </p:nvSpPr>
          <p:spPr>
            <a:xfrm>
              <a:off x="5532176" y="327983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508A">
                <a:alpha val="100000"/>
              </a:srgbClr>
            </a:solidFill>
            <a:ln w="5420" cap="flat">
              <a:solidFill>
                <a:srgbClr val="3B508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92" name="pg992"/>
            <p:cNvSpPr/>
            <p:nvPr/>
          </p:nvSpPr>
          <p:spPr>
            <a:xfrm>
              <a:off x="5543813" y="327983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87F">
                <a:alpha val="100000"/>
              </a:srgbClr>
            </a:solidFill>
            <a:ln w="5420" cap="flat">
              <a:solidFill>
                <a:srgbClr val="3C487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93" name="pg993"/>
            <p:cNvSpPr/>
            <p:nvPr/>
          </p:nvSpPr>
          <p:spPr>
            <a:xfrm>
              <a:off x="5555451" y="327983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4072">
                <a:alpha val="100000"/>
              </a:srgbClr>
            </a:solidFill>
            <a:ln w="5420" cap="flat">
              <a:solidFill>
                <a:srgbClr val="3B407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94" name="pg994"/>
            <p:cNvSpPr/>
            <p:nvPr/>
          </p:nvSpPr>
          <p:spPr>
            <a:xfrm>
              <a:off x="5567088" y="327983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2F5B">
                <a:alpha val="100000"/>
              </a:srgbClr>
            </a:solidFill>
            <a:ln w="5420" cap="flat">
              <a:solidFill>
                <a:srgbClr val="392F5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95" name="pg995"/>
            <p:cNvSpPr/>
            <p:nvPr/>
          </p:nvSpPr>
          <p:spPr>
            <a:xfrm>
              <a:off x="5578725" y="327983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6284F">
                <a:alpha val="100000"/>
              </a:srgbClr>
            </a:solidFill>
            <a:ln w="5420" cap="flat">
              <a:solidFill>
                <a:srgbClr val="36284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96" name="pg996"/>
            <p:cNvSpPr/>
            <p:nvPr/>
          </p:nvSpPr>
          <p:spPr>
            <a:xfrm>
              <a:off x="5590363" y="327983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02445">
                <a:alpha val="100000"/>
              </a:srgbClr>
            </a:solidFill>
            <a:ln w="5420" cap="flat">
              <a:solidFill>
                <a:srgbClr val="30244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97" name="pg997"/>
            <p:cNvSpPr/>
            <p:nvPr/>
          </p:nvSpPr>
          <p:spPr>
            <a:xfrm>
              <a:off x="5602000" y="327983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2B203C">
                <a:alpha val="100000"/>
              </a:srgbClr>
            </a:solidFill>
            <a:ln w="5420" cap="flat">
              <a:solidFill>
                <a:srgbClr val="2B203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98" name="pg998"/>
            <p:cNvSpPr/>
            <p:nvPr/>
          </p:nvSpPr>
          <p:spPr>
            <a:xfrm>
              <a:off x="5613637" y="327983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281D36">
                <a:alpha val="100000"/>
              </a:srgbClr>
            </a:solidFill>
            <a:ln w="5420" cap="flat">
              <a:solidFill>
                <a:srgbClr val="281D3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99" name="pg999"/>
            <p:cNvSpPr/>
            <p:nvPr/>
          </p:nvSpPr>
          <p:spPr>
            <a:xfrm>
              <a:off x="5625275" y="327983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261C33">
                <a:alpha val="100000"/>
              </a:srgbClr>
            </a:solidFill>
            <a:ln w="5420" cap="flat">
              <a:solidFill>
                <a:srgbClr val="261C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00" name="pg1000"/>
            <p:cNvSpPr/>
            <p:nvPr/>
          </p:nvSpPr>
          <p:spPr>
            <a:xfrm>
              <a:off x="5636912" y="327983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261C34">
                <a:alpha val="100000"/>
              </a:srgbClr>
            </a:solidFill>
            <a:ln w="5420" cap="flat">
              <a:solidFill>
                <a:srgbClr val="261C3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01" name="pg1001"/>
            <p:cNvSpPr/>
            <p:nvPr/>
          </p:nvSpPr>
          <p:spPr>
            <a:xfrm>
              <a:off x="5648549" y="327983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281D36">
                <a:alpha val="100000"/>
              </a:srgbClr>
            </a:solidFill>
            <a:ln w="5420" cap="flat">
              <a:solidFill>
                <a:srgbClr val="281D3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02" name="pg1002"/>
            <p:cNvSpPr/>
            <p:nvPr/>
          </p:nvSpPr>
          <p:spPr>
            <a:xfrm>
              <a:off x="5660186" y="327983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2B203C">
                <a:alpha val="100000"/>
              </a:srgbClr>
            </a:solidFill>
            <a:ln w="5420" cap="flat">
              <a:solidFill>
                <a:srgbClr val="2B203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03" name="pg1003"/>
            <p:cNvSpPr/>
            <p:nvPr/>
          </p:nvSpPr>
          <p:spPr>
            <a:xfrm>
              <a:off x="5671824" y="327983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2E2242">
                <a:alpha val="100000"/>
              </a:srgbClr>
            </a:solidFill>
            <a:ln w="5420" cap="flat">
              <a:solidFill>
                <a:srgbClr val="2E224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04" name="pg1004"/>
            <p:cNvSpPr/>
            <p:nvPr/>
          </p:nvSpPr>
          <p:spPr>
            <a:xfrm>
              <a:off x="5683461" y="327983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62951">
                <a:alpha val="100000"/>
              </a:srgbClr>
            </a:solidFill>
            <a:ln w="5420" cap="flat">
              <a:solidFill>
                <a:srgbClr val="36295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05" name="pg1005"/>
            <p:cNvSpPr/>
            <p:nvPr/>
          </p:nvSpPr>
          <p:spPr>
            <a:xfrm>
              <a:off x="5706736" y="327983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3462">
                <a:alpha val="100000"/>
              </a:srgbClr>
            </a:solidFill>
            <a:ln w="5420" cap="flat">
              <a:solidFill>
                <a:srgbClr val="3A346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06" name="pg1006"/>
            <p:cNvSpPr/>
            <p:nvPr/>
          </p:nvSpPr>
          <p:spPr>
            <a:xfrm>
              <a:off x="5718373" y="327983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3969">
                <a:alpha val="100000"/>
              </a:srgbClr>
            </a:solidFill>
            <a:ln w="5420" cap="flat">
              <a:solidFill>
                <a:srgbClr val="3B396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07" name="pg1007"/>
            <p:cNvSpPr/>
            <p:nvPr/>
          </p:nvSpPr>
          <p:spPr>
            <a:xfrm>
              <a:off x="5334341" y="329413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9A3">
                <a:alpha val="100000"/>
              </a:srgbClr>
            </a:solidFill>
            <a:ln w="5420" cap="flat">
              <a:solidFill>
                <a:srgbClr val="3A79A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08" name="pg1008"/>
            <p:cNvSpPr/>
            <p:nvPr/>
          </p:nvSpPr>
          <p:spPr>
            <a:xfrm>
              <a:off x="5345979" y="329413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8A2">
                <a:alpha val="100000"/>
              </a:srgbClr>
            </a:solidFill>
            <a:ln w="5420" cap="flat">
              <a:solidFill>
                <a:srgbClr val="3A78A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09" name="pg1009"/>
            <p:cNvSpPr/>
            <p:nvPr/>
          </p:nvSpPr>
          <p:spPr>
            <a:xfrm>
              <a:off x="5357616" y="329413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6A2">
                <a:alpha val="100000"/>
              </a:srgbClr>
            </a:solidFill>
            <a:ln w="5420" cap="flat">
              <a:solidFill>
                <a:srgbClr val="3A76A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10" name="pg1010"/>
            <p:cNvSpPr/>
            <p:nvPr/>
          </p:nvSpPr>
          <p:spPr>
            <a:xfrm>
              <a:off x="5369253" y="329413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5A2">
                <a:alpha val="100000"/>
              </a:srgbClr>
            </a:solidFill>
            <a:ln w="5420" cap="flat">
              <a:solidFill>
                <a:srgbClr val="3A75A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11" name="pg1011"/>
            <p:cNvSpPr/>
            <p:nvPr/>
          </p:nvSpPr>
          <p:spPr>
            <a:xfrm>
              <a:off x="5380891" y="329413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4A1">
                <a:alpha val="100000"/>
              </a:srgbClr>
            </a:solidFill>
            <a:ln w="5420" cap="flat">
              <a:solidFill>
                <a:srgbClr val="3A74A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12" name="pg1012"/>
            <p:cNvSpPr/>
            <p:nvPr/>
          </p:nvSpPr>
          <p:spPr>
            <a:xfrm>
              <a:off x="5392528" y="329413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3A1">
                <a:alpha val="100000"/>
              </a:srgbClr>
            </a:solidFill>
            <a:ln w="5420" cap="flat">
              <a:solidFill>
                <a:srgbClr val="3A73A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13" name="pg1013"/>
            <p:cNvSpPr/>
            <p:nvPr/>
          </p:nvSpPr>
          <p:spPr>
            <a:xfrm>
              <a:off x="5404165" y="329413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3A1">
                <a:alpha val="100000"/>
              </a:srgbClr>
            </a:solidFill>
            <a:ln w="5420" cap="flat">
              <a:solidFill>
                <a:srgbClr val="3A73A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14" name="pg1014"/>
            <p:cNvSpPr/>
            <p:nvPr/>
          </p:nvSpPr>
          <p:spPr>
            <a:xfrm>
              <a:off x="5415803" y="329413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3A1">
                <a:alpha val="100000"/>
              </a:srgbClr>
            </a:solidFill>
            <a:ln w="5420" cap="flat">
              <a:solidFill>
                <a:srgbClr val="3A73A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15" name="pg1015"/>
            <p:cNvSpPr/>
            <p:nvPr/>
          </p:nvSpPr>
          <p:spPr>
            <a:xfrm>
              <a:off x="5427440" y="329413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3A1">
                <a:alpha val="100000"/>
              </a:srgbClr>
            </a:solidFill>
            <a:ln w="5420" cap="flat">
              <a:solidFill>
                <a:srgbClr val="3A73A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16" name="pg1016"/>
            <p:cNvSpPr/>
            <p:nvPr/>
          </p:nvSpPr>
          <p:spPr>
            <a:xfrm>
              <a:off x="5439077" y="329413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3A1">
                <a:alpha val="100000"/>
              </a:srgbClr>
            </a:solidFill>
            <a:ln w="5420" cap="flat">
              <a:solidFill>
                <a:srgbClr val="3A73A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17" name="pg1017"/>
            <p:cNvSpPr/>
            <p:nvPr/>
          </p:nvSpPr>
          <p:spPr>
            <a:xfrm>
              <a:off x="5450715" y="329413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73A1">
                <a:alpha val="100000"/>
              </a:srgbClr>
            </a:solidFill>
            <a:ln w="5420" cap="flat">
              <a:solidFill>
                <a:srgbClr val="3B73A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18" name="pg1018"/>
            <p:cNvSpPr/>
            <p:nvPr/>
          </p:nvSpPr>
          <p:spPr>
            <a:xfrm>
              <a:off x="5462352" y="329413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71A1">
                <a:alpha val="100000"/>
              </a:srgbClr>
            </a:solidFill>
            <a:ln w="5420" cap="flat">
              <a:solidFill>
                <a:srgbClr val="3B71A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19" name="pg1019"/>
            <p:cNvSpPr/>
            <p:nvPr/>
          </p:nvSpPr>
          <p:spPr>
            <a:xfrm>
              <a:off x="5473989" y="329413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FA0">
                <a:alpha val="100000"/>
              </a:srgbClr>
            </a:solidFill>
            <a:ln w="5420" cap="flat">
              <a:solidFill>
                <a:srgbClr val="3A6FA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20" name="pg1020"/>
            <p:cNvSpPr/>
            <p:nvPr/>
          </p:nvSpPr>
          <p:spPr>
            <a:xfrm>
              <a:off x="5485627" y="329413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C9F">
                <a:alpha val="100000"/>
              </a:srgbClr>
            </a:solidFill>
            <a:ln w="5420" cap="flat">
              <a:solidFill>
                <a:srgbClr val="3A6C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21" name="pg1021"/>
            <p:cNvSpPr/>
            <p:nvPr/>
          </p:nvSpPr>
          <p:spPr>
            <a:xfrm>
              <a:off x="5497264" y="329413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79E">
                <a:alpha val="100000"/>
              </a:srgbClr>
            </a:solidFill>
            <a:ln w="5420" cap="flat">
              <a:solidFill>
                <a:srgbClr val="3A67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22" name="pg1022"/>
            <p:cNvSpPr/>
            <p:nvPr/>
          </p:nvSpPr>
          <p:spPr>
            <a:xfrm>
              <a:off x="5508901" y="329413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19D">
                <a:alpha val="100000"/>
              </a:srgbClr>
            </a:solidFill>
            <a:ln w="5420" cap="flat">
              <a:solidFill>
                <a:srgbClr val="3A61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23" name="pg1023"/>
            <p:cNvSpPr/>
            <p:nvPr/>
          </p:nvSpPr>
          <p:spPr>
            <a:xfrm>
              <a:off x="5520539" y="329413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5B99">
                <a:alpha val="100000"/>
              </a:srgbClr>
            </a:solidFill>
            <a:ln w="5420" cap="flat">
              <a:solidFill>
                <a:srgbClr val="3A5B9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24" name="pg1024"/>
            <p:cNvSpPr/>
            <p:nvPr/>
          </p:nvSpPr>
          <p:spPr>
            <a:xfrm>
              <a:off x="5532176" y="329413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548F">
                <a:alpha val="100000"/>
              </a:srgbClr>
            </a:solidFill>
            <a:ln w="5420" cap="flat">
              <a:solidFill>
                <a:srgbClr val="3B548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25" name="pg1025"/>
            <p:cNvSpPr/>
            <p:nvPr/>
          </p:nvSpPr>
          <p:spPr>
            <a:xfrm>
              <a:off x="5543813" y="329413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C84">
                <a:alpha val="100000"/>
              </a:srgbClr>
            </a:solidFill>
            <a:ln w="5420" cap="flat">
              <a:solidFill>
                <a:srgbClr val="3C4C8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26" name="pg1026"/>
            <p:cNvSpPr/>
            <p:nvPr/>
          </p:nvSpPr>
          <p:spPr>
            <a:xfrm>
              <a:off x="5555451" y="329413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479">
                <a:alpha val="100000"/>
              </a:srgbClr>
            </a:solidFill>
            <a:ln w="5420" cap="flat">
              <a:solidFill>
                <a:srgbClr val="3C447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27" name="pg1027"/>
            <p:cNvSpPr/>
            <p:nvPr/>
          </p:nvSpPr>
          <p:spPr>
            <a:xfrm>
              <a:off x="5567088" y="329413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3563">
                <a:alpha val="100000"/>
              </a:srgbClr>
            </a:solidFill>
            <a:ln w="5420" cap="flat">
              <a:solidFill>
                <a:srgbClr val="3A356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28" name="pg1028"/>
            <p:cNvSpPr/>
            <p:nvPr/>
          </p:nvSpPr>
          <p:spPr>
            <a:xfrm>
              <a:off x="5578725" y="329413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2E59">
                <a:alpha val="100000"/>
              </a:srgbClr>
            </a:solidFill>
            <a:ln w="5420" cap="flat">
              <a:solidFill>
                <a:srgbClr val="392E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29" name="pg1029"/>
            <p:cNvSpPr/>
            <p:nvPr/>
          </p:nvSpPr>
          <p:spPr>
            <a:xfrm>
              <a:off x="5590363" y="329413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62951">
                <a:alpha val="100000"/>
              </a:srgbClr>
            </a:solidFill>
            <a:ln w="5420" cap="flat">
              <a:solidFill>
                <a:srgbClr val="36295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30" name="pg1030"/>
            <p:cNvSpPr/>
            <p:nvPr/>
          </p:nvSpPr>
          <p:spPr>
            <a:xfrm>
              <a:off x="5602000" y="329413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22549">
                <a:alpha val="100000"/>
              </a:srgbClr>
            </a:solidFill>
            <a:ln w="5420" cap="flat">
              <a:solidFill>
                <a:srgbClr val="32254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31" name="pg1031"/>
            <p:cNvSpPr/>
            <p:nvPr/>
          </p:nvSpPr>
          <p:spPr>
            <a:xfrm>
              <a:off x="5613637" y="329413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2F2344">
                <a:alpha val="100000"/>
              </a:srgbClr>
            </a:solidFill>
            <a:ln w="5420" cap="flat">
              <a:solidFill>
                <a:srgbClr val="2F234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32" name="pg1032"/>
            <p:cNvSpPr/>
            <p:nvPr/>
          </p:nvSpPr>
          <p:spPr>
            <a:xfrm>
              <a:off x="5625275" y="329413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2E2241">
                <a:alpha val="100000"/>
              </a:srgbClr>
            </a:solidFill>
            <a:ln w="5420" cap="flat">
              <a:solidFill>
                <a:srgbClr val="2E224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33" name="pg1033"/>
            <p:cNvSpPr/>
            <p:nvPr/>
          </p:nvSpPr>
          <p:spPr>
            <a:xfrm>
              <a:off x="5636912" y="329413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2C213E">
                <a:alpha val="100000"/>
              </a:srgbClr>
            </a:solidFill>
            <a:ln w="5420" cap="flat">
              <a:solidFill>
                <a:srgbClr val="2C213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34" name="pg1034"/>
            <p:cNvSpPr/>
            <p:nvPr/>
          </p:nvSpPr>
          <p:spPr>
            <a:xfrm>
              <a:off x="5345979" y="330843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9A2">
                <a:alpha val="100000"/>
              </a:srgbClr>
            </a:solidFill>
            <a:ln w="5420" cap="flat">
              <a:solidFill>
                <a:srgbClr val="3A79A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35" name="pg1035"/>
            <p:cNvSpPr/>
            <p:nvPr/>
          </p:nvSpPr>
          <p:spPr>
            <a:xfrm>
              <a:off x="5357616" y="330843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7A2">
                <a:alpha val="100000"/>
              </a:srgbClr>
            </a:solidFill>
            <a:ln w="5420" cap="flat">
              <a:solidFill>
                <a:srgbClr val="3A77A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36" name="pg1036"/>
            <p:cNvSpPr/>
            <p:nvPr/>
          </p:nvSpPr>
          <p:spPr>
            <a:xfrm>
              <a:off x="5369253" y="330843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6A2">
                <a:alpha val="100000"/>
              </a:srgbClr>
            </a:solidFill>
            <a:ln w="5420" cap="flat">
              <a:solidFill>
                <a:srgbClr val="3A76A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37" name="pg1037"/>
            <p:cNvSpPr/>
            <p:nvPr/>
          </p:nvSpPr>
          <p:spPr>
            <a:xfrm>
              <a:off x="5380891" y="330843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5A2">
                <a:alpha val="100000"/>
              </a:srgbClr>
            </a:solidFill>
            <a:ln w="5420" cap="flat">
              <a:solidFill>
                <a:srgbClr val="3A75A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38" name="pg1038"/>
            <p:cNvSpPr/>
            <p:nvPr/>
          </p:nvSpPr>
          <p:spPr>
            <a:xfrm>
              <a:off x="5392528" y="330843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4A1">
                <a:alpha val="100000"/>
              </a:srgbClr>
            </a:solidFill>
            <a:ln w="5420" cap="flat">
              <a:solidFill>
                <a:srgbClr val="3A74A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39" name="pg1039"/>
            <p:cNvSpPr/>
            <p:nvPr/>
          </p:nvSpPr>
          <p:spPr>
            <a:xfrm>
              <a:off x="5404165" y="330843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3A1">
                <a:alpha val="100000"/>
              </a:srgbClr>
            </a:solidFill>
            <a:ln w="5420" cap="flat">
              <a:solidFill>
                <a:srgbClr val="3A73A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40" name="pg1040"/>
            <p:cNvSpPr/>
            <p:nvPr/>
          </p:nvSpPr>
          <p:spPr>
            <a:xfrm>
              <a:off x="5415803" y="330843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3A1">
                <a:alpha val="100000"/>
              </a:srgbClr>
            </a:solidFill>
            <a:ln w="5420" cap="flat">
              <a:solidFill>
                <a:srgbClr val="3A73A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41" name="pg1041"/>
            <p:cNvSpPr/>
            <p:nvPr/>
          </p:nvSpPr>
          <p:spPr>
            <a:xfrm>
              <a:off x="5427440" y="330843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3A1">
                <a:alpha val="100000"/>
              </a:srgbClr>
            </a:solidFill>
            <a:ln w="5420" cap="flat">
              <a:solidFill>
                <a:srgbClr val="3A73A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42" name="pg1042"/>
            <p:cNvSpPr/>
            <p:nvPr/>
          </p:nvSpPr>
          <p:spPr>
            <a:xfrm>
              <a:off x="5439077" y="330843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3A1">
                <a:alpha val="100000"/>
              </a:srgbClr>
            </a:solidFill>
            <a:ln w="5420" cap="flat">
              <a:solidFill>
                <a:srgbClr val="3A73A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43" name="pg1043"/>
            <p:cNvSpPr/>
            <p:nvPr/>
          </p:nvSpPr>
          <p:spPr>
            <a:xfrm>
              <a:off x="5450715" y="330843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73A1">
                <a:alpha val="100000"/>
              </a:srgbClr>
            </a:solidFill>
            <a:ln w="5420" cap="flat">
              <a:solidFill>
                <a:srgbClr val="3B73A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44" name="pg1044"/>
            <p:cNvSpPr/>
            <p:nvPr/>
          </p:nvSpPr>
          <p:spPr>
            <a:xfrm>
              <a:off x="5462352" y="330843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72A1">
                <a:alpha val="100000"/>
              </a:srgbClr>
            </a:solidFill>
            <a:ln w="5420" cap="flat">
              <a:solidFill>
                <a:srgbClr val="3B72A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45" name="pg1045"/>
            <p:cNvSpPr/>
            <p:nvPr/>
          </p:nvSpPr>
          <p:spPr>
            <a:xfrm>
              <a:off x="5473989" y="330843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6FA0">
                <a:alpha val="100000"/>
              </a:srgbClr>
            </a:solidFill>
            <a:ln w="5420" cap="flat">
              <a:solidFill>
                <a:srgbClr val="3B6FA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46" name="pg1046"/>
            <p:cNvSpPr/>
            <p:nvPr/>
          </p:nvSpPr>
          <p:spPr>
            <a:xfrm>
              <a:off x="5485627" y="330843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CA0">
                <a:alpha val="100000"/>
              </a:srgbClr>
            </a:solidFill>
            <a:ln w="5420" cap="flat">
              <a:solidFill>
                <a:srgbClr val="3A6CA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47" name="pg1047"/>
            <p:cNvSpPr/>
            <p:nvPr/>
          </p:nvSpPr>
          <p:spPr>
            <a:xfrm>
              <a:off x="5497264" y="330843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89F">
                <a:alpha val="100000"/>
              </a:srgbClr>
            </a:solidFill>
            <a:ln w="5420" cap="flat">
              <a:solidFill>
                <a:srgbClr val="3A68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48" name="pg1048"/>
            <p:cNvSpPr/>
            <p:nvPr/>
          </p:nvSpPr>
          <p:spPr>
            <a:xfrm>
              <a:off x="5508901" y="330843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39D">
                <a:alpha val="100000"/>
              </a:srgbClr>
            </a:solidFill>
            <a:ln w="5420" cap="flat">
              <a:solidFill>
                <a:srgbClr val="3A63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49" name="pg1049"/>
            <p:cNvSpPr/>
            <p:nvPr/>
          </p:nvSpPr>
          <p:spPr>
            <a:xfrm>
              <a:off x="5520539" y="330843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5D9C">
                <a:alpha val="100000"/>
              </a:srgbClr>
            </a:solidFill>
            <a:ln w="5420" cap="flat">
              <a:solidFill>
                <a:srgbClr val="395D9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50" name="pg1050"/>
            <p:cNvSpPr/>
            <p:nvPr/>
          </p:nvSpPr>
          <p:spPr>
            <a:xfrm>
              <a:off x="5532176" y="330843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5793">
                <a:alpha val="100000"/>
              </a:srgbClr>
            </a:solidFill>
            <a:ln w="5420" cap="flat">
              <a:solidFill>
                <a:srgbClr val="3A579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51" name="pg1051"/>
            <p:cNvSpPr/>
            <p:nvPr/>
          </p:nvSpPr>
          <p:spPr>
            <a:xfrm>
              <a:off x="5543813" y="330843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5089">
                <a:alpha val="100000"/>
              </a:srgbClr>
            </a:solidFill>
            <a:ln w="5420" cap="flat">
              <a:solidFill>
                <a:srgbClr val="3B508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52" name="pg1052"/>
            <p:cNvSpPr/>
            <p:nvPr/>
          </p:nvSpPr>
          <p:spPr>
            <a:xfrm>
              <a:off x="5555451" y="330843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97F">
                <a:alpha val="100000"/>
              </a:srgbClr>
            </a:solidFill>
            <a:ln w="5420" cap="flat">
              <a:solidFill>
                <a:srgbClr val="3C497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53" name="pg1053"/>
            <p:cNvSpPr/>
            <p:nvPr/>
          </p:nvSpPr>
          <p:spPr>
            <a:xfrm>
              <a:off x="5567088" y="330843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3A6A">
                <a:alpha val="100000"/>
              </a:srgbClr>
            </a:solidFill>
            <a:ln w="5420" cap="flat">
              <a:solidFill>
                <a:srgbClr val="3B3A6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54" name="pg1054"/>
            <p:cNvSpPr/>
            <p:nvPr/>
          </p:nvSpPr>
          <p:spPr>
            <a:xfrm>
              <a:off x="5590363" y="330843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2F5A">
                <a:alpha val="100000"/>
              </a:srgbClr>
            </a:solidFill>
            <a:ln w="5420" cap="flat">
              <a:solidFill>
                <a:srgbClr val="392F5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55" name="pg1055"/>
            <p:cNvSpPr/>
            <p:nvPr/>
          </p:nvSpPr>
          <p:spPr>
            <a:xfrm>
              <a:off x="5345979" y="332273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AA3">
                <a:alpha val="100000"/>
              </a:srgbClr>
            </a:solidFill>
            <a:ln w="5420" cap="flat">
              <a:solidFill>
                <a:srgbClr val="3A7AA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56" name="pg1056"/>
            <p:cNvSpPr/>
            <p:nvPr/>
          </p:nvSpPr>
          <p:spPr>
            <a:xfrm>
              <a:off x="5357616" y="332273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8A2">
                <a:alpha val="100000"/>
              </a:srgbClr>
            </a:solidFill>
            <a:ln w="5420" cap="flat">
              <a:solidFill>
                <a:srgbClr val="3A78A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57" name="pg1057"/>
            <p:cNvSpPr/>
            <p:nvPr/>
          </p:nvSpPr>
          <p:spPr>
            <a:xfrm>
              <a:off x="5369253" y="332273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7A2">
                <a:alpha val="100000"/>
              </a:srgbClr>
            </a:solidFill>
            <a:ln w="5420" cap="flat">
              <a:solidFill>
                <a:srgbClr val="3A77A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58" name="pg1058"/>
            <p:cNvSpPr/>
            <p:nvPr/>
          </p:nvSpPr>
          <p:spPr>
            <a:xfrm>
              <a:off x="5380891" y="332273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5A2">
                <a:alpha val="100000"/>
              </a:srgbClr>
            </a:solidFill>
            <a:ln w="5420" cap="flat">
              <a:solidFill>
                <a:srgbClr val="3A75A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59" name="pg1059"/>
            <p:cNvSpPr/>
            <p:nvPr/>
          </p:nvSpPr>
          <p:spPr>
            <a:xfrm>
              <a:off x="5392528" y="332273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4A1">
                <a:alpha val="100000"/>
              </a:srgbClr>
            </a:solidFill>
            <a:ln w="5420" cap="flat">
              <a:solidFill>
                <a:srgbClr val="3A74A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60" name="pg1060"/>
            <p:cNvSpPr/>
            <p:nvPr/>
          </p:nvSpPr>
          <p:spPr>
            <a:xfrm>
              <a:off x="5404165" y="332273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4A1">
                <a:alpha val="100000"/>
              </a:srgbClr>
            </a:solidFill>
            <a:ln w="5420" cap="flat">
              <a:solidFill>
                <a:srgbClr val="3A74A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61" name="pg1061"/>
            <p:cNvSpPr/>
            <p:nvPr/>
          </p:nvSpPr>
          <p:spPr>
            <a:xfrm>
              <a:off x="5415803" y="332273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3A1">
                <a:alpha val="100000"/>
              </a:srgbClr>
            </a:solidFill>
            <a:ln w="5420" cap="flat">
              <a:solidFill>
                <a:srgbClr val="3A73A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62" name="pg1062"/>
            <p:cNvSpPr/>
            <p:nvPr/>
          </p:nvSpPr>
          <p:spPr>
            <a:xfrm>
              <a:off x="5427440" y="332273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3A1">
                <a:alpha val="100000"/>
              </a:srgbClr>
            </a:solidFill>
            <a:ln w="5420" cap="flat">
              <a:solidFill>
                <a:srgbClr val="3A73A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63" name="pg1063"/>
            <p:cNvSpPr/>
            <p:nvPr/>
          </p:nvSpPr>
          <p:spPr>
            <a:xfrm>
              <a:off x="5439077" y="332273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3A1">
                <a:alpha val="100000"/>
              </a:srgbClr>
            </a:solidFill>
            <a:ln w="5420" cap="flat">
              <a:solidFill>
                <a:srgbClr val="3A73A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64" name="pg1064"/>
            <p:cNvSpPr/>
            <p:nvPr/>
          </p:nvSpPr>
          <p:spPr>
            <a:xfrm>
              <a:off x="5450715" y="332273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72A1">
                <a:alpha val="100000"/>
              </a:srgbClr>
            </a:solidFill>
            <a:ln w="5420" cap="flat">
              <a:solidFill>
                <a:srgbClr val="3B72A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65" name="pg1065"/>
            <p:cNvSpPr/>
            <p:nvPr/>
          </p:nvSpPr>
          <p:spPr>
            <a:xfrm>
              <a:off x="5462352" y="332273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71A1">
                <a:alpha val="100000"/>
              </a:srgbClr>
            </a:solidFill>
            <a:ln w="5420" cap="flat">
              <a:solidFill>
                <a:srgbClr val="3B71A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66" name="pg1066"/>
            <p:cNvSpPr/>
            <p:nvPr/>
          </p:nvSpPr>
          <p:spPr>
            <a:xfrm>
              <a:off x="5334341" y="333703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EA4">
                <a:alpha val="100000"/>
              </a:srgbClr>
            </a:solidFill>
            <a:ln w="5420" cap="flat">
              <a:solidFill>
                <a:srgbClr val="3A7EA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67" name="pg1067"/>
            <p:cNvSpPr/>
            <p:nvPr/>
          </p:nvSpPr>
          <p:spPr>
            <a:xfrm>
              <a:off x="5345979" y="333703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CA3">
                <a:alpha val="100000"/>
              </a:srgbClr>
            </a:solidFill>
            <a:ln w="5420" cap="flat">
              <a:solidFill>
                <a:srgbClr val="3A7CA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68" name="pg1068"/>
            <p:cNvSpPr/>
            <p:nvPr/>
          </p:nvSpPr>
          <p:spPr>
            <a:xfrm>
              <a:off x="5357616" y="333703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AA3">
                <a:alpha val="100000"/>
              </a:srgbClr>
            </a:solidFill>
            <a:ln w="5420" cap="flat">
              <a:solidFill>
                <a:srgbClr val="3A7AA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69" name="pg1069"/>
            <p:cNvSpPr/>
            <p:nvPr/>
          </p:nvSpPr>
          <p:spPr>
            <a:xfrm>
              <a:off x="5369253" y="333703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8A2">
                <a:alpha val="100000"/>
              </a:srgbClr>
            </a:solidFill>
            <a:ln w="5420" cap="flat">
              <a:solidFill>
                <a:srgbClr val="3A78A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70" name="pg1070"/>
            <p:cNvSpPr/>
            <p:nvPr/>
          </p:nvSpPr>
          <p:spPr>
            <a:xfrm>
              <a:off x="5380891" y="333703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6A2">
                <a:alpha val="100000"/>
              </a:srgbClr>
            </a:solidFill>
            <a:ln w="5420" cap="flat">
              <a:solidFill>
                <a:srgbClr val="3A76A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71" name="pg1071"/>
            <p:cNvSpPr/>
            <p:nvPr/>
          </p:nvSpPr>
          <p:spPr>
            <a:xfrm>
              <a:off x="5392528" y="333703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5A2">
                <a:alpha val="100000"/>
              </a:srgbClr>
            </a:solidFill>
            <a:ln w="5420" cap="flat">
              <a:solidFill>
                <a:srgbClr val="3A75A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72" name="pg1072"/>
            <p:cNvSpPr/>
            <p:nvPr/>
          </p:nvSpPr>
          <p:spPr>
            <a:xfrm>
              <a:off x="5404165" y="333703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4A1">
                <a:alpha val="100000"/>
              </a:srgbClr>
            </a:solidFill>
            <a:ln w="5420" cap="flat">
              <a:solidFill>
                <a:srgbClr val="3A74A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73" name="pg1073"/>
            <p:cNvSpPr/>
            <p:nvPr/>
          </p:nvSpPr>
          <p:spPr>
            <a:xfrm>
              <a:off x="5415803" y="333703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4A1">
                <a:alpha val="100000"/>
              </a:srgbClr>
            </a:solidFill>
            <a:ln w="5420" cap="flat">
              <a:solidFill>
                <a:srgbClr val="3A74A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74" name="pg1074"/>
            <p:cNvSpPr/>
            <p:nvPr/>
          </p:nvSpPr>
          <p:spPr>
            <a:xfrm>
              <a:off x="5427440" y="333703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3A1">
                <a:alpha val="100000"/>
              </a:srgbClr>
            </a:solidFill>
            <a:ln w="5420" cap="flat">
              <a:solidFill>
                <a:srgbClr val="3A73A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75" name="pg1075"/>
            <p:cNvSpPr/>
            <p:nvPr/>
          </p:nvSpPr>
          <p:spPr>
            <a:xfrm>
              <a:off x="5322704" y="335133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86A5">
                <a:alpha val="100000"/>
              </a:srgbClr>
            </a:solidFill>
            <a:ln w="5420" cap="flat">
              <a:solidFill>
                <a:srgbClr val="3986A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76" name="pg1076"/>
            <p:cNvSpPr/>
            <p:nvPr/>
          </p:nvSpPr>
          <p:spPr>
            <a:xfrm>
              <a:off x="5334341" y="335133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81A4">
                <a:alpha val="100000"/>
              </a:srgbClr>
            </a:solidFill>
            <a:ln w="5420" cap="flat">
              <a:solidFill>
                <a:srgbClr val="3A81A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77" name="pg1077"/>
            <p:cNvSpPr/>
            <p:nvPr/>
          </p:nvSpPr>
          <p:spPr>
            <a:xfrm>
              <a:off x="5345979" y="335133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EA4">
                <a:alpha val="100000"/>
              </a:srgbClr>
            </a:solidFill>
            <a:ln w="5420" cap="flat">
              <a:solidFill>
                <a:srgbClr val="3A7EA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78" name="pg1078"/>
            <p:cNvSpPr/>
            <p:nvPr/>
          </p:nvSpPr>
          <p:spPr>
            <a:xfrm>
              <a:off x="5357616" y="335133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CA3">
                <a:alpha val="100000"/>
              </a:srgbClr>
            </a:solidFill>
            <a:ln w="5420" cap="flat">
              <a:solidFill>
                <a:srgbClr val="3A7CA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79" name="pg1079"/>
            <p:cNvSpPr/>
            <p:nvPr/>
          </p:nvSpPr>
          <p:spPr>
            <a:xfrm>
              <a:off x="5369253" y="335133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AA3">
                <a:alpha val="100000"/>
              </a:srgbClr>
            </a:solidFill>
            <a:ln w="5420" cap="flat">
              <a:solidFill>
                <a:srgbClr val="3A7AA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80" name="pg1080"/>
            <p:cNvSpPr/>
            <p:nvPr/>
          </p:nvSpPr>
          <p:spPr>
            <a:xfrm>
              <a:off x="5380891" y="335133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8A2">
                <a:alpha val="100000"/>
              </a:srgbClr>
            </a:solidFill>
            <a:ln w="5420" cap="flat">
              <a:solidFill>
                <a:srgbClr val="3A78A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81" name="pg1081"/>
            <p:cNvSpPr/>
            <p:nvPr/>
          </p:nvSpPr>
          <p:spPr>
            <a:xfrm>
              <a:off x="5392528" y="335133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6A2">
                <a:alpha val="100000"/>
              </a:srgbClr>
            </a:solidFill>
            <a:ln w="5420" cap="flat">
              <a:solidFill>
                <a:srgbClr val="3A76A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82" name="pg1082"/>
            <p:cNvSpPr/>
            <p:nvPr/>
          </p:nvSpPr>
          <p:spPr>
            <a:xfrm>
              <a:off x="5404165" y="335133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5A2">
                <a:alpha val="100000"/>
              </a:srgbClr>
            </a:solidFill>
            <a:ln w="5420" cap="flat">
              <a:solidFill>
                <a:srgbClr val="3A75A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83" name="pg1083"/>
            <p:cNvSpPr/>
            <p:nvPr/>
          </p:nvSpPr>
          <p:spPr>
            <a:xfrm>
              <a:off x="5311067" y="336563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690A7">
                <a:alpha val="100000"/>
              </a:srgbClr>
            </a:solidFill>
            <a:ln w="5420" cap="flat">
              <a:solidFill>
                <a:srgbClr val="3690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84" name="pg1084"/>
            <p:cNvSpPr/>
            <p:nvPr/>
          </p:nvSpPr>
          <p:spPr>
            <a:xfrm>
              <a:off x="5322704" y="336563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8DA7">
                <a:alpha val="100000"/>
              </a:srgbClr>
            </a:solidFill>
            <a:ln w="5420" cap="flat">
              <a:solidFill>
                <a:srgbClr val="378D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85" name="pg1085"/>
            <p:cNvSpPr/>
            <p:nvPr/>
          </p:nvSpPr>
          <p:spPr>
            <a:xfrm>
              <a:off x="5334341" y="336563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87A6">
                <a:alpha val="100000"/>
              </a:srgbClr>
            </a:solidFill>
            <a:ln w="5420" cap="flat">
              <a:solidFill>
                <a:srgbClr val="3987A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86" name="pg1086"/>
            <p:cNvSpPr/>
            <p:nvPr/>
          </p:nvSpPr>
          <p:spPr>
            <a:xfrm>
              <a:off x="5345979" y="336563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84A5">
                <a:alpha val="100000"/>
              </a:srgbClr>
            </a:solidFill>
            <a:ln w="5420" cap="flat">
              <a:solidFill>
                <a:srgbClr val="3984A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87" name="pg1087"/>
            <p:cNvSpPr/>
            <p:nvPr/>
          </p:nvSpPr>
          <p:spPr>
            <a:xfrm>
              <a:off x="5357616" y="336563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81A4">
                <a:alpha val="100000"/>
              </a:srgbClr>
            </a:solidFill>
            <a:ln w="5420" cap="flat">
              <a:solidFill>
                <a:srgbClr val="3981A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88" name="pg1088"/>
            <p:cNvSpPr/>
            <p:nvPr/>
          </p:nvSpPr>
          <p:spPr>
            <a:xfrm>
              <a:off x="5369253" y="336563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FA4">
                <a:alpha val="100000"/>
              </a:srgbClr>
            </a:solidFill>
            <a:ln w="5420" cap="flat">
              <a:solidFill>
                <a:srgbClr val="3A7FA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89" name="pg1089"/>
            <p:cNvSpPr/>
            <p:nvPr/>
          </p:nvSpPr>
          <p:spPr>
            <a:xfrm>
              <a:off x="5380891" y="336563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CA3">
                <a:alpha val="100000"/>
              </a:srgbClr>
            </a:solidFill>
            <a:ln w="5420" cap="flat">
              <a:solidFill>
                <a:srgbClr val="3A7CA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90" name="pg1090"/>
            <p:cNvSpPr/>
            <p:nvPr/>
          </p:nvSpPr>
          <p:spPr>
            <a:xfrm>
              <a:off x="5311067" y="337993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593A8">
                <a:alpha val="100000"/>
              </a:srgbClr>
            </a:solidFill>
            <a:ln w="5420" cap="flat">
              <a:solidFill>
                <a:srgbClr val="3593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91" name="pg1091"/>
            <p:cNvSpPr/>
            <p:nvPr/>
          </p:nvSpPr>
          <p:spPr>
            <a:xfrm>
              <a:off x="5322704" y="337993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690A8">
                <a:alpha val="100000"/>
              </a:srgbClr>
            </a:solidFill>
            <a:ln w="5420" cap="flat">
              <a:solidFill>
                <a:srgbClr val="3690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92" name="pg1092"/>
            <p:cNvSpPr/>
            <p:nvPr/>
          </p:nvSpPr>
          <p:spPr>
            <a:xfrm>
              <a:off x="5334341" y="337993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88AA6">
                <a:alpha val="100000"/>
              </a:srgbClr>
            </a:solidFill>
            <a:ln w="5420" cap="flat">
              <a:solidFill>
                <a:srgbClr val="388AA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93" name="pg1093"/>
            <p:cNvSpPr/>
            <p:nvPr/>
          </p:nvSpPr>
          <p:spPr>
            <a:xfrm>
              <a:off x="5345979" y="337993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887A6">
                <a:alpha val="100000"/>
              </a:srgbClr>
            </a:solidFill>
            <a:ln w="5420" cap="flat">
              <a:solidFill>
                <a:srgbClr val="3887A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94" name="pg1094"/>
            <p:cNvSpPr/>
            <p:nvPr/>
          </p:nvSpPr>
          <p:spPr>
            <a:xfrm>
              <a:off x="5357616" y="337993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85A5">
                <a:alpha val="100000"/>
              </a:srgbClr>
            </a:solidFill>
            <a:ln w="5420" cap="flat">
              <a:solidFill>
                <a:srgbClr val="3985A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95" name="pg1095"/>
            <p:cNvSpPr/>
            <p:nvPr/>
          </p:nvSpPr>
          <p:spPr>
            <a:xfrm>
              <a:off x="5369253" y="337993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82A5">
                <a:alpha val="100000"/>
              </a:srgbClr>
            </a:solidFill>
            <a:ln w="5420" cap="flat">
              <a:solidFill>
                <a:srgbClr val="3982A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96" name="pg1096"/>
            <p:cNvSpPr/>
            <p:nvPr/>
          </p:nvSpPr>
          <p:spPr>
            <a:xfrm>
              <a:off x="5380891" y="337993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80A4">
                <a:alpha val="100000"/>
              </a:srgbClr>
            </a:solidFill>
            <a:ln w="5420" cap="flat">
              <a:solidFill>
                <a:srgbClr val="3A80A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97" name="pg1097"/>
            <p:cNvSpPr/>
            <p:nvPr/>
          </p:nvSpPr>
          <p:spPr>
            <a:xfrm>
              <a:off x="5311067" y="339424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497A9">
                <a:alpha val="100000"/>
              </a:srgbClr>
            </a:solidFill>
            <a:ln w="5420" cap="flat">
              <a:solidFill>
                <a:srgbClr val="3497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98" name="pg1098"/>
            <p:cNvSpPr/>
            <p:nvPr/>
          </p:nvSpPr>
          <p:spPr>
            <a:xfrm>
              <a:off x="5322704" y="339424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594A8">
                <a:alpha val="100000"/>
              </a:srgbClr>
            </a:solidFill>
            <a:ln w="5420" cap="flat">
              <a:solidFill>
                <a:srgbClr val="3594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99" name="pg1099"/>
            <p:cNvSpPr/>
            <p:nvPr/>
          </p:nvSpPr>
          <p:spPr>
            <a:xfrm>
              <a:off x="5334341" y="339424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8EA7">
                <a:alpha val="100000"/>
              </a:srgbClr>
            </a:solidFill>
            <a:ln w="5420" cap="flat">
              <a:solidFill>
                <a:srgbClr val="378E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00" name="pg1100"/>
            <p:cNvSpPr/>
            <p:nvPr/>
          </p:nvSpPr>
          <p:spPr>
            <a:xfrm>
              <a:off x="5345979" y="339424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88BA6">
                <a:alpha val="100000"/>
              </a:srgbClr>
            </a:solidFill>
            <a:ln w="5420" cap="flat">
              <a:solidFill>
                <a:srgbClr val="388BA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01" name="pg1101"/>
            <p:cNvSpPr/>
            <p:nvPr/>
          </p:nvSpPr>
          <p:spPr>
            <a:xfrm>
              <a:off x="5357616" y="339424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888A6">
                <a:alpha val="100000"/>
              </a:srgbClr>
            </a:solidFill>
            <a:ln w="5420" cap="flat">
              <a:solidFill>
                <a:srgbClr val="3888A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02" name="pg1102"/>
            <p:cNvSpPr/>
            <p:nvPr/>
          </p:nvSpPr>
          <p:spPr>
            <a:xfrm>
              <a:off x="5369253" y="339424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85A5">
                <a:alpha val="100000"/>
              </a:srgbClr>
            </a:solidFill>
            <a:ln w="5420" cap="flat">
              <a:solidFill>
                <a:srgbClr val="3985A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03" name="pg1103"/>
            <p:cNvSpPr/>
            <p:nvPr/>
          </p:nvSpPr>
          <p:spPr>
            <a:xfrm>
              <a:off x="5380891" y="339424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83A5">
                <a:alpha val="100000"/>
              </a:srgbClr>
            </a:solidFill>
            <a:ln w="5420" cap="flat">
              <a:solidFill>
                <a:srgbClr val="3983A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04" name="pg1104"/>
            <p:cNvSpPr/>
            <p:nvPr/>
          </p:nvSpPr>
          <p:spPr>
            <a:xfrm>
              <a:off x="5311067" y="340854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699A9">
                <a:alpha val="100000"/>
              </a:srgbClr>
            </a:solidFill>
            <a:ln w="5420" cap="flat">
              <a:solidFill>
                <a:srgbClr val="3699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05" name="pg1105"/>
            <p:cNvSpPr/>
            <p:nvPr/>
          </p:nvSpPr>
          <p:spPr>
            <a:xfrm>
              <a:off x="5322704" y="340854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598A9">
                <a:alpha val="100000"/>
              </a:srgbClr>
            </a:solidFill>
            <a:ln w="5420" cap="flat">
              <a:solidFill>
                <a:srgbClr val="3598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06" name="pg1106"/>
            <p:cNvSpPr/>
            <p:nvPr/>
          </p:nvSpPr>
          <p:spPr>
            <a:xfrm>
              <a:off x="5334341" y="340854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692A8">
                <a:alpha val="100000"/>
              </a:srgbClr>
            </a:solidFill>
            <a:ln w="5420" cap="flat">
              <a:solidFill>
                <a:srgbClr val="3692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07" name="pg1107"/>
            <p:cNvSpPr/>
            <p:nvPr/>
          </p:nvSpPr>
          <p:spPr>
            <a:xfrm>
              <a:off x="5345979" y="340854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8FA7">
                <a:alpha val="100000"/>
              </a:srgbClr>
            </a:solidFill>
            <a:ln w="5420" cap="flat">
              <a:solidFill>
                <a:srgbClr val="378F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08" name="pg1108"/>
            <p:cNvSpPr/>
            <p:nvPr/>
          </p:nvSpPr>
          <p:spPr>
            <a:xfrm>
              <a:off x="5357616" y="340854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88CA7">
                <a:alpha val="100000"/>
              </a:srgbClr>
            </a:solidFill>
            <a:ln w="5420" cap="flat">
              <a:solidFill>
                <a:srgbClr val="388C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09" name="pg1109"/>
            <p:cNvSpPr/>
            <p:nvPr/>
          </p:nvSpPr>
          <p:spPr>
            <a:xfrm>
              <a:off x="5369253" y="340854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889A6">
                <a:alpha val="100000"/>
              </a:srgbClr>
            </a:solidFill>
            <a:ln w="5420" cap="flat">
              <a:solidFill>
                <a:srgbClr val="3889A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10" name="pg1110"/>
            <p:cNvSpPr/>
            <p:nvPr/>
          </p:nvSpPr>
          <p:spPr>
            <a:xfrm>
              <a:off x="5380891" y="340854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86A5">
                <a:alpha val="100000"/>
              </a:srgbClr>
            </a:solidFill>
            <a:ln w="5420" cap="flat">
              <a:solidFill>
                <a:srgbClr val="3986A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11" name="pg1111"/>
            <p:cNvSpPr/>
            <p:nvPr/>
          </p:nvSpPr>
          <p:spPr>
            <a:xfrm>
              <a:off x="5241243" y="342284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CB1AB">
                <a:alpha val="100000"/>
              </a:srgbClr>
            </a:solidFill>
            <a:ln w="5420" cap="flat">
              <a:solidFill>
                <a:srgbClr val="4CB1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12" name="pg1112"/>
            <p:cNvSpPr/>
            <p:nvPr/>
          </p:nvSpPr>
          <p:spPr>
            <a:xfrm>
              <a:off x="5252880" y="342284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AAFAB">
                <a:alpha val="100000"/>
              </a:srgbClr>
            </a:solidFill>
            <a:ln w="5420" cap="flat">
              <a:solidFill>
                <a:srgbClr val="4AAF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13" name="pg1113"/>
            <p:cNvSpPr/>
            <p:nvPr/>
          </p:nvSpPr>
          <p:spPr>
            <a:xfrm>
              <a:off x="5334341" y="342284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595A9">
                <a:alpha val="100000"/>
              </a:srgbClr>
            </a:solidFill>
            <a:ln w="5420" cap="flat">
              <a:solidFill>
                <a:srgbClr val="3595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14" name="pg1114"/>
            <p:cNvSpPr/>
            <p:nvPr/>
          </p:nvSpPr>
          <p:spPr>
            <a:xfrm>
              <a:off x="5345979" y="342284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692A8">
                <a:alpha val="100000"/>
              </a:srgbClr>
            </a:solidFill>
            <a:ln w="5420" cap="flat">
              <a:solidFill>
                <a:srgbClr val="3692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15" name="pg1115"/>
            <p:cNvSpPr/>
            <p:nvPr/>
          </p:nvSpPr>
          <p:spPr>
            <a:xfrm>
              <a:off x="5357616" y="342284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8FA7">
                <a:alpha val="100000"/>
              </a:srgbClr>
            </a:solidFill>
            <a:ln w="5420" cap="flat">
              <a:solidFill>
                <a:srgbClr val="378F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16" name="pg1116"/>
            <p:cNvSpPr/>
            <p:nvPr/>
          </p:nvSpPr>
          <p:spPr>
            <a:xfrm>
              <a:off x="5369253" y="342284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8CA7">
                <a:alpha val="100000"/>
              </a:srgbClr>
            </a:solidFill>
            <a:ln w="5420" cap="flat">
              <a:solidFill>
                <a:srgbClr val="378C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17" name="pg1117"/>
            <p:cNvSpPr/>
            <p:nvPr/>
          </p:nvSpPr>
          <p:spPr>
            <a:xfrm>
              <a:off x="5380891" y="342284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889A6">
                <a:alpha val="100000"/>
              </a:srgbClr>
            </a:solidFill>
            <a:ln w="5420" cap="flat">
              <a:solidFill>
                <a:srgbClr val="3889A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18" name="pg1118"/>
            <p:cNvSpPr/>
            <p:nvPr/>
          </p:nvSpPr>
          <p:spPr>
            <a:xfrm>
              <a:off x="5217968" y="343714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3BBAB">
                <a:alpha val="100000"/>
              </a:srgbClr>
            </a:solidFill>
            <a:ln w="5420" cap="flat">
              <a:solidFill>
                <a:srgbClr val="53BB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19" name="pg1119"/>
            <p:cNvSpPr/>
            <p:nvPr/>
          </p:nvSpPr>
          <p:spPr>
            <a:xfrm>
              <a:off x="5229605" y="343714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1B8AB">
                <a:alpha val="100000"/>
              </a:srgbClr>
            </a:solidFill>
            <a:ln w="5420" cap="flat">
              <a:solidFill>
                <a:srgbClr val="51B8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20" name="pg1120"/>
            <p:cNvSpPr/>
            <p:nvPr/>
          </p:nvSpPr>
          <p:spPr>
            <a:xfrm>
              <a:off x="5241243" y="343714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FB5AB">
                <a:alpha val="100000"/>
              </a:srgbClr>
            </a:solidFill>
            <a:ln w="5420" cap="flat">
              <a:solidFill>
                <a:srgbClr val="4FB5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21" name="pg1121"/>
            <p:cNvSpPr/>
            <p:nvPr/>
          </p:nvSpPr>
          <p:spPr>
            <a:xfrm>
              <a:off x="5252880" y="343714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DB2AB">
                <a:alpha val="100000"/>
              </a:srgbClr>
            </a:solidFill>
            <a:ln w="5420" cap="flat">
              <a:solidFill>
                <a:srgbClr val="4DB2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22" name="pg1122"/>
            <p:cNvSpPr/>
            <p:nvPr/>
          </p:nvSpPr>
          <p:spPr>
            <a:xfrm>
              <a:off x="5264517" y="343714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BB0AB">
                <a:alpha val="100000"/>
              </a:srgbClr>
            </a:solidFill>
            <a:ln w="5420" cap="flat">
              <a:solidFill>
                <a:srgbClr val="4BB0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23" name="pg1123"/>
            <p:cNvSpPr/>
            <p:nvPr/>
          </p:nvSpPr>
          <p:spPr>
            <a:xfrm>
              <a:off x="5334341" y="343714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699A9">
                <a:alpha val="100000"/>
              </a:srgbClr>
            </a:solidFill>
            <a:ln w="5420" cap="flat">
              <a:solidFill>
                <a:srgbClr val="3699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24" name="pg1124"/>
            <p:cNvSpPr/>
            <p:nvPr/>
          </p:nvSpPr>
          <p:spPr>
            <a:xfrm>
              <a:off x="5345979" y="343714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596A9">
                <a:alpha val="100000"/>
              </a:srgbClr>
            </a:solidFill>
            <a:ln w="5420" cap="flat">
              <a:solidFill>
                <a:srgbClr val="3596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25" name="pg1125"/>
            <p:cNvSpPr/>
            <p:nvPr/>
          </p:nvSpPr>
          <p:spPr>
            <a:xfrm>
              <a:off x="5357616" y="343714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693A8">
                <a:alpha val="100000"/>
              </a:srgbClr>
            </a:solidFill>
            <a:ln w="5420" cap="flat">
              <a:solidFill>
                <a:srgbClr val="3693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26" name="pg1126"/>
            <p:cNvSpPr/>
            <p:nvPr/>
          </p:nvSpPr>
          <p:spPr>
            <a:xfrm>
              <a:off x="5369253" y="343714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690A7">
                <a:alpha val="100000"/>
              </a:srgbClr>
            </a:solidFill>
            <a:ln w="5420" cap="flat">
              <a:solidFill>
                <a:srgbClr val="3690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27" name="pg1127"/>
            <p:cNvSpPr/>
            <p:nvPr/>
          </p:nvSpPr>
          <p:spPr>
            <a:xfrm>
              <a:off x="5380891" y="343714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8DA7">
                <a:alpha val="100000"/>
              </a:srgbClr>
            </a:solidFill>
            <a:ln w="5420" cap="flat">
              <a:solidFill>
                <a:srgbClr val="378D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28" name="pg1128"/>
            <p:cNvSpPr/>
            <p:nvPr/>
          </p:nvSpPr>
          <p:spPr>
            <a:xfrm>
              <a:off x="5194693" y="345144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BC7AC">
                <a:alpha val="100000"/>
              </a:srgbClr>
            </a:solidFill>
            <a:ln w="5420" cap="flat">
              <a:solidFill>
                <a:srgbClr val="5BC7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29" name="pg1129"/>
            <p:cNvSpPr/>
            <p:nvPr/>
          </p:nvSpPr>
          <p:spPr>
            <a:xfrm>
              <a:off x="5206331" y="345144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AC5AC">
                <a:alpha val="100000"/>
              </a:srgbClr>
            </a:solidFill>
            <a:ln w="5420" cap="flat">
              <a:solidFill>
                <a:srgbClr val="5AC5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30" name="pg1130"/>
            <p:cNvSpPr/>
            <p:nvPr/>
          </p:nvSpPr>
          <p:spPr>
            <a:xfrm>
              <a:off x="5217968" y="345144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7C0AC">
                <a:alpha val="100000"/>
              </a:srgbClr>
            </a:solidFill>
            <a:ln w="5420" cap="flat">
              <a:solidFill>
                <a:srgbClr val="57C0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31" name="pg1131"/>
            <p:cNvSpPr/>
            <p:nvPr/>
          </p:nvSpPr>
          <p:spPr>
            <a:xfrm>
              <a:off x="5229605" y="345144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5BDAB">
                <a:alpha val="100000"/>
              </a:srgbClr>
            </a:solidFill>
            <a:ln w="5420" cap="flat">
              <a:solidFill>
                <a:srgbClr val="55BD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32" name="pg1132"/>
            <p:cNvSpPr/>
            <p:nvPr/>
          </p:nvSpPr>
          <p:spPr>
            <a:xfrm>
              <a:off x="5241243" y="345144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3BAAB">
                <a:alpha val="100000"/>
              </a:srgbClr>
            </a:solidFill>
            <a:ln w="5420" cap="flat">
              <a:solidFill>
                <a:srgbClr val="53BA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33" name="pg1133"/>
            <p:cNvSpPr/>
            <p:nvPr/>
          </p:nvSpPr>
          <p:spPr>
            <a:xfrm>
              <a:off x="5252880" y="345144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0B6AB">
                <a:alpha val="100000"/>
              </a:srgbClr>
            </a:solidFill>
            <a:ln w="5420" cap="flat">
              <a:solidFill>
                <a:srgbClr val="50B6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34" name="pg1134"/>
            <p:cNvSpPr/>
            <p:nvPr/>
          </p:nvSpPr>
          <p:spPr>
            <a:xfrm>
              <a:off x="5264517" y="345144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DB3AB">
                <a:alpha val="100000"/>
              </a:srgbClr>
            </a:solidFill>
            <a:ln w="5420" cap="flat">
              <a:solidFill>
                <a:srgbClr val="4DB3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35" name="pg1135"/>
            <p:cNvSpPr/>
            <p:nvPr/>
          </p:nvSpPr>
          <p:spPr>
            <a:xfrm>
              <a:off x="5322704" y="345144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EA1AA">
                <a:alpha val="100000"/>
              </a:srgbClr>
            </a:solidFill>
            <a:ln w="5420" cap="flat">
              <a:solidFill>
                <a:srgbClr val="3EA1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36" name="pg1136"/>
            <p:cNvSpPr/>
            <p:nvPr/>
          </p:nvSpPr>
          <p:spPr>
            <a:xfrm>
              <a:off x="5334341" y="345144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9BA9">
                <a:alpha val="100000"/>
              </a:srgbClr>
            </a:solidFill>
            <a:ln w="5420" cap="flat">
              <a:solidFill>
                <a:srgbClr val="399B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37" name="pg1137"/>
            <p:cNvSpPr/>
            <p:nvPr/>
          </p:nvSpPr>
          <p:spPr>
            <a:xfrm>
              <a:off x="5345979" y="345144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699A9">
                <a:alpha val="100000"/>
              </a:srgbClr>
            </a:solidFill>
            <a:ln w="5420" cap="flat">
              <a:solidFill>
                <a:srgbClr val="3699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38" name="pg1138"/>
            <p:cNvSpPr/>
            <p:nvPr/>
          </p:nvSpPr>
          <p:spPr>
            <a:xfrm>
              <a:off x="5357616" y="345144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496A9">
                <a:alpha val="100000"/>
              </a:srgbClr>
            </a:solidFill>
            <a:ln w="5420" cap="flat">
              <a:solidFill>
                <a:srgbClr val="3496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39" name="pg1139"/>
            <p:cNvSpPr/>
            <p:nvPr/>
          </p:nvSpPr>
          <p:spPr>
            <a:xfrm>
              <a:off x="5369253" y="345144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693A8">
                <a:alpha val="100000"/>
              </a:srgbClr>
            </a:solidFill>
            <a:ln w="5420" cap="flat">
              <a:solidFill>
                <a:srgbClr val="3693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40" name="pg1140"/>
            <p:cNvSpPr/>
            <p:nvPr/>
          </p:nvSpPr>
          <p:spPr>
            <a:xfrm>
              <a:off x="5183056" y="346574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FCDAC">
                <a:alpha val="100000"/>
              </a:srgbClr>
            </a:solidFill>
            <a:ln w="5420" cap="flat">
              <a:solidFill>
                <a:srgbClr val="5FCD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41" name="pg1141"/>
            <p:cNvSpPr/>
            <p:nvPr/>
          </p:nvSpPr>
          <p:spPr>
            <a:xfrm>
              <a:off x="5194693" y="346574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FCCAC">
                <a:alpha val="100000"/>
              </a:srgbClr>
            </a:solidFill>
            <a:ln w="5420" cap="flat">
              <a:solidFill>
                <a:srgbClr val="5FCC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42" name="pg1142"/>
            <p:cNvSpPr/>
            <p:nvPr/>
          </p:nvSpPr>
          <p:spPr>
            <a:xfrm>
              <a:off x="5206331" y="346574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ECBAC">
                <a:alpha val="100000"/>
              </a:srgbClr>
            </a:solidFill>
            <a:ln w="5420" cap="flat">
              <a:solidFill>
                <a:srgbClr val="5ECB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43" name="pg1143"/>
            <p:cNvSpPr/>
            <p:nvPr/>
          </p:nvSpPr>
          <p:spPr>
            <a:xfrm>
              <a:off x="5217968" y="346574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BC6AC">
                <a:alpha val="100000"/>
              </a:srgbClr>
            </a:solidFill>
            <a:ln w="5420" cap="flat">
              <a:solidFill>
                <a:srgbClr val="5BC6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44" name="pg1144"/>
            <p:cNvSpPr/>
            <p:nvPr/>
          </p:nvSpPr>
          <p:spPr>
            <a:xfrm>
              <a:off x="5229605" y="346574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9C3AC">
                <a:alpha val="100000"/>
              </a:srgbClr>
            </a:solidFill>
            <a:ln w="5420" cap="flat">
              <a:solidFill>
                <a:srgbClr val="59C3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45" name="pg1145"/>
            <p:cNvSpPr/>
            <p:nvPr/>
          </p:nvSpPr>
          <p:spPr>
            <a:xfrm>
              <a:off x="5241243" y="346574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6BEAB">
                <a:alpha val="100000"/>
              </a:srgbClr>
            </a:solidFill>
            <a:ln w="5420" cap="flat">
              <a:solidFill>
                <a:srgbClr val="56BE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46" name="pg1146"/>
            <p:cNvSpPr/>
            <p:nvPr/>
          </p:nvSpPr>
          <p:spPr>
            <a:xfrm>
              <a:off x="5252880" y="346574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3BAAB">
                <a:alpha val="100000"/>
              </a:srgbClr>
            </a:solidFill>
            <a:ln w="5420" cap="flat">
              <a:solidFill>
                <a:srgbClr val="53BA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47" name="pg1147"/>
            <p:cNvSpPr/>
            <p:nvPr/>
          </p:nvSpPr>
          <p:spPr>
            <a:xfrm>
              <a:off x="5264517" y="346574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0B6AB">
                <a:alpha val="100000"/>
              </a:srgbClr>
            </a:solidFill>
            <a:ln w="5420" cap="flat">
              <a:solidFill>
                <a:srgbClr val="50B6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48" name="pg1148"/>
            <p:cNvSpPr/>
            <p:nvPr/>
          </p:nvSpPr>
          <p:spPr>
            <a:xfrm>
              <a:off x="5322704" y="346574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0A3AA">
                <a:alpha val="100000"/>
              </a:srgbClr>
            </a:solidFill>
            <a:ln w="5420" cap="flat">
              <a:solidFill>
                <a:srgbClr val="40A3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49" name="pg1149"/>
            <p:cNvSpPr/>
            <p:nvPr/>
          </p:nvSpPr>
          <p:spPr>
            <a:xfrm>
              <a:off x="5334341" y="346574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9EAA">
                <a:alpha val="100000"/>
              </a:srgbClr>
            </a:solidFill>
            <a:ln w="5420" cap="flat">
              <a:solidFill>
                <a:srgbClr val="3B9E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50" name="pg1150"/>
            <p:cNvSpPr/>
            <p:nvPr/>
          </p:nvSpPr>
          <p:spPr>
            <a:xfrm>
              <a:off x="5345979" y="346574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89BA9">
                <a:alpha val="100000"/>
              </a:srgbClr>
            </a:solidFill>
            <a:ln w="5420" cap="flat">
              <a:solidFill>
                <a:srgbClr val="389B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51" name="pg1151"/>
            <p:cNvSpPr/>
            <p:nvPr/>
          </p:nvSpPr>
          <p:spPr>
            <a:xfrm>
              <a:off x="5357616" y="346574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598A9">
                <a:alpha val="100000"/>
              </a:srgbClr>
            </a:solidFill>
            <a:ln w="5420" cap="flat">
              <a:solidFill>
                <a:srgbClr val="3598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52" name="pg1152"/>
            <p:cNvSpPr/>
            <p:nvPr/>
          </p:nvSpPr>
          <p:spPr>
            <a:xfrm>
              <a:off x="5369253" y="346574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595A9">
                <a:alpha val="100000"/>
              </a:srgbClr>
            </a:solidFill>
            <a:ln w="5420" cap="flat">
              <a:solidFill>
                <a:srgbClr val="3595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53" name="pg1153"/>
            <p:cNvSpPr/>
            <p:nvPr/>
          </p:nvSpPr>
          <p:spPr>
            <a:xfrm>
              <a:off x="5124869" y="348004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CC8AC">
                <a:alpha val="100000"/>
              </a:srgbClr>
            </a:solidFill>
            <a:ln w="5420" cap="flat">
              <a:solidFill>
                <a:srgbClr val="5CC8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54" name="pg1154"/>
            <p:cNvSpPr/>
            <p:nvPr/>
          </p:nvSpPr>
          <p:spPr>
            <a:xfrm>
              <a:off x="5136507" y="348004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ECBAC">
                <a:alpha val="100000"/>
              </a:srgbClr>
            </a:solidFill>
            <a:ln w="5420" cap="flat">
              <a:solidFill>
                <a:srgbClr val="5ECB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55" name="pg1155"/>
            <p:cNvSpPr/>
            <p:nvPr/>
          </p:nvSpPr>
          <p:spPr>
            <a:xfrm>
              <a:off x="5148144" y="348004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FCDAC">
                <a:alpha val="100000"/>
              </a:srgbClr>
            </a:solidFill>
            <a:ln w="5420" cap="flat">
              <a:solidFill>
                <a:srgbClr val="5FCD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56" name="pg1156"/>
            <p:cNvSpPr/>
            <p:nvPr/>
          </p:nvSpPr>
          <p:spPr>
            <a:xfrm>
              <a:off x="5159781" y="348004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6D0AE">
                <a:alpha val="100000"/>
              </a:srgbClr>
            </a:solidFill>
            <a:ln w="5420" cap="flat">
              <a:solidFill>
                <a:srgbClr val="66D0A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57" name="pg1157"/>
            <p:cNvSpPr/>
            <p:nvPr/>
          </p:nvSpPr>
          <p:spPr>
            <a:xfrm>
              <a:off x="5171419" y="348004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DD1B1">
                <a:alpha val="100000"/>
              </a:srgbClr>
            </a:solidFill>
            <a:ln w="5420" cap="flat">
              <a:solidFill>
                <a:srgbClr val="6DD1B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58" name="pg1158"/>
            <p:cNvSpPr/>
            <p:nvPr/>
          </p:nvSpPr>
          <p:spPr>
            <a:xfrm>
              <a:off x="5183056" y="348004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ED2B1">
                <a:alpha val="100000"/>
              </a:srgbClr>
            </a:solidFill>
            <a:ln w="5420" cap="flat">
              <a:solidFill>
                <a:srgbClr val="6ED2B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59" name="pg1159"/>
            <p:cNvSpPr/>
            <p:nvPr/>
          </p:nvSpPr>
          <p:spPr>
            <a:xfrm>
              <a:off x="5194693" y="348004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FD2B2">
                <a:alpha val="100000"/>
              </a:srgbClr>
            </a:solidFill>
            <a:ln w="5420" cap="flat">
              <a:solidFill>
                <a:srgbClr val="6FD2B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60" name="pg1160"/>
            <p:cNvSpPr/>
            <p:nvPr/>
          </p:nvSpPr>
          <p:spPr>
            <a:xfrm>
              <a:off x="5206331" y="348004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DD1B1">
                <a:alpha val="100000"/>
              </a:srgbClr>
            </a:solidFill>
            <a:ln w="5420" cap="flat">
              <a:solidFill>
                <a:srgbClr val="6DD1B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61" name="pg1161"/>
            <p:cNvSpPr/>
            <p:nvPr/>
          </p:nvSpPr>
          <p:spPr>
            <a:xfrm>
              <a:off x="5217968" y="348004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FCCAC">
                <a:alpha val="100000"/>
              </a:srgbClr>
            </a:solidFill>
            <a:ln w="5420" cap="flat">
              <a:solidFill>
                <a:srgbClr val="5FCC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62" name="pg1162"/>
            <p:cNvSpPr/>
            <p:nvPr/>
          </p:nvSpPr>
          <p:spPr>
            <a:xfrm>
              <a:off x="5229605" y="348004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CC7AC">
                <a:alpha val="100000"/>
              </a:srgbClr>
            </a:solidFill>
            <a:ln w="5420" cap="flat">
              <a:solidFill>
                <a:srgbClr val="5CC7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63" name="pg1163"/>
            <p:cNvSpPr/>
            <p:nvPr/>
          </p:nvSpPr>
          <p:spPr>
            <a:xfrm>
              <a:off x="5241243" y="348004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8C2AC">
                <a:alpha val="100000"/>
              </a:srgbClr>
            </a:solidFill>
            <a:ln w="5420" cap="flat">
              <a:solidFill>
                <a:srgbClr val="58C2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64" name="pg1164"/>
            <p:cNvSpPr/>
            <p:nvPr/>
          </p:nvSpPr>
          <p:spPr>
            <a:xfrm>
              <a:off x="5252880" y="348004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5BDAB">
                <a:alpha val="100000"/>
              </a:srgbClr>
            </a:solidFill>
            <a:ln w="5420" cap="flat">
              <a:solidFill>
                <a:srgbClr val="55BD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65" name="pg1165"/>
            <p:cNvSpPr/>
            <p:nvPr/>
          </p:nvSpPr>
          <p:spPr>
            <a:xfrm>
              <a:off x="5311067" y="348004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5A8AA">
                <a:alpha val="100000"/>
              </a:srgbClr>
            </a:solidFill>
            <a:ln w="5420" cap="flat">
              <a:solidFill>
                <a:srgbClr val="45A8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66" name="pg1166"/>
            <p:cNvSpPr/>
            <p:nvPr/>
          </p:nvSpPr>
          <p:spPr>
            <a:xfrm>
              <a:off x="5322704" y="348004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2A5AA">
                <a:alpha val="100000"/>
              </a:srgbClr>
            </a:solidFill>
            <a:ln w="5420" cap="flat">
              <a:solidFill>
                <a:srgbClr val="42A5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67" name="pg1167"/>
            <p:cNvSpPr/>
            <p:nvPr/>
          </p:nvSpPr>
          <p:spPr>
            <a:xfrm>
              <a:off x="5334341" y="348004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DA0AA">
                <a:alpha val="100000"/>
              </a:srgbClr>
            </a:solidFill>
            <a:ln w="5420" cap="flat">
              <a:solidFill>
                <a:srgbClr val="3DA0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68" name="pg1168"/>
            <p:cNvSpPr/>
            <p:nvPr/>
          </p:nvSpPr>
          <p:spPr>
            <a:xfrm>
              <a:off x="5345979" y="348004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9DA9">
                <a:alpha val="100000"/>
              </a:srgbClr>
            </a:solidFill>
            <a:ln w="5420" cap="flat">
              <a:solidFill>
                <a:srgbClr val="3A9D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69" name="pg1169"/>
            <p:cNvSpPr/>
            <p:nvPr/>
          </p:nvSpPr>
          <p:spPr>
            <a:xfrm>
              <a:off x="5357616" y="348004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89AA9">
                <a:alpha val="100000"/>
              </a:srgbClr>
            </a:solidFill>
            <a:ln w="5420" cap="flat">
              <a:solidFill>
                <a:srgbClr val="389A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70" name="pg1170"/>
            <p:cNvSpPr/>
            <p:nvPr/>
          </p:nvSpPr>
          <p:spPr>
            <a:xfrm>
              <a:off x="5369253" y="348004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598A9">
                <a:alpha val="100000"/>
              </a:srgbClr>
            </a:solidFill>
            <a:ln w="5420" cap="flat">
              <a:solidFill>
                <a:srgbClr val="3598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71" name="pg1171"/>
            <p:cNvSpPr/>
            <p:nvPr/>
          </p:nvSpPr>
          <p:spPr>
            <a:xfrm>
              <a:off x="5113232" y="349434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CC8AC">
                <a:alpha val="100000"/>
              </a:srgbClr>
            </a:solidFill>
            <a:ln w="5420" cap="flat">
              <a:solidFill>
                <a:srgbClr val="5CC8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72" name="pg1172"/>
            <p:cNvSpPr/>
            <p:nvPr/>
          </p:nvSpPr>
          <p:spPr>
            <a:xfrm>
              <a:off x="5124869" y="349434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DCAAC">
                <a:alpha val="100000"/>
              </a:srgbClr>
            </a:solidFill>
            <a:ln w="5420" cap="flat">
              <a:solidFill>
                <a:srgbClr val="5DCA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73" name="pg1173"/>
            <p:cNvSpPr/>
            <p:nvPr/>
          </p:nvSpPr>
          <p:spPr>
            <a:xfrm>
              <a:off x="5136507" y="349434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0CDAC">
                <a:alpha val="100000"/>
              </a:srgbClr>
            </a:solidFill>
            <a:ln w="5420" cap="flat">
              <a:solidFill>
                <a:srgbClr val="60CD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74" name="pg1174"/>
            <p:cNvSpPr/>
            <p:nvPr/>
          </p:nvSpPr>
          <p:spPr>
            <a:xfrm>
              <a:off x="5148144" y="349434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8D0AF">
                <a:alpha val="100000"/>
              </a:srgbClr>
            </a:solidFill>
            <a:ln w="5420" cap="flat">
              <a:solidFill>
                <a:srgbClr val="68D0A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75" name="pg1175"/>
            <p:cNvSpPr/>
            <p:nvPr/>
          </p:nvSpPr>
          <p:spPr>
            <a:xfrm>
              <a:off x="5159781" y="349434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1D3B2">
                <a:alpha val="100000"/>
              </a:srgbClr>
            </a:solidFill>
            <a:ln w="5420" cap="flat">
              <a:solidFill>
                <a:srgbClr val="71D3B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76" name="pg1176"/>
            <p:cNvSpPr/>
            <p:nvPr/>
          </p:nvSpPr>
          <p:spPr>
            <a:xfrm>
              <a:off x="5171419" y="349434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9D5B6">
                <a:alpha val="100000"/>
              </a:srgbClr>
            </a:solidFill>
            <a:ln w="5420" cap="flat">
              <a:solidFill>
                <a:srgbClr val="79D5B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77" name="pg1177"/>
            <p:cNvSpPr/>
            <p:nvPr/>
          </p:nvSpPr>
          <p:spPr>
            <a:xfrm>
              <a:off x="5183056" y="349434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FD7B8">
                <a:alpha val="100000"/>
              </a:srgbClr>
            </a:solidFill>
            <a:ln w="5420" cap="flat">
              <a:solidFill>
                <a:srgbClr val="7FD7B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78" name="pg1178"/>
            <p:cNvSpPr/>
            <p:nvPr/>
          </p:nvSpPr>
          <p:spPr>
            <a:xfrm>
              <a:off x="5194693" y="349434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82D7B9">
                <a:alpha val="100000"/>
              </a:srgbClr>
            </a:solidFill>
            <a:ln w="5420" cap="flat">
              <a:solidFill>
                <a:srgbClr val="82D7B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79" name="pg1179"/>
            <p:cNvSpPr/>
            <p:nvPr/>
          </p:nvSpPr>
          <p:spPr>
            <a:xfrm>
              <a:off x="5206331" y="349434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80D7B8">
                <a:alpha val="100000"/>
              </a:srgbClr>
            </a:solidFill>
            <a:ln w="5420" cap="flat">
              <a:solidFill>
                <a:srgbClr val="80D7B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80" name="pg1180"/>
            <p:cNvSpPr/>
            <p:nvPr/>
          </p:nvSpPr>
          <p:spPr>
            <a:xfrm>
              <a:off x="5217968" y="349434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CD1B0">
                <a:alpha val="100000"/>
              </a:srgbClr>
            </a:solidFill>
            <a:ln w="5420" cap="flat">
              <a:solidFill>
                <a:srgbClr val="6CD1B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81" name="pg1181"/>
            <p:cNvSpPr/>
            <p:nvPr/>
          </p:nvSpPr>
          <p:spPr>
            <a:xfrm>
              <a:off x="5229605" y="349434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FCCAC">
                <a:alpha val="100000"/>
              </a:srgbClr>
            </a:solidFill>
            <a:ln w="5420" cap="flat">
              <a:solidFill>
                <a:srgbClr val="5FCC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82" name="pg1182"/>
            <p:cNvSpPr/>
            <p:nvPr/>
          </p:nvSpPr>
          <p:spPr>
            <a:xfrm>
              <a:off x="5241243" y="349434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AC5AC">
                <a:alpha val="100000"/>
              </a:srgbClr>
            </a:solidFill>
            <a:ln w="5420" cap="flat">
              <a:solidFill>
                <a:srgbClr val="5AC5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83" name="pg1183"/>
            <p:cNvSpPr/>
            <p:nvPr/>
          </p:nvSpPr>
          <p:spPr>
            <a:xfrm>
              <a:off x="5299429" y="349434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8ACAA">
                <a:alpha val="100000"/>
              </a:srgbClr>
            </a:solidFill>
            <a:ln w="5420" cap="flat">
              <a:solidFill>
                <a:srgbClr val="48AC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84" name="pg1184"/>
            <p:cNvSpPr/>
            <p:nvPr/>
          </p:nvSpPr>
          <p:spPr>
            <a:xfrm>
              <a:off x="5311067" y="349434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5A9AA">
                <a:alpha val="100000"/>
              </a:srgbClr>
            </a:solidFill>
            <a:ln w="5420" cap="flat">
              <a:solidFill>
                <a:srgbClr val="45A9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85" name="pg1185"/>
            <p:cNvSpPr/>
            <p:nvPr/>
          </p:nvSpPr>
          <p:spPr>
            <a:xfrm>
              <a:off x="5322704" y="349434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3A6AA">
                <a:alpha val="100000"/>
              </a:srgbClr>
            </a:solidFill>
            <a:ln w="5420" cap="flat">
              <a:solidFill>
                <a:srgbClr val="43A6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86" name="pg1186"/>
            <p:cNvSpPr/>
            <p:nvPr/>
          </p:nvSpPr>
          <p:spPr>
            <a:xfrm>
              <a:off x="5334341" y="349434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EA1AA">
                <a:alpha val="100000"/>
              </a:srgbClr>
            </a:solidFill>
            <a:ln w="5420" cap="flat">
              <a:solidFill>
                <a:srgbClr val="3EA1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87" name="pg1187"/>
            <p:cNvSpPr/>
            <p:nvPr/>
          </p:nvSpPr>
          <p:spPr>
            <a:xfrm>
              <a:off x="5345979" y="349434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9EAA">
                <a:alpha val="100000"/>
              </a:srgbClr>
            </a:solidFill>
            <a:ln w="5420" cap="flat">
              <a:solidFill>
                <a:srgbClr val="3C9E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88" name="pg1188"/>
            <p:cNvSpPr/>
            <p:nvPr/>
          </p:nvSpPr>
          <p:spPr>
            <a:xfrm>
              <a:off x="5357616" y="349434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9CA9">
                <a:alpha val="100000"/>
              </a:srgbClr>
            </a:solidFill>
            <a:ln w="5420" cap="flat">
              <a:solidFill>
                <a:srgbClr val="399C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89" name="pg1189"/>
            <p:cNvSpPr/>
            <p:nvPr/>
          </p:nvSpPr>
          <p:spPr>
            <a:xfrm>
              <a:off x="5369253" y="349434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9AA9">
                <a:alpha val="100000"/>
              </a:srgbClr>
            </a:solidFill>
            <a:ln w="5420" cap="flat">
              <a:solidFill>
                <a:srgbClr val="379A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90" name="pg1190"/>
            <p:cNvSpPr/>
            <p:nvPr/>
          </p:nvSpPr>
          <p:spPr>
            <a:xfrm>
              <a:off x="5089957" y="350864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9C3AC">
                <a:alpha val="100000"/>
              </a:srgbClr>
            </a:solidFill>
            <a:ln w="5420" cap="flat">
              <a:solidFill>
                <a:srgbClr val="59C3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91" name="pg1191"/>
            <p:cNvSpPr/>
            <p:nvPr/>
          </p:nvSpPr>
          <p:spPr>
            <a:xfrm>
              <a:off x="5101595" y="350864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BC7AC">
                <a:alpha val="100000"/>
              </a:srgbClr>
            </a:solidFill>
            <a:ln w="5420" cap="flat">
              <a:solidFill>
                <a:srgbClr val="5BC7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92" name="pg1192"/>
            <p:cNvSpPr/>
            <p:nvPr/>
          </p:nvSpPr>
          <p:spPr>
            <a:xfrm>
              <a:off x="5113232" y="350864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DCAAC">
                <a:alpha val="100000"/>
              </a:srgbClr>
            </a:solidFill>
            <a:ln w="5420" cap="flat">
              <a:solidFill>
                <a:srgbClr val="5DCA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93" name="pg1193"/>
            <p:cNvSpPr/>
            <p:nvPr/>
          </p:nvSpPr>
          <p:spPr>
            <a:xfrm>
              <a:off x="5124869" y="350864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FCDAC">
                <a:alpha val="100000"/>
              </a:srgbClr>
            </a:solidFill>
            <a:ln w="5420" cap="flat">
              <a:solidFill>
                <a:srgbClr val="5FCD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94" name="pg1194"/>
            <p:cNvSpPr/>
            <p:nvPr/>
          </p:nvSpPr>
          <p:spPr>
            <a:xfrm>
              <a:off x="5136507" y="350864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9D0AF">
                <a:alpha val="100000"/>
              </a:srgbClr>
            </a:solidFill>
            <a:ln w="5420" cap="flat">
              <a:solidFill>
                <a:srgbClr val="69D0A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95" name="pg1195"/>
            <p:cNvSpPr/>
            <p:nvPr/>
          </p:nvSpPr>
          <p:spPr>
            <a:xfrm>
              <a:off x="5148144" y="350864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5D4B4">
                <a:alpha val="100000"/>
              </a:srgbClr>
            </a:solidFill>
            <a:ln w="5420" cap="flat">
              <a:solidFill>
                <a:srgbClr val="75D4B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96" name="pg1196"/>
            <p:cNvSpPr/>
            <p:nvPr/>
          </p:nvSpPr>
          <p:spPr>
            <a:xfrm>
              <a:off x="5159781" y="350864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81D7B9">
                <a:alpha val="100000"/>
              </a:srgbClr>
            </a:solidFill>
            <a:ln w="5420" cap="flat">
              <a:solidFill>
                <a:srgbClr val="81D7B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97" name="pg1197"/>
            <p:cNvSpPr/>
            <p:nvPr/>
          </p:nvSpPr>
          <p:spPr>
            <a:xfrm>
              <a:off x="5171419" y="350864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8DDBBE">
                <a:alpha val="100000"/>
              </a:srgbClr>
            </a:solidFill>
            <a:ln w="5420" cap="flat">
              <a:solidFill>
                <a:srgbClr val="8DDBB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98" name="pg1198"/>
            <p:cNvSpPr/>
            <p:nvPr/>
          </p:nvSpPr>
          <p:spPr>
            <a:xfrm>
              <a:off x="5183056" y="350864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98DEC3">
                <a:alpha val="100000"/>
              </a:srgbClr>
            </a:solidFill>
            <a:ln w="5420" cap="flat">
              <a:solidFill>
                <a:srgbClr val="98DEC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99" name="pg1199"/>
            <p:cNvSpPr/>
            <p:nvPr/>
          </p:nvSpPr>
          <p:spPr>
            <a:xfrm>
              <a:off x="5194693" y="350864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9EE0C6">
                <a:alpha val="100000"/>
              </a:srgbClr>
            </a:solidFill>
            <a:ln w="5420" cap="flat">
              <a:solidFill>
                <a:srgbClr val="9EE0C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00" name="pg1200"/>
            <p:cNvSpPr/>
            <p:nvPr/>
          </p:nvSpPr>
          <p:spPr>
            <a:xfrm>
              <a:off x="5206331" y="350864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9DE0C5">
                <a:alpha val="100000"/>
              </a:srgbClr>
            </a:solidFill>
            <a:ln w="5420" cap="flat">
              <a:solidFill>
                <a:srgbClr val="9DE0C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01" name="pg1201"/>
            <p:cNvSpPr/>
            <p:nvPr/>
          </p:nvSpPr>
          <p:spPr>
            <a:xfrm>
              <a:off x="5217968" y="350864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80D7B8">
                <a:alpha val="100000"/>
              </a:srgbClr>
            </a:solidFill>
            <a:ln w="5420" cap="flat">
              <a:solidFill>
                <a:srgbClr val="80D7B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02" name="pg1202"/>
            <p:cNvSpPr/>
            <p:nvPr/>
          </p:nvSpPr>
          <p:spPr>
            <a:xfrm>
              <a:off x="5287792" y="350864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7ABAA">
                <a:alpha val="100000"/>
              </a:srgbClr>
            </a:solidFill>
            <a:ln w="5420" cap="flat">
              <a:solidFill>
                <a:srgbClr val="47AB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03" name="pg1203"/>
            <p:cNvSpPr/>
            <p:nvPr/>
          </p:nvSpPr>
          <p:spPr>
            <a:xfrm>
              <a:off x="5299429" y="350864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5A9AA">
                <a:alpha val="100000"/>
              </a:srgbClr>
            </a:solidFill>
            <a:ln w="5420" cap="flat">
              <a:solidFill>
                <a:srgbClr val="45A9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04" name="pg1204"/>
            <p:cNvSpPr/>
            <p:nvPr/>
          </p:nvSpPr>
          <p:spPr>
            <a:xfrm>
              <a:off x="5311067" y="350864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4A7AA">
                <a:alpha val="100000"/>
              </a:srgbClr>
            </a:solidFill>
            <a:ln w="5420" cap="flat">
              <a:solidFill>
                <a:srgbClr val="44A7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05" name="pg1205"/>
            <p:cNvSpPr/>
            <p:nvPr/>
          </p:nvSpPr>
          <p:spPr>
            <a:xfrm>
              <a:off x="5322704" y="350864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2A5AA">
                <a:alpha val="100000"/>
              </a:srgbClr>
            </a:solidFill>
            <a:ln w="5420" cap="flat">
              <a:solidFill>
                <a:srgbClr val="42A5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06" name="pg1206"/>
            <p:cNvSpPr/>
            <p:nvPr/>
          </p:nvSpPr>
          <p:spPr>
            <a:xfrm>
              <a:off x="5334341" y="350864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FA2AA">
                <a:alpha val="100000"/>
              </a:srgbClr>
            </a:solidFill>
            <a:ln w="5420" cap="flat">
              <a:solidFill>
                <a:srgbClr val="3FA2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07" name="pg1207"/>
            <p:cNvSpPr/>
            <p:nvPr/>
          </p:nvSpPr>
          <p:spPr>
            <a:xfrm>
              <a:off x="5345979" y="350864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DA0AA">
                <a:alpha val="100000"/>
              </a:srgbClr>
            </a:solidFill>
            <a:ln w="5420" cap="flat">
              <a:solidFill>
                <a:srgbClr val="3DA0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08" name="pg1208"/>
            <p:cNvSpPr/>
            <p:nvPr/>
          </p:nvSpPr>
          <p:spPr>
            <a:xfrm>
              <a:off x="5066683" y="352294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8C2AC">
                <a:alpha val="100000"/>
              </a:srgbClr>
            </a:solidFill>
            <a:ln w="5420" cap="flat">
              <a:solidFill>
                <a:srgbClr val="58C2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09" name="pg1209"/>
            <p:cNvSpPr/>
            <p:nvPr/>
          </p:nvSpPr>
          <p:spPr>
            <a:xfrm>
              <a:off x="5078320" y="352294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9C2AC">
                <a:alpha val="100000"/>
              </a:srgbClr>
            </a:solidFill>
            <a:ln w="5420" cap="flat">
              <a:solidFill>
                <a:srgbClr val="59C2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10" name="pg1210"/>
            <p:cNvSpPr/>
            <p:nvPr/>
          </p:nvSpPr>
          <p:spPr>
            <a:xfrm>
              <a:off x="5089957" y="352294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9C4AC">
                <a:alpha val="100000"/>
              </a:srgbClr>
            </a:solidFill>
            <a:ln w="5420" cap="flat">
              <a:solidFill>
                <a:srgbClr val="59C4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11" name="pg1211"/>
            <p:cNvSpPr/>
            <p:nvPr/>
          </p:nvSpPr>
          <p:spPr>
            <a:xfrm>
              <a:off x="5101595" y="352294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BC7AC">
                <a:alpha val="100000"/>
              </a:srgbClr>
            </a:solidFill>
            <a:ln w="5420" cap="flat">
              <a:solidFill>
                <a:srgbClr val="5BC7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12" name="pg1212"/>
            <p:cNvSpPr/>
            <p:nvPr/>
          </p:nvSpPr>
          <p:spPr>
            <a:xfrm>
              <a:off x="5113232" y="352294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DC9AC">
                <a:alpha val="100000"/>
              </a:srgbClr>
            </a:solidFill>
            <a:ln w="5420" cap="flat">
              <a:solidFill>
                <a:srgbClr val="5DC9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13" name="pg1213"/>
            <p:cNvSpPr/>
            <p:nvPr/>
          </p:nvSpPr>
          <p:spPr>
            <a:xfrm>
              <a:off x="5124869" y="352294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FCDAC">
                <a:alpha val="100000"/>
              </a:srgbClr>
            </a:solidFill>
            <a:ln w="5420" cap="flat">
              <a:solidFill>
                <a:srgbClr val="5FCD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14" name="pg1214"/>
            <p:cNvSpPr/>
            <p:nvPr/>
          </p:nvSpPr>
          <p:spPr>
            <a:xfrm>
              <a:off x="5136507" y="352294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7D0AF">
                <a:alpha val="100000"/>
              </a:srgbClr>
            </a:solidFill>
            <a:ln w="5420" cap="flat">
              <a:solidFill>
                <a:srgbClr val="67D0A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15" name="pg1215"/>
            <p:cNvSpPr/>
            <p:nvPr/>
          </p:nvSpPr>
          <p:spPr>
            <a:xfrm>
              <a:off x="5148144" y="352294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4D3B3">
                <a:alpha val="100000"/>
              </a:srgbClr>
            </a:solidFill>
            <a:ln w="5420" cap="flat">
              <a:solidFill>
                <a:srgbClr val="74D3B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16" name="pg1216"/>
            <p:cNvSpPr/>
            <p:nvPr/>
          </p:nvSpPr>
          <p:spPr>
            <a:xfrm>
              <a:off x="5159781" y="352294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80D7B9">
                <a:alpha val="100000"/>
              </a:srgbClr>
            </a:solidFill>
            <a:ln w="5420" cap="flat">
              <a:solidFill>
                <a:srgbClr val="80D7B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17" name="pg1217"/>
            <p:cNvSpPr/>
            <p:nvPr/>
          </p:nvSpPr>
          <p:spPr>
            <a:xfrm>
              <a:off x="5171419" y="352294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8DDBBE">
                <a:alpha val="100000"/>
              </a:srgbClr>
            </a:solidFill>
            <a:ln w="5420" cap="flat">
              <a:solidFill>
                <a:srgbClr val="8DDBB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18" name="pg1218"/>
            <p:cNvSpPr/>
            <p:nvPr/>
          </p:nvSpPr>
          <p:spPr>
            <a:xfrm>
              <a:off x="5183056" y="352294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98DEC3">
                <a:alpha val="100000"/>
              </a:srgbClr>
            </a:solidFill>
            <a:ln w="5420" cap="flat">
              <a:solidFill>
                <a:srgbClr val="98DEC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19" name="pg1219"/>
            <p:cNvSpPr/>
            <p:nvPr/>
          </p:nvSpPr>
          <p:spPr>
            <a:xfrm>
              <a:off x="5194693" y="352294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9FE1C6">
                <a:alpha val="100000"/>
              </a:srgbClr>
            </a:solidFill>
            <a:ln w="5420" cap="flat">
              <a:solidFill>
                <a:srgbClr val="9FE1C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20" name="pg1220"/>
            <p:cNvSpPr/>
            <p:nvPr/>
          </p:nvSpPr>
          <p:spPr>
            <a:xfrm>
              <a:off x="5206331" y="352294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9FE0C6">
                <a:alpha val="100000"/>
              </a:srgbClr>
            </a:solidFill>
            <a:ln w="5420" cap="flat">
              <a:solidFill>
                <a:srgbClr val="9FE0C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21" name="pg1221"/>
            <p:cNvSpPr/>
            <p:nvPr/>
          </p:nvSpPr>
          <p:spPr>
            <a:xfrm>
              <a:off x="5217968" y="352294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9D5B5">
                <a:alpha val="100000"/>
              </a:srgbClr>
            </a:solidFill>
            <a:ln w="5420" cap="flat">
              <a:solidFill>
                <a:srgbClr val="79D5B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22" name="pg1222"/>
            <p:cNvSpPr/>
            <p:nvPr/>
          </p:nvSpPr>
          <p:spPr>
            <a:xfrm>
              <a:off x="5229605" y="352294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DC9AC">
                <a:alpha val="100000"/>
              </a:srgbClr>
            </a:solidFill>
            <a:ln w="5420" cap="flat">
              <a:solidFill>
                <a:srgbClr val="5DC9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23" name="pg1223"/>
            <p:cNvSpPr/>
            <p:nvPr/>
          </p:nvSpPr>
          <p:spPr>
            <a:xfrm>
              <a:off x="5241243" y="352294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4BCAB">
                <a:alpha val="100000"/>
              </a:srgbClr>
            </a:solidFill>
            <a:ln w="5420" cap="flat">
              <a:solidFill>
                <a:srgbClr val="54BC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24" name="pg1224"/>
            <p:cNvSpPr/>
            <p:nvPr/>
          </p:nvSpPr>
          <p:spPr>
            <a:xfrm>
              <a:off x="5252880" y="352294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DB2AB">
                <a:alpha val="100000"/>
              </a:srgbClr>
            </a:solidFill>
            <a:ln w="5420" cap="flat">
              <a:solidFill>
                <a:srgbClr val="4DB2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25" name="pg1225"/>
            <p:cNvSpPr/>
            <p:nvPr/>
          </p:nvSpPr>
          <p:spPr>
            <a:xfrm>
              <a:off x="5276155" y="352294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5A9AA">
                <a:alpha val="100000"/>
              </a:srgbClr>
            </a:solidFill>
            <a:ln w="5420" cap="flat">
              <a:solidFill>
                <a:srgbClr val="45A9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26" name="pg1226"/>
            <p:cNvSpPr/>
            <p:nvPr/>
          </p:nvSpPr>
          <p:spPr>
            <a:xfrm>
              <a:off x="5287792" y="352294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4A7AA">
                <a:alpha val="100000"/>
              </a:srgbClr>
            </a:solidFill>
            <a:ln w="5420" cap="flat">
              <a:solidFill>
                <a:srgbClr val="44A7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27" name="pg1227"/>
            <p:cNvSpPr/>
            <p:nvPr/>
          </p:nvSpPr>
          <p:spPr>
            <a:xfrm>
              <a:off x="5299429" y="352294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3A6AA">
                <a:alpha val="100000"/>
              </a:srgbClr>
            </a:solidFill>
            <a:ln w="5420" cap="flat">
              <a:solidFill>
                <a:srgbClr val="43A6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28" name="pg1228"/>
            <p:cNvSpPr/>
            <p:nvPr/>
          </p:nvSpPr>
          <p:spPr>
            <a:xfrm>
              <a:off x="5311067" y="352294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2A5AA">
                <a:alpha val="100000"/>
              </a:srgbClr>
            </a:solidFill>
            <a:ln w="5420" cap="flat">
              <a:solidFill>
                <a:srgbClr val="42A5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29" name="pg1229"/>
            <p:cNvSpPr/>
            <p:nvPr/>
          </p:nvSpPr>
          <p:spPr>
            <a:xfrm>
              <a:off x="5322704" y="352294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1A4AA">
                <a:alpha val="100000"/>
              </a:srgbClr>
            </a:solidFill>
            <a:ln w="5420" cap="flat">
              <a:solidFill>
                <a:srgbClr val="41A4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30" name="pg1230"/>
            <p:cNvSpPr/>
            <p:nvPr/>
          </p:nvSpPr>
          <p:spPr>
            <a:xfrm>
              <a:off x="5334341" y="352294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FA1AA">
                <a:alpha val="100000"/>
              </a:srgbClr>
            </a:solidFill>
            <a:ln w="5420" cap="flat">
              <a:solidFill>
                <a:srgbClr val="3FA1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31" name="pg1231"/>
            <p:cNvSpPr/>
            <p:nvPr/>
          </p:nvSpPr>
          <p:spPr>
            <a:xfrm>
              <a:off x="5345979" y="352294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EA0AA">
                <a:alpha val="100000"/>
              </a:srgbClr>
            </a:solidFill>
            <a:ln w="5420" cap="flat">
              <a:solidFill>
                <a:srgbClr val="3EA0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32" name="pg1232"/>
            <p:cNvSpPr/>
            <p:nvPr/>
          </p:nvSpPr>
          <p:spPr>
            <a:xfrm>
              <a:off x="5066683" y="353724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9C3AC">
                <a:alpha val="100000"/>
              </a:srgbClr>
            </a:solidFill>
            <a:ln w="5420" cap="flat">
              <a:solidFill>
                <a:srgbClr val="59C3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33" name="pg1233"/>
            <p:cNvSpPr/>
            <p:nvPr/>
          </p:nvSpPr>
          <p:spPr>
            <a:xfrm>
              <a:off x="5078320" y="353724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9C4AC">
                <a:alpha val="100000"/>
              </a:srgbClr>
            </a:solidFill>
            <a:ln w="5420" cap="flat">
              <a:solidFill>
                <a:srgbClr val="59C4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34" name="pg1234"/>
            <p:cNvSpPr/>
            <p:nvPr/>
          </p:nvSpPr>
          <p:spPr>
            <a:xfrm>
              <a:off x="5089957" y="353724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AC4AC">
                <a:alpha val="100000"/>
              </a:srgbClr>
            </a:solidFill>
            <a:ln w="5420" cap="flat">
              <a:solidFill>
                <a:srgbClr val="5AC4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35" name="pg1235"/>
            <p:cNvSpPr/>
            <p:nvPr/>
          </p:nvSpPr>
          <p:spPr>
            <a:xfrm>
              <a:off x="5101595" y="353724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BC7AC">
                <a:alpha val="100000"/>
              </a:srgbClr>
            </a:solidFill>
            <a:ln w="5420" cap="flat">
              <a:solidFill>
                <a:srgbClr val="5BC7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36" name="pg1236"/>
            <p:cNvSpPr/>
            <p:nvPr/>
          </p:nvSpPr>
          <p:spPr>
            <a:xfrm>
              <a:off x="5113232" y="353724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DC9AC">
                <a:alpha val="100000"/>
              </a:srgbClr>
            </a:solidFill>
            <a:ln w="5420" cap="flat">
              <a:solidFill>
                <a:srgbClr val="5DC9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37" name="pg1237"/>
            <p:cNvSpPr/>
            <p:nvPr/>
          </p:nvSpPr>
          <p:spPr>
            <a:xfrm>
              <a:off x="5124869" y="353724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ECBAC">
                <a:alpha val="100000"/>
              </a:srgbClr>
            </a:solidFill>
            <a:ln w="5420" cap="flat">
              <a:solidFill>
                <a:srgbClr val="5ECB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38" name="pg1238"/>
            <p:cNvSpPr/>
            <p:nvPr/>
          </p:nvSpPr>
          <p:spPr>
            <a:xfrm>
              <a:off x="5136507" y="353724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2CFAD">
                <a:alpha val="100000"/>
              </a:srgbClr>
            </a:solidFill>
            <a:ln w="5420" cap="flat">
              <a:solidFill>
                <a:srgbClr val="62CFA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39" name="pg1239"/>
            <p:cNvSpPr/>
            <p:nvPr/>
          </p:nvSpPr>
          <p:spPr>
            <a:xfrm>
              <a:off x="5148144" y="353724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DD1B1">
                <a:alpha val="100000"/>
              </a:srgbClr>
            </a:solidFill>
            <a:ln w="5420" cap="flat">
              <a:solidFill>
                <a:srgbClr val="6DD1B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40" name="pg1240"/>
            <p:cNvSpPr/>
            <p:nvPr/>
          </p:nvSpPr>
          <p:spPr>
            <a:xfrm>
              <a:off x="5159781" y="353724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8D5B5">
                <a:alpha val="100000"/>
              </a:srgbClr>
            </a:solidFill>
            <a:ln w="5420" cap="flat">
              <a:solidFill>
                <a:srgbClr val="78D5B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41" name="pg1241"/>
            <p:cNvSpPr/>
            <p:nvPr/>
          </p:nvSpPr>
          <p:spPr>
            <a:xfrm>
              <a:off x="5171419" y="353724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83D8BA">
                <a:alpha val="100000"/>
              </a:srgbClr>
            </a:solidFill>
            <a:ln w="5420" cap="flat">
              <a:solidFill>
                <a:srgbClr val="83D8B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42" name="pg1242"/>
            <p:cNvSpPr/>
            <p:nvPr/>
          </p:nvSpPr>
          <p:spPr>
            <a:xfrm>
              <a:off x="5183056" y="353724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8DDBBE">
                <a:alpha val="100000"/>
              </a:srgbClr>
            </a:solidFill>
            <a:ln w="5420" cap="flat">
              <a:solidFill>
                <a:srgbClr val="8DDBB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43" name="pg1243"/>
            <p:cNvSpPr/>
            <p:nvPr/>
          </p:nvSpPr>
          <p:spPr>
            <a:xfrm>
              <a:off x="5194693" y="353724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92DCC0">
                <a:alpha val="100000"/>
              </a:srgbClr>
            </a:solidFill>
            <a:ln w="5420" cap="flat">
              <a:solidFill>
                <a:srgbClr val="92DCC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44" name="pg1244"/>
            <p:cNvSpPr/>
            <p:nvPr/>
          </p:nvSpPr>
          <p:spPr>
            <a:xfrm>
              <a:off x="5206331" y="353724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8EDBBF">
                <a:alpha val="100000"/>
              </a:srgbClr>
            </a:solidFill>
            <a:ln w="5420" cap="flat">
              <a:solidFill>
                <a:srgbClr val="8EDBB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45" name="pg1245"/>
            <p:cNvSpPr/>
            <p:nvPr/>
          </p:nvSpPr>
          <p:spPr>
            <a:xfrm>
              <a:off x="5217968" y="353724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FCDAC">
                <a:alpha val="100000"/>
              </a:srgbClr>
            </a:solidFill>
            <a:ln w="5420" cap="flat">
              <a:solidFill>
                <a:srgbClr val="5FCD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46" name="pg1246"/>
            <p:cNvSpPr/>
            <p:nvPr/>
          </p:nvSpPr>
          <p:spPr>
            <a:xfrm>
              <a:off x="5229605" y="353724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5BDAB">
                <a:alpha val="100000"/>
              </a:srgbClr>
            </a:solidFill>
            <a:ln w="5420" cap="flat">
              <a:solidFill>
                <a:srgbClr val="55BD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47" name="pg1247"/>
            <p:cNvSpPr/>
            <p:nvPr/>
          </p:nvSpPr>
          <p:spPr>
            <a:xfrm>
              <a:off x="5241243" y="353724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BAFAB">
                <a:alpha val="100000"/>
              </a:srgbClr>
            </a:solidFill>
            <a:ln w="5420" cap="flat">
              <a:solidFill>
                <a:srgbClr val="4BAF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48" name="pg1248"/>
            <p:cNvSpPr/>
            <p:nvPr/>
          </p:nvSpPr>
          <p:spPr>
            <a:xfrm>
              <a:off x="5252880" y="353724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4A7AA">
                <a:alpha val="100000"/>
              </a:srgbClr>
            </a:solidFill>
            <a:ln w="5420" cap="flat">
              <a:solidFill>
                <a:srgbClr val="44A7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49" name="pg1249"/>
            <p:cNvSpPr/>
            <p:nvPr/>
          </p:nvSpPr>
          <p:spPr>
            <a:xfrm>
              <a:off x="5264517" y="353724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0A3AA">
                <a:alpha val="100000"/>
              </a:srgbClr>
            </a:solidFill>
            <a:ln w="5420" cap="flat">
              <a:solidFill>
                <a:srgbClr val="40A3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50" name="pg1250"/>
            <p:cNvSpPr/>
            <p:nvPr/>
          </p:nvSpPr>
          <p:spPr>
            <a:xfrm>
              <a:off x="5276155" y="353724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FA2AA">
                <a:alpha val="100000"/>
              </a:srgbClr>
            </a:solidFill>
            <a:ln w="5420" cap="flat">
              <a:solidFill>
                <a:srgbClr val="3FA2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51" name="pg1251"/>
            <p:cNvSpPr/>
            <p:nvPr/>
          </p:nvSpPr>
          <p:spPr>
            <a:xfrm>
              <a:off x="5287792" y="353724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FA2AA">
                <a:alpha val="100000"/>
              </a:srgbClr>
            </a:solidFill>
            <a:ln w="5420" cap="flat">
              <a:solidFill>
                <a:srgbClr val="3FA2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52" name="pg1252"/>
            <p:cNvSpPr/>
            <p:nvPr/>
          </p:nvSpPr>
          <p:spPr>
            <a:xfrm>
              <a:off x="5299429" y="353724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0A2AA">
                <a:alpha val="100000"/>
              </a:srgbClr>
            </a:solidFill>
            <a:ln w="5420" cap="flat">
              <a:solidFill>
                <a:srgbClr val="40A2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53" name="pg1253"/>
            <p:cNvSpPr/>
            <p:nvPr/>
          </p:nvSpPr>
          <p:spPr>
            <a:xfrm>
              <a:off x="5311067" y="353724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0A2AA">
                <a:alpha val="100000"/>
              </a:srgbClr>
            </a:solidFill>
            <a:ln w="5420" cap="flat">
              <a:solidFill>
                <a:srgbClr val="40A2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54" name="pg1254"/>
            <p:cNvSpPr/>
            <p:nvPr/>
          </p:nvSpPr>
          <p:spPr>
            <a:xfrm>
              <a:off x="5322704" y="353724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FA2AA">
                <a:alpha val="100000"/>
              </a:srgbClr>
            </a:solidFill>
            <a:ln w="5420" cap="flat">
              <a:solidFill>
                <a:srgbClr val="3FA2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55" name="pg1255"/>
            <p:cNvSpPr/>
            <p:nvPr/>
          </p:nvSpPr>
          <p:spPr>
            <a:xfrm>
              <a:off x="5334341" y="353724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FA1AA">
                <a:alpha val="100000"/>
              </a:srgbClr>
            </a:solidFill>
            <a:ln w="5420" cap="flat">
              <a:solidFill>
                <a:srgbClr val="3FA1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56" name="pg1256"/>
            <p:cNvSpPr/>
            <p:nvPr/>
          </p:nvSpPr>
          <p:spPr>
            <a:xfrm>
              <a:off x="5066683" y="355154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BC6AC">
                <a:alpha val="100000"/>
              </a:srgbClr>
            </a:solidFill>
            <a:ln w="5420" cap="flat">
              <a:solidFill>
                <a:srgbClr val="5BC6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57" name="pg1257"/>
            <p:cNvSpPr/>
            <p:nvPr/>
          </p:nvSpPr>
          <p:spPr>
            <a:xfrm>
              <a:off x="5078320" y="355154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AC5AC">
                <a:alpha val="100000"/>
              </a:srgbClr>
            </a:solidFill>
            <a:ln w="5420" cap="flat">
              <a:solidFill>
                <a:srgbClr val="5AC5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58" name="pg1258"/>
            <p:cNvSpPr/>
            <p:nvPr/>
          </p:nvSpPr>
          <p:spPr>
            <a:xfrm>
              <a:off x="5089957" y="355154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AC5AC">
                <a:alpha val="100000"/>
              </a:srgbClr>
            </a:solidFill>
            <a:ln w="5420" cap="flat">
              <a:solidFill>
                <a:srgbClr val="5AC5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59" name="pg1259"/>
            <p:cNvSpPr/>
            <p:nvPr/>
          </p:nvSpPr>
          <p:spPr>
            <a:xfrm>
              <a:off x="5101595" y="355154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BC6AC">
                <a:alpha val="100000"/>
              </a:srgbClr>
            </a:solidFill>
            <a:ln w="5420" cap="flat">
              <a:solidFill>
                <a:srgbClr val="5BC6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60" name="pg1260"/>
            <p:cNvSpPr/>
            <p:nvPr/>
          </p:nvSpPr>
          <p:spPr>
            <a:xfrm>
              <a:off x="5113232" y="355154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CC7AC">
                <a:alpha val="100000"/>
              </a:srgbClr>
            </a:solidFill>
            <a:ln w="5420" cap="flat">
              <a:solidFill>
                <a:srgbClr val="5CC7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61" name="pg1261"/>
            <p:cNvSpPr/>
            <p:nvPr/>
          </p:nvSpPr>
          <p:spPr>
            <a:xfrm>
              <a:off x="5124869" y="355154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DC9AC">
                <a:alpha val="100000"/>
              </a:srgbClr>
            </a:solidFill>
            <a:ln w="5420" cap="flat">
              <a:solidFill>
                <a:srgbClr val="5DC9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62" name="pg1262"/>
            <p:cNvSpPr/>
            <p:nvPr/>
          </p:nvSpPr>
          <p:spPr>
            <a:xfrm>
              <a:off x="5136507" y="355154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ECBAC">
                <a:alpha val="100000"/>
              </a:srgbClr>
            </a:solidFill>
            <a:ln w="5420" cap="flat">
              <a:solidFill>
                <a:srgbClr val="5ECB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63" name="pg1263"/>
            <p:cNvSpPr/>
            <p:nvPr/>
          </p:nvSpPr>
          <p:spPr>
            <a:xfrm>
              <a:off x="5148144" y="355154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1CEAC">
                <a:alpha val="100000"/>
              </a:srgbClr>
            </a:solidFill>
            <a:ln w="5420" cap="flat">
              <a:solidFill>
                <a:srgbClr val="61CE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64" name="pg1264"/>
            <p:cNvSpPr/>
            <p:nvPr/>
          </p:nvSpPr>
          <p:spPr>
            <a:xfrm>
              <a:off x="5159781" y="355154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9D0AF">
                <a:alpha val="100000"/>
              </a:srgbClr>
            </a:solidFill>
            <a:ln w="5420" cap="flat">
              <a:solidFill>
                <a:srgbClr val="69D0A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65" name="pg1265"/>
            <p:cNvSpPr/>
            <p:nvPr/>
          </p:nvSpPr>
          <p:spPr>
            <a:xfrm>
              <a:off x="5171419" y="355154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2D3B3">
                <a:alpha val="100000"/>
              </a:srgbClr>
            </a:solidFill>
            <a:ln w="5420" cap="flat">
              <a:solidFill>
                <a:srgbClr val="72D3B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66" name="pg1266"/>
            <p:cNvSpPr/>
            <p:nvPr/>
          </p:nvSpPr>
          <p:spPr>
            <a:xfrm>
              <a:off x="5183056" y="355154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AD5B6">
                <a:alpha val="100000"/>
              </a:srgbClr>
            </a:solidFill>
            <a:ln w="5420" cap="flat">
              <a:solidFill>
                <a:srgbClr val="7AD5B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67" name="pg1267"/>
            <p:cNvSpPr/>
            <p:nvPr/>
          </p:nvSpPr>
          <p:spPr>
            <a:xfrm>
              <a:off x="5194693" y="355154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6D4B4">
                <a:alpha val="100000"/>
              </a:srgbClr>
            </a:solidFill>
            <a:ln w="5420" cap="flat">
              <a:solidFill>
                <a:srgbClr val="76D4B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68" name="pg1268"/>
            <p:cNvSpPr/>
            <p:nvPr/>
          </p:nvSpPr>
          <p:spPr>
            <a:xfrm>
              <a:off x="5206331" y="355154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ED2B1">
                <a:alpha val="100000"/>
              </a:srgbClr>
            </a:solidFill>
            <a:ln w="5420" cap="flat">
              <a:solidFill>
                <a:srgbClr val="6ED2B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69" name="pg1269"/>
            <p:cNvSpPr/>
            <p:nvPr/>
          </p:nvSpPr>
          <p:spPr>
            <a:xfrm>
              <a:off x="5217968" y="355154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5BDAB">
                <a:alpha val="100000"/>
              </a:srgbClr>
            </a:solidFill>
            <a:ln w="5420" cap="flat">
              <a:solidFill>
                <a:srgbClr val="55BD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70" name="pg1270"/>
            <p:cNvSpPr/>
            <p:nvPr/>
          </p:nvSpPr>
          <p:spPr>
            <a:xfrm>
              <a:off x="5229605" y="355154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AAFAB">
                <a:alpha val="100000"/>
              </a:srgbClr>
            </a:solidFill>
            <a:ln w="5420" cap="flat">
              <a:solidFill>
                <a:srgbClr val="4AAF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71" name="pg1271"/>
            <p:cNvSpPr/>
            <p:nvPr/>
          </p:nvSpPr>
          <p:spPr>
            <a:xfrm>
              <a:off x="5241243" y="355154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0A3AA">
                <a:alpha val="100000"/>
              </a:srgbClr>
            </a:solidFill>
            <a:ln w="5420" cap="flat">
              <a:solidFill>
                <a:srgbClr val="40A3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72" name="pg1272"/>
            <p:cNvSpPr/>
            <p:nvPr/>
          </p:nvSpPr>
          <p:spPr>
            <a:xfrm>
              <a:off x="5252880" y="355154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9DA9">
                <a:alpha val="100000"/>
              </a:srgbClr>
            </a:solidFill>
            <a:ln w="5420" cap="flat">
              <a:solidFill>
                <a:srgbClr val="3B9D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73" name="pg1273"/>
            <p:cNvSpPr/>
            <p:nvPr/>
          </p:nvSpPr>
          <p:spPr>
            <a:xfrm>
              <a:off x="5264517" y="355154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9CA9">
                <a:alpha val="100000"/>
              </a:srgbClr>
            </a:solidFill>
            <a:ln w="5420" cap="flat">
              <a:solidFill>
                <a:srgbClr val="399C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74" name="pg1274"/>
            <p:cNvSpPr/>
            <p:nvPr/>
          </p:nvSpPr>
          <p:spPr>
            <a:xfrm>
              <a:off x="5276155" y="355154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9CA9">
                <a:alpha val="100000"/>
              </a:srgbClr>
            </a:solidFill>
            <a:ln w="5420" cap="flat">
              <a:solidFill>
                <a:srgbClr val="3A9C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75" name="pg1275"/>
            <p:cNvSpPr/>
            <p:nvPr/>
          </p:nvSpPr>
          <p:spPr>
            <a:xfrm>
              <a:off x="5287792" y="355154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9EAA">
                <a:alpha val="100000"/>
              </a:srgbClr>
            </a:solidFill>
            <a:ln w="5420" cap="flat">
              <a:solidFill>
                <a:srgbClr val="3B9E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76" name="pg1276"/>
            <p:cNvSpPr/>
            <p:nvPr/>
          </p:nvSpPr>
          <p:spPr>
            <a:xfrm>
              <a:off x="5299429" y="355154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D9FAA">
                <a:alpha val="100000"/>
              </a:srgbClr>
            </a:solidFill>
            <a:ln w="5420" cap="flat">
              <a:solidFill>
                <a:srgbClr val="3D9F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77" name="pg1277"/>
            <p:cNvSpPr/>
            <p:nvPr/>
          </p:nvSpPr>
          <p:spPr>
            <a:xfrm>
              <a:off x="5311067" y="355154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EA0AA">
                <a:alpha val="100000"/>
              </a:srgbClr>
            </a:solidFill>
            <a:ln w="5420" cap="flat">
              <a:solidFill>
                <a:srgbClr val="3EA0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78" name="pg1278"/>
            <p:cNvSpPr/>
            <p:nvPr/>
          </p:nvSpPr>
          <p:spPr>
            <a:xfrm>
              <a:off x="5322704" y="355154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EA1AA">
                <a:alpha val="100000"/>
              </a:srgbClr>
            </a:solidFill>
            <a:ln w="5420" cap="flat">
              <a:solidFill>
                <a:srgbClr val="3EA1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79" name="pg1279"/>
            <p:cNvSpPr/>
            <p:nvPr/>
          </p:nvSpPr>
          <p:spPr>
            <a:xfrm>
              <a:off x="5031771" y="356584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ECAAC">
                <a:alpha val="100000"/>
              </a:srgbClr>
            </a:solidFill>
            <a:ln w="5420" cap="flat">
              <a:solidFill>
                <a:srgbClr val="5ECA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80" name="pg1280"/>
            <p:cNvSpPr/>
            <p:nvPr/>
          </p:nvSpPr>
          <p:spPr>
            <a:xfrm>
              <a:off x="5043408" y="356584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DCAAC">
                <a:alpha val="100000"/>
              </a:srgbClr>
            </a:solidFill>
            <a:ln w="5420" cap="flat">
              <a:solidFill>
                <a:srgbClr val="5DCA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81" name="pg1281"/>
            <p:cNvSpPr/>
            <p:nvPr/>
          </p:nvSpPr>
          <p:spPr>
            <a:xfrm>
              <a:off x="5066683" y="356584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CC8AC">
                <a:alpha val="100000"/>
              </a:srgbClr>
            </a:solidFill>
            <a:ln w="5420" cap="flat">
              <a:solidFill>
                <a:srgbClr val="5CC8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82" name="pg1282"/>
            <p:cNvSpPr/>
            <p:nvPr/>
          </p:nvSpPr>
          <p:spPr>
            <a:xfrm>
              <a:off x="5078320" y="356584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CC7AC">
                <a:alpha val="100000"/>
              </a:srgbClr>
            </a:solidFill>
            <a:ln w="5420" cap="flat">
              <a:solidFill>
                <a:srgbClr val="5CC7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83" name="pg1283"/>
            <p:cNvSpPr/>
            <p:nvPr/>
          </p:nvSpPr>
          <p:spPr>
            <a:xfrm>
              <a:off x="5089957" y="356584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BC7AC">
                <a:alpha val="100000"/>
              </a:srgbClr>
            </a:solidFill>
            <a:ln w="5420" cap="flat">
              <a:solidFill>
                <a:srgbClr val="5BC7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84" name="pg1284"/>
            <p:cNvSpPr/>
            <p:nvPr/>
          </p:nvSpPr>
          <p:spPr>
            <a:xfrm>
              <a:off x="5101595" y="356584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BC6AC">
                <a:alpha val="100000"/>
              </a:srgbClr>
            </a:solidFill>
            <a:ln w="5420" cap="flat">
              <a:solidFill>
                <a:srgbClr val="5BC6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85" name="pg1285"/>
            <p:cNvSpPr/>
            <p:nvPr/>
          </p:nvSpPr>
          <p:spPr>
            <a:xfrm>
              <a:off x="5113232" y="356584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BC6AC">
                <a:alpha val="100000"/>
              </a:srgbClr>
            </a:solidFill>
            <a:ln w="5420" cap="flat">
              <a:solidFill>
                <a:srgbClr val="5BC6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86" name="pg1286"/>
            <p:cNvSpPr/>
            <p:nvPr/>
          </p:nvSpPr>
          <p:spPr>
            <a:xfrm>
              <a:off x="5124869" y="356584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BC6AC">
                <a:alpha val="100000"/>
              </a:srgbClr>
            </a:solidFill>
            <a:ln w="5420" cap="flat">
              <a:solidFill>
                <a:srgbClr val="5BC6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87" name="pg1287"/>
            <p:cNvSpPr/>
            <p:nvPr/>
          </p:nvSpPr>
          <p:spPr>
            <a:xfrm>
              <a:off x="5136507" y="356584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CC8AC">
                <a:alpha val="100000"/>
              </a:srgbClr>
            </a:solidFill>
            <a:ln w="5420" cap="flat">
              <a:solidFill>
                <a:srgbClr val="5CC8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88" name="pg1288"/>
            <p:cNvSpPr/>
            <p:nvPr/>
          </p:nvSpPr>
          <p:spPr>
            <a:xfrm>
              <a:off x="5148144" y="356584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DC9AC">
                <a:alpha val="100000"/>
              </a:srgbClr>
            </a:solidFill>
            <a:ln w="5420" cap="flat">
              <a:solidFill>
                <a:srgbClr val="5DC9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89" name="pg1289"/>
            <p:cNvSpPr/>
            <p:nvPr/>
          </p:nvSpPr>
          <p:spPr>
            <a:xfrm>
              <a:off x="5183056" y="356584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FCCAC">
                <a:alpha val="100000"/>
              </a:srgbClr>
            </a:solidFill>
            <a:ln w="5420" cap="flat">
              <a:solidFill>
                <a:srgbClr val="5FCC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90" name="pg1290"/>
            <p:cNvSpPr/>
            <p:nvPr/>
          </p:nvSpPr>
          <p:spPr>
            <a:xfrm>
              <a:off x="5194693" y="356584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DCAAC">
                <a:alpha val="100000"/>
              </a:srgbClr>
            </a:solidFill>
            <a:ln w="5420" cap="flat">
              <a:solidFill>
                <a:srgbClr val="5DCA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91" name="pg1291"/>
            <p:cNvSpPr/>
            <p:nvPr/>
          </p:nvSpPr>
          <p:spPr>
            <a:xfrm>
              <a:off x="5206331" y="356584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AC5AC">
                <a:alpha val="100000"/>
              </a:srgbClr>
            </a:solidFill>
            <a:ln w="5420" cap="flat">
              <a:solidFill>
                <a:srgbClr val="5AC5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92" name="pg1292"/>
            <p:cNvSpPr/>
            <p:nvPr/>
          </p:nvSpPr>
          <p:spPr>
            <a:xfrm>
              <a:off x="5217968" y="356584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CB1AB">
                <a:alpha val="100000"/>
              </a:srgbClr>
            </a:solidFill>
            <a:ln w="5420" cap="flat">
              <a:solidFill>
                <a:srgbClr val="4CB1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93" name="pg1293"/>
            <p:cNvSpPr/>
            <p:nvPr/>
          </p:nvSpPr>
          <p:spPr>
            <a:xfrm>
              <a:off x="5229605" y="356584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2A5AA">
                <a:alpha val="100000"/>
              </a:srgbClr>
            </a:solidFill>
            <a:ln w="5420" cap="flat">
              <a:solidFill>
                <a:srgbClr val="42A5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94" name="pg1294"/>
            <p:cNvSpPr/>
            <p:nvPr/>
          </p:nvSpPr>
          <p:spPr>
            <a:xfrm>
              <a:off x="5241243" y="356584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9DA9">
                <a:alpha val="100000"/>
              </a:srgbClr>
            </a:solidFill>
            <a:ln w="5420" cap="flat">
              <a:solidFill>
                <a:srgbClr val="3A9D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95" name="pg1295"/>
            <p:cNvSpPr/>
            <p:nvPr/>
          </p:nvSpPr>
          <p:spPr>
            <a:xfrm>
              <a:off x="5252880" y="356584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699A9">
                <a:alpha val="100000"/>
              </a:srgbClr>
            </a:solidFill>
            <a:ln w="5420" cap="flat">
              <a:solidFill>
                <a:srgbClr val="3699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96" name="pg1296"/>
            <p:cNvSpPr/>
            <p:nvPr/>
          </p:nvSpPr>
          <p:spPr>
            <a:xfrm>
              <a:off x="5264517" y="356584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598A9">
                <a:alpha val="100000"/>
              </a:srgbClr>
            </a:solidFill>
            <a:ln w="5420" cap="flat">
              <a:solidFill>
                <a:srgbClr val="3598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97" name="pg1297"/>
            <p:cNvSpPr/>
            <p:nvPr/>
          </p:nvSpPr>
          <p:spPr>
            <a:xfrm>
              <a:off x="5276155" y="356584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9AA9">
                <a:alpha val="100000"/>
              </a:srgbClr>
            </a:solidFill>
            <a:ln w="5420" cap="flat">
              <a:solidFill>
                <a:srgbClr val="379A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98" name="pg1298"/>
            <p:cNvSpPr/>
            <p:nvPr/>
          </p:nvSpPr>
          <p:spPr>
            <a:xfrm>
              <a:off x="5287792" y="356584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9CA9">
                <a:alpha val="100000"/>
              </a:srgbClr>
            </a:solidFill>
            <a:ln w="5420" cap="flat">
              <a:solidFill>
                <a:srgbClr val="399C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99" name="pg1299"/>
            <p:cNvSpPr/>
            <p:nvPr/>
          </p:nvSpPr>
          <p:spPr>
            <a:xfrm>
              <a:off x="5299429" y="356584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9EAA">
                <a:alpha val="100000"/>
              </a:srgbClr>
            </a:solidFill>
            <a:ln w="5420" cap="flat">
              <a:solidFill>
                <a:srgbClr val="3B9E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00" name="pg1300"/>
            <p:cNvSpPr/>
            <p:nvPr/>
          </p:nvSpPr>
          <p:spPr>
            <a:xfrm>
              <a:off x="5311067" y="356584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9FAA">
                <a:alpha val="100000"/>
              </a:srgbClr>
            </a:solidFill>
            <a:ln w="5420" cap="flat">
              <a:solidFill>
                <a:srgbClr val="3C9F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01" name="pg1301"/>
            <p:cNvSpPr/>
            <p:nvPr/>
          </p:nvSpPr>
          <p:spPr>
            <a:xfrm>
              <a:off x="5020133" y="358014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1CEAC">
                <a:alpha val="100000"/>
              </a:srgbClr>
            </a:solidFill>
            <a:ln w="5420" cap="flat">
              <a:solidFill>
                <a:srgbClr val="61CE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02" name="pg1302"/>
            <p:cNvSpPr/>
            <p:nvPr/>
          </p:nvSpPr>
          <p:spPr>
            <a:xfrm>
              <a:off x="5031771" y="358014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2CEAD">
                <a:alpha val="100000"/>
              </a:srgbClr>
            </a:solidFill>
            <a:ln w="5420" cap="flat">
              <a:solidFill>
                <a:srgbClr val="62CEA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03" name="pg1303"/>
            <p:cNvSpPr/>
            <p:nvPr/>
          </p:nvSpPr>
          <p:spPr>
            <a:xfrm>
              <a:off x="5043408" y="358014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1CEAC">
                <a:alpha val="100000"/>
              </a:srgbClr>
            </a:solidFill>
            <a:ln w="5420" cap="flat">
              <a:solidFill>
                <a:srgbClr val="61CE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04" name="pg1304"/>
            <p:cNvSpPr/>
            <p:nvPr/>
          </p:nvSpPr>
          <p:spPr>
            <a:xfrm>
              <a:off x="5055045" y="358014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0CDAC">
                <a:alpha val="100000"/>
              </a:srgbClr>
            </a:solidFill>
            <a:ln w="5420" cap="flat">
              <a:solidFill>
                <a:srgbClr val="60CD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05" name="pg1305"/>
            <p:cNvSpPr/>
            <p:nvPr/>
          </p:nvSpPr>
          <p:spPr>
            <a:xfrm>
              <a:off x="5066683" y="358014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FCCAC">
                <a:alpha val="100000"/>
              </a:srgbClr>
            </a:solidFill>
            <a:ln w="5420" cap="flat">
              <a:solidFill>
                <a:srgbClr val="5FCC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06" name="pg1306"/>
            <p:cNvSpPr/>
            <p:nvPr/>
          </p:nvSpPr>
          <p:spPr>
            <a:xfrm>
              <a:off x="5078320" y="358014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ECAAC">
                <a:alpha val="100000"/>
              </a:srgbClr>
            </a:solidFill>
            <a:ln w="5420" cap="flat">
              <a:solidFill>
                <a:srgbClr val="5ECA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07" name="pg1307"/>
            <p:cNvSpPr/>
            <p:nvPr/>
          </p:nvSpPr>
          <p:spPr>
            <a:xfrm>
              <a:off x="5089957" y="358014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DC9AC">
                <a:alpha val="100000"/>
              </a:srgbClr>
            </a:solidFill>
            <a:ln w="5420" cap="flat">
              <a:solidFill>
                <a:srgbClr val="5DC9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08" name="pg1308"/>
            <p:cNvSpPr/>
            <p:nvPr/>
          </p:nvSpPr>
          <p:spPr>
            <a:xfrm>
              <a:off x="5101595" y="358014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BC6AC">
                <a:alpha val="100000"/>
              </a:srgbClr>
            </a:solidFill>
            <a:ln w="5420" cap="flat">
              <a:solidFill>
                <a:srgbClr val="5BC6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09" name="pg1309"/>
            <p:cNvSpPr/>
            <p:nvPr/>
          </p:nvSpPr>
          <p:spPr>
            <a:xfrm>
              <a:off x="5113232" y="358014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AC5AC">
                <a:alpha val="100000"/>
              </a:srgbClr>
            </a:solidFill>
            <a:ln w="5420" cap="flat">
              <a:solidFill>
                <a:srgbClr val="5AC5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10" name="pg1310"/>
            <p:cNvSpPr/>
            <p:nvPr/>
          </p:nvSpPr>
          <p:spPr>
            <a:xfrm>
              <a:off x="5124869" y="358014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AC4AC">
                <a:alpha val="100000"/>
              </a:srgbClr>
            </a:solidFill>
            <a:ln w="5420" cap="flat">
              <a:solidFill>
                <a:srgbClr val="5AC4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11" name="pg1311"/>
            <p:cNvSpPr/>
            <p:nvPr/>
          </p:nvSpPr>
          <p:spPr>
            <a:xfrm>
              <a:off x="5136507" y="358014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AC4AC">
                <a:alpha val="100000"/>
              </a:srgbClr>
            </a:solidFill>
            <a:ln w="5420" cap="flat">
              <a:solidFill>
                <a:srgbClr val="5AC4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12" name="pg1312"/>
            <p:cNvSpPr/>
            <p:nvPr/>
          </p:nvSpPr>
          <p:spPr>
            <a:xfrm>
              <a:off x="5148144" y="358014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AC4AC">
                <a:alpha val="100000"/>
              </a:srgbClr>
            </a:solidFill>
            <a:ln w="5420" cap="flat">
              <a:solidFill>
                <a:srgbClr val="5AC4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13" name="pg1313"/>
            <p:cNvSpPr/>
            <p:nvPr/>
          </p:nvSpPr>
          <p:spPr>
            <a:xfrm>
              <a:off x="5194693" y="358014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7C0AB">
                <a:alpha val="100000"/>
              </a:srgbClr>
            </a:solidFill>
            <a:ln w="5420" cap="flat">
              <a:solidFill>
                <a:srgbClr val="57C0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14" name="pg1314"/>
            <p:cNvSpPr/>
            <p:nvPr/>
          </p:nvSpPr>
          <p:spPr>
            <a:xfrm>
              <a:off x="5206331" y="358014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3BBAB">
                <a:alpha val="100000"/>
              </a:srgbClr>
            </a:solidFill>
            <a:ln w="5420" cap="flat">
              <a:solidFill>
                <a:srgbClr val="53BB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15" name="pg1315"/>
            <p:cNvSpPr/>
            <p:nvPr/>
          </p:nvSpPr>
          <p:spPr>
            <a:xfrm>
              <a:off x="5217968" y="358014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7ABAA">
                <a:alpha val="100000"/>
              </a:srgbClr>
            </a:solidFill>
            <a:ln w="5420" cap="flat">
              <a:solidFill>
                <a:srgbClr val="47AB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16" name="pg1316"/>
            <p:cNvSpPr/>
            <p:nvPr/>
          </p:nvSpPr>
          <p:spPr>
            <a:xfrm>
              <a:off x="5229605" y="358014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0A3AA">
                <a:alpha val="100000"/>
              </a:srgbClr>
            </a:solidFill>
            <a:ln w="5420" cap="flat">
              <a:solidFill>
                <a:srgbClr val="40A3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17" name="pg1317"/>
            <p:cNvSpPr/>
            <p:nvPr/>
          </p:nvSpPr>
          <p:spPr>
            <a:xfrm>
              <a:off x="5241243" y="358014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9CA9">
                <a:alpha val="100000"/>
              </a:srgbClr>
            </a:solidFill>
            <a:ln w="5420" cap="flat">
              <a:solidFill>
                <a:srgbClr val="3A9C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18" name="pg1318"/>
            <p:cNvSpPr/>
            <p:nvPr/>
          </p:nvSpPr>
          <p:spPr>
            <a:xfrm>
              <a:off x="5252880" y="358014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699A9">
                <a:alpha val="100000"/>
              </a:srgbClr>
            </a:solidFill>
            <a:ln w="5420" cap="flat">
              <a:solidFill>
                <a:srgbClr val="3699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19" name="pg1319"/>
            <p:cNvSpPr/>
            <p:nvPr/>
          </p:nvSpPr>
          <p:spPr>
            <a:xfrm>
              <a:off x="5264517" y="358014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699A9">
                <a:alpha val="100000"/>
              </a:srgbClr>
            </a:solidFill>
            <a:ln w="5420" cap="flat">
              <a:solidFill>
                <a:srgbClr val="3699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20" name="pg1320"/>
            <p:cNvSpPr/>
            <p:nvPr/>
          </p:nvSpPr>
          <p:spPr>
            <a:xfrm>
              <a:off x="5276155" y="358014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9AA9">
                <a:alpha val="100000"/>
              </a:srgbClr>
            </a:solidFill>
            <a:ln w="5420" cap="flat">
              <a:solidFill>
                <a:srgbClr val="379A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21" name="pg1321"/>
            <p:cNvSpPr/>
            <p:nvPr/>
          </p:nvSpPr>
          <p:spPr>
            <a:xfrm>
              <a:off x="5287792" y="358014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9CA9">
                <a:alpha val="100000"/>
              </a:srgbClr>
            </a:solidFill>
            <a:ln w="5420" cap="flat">
              <a:solidFill>
                <a:srgbClr val="399C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22" name="pg1322"/>
            <p:cNvSpPr/>
            <p:nvPr/>
          </p:nvSpPr>
          <p:spPr>
            <a:xfrm>
              <a:off x="5299429" y="358014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9DA9">
                <a:alpha val="100000"/>
              </a:srgbClr>
            </a:solidFill>
            <a:ln w="5420" cap="flat">
              <a:solidFill>
                <a:srgbClr val="3B9D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23" name="pg1323"/>
            <p:cNvSpPr/>
            <p:nvPr/>
          </p:nvSpPr>
          <p:spPr>
            <a:xfrm>
              <a:off x="5008496" y="359444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ED2B1">
                <a:alpha val="100000"/>
              </a:srgbClr>
            </a:solidFill>
            <a:ln w="5420" cap="flat">
              <a:solidFill>
                <a:srgbClr val="6ED2B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24" name="pg1324"/>
            <p:cNvSpPr/>
            <p:nvPr/>
          </p:nvSpPr>
          <p:spPr>
            <a:xfrm>
              <a:off x="5020133" y="359444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0D2B2">
                <a:alpha val="100000"/>
              </a:srgbClr>
            </a:solidFill>
            <a:ln w="5420" cap="flat">
              <a:solidFill>
                <a:srgbClr val="70D2B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25" name="pg1325"/>
            <p:cNvSpPr/>
            <p:nvPr/>
          </p:nvSpPr>
          <p:spPr>
            <a:xfrm>
              <a:off x="5031771" y="359444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1D3B2">
                <a:alpha val="100000"/>
              </a:srgbClr>
            </a:solidFill>
            <a:ln w="5420" cap="flat">
              <a:solidFill>
                <a:srgbClr val="71D3B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26" name="pg1326"/>
            <p:cNvSpPr/>
            <p:nvPr/>
          </p:nvSpPr>
          <p:spPr>
            <a:xfrm>
              <a:off x="5043408" y="359444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0D2B2">
                <a:alpha val="100000"/>
              </a:srgbClr>
            </a:solidFill>
            <a:ln w="5420" cap="flat">
              <a:solidFill>
                <a:srgbClr val="70D2B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27" name="pg1327"/>
            <p:cNvSpPr/>
            <p:nvPr/>
          </p:nvSpPr>
          <p:spPr>
            <a:xfrm>
              <a:off x="5055045" y="359444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DD1B1">
                <a:alpha val="100000"/>
              </a:srgbClr>
            </a:solidFill>
            <a:ln w="5420" cap="flat">
              <a:solidFill>
                <a:srgbClr val="6DD1B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28" name="pg1328"/>
            <p:cNvSpPr/>
            <p:nvPr/>
          </p:nvSpPr>
          <p:spPr>
            <a:xfrm>
              <a:off x="5066683" y="359444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8D0AF">
                <a:alpha val="100000"/>
              </a:srgbClr>
            </a:solidFill>
            <a:ln w="5420" cap="flat">
              <a:solidFill>
                <a:srgbClr val="68D0A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29" name="pg1329"/>
            <p:cNvSpPr/>
            <p:nvPr/>
          </p:nvSpPr>
          <p:spPr>
            <a:xfrm>
              <a:off x="5078320" y="359444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1CEAC">
                <a:alpha val="100000"/>
              </a:srgbClr>
            </a:solidFill>
            <a:ln w="5420" cap="flat">
              <a:solidFill>
                <a:srgbClr val="61CE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30" name="pg1330"/>
            <p:cNvSpPr/>
            <p:nvPr/>
          </p:nvSpPr>
          <p:spPr>
            <a:xfrm>
              <a:off x="5089957" y="359444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FCCAC">
                <a:alpha val="100000"/>
              </a:srgbClr>
            </a:solidFill>
            <a:ln w="5420" cap="flat">
              <a:solidFill>
                <a:srgbClr val="5FCC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31" name="pg1331"/>
            <p:cNvSpPr/>
            <p:nvPr/>
          </p:nvSpPr>
          <p:spPr>
            <a:xfrm>
              <a:off x="5101595" y="359444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BC6AC">
                <a:alpha val="100000"/>
              </a:srgbClr>
            </a:solidFill>
            <a:ln w="5420" cap="flat">
              <a:solidFill>
                <a:srgbClr val="5BC6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32" name="pg1332"/>
            <p:cNvSpPr/>
            <p:nvPr/>
          </p:nvSpPr>
          <p:spPr>
            <a:xfrm>
              <a:off x="5113232" y="359444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9C4AC">
                <a:alpha val="100000"/>
              </a:srgbClr>
            </a:solidFill>
            <a:ln w="5420" cap="flat">
              <a:solidFill>
                <a:srgbClr val="59C4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33" name="pg1333"/>
            <p:cNvSpPr/>
            <p:nvPr/>
          </p:nvSpPr>
          <p:spPr>
            <a:xfrm>
              <a:off x="5124869" y="359444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8C2AC">
                <a:alpha val="100000"/>
              </a:srgbClr>
            </a:solidFill>
            <a:ln w="5420" cap="flat">
              <a:solidFill>
                <a:srgbClr val="58C2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34" name="pg1334"/>
            <p:cNvSpPr/>
            <p:nvPr/>
          </p:nvSpPr>
          <p:spPr>
            <a:xfrm>
              <a:off x="5136507" y="359444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7C1AC">
                <a:alpha val="100000"/>
              </a:srgbClr>
            </a:solidFill>
            <a:ln w="5420" cap="flat">
              <a:solidFill>
                <a:srgbClr val="57C1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35" name="pg1335"/>
            <p:cNvSpPr/>
            <p:nvPr/>
          </p:nvSpPr>
          <p:spPr>
            <a:xfrm>
              <a:off x="5148144" y="359444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7C0AB">
                <a:alpha val="100000"/>
              </a:srgbClr>
            </a:solidFill>
            <a:ln w="5420" cap="flat">
              <a:solidFill>
                <a:srgbClr val="57C0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36" name="pg1336"/>
            <p:cNvSpPr/>
            <p:nvPr/>
          </p:nvSpPr>
          <p:spPr>
            <a:xfrm>
              <a:off x="5194693" y="359444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1B8AB">
                <a:alpha val="100000"/>
              </a:srgbClr>
            </a:solidFill>
            <a:ln w="5420" cap="flat">
              <a:solidFill>
                <a:srgbClr val="51B8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37" name="pg1337"/>
            <p:cNvSpPr/>
            <p:nvPr/>
          </p:nvSpPr>
          <p:spPr>
            <a:xfrm>
              <a:off x="5206331" y="359444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EB4AB">
                <a:alpha val="100000"/>
              </a:srgbClr>
            </a:solidFill>
            <a:ln w="5420" cap="flat">
              <a:solidFill>
                <a:srgbClr val="4EB4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38" name="pg1338"/>
            <p:cNvSpPr/>
            <p:nvPr/>
          </p:nvSpPr>
          <p:spPr>
            <a:xfrm>
              <a:off x="5217968" y="359444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5A9AA">
                <a:alpha val="100000"/>
              </a:srgbClr>
            </a:solidFill>
            <a:ln w="5420" cap="flat">
              <a:solidFill>
                <a:srgbClr val="45A9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39" name="pg1339"/>
            <p:cNvSpPr/>
            <p:nvPr/>
          </p:nvSpPr>
          <p:spPr>
            <a:xfrm>
              <a:off x="5229605" y="359444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0A3AA">
                <a:alpha val="100000"/>
              </a:srgbClr>
            </a:solidFill>
            <a:ln w="5420" cap="flat">
              <a:solidFill>
                <a:srgbClr val="40A3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40" name="pg1340"/>
            <p:cNvSpPr/>
            <p:nvPr/>
          </p:nvSpPr>
          <p:spPr>
            <a:xfrm>
              <a:off x="5241243" y="359444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9FAA">
                <a:alpha val="100000"/>
              </a:srgbClr>
            </a:solidFill>
            <a:ln w="5420" cap="flat">
              <a:solidFill>
                <a:srgbClr val="3C9F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41" name="pg1341"/>
            <p:cNvSpPr/>
            <p:nvPr/>
          </p:nvSpPr>
          <p:spPr>
            <a:xfrm>
              <a:off x="5252880" y="359444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9CA9">
                <a:alpha val="100000"/>
              </a:srgbClr>
            </a:solidFill>
            <a:ln w="5420" cap="flat">
              <a:solidFill>
                <a:srgbClr val="3A9C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42" name="pg1342"/>
            <p:cNvSpPr/>
            <p:nvPr/>
          </p:nvSpPr>
          <p:spPr>
            <a:xfrm>
              <a:off x="5264517" y="359444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9BA9">
                <a:alpha val="100000"/>
              </a:srgbClr>
            </a:solidFill>
            <a:ln w="5420" cap="flat">
              <a:solidFill>
                <a:srgbClr val="399B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43" name="pg1343"/>
            <p:cNvSpPr/>
            <p:nvPr/>
          </p:nvSpPr>
          <p:spPr>
            <a:xfrm>
              <a:off x="5276155" y="359444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9CA9">
                <a:alpha val="100000"/>
              </a:srgbClr>
            </a:solidFill>
            <a:ln w="5420" cap="flat">
              <a:solidFill>
                <a:srgbClr val="399C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44" name="pg1344"/>
            <p:cNvSpPr/>
            <p:nvPr/>
          </p:nvSpPr>
          <p:spPr>
            <a:xfrm>
              <a:off x="5287792" y="359444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9DA9">
                <a:alpha val="100000"/>
              </a:srgbClr>
            </a:solidFill>
            <a:ln w="5420" cap="flat">
              <a:solidFill>
                <a:srgbClr val="3A9D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45" name="pg1345"/>
            <p:cNvSpPr/>
            <p:nvPr/>
          </p:nvSpPr>
          <p:spPr>
            <a:xfrm>
              <a:off x="4996859" y="360874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8D5B5">
                <a:alpha val="100000"/>
              </a:srgbClr>
            </a:solidFill>
            <a:ln w="5420" cap="flat">
              <a:solidFill>
                <a:srgbClr val="78D5B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46" name="pg1346"/>
            <p:cNvSpPr/>
            <p:nvPr/>
          </p:nvSpPr>
          <p:spPr>
            <a:xfrm>
              <a:off x="5008496" y="360874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CD6B7">
                <a:alpha val="100000"/>
              </a:srgbClr>
            </a:solidFill>
            <a:ln w="5420" cap="flat">
              <a:solidFill>
                <a:srgbClr val="7CD6B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47" name="pg1347"/>
            <p:cNvSpPr/>
            <p:nvPr/>
          </p:nvSpPr>
          <p:spPr>
            <a:xfrm>
              <a:off x="5020133" y="360874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80D7B8">
                <a:alpha val="100000"/>
              </a:srgbClr>
            </a:solidFill>
            <a:ln w="5420" cap="flat">
              <a:solidFill>
                <a:srgbClr val="80D7B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48" name="pg1348"/>
            <p:cNvSpPr/>
            <p:nvPr/>
          </p:nvSpPr>
          <p:spPr>
            <a:xfrm>
              <a:off x="5031771" y="360874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82D7B9">
                <a:alpha val="100000"/>
              </a:srgbClr>
            </a:solidFill>
            <a:ln w="5420" cap="flat">
              <a:solidFill>
                <a:srgbClr val="82D7B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49" name="pg1349"/>
            <p:cNvSpPr/>
            <p:nvPr/>
          </p:nvSpPr>
          <p:spPr>
            <a:xfrm>
              <a:off x="5043408" y="360874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81D7B9">
                <a:alpha val="100000"/>
              </a:srgbClr>
            </a:solidFill>
            <a:ln w="5420" cap="flat">
              <a:solidFill>
                <a:srgbClr val="81D7B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50" name="pg1350"/>
            <p:cNvSpPr/>
            <p:nvPr/>
          </p:nvSpPr>
          <p:spPr>
            <a:xfrm>
              <a:off x="5055045" y="360874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DD6B7">
                <a:alpha val="100000"/>
              </a:srgbClr>
            </a:solidFill>
            <a:ln w="5420" cap="flat">
              <a:solidFill>
                <a:srgbClr val="7DD6B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51" name="pg1351"/>
            <p:cNvSpPr/>
            <p:nvPr/>
          </p:nvSpPr>
          <p:spPr>
            <a:xfrm>
              <a:off x="5066683" y="360874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7D4B5">
                <a:alpha val="100000"/>
              </a:srgbClr>
            </a:solidFill>
            <a:ln w="5420" cap="flat">
              <a:solidFill>
                <a:srgbClr val="77D4B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52" name="pg1352"/>
            <p:cNvSpPr/>
            <p:nvPr/>
          </p:nvSpPr>
          <p:spPr>
            <a:xfrm>
              <a:off x="5078320" y="360874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FD2B1">
                <a:alpha val="100000"/>
              </a:srgbClr>
            </a:solidFill>
            <a:ln w="5420" cap="flat">
              <a:solidFill>
                <a:srgbClr val="6FD2B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53" name="pg1353"/>
            <p:cNvSpPr/>
            <p:nvPr/>
          </p:nvSpPr>
          <p:spPr>
            <a:xfrm>
              <a:off x="5089957" y="360874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4CFAE">
                <a:alpha val="100000"/>
              </a:srgbClr>
            </a:solidFill>
            <a:ln w="5420" cap="flat">
              <a:solidFill>
                <a:srgbClr val="64CFA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54" name="pg1354"/>
            <p:cNvSpPr/>
            <p:nvPr/>
          </p:nvSpPr>
          <p:spPr>
            <a:xfrm>
              <a:off x="5101595" y="360874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CC7AC">
                <a:alpha val="100000"/>
              </a:srgbClr>
            </a:solidFill>
            <a:ln w="5420" cap="flat">
              <a:solidFill>
                <a:srgbClr val="5CC7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55" name="pg1355"/>
            <p:cNvSpPr/>
            <p:nvPr/>
          </p:nvSpPr>
          <p:spPr>
            <a:xfrm>
              <a:off x="5113232" y="360874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9C4AC">
                <a:alpha val="100000"/>
              </a:srgbClr>
            </a:solidFill>
            <a:ln w="5420" cap="flat">
              <a:solidFill>
                <a:srgbClr val="59C4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56" name="pg1356"/>
            <p:cNvSpPr/>
            <p:nvPr/>
          </p:nvSpPr>
          <p:spPr>
            <a:xfrm>
              <a:off x="5124869" y="360874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7C1AC">
                <a:alpha val="100000"/>
              </a:srgbClr>
            </a:solidFill>
            <a:ln w="5420" cap="flat">
              <a:solidFill>
                <a:srgbClr val="57C1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57" name="pg1357"/>
            <p:cNvSpPr/>
            <p:nvPr/>
          </p:nvSpPr>
          <p:spPr>
            <a:xfrm>
              <a:off x="5136507" y="360874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6BEAB">
                <a:alpha val="100000"/>
              </a:srgbClr>
            </a:solidFill>
            <a:ln w="5420" cap="flat">
              <a:solidFill>
                <a:srgbClr val="56BE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58" name="pg1358"/>
            <p:cNvSpPr/>
            <p:nvPr/>
          </p:nvSpPr>
          <p:spPr>
            <a:xfrm>
              <a:off x="5148144" y="360874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4BCAB">
                <a:alpha val="100000"/>
              </a:srgbClr>
            </a:solidFill>
            <a:ln w="5420" cap="flat">
              <a:solidFill>
                <a:srgbClr val="54BC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59" name="pg1359"/>
            <p:cNvSpPr/>
            <p:nvPr/>
          </p:nvSpPr>
          <p:spPr>
            <a:xfrm>
              <a:off x="5159781" y="360874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3BAAB">
                <a:alpha val="100000"/>
              </a:srgbClr>
            </a:solidFill>
            <a:ln w="5420" cap="flat">
              <a:solidFill>
                <a:srgbClr val="53BA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60" name="pg1360"/>
            <p:cNvSpPr/>
            <p:nvPr/>
          </p:nvSpPr>
          <p:spPr>
            <a:xfrm>
              <a:off x="5206331" y="360874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BB0AB">
                <a:alpha val="100000"/>
              </a:srgbClr>
            </a:solidFill>
            <a:ln w="5420" cap="flat">
              <a:solidFill>
                <a:srgbClr val="4BB0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61" name="pg1361"/>
            <p:cNvSpPr/>
            <p:nvPr/>
          </p:nvSpPr>
          <p:spPr>
            <a:xfrm>
              <a:off x="5217968" y="360874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5A8AA">
                <a:alpha val="100000"/>
              </a:srgbClr>
            </a:solidFill>
            <a:ln w="5420" cap="flat">
              <a:solidFill>
                <a:srgbClr val="45A8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62" name="pg1362"/>
            <p:cNvSpPr/>
            <p:nvPr/>
          </p:nvSpPr>
          <p:spPr>
            <a:xfrm>
              <a:off x="5229605" y="360874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1A4AA">
                <a:alpha val="100000"/>
              </a:srgbClr>
            </a:solidFill>
            <a:ln w="5420" cap="flat">
              <a:solidFill>
                <a:srgbClr val="41A4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63" name="pg1363"/>
            <p:cNvSpPr/>
            <p:nvPr/>
          </p:nvSpPr>
          <p:spPr>
            <a:xfrm>
              <a:off x="5241243" y="360874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EA1AA">
                <a:alpha val="100000"/>
              </a:srgbClr>
            </a:solidFill>
            <a:ln w="5420" cap="flat">
              <a:solidFill>
                <a:srgbClr val="3EA1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64" name="pg1364"/>
            <p:cNvSpPr/>
            <p:nvPr/>
          </p:nvSpPr>
          <p:spPr>
            <a:xfrm>
              <a:off x="5252880" y="360874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9FAA">
                <a:alpha val="100000"/>
              </a:srgbClr>
            </a:solidFill>
            <a:ln w="5420" cap="flat">
              <a:solidFill>
                <a:srgbClr val="3C9F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65" name="pg1365"/>
            <p:cNvSpPr/>
            <p:nvPr/>
          </p:nvSpPr>
          <p:spPr>
            <a:xfrm>
              <a:off x="5264517" y="360874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9EAA">
                <a:alpha val="100000"/>
              </a:srgbClr>
            </a:solidFill>
            <a:ln w="5420" cap="flat">
              <a:solidFill>
                <a:srgbClr val="3B9E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66" name="pg1366"/>
            <p:cNvSpPr/>
            <p:nvPr/>
          </p:nvSpPr>
          <p:spPr>
            <a:xfrm>
              <a:off x="5276155" y="360874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9EAA">
                <a:alpha val="100000"/>
              </a:srgbClr>
            </a:solidFill>
            <a:ln w="5420" cap="flat">
              <a:solidFill>
                <a:srgbClr val="3B9E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67" name="pg1367"/>
            <p:cNvSpPr/>
            <p:nvPr/>
          </p:nvSpPr>
          <p:spPr>
            <a:xfrm>
              <a:off x="4996859" y="362304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84D8BA">
                <a:alpha val="100000"/>
              </a:srgbClr>
            </a:solidFill>
            <a:ln w="5420" cap="flat">
              <a:solidFill>
                <a:srgbClr val="84D8B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68" name="pg1368"/>
            <p:cNvSpPr/>
            <p:nvPr/>
          </p:nvSpPr>
          <p:spPr>
            <a:xfrm>
              <a:off x="5008496" y="362304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8BDABD">
                <a:alpha val="100000"/>
              </a:srgbClr>
            </a:solidFill>
            <a:ln w="5420" cap="flat">
              <a:solidFill>
                <a:srgbClr val="8BDAB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69" name="pg1369"/>
            <p:cNvSpPr/>
            <p:nvPr/>
          </p:nvSpPr>
          <p:spPr>
            <a:xfrm>
              <a:off x="5020133" y="362304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90DCBF">
                <a:alpha val="100000"/>
              </a:srgbClr>
            </a:solidFill>
            <a:ln w="5420" cap="flat">
              <a:solidFill>
                <a:srgbClr val="90DCB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70" name="pg1370"/>
            <p:cNvSpPr/>
            <p:nvPr/>
          </p:nvSpPr>
          <p:spPr>
            <a:xfrm>
              <a:off x="5031771" y="362304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93DDC0">
                <a:alpha val="100000"/>
              </a:srgbClr>
            </a:solidFill>
            <a:ln w="5420" cap="flat">
              <a:solidFill>
                <a:srgbClr val="93DDC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71" name="pg1371"/>
            <p:cNvSpPr/>
            <p:nvPr/>
          </p:nvSpPr>
          <p:spPr>
            <a:xfrm>
              <a:off x="5043408" y="362304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92DDC0">
                <a:alpha val="100000"/>
              </a:srgbClr>
            </a:solidFill>
            <a:ln w="5420" cap="flat">
              <a:solidFill>
                <a:srgbClr val="92DDC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72" name="pg1372"/>
            <p:cNvSpPr/>
            <p:nvPr/>
          </p:nvSpPr>
          <p:spPr>
            <a:xfrm>
              <a:off x="5055045" y="362304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8FDBBF">
                <a:alpha val="100000"/>
              </a:srgbClr>
            </a:solidFill>
            <a:ln w="5420" cap="flat">
              <a:solidFill>
                <a:srgbClr val="8FDBB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73" name="pg1373"/>
            <p:cNvSpPr/>
            <p:nvPr/>
          </p:nvSpPr>
          <p:spPr>
            <a:xfrm>
              <a:off x="5066683" y="362304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88D9BC">
                <a:alpha val="100000"/>
              </a:srgbClr>
            </a:solidFill>
            <a:ln w="5420" cap="flat">
              <a:solidFill>
                <a:srgbClr val="88D9B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74" name="pg1374"/>
            <p:cNvSpPr/>
            <p:nvPr/>
          </p:nvSpPr>
          <p:spPr>
            <a:xfrm>
              <a:off x="5078320" y="362304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DD6B7">
                <a:alpha val="100000"/>
              </a:srgbClr>
            </a:solidFill>
            <a:ln w="5420" cap="flat">
              <a:solidFill>
                <a:srgbClr val="7DD6B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75" name="pg1375"/>
            <p:cNvSpPr/>
            <p:nvPr/>
          </p:nvSpPr>
          <p:spPr>
            <a:xfrm>
              <a:off x="5089957" y="362304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0D2B2">
                <a:alpha val="100000"/>
              </a:srgbClr>
            </a:solidFill>
            <a:ln w="5420" cap="flat">
              <a:solidFill>
                <a:srgbClr val="70D2B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76" name="pg1376"/>
            <p:cNvSpPr/>
            <p:nvPr/>
          </p:nvSpPr>
          <p:spPr>
            <a:xfrm>
              <a:off x="5101595" y="362304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DC9AC">
                <a:alpha val="100000"/>
              </a:srgbClr>
            </a:solidFill>
            <a:ln w="5420" cap="flat">
              <a:solidFill>
                <a:srgbClr val="5DC9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77" name="pg1377"/>
            <p:cNvSpPr/>
            <p:nvPr/>
          </p:nvSpPr>
          <p:spPr>
            <a:xfrm>
              <a:off x="5113232" y="362304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AC4AC">
                <a:alpha val="100000"/>
              </a:srgbClr>
            </a:solidFill>
            <a:ln w="5420" cap="flat">
              <a:solidFill>
                <a:srgbClr val="5AC4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78" name="pg1378"/>
            <p:cNvSpPr/>
            <p:nvPr/>
          </p:nvSpPr>
          <p:spPr>
            <a:xfrm>
              <a:off x="5124869" y="362304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7C0AB">
                <a:alpha val="100000"/>
              </a:srgbClr>
            </a:solidFill>
            <a:ln w="5420" cap="flat">
              <a:solidFill>
                <a:srgbClr val="57C0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79" name="pg1379"/>
            <p:cNvSpPr/>
            <p:nvPr/>
          </p:nvSpPr>
          <p:spPr>
            <a:xfrm>
              <a:off x="5136507" y="362304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4BCAB">
                <a:alpha val="100000"/>
              </a:srgbClr>
            </a:solidFill>
            <a:ln w="5420" cap="flat">
              <a:solidFill>
                <a:srgbClr val="54BC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80" name="pg1380"/>
            <p:cNvSpPr/>
            <p:nvPr/>
          </p:nvSpPr>
          <p:spPr>
            <a:xfrm>
              <a:off x="5148144" y="362304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2B9AB">
                <a:alpha val="100000"/>
              </a:srgbClr>
            </a:solidFill>
            <a:ln w="5420" cap="flat">
              <a:solidFill>
                <a:srgbClr val="52B9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81" name="pg1381"/>
            <p:cNvSpPr/>
            <p:nvPr/>
          </p:nvSpPr>
          <p:spPr>
            <a:xfrm>
              <a:off x="5159781" y="362304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0B6AB">
                <a:alpha val="100000"/>
              </a:srgbClr>
            </a:solidFill>
            <a:ln w="5420" cap="flat">
              <a:solidFill>
                <a:srgbClr val="50B6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82" name="pg1382"/>
            <p:cNvSpPr/>
            <p:nvPr/>
          </p:nvSpPr>
          <p:spPr>
            <a:xfrm>
              <a:off x="5206331" y="362304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8ACAA">
                <a:alpha val="100000"/>
              </a:srgbClr>
            </a:solidFill>
            <a:ln w="5420" cap="flat">
              <a:solidFill>
                <a:srgbClr val="48AC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83" name="pg1383"/>
            <p:cNvSpPr/>
            <p:nvPr/>
          </p:nvSpPr>
          <p:spPr>
            <a:xfrm>
              <a:off x="5217968" y="362304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4A7AA">
                <a:alpha val="100000"/>
              </a:srgbClr>
            </a:solidFill>
            <a:ln w="5420" cap="flat">
              <a:solidFill>
                <a:srgbClr val="44A7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84" name="pg1384"/>
            <p:cNvSpPr/>
            <p:nvPr/>
          </p:nvSpPr>
          <p:spPr>
            <a:xfrm>
              <a:off x="5229605" y="362304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1A4AA">
                <a:alpha val="100000"/>
              </a:srgbClr>
            </a:solidFill>
            <a:ln w="5420" cap="flat">
              <a:solidFill>
                <a:srgbClr val="41A4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85" name="pg1385"/>
            <p:cNvSpPr/>
            <p:nvPr/>
          </p:nvSpPr>
          <p:spPr>
            <a:xfrm>
              <a:off x="5241243" y="362304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FA2AA">
                <a:alpha val="100000"/>
              </a:srgbClr>
            </a:solidFill>
            <a:ln w="5420" cap="flat">
              <a:solidFill>
                <a:srgbClr val="3FA2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86" name="pg1386"/>
            <p:cNvSpPr/>
            <p:nvPr/>
          </p:nvSpPr>
          <p:spPr>
            <a:xfrm>
              <a:off x="5252880" y="362304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EA1AA">
                <a:alpha val="100000"/>
              </a:srgbClr>
            </a:solidFill>
            <a:ln w="5420" cap="flat">
              <a:solidFill>
                <a:srgbClr val="3EA1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87" name="pg1387"/>
            <p:cNvSpPr/>
            <p:nvPr/>
          </p:nvSpPr>
          <p:spPr>
            <a:xfrm>
              <a:off x="5264517" y="362304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DA0AA">
                <a:alpha val="100000"/>
              </a:srgbClr>
            </a:solidFill>
            <a:ln w="5420" cap="flat">
              <a:solidFill>
                <a:srgbClr val="3DA0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88" name="pg1388"/>
            <p:cNvSpPr/>
            <p:nvPr/>
          </p:nvSpPr>
          <p:spPr>
            <a:xfrm>
              <a:off x="4985221" y="363735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85D9BB">
                <a:alpha val="100000"/>
              </a:srgbClr>
            </a:solidFill>
            <a:ln w="5420" cap="flat">
              <a:solidFill>
                <a:srgbClr val="85D9B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89" name="pg1389"/>
            <p:cNvSpPr/>
            <p:nvPr/>
          </p:nvSpPr>
          <p:spPr>
            <a:xfrm>
              <a:off x="4996859" y="363735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8FDCBF">
                <a:alpha val="100000"/>
              </a:srgbClr>
            </a:solidFill>
            <a:ln w="5420" cap="flat">
              <a:solidFill>
                <a:srgbClr val="8FDCB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90" name="pg1390"/>
            <p:cNvSpPr/>
            <p:nvPr/>
          </p:nvSpPr>
          <p:spPr>
            <a:xfrm>
              <a:off x="5008496" y="363735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98DEC3">
                <a:alpha val="100000"/>
              </a:srgbClr>
            </a:solidFill>
            <a:ln w="5420" cap="flat">
              <a:solidFill>
                <a:srgbClr val="98DEC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91" name="pg1391"/>
            <p:cNvSpPr/>
            <p:nvPr/>
          </p:nvSpPr>
          <p:spPr>
            <a:xfrm>
              <a:off x="5020133" y="363735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9FE1C6">
                <a:alpha val="100000"/>
              </a:srgbClr>
            </a:solidFill>
            <a:ln w="5420" cap="flat">
              <a:solidFill>
                <a:srgbClr val="9FE1C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92" name="pg1392"/>
            <p:cNvSpPr/>
            <p:nvPr/>
          </p:nvSpPr>
          <p:spPr>
            <a:xfrm>
              <a:off x="5031771" y="363735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A3E2C8">
                <a:alpha val="100000"/>
              </a:srgbClr>
            </a:solidFill>
            <a:ln w="5420" cap="flat">
              <a:solidFill>
                <a:srgbClr val="A3E2C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93" name="pg1393"/>
            <p:cNvSpPr/>
            <p:nvPr/>
          </p:nvSpPr>
          <p:spPr>
            <a:xfrm>
              <a:off x="5043408" y="363735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A4E2C8">
                <a:alpha val="100000"/>
              </a:srgbClr>
            </a:solidFill>
            <a:ln w="5420" cap="flat">
              <a:solidFill>
                <a:srgbClr val="A4E2C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94" name="pg1394"/>
            <p:cNvSpPr/>
            <p:nvPr/>
          </p:nvSpPr>
          <p:spPr>
            <a:xfrm>
              <a:off x="5055045" y="363735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A0E1C7">
                <a:alpha val="100000"/>
              </a:srgbClr>
            </a:solidFill>
            <a:ln w="5420" cap="flat">
              <a:solidFill>
                <a:srgbClr val="A0E1C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95" name="pg1395"/>
            <p:cNvSpPr/>
            <p:nvPr/>
          </p:nvSpPr>
          <p:spPr>
            <a:xfrm>
              <a:off x="5066683" y="363735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98DEC3">
                <a:alpha val="100000"/>
              </a:srgbClr>
            </a:solidFill>
            <a:ln w="5420" cap="flat">
              <a:solidFill>
                <a:srgbClr val="98DEC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96" name="pg1396"/>
            <p:cNvSpPr/>
            <p:nvPr/>
          </p:nvSpPr>
          <p:spPr>
            <a:xfrm>
              <a:off x="5078320" y="363735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8CDBBD">
                <a:alpha val="100000"/>
              </a:srgbClr>
            </a:solidFill>
            <a:ln w="5420" cap="flat">
              <a:solidFill>
                <a:srgbClr val="8CDBB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97" name="pg1397"/>
            <p:cNvSpPr/>
            <p:nvPr/>
          </p:nvSpPr>
          <p:spPr>
            <a:xfrm>
              <a:off x="5089957" y="363735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CD6B7">
                <a:alpha val="100000"/>
              </a:srgbClr>
            </a:solidFill>
            <a:ln w="5420" cap="flat">
              <a:solidFill>
                <a:srgbClr val="7CD6B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98" name="pg1398"/>
            <p:cNvSpPr/>
            <p:nvPr/>
          </p:nvSpPr>
          <p:spPr>
            <a:xfrm>
              <a:off x="5101595" y="363735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ECBAC">
                <a:alpha val="100000"/>
              </a:srgbClr>
            </a:solidFill>
            <a:ln w="5420" cap="flat">
              <a:solidFill>
                <a:srgbClr val="5ECB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99" name="pg1399"/>
            <p:cNvSpPr/>
            <p:nvPr/>
          </p:nvSpPr>
          <p:spPr>
            <a:xfrm>
              <a:off x="5113232" y="363735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AC4AC">
                <a:alpha val="100000"/>
              </a:srgbClr>
            </a:solidFill>
            <a:ln w="5420" cap="flat">
              <a:solidFill>
                <a:srgbClr val="5AC4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00" name="pg1400"/>
            <p:cNvSpPr/>
            <p:nvPr/>
          </p:nvSpPr>
          <p:spPr>
            <a:xfrm>
              <a:off x="5124869" y="363735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6BFAB">
                <a:alpha val="100000"/>
              </a:srgbClr>
            </a:solidFill>
            <a:ln w="5420" cap="flat">
              <a:solidFill>
                <a:srgbClr val="56BF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01" name="pg1401"/>
            <p:cNvSpPr/>
            <p:nvPr/>
          </p:nvSpPr>
          <p:spPr>
            <a:xfrm>
              <a:off x="5136507" y="363735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3BAAB">
                <a:alpha val="100000"/>
              </a:srgbClr>
            </a:solidFill>
            <a:ln w="5420" cap="flat">
              <a:solidFill>
                <a:srgbClr val="53BA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02" name="pg1402"/>
            <p:cNvSpPr/>
            <p:nvPr/>
          </p:nvSpPr>
          <p:spPr>
            <a:xfrm>
              <a:off x="5148144" y="363735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0B6AB">
                <a:alpha val="100000"/>
              </a:srgbClr>
            </a:solidFill>
            <a:ln w="5420" cap="flat">
              <a:solidFill>
                <a:srgbClr val="50B6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03" name="pg1403"/>
            <p:cNvSpPr/>
            <p:nvPr/>
          </p:nvSpPr>
          <p:spPr>
            <a:xfrm>
              <a:off x="5159781" y="363735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DB3AB">
                <a:alpha val="100000"/>
              </a:srgbClr>
            </a:solidFill>
            <a:ln w="5420" cap="flat">
              <a:solidFill>
                <a:srgbClr val="4DB3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04" name="pg1404"/>
            <p:cNvSpPr/>
            <p:nvPr/>
          </p:nvSpPr>
          <p:spPr>
            <a:xfrm>
              <a:off x="5171419" y="363735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BB0AB">
                <a:alpha val="100000"/>
              </a:srgbClr>
            </a:solidFill>
            <a:ln w="5420" cap="flat">
              <a:solidFill>
                <a:srgbClr val="4BB0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05" name="pg1405"/>
            <p:cNvSpPr/>
            <p:nvPr/>
          </p:nvSpPr>
          <p:spPr>
            <a:xfrm>
              <a:off x="5206331" y="363735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5A8AA">
                <a:alpha val="100000"/>
              </a:srgbClr>
            </a:solidFill>
            <a:ln w="5420" cap="flat">
              <a:solidFill>
                <a:srgbClr val="45A8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06" name="pg1406"/>
            <p:cNvSpPr/>
            <p:nvPr/>
          </p:nvSpPr>
          <p:spPr>
            <a:xfrm>
              <a:off x="5217968" y="363735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2A5AA">
                <a:alpha val="100000"/>
              </a:srgbClr>
            </a:solidFill>
            <a:ln w="5420" cap="flat">
              <a:solidFill>
                <a:srgbClr val="42A5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07" name="pg1407"/>
            <p:cNvSpPr/>
            <p:nvPr/>
          </p:nvSpPr>
          <p:spPr>
            <a:xfrm>
              <a:off x="5229605" y="363735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1A4AA">
                <a:alpha val="100000"/>
              </a:srgbClr>
            </a:solidFill>
            <a:ln w="5420" cap="flat">
              <a:solidFill>
                <a:srgbClr val="41A4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08" name="pg1408"/>
            <p:cNvSpPr/>
            <p:nvPr/>
          </p:nvSpPr>
          <p:spPr>
            <a:xfrm>
              <a:off x="5241243" y="363735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FA2AA">
                <a:alpha val="100000"/>
              </a:srgbClr>
            </a:solidFill>
            <a:ln w="5420" cap="flat">
              <a:solidFill>
                <a:srgbClr val="3FA2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09" name="pg1409"/>
            <p:cNvSpPr/>
            <p:nvPr/>
          </p:nvSpPr>
          <p:spPr>
            <a:xfrm>
              <a:off x="5252880" y="363735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EA1AA">
                <a:alpha val="100000"/>
              </a:srgbClr>
            </a:solidFill>
            <a:ln w="5420" cap="flat">
              <a:solidFill>
                <a:srgbClr val="3EA1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10" name="pg1410"/>
            <p:cNvSpPr/>
            <p:nvPr/>
          </p:nvSpPr>
          <p:spPr>
            <a:xfrm>
              <a:off x="5264517" y="363735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DA0AA">
                <a:alpha val="100000"/>
              </a:srgbClr>
            </a:solidFill>
            <a:ln w="5420" cap="flat">
              <a:solidFill>
                <a:srgbClr val="3DA0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11" name="pg1411"/>
            <p:cNvSpPr/>
            <p:nvPr/>
          </p:nvSpPr>
          <p:spPr>
            <a:xfrm>
              <a:off x="4985221" y="365165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90DCBF">
                <a:alpha val="100000"/>
              </a:srgbClr>
            </a:solidFill>
            <a:ln w="5420" cap="flat">
              <a:solidFill>
                <a:srgbClr val="90DCB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12" name="pg1412"/>
            <p:cNvSpPr/>
            <p:nvPr/>
          </p:nvSpPr>
          <p:spPr>
            <a:xfrm>
              <a:off x="4996859" y="365165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9DE0C5">
                <a:alpha val="100000"/>
              </a:srgbClr>
            </a:solidFill>
            <a:ln w="5420" cap="flat">
              <a:solidFill>
                <a:srgbClr val="9DE0C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13" name="pg1413"/>
            <p:cNvSpPr/>
            <p:nvPr/>
          </p:nvSpPr>
          <p:spPr>
            <a:xfrm>
              <a:off x="5008496" y="365165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A9E4CB">
                <a:alpha val="100000"/>
              </a:srgbClr>
            </a:solidFill>
            <a:ln w="5420" cap="flat">
              <a:solidFill>
                <a:srgbClr val="A9E4C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14" name="pg1414"/>
            <p:cNvSpPr/>
            <p:nvPr/>
          </p:nvSpPr>
          <p:spPr>
            <a:xfrm>
              <a:off x="5020133" y="365165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B3E7D0">
                <a:alpha val="100000"/>
              </a:srgbClr>
            </a:solidFill>
            <a:ln w="5420" cap="flat">
              <a:solidFill>
                <a:srgbClr val="B3E7D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15" name="pg1415"/>
            <p:cNvSpPr/>
            <p:nvPr/>
          </p:nvSpPr>
          <p:spPr>
            <a:xfrm>
              <a:off x="5031771" y="365165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BAE9D3">
                <a:alpha val="100000"/>
              </a:srgbClr>
            </a:solidFill>
            <a:ln w="5420" cap="flat">
              <a:solidFill>
                <a:srgbClr val="BAE9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16" name="pg1416"/>
            <p:cNvSpPr/>
            <p:nvPr/>
          </p:nvSpPr>
          <p:spPr>
            <a:xfrm>
              <a:off x="5043408" y="365165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BCEAD4">
                <a:alpha val="100000"/>
              </a:srgbClr>
            </a:solidFill>
            <a:ln w="5420" cap="flat">
              <a:solidFill>
                <a:srgbClr val="BCEAD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17" name="pg1417"/>
            <p:cNvSpPr/>
            <p:nvPr/>
          </p:nvSpPr>
          <p:spPr>
            <a:xfrm>
              <a:off x="5055045" y="365165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B9E9D2">
                <a:alpha val="100000"/>
              </a:srgbClr>
            </a:solidFill>
            <a:ln w="5420" cap="flat">
              <a:solidFill>
                <a:srgbClr val="B9E9D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18" name="pg1418"/>
            <p:cNvSpPr/>
            <p:nvPr/>
          </p:nvSpPr>
          <p:spPr>
            <a:xfrm>
              <a:off x="5066683" y="365165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AFE6CD">
                <a:alpha val="100000"/>
              </a:srgbClr>
            </a:solidFill>
            <a:ln w="5420" cap="flat">
              <a:solidFill>
                <a:srgbClr val="AFE6C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19" name="pg1419"/>
            <p:cNvSpPr/>
            <p:nvPr/>
          </p:nvSpPr>
          <p:spPr>
            <a:xfrm>
              <a:off x="5078320" y="365165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9FE0C6">
                <a:alpha val="100000"/>
              </a:srgbClr>
            </a:solidFill>
            <a:ln w="5420" cap="flat">
              <a:solidFill>
                <a:srgbClr val="9FE0C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20" name="pg1420"/>
            <p:cNvSpPr/>
            <p:nvPr/>
          </p:nvSpPr>
          <p:spPr>
            <a:xfrm>
              <a:off x="5089957" y="365165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8ADABD">
                <a:alpha val="100000"/>
              </a:srgbClr>
            </a:solidFill>
            <a:ln w="5420" cap="flat">
              <a:solidFill>
                <a:srgbClr val="8ADAB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21" name="pg1421"/>
            <p:cNvSpPr/>
            <p:nvPr/>
          </p:nvSpPr>
          <p:spPr>
            <a:xfrm>
              <a:off x="5101595" y="365165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ECBAC">
                <a:alpha val="100000"/>
              </a:srgbClr>
            </a:solidFill>
            <a:ln w="5420" cap="flat">
              <a:solidFill>
                <a:srgbClr val="5ECB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22" name="pg1422"/>
            <p:cNvSpPr/>
            <p:nvPr/>
          </p:nvSpPr>
          <p:spPr>
            <a:xfrm>
              <a:off x="5113232" y="365165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8C2AC">
                <a:alpha val="100000"/>
              </a:srgbClr>
            </a:solidFill>
            <a:ln w="5420" cap="flat">
              <a:solidFill>
                <a:srgbClr val="58C2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23" name="pg1423"/>
            <p:cNvSpPr/>
            <p:nvPr/>
          </p:nvSpPr>
          <p:spPr>
            <a:xfrm>
              <a:off x="5124869" y="365165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3BAAB">
                <a:alpha val="100000"/>
              </a:srgbClr>
            </a:solidFill>
            <a:ln w="5420" cap="flat">
              <a:solidFill>
                <a:srgbClr val="53BA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24" name="pg1424"/>
            <p:cNvSpPr/>
            <p:nvPr/>
          </p:nvSpPr>
          <p:spPr>
            <a:xfrm>
              <a:off x="5136507" y="365165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EB3AB">
                <a:alpha val="100000"/>
              </a:srgbClr>
            </a:solidFill>
            <a:ln w="5420" cap="flat">
              <a:solidFill>
                <a:srgbClr val="4EB3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25" name="pg1425"/>
            <p:cNvSpPr/>
            <p:nvPr/>
          </p:nvSpPr>
          <p:spPr>
            <a:xfrm>
              <a:off x="5148144" y="365165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AAEAB">
                <a:alpha val="100000"/>
              </a:srgbClr>
            </a:solidFill>
            <a:ln w="5420" cap="flat">
              <a:solidFill>
                <a:srgbClr val="4AAE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26" name="pg1426"/>
            <p:cNvSpPr/>
            <p:nvPr/>
          </p:nvSpPr>
          <p:spPr>
            <a:xfrm>
              <a:off x="5159781" y="365165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6AAAA">
                <a:alpha val="100000"/>
              </a:srgbClr>
            </a:solidFill>
            <a:ln w="5420" cap="flat">
              <a:solidFill>
                <a:srgbClr val="46AA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27" name="pg1427"/>
            <p:cNvSpPr/>
            <p:nvPr/>
          </p:nvSpPr>
          <p:spPr>
            <a:xfrm>
              <a:off x="5171419" y="365165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3A6AA">
                <a:alpha val="100000"/>
              </a:srgbClr>
            </a:solidFill>
            <a:ln w="5420" cap="flat">
              <a:solidFill>
                <a:srgbClr val="43A6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28" name="pg1428"/>
            <p:cNvSpPr/>
            <p:nvPr/>
          </p:nvSpPr>
          <p:spPr>
            <a:xfrm>
              <a:off x="5183056" y="365165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1A4AA">
                <a:alpha val="100000"/>
              </a:srgbClr>
            </a:solidFill>
            <a:ln w="5420" cap="flat">
              <a:solidFill>
                <a:srgbClr val="41A4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29" name="pg1429"/>
            <p:cNvSpPr/>
            <p:nvPr/>
          </p:nvSpPr>
          <p:spPr>
            <a:xfrm>
              <a:off x="5217968" y="365165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9FAA">
                <a:alpha val="100000"/>
              </a:srgbClr>
            </a:solidFill>
            <a:ln w="5420" cap="flat">
              <a:solidFill>
                <a:srgbClr val="3C9F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30" name="pg1430"/>
            <p:cNvSpPr/>
            <p:nvPr/>
          </p:nvSpPr>
          <p:spPr>
            <a:xfrm>
              <a:off x="5229605" y="365165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9EAA">
                <a:alpha val="100000"/>
              </a:srgbClr>
            </a:solidFill>
            <a:ln w="5420" cap="flat">
              <a:solidFill>
                <a:srgbClr val="3B9E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31" name="pg1431"/>
            <p:cNvSpPr/>
            <p:nvPr/>
          </p:nvSpPr>
          <p:spPr>
            <a:xfrm>
              <a:off x="5241243" y="365165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9EAA">
                <a:alpha val="100000"/>
              </a:srgbClr>
            </a:solidFill>
            <a:ln w="5420" cap="flat">
              <a:solidFill>
                <a:srgbClr val="3B9E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32" name="pg1432"/>
            <p:cNvSpPr/>
            <p:nvPr/>
          </p:nvSpPr>
          <p:spPr>
            <a:xfrm>
              <a:off x="5252880" y="365165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9DA9">
                <a:alpha val="100000"/>
              </a:srgbClr>
            </a:solidFill>
            <a:ln w="5420" cap="flat">
              <a:solidFill>
                <a:srgbClr val="3B9D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33" name="pg1433"/>
            <p:cNvSpPr/>
            <p:nvPr/>
          </p:nvSpPr>
          <p:spPr>
            <a:xfrm>
              <a:off x="5264517" y="365165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9DA9">
                <a:alpha val="100000"/>
              </a:srgbClr>
            </a:solidFill>
            <a:ln w="5420" cap="flat">
              <a:solidFill>
                <a:srgbClr val="3A9D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34" name="pg1434"/>
            <p:cNvSpPr/>
            <p:nvPr/>
          </p:nvSpPr>
          <p:spPr>
            <a:xfrm>
              <a:off x="4985221" y="366595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8FDBBF">
                <a:alpha val="100000"/>
              </a:srgbClr>
            </a:solidFill>
            <a:ln w="5420" cap="flat">
              <a:solidFill>
                <a:srgbClr val="8FDBB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35" name="pg1435"/>
            <p:cNvSpPr/>
            <p:nvPr/>
          </p:nvSpPr>
          <p:spPr>
            <a:xfrm>
              <a:off x="4996859" y="366595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9CE0C5">
                <a:alpha val="100000"/>
              </a:srgbClr>
            </a:solidFill>
            <a:ln w="5420" cap="flat">
              <a:solidFill>
                <a:srgbClr val="9CE0C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36" name="pg1436"/>
            <p:cNvSpPr/>
            <p:nvPr/>
          </p:nvSpPr>
          <p:spPr>
            <a:xfrm>
              <a:off x="5008496" y="366595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A9E4CB">
                <a:alpha val="100000"/>
              </a:srgbClr>
            </a:solidFill>
            <a:ln w="5420" cap="flat">
              <a:solidFill>
                <a:srgbClr val="A9E4C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37" name="pg1437"/>
            <p:cNvSpPr/>
            <p:nvPr/>
          </p:nvSpPr>
          <p:spPr>
            <a:xfrm>
              <a:off x="5020133" y="366595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B4E7D0">
                <a:alpha val="100000"/>
              </a:srgbClr>
            </a:solidFill>
            <a:ln w="5420" cap="flat">
              <a:solidFill>
                <a:srgbClr val="B4E7D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38" name="pg1438"/>
            <p:cNvSpPr/>
            <p:nvPr/>
          </p:nvSpPr>
          <p:spPr>
            <a:xfrm>
              <a:off x="5031771" y="366595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BBEAD3">
                <a:alpha val="100000"/>
              </a:srgbClr>
            </a:solidFill>
            <a:ln w="5420" cap="flat">
              <a:solidFill>
                <a:srgbClr val="BBEA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39" name="pg1439"/>
            <p:cNvSpPr/>
            <p:nvPr/>
          </p:nvSpPr>
          <p:spPr>
            <a:xfrm>
              <a:off x="5043408" y="366595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BDEAD5">
                <a:alpha val="100000"/>
              </a:srgbClr>
            </a:solidFill>
            <a:ln w="5420" cap="flat">
              <a:solidFill>
                <a:srgbClr val="BDEAD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40" name="pg1440"/>
            <p:cNvSpPr/>
            <p:nvPr/>
          </p:nvSpPr>
          <p:spPr>
            <a:xfrm>
              <a:off x="5055045" y="366595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B9E9D3">
                <a:alpha val="100000"/>
              </a:srgbClr>
            </a:solidFill>
            <a:ln w="5420" cap="flat">
              <a:solidFill>
                <a:srgbClr val="B9E9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41" name="pg1441"/>
            <p:cNvSpPr/>
            <p:nvPr/>
          </p:nvSpPr>
          <p:spPr>
            <a:xfrm>
              <a:off x="5066683" y="366595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AFE6CD">
                <a:alpha val="100000"/>
              </a:srgbClr>
            </a:solidFill>
            <a:ln w="5420" cap="flat">
              <a:solidFill>
                <a:srgbClr val="AFE6C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42" name="pg1442"/>
            <p:cNvSpPr/>
            <p:nvPr/>
          </p:nvSpPr>
          <p:spPr>
            <a:xfrm>
              <a:off x="5078320" y="366595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9EE0C5">
                <a:alpha val="100000"/>
              </a:srgbClr>
            </a:solidFill>
            <a:ln w="5420" cap="flat">
              <a:solidFill>
                <a:srgbClr val="9EE0C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43" name="pg1443"/>
            <p:cNvSpPr/>
            <p:nvPr/>
          </p:nvSpPr>
          <p:spPr>
            <a:xfrm>
              <a:off x="5089957" y="366595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87D9BC">
                <a:alpha val="100000"/>
              </a:srgbClr>
            </a:solidFill>
            <a:ln w="5420" cap="flat">
              <a:solidFill>
                <a:srgbClr val="87D9B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44" name="pg1444"/>
            <p:cNvSpPr/>
            <p:nvPr/>
          </p:nvSpPr>
          <p:spPr>
            <a:xfrm>
              <a:off x="5101595" y="366595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CC8AC">
                <a:alpha val="100000"/>
              </a:srgbClr>
            </a:solidFill>
            <a:ln w="5420" cap="flat">
              <a:solidFill>
                <a:srgbClr val="5CC8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45" name="pg1445"/>
            <p:cNvSpPr/>
            <p:nvPr/>
          </p:nvSpPr>
          <p:spPr>
            <a:xfrm>
              <a:off x="5113232" y="366595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6BEAB">
                <a:alpha val="100000"/>
              </a:srgbClr>
            </a:solidFill>
            <a:ln w="5420" cap="flat">
              <a:solidFill>
                <a:srgbClr val="56BE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46" name="pg1446"/>
            <p:cNvSpPr/>
            <p:nvPr/>
          </p:nvSpPr>
          <p:spPr>
            <a:xfrm>
              <a:off x="5124869" y="366595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FB6AB">
                <a:alpha val="100000"/>
              </a:srgbClr>
            </a:solidFill>
            <a:ln w="5420" cap="flat">
              <a:solidFill>
                <a:srgbClr val="4FB6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47" name="pg1447"/>
            <p:cNvSpPr/>
            <p:nvPr/>
          </p:nvSpPr>
          <p:spPr>
            <a:xfrm>
              <a:off x="5136507" y="366595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AAEAB">
                <a:alpha val="100000"/>
              </a:srgbClr>
            </a:solidFill>
            <a:ln w="5420" cap="flat">
              <a:solidFill>
                <a:srgbClr val="4AAE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48" name="pg1448"/>
            <p:cNvSpPr/>
            <p:nvPr/>
          </p:nvSpPr>
          <p:spPr>
            <a:xfrm>
              <a:off x="5148144" y="366595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5A8AA">
                <a:alpha val="100000"/>
              </a:srgbClr>
            </a:solidFill>
            <a:ln w="5420" cap="flat">
              <a:solidFill>
                <a:srgbClr val="45A8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49" name="pg1449"/>
            <p:cNvSpPr/>
            <p:nvPr/>
          </p:nvSpPr>
          <p:spPr>
            <a:xfrm>
              <a:off x="5159781" y="366595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0A3AA">
                <a:alpha val="100000"/>
              </a:srgbClr>
            </a:solidFill>
            <a:ln w="5420" cap="flat">
              <a:solidFill>
                <a:srgbClr val="40A3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50" name="pg1450"/>
            <p:cNvSpPr/>
            <p:nvPr/>
          </p:nvSpPr>
          <p:spPr>
            <a:xfrm>
              <a:off x="5171419" y="366595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DA0AA">
                <a:alpha val="100000"/>
              </a:srgbClr>
            </a:solidFill>
            <a:ln w="5420" cap="flat">
              <a:solidFill>
                <a:srgbClr val="3DA0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51" name="pg1451"/>
            <p:cNvSpPr/>
            <p:nvPr/>
          </p:nvSpPr>
          <p:spPr>
            <a:xfrm>
              <a:off x="5183056" y="366595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9DA9">
                <a:alpha val="100000"/>
              </a:srgbClr>
            </a:solidFill>
            <a:ln w="5420" cap="flat">
              <a:solidFill>
                <a:srgbClr val="3A9D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52" name="pg1452"/>
            <p:cNvSpPr/>
            <p:nvPr/>
          </p:nvSpPr>
          <p:spPr>
            <a:xfrm>
              <a:off x="5206331" y="366595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9AA9">
                <a:alpha val="100000"/>
              </a:srgbClr>
            </a:solidFill>
            <a:ln w="5420" cap="flat">
              <a:solidFill>
                <a:srgbClr val="379A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53" name="pg1453"/>
            <p:cNvSpPr/>
            <p:nvPr/>
          </p:nvSpPr>
          <p:spPr>
            <a:xfrm>
              <a:off x="5217968" y="366595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9AA9">
                <a:alpha val="100000"/>
              </a:srgbClr>
            </a:solidFill>
            <a:ln w="5420" cap="flat">
              <a:solidFill>
                <a:srgbClr val="379A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54" name="pg1454"/>
            <p:cNvSpPr/>
            <p:nvPr/>
          </p:nvSpPr>
          <p:spPr>
            <a:xfrm>
              <a:off x="5229605" y="366595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9AA9">
                <a:alpha val="100000"/>
              </a:srgbClr>
            </a:solidFill>
            <a:ln w="5420" cap="flat">
              <a:solidFill>
                <a:srgbClr val="379A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55" name="pg1455"/>
            <p:cNvSpPr/>
            <p:nvPr/>
          </p:nvSpPr>
          <p:spPr>
            <a:xfrm>
              <a:off x="5241243" y="366595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9AA9">
                <a:alpha val="100000"/>
              </a:srgbClr>
            </a:solidFill>
            <a:ln w="5420" cap="flat">
              <a:solidFill>
                <a:srgbClr val="379A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56" name="pg1456"/>
            <p:cNvSpPr/>
            <p:nvPr/>
          </p:nvSpPr>
          <p:spPr>
            <a:xfrm>
              <a:off x="5252880" y="366595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9AA9">
                <a:alpha val="100000"/>
              </a:srgbClr>
            </a:solidFill>
            <a:ln w="5420" cap="flat">
              <a:solidFill>
                <a:srgbClr val="379A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57" name="pg1457"/>
            <p:cNvSpPr/>
            <p:nvPr/>
          </p:nvSpPr>
          <p:spPr>
            <a:xfrm>
              <a:off x="5264517" y="366595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89AA9">
                <a:alpha val="100000"/>
              </a:srgbClr>
            </a:solidFill>
            <a:ln w="5420" cap="flat">
              <a:solidFill>
                <a:srgbClr val="389A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58" name="pg1458"/>
            <p:cNvSpPr/>
            <p:nvPr/>
          </p:nvSpPr>
          <p:spPr>
            <a:xfrm>
              <a:off x="4996859" y="368025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95DDC2">
                <a:alpha val="100000"/>
              </a:srgbClr>
            </a:solidFill>
            <a:ln w="5420" cap="flat">
              <a:solidFill>
                <a:srgbClr val="95DDC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59" name="pg1459"/>
            <p:cNvSpPr/>
            <p:nvPr/>
          </p:nvSpPr>
          <p:spPr>
            <a:xfrm>
              <a:off x="5008496" y="368025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A2E1C7">
                <a:alpha val="100000"/>
              </a:srgbClr>
            </a:solidFill>
            <a:ln w="5420" cap="flat">
              <a:solidFill>
                <a:srgbClr val="A2E1C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60" name="pg1460"/>
            <p:cNvSpPr/>
            <p:nvPr/>
          </p:nvSpPr>
          <p:spPr>
            <a:xfrm>
              <a:off x="5020133" y="368025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ACE5CC">
                <a:alpha val="100000"/>
              </a:srgbClr>
            </a:solidFill>
            <a:ln w="5420" cap="flat">
              <a:solidFill>
                <a:srgbClr val="ACE5C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61" name="pg1461"/>
            <p:cNvSpPr/>
            <p:nvPr/>
          </p:nvSpPr>
          <p:spPr>
            <a:xfrm>
              <a:off x="5031771" y="368025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B2E7CF">
                <a:alpha val="100000"/>
              </a:srgbClr>
            </a:solidFill>
            <a:ln w="5420" cap="flat">
              <a:solidFill>
                <a:srgbClr val="B2E7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62" name="pg1462"/>
            <p:cNvSpPr/>
            <p:nvPr/>
          </p:nvSpPr>
          <p:spPr>
            <a:xfrm>
              <a:off x="5043408" y="368025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B4E7D0">
                <a:alpha val="100000"/>
              </a:srgbClr>
            </a:solidFill>
            <a:ln w="5420" cap="flat">
              <a:solidFill>
                <a:srgbClr val="B4E7D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63" name="pg1463"/>
            <p:cNvSpPr/>
            <p:nvPr/>
          </p:nvSpPr>
          <p:spPr>
            <a:xfrm>
              <a:off x="5055045" y="368025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B0E6CE">
                <a:alpha val="100000"/>
              </a:srgbClr>
            </a:solidFill>
            <a:ln w="5420" cap="flat">
              <a:solidFill>
                <a:srgbClr val="B0E6C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64" name="pg1464"/>
            <p:cNvSpPr/>
            <p:nvPr/>
          </p:nvSpPr>
          <p:spPr>
            <a:xfrm>
              <a:off x="5066683" y="368025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A4E2C9">
                <a:alpha val="100000"/>
              </a:srgbClr>
            </a:solidFill>
            <a:ln w="5420" cap="flat">
              <a:solidFill>
                <a:srgbClr val="A4E2C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65" name="pg1465"/>
            <p:cNvSpPr/>
            <p:nvPr/>
          </p:nvSpPr>
          <p:spPr>
            <a:xfrm>
              <a:off x="5078320" y="368025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93DDC0">
                <a:alpha val="100000"/>
              </a:srgbClr>
            </a:solidFill>
            <a:ln w="5420" cap="flat">
              <a:solidFill>
                <a:srgbClr val="93DDC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66" name="pg1466"/>
            <p:cNvSpPr/>
            <p:nvPr/>
          </p:nvSpPr>
          <p:spPr>
            <a:xfrm>
              <a:off x="5089957" y="368025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BD6B6">
                <a:alpha val="100000"/>
              </a:srgbClr>
            </a:solidFill>
            <a:ln w="5420" cap="flat">
              <a:solidFill>
                <a:srgbClr val="7BD6B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67" name="pg1467"/>
            <p:cNvSpPr/>
            <p:nvPr/>
          </p:nvSpPr>
          <p:spPr>
            <a:xfrm>
              <a:off x="5101595" y="368025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9C3AC">
                <a:alpha val="100000"/>
              </a:srgbClr>
            </a:solidFill>
            <a:ln w="5420" cap="flat">
              <a:solidFill>
                <a:srgbClr val="59C3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68" name="pg1468"/>
            <p:cNvSpPr/>
            <p:nvPr/>
          </p:nvSpPr>
          <p:spPr>
            <a:xfrm>
              <a:off x="5113232" y="368025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1B8AB">
                <a:alpha val="100000"/>
              </a:srgbClr>
            </a:solidFill>
            <a:ln w="5420" cap="flat">
              <a:solidFill>
                <a:srgbClr val="51B8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69" name="pg1469"/>
            <p:cNvSpPr/>
            <p:nvPr/>
          </p:nvSpPr>
          <p:spPr>
            <a:xfrm>
              <a:off x="5124869" y="368025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AAFAB">
                <a:alpha val="100000"/>
              </a:srgbClr>
            </a:solidFill>
            <a:ln w="5420" cap="flat">
              <a:solidFill>
                <a:srgbClr val="4AAF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70" name="pg1470"/>
            <p:cNvSpPr/>
            <p:nvPr/>
          </p:nvSpPr>
          <p:spPr>
            <a:xfrm>
              <a:off x="5136507" y="368025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4A7AA">
                <a:alpha val="100000"/>
              </a:srgbClr>
            </a:solidFill>
            <a:ln w="5420" cap="flat">
              <a:solidFill>
                <a:srgbClr val="44A7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71" name="pg1471"/>
            <p:cNvSpPr/>
            <p:nvPr/>
          </p:nvSpPr>
          <p:spPr>
            <a:xfrm>
              <a:off x="5148144" y="368025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EA1AA">
                <a:alpha val="100000"/>
              </a:srgbClr>
            </a:solidFill>
            <a:ln w="5420" cap="flat">
              <a:solidFill>
                <a:srgbClr val="3EA1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72" name="pg1472"/>
            <p:cNvSpPr/>
            <p:nvPr/>
          </p:nvSpPr>
          <p:spPr>
            <a:xfrm>
              <a:off x="5159781" y="368025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9CA9">
                <a:alpha val="100000"/>
              </a:srgbClr>
            </a:solidFill>
            <a:ln w="5420" cap="flat">
              <a:solidFill>
                <a:srgbClr val="399C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73" name="pg1473"/>
            <p:cNvSpPr/>
            <p:nvPr/>
          </p:nvSpPr>
          <p:spPr>
            <a:xfrm>
              <a:off x="5171419" y="368025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598A9">
                <a:alpha val="100000"/>
              </a:srgbClr>
            </a:solidFill>
            <a:ln w="5420" cap="flat">
              <a:solidFill>
                <a:srgbClr val="3598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74" name="pg1474"/>
            <p:cNvSpPr/>
            <p:nvPr/>
          </p:nvSpPr>
          <p:spPr>
            <a:xfrm>
              <a:off x="5183056" y="368025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595A9">
                <a:alpha val="100000"/>
              </a:srgbClr>
            </a:solidFill>
            <a:ln w="5420" cap="flat">
              <a:solidFill>
                <a:srgbClr val="3595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75" name="pg1475"/>
            <p:cNvSpPr/>
            <p:nvPr/>
          </p:nvSpPr>
          <p:spPr>
            <a:xfrm>
              <a:off x="5194693" y="368025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693A8">
                <a:alpha val="100000"/>
              </a:srgbClr>
            </a:solidFill>
            <a:ln w="5420" cap="flat">
              <a:solidFill>
                <a:srgbClr val="3693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76" name="pg1476"/>
            <p:cNvSpPr/>
            <p:nvPr/>
          </p:nvSpPr>
          <p:spPr>
            <a:xfrm>
              <a:off x="5206331" y="368025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693A8">
                <a:alpha val="100000"/>
              </a:srgbClr>
            </a:solidFill>
            <a:ln w="5420" cap="flat">
              <a:solidFill>
                <a:srgbClr val="3693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77" name="pg1477"/>
            <p:cNvSpPr/>
            <p:nvPr/>
          </p:nvSpPr>
          <p:spPr>
            <a:xfrm>
              <a:off x="5217968" y="368025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593A8">
                <a:alpha val="100000"/>
              </a:srgbClr>
            </a:solidFill>
            <a:ln w="5420" cap="flat">
              <a:solidFill>
                <a:srgbClr val="3593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78" name="pg1478"/>
            <p:cNvSpPr/>
            <p:nvPr/>
          </p:nvSpPr>
          <p:spPr>
            <a:xfrm>
              <a:off x="5229605" y="368025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594A8">
                <a:alpha val="100000"/>
              </a:srgbClr>
            </a:solidFill>
            <a:ln w="5420" cap="flat">
              <a:solidFill>
                <a:srgbClr val="3594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79" name="pg1479"/>
            <p:cNvSpPr/>
            <p:nvPr/>
          </p:nvSpPr>
          <p:spPr>
            <a:xfrm>
              <a:off x="5241243" y="368025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595A9">
                <a:alpha val="100000"/>
              </a:srgbClr>
            </a:solidFill>
            <a:ln w="5420" cap="flat">
              <a:solidFill>
                <a:srgbClr val="3595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80" name="pg1480"/>
            <p:cNvSpPr/>
            <p:nvPr/>
          </p:nvSpPr>
          <p:spPr>
            <a:xfrm>
              <a:off x="5252880" y="368025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496A9">
                <a:alpha val="100000"/>
              </a:srgbClr>
            </a:solidFill>
            <a:ln w="5420" cap="flat">
              <a:solidFill>
                <a:srgbClr val="3496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81" name="pg1481"/>
            <p:cNvSpPr/>
            <p:nvPr/>
          </p:nvSpPr>
          <p:spPr>
            <a:xfrm>
              <a:off x="5264517" y="368025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598A9">
                <a:alpha val="100000"/>
              </a:srgbClr>
            </a:solidFill>
            <a:ln w="5420" cap="flat">
              <a:solidFill>
                <a:srgbClr val="3598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82" name="pg1482"/>
            <p:cNvSpPr/>
            <p:nvPr/>
          </p:nvSpPr>
          <p:spPr>
            <a:xfrm>
              <a:off x="5008496" y="369455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93DDC1">
                <a:alpha val="100000"/>
              </a:srgbClr>
            </a:solidFill>
            <a:ln w="5420" cap="flat">
              <a:solidFill>
                <a:srgbClr val="93DDC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83" name="pg1483"/>
            <p:cNvSpPr/>
            <p:nvPr/>
          </p:nvSpPr>
          <p:spPr>
            <a:xfrm>
              <a:off x="5020133" y="369455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9BDFC4">
                <a:alpha val="100000"/>
              </a:srgbClr>
            </a:solidFill>
            <a:ln w="5420" cap="flat">
              <a:solidFill>
                <a:srgbClr val="9BDFC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84" name="pg1484"/>
            <p:cNvSpPr/>
            <p:nvPr/>
          </p:nvSpPr>
          <p:spPr>
            <a:xfrm>
              <a:off x="5031771" y="369455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A1E1C7">
                <a:alpha val="100000"/>
              </a:srgbClr>
            </a:solidFill>
            <a:ln w="5420" cap="flat">
              <a:solidFill>
                <a:srgbClr val="A1E1C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85" name="pg1485"/>
            <p:cNvSpPr/>
            <p:nvPr/>
          </p:nvSpPr>
          <p:spPr>
            <a:xfrm>
              <a:off x="5043408" y="369455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A1E1C7">
                <a:alpha val="100000"/>
              </a:srgbClr>
            </a:solidFill>
            <a:ln w="5420" cap="flat">
              <a:solidFill>
                <a:srgbClr val="A1E1C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86" name="pg1486"/>
            <p:cNvSpPr/>
            <p:nvPr/>
          </p:nvSpPr>
          <p:spPr>
            <a:xfrm>
              <a:off x="5055045" y="369455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9CDFC4">
                <a:alpha val="100000"/>
              </a:srgbClr>
            </a:solidFill>
            <a:ln w="5420" cap="flat">
              <a:solidFill>
                <a:srgbClr val="9CDFC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87" name="pg1487"/>
            <p:cNvSpPr/>
            <p:nvPr/>
          </p:nvSpPr>
          <p:spPr>
            <a:xfrm>
              <a:off x="5066683" y="369455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90DCBF">
                <a:alpha val="100000"/>
              </a:srgbClr>
            </a:solidFill>
            <a:ln w="5420" cap="flat">
              <a:solidFill>
                <a:srgbClr val="90DCB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88" name="pg1488"/>
            <p:cNvSpPr/>
            <p:nvPr/>
          </p:nvSpPr>
          <p:spPr>
            <a:xfrm>
              <a:off x="5078320" y="369455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DD6B7">
                <a:alpha val="100000"/>
              </a:srgbClr>
            </a:solidFill>
            <a:ln w="5420" cap="flat">
              <a:solidFill>
                <a:srgbClr val="7DD6B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89" name="pg1489"/>
            <p:cNvSpPr/>
            <p:nvPr/>
          </p:nvSpPr>
          <p:spPr>
            <a:xfrm>
              <a:off x="5089957" y="369455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5CFAE">
                <a:alpha val="100000"/>
              </a:srgbClr>
            </a:solidFill>
            <a:ln w="5420" cap="flat">
              <a:solidFill>
                <a:srgbClr val="65CFA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90" name="pg1490"/>
            <p:cNvSpPr/>
            <p:nvPr/>
          </p:nvSpPr>
          <p:spPr>
            <a:xfrm>
              <a:off x="5101595" y="369455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3BBAB">
                <a:alpha val="100000"/>
              </a:srgbClr>
            </a:solidFill>
            <a:ln w="5420" cap="flat">
              <a:solidFill>
                <a:srgbClr val="53BB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91" name="pg1491"/>
            <p:cNvSpPr/>
            <p:nvPr/>
          </p:nvSpPr>
          <p:spPr>
            <a:xfrm>
              <a:off x="5113232" y="369455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BB0AB">
                <a:alpha val="100000"/>
              </a:srgbClr>
            </a:solidFill>
            <a:ln w="5420" cap="flat">
              <a:solidFill>
                <a:srgbClr val="4BB0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92" name="pg1492"/>
            <p:cNvSpPr/>
            <p:nvPr/>
          </p:nvSpPr>
          <p:spPr>
            <a:xfrm>
              <a:off x="5124869" y="369455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4A7AA">
                <a:alpha val="100000"/>
              </a:srgbClr>
            </a:solidFill>
            <a:ln w="5420" cap="flat">
              <a:solidFill>
                <a:srgbClr val="44A7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93" name="pg1493"/>
            <p:cNvSpPr/>
            <p:nvPr/>
          </p:nvSpPr>
          <p:spPr>
            <a:xfrm>
              <a:off x="5136507" y="369455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9FAA">
                <a:alpha val="100000"/>
              </a:srgbClr>
            </a:solidFill>
            <a:ln w="5420" cap="flat">
              <a:solidFill>
                <a:srgbClr val="3C9F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94" name="pg1494"/>
            <p:cNvSpPr/>
            <p:nvPr/>
          </p:nvSpPr>
          <p:spPr>
            <a:xfrm>
              <a:off x="5148144" y="369455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598A9">
                <a:alpha val="100000"/>
              </a:srgbClr>
            </a:solidFill>
            <a:ln w="5420" cap="flat">
              <a:solidFill>
                <a:srgbClr val="3598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95" name="pg1495"/>
            <p:cNvSpPr/>
            <p:nvPr/>
          </p:nvSpPr>
          <p:spPr>
            <a:xfrm>
              <a:off x="5159781" y="369455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692A8">
                <a:alpha val="100000"/>
              </a:srgbClr>
            </a:solidFill>
            <a:ln w="5420" cap="flat">
              <a:solidFill>
                <a:srgbClr val="3692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96" name="pg1496"/>
            <p:cNvSpPr/>
            <p:nvPr/>
          </p:nvSpPr>
          <p:spPr>
            <a:xfrm>
              <a:off x="5171419" y="369455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8EA7">
                <a:alpha val="100000"/>
              </a:srgbClr>
            </a:solidFill>
            <a:ln w="5420" cap="flat">
              <a:solidFill>
                <a:srgbClr val="378E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97" name="pg1497"/>
            <p:cNvSpPr/>
            <p:nvPr/>
          </p:nvSpPr>
          <p:spPr>
            <a:xfrm>
              <a:off x="5183056" y="369455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88BA6">
                <a:alpha val="100000"/>
              </a:srgbClr>
            </a:solidFill>
            <a:ln w="5420" cap="flat">
              <a:solidFill>
                <a:srgbClr val="388BA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98" name="pg1498"/>
            <p:cNvSpPr/>
            <p:nvPr/>
          </p:nvSpPr>
          <p:spPr>
            <a:xfrm>
              <a:off x="5194693" y="369455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88AA6">
                <a:alpha val="100000"/>
              </a:srgbClr>
            </a:solidFill>
            <a:ln w="5420" cap="flat">
              <a:solidFill>
                <a:srgbClr val="388AA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99" name="pg1499"/>
            <p:cNvSpPr/>
            <p:nvPr/>
          </p:nvSpPr>
          <p:spPr>
            <a:xfrm>
              <a:off x="5206331" y="369455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88AA6">
                <a:alpha val="100000"/>
              </a:srgbClr>
            </a:solidFill>
            <a:ln w="5420" cap="flat">
              <a:solidFill>
                <a:srgbClr val="388AA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00" name="pg1500"/>
            <p:cNvSpPr/>
            <p:nvPr/>
          </p:nvSpPr>
          <p:spPr>
            <a:xfrm>
              <a:off x="5217968" y="369455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8CA7">
                <a:alpha val="100000"/>
              </a:srgbClr>
            </a:solidFill>
            <a:ln w="5420" cap="flat">
              <a:solidFill>
                <a:srgbClr val="378C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01" name="pg1501"/>
            <p:cNvSpPr/>
            <p:nvPr/>
          </p:nvSpPr>
          <p:spPr>
            <a:xfrm>
              <a:off x="5229605" y="369455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8EA7">
                <a:alpha val="100000"/>
              </a:srgbClr>
            </a:solidFill>
            <a:ln w="5420" cap="flat">
              <a:solidFill>
                <a:srgbClr val="378E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02" name="pg1502"/>
            <p:cNvSpPr/>
            <p:nvPr/>
          </p:nvSpPr>
          <p:spPr>
            <a:xfrm>
              <a:off x="5241243" y="369455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68FA7">
                <a:alpha val="100000"/>
              </a:srgbClr>
            </a:solidFill>
            <a:ln w="5420" cap="flat">
              <a:solidFill>
                <a:srgbClr val="368F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03" name="pg1503"/>
            <p:cNvSpPr/>
            <p:nvPr/>
          </p:nvSpPr>
          <p:spPr>
            <a:xfrm>
              <a:off x="5252880" y="369455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692A8">
                <a:alpha val="100000"/>
              </a:srgbClr>
            </a:solidFill>
            <a:ln w="5420" cap="flat">
              <a:solidFill>
                <a:srgbClr val="3692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04" name="pg1504"/>
            <p:cNvSpPr/>
            <p:nvPr/>
          </p:nvSpPr>
          <p:spPr>
            <a:xfrm>
              <a:off x="5008496" y="370885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81D7B9">
                <a:alpha val="100000"/>
              </a:srgbClr>
            </a:solidFill>
            <a:ln w="5420" cap="flat">
              <a:solidFill>
                <a:srgbClr val="81D7B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05" name="pg1505"/>
            <p:cNvSpPr/>
            <p:nvPr/>
          </p:nvSpPr>
          <p:spPr>
            <a:xfrm>
              <a:off x="5020133" y="370885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84D8BA">
                <a:alpha val="100000"/>
              </a:srgbClr>
            </a:solidFill>
            <a:ln w="5420" cap="flat">
              <a:solidFill>
                <a:srgbClr val="84D8B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06" name="pg1506"/>
            <p:cNvSpPr/>
            <p:nvPr/>
          </p:nvSpPr>
          <p:spPr>
            <a:xfrm>
              <a:off x="5031771" y="370885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87D9BB">
                <a:alpha val="100000"/>
              </a:srgbClr>
            </a:solidFill>
            <a:ln w="5420" cap="flat">
              <a:solidFill>
                <a:srgbClr val="87D9B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07" name="pg1507"/>
            <p:cNvSpPr/>
            <p:nvPr/>
          </p:nvSpPr>
          <p:spPr>
            <a:xfrm>
              <a:off x="5043408" y="370885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86D9BB">
                <a:alpha val="100000"/>
              </a:srgbClr>
            </a:solidFill>
            <a:ln w="5420" cap="flat">
              <a:solidFill>
                <a:srgbClr val="86D9B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08" name="pg1508"/>
            <p:cNvSpPr/>
            <p:nvPr/>
          </p:nvSpPr>
          <p:spPr>
            <a:xfrm>
              <a:off x="5055045" y="370885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FD7B8">
                <a:alpha val="100000"/>
              </a:srgbClr>
            </a:solidFill>
            <a:ln w="5420" cap="flat">
              <a:solidFill>
                <a:srgbClr val="7FD7B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09" name="pg1509"/>
            <p:cNvSpPr/>
            <p:nvPr/>
          </p:nvSpPr>
          <p:spPr>
            <a:xfrm>
              <a:off x="5066683" y="370885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2D3B3">
                <a:alpha val="100000"/>
              </a:srgbClr>
            </a:solidFill>
            <a:ln w="5420" cap="flat">
              <a:solidFill>
                <a:srgbClr val="72D3B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10" name="pg1510"/>
            <p:cNvSpPr/>
            <p:nvPr/>
          </p:nvSpPr>
          <p:spPr>
            <a:xfrm>
              <a:off x="5078320" y="370885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0CEAC">
                <a:alpha val="100000"/>
              </a:srgbClr>
            </a:solidFill>
            <a:ln w="5420" cap="flat">
              <a:solidFill>
                <a:srgbClr val="60CE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11" name="pg1511"/>
            <p:cNvSpPr/>
            <p:nvPr/>
          </p:nvSpPr>
          <p:spPr>
            <a:xfrm>
              <a:off x="5089957" y="370885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AC5AC">
                <a:alpha val="100000"/>
              </a:srgbClr>
            </a:solidFill>
            <a:ln w="5420" cap="flat">
              <a:solidFill>
                <a:srgbClr val="5AC5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12" name="pg1512"/>
            <p:cNvSpPr/>
            <p:nvPr/>
          </p:nvSpPr>
          <p:spPr>
            <a:xfrm>
              <a:off x="5101595" y="370885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CB1AB">
                <a:alpha val="100000"/>
              </a:srgbClr>
            </a:solidFill>
            <a:ln w="5420" cap="flat">
              <a:solidFill>
                <a:srgbClr val="4CB1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13" name="pg1513"/>
            <p:cNvSpPr/>
            <p:nvPr/>
          </p:nvSpPr>
          <p:spPr>
            <a:xfrm>
              <a:off x="5113232" y="370885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4A7AA">
                <a:alpha val="100000"/>
              </a:srgbClr>
            </a:solidFill>
            <a:ln w="5420" cap="flat">
              <a:solidFill>
                <a:srgbClr val="44A7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14" name="pg1514"/>
            <p:cNvSpPr/>
            <p:nvPr/>
          </p:nvSpPr>
          <p:spPr>
            <a:xfrm>
              <a:off x="5124869" y="370885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9EAA">
                <a:alpha val="100000"/>
              </a:srgbClr>
            </a:solidFill>
            <a:ln w="5420" cap="flat">
              <a:solidFill>
                <a:srgbClr val="3B9E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15" name="pg1515"/>
            <p:cNvSpPr/>
            <p:nvPr/>
          </p:nvSpPr>
          <p:spPr>
            <a:xfrm>
              <a:off x="5136507" y="370885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596A9">
                <a:alpha val="100000"/>
              </a:srgbClr>
            </a:solidFill>
            <a:ln w="5420" cap="flat">
              <a:solidFill>
                <a:srgbClr val="3596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16" name="pg1516"/>
            <p:cNvSpPr/>
            <p:nvPr/>
          </p:nvSpPr>
          <p:spPr>
            <a:xfrm>
              <a:off x="5148144" y="370885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8DA7">
                <a:alpha val="100000"/>
              </a:srgbClr>
            </a:solidFill>
            <a:ln w="5420" cap="flat">
              <a:solidFill>
                <a:srgbClr val="378D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17" name="pg1517"/>
            <p:cNvSpPr/>
            <p:nvPr/>
          </p:nvSpPr>
          <p:spPr>
            <a:xfrm>
              <a:off x="5159781" y="370885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87A6">
                <a:alpha val="100000"/>
              </a:srgbClr>
            </a:solidFill>
            <a:ln w="5420" cap="flat">
              <a:solidFill>
                <a:srgbClr val="3987A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18" name="pg1518"/>
            <p:cNvSpPr/>
            <p:nvPr/>
          </p:nvSpPr>
          <p:spPr>
            <a:xfrm>
              <a:off x="5171419" y="370885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82A5">
                <a:alpha val="100000"/>
              </a:srgbClr>
            </a:solidFill>
            <a:ln w="5420" cap="flat">
              <a:solidFill>
                <a:srgbClr val="3982A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19" name="pg1519"/>
            <p:cNvSpPr/>
            <p:nvPr/>
          </p:nvSpPr>
          <p:spPr>
            <a:xfrm>
              <a:off x="5183056" y="370885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80A4">
                <a:alpha val="100000"/>
              </a:srgbClr>
            </a:solidFill>
            <a:ln w="5420" cap="flat">
              <a:solidFill>
                <a:srgbClr val="3A80A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20" name="pg1520"/>
            <p:cNvSpPr/>
            <p:nvPr/>
          </p:nvSpPr>
          <p:spPr>
            <a:xfrm>
              <a:off x="5194693" y="370885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FA4">
                <a:alpha val="100000"/>
              </a:srgbClr>
            </a:solidFill>
            <a:ln w="5420" cap="flat">
              <a:solidFill>
                <a:srgbClr val="3A7FA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21" name="pg1521"/>
            <p:cNvSpPr/>
            <p:nvPr/>
          </p:nvSpPr>
          <p:spPr>
            <a:xfrm>
              <a:off x="5206331" y="370885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80A4">
                <a:alpha val="100000"/>
              </a:srgbClr>
            </a:solidFill>
            <a:ln w="5420" cap="flat">
              <a:solidFill>
                <a:srgbClr val="3A80A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22" name="pg1522"/>
            <p:cNvSpPr/>
            <p:nvPr/>
          </p:nvSpPr>
          <p:spPr>
            <a:xfrm>
              <a:off x="5217968" y="370885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84A5">
                <a:alpha val="100000"/>
              </a:srgbClr>
            </a:solidFill>
            <a:ln w="5420" cap="flat">
              <a:solidFill>
                <a:srgbClr val="3984A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23" name="pg1523"/>
            <p:cNvSpPr/>
            <p:nvPr/>
          </p:nvSpPr>
          <p:spPr>
            <a:xfrm>
              <a:off x="5229605" y="370885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887A6">
                <a:alpha val="100000"/>
              </a:srgbClr>
            </a:solidFill>
            <a:ln w="5420" cap="flat">
              <a:solidFill>
                <a:srgbClr val="3887A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24" name="pg1524"/>
            <p:cNvSpPr/>
            <p:nvPr/>
          </p:nvSpPr>
          <p:spPr>
            <a:xfrm>
              <a:off x="5241243" y="370885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88AA6">
                <a:alpha val="100000"/>
              </a:srgbClr>
            </a:solidFill>
            <a:ln w="5420" cap="flat">
              <a:solidFill>
                <a:srgbClr val="388AA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25" name="pg1525"/>
            <p:cNvSpPr/>
            <p:nvPr/>
          </p:nvSpPr>
          <p:spPr>
            <a:xfrm>
              <a:off x="5031771" y="372315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AD1AF">
                <a:alpha val="100000"/>
              </a:srgbClr>
            </a:solidFill>
            <a:ln w="5420" cap="flat">
              <a:solidFill>
                <a:srgbClr val="6AD1A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26" name="pg1526"/>
            <p:cNvSpPr/>
            <p:nvPr/>
          </p:nvSpPr>
          <p:spPr>
            <a:xfrm>
              <a:off x="5043408" y="372315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5CFAE">
                <a:alpha val="100000"/>
              </a:srgbClr>
            </a:solidFill>
            <a:ln w="5420" cap="flat">
              <a:solidFill>
                <a:srgbClr val="65CFA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27" name="pg1527"/>
            <p:cNvSpPr/>
            <p:nvPr/>
          </p:nvSpPr>
          <p:spPr>
            <a:xfrm>
              <a:off x="5055045" y="372315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FCDAC">
                <a:alpha val="100000"/>
              </a:srgbClr>
            </a:solidFill>
            <a:ln w="5420" cap="flat">
              <a:solidFill>
                <a:srgbClr val="5FCD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28" name="pg1528"/>
            <p:cNvSpPr/>
            <p:nvPr/>
          </p:nvSpPr>
          <p:spPr>
            <a:xfrm>
              <a:off x="5066683" y="372315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CC8AC">
                <a:alpha val="100000"/>
              </a:srgbClr>
            </a:solidFill>
            <a:ln w="5420" cap="flat">
              <a:solidFill>
                <a:srgbClr val="5CC8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29" name="pg1529"/>
            <p:cNvSpPr/>
            <p:nvPr/>
          </p:nvSpPr>
          <p:spPr>
            <a:xfrm>
              <a:off x="5078320" y="372315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8C1AC">
                <a:alpha val="100000"/>
              </a:srgbClr>
            </a:solidFill>
            <a:ln w="5420" cap="flat">
              <a:solidFill>
                <a:srgbClr val="58C1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30" name="pg1530"/>
            <p:cNvSpPr/>
            <p:nvPr/>
          </p:nvSpPr>
          <p:spPr>
            <a:xfrm>
              <a:off x="5089957" y="372315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2BAAB">
                <a:alpha val="100000"/>
              </a:srgbClr>
            </a:solidFill>
            <a:ln w="5420" cap="flat">
              <a:solidFill>
                <a:srgbClr val="52BA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31" name="pg1531"/>
            <p:cNvSpPr/>
            <p:nvPr/>
          </p:nvSpPr>
          <p:spPr>
            <a:xfrm>
              <a:off x="5101595" y="372315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5A8AA">
                <a:alpha val="100000"/>
              </a:srgbClr>
            </a:solidFill>
            <a:ln w="5420" cap="flat">
              <a:solidFill>
                <a:srgbClr val="45A8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32" name="pg1532"/>
            <p:cNvSpPr/>
            <p:nvPr/>
          </p:nvSpPr>
          <p:spPr>
            <a:xfrm>
              <a:off x="5113232" y="372315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9FAA">
                <a:alpha val="100000"/>
              </a:srgbClr>
            </a:solidFill>
            <a:ln w="5420" cap="flat">
              <a:solidFill>
                <a:srgbClr val="3C9F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33" name="pg1533"/>
            <p:cNvSpPr/>
            <p:nvPr/>
          </p:nvSpPr>
          <p:spPr>
            <a:xfrm>
              <a:off x="5124869" y="372315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595A9">
                <a:alpha val="100000"/>
              </a:srgbClr>
            </a:solidFill>
            <a:ln w="5420" cap="flat">
              <a:solidFill>
                <a:srgbClr val="3595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34" name="pg1534"/>
            <p:cNvSpPr/>
            <p:nvPr/>
          </p:nvSpPr>
          <p:spPr>
            <a:xfrm>
              <a:off x="5136507" y="372315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8CA7">
                <a:alpha val="100000"/>
              </a:srgbClr>
            </a:solidFill>
            <a:ln w="5420" cap="flat">
              <a:solidFill>
                <a:srgbClr val="378C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35" name="pg1535"/>
            <p:cNvSpPr/>
            <p:nvPr/>
          </p:nvSpPr>
          <p:spPr>
            <a:xfrm>
              <a:off x="5148144" y="372315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83A5">
                <a:alpha val="100000"/>
              </a:srgbClr>
            </a:solidFill>
            <a:ln w="5420" cap="flat">
              <a:solidFill>
                <a:srgbClr val="3983A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36" name="pg1536"/>
            <p:cNvSpPr/>
            <p:nvPr/>
          </p:nvSpPr>
          <p:spPr>
            <a:xfrm>
              <a:off x="5159781" y="372315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CA3">
                <a:alpha val="100000"/>
              </a:srgbClr>
            </a:solidFill>
            <a:ln w="5420" cap="flat">
              <a:solidFill>
                <a:srgbClr val="3A7CA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37" name="pg1537"/>
            <p:cNvSpPr/>
            <p:nvPr/>
          </p:nvSpPr>
          <p:spPr>
            <a:xfrm>
              <a:off x="5171419" y="372315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7A2">
                <a:alpha val="100000"/>
              </a:srgbClr>
            </a:solidFill>
            <a:ln w="5420" cap="flat">
              <a:solidFill>
                <a:srgbClr val="3A77A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38" name="pg1538"/>
            <p:cNvSpPr/>
            <p:nvPr/>
          </p:nvSpPr>
          <p:spPr>
            <a:xfrm>
              <a:off x="5183056" y="372315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5A2">
                <a:alpha val="100000"/>
              </a:srgbClr>
            </a:solidFill>
            <a:ln w="5420" cap="flat">
              <a:solidFill>
                <a:srgbClr val="3A75A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39" name="pg1539"/>
            <p:cNvSpPr/>
            <p:nvPr/>
          </p:nvSpPr>
          <p:spPr>
            <a:xfrm>
              <a:off x="5194693" y="372315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5A2">
                <a:alpha val="100000"/>
              </a:srgbClr>
            </a:solidFill>
            <a:ln w="5420" cap="flat">
              <a:solidFill>
                <a:srgbClr val="3A75A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40" name="pg1540"/>
            <p:cNvSpPr/>
            <p:nvPr/>
          </p:nvSpPr>
          <p:spPr>
            <a:xfrm>
              <a:off x="5206331" y="372315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7A2">
                <a:alpha val="100000"/>
              </a:srgbClr>
            </a:solidFill>
            <a:ln w="5420" cap="flat">
              <a:solidFill>
                <a:srgbClr val="3A77A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41" name="pg1541"/>
            <p:cNvSpPr/>
            <p:nvPr/>
          </p:nvSpPr>
          <p:spPr>
            <a:xfrm>
              <a:off x="5217968" y="372315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DA3">
                <a:alpha val="100000"/>
              </a:srgbClr>
            </a:solidFill>
            <a:ln w="5420" cap="flat">
              <a:solidFill>
                <a:srgbClr val="3A7DA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42" name="pg1542"/>
            <p:cNvSpPr/>
            <p:nvPr/>
          </p:nvSpPr>
          <p:spPr>
            <a:xfrm>
              <a:off x="5229605" y="372315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81A4">
                <a:alpha val="100000"/>
              </a:srgbClr>
            </a:solidFill>
            <a:ln w="5420" cap="flat">
              <a:solidFill>
                <a:srgbClr val="3981A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43" name="pg1543"/>
            <p:cNvSpPr/>
            <p:nvPr/>
          </p:nvSpPr>
          <p:spPr>
            <a:xfrm>
              <a:off x="5043408" y="373745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9C3AC">
                <a:alpha val="100000"/>
              </a:srgbClr>
            </a:solidFill>
            <a:ln w="5420" cap="flat">
              <a:solidFill>
                <a:srgbClr val="59C3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44" name="pg1544"/>
            <p:cNvSpPr/>
            <p:nvPr/>
          </p:nvSpPr>
          <p:spPr>
            <a:xfrm>
              <a:off x="5055045" y="373745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7C0AC">
                <a:alpha val="100000"/>
              </a:srgbClr>
            </a:solidFill>
            <a:ln w="5420" cap="flat">
              <a:solidFill>
                <a:srgbClr val="57C0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45" name="pg1545"/>
            <p:cNvSpPr/>
            <p:nvPr/>
          </p:nvSpPr>
          <p:spPr>
            <a:xfrm>
              <a:off x="5066683" y="373745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4BCAB">
                <a:alpha val="100000"/>
              </a:srgbClr>
            </a:solidFill>
            <a:ln w="5420" cap="flat">
              <a:solidFill>
                <a:srgbClr val="54BC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46" name="pg1546"/>
            <p:cNvSpPr/>
            <p:nvPr/>
          </p:nvSpPr>
          <p:spPr>
            <a:xfrm>
              <a:off x="5078320" y="373745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0B6AB">
                <a:alpha val="100000"/>
              </a:srgbClr>
            </a:solidFill>
            <a:ln w="5420" cap="flat">
              <a:solidFill>
                <a:srgbClr val="50B6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47" name="pg1547"/>
            <p:cNvSpPr/>
            <p:nvPr/>
          </p:nvSpPr>
          <p:spPr>
            <a:xfrm>
              <a:off x="5089957" y="373745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BB0AB">
                <a:alpha val="100000"/>
              </a:srgbClr>
            </a:solidFill>
            <a:ln w="5420" cap="flat">
              <a:solidFill>
                <a:srgbClr val="4BB0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48" name="pg1548"/>
            <p:cNvSpPr/>
            <p:nvPr/>
          </p:nvSpPr>
          <p:spPr>
            <a:xfrm>
              <a:off x="5101595" y="373745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EA0AA">
                <a:alpha val="100000"/>
              </a:srgbClr>
            </a:solidFill>
            <a:ln w="5420" cap="flat">
              <a:solidFill>
                <a:srgbClr val="3EA0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49" name="pg1549"/>
            <p:cNvSpPr/>
            <p:nvPr/>
          </p:nvSpPr>
          <p:spPr>
            <a:xfrm>
              <a:off x="5113232" y="373745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598A9">
                <a:alpha val="100000"/>
              </a:srgbClr>
            </a:solidFill>
            <a:ln w="5420" cap="flat">
              <a:solidFill>
                <a:srgbClr val="3598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50" name="pg1550"/>
            <p:cNvSpPr/>
            <p:nvPr/>
          </p:nvSpPr>
          <p:spPr>
            <a:xfrm>
              <a:off x="5124869" y="373745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8EA7">
                <a:alpha val="100000"/>
              </a:srgbClr>
            </a:solidFill>
            <a:ln w="5420" cap="flat">
              <a:solidFill>
                <a:srgbClr val="378E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51" name="pg1551"/>
            <p:cNvSpPr/>
            <p:nvPr/>
          </p:nvSpPr>
          <p:spPr>
            <a:xfrm>
              <a:off x="5136507" y="373745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83A5">
                <a:alpha val="100000"/>
              </a:srgbClr>
            </a:solidFill>
            <a:ln w="5420" cap="flat">
              <a:solidFill>
                <a:srgbClr val="3983A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52" name="pg1552"/>
            <p:cNvSpPr/>
            <p:nvPr/>
          </p:nvSpPr>
          <p:spPr>
            <a:xfrm>
              <a:off x="5148144" y="373745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AA3">
                <a:alpha val="100000"/>
              </a:srgbClr>
            </a:solidFill>
            <a:ln w="5420" cap="flat">
              <a:solidFill>
                <a:srgbClr val="3A7AA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53" name="pg1553"/>
            <p:cNvSpPr/>
            <p:nvPr/>
          </p:nvSpPr>
          <p:spPr>
            <a:xfrm>
              <a:off x="5159781" y="373745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73A1">
                <a:alpha val="100000"/>
              </a:srgbClr>
            </a:solidFill>
            <a:ln w="5420" cap="flat">
              <a:solidFill>
                <a:srgbClr val="3B73A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54" name="pg1554"/>
            <p:cNvSpPr/>
            <p:nvPr/>
          </p:nvSpPr>
          <p:spPr>
            <a:xfrm>
              <a:off x="5171419" y="373745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EA0">
                <a:alpha val="100000"/>
              </a:srgbClr>
            </a:solidFill>
            <a:ln w="5420" cap="flat">
              <a:solidFill>
                <a:srgbClr val="3A6EA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55" name="pg1555"/>
            <p:cNvSpPr/>
            <p:nvPr/>
          </p:nvSpPr>
          <p:spPr>
            <a:xfrm>
              <a:off x="5183056" y="373745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C9F">
                <a:alpha val="100000"/>
              </a:srgbClr>
            </a:solidFill>
            <a:ln w="5420" cap="flat">
              <a:solidFill>
                <a:srgbClr val="3A6C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56" name="pg1556"/>
            <p:cNvSpPr/>
            <p:nvPr/>
          </p:nvSpPr>
          <p:spPr>
            <a:xfrm>
              <a:off x="5194693" y="373745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CA0">
                <a:alpha val="100000"/>
              </a:srgbClr>
            </a:solidFill>
            <a:ln w="5420" cap="flat">
              <a:solidFill>
                <a:srgbClr val="3A6CA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57" name="pg1557"/>
            <p:cNvSpPr/>
            <p:nvPr/>
          </p:nvSpPr>
          <p:spPr>
            <a:xfrm>
              <a:off x="5206331" y="373745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FA0">
                <a:alpha val="100000"/>
              </a:srgbClr>
            </a:solidFill>
            <a:ln w="5420" cap="flat">
              <a:solidFill>
                <a:srgbClr val="3A6FA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58" name="pg1558"/>
            <p:cNvSpPr/>
            <p:nvPr/>
          </p:nvSpPr>
          <p:spPr>
            <a:xfrm>
              <a:off x="5217968" y="373745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7A2">
                <a:alpha val="100000"/>
              </a:srgbClr>
            </a:solidFill>
            <a:ln w="5420" cap="flat">
              <a:solidFill>
                <a:srgbClr val="3A77A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59" name="pg1559"/>
            <p:cNvSpPr/>
            <p:nvPr/>
          </p:nvSpPr>
          <p:spPr>
            <a:xfrm>
              <a:off x="5055045" y="375175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FB5AB">
                <a:alpha val="100000"/>
              </a:srgbClr>
            </a:solidFill>
            <a:ln w="5420" cap="flat">
              <a:solidFill>
                <a:srgbClr val="4FB5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60" name="pg1560"/>
            <p:cNvSpPr/>
            <p:nvPr/>
          </p:nvSpPr>
          <p:spPr>
            <a:xfrm>
              <a:off x="5066683" y="375175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CB2AB">
                <a:alpha val="100000"/>
              </a:srgbClr>
            </a:solidFill>
            <a:ln w="5420" cap="flat">
              <a:solidFill>
                <a:srgbClr val="4CB2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61" name="pg1561"/>
            <p:cNvSpPr/>
            <p:nvPr/>
          </p:nvSpPr>
          <p:spPr>
            <a:xfrm>
              <a:off x="5078320" y="375175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9ADAB">
                <a:alpha val="100000"/>
              </a:srgbClr>
            </a:solidFill>
            <a:ln w="5420" cap="flat">
              <a:solidFill>
                <a:srgbClr val="49AD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62" name="pg1562"/>
            <p:cNvSpPr/>
            <p:nvPr/>
          </p:nvSpPr>
          <p:spPr>
            <a:xfrm>
              <a:off x="5089957" y="375175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4A8AA">
                <a:alpha val="100000"/>
              </a:srgbClr>
            </a:solidFill>
            <a:ln w="5420" cap="flat">
              <a:solidFill>
                <a:srgbClr val="44A8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63" name="pg1563"/>
            <p:cNvSpPr/>
            <p:nvPr/>
          </p:nvSpPr>
          <p:spPr>
            <a:xfrm>
              <a:off x="5101595" y="375175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89BA9">
                <a:alpha val="100000"/>
              </a:srgbClr>
            </a:solidFill>
            <a:ln w="5420" cap="flat">
              <a:solidFill>
                <a:srgbClr val="389B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64" name="pg1564"/>
            <p:cNvSpPr/>
            <p:nvPr/>
          </p:nvSpPr>
          <p:spPr>
            <a:xfrm>
              <a:off x="5113232" y="375175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692A8">
                <a:alpha val="100000"/>
              </a:srgbClr>
            </a:solidFill>
            <a:ln w="5420" cap="flat">
              <a:solidFill>
                <a:srgbClr val="3692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65" name="pg1565"/>
            <p:cNvSpPr/>
            <p:nvPr/>
          </p:nvSpPr>
          <p:spPr>
            <a:xfrm>
              <a:off x="5124869" y="375175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888A6">
                <a:alpha val="100000"/>
              </a:srgbClr>
            </a:solidFill>
            <a:ln w="5420" cap="flat">
              <a:solidFill>
                <a:srgbClr val="3888A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66" name="pg1566"/>
            <p:cNvSpPr/>
            <p:nvPr/>
          </p:nvSpPr>
          <p:spPr>
            <a:xfrm>
              <a:off x="5136507" y="375175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EA4">
                <a:alpha val="100000"/>
              </a:srgbClr>
            </a:solidFill>
            <a:ln w="5420" cap="flat">
              <a:solidFill>
                <a:srgbClr val="3A7EA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67" name="pg1567"/>
            <p:cNvSpPr/>
            <p:nvPr/>
          </p:nvSpPr>
          <p:spPr>
            <a:xfrm>
              <a:off x="5148144" y="375175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5A2">
                <a:alpha val="100000"/>
              </a:srgbClr>
            </a:solidFill>
            <a:ln w="5420" cap="flat">
              <a:solidFill>
                <a:srgbClr val="3A75A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68" name="pg1568"/>
            <p:cNvSpPr/>
            <p:nvPr/>
          </p:nvSpPr>
          <p:spPr>
            <a:xfrm>
              <a:off x="5159781" y="375175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DA0">
                <a:alpha val="100000"/>
              </a:srgbClr>
            </a:solidFill>
            <a:ln w="5420" cap="flat">
              <a:solidFill>
                <a:srgbClr val="3A6DA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69" name="pg1569"/>
            <p:cNvSpPr/>
            <p:nvPr/>
          </p:nvSpPr>
          <p:spPr>
            <a:xfrm>
              <a:off x="5171419" y="375175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89F">
                <a:alpha val="100000"/>
              </a:srgbClr>
            </a:solidFill>
            <a:ln w="5420" cap="flat">
              <a:solidFill>
                <a:srgbClr val="3A68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70" name="pg1570"/>
            <p:cNvSpPr/>
            <p:nvPr/>
          </p:nvSpPr>
          <p:spPr>
            <a:xfrm>
              <a:off x="5183056" y="375175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69E">
                <a:alpha val="100000"/>
              </a:srgbClr>
            </a:solidFill>
            <a:ln w="5420" cap="flat">
              <a:solidFill>
                <a:srgbClr val="3A66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71" name="pg1571"/>
            <p:cNvSpPr/>
            <p:nvPr/>
          </p:nvSpPr>
          <p:spPr>
            <a:xfrm>
              <a:off x="5194693" y="375175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79E">
                <a:alpha val="100000"/>
              </a:srgbClr>
            </a:solidFill>
            <a:ln w="5420" cap="flat">
              <a:solidFill>
                <a:srgbClr val="3A67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72" name="pg1572"/>
            <p:cNvSpPr/>
            <p:nvPr/>
          </p:nvSpPr>
          <p:spPr>
            <a:xfrm>
              <a:off x="5206331" y="375175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A9F">
                <a:alpha val="100000"/>
              </a:srgbClr>
            </a:solidFill>
            <a:ln w="5420" cap="flat">
              <a:solidFill>
                <a:srgbClr val="3A6A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73" name="pg1573"/>
            <p:cNvSpPr/>
            <p:nvPr/>
          </p:nvSpPr>
          <p:spPr>
            <a:xfrm>
              <a:off x="5217968" y="375175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73A1">
                <a:alpha val="100000"/>
              </a:srgbClr>
            </a:solidFill>
            <a:ln w="5420" cap="flat">
              <a:solidFill>
                <a:srgbClr val="3B73A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74" name="pg1574"/>
            <p:cNvSpPr/>
            <p:nvPr/>
          </p:nvSpPr>
          <p:spPr>
            <a:xfrm>
              <a:off x="5008496" y="376605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DB3AB">
                <a:alpha val="100000"/>
              </a:srgbClr>
            </a:solidFill>
            <a:ln w="5420" cap="flat">
              <a:solidFill>
                <a:srgbClr val="4DB3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75" name="pg1575"/>
            <p:cNvSpPr/>
            <p:nvPr/>
          </p:nvSpPr>
          <p:spPr>
            <a:xfrm>
              <a:off x="5020133" y="376605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CB1AB">
                <a:alpha val="100000"/>
              </a:srgbClr>
            </a:solidFill>
            <a:ln w="5420" cap="flat">
              <a:solidFill>
                <a:srgbClr val="4CB1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76" name="pg1576"/>
            <p:cNvSpPr/>
            <p:nvPr/>
          </p:nvSpPr>
          <p:spPr>
            <a:xfrm>
              <a:off x="5031771" y="376605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BAFAB">
                <a:alpha val="100000"/>
              </a:srgbClr>
            </a:solidFill>
            <a:ln w="5420" cap="flat">
              <a:solidFill>
                <a:srgbClr val="4BAF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77" name="pg1577"/>
            <p:cNvSpPr/>
            <p:nvPr/>
          </p:nvSpPr>
          <p:spPr>
            <a:xfrm>
              <a:off x="5043408" y="376605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BAFAB">
                <a:alpha val="100000"/>
              </a:srgbClr>
            </a:solidFill>
            <a:ln w="5420" cap="flat">
              <a:solidFill>
                <a:srgbClr val="4BAF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78" name="pg1578"/>
            <p:cNvSpPr/>
            <p:nvPr/>
          </p:nvSpPr>
          <p:spPr>
            <a:xfrm>
              <a:off x="5055045" y="376605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9ADAB">
                <a:alpha val="100000"/>
              </a:srgbClr>
            </a:solidFill>
            <a:ln w="5420" cap="flat">
              <a:solidFill>
                <a:srgbClr val="49AD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79" name="pg1579"/>
            <p:cNvSpPr/>
            <p:nvPr/>
          </p:nvSpPr>
          <p:spPr>
            <a:xfrm>
              <a:off x="5066683" y="376605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6AAAA">
                <a:alpha val="100000"/>
              </a:srgbClr>
            </a:solidFill>
            <a:ln w="5420" cap="flat">
              <a:solidFill>
                <a:srgbClr val="46AA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80" name="pg1580"/>
            <p:cNvSpPr/>
            <p:nvPr/>
          </p:nvSpPr>
          <p:spPr>
            <a:xfrm>
              <a:off x="5078320" y="376605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3A7AA">
                <a:alpha val="100000"/>
              </a:srgbClr>
            </a:solidFill>
            <a:ln w="5420" cap="flat">
              <a:solidFill>
                <a:srgbClr val="43A7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81" name="pg1581"/>
            <p:cNvSpPr/>
            <p:nvPr/>
          </p:nvSpPr>
          <p:spPr>
            <a:xfrm>
              <a:off x="5089957" y="376605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0A2AA">
                <a:alpha val="100000"/>
              </a:srgbClr>
            </a:solidFill>
            <a:ln w="5420" cap="flat">
              <a:solidFill>
                <a:srgbClr val="40A2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82" name="pg1582"/>
            <p:cNvSpPr/>
            <p:nvPr/>
          </p:nvSpPr>
          <p:spPr>
            <a:xfrm>
              <a:off x="5101595" y="376605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598A9">
                <a:alpha val="100000"/>
              </a:srgbClr>
            </a:solidFill>
            <a:ln w="5420" cap="flat">
              <a:solidFill>
                <a:srgbClr val="3598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83" name="pg1583"/>
            <p:cNvSpPr/>
            <p:nvPr/>
          </p:nvSpPr>
          <p:spPr>
            <a:xfrm>
              <a:off x="5113232" y="376605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690A8">
                <a:alpha val="100000"/>
              </a:srgbClr>
            </a:solidFill>
            <a:ln w="5420" cap="flat">
              <a:solidFill>
                <a:srgbClr val="3690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84" name="pg1584"/>
            <p:cNvSpPr/>
            <p:nvPr/>
          </p:nvSpPr>
          <p:spPr>
            <a:xfrm>
              <a:off x="5124869" y="376605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87A6">
                <a:alpha val="100000"/>
              </a:srgbClr>
            </a:solidFill>
            <a:ln w="5420" cap="flat">
              <a:solidFill>
                <a:srgbClr val="3987A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85" name="pg1585"/>
            <p:cNvSpPr/>
            <p:nvPr/>
          </p:nvSpPr>
          <p:spPr>
            <a:xfrm>
              <a:off x="5136507" y="376605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DA3">
                <a:alpha val="100000"/>
              </a:srgbClr>
            </a:solidFill>
            <a:ln w="5420" cap="flat">
              <a:solidFill>
                <a:srgbClr val="3A7DA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86" name="pg1586"/>
            <p:cNvSpPr/>
            <p:nvPr/>
          </p:nvSpPr>
          <p:spPr>
            <a:xfrm>
              <a:off x="5148144" y="376605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3A1">
                <a:alpha val="100000"/>
              </a:srgbClr>
            </a:solidFill>
            <a:ln w="5420" cap="flat">
              <a:solidFill>
                <a:srgbClr val="3A73A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87" name="pg1587"/>
            <p:cNvSpPr/>
            <p:nvPr/>
          </p:nvSpPr>
          <p:spPr>
            <a:xfrm>
              <a:off x="5159781" y="376605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B9F">
                <a:alpha val="100000"/>
              </a:srgbClr>
            </a:solidFill>
            <a:ln w="5420" cap="flat">
              <a:solidFill>
                <a:srgbClr val="3A6B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88" name="pg1588"/>
            <p:cNvSpPr/>
            <p:nvPr/>
          </p:nvSpPr>
          <p:spPr>
            <a:xfrm>
              <a:off x="5171419" y="376605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69E">
                <a:alpha val="100000"/>
              </a:srgbClr>
            </a:solidFill>
            <a:ln w="5420" cap="flat">
              <a:solidFill>
                <a:srgbClr val="3A66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89" name="pg1589"/>
            <p:cNvSpPr/>
            <p:nvPr/>
          </p:nvSpPr>
          <p:spPr>
            <a:xfrm>
              <a:off x="5183056" y="376605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49E">
                <a:alpha val="100000"/>
              </a:srgbClr>
            </a:solidFill>
            <a:ln w="5420" cap="flat">
              <a:solidFill>
                <a:srgbClr val="3A64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90" name="pg1590"/>
            <p:cNvSpPr/>
            <p:nvPr/>
          </p:nvSpPr>
          <p:spPr>
            <a:xfrm>
              <a:off x="5194693" y="376605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59E">
                <a:alpha val="100000"/>
              </a:srgbClr>
            </a:solidFill>
            <a:ln w="5420" cap="flat">
              <a:solidFill>
                <a:srgbClr val="3A65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91" name="pg1591"/>
            <p:cNvSpPr/>
            <p:nvPr/>
          </p:nvSpPr>
          <p:spPr>
            <a:xfrm>
              <a:off x="5206331" y="376605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99F">
                <a:alpha val="100000"/>
              </a:srgbClr>
            </a:solidFill>
            <a:ln w="5420" cap="flat">
              <a:solidFill>
                <a:srgbClr val="3A69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92" name="pg1592"/>
            <p:cNvSpPr/>
            <p:nvPr/>
          </p:nvSpPr>
          <p:spPr>
            <a:xfrm>
              <a:off x="4996859" y="378035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BB0AB">
                <a:alpha val="100000"/>
              </a:srgbClr>
            </a:solidFill>
            <a:ln w="5420" cap="flat">
              <a:solidFill>
                <a:srgbClr val="4BB0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93" name="pg1593"/>
            <p:cNvSpPr/>
            <p:nvPr/>
          </p:nvSpPr>
          <p:spPr>
            <a:xfrm>
              <a:off x="5008496" y="378035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AAFAB">
                <a:alpha val="100000"/>
              </a:srgbClr>
            </a:solidFill>
            <a:ln w="5420" cap="flat">
              <a:solidFill>
                <a:srgbClr val="4AAF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94" name="pg1594"/>
            <p:cNvSpPr/>
            <p:nvPr/>
          </p:nvSpPr>
          <p:spPr>
            <a:xfrm>
              <a:off x="5020133" y="378035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9AEAB">
                <a:alpha val="100000"/>
              </a:srgbClr>
            </a:solidFill>
            <a:ln w="5420" cap="flat">
              <a:solidFill>
                <a:srgbClr val="49AE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95" name="pg1595"/>
            <p:cNvSpPr/>
            <p:nvPr/>
          </p:nvSpPr>
          <p:spPr>
            <a:xfrm>
              <a:off x="5031771" y="378035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8ACAA">
                <a:alpha val="100000"/>
              </a:srgbClr>
            </a:solidFill>
            <a:ln w="5420" cap="flat">
              <a:solidFill>
                <a:srgbClr val="48AC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96" name="pg1596"/>
            <p:cNvSpPr/>
            <p:nvPr/>
          </p:nvSpPr>
          <p:spPr>
            <a:xfrm>
              <a:off x="5043408" y="378035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6AAAA">
                <a:alpha val="100000"/>
              </a:srgbClr>
            </a:solidFill>
            <a:ln w="5420" cap="flat">
              <a:solidFill>
                <a:srgbClr val="46AA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97" name="pg1597"/>
            <p:cNvSpPr/>
            <p:nvPr/>
          </p:nvSpPr>
          <p:spPr>
            <a:xfrm>
              <a:off x="5055045" y="378035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4A7AA">
                <a:alpha val="100000"/>
              </a:srgbClr>
            </a:solidFill>
            <a:ln w="5420" cap="flat">
              <a:solidFill>
                <a:srgbClr val="44A7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98" name="pg1598"/>
            <p:cNvSpPr/>
            <p:nvPr/>
          </p:nvSpPr>
          <p:spPr>
            <a:xfrm>
              <a:off x="5066683" y="378035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2A5AA">
                <a:alpha val="100000"/>
              </a:srgbClr>
            </a:solidFill>
            <a:ln w="5420" cap="flat">
              <a:solidFill>
                <a:srgbClr val="42A5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99" name="pg1599"/>
            <p:cNvSpPr/>
            <p:nvPr/>
          </p:nvSpPr>
          <p:spPr>
            <a:xfrm>
              <a:off x="5078320" y="378035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0A2AA">
                <a:alpha val="100000"/>
              </a:srgbClr>
            </a:solidFill>
            <a:ln w="5420" cap="flat">
              <a:solidFill>
                <a:srgbClr val="40A2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00" name="pg1600"/>
            <p:cNvSpPr/>
            <p:nvPr/>
          </p:nvSpPr>
          <p:spPr>
            <a:xfrm>
              <a:off x="5089957" y="378035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DA0AA">
                <a:alpha val="100000"/>
              </a:srgbClr>
            </a:solidFill>
            <a:ln w="5420" cap="flat">
              <a:solidFill>
                <a:srgbClr val="3DA0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01" name="pg1601"/>
            <p:cNvSpPr/>
            <p:nvPr/>
          </p:nvSpPr>
          <p:spPr>
            <a:xfrm>
              <a:off x="5101595" y="378035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598A9">
                <a:alpha val="100000"/>
              </a:srgbClr>
            </a:solidFill>
            <a:ln w="5420" cap="flat">
              <a:solidFill>
                <a:srgbClr val="3598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02" name="pg1602"/>
            <p:cNvSpPr/>
            <p:nvPr/>
          </p:nvSpPr>
          <p:spPr>
            <a:xfrm>
              <a:off x="5113232" y="378035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691A8">
                <a:alpha val="100000"/>
              </a:srgbClr>
            </a:solidFill>
            <a:ln w="5420" cap="flat">
              <a:solidFill>
                <a:srgbClr val="3691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03" name="pg1603"/>
            <p:cNvSpPr/>
            <p:nvPr/>
          </p:nvSpPr>
          <p:spPr>
            <a:xfrm>
              <a:off x="5124869" y="378035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889A6">
                <a:alpha val="100000"/>
              </a:srgbClr>
            </a:solidFill>
            <a:ln w="5420" cap="flat">
              <a:solidFill>
                <a:srgbClr val="3889A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04" name="pg1604"/>
            <p:cNvSpPr/>
            <p:nvPr/>
          </p:nvSpPr>
          <p:spPr>
            <a:xfrm>
              <a:off x="5136507" y="378035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FA4">
                <a:alpha val="100000"/>
              </a:srgbClr>
            </a:solidFill>
            <a:ln w="5420" cap="flat">
              <a:solidFill>
                <a:srgbClr val="3A7FA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05" name="pg1605"/>
            <p:cNvSpPr/>
            <p:nvPr/>
          </p:nvSpPr>
          <p:spPr>
            <a:xfrm>
              <a:off x="5148144" y="378035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6A2">
                <a:alpha val="100000"/>
              </a:srgbClr>
            </a:solidFill>
            <a:ln w="5420" cap="flat">
              <a:solidFill>
                <a:srgbClr val="3A76A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06" name="pg1606"/>
            <p:cNvSpPr/>
            <p:nvPr/>
          </p:nvSpPr>
          <p:spPr>
            <a:xfrm>
              <a:off x="5159781" y="378035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EA0">
                <a:alpha val="100000"/>
              </a:srgbClr>
            </a:solidFill>
            <a:ln w="5420" cap="flat">
              <a:solidFill>
                <a:srgbClr val="3A6EA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07" name="pg1607"/>
            <p:cNvSpPr/>
            <p:nvPr/>
          </p:nvSpPr>
          <p:spPr>
            <a:xfrm>
              <a:off x="5171419" y="378035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99F">
                <a:alpha val="100000"/>
              </a:srgbClr>
            </a:solidFill>
            <a:ln w="5420" cap="flat">
              <a:solidFill>
                <a:srgbClr val="3A69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08" name="pg1608"/>
            <p:cNvSpPr/>
            <p:nvPr/>
          </p:nvSpPr>
          <p:spPr>
            <a:xfrm>
              <a:off x="5183056" y="378035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79E">
                <a:alpha val="100000"/>
              </a:srgbClr>
            </a:solidFill>
            <a:ln w="5420" cap="flat">
              <a:solidFill>
                <a:srgbClr val="3A67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09" name="pg1609"/>
            <p:cNvSpPr/>
            <p:nvPr/>
          </p:nvSpPr>
          <p:spPr>
            <a:xfrm>
              <a:off x="5194693" y="378035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89F">
                <a:alpha val="100000"/>
              </a:srgbClr>
            </a:solidFill>
            <a:ln w="5420" cap="flat">
              <a:solidFill>
                <a:srgbClr val="3A68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10" name="pg1610"/>
            <p:cNvSpPr/>
            <p:nvPr/>
          </p:nvSpPr>
          <p:spPr>
            <a:xfrm>
              <a:off x="5206331" y="378035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B9F">
                <a:alpha val="100000"/>
              </a:srgbClr>
            </a:solidFill>
            <a:ln w="5420" cap="flat">
              <a:solidFill>
                <a:srgbClr val="3A6B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11" name="pg1611"/>
            <p:cNvSpPr/>
            <p:nvPr/>
          </p:nvSpPr>
          <p:spPr>
            <a:xfrm>
              <a:off x="4996859" y="379465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5A8AA">
                <a:alpha val="100000"/>
              </a:srgbClr>
            </a:solidFill>
            <a:ln w="5420" cap="flat">
              <a:solidFill>
                <a:srgbClr val="45A8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12" name="pg1612"/>
            <p:cNvSpPr/>
            <p:nvPr/>
          </p:nvSpPr>
          <p:spPr>
            <a:xfrm>
              <a:off x="5008496" y="379465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4A7AA">
                <a:alpha val="100000"/>
              </a:srgbClr>
            </a:solidFill>
            <a:ln w="5420" cap="flat">
              <a:solidFill>
                <a:srgbClr val="44A7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13" name="pg1613"/>
            <p:cNvSpPr/>
            <p:nvPr/>
          </p:nvSpPr>
          <p:spPr>
            <a:xfrm>
              <a:off x="5020133" y="379465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3A6AA">
                <a:alpha val="100000"/>
              </a:srgbClr>
            </a:solidFill>
            <a:ln w="5420" cap="flat">
              <a:solidFill>
                <a:srgbClr val="43A6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14" name="pg1614"/>
            <p:cNvSpPr/>
            <p:nvPr/>
          </p:nvSpPr>
          <p:spPr>
            <a:xfrm>
              <a:off x="5031771" y="379465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1A4AA">
                <a:alpha val="100000"/>
              </a:srgbClr>
            </a:solidFill>
            <a:ln w="5420" cap="flat">
              <a:solidFill>
                <a:srgbClr val="41A4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15" name="pg1615"/>
            <p:cNvSpPr/>
            <p:nvPr/>
          </p:nvSpPr>
          <p:spPr>
            <a:xfrm>
              <a:off x="5043408" y="379465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0A3AA">
                <a:alpha val="100000"/>
              </a:srgbClr>
            </a:solidFill>
            <a:ln w="5420" cap="flat">
              <a:solidFill>
                <a:srgbClr val="40A3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16" name="pg1616"/>
            <p:cNvSpPr/>
            <p:nvPr/>
          </p:nvSpPr>
          <p:spPr>
            <a:xfrm>
              <a:off x="5055045" y="379465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FA2AA">
                <a:alpha val="100000"/>
              </a:srgbClr>
            </a:solidFill>
            <a:ln w="5420" cap="flat">
              <a:solidFill>
                <a:srgbClr val="3FA2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17" name="pg1617"/>
            <p:cNvSpPr/>
            <p:nvPr/>
          </p:nvSpPr>
          <p:spPr>
            <a:xfrm>
              <a:off x="5066683" y="379465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EA1AA">
                <a:alpha val="100000"/>
              </a:srgbClr>
            </a:solidFill>
            <a:ln w="5420" cap="flat">
              <a:solidFill>
                <a:srgbClr val="3EA1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18" name="pg1618"/>
            <p:cNvSpPr/>
            <p:nvPr/>
          </p:nvSpPr>
          <p:spPr>
            <a:xfrm>
              <a:off x="5078320" y="379465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DA0AA">
                <a:alpha val="100000"/>
              </a:srgbClr>
            </a:solidFill>
            <a:ln w="5420" cap="flat">
              <a:solidFill>
                <a:srgbClr val="3DA0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19" name="pg1619"/>
            <p:cNvSpPr/>
            <p:nvPr/>
          </p:nvSpPr>
          <p:spPr>
            <a:xfrm>
              <a:off x="5089957" y="379465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9FAA">
                <a:alpha val="100000"/>
              </a:srgbClr>
            </a:solidFill>
            <a:ln w="5420" cap="flat">
              <a:solidFill>
                <a:srgbClr val="3C9F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20" name="pg1620"/>
            <p:cNvSpPr/>
            <p:nvPr/>
          </p:nvSpPr>
          <p:spPr>
            <a:xfrm>
              <a:off x="5101595" y="379465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9CA9">
                <a:alpha val="100000"/>
              </a:srgbClr>
            </a:solidFill>
            <a:ln w="5420" cap="flat">
              <a:solidFill>
                <a:srgbClr val="399C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21" name="pg1621"/>
            <p:cNvSpPr/>
            <p:nvPr/>
          </p:nvSpPr>
          <p:spPr>
            <a:xfrm>
              <a:off x="5113232" y="379465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598A9">
                <a:alpha val="100000"/>
              </a:srgbClr>
            </a:solidFill>
            <a:ln w="5420" cap="flat">
              <a:solidFill>
                <a:srgbClr val="3598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22" name="pg1622"/>
            <p:cNvSpPr/>
            <p:nvPr/>
          </p:nvSpPr>
          <p:spPr>
            <a:xfrm>
              <a:off x="5124869" y="379465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692A8">
                <a:alpha val="100000"/>
              </a:srgbClr>
            </a:solidFill>
            <a:ln w="5420" cap="flat">
              <a:solidFill>
                <a:srgbClr val="3692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23" name="pg1623"/>
            <p:cNvSpPr/>
            <p:nvPr/>
          </p:nvSpPr>
          <p:spPr>
            <a:xfrm>
              <a:off x="5136507" y="379465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88BA6">
                <a:alpha val="100000"/>
              </a:srgbClr>
            </a:solidFill>
            <a:ln w="5420" cap="flat">
              <a:solidFill>
                <a:srgbClr val="388BA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24" name="pg1624"/>
            <p:cNvSpPr/>
            <p:nvPr/>
          </p:nvSpPr>
          <p:spPr>
            <a:xfrm>
              <a:off x="5148144" y="379465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83A5">
                <a:alpha val="100000"/>
              </a:srgbClr>
            </a:solidFill>
            <a:ln w="5420" cap="flat">
              <a:solidFill>
                <a:srgbClr val="3983A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25" name="pg1625"/>
            <p:cNvSpPr/>
            <p:nvPr/>
          </p:nvSpPr>
          <p:spPr>
            <a:xfrm>
              <a:off x="5159781" y="379465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DA3">
                <a:alpha val="100000"/>
              </a:srgbClr>
            </a:solidFill>
            <a:ln w="5420" cap="flat">
              <a:solidFill>
                <a:srgbClr val="3A7DA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26" name="pg1626"/>
            <p:cNvSpPr/>
            <p:nvPr/>
          </p:nvSpPr>
          <p:spPr>
            <a:xfrm>
              <a:off x="5171419" y="379465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8A2">
                <a:alpha val="100000"/>
              </a:srgbClr>
            </a:solidFill>
            <a:ln w="5420" cap="flat">
              <a:solidFill>
                <a:srgbClr val="3A78A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27" name="pg1627"/>
            <p:cNvSpPr/>
            <p:nvPr/>
          </p:nvSpPr>
          <p:spPr>
            <a:xfrm>
              <a:off x="5183056" y="379465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6A2">
                <a:alpha val="100000"/>
              </a:srgbClr>
            </a:solidFill>
            <a:ln w="5420" cap="flat">
              <a:solidFill>
                <a:srgbClr val="3A76A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28" name="pg1628"/>
            <p:cNvSpPr/>
            <p:nvPr/>
          </p:nvSpPr>
          <p:spPr>
            <a:xfrm>
              <a:off x="5194693" y="379465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4A1">
                <a:alpha val="100000"/>
              </a:srgbClr>
            </a:solidFill>
            <a:ln w="5420" cap="flat">
              <a:solidFill>
                <a:srgbClr val="3A74A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29" name="pg1629"/>
            <p:cNvSpPr/>
            <p:nvPr/>
          </p:nvSpPr>
          <p:spPr>
            <a:xfrm>
              <a:off x="4996859" y="380895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2A6AA">
                <a:alpha val="100000"/>
              </a:srgbClr>
            </a:solidFill>
            <a:ln w="5420" cap="flat">
              <a:solidFill>
                <a:srgbClr val="42A6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30" name="pg1630"/>
            <p:cNvSpPr/>
            <p:nvPr/>
          </p:nvSpPr>
          <p:spPr>
            <a:xfrm>
              <a:off x="5008496" y="380895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2A5AA">
                <a:alpha val="100000"/>
              </a:srgbClr>
            </a:solidFill>
            <a:ln w="5420" cap="flat">
              <a:solidFill>
                <a:srgbClr val="42A5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31" name="pg1631"/>
            <p:cNvSpPr/>
            <p:nvPr/>
          </p:nvSpPr>
          <p:spPr>
            <a:xfrm>
              <a:off x="5020133" y="380895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1A3AA">
                <a:alpha val="100000"/>
              </a:srgbClr>
            </a:solidFill>
            <a:ln w="5420" cap="flat">
              <a:solidFill>
                <a:srgbClr val="41A3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32" name="pg1632"/>
            <p:cNvSpPr/>
            <p:nvPr/>
          </p:nvSpPr>
          <p:spPr>
            <a:xfrm>
              <a:off x="5031771" y="380895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0A2AA">
                <a:alpha val="100000"/>
              </a:srgbClr>
            </a:solidFill>
            <a:ln w="5420" cap="flat">
              <a:solidFill>
                <a:srgbClr val="40A2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33" name="pg1633"/>
            <p:cNvSpPr/>
            <p:nvPr/>
          </p:nvSpPr>
          <p:spPr>
            <a:xfrm>
              <a:off x="5043408" y="380895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FA1AA">
                <a:alpha val="100000"/>
              </a:srgbClr>
            </a:solidFill>
            <a:ln w="5420" cap="flat">
              <a:solidFill>
                <a:srgbClr val="3FA1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34" name="pg1634"/>
            <p:cNvSpPr/>
            <p:nvPr/>
          </p:nvSpPr>
          <p:spPr>
            <a:xfrm>
              <a:off x="5055045" y="380895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EA1AA">
                <a:alpha val="100000"/>
              </a:srgbClr>
            </a:solidFill>
            <a:ln w="5420" cap="flat">
              <a:solidFill>
                <a:srgbClr val="3EA1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35" name="pg1635"/>
            <p:cNvSpPr/>
            <p:nvPr/>
          </p:nvSpPr>
          <p:spPr>
            <a:xfrm>
              <a:off x="5066683" y="380895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EA0AA">
                <a:alpha val="100000"/>
              </a:srgbClr>
            </a:solidFill>
            <a:ln w="5420" cap="flat">
              <a:solidFill>
                <a:srgbClr val="3EA0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36" name="pg1636"/>
            <p:cNvSpPr/>
            <p:nvPr/>
          </p:nvSpPr>
          <p:spPr>
            <a:xfrm>
              <a:off x="5078320" y="380895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DA0AA">
                <a:alpha val="100000"/>
              </a:srgbClr>
            </a:solidFill>
            <a:ln w="5420" cap="flat">
              <a:solidFill>
                <a:srgbClr val="3DA0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37" name="pg1637"/>
            <p:cNvSpPr/>
            <p:nvPr/>
          </p:nvSpPr>
          <p:spPr>
            <a:xfrm>
              <a:off x="5089957" y="380895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DA0AA">
                <a:alpha val="100000"/>
              </a:srgbClr>
            </a:solidFill>
            <a:ln w="5420" cap="flat">
              <a:solidFill>
                <a:srgbClr val="3DA0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38" name="pg1638"/>
            <p:cNvSpPr/>
            <p:nvPr/>
          </p:nvSpPr>
          <p:spPr>
            <a:xfrm>
              <a:off x="5101595" y="380895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9EAA">
                <a:alpha val="100000"/>
              </a:srgbClr>
            </a:solidFill>
            <a:ln w="5420" cap="flat">
              <a:solidFill>
                <a:srgbClr val="3B9E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39" name="pg1639"/>
            <p:cNvSpPr/>
            <p:nvPr/>
          </p:nvSpPr>
          <p:spPr>
            <a:xfrm>
              <a:off x="5113232" y="380895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89BA9">
                <a:alpha val="100000"/>
              </a:srgbClr>
            </a:solidFill>
            <a:ln w="5420" cap="flat">
              <a:solidFill>
                <a:srgbClr val="389B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40" name="pg1640"/>
            <p:cNvSpPr/>
            <p:nvPr/>
          </p:nvSpPr>
          <p:spPr>
            <a:xfrm>
              <a:off x="5124869" y="380895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497A9">
                <a:alpha val="100000"/>
              </a:srgbClr>
            </a:solidFill>
            <a:ln w="5420" cap="flat">
              <a:solidFill>
                <a:srgbClr val="3497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41" name="pg1641"/>
            <p:cNvSpPr/>
            <p:nvPr/>
          </p:nvSpPr>
          <p:spPr>
            <a:xfrm>
              <a:off x="5136507" y="380895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691A8">
                <a:alpha val="100000"/>
              </a:srgbClr>
            </a:solidFill>
            <a:ln w="5420" cap="flat">
              <a:solidFill>
                <a:srgbClr val="3691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42" name="pg1642"/>
            <p:cNvSpPr/>
            <p:nvPr/>
          </p:nvSpPr>
          <p:spPr>
            <a:xfrm>
              <a:off x="5148144" y="380895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88AA6">
                <a:alpha val="100000"/>
              </a:srgbClr>
            </a:solidFill>
            <a:ln w="5420" cap="flat">
              <a:solidFill>
                <a:srgbClr val="388AA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43" name="pg1643"/>
            <p:cNvSpPr/>
            <p:nvPr/>
          </p:nvSpPr>
          <p:spPr>
            <a:xfrm>
              <a:off x="5159781" y="380895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85A5">
                <a:alpha val="100000"/>
              </a:srgbClr>
            </a:solidFill>
            <a:ln w="5420" cap="flat">
              <a:solidFill>
                <a:srgbClr val="3985A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44" name="pg1644"/>
            <p:cNvSpPr/>
            <p:nvPr/>
          </p:nvSpPr>
          <p:spPr>
            <a:xfrm>
              <a:off x="5171419" y="380895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80A4">
                <a:alpha val="100000"/>
              </a:srgbClr>
            </a:solidFill>
            <a:ln w="5420" cap="flat">
              <a:solidFill>
                <a:srgbClr val="3A80A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45" name="pg1645"/>
            <p:cNvSpPr/>
            <p:nvPr/>
          </p:nvSpPr>
          <p:spPr>
            <a:xfrm>
              <a:off x="5183056" y="380895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DA3">
                <a:alpha val="100000"/>
              </a:srgbClr>
            </a:solidFill>
            <a:ln w="5420" cap="flat">
              <a:solidFill>
                <a:srgbClr val="3A7DA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46" name="pg1646"/>
            <p:cNvSpPr/>
            <p:nvPr/>
          </p:nvSpPr>
          <p:spPr>
            <a:xfrm>
              <a:off x="5008496" y="382325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0A3AA">
                <a:alpha val="100000"/>
              </a:srgbClr>
            </a:solidFill>
            <a:ln w="5420" cap="flat">
              <a:solidFill>
                <a:srgbClr val="40A3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47" name="pg1647"/>
            <p:cNvSpPr/>
            <p:nvPr/>
          </p:nvSpPr>
          <p:spPr>
            <a:xfrm>
              <a:off x="5020133" y="382325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FA2AA">
                <a:alpha val="100000"/>
              </a:srgbClr>
            </a:solidFill>
            <a:ln w="5420" cap="flat">
              <a:solidFill>
                <a:srgbClr val="3FA2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48" name="pg1648"/>
            <p:cNvSpPr/>
            <p:nvPr/>
          </p:nvSpPr>
          <p:spPr>
            <a:xfrm>
              <a:off x="5031771" y="382325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FA1AA">
                <a:alpha val="100000"/>
              </a:srgbClr>
            </a:solidFill>
            <a:ln w="5420" cap="flat">
              <a:solidFill>
                <a:srgbClr val="3FA1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49" name="pg1649"/>
            <p:cNvSpPr/>
            <p:nvPr/>
          </p:nvSpPr>
          <p:spPr>
            <a:xfrm>
              <a:off x="5043408" y="382325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EA1AA">
                <a:alpha val="100000"/>
              </a:srgbClr>
            </a:solidFill>
            <a:ln w="5420" cap="flat">
              <a:solidFill>
                <a:srgbClr val="3EA1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50" name="pg1650"/>
            <p:cNvSpPr/>
            <p:nvPr/>
          </p:nvSpPr>
          <p:spPr>
            <a:xfrm>
              <a:off x="5055045" y="382325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EA0AA">
                <a:alpha val="100000"/>
              </a:srgbClr>
            </a:solidFill>
            <a:ln w="5420" cap="flat">
              <a:solidFill>
                <a:srgbClr val="3EA0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51" name="pg1651"/>
            <p:cNvSpPr/>
            <p:nvPr/>
          </p:nvSpPr>
          <p:spPr>
            <a:xfrm>
              <a:off x="5066683" y="382325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DA0AA">
                <a:alpha val="100000"/>
              </a:srgbClr>
            </a:solidFill>
            <a:ln w="5420" cap="flat">
              <a:solidFill>
                <a:srgbClr val="3DA0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52" name="pg1652"/>
            <p:cNvSpPr/>
            <p:nvPr/>
          </p:nvSpPr>
          <p:spPr>
            <a:xfrm>
              <a:off x="5078320" y="382325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EA0AA">
                <a:alpha val="100000"/>
              </a:srgbClr>
            </a:solidFill>
            <a:ln w="5420" cap="flat">
              <a:solidFill>
                <a:srgbClr val="3EA0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53" name="pg1653"/>
            <p:cNvSpPr/>
            <p:nvPr/>
          </p:nvSpPr>
          <p:spPr>
            <a:xfrm>
              <a:off x="5089957" y="382325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EA0AA">
                <a:alpha val="100000"/>
              </a:srgbClr>
            </a:solidFill>
            <a:ln w="5420" cap="flat">
              <a:solidFill>
                <a:srgbClr val="3EA0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54" name="pg1654"/>
            <p:cNvSpPr/>
            <p:nvPr/>
          </p:nvSpPr>
          <p:spPr>
            <a:xfrm>
              <a:off x="5101595" y="382325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9FAA">
                <a:alpha val="100000"/>
              </a:srgbClr>
            </a:solidFill>
            <a:ln w="5420" cap="flat">
              <a:solidFill>
                <a:srgbClr val="3C9F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55" name="pg1655"/>
            <p:cNvSpPr/>
            <p:nvPr/>
          </p:nvSpPr>
          <p:spPr>
            <a:xfrm>
              <a:off x="5113232" y="382325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9DA9">
                <a:alpha val="100000"/>
              </a:srgbClr>
            </a:solidFill>
            <a:ln w="5420" cap="flat">
              <a:solidFill>
                <a:srgbClr val="3A9D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56" name="pg1656"/>
            <p:cNvSpPr/>
            <p:nvPr/>
          </p:nvSpPr>
          <p:spPr>
            <a:xfrm>
              <a:off x="5124869" y="382325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699A9">
                <a:alpha val="100000"/>
              </a:srgbClr>
            </a:solidFill>
            <a:ln w="5420" cap="flat">
              <a:solidFill>
                <a:srgbClr val="3699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57" name="pg1657"/>
            <p:cNvSpPr/>
            <p:nvPr/>
          </p:nvSpPr>
          <p:spPr>
            <a:xfrm>
              <a:off x="5136507" y="382325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595A9">
                <a:alpha val="100000"/>
              </a:srgbClr>
            </a:solidFill>
            <a:ln w="5420" cap="flat">
              <a:solidFill>
                <a:srgbClr val="3595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58" name="pg1658"/>
            <p:cNvSpPr/>
            <p:nvPr/>
          </p:nvSpPr>
          <p:spPr>
            <a:xfrm>
              <a:off x="5148144" y="382325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690A7">
                <a:alpha val="100000"/>
              </a:srgbClr>
            </a:solidFill>
            <a:ln w="5420" cap="flat">
              <a:solidFill>
                <a:srgbClr val="3690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59" name="pg1659"/>
            <p:cNvSpPr/>
            <p:nvPr/>
          </p:nvSpPr>
          <p:spPr>
            <a:xfrm>
              <a:off x="5159781" y="382325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88BA6">
                <a:alpha val="100000"/>
              </a:srgbClr>
            </a:solidFill>
            <a:ln w="5420" cap="flat">
              <a:solidFill>
                <a:srgbClr val="388BA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60" name="pg1660"/>
            <p:cNvSpPr/>
            <p:nvPr/>
          </p:nvSpPr>
          <p:spPr>
            <a:xfrm>
              <a:off x="5171419" y="382325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87A6">
                <a:alpha val="100000"/>
              </a:srgbClr>
            </a:solidFill>
            <a:ln w="5420" cap="flat">
              <a:solidFill>
                <a:srgbClr val="3987A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61" name="pg1661"/>
            <p:cNvSpPr/>
            <p:nvPr/>
          </p:nvSpPr>
          <p:spPr>
            <a:xfrm>
              <a:off x="5043408" y="383755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EA0AA">
                <a:alpha val="100000"/>
              </a:srgbClr>
            </a:solidFill>
            <a:ln w="5420" cap="flat">
              <a:solidFill>
                <a:srgbClr val="3EA0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62" name="pg1662"/>
            <p:cNvSpPr/>
            <p:nvPr/>
          </p:nvSpPr>
          <p:spPr>
            <a:xfrm>
              <a:off x="5055045" y="383755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DA0AA">
                <a:alpha val="100000"/>
              </a:srgbClr>
            </a:solidFill>
            <a:ln w="5420" cap="flat">
              <a:solidFill>
                <a:srgbClr val="3DA0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63" name="pg1663"/>
            <p:cNvSpPr/>
            <p:nvPr/>
          </p:nvSpPr>
          <p:spPr>
            <a:xfrm>
              <a:off x="5066683" y="383755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DA0AA">
                <a:alpha val="100000"/>
              </a:srgbClr>
            </a:solidFill>
            <a:ln w="5420" cap="flat">
              <a:solidFill>
                <a:srgbClr val="3DA0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64" name="pg1664"/>
            <p:cNvSpPr/>
            <p:nvPr/>
          </p:nvSpPr>
          <p:spPr>
            <a:xfrm>
              <a:off x="5078320" y="383755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DA0AA">
                <a:alpha val="100000"/>
              </a:srgbClr>
            </a:solidFill>
            <a:ln w="5420" cap="flat">
              <a:solidFill>
                <a:srgbClr val="3DA0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65" name="pg1665"/>
            <p:cNvSpPr/>
            <p:nvPr/>
          </p:nvSpPr>
          <p:spPr>
            <a:xfrm>
              <a:off x="5089957" y="383755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EA0AA">
                <a:alpha val="100000"/>
              </a:srgbClr>
            </a:solidFill>
            <a:ln w="5420" cap="flat">
              <a:solidFill>
                <a:srgbClr val="3EA0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66" name="pg1666"/>
            <p:cNvSpPr/>
            <p:nvPr/>
          </p:nvSpPr>
          <p:spPr>
            <a:xfrm>
              <a:off x="5101595" y="383755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9FAA">
                <a:alpha val="100000"/>
              </a:srgbClr>
            </a:solidFill>
            <a:ln w="5420" cap="flat">
              <a:solidFill>
                <a:srgbClr val="3C9F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67" name="pg1667"/>
            <p:cNvSpPr/>
            <p:nvPr/>
          </p:nvSpPr>
          <p:spPr>
            <a:xfrm>
              <a:off x="5113232" y="383755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9DA9">
                <a:alpha val="100000"/>
              </a:srgbClr>
            </a:solidFill>
            <a:ln w="5420" cap="flat">
              <a:solidFill>
                <a:srgbClr val="3B9D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68" name="pg1668"/>
            <p:cNvSpPr/>
            <p:nvPr/>
          </p:nvSpPr>
          <p:spPr>
            <a:xfrm>
              <a:off x="5124869" y="383755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89AA9">
                <a:alpha val="100000"/>
              </a:srgbClr>
            </a:solidFill>
            <a:ln w="5420" cap="flat">
              <a:solidFill>
                <a:srgbClr val="389A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69" name="pg1669"/>
            <p:cNvSpPr/>
            <p:nvPr/>
          </p:nvSpPr>
          <p:spPr>
            <a:xfrm>
              <a:off x="5136507" y="383755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497A9">
                <a:alpha val="100000"/>
              </a:srgbClr>
            </a:solidFill>
            <a:ln w="5420" cap="flat">
              <a:solidFill>
                <a:srgbClr val="3497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70" name="pg1670"/>
            <p:cNvSpPr/>
            <p:nvPr/>
          </p:nvSpPr>
          <p:spPr>
            <a:xfrm>
              <a:off x="5148144" y="383755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593A8">
                <a:alpha val="100000"/>
              </a:srgbClr>
            </a:solidFill>
            <a:ln w="5420" cap="flat">
              <a:solidFill>
                <a:srgbClr val="3593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71" name="pg1671"/>
            <p:cNvSpPr/>
            <p:nvPr/>
          </p:nvSpPr>
          <p:spPr>
            <a:xfrm>
              <a:off x="5159781" y="383755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8FA7">
                <a:alpha val="100000"/>
              </a:srgbClr>
            </a:solidFill>
            <a:ln w="5420" cap="flat">
              <a:solidFill>
                <a:srgbClr val="378F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72" name="pg1672"/>
            <p:cNvSpPr/>
            <p:nvPr/>
          </p:nvSpPr>
          <p:spPr>
            <a:xfrm>
              <a:off x="5171419" y="383755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8CA7">
                <a:alpha val="100000"/>
              </a:srgbClr>
            </a:solidFill>
            <a:ln w="5420" cap="flat">
              <a:solidFill>
                <a:srgbClr val="378C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73" name="pg1673"/>
            <p:cNvSpPr/>
            <p:nvPr/>
          </p:nvSpPr>
          <p:spPr>
            <a:xfrm>
              <a:off x="5066683" y="385185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DA0AA">
                <a:alpha val="100000"/>
              </a:srgbClr>
            </a:solidFill>
            <a:ln w="5420" cap="flat">
              <a:solidFill>
                <a:srgbClr val="3DA0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74" name="pg1674"/>
            <p:cNvSpPr/>
            <p:nvPr/>
          </p:nvSpPr>
          <p:spPr>
            <a:xfrm>
              <a:off x="5078320" y="385185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DA0AA">
                <a:alpha val="100000"/>
              </a:srgbClr>
            </a:solidFill>
            <a:ln w="5420" cap="flat">
              <a:solidFill>
                <a:srgbClr val="3DA0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75" name="pg1675"/>
            <p:cNvSpPr/>
            <p:nvPr/>
          </p:nvSpPr>
          <p:spPr>
            <a:xfrm>
              <a:off x="5089957" y="385185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DA0AA">
                <a:alpha val="100000"/>
              </a:srgbClr>
            </a:solidFill>
            <a:ln w="5420" cap="flat">
              <a:solidFill>
                <a:srgbClr val="3DA0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76" name="pg1676"/>
            <p:cNvSpPr/>
            <p:nvPr/>
          </p:nvSpPr>
          <p:spPr>
            <a:xfrm>
              <a:off x="5101595" y="385185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9EAA">
                <a:alpha val="100000"/>
              </a:srgbClr>
            </a:solidFill>
            <a:ln w="5420" cap="flat">
              <a:solidFill>
                <a:srgbClr val="3C9E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77" name="pg1677"/>
            <p:cNvSpPr/>
            <p:nvPr/>
          </p:nvSpPr>
          <p:spPr>
            <a:xfrm>
              <a:off x="5113232" y="385185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9DA9">
                <a:alpha val="100000"/>
              </a:srgbClr>
            </a:solidFill>
            <a:ln w="5420" cap="flat">
              <a:solidFill>
                <a:srgbClr val="3A9D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78" name="pg1678"/>
            <p:cNvSpPr/>
            <p:nvPr/>
          </p:nvSpPr>
          <p:spPr>
            <a:xfrm>
              <a:off x="5124869" y="385185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89BA9">
                <a:alpha val="100000"/>
              </a:srgbClr>
            </a:solidFill>
            <a:ln w="5420" cap="flat">
              <a:solidFill>
                <a:srgbClr val="389B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79" name="pg1679"/>
            <p:cNvSpPr/>
            <p:nvPr/>
          </p:nvSpPr>
          <p:spPr>
            <a:xfrm>
              <a:off x="5136507" y="385185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598A9">
                <a:alpha val="100000"/>
              </a:srgbClr>
            </a:solidFill>
            <a:ln w="5420" cap="flat">
              <a:solidFill>
                <a:srgbClr val="3598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80" name="pg1680"/>
            <p:cNvSpPr/>
            <p:nvPr/>
          </p:nvSpPr>
          <p:spPr>
            <a:xfrm>
              <a:off x="5148144" y="385185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595A9">
                <a:alpha val="100000"/>
              </a:srgbClr>
            </a:solidFill>
            <a:ln w="5420" cap="flat">
              <a:solidFill>
                <a:srgbClr val="3595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81" name="pg1681"/>
            <p:cNvSpPr/>
            <p:nvPr/>
          </p:nvSpPr>
          <p:spPr>
            <a:xfrm>
              <a:off x="5159781" y="385185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692A8">
                <a:alpha val="100000"/>
              </a:srgbClr>
            </a:solidFill>
            <a:ln w="5420" cap="flat">
              <a:solidFill>
                <a:srgbClr val="3692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82" name="pg1682"/>
            <p:cNvSpPr/>
            <p:nvPr/>
          </p:nvSpPr>
          <p:spPr>
            <a:xfrm>
              <a:off x="5171419" y="385185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8FA7">
                <a:alpha val="100000"/>
              </a:srgbClr>
            </a:solidFill>
            <a:ln w="5420" cap="flat">
              <a:solidFill>
                <a:srgbClr val="378F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83" name="pg1683"/>
            <p:cNvSpPr/>
            <p:nvPr/>
          </p:nvSpPr>
          <p:spPr>
            <a:xfrm>
              <a:off x="5078320" y="386616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9FAA">
                <a:alpha val="100000"/>
              </a:srgbClr>
            </a:solidFill>
            <a:ln w="5420" cap="flat">
              <a:solidFill>
                <a:srgbClr val="3C9F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84" name="pg1684"/>
            <p:cNvSpPr/>
            <p:nvPr/>
          </p:nvSpPr>
          <p:spPr>
            <a:xfrm>
              <a:off x="5089957" y="386616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9FAA">
                <a:alpha val="100000"/>
              </a:srgbClr>
            </a:solidFill>
            <a:ln w="5420" cap="flat">
              <a:solidFill>
                <a:srgbClr val="3C9F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85" name="pg1685"/>
            <p:cNvSpPr/>
            <p:nvPr/>
          </p:nvSpPr>
          <p:spPr>
            <a:xfrm>
              <a:off x="5101595" y="386616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9EAA">
                <a:alpha val="100000"/>
              </a:srgbClr>
            </a:solidFill>
            <a:ln w="5420" cap="flat">
              <a:solidFill>
                <a:srgbClr val="3B9E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86" name="pg1686"/>
            <p:cNvSpPr/>
            <p:nvPr/>
          </p:nvSpPr>
          <p:spPr>
            <a:xfrm>
              <a:off x="5113232" y="386616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9CA9">
                <a:alpha val="100000"/>
              </a:srgbClr>
            </a:solidFill>
            <a:ln w="5420" cap="flat">
              <a:solidFill>
                <a:srgbClr val="3A9C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87" name="pg1687"/>
            <p:cNvSpPr/>
            <p:nvPr/>
          </p:nvSpPr>
          <p:spPr>
            <a:xfrm>
              <a:off x="5124869" y="386616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89AA9">
                <a:alpha val="100000"/>
              </a:srgbClr>
            </a:solidFill>
            <a:ln w="5420" cap="flat">
              <a:solidFill>
                <a:srgbClr val="389A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88" name="pg1688"/>
            <p:cNvSpPr/>
            <p:nvPr/>
          </p:nvSpPr>
          <p:spPr>
            <a:xfrm>
              <a:off x="5136507" y="386616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698A9">
                <a:alpha val="100000"/>
              </a:srgbClr>
            </a:solidFill>
            <a:ln w="5420" cap="flat">
              <a:solidFill>
                <a:srgbClr val="3698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89" name="pg1689"/>
            <p:cNvSpPr/>
            <p:nvPr/>
          </p:nvSpPr>
          <p:spPr>
            <a:xfrm>
              <a:off x="5148144" y="386616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496A9">
                <a:alpha val="100000"/>
              </a:srgbClr>
            </a:solidFill>
            <a:ln w="5420" cap="flat">
              <a:solidFill>
                <a:srgbClr val="3496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90" name="pg1690"/>
            <p:cNvSpPr/>
            <p:nvPr/>
          </p:nvSpPr>
          <p:spPr>
            <a:xfrm>
              <a:off x="5159781" y="386616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594A8">
                <a:alpha val="100000"/>
              </a:srgbClr>
            </a:solidFill>
            <a:ln w="5420" cap="flat">
              <a:solidFill>
                <a:srgbClr val="3594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91" name="pg1691"/>
            <p:cNvSpPr/>
            <p:nvPr/>
          </p:nvSpPr>
          <p:spPr>
            <a:xfrm>
              <a:off x="5171419" y="386616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691A8">
                <a:alpha val="100000"/>
              </a:srgbClr>
            </a:solidFill>
            <a:ln w="5420" cap="flat">
              <a:solidFill>
                <a:srgbClr val="3691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92" name="pg1692"/>
            <p:cNvSpPr/>
            <p:nvPr/>
          </p:nvSpPr>
          <p:spPr>
            <a:xfrm>
              <a:off x="5089957" y="388046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9EAA">
                <a:alpha val="100000"/>
              </a:srgbClr>
            </a:solidFill>
            <a:ln w="5420" cap="flat">
              <a:solidFill>
                <a:srgbClr val="3B9E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93" name="pg1693"/>
            <p:cNvSpPr/>
            <p:nvPr/>
          </p:nvSpPr>
          <p:spPr>
            <a:xfrm>
              <a:off x="5101595" y="388046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9DA9">
                <a:alpha val="100000"/>
              </a:srgbClr>
            </a:solidFill>
            <a:ln w="5420" cap="flat">
              <a:solidFill>
                <a:srgbClr val="3A9D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94" name="pg1694"/>
            <p:cNvSpPr/>
            <p:nvPr/>
          </p:nvSpPr>
          <p:spPr>
            <a:xfrm>
              <a:off x="5113232" y="388046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9CA9">
                <a:alpha val="100000"/>
              </a:srgbClr>
            </a:solidFill>
            <a:ln w="5420" cap="flat">
              <a:solidFill>
                <a:srgbClr val="399C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95" name="pg1695"/>
            <p:cNvSpPr/>
            <p:nvPr/>
          </p:nvSpPr>
          <p:spPr>
            <a:xfrm>
              <a:off x="5124869" y="388046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9AA9">
                <a:alpha val="100000"/>
              </a:srgbClr>
            </a:solidFill>
            <a:ln w="5420" cap="flat">
              <a:solidFill>
                <a:srgbClr val="379A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96" name="pg1696"/>
            <p:cNvSpPr/>
            <p:nvPr/>
          </p:nvSpPr>
          <p:spPr>
            <a:xfrm>
              <a:off x="5136507" y="388046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698A9">
                <a:alpha val="100000"/>
              </a:srgbClr>
            </a:solidFill>
            <a:ln w="5420" cap="flat">
              <a:solidFill>
                <a:srgbClr val="3698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97" name="pg1697"/>
            <p:cNvSpPr/>
            <p:nvPr/>
          </p:nvSpPr>
          <p:spPr>
            <a:xfrm>
              <a:off x="5148144" y="388046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497A9">
                <a:alpha val="100000"/>
              </a:srgbClr>
            </a:solidFill>
            <a:ln w="5420" cap="flat">
              <a:solidFill>
                <a:srgbClr val="3497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98" name="pg1698"/>
            <p:cNvSpPr/>
            <p:nvPr/>
          </p:nvSpPr>
          <p:spPr>
            <a:xfrm>
              <a:off x="5159781" y="388046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595A9">
                <a:alpha val="100000"/>
              </a:srgbClr>
            </a:solidFill>
            <a:ln w="5420" cap="flat">
              <a:solidFill>
                <a:srgbClr val="3595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99" name="pg1699"/>
            <p:cNvSpPr/>
            <p:nvPr/>
          </p:nvSpPr>
          <p:spPr>
            <a:xfrm>
              <a:off x="5171419" y="388046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593A8">
                <a:alpha val="100000"/>
              </a:srgbClr>
            </a:solidFill>
            <a:ln w="5420" cap="flat">
              <a:solidFill>
                <a:srgbClr val="3593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00" name="pg1700"/>
            <p:cNvSpPr/>
            <p:nvPr/>
          </p:nvSpPr>
          <p:spPr>
            <a:xfrm>
              <a:off x="5183056" y="388046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692A8">
                <a:alpha val="100000"/>
              </a:srgbClr>
            </a:solidFill>
            <a:ln w="5420" cap="flat">
              <a:solidFill>
                <a:srgbClr val="3692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01" name="pg1701"/>
            <p:cNvSpPr/>
            <p:nvPr/>
          </p:nvSpPr>
          <p:spPr>
            <a:xfrm>
              <a:off x="5124869" y="389476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99A9">
                <a:alpha val="100000"/>
              </a:srgbClr>
            </a:solidFill>
            <a:ln w="5420" cap="flat">
              <a:solidFill>
                <a:srgbClr val="3799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02" name="pg1702"/>
            <p:cNvSpPr/>
            <p:nvPr/>
          </p:nvSpPr>
          <p:spPr>
            <a:xfrm>
              <a:off x="5136507" y="389476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598A9">
                <a:alpha val="100000"/>
              </a:srgbClr>
            </a:solidFill>
            <a:ln w="5420" cap="flat">
              <a:solidFill>
                <a:srgbClr val="3598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03" name="pg1703"/>
            <p:cNvSpPr/>
            <p:nvPr/>
          </p:nvSpPr>
          <p:spPr>
            <a:xfrm>
              <a:off x="5148144" y="389476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497A9">
                <a:alpha val="100000"/>
              </a:srgbClr>
            </a:solidFill>
            <a:ln w="5420" cap="flat">
              <a:solidFill>
                <a:srgbClr val="3497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04" name="pg1704"/>
            <p:cNvSpPr/>
            <p:nvPr/>
          </p:nvSpPr>
          <p:spPr>
            <a:xfrm>
              <a:off x="5159781" y="389476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595A9">
                <a:alpha val="100000"/>
              </a:srgbClr>
            </a:solidFill>
            <a:ln w="5420" cap="flat">
              <a:solidFill>
                <a:srgbClr val="3595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05" name="pg1705"/>
            <p:cNvSpPr/>
            <p:nvPr/>
          </p:nvSpPr>
          <p:spPr>
            <a:xfrm>
              <a:off x="5171419" y="389476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594A8">
                <a:alpha val="100000"/>
              </a:srgbClr>
            </a:solidFill>
            <a:ln w="5420" cap="flat">
              <a:solidFill>
                <a:srgbClr val="3594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06" name="pg1706"/>
            <p:cNvSpPr/>
            <p:nvPr/>
          </p:nvSpPr>
          <p:spPr>
            <a:xfrm>
              <a:off x="5183056" y="389476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693A8">
                <a:alpha val="100000"/>
              </a:srgbClr>
            </a:solidFill>
            <a:ln w="5420" cap="flat">
              <a:solidFill>
                <a:srgbClr val="3693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07" name="pg1707"/>
            <p:cNvSpPr/>
            <p:nvPr/>
          </p:nvSpPr>
          <p:spPr>
            <a:xfrm>
              <a:off x="5066683" y="390906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9CA9">
                <a:alpha val="100000"/>
              </a:srgbClr>
            </a:solidFill>
            <a:ln w="5420" cap="flat">
              <a:solidFill>
                <a:srgbClr val="399C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08" name="pg1708"/>
            <p:cNvSpPr/>
            <p:nvPr/>
          </p:nvSpPr>
          <p:spPr>
            <a:xfrm>
              <a:off x="5113232" y="390906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9AA9">
                <a:alpha val="100000"/>
              </a:srgbClr>
            </a:solidFill>
            <a:ln w="5420" cap="flat">
              <a:solidFill>
                <a:srgbClr val="379A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09" name="pg1709"/>
            <p:cNvSpPr/>
            <p:nvPr/>
          </p:nvSpPr>
          <p:spPr>
            <a:xfrm>
              <a:off x="5124869" y="390906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699A9">
                <a:alpha val="100000"/>
              </a:srgbClr>
            </a:solidFill>
            <a:ln w="5420" cap="flat">
              <a:solidFill>
                <a:srgbClr val="3699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10" name="pg1710"/>
            <p:cNvSpPr/>
            <p:nvPr/>
          </p:nvSpPr>
          <p:spPr>
            <a:xfrm>
              <a:off x="5136507" y="390906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598A9">
                <a:alpha val="100000"/>
              </a:srgbClr>
            </a:solidFill>
            <a:ln w="5420" cap="flat">
              <a:solidFill>
                <a:srgbClr val="3598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11" name="pg1711"/>
            <p:cNvSpPr/>
            <p:nvPr/>
          </p:nvSpPr>
          <p:spPr>
            <a:xfrm>
              <a:off x="5148144" y="390906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497A9">
                <a:alpha val="100000"/>
              </a:srgbClr>
            </a:solidFill>
            <a:ln w="5420" cap="flat">
              <a:solidFill>
                <a:srgbClr val="3497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12" name="pg1712"/>
            <p:cNvSpPr/>
            <p:nvPr/>
          </p:nvSpPr>
          <p:spPr>
            <a:xfrm>
              <a:off x="5159781" y="390906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596A9">
                <a:alpha val="100000"/>
              </a:srgbClr>
            </a:solidFill>
            <a:ln w="5420" cap="flat">
              <a:solidFill>
                <a:srgbClr val="3596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13" name="pg1713"/>
            <p:cNvSpPr/>
            <p:nvPr/>
          </p:nvSpPr>
          <p:spPr>
            <a:xfrm>
              <a:off x="5171419" y="390906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594A8">
                <a:alpha val="100000"/>
              </a:srgbClr>
            </a:solidFill>
            <a:ln w="5420" cap="flat">
              <a:solidFill>
                <a:srgbClr val="3594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14" name="pg1714"/>
            <p:cNvSpPr/>
            <p:nvPr/>
          </p:nvSpPr>
          <p:spPr>
            <a:xfrm>
              <a:off x="5183056" y="390906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593A8">
                <a:alpha val="100000"/>
              </a:srgbClr>
            </a:solidFill>
            <a:ln w="5420" cap="flat">
              <a:solidFill>
                <a:srgbClr val="3593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15" name="pg1715"/>
            <p:cNvSpPr/>
            <p:nvPr/>
          </p:nvSpPr>
          <p:spPr>
            <a:xfrm>
              <a:off x="5055045" y="392336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9BA9">
                <a:alpha val="100000"/>
              </a:srgbClr>
            </a:solidFill>
            <a:ln w="5420" cap="flat">
              <a:solidFill>
                <a:srgbClr val="399B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16" name="pg1716"/>
            <p:cNvSpPr/>
            <p:nvPr/>
          </p:nvSpPr>
          <p:spPr>
            <a:xfrm>
              <a:off x="5066683" y="392336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9BA9">
                <a:alpha val="100000"/>
              </a:srgbClr>
            </a:solidFill>
            <a:ln w="5420" cap="flat">
              <a:solidFill>
                <a:srgbClr val="399B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17" name="pg1717"/>
            <p:cNvSpPr/>
            <p:nvPr/>
          </p:nvSpPr>
          <p:spPr>
            <a:xfrm>
              <a:off x="5078320" y="392336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89BA9">
                <a:alpha val="100000"/>
              </a:srgbClr>
            </a:solidFill>
            <a:ln w="5420" cap="flat">
              <a:solidFill>
                <a:srgbClr val="389B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18" name="pg1718"/>
            <p:cNvSpPr/>
            <p:nvPr/>
          </p:nvSpPr>
          <p:spPr>
            <a:xfrm>
              <a:off x="5089957" y="392336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89BA9">
                <a:alpha val="100000"/>
              </a:srgbClr>
            </a:solidFill>
            <a:ln w="5420" cap="flat">
              <a:solidFill>
                <a:srgbClr val="389B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19" name="pg1719"/>
            <p:cNvSpPr/>
            <p:nvPr/>
          </p:nvSpPr>
          <p:spPr>
            <a:xfrm>
              <a:off x="5101595" y="392336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9AA9">
                <a:alpha val="100000"/>
              </a:srgbClr>
            </a:solidFill>
            <a:ln w="5420" cap="flat">
              <a:solidFill>
                <a:srgbClr val="379A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20" name="pg1720"/>
            <p:cNvSpPr/>
            <p:nvPr/>
          </p:nvSpPr>
          <p:spPr>
            <a:xfrm>
              <a:off x="5113232" y="392336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699A9">
                <a:alpha val="100000"/>
              </a:srgbClr>
            </a:solidFill>
            <a:ln w="5420" cap="flat">
              <a:solidFill>
                <a:srgbClr val="3699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21" name="pg1721"/>
            <p:cNvSpPr/>
            <p:nvPr/>
          </p:nvSpPr>
          <p:spPr>
            <a:xfrm>
              <a:off x="5124869" y="392336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598A9">
                <a:alpha val="100000"/>
              </a:srgbClr>
            </a:solidFill>
            <a:ln w="5420" cap="flat">
              <a:solidFill>
                <a:srgbClr val="3598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22" name="pg1722"/>
            <p:cNvSpPr/>
            <p:nvPr/>
          </p:nvSpPr>
          <p:spPr>
            <a:xfrm>
              <a:off x="5136507" y="392336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597A9">
                <a:alpha val="100000"/>
              </a:srgbClr>
            </a:solidFill>
            <a:ln w="5420" cap="flat">
              <a:solidFill>
                <a:srgbClr val="3597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23" name="pg1723"/>
            <p:cNvSpPr/>
            <p:nvPr/>
          </p:nvSpPr>
          <p:spPr>
            <a:xfrm>
              <a:off x="5148144" y="392336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497A9">
                <a:alpha val="100000"/>
              </a:srgbClr>
            </a:solidFill>
            <a:ln w="5420" cap="flat">
              <a:solidFill>
                <a:srgbClr val="3497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24" name="pg1724"/>
            <p:cNvSpPr/>
            <p:nvPr/>
          </p:nvSpPr>
          <p:spPr>
            <a:xfrm>
              <a:off x="5159781" y="392336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596A9">
                <a:alpha val="100000"/>
              </a:srgbClr>
            </a:solidFill>
            <a:ln w="5420" cap="flat">
              <a:solidFill>
                <a:srgbClr val="3596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25" name="pg1725"/>
            <p:cNvSpPr/>
            <p:nvPr/>
          </p:nvSpPr>
          <p:spPr>
            <a:xfrm>
              <a:off x="5171419" y="392336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595A9">
                <a:alpha val="100000"/>
              </a:srgbClr>
            </a:solidFill>
            <a:ln w="5420" cap="flat">
              <a:solidFill>
                <a:srgbClr val="3595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26" name="pg1726"/>
            <p:cNvSpPr/>
            <p:nvPr/>
          </p:nvSpPr>
          <p:spPr>
            <a:xfrm>
              <a:off x="5183056" y="392336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594A8">
                <a:alpha val="100000"/>
              </a:srgbClr>
            </a:solidFill>
            <a:ln w="5420" cap="flat">
              <a:solidFill>
                <a:srgbClr val="3594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27" name="pg1727"/>
            <p:cNvSpPr/>
            <p:nvPr/>
          </p:nvSpPr>
          <p:spPr>
            <a:xfrm>
              <a:off x="5043408" y="393766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699A9">
                <a:alpha val="100000"/>
              </a:srgbClr>
            </a:solidFill>
            <a:ln w="5420" cap="flat">
              <a:solidFill>
                <a:srgbClr val="3699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28" name="pg1728"/>
            <p:cNvSpPr/>
            <p:nvPr/>
          </p:nvSpPr>
          <p:spPr>
            <a:xfrm>
              <a:off x="5055045" y="393766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699A9">
                <a:alpha val="100000"/>
              </a:srgbClr>
            </a:solidFill>
            <a:ln w="5420" cap="flat">
              <a:solidFill>
                <a:srgbClr val="3699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29" name="pg1729"/>
            <p:cNvSpPr/>
            <p:nvPr/>
          </p:nvSpPr>
          <p:spPr>
            <a:xfrm>
              <a:off x="5066683" y="393766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699A9">
                <a:alpha val="100000"/>
              </a:srgbClr>
            </a:solidFill>
            <a:ln w="5420" cap="flat">
              <a:solidFill>
                <a:srgbClr val="3699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30" name="pg1730"/>
            <p:cNvSpPr/>
            <p:nvPr/>
          </p:nvSpPr>
          <p:spPr>
            <a:xfrm>
              <a:off x="5078320" y="393766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699A9">
                <a:alpha val="100000"/>
              </a:srgbClr>
            </a:solidFill>
            <a:ln w="5420" cap="flat">
              <a:solidFill>
                <a:srgbClr val="3699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31" name="pg1731"/>
            <p:cNvSpPr/>
            <p:nvPr/>
          </p:nvSpPr>
          <p:spPr>
            <a:xfrm>
              <a:off x="5089957" y="393766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699A9">
                <a:alpha val="100000"/>
              </a:srgbClr>
            </a:solidFill>
            <a:ln w="5420" cap="flat">
              <a:solidFill>
                <a:srgbClr val="3699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32" name="pg1732"/>
            <p:cNvSpPr/>
            <p:nvPr/>
          </p:nvSpPr>
          <p:spPr>
            <a:xfrm>
              <a:off x="5101595" y="393766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598A9">
                <a:alpha val="100000"/>
              </a:srgbClr>
            </a:solidFill>
            <a:ln w="5420" cap="flat">
              <a:solidFill>
                <a:srgbClr val="3598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33" name="pg1733"/>
            <p:cNvSpPr/>
            <p:nvPr/>
          </p:nvSpPr>
          <p:spPr>
            <a:xfrm>
              <a:off x="5113232" y="393766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598A9">
                <a:alpha val="100000"/>
              </a:srgbClr>
            </a:solidFill>
            <a:ln w="5420" cap="flat">
              <a:solidFill>
                <a:srgbClr val="3598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34" name="pg1734"/>
            <p:cNvSpPr/>
            <p:nvPr/>
          </p:nvSpPr>
          <p:spPr>
            <a:xfrm>
              <a:off x="5124869" y="393766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497A9">
                <a:alpha val="100000"/>
              </a:srgbClr>
            </a:solidFill>
            <a:ln w="5420" cap="flat">
              <a:solidFill>
                <a:srgbClr val="3497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35" name="pg1735"/>
            <p:cNvSpPr/>
            <p:nvPr/>
          </p:nvSpPr>
          <p:spPr>
            <a:xfrm>
              <a:off x="5136507" y="393766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496A9">
                <a:alpha val="100000"/>
              </a:srgbClr>
            </a:solidFill>
            <a:ln w="5420" cap="flat">
              <a:solidFill>
                <a:srgbClr val="3496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36" name="pg1736"/>
            <p:cNvSpPr/>
            <p:nvPr/>
          </p:nvSpPr>
          <p:spPr>
            <a:xfrm>
              <a:off x="5148144" y="393766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496A9">
                <a:alpha val="100000"/>
              </a:srgbClr>
            </a:solidFill>
            <a:ln w="5420" cap="flat">
              <a:solidFill>
                <a:srgbClr val="3496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37" name="pg1737"/>
            <p:cNvSpPr/>
            <p:nvPr/>
          </p:nvSpPr>
          <p:spPr>
            <a:xfrm>
              <a:off x="5159781" y="393766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595A9">
                <a:alpha val="100000"/>
              </a:srgbClr>
            </a:solidFill>
            <a:ln w="5420" cap="flat">
              <a:solidFill>
                <a:srgbClr val="3595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38" name="pg1738"/>
            <p:cNvSpPr/>
            <p:nvPr/>
          </p:nvSpPr>
          <p:spPr>
            <a:xfrm>
              <a:off x="5171419" y="393766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595A9">
                <a:alpha val="100000"/>
              </a:srgbClr>
            </a:solidFill>
            <a:ln w="5420" cap="flat">
              <a:solidFill>
                <a:srgbClr val="3595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39" name="pg1739"/>
            <p:cNvSpPr/>
            <p:nvPr/>
          </p:nvSpPr>
          <p:spPr>
            <a:xfrm>
              <a:off x="5183056" y="393766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594A8">
                <a:alpha val="100000"/>
              </a:srgbClr>
            </a:solidFill>
            <a:ln w="5420" cap="flat">
              <a:solidFill>
                <a:srgbClr val="3594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40" name="pg1740"/>
            <p:cNvSpPr/>
            <p:nvPr/>
          </p:nvSpPr>
          <p:spPr>
            <a:xfrm>
              <a:off x="5194693" y="393766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593A8">
                <a:alpha val="100000"/>
              </a:srgbClr>
            </a:solidFill>
            <a:ln w="5420" cap="flat">
              <a:solidFill>
                <a:srgbClr val="3593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41" name="pg1741"/>
            <p:cNvSpPr/>
            <p:nvPr/>
          </p:nvSpPr>
          <p:spPr>
            <a:xfrm>
              <a:off x="5043408" y="395196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598A9">
                <a:alpha val="100000"/>
              </a:srgbClr>
            </a:solidFill>
            <a:ln w="5420" cap="flat">
              <a:solidFill>
                <a:srgbClr val="3598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42" name="pg1742"/>
            <p:cNvSpPr/>
            <p:nvPr/>
          </p:nvSpPr>
          <p:spPr>
            <a:xfrm>
              <a:off x="5055045" y="395196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598A9">
                <a:alpha val="100000"/>
              </a:srgbClr>
            </a:solidFill>
            <a:ln w="5420" cap="flat">
              <a:solidFill>
                <a:srgbClr val="3598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43" name="pg1743"/>
            <p:cNvSpPr/>
            <p:nvPr/>
          </p:nvSpPr>
          <p:spPr>
            <a:xfrm>
              <a:off x="5066683" y="395196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598A9">
                <a:alpha val="100000"/>
              </a:srgbClr>
            </a:solidFill>
            <a:ln w="5420" cap="flat">
              <a:solidFill>
                <a:srgbClr val="3598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44" name="pg1744"/>
            <p:cNvSpPr/>
            <p:nvPr/>
          </p:nvSpPr>
          <p:spPr>
            <a:xfrm>
              <a:off x="5078320" y="395196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598A9">
                <a:alpha val="100000"/>
              </a:srgbClr>
            </a:solidFill>
            <a:ln w="5420" cap="flat">
              <a:solidFill>
                <a:srgbClr val="3598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45" name="pg1745"/>
            <p:cNvSpPr/>
            <p:nvPr/>
          </p:nvSpPr>
          <p:spPr>
            <a:xfrm>
              <a:off x="5089957" y="395196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598A9">
                <a:alpha val="100000"/>
              </a:srgbClr>
            </a:solidFill>
            <a:ln w="5420" cap="flat">
              <a:solidFill>
                <a:srgbClr val="3598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46" name="pg1746"/>
            <p:cNvSpPr/>
            <p:nvPr/>
          </p:nvSpPr>
          <p:spPr>
            <a:xfrm>
              <a:off x="5101595" y="395196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497A9">
                <a:alpha val="100000"/>
              </a:srgbClr>
            </a:solidFill>
            <a:ln w="5420" cap="flat">
              <a:solidFill>
                <a:srgbClr val="3497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47" name="pg1747"/>
            <p:cNvSpPr/>
            <p:nvPr/>
          </p:nvSpPr>
          <p:spPr>
            <a:xfrm>
              <a:off x="5113232" y="395196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497A9">
                <a:alpha val="100000"/>
              </a:srgbClr>
            </a:solidFill>
            <a:ln w="5420" cap="flat">
              <a:solidFill>
                <a:srgbClr val="3497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48" name="pg1748"/>
            <p:cNvSpPr/>
            <p:nvPr/>
          </p:nvSpPr>
          <p:spPr>
            <a:xfrm>
              <a:off x="5124869" y="395196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496A9">
                <a:alpha val="100000"/>
              </a:srgbClr>
            </a:solidFill>
            <a:ln w="5420" cap="flat">
              <a:solidFill>
                <a:srgbClr val="3496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49" name="pg1749"/>
            <p:cNvSpPr/>
            <p:nvPr/>
          </p:nvSpPr>
          <p:spPr>
            <a:xfrm>
              <a:off x="5136507" y="395196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496A9">
                <a:alpha val="100000"/>
              </a:srgbClr>
            </a:solidFill>
            <a:ln w="5420" cap="flat">
              <a:solidFill>
                <a:srgbClr val="3496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50" name="pg1750"/>
            <p:cNvSpPr/>
            <p:nvPr/>
          </p:nvSpPr>
          <p:spPr>
            <a:xfrm>
              <a:off x="5148144" y="395196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595A9">
                <a:alpha val="100000"/>
              </a:srgbClr>
            </a:solidFill>
            <a:ln w="5420" cap="flat">
              <a:solidFill>
                <a:srgbClr val="3595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51" name="pg1751"/>
            <p:cNvSpPr/>
            <p:nvPr/>
          </p:nvSpPr>
          <p:spPr>
            <a:xfrm>
              <a:off x="5159781" y="395196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595A9">
                <a:alpha val="100000"/>
              </a:srgbClr>
            </a:solidFill>
            <a:ln w="5420" cap="flat">
              <a:solidFill>
                <a:srgbClr val="3595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52" name="pg1752"/>
            <p:cNvSpPr/>
            <p:nvPr/>
          </p:nvSpPr>
          <p:spPr>
            <a:xfrm>
              <a:off x="5171419" y="395196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594A8">
                <a:alpha val="100000"/>
              </a:srgbClr>
            </a:solidFill>
            <a:ln w="5420" cap="flat">
              <a:solidFill>
                <a:srgbClr val="3594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53" name="pg1753"/>
            <p:cNvSpPr/>
            <p:nvPr/>
          </p:nvSpPr>
          <p:spPr>
            <a:xfrm>
              <a:off x="5183056" y="395196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594A8">
                <a:alpha val="100000"/>
              </a:srgbClr>
            </a:solidFill>
            <a:ln w="5420" cap="flat">
              <a:solidFill>
                <a:srgbClr val="3594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54" name="pg1754"/>
            <p:cNvSpPr/>
            <p:nvPr/>
          </p:nvSpPr>
          <p:spPr>
            <a:xfrm>
              <a:off x="5194693" y="395196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593A8">
                <a:alpha val="100000"/>
              </a:srgbClr>
            </a:solidFill>
            <a:ln w="5420" cap="flat">
              <a:solidFill>
                <a:srgbClr val="3593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55" name="pg1755"/>
            <p:cNvSpPr/>
            <p:nvPr/>
          </p:nvSpPr>
          <p:spPr>
            <a:xfrm>
              <a:off x="5206331" y="395196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593A8">
                <a:alpha val="100000"/>
              </a:srgbClr>
            </a:solidFill>
            <a:ln w="5420" cap="flat">
              <a:solidFill>
                <a:srgbClr val="3593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56" name="pg1756"/>
            <p:cNvSpPr/>
            <p:nvPr/>
          </p:nvSpPr>
          <p:spPr>
            <a:xfrm>
              <a:off x="5043408" y="396626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496A9">
                <a:alpha val="100000"/>
              </a:srgbClr>
            </a:solidFill>
            <a:ln w="5420" cap="flat">
              <a:solidFill>
                <a:srgbClr val="3496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57" name="pg1757"/>
            <p:cNvSpPr/>
            <p:nvPr/>
          </p:nvSpPr>
          <p:spPr>
            <a:xfrm>
              <a:off x="5055045" y="396626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496A9">
                <a:alpha val="100000"/>
              </a:srgbClr>
            </a:solidFill>
            <a:ln w="5420" cap="flat">
              <a:solidFill>
                <a:srgbClr val="3496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58" name="pg1758"/>
            <p:cNvSpPr/>
            <p:nvPr/>
          </p:nvSpPr>
          <p:spPr>
            <a:xfrm>
              <a:off x="5066683" y="396626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496A9">
                <a:alpha val="100000"/>
              </a:srgbClr>
            </a:solidFill>
            <a:ln w="5420" cap="flat">
              <a:solidFill>
                <a:srgbClr val="3496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59" name="pg1759"/>
            <p:cNvSpPr/>
            <p:nvPr/>
          </p:nvSpPr>
          <p:spPr>
            <a:xfrm>
              <a:off x="5078320" y="396626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496A9">
                <a:alpha val="100000"/>
              </a:srgbClr>
            </a:solidFill>
            <a:ln w="5420" cap="flat">
              <a:solidFill>
                <a:srgbClr val="3496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60" name="pg1760"/>
            <p:cNvSpPr/>
            <p:nvPr/>
          </p:nvSpPr>
          <p:spPr>
            <a:xfrm>
              <a:off x="5089957" y="396626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496A9">
                <a:alpha val="100000"/>
              </a:srgbClr>
            </a:solidFill>
            <a:ln w="5420" cap="flat">
              <a:solidFill>
                <a:srgbClr val="3496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61" name="pg1761"/>
            <p:cNvSpPr/>
            <p:nvPr/>
          </p:nvSpPr>
          <p:spPr>
            <a:xfrm>
              <a:off x="5101595" y="396626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496A9">
                <a:alpha val="100000"/>
              </a:srgbClr>
            </a:solidFill>
            <a:ln w="5420" cap="flat">
              <a:solidFill>
                <a:srgbClr val="3496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62" name="pg1762"/>
            <p:cNvSpPr/>
            <p:nvPr/>
          </p:nvSpPr>
          <p:spPr>
            <a:xfrm>
              <a:off x="5113232" y="396626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496A9">
                <a:alpha val="100000"/>
              </a:srgbClr>
            </a:solidFill>
            <a:ln w="5420" cap="flat">
              <a:solidFill>
                <a:srgbClr val="3496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63" name="pg1763"/>
            <p:cNvSpPr/>
            <p:nvPr/>
          </p:nvSpPr>
          <p:spPr>
            <a:xfrm>
              <a:off x="5124869" y="396626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595A9">
                <a:alpha val="100000"/>
              </a:srgbClr>
            </a:solidFill>
            <a:ln w="5420" cap="flat">
              <a:solidFill>
                <a:srgbClr val="3595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64" name="pg1764"/>
            <p:cNvSpPr/>
            <p:nvPr/>
          </p:nvSpPr>
          <p:spPr>
            <a:xfrm>
              <a:off x="5136507" y="396626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595A9">
                <a:alpha val="100000"/>
              </a:srgbClr>
            </a:solidFill>
            <a:ln w="5420" cap="flat">
              <a:solidFill>
                <a:srgbClr val="3595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65" name="pg1765"/>
            <p:cNvSpPr/>
            <p:nvPr/>
          </p:nvSpPr>
          <p:spPr>
            <a:xfrm>
              <a:off x="5148144" y="396626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595A9">
                <a:alpha val="100000"/>
              </a:srgbClr>
            </a:solidFill>
            <a:ln w="5420" cap="flat">
              <a:solidFill>
                <a:srgbClr val="3595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66" name="pg1766"/>
            <p:cNvSpPr/>
            <p:nvPr/>
          </p:nvSpPr>
          <p:spPr>
            <a:xfrm>
              <a:off x="5159781" y="396626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594A8">
                <a:alpha val="100000"/>
              </a:srgbClr>
            </a:solidFill>
            <a:ln w="5420" cap="flat">
              <a:solidFill>
                <a:srgbClr val="3594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67" name="pg1767"/>
            <p:cNvSpPr/>
            <p:nvPr/>
          </p:nvSpPr>
          <p:spPr>
            <a:xfrm>
              <a:off x="5171419" y="396626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594A8">
                <a:alpha val="100000"/>
              </a:srgbClr>
            </a:solidFill>
            <a:ln w="5420" cap="flat">
              <a:solidFill>
                <a:srgbClr val="3594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68" name="pg1768"/>
            <p:cNvSpPr/>
            <p:nvPr/>
          </p:nvSpPr>
          <p:spPr>
            <a:xfrm>
              <a:off x="5183056" y="396626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594A8">
                <a:alpha val="100000"/>
              </a:srgbClr>
            </a:solidFill>
            <a:ln w="5420" cap="flat">
              <a:solidFill>
                <a:srgbClr val="3594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69" name="pg1769"/>
            <p:cNvSpPr/>
            <p:nvPr/>
          </p:nvSpPr>
          <p:spPr>
            <a:xfrm>
              <a:off x="5194693" y="396626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593A8">
                <a:alpha val="100000"/>
              </a:srgbClr>
            </a:solidFill>
            <a:ln w="5420" cap="flat">
              <a:solidFill>
                <a:srgbClr val="3593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70" name="pg1770"/>
            <p:cNvSpPr/>
            <p:nvPr/>
          </p:nvSpPr>
          <p:spPr>
            <a:xfrm>
              <a:off x="5206331" y="396626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593A8">
                <a:alpha val="100000"/>
              </a:srgbClr>
            </a:solidFill>
            <a:ln w="5420" cap="flat">
              <a:solidFill>
                <a:srgbClr val="3593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71" name="pg1771"/>
            <p:cNvSpPr/>
            <p:nvPr/>
          </p:nvSpPr>
          <p:spPr>
            <a:xfrm>
              <a:off x="5043408" y="398056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595A9">
                <a:alpha val="100000"/>
              </a:srgbClr>
            </a:solidFill>
            <a:ln w="5420" cap="flat">
              <a:solidFill>
                <a:srgbClr val="3595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72" name="pg1772"/>
            <p:cNvSpPr/>
            <p:nvPr/>
          </p:nvSpPr>
          <p:spPr>
            <a:xfrm>
              <a:off x="5055045" y="398056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595A9">
                <a:alpha val="100000"/>
              </a:srgbClr>
            </a:solidFill>
            <a:ln w="5420" cap="flat">
              <a:solidFill>
                <a:srgbClr val="3595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73" name="pg1773"/>
            <p:cNvSpPr/>
            <p:nvPr/>
          </p:nvSpPr>
          <p:spPr>
            <a:xfrm>
              <a:off x="5066683" y="398056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595A9">
                <a:alpha val="100000"/>
              </a:srgbClr>
            </a:solidFill>
            <a:ln w="5420" cap="flat">
              <a:solidFill>
                <a:srgbClr val="3595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74" name="pg1774"/>
            <p:cNvSpPr/>
            <p:nvPr/>
          </p:nvSpPr>
          <p:spPr>
            <a:xfrm>
              <a:off x="5078320" y="398056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595A9">
                <a:alpha val="100000"/>
              </a:srgbClr>
            </a:solidFill>
            <a:ln w="5420" cap="flat">
              <a:solidFill>
                <a:srgbClr val="3595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75" name="pg1775"/>
            <p:cNvSpPr/>
            <p:nvPr/>
          </p:nvSpPr>
          <p:spPr>
            <a:xfrm>
              <a:off x="5089957" y="398056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595A9">
                <a:alpha val="100000"/>
              </a:srgbClr>
            </a:solidFill>
            <a:ln w="5420" cap="flat">
              <a:solidFill>
                <a:srgbClr val="3595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76" name="pg1776"/>
            <p:cNvSpPr/>
            <p:nvPr/>
          </p:nvSpPr>
          <p:spPr>
            <a:xfrm>
              <a:off x="5101595" y="398056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595A9">
                <a:alpha val="100000"/>
              </a:srgbClr>
            </a:solidFill>
            <a:ln w="5420" cap="flat">
              <a:solidFill>
                <a:srgbClr val="3595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77" name="pg1777"/>
            <p:cNvSpPr/>
            <p:nvPr/>
          </p:nvSpPr>
          <p:spPr>
            <a:xfrm>
              <a:off x="5113232" y="398056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595A9">
                <a:alpha val="100000"/>
              </a:srgbClr>
            </a:solidFill>
            <a:ln w="5420" cap="flat">
              <a:solidFill>
                <a:srgbClr val="3595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78" name="pg1778"/>
            <p:cNvSpPr/>
            <p:nvPr/>
          </p:nvSpPr>
          <p:spPr>
            <a:xfrm>
              <a:off x="5124869" y="398056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595A9">
                <a:alpha val="100000"/>
              </a:srgbClr>
            </a:solidFill>
            <a:ln w="5420" cap="flat">
              <a:solidFill>
                <a:srgbClr val="3595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79" name="pg1779"/>
            <p:cNvSpPr/>
            <p:nvPr/>
          </p:nvSpPr>
          <p:spPr>
            <a:xfrm>
              <a:off x="5136507" y="398056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594A8">
                <a:alpha val="100000"/>
              </a:srgbClr>
            </a:solidFill>
            <a:ln w="5420" cap="flat">
              <a:solidFill>
                <a:srgbClr val="3594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80" name="pg1780"/>
            <p:cNvSpPr/>
            <p:nvPr/>
          </p:nvSpPr>
          <p:spPr>
            <a:xfrm>
              <a:off x="5148144" y="398056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594A8">
                <a:alpha val="100000"/>
              </a:srgbClr>
            </a:solidFill>
            <a:ln w="5420" cap="flat">
              <a:solidFill>
                <a:srgbClr val="3594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81" name="pg1781"/>
            <p:cNvSpPr/>
            <p:nvPr/>
          </p:nvSpPr>
          <p:spPr>
            <a:xfrm>
              <a:off x="5159781" y="398056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594A8">
                <a:alpha val="100000"/>
              </a:srgbClr>
            </a:solidFill>
            <a:ln w="5420" cap="flat">
              <a:solidFill>
                <a:srgbClr val="3594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82" name="pg1782"/>
            <p:cNvSpPr/>
            <p:nvPr/>
          </p:nvSpPr>
          <p:spPr>
            <a:xfrm>
              <a:off x="5171419" y="398056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594A8">
                <a:alpha val="100000"/>
              </a:srgbClr>
            </a:solidFill>
            <a:ln w="5420" cap="flat">
              <a:solidFill>
                <a:srgbClr val="3594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83" name="pg1783"/>
            <p:cNvSpPr/>
            <p:nvPr/>
          </p:nvSpPr>
          <p:spPr>
            <a:xfrm>
              <a:off x="5183056" y="398056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593A8">
                <a:alpha val="100000"/>
              </a:srgbClr>
            </a:solidFill>
            <a:ln w="5420" cap="flat">
              <a:solidFill>
                <a:srgbClr val="3593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84" name="pg1784"/>
            <p:cNvSpPr/>
            <p:nvPr/>
          </p:nvSpPr>
          <p:spPr>
            <a:xfrm>
              <a:off x="5194693" y="398056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593A8">
                <a:alpha val="100000"/>
              </a:srgbClr>
            </a:solidFill>
            <a:ln w="5420" cap="flat">
              <a:solidFill>
                <a:srgbClr val="3593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85" name="pg1785"/>
            <p:cNvSpPr/>
            <p:nvPr/>
          </p:nvSpPr>
          <p:spPr>
            <a:xfrm>
              <a:off x="5206331" y="398056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593A8">
                <a:alpha val="100000"/>
              </a:srgbClr>
            </a:solidFill>
            <a:ln w="5420" cap="flat">
              <a:solidFill>
                <a:srgbClr val="3593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86" name="pg1786"/>
            <p:cNvSpPr/>
            <p:nvPr/>
          </p:nvSpPr>
          <p:spPr>
            <a:xfrm>
              <a:off x="5217968" y="398056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692A8">
                <a:alpha val="100000"/>
              </a:srgbClr>
            </a:solidFill>
            <a:ln w="5420" cap="flat">
              <a:solidFill>
                <a:srgbClr val="3692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87" name="pg1787"/>
            <p:cNvSpPr/>
            <p:nvPr/>
          </p:nvSpPr>
          <p:spPr>
            <a:xfrm>
              <a:off x="5055045" y="399486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594A8">
                <a:alpha val="100000"/>
              </a:srgbClr>
            </a:solidFill>
            <a:ln w="5420" cap="flat">
              <a:solidFill>
                <a:srgbClr val="3594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88" name="pg1788"/>
            <p:cNvSpPr/>
            <p:nvPr/>
          </p:nvSpPr>
          <p:spPr>
            <a:xfrm>
              <a:off x="5066683" y="399486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594A8">
                <a:alpha val="100000"/>
              </a:srgbClr>
            </a:solidFill>
            <a:ln w="5420" cap="flat">
              <a:solidFill>
                <a:srgbClr val="3594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89" name="pg1789"/>
            <p:cNvSpPr/>
            <p:nvPr/>
          </p:nvSpPr>
          <p:spPr>
            <a:xfrm>
              <a:off x="5078320" y="399486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594A8">
                <a:alpha val="100000"/>
              </a:srgbClr>
            </a:solidFill>
            <a:ln w="5420" cap="flat">
              <a:solidFill>
                <a:srgbClr val="3594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90" name="pg1790"/>
            <p:cNvSpPr/>
            <p:nvPr/>
          </p:nvSpPr>
          <p:spPr>
            <a:xfrm>
              <a:off x="5089957" y="399486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594A8">
                <a:alpha val="100000"/>
              </a:srgbClr>
            </a:solidFill>
            <a:ln w="5420" cap="flat">
              <a:solidFill>
                <a:srgbClr val="3594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91" name="pg1791"/>
            <p:cNvSpPr/>
            <p:nvPr/>
          </p:nvSpPr>
          <p:spPr>
            <a:xfrm>
              <a:off x="5101595" y="399486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594A8">
                <a:alpha val="100000"/>
              </a:srgbClr>
            </a:solidFill>
            <a:ln w="5420" cap="flat">
              <a:solidFill>
                <a:srgbClr val="3594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92" name="pg1792"/>
            <p:cNvSpPr/>
            <p:nvPr/>
          </p:nvSpPr>
          <p:spPr>
            <a:xfrm>
              <a:off x="5113232" y="399486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594A8">
                <a:alpha val="100000"/>
              </a:srgbClr>
            </a:solidFill>
            <a:ln w="5420" cap="flat">
              <a:solidFill>
                <a:srgbClr val="3594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93" name="pg1793"/>
            <p:cNvSpPr/>
            <p:nvPr/>
          </p:nvSpPr>
          <p:spPr>
            <a:xfrm>
              <a:off x="5124869" y="399486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594A8">
                <a:alpha val="100000"/>
              </a:srgbClr>
            </a:solidFill>
            <a:ln w="5420" cap="flat">
              <a:solidFill>
                <a:srgbClr val="3594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94" name="pg1794"/>
            <p:cNvSpPr/>
            <p:nvPr/>
          </p:nvSpPr>
          <p:spPr>
            <a:xfrm>
              <a:off x="5136507" y="399486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594A8">
                <a:alpha val="100000"/>
              </a:srgbClr>
            </a:solidFill>
            <a:ln w="5420" cap="flat">
              <a:solidFill>
                <a:srgbClr val="3594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95" name="pg1795"/>
            <p:cNvSpPr/>
            <p:nvPr/>
          </p:nvSpPr>
          <p:spPr>
            <a:xfrm>
              <a:off x="5148144" y="399486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593A8">
                <a:alpha val="100000"/>
              </a:srgbClr>
            </a:solidFill>
            <a:ln w="5420" cap="flat">
              <a:solidFill>
                <a:srgbClr val="3593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96" name="pg1796"/>
            <p:cNvSpPr/>
            <p:nvPr/>
          </p:nvSpPr>
          <p:spPr>
            <a:xfrm>
              <a:off x="5159781" y="399486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593A8">
                <a:alpha val="100000"/>
              </a:srgbClr>
            </a:solidFill>
            <a:ln w="5420" cap="flat">
              <a:solidFill>
                <a:srgbClr val="3593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97" name="pg1797"/>
            <p:cNvSpPr/>
            <p:nvPr/>
          </p:nvSpPr>
          <p:spPr>
            <a:xfrm>
              <a:off x="5171419" y="399486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593A8">
                <a:alpha val="100000"/>
              </a:srgbClr>
            </a:solidFill>
            <a:ln w="5420" cap="flat">
              <a:solidFill>
                <a:srgbClr val="3593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98" name="pg1798"/>
            <p:cNvSpPr/>
            <p:nvPr/>
          </p:nvSpPr>
          <p:spPr>
            <a:xfrm>
              <a:off x="5183056" y="399486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593A8">
                <a:alpha val="100000"/>
              </a:srgbClr>
            </a:solidFill>
            <a:ln w="5420" cap="flat">
              <a:solidFill>
                <a:srgbClr val="3593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99" name="pg1799"/>
            <p:cNvSpPr/>
            <p:nvPr/>
          </p:nvSpPr>
          <p:spPr>
            <a:xfrm>
              <a:off x="5194693" y="399486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693A8">
                <a:alpha val="100000"/>
              </a:srgbClr>
            </a:solidFill>
            <a:ln w="5420" cap="flat">
              <a:solidFill>
                <a:srgbClr val="3693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00" name="pg1800"/>
            <p:cNvSpPr/>
            <p:nvPr/>
          </p:nvSpPr>
          <p:spPr>
            <a:xfrm>
              <a:off x="5206331" y="399486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692A8">
                <a:alpha val="100000"/>
              </a:srgbClr>
            </a:solidFill>
            <a:ln w="5420" cap="flat">
              <a:solidFill>
                <a:srgbClr val="3692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01" name="pg1801"/>
            <p:cNvSpPr/>
            <p:nvPr/>
          </p:nvSpPr>
          <p:spPr>
            <a:xfrm>
              <a:off x="5217968" y="399486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692A8">
                <a:alpha val="100000"/>
              </a:srgbClr>
            </a:solidFill>
            <a:ln w="5420" cap="flat">
              <a:solidFill>
                <a:srgbClr val="3692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02" name="pg1802"/>
            <p:cNvSpPr/>
            <p:nvPr/>
          </p:nvSpPr>
          <p:spPr>
            <a:xfrm>
              <a:off x="5020133" y="400916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691A8">
                <a:alpha val="100000"/>
              </a:srgbClr>
            </a:solidFill>
            <a:ln w="5420" cap="flat">
              <a:solidFill>
                <a:srgbClr val="3691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03" name="pg1803"/>
            <p:cNvSpPr/>
            <p:nvPr/>
          </p:nvSpPr>
          <p:spPr>
            <a:xfrm>
              <a:off x="5031771" y="400916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691A8">
                <a:alpha val="100000"/>
              </a:srgbClr>
            </a:solidFill>
            <a:ln w="5420" cap="flat">
              <a:solidFill>
                <a:srgbClr val="3691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04" name="pg1804"/>
            <p:cNvSpPr/>
            <p:nvPr/>
          </p:nvSpPr>
          <p:spPr>
            <a:xfrm>
              <a:off x="5043408" y="400916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692A8">
                <a:alpha val="100000"/>
              </a:srgbClr>
            </a:solidFill>
            <a:ln w="5420" cap="flat">
              <a:solidFill>
                <a:srgbClr val="3692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05" name="pg1805"/>
            <p:cNvSpPr/>
            <p:nvPr/>
          </p:nvSpPr>
          <p:spPr>
            <a:xfrm>
              <a:off x="5055045" y="400916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692A8">
                <a:alpha val="100000"/>
              </a:srgbClr>
            </a:solidFill>
            <a:ln w="5420" cap="flat">
              <a:solidFill>
                <a:srgbClr val="3692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06" name="pg1806"/>
            <p:cNvSpPr/>
            <p:nvPr/>
          </p:nvSpPr>
          <p:spPr>
            <a:xfrm>
              <a:off x="5066683" y="400916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692A8">
                <a:alpha val="100000"/>
              </a:srgbClr>
            </a:solidFill>
            <a:ln w="5420" cap="flat">
              <a:solidFill>
                <a:srgbClr val="3692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07" name="pg1807"/>
            <p:cNvSpPr/>
            <p:nvPr/>
          </p:nvSpPr>
          <p:spPr>
            <a:xfrm>
              <a:off x="5078320" y="400916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692A8">
                <a:alpha val="100000"/>
              </a:srgbClr>
            </a:solidFill>
            <a:ln w="5420" cap="flat">
              <a:solidFill>
                <a:srgbClr val="3692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08" name="pg1808"/>
            <p:cNvSpPr/>
            <p:nvPr/>
          </p:nvSpPr>
          <p:spPr>
            <a:xfrm>
              <a:off x="5089957" y="400916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693A8">
                <a:alpha val="100000"/>
              </a:srgbClr>
            </a:solidFill>
            <a:ln w="5420" cap="flat">
              <a:solidFill>
                <a:srgbClr val="3693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09" name="pg1809"/>
            <p:cNvSpPr/>
            <p:nvPr/>
          </p:nvSpPr>
          <p:spPr>
            <a:xfrm>
              <a:off x="5101595" y="400916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693A8">
                <a:alpha val="100000"/>
              </a:srgbClr>
            </a:solidFill>
            <a:ln w="5420" cap="flat">
              <a:solidFill>
                <a:srgbClr val="3693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10" name="pg1810"/>
            <p:cNvSpPr/>
            <p:nvPr/>
          </p:nvSpPr>
          <p:spPr>
            <a:xfrm>
              <a:off x="5113232" y="400916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693A8">
                <a:alpha val="100000"/>
              </a:srgbClr>
            </a:solidFill>
            <a:ln w="5420" cap="flat">
              <a:solidFill>
                <a:srgbClr val="3693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11" name="pg1811"/>
            <p:cNvSpPr/>
            <p:nvPr/>
          </p:nvSpPr>
          <p:spPr>
            <a:xfrm>
              <a:off x="5124869" y="400916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693A8">
                <a:alpha val="100000"/>
              </a:srgbClr>
            </a:solidFill>
            <a:ln w="5420" cap="flat">
              <a:solidFill>
                <a:srgbClr val="3693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12" name="pg1812"/>
            <p:cNvSpPr/>
            <p:nvPr/>
          </p:nvSpPr>
          <p:spPr>
            <a:xfrm>
              <a:off x="5136507" y="400916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693A8">
                <a:alpha val="100000"/>
              </a:srgbClr>
            </a:solidFill>
            <a:ln w="5420" cap="flat">
              <a:solidFill>
                <a:srgbClr val="3693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13" name="pg1813"/>
            <p:cNvSpPr/>
            <p:nvPr/>
          </p:nvSpPr>
          <p:spPr>
            <a:xfrm>
              <a:off x="5148144" y="400916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693A8">
                <a:alpha val="100000"/>
              </a:srgbClr>
            </a:solidFill>
            <a:ln w="5420" cap="flat">
              <a:solidFill>
                <a:srgbClr val="3693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14" name="pg1814"/>
            <p:cNvSpPr/>
            <p:nvPr/>
          </p:nvSpPr>
          <p:spPr>
            <a:xfrm>
              <a:off x="5159781" y="400916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693A8">
                <a:alpha val="100000"/>
              </a:srgbClr>
            </a:solidFill>
            <a:ln w="5420" cap="flat">
              <a:solidFill>
                <a:srgbClr val="3693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15" name="pg1815"/>
            <p:cNvSpPr/>
            <p:nvPr/>
          </p:nvSpPr>
          <p:spPr>
            <a:xfrm>
              <a:off x="5171419" y="400916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692A8">
                <a:alpha val="100000"/>
              </a:srgbClr>
            </a:solidFill>
            <a:ln w="5420" cap="flat">
              <a:solidFill>
                <a:srgbClr val="3692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16" name="pg1816"/>
            <p:cNvSpPr/>
            <p:nvPr/>
          </p:nvSpPr>
          <p:spPr>
            <a:xfrm>
              <a:off x="5183056" y="400916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692A8">
                <a:alpha val="100000"/>
              </a:srgbClr>
            </a:solidFill>
            <a:ln w="5420" cap="flat">
              <a:solidFill>
                <a:srgbClr val="3692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17" name="pg1817"/>
            <p:cNvSpPr/>
            <p:nvPr/>
          </p:nvSpPr>
          <p:spPr>
            <a:xfrm>
              <a:off x="5194693" y="400916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692A8">
                <a:alpha val="100000"/>
              </a:srgbClr>
            </a:solidFill>
            <a:ln w="5420" cap="flat">
              <a:solidFill>
                <a:srgbClr val="3692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18" name="pg1818"/>
            <p:cNvSpPr/>
            <p:nvPr/>
          </p:nvSpPr>
          <p:spPr>
            <a:xfrm>
              <a:off x="5206331" y="400916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692A8">
                <a:alpha val="100000"/>
              </a:srgbClr>
            </a:solidFill>
            <a:ln w="5420" cap="flat">
              <a:solidFill>
                <a:srgbClr val="3692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19" name="pg1819"/>
            <p:cNvSpPr/>
            <p:nvPr/>
          </p:nvSpPr>
          <p:spPr>
            <a:xfrm>
              <a:off x="5020133" y="402346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8FA7">
                <a:alpha val="100000"/>
              </a:srgbClr>
            </a:solidFill>
            <a:ln w="5420" cap="flat">
              <a:solidFill>
                <a:srgbClr val="378F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20" name="pg1820"/>
            <p:cNvSpPr/>
            <p:nvPr/>
          </p:nvSpPr>
          <p:spPr>
            <a:xfrm>
              <a:off x="5031771" y="402346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690A7">
                <a:alpha val="100000"/>
              </a:srgbClr>
            </a:solidFill>
            <a:ln w="5420" cap="flat">
              <a:solidFill>
                <a:srgbClr val="3690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21" name="pg1821"/>
            <p:cNvSpPr/>
            <p:nvPr/>
          </p:nvSpPr>
          <p:spPr>
            <a:xfrm>
              <a:off x="5043408" y="402346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690A8">
                <a:alpha val="100000"/>
              </a:srgbClr>
            </a:solidFill>
            <a:ln w="5420" cap="flat">
              <a:solidFill>
                <a:srgbClr val="3690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22" name="pg1822"/>
            <p:cNvSpPr/>
            <p:nvPr/>
          </p:nvSpPr>
          <p:spPr>
            <a:xfrm>
              <a:off x="5055045" y="402346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690A8">
                <a:alpha val="100000"/>
              </a:srgbClr>
            </a:solidFill>
            <a:ln w="5420" cap="flat">
              <a:solidFill>
                <a:srgbClr val="3690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23" name="pg1823"/>
            <p:cNvSpPr/>
            <p:nvPr/>
          </p:nvSpPr>
          <p:spPr>
            <a:xfrm>
              <a:off x="5066683" y="402346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691A8">
                <a:alpha val="100000"/>
              </a:srgbClr>
            </a:solidFill>
            <a:ln w="5420" cap="flat">
              <a:solidFill>
                <a:srgbClr val="3691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24" name="pg1824"/>
            <p:cNvSpPr/>
            <p:nvPr/>
          </p:nvSpPr>
          <p:spPr>
            <a:xfrm>
              <a:off x="5078320" y="402346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691A8">
                <a:alpha val="100000"/>
              </a:srgbClr>
            </a:solidFill>
            <a:ln w="5420" cap="flat">
              <a:solidFill>
                <a:srgbClr val="3691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25" name="pg1825"/>
            <p:cNvSpPr/>
            <p:nvPr/>
          </p:nvSpPr>
          <p:spPr>
            <a:xfrm>
              <a:off x="5089957" y="402346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691A8">
                <a:alpha val="100000"/>
              </a:srgbClr>
            </a:solidFill>
            <a:ln w="5420" cap="flat">
              <a:solidFill>
                <a:srgbClr val="3691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26" name="pg1826"/>
            <p:cNvSpPr/>
            <p:nvPr/>
          </p:nvSpPr>
          <p:spPr>
            <a:xfrm>
              <a:off x="5101595" y="402346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692A8">
                <a:alpha val="100000"/>
              </a:srgbClr>
            </a:solidFill>
            <a:ln w="5420" cap="flat">
              <a:solidFill>
                <a:srgbClr val="3692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27" name="pg1827"/>
            <p:cNvSpPr/>
            <p:nvPr/>
          </p:nvSpPr>
          <p:spPr>
            <a:xfrm>
              <a:off x="5113232" y="402346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692A8">
                <a:alpha val="100000"/>
              </a:srgbClr>
            </a:solidFill>
            <a:ln w="5420" cap="flat">
              <a:solidFill>
                <a:srgbClr val="3692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28" name="pg1828"/>
            <p:cNvSpPr/>
            <p:nvPr/>
          </p:nvSpPr>
          <p:spPr>
            <a:xfrm>
              <a:off x="5124869" y="402346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692A8">
                <a:alpha val="100000"/>
              </a:srgbClr>
            </a:solidFill>
            <a:ln w="5420" cap="flat">
              <a:solidFill>
                <a:srgbClr val="3692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29" name="pg1829"/>
            <p:cNvSpPr/>
            <p:nvPr/>
          </p:nvSpPr>
          <p:spPr>
            <a:xfrm>
              <a:off x="5136507" y="402346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692A8">
                <a:alpha val="100000"/>
              </a:srgbClr>
            </a:solidFill>
            <a:ln w="5420" cap="flat">
              <a:solidFill>
                <a:srgbClr val="3692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30" name="pg1830"/>
            <p:cNvSpPr/>
            <p:nvPr/>
          </p:nvSpPr>
          <p:spPr>
            <a:xfrm>
              <a:off x="5148144" y="402346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692A8">
                <a:alpha val="100000"/>
              </a:srgbClr>
            </a:solidFill>
            <a:ln w="5420" cap="flat">
              <a:solidFill>
                <a:srgbClr val="3692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31" name="pg1831"/>
            <p:cNvSpPr/>
            <p:nvPr/>
          </p:nvSpPr>
          <p:spPr>
            <a:xfrm>
              <a:off x="5159781" y="402346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692A8">
                <a:alpha val="100000"/>
              </a:srgbClr>
            </a:solidFill>
            <a:ln w="5420" cap="flat">
              <a:solidFill>
                <a:srgbClr val="3692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32" name="pg1832"/>
            <p:cNvSpPr/>
            <p:nvPr/>
          </p:nvSpPr>
          <p:spPr>
            <a:xfrm>
              <a:off x="5171419" y="402346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692A8">
                <a:alpha val="100000"/>
              </a:srgbClr>
            </a:solidFill>
            <a:ln w="5420" cap="flat">
              <a:solidFill>
                <a:srgbClr val="3692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33" name="pg1833"/>
            <p:cNvSpPr/>
            <p:nvPr/>
          </p:nvSpPr>
          <p:spPr>
            <a:xfrm>
              <a:off x="5183056" y="402346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692A8">
                <a:alpha val="100000"/>
              </a:srgbClr>
            </a:solidFill>
            <a:ln w="5420" cap="flat">
              <a:solidFill>
                <a:srgbClr val="3692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34" name="pg1834"/>
            <p:cNvSpPr/>
            <p:nvPr/>
          </p:nvSpPr>
          <p:spPr>
            <a:xfrm>
              <a:off x="5194693" y="402346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692A8">
                <a:alpha val="100000"/>
              </a:srgbClr>
            </a:solidFill>
            <a:ln w="5420" cap="flat">
              <a:solidFill>
                <a:srgbClr val="3692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35" name="pg1835"/>
            <p:cNvSpPr/>
            <p:nvPr/>
          </p:nvSpPr>
          <p:spPr>
            <a:xfrm>
              <a:off x="5020133" y="403776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8EA7">
                <a:alpha val="100000"/>
              </a:srgbClr>
            </a:solidFill>
            <a:ln w="5420" cap="flat">
              <a:solidFill>
                <a:srgbClr val="378E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36" name="pg1836"/>
            <p:cNvSpPr/>
            <p:nvPr/>
          </p:nvSpPr>
          <p:spPr>
            <a:xfrm>
              <a:off x="5031771" y="403776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8EA7">
                <a:alpha val="100000"/>
              </a:srgbClr>
            </a:solidFill>
            <a:ln w="5420" cap="flat">
              <a:solidFill>
                <a:srgbClr val="378E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37" name="pg1837"/>
            <p:cNvSpPr/>
            <p:nvPr/>
          </p:nvSpPr>
          <p:spPr>
            <a:xfrm>
              <a:off x="5043408" y="403776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8EA7">
                <a:alpha val="100000"/>
              </a:srgbClr>
            </a:solidFill>
            <a:ln w="5420" cap="flat">
              <a:solidFill>
                <a:srgbClr val="378E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38" name="pg1838"/>
            <p:cNvSpPr/>
            <p:nvPr/>
          </p:nvSpPr>
          <p:spPr>
            <a:xfrm>
              <a:off x="5055045" y="403776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8FA7">
                <a:alpha val="100000"/>
              </a:srgbClr>
            </a:solidFill>
            <a:ln w="5420" cap="flat">
              <a:solidFill>
                <a:srgbClr val="378F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39" name="pg1839"/>
            <p:cNvSpPr/>
            <p:nvPr/>
          </p:nvSpPr>
          <p:spPr>
            <a:xfrm>
              <a:off x="5066683" y="403776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8FA7">
                <a:alpha val="100000"/>
              </a:srgbClr>
            </a:solidFill>
            <a:ln w="5420" cap="flat">
              <a:solidFill>
                <a:srgbClr val="378F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40" name="pg1840"/>
            <p:cNvSpPr/>
            <p:nvPr/>
          </p:nvSpPr>
          <p:spPr>
            <a:xfrm>
              <a:off x="5078320" y="403776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690A7">
                <a:alpha val="100000"/>
              </a:srgbClr>
            </a:solidFill>
            <a:ln w="5420" cap="flat">
              <a:solidFill>
                <a:srgbClr val="3690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41" name="pg1841"/>
            <p:cNvSpPr/>
            <p:nvPr/>
          </p:nvSpPr>
          <p:spPr>
            <a:xfrm>
              <a:off x="5089957" y="403776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690A8">
                <a:alpha val="100000"/>
              </a:srgbClr>
            </a:solidFill>
            <a:ln w="5420" cap="flat">
              <a:solidFill>
                <a:srgbClr val="3690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42" name="pg1842"/>
            <p:cNvSpPr/>
            <p:nvPr/>
          </p:nvSpPr>
          <p:spPr>
            <a:xfrm>
              <a:off x="5101595" y="403776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690A8">
                <a:alpha val="100000"/>
              </a:srgbClr>
            </a:solidFill>
            <a:ln w="5420" cap="flat">
              <a:solidFill>
                <a:srgbClr val="3690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43" name="pg1843"/>
            <p:cNvSpPr/>
            <p:nvPr/>
          </p:nvSpPr>
          <p:spPr>
            <a:xfrm>
              <a:off x="5113232" y="403776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691A8">
                <a:alpha val="100000"/>
              </a:srgbClr>
            </a:solidFill>
            <a:ln w="5420" cap="flat">
              <a:solidFill>
                <a:srgbClr val="3691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44" name="pg1844"/>
            <p:cNvSpPr/>
            <p:nvPr/>
          </p:nvSpPr>
          <p:spPr>
            <a:xfrm>
              <a:off x="5124869" y="403776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691A8">
                <a:alpha val="100000"/>
              </a:srgbClr>
            </a:solidFill>
            <a:ln w="5420" cap="flat">
              <a:solidFill>
                <a:srgbClr val="3691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45" name="pg1845"/>
            <p:cNvSpPr/>
            <p:nvPr/>
          </p:nvSpPr>
          <p:spPr>
            <a:xfrm>
              <a:off x="5136507" y="403776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691A8">
                <a:alpha val="100000"/>
              </a:srgbClr>
            </a:solidFill>
            <a:ln w="5420" cap="flat">
              <a:solidFill>
                <a:srgbClr val="3691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46" name="pg1846"/>
            <p:cNvSpPr/>
            <p:nvPr/>
          </p:nvSpPr>
          <p:spPr>
            <a:xfrm>
              <a:off x="5148144" y="403776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691A8">
                <a:alpha val="100000"/>
              </a:srgbClr>
            </a:solidFill>
            <a:ln w="5420" cap="flat">
              <a:solidFill>
                <a:srgbClr val="3691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47" name="pg1847"/>
            <p:cNvSpPr/>
            <p:nvPr/>
          </p:nvSpPr>
          <p:spPr>
            <a:xfrm>
              <a:off x="5159781" y="403776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691A8">
                <a:alpha val="100000"/>
              </a:srgbClr>
            </a:solidFill>
            <a:ln w="5420" cap="flat">
              <a:solidFill>
                <a:srgbClr val="3691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48" name="pg1848"/>
            <p:cNvSpPr/>
            <p:nvPr/>
          </p:nvSpPr>
          <p:spPr>
            <a:xfrm>
              <a:off x="5171419" y="403776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691A8">
                <a:alpha val="100000"/>
              </a:srgbClr>
            </a:solidFill>
            <a:ln w="5420" cap="flat">
              <a:solidFill>
                <a:srgbClr val="3691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49" name="pg1849"/>
            <p:cNvSpPr/>
            <p:nvPr/>
          </p:nvSpPr>
          <p:spPr>
            <a:xfrm>
              <a:off x="5183056" y="403776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691A8">
                <a:alpha val="100000"/>
              </a:srgbClr>
            </a:solidFill>
            <a:ln w="5420" cap="flat">
              <a:solidFill>
                <a:srgbClr val="3691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50" name="pg1850"/>
            <p:cNvSpPr/>
            <p:nvPr/>
          </p:nvSpPr>
          <p:spPr>
            <a:xfrm>
              <a:off x="5020133" y="405206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8CA7">
                <a:alpha val="100000"/>
              </a:srgbClr>
            </a:solidFill>
            <a:ln w="5420" cap="flat">
              <a:solidFill>
                <a:srgbClr val="378C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51" name="pg1851"/>
            <p:cNvSpPr/>
            <p:nvPr/>
          </p:nvSpPr>
          <p:spPr>
            <a:xfrm>
              <a:off x="5031771" y="405206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8CA7">
                <a:alpha val="100000"/>
              </a:srgbClr>
            </a:solidFill>
            <a:ln w="5420" cap="flat">
              <a:solidFill>
                <a:srgbClr val="378C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52" name="pg1852"/>
            <p:cNvSpPr/>
            <p:nvPr/>
          </p:nvSpPr>
          <p:spPr>
            <a:xfrm>
              <a:off x="5043408" y="405206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8DA7">
                <a:alpha val="100000"/>
              </a:srgbClr>
            </a:solidFill>
            <a:ln w="5420" cap="flat">
              <a:solidFill>
                <a:srgbClr val="378D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53" name="pg1853"/>
            <p:cNvSpPr/>
            <p:nvPr/>
          </p:nvSpPr>
          <p:spPr>
            <a:xfrm>
              <a:off x="5055045" y="405206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8DA7">
                <a:alpha val="100000"/>
              </a:srgbClr>
            </a:solidFill>
            <a:ln w="5420" cap="flat">
              <a:solidFill>
                <a:srgbClr val="378D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54" name="pg1854"/>
            <p:cNvSpPr/>
            <p:nvPr/>
          </p:nvSpPr>
          <p:spPr>
            <a:xfrm>
              <a:off x="5066683" y="405206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8EA7">
                <a:alpha val="100000"/>
              </a:srgbClr>
            </a:solidFill>
            <a:ln w="5420" cap="flat">
              <a:solidFill>
                <a:srgbClr val="378E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55" name="pg1855"/>
            <p:cNvSpPr/>
            <p:nvPr/>
          </p:nvSpPr>
          <p:spPr>
            <a:xfrm>
              <a:off x="5078320" y="405206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8EA7">
                <a:alpha val="100000"/>
              </a:srgbClr>
            </a:solidFill>
            <a:ln w="5420" cap="flat">
              <a:solidFill>
                <a:srgbClr val="378E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56" name="pg1856"/>
            <p:cNvSpPr/>
            <p:nvPr/>
          </p:nvSpPr>
          <p:spPr>
            <a:xfrm>
              <a:off x="5089957" y="405206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8EA7">
                <a:alpha val="100000"/>
              </a:srgbClr>
            </a:solidFill>
            <a:ln w="5420" cap="flat">
              <a:solidFill>
                <a:srgbClr val="378E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57" name="pg1857"/>
            <p:cNvSpPr/>
            <p:nvPr/>
          </p:nvSpPr>
          <p:spPr>
            <a:xfrm>
              <a:off x="5101595" y="405206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8FA7">
                <a:alpha val="100000"/>
              </a:srgbClr>
            </a:solidFill>
            <a:ln w="5420" cap="flat">
              <a:solidFill>
                <a:srgbClr val="378F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58" name="pg1858"/>
            <p:cNvSpPr/>
            <p:nvPr/>
          </p:nvSpPr>
          <p:spPr>
            <a:xfrm>
              <a:off x="5113232" y="405206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690A7">
                <a:alpha val="100000"/>
              </a:srgbClr>
            </a:solidFill>
            <a:ln w="5420" cap="flat">
              <a:solidFill>
                <a:srgbClr val="3690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59" name="pg1859"/>
            <p:cNvSpPr/>
            <p:nvPr/>
          </p:nvSpPr>
          <p:spPr>
            <a:xfrm>
              <a:off x="5124869" y="405206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690A7">
                <a:alpha val="100000"/>
              </a:srgbClr>
            </a:solidFill>
            <a:ln w="5420" cap="flat">
              <a:solidFill>
                <a:srgbClr val="3690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60" name="pg1860"/>
            <p:cNvSpPr/>
            <p:nvPr/>
          </p:nvSpPr>
          <p:spPr>
            <a:xfrm>
              <a:off x="5136507" y="405206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690A8">
                <a:alpha val="100000"/>
              </a:srgbClr>
            </a:solidFill>
            <a:ln w="5420" cap="flat">
              <a:solidFill>
                <a:srgbClr val="3690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61" name="pg1861"/>
            <p:cNvSpPr/>
            <p:nvPr/>
          </p:nvSpPr>
          <p:spPr>
            <a:xfrm>
              <a:off x="5148144" y="405206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690A8">
                <a:alpha val="100000"/>
              </a:srgbClr>
            </a:solidFill>
            <a:ln w="5420" cap="flat">
              <a:solidFill>
                <a:srgbClr val="3690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62" name="pg1862"/>
            <p:cNvSpPr/>
            <p:nvPr/>
          </p:nvSpPr>
          <p:spPr>
            <a:xfrm>
              <a:off x="5159781" y="405206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690A8">
                <a:alpha val="100000"/>
              </a:srgbClr>
            </a:solidFill>
            <a:ln w="5420" cap="flat">
              <a:solidFill>
                <a:srgbClr val="3690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63" name="pg1863"/>
            <p:cNvSpPr/>
            <p:nvPr/>
          </p:nvSpPr>
          <p:spPr>
            <a:xfrm>
              <a:off x="5171419" y="405206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691A8">
                <a:alpha val="100000"/>
              </a:srgbClr>
            </a:solidFill>
            <a:ln w="5420" cap="flat">
              <a:solidFill>
                <a:srgbClr val="3691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64" name="pg1864"/>
            <p:cNvSpPr/>
            <p:nvPr/>
          </p:nvSpPr>
          <p:spPr>
            <a:xfrm>
              <a:off x="5008496" y="406636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889A6">
                <a:alpha val="100000"/>
              </a:srgbClr>
            </a:solidFill>
            <a:ln w="5420" cap="flat">
              <a:solidFill>
                <a:srgbClr val="3889A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65" name="pg1865"/>
            <p:cNvSpPr/>
            <p:nvPr/>
          </p:nvSpPr>
          <p:spPr>
            <a:xfrm>
              <a:off x="5020133" y="406636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88AA6">
                <a:alpha val="100000"/>
              </a:srgbClr>
            </a:solidFill>
            <a:ln w="5420" cap="flat">
              <a:solidFill>
                <a:srgbClr val="388AA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66" name="pg1866"/>
            <p:cNvSpPr/>
            <p:nvPr/>
          </p:nvSpPr>
          <p:spPr>
            <a:xfrm>
              <a:off x="5031771" y="406636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88BA6">
                <a:alpha val="100000"/>
              </a:srgbClr>
            </a:solidFill>
            <a:ln w="5420" cap="flat">
              <a:solidFill>
                <a:srgbClr val="388BA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67" name="pg1867"/>
            <p:cNvSpPr/>
            <p:nvPr/>
          </p:nvSpPr>
          <p:spPr>
            <a:xfrm>
              <a:off x="5043408" y="406636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88BA6">
                <a:alpha val="100000"/>
              </a:srgbClr>
            </a:solidFill>
            <a:ln w="5420" cap="flat">
              <a:solidFill>
                <a:srgbClr val="388BA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68" name="pg1868"/>
            <p:cNvSpPr/>
            <p:nvPr/>
          </p:nvSpPr>
          <p:spPr>
            <a:xfrm>
              <a:off x="5055045" y="406636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88CA7">
                <a:alpha val="100000"/>
              </a:srgbClr>
            </a:solidFill>
            <a:ln w="5420" cap="flat">
              <a:solidFill>
                <a:srgbClr val="388C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69" name="pg1869"/>
            <p:cNvSpPr/>
            <p:nvPr/>
          </p:nvSpPr>
          <p:spPr>
            <a:xfrm>
              <a:off x="5066683" y="406636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8CA7">
                <a:alpha val="100000"/>
              </a:srgbClr>
            </a:solidFill>
            <a:ln w="5420" cap="flat">
              <a:solidFill>
                <a:srgbClr val="378C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70" name="pg1870"/>
            <p:cNvSpPr/>
            <p:nvPr/>
          </p:nvSpPr>
          <p:spPr>
            <a:xfrm>
              <a:off x="5078320" y="406636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8DA7">
                <a:alpha val="100000"/>
              </a:srgbClr>
            </a:solidFill>
            <a:ln w="5420" cap="flat">
              <a:solidFill>
                <a:srgbClr val="378D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71" name="pg1871"/>
            <p:cNvSpPr/>
            <p:nvPr/>
          </p:nvSpPr>
          <p:spPr>
            <a:xfrm>
              <a:off x="5089957" y="406636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8DA7">
                <a:alpha val="100000"/>
              </a:srgbClr>
            </a:solidFill>
            <a:ln w="5420" cap="flat">
              <a:solidFill>
                <a:srgbClr val="378D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72" name="pg1872"/>
            <p:cNvSpPr/>
            <p:nvPr/>
          </p:nvSpPr>
          <p:spPr>
            <a:xfrm>
              <a:off x="5101595" y="406636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8EA7">
                <a:alpha val="100000"/>
              </a:srgbClr>
            </a:solidFill>
            <a:ln w="5420" cap="flat">
              <a:solidFill>
                <a:srgbClr val="378E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73" name="pg1873"/>
            <p:cNvSpPr/>
            <p:nvPr/>
          </p:nvSpPr>
          <p:spPr>
            <a:xfrm>
              <a:off x="5113232" y="406636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8EA7">
                <a:alpha val="100000"/>
              </a:srgbClr>
            </a:solidFill>
            <a:ln w="5420" cap="flat">
              <a:solidFill>
                <a:srgbClr val="378E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74" name="pg1874"/>
            <p:cNvSpPr/>
            <p:nvPr/>
          </p:nvSpPr>
          <p:spPr>
            <a:xfrm>
              <a:off x="5124869" y="406636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8FA7">
                <a:alpha val="100000"/>
              </a:srgbClr>
            </a:solidFill>
            <a:ln w="5420" cap="flat">
              <a:solidFill>
                <a:srgbClr val="378F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75" name="pg1875"/>
            <p:cNvSpPr/>
            <p:nvPr/>
          </p:nvSpPr>
          <p:spPr>
            <a:xfrm>
              <a:off x="5136507" y="406636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8FA7">
                <a:alpha val="100000"/>
              </a:srgbClr>
            </a:solidFill>
            <a:ln w="5420" cap="flat">
              <a:solidFill>
                <a:srgbClr val="378F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76" name="pg1876"/>
            <p:cNvSpPr/>
            <p:nvPr/>
          </p:nvSpPr>
          <p:spPr>
            <a:xfrm>
              <a:off x="5148144" y="406636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8FA7">
                <a:alpha val="100000"/>
              </a:srgbClr>
            </a:solidFill>
            <a:ln w="5420" cap="flat">
              <a:solidFill>
                <a:srgbClr val="378F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77" name="pg1877"/>
            <p:cNvSpPr/>
            <p:nvPr/>
          </p:nvSpPr>
          <p:spPr>
            <a:xfrm>
              <a:off x="5008496" y="408066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86A5">
                <a:alpha val="100000"/>
              </a:srgbClr>
            </a:solidFill>
            <a:ln w="5420" cap="flat">
              <a:solidFill>
                <a:srgbClr val="3986A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78" name="pg1878"/>
            <p:cNvSpPr/>
            <p:nvPr/>
          </p:nvSpPr>
          <p:spPr>
            <a:xfrm>
              <a:off x="5020133" y="408066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86A5">
                <a:alpha val="100000"/>
              </a:srgbClr>
            </a:solidFill>
            <a:ln w="5420" cap="flat">
              <a:solidFill>
                <a:srgbClr val="3986A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79" name="pg1879"/>
            <p:cNvSpPr/>
            <p:nvPr/>
          </p:nvSpPr>
          <p:spPr>
            <a:xfrm>
              <a:off x="5031771" y="408066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887A6">
                <a:alpha val="100000"/>
              </a:srgbClr>
            </a:solidFill>
            <a:ln w="5420" cap="flat">
              <a:solidFill>
                <a:srgbClr val="3887A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80" name="pg1880"/>
            <p:cNvSpPr/>
            <p:nvPr/>
          </p:nvSpPr>
          <p:spPr>
            <a:xfrm>
              <a:off x="5043408" y="408066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888A6">
                <a:alpha val="100000"/>
              </a:srgbClr>
            </a:solidFill>
            <a:ln w="5420" cap="flat">
              <a:solidFill>
                <a:srgbClr val="3888A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81" name="pg1881"/>
            <p:cNvSpPr/>
            <p:nvPr/>
          </p:nvSpPr>
          <p:spPr>
            <a:xfrm>
              <a:off x="5055045" y="408066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888A6">
                <a:alpha val="100000"/>
              </a:srgbClr>
            </a:solidFill>
            <a:ln w="5420" cap="flat">
              <a:solidFill>
                <a:srgbClr val="3888A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82" name="pg1882"/>
            <p:cNvSpPr/>
            <p:nvPr/>
          </p:nvSpPr>
          <p:spPr>
            <a:xfrm>
              <a:off x="5066683" y="408066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889A6">
                <a:alpha val="100000"/>
              </a:srgbClr>
            </a:solidFill>
            <a:ln w="5420" cap="flat">
              <a:solidFill>
                <a:srgbClr val="3889A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83" name="pg1883"/>
            <p:cNvSpPr/>
            <p:nvPr/>
          </p:nvSpPr>
          <p:spPr>
            <a:xfrm>
              <a:off x="5078320" y="408066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88AA6">
                <a:alpha val="100000"/>
              </a:srgbClr>
            </a:solidFill>
            <a:ln w="5420" cap="flat">
              <a:solidFill>
                <a:srgbClr val="388AA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84" name="pg1884"/>
            <p:cNvSpPr/>
            <p:nvPr/>
          </p:nvSpPr>
          <p:spPr>
            <a:xfrm>
              <a:off x="5089957" y="408066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88BA6">
                <a:alpha val="100000"/>
              </a:srgbClr>
            </a:solidFill>
            <a:ln w="5420" cap="flat">
              <a:solidFill>
                <a:srgbClr val="388BA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85" name="pg1885"/>
            <p:cNvSpPr/>
            <p:nvPr/>
          </p:nvSpPr>
          <p:spPr>
            <a:xfrm>
              <a:off x="5101595" y="408066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8CA7">
                <a:alpha val="100000"/>
              </a:srgbClr>
            </a:solidFill>
            <a:ln w="5420" cap="flat">
              <a:solidFill>
                <a:srgbClr val="378C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86" name="pg1886"/>
            <p:cNvSpPr/>
            <p:nvPr/>
          </p:nvSpPr>
          <p:spPr>
            <a:xfrm>
              <a:off x="5113232" y="408066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8CA7">
                <a:alpha val="100000"/>
              </a:srgbClr>
            </a:solidFill>
            <a:ln w="5420" cap="flat">
              <a:solidFill>
                <a:srgbClr val="378C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87" name="pg1887"/>
            <p:cNvSpPr/>
            <p:nvPr/>
          </p:nvSpPr>
          <p:spPr>
            <a:xfrm>
              <a:off x="5124869" y="408066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8DA7">
                <a:alpha val="100000"/>
              </a:srgbClr>
            </a:solidFill>
            <a:ln w="5420" cap="flat">
              <a:solidFill>
                <a:srgbClr val="378D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88" name="pg1888"/>
            <p:cNvSpPr/>
            <p:nvPr/>
          </p:nvSpPr>
          <p:spPr>
            <a:xfrm>
              <a:off x="5136507" y="408066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8EA7">
                <a:alpha val="100000"/>
              </a:srgbClr>
            </a:solidFill>
            <a:ln w="5420" cap="flat">
              <a:solidFill>
                <a:srgbClr val="378E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89" name="pg1889"/>
            <p:cNvSpPr/>
            <p:nvPr/>
          </p:nvSpPr>
          <p:spPr>
            <a:xfrm>
              <a:off x="5008496" y="409496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84A5">
                <a:alpha val="100000"/>
              </a:srgbClr>
            </a:solidFill>
            <a:ln w="5420" cap="flat">
              <a:solidFill>
                <a:srgbClr val="3984A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90" name="pg1890"/>
            <p:cNvSpPr/>
            <p:nvPr/>
          </p:nvSpPr>
          <p:spPr>
            <a:xfrm>
              <a:off x="5020133" y="409496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84A5">
                <a:alpha val="100000"/>
              </a:srgbClr>
            </a:solidFill>
            <a:ln w="5420" cap="flat">
              <a:solidFill>
                <a:srgbClr val="3984A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91" name="pg1891"/>
            <p:cNvSpPr/>
            <p:nvPr/>
          </p:nvSpPr>
          <p:spPr>
            <a:xfrm>
              <a:off x="5031771" y="409496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85A5">
                <a:alpha val="100000"/>
              </a:srgbClr>
            </a:solidFill>
            <a:ln w="5420" cap="flat">
              <a:solidFill>
                <a:srgbClr val="3985A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92" name="pg1892"/>
            <p:cNvSpPr/>
            <p:nvPr/>
          </p:nvSpPr>
          <p:spPr>
            <a:xfrm>
              <a:off x="5043408" y="409496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86A5">
                <a:alpha val="100000"/>
              </a:srgbClr>
            </a:solidFill>
            <a:ln w="5420" cap="flat">
              <a:solidFill>
                <a:srgbClr val="3986A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93" name="pg1893"/>
            <p:cNvSpPr/>
            <p:nvPr/>
          </p:nvSpPr>
          <p:spPr>
            <a:xfrm>
              <a:off x="5055045" y="409496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87A6">
                <a:alpha val="100000"/>
              </a:srgbClr>
            </a:solidFill>
            <a:ln w="5420" cap="flat">
              <a:solidFill>
                <a:srgbClr val="3987A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94" name="pg1894"/>
            <p:cNvSpPr/>
            <p:nvPr/>
          </p:nvSpPr>
          <p:spPr>
            <a:xfrm>
              <a:off x="5066683" y="409496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888A6">
                <a:alpha val="100000"/>
              </a:srgbClr>
            </a:solidFill>
            <a:ln w="5420" cap="flat">
              <a:solidFill>
                <a:srgbClr val="3888A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95" name="pg1895"/>
            <p:cNvSpPr/>
            <p:nvPr/>
          </p:nvSpPr>
          <p:spPr>
            <a:xfrm>
              <a:off x="5078320" y="409496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889A6">
                <a:alpha val="100000"/>
              </a:srgbClr>
            </a:solidFill>
            <a:ln w="5420" cap="flat">
              <a:solidFill>
                <a:srgbClr val="3889A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96" name="pg1896"/>
            <p:cNvSpPr/>
            <p:nvPr/>
          </p:nvSpPr>
          <p:spPr>
            <a:xfrm>
              <a:off x="5089957" y="409496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889A6">
                <a:alpha val="100000"/>
              </a:srgbClr>
            </a:solidFill>
            <a:ln w="5420" cap="flat">
              <a:solidFill>
                <a:srgbClr val="3889A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97" name="pg1897"/>
            <p:cNvSpPr/>
            <p:nvPr/>
          </p:nvSpPr>
          <p:spPr>
            <a:xfrm>
              <a:off x="5101595" y="409496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88BA6">
                <a:alpha val="100000"/>
              </a:srgbClr>
            </a:solidFill>
            <a:ln w="5420" cap="flat">
              <a:solidFill>
                <a:srgbClr val="388BA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98" name="pg1898"/>
            <p:cNvSpPr/>
            <p:nvPr/>
          </p:nvSpPr>
          <p:spPr>
            <a:xfrm>
              <a:off x="5113232" y="409496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88BA7">
                <a:alpha val="100000"/>
              </a:srgbClr>
            </a:solidFill>
            <a:ln w="5420" cap="flat">
              <a:solidFill>
                <a:srgbClr val="388B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99" name="pg1899"/>
            <p:cNvSpPr/>
            <p:nvPr/>
          </p:nvSpPr>
          <p:spPr>
            <a:xfrm>
              <a:off x="5124869" y="409496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8CA7">
                <a:alpha val="100000"/>
              </a:srgbClr>
            </a:solidFill>
            <a:ln w="5420" cap="flat">
              <a:solidFill>
                <a:srgbClr val="378C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00" name="pg1900"/>
            <p:cNvSpPr/>
            <p:nvPr/>
          </p:nvSpPr>
          <p:spPr>
            <a:xfrm>
              <a:off x="4985221" y="410927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80A4">
                <a:alpha val="100000"/>
              </a:srgbClr>
            </a:solidFill>
            <a:ln w="5420" cap="flat">
              <a:solidFill>
                <a:srgbClr val="3A80A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01" name="pg1901"/>
            <p:cNvSpPr/>
            <p:nvPr/>
          </p:nvSpPr>
          <p:spPr>
            <a:xfrm>
              <a:off x="4996859" y="410927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81A4">
                <a:alpha val="100000"/>
              </a:srgbClr>
            </a:solidFill>
            <a:ln w="5420" cap="flat">
              <a:solidFill>
                <a:srgbClr val="3981A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02" name="pg1902"/>
            <p:cNvSpPr/>
            <p:nvPr/>
          </p:nvSpPr>
          <p:spPr>
            <a:xfrm>
              <a:off x="5008496" y="410927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82A4">
                <a:alpha val="100000"/>
              </a:srgbClr>
            </a:solidFill>
            <a:ln w="5420" cap="flat">
              <a:solidFill>
                <a:srgbClr val="3982A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03" name="pg1903"/>
            <p:cNvSpPr/>
            <p:nvPr/>
          </p:nvSpPr>
          <p:spPr>
            <a:xfrm>
              <a:off x="5020133" y="410927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83A5">
                <a:alpha val="100000"/>
              </a:srgbClr>
            </a:solidFill>
            <a:ln w="5420" cap="flat">
              <a:solidFill>
                <a:srgbClr val="3983A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04" name="pg1904"/>
            <p:cNvSpPr/>
            <p:nvPr/>
          </p:nvSpPr>
          <p:spPr>
            <a:xfrm>
              <a:off x="5031771" y="410927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84A5">
                <a:alpha val="100000"/>
              </a:srgbClr>
            </a:solidFill>
            <a:ln w="5420" cap="flat">
              <a:solidFill>
                <a:srgbClr val="3984A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05" name="pg1905"/>
            <p:cNvSpPr/>
            <p:nvPr/>
          </p:nvSpPr>
          <p:spPr>
            <a:xfrm>
              <a:off x="5043408" y="410927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85A5">
                <a:alpha val="100000"/>
              </a:srgbClr>
            </a:solidFill>
            <a:ln w="5420" cap="flat">
              <a:solidFill>
                <a:srgbClr val="3985A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06" name="pg1906"/>
            <p:cNvSpPr/>
            <p:nvPr/>
          </p:nvSpPr>
          <p:spPr>
            <a:xfrm>
              <a:off x="5055045" y="410927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85A5">
                <a:alpha val="100000"/>
              </a:srgbClr>
            </a:solidFill>
            <a:ln w="5420" cap="flat">
              <a:solidFill>
                <a:srgbClr val="3985A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07" name="pg1907"/>
            <p:cNvSpPr/>
            <p:nvPr/>
          </p:nvSpPr>
          <p:spPr>
            <a:xfrm>
              <a:off x="5066683" y="410927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86A5">
                <a:alpha val="100000"/>
              </a:srgbClr>
            </a:solidFill>
            <a:ln w="5420" cap="flat">
              <a:solidFill>
                <a:srgbClr val="3986A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08" name="pg1908"/>
            <p:cNvSpPr/>
            <p:nvPr/>
          </p:nvSpPr>
          <p:spPr>
            <a:xfrm>
              <a:off x="5078320" y="410927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887A6">
                <a:alpha val="100000"/>
              </a:srgbClr>
            </a:solidFill>
            <a:ln w="5420" cap="flat">
              <a:solidFill>
                <a:srgbClr val="3887A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09" name="pg1909"/>
            <p:cNvSpPr/>
            <p:nvPr/>
          </p:nvSpPr>
          <p:spPr>
            <a:xfrm>
              <a:off x="5089957" y="410927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888A6">
                <a:alpha val="100000"/>
              </a:srgbClr>
            </a:solidFill>
            <a:ln w="5420" cap="flat">
              <a:solidFill>
                <a:srgbClr val="3888A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10" name="pg1910"/>
            <p:cNvSpPr/>
            <p:nvPr/>
          </p:nvSpPr>
          <p:spPr>
            <a:xfrm>
              <a:off x="5101595" y="410927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88AA6">
                <a:alpha val="100000"/>
              </a:srgbClr>
            </a:solidFill>
            <a:ln w="5420" cap="flat">
              <a:solidFill>
                <a:srgbClr val="388AA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11" name="pg1911"/>
            <p:cNvSpPr/>
            <p:nvPr/>
          </p:nvSpPr>
          <p:spPr>
            <a:xfrm>
              <a:off x="5113232" y="410927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88AA6">
                <a:alpha val="100000"/>
              </a:srgbClr>
            </a:solidFill>
            <a:ln w="5420" cap="flat">
              <a:solidFill>
                <a:srgbClr val="388AA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12" name="pg1912"/>
            <p:cNvSpPr/>
            <p:nvPr/>
          </p:nvSpPr>
          <p:spPr>
            <a:xfrm>
              <a:off x="5124869" y="410927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88BA6">
                <a:alpha val="100000"/>
              </a:srgbClr>
            </a:solidFill>
            <a:ln w="5420" cap="flat">
              <a:solidFill>
                <a:srgbClr val="388BA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13" name="pg1913"/>
            <p:cNvSpPr/>
            <p:nvPr/>
          </p:nvSpPr>
          <p:spPr>
            <a:xfrm>
              <a:off x="4973584" y="412357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DA3">
                <a:alpha val="100000"/>
              </a:srgbClr>
            </a:solidFill>
            <a:ln w="5420" cap="flat">
              <a:solidFill>
                <a:srgbClr val="3A7DA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14" name="pg1914"/>
            <p:cNvSpPr/>
            <p:nvPr/>
          </p:nvSpPr>
          <p:spPr>
            <a:xfrm>
              <a:off x="4985221" y="412357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EA4">
                <a:alpha val="100000"/>
              </a:srgbClr>
            </a:solidFill>
            <a:ln w="5420" cap="flat">
              <a:solidFill>
                <a:srgbClr val="3A7EA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15" name="pg1915"/>
            <p:cNvSpPr/>
            <p:nvPr/>
          </p:nvSpPr>
          <p:spPr>
            <a:xfrm>
              <a:off x="4996859" y="412357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FA4">
                <a:alpha val="100000"/>
              </a:srgbClr>
            </a:solidFill>
            <a:ln w="5420" cap="flat">
              <a:solidFill>
                <a:srgbClr val="3A7FA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16" name="pg1916"/>
            <p:cNvSpPr/>
            <p:nvPr/>
          </p:nvSpPr>
          <p:spPr>
            <a:xfrm>
              <a:off x="5008496" y="412357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80A4">
                <a:alpha val="100000"/>
              </a:srgbClr>
            </a:solidFill>
            <a:ln w="5420" cap="flat">
              <a:solidFill>
                <a:srgbClr val="3A80A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17" name="pg1917"/>
            <p:cNvSpPr/>
            <p:nvPr/>
          </p:nvSpPr>
          <p:spPr>
            <a:xfrm>
              <a:off x="5020133" y="412357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81A4">
                <a:alpha val="100000"/>
              </a:srgbClr>
            </a:solidFill>
            <a:ln w="5420" cap="flat">
              <a:solidFill>
                <a:srgbClr val="3981A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18" name="pg1918"/>
            <p:cNvSpPr/>
            <p:nvPr/>
          </p:nvSpPr>
          <p:spPr>
            <a:xfrm>
              <a:off x="5031771" y="412357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82A5">
                <a:alpha val="100000"/>
              </a:srgbClr>
            </a:solidFill>
            <a:ln w="5420" cap="flat">
              <a:solidFill>
                <a:srgbClr val="3982A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19" name="pg1919"/>
            <p:cNvSpPr/>
            <p:nvPr/>
          </p:nvSpPr>
          <p:spPr>
            <a:xfrm>
              <a:off x="5043408" y="412357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83A5">
                <a:alpha val="100000"/>
              </a:srgbClr>
            </a:solidFill>
            <a:ln w="5420" cap="flat">
              <a:solidFill>
                <a:srgbClr val="3983A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20" name="pg1920"/>
            <p:cNvSpPr/>
            <p:nvPr/>
          </p:nvSpPr>
          <p:spPr>
            <a:xfrm>
              <a:off x="5055045" y="412357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84A5">
                <a:alpha val="100000"/>
              </a:srgbClr>
            </a:solidFill>
            <a:ln w="5420" cap="flat">
              <a:solidFill>
                <a:srgbClr val="3984A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21" name="pg1921"/>
            <p:cNvSpPr/>
            <p:nvPr/>
          </p:nvSpPr>
          <p:spPr>
            <a:xfrm>
              <a:off x="5066683" y="412357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85A5">
                <a:alpha val="100000"/>
              </a:srgbClr>
            </a:solidFill>
            <a:ln w="5420" cap="flat">
              <a:solidFill>
                <a:srgbClr val="3985A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22" name="pg1922"/>
            <p:cNvSpPr/>
            <p:nvPr/>
          </p:nvSpPr>
          <p:spPr>
            <a:xfrm>
              <a:off x="5078320" y="412357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86A5">
                <a:alpha val="100000"/>
              </a:srgbClr>
            </a:solidFill>
            <a:ln w="5420" cap="flat">
              <a:solidFill>
                <a:srgbClr val="3986A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23" name="pg1923"/>
            <p:cNvSpPr/>
            <p:nvPr/>
          </p:nvSpPr>
          <p:spPr>
            <a:xfrm>
              <a:off x="5089957" y="412357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887A6">
                <a:alpha val="100000"/>
              </a:srgbClr>
            </a:solidFill>
            <a:ln w="5420" cap="flat">
              <a:solidFill>
                <a:srgbClr val="3887A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24" name="pg1924"/>
            <p:cNvSpPr/>
            <p:nvPr/>
          </p:nvSpPr>
          <p:spPr>
            <a:xfrm>
              <a:off x="5101595" y="412357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889A6">
                <a:alpha val="100000"/>
              </a:srgbClr>
            </a:solidFill>
            <a:ln w="5420" cap="flat">
              <a:solidFill>
                <a:srgbClr val="3889A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25" name="pg1925"/>
            <p:cNvSpPr/>
            <p:nvPr/>
          </p:nvSpPr>
          <p:spPr>
            <a:xfrm>
              <a:off x="5113232" y="412357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88AA6">
                <a:alpha val="100000"/>
              </a:srgbClr>
            </a:solidFill>
            <a:ln w="5420" cap="flat">
              <a:solidFill>
                <a:srgbClr val="388AA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26" name="pg1926"/>
            <p:cNvSpPr/>
            <p:nvPr/>
          </p:nvSpPr>
          <p:spPr>
            <a:xfrm>
              <a:off x="5124869" y="412357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88AA6">
                <a:alpha val="100000"/>
              </a:srgbClr>
            </a:solidFill>
            <a:ln w="5420" cap="flat">
              <a:solidFill>
                <a:srgbClr val="388AA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27" name="pg1927"/>
            <p:cNvSpPr/>
            <p:nvPr/>
          </p:nvSpPr>
          <p:spPr>
            <a:xfrm>
              <a:off x="4973584" y="413787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BA3">
                <a:alpha val="100000"/>
              </a:srgbClr>
            </a:solidFill>
            <a:ln w="5420" cap="flat">
              <a:solidFill>
                <a:srgbClr val="3A7BA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28" name="pg1928"/>
            <p:cNvSpPr/>
            <p:nvPr/>
          </p:nvSpPr>
          <p:spPr>
            <a:xfrm>
              <a:off x="4985221" y="413787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CA3">
                <a:alpha val="100000"/>
              </a:srgbClr>
            </a:solidFill>
            <a:ln w="5420" cap="flat">
              <a:solidFill>
                <a:srgbClr val="3A7CA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29" name="pg1929"/>
            <p:cNvSpPr/>
            <p:nvPr/>
          </p:nvSpPr>
          <p:spPr>
            <a:xfrm>
              <a:off x="4996859" y="413787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DA3">
                <a:alpha val="100000"/>
              </a:srgbClr>
            </a:solidFill>
            <a:ln w="5420" cap="flat">
              <a:solidFill>
                <a:srgbClr val="3A7DA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30" name="pg1930"/>
            <p:cNvSpPr/>
            <p:nvPr/>
          </p:nvSpPr>
          <p:spPr>
            <a:xfrm>
              <a:off x="5008496" y="413787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EA4">
                <a:alpha val="100000"/>
              </a:srgbClr>
            </a:solidFill>
            <a:ln w="5420" cap="flat">
              <a:solidFill>
                <a:srgbClr val="3A7EA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31" name="pg1931"/>
            <p:cNvSpPr/>
            <p:nvPr/>
          </p:nvSpPr>
          <p:spPr>
            <a:xfrm>
              <a:off x="5020133" y="413787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FA4">
                <a:alpha val="100000"/>
              </a:srgbClr>
            </a:solidFill>
            <a:ln w="5420" cap="flat">
              <a:solidFill>
                <a:srgbClr val="3A7FA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32" name="pg1932"/>
            <p:cNvSpPr/>
            <p:nvPr/>
          </p:nvSpPr>
          <p:spPr>
            <a:xfrm>
              <a:off x="5031771" y="413787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81A4">
                <a:alpha val="100000"/>
              </a:srgbClr>
            </a:solidFill>
            <a:ln w="5420" cap="flat">
              <a:solidFill>
                <a:srgbClr val="3A81A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33" name="pg1933"/>
            <p:cNvSpPr/>
            <p:nvPr/>
          </p:nvSpPr>
          <p:spPr>
            <a:xfrm>
              <a:off x="5043408" y="413787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82A4">
                <a:alpha val="100000"/>
              </a:srgbClr>
            </a:solidFill>
            <a:ln w="5420" cap="flat">
              <a:solidFill>
                <a:srgbClr val="3982A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34" name="pg1934"/>
            <p:cNvSpPr/>
            <p:nvPr/>
          </p:nvSpPr>
          <p:spPr>
            <a:xfrm>
              <a:off x="5055045" y="413787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83A5">
                <a:alpha val="100000"/>
              </a:srgbClr>
            </a:solidFill>
            <a:ln w="5420" cap="flat">
              <a:solidFill>
                <a:srgbClr val="3983A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35" name="pg1935"/>
            <p:cNvSpPr/>
            <p:nvPr/>
          </p:nvSpPr>
          <p:spPr>
            <a:xfrm>
              <a:off x="5066683" y="413787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84A5">
                <a:alpha val="100000"/>
              </a:srgbClr>
            </a:solidFill>
            <a:ln w="5420" cap="flat">
              <a:solidFill>
                <a:srgbClr val="3984A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36" name="pg1936"/>
            <p:cNvSpPr/>
            <p:nvPr/>
          </p:nvSpPr>
          <p:spPr>
            <a:xfrm>
              <a:off x="5078320" y="413787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85A5">
                <a:alpha val="100000"/>
              </a:srgbClr>
            </a:solidFill>
            <a:ln w="5420" cap="flat">
              <a:solidFill>
                <a:srgbClr val="3985A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37" name="pg1937"/>
            <p:cNvSpPr/>
            <p:nvPr/>
          </p:nvSpPr>
          <p:spPr>
            <a:xfrm>
              <a:off x="5089957" y="413787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86A5">
                <a:alpha val="100000"/>
              </a:srgbClr>
            </a:solidFill>
            <a:ln w="5420" cap="flat">
              <a:solidFill>
                <a:srgbClr val="3986A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38" name="pg1938"/>
            <p:cNvSpPr/>
            <p:nvPr/>
          </p:nvSpPr>
          <p:spPr>
            <a:xfrm>
              <a:off x="5101595" y="413787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888A6">
                <a:alpha val="100000"/>
              </a:srgbClr>
            </a:solidFill>
            <a:ln w="5420" cap="flat">
              <a:solidFill>
                <a:srgbClr val="3888A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39" name="pg1939"/>
            <p:cNvSpPr/>
            <p:nvPr/>
          </p:nvSpPr>
          <p:spPr>
            <a:xfrm>
              <a:off x="5113232" y="413787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889A6">
                <a:alpha val="100000"/>
              </a:srgbClr>
            </a:solidFill>
            <a:ln w="5420" cap="flat">
              <a:solidFill>
                <a:srgbClr val="3889A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40" name="pg1940"/>
            <p:cNvSpPr/>
            <p:nvPr/>
          </p:nvSpPr>
          <p:spPr>
            <a:xfrm>
              <a:off x="4961947" y="415217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7A2">
                <a:alpha val="100000"/>
              </a:srgbClr>
            </a:solidFill>
            <a:ln w="5420" cap="flat">
              <a:solidFill>
                <a:srgbClr val="3A77A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41" name="pg1941"/>
            <p:cNvSpPr/>
            <p:nvPr/>
          </p:nvSpPr>
          <p:spPr>
            <a:xfrm>
              <a:off x="4973584" y="415217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8A2">
                <a:alpha val="100000"/>
              </a:srgbClr>
            </a:solidFill>
            <a:ln w="5420" cap="flat">
              <a:solidFill>
                <a:srgbClr val="3A78A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42" name="pg1942"/>
            <p:cNvSpPr/>
            <p:nvPr/>
          </p:nvSpPr>
          <p:spPr>
            <a:xfrm>
              <a:off x="4985221" y="415217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AA3">
                <a:alpha val="100000"/>
              </a:srgbClr>
            </a:solidFill>
            <a:ln w="5420" cap="flat">
              <a:solidFill>
                <a:srgbClr val="3A7AA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43" name="pg1943"/>
            <p:cNvSpPr/>
            <p:nvPr/>
          </p:nvSpPr>
          <p:spPr>
            <a:xfrm>
              <a:off x="4996859" y="415217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BA3">
                <a:alpha val="100000"/>
              </a:srgbClr>
            </a:solidFill>
            <a:ln w="5420" cap="flat">
              <a:solidFill>
                <a:srgbClr val="3A7BA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44" name="pg1944"/>
            <p:cNvSpPr/>
            <p:nvPr/>
          </p:nvSpPr>
          <p:spPr>
            <a:xfrm>
              <a:off x="5008496" y="415217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CA3">
                <a:alpha val="100000"/>
              </a:srgbClr>
            </a:solidFill>
            <a:ln w="5420" cap="flat">
              <a:solidFill>
                <a:srgbClr val="3A7CA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45" name="pg1945"/>
            <p:cNvSpPr/>
            <p:nvPr/>
          </p:nvSpPr>
          <p:spPr>
            <a:xfrm>
              <a:off x="5020133" y="415217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EA4">
                <a:alpha val="100000"/>
              </a:srgbClr>
            </a:solidFill>
            <a:ln w="5420" cap="flat">
              <a:solidFill>
                <a:srgbClr val="3A7EA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46" name="pg1946"/>
            <p:cNvSpPr/>
            <p:nvPr/>
          </p:nvSpPr>
          <p:spPr>
            <a:xfrm>
              <a:off x="5031771" y="415217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FA4">
                <a:alpha val="100000"/>
              </a:srgbClr>
            </a:solidFill>
            <a:ln w="5420" cap="flat">
              <a:solidFill>
                <a:srgbClr val="3A7FA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47" name="pg1947"/>
            <p:cNvSpPr/>
            <p:nvPr/>
          </p:nvSpPr>
          <p:spPr>
            <a:xfrm>
              <a:off x="5043408" y="415217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81A4">
                <a:alpha val="100000"/>
              </a:srgbClr>
            </a:solidFill>
            <a:ln w="5420" cap="flat">
              <a:solidFill>
                <a:srgbClr val="3A81A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48" name="pg1948"/>
            <p:cNvSpPr/>
            <p:nvPr/>
          </p:nvSpPr>
          <p:spPr>
            <a:xfrm>
              <a:off x="5055045" y="415217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82A4">
                <a:alpha val="100000"/>
              </a:srgbClr>
            </a:solidFill>
            <a:ln w="5420" cap="flat">
              <a:solidFill>
                <a:srgbClr val="3982A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49" name="pg1949"/>
            <p:cNvSpPr/>
            <p:nvPr/>
          </p:nvSpPr>
          <p:spPr>
            <a:xfrm>
              <a:off x="5066683" y="415217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83A5">
                <a:alpha val="100000"/>
              </a:srgbClr>
            </a:solidFill>
            <a:ln w="5420" cap="flat">
              <a:solidFill>
                <a:srgbClr val="3983A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50" name="pg1950"/>
            <p:cNvSpPr/>
            <p:nvPr/>
          </p:nvSpPr>
          <p:spPr>
            <a:xfrm>
              <a:off x="5078320" y="415217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84A5">
                <a:alpha val="100000"/>
              </a:srgbClr>
            </a:solidFill>
            <a:ln w="5420" cap="flat">
              <a:solidFill>
                <a:srgbClr val="3984A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51" name="pg1951"/>
            <p:cNvSpPr/>
            <p:nvPr/>
          </p:nvSpPr>
          <p:spPr>
            <a:xfrm>
              <a:off x="5089957" y="415217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85A5">
                <a:alpha val="100000"/>
              </a:srgbClr>
            </a:solidFill>
            <a:ln w="5420" cap="flat">
              <a:solidFill>
                <a:srgbClr val="3985A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52" name="pg1952"/>
            <p:cNvSpPr/>
            <p:nvPr/>
          </p:nvSpPr>
          <p:spPr>
            <a:xfrm>
              <a:off x="5101595" y="415217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887A6">
                <a:alpha val="100000"/>
              </a:srgbClr>
            </a:solidFill>
            <a:ln w="5420" cap="flat">
              <a:solidFill>
                <a:srgbClr val="3887A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53" name="pg1953"/>
            <p:cNvSpPr/>
            <p:nvPr/>
          </p:nvSpPr>
          <p:spPr>
            <a:xfrm>
              <a:off x="4950309" y="416647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4A1">
                <a:alpha val="100000"/>
              </a:srgbClr>
            </a:solidFill>
            <a:ln w="5420" cap="flat">
              <a:solidFill>
                <a:srgbClr val="3A74A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54" name="pg1954"/>
            <p:cNvSpPr/>
            <p:nvPr/>
          </p:nvSpPr>
          <p:spPr>
            <a:xfrm>
              <a:off x="4961947" y="416647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4A1">
                <a:alpha val="100000"/>
              </a:srgbClr>
            </a:solidFill>
            <a:ln w="5420" cap="flat">
              <a:solidFill>
                <a:srgbClr val="3A74A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55" name="pg1955"/>
            <p:cNvSpPr/>
            <p:nvPr/>
          </p:nvSpPr>
          <p:spPr>
            <a:xfrm>
              <a:off x="4973584" y="416647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5A2">
                <a:alpha val="100000"/>
              </a:srgbClr>
            </a:solidFill>
            <a:ln w="5420" cap="flat">
              <a:solidFill>
                <a:srgbClr val="3A75A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56" name="pg1956"/>
            <p:cNvSpPr/>
            <p:nvPr/>
          </p:nvSpPr>
          <p:spPr>
            <a:xfrm>
              <a:off x="4985221" y="416647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8A2">
                <a:alpha val="100000"/>
              </a:srgbClr>
            </a:solidFill>
            <a:ln w="5420" cap="flat">
              <a:solidFill>
                <a:srgbClr val="3A78A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57" name="pg1957"/>
            <p:cNvSpPr/>
            <p:nvPr/>
          </p:nvSpPr>
          <p:spPr>
            <a:xfrm>
              <a:off x="4996859" y="416647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9A3">
                <a:alpha val="100000"/>
              </a:srgbClr>
            </a:solidFill>
            <a:ln w="5420" cap="flat">
              <a:solidFill>
                <a:srgbClr val="3A79A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58" name="pg1958"/>
            <p:cNvSpPr/>
            <p:nvPr/>
          </p:nvSpPr>
          <p:spPr>
            <a:xfrm>
              <a:off x="5008496" y="416647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BA3">
                <a:alpha val="100000"/>
              </a:srgbClr>
            </a:solidFill>
            <a:ln w="5420" cap="flat">
              <a:solidFill>
                <a:srgbClr val="3A7BA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59" name="pg1959"/>
            <p:cNvSpPr/>
            <p:nvPr/>
          </p:nvSpPr>
          <p:spPr>
            <a:xfrm>
              <a:off x="5020133" y="416647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DA3">
                <a:alpha val="100000"/>
              </a:srgbClr>
            </a:solidFill>
            <a:ln w="5420" cap="flat">
              <a:solidFill>
                <a:srgbClr val="3A7DA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60" name="pg1960"/>
            <p:cNvSpPr/>
            <p:nvPr/>
          </p:nvSpPr>
          <p:spPr>
            <a:xfrm>
              <a:off x="5031771" y="416647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EA4">
                <a:alpha val="100000"/>
              </a:srgbClr>
            </a:solidFill>
            <a:ln w="5420" cap="flat">
              <a:solidFill>
                <a:srgbClr val="3A7EA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61" name="pg1961"/>
            <p:cNvSpPr/>
            <p:nvPr/>
          </p:nvSpPr>
          <p:spPr>
            <a:xfrm>
              <a:off x="5043408" y="416647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80A4">
                <a:alpha val="100000"/>
              </a:srgbClr>
            </a:solidFill>
            <a:ln w="5420" cap="flat">
              <a:solidFill>
                <a:srgbClr val="3A80A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62" name="pg1962"/>
            <p:cNvSpPr/>
            <p:nvPr/>
          </p:nvSpPr>
          <p:spPr>
            <a:xfrm>
              <a:off x="5055045" y="416647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81A4">
                <a:alpha val="100000"/>
              </a:srgbClr>
            </a:solidFill>
            <a:ln w="5420" cap="flat">
              <a:solidFill>
                <a:srgbClr val="3981A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63" name="pg1963"/>
            <p:cNvSpPr/>
            <p:nvPr/>
          </p:nvSpPr>
          <p:spPr>
            <a:xfrm>
              <a:off x="5066683" y="416647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82A5">
                <a:alpha val="100000"/>
              </a:srgbClr>
            </a:solidFill>
            <a:ln w="5420" cap="flat">
              <a:solidFill>
                <a:srgbClr val="3982A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64" name="pg1964"/>
            <p:cNvSpPr/>
            <p:nvPr/>
          </p:nvSpPr>
          <p:spPr>
            <a:xfrm>
              <a:off x="5078320" y="416647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83A5">
                <a:alpha val="100000"/>
              </a:srgbClr>
            </a:solidFill>
            <a:ln w="5420" cap="flat">
              <a:solidFill>
                <a:srgbClr val="3983A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65" name="pg1965"/>
            <p:cNvSpPr/>
            <p:nvPr/>
          </p:nvSpPr>
          <p:spPr>
            <a:xfrm>
              <a:off x="4927035" y="418077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3A1">
                <a:alpha val="100000"/>
              </a:srgbClr>
            </a:solidFill>
            <a:ln w="5420" cap="flat">
              <a:solidFill>
                <a:srgbClr val="3A73A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66" name="pg1966"/>
            <p:cNvSpPr/>
            <p:nvPr/>
          </p:nvSpPr>
          <p:spPr>
            <a:xfrm>
              <a:off x="4938672" y="418077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72A1">
                <a:alpha val="100000"/>
              </a:srgbClr>
            </a:solidFill>
            <a:ln w="5420" cap="flat">
              <a:solidFill>
                <a:srgbClr val="3B72A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67" name="pg1967"/>
            <p:cNvSpPr/>
            <p:nvPr/>
          </p:nvSpPr>
          <p:spPr>
            <a:xfrm>
              <a:off x="4950309" y="418077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71A1">
                <a:alpha val="100000"/>
              </a:srgbClr>
            </a:solidFill>
            <a:ln w="5420" cap="flat">
              <a:solidFill>
                <a:srgbClr val="3B71A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68" name="pg1968"/>
            <p:cNvSpPr/>
            <p:nvPr/>
          </p:nvSpPr>
          <p:spPr>
            <a:xfrm>
              <a:off x="4961947" y="418077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71A1">
                <a:alpha val="100000"/>
              </a:srgbClr>
            </a:solidFill>
            <a:ln w="5420" cap="flat">
              <a:solidFill>
                <a:srgbClr val="3B71A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69" name="pg1969"/>
            <p:cNvSpPr/>
            <p:nvPr/>
          </p:nvSpPr>
          <p:spPr>
            <a:xfrm>
              <a:off x="4973584" y="418077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72A1">
                <a:alpha val="100000"/>
              </a:srgbClr>
            </a:solidFill>
            <a:ln w="5420" cap="flat">
              <a:solidFill>
                <a:srgbClr val="3B72A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70" name="pg1970"/>
            <p:cNvSpPr/>
            <p:nvPr/>
          </p:nvSpPr>
          <p:spPr>
            <a:xfrm>
              <a:off x="4985221" y="418077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6A2">
                <a:alpha val="100000"/>
              </a:srgbClr>
            </a:solidFill>
            <a:ln w="5420" cap="flat">
              <a:solidFill>
                <a:srgbClr val="3A76A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71" name="pg1971"/>
            <p:cNvSpPr/>
            <p:nvPr/>
          </p:nvSpPr>
          <p:spPr>
            <a:xfrm>
              <a:off x="4996859" y="418077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8A2">
                <a:alpha val="100000"/>
              </a:srgbClr>
            </a:solidFill>
            <a:ln w="5420" cap="flat">
              <a:solidFill>
                <a:srgbClr val="3A78A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72" name="pg1972"/>
            <p:cNvSpPr/>
            <p:nvPr/>
          </p:nvSpPr>
          <p:spPr>
            <a:xfrm>
              <a:off x="5008496" y="418077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AA3">
                <a:alpha val="100000"/>
              </a:srgbClr>
            </a:solidFill>
            <a:ln w="5420" cap="flat">
              <a:solidFill>
                <a:srgbClr val="3A7AA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73" name="pg1973"/>
            <p:cNvSpPr/>
            <p:nvPr/>
          </p:nvSpPr>
          <p:spPr>
            <a:xfrm>
              <a:off x="5020133" y="418077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CA3">
                <a:alpha val="100000"/>
              </a:srgbClr>
            </a:solidFill>
            <a:ln w="5420" cap="flat">
              <a:solidFill>
                <a:srgbClr val="3A7CA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74" name="pg1974"/>
            <p:cNvSpPr/>
            <p:nvPr/>
          </p:nvSpPr>
          <p:spPr>
            <a:xfrm>
              <a:off x="4915397" y="419507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5A2">
                <a:alpha val="100000"/>
              </a:srgbClr>
            </a:solidFill>
            <a:ln w="5420" cap="flat">
              <a:solidFill>
                <a:srgbClr val="3A75A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75" name="pg1975"/>
            <p:cNvSpPr/>
            <p:nvPr/>
          </p:nvSpPr>
          <p:spPr>
            <a:xfrm>
              <a:off x="4927035" y="419507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72A1">
                <a:alpha val="100000"/>
              </a:srgbClr>
            </a:solidFill>
            <a:ln w="5420" cap="flat">
              <a:solidFill>
                <a:srgbClr val="3B72A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76" name="pg1976"/>
            <p:cNvSpPr/>
            <p:nvPr/>
          </p:nvSpPr>
          <p:spPr>
            <a:xfrm>
              <a:off x="4938672" y="419507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EA0">
                <a:alpha val="100000"/>
              </a:srgbClr>
            </a:solidFill>
            <a:ln w="5420" cap="flat">
              <a:solidFill>
                <a:srgbClr val="3A6EA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77" name="pg1977"/>
            <p:cNvSpPr/>
            <p:nvPr/>
          </p:nvSpPr>
          <p:spPr>
            <a:xfrm>
              <a:off x="4950309" y="419507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CA0">
                <a:alpha val="100000"/>
              </a:srgbClr>
            </a:solidFill>
            <a:ln w="5420" cap="flat">
              <a:solidFill>
                <a:srgbClr val="3A6CA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78" name="pg1978"/>
            <p:cNvSpPr/>
            <p:nvPr/>
          </p:nvSpPr>
          <p:spPr>
            <a:xfrm>
              <a:off x="4961947" y="419507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DA0">
                <a:alpha val="100000"/>
              </a:srgbClr>
            </a:solidFill>
            <a:ln w="5420" cap="flat">
              <a:solidFill>
                <a:srgbClr val="3A6DA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79" name="pg1979"/>
            <p:cNvSpPr/>
            <p:nvPr/>
          </p:nvSpPr>
          <p:spPr>
            <a:xfrm>
              <a:off x="4973584" y="419507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70A0">
                <a:alpha val="100000"/>
              </a:srgbClr>
            </a:solidFill>
            <a:ln w="5420" cap="flat">
              <a:solidFill>
                <a:srgbClr val="3B70A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80" name="pg1980"/>
            <p:cNvSpPr/>
            <p:nvPr/>
          </p:nvSpPr>
          <p:spPr>
            <a:xfrm>
              <a:off x="4985221" y="419507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5A2">
                <a:alpha val="100000"/>
              </a:srgbClr>
            </a:solidFill>
            <a:ln w="5420" cap="flat">
              <a:solidFill>
                <a:srgbClr val="3A75A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81" name="pg1981"/>
            <p:cNvSpPr/>
            <p:nvPr/>
          </p:nvSpPr>
          <p:spPr>
            <a:xfrm>
              <a:off x="4996859" y="419507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7A2">
                <a:alpha val="100000"/>
              </a:srgbClr>
            </a:solidFill>
            <a:ln w="5420" cap="flat">
              <a:solidFill>
                <a:srgbClr val="3A77A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82" name="pg1982"/>
            <p:cNvSpPr/>
            <p:nvPr/>
          </p:nvSpPr>
          <p:spPr>
            <a:xfrm>
              <a:off x="4892123" y="420937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CA3">
                <a:alpha val="100000"/>
              </a:srgbClr>
            </a:solidFill>
            <a:ln w="5420" cap="flat">
              <a:solidFill>
                <a:srgbClr val="3A7CA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83" name="pg1983"/>
            <p:cNvSpPr/>
            <p:nvPr/>
          </p:nvSpPr>
          <p:spPr>
            <a:xfrm>
              <a:off x="4903760" y="420937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AA3">
                <a:alpha val="100000"/>
              </a:srgbClr>
            </a:solidFill>
            <a:ln w="5420" cap="flat">
              <a:solidFill>
                <a:srgbClr val="3A7AA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84" name="pg1984"/>
            <p:cNvSpPr/>
            <p:nvPr/>
          </p:nvSpPr>
          <p:spPr>
            <a:xfrm>
              <a:off x="4915397" y="420937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7A2">
                <a:alpha val="100000"/>
              </a:srgbClr>
            </a:solidFill>
            <a:ln w="5420" cap="flat">
              <a:solidFill>
                <a:srgbClr val="3A77A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85" name="pg1985"/>
            <p:cNvSpPr/>
            <p:nvPr/>
          </p:nvSpPr>
          <p:spPr>
            <a:xfrm>
              <a:off x="4927035" y="420937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72A1">
                <a:alpha val="100000"/>
              </a:srgbClr>
            </a:solidFill>
            <a:ln w="5420" cap="flat">
              <a:solidFill>
                <a:srgbClr val="3B72A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86" name="pg1986"/>
            <p:cNvSpPr/>
            <p:nvPr/>
          </p:nvSpPr>
          <p:spPr>
            <a:xfrm>
              <a:off x="4938672" y="420937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B9F">
                <a:alpha val="100000"/>
              </a:srgbClr>
            </a:solidFill>
            <a:ln w="5420" cap="flat">
              <a:solidFill>
                <a:srgbClr val="3A6B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87" name="pg1987"/>
            <p:cNvSpPr/>
            <p:nvPr/>
          </p:nvSpPr>
          <p:spPr>
            <a:xfrm>
              <a:off x="4950309" y="420937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79E">
                <a:alpha val="100000"/>
              </a:srgbClr>
            </a:solidFill>
            <a:ln w="5420" cap="flat">
              <a:solidFill>
                <a:srgbClr val="3A67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88" name="pg1988"/>
            <p:cNvSpPr/>
            <p:nvPr/>
          </p:nvSpPr>
          <p:spPr>
            <a:xfrm>
              <a:off x="4961947" y="420937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99F">
                <a:alpha val="100000"/>
              </a:srgbClr>
            </a:solidFill>
            <a:ln w="5420" cap="flat">
              <a:solidFill>
                <a:srgbClr val="3A69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89" name="pg1989"/>
            <p:cNvSpPr/>
            <p:nvPr/>
          </p:nvSpPr>
          <p:spPr>
            <a:xfrm>
              <a:off x="4973584" y="420937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EA0">
                <a:alpha val="100000"/>
              </a:srgbClr>
            </a:solidFill>
            <a:ln w="5420" cap="flat">
              <a:solidFill>
                <a:srgbClr val="3A6EA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90" name="pg1990"/>
            <p:cNvSpPr/>
            <p:nvPr/>
          </p:nvSpPr>
          <p:spPr>
            <a:xfrm>
              <a:off x="4985221" y="420937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5A2">
                <a:alpha val="100000"/>
              </a:srgbClr>
            </a:solidFill>
            <a:ln w="5420" cap="flat">
              <a:solidFill>
                <a:srgbClr val="3A75A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91" name="pg1991"/>
            <p:cNvSpPr/>
            <p:nvPr/>
          </p:nvSpPr>
          <p:spPr>
            <a:xfrm>
              <a:off x="4857211" y="422367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FA4">
                <a:alpha val="100000"/>
              </a:srgbClr>
            </a:solidFill>
            <a:ln w="5420" cap="flat">
              <a:solidFill>
                <a:srgbClr val="3A7FA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92" name="pg1992"/>
            <p:cNvSpPr/>
            <p:nvPr/>
          </p:nvSpPr>
          <p:spPr>
            <a:xfrm>
              <a:off x="4868848" y="422367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EA4">
                <a:alpha val="100000"/>
              </a:srgbClr>
            </a:solidFill>
            <a:ln w="5420" cap="flat">
              <a:solidFill>
                <a:srgbClr val="3A7EA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93" name="pg1993"/>
            <p:cNvSpPr/>
            <p:nvPr/>
          </p:nvSpPr>
          <p:spPr>
            <a:xfrm>
              <a:off x="4880485" y="422367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DA4">
                <a:alpha val="100000"/>
              </a:srgbClr>
            </a:solidFill>
            <a:ln w="5420" cap="flat">
              <a:solidFill>
                <a:srgbClr val="3A7DA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94" name="pg1994"/>
            <p:cNvSpPr/>
            <p:nvPr/>
          </p:nvSpPr>
          <p:spPr>
            <a:xfrm>
              <a:off x="4892123" y="422367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DA3">
                <a:alpha val="100000"/>
              </a:srgbClr>
            </a:solidFill>
            <a:ln w="5420" cap="flat">
              <a:solidFill>
                <a:srgbClr val="3A7DA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95" name="pg1995"/>
            <p:cNvSpPr/>
            <p:nvPr/>
          </p:nvSpPr>
          <p:spPr>
            <a:xfrm>
              <a:off x="4903760" y="422367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CA3">
                <a:alpha val="100000"/>
              </a:srgbClr>
            </a:solidFill>
            <a:ln w="5420" cap="flat">
              <a:solidFill>
                <a:srgbClr val="3A7CA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96" name="pg1996"/>
            <p:cNvSpPr/>
            <p:nvPr/>
          </p:nvSpPr>
          <p:spPr>
            <a:xfrm>
              <a:off x="4915397" y="422367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BA3">
                <a:alpha val="100000"/>
              </a:srgbClr>
            </a:solidFill>
            <a:ln w="5420" cap="flat">
              <a:solidFill>
                <a:srgbClr val="3A7BA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97" name="pg1997"/>
            <p:cNvSpPr/>
            <p:nvPr/>
          </p:nvSpPr>
          <p:spPr>
            <a:xfrm>
              <a:off x="4927035" y="422367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9A2">
                <a:alpha val="100000"/>
              </a:srgbClr>
            </a:solidFill>
            <a:ln w="5420" cap="flat">
              <a:solidFill>
                <a:srgbClr val="3A79A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98" name="pg1998"/>
            <p:cNvSpPr/>
            <p:nvPr/>
          </p:nvSpPr>
          <p:spPr>
            <a:xfrm>
              <a:off x="4938672" y="422367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72A1">
                <a:alpha val="100000"/>
              </a:srgbClr>
            </a:solidFill>
            <a:ln w="5420" cap="flat">
              <a:solidFill>
                <a:srgbClr val="3B72A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99" name="pg1999"/>
            <p:cNvSpPr/>
            <p:nvPr/>
          </p:nvSpPr>
          <p:spPr>
            <a:xfrm>
              <a:off x="4950309" y="422367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A9F">
                <a:alpha val="100000"/>
              </a:srgbClr>
            </a:solidFill>
            <a:ln w="5420" cap="flat">
              <a:solidFill>
                <a:srgbClr val="3A6A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00" name="pg2000"/>
            <p:cNvSpPr/>
            <p:nvPr/>
          </p:nvSpPr>
          <p:spPr>
            <a:xfrm>
              <a:off x="4961947" y="422367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C9F">
                <a:alpha val="100000"/>
              </a:srgbClr>
            </a:solidFill>
            <a:ln w="5420" cap="flat">
              <a:solidFill>
                <a:srgbClr val="3A6C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01" name="pg2001"/>
            <p:cNvSpPr/>
            <p:nvPr/>
          </p:nvSpPr>
          <p:spPr>
            <a:xfrm>
              <a:off x="4973584" y="422367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70A1">
                <a:alpha val="100000"/>
              </a:srgbClr>
            </a:solidFill>
            <a:ln w="5420" cap="flat">
              <a:solidFill>
                <a:srgbClr val="3B70A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02" name="pg2002"/>
            <p:cNvSpPr/>
            <p:nvPr/>
          </p:nvSpPr>
          <p:spPr>
            <a:xfrm>
              <a:off x="4833936" y="423797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CA3">
                <a:alpha val="100000"/>
              </a:srgbClr>
            </a:solidFill>
            <a:ln w="5420" cap="flat">
              <a:solidFill>
                <a:srgbClr val="3A7CA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03" name="pg2003"/>
            <p:cNvSpPr/>
            <p:nvPr/>
          </p:nvSpPr>
          <p:spPr>
            <a:xfrm>
              <a:off x="4845573" y="423797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CA3">
                <a:alpha val="100000"/>
              </a:srgbClr>
            </a:solidFill>
            <a:ln w="5420" cap="flat">
              <a:solidFill>
                <a:srgbClr val="3A7CA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04" name="pg2004"/>
            <p:cNvSpPr/>
            <p:nvPr/>
          </p:nvSpPr>
          <p:spPr>
            <a:xfrm>
              <a:off x="4857211" y="423797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DA3">
                <a:alpha val="100000"/>
              </a:srgbClr>
            </a:solidFill>
            <a:ln w="5420" cap="flat">
              <a:solidFill>
                <a:srgbClr val="3A7DA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05" name="pg2005"/>
            <p:cNvSpPr/>
            <p:nvPr/>
          </p:nvSpPr>
          <p:spPr>
            <a:xfrm>
              <a:off x="4868848" y="423797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EA4">
                <a:alpha val="100000"/>
              </a:srgbClr>
            </a:solidFill>
            <a:ln w="5420" cap="flat">
              <a:solidFill>
                <a:srgbClr val="3A7EA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06" name="pg2006"/>
            <p:cNvSpPr/>
            <p:nvPr/>
          </p:nvSpPr>
          <p:spPr>
            <a:xfrm>
              <a:off x="4880485" y="423797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FA4">
                <a:alpha val="100000"/>
              </a:srgbClr>
            </a:solidFill>
            <a:ln w="5420" cap="flat">
              <a:solidFill>
                <a:srgbClr val="3A7FA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07" name="pg2007"/>
            <p:cNvSpPr/>
            <p:nvPr/>
          </p:nvSpPr>
          <p:spPr>
            <a:xfrm>
              <a:off x="4892123" y="423797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80A4">
                <a:alpha val="100000"/>
              </a:srgbClr>
            </a:solidFill>
            <a:ln w="5420" cap="flat">
              <a:solidFill>
                <a:srgbClr val="3A80A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08" name="pg2008"/>
            <p:cNvSpPr/>
            <p:nvPr/>
          </p:nvSpPr>
          <p:spPr>
            <a:xfrm>
              <a:off x="4903760" y="423797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81A4">
                <a:alpha val="100000"/>
              </a:srgbClr>
            </a:solidFill>
            <a:ln w="5420" cap="flat">
              <a:solidFill>
                <a:srgbClr val="3A81A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09" name="pg2009"/>
            <p:cNvSpPr/>
            <p:nvPr/>
          </p:nvSpPr>
          <p:spPr>
            <a:xfrm>
              <a:off x="4915397" y="423797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83A5">
                <a:alpha val="100000"/>
              </a:srgbClr>
            </a:solidFill>
            <a:ln w="5420" cap="flat">
              <a:solidFill>
                <a:srgbClr val="3983A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10" name="pg2010"/>
            <p:cNvSpPr/>
            <p:nvPr/>
          </p:nvSpPr>
          <p:spPr>
            <a:xfrm>
              <a:off x="4927035" y="423797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87A6">
                <a:alpha val="100000"/>
              </a:srgbClr>
            </a:solidFill>
            <a:ln w="5420" cap="flat">
              <a:solidFill>
                <a:srgbClr val="3987A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11" name="pg2011"/>
            <p:cNvSpPr/>
            <p:nvPr/>
          </p:nvSpPr>
          <p:spPr>
            <a:xfrm>
              <a:off x="4938672" y="423797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88AA6">
                <a:alpha val="100000"/>
              </a:srgbClr>
            </a:solidFill>
            <a:ln w="5420" cap="flat">
              <a:solidFill>
                <a:srgbClr val="388AA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12" name="pg2012"/>
            <p:cNvSpPr/>
            <p:nvPr/>
          </p:nvSpPr>
          <p:spPr>
            <a:xfrm>
              <a:off x="4950309" y="423797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888A6">
                <a:alpha val="100000"/>
              </a:srgbClr>
            </a:solidFill>
            <a:ln w="5420" cap="flat">
              <a:solidFill>
                <a:srgbClr val="3888A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13" name="pg2013"/>
            <p:cNvSpPr/>
            <p:nvPr/>
          </p:nvSpPr>
          <p:spPr>
            <a:xfrm>
              <a:off x="4961947" y="423797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82A4">
                <a:alpha val="100000"/>
              </a:srgbClr>
            </a:solidFill>
            <a:ln w="5420" cap="flat">
              <a:solidFill>
                <a:srgbClr val="3982A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14" name="pg2014"/>
            <p:cNvSpPr/>
            <p:nvPr/>
          </p:nvSpPr>
          <p:spPr>
            <a:xfrm>
              <a:off x="4822299" y="425227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9A2">
                <a:alpha val="100000"/>
              </a:srgbClr>
            </a:solidFill>
            <a:ln w="5420" cap="flat">
              <a:solidFill>
                <a:srgbClr val="3A79A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15" name="pg2015"/>
            <p:cNvSpPr/>
            <p:nvPr/>
          </p:nvSpPr>
          <p:spPr>
            <a:xfrm>
              <a:off x="4833936" y="425227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9A3">
                <a:alpha val="100000"/>
              </a:srgbClr>
            </a:solidFill>
            <a:ln w="5420" cap="flat">
              <a:solidFill>
                <a:srgbClr val="3A79A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16" name="pg2016"/>
            <p:cNvSpPr/>
            <p:nvPr/>
          </p:nvSpPr>
          <p:spPr>
            <a:xfrm>
              <a:off x="4845573" y="425227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AA3">
                <a:alpha val="100000"/>
              </a:srgbClr>
            </a:solidFill>
            <a:ln w="5420" cap="flat">
              <a:solidFill>
                <a:srgbClr val="3A7AA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17" name="pg2017"/>
            <p:cNvSpPr/>
            <p:nvPr/>
          </p:nvSpPr>
          <p:spPr>
            <a:xfrm>
              <a:off x="4857211" y="425227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BA3">
                <a:alpha val="100000"/>
              </a:srgbClr>
            </a:solidFill>
            <a:ln w="5420" cap="flat">
              <a:solidFill>
                <a:srgbClr val="3A7BA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18" name="pg2018"/>
            <p:cNvSpPr/>
            <p:nvPr/>
          </p:nvSpPr>
          <p:spPr>
            <a:xfrm>
              <a:off x="4868848" y="425227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EA4">
                <a:alpha val="100000"/>
              </a:srgbClr>
            </a:solidFill>
            <a:ln w="5420" cap="flat">
              <a:solidFill>
                <a:srgbClr val="3A7EA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19" name="pg2019"/>
            <p:cNvSpPr/>
            <p:nvPr/>
          </p:nvSpPr>
          <p:spPr>
            <a:xfrm>
              <a:off x="4880485" y="425227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FA4">
                <a:alpha val="100000"/>
              </a:srgbClr>
            </a:solidFill>
            <a:ln w="5420" cap="flat">
              <a:solidFill>
                <a:srgbClr val="3A7FA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20" name="pg2020"/>
            <p:cNvSpPr/>
            <p:nvPr/>
          </p:nvSpPr>
          <p:spPr>
            <a:xfrm>
              <a:off x="4892123" y="425227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80A4">
                <a:alpha val="100000"/>
              </a:srgbClr>
            </a:solidFill>
            <a:ln w="5420" cap="flat">
              <a:solidFill>
                <a:srgbClr val="3A80A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21" name="pg2021"/>
            <p:cNvSpPr/>
            <p:nvPr/>
          </p:nvSpPr>
          <p:spPr>
            <a:xfrm>
              <a:off x="4903760" y="425227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81A4">
                <a:alpha val="100000"/>
              </a:srgbClr>
            </a:solidFill>
            <a:ln w="5420" cap="flat">
              <a:solidFill>
                <a:srgbClr val="3981A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22" name="pg2022"/>
            <p:cNvSpPr/>
            <p:nvPr/>
          </p:nvSpPr>
          <p:spPr>
            <a:xfrm>
              <a:off x="4915397" y="425227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83A5">
                <a:alpha val="100000"/>
              </a:srgbClr>
            </a:solidFill>
            <a:ln w="5420" cap="flat">
              <a:solidFill>
                <a:srgbClr val="3983A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23" name="pg2023"/>
            <p:cNvSpPr/>
            <p:nvPr/>
          </p:nvSpPr>
          <p:spPr>
            <a:xfrm>
              <a:off x="4927035" y="425227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85A5">
                <a:alpha val="100000"/>
              </a:srgbClr>
            </a:solidFill>
            <a:ln w="5420" cap="flat">
              <a:solidFill>
                <a:srgbClr val="3985A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24" name="pg2024"/>
            <p:cNvSpPr/>
            <p:nvPr/>
          </p:nvSpPr>
          <p:spPr>
            <a:xfrm>
              <a:off x="4938672" y="425227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86A5">
                <a:alpha val="100000"/>
              </a:srgbClr>
            </a:solidFill>
            <a:ln w="5420" cap="flat">
              <a:solidFill>
                <a:srgbClr val="3986A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25" name="pg2025"/>
            <p:cNvSpPr/>
            <p:nvPr/>
          </p:nvSpPr>
          <p:spPr>
            <a:xfrm>
              <a:off x="4950309" y="425227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85A5">
                <a:alpha val="100000"/>
              </a:srgbClr>
            </a:solidFill>
            <a:ln w="5420" cap="flat">
              <a:solidFill>
                <a:srgbClr val="3985A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26" name="pg2026"/>
            <p:cNvSpPr/>
            <p:nvPr/>
          </p:nvSpPr>
          <p:spPr>
            <a:xfrm>
              <a:off x="4961947" y="425227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82A5">
                <a:alpha val="100000"/>
              </a:srgbClr>
            </a:solidFill>
            <a:ln w="5420" cap="flat">
              <a:solidFill>
                <a:srgbClr val="3982A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27" name="pg2027"/>
            <p:cNvSpPr/>
            <p:nvPr/>
          </p:nvSpPr>
          <p:spPr>
            <a:xfrm>
              <a:off x="4810661" y="426657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6A2">
                <a:alpha val="100000"/>
              </a:srgbClr>
            </a:solidFill>
            <a:ln w="5420" cap="flat">
              <a:solidFill>
                <a:srgbClr val="3A76A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28" name="pg2028"/>
            <p:cNvSpPr/>
            <p:nvPr/>
          </p:nvSpPr>
          <p:spPr>
            <a:xfrm>
              <a:off x="4822299" y="426657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6A2">
                <a:alpha val="100000"/>
              </a:srgbClr>
            </a:solidFill>
            <a:ln w="5420" cap="flat">
              <a:solidFill>
                <a:srgbClr val="3A76A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29" name="pg2029"/>
            <p:cNvSpPr/>
            <p:nvPr/>
          </p:nvSpPr>
          <p:spPr>
            <a:xfrm>
              <a:off x="4833936" y="426657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6A2">
                <a:alpha val="100000"/>
              </a:srgbClr>
            </a:solidFill>
            <a:ln w="5420" cap="flat">
              <a:solidFill>
                <a:srgbClr val="3A76A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30" name="pg2030"/>
            <p:cNvSpPr/>
            <p:nvPr/>
          </p:nvSpPr>
          <p:spPr>
            <a:xfrm>
              <a:off x="4845573" y="426657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8A2">
                <a:alpha val="100000"/>
              </a:srgbClr>
            </a:solidFill>
            <a:ln w="5420" cap="flat">
              <a:solidFill>
                <a:srgbClr val="3A78A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31" name="pg2031"/>
            <p:cNvSpPr/>
            <p:nvPr/>
          </p:nvSpPr>
          <p:spPr>
            <a:xfrm>
              <a:off x="4857211" y="426657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AA3">
                <a:alpha val="100000"/>
              </a:srgbClr>
            </a:solidFill>
            <a:ln w="5420" cap="flat">
              <a:solidFill>
                <a:srgbClr val="3A7AA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32" name="pg2032"/>
            <p:cNvSpPr/>
            <p:nvPr/>
          </p:nvSpPr>
          <p:spPr>
            <a:xfrm>
              <a:off x="4868848" y="426657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EA4">
                <a:alpha val="100000"/>
              </a:srgbClr>
            </a:solidFill>
            <a:ln w="5420" cap="flat">
              <a:solidFill>
                <a:srgbClr val="3A7EA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33" name="pg2033"/>
            <p:cNvSpPr/>
            <p:nvPr/>
          </p:nvSpPr>
          <p:spPr>
            <a:xfrm>
              <a:off x="4880485" y="426657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FA4">
                <a:alpha val="100000"/>
              </a:srgbClr>
            </a:solidFill>
            <a:ln w="5420" cap="flat">
              <a:solidFill>
                <a:srgbClr val="3A7FA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34" name="pg2034"/>
            <p:cNvSpPr/>
            <p:nvPr/>
          </p:nvSpPr>
          <p:spPr>
            <a:xfrm>
              <a:off x="4892123" y="426657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80A4">
                <a:alpha val="100000"/>
              </a:srgbClr>
            </a:solidFill>
            <a:ln w="5420" cap="flat">
              <a:solidFill>
                <a:srgbClr val="3A80A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35" name="pg2035"/>
            <p:cNvSpPr/>
            <p:nvPr/>
          </p:nvSpPr>
          <p:spPr>
            <a:xfrm>
              <a:off x="4903760" y="426657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81A4">
                <a:alpha val="100000"/>
              </a:srgbClr>
            </a:solidFill>
            <a:ln w="5420" cap="flat">
              <a:solidFill>
                <a:srgbClr val="3981A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36" name="pg2036"/>
            <p:cNvSpPr/>
            <p:nvPr/>
          </p:nvSpPr>
          <p:spPr>
            <a:xfrm>
              <a:off x="4915397" y="426657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82A5">
                <a:alpha val="100000"/>
              </a:srgbClr>
            </a:solidFill>
            <a:ln w="5420" cap="flat">
              <a:solidFill>
                <a:srgbClr val="3982A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37" name="pg2037"/>
            <p:cNvSpPr/>
            <p:nvPr/>
          </p:nvSpPr>
          <p:spPr>
            <a:xfrm>
              <a:off x="4927035" y="426657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83A5">
                <a:alpha val="100000"/>
              </a:srgbClr>
            </a:solidFill>
            <a:ln w="5420" cap="flat">
              <a:solidFill>
                <a:srgbClr val="3983A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38" name="pg2038"/>
            <p:cNvSpPr/>
            <p:nvPr/>
          </p:nvSpPr>
          <p:spPr>
            <a:xfrm>
              <a:off x="4938672" y="426657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83A5">
                <a:alpha val="100000"/>
              </a:srgbClr>
            </a:solidFill>
            <a:ln w="5420" cap="flat">
              <a:solidFill>
                <a:srgbClr val="3983A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39" name="pg2039"/>
            <p:cNvSpPr/>
            <p:nvPr/>
          </p:nvSpPr>
          <p:spPr>
            <a:xfrm>
              <a:off x="4950309" y="426657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83A5">
                <a:alpha val="100000"/>
              </a:srgbClr>
            </a:solidFill>
            <a:ln w="5420" cap="flat">
              <a:solidFill>
                <a:srgbClr val="3983A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40" name="pg2040"/>
            <p:cNvSpPr/>
            <p:nvPr/>
          </p:nvSpPr>
          <p:spPr>
            <a:xfrm>
              <a:off x="4799024" y="428087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7A2">
                <a:alpha val="100000"/>
              </a:srgbClr>
            </a:solidFill>
            <a:ln w="5420" cap="flat">
              <a:solidFill>
                <a:srgbClr val="3A77A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41" name="pg2041"/>
            <p:cNvSpPr/>
            <p:nvPr/>
          </p:nvSpPr>
          <p:spPr>
            <a:xfrm>
              <a:off x="4810661" y="428087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4A1">
                <a:alpha val="100000"/>
              </a:srgbClr>
            </a:solidFill>
            <a:ln w="5420" cap="flat">
              <a:solidFill>
                <a:srgbClr val="3A74A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42" name="pg2042"/>
            <p:cNvSpPr/>
            <p:nvPr/>
          </p:nvSpPr>
          <p:spPr>
            <a:xfrm>
              <a:off x="4822299" y="428087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3A1">
                <a:alpha val="100000"/>
              </a:srgbClr>
            </a:solidFill>
            <a:ln w="5420" cap="flat">
              <a:solidFill>
                <a:srgbClr val="3A73A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43" name="pg2043"/>
            <p:cNvSpPr/>
            <p:nvPr/>
          </p:nvSpPr>
          <p:spPr>
            <a:xfrm>
              <a:off x="4833936" y="428087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4A1">
                <a:alpha val="100000"/>
              </a:srgbClr>
            </a:solidFill>
            <a:ln w="5420" cap="flat">
              <a:solidFill>
                <a:srgbClr val="3A74A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44" name="pg2044"/>
            <p:cNvSpPr/>
            <p:nvPr/>
          </p:nvSpPr>
          <p:spPr>
            <a:xfrm>
              <a:off x="4845573" y="428087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6A2">
                <a:alpha val="100000"/>
              </a:srgbClr>
            </a:solidFill>
            <a:ln w="5420" cap="flat">
              <a:solidFill>
                <a:srgbClr val="3A76A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45" name="pg2045"/>
            <p:cNvSpPr/>
            <p:nvPr/>
          </p:nvSpPr>
          <p:spPr>
            <a:xfrm>
              <a:off x="4857211" y="428087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8A2">
                <a:alpha val="100000"/>
              </a:srgbClr>
            </a:solidFill>
            <a:ln w="5420" cap="flat">
              <a:solidFill>
                <a:srgbClr val="3A78A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46" name="pg2046"/>
            <p:cNvSpPr/>
            <p:nvPr/>
          </p:nvSpPr>
          <p:spPr>
            <a:xfrm>
              <a:off x="4868848" y="428087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DA3">
                <a:alpha val="100000"/>
              </a:srgbClr>
            </a:solidFill>
            <a:ln w="5420" cap="flat">
              <a:solidFill>
                <a:srgbClr val="3A7DA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47" name="pg2047"/>
            <p:cNvSpPr/>
            <p:nvPr/>
          </p:nvSpPr>
          <p:spPr>
            <a:xfrm>
              <a:off x="4787387" y="429517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CA3">
                <a:alpha val="100000"/>
              </a:srgbClr>
            </a:solidFill>
            <a:ln w="5420" cap="flat">
              <a:solidFill>
                <a:srgbClr val="3A7CA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48" name="pg2048"/>
            <p:cNvSpPr/>
            <p:nvPr/>
          </p:nvSpPr>
          <p:spPr>
            <a:xfrm>
              <a:off x="4799024" y="429517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7A2">
                <a:alpha val="100000"/>
              </a:srgbClr>
            </a:solidFill>
            <a:ln w="5420" cap="flat">
              <a:solidFill>
                <a:srgbClr val="3A77A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49" name="pg2049"/>
            <p:cNvSpPr/>
            <p:nvPr/>
          </p:nvSpPr>
          <p:spPr>
            <a:xfrm>
              <a:off x="4810661" y="429517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4A1">
                <a:alpha val="100000"/>
              </a:srgbClr>
            </a:solidFill>
            <a:ln w="5420" cap="flat">
              <a:solidFill>
                <a:srgbClr val="3A74A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50" name="pg2050"/>
            <p:cNvSpPr/>
            <p:nvPr/>
          </p:nvSpPr>
          <p:spPr>
            <a:xfrm>
              <a:off x="4822299" y="429517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73A1">
                <a:alpha val="100000"/>
              </a:srgbClr>
            </a:solidFill>
            <a:ln w="5420" cap="flat">
              <a:solidFill>
                <a:srgbClr val="3B73A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51" name="pg2051"/>
            <p:cNvSpPr/>
            <p:nvPr/>
          </p:nvSpPr>
          <p:spPr>
            <a:xfrm>
              <a:off x="4833936" y="429517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3A1">
                <a:alpha val="100000"/>
              </a:srgbClr>
            </a:solidFill>
            <a:ln w="5420" cap="flat">
              <a:solidFill>
                <a:srgbClr val="3A73A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52" name="pg2052"/>
            <p:cNvSpPr/>
            <p:nvPr/>
          </p:nvSpPr>
          <p:spPr>
            <a:xfrm>
              <a:off x="4845573" y="429517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5A2">
                <a:alpha val="100000"/>
              </a:srgbClr>
            </a:solidFill>
            <a:ln w="5420" cap="flat">
              <a:solidFill>
                <a:srgbClr val="3A75A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53" name="pg2053"/>
            <p:cNvSpPr/>
            <p:nvPr/>
          </p:nvSpPr>
          <p:spPr>
            <a:xfrm>
              <a:off x="4857211" y="429517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8A2">
                <a:alpha val="100000"/>
              </a:srgbClr>
            </a:solidFill>
            <a:ln w="5420" cap="flat">
              <a:solidFill>
                <a:srgbClr val="3A78A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54" name="pg2054"/>
            <p:cNvSpPr/>
            <p:nvPr/>
          </p:nvSpPr>
          <p:spPr>
            <a:xfrm>
              <a:off x="4775749" y="430947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85A5">
                <a:alpha val="100000"/>
              </a:srgbClr>
            </a:solidFill>
            <a:ln w="5420" cap="flat">
              <a:solidFill>
                <a:srgbClr val="3985A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55" name="pg2055"/>
            <p:cNvSpPr/>
            <p:nvPr/>
          </p:nvSpPr>
          <p:spPr>
            <a:xfrm>
              <a:off x="4787387" y="430947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FA4">
                <a:alpha val="100000"/>
              </a:srgbClr>
            </a:solidFill>
            <a:ln w="5420" cap="flat">
              <a:solidFill>
                <a:srgbClr val="3A7FA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56" name="pg2056"/>
            <p:cNvSpPr/>
            <p:nvPr/>
          </p:nvSpPr>
          <p:spPr>
            <a:xfrm>
              <a:off x="4799024" y="430947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AA3">
                <a:alpha val="100000"/>
              </a:srgbClr>
            </a:solidFill>
            <a:ln w="5420" cap="flat">
              <a:solidFill>
                <a:srgbClr val="3A7AA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57" name="pg2057"/>
            <p:cNvSpPr/>
            <p:nvPr/>
          </p:nvSpPr>
          <p:spPr>
            <a:xfrm>
              <a:off x="4810661" y="430947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6A2">
                <a:alpha val="100000"/>
              </a:srgbClr>
            </a:solidFill>
            <a:ln w="5420" cap="flat">
              <a:solidFill>
                <a:srgbClr val="3A76A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58" name="pg2058"/>
            <p:cNvSpPr/>
            <p:nvPr/>
          </p:nvSpPr>
          <p:spPr>
            <a:xfrm>
              <a:off x="4822299" y="430947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5A2">
                <a:alpha val="100000"/>
              </a:srgbClr>
            </a:solidFill>
            <a:ln w="5420" cap="flat">
              <a:solidFill>
                <a:srgbClr val="3A75A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59" name="pg2059"/>
            <p:cNvSpPr/>
            <p:nvPr/>
          </p:nvSpPr>
          <p:spPr>
            <a:xfrm>
              <a:off x="4833936" y="430947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5A2">
                <a:alpha val="100000"/>
              </a:srgbClr>
            </a:solidFill>
            <a:ln w="5420" cap="flat">
              <a:solidFill>
                <a:srgbClr val="3A75A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60" name="pg2060"/>
            <p:cNvSpPr/>
            <p:nvPr/>
          </p:nvSpPr>
          <p:spPr>
            <a:xfrm>
              <a:off x="4845573" y="430947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7A2">
                <a:alpha val="100000"/>
              </a:srgbClr>
            </a:solidFill>
            <a:ln w="5420" cap="flat">
              <a:solidFill>
                <a:srgbClr val="3A77A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61" name="pg2061"/>
            <p:cNvSpPr/>
            <p:nvPr/>
          </p:nvSpPr>
          <p:spPr>
            <a:xfrm>
              <a:off x="4775749" y="432377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88CA7">
                <a:alpha val="100000"/>
              </a:srgbClr>
            </a:solidFill>
            <a:ln w="5420" cap="flat">
              <a:solidFill>
                <a:srgbClr val="388C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62" name="pg2062"/>
            <p:cNvSpPr/>
            <p:nvPr/>
          </p:nvSpPr>
          <p:spPr>
            <a:xfrm>
              <a:off x="4787387" y="432377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85A5">
                <a:alpha val="100000"/>
              </a:srgbClr>
            </a:solidFill>
            <a:ln w="5420" cap="flat">
              <a:solidFill>
                <a:srgbClr val="3985A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63" name="pg2063"/>
            <p:cNvSpPr/>
            <p:nvPr/>
          </p:nvSpPr>
          <p:spPr>
            <a:xfrm>
              <a:off x="4799024" y="432377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FA4">
                <a:alpha val="100000"/>
              </a:srgbClr>
            </a:solidFill>
            <a:ln w="5420" cap="flat">
              <a:solidFill>
                <a:srgbClr val="3A7FA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64" name="pg2064"/>
            <p:cNvSpPr/>
            <p:nvPr/>
          </p:nvSpPr>
          <p:spPr>
            <a:xfrm>
              <a:off x="4810661" y="432377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BA3">
                <a:alpha val="100000"/>
              </a:srgbClr>
            </a:solidFill>
            <a:ln w="5420" cap="flat">
              <a:solidFill>
                <a:srgbClr val="3A7BA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65" name="pg2065"/>
            <p:cNvSpPr/>
            <p:nvPr/>
          </p:nvSpPr>
          <p:spPr>
            <a:xfrm>
              <a:off x="4822299" y="432377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AA3">
                <a:alpha val="100000"/>
              </a:srgbClr>
            </a:solidFill>
            <a:ln w="5420" cap="flat">
              <a:solidFill>
                <a:srgbClr val="3A7AA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66" name="pg2066"/>
            <p:cNvSpPr/>
            <p:nvPr/>
          </p:nvSpPr>
          <p:spPr>
            <a:xfrm>
              <a:off x="4833936" y="432377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AA3">
                <a:alpha val="100000"/>
              </a:srgbClr>
            </a:solidFill>
            <a:ln w="5420" cap="flat">
              <a:solidFill>
                <a:srgbClr val="3A7AA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67" name="pg2067"/>
            <p:cNvSpPr/>
            <p:nvPr/>
          </p:nvSpPr>
          <p:spPr>
            <a:xfrm>
              <a:off x="4752475" y="433807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FA2AA">
                <a:alpha val="100000"/>
              </a:srgbClr>
            </a:solidFill>
            <a:ln w="5420" cap="flat">
              <a:solidFill>
                <a:srgbClr val="3FA2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68" name="pg2068"/>
            <p:cNvSpPr/>
            <p:nvPr/>
          </p:nvSpPr>
          <p:spPr>
            <a:xfrm>
              <a:off x="4764112" y="433807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89BA9">
                <a:alpha val="100000"/>
              </a:srgbClr>
            </a:solidFill>
            <a:ln w="5420" cap="flat">
              <a:solidFill>
                <a:srgbClr val="389B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69" name="pg2069"/>
            <p:cNvSpPr/>
            <p:nvPr/>
          </p:nvSpPr>
          <p:spPr>
            <a:xfrm>
              <a:off x="4775749" y="433807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594A8">
                <a:alpha val="100000"/>
              </a:srgbClr>
            </a:solidFill>
            <a:ln w="5420" cap="flat">
              <a:solidFill>
                <a:srgbClr val="3594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70" name="pg2070"/>
            <p:cNvSpPr/>
            <p:nvPr/>
          </p:nvSpPr>
          <p:spPr>
            <a:xfrm>
              <a:off x="4787387" y="433807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8DA7">
                <a:alpha val="100000"/>
              </a:srgbClr>
            </a:solidFill>
            <a:ln w="5420" cap="flat">
              <a:solidFill>
                <a:srgbClr val="378D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71" name="pg2071"/>
            <p:cNvSpPr/>
            <p:nvPr/>
          </p:nvSpPr>
          <p:spPr>
            <a:xfrm>
              <a:off x="4799024" y="433807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887A6">
                <a:alpha val="100000"/>
              </a:srgbClr>
            </a:solidFill>
            <a:ln w="5420" cap="flat">
              <a:solidFill>
                <a:srgbClr val="3887A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72" name="pg2072"/>
            <p:cNvSpPr/>
            <p:nvPr/>
          </p:nvSpPr>
          <p:spPr>
            <a:xfrm>
              <a:off x="4810661" y="433807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83A5">
                <a:alpha val="100000"/>
              </a:srgbClr>
            </a:solidFill>
            <a:ln w="5420" cap="flat">
              <a:solidFill>
                <a:srgbClr val="3983A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73" name="pg2073"/>
            <p:cNvSpPr/>
            <p:nvPr/>
          </p:nvSpPr>
          <p:spPr>
            <a:xfrm>
              <a:off x="4822299" y="433807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80A4">
                <a:alpha val="100000"/>
              </a:srgbClr>
            </a:solidFill>
            <a:ln w="5420" cap="flat">
              <a:solidFill>
                <a:srgbClr val="3A80A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74" name="pg2074"/>
            <p:cNvSpPr/>
            <p:nvPr/>
          </p:nvSpPr>
          <p:spPr>
            <a:xfrm>
              <a:off x="4740837" y="435238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0B6AB">
                <a:alpha val="100000"/>
              </a:srgbClr>
            </a:solidFill>
            <a:ln w="5420" cap="flat">
              <a:solidFill>
                <a:srgbClr val="50B6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75" name="pg2075"/>
            <p:cNvSpPr/>
            <p:nvPr/>
          </p:nvSpPr>
          <p:spPr>
            <a:xfrm>
              <a:off x="4752475" y="435238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7ABAA">
                <a:alpha val="100000"/>
              </a:srgbClr>
            </a:solidFill>
            <a:ln w="5420" cap="flat">
              <a:solidFill>
                <a:srgbClr val="47AB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76" name="pg2076"/>
            <p:cNvSpPr/>
            <p:nvPr/>
          </p:nvSpPr>
          <p:spPr>
            <a:xfrm>
              <a:off x="4764112" y="435238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1A4AA">
                <a:alpha val="100000"/>
              </a:srgbClr>
            </a:solidFill>
            <a:ln w="5420" cap="flat">
              <a:solidFill>
                <a:srgbClr val="41A4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77" name="pg2077"/>
            <p:cNvSpPr/>
            <p:nvPr/>
          </p:nvSpPr>
          <p:spPr>
            <a:xfrm>
              <a:off x="4775749" y="435238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9DA9">
                <a:alpha val="100000"/>
              </a:srgbClr>
            </a:solidFill>
            <a:ln w="5420" cap="flat">
              <a:solidFill>
                <a:srgbClr val="3B9D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78" name="pg2078"/>
            <p:cNvSpPr/>
            <p:nvPr/>
          </p:nvSpPr>
          <p:spPr>
            <a:xfrm>
              <a:off x="4787387" y="435238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496A9">
                <a:alpha val="100000"/>
              </a:srgbClr>
            </a:solidFill>
            <a:ln w="5420" cap="flat">
              <a:solidFill>
                <a:srgbClr val="3496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79" name="pg2079"/>
            <p:cNvSpPr/>
            <p:nvPr/>
          </p:nvSpPr>
          <p:spPr>
            <a:xfrm>
              <a:off x="4799024" y="435238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690A8">
                <a:alpha val="100000"/>
              </a:srgbClr>
            </a:solidFill>
            <a:ln w="5420" cap="flat">
              <a:solidFill>
                <a:srgbClr val="3690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80" name="pg2080"/>
            <p:cNvSpPr/>
            <p:nvPr/>
          </p:nvSpPr>
          <p:spPr>
            <a:xfrm>
              <a:off x="4810661" y="435238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88BA6">
                <a:alpha val="100000"/>
              </a:srgbClr>
            </a:solidFill>
            <a:ln w="5420" cap="flat">
              <a:solidFill>
                <a:srgbClr val="388BA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81" name="pg2081"/>
            <p:cNvSpPr/>
            <p:nvPr/>
          </p:nvSpPr>
          <p:spPr>
            <a:xfrm>
              <a:off x="4822299" y="435238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888A6">
                <a:alpha val="100000"/>
              </a:srgbClr>
            </a:solidFill>
            <a:ln w="5420" cap="flat">
              <a:solidFill>
                <a:srgbClr val="3888A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82" name="pg2082"/>
            <p:cNvSpPr/>
            <p:nvPr/>
          </p:nvSpPr>
          <p:spPr>
            <a:xfrm>
              <a:off x="4717563" y="436668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3BBAB">
                <a:alpha val="100000"/>
              </a:srgbClr>
            </a:solidFill>
            <a:ln w="5420" cap="flat">
              <a:solidFill>
                <a:srgbClr val="53BB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83" name="pg2083"/>
            <p:cNvSpPr/>
            <p:nvPr/>
          </p:nvSpPr>
          <p:spPr>
            <a:xfrm>
              <a:off x="4729200" y="436668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4BCAB">
                <a:alpha val="100000"/>
              </a:srgbClr>
            </a:solidFill>
            <a:ln w="5420" cap="flat">
              <a:solidFill>
                <a:srgbClr val="54BC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84" name="pg2084"/>
            <p:cNvSpPr/>
            <p:nvPr/>
          </p:nvSpPr>
          <p:spPr>
            <a:xfrm>
              <a:off x="4740837" y="436668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4BCAB">
                <a:alpha val="100000"/>
              </a:srgbClr>
            </a:solidFill>
            <a:ln w="5420" cap="flat">
              <a:solidFill>
                <a:srgbClr val="54BC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85" name="pg2085"/>
            <p:cNvSpPr/>
            <p:nvPr/>
          </p:nvSpPr>
          <p:spPr>
            <a:xfrm>
              <a:off x="4752475" y="436668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EB4AB">
                <a:alpha val="100000"/>
              </a:srgbClr>
            </a:solidFill>
            <a:ln w="5420" cap="flat">
              <a:solidFill>
                <a:srgbClr val="4EB4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86" name="pg2086"/>
            <p:cNvSpPr/>
            <p:nvPr/>
          </p:nvSpPr>
          <p:spPr>
            <a:xfrm>
              <a:off x="4764112" y="436668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9ADAB">
                <a:alpha val="100000"/>
              </a:srgbClr>
            </a:solidFill>
            <a:ln w="5420" cap="flat">
              <a:solidFill>
                <a:srgbClr val="49AD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87" name="pg2087"/>
            <p:cNvSpPr/>
            <p:nvPr/>
          </p:nvSpPr>
          <p:spPr>
            <a:xfrm>
              <a:off x="4775749" y="436668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3A6AA">
                <a:alpha val="100000"/>
              </a:srgbClr>
            </a:solidFill>
            <a:ln w="5420" cap="flat">
              <a:solidFill>
                <a:srgbClr val="43A6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88" name="pg2088"/>
            <p:cNvSpPr/>
            <p:nvPr/>
          </p:nvSpPr>
          <p:spPr>
            <a:xfrm>
              <a:off x="4787387" y="436668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9EAA">
                <a:alpha val="100000"/>
              </a:srgbClr>
            </a:solidFill>
            <a:ln w="5420" cap="flat">
              <a:solidFill>
                <a:srgbClr val="3C9E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89" name="pg2089"/>
            <p:cNvSpPr/>
            <p:nvPr/>
          </p:nvSpPr>
          <p:spPr>
            <a:xfrm>
              <a:off x="4799024" y="436668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598A9">
                <a:alpha val="100000"/>
              </a:srgbClr>
            </a:solidFill>
            <a:ln w="5420" cap="flat">
              <a:solidFill>
                <a:srgbClr val="3598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90" name="pg2090"/>
            <p:cNvSpPr/>
            <p:nvPr/>
          </p:nvSpPr>
          <p:spPr>
            <a:xfrm>
              <a:off x="4810661" y="436668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693A8">
                <a:alpha val="100000"/>
              </a:srgbClr>
            </a:solidFill>
            <a:ln w="5420" cap="flat">
              <a:solidFill>
                <a:srgbClr val="3693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91" name="pg2091"/>
            <p:cNvSpPr/>
            <p:nvPr/>
          </p:nvSpPr>
          <p:spPr>
            <a:xfrm>
              <a:off x="4705925" y="438098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5BEAB">
                <a:alpha val="100000"/>
              </a:srgbClr>
            </a:solidFill>
            <a:ln w="5420" cap="flat">
              <a:solidFill>
                <a:srgbClr val="55BE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92" name="pg2092"/>
            <p:cNvSpPr/>
            <p:nvPr/>
          </p:nvSpPr>
          <p:spPr>
            <a:xfrm>
              <a:off x="4717563" y="438098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9C4AC">
                <a:alpha val="100000"/>
              </a:srgbClr>
            </a:solidFill>
            <a:ln w="5420" cap="flat">
              <a:solidFill>
                <a:srgbClr val="59C4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93" name="pg2093"/>
            <p:cNvSpPr/>
            <p:nvPr/>
          </p:nvSpPr>
          <p:spPr>
            <a:xfrm>
              <a:off x="4729200" y="438098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CC8AC">
                <a:alpha val="100000"/>
              </a:srgbClr>
            </a:solidFill>
            <a:ln w="5420" cap="flat">
              <a:solidFill>
                <a:srgbClr val="5CC8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94" name="pg2094"/>
            <p:cNvSpPr/>
            <p:nvPr/>
          </p:nvSpPr>
          <p:spPr>
            <a:xfrm>
              <a:off x="4740837" y="438098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CC8AC">
                <a:alpha val="100000"/>
              </a:srgbClr>
            </a:solidFill>
            <a:ln w="5420" cap="flat">
              <a:solidFill>
                <a:srgbClr val="5CC8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95" name="pg2095"/>
            <p:cNvSpPr/>
            <p:nvPr/>
          </p:nvSpPr>
          <p:spPr>
            <a:xfrm>
              <a:off x="4752475" y="438098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7C0AC">
                <a:alpha val="100000"/>
              </a:srgbClr>
            </a:solidFill>
            <a:ln w="5420" cap="flat">
              <a:solidFill>
                <a:srgbClr val="57C0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96" name="pg2096"/>
            <p:cNvSpPr/>
            <p:nvPr/>
          </p:nvSpPr>
          <p:spPr>
            <a:xfrm>
              <a:off x="4764112" y="438098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2B9AB">
                <a:alpha val="100000"/>
              </a:srgbClr>
            </a:solidFill>
            <a:ln w="5420" cap="flat">
              <a:solidFill>
                <a:srgbClr val="52B9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97" name="pg2097"/>
            <p:cNvSpPr/>
            <p:nvPr/>
          </p:nvSpPr>
          <p:spPr>
            <a:xfrm>
              <a:off x="4775749" y="438098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CB1AB">
                <a:alpha val="100000"/>
              </a:srgbClr>
            </a:solidFill>
            <a:ln w="5420" cap="flat">
              <a:solidFill>
                <a:srgbClr val="4CB1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98" name="pg2098"/>
            <p:cNvSpPr/>
            <p:nvPr/>
          </p:nvSpPr>
          <p:spPr>
            <a:xfrm>
              <a:off x="4787387" y="438098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6A9AA">
                <a:alpha val="100000"/>
              </a:srgbClr>
            </a:solidFill>
            <a:ln w="5420" cap="flat">
              <a:solidFill>
                <a:srgbClr val="46A9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99" name="pg2099"/>
            <p:cNvSpPr/>
            <p:nvPr/>
          </p:nvSpPr>
          <p:spPr>
            <a:xfrm>
              <a:off x="4647739" y="439528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9EAA">
                <a:alpha val="100000"/>
              </a:srgbClr>
            </a:solidFill>
            <a:ln w="5420" cap="flat">
              <a:solidFill>
                <a:srgbClr val="3B9E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00" name="pg2100"/>
            <p:cNvSpPr/>
            <p:nvPr/>
          </p:nvSpPr>
          <p:spPr>
            <a:xfrm>
              <a:off x="4659376" y="439528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FA2AA">
                <a:alpha val="100000"/>
              </a:srgbClr>
            </a:solidFill>
            <a:ln w="5420" cap="flat">
              <a:solidFill>
                <a:srgbClr val="3FA2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01" name="pg2101"/>
            <p:cNvSpPr/>
            <p:nvPr/>
          </p:nvSpPr>
          <p:spPr>
            <a:xfrm>
              <a:off x="4671013" y="439528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4A7AA">
                <a:alpha val="100000"/>
              </a:srgbClr>
            </a:solidFill>
            <a:ln w="5420" cap="flat">
              <a:solidFill>
                <a:srgbClr val="44A7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02" name="pg2102"/>
            <p:cNvSpPr/>
            <p:nvPr/>
          </p:nvSpPr>
          <p:spPr>
            <a:xfrm>
              <a:off x="4682651" y="439528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9AEAB">
                <a:alpha val="100000"/>
              </a:srgbClr>
            </a:solidFill>
            <a:ln w="5420" cap="flat">
              <a:solidFill>
                <a:srgbClr val="49AE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03" name="pg2103"/>
            <p:cNvSpPr/>
            <p:nvPr/>
          </p:nvSpPr>
          <p:spPr>
            <a:xfrm>
              <a:off x="4694288" y="439528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FB5AB">
                <a:alpha val="100000"/>
              </a:srgbClr>
            </a:solidFill>
            <a:ln w="5420" cap="flat">
              <a:solidFill>
                <a:srgbClr val="4FB5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04" name="pg2104"/>
            <p:cNvSpPr/>
            <p:nvPr/>
          </p:nvSpPr>
          <p:spPr>
            <a:xfrm>
              <a:off x="4705925" y="439528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5BDAB">
                <a:alpha val="100000"/>
              </a:srgbClr>
            </a:solidFill>
            <a:ln w="5420" cap="flat">
              <a:solidFill>
                <a:srgbClr val="55BD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05" name="pg2105"/>
            <p:cNvSpPr/>
            <p:nvPr/>
          </p:nvSpPr>
          <p:spPr>
            <a:xfrm>
              <a:off x="4717563" y="439528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9C3AC">
                <a:alpha val="100000"/>
              </a:srgbClr>
            </a:solidFill>
            <a:ln w="5420" cap="flat">
              <a:solidFill>
                <a:srgbClr val="59C3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06" name="pg2106"/>
            <p:cNvSpPr/>
            <p:nvPr/>
          </p:nvSpPr>
          <p:spPr>
            <a:xfrm>
              <a:off x="4729200" y="439528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CC7AC">
                <a:alpha val="100000"/>
              </a:srgbClr>
            </a:solidFill>
            <a:ln w="5420" cap="flat">
              <a:solidFill>
                <a:srgbClr val="5CC7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07" name="pg2107"/>
            <p:cNvSpPr/>
            <p:nvPr/>
          </p:nvSpPr>
          <p:spPr>
            <a:xfrm>
              <a:off x="4740837" y="439528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CC8AC">
                <a:alpha val="100000"/>
              </a:srgbClr>
            </a:solidFill>
            <a:ln w="5420" cap="flat">
              <a:solidFill>
                <a:srgbClr val="5CC8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08" name="pg2108"/>
            <p:cNvSpPr/>
            <p:nvPr/>
          </p:nvSpPr>
          <p:spPr>
            <a:xfrm>
              <a:off x="4752475" y="439528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7C0AC">
                <a:alpha val="100000"/>
              </a:srgbClr>
            </a:solidFill>
            <a:ln w="5420" cap="flat">
              <a:solidFill>
                <a:srgbClr val="57C0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09" name="pg2109"/>
            <p:cNvSpPr/>
            <p:nvPr/>
          </p:nvSpPr>
          <p:spPr>
            <a:xfrm>
              <a:off x="4764112" y="439528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2BAAB">
                <a:alpha val="100000"/>
              </a:srgbClr>
            </a:solidFill>
            <a:ln w="5420" cap="flat">
              <a:solidFill>
                <a:srgbClr val="52BA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10" name="pg2110"/>
            <p:cNvSpPr/>
            <p:nvPr/>
          </p:nvSpPr>
          <p:spPr>
            <a:xfrm>
              <a:off x="4775749" y="439528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EB4AB">
                <a:alpha val="100000"/>
              </a:srgbClr>
            </a:solidFill>
            <a:ln w="5420" cap="flat">
              <a:solidFill>
                <a:srgbClr val="4EB4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11" name="pg2111"/>
            <p:cNvSpPr/>
            <p:nvPr/>
          </p:nvSpPr>
          <p:spPr>
            <a:xfrm>
              <a:off x="4624464" y="440958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594A8">
                <a:alpha val="100000"/>
              </a:srgbClr>
            </a:solidFill>
            <a:ln w="5420" cap="flat">
              <a:solidFill>
                <a:srgbClr val="3594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12" name="pg2112"/>
            <p:cNvSpPr/>
            <p:nvPr/>
          </p:nvSpPr>
          <p:spPr>
            <a:xfrm>
              <a:off x="4636101" y="440958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598A9">
                <a:alpha val="100000"/>
              </a:srgbClr>
            </a:solidFill>
            <a:ln w="5420" cap="flat">
              <a:solidFill>
                <a:srgbClr val="3598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13" name="pg2113"/>
            <p:cNvSpPr/>
            <p:nvPr/>
          </p:nvSpPr>
          <p:spPr>
            <a:xfrm>
              <a:off x="4647739" y="440958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89BA9">
                <a:alpha val="100000"/>
              </a:srgbClr>
            </a:solidFill>
            <a:ln w="5420" cap="flat">
              <a:solidFill>
                <a:srgbClr val="389B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14" name="pg2114"/>
            <p:cNvSpPr/>
            <p:nvPr/>
          </p:nvSpPr>
          <p:spPr>
            <a:xfrm>
              <a:off x="4659376" y="440958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9FAA">
                <a:alpha val="100000"/>
              </a:srgbClr>
            </a:solidFill>
            <a:ln w="5420" cap="flat">
              <a:solidFill>
                <a:srgbClr val="3C9F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15" name="pg2115"/>
            <p:cNvSpPr/>
            <p:nvPr/>
          </p:nvSpPr>
          <p:spPr>
            <a:xfrm>
              <a:off x="4671013" y="440958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1A4AA">
                <a:alpha val="100000"/>
              </a:srgbClr>
            </a:solidFill>
            <a:ln w="5420" cap="flat">
              <a:solidFill>
                <a:srgbClr val="41A4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16" name="pg2116"/>
            <p:cNvSpPr/>
            <p:nvPr/>
          </p:nvSpPr>
          <p:spPr>
            <a:xfrm>
              <a:off x="4682651" y="440958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6AAAA">
                <a:alpha val="100000"/>
              </a:srgbClr>
            </a:solidFill>
            <a:ln w="5420" cap="flat">
              <a:solidFill>
                <a:srgbClr val="46AA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17" name="pg2117"/>
            <p:cNvSpPr/>
            <p:nvPr/>
          </p:nvSpPr>
          <p:spPr>
            <a:xfrm>
              <a:off x="4694288" y="440958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CB1AB">
                <a:alpha val="100000"/>
              </a:srgbClr>
            </a:solidFill>
            <a:ln w="5420" cap="flat">
              <a:solidFill>
                <a:srgbClr val="4CB1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18" name="pg2118"/>
            <p:cNvSpPr/>
            <p:nvPr/>
          </p:nvSpPr>
          <p:spPr>
            <a:xfrm>
              <a:off x="4705925" y="440958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2B9AB">
                <a:alpha val="100000"/>
              </a:srgbClr>
            </a:solidFill>
            <a:ln w="5420" cap="flat">
              <a:solidFill>
                <a:srgbClr val="52B9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19" name="pg2119"/>
            <p:cNvSpPr/>
            <p:nvPr/>
          </p:nvSpPr>
          <p:spPr>
            <a:xfrm>
              <a:off x="4717563" y="440958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6BFAB">
                <a:alpha val="100000"/>
              </a:srgbClr>
            </a:solidFill>
            <a:ln w="5420" cap="flat">
              <a:solidFill>
                <a:srgbClr val="56BF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20" name="pg2120"/>
            <p:cNvSpPr/>
            <p:nvPr/>
          </p:nvSpPr>
          <p:spPr>
            <a:xfrm>
              <a:off x="4729200" y="440958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9C3AC">
                <a:alpha val="100000"/>
              </a:srgbClr>
            </a:solidFill>
            <a:ln w="5420" cap="flat">
              <a:solidFill>
                <a:srgbClr val="59C3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21" name="pg2121"/>
            <p:cNvSpPr/>
            <p:nvPr/>
          </p:nvSpPr>
          <p:spPr>
            <a:xfrm>
              <a:off x="4740837" y="440958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9C4AC">
                <a:alpha val="100000"/>
              </a:srgbClr>
            </a:solidFill>
            <a:ln w="5420" cap="flat">
              <a:solidFill>
                <a:srgbClr val="59C4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22" name="pg2122"/>
            <p:cNvSpPr/>
            <p:nvPr/>
          </p:nvSpPr>
          <p:spPr>
            <a:xfrm>
              <a:off x="4752475" y="440958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6BEAB">
                <a:alpha val="100000"/>
              </a:srgbClr>
            </a:solidFill>
            <a:ln w="5420" cap="flat">
              <a:solidFill>
                <a:srgbClr val="56BE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23" name="pg2123"/>
            <p:cNvSpPr/>
            <p:nvPr/>
          </p:nvSpPr>
          <p:spPr>
            <a:xfrm>
              <a:off x="4764112" y="440958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3BAAB">
                <a:alpha val="100000"/>
              </a:srgbClr>
            </a:solidFill>
            <a:ln w="5420" cap="flat">
              <a:solidFill>
                <a:srgbClr val="53BA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24" name="pg2124"/>
            <p:cNvSpPr/>
            <p:nvPr/>
          </p:nvSpPr>
          <p:spPr>
            <a:xfrm>
              <a:off x="4612827" y="442388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691A8">
                <a:alpha val="100000"/>
              </a:srgbClr>
            </a:solidFill>
            <a:ln w="5420" cap="flat">
              <a:solidFill>
                <a:srgbClr val="3691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25" name="pg2125"/>
            <p:cNvSpPr/>
            <p:nvPr/>
          </p:nvSpPr>
          <p:spPr>
            <a:xfrm>
              <a:off x="4624464" y="442388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691A8">
                <a:alpha val="100000"/>
              </a:srgbClr>
            </a:solidFill>
            <a:ln w="5420" cap="flat">
              <a:solidFill>
                <a:srgbClr val="3691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26" name="pg2126"/>
            <p:cNvSpPr/>
            <p:nvPr/>
          </p:nvSpPr>
          <p:spPr>
            <a:xfrm>
              <a:off x="4636101" y="442388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595A9">
                <a:alpha val="100000"/>
              </a:srgbClr>
            </a:solidFill>
            <a:ln w="5420" cap="flat">
              <a:solidFill>
                <a:srgbClr val="3595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27" name="pg2127"/>
            <p:cNvSpPr/>
            <p:nvPr/>
          </p:nvSpPr>
          <p:spPr>
            <a:xfrm>
              <a:off x="4647739" y="442388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598A9">
                <a:alpha val="100000"/>
              </a:srgbClr>
            </a:solidFill>
            <a:ln w="5420" cap="flat">
              <a:solidFill>
                <a:srgbClr val="3598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28" name="pg2128"/>
            <p:cNvSpPr/>
            <p:nvPr/>
          </p:nvSpPr>
          <p:spPr>
            <a:xfrm>
              <a:off x="4659376" y="442388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9BA9">
                <a:alpha val="100000"/>
              </a:srgbClr>
            </a:solidFill>
            <a:ln w="5420" cap="flat">
              <a:solidFill>
                <a:srgbClr val="399B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29" name="pg2129"/>
            <p:cNvSpPr/>
            <p:nvPr/>
          </p:nvSpPr>
          <p:spPr>
            <a:xfrm>
              <a:off x="4671013" y="442388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DA0AA">
                <a:alpha val="100000"/>
              </a:srgbClr>
            </a:solidFill>
            <a:ln w="5420" cap="flat">
              <a:solidFill>
                <a:srgbClr val="3DA0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30" name="pg2130"/>
            <p:cNvSpPr/>
            <p:nvPr/>
          </p:nvSpPr>
          <p:spPr>
            <a:xfrm>
              <a:off x="4682651" y="442388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2A5AA">
                <a:alpha val="100000"/>
              </a:srgbClr>
            </a:solidFill>
            <a:ln w="5420" cap="flat">
              <a:solidFill>
                <a:srgbClr val="42A5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31" name="pg2131"/>
            <p:cNvSpPr/>
            <p:nvPr/>
          </p:nvSpPr>
          <p:spPr>
            <a:xfrm>
              <a:off x="4694288" y="442388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8ACAA">
                <a:alpha val="100000"/>
              </a:srgbClr>
            </a:solidFill>
            <a:ln w="5420" cap="flat">
              <a:solidFill>
                <a:srgbClr val="48AC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32" name="pg2132"/>
            <p:cNvSpPr/>
            <p:nvPr/>
          </p:nvSpPr>
          <p:spPr>
            <a:xfrm>
              <a:off x="4705925" y="442388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DB2AB">
                <a:alpha val="100000"/>
              </a:srgbClr>
            </a:solidFill>
            <a:ln w="5420" cap="flat">
              <a:solidFill>
                <a:srgbClr val="4DB2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33" name="pg2133"/>
            <p:cNvSpPr/>
            <p:nvPr/>
          </p:nvSpPr>
          <p:spPr>
            <a:xfrm>
              <a:off x="4717563" y="442388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1B7AB">
                <a:alpha val="100000"/>
              </a:srgbClr>
            </a:solidFill>
            <a:ln w="5420" cap="flat">
              <a:solidFill>
                <a:srgbClr val="51B7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34" name="pg2134"/>
            <p:cNvSpPr/>
            <p:nvPr/>
          </p:nvSpPr>
          <p:spPr>
            <a:xfrm>
              <a:off x="4729200" y="442388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3BBAB">
                <a:alpha val="100000"/>
              </a:srgbClr>
            </a:solidFill>
            <a:ln w="5420" cap="flat">
              <a:solidFill>
                <a:srgbClr val="53BB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35" name="pg2135"/>
            <p:cNvSpPr/>
            <p:nvPr/>
          </p:nvSpPr>
          <p:spPr>
            <a:xfrm>
              <a:off x="4740837" y="442388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4BCAB">
                <a:alpha val="100000"/>
              </a:srgbClr>
            </a:solidFill>
            <a:ln w="5420" cap="flat">
              <a:solidFill>
                <a:srgbClr val="54BC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36" name="pg2136"/>
            <p:cNvSpPr/>
            <p:nvPr/>
          </p:nvSpPr>
          <p:spPr>
            <a:xfrm>
              <a:off x="4612827" y="443818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8EA7">
                <a:alpha val="100000"/>
              </a:srgbClr>
            </a:solidFill>
            <a:ln w="5420" cap="flat">
              <a:solidFill>
                <a:srgbClr val="378E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37" name="pg2137"/>
            <p:cNvSpPr/>
            <p:nvPr/>
          </p:nvSpPr>
          <p:spPr>
            <a:xfrm>
              <a:off x="4624464" y="443818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8FA7">
                <a:alpha val="100000"/>
              </a:srgbClr>
            </a:solidFill>
            <a:ln w="5420" cap="flat">
              <a:solidFill>
                <a:srgbClr val="378F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38" name="pg2138"/>
            <p:cNvSpPr/>
            <p:nvPr/>
          </p:nvSpPr>
          <p:spPr>
            <a:xfrm>
              <a:off x="4636101" y="443818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692A8">
                <a:alpha val="100000"/>
              </a:srgbClr>
            </a:solidFill>
            <a:ln w="5420" cap="flat">
              <a:solidFill>
                <a:srgbClr val="3692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39" name="pg2139"/>
            <p:cNvSpPr/>
            <p:nvPr/>
          </p:nvSpPr>
          <p:spPr>
            <a:xfrm>
              <a:off x="4647739" y="443818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594A8">
                <a:alpha val="100000"/>
              </a:srgbClr>
            </a:solidFill>
            <a:ln w="5420" cap="flat">
              <a:solidFill>
                <a:srgbClr val="3594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40" name="pg2140"/>
            <p:cNvSpPr/>
            <p:nvPr/>
          </p:nvSpPr>
          <p:spPr>
            <a:xfrm>
              <a:off x="4659376" y="443818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598A9">
                <a:alpha val="100000"/>
              </a:srgbClr>
            </a:solidFill>
            <a:ln w="5420" cap="flat">
              <a:solidFill>
                <a:srgbClr val="3598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41" name="pg2141"/>
            <p:cNvSpPr/>
            <p:nvPr/>
          </p:nvSpPr>
          <p:spPr>
            <a:xfrm>
              <a:off x="4671013" y="443818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9BA9">
                <a:alpha val="100000"/>
              </a:srgbClr>
            </a:solidFill>
            <a:ln w="5420" cap="flat">
              <a:solidFill>
                <a:srgbClr val="399B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42" name="pg2142"/>
            <p:cNvSpPr/>
            <p:nvPr/>
          </p:nvSpPr>
          <p:spPr>
            <a:xfrm>
              <a:off x="4682651" y="443818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EA0AA">
                <a:alpha val="100000"/>
              </a:srgbClr>
            </a:solidFill>
            <a:ln w="5420" cap="flat">
              <a:solidFill>
                <a:srgbClr val="3EA0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43" name="pg2143"/>
            <p:cNvSpPr/>
            <p:nvPr/>
          </p:nvSpPr>
          <p:spPr>
            <a:xfrm>
              <a:off x="4694288" y="443818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2A5AA">
                <a:alpha val="100000"/>
              </a:srgbClr>
            </a:solidFill>
            <a:ln w="5420" cap="flat">
              <a:solidFill>
                <a:srgbClr val="42A5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44" name="pg2144"/>
            <p:cNvSpPr/>
            <p:nvPr/>
          </p:nvSpPr>
          <p:spPr>
            <a:xfrm>
              <a:off x="4705925" y="443818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7ABAA">
                <a:alpha val="100000"/>
              </a:srgbClr>
            </a:solidFill>
            <a:ln w="5420" cap="flat">
              <a:solidFill>
                <a:srgbClr val="47AB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45" name="pg2145"/>
            <p:cNvSpPr/>
            <p:nvPr/>
          </p:nvSpPr>
          <p:spPr>
            <a:xfrm>
              <a:off x="4717563" y="443818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BAFAB">
                <a:alpha val="100000"/>
              </a:srgbClr>
            </a:solidFill>
            <a:ln w="5420" cap="flat">
              <a:solidFill>
                <a:srgbClr val="4BAF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46" name="pg2146"/>
            <p:cNvSpPr/>
            <p:nvPr/>
          </p:nvSpPr>
          <p:spPr>
            <a:xfrm>
              <a:off x="4729200" y="443818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EB3AB">
                <a:alpha val="100000"/>
              </a:srgbClr>
            </a:solidFill>
            <a:ln w="5420" cap="flat">
              <a:solidFill>
                <a:srgbClr val="4EB3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47" name="pg2147"/>
            <p:cNvSpPr/>
            <p:nvPr/>
          </p:nvSpPr>
          <p:spPr>
            <a:xfrm>
              <a:off x="4612827" y="445248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8CA7">
                <a:alpha val="100000"/>
              </a:srgbClr>
            </a:solidFill>
            <a:ln w="5420" cap="flat">
              <a:solidFill>
                <a:srgbClr val="378C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48" name="pg2148"/>
            <p:cNvSpPr/>
            <p:nvPr/>
          </p:nvSpPr>
          <p:spPr>
            <a:xfrm>
              <a:off x="4624464" y="445248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8CA7">
                <a:alpha val="100000"/>
              </a:srgbClr>
            </a:solidFill>
            <a:ln w="5420" cap="flat">
              <a:solidFill>
                <a:srgbClr val="378C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49" name="pg2149"/>
            <p:cNvSpPr/>
            <p:nvPr/>
          </p:nvSpPr>
          <p:spPr>
            <a:xfrm>
              <a:off x="4636101" y="445248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8FA7">
                <a:alpha val="100000"/>
              </a:srgbClr>
            </a:solidFill>
            <a:ln w="5420" cap="flat">
              <a:solidFill>
                <a:srgbClr val="378F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50" name="pg2150"/>
            <p:cNvSpPr/>
            <p:nvPr/>
          </p:nvSpPr>
          <p:spPr>
            <a:xfrm>
              <a:off x="4647739" y="445248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691A8">
                <a:alpha val="100000"/>
              </a:srgbClr>
            </a:solidFill>
            <a:ln w="5420" cap="flat">
              <a:solidFill>
                <a:srgbClr val="3691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51" name="pg2151"/>
            <p:cNvSpPr/>
            <p:nvPr/>
          </p:nvSpPr>
          <p:spPr>
            <a:xfrm>
              <a:off x="4659376" y="445248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594A8">
                <a:alpha val="100000"/>
              </a:srgbClr>
            </a:solidFill>
            <a:ln w="5420" cap="flat">
              <a:solidFill>
                <a:srgbClr val="3594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52" name="pg2152"/>
            <p:cNvSpPr/>
            <p:nvPr/>
          </p:nvSpPr>
          <p:spPr>
            <a:xfrm>
              <a:off x="4671013" y="445248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598A9">
                <a:alpha val="100000"/>
              </a:srgbClr>
            </a:solidFill>
            <a:ln w="5420" cap="flat">
              <a:solidFill>
                <a:srgbClr val="3598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53" name="pg2153"/>
            <p:cNvSpPr/>
            <p:nvPr/>
          </p:nvSpPr>
          <p:spPr>
            <a:xfrm>
              <a:off x="4682651" y="445248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9CA9">
                <a:alpha val="100000"/>
              </a:srgbClr>
            </a:solidFill>
            <a:ln w="5420" cap="flat">
              <a:solidFill>
                <a:srgbClr val="399C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54" name="pg2154"/>
            <p:cNvSpPr/>
            <p:nvPr/>
          </p:nvSpPr>
          <p:spPr>
            <a:xfrm>
              <a:off x="4694288" y="445248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DA0AA">
                <a:alpha val="100000"/>
              </a:srgbClr>
            </a:solidFill>
            <a:ln w="5420" cap="flat">
              <a:solidFill>
                <a:srgbClr val="3DA0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55" name="pg2155"/>
            <p:cNvSpPr/>
            <p:nvPr/>
          </p:nvSpPr>
          <p:spPr>
            <a:xfrm>
              <a:off x="4612827" y="446678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889A6">
                <a:alpha val="100000"/>
              </a:srgbClr>
            </a:solidFill>
            <a:ln w="5420" cap="flat">
              <a:solidFill>
                <a:srgbClr val="3889A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56" name="pg2156"/>
            <p:cNvSpPr/>
            <p:nvPr/>
          </p:nvSpPr>
          <p:spPr>
            <a:xfrm>
              <a:off x="4624464" y="446678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88BA6">
                <a:alpha val="100000"/>
              </a:srgbClr>
            </a:solidFill>
            <a:ln w="5420" cap="flat">
              <a:solidFill>
                <a:srgbClr val="388BA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57" name="pg2157"/>
            <p:cNvSpPr/>
            <p:nvPr/>
          </p:nvSpPr>
          <p:spPr>
            <a:xfrm>
              <a:off x="4636101" y="446678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8EA7">
                <a:alpha val="100000"/>
              </a:srgbClr>
            </a:solidFill>
            <a:ln w="5420" cap="flat">
              <a:solidFill>
                <a:srgbClr val="378E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58" name="pg2158"/>
            <p:cNvSpPr/>
            <p:nvPr/>
          </p:nvSpPr>
          <p:spPr>
            <a:xfrm>
              <a:off x="4647739" y="446678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68FA7">
                <a:alpha val="100000"/>
              </a:srgbClr>
            </a:solidFill>
            <a:ln w="5420" cap="flat">
              <a:solidFill>
                <a:srgbClr val="368F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59" name="pg2159"/>
            <p:cNvSpPr/>
            <p:nvPr/>
          </p:nvSpPr>
          <p:spPr>
            <a:xfrm>
              <a:off x="4659376" y="446678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692A8">
                <a:alpha val="100000"/>
              </a:srgbClr>
            </a:solidFill>
            <a:ln w="5420" cap="flat">
              <a:solidFill>
                <a:srgbClr val="3692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60" name="pg2160"/>
            <p:cNvSpPr/>
            <p:nvPr/>
          </p:nvSpPr>
          <p:spPr>
            <a:xfrm>
              <a:off x="4671013" y="446678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595A9">
                <a:alpha val="100000"/>
              </a:srgbClr>
            </a:solidFill>
            <a:ln w="5420" cap="flat">
              <a:solidFill>
                <a:srgbClr val="3595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61" name="pg2161"/>
            <p:cNvSpPr/>
            <p:nvPr/>
          </p:nvSpPr>
          <p:spPr>
            <a:xfrm>
              <a:off x="4682651" y="446678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598A9">
                <a:alpha val="100000"/>
              </a:srgbClr>
            </a:solidFill>
            <a:ln w="5420" cap="flat">
              <a:solidFill>
                <a:srgbClr val="3598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62" name="pg2162"/>
            <p:cNvSpPr/>
            <p:nvPr/>
          </p:nvSpPr>
          <p:spPr>
            <a:xfrm>
              <a:off x="4589552" y="448108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87A6">
                <a:alpha val="100000"/>
              </a:srgbClr>
            </a:solidFill>
            <a:ln w="5420" cap="flat">
              <a:solidFill>
                <a:srgbClr val="3987A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63" name="pg2163"/>
            <p:cNvSpPr/>
            <p:nvPr/>
          </p:nvSpPr>
          <p:spPr>
            <a:xfrm>
              <a:off x="4601190" y="448108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85A5">
                <a:alpha val="100000"/>
              </a:srgbClr>
            </a:solidFill>
            <a:ln w="5420" cap="flat">
              <a:solidFill>
                <a:srgbClr val="3985A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64" name="pg2164"/>
            <p:cNvSpPr/>
            <p:nvPr/>
          </p:nvSpPr>
          <p:spPr>
            <a:xfrm>
              <a:off x="4612827" y="448108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85A5">
                <a:alpha val="100000"/>
              </a:srgbClr>
            </a:solidFill>
            <a:ln w="5420" cap="flat">
              <a:solidFill>
                <a:srgbClr val="3985A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65" name="pg2165"/>
            <p:cNvSpPr/>
            <p:nvPr/>
          </p:nvSpPr>
          <p:spPr>
            <a:xfrm>
              <a:off x="4624464" y="448108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88AA6">
                <a:alpha val="100000"/>
              </a:srgbClr>
            </a:solidFill>
            <a:ln w="5420" cap="flat">
              <a:solidFill>
                <a:srgbClr val="388AA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66" name="pg2166"/>
            <p:cNvSpPr/>
            <p:nvPr/>
          </p:nvSpPr>
          <p:spPr>
            <a:xfrm>
              <a:off x="4636101" y="448108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8EA7">
                <a:alpha val="100000"/>
              </a:srgbClr>
            </a:solidFill>
            <a:ln w="5420" cap="flat">
              <a:solidFill>
                <a:srgbClr val="378E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67" name="pg2167"/>
            <p:cNvSpPr/>
            <p:nvPr/>
          </p:nvSpPr>
          <p:spPr>
            <a:xfrm>
              <a:off x="4647739" y="448108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8FA7">
                <a:alpha val="100000"/>
              </a:srgbClr>
            </a:solidFill>
            <a:ln w="5420" cap="flat">
              <a:solidFill>
                <a:srgbClr val="378F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68" name="pg2168"/>
            <p:cNvSpPr/>
            <p:nvPr/>
          </p:nvSpPr>
          <p:spPr>
            <a:xfrm>
              <a:off x="4659376" y="448108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690A8">
                <a:alpha val="100000"/>
              </a:srgbClr>
            </a:solidFill>
            <a:ln w="5420" cap="flat">
              <a:solidFill>
                <a:srgbClr val="3690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69" name="pg2169"/>
            <p:cNvSpPr/>
            <p:nvPr/>
          </p:nvSpPr>
          <p:spPr>
            <a:xfrm>
              <a:off x="4671013" y="448108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693A8">
                <a:alpha val="100000"/>
              </a:srgbClr>
            </a:solidFill>
            <a:ln w="5420" cap="flat">
              <a:solidFill>
                <a:srgbClr val="3693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70" name="pg2170"/>
            <p:cNvSpPr/>
            <p:nvPr/>
          </p:nvSpPr>
          <p:spPr>
            <a:xfrm>
              <a:off x="4589552" y="449538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887A6">
                <a:alpha val="100000"/>
              </a:srgbClr>
            </a:solidFill>
            <a:ln w="5420" cap="flat">
              <a:solidFill>
                <a:srgbClr val="3887A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71" name="pg2171"/>
            <p:cNvSpPr/>
            <p:nvPr/>
          </p:nvSpPr>
          <p:spPr>
            <a:xfrm>
              <a:off x="4601190" y="449538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83A5">
                <a:alpha val="100000"/>
              </a:srgbClr>
            </a:solidFill>
            <a:ln w="5420" cap="flat">
              <a:solidFill>
                <a:srgbClr val="3983A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72" name="pg2172"/>
            <p:cNvSpPr/>
            <p:nvPr/>
          </p:nvSpPr>
          <p:spPr>
            <a:xfrm>
              <a:off x="4612827" y="449538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DA3">
                <a:alpha val="100000"/>
              </a:srgbClr>
            </a:solidFill>
            <a:ln w="5420" cap="flat">
              <a:solidFill>
                <a:srgbClr val="3A7DA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73" name="pg2173"/>
            <p:cNvSpPr/>
            <p:nvPr/>
          </p:nvSpPr>
          <p:spPr>
            <a:xfrm>
              <a:off x="4624464" y="449538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87A6">
                <a:alpha val="100000"/>
              </a:srgbClr>
            </a:solidFill>
            <a:ln w="5420" cap="flat">
              <a:solidFill>
                <a:srgbClr val="3987A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74" name="pg2174"/>
            <p:cNvSpPr/>
            <p:nvPr/>
          </p:nvSpPr>
          <p:spPr>
            <a:xfrm>
              <a:off x="4636101" y="449538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8EA7">
                <a:alpha val="100000"/>
              </a:srgbClr>
            </a:solidFill>
            <a:ln w="5420" cap="flat">
              <a:solidFill>
                <a:srgbClr val="378E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75" name="pg2175"/>
            <p:cNvSpPr/>
            <p:nvPr/>
          </p:nvSpPr>
          <p:spPr>
            <a:xfrm>
              <a:off x="4647739" y="449538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8EA7">
                <a:alpha val="100000"/>
              </a:srgbClr>
            </a:solidFill>
            <a:ln w="5420" cap="flat">
              <a:solidFill>
                <a:srgbClr val="378E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76" name="pg2176"/>
            <p:cNvSpPr/>
            <p:nvPr/>
          </p:nvSpPr>
          <p:spPr>
            <a:xfrm>
              <a:off x="4659376" y="449538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8FA7">
                <a:alpha val="100000"/>
              </a:srgbClr>
            </a:solidFill>
            <a:ln w="5420" cap="flat">
              <a:solidFill>
                <a:srgbClr val="378F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77" name="pg2177"/>
            <p:cNvSpPr/>
            <p:nvPr/>
          </p:nvSpPr>
          <p:spPr>
            <a:xfrm>
              <a:off x="4577915" y="450968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8DA7">
                <a:alpha val="100000"/>
              </a:srgbClr>
            </a:solidFill>
            <a:ln w="5420" cap="flat">
              <a:solidFill>
                <a:srgbClr val="378D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78" name="pg2178"/>
            <p:cNvSpPr/>
            <p:nvPr/>
          </p:nvSpPr>
          <p:spPr>
            <a:xfrm>
              <a:off x="4589552" y="450968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889A6">
                <a:alpha val="100000"/>
              </a:srgbClr>
            </a:solidFill>
            <a:ln w="5420" cap="flat">
              <a:solidFill>
                <a:srgbClr val="3889A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79" name="pg2179"/>
            <p:cNvSpPr/>
            <p:nvPr/>
          </p:nvSpPr>
          <p:spPr>
            <a:xfrm>
              <a:off x="4601190" y="450968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85A5">
                <a:alpha val="100000"/>
              </a:srgbClr>
            </a:solidFill>
            <a:ln w="5420" cap="flat">
              <a:solidFill>
                <a:srgbClr val="3985A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80" name="pg2180"/>
            <p:cNvSpPr/>
            <p:nvPr/>
          </p:nvSpPr>
          <p:spPr>
            <a:xfrm>
              <a:off x="4612827" y="450968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82A4">
                <a:alpha val="100000"/>
              </a:srgbClr>
            </a:solidFill>
            <a:ln w="5420" cap="flat">
              <a:solidFill>
                <a:srgbClr val="3982A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81" name="pg2181"/>
            <p:cNvSpPr/>
            <p:nvPr/>
          </p:nvSpPr>
          <p:spPr>
            <a:xfrm>
              <a:off x="4624464" y="450968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85A5">
                <a:alpha val="100000"/>
              </a:srgbClr>
            </a:solidFill>
            <a:ln w="5420" cap="flat">
              <a:solidFill>
                <a:srgbClr val="3985A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82" name="pg2182"/>
            <p:cNvSpPr/>
            <p:nvPr/>
          </p:nvSpPr>
          <p:spPr>
            <a:xfrm>
              <a:off x="4636101" y="450968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8DA7">
                <a:alpha val="100000"/>
              </a:srgbClr>
            </a:solidFill>
            <a:ln w="5420" cap="flat">
              <a:solidFill>
                <a:srgbClr val="378D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83" name="pg2183"/>
            <p:cNvSpPr/>
            <p:nvPr/>
          </p:nvSpPr>
          <p:spPr>
            <a:xfrm>
              <a:off x="4647739" y="450968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8EA7">
                <a:alpha val="100000"/>
              </a:srgbClr>
            </a:solidFill>
            <a:ln w="5420" cap="flat">
              <a:solidFill>
                <a:srgbClr val="378E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84" name="pg2184"/>
            <p:cNvSpPr/>
            <p:nvPr/>
          </p:nvSpPr>
          <p:spPr>
            <a:xfrm>
              <a:off x="4577915" y="452398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595A9">
                <a:alpha val="100000"/>
              </a:srgbClr>
            </a:solidFill>
            <a:ln w="5420" cap="flat">
              <a:solidFill>
                <a:srgbClr val="3595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85" name="pg2185"/>
            <p:cNvSpPr/>
            <p:nvPr/>
          </p:nvSpPr>
          <p:spPr>
            <a:xfrm>
              <a:off x="4589552" y="452398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594A8">
                <a:alpha val="100000"/>
              </a:srgbClr>
            </a:solidFill>
            <a:ln w="5420" cap="flat">
              <a:solidFill>
                <a:srgbClr val="3594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86" name="pg2186"/>
            <p:cNvSpPr/>
            <p:nvPr/>
          </p:nvSpPr>
          <p:spPr>
            <a:xfrm>
              <a:off x="4601190" y="452398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692A8">
                <a:alpha val="100000"/>
              </a:srgbClr>
            </a:solidFill>
            <a:ln w="5420" cap="flat">
              <a:solidFill>
                <a:srgbClr val="3692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87" name="pg2187"/>
            <p:cNvSpPr/>
            <p:nvPr/>
          </p:nvSpPr>
          <p:spPr>
            <a:xfrm>
              <a:off x="4612827" y="452398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8FA7">
                <a:alpha val="100000"/>
              </a:srgbClr>
            </a:solidFill>
            <a:ln w="5420" cap="flat">
              <a:solidFill>
                <a:srgbClr val="378F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88" name="pg2188"/>
            <p:cNvSpPr/>
            <p:nvPr/>
          </p:nvSpPr>
          <p:spPr>
            <a:xfrm>
              <a:off x="4624464" y="452398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8EA7">
                <a:alpha val="100000"/>
              </a:srgbClr>
            </a:solidFill>
            <a:ln w="5420" cap="flat">
              <a:solidFill>
                <a:srgbClr val="378E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89" name="pg2189"/>
            <p:cNvSpPr/>
            <p:nvPr/>
          </p:nvSpPr>
          <p:spPr>
            <a:xfrm>
              <a:off x="4636101" y="452398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8EA7">
                <a:alpha val="100000"/>
              </a:srgbClr>
            </a:solidFill>
            <a:ln w="5420" cap="flat">
              <a:solidFill>
                <a:srgbClr val="378E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90" name="pg2190"/>
            <p:cNvSpPr/>
            <p:nvPr/>
          </p:nvSpPr>
          <p:spPr>
            <a:xfrm>
              <a:off x="4566278" y="453828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699A9">
                <a:alpha val="100000"/>
              </a:srgbClr>
            </a:solidFill>
            <a:ln w="5420" cap="flat">
              <a:solidFill>
                <a:srgbClr val="3699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91" name="pg2191"/>
            <p:cNvSpPr/>
            <p:nvPr/>
          </p:nvSpPr>
          <p:spPr>
            <a:xfrm>
              <a:off x="4577915" y="453828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699A9">
                <a:alpha val="100000"/>
              </a:srgbClr>
            </a:solidFill>
            <a:ln w="5420" cap="flat">
              <a:solidFill>
                <a:srgbClr val="3699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92" name="pg2192"/>
            <p:cNvSpPr/>
            <p:nvPr/>
          </p:nvSpPr>
          <p:spPr>
            <a:xfrm>
              <a:off x="4589552" y="453828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598A9">
                <a:alpha val="100000"/>
              </a:srgbClr>
            </a:solidFill>
            <a:ln w="5420" cap="flat">
              <a:solidFill>
                <a:srgbClr val="3598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93" name="pg2193"/>
            <p:cNvSpPr/>
            <p:nvPr/>
          </p:nvSpPr>
          <p:spPr>
            <a:xfrm>
              <a:off x="4601190" y="453828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497A9">
                <a:alpha val="100000"/>
              </a:srgbClr>
            </a:solidFill>
            <a:ln w="5420" cap="flat">
              <a:solidFill>
                <a:srgbClr val="3497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94" name="pg2194"/>
            <p:cNvSpPr/>
            <p:nvPr/>
          </p:nvSpPr>
          <p:spPr>
            <a:xfrm>
              <a:off x="4612827" y="453828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594A8">
                <a:alpha val="100000"/>
              </a:srgbClr>
            </a:solidFill>
            <a:ln w="5420" cap="flat">
              <a:solidFill>
                <a:srgbClr val="3594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95" name="pg2195"/>
            <p:cNvSpPr/>
            <p:nvPr/>
          </p:nvSpPr>
          <p:spPr>
            <a:xfrm>
              <a:off x="4624464" y="453828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693A8">
                <a:alpha val="100000"/>
              </a:srgbClr>
            </a:solidFill>
            <a:ln w="5420" cap="flat">
              <a:solidFill>
                <a:srgbClr val="3693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96" name="pg2196"/>
            <p:cNvSpPr/>
            <p:nvPr/>
          </p:nvSpPr>
          <p:spPr>
            <a:xfrm>
              <a:off x="4566278" y="455258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9AA9">
                <a:alpha val="100000"/>
              </a:srgbClr>
            </a:solidFill>
            <a:ln w="5420" cap="flat">
              <a:solidFill>
                <a:srgbClr val="379A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97" name="pg2197"/>
            <p:cNvSpPr/>
            <p:nvPr/>
          </p:nvSpPr>
          <p:spPr>
            <a:xfrm>
              <a:off x="4577915" y="455258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89AA9">
                <a:alpha val="100000"/>
              </a:srgbClr>
            </a:solidFill>
            <a:ln w="5420" cap="flat">
              <a:solidFill>
                <a:srgbClr val="389A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98" name="pg2198"/>
            <p:cNvSpPr/>
            <p:nvPr/>
          </p:nvSpPr>
          <p:spPr>
            <a:xfrm>
              <a:off x="4589552" y="455258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9AA9">
                <a:alpha val="100000"/>
              </a:srgbClr>
            </a:solidFill>
            <a:ln w="5420" cap="flat">
              <a:solidFill>
                <a:srgbClr val="379A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99" name="pg2199"/>
            <p:cNvSpPr/>
            <p:nvPr/>
          </p:nvSpPr>
          <p:spPr>
            <a:xfrm>
              <a:off x="4601190" y="455258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699A9">
                <a:alpha val="100000"/>
              </a:srgbClr>
            </a:solidFill>
            <a:ln w="5420" cap="flat">
              <a:solidFill>
                <a:srgbClr val="3699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00" name="pg2200"/>
            <p:cNvSpPr/>
            <p:nvPr/>
          </p:nvSpPr>
          <p:spPr>
            <a:xfrm>
              <a:off x="4612827" y="455258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497A9">
                <a:alpha val="100000"/>
              </a:srgbClr>
            </a:solidFill>
            <a:ln w="5420" cap="flat">
              <a:solidFill>
                <a:srgbClr val="3497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01" name="pg2201"/>
            <p:cNvSpPr/>
            <p:nvPr/>
          </p:nvSpPr>
          <p:spPr>
            <a:xfrm>
              <a:off x="4554640" y="456688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99A9">
                <a:alpha val="100000"/>
              </a:srgbClr>
            </a:solidFill>
            <a:ln w="5420" cap="flat">
              <a:solidFill>
                <a:srgbClr val="3799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02" name="pg2202"/>
            <p:cNvSpPr/>
            <p:nvPr/>
          </p:nvSpPr>
          <p:spPr>
            <a:xfrm>
              <a:off x="4566278" y="456688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9AA9">
                <a:alpha val="100000"/>
              </a:srgbClr>
            </a:solidFill>
            <a:ln w="5420" cap="flat">
              <a:solidFill>
                <a:srgbClr val="379A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03" name="pg2203"/>
            <p:cNvSpPr/>
            <p:nvPr/>
          </p:nvSpPr>
          <p:spPr>
            <a:xfrm>
              <a:off x="4577915" y="456688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89AA9">
                <a:alpha val="100000"/>
              </a:srgbClr>
            </a:solidFill>
            <a:ln w="5420" cap="flat">
              <a:solidFill>
                <a:srgbClr val="389A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04" name="pg2204"/>
            <p:cNvSpPr/>
            <p:nvPr/>
          </p:nvSpPr>
          <p:spPr>
            <a:xfrm>
              <a:off x="4589552" y="456688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9AA9">
                <a:alpha val="100000"/>
              </a:srgbClr>
            </a:solidFill>
            <a:ln w="5420" cap="flat">
              <a:solidFill>
                <a:srgbClr val="379A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05" name="pg2205"/>
            <p:cNvSpPr/>
            <p:nvPr/>
          </p:nvSpPr>
          <p:spPr>
            <a:xfrm>
              <a:off x="4601190" y="456688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699A9">
                <a:alpha val="100000"/>
              </a:srgbClr>
            </a:solidFill>
            <a:ln w="5420" cap="flat">
              <a:solidFill>
                <a:srgbClr val="3699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06" name="pg2206"/>
            <p:cNvSpPr/>
            <p:nvPr/>
          </p:nvSpPr>
          <p:spPr>
            <a:xfrm>
              <a:off x="4612827" y="456688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598A9">
                <a:alpha val="100000"/>
              </a:srgbClr>
            </a:solidFill>
            <a:ln w="5420" cap="flat">
              <a:solidFill>
                <a:srgbClr val="3598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07" name="pg2207"/>
            <p:cNvSpPr/>
            <p:nvPr/>
          </p:nvSpPr>
          <p:spPr>
            <a:xfrm>
              <a:off x="4554640" y="458119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699A9">
                <a:alpha val="100000"/>
              </a:srgbClr>
            </a:solidFill>
            <a:ln w="5420" cap="flat">
              <a:solidFill>
                <a:srgbClr val="3699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08" name="pg2208"/>
            <p:cNvSpPr/>
            <p:nvPr/>
          </p:nvSpPr>
          <p:spPr>
            <a:xfrm>
              <a:off x="4566278" y="458119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99A9">
                <a:alpha val="100000"/>
              </a:srgbClr>
            </a:solidFill>
            <a:ln w="5420" cap="flat">
              <a:solidFill>
                <a:srgbClr val="3799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09" name="pg2209"/>
            <p:cNvSpPr/>
            <p:nvPr/>
          </p:nvSpPr>
          <p:spPr>
            <a:xfrm>
              <a:off x="4577915" y="458119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9AA9">
                <a:alpha val="100000"/>
              </a:srgbClr>
            </a:solidFill>
            <a:ln w="5420" cap="flat">
              <a:solidFill>
                <a:srgbClr val="379A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10" name="pg2210"/>
            <p:cNvSpPr/>
            <p:nvPr/>
          </p:nvSpPr>
          <p:spPr>
            <a:xfrm>
              <a:off x="4589552" y="458119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99A9">
                <a:alpha val="100000"/>
              </a:srgbClr>
            </a:solidFill>
            <a:ln w="5420" cap="flat">
              <a:solidFill>
                <a:srgbClr val="3799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11" name="pg2211"/>
            <p:cNvSpPr/>
            <p:nvPr/>
          </p:nvSpPr>
          <p:spPr>
            <a:xfrm>
              <a:off x="4601190" y="458119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699A9">
                <a:alpha val="100000"/>
              </a:srgbClr>
            </a:solidFill>
            <a:ln w="5420" cap="flat">
              <a:solidFill>
                <a:srgbClr val="3699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12" name="pg2212"/>
            <p:cNvSpPr/>
            <p:nvPr/>
          </p:nvSpPr>
          <p:spPr>
            <a:xfrm>
              <a:off x="4543003" y="459549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698A9">
                <a:alpha val="100000"/>
              </a:srgbClr>
            </a:solidFill>
            <a:ln w="5420" cap="flat">
              <a:solidFill>
                <a:srgbClr val="3698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13" name="pg2213"/>
            <p:cNvSpPr/>
            <p:nvPr/>
          </p:nvSpPr>
          <p:spPr>
            <a:xfrm>
              <a:off x="4554640" y="459549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699A9">
                <a:alpha val="100000"/>
              </a:srgbClr>
            </a:solidFill>
            <a:ln w="5420" cap="flat">
              <a:solidFill>
                <a:srgbClr val="3699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14" name="pg2214"/>
            <p:cNvSpPr/>
            <p:nvPr/>
          </p:nvSpPr>
          <p:spPr>
            <a:xfrm>
              <a:off x="4566278" y="459549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699A9">
                <a:alpha val="100000"/>
              </a:srgbClr>
            </a:solidFill>
            <a:ln w="5420" cap="flat">
              <a:solidFill>
                <a:srgbClr val="3699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15" name="pg2215"/>
            <p:cNvSpPr/>
            <p:nvPr/>
          </p:nvSpPr>
          <p:spPr>
            <a:xfrm>
              <a:off x="4577915" y="459549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699A9">
                <a:alpha val="100000"/>
              </a:srgbClr>
            </a:solidFill>
            <a:ln w="5420" cap="flat">
              <a:solidFill>
                <a:srgbClr val="3699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16" name="pg2216"/>
            <p:cNvSpPr/>
            <p:nvPr/>
          </p:nvSpPr>
          <p:spPr>
            <a:xfrm>
              <a:off x="4589552" y="459549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699A9">
                <a:alpha val="100000"/>
              </a:srgbClr>
            </a:solidFill>
            <a:ln w="5420" cap="flat">
              <a:solidFill>
                <a:srgbClr val="3699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17" name="pg2217"/>
            <p:cNvSpPr/>
            <p:nvPr/>
          </p:nvSpPr>
          <p:spPr>
            <a:xfrm>
              <a:off x="4601190" y="459549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698A9">
                <a:alpha val="100000"/>
              </a:srgbClr>
            </a:solidFill>
            <a:ln w="5420" cap="flat">
              <a:solidFill>
                <a:srgbClr val="3698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18" name="pg2218"/>
            <p:cNvSpPr/>
            <p:nvPr/>
          </p:nvSpPr>
          <p:spPr>
            <a:xfrm>
              <a:off x="4543003" y="460979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598A9">
                <a:alpha val="100000"/>
              </a:srgbClr>
            </a:solidFill>
            <a:ln w="5420" cap="flat">
              <a:solidFill>
                <a:srgbClr val="3598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19" name="pg2219"/>
            <p:cNvSpPr/>
            <p:nvPr/>
          </p:nvSpPr>
          <p:spPr>
            <a:xfrm>
              <a:off x="4554640" y="460979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598A9">
                <a:alpha val="100000"/>
              </a:srgbClr>
            </a:solidFill>
            <a:ln w="5420" cap="flat">
              <a:solidFill>
                <a:srgbClr val="3598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20" name="pg2220"/>
            <p:cNvSpPr/>
            <p:nvPr/>
          </p:nvSpPr>
          <p:spPr>
            <a:xfrm>
              <a:off x="4566278" y="460979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598A9">
                <a:alpha val="100000"/>
              </a:srgbClr>
            </a:solidFill>
            <a:ln w="5420" cap="flat">
              <a:solidFill>
                <a:srgbClr val="3598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21" name="pg2221"/>
            <p:cNvSpPr/>
            <p:nvPr/>
          </p:nvSpPr>
          <p:spPr>
            <a:xfrm>
              <a:off x="4577915" y="460979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598A9">
                <a:alpha val="100000"/>
              </a:srgbClr>
            </a:solidFill>
            <a:ln w="5420" cap="flat">
              <a:solidFill>
                <a:srgbClr val="3598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22" name="pg2222"/>
            <p:cNvSpPr/>
            <p:nvPr/>
          </p:nvSpPr>
          <p:spPr>
            <a:xfrm>
              <a:off x="4589552" y="460979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598A9">
                <a:alpha val="100000"/>
              </a:srgbClr>
            </a:solidFill>
            <a:ln w="5420" cap="flat">
              <a:solidFill>
                <a:srgbClr val="3598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23" name="pg2223"/>
            <p:cNvSpPr/>
            <p:nvPr/>
          </p:nvSpPr>
          <p:spPr>
            <a:xfrm>
              <a:off x="4601190" y="460979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598A9">
                <a:alpha val="100000"/>
              </a:srgbClr>
            </a:solidFill>
            <a:ln w="5420" cap="flat">
              <a:solidFill>
                <a:srgbClr val="3598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24" name="pg2224"/>
            <p:cNvSpPr/>
            <p:nvPr/>
          </p:nvSpPr>
          <p:spPr>
            <a:xfrm>
              <a:off x="4543003" y="462409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497A9">
                <a:alpha val="100000"/>
              </a:srgbClr>
            </a:solidFill>
            <a:ln w="5420" cap="flat">
              <a:solidFill>
                <a:srgbClr val="3497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25" name="pg2225"/>
            <p:cNvSpPr/>
            <p:nvPr/>
          </p:nvSpPr>
          <p:spPr>
            <a:xfrm>
              <a:off x="4554640" y="462409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497A9">
                <a:alpha val="100000"/>
              </a:srgbClr>
            </a:solidFill>
            <a:ln w="5420" cap="flat">
              <a:solidFill>
                <a:srgbClr val="3497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26" name="pg2226"/>
            <p:cNvSpPr/>
            <p:nvPr/>
          </p:nvSpPr>
          <p:spPr>
            <a:xfrm>
              <a:off x="4566278" y="462409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497A9">
                <a:alpha val="100000"/>
              </a:srgbClr>
            </a:solidFill>
            <a:ln w="5420" cap="flat">
              <a:solidFill>
                <a:srgbClr val="3497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27" name="pg2227"/>
            <p:cNvSpPr/>
            <p:nvPr/>
          </p:nvSpPr>
          <p:spPr>
            <a:xfrm>
              <a:off x="4577915" y="462409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497A9">
                <a:alpha val="100000"/>
              </a:srgbClr>
            </a:solidFill>
            <a:ln w="5420" cap="flat">
              <a:solidFill>
                <a:srgbClr val="3497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28" name="pg2228"/>
            <p:cNvSpPr/>
            <p:nvPr/>
          </p:nvSpPr>
          <p:spPr>
            <a:xfrm>
              <a:off x="4589552" y="462409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497A9">
                <a:alpha val="100000"/>
              </a:srgbClr>
            </a:solidFill>
            <a:ln w="5420" cap="flat">
              <a:solidFill>
                <a:srgbClr val="3497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29" name="pg2229"/>
            <p:cNvSpPr/>
            <p:nvPr/>
          </p:nvSpPr>
          <p:spPr>
            <a:xfrm>
              <a:off x="3856400" y="463839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BD5B6">
                <a:alpha val="100000"/>
              </a:srgbClr>
            </a:solidFill>
            <a:ln w="5420" cap="flat">
              <a:solidFill>
                <a:srgbClr val="7BD5B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30" name="pg2230"/>
            <p:cNvSpPr/>
            <p:nvPr/>
          </p:nvSpPr>
          <p:spPr>
            <a:xfrm>
              <a:off x="3868038" y="463839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8D4B5">
                <a:alpha val="100000"/>
              </a:srgbClr>
            </a:solidFill>
            <a:ln w="5420" cap="flat">
              <a:solidFill>
                <a:srgbClr val="78D4B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31" name="pg2231"/>
            <p:cNvSpPr/>
            <p:nvPr/>
          </p:nvSpPr>
          <p:spPr>
            <a:xfrm>
              <a:off x="3879675" y="463839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5D4B4">
                <a:alpha val="100000"/>
              </a:srgbClr>
            </a:solidFill>
            <a:ln w="5420" cap="flat">
              <a:solidFill>
                <a:srgbClr val="75D4B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32" name="pg2232"/>
            <p:cNvSpPr/>
            <p:nvPr/>
          </p:nvSpPr>
          <p:spPr>
            <a:xfrm>
              <a:off x="3891312" y="463839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3D3B3">
                <a:alpha val="100000"/>
              </a:srgbClr>
            </a:solidFill>
            <a:ln w="5420" cap="flat">
              <a:solidFill>
                <a:srgbClr val="73D3B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33" name="pg2233"/>
            <p:cNvSpPr/>
            <p:nvPr/>
          </p:nvSpPr>
          <p:spPr>
            <a:xfrm>
              <a:off x="4543003" y="463839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496A9">
                <a:alpha val="100000"/>
              </a:srgbClr>
            </a:solidFill>
            <a:ln w="5420" cap="flat">
              <a:solidFill>
                <a:srgbClr val="3496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34" name="pg2234"/>
            <p:cNvSpPr/>
            <p:nvPr/>
          </p:nvSpPr>
          <p:spPr>
            <a:xfrm>
              <a:off x="4554640" y="463839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496A9">
                <a:alpha val="100000"/>
              </a:srgbClr>
            </a:solidFill>
            <a:ln w="5420" cap="flat">
              <a:solidFill>
                <a:srgbClr val="3496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35" name="pg2235"/>
            <p:cNvSpPr/>
            <p:nvPr/>
          </p:nvSpPr>
          <p:spPr>
            <a:xfrm>
              <a:off x="4566278" y="463839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496A9">
                <a:alpha val="100000"/>
              </a:srgbClr>
            </a:solidFill>
            <a:ln w="5420" cap="flat">
              <a:solidFill>
                <a:srgbClr val="3496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36" name="pg2236"/>
            <p:cNvSpPr/>
            <p:nvPr/>
          </p:nvSpPr>
          <p:spPr>
            <a:xfrm>
              <a:off x="4577915" y="463839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496A9">
                <a:alpha val="100000"/>
              </a:srgbClr>
            </a:solidFill>
            <a:ln w="5420" cap="flat">
              <a:solidFill>
                <a:srgbClr val="3496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37" name="pg2237"/>
            <p:cNvSpPr/>
            <p:nvPr/>
          </p:nvSpPr>
          <p:spPr>
            <a:xfrm>
              <a:off x="3856400" y="465269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81D7B9">
                <a:alpha val="100000"/>
              </a:srgbClr>
            </a:solidFill>
            <a:ln w="5420" cap="flat">
              <a:solidFill>
                <a:srgbClr val="81D7B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38" name="pg2238"/>
            <p:cNvSpPr/>
            <p:nvPr/>
          </p:nvSpPr>
          <p:spPr>
            <a:xfrm>
              <a:off x="3868038" y="465269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FD7B8">
                <a:alpha val="100000"/>
              </a:srgbClr>
            </a:solidFill>
            <a:ln w="5420" cap="flat">
              <a:solidFill>
                <a:srgbClr val="7FD7B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39" name="pg2239"/>
            <p:cNvSpPr/>
            <p:nvPr/>
          </p:nvSpPr>
          <p:spPr>
            <a:xfrm>
              <a:off x="3879675" y="465269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CD6B7">
                <a:alpha val="100000"/>
              </a:srgbClr>
            </a:solidFill>
            <a:ln w="5420" cap="flat">
              <a:solidFill>
                <a:srgbClr val="7CD6B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40" name="pg2240"/>
            <p:cNvSpPr/>
            <p:nvPr/>
          </p:nvSpPr>
          <p:spPr>
            <a:xfrm>
              <a:off x="3891312" y="465269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7D4B5">
                <a:alpha val="100000"/>
              </a:srgbClr>
            </a:solidFill>
            <a:ln w="5420" cap="flat">
              <a:solidFill>
                <a:srgbClr val="77D4B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41" name="pg2241"/>
            <p:cNvSpPr/>
            <p:nvPr/>
          </p:nvSpPr>
          <p:spPr>
            <a:xfrm>
              <a:off x="3902950" y="465269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4D4B4">
                <a:alpha val="100000"/>
              </a:srgbClr>
            </a:solidFill>
            <a:ln w="5420" cap="flat">
              <a:solidFill>
                <a:srgbClr val="74D4B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42" name="pg2242"/>
            <p:cNvSpPr/>
            <p:nvPr/>
          </p:nvSpPr>
          <p:spPr>
            <a:xfrm>
              <a:off x="3949499" y="465269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FCCAC">
                <a:alpha val="100000"/>
              </a:srgbClr>
            </a:solidFill>
            <a:ln w="5420" cap="flat">
              <a:solidFill>
                <a:srgbClr val="5FCC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43" name="pg2243"/>
            <p:cNvSpPr/>
            <p:nvPr/>
          </p:nvSpPr>
          <p:spPr>
            <a:xfrm>
              <a:off x="3961136" y="465269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ECBAC">
                <a:alpha val="100000"/>
              </a:srgbClr>
            </a:solidFill>
            <a:ln w="5420" cap="flat">
              <a:solidFill>
                <a:srgbClr val="5ECB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44" name="pg2244"/>
            <p:cNvSpPr/>
            <p:nvPr/>
          </p:nvSpPr>
          <p:spPr>
            <a:xfrm>
              <a:off x="3972774" y="465269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DCAAC">
                <a:alpha val="100000"/>
              </a:srgbClr>
            </a:solidFill>
            <a:ln w="5420" cap="flat">
              <a:solidFill>
                <a:srgbClr val="5DCA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45" name="pg2245"/>
            <p:cNvSpPr/>
            <p:nvPr/>
          </p:nvSpPr>
          <p:spPr>
            <a:xfrm>
              <a:off x="3984411" y="465269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DC9AC">
                <a:alpha val="100000"/>
              </a:srgbClr>
            </a:solidFill>
            <a:ln w="5420" cap="flat">
              <a:solidFill>
                <a:srgbClr val="5DC9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46" name="pg2246"/>
            <p:cNvSpPr/>
            <p:nvPr/>
          </p:nvSpPr>
          <p:spPr>
            <a:xfrm>
              <a:off x="3996048" y="465269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DC9AC">
                <a:alpha val="100000"/>
              </a:srgbClr>
            </a:solidFill>
            <a:ln w="5420" cap="flat">
              <a:solidFill>
                <a:srgbClr val="5DC9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47" name="pg2247"/>
            <p:cNvSpPr/>
            <p:nvPr/>
          </p:nvSpPr>
          <p:spPr>
            <a:xfrm>
              <a:off x="4543003" y="465269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595A8">
                <a:alpha val="100000"/>
              </a:srgbClr>
            </a:solidFill>
            <a:ln w="5420" cap="flat">
              <a:solidFill>
                <a:srgbClr val="3595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48" name="pg2248"/>
            <p:cNvSpPr/>
            <p:nvPr/>
          </p:nvSpPr>
          <p:spPr>
            <a:xfrm>
              <a:off x="4554640" y="465269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594A8">
                <a:alpha val="100000"/>
              </a:srgbClr>
            </a:solidFill>
            <a:ln w="5420" cap="flat">
              <a:solidFill>
                <a:srgbClr val="3594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49" name="pg2249"/>
            <p:cNvSpPr/>
            <p:nvPr/>
          </p:nvSpPr>
          <p:spPr>
            <a:xfrm>
              <a:off x="4566278" y="465269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594A8">
                <a:alpha val="100000"/>
              </a:srgbClr>
            </a:solidFill>
            <a:ln w="5420" cap="flat">
              <a:solidFill>
                <a:srgbClr val="3594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50" name="pg2250"/>
            <p:cNvSpPr/>
            <p:nvPr/>
          </p:nvSpPr>
          <p:spPr>
            <a:xfrm>
              <a:off x="4577915" y="465269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594A8">
                <a:alpha val="100000"/>
              </a:srgbClr>
            </a:solidFill>
            <a:ln w="5420" cap="flat">
              <a:solidFill>
                <a:srgbClr val="3594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51" name="pg2251"/>
            <p:cNvSpPr/>
            <p:nvPr/>
          </p:nvSpPr>
          <p:spPr>
            <a:xfrm>
              <a:off x="4589552" y="465269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594A8">
                <a:alpha val="100000"/>
              </a:srgbClr>
            </a:solidFill>
            <a:ln w="5420" cap="flat">
              <a:solidFill>
                <a:srgbClr val="3594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52" name="pg2252"/>
            <p:cNvSpPr/>
            <p:nvPr/>
          </p:nvSpPr>
          <p:spPr>
            <a:xfrm>
              <a:off x="3774939" y="466699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0CEAC">
                <a:alpha val="100000"/>
              </a:srgbClr>
            </a:solidFill>
            <a:ln w="5420" cap="flat">
              <a:solidFill>
                <a:srgbClr val="60CE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53" name="pg2253"/>
            <p:cNvSpPr/>
            <p:nvPr/>
          </p:nvSpPr>
          <p:spPr>
            <a:xfrm>
              <a:off x="3786576" y="466699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CD1B0">
                <a:alpha val="100000"/>
              </a:srgbClr>
            </a:solidFill>
            <a:ln w="5420" cap="flat">
              <a:solidFill>
                <a:srgbClr val="6CD1B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54" name="pg2254"/>
            <p:cNvSpPr/>
            <p:nvPr/>
          </p:nvSpPr>
          <p:spPr>
            <a:xfrm>
              <a:off x="3844763" y="466699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92DCC0">
                <a:alpha val="100000"/>
              </a:srgbClr>
            </a:solidFill>
            <a:ln w="5420" cap="flat">
              <a:solidFill>
                <a:srgbClr val="92DCC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55" name="pg2255"/>
            <p:cNvSpPr/>
            <p:nvPr/>
          </p:nvSpPr>
          <p:spPr>
            <a:xfrm>
              <a:off x="3856400" y="466699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90DCBF">
                <a:alpha val="100000"/>
              </a:srgbClr>
            </a:solidFill>
            <a:ln w="5420" cap="flat">
              <a:solidFill>
                <a:srgbClr val="90DCB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56" name="pg2256"/>
            <p:cNvSpPr/>
            <p:nvPr/>
          </p:nvSpPr>
          <p:spPr>
            <a:xfrm>
              <a:off x="3868038" y="466699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8CDBBE">
                <a:alpha val="100000"/>
              </a:srgbClr>
            </a:solidFill>
            <a:ln w="5420" cap="flat">
              <a:solidFill>
                <a:srgbClr val="8CDBB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57" name="pg2257"/>
            <p:cNvSpPr/>
            <p:nvPr/>
          </p:nvSpPr>
          <p:spPr>
            <a:xfrm>
              <a:off x="3879675" y="466699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87D9BC">
                <a:alpha val="100000"/>
              </a:srgbClr>
            </a:solidFill>
            <a:ln w="5420" cap="flat">
              <a:solidFill>
                <a:srgbClr val="87D9B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58" name="pg2258"/>
            <p:cNvSpPr/>
            <p:nvPr/>
          </p:nvSpPr>
          <p:spPr>
            <a:xfrm>
              <a:off x="3891312" y="466699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82D7B9">
                <a:alpha val="100000"/>
              </a:srgbClr>
            </a:solidFill>
            <a:ln w="5420" cap="flat">
              <a:solidFill>
                <a:srgbClr val="82D7B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59" name="pg2259"/>
            <p:cNvSpPr/>
            <p:nvPr/>
          </p:nvSpPr>
          <p:spPr>
            <a:xfrm>
              <a:off x="3902950" y="466699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CD6B7">
                <a:alpha val="100000"/>
              </a:srgbClr>
            </a:solidFill>
            <a:ln w="5420" cap="flat">
              <a:solidFill>
                <a:srgbClr val="7CD6B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60" name="pg2260"/>
            <p:cNvSpPr/>
            <p:nvPr/>
          </p:nvSpPr>
          <p:spPr>
            <a:xfrm>
              <a:off x="3949499" y="466699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0CEAC">
                <a:alpha val="100000"/>
              </a:srgbClr>
            </a:solidFill>
            <a:ln w="5420" cap="flat">
              <a:solidFill>
                <a:srgbClr val="60CE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61" name="pg2261"/>
            <p:cNvSpPr/>
            <p:nvPr/>
          </p:nvSpPr>
          <p:spPr>
            <a:xfrm>
              <a:off x="3961136" y="466699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FCCAC">
                <a:alpha val="100000"/>
              </a:srgbClr>
            </a:solidFill>
            <a:ln w="5420" cap="flat">
              <a:solidFill>
                <a:srgbClr val="5FCC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62" name="pg2262"/>
            <p:cNvSpPr/>
            <p:nvPr/>
          </p:nvSpPr>
          <p:spPr>
            <a:xfrm>
              <a:off x="3972774" y="466699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ECBAC">
                <a:alpha val="100000"/>
              </a:srgbClr>
            </a:solidFill>
            <a:ln w="5420" cap="flat">
              <a:solidFill>
                <a:srgbClr val="5ECB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63" name="pg2263"/>
            <p:cNvSpPr/>
            <p:nvPr/>
          </p:nvSpPr>
          <p:spPr>
            <a:xfrm>
              <a:off x="3984411" y="466699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ECAAC">
                <a:alpha val="100000"/>
              </a:srgbClr>
            </a:solidFill>
            <a:ln w="5420" cap="flat">
              <a:solidFill>
                <a:srgbClr val="5ECA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64" name="pg2264"/>
            <p:cNvSpPr/>
            <p:nvPr/>
          </p:nvSpPr>
          <p:spPr>
            <a:xfrm>
              <a:off x="3996048" y="466699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DCAAC">
                <a:alpha val="100000"/>
              </a:srgbClr>
            </a:solidFill>
            <a:ln w="5420" cap="flat">
              <a:solidFill>
                <a:srgbClr val="5DCA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65" name="pg2265"/>
            <p:cNvSpPr/>
            <p:nvPr/>
          </p:nvSpPr>
          <p:spPr>
            <a:xfrm>
              <a:off x="4007686" y="466699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DC9AC">
                <a:alpha val="100000"/>
              </a:srgbClr>
            </a:solidFill>
            <a:ln w="5420" cap="flat">
              <a:solidFill>
                <a:srgbClr val="5DC9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66" name="pg2266"/>
            <p:cNvSpPr/>
            <p:nvPr/>
          </p:nvSpPr>
          <p:spPr>
            <a:xfrm>
              <a:off x="4019323" y="466699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DC9AC">
                <a:alpha val="100000"/>
              </a:srgbClr>
            </a:solidFill>
            <a:ln w="5420" cap="flat">
              <a:solidFill>
                <a:srgbClr val="5DC9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67" name="pg2267"/>
            <p:cNvSpPr/>
            <p:nvPr/>
          </p:nvSpPr>
          <p:spPr>
            <a:xfrm>
              <a:off x="4030960" y="466699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DC9AC">
                <a:alpha val="100000"/>
              </a:srgbClr>
            </a:solidFill>
            <a:ln w="5420" cap="flat">
              <a:solidFill>
                <a:srgbClr val="5DC9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68" name="pg2268"/>
            <p:cNvSpPr/>
            <p:nvPr/>
          </p:nvSpPr>
          <p:spPr>
            <a:xfrm>
              <a:off x="4042598" y="466699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DC9AC">
                <a:alpha val="100000"/>
              </a:srgbClr>
            </a:solidFill>
            <a:ln w="5420" cap="flat">
              <a:solidFill>
                <a:srgbClr val="5DC9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69" name="pg2269"/>
            <p:cNvSpPr/>
            <p:nvPr/>
          </p:nvSpPr>
          <p:spPr>
            <a:xfrm>
              <a:off x="4054235" y="466699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DCAAC">
                <a:alpha val="100000"/>
              </a:srgbClr>
            </a:solidFill>
            <a:ln w="5420" cap="flat">
              <a:solidFill>
                <a:srgbClr val="5DCA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70" name="pg2270"/>
            <p:cNvSpPr/>
            <p:nvPr/>
          </p:nvSpPr>
          <p:spPr>
            <a:xfrm>
              <a:off x="4065872" y="466699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ECAAC">
                <a:alpha val="100000"/>
              </a:srgbClr>
            </a:solidFill>
            <a:ln w="5420" cap="flat">
              <a:solidFill>
                <a:srgbClr val="5ECA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71" name="pg2271"/>
            <p:cNvSpPr/>
            <p:nvPr/>
          </p:nvSpPr>
          <p:spPr>
            <a:xfrm>
              <a:off x="4077510" y="466699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ECBAC">
                <a:alpha val="100000"/>
              </a:srgbClr>
            </a:solidFill>
            <a:ln w="5420" cap="flat">
              <a:solidFill>
                <a:srgbClr val="5ECB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72" name="pg2272"/>
            <p:cNvSpPr/>
            <p:nvPr/>
          </p:nvSpPr>
          <p:spPr>
            <a:xfrm>
              <a:off x="4543003" y="466699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692A8">
                <a:alpha val="100000"/>
              </a:srgbClr>
            </a:solidFill>
            <a:ln w="5420" cap="flat">
              <a:solidFill>
                <a:srgbClr val="3692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73" name="pg2273"/>
            <p:cNvSpPr/>
            <p:nvPr/>
          </p:nvSpPr>
          <p:spPr>
            <a:xfrm>
              <a:off x="4554640" y="466699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691A8">
                <a:alpha val="100000"/>
              </a:srgbClr>
            </a:solidFill>
            <a:ln w="5420" cap="flat">
              <a:solidFill>
                <a:srgbClr val="3691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74" name="pg2274"/>
            <p:cNvSpPr/>
            <p:nvPr/>
          </p:nvSpPr>
          <p:spPr>
            <a:xfrm>
              <a:off x="4566278" y="466699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690A8">
                <a:alpha val="100000"/>
              </a:srgbClr>
            </a:solidFill>
            <a:ln w="5420" cap="flat">
              <a:solidFill>
                <a:srgbClr val="3690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75" name="pg2275"/>
            <p:cNvSpPr/>
            <p:nvPr/>
          </p:nvSpPr>
          <p:spPr>
            <a:xfrm>
              <a:off x="4577915" y="466699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690A8">
                <a:alpha val="100000"/>
              </a:srgbClr>
            </a:solidFill>
            <a:ln w="5420" cap="flat">
              <a:solidFill>
                <a:srgbClr val="3690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76" name="pg2276"/>
            <p:cNvSpPr/>
            <p:nvPr/>
          </p:nvSpPr>
          <p:spPr>
            <a:xfrm>
              <a:off x="4589552" y="466699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691A8">
                <a:alpha val="100000"/>
              </a:srgbClr>
            </a:solidFill>
            <a:ln w="5420" cap="flat">
              <a:solidFill>
                <a:srgbClr val="3691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77" name="pg2277"/>
            <p:cNvSpPr/>
            <p:nvPr/>
          </p:nvSpPr>
          <p:spPr>
            <a:xfrm>
              <a:off x="3623654" y="468129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CB1AB">
                <a:alpha val="100000"/>
              </a:srgbClr>
            </a:solidFill>
            <a:ln w="5420" cap="flat">
              <a:solidFill>
                <a:srgbClr val="4CB1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78" name="pg2278"/>
            <p:cNvSpPr/>
            <p:nvPr/>
          </p:nvSpPr>
          <p:spPr>
            <a:xfrm>
              <a:off x="3635291" y="468129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DB2AB">
                <a:alpha val="100000"/>
              </a:srgbClr>
            </a:solidFill>
            <a:ln w="5420" cap="flat">
              <a:solidFill>
                <a:srgbClr val="4DB2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79" name="pg2279"/>
            <p:cNvSpPr/>
            <p:nvPr/>
          </p:nvSpPr>
          <p:spPr>
            <a:xfrm>
              <a:off x="3646928" y="468129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EB3AB">
                <a:alpha val="100000"/>
              </a:srgbClr>
            </a:solidFill>
            <a:ln w="5420" cap="flat">
              <a:solidFill>
                <a:srgbClr val="4EB3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80" name="pg2280"/>
            <p:cNvSpPr/>
            <p:nvPr/>
          </p:nvSpPr>
          <p:spPr>
            <a:xfrm>
              <a:off x="3658566" y="468129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EB4AB">
                <a:alpha val="100000"/>
              </a:srgbClr>
            </a:solidFill>
            <a:ln w="5420" cap="flat">
              <a:solidFill>
                <a:srgbClr val="4EB4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81" name="pg2281"/>
            <p:cNvSpPr/>
            <p:nvPr/>
          </p:nvSpPr>
          <p:spPr>
            <a:xfrm>
              <a:off x="3670203" y="468129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FB5AB">
                <a:alpha val="100000"/>
              </a:srgbClr>
            </a:solidFill>
            <a:ln w="5420" cap="flat">
              <a:solidFill>
                <a:srgbClr val="4FB5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82" name="pg2282"/>
            <p:cNvSpPr/>
            <p:nvPr/>
          </p:nvSpPr>
          <p:spPr>
            <a:xfrm>
              <a:off x="3728390" y="468129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6BFAB">
                <a:alpha val="100000"/>
              </a:srgbClr>
            </a:solidFill>
            <a:ln w="5420" cap="flat">
              <a:solidFill>
                <a:srgbClr val="56BF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83" name="pg2283"/>
            <p:cNvSpPr/>
            <p:nvPr/>
          </p:nvSpPr>
          <p:spPr>
            <a:xfrm>
              <a:off x="3740027" y="468129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8C2AC">
                <a:alpha val="100000"/>
              </a:srgbClr>
            </a:solidFill>
            <a:ln w="5420" cap="flat">
              <a:solidFill>
                <a:srgbClr val="58C2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84" name="pg2284"/>
            <p:cNvSpPr/>
            <p:nvPr/>
          </p:nvSpPr>
          <p:spPr>
            <a:xfrm>
              <a:off x="3751664" y="468129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BC6AC">
                <a:alpha val="100000"/>
              </a:srgbClr>
            </a:solidFill>
            <a:ln w="5420" cap="flat">
              <a:solidFill>
                <a:srgbClr val="5BC6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85" name="pg2285"/>
            <p:cNvSpPr/>
            <p:nvPr/>
          </p:nvSpPr>
          <p:spPr>
            <a:xfrm>
              <a:off x="3763302" y="468129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DCAAC">
                <a:alpha val="100000"/>
              </a:srgbClr>
            </a:solidFill>
            <a:ln w="5420" cap="flat">
              <a:solidFill>
                <a:srgbClr val="5DCA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86" name="pg2286"/>
            <p:cNvSpPr/>
            <p:nvPr/>
          </p:nvSpPr>
          <p:spPr>
            <a:xfrm>
              <a:off x="3774939" y="468129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0CEAC">
                <a:alpha val="100000"/>
              </a:srgbClr>
            </a:solidFill>
            <a:ln w="5420" cap="flat">
              <a:solidFill>
                <a:srgbClr val="60CE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87" name="pg2287"/>
            <p:cNvSpPr/>
            <p:nvPr/>
          </p:nvSpPr>
          <p:spPr>
            <a:xfrm>
              <a:off x="3786576" y="468129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DD2B1">
                <a:alpha val="100000"/>
              </a:srgbClr>
            </a:solidFill>
            <a:ln w="5420" cap="flat">
              <a:solidFill>
                <a:srgbClr val="6DD2B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88" name="pg2288"/>
            <p:cNvSpPr/>
            <p:nvPr/>
          </p:nvSpPr>
          <p:spPr>
            <a:xfrm>
              <a:off x="3798214" y="468129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AD5B6">
                <a:alpha val="100000"/>
              </a:srgbClr>
            </a:solidFill>
            <a:ln w="5420" cap="flat">
              <a:solidFill>
                <a:srgbClr val="7AD5B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89" name="pg2289"/>
            <p:cNvSpPr/>
            <p:nvPr/>
          </p:nvSpPr>
          <p:spPr>
            <a:xfrm>
              <a:off x="3809851" y="468129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8EDBBE">
                <a:alpha val="100000"/>
              </a:srgbClr>
            </a:solidFill>
            <a:ln w="5420" cap="flat">
              <a:solidFill>
                <a:srgbClr val="8EDBB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90" name="pg2290"/>
            <p:cNvSpPr/>
            <p:nvPr/>
          </p:nvSpPr>
          <p:spPr>
            <a:xfrm>
              <a:off x="3821488" y="468129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94DDC1">
                <a:alpha val="100000"/>
              </a:srgbClr>
            </a:solidFill>
            <a:ln w="5420" cap="flat">
              <a:solidFill>
                <a:srgbClr val="94DDC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91" name="pg2291"/>
            <p:cNvSpPr/>
            <p:nvPr/>
          </p:nvSpPr>
          <p:spPr>
            <a:xfrm>
              <a:off x="3833126" y="468129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97DEC3">
                <a:alpha val="100000"/>
              </a:srgbClr>
            </a:solidFill>
            <a:ln w="5420" cap="flat">
              <a:solidFill>
                <a:srgbClr val="97DEC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92" name="pg2292"/>
            <p:cNvSpPr/>
            <p:nvPr/>
          </p:nvSpPr>
          <p:spPr>
            <a:xfrm>
              <a:off x="3844763" y="468129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98DEC3">
                <a:alpha val="100000"/>
              </a:srgbClr>
            </a:solidFill>
            <a:ln w="5420" cap="flat">
              <a:solidFill>
                <a:srgbClr val="98DEC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93" name="pg2293"/>
            <p:cNvSpPr/>
            <p:nvPr/>
          </p:nvSpPr>
          <p:spPr>
            <a:xfrm>
              <a:off x="3856400" y="468129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95DDC2">
                <a:alpha val="100000"/>
              </a:srgbClr>
            </a:solidFill>
            <a:ln w="5420" cap="flat">
              <a:solidFill>
                <a:srgbClr val="95DDC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94" name="pg2294"/>
            <p:cNvSpPr/>
            <p:nvPr/>
          </p:nvSpPr>
          <p:spPr>
            <a:xfrm>
              <a:off x="3868038" y="468129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91DCC0">
                <a:alpha val="100000"/>
              </a:srgbClr>
            </a:solidFill>
            <a:ln w="5420" cap="flat">
              <a:solidFill>
                <a:srgbClr val="91DCC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95" name="pg2295"/>
            <p:cNvSpPr/>
            <p:nvPr/>
          </p:nvSpPr>
          <p:spPr>
            <a:xfrm>
              <a:off x="3879675" y="468129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8BDABD">
                <a:alpha val="100000"/>
              </a:srgbClr>
            </a:solidFill>
            <a:ln w="5420" cap="flat">
              <a:solidFill>
                <a:srgbClr val="8BDAB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96" name="pg2296"/>
            <p:cNvSpPr/>
            <p:nvPr/>
          </p:nvSpPr>
          <p:spPr>
            <a:xfrm>
              <a:off x="3891312" y="468129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85D8BA">
                <a:alpha val="100000"/>
              </a:srgbClr>
            </a:solidFill>
            <a:ln w="5420" cap="flat">
              <a:solidFill>
                <a:srgbClr val="85D8B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97" name="pg2297"/>
            <p:cNvSpPr/>
            <p:nvPr/>
          </p:nvSpPr>
          <p:spPr>
            <a:xfrm>
              <a:off x="3902950" y="468129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ED6B8">
                <a:alpha val="100000"/>
              </a:srgbClr>
            </a:solidFill>
            <a:ln w="5420" cap="flat">
              <a:solidFill>
                <a:srgbClr val="7ED6B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98" name="pg2298"/>
            <p:cNvSpPr/>
            <p:nvPr/>
          </p:nvSpPr>
          <p:spPr>
            <a:xfrm>
              <a:off x="3914587" y="468129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8D4B5">
                <a:alpha val="100000"/>
              </a:srgbClr>
            </a:solidFill>
            <a:ln w="5420" cap="flat">
              <a:solidFill>
                <a:srgbClr val="78D4B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99" name="pg2299"/>
            <p:cNvSpPr/>
            <p:nvPr/>
          </p:nvSpPr>
          <p:spPr>
            <a:xfrm>
              <a:off x="3926224" y="468129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BD1B0">
                <a:alpha val="100000"/>
              </a:srgbClr>
            </a:solidFill>
            <a:ln w="5420" cap="flat">
              <a:solidFill>
                <a:srgbClr val="6BD1B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00" name="pg2300"/>
            <p:cNvSpPr/>
            <p:nvPr/>
          </p:nvSpPr>
          <p:spPr>
            <a:xfrm>
              <a:off x="3937862" y="468129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6CFAE">
                <a:alpha val="100000"/>
              </a:srgbClr>
            </a:solidFill>
            <a:ln w="5420" cap="flat">
              <a:solidFill>
                <a:srgbClr val="66CFA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01" name="pg2301"/>
            <p:cNvSpPr/>
            <p:nvPr/>
          </p:nvSpPr>
          <p:spPr>
            <a:xfrm>
              <a:off x="3949499" y="468129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1CEAC">
                <a:alpha val="100000"/>
              </a:srgbClr>
            </a:solidFill>
            <a:ln w="5420" cap="flat">
              <a:solidFill>
                <a:srgbClr val="61CE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02" name="pg2302"/>
            <p:cNvSpPr/>
            <p:nvPr/>
          </p:nvSpPr>
          <p:spPr>
            <a:xfrm>
              <a:off x="3961136" y="468129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FCDAC">
                <a:alpha val="100000"/>
              </a:srgbClr>
            </a:solidFill>
            <a:ln w="5420" cap="flat">
              <a:solidFill>
                <a:srgbClr val="5FCD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03" name="pg2303"/>
            <p:cNvSpPr/>
            <p:nvPr/>
          </p:nvSpPr>
          <p:spPr>
            <a:xfrm>
              <a:off x="3972774" y="468129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FCCAC">
                <a:alpha val="100000"/>
              </a:srgbClr>
            </a:solidFill>
            <a:ln w="5420" cap="flat">
              <a:solidFill>
                <a:srgbClr val="5FCC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04" name="pg2304"/>
            <p:cNvSpPr/>
            <p:nvPr/>
          </p:nvSpPr>
          <p:spPr>
            <a:xfrm>
              <a:off x="3984411" y="468129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ECBAC">
                <a:alpha val="100000"/>
              </a:srgbClr>
            </a:solidFill>
            <a:ln w="5420" cap="flat">
              <a:solidFill>
                <a:srgbClr val="5ECB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05" name="pg2305"/>
            <p:cNvSpPr/>
            <p:nvPr/>
          </p:nvSpPr>
          <p:spPr>
            <a:xfrm>
              <a:off x="3996048" y="468129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ECAAC">
                <a:alpha val="100000"/>
              </a:srgbClr>
            </a:solidFill>
            <a:ln w="5420" cap="flat">
              <a:solidFill>
                <a:srgbClr val="5ECA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06" name="pg2306"/>
            <p:cNvSpPr/>
            <p:nvPr/>
          </p:nvSpPr>
          <p:spPr>
            <a:xfrm>
              <a:off x="4007686" y="468129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DCAAC">
                <a:alpha val="100000"/>
              </a:srgbClr>
            </a:solidFill>
            <a:ln w="5420" cap="flat">
              <a:solidFill>
                <a:srgbClr val="5DCA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07" name="pg2307"/>
            <p:cNvSpPr/>
            <p:nvPr/>
          </p:nvSpPr>
          <p:spPr>
            <a:xfrm>
              <a:off x="4019323" y="468129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DCAAC">
                <a:alpha val="100000"/>
              </a:srgbClr>
            </a:solidFill>
            <a:ln w="5420" cap="flat">
              <a:solidFill>
                <a:srgbClr val="5DCA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08" name="pg2308"/>
            <p:cNvSpPr/>
            <p:nvPr/>
          </p:nvSpPr>
          <p:spPr>
            <a:xfrm>
              <a:off x="4030960" y="468129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DCAAC">
                <a:alpha val="100000"/>
              </a:srgbClr>
            </a:solidFill>
            <a:ln w="5420" cap="flat">
              <a:solidFill>
                <a:srgbClr val="5DCA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09" name="pg2309"/>
            <p:cNvSpPr/>
            <p:nvPr/>
          </p:nvSpPr>
          <p:spPr>
            <a:xfrm>
              <a:off x="4042598" y="468129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ECAAC">
                <a:alpha val="100000"/>
              </a:srgbClr>
            </a:solidFill>
            <a:ln w="5420" cap="flat">
              <a:solidFill>
                <a:srgbClr val="5ECA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10" name="pg2310"/>
            <p:cNvSpPr/>
            <p:nvPr/>
          </p:nvSpPr>
          <p:spPr>
            <a:xfrm>
              <a:off x="4054235" y="468129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ECBAC">
                <a:alpha val="100000"/>
              </a:srgbClr>
            </a:solidFill>
            <a:ln w="5420" cap="flat">
              <a:solidFill>
                <a:srgbClr val="5ECB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11" name="pg2311"/>
            <p:cNvSpPr/>
            <p:nvPr/>
          </p:nvSpPr>
          <p:spPr>
            <a:xfrm>
              <a:off x="4065872" y="468129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ECCAC">
                <a:alpha val="100000"/>
              </a:srgbClr>
            </a:solidFill>
            <a:ln w="5420" cap="flat">
              <a:solidFill>
                <a:srgbClr val="5ECC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12" name="pg2312"/>
            <p:cNvSpPr/>
            <p:nvPr/>
          </p:nvSpPr>
          <p:spPr>
            <a:xfrm>
              <a:off x="4077510" y="468129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FCCAC">
                <a:alpha val="100000"/>
              </a:srgbClr>
            </a:solidFill>
            <a:ln w="5420" cap="flat">
              <a:solidFill>
                <a:srgbClr val="5FCC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13" name="pg2313"/>
            <p:cNvSpPr/>
            <p:nvPr/>
          </p:nvSpPr>
          <p:spPr>
            <a:xfrm>
              <a:off x="4089147" y="468129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FCDAC">
                <a:alpha val="100000"/>
              </a:srgbClr>
            </a:solidFill>
            <a:ln w="5420" cap="flat">
              <a:solidFill>
                <a:srgbClr val="5FCD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14" name="pg2314"/>
            <p:cNvSpPr/>
            <p:nvPr/>
          </p:nvSpPr>
          <p:spPr>
            <a:xfrm>
              <a:off x="4124059" y="468129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5CFAE">
                <a:alpha val="100000"/>
              </a:srgbClr>
            </a:solidFill>
            <a:ln w="5420" cap="flat">
              <a:solidFill>
                <a:srgbClr val="65CFA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15" name="pg2315"/>
            <p:cNvSpPr/>
            <p:nvPr/>
          </p:nvSpPr>
          <p:spPr>
            <a:xfrm>
              <a:off x="4543003" y="468129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690A8">
                <a:alpha val="100000"/>
              </a:srgbClr>
            </a:solidFill>
            <a:ln w="5420" cap="flat">
              <a:solidFill>
                <a:srgbClr val="3690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16" name="pg2316"/>
            <p:cNvSpPr/>
            <p:nvPr/>
          </p:nvSpPr>
          <p:spPr>
            <a:xfrm>
              <a:off x="4554640" y="468129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690A7">
                <a:alpha val="100000"/>
              </a:srgbClr>
            </a:solidFill>
            <a:ln w="5420" cap="flat">
              <a:solidFill>
                <a:srgbClr val="3690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17" name="pg2317"/>
            <p:cNvSpPr/>
            <p:nvPr/>
          </p:nvSpPr>
          <p:spPr>
            <a:xfrm>
              <a:off x="4566278" y="468129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8FA7">
                <a:alpha val="100000"/>
              </a:srgbClr>
            </a:solidFill>
            <a:ln w="5420" cap="flat">
              <a:solidFill>
                <a:srgbClr val="378F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18" name="pg2318"/>
            <p:cNvSpPr/>
            <p:nvPr/>
          </p:nvSpPr>
          <p:spPr>
            <a:xfrm>
              <a:off x="4577915" y="468129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8FA7">
                <a:alpha val="100000"/>
              </a:srgbClr>
            </a:solidFill>
            <a:ln w="5420" cap="flat">
              <a:solidFill>
                <a:srgbClr val="378F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19" name="pg2319"/>
            <p:cNvSpPr/>
            <p:nvPr/>
          </p:nvSpPr>
          <p:spPr>
            <a:xfrm>
              <a:off x="4589552" y="468129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690A8">
                <a:alpha val="100000"/>
              </a:srgbClr>
            </a:solidFill>
            <a:ln w="5420" cap="flat">
              <a:solidFill>
                <a:srgbClr val="3690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20" name="pg2320"/>
            <p:cNvSpPr/>
            <p:nvPr/>
          </p:nvSpPr>
          <p:spPr>
            <a:xfrm>
              <a:off x="3612016" y="469559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BB0AB">
                <a:alpha val="100000"/>
              </a:srgbClr>
            </a:solidFill>
            <a:ln w="5420" cap="flat">
              <a:solidFill>
                <a:srgbClr val="4BB0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21" name="pg2321"/>
            <p:cNvSpPr/>
            <p:nvPr/>
          </p:nvSpPr>
          <p:spPr>
            <a:xfrm>
              <a:off x="3623654" y="469559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CB1AB">
                <a:alpha val="100000"/>
              </a:srgbClr>
            </a:solidFill>
            <a:ln w="5420" cap="flat">
              <a:solidFill>
                <a:srgbClr val="4CB1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22" name="pg2322"/>
            <p:cNvSpPr/>
            <p:nvPr/>
          </p:nvSpPr>
          <p:spPr>
            <a:xfrm>
              <a:off x="3635291" y="469559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CB1AB">
                <a:alpha val="100000"/>
              </a:srgbClr>
            </a:solidFill>
            <a:ln w="5420" cap="flat">
              <a:solidFill>
                <a:srgbClr val="4CB1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23" name="pg2323"/>
            <p:cNvSpPr/>
            <p:nvPr/>
          </p:nvSpPr>
          <p:spPr>
            <a:xfrm>
              <a:off x="3646928" y="469559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DB2AB">
                <a:alpha val="100000"/>
              </a:srgbClr>
            </a:solidFill>
            <a:ln w="5420" cap="flat">
              <a:solidFill>
                <a:srgbClr val="4DB2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24" name="pg2324"/>
            <p:cNvSpPr/>
            <p:nvPr/>
          </p:nvSpPr>
          <p:spPr>
            <a:xfrm>
              <a:off x="3658566" y="469559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EB3AB">
                <a:alpha val="100000"/>
              </a:srgbClr>
            </a:solidFill>
            <a:ln w="5420" cap="flat">
              <a:solidFill>
                <a:srgbClr val="4EB3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25" name="pg2325"/>
            <p:cNvSpPr/>
            <p:nvPr/>
          </p:nvSpPr>
          <p:spPr>
            <a:xfrm>
              <a:off x="3670203" y="469559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EB4AB">
                <a:alpha val="100000"/>
              </a:srgbClr>
            </a:solidFill>
            <a:ln w="5420" cap="flat">
              <a:solidFill>
                <a:srgbClr val="4EB4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26" name="pg2326"/>
            <p:cNvSpPr/>
            <p:nvPr/>
          </p:nvSpPr>
          <p:spPr>
            <a:xfrm>
              <a:off x="3681840" y="469559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FB5AB">
                <a:alpha val="100000"/>
              </a:srgbClr>
            </a:solidFill>
            <a:ln w="5420" cap="flat">
              <a:solidFill>
                <a:srgbClr val="4FB5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27" name="pg2327"/>
            <p:cNvSpPr/>
            <p:nvPr/>
          </p:nvSpPr>
          <p:spPr>
            <a:xfrm>
              <a:off x="3693478" y="469559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1B8AB">
                <a:alpha val="100000"/>
              </a:srgbClr>
            </a:solidFill>
            <a:ln w="5420" cap="flat">
              <a:solidFill>
                <a:srgbClr val="51B8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28" name="pg2328"/>
            <p:cNvSpPr/>
            <p:nvPr/>
          </p:nvSpPr>
          <p:spPr>
            <a:xfrm>
              <a:off x="3705115" y="469559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3BAAB">
                <a:alpha val="100000"/>
              </a:srgbClr>
            </a:solidFill>
            <a:ln w="5420" cap="flat">
              <a:solidFill>
                <a:srgbClr val="53BA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29" name="pg2329"/>
            <p:cNvSpPr/>
            <p:nvPr/>
          </p:nvSpPr>
          <p:spPr>
            <a:xfrm>
              <a:off x="3716752" y="469559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4BCAB">
                <a:alpha val="100000"/>
              </a:srgbClr>
            </a:solidFill>
            <a:ln w="5420" cap="flat">
              <a:solidFill>
                <a:srgbClr val="54BC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30" name="pg2330"/>
            <p:cNvSpPr/>
            <p:nvPr/>
          </p:nvSpPr>
          <p:spPr>
            <a:xfrm>
              <a:off x="3728390" y="469559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6BEAB">
                <a:alpha val="100000"/>
              </a:srgbClr>
            </a:solidFill>
            <a:ln w="5420" cap="flat">
              <a:solidFill>
                <a:srgbClr val="56BE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31" name="pg2331"/>
            <p:cNvSpPr/>
            <p:nvPr/>
          </p:nvSpPr>
          <p:spPr>
            <a:xfrm>
              <a:off x="3740027" y="469559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7C1AC">
                <a:alpha val="100000"/>
              </a:srgbClr>
            </a:solidFill>
            <a:ln w="5420" cap="flat">
              <a:solidFill>
                <a:srgbClr val="57C1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32" name="pg2332"/>
            <p:cNvSpPr/>
            <p:nvPr/>
          </p:nvSpPr>
          <p:spPr>
            <a:xfrm>
              <a:off x="3751664" y="469559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AC4AC">
                <a:alpha val="100000"/>
              </a:srgbClr>
            </a:solidFill>
            <a:ln w="5420" cap="flat">
              <a:solidFill>
                <a:srgbClr val="5AC4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33" name="pg2333"/>
            <p:cNvSpPr/>
            <p:nvPr/>
          </p:nvSpPr>
          <p:spPr>
            <a:xfrm>
              <a:off x="3763302" y="469559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DC8AC">
                <a:alpha val="100000"/>
              </a:srgbClr>
            </a:solidFill>
            <a:ln w="5420" cap="flat">
              <a:solidFill>
                <a:srgbClr val="5DC8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34" name="pg2334"/>
            <p:cNvSpPr/>
            <p:nvPr/>
          </p:nvSpPr>
          <p:spPr>
            <a:xfrm>
              <a:off x="3774939" y="469559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0CDAC">
                <a:alpha val="100000"/>
              </a:srgbClr>
            </a:solidFill>
            <a:ln w="5420" cap="flat">
              <a:solidFill>
                <a:srgbClr val="60CD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35" name="pg2335"/>
            <p:cNvSpPr/>
            <p:nvPr/>
          </p:nvSpPr>
          <p:spPr>
            <a:xfrm>
              <a:off x="3786576" y="469559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CD1B1">
                <a:alpha val="100000"/>
              </a:srgbClr>
            </a:solidFill>
            <a:ln w="5420" cap="flat">
              <a:solidFill>
                <a:srgbClr val="6CD1B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36" name="pg2336"/>
            <p:cNvSpPr/>
            <p:nvPr/>
          </p:nvSpPr>
          <p:spPr>
            <a:xfrm>
              <a:off x="3798214" y="469559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AD5B6">
                <a:alpha val="100000"/>
              </a:srgbClr>
            </a:solidFill>
            <a:ln w="5420" cap="flat">
              <a:solidFill>
                <a:srgbClr val="7AD5B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37" name="pg2337"/>
            <p:cNvSpPr/>
            <p:nvPr/>
          </p:nvSpPr>
          <p:spPr>
            <a:xfrm>
              <a:off x="3809851" y="469559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90DCBF">
                <a:alpha val="100000"/>
              </a:srgbClr>
            </a:solidFill>
            <a:ln w="5420" cap="flat">
              <a:solidFill>
                <a:srgbClr val="90DCB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38" name="pg2338"/>
            <p:cNvSpPr/>
            <p:nvPr/>
          </p:nvSpPr>
          <p:spPr>
            <a:xfrm>
              <a:off x="3821488" y="469559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97DEC2">
                <a:alpha val="100000"/>
              </a:srgbClr>
            </a:solidFill>
            <a:ln w="5420" cap="flat">
              <a:solidFill>
                <a:srgbClr val="97DEC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39" name="pg2339"/>
            <p:cNvSpPr/>
            <p:nvPr/>
          </p:nvSpPr>
          <p:spPr>
            <a:xfrm>
              <a:off x="3833126" y="469559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9ADFC4">
                <a:alpha val="100000"/>
              </a:srgbClr>
            </a:solidFill>
            <a:ln w="5420" cap="flat">
              <a:solidFill>
                <a:srgbClr val="9ADFC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40" name="pg2340"/>
            <p:cNvSpPr/>
            <p:nvPr/>
          </p:nvSpPr>
          <p:spPr>
            <a:xfrm>
              <a:off x="3844763" y="469559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9ADFC4">
                <a:alpha val="100000"/>
              </a:srgbClr>
            </a:solidFill>
            <a:ln w="5420" cap="flat">
              <a:solidFill>
                <a:srgbClr val="9ADFC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41" name="pg2341"/>
            <p:cNvSpPr/>
            <p:nvPr/>
          </p:nvSpPr>
          <p:spPr>
            <a:xfrm>
              <a:off x="3856400" y="469559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98DEC3">
                <a:alpha val="100000"/>
              </a:srgbClr>
            </a:solidFill>
            <a:ln w="5420" cap="flat">
              <a:solidFill>
                <a:srgbClr val="98DEC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42" name="pg2342"/>
            <p:cNvSpPr/>
            <p:nvPr/>
          </p:nvSpPr>
          <p:spPr>
            <a:xfrm>
              <a:off x="3868038" y="469559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93DDC1">
                <a:alpha val="100000"/>
              </a:srgbClr>
            </a:solidFill>
            <a:ln w="5420" cap="flat">
              <a:solidFill>
                <a:srgbClr val="93DDC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43" name="pg2343"/>
            <p:cNvSpPr/>
            <p:nvPr/>
          </p:nvSpPr>
          <p:spPr>
            <a:xfrm>
              <a:off x="3879675" y="469559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8DDBBE">
                <a:alpha val="100000"/>
              </a:srgbClr>
            </a:solidFill>
            <a:ln w="5420" cap="flat">
              <a:solidFill>
                <a:srgbClr val="8DDBB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44" name="pg2344"/>
            <p:cNvSpPr/>
            <p:nvPr/>
          </p:nvSpPr>
          <p:spPr>
            <a:xfrm>
              <a:off x="3891312" y="469559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86D9BB">
                <a:alpha val="100000"/>
              </a:srgbClr>
            </a:solidFill>
            <a:ln w="5420" cap="flat">
              <a:solidFill>
                <a:srgbClr val="86D9B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45" name="pg2345"/>
            <p:cNvSpPr/>
            <p:nvPr/>
          </p:nvSpPr>
          <p:spPr>
            <a:xfrm>
              <a:off x="3902950" y="469559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FD7B8">
                <a:alpha val="100000"/>
              </a:srgbClr>
            </a:solidFill>
            <a:ln w="5420" cap="flat">
              <a:solidFill>
                <a:srgbClr val="7FD7B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46" name="pg2346"/>
            <p:cNvSpPr/>
            <p:nvPr/>
          </p:nvSpPr>
          <p:spPr>
            <a:xfrm>
              <a:off x="3914587" y="469559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8D5B5">
                <a:alpha val="100000"/>
              </a:srgbClr>
            </a:solidFill>
            <a:ln w="5420" cap="flat">
              <a:solidFill>
                <a:srgbClr val="78D5B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47" name="pg2347"/>
            <p:cNvSpPr/>
            <p:nvPr/>
          </p:nvSpPr>
          <p:spPr>
            <a:xfrm>
              <a:off x="3926224" y="469559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CD1B0">
                <a:alpha val="100000"/>
              </a:srgbClr>
            </a:solidFill>
            <a:ln w="5420" cap="flat">
              <a:solidFill>
                <a:srgbClr val="6CD1B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48" name="pg2348"/>
            <p:cNvSpPr/>
            <p:nvPr/>
          </p:nvSpPr>
          <p:spPr>
            <a:xfrm>
              <a:off x="3937862" y="469559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6D0AE">
                <a:alpha val="100000"/>
              </a:srgbClr>
            </a:solidFill>
            <a:ln w="5420" cap="flat">
              <a:solidFill>
                <a:srgbClr val="66D0A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49" name="pg2349"/>
            <p:cNvSpPr/>
            <p:nvPr/>
          </p:nvSpPr>
          <p:spPr>
            <a:xfrm>
              <a:off x="3949499" y="469559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1CEAC">
                <a:alpha val="100000"/>
              </a:srgbClr>
            </a:solidFill>
            <a:ln w="5420" cap="flat">
              <a:solidFill>
                <a:srgbClr val="61CE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50" name="pg2350"/>
            <p:cNvSpPr/>
            <p:nvPr/>
          </p:nvSpPr>
          <p:spPr>
            <a:xfrm>
              <a:off x="3961136" y="469559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FCDAC">
                <a:alpha val="100000"/>
              </a:srgbClr>
            </a:solidFill>
            <a:ln w="5420" cap="flat">
              <a:solidFill>
                <a:srgbClr val="5FCD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51" name="pg2351"/>
            <p:cNvSpPr/>
            <p:nvPr/>
          </p:nvSpPr>
          <p:spPr>
            <a:xfrm>
              <a:off x="3972774" y="469559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FCCAC">
                <a:alpha val="100000"/>
              </a:srgbClr>
            </a:solidFill>
            <a:ln w="5420" cap="flat">
              <a:solidFill>
                <a:srgbClr val="5FCC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52" name="pg2352"/>
            <p:cNvSpPr/>
            <p:nvPr/>
          </p:nvSpPr>
          <p:spPr>
            <a:xfrm>
              <a:off x="3984411" y="469559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ECBAC">
                <a:alpha val="100000"/>
              </a:srgbClr>
            </a:solidFill>
            <a:ln w="5420" cap="flat">
              <a:solidFill>
                <a:srgbClr val="5ECB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53" name="pg2353"/>
            <p:cNvSpPr/>
            <p:nvPr/>
          </p:nvSpPr>
          <p:spPr>
            <a:xfrm>
              <a:off x="3996048" y="469559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ECAAC">
                <a:alpha val="100000"/>
              </a:srgbClr>
            </a:solidFill>
            <a:ln w="5420" cap="flat">
              <a:solidFill>
                <a:srgbClr val="5ECA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54" name="pg2354"/>
            <p:cNvSpPr/>
            <p:nvPr/>
          </p:nvSpPr>
          <p:spPr>
            <a:xfrm>
              <a:off x="4007686" y="469559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ECAAC">
                <a:alpha val="100000"/>
              </a:srgbClr>
            </a:solidFill>
            <a:ln w="5420" cap="flat">
              <a:solidFill>
                <a:srgbClr val="5ECA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55" name="pg2355"/>
            <p:cNvSpPr/>
            <p:nvPr/>
          </p:nvSpPr>
          <p:spPr>
            <a:xfrm>
              <a:off x="4019323" y="469559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ECAAC">
                <a:alpha val="100000"/>
              </a:srgbClr>
            </a:solidFill>
            <a:ln w="5420" cap="flat">
              <a:solidFill>
                <a:srgbClr val="5ECA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56" name="pg2356"/>
            <p:cNvSpPr/>
            <p:nvPr/>
          </p:nvSpPr>
          <p:spPr>
            <a:xfrm>
              <a:off x="4030960" y="469559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ECAAC">
                <a:alpha val="100000"/>
              </a:srgbClr>
            </a:solidFill>
            <a:ln w="5420" cap="flat">
              <a:solidFill>
                <a:srgbClr val="5ECA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57" name="pg2357"/>
            <p:cNvSpPr/>
            <p:nvPr/>
          </p:nvSpPr>
          <p:spPr>
            <a:xfrm>
              <a:off x="4042598" y="469559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ECBAC">
                <a:alpha val="100000"/>
              </a:srgbClr>
            </a:solidFill>
            <a:ln w="5420" cap="flat">
              <a:solidFill>
                <a:srgbClr val="5ECB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58" name="pg2358"/>
            <p:cNvSpPr/>
            <p:nvPr/>
          </p:nvSpPr>
          <p:spPr>
            <a:xfrm>
              <a:off x="4054235" y="469559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FCCAC">
                <a:alpha val="100000"/>
              </a:srgbClr>
            </a:solidFill>
            <a:ln w="5420" cap="flat">
              <a:solidFill>
                <a:srgbClr val="5FCC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59" name="pg2359"/>
            <p:cNvSpPr/>
            <p:nvPr/>
          </p:nvSpPr>
          <p:spPr>
            <a:xfrm>
              <a:off x="4065872" y="469559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FCDAC">
                <a:alpha val="100000"/>
              </a:srgbClr>
            </a:solidFill>
            <a:ln w="5420" cap="flat">
              <a:solidFill>
                <a:srgbClr val="5FCD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60" name="pg2360"/>
            <p:cNvSpPr/>
            <p:nvPr/>
          </p:nvSpPr>
          <p:spPr>
            <a:xfrm>
              <a:off x="4077510" y="469559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0CEAC">
                <a:alpha val="100000"/>
              </a:srgbClr>
            </a:solidFill>
            <a:ln w="5420" cap="flat">
              <a:solidFill>
                <a:srgbClr val="60CE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61" name="pg2361"/>
            <p:cNvSpPr/>
            <p:nvPr/>
          </p:nvSpPr>
          <p:spPr>
            <a:xfrm>
              <a:off x="4089147" y="469559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2CEAD">
                <a:alpha val="100000"/>
              </a:srgbClr>
            </a:solidFill>
            <a:ln w="5420" cap="flat">
              <a:solidFill>
                <a:srgbClr val="62CEA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62" name="pg2362"/>
            <p:cNvSpPr/>
            <p:nvPr/>
          </p:nvSpPr>
          <p:spPr>
            <a:xfrm>
              <a:off x="4100784" y="469559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5CFAE">
                <a:alpha val="100000"/>
              </a:srgbClr>
            </a:solidFill>
            <a:ln w="5420" cap="flat">
              <a:solidFill>
                <a:srgbClr val="65CFA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63" name="pg2363"/>
            <p:cNvSpPr/>
            <p:nvPr/>
          </p:nvSpPr>
          <p:spPr>
            <a:xfrm>
              <a:off x="4112422" y="469559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7D0AF">
                <a:alpha val="100000"/>
              </a:srgbClr>
            </a:solidFill>
            <a:ln w="5420" cap="flat">
              <a:solidFill>
                <a:srgbClr val="67D0A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64" name="pg2364"/>
            <p:cNvSpPr/>
            <p:nvPr/>
          </p:nvSpPr>
          <p:spPr>
            <a:xfrm>
              <a:off x="4124059" y="469559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AD1B0">
                <a:alpha val="100000"/>
              </a:srgbClr>
            </a:solidFill>
            <a:ln w="5420" cap="flat">
              <a:solidFill>
                <a:srgbClr val="6AD1B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65" name="pg2365"/>
            <p:cNvSpPr/>
            <p:nvPr/>
          </p:nvSpPr>
          <p:spPr>
            <a:xfrm>
              <a:off x="4135696" y="469559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CD1B0">
                <a:alpha val="100000"/>
              </a:srgbClr>
            </a:solidFill>
            <a:ln w="5420" cap="flat">
              <a:solidFill>
                <a:srgbClr val="6CD1B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66" name="pg2366"/>
            <p:cNvSpPr/>
            <p:nvPr/>
          </p:nvSpPr>
          <p:spPr>
            <a:xfrm>
              <a:off x="4147334" y="469559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ED2B1">
                <a:alpha val="100000"/>
              </a:srgbClr>
            </a:solidFill>
            <a:ln w="5420" cap="flat">
              <a:solidFill>
                <a:srgbClr val="6ED2B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67" name="pg2367"/>
            <p:cNvSpPr/>
            <p:nvPr/>
          </p:nvSpPr>
          <p:spPr>
            <a:xfrm>
              <a:off x="4554640" y="469559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8FA7">
                <a:alpha val="100000"/>
              </a:srgbClr>
            </a:solidFill>
            <a:ln w="5420" cap="flat">
              <a:solidFill>
                <a:srgbClr val="378F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68" name="pg2368"/>
            <p:cNvSpPr/>
            <p:nvPr/>
          </p:nvSpPr>
          <p:spPr>
            <a:xfrm>
              <a:off x="4566278" y="469559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8FA7">
                <a:alpha val="100000"/>
              </a:srgbClr>
            </a:solidFill>
            <a:ln w="5420" cap="flat">
              <a:solidFill>
                <a:srgbClr val="378F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69" name="pg2369"/>
            <p:cNvSpPr/>
            <p:nvPr/>
          </p:nvSpPr>
          <p:spPr>
            <a:xfrm>
              <a:off x="4577915" y="469559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8FA7">
                <a:alpha val="100000"/>
              </a:srgbClr>
            </a:solidFill>
            <a:ln w="5420" cap="flat">
              <a:solidFill>
                <a:srgbClr val="378F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70" name="pg2370"/>
            <p:cNvSpPr/>
            <p:nvPr/>
          </p:nvSpPr>
          <p:spPr>
            <a:xfrm>
              <a:off x="4589552" y="469559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690A7">
                <a:alpha val="100000"/>
              </a:srgbClr>
            </a:solidFill>
            <a:ln w="5420" cap="flat">
              <a:solidFill>
                <a:srgbClr val="3690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71" name="pg2371"/>
            <p:cNvSpPr/>
            <p:nvPr/>
          </p:nvSpPr>
          <p:spPr>
            <a:xfrm>
              <a:off x="3600379" y="470989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AAEAB">
                <a:alpha val="100000"/>
              </a:srgbClr>
            </a:solidFill>
            <a:ln w="5420" cap="flat">
              <a:solidFill>
                <a:srgbClr val="4AAE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72" name="pg2372"/>
            <p:cNvSpPr/>
            <p:nvPr/>
          </p:nvSpPr>
          <p:spPr>
            <a:xfrm>
              <a:off x="3612016" y="470989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AAFAB">
                <a:alpha val="100000"/>
              </a:srgbClr>
            </a:solidFill>
            <a:ln w="5420" cap="flat">
              <a:solidFill>
                <a:srgbClr val="4AAF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73" name="pg2373"/>
            <p:cNvSpPr/>
            <p:nvPr/>
          </p:nvSpPr>
          <p:spPr>
            <a:xfrm>
              <a:off x="3623654" y="470989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BB0AB">
                <a:alpha val="100000"/>
              </a:srgbClr>
            </a:solidFill>
            <a:ln w="5420" cap="flat">
              <a:solidFill>
                <a:srgbClr val="4BB0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74" name="pg2374"/>
            <p:cNvSpPr/>
            <p:nvPr/>
          </p:nvSpPr>
          <p:spPr>
            <a:xfrm>
              <a:off x="3635291" y="470989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CB1AB">
                <a:alpha val="100000"/>
              </a:srgbClr>
            </a:solidFill>
            <a:ln w="5420" cap="flat">
              <a:solidFill>
                <a:srgbClr val="4CB1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75" name="pg2375"/>
            <p:cNvSpPr/>
            <p:nvPr/>
          </p:nvSpPr>
          <p:spPr>
            <a:xfrm>
              <a:off x="3646928" y="470989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CB1AB">
                <a:alpha val="100000"/>
              </a:srgbClr>
            </a:solidFill>
            <a:ln w="5420" cap="flat">
              <a:solidFill>
                <a:srgbClr val="4CB1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76" name="pg2376"/>
            <p:cNvSpPr/>
            <p:nvPr/>
          </p:nvSpPr>
          <p:spPr>
            <a:xfrm>
              <a:off x="3658566" y="470989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DB2AB">
                <a:alpha val="100000"/>
              </a:srgbClr>
            </a:solidFill>
            <a:ln w="5420" cap="flat">
              <a:solidFill>
                <a:srgbClr val="4DB2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77" name="pg2377"/>
            <p:cNvSpPr/>
            <p:nvPr/>
          </p:nvSpPr>
          <p:spPr>
            <a:xfrm>
              <a:off x="3670203" y="470989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EB3AB">
                <a:alpha val="100000"/>
              </a:srgbClr>
            </a:solidFill>
            <a:ln w="5420" cap="flat">
              <a:solidFill>
                <a:srgbClr val="4EB3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78" name="pg2378"/>
            <p:cNvSpPr/>
            <p:nvPr/>
          </p:nvSpPr>
          <p:spPr>
            <a:xfrm>
              <a:off x="3681840" y="470989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FB5AB">
                <a:alpha val="100000"/>
              </a:srgbClr>
            </a:solidFill>
            <a:ln w="5420" cap="flat">
              <a:solidFill>
                <a:srgbClr val="4FB5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79" name="pg2379"/>
            <p:cNvSpPr/>
            <p:nvPr/>
          </p:nvSpPr>
          <p:spPr>
            <a:xfrm>
              <a:off x="3693478" y="470989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1B7AB">
                <a:alpha val="100000"/>
              </a:srgbClr>
            </a:solidFill>
            <a:ln w="5420" cap="flat">
              <a:solidFill>
                <a:srgbClr val="51B7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80" name="pg2380"/>
            <p:cNvSpPr/>
            <p:nvPr/>
          </p:nvSpPr>
          <p:spPr>
            <a:xfrm>
              <a:off x="3705115" y="470989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2B9AB">
                <a:alpha val="100000"/>
              </a:srgbClr>
            </a:solidFill>
            <a:ln w="5420" cap="flat">
              <a:solidFill>
                <a:srgbClr val="52B9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81" name="pg2381"/>
            <p:cNvSpPr/>
            <p:nvPr/>
          </p:nvSpPr>
          <p:spPr>
            <a:xfrm>
              <a:off x="3716752" y="470989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3BAAB">
                <a:alpha val="100000"/>
              </a:srgbClr>
            </a:solidFill>
            <a:ln w="5420" cap="flat">
              <a:solidFill>
                <a:srgbClr val="53BA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82" name="pg2382"/>
            <p:cNvSpPr/>
            <p:nvPr/>
          </p:nvSpPr>
          <p:spPr>
            <a:xfrm>
              <a:off x="3728390" y="470989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4BDAB">
                <a:alpha val="100000"/>
              </a:srgbClr>
            </a:solidFill>
            <a:ln w="5420" cap="flat">
              <a:solidFill>
                <a:srgbClr val="54BD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83" name="pg2383"/>
            <p:cNvSpPr/>
            <p:nvPr/>
          </p:nvSpPr>
          <p:spPr>
            <a:xfrm>
              <a:off x="3740027" y="470989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6BFAB">
                <a:alpha val="100000"/>
              </a:srgbClr>
            </a:solidFill>
            <a:ln w="5420" cap="flat">
              <a:solidFill>
                <a:srgbClr val="56BF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84" name="pg2384"/>
            <p:cNvSpPr/>
            <p:nvPr/>
          </p:nvSpPr>
          <p:spPr>
            <a:xfrm>
              <a:off x="3751664" y="470989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9C3AC">
                <a:alpha val="100000"/>
              </a:srgbClr>
            </a:solidFill>
            <a:ln w="5420" cap="flat">
              <a:solidFill>
                <a:srgbClr val="59C3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85" name="pg2385"/>
            <p:cNvSpPr/>
            <p:nvPr/>
          </p:nvSpPr>
          <p:spPr>
            <a:xfrm>
              <a:off x="3763302" y="470989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BC7AC">
                <a:alpha val="100000"/>
              </a:srgbClr>
            </a:solidFill>
            <a:ln w="5420" cap="flat">
              <a:solidFill>
                <a:srgbClr val="5BC7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86" name="pg2386"/>
            <p:cNvSpPr/>
            <p:nvPr/>
          </p:nvSpPr>
          <p:spPr>
            <a:xfrm>
              <a:off x="3774939" y="470989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ECCAC">
                <a:alpha val="100000"/>
              </a:srgbClr>
            </a:solidFill>
            <a:ln w="5420" cap="flat">
              <a:solidFill>
                <a:srgbClr val="5ECC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87" name="pg2387"/>
            <p:cNvSpPr/>
            <p:nvPr/>
          </p:nvSpPr>
          <p:spPr>
            <a:xfrm>
              <a:off x="3786576" y="470989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8D0AF">
                <a:alpha val="100000"/>
              </a:srgbClr>
            </a:solidFill>
            <a:ln w="5420" cap="flat">
              <a:solidFill>
                <a:srgbClr val="68D0A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88" name="pg2388"/>
            <p:cNvSpPr/>
            <p:nvPr/>
          </p:nvSpPr>
          <p:spPr>
            <a:xfrm>
              <a:off x="3798214" y="470989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7D4B5">
                <a:alpha val="100000"/>
              </a:srgbClr>
            </a:solidFill>
            <a:ln w="5420" cap="flat">
              <a:solidFill>
                <a:srgbClr val="77D4B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89" name="pg2389"/>
            <p:cNvSpPr/>
            <p:nvPr/>
          </p:nvSpPr>
          <p:spPr>
            <a:xfrm>
              <a:off x="3809851" y="470989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8EDBBF">
                <a:alpha val="100000"/>
              </a:srgbClr>
            </a:solidFill>
            <a:ln w="5420" cap="flat">
              <a:solidFill>
                <a:srgbClr val="8EDBB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90" name="pg2390"/>
            <p:cNvSpPr/>
            <p:nvPr/>
          </p:nvSpPr>
          <p:spPr>
            <a:xfrm>
              <a:off x="3821488" y="470989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96DEC2">
                <a:alpha val="100000"/>
              </a:srgbClr>
            </a:solidFill>
            <a:ln w="5420" cap="flat">
              <a:solidFill>
                <a:srgbClr val="96DEC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91" name="pg2391"/>
            <p:cNvSpPr/>
            <p:nvPr/>
          </p:nvSpPr>
          <p:spPr>
            <a:xfrm>
              <a:off x="3833126" y="470989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99DFC3">
                <a:alpha val="100000"/>
              </a:srgbClr>
            </a:solidFill>
            <a:ln w="5420" cap="flat">
              <a:solidFill>
                <a:srgbClr val="99DFC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92" name="pg2392"/>
            <p:cNvSpPr/>
            <p:nvPr/>
          </p:nvSpPr>
          <p:spPr>
            <a:xfrm>
              <a:off x="3844763" y="470989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99DFC3">
                <a:alpha val="100000"/>
              </a:srgbClr>
            </a:solidFill>
            <a:ln w="5420" cap="flat">
              <a:solidFill>
                <a:srgbClr val="99DFC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93" name="pg2393"/>
            <p:cNvSpPr/>
            <p:nvPr/>
          </p:nvSpPr>
          <p:spPr>
            <a:xfrm>
              <a:off x="3856400" y="470989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97DEC2">
                <a:alpha val="100000"/>
              </a:srgbClr>
            </a:solidFill>
            <a:ln w="5420" cap="flat">
              <a:solidFill>
                <a:srgbClr val="97DEC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94" name="pg2394"/>
            <p:cNvSpPr/>
            <p:nvPr/>
          </p:nvSpPr>
          <p:spPr>
            <a:xfrm>
              <a:off x="3868038" y="470989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92DCC0">
                <a:alpha val="100000"/>
              </a:srgbClr>
            </a:solidFill>
            <a:ln w="5420" cap="flat">
              <a:solidFill>
                <a:srgbClr val="92DCC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95" name="pg2395"/>
            <p:cNvSpPr/>
            <p:nvPr/>
          </p:nvSpPr>
          <p:spPr>
            <a:xfrm>
              <a:off x="3879675" y="470989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8CDBBD">
                <a:alpha val="100000"/>
              </a:srgbClr>
            </a:solidFill>
            <a:ln w="5420" cap="flat">
              <a:solidFill>
                <a:srgbClr val="8CDBB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96" name="pg2396"/>
            <p:cNvSpPr/>
            <p:nvPr/>
          </p:nvSpPr>
          <p:spPr>
            <a:xfrm>
              <a:off x="3891312" y="470989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85D8BB">
                <a:alpha val="100000"/>
              </a:srgbClr>
            </a:solidFill>
            <a:ln w="5420" cap="flat">
              <a:solidFill>
                <a:srgbClr val="85D8B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97" name="pg2397"/>
            <p:cNvSpPr/>
            <p:nvPr/>
          </p:nvSpPr>
          <p:spPr>
            <a:xfrm>
              <a:off x="3902950" y="470989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ED6B8">
                <a:alpha val="100000"/>
              </a:srgbClr>
            </a:solidFill>
            <a:ln w="5420" cap="flat">
              <a:solidFill>
                <a:srgbClr val="7ED6B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98" name="pg2398"/>
            <p:cNvSpPr/>
            <p:nvPr/>
          </p:nvSpPr>
          <p:spPr>
            <a:xfrm>
              <a:off x="3914587" y="470989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7D4B5">
                <a:alpha val="100000"/>
              </a:srgbClr>
            </a:solidFill>
            <a:ln w="5420" cap="flat">
              <a:solidFill>
                <a:srgbClr val="77D4B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99" name="pg2399"/>
            <p:cNvSpPr/>
            <p:nvPr/>
          </p:nvSpPr>
          <p:spPr>
            <a:xfrm>
              <a:off x="3926224" y="470989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BD1B0">
                <a:alpha val="100000"/>
              </a:srgbClr>
            </a:solidFill>
            <a:ln w="5420" cap="flat">
              <a:solidFill>
                <a:srgbClr val="6BD1B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00" name="pg2400"/>
            <p:cNvSpPr/>
            <p:nvPr/>
          </p:nvSpPr>
          <p:spPr>
            <a:xfrm>
              <a:off x="3937862" y="470989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6CFAE">
                <a:alpha val="100000"/>
              </a:srgbClr>
            </a:solidFill>
            <a:ln w="5420" cap="flat">
              <a:solidFill>
                <a:srgbClr val="66CFA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01" name="pg2401"/>
            <p:cNvSpPr/>
            <p:nvPr/>
          </p:nvSpPr>
          <p:spPr>
            <a:xfrm>
              <a:off x="3949499" y="470989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1CEAC">
                <a:alpha val="100000"/>
              </a:srgbClr>
            </a:solidFill>
            <a:ln w="5420" cap="flat">
              <a:solidFill>
                <a:srgbClr val="61CE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02" name="pg2402"/>
            <p:cNvSpPr/>
            <p:nvPr/>
          </p:nvSpPr>
          <p:spPr>
            <a:xfrm>
              <a:off x="3961136" y="470989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FCDAC">
                <a:alpha val="100000"/>
              </a:srgbClr>
            </a:solidFill>
            <a:ln w="5420" cap="flat">
              <a:solidFill>
                <a:srgbClr val="5FCD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03" name="pg2403"/>
            <p:cNvSpPr/>
            <p:nvPr/>
          </p:nvSpPr>
          <p:spPr>
            <a:xfrm>
              <a:off x="3972774" y="470989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FCCAC">
                <a:alpha val="100000"/>
              </a:srgbClr>
            </a:solidFill>
            <a:ln w="5420" cap="flat">
              <a:solidFill>
                <a:srgbClr val="5FCC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04" name="pg2404"/>
            <p:cNvSpPr/>
            <p:nvPr/>
          </p:nvSpPr>
          <p:spPr>
            <a:xfrm>
              <a:off x="3984411" y="470989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ECBAC">
                <a:alpha val="100000"/>
              </a:srgbClr>
            </a:solidFill>
            <a:ln w="5420" cap="flat">
              <a:solidFill>
                <a:srgbClr val="5ECB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05" name="pg2405"/>
            <p:cNvSpPr/>
            <p:nvPr/>
          </p:nvSpPr>
          <p:spPr>
            <a:xfrm>
              <a:off x="3996048" y="470989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ECBAC">
                <a:alpha val="100000"/>
              </a:srgbClr>
            </a:solidFill>
            <a:ln w="5420" cap="flat">
              <a:solidFill>
                <a:srgbClr val="5ECB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06" name="pg2406"/>
            <p:cNvSpPr/>
            <p:nvPr/>
          </p:nvSpPr>
          <p:spPr>
            <a:xfrm>
              <a:off x="4007686" y="470989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ECAAC">
                <a:alpha val="100000"/>
              </a:srgbClr>
            </a:solidFill>
            <a:ln w="5420" cap="flat">
              <a:solidFill>
                <a:srgbClr val="5ECA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07" name="pg2407"/>
            <p:cNvSpPr/>
            <p:nvPr/>
          </p:nvSpPr>
          <p:spPr>
            <a:xfrm>
              <a:off x="4019323" y="470989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ECBAC">
                <a:alpha val="100000"/>
              </a:srgbClr>
            </a:solidFill>
            <a:ln w="5420" cap="flat">
              <a:solidFill>
                <a:srgbClr val="5ECB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08" name="pg2408"/>
            <p:cNvSpPr/>
            <p:nvPr/>
          </p:nvSpPr>
          <p:spPr>
            <a:xfrm>
              <a:off x="4030960" y="470989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ECBAC">
                <a:alpha val="100000"/>
              </a:srgbClr>
            </a:solidFill>
            <a:ln w="5420" cap="flat">
              <a:solidFill>
                <a:srgbClr val="5ECB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09" name="pg2409"/>
            <p:cNvSpPr/>
            <p:nvPr/>
          </p:nvSpPr>
          <p:spPr>
            <a:xfrm>
              <a:off x="4042598" y="470989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FCCAC">
                <a:alpha val="100000"/>
              </a:srgbClr>
            </a:solidFill>
            <a:ln w="5420" cap="flat">
              <a:solidFill>
                <a:srgbClr val="5FCC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10" name="pg2410"/>
            <p:cNvSpPr/>
            <p:nvPr/>
          </p:nvSpPr>
          <p:spPr>
            <a:xfrm>
              <a:off x="4054235" y="470989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FCDAC">
                <a:alpha val="100000"/>
              </a:srgbClr>
            </a:solidFill>
            <a:ln w="5420" cap="flat">
              <a:solidFill>
                <a:srgbClr val="5FCD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11" name="pg2411"/>
            <p:cNvSpPr/>
            <p:nvPr/>
          </p:nvSpPr>
          <p:spPr>
            <a:xfrm>
              <a:off x="4065872" y="470989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0CEAC">
                <a:alpha val="100000"/>
              </a:srgbClr>
            </a:solidFill>
            <a:ln w="5420" cap="flat">
              <a:solidFill>
                <a:srgbClr val="60CE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12" name="pg2412"/>
            <p:cNvSpPr/>
            <p:nvPr/>
          </p:nvSpPr>
          <p:spPr>
            <a:xfrm>
              <a:off x="4077510" y="470989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3CFAD">
                <a:alpha val="100000"/>
              </a:srgbClr>
            </a:solidFill>
            <a:ln w="5420" cap="flat">
              <a:solidFill>
                <a:srgbClr val="63CFA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13" name="pg2413"/>
            <p:cNvSpPr/>
            <p:nvPr/>
          </p:nvSpPr>
          <p:spPr>
            <a:xfrm>
              <a:off x="4089147" y="470989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6D0AE">
                <a:alpha val="100000"/>
              </a:srgbClr>
            </a:solidFill>
            <a:ln w="5420" cap="flat">
              <a:solidFill>
                <a:srgbClr val="66D0A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14" name="pg2414"/>
            <p:cNvSpPr/>
            <p:nvPr/>
          </p:nvSpPr>
          <p:spPr>
            <a:xfrm>
              <a:off x="4100784" y="470989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9D0AF">
                <a:alpha val="100000"/>
              </a:srgbClr>
            </a:solidFill>
            <a:ln w="5420" cap="flat">
              <a:solidFill>
                <a:srgbClr val="69D0A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15" name="pg2415"/>
            <p:cNvSpPr/>
            <p:nvPr/>
          </p:nvSpPr>
          <p:spPr>
            <a:xfrm>
              <a:off x="4112422" y="470989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CD1B0">
                <a:alpha val="100000"/>
              </a:srgbClr>
            </a:solidFill>
            <a:ln w="5420" cap="flat">
              <a:solidFill>
                <a:srgbClr val="6CD1B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16" name="pg2416"/>
            <p:cNvSpPr/>
            <p:nvPr/>
          </p:nvSpPr>
          <p:spPr>
            <a:xfrm>
              <a:off x="4124059" y="470989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FD2B2">
                <a:alpha val="100000"/>
              </a:srgbClr>
            </a:solidFill>
            <a:ln w="5420" cap="flat">
              <a:solidFill>
                <a:srgbClr val="6FD2B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17" name="pg2417"/>
            <p:cNvSpPr/>
            <p:nvPr/>
          </p:nvSpPr>
          <p:spPr>
            <a:xfrm>
              <a:off x="4135696" y="470989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2D3B2">
                <a:alpha val="100000"/>
              </a:srgbClr>
            </a:solidFill>
            <a:ln w="5420" cap="flat">
              <a:solidFill>
                <a:srgbClr val="72D3B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18" name="pg2418"/>
            <p:cNvSpPr/>
            <p:nvPr/>
          </p:nvSpPr>
          <p:spPr>
            <a:xfrm>
              <a:off x="4147334" y="470989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4D3B3">
                <a:alpha val="100000"/>
              </a:srgbClr>
            </a:solidFill>
            <a:ln w="5420" cap="flat">
              <a:solidFill>
                <a:srgbClr val="74D3B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19" name="pg2419"/>
            <p:cNvSpPr/>
            <p:nvPr/>
          </p:nvSpPr>
          <p:spPr>
            <a:xfrm>
              <a:off x="4263707" y="470989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6D0AE">
                <a:alpha val="100000"/>
              </a:srgbClr>
            </a:solidFill>
            <a:ln w="5420" cap="flat">
              <a:solidFill>
                <a:srgbClr val="66D0A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20" name="pg2420"/>
            <p:cNvSpPr/>
            <p:nvPr/>
          </p:nvSpPr>
          <p:spPr>
            <a:xfrm>
              <a:off x="4275344" y="470989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0CEAC">
                <a:alpha val="100000"/>
              </a:srgbClr>
            </a:solidFill>
            <a:ln w="5420" cap="flat">
              <a:solidFill>
                <a:srgbClr val="60CE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21" name="pg2421"/>
            <p:cNvSpPr/>
            <p:nvPr/>
          </p:nvSpPr>
          <p:spPr>
            <a:xfrm>
              <a:off x="4286982" y="470989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CC8AC">
                <a:alpha val="100000"/>
              </a:srgbClr>
            </a:solidFill>
            <a:ln w="5420" cap="flat">
              <a:solidFill>
                <a:srgbClr val="5CC8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22" name="pg2422"/>
            <p:cNvSpPr/>
            <p:nvPr/>
          </p:nvSpPr>
          <p:spPr>
            <a:xfrm>
              <a:off x="4298619" y="470989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AC5AC">
                <a:alpha val="100000"/>
              </a:srgbClr>
            </a:solidFill>
            <a:ln w="5420" cap="flat">
              <a:solidFill>
                <a:srgbClr val="5AC5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23" name="pg2423"/>
            <p:cNvSpPr/>
            <p:nvPr/>
          </p:nvSpPr>
          <p:spPr>
            <a:xfrm>
              <a:off x="4554640" y="470989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690A8">
                <a:alpha val="100000"/>
              </a:srgbClr>
            </a:solidFill>
            <a:ln w="5420" cap="flat">
              <a:solidFill>
                <a:srgbClr val="3690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24" name="pg2424"/>
            <p:cNvSpPr/>
            <p:nvPr/>
          </p:nvSpPr>
          <p:spPr>
            <a:xfrm>
              <a:off x="4566278" y="470989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690A7">
                <a:alpha val="100000"/>
              </a:srgbClr>
            </a:solidFill>
            <a:ln w="5420" cap="flat">
              <a:solidFill>
                <a:srgbClr val="3690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25" name="pg2425"/>
            <p:cNvSpPr/>
            <p:nvPr/>
          </p:nvSpPr>
          <p:spPr>
            <a:xfrm>
              <a:off x="4577915" y="470989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690A7">
                <a:alpha val="100000"/>
              </a:srgbClr>
            </a:solidFill>
            <a:ln w="5420" cap="flat">
              <a:solidFill>
                <a:srgbClr val="3690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26" name="pg2426"/>
            <p:cNvSpPr/>
            <p:nvPr/>
          </p:nvSpPr>
          <p:spPr>
            <a:xfrm>
              <a:off x="4589552" y="470989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690A8">
                <a:alpha val="100000"/>
              </a:srgbClr>
            </a:solidFill>
            <a:ln w="5420" cap="flat">
              <a:solidFill>
                <a:srgbClr val="3690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27" name="pg2427"/>
            <p:cNvSpPr/>
            <p:nvPr/>
          </p:nvSpPr>
          <p:spPr>
            <a:xfrm>
              <a:off x="4601190" y="470989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691A8">
                <a:alpha val="100000"/>
              </a:srgbClr>
            </a:solidFill>
            <a:ln w="5420" cap="flat">
              <a:solidFill>
                <a:srgbClr val="3691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28" name="pg2428"/>
            <p:cNvSpPr/>
            <p:nvPr/>
          </p:nvSpPr>
          <p:spPr>
            <a:xfrm>
              <a:off x="3251259" y="472419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1D3B2">
                <a:alpha val="100000"/>
              </a:srgbClr>
            </a:solidFill>
            <a:ln w="5420" cap="flat">
              <a:solidFill>
                <a:srgbClr val="71D3B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29" name="pg2429"/>
            <p:cNvSpPr/>
            <p:nvPr/>
          </p:nvSpPr>
          <p:spPr>
            <a:xfrm>
              <a:off x="3262897" y="472419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0D2B2">
                <a:alpha val="100000"/>
              </a:srgbClr>
            </a:solidFill>
            <a:ln w="5420" cap="flat">
              <a:solidFill>
                <a:srgbClr val="70D2B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30" name="pg2430"/>
            <p:cNvSpPr/>
            <p:nvPr/>
          </p:nvSpPr>
          <p:spPr>
            <a:xfrm>
              <a:off x="3600379" y="472419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9ADAB">
                <a:alpha val="100000"/>
              </a:srgbClr>
            </a:solidFill>
            <a:ln w="5420" cap="flat">
              <a:solidFill>
                <a:srgbClr val="49AD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31" name="pg2431"/>
            <p:cNvSpPr/>
            <p:nvPr/>
          </p:nvSpPr>
          <p:spPr>
            <a:xfrm>
              <a:off x="3612016" y="472419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AAEAB">
                <a:alpha val="100000"/>
              </a:srgbClr>
            </a:solidFill>
            <a:ln w="5420" cap="flat">
              <a:solidFill>
                <a:srgbClr val="4AAE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32" name="pg2432"/>
            <p:cNvSpPr/>
            <p:nvPr/>
          </p:nvSpPr>
          <p:spPr>
            <a:xfrm>
              <a:off x="3623654" y="472419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AAFAB">
                <a:alpha val="100000"/>
              </a:srgbClr>
            </a:solidFill>
            <a:ln w="5420" cap="flat">
              <a:solidFill>
                <a:srgbClr val="4AAF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33" name="pg2433"/>
            <p:cNvSpPr/>
            <p:nvPr/>
          </p:nvSpPr>
          <p:spPr>
            <a:xfrm>
              <a:off x="3635291" y="472419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BB0AB">
                <a:alpha val="100000"/>
              </a:srgbClr>
            </a:solidFill>
            <a:ln w="5420" cap="flat">
              <a:solidFill>
                <a:srgbClr val="4BB0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34" name="pg2434"/>
            <p:cNvSpPr/>
            <p:nvPr/>
          </p:nvSpPr>
          <p:spPr>
            <a:xfrm>
              <a:off x="3646928" y="472419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CB1AB">
                <a:alpha val="100000"/>
              </a:srgbClr>
            </a:solidFill>
            <a:ln w="5420" cap="flat">
              <a:solidFill>
                <a:srgbClr val="4CB1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35" name="pg2435"/>
            <p:cNvSpPr/>
            <p:nvPr/>
          </p:nvSpPr>
          <p:spPr>
            <a:xfrm>
              <a:off x="3658566" y="472419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CB2AB">
                <a:alpha val="100000"/>
              </a:srgbClr>
            </a:solidFill>
            <a:ln w="5420" cap="flat">
              <a:solidFill>
                <a:srgbClr val="4CB2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36" name="pg2436"/>
            <p:cNvSpPr/>
            <p:nvPr/>
          </p:nvSpPr>
          <p:spPr>
            <a:xfrm>
              <a:off x="3670203" y="472419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DB3AB">
                <a:alpha val="100000"/>
              </a:srgbClr>
            </a:solidFill>
            <a:ln w="5420" cap="flat">
              <a:solidFill>
                <a:srgbClr val="4DB3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37" name="pg2437"/>
            <p:cNvSpPr/>
            <p:nvPr/>
          </p:nvSpPr>
          <p:spPr>
            <a:xfrm>
              <a:off x="3681840" y="472419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EB4AB">
                <a:alpha val="100000"/>
              </a:srgbClr>
            </a:solidFill>
            <a:ln w="5420" cap="flat">
              <a:solidFill>
                <a:srgbClr val="4EB4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38" name="pg2438"/>
            <p:cNvSpPr/>
            <p:nvPr/>
          </p:nvSpPr>
          <p:spPr>
            <a:xfrm>
              <a:off x="3693478" y="472419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0B6AB">
                <a:alpha val="100000"/>
              </a:srgbClr>
            </a:solidFill>
            <a:ln w="5420" cap="flat">
              <a:solidFill>
                <a:srgbClr val="50B6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39" name="pg2439"/>
            <p:cNvSpPr/>
            <p:nvPr/>
          </p:nvSpPr>
          <p:spPr>
            <a:xfrm>
              <a:off x="3705115" y="472419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1B7AB">
                <a:alpha val="100000"/>
              </a:srgbClr>
            </a:solidFill>
            <a:ln w="5420" cap="flat">
              <a:solidFill>
                <a:srgbClr val="51B7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40" name="pg2440"/>
            <p:cNvSpPr/>
            <p:nvPr/>
          </p:nvSpPr>
          <p:spPr>
            <a:xfrm>
              <a:off x="3716752" y="472419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2B9AB">
                <a:alpha val="100000"/>
              </a:srgbClr>
            </a:solidFill>
            <a:ln w="5420" cap="flat">
              <a:solidFill>
                <a:srgbClr val="52B9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41" name="pg2441"/>
            <p:cNvSpPr/>
            <p:nvPr/>
          </p:nvSpPr>
          <p:spPr>
            <a:xfrm>
              <a:off x="3728390" y="472419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3BBAB">
                <a:alpha val="100000"/>
              </a:srgbClr>
            </a:solidFill>
            <a:ln w="5420" cap="flat">
              <a:solidFill>
                <a:srgbClr val="53BB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42" name="pg2442"/>
            <p:cNvSpPr/>
            <p:nvPr/>
          </p:nvSpPr>
          <p:spPr>
            <a:xfrm>
              <a:off x="3740027" y="472419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5BDAB">
                <a:alpha val="100000"/>
              </a:srgbClr>
            </a:solidFill>
            <a:ln w="5420" cap="flat">
              <a:solidFill>
                <a:srgbClr val="55BD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43" name="pg2443"/>
            <p:cNvSpPr/>
            <p:nvPr/>
          </p:nvSpPr>
          <p:spPr>
            <a:xfrm>
              <a:off x="3751664" y="472419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7C0AC">
                <a:alpha val="100000"/>
              </a:srgbClr>
            </a:solidFill>
            <a:ln w="5420" cap="flat">
              <a:solidFill>
                <a:srgbClr val="57C0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44" name="pg2444"/>
            <p:cNvSpPr/>
            <p:nvPr/>
          </p:nvSpPr>
          <p:spPr>
            <a:xfrm>
              <a:off x="3763302" y="472419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AC4AC">
                <a:alpha val="100000"/>
              </a:srgbClr>
            </a:solidFill>
            <a:ln w="5420" cap="flat">
              <a:solidFill>
                <a:srgbClr val="5AC4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45" name="pg2445"/>
            <p:cNvSpPr/>
            <p:nvPr/>
          </p:nvSpPr>
          <p:spPr>
            <a:xfrm>
              <a:off x="3774939" y="472419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DC9AC">
                <a:alpha val="100000"/>
              </a:srgbClr>
            </a:solidFill>
            <a:ln w="5420" cap="flat">
              <a:solidFill>
                <a:srgbClr val="5DC9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46" name="pg2446"/>
            <p:cNvSpPr/>
            <p:nvPr/>
          </p:nvSpPr>
          <p:spPr>
            <a:xfrm>
              <a:off x="3786576" y="472419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2CEAD">
                <a:alpha val="100000"/>
              </a:srgbClr>
            </a:solidFill>
            <a:ln w="5420" cap="flat">
              <a:solidFill>
                <a:srgbClr val="62CEA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47" name="pg2447"/>
            <p:cNvSpPr/>
            <p:nvPr/>
          </p:nvSpPr>
          <p:spPr>
            <a:xfrm>
              <a:off x="3798214" y="472419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0D2B2">
                <a:alpha val="100000"/>
              </a:srgbClr>
            </a:solidFill>
            <a:ln w="5420" cap="flat">
              <a:solidFill>
                <a:srgbClr val="70D2B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48" name="pg2448"/>
            <p:cNvSpPr/>
            <p:nvPr/>
          </p:nvSpPr>
          <p:spPr>
            <a:xfrm>
              <a:off x="3809851" y="472419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88D9BC">
                <a:alpha val="100000"/>
              </a:srgbClr>
            </a:solidFill>
            <a:ln w="5420" cap="flat">
              <a:solidFill>
                <a:srgbClr val="88D9B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49" name="pg2449"/>
            <p:cNvSpPr/>
            <p:nvPr/>
          </p:nvSpPr>
          <p:spPr>
            <a:xfrm>
              <a:off x="3821488" y="472419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90DCBF">
                <a:alpha val="100000"/>
              </a:srgbClr>
            </a:solidFill>
            <a:ln w="5420" cap="flat">
              <a:solidFill>
                <a:srgbClr val="90DCB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50" name="pg2450"/>
            <p:cNvSpPr/>
            <p:nvPr/>
          </p:nvSpPr>
          <p:spPr>
            <a:xfrm>
              <a:off x="3833126" y="472419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94DDC1">
                <a:alpha val="100000"/>
              </a:srgbClr>
            </a:solidFill>
            <a:ln w="5420" cap="flat">
              <a:solidFill>
                <a:srgbClr val="94DDC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51" name="pg2451"/>
            <p:cNvSpPr/>
            <p:nvPr/>
          </p:nvSpPr>
          <p:spPr>
            <a:xfrm>
              <a:off x="3844763" y="472419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94DDC1">
                <a:alpha val="100000"/>
              </a:srgbClr>
            </a:solidFill>
            <a:ln w="5420" cap="flat">
              <a:solidFill>
                <a:srgbClr val="94DDC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52" name="pg2452"/>
            <p:cNvSpPr/>
            <p:nvPr/>
          </p:nvSpPr>
          <p:spPr>
            <a:xfrm>
              <a:off x="3856400" y="472419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92DCC0">
                <a:alpha val="100000"/>
              </a:srgbClr>
            </a:solidFill>
            <a:ln w="5420" cap="flat">
              <a:solidFill>
                <a:srgbClr val="92DCC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53" name="pg2453"/>
            <p:cNvSpPr/>
            <p:nvPr/>
          </p:nvSpPr>
          <p:spPr>
            <a:xfrm>
              <a:off x="3868038" y="472419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8EDBBE">
                <a:alpha val="100000"/>
              </a:srgbClr>
            </a:solidFill>
            <a:ln w="5420" cap="flat">
              <a:solidFill>
                <a:srgbClr val="8EDBB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54" name="pg2454"/>
            <p:cNvSpPr/>
            <p:nvPr/>
          </p:nvSpPr>
          <p:spPr>
            <a:xfrm>
              <a:off x="3879675" y="472419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88D9BC">
                <a:alpha val="100000"/>
              </a:srgbClr>
            </a:solidFill>
            <a:ln w="5420" cap="flat">
              <a:solidFill>
                <a:srgbClr val="88D9B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55" name="pg2455"/>
            <p:cNvSpPr/>
            <p:nvPr/>
          </p:nvSpPr>
          <p:spPr>
            <a:xfrm>
              <a:off x="3891312" y="472419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82D8B9">
                <a:alpha val="100000"/>
              </a:srgbClr>
            </a:solidFill>
            <a:ln w="5420" cap="flat">
              <a:solidFill>
                <a:srgbClr val="82D8B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56" name="pg2456"/>
            <p:cNvSpPr/>
            <p:nvPr/>
          </p:nvSpPr>
          <p:spPr>
            <a:xfrm>
              <a:off x="3902950" y="472419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BD6B6">
                <a:alpha val="100000"/>
              </a:srgbClr>
            </a:solidFill>
            <a:ln w="5420" cap="flat">
              <a:solidFill>
                <a:srgbClr val="7BD6B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57" name="pg2457"/>
            <p:cNvSpPr/>
            <p:nvPr/>
          </p:nvSpPr>
          <p:spPr>
            <a:xfrm>
              <a:off x="3914587" y="472419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5D4B4">
                <a:alpha val="100000"/>
              </a:srgbClr>
            </a:solidFill>
            <a:ln w="5420" cap="flat">
              <a:solidFill>
                <a:srgbClr val="75D4B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58" name="pg2458"/>
            <p:cNvSpPr/>
            <p:nvPr/>
          </p:nvSpPr>
          <p:spPr>
            <a:xfrm>
              <a:off x="3926224" y="472419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9D0AF">
                <a:alpha val="100000"/>
              </a:srgbClr>
            </a:solidFill>
            <a:ln w="5420" cap="flat">
              <a:solidFill>
                <a:srgbClr val="69D0A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59" name="pg2459"/>
            <p:cNvSpPr/>
            <p:nvPr/>
          </p:nvSpPr>
          <p:spPr>
            <a:xfrm>
              <a:off x="3937862" y="472419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4CFAE">
                <a:alpha val="100000"/>
              </a:srgbClr>
            </a:solidFill>
            <a:ln w="5420" cap="flat">
              <a:solidFill>
                <a:srgbClr val="64CFA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60" name="pg2460"/>
            <p:cNvSpPr/>
            <p:nvPr/>
          </p:nvSpPr>
          <p:spPr>
            <a:xfrm>
              <a:off x="3949499" y="472419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0CEAC">
                <a:alpha val="100000"/>
              </a:srgbClr>
            </a:solidFill>
            <a:ln w="5420" cap="flat">
              <a:solidFill>
                <a:srgbClr val="60CE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61" name="pg2461"/>
            <p:cNvSpPr/>
            <p:nvPr/>
          </p:nvSpPr>
          <p:spPr>
            <a:xfrm>
              <a:off x="3961136" y="472419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FCDAC">
                <a:alpha val="100000"/>
              </a:srgbClr>
            </a:solidFill>
            <a:ln w="5420" cap="flat">
              <a:solidFill>
                <a:srgbClr val="5FCD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62" name="pg2462"/>
            <p:cNvSpPr/>
            <p:nvPr/>
          </p:nvSpPr>
          <p:spPr>
            <a:xfrm>
              <a:off x="3972774" y="472419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FCCAC">
                <a:alpha val="100000"/>
              </a:srgbClr>
            </a:solidFill>
            <a:ln w="5420" cap="flat">
              <a:solidFill>
                <a:srgbClr val="5FCC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63" name="pg2463"/>
            <p:cNvSpPr/>
            <p:nvPr/>
          </p:nvSpPr>
          <p:spPr>
            <a:xfrm>
              <a:off x="3984411" y="472419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ECBAC">
                <a:alpha val="100000"/>
              </a:srgbClr>
            </a:solidFill>
            <a:ln w="5420" cap="flat">
              <a:solidFill>
                <a:srgbClr val="5ECB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64" name="pg2464"/>
            <p:cNvSpPr/>
            <p:nvPr/>
          </p:nvSpPr>
          <p:spPr>
            <a:xfrm>
              <a:off x="3996048" y="472419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ECBAC">
                <a:alpha val="100000"/>
              </a:srgbClr>
            </a:solidFill>
            <a:ln w="5420" cap="flat">
              <a:solidFill>
                <a:srgbClr val="5ECB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65" name="pg2465"/>
            <p:cNvSpPr/>
            <p:nvPr/>
          </p:nvSpPr>
          <p:spPr>
            <a:xfrm>
              <a:off x="4007686" y="472419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ECBAC">
                <a:alpha val="100000"/>
              </a:srgbClr>
            </a:solidFill>
            <a:ln w="5420" cap="flat">
              <a:solidFill>
                <a:srgbClr val="5ECB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66" name="pg2466"/>
            <p:cNvSpPr/>
            <p:nvPr/>
          </p:nvSpPr>
          <p:spPr>
            <a:xfrm>
              <a:off x="4019323" y="472419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ECBAC">
                <a:alpha val="100000"/>
              </a:srgbClr>
            </a:solidFill>
            <a:ln w="5420" cap="flat">
              <a:solidFill>
                <a:srgbClr val="5ECB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67" name="pg2467"/>
            <p:cNvSpPr/>
            <p:nvPr/>
          </p:nvSpPr>
          <p:spPr>
            <a:xfrm>
              <a:off x="4030960" y="472419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ECBAC">
                <a:alpha val="100000"/>
              </a:srgbClr>
            </a:solidFill>
            <a:ln w="5420" cap="flat">
              <a:solidFill>
                <a:srgbClr val="5ECB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68" name="pg2468"/>
            <p:cNvSpPr/>
            <p:nvPr/>
          </p:nvSpPr>
          <p:spPr>
            <a:xfrm>
              <a:off x="4042598" y="472419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FCDAC">
                <a:alpha val="100000"/>
              </a:srgbClr>
            </a:solidFill>
            <a:ln w="5420" cap="flat">
              <a:solidFill>
                <a:srgbClr val="5FCD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69" name="pg2469"/>
            <p:cNvSpPr/>
            <p:nvPr/>
          </p:nvSpPr>
          <p:spPr>
            <a:xfrm>
              <a:off x="4054235" y="472419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0CEAC">
                <a:alpha val="100000"/>
              </a:srgbClr>
            </a:solidFill>
            <a:ln w="5420" cap="flat">
              <a:solidFill>
                <a:srgbClr val="60CE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70" name="pg2470"/>
            <p:cNvSpPr/>
            <p:nvPr/>
          </p:nvSpPr>
          <p:spPr>
            <a:xfrm>
              <a:off x="4065872" y="472419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3CFAD">
                <a:alpha val="100000"/>
              </a:srgbClr>
            </a:solidFill>
            <a:ln w="5420" cap="flat">
              <a:solidFill>
                <a:srgbClr val="63CFA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71" name="pg2471"/>
            <p:cNvSpPr/>
            <p:nvPr/>
          </p:nvSpPr>
          <p:spPr>
            <a:xfrm>
              <a:off x="4077510" y="472419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6D0AE">
                <a:alpha val="100000"/>
              </a:srgbClr>
            </a:solidFill>
            <a:ln w="5420" cap="flat">
              <a:solidFill>
                <a:srgbClr val="66D0A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72" name="pg2472"/>
            <p:cNvSpPr/>
            <p:nvPr/>
          </p:nvSpPr>
          <p:spPr>
            <a:xfrm>
              <a:off x="4089147" y="472419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AD1AF">
                <a:alpha val="100000"/>
              </a:srgbClr>
            </a:solidFill>
            <a:ln w="5420" cap="flat">
              <a:solidFill>
                <a:srgbClr val="6AD1A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73" name="pg2473"/>
            <p:cNvSpPr/>
            <p:nvPr/>
          </p:nvSpPr>
          <p:spPr>
            <a:xfrm>
              <a:off x="4100784" y="472419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DD1B1">
                <a:alpha val="100000"/>
              </a:srgbClr>
            </a:solidFill>
            <a:ln w="5420" cap="flat">
              <a:solidFill>
                <a:srgbClr val="6DD1B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74" name="pg2474"/>
            <p:cNvSpPr/>
            <p:nvPr/>
          </p:nvSpPr>
          <p:spPr>
            <a:xfrm>
              <a:off x="4112422" y="472419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1D2B2">
                <a:alpha val="100000"/>
              </a:srgbClr>
            </a:solidFill>
            <a:ln w="5420" cap="flat">
              <a:solidFill>
                <a:srgbClr val="71D2B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75" name="pg2475"/>
            <p:cNvSpPr/>
            <p:nvPr/>
          </p:nvSpPr>
          <p:spPr>
            <a:xfrm>
              <a:off x="4124059" y="472419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4D3B3">
                <a:alpha val="100000"/>
              </a:srgbClr>
            </a:solidFill>
            <a:ln w="5420" cap="flat">
              <a:solidFill>
                <a:srgbClr val="74D3B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76" name="pg2476"/>
            <p:cNvSpPr/>
            <p:nvPr/>
          </p:nvSpPr>
          <p:spPr>
            <a:xfrm>
              <a:off x="4135696" y="472419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7D4B4">
                <a:alpha val="100000"/>
              </a:srgbClr>
            </a:solidFill>
            <a:ln w="5420" cap="flat">
              <a:solidFill>
                <a:srgbClr val="77D4B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77" name="pg2477"/>
            <p:cNvSpPr/>
            <p:nvPr/>
          </p:nvSpPr>
          <p:spPr>
            <a:xfrm>
              <a:off x="4147334" y="472419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9D5B5">
                <a:alpha val="100000"/>
              </a:srgbClr>
            </a:solidFill>
            <a:ln w="5420" cap="flat">
              <a:solidFill>
                <a:srgbClr val="79D5B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78" name="pg2478"/>
            <p:cNvSpPr/>
            <p:nvPr/>
          </p:nvSpPr>
          <p:spPr>
            <a:xfrm>
              <a:off x="4252070" y="472419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1D3B2">
                <a:alpha val="100000"/>
              </a:srgbClr>
            </a:solidFill>
            <a:ln w="5420" cap="flat">
              <a:solidFill>
                <a:srgbClr val="71D3B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79" name="pg2479"/>
            <p:cNvSpPr/>
            <p:nvPr/>
          </p:nvSpPr>
          <p:spPr>
            <a:xfrm>
              <a:off x="4263707" y="472419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CD1B0">
                <a:alpha val="100000"/>
              </a:srgbClr>
            </a:solidFill>
            <a:ln w="5420" cap="flat">
              <a:solidFill>
                <a:srgbClr val="6CD1B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80" name="pg2480"/>
            <p:cNvSpPr/>
            <p:nvPr/>
          </p:nvSpPr>
          <p:spPr>
            <a:xfrm>
              <a:off x="4275344" y="472419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6D0AE">
                <a:alpha val="100000"/>
              </a:srgbClr>
            </a:solidFill>
            <a:ln w="5420" cap="flat">
              <a:solidFill>
                <a:srgbClr val="66D0A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81" name="pg2481"/>
            <p:cNvSpPr/>
            <p:nvPr/>
          </p:nvSpPr>
          <p:spPr>
            <a:xfrm>
              <a:off x="4286982" y="472419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ECAAC">
                <a:alpha val="100000"/>
              </a:srgbClr>
            </a:solidFill>
            <a:ln w="5420" cap="flat">
              <a:solidFill>
                <a:srgbClr val="5ECA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82" name="pg2482"/>
            <p:cNvSpPr/>
            <p:nvPr/>
          </p:nvSpPr>
          <p:spPr>
            <a:xfrm>
              <a:off x="4298619" y="472419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CC7AC">
                <a:alpha val="100000"/>
              </a:srgbClr>
            </a:solidFill>
            <a:ln w="5420" cap="flat">
              <a:solidFill>
                <a:srgbClr val="5CC7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83" name="pg2483"/>
            <p:cNvSpPr/>
            <p:nvPr/>
          </p:nvSpPr>
          <p:spPr>
            <a:xfrm>
              <a:off x="4310256" y="472419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AC4AC">
                <a:alpha val="100000"/>
              </a:srgbClr>
            </a:solidFill>
            <a:ln w="5420" cap="flat">
              <a:solidFill>
                <a:srgbClr val="5AC4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84" name="pg2484"/>
            <p:cNvSpPr/>
            <p:nvPr/>
          </p:nvSpPr>
          <p:spPr>
            <a:xfrm>
              <a:off x="4321894" y="472419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7C1AC">
                <a:alpha val="100000"/>
              </a:srgbClr>
            </a:solidFill>
            <a:ln w="5420" cap="flat">
              <a:solidFill>
                <a:srgbClr val="57C1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85" name="pg2485"/>
            <p:cNvSpPr/>
            <p:nvPr/>
          </p:nvSpPr>
          <p:spPr>
            <a:xfrm>
              <a:off x="4554640" y="472419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691A8">
                <a:alpha val="100000"/>
              </a:srgbClr>
            </a:solidFill>
            <a:ln w="5420" cap="flat">
              <a:solidFill>
                <a:srgbClr val="3691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86" name="pg2486"/>
            <p:cNvSpPr/>
            <p:nvPr/>
          </p:nvSpPr>
          <p:spPr>
            <a:xfrm>
              <a:off x="4566278" y="472419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691A8">
                <a:alpha val="100000"/>
              </a:srgbClr>
            </a:solidFill>
            <a:ln w="5420" cap="flat">
              <a:solidFill>
                <a:srgbClr val="3691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87" name="pg2487"/>
            <p:cNvSpPr/>
            <p:nvPr/>
          </p:nvSpPr>
          <p:spPr>
            <a:xfrm>
              <a:off x="4577915" y="472419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691A8">
                <a:alpha val="100000"/>
              </a:srgbClr>
            </a:solidFill>
            <a:ln w="5420" cap="flat">
              <a:solidFill>
                <a:srgbClr val="3691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88" name="pg2488"/>
            <p:cNvSpPr/>
            <p:nvPr/>
          </p:nvSpPr>
          <p:spPr>
            <a:xfrm>
              <a:off x="4589552" y="472419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691A8">
                <a:alpha val="100000"/>
              </a:srgbClr>
            </a:solidFill>
            <a:ln w="5420" cap="flat">
              <a:solidFill>
                <a:srgbClr val="3691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89" name="pg2489"/>
            <p:cNvSpPr/>
            <p:nvPr/>
          </p:nvSpPr>
          <p:spPr>
            <a:xfrm>
              <a:off x="4601190" y="472419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692A8">
                <a:alpha val="100000"/>
              </a:srgbClr>
            </a:solidFill>
            <a:ln w="5420" cap="flat">
              <a:solidFill>
                <a:srgbClr val="3692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90" name="pg2490"/>
            <p:cNvSpPr/>
            <p:nvPr/>
          </p:nvSpPr>
          <p:spPr>
            <a:xfrm>
              <a:off x="3239622" y="473849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6D4B4">
                <a:alpha val="100000"/>
              </a:srgbClr>
            </a:solidFill>
            <a:ln w="5420" cap="flat">
              <a:solidFill>
                <a:srgbClr val="76D4B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91" name="pg2491"/>
            <p:cNvSpPr/>
            <p:nvPr/>
          </p:nvSpPr>
          <p:spPr>
            <a:xfrm>
              <a:off x="3251259" y="473849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5D4B4">
                <a:alpha val="100000"/>
              </a:srgbClr>
            </a:solidFill>
            <a:ln w="5420" cap="flat">
              <a:solidFill>
                <a:srgbClr val="75D4B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92" name="pg2492"/>
            <p:cNvSpPr/>
            <p:nvPr/>
          </p:nvSpPr>
          <p:spPr>
            <a:xfrm>
              <a:off x="3262897" y="473849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3D3B3">
                <a:alpha val="100000"/>
              </a:srgbClr>
            </a:solidFill>
            <a:ln w="5420" cap="flat">
              <a:solidFill>
                <a:srgbClr val="73D3B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93" name="pg2493"/>
            <p:cNvSpPr/>
            <p:nvPr/>
          </p:nvSpPr>
          <p:spPr>
            <a:xfrm>
              <a:off x="3274534" y="473849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0D2B2">
                <a:alpha val="100000"/>
              </a:srgbClr>
            </a:solidFill>
            <a:ln w="5420" cap="flat">
              <a:solidFill>
                <a:srgbClr val="70D2B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94" name="pg2494"/>
            <p:cNvSpPr/>
            <p:nvPr/>
          </p:nvSpPr>
          <p:spPr>
            <a:xfrm>
              <a:off x="3286171" y="473849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ED2B1">
                <a:alpha val="100000"/>
              </a:srgbClr>
            </a:solidFill>
            <a:ln w="5420" cap="flat">
              <a:solidFill>
                <a:srgbClr val="6ED2B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95" name="pg2495"/>
            <p:cNvSpPr/>
            <p:nvPr/>
          </p:nvSpPr>
          <p:spPr>
            <a:xfrm>
              <a:off x="3600379" y="473849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8ACAB">
                <a:alpha val="100000"/>
              </a:srgbClr>
            </a:solidFill>
            <a:ln w="5420" cap="flat">
              <a:solidFill>
                <a:srgbClr val="48AC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96" name="pg2496"/>
            <p:cNvSpPr/>
            <p:nvPr/>
          </p:nvSpPr>
          <p:spPr>
            <a:xfrm>
              <a:off x="3612016" y="473849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9ADAB">
                <a:alpha val="100000"/>
              </a:srgbClr>
            </a:solidFill>
            <a:ln w="5420" cap="flat">
              <a:solidFill>
                <a:srgbClr val="49AD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97" name="pg2497"/>
            <p:cNvSpPr/>
            <p:nvPr/>
          </p:nvSpPr>
          <p:spPr>
            <a:xfrm>
              <a:off x="3623654" y="473849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AAEAB">
                <a:alpha val="100000"/>
              </a:srgbClr>
            </a:solidFill>
            <a:ln w="5420" cap="flat">
              <a:solidFill>
                <a:srgbClr val="4AAE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98" name="pg2498"/>
            <p:cNvSpPr/>
            <p:nvPr/>
          </p:nvSpPr>
          <p:spPr>
            <a:xfrm>
              <a:off x="3635291" y="473849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AAFAB">
                <a:alpha val="100000"/>
              </a:srgbClr>
            </a:solidFill>
            <a:ln w="5420" cap="flat">
              <a:solidFill>
                <a:srgbClr val="4AAF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99" name="pg2499"/>
            <p:cNvSpPr/>
            <p:nvPr/>
          </p:nvSpPr>
          <p:spPr>
            <a:xfrm>
              <a:off x="3646928" y="473849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BB0AB">
                <a:alpha val="100000"/>
              </a:srgbClr>
            </a:solidFill>
            <a:ln w="5420" cap="flat">
              <a:solidFill>
                <a:srgbClr val="4BB0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00" name="pg2500"/>
            <p:cNvSpPr/>
            <p:nvPr/>
          </p:nvSpPr>
          <p:spPr>
            <a:xfrm>
              <a:off x="3658566" y="473849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CB1AB">
                <a:alpha val="100000"/>
              </a:srgbClr>
            </a:solidFill>
            <a:ln w="5420" cap="flat">
              <a:solidFill>
                <a:srgbClr val="4CB1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01" name="pg2501"/>
            <p:cNvSpPr/>
            <p:nvPr/>
          </p:nvSpPr>
          <p:spPr>
            <a:xfrm>
              <a:off x="3670203" y="473849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CB2AB">
                <a:alpha val="100000"/>
              </a:srgbClr>
            </a:solidFill>
            <a:ln w="5420" cap="flat">
              <a:solidFill>
                <a:srgbClr val="4CB2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02" name="pg2502"/>
            <p:cNvSpPr/>
            <p:nvPr/>
          </p:nvSpPr>
          <p:spPr>
            <a:xfrm>
              <a:off x="3681840" y="473849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DB3AB">
                <a:alpha val="100000"/>
              </a:srgbClr>
            </a:solidFill>
            <a:ln w="5420" cap="flat">
              <a:solidFill>
                <a:srgbClr val="4DB3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03" name="pg2503"/>
            <p:cNvSpPr/>
            <p:nvPr/>
          </p:nvSpPr>
          <p:spPr>
            <a:xfrm>
              <a:off x="3693478" y="473849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FB5AB">
                <a:alpha val="100000"/>
              </a:srgbClr>
            </a:solidFill>
            <a:ln w="5420" cap="flat">
              <a:solidFill>
                <a:srgbClr val="4FB5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04" name="pg2504"/>
            <p:cNvSpPr/>
            <p:nvPr/>
          </p:nvSpPr>
          <p:spPr>
            <a:xfrm>
              <a:off x="3705115" y="473849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0B6AB">
                <a:alpha val="100000"/>
              </a:srgbClr>
            </a:solidFill>
            <a:ln w="5420" cap="flat">
              <a:solidFill>
                <a:srgbClr val="50B6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05" name="pg2505"/>
            <p:cNvSpPr/>
            <p:nvPr/>
          </p:nvSpPr>
          <p:spPr>
            <a:xfrm>
              <a:off x="3716752" y="473849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1B8AB">
                <a:alpha val="100000"/>
              </a:srgbClr>
            </a:solidFill>
            <a:ln w="5420" cap="flat">
              <a:solidFill>
                <a:srgbClr val="51B8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06" name="pg2506"/>
            <p:cNvSpPr/>
            <p:nvPr/>
          </p:nvSpPr>
          <p:spPr>
            <a:xfrm>
              <a:off x="3728390" y="473849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2B9AB">
                <a:alpha val="100000"/>
              </a:srgbClr>
            </a:solidFill>
            <a:ln w="5420" cap="flat">
              <a:solidFill>
                <a:srgbClr val="52B9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07" name="pg2507"/>
            <p:cNvSpPr/>
            <p:nvPr/>
          </p:nvSpPr>
          <p:spPr>
            <a:xfrm>
              <a:off x="3740027" y="473849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4BBAB">
                <a:alpha val="100000"/>
              </a:srgbClr>
            </a:solidFill>
            <a:ln w="5420" cap="flat">
              <a:solidFill>
                <a:srgbClr val="54BB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08" name="pg2508"/>
            <p:cNvSpPr/>
            <p:nvPr/>
          </p:nvSpPr>
          <p:spPr>
            <a:xfrm>
              <a:off x="3751664" y="473849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5BEAB">
                <a:alpha val="100000"/>
              </a:srgbClr>
            </a:solidFill>
            <a:ln w="5420" cap="flat">
              <a:solidFill>
                <a:srgbClr val="55BE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09" name="pg2509"/>
            <p:cNvSpPr/>
            <p:nvPr/>
          </p:nvSpPr>
          <p:spPr>
            <a:xfrm>
              <a:off x="3856400" y="473849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8ADABD">
                <a:alpha val="100000"/>
              </a:srgbClr>
            </a:solidFill>
            <a:ln w="5420" cap="flat">
              <a:solidFill>
                <a:srgbClr val="8ADAB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10" name="pg2510"/>
            <p:cNvSpPr/>
            <p:nvPr/>
          </p:nvSpPr>
          <p:spPr>
            <a:xfrm>
              <a:off x="3868038" y="473849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87D9BB">
                <a:alpha val="100000"/>
              </a:srgbClr>
            </a:solidFill>
            <a:ln w="5420" cap="flat">
              <a:solidFill>
                <a:srgbClr val="87D9B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11" name="pg2511"/>
            <p:cNvSpPr/>
            <p:nvPr/>
          </p:nvSpPr>
          <p:spPr>
            <a:xfrm>
              <a:off x="3879675" y="473849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82D8B9">
                <a:alpha val="100000"/>
              </a:srgbClr>
            </a:solidFill>
            <a:ln w="5420" cap="flat">
              <a:solidFill>
                <a:srgbClr val="82D8B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12" name="pg2512"/>
            <p:cNvSpPr/>
            <p:nvPr/>
          </p:nvSpPr>
          <p:spPr>
            <a:xfrm>
              <a:off x="3891312" y="473849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DD6B7">
                <a:alpha val="100000"/>
              </a:srgbClr>
            </a:solidFill>
            <a:ln w="5420" cap="flat">
              <a:solidFill>
                <a:srgbClr val="7DD6B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13" name="pg2513"/>
            <p:cNvSpPr/>
            <p:nvPr/>
          </p:nvSpPr>
          <p:spPr>
            <a:xfrm>
              <a:off x="3902950" y="473849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7D4B5">
                <a:alpha val="100000"/>
              </a:srgbClr>
            </a:solidFill>
            <a:ln w="5420" cap="flat">
              <a:solidFill>
                <a:srgbClr val="77D4B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14" name="pg2514"/>
            <p:cNvSpPr/>
            <p:nvPr/>
          </p:nvSpPr>
          <p:spPr>
            <a:xfrm>
              <a:off x="3914587" y="473849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1D3B2">
                <a:alpha val="100000"/>
              </a:srgbClr>
            </a:solidFill>
            <a:ln w="5420" cap="flat">
              <a:solidFill>
                <a:srgbClr val="71D3B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15" name="pg2515"/>
            <p:cNvSpPr/>
            <p:nvPr/>
          </p:nvSpPr>
          <p:spPr>
            <a:xfrm>
              <a:off x="3926224" y="473849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7D0AE">
                <a:alpha val="100000"/>
              </a:srgbClr>
            </a:solidFill>
            <a:ln w="5420" cap="flat">
              <a:solidFill>
                <a:srgbClr val="67D0A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16" name="pg2516"/>
            <p:cNvSpPr/>
            <p:nvPr/>
          </p:nvSpPr>
          <p:spPr>
            <a:xfrm>
              <a:off x="3937862" y="473849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3CFAD">
                <a:alpha val="100000"/>
              </a:srgbClr>
            </a:solidFill>
            <a:ln w="5420" cap="flat">
              <a:solidFill>
                <a:srgbClr val="63CFA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17" name="pg2517"/>
            <p:cNvSpPr/>
            <p:nvPr/>
          </p:nvSpPr>
          <p:spPr>
            <a:xfrm>
              <a:off x="3949499" y="473849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0CEAC">
                <a:alpha val="100000"/>
              </a:srgbClr>
            </a:solidFill>
            <a:ln w="5420" cap="flat">
              <a:solidFill>
                <a:srgbClr val="60CE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18" name="pg2518"/>
            <p:cNvSpPr/>
            <p:nvPr/>
          </p:nvSpPr>
          <p:spPr>
            <a:xfrm>
              <a:off x="3961136" y="473849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FCDAC">
                <a:alpha val="100000"/>
              </a:srgbClr>
            </a:solidFill>
            <a:ln w="5420" cap="flat">
              <a:solidFill>
                <a:srgbClr val="5FCD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19" name="pg2519"/>
            <p:cNvSpPr/>
            <p:nvPr/>
          </p:nvSpPr>
          <p:spPr>
            <a:xfrm>
              <a:off x="4065872" y="473849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5CFAE">
                <a:alpha val="100000"/>
              </a:srgbClr>
            </a:solidFill>
            <a:ln w="5420" cap="flat">
              <a:solidFill>
                <a:srgbClr val="65CFA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20" name="pg2520"/>
            <p:cNvSpPr/>
            <p:nvPr/>
          </p:nvSpPr>
          <p:spPr>
            <a:xfrm>
              <a:off x="4077510" y="473849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9D0AF">
                <a:alpha val="100000"/>
              </a:srgbClr>
            </a:solidFill>
            <a:ln w="5420" cap="flat">
              <a:solidFill>
                <a:srgbClr val="69D0A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21" name="pg2521"/>
            <p:cNvSpPr/>
            <p:nvPr/>
          </p:nvSpPr>
          <p:spPr>
            <a:xfrm>
              <a:off x="4089147" y="473849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DD1B1">
                <a:alpha val="100000"/>
              </a:srgbClr>
            </a:solidFill>
            <a:ln w="5420" cap="flat">
              <a:solidFill>
                <a:srgbClr val="6DD1B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22" name="pg2522"/>
            <p:cNvSpPr/>
            <p:nvPr/>
          </p:nvSpPr>
          <p:spPr>
            <a:xfrm>
              <a:off x="4100784" y="473849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1D2B2">
                <a:alpha val="100000"/>
              </a:srgbClr>
            </a:solidFill>
            <a:ln w="5420" cap="flat">
              <a:solidFill>
                <a:srgbClr val="71D2B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23" name="pg2523"/>
            <p:cNvSpPr/>
            <p:nvPr/>
          </p:nvSpPr>
          <p:spPr>
            <a:xfrm>
              <a:off x="4112422" y="473849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4D4B4">
                <a:alpha val="100000"/>
              </a:srgbClr>
            </a:solidFill>
            <a:ln w="5420" cap="flat">
              <a:solidFill>
                <a:srgbClr val="74D4B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24" name="pg2524"/>
            <p:cNvSpPr/>
            <p:nvPr/>
          </p:nvSpPr>
          <p:spPr>
            <a:xfrm>
              <a:off x="4124059" y="473849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8D5B5">
                <a:alpha val="100000"/>
              </a:srgbClr>
            </a:solidFill>
            <a:ln w="5420" cap="flat">
              <a:solidFill>
                <a:srgbClr val="78D5B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25" name="pg2525"/>
            <p:cNvSpPr/>
            <p:nvPr/>
          </p:nvSpPr>
          <p:spPr>
            <a:xfrm>
              <a:off x="4135696" y="473849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BD5B6">
                <a:alpha val="100000"/>
              </a:srgbClr>
            </a:solidFill>
            <a:ln w="5420" cap="flat">
              <a:solidFill>
                <a:srgbClr val="7BD5B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26" name="pg2526"/>
            <p:cNvSpPr/>
            <p:nvPr/>
          </p:nvSpPr>
          <p:spPr>
            <a:xfrm>
              <a:off x="4147334" y="473849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ED6B7">
                <a:alpha val="100000"/>
              </a:srgbClr>
            </a:solidFill>
            <a:ln w="5420" cap="flat">
              <a:solidFill>
                <a:srgbClr val="7ED6B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27" name="pg2527"/>
            <p:cNvSpPr/>
            <p:nvPr/>
          </p:nvSpPr>
          <p:spPr>
            <a:xfrm>
              <a:off x="4158971" y="473849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81D7B9">
                <a:alpha val="100000"/>
              </a:srgbClr>
            </a:solidFill>
            <a:ln w="5420" cap="flat">
              <a:solidFill>
                <a:srgbClr val="81D7B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28" name="pg2528"/>
            <p:cNvSpPr/>
            <p:nvPr/>
          </p:nvSpPr>
          <p:spPr>
            <a:xfrm>
              <a:off x="4228795" y="473849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80D7B8">
                <a:alpha val="100000"/>
              </a:srgbClr>
            </a:solidFill>
            <a:ln w="5420" cap="flat">
              <a:solidFill>
                <a:srgbClr val="80D7B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29" name="pg2529"/>
            <p:cNvSpPr/>
            <p:nvPr/>
          </p:nvSpPr>
          <p:spPr>
            <a:xfrm>
              <a:off x="4240432" y="473849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CD6B7">
                <a:alpha val="100000"/>
              </a:srgbClr>
            </a:solidFill>
            <a:ln w="5420" cap="flat">
              <a:solidFill>
                <a:srgbClr val="7CD6B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30" name="pg2530"/>
            <p:cNvSpPr/>
            <p:nvPr/>
          </p:nvSpPr>
          <p:spPr>
            <a:xfrm>
              <a:off x="4252070" y="473849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8D5B5">
                <a:alpha val="100000"/>
              </a:srgbClr>
            </a:solidFill>
            <a:ln w="5420" cap="flat">
              <a:solidFill>
                <a:srgbClr val="78D5B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31" name="pg2531"/>
            <p:cNvSpPr/>
            <p:nvPr/>
          </p:nvSpPr>
          <p:spPr>
            <a:xfrm>
              <a:off x="4263707" y="473849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3D3B3">
                <a:alpha val="100000"/>
              </a:srgbClr>
            </a:solidFill>
            <a:ln w="5420" cap="flat">
              <a:solidFill>
                <a:srgbClr val="73D3B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32" name="pg2532"/>
            <p:cNvSpPr/>
            <p:nvPr/>
          </p:nvSpPr>
          <p:spPr>
            <a:xfrm>
              <a:off x="4275344" y="473849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CD1B0">
                <a:alpha val="100000"/>
              </a:srgbClr>
            </a:solidFill>
            <a:ln w="5420" cap="flat">
              <a:solidFill>
                <a:srgbClr val="6CD1B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33" name="pg2533"/>
            <p:cNvSpPr/>
            <p:nvPr/>
          </p:nvSpPr>
          <p:spPr>
            <a:xfrm>
              <a:off x="4286982" y="473849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FCDAC">
                <a:alpha val="100000"/>
              </a:srgbClr>
            </a:solidFill>
            <a:ln w="5420" cap="flat">
              <a:solidFill>
                <a:srgbClr val="5FCD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34" name="pg2534"/>
            <p:cNvSpPr/>
            <p:nvPr/>
          </p:nvSpPr>
          <p:spPr>
            <a:xfrm>
              <a:off x="4298619" y="473849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DC9AC">
                <a:alpha val="100000"/>
              </a:srgbClr>
            </a:solidFill>
            <a:ln w="5420" cap="flat">
              <a:solidFill>
                <a:srgbClr val="5DC9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35" name="pg2535"/>
            <p:cNvSpPr/>
            <p:nvPr/>
          </p:nvSpPr>
          <p:spPr>
            <a:xfrm>
              <a:off x="4310256" y="473849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BC6AC">
                <a:alpha val="100000"/>
              </a:srgbClr>
            </a:solidFill>
            <a:ln w="5420" cap="flat">
              <a:solidFill>
                <a:srgbClr val="5BC6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36" name="pg2536"/>
            <p:cNvSpPr/>
            <p:nvPr/>
          </p:nvSpPr>
          <p:spPr>
            <a:xfrm>
              <a:off x="4321894" y="473849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9C2AC">
                <a:alpha val="100000"/>
              </a:srgbClr>
            </a:solidFill>
            <a:ln w="5420" cap="flat">
              <a:solidFill>
                <a:srgbClr val="59C2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37" name="pg2537"/>
            <p:cNvSpPr/>
            <p:nvPr/>
          </p:nvSpPr>
          <p:spPr>
            <a:xfrm>
              <a:off x="4333531" y="473849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6BFAB">
                <a:alpha val="100000"/>
              </a:srgbClr>
            </a:solidFill>
            <a:ln w="5420" cap="flat">
              <a:solidFill>
                <a:srgbClr val="56BF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38" name="pg2538"/>
            <p:cNvSpPr/>
            <p:nvPr/>
          </p:nvSpPr>
          <p:spPr>
            <a:xfrm>
              <a:off x="4345168" y="473849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4BCAB">
                <a:alpha val="100000"/>
              </a:srgbClr>
            </a:solidFill>
            <a:ln w="5420" cap="flat">
              <a:solidFill>
                <a:srgbClr val="54BC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39" name="pg2539"/>
            <p:cNvSpPr/>
            <p:nvPr/>
          </p:nvSpPr>
          <p:spPr>
            <a:xfrm>
              <a:off x="4554640" y="473849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692A8">
                <a:alpha val="100000"/>
              </a:srgbClr>
            </a:solidFill>
            <a:ln w="5420" cap="flat">
              <a:solidFill>
                <a:srgbClr val="3692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40" name="pg2540"/>
            <p:cNvSpPr/>
            <p:nvPr/>
          </p:nvSpPr>
          <p:spPr>
            <a:xfrm>
              <a:off x="4566278" y="473849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692A8">
                <a:alpha val="100000"/>
              </a:srgbClr>
            </a:solidFill>
            <a:ln w="5420" cap="flat">
              <a:solidFill>
                <a:srgbClr val="3692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41" name="pg2541"/>
            <p:cNvSpPr/>
            <p:nvPr/>
          </p:nvSpPr>
          <p:spPr>
            <a:xfrm>
              <a:off x="4577915" y="473849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692A8">
                <a:alpha val="100000"/>
              </a:srgbClr>
            </a:solidFill>
            <a:ln w="5420" cap="flat">
              <a:solidFill>
                <a:srgbClr val="3692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42" name="pg2542"/>
            <p:cNvSpPr/>
            <p:nvPr/>
          </p:nvSpPr>
          <p:spPr>
            <a:xfrm>
              <a:off x="4589552" y="473849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692A8">
                <a:alpha val="100000"/>
              </a:srgbClr>
            </a:solidFill>
            <a:ln w="5420" cap="flat">
              <a:solidFill>
                <a:srgbClr val="3692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43" name="pg2543"/>
            <p:cNvSpPr/>
            <p:nvPr/>
          </p:nvSpPr>
          <p:spPr>
            <a:xfrm>
              <a:off x="4601190" y="473849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593A8">
                <a:alpha val="100000"/>
              </a:srgbClr>
            </a:solidFill>
            <a:ln w="5420" cap="flat">
              <a:solidFill>
                <a:srgbClr val="3593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44" name="pg2544"/>
            <p:cNvSpPr/>
            <p:nvPr/>
          </p:nvSpPr>
          <p:spPr>
            <a:xfrm>
              <a:off x="3146523" y="475279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7D0AF">
                <a:alpha val="100000"/>
              </a:srgbClr>
            </a:solidFill>
            <a:ln w="5420" cap="flat">
              <a:solidFill>
                <a:srgbClr val="67D0A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45" name="pg2545"/>
            <p:cNvSpPr/>
            <p:nvPr/>
          </p:nvSpPr>
          <p:spPr>
            <a:xfrm>
              <a:off x="3158161" y="475279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9D0AF">
                <a:alpha val="100000"/>
              </a:srgbClr>
            </a:solidFill>
            <a:ln w="5420" cap="flat">
              <a:solidFill>
                <a:srgbClr val="69D0A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46" name="pg2546"/>
            <p:cNvSpPr/>
            <p:nvPr/>
          </p:nvSpPr>
          <p:spPr>
            <a:xfrm>
              <a:off x="3169798" y="475279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BD1B0">
                <a:alpha val="100000"/>
              </a:srgbClr>
            </a:solidFill>
            <a:ln w="5420" cap="flat">
              <a:solidFill>
                <a:srgbClr val="6BD1B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47" name="pg2547"/>
            <p:cNvSpPr/>
            <p:nvPr/>
          </p:nvSpPr>
          <p:spPr>
            <a:xfrm>
              <a:off x="3227985" y="475279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AD5B6">
                <a:alpha val="100000"/>
              </a:srgbClr>
            </a:solidFill>
            <a:ln w="5420" cap="flat">
              <a:solidFill>
                <a:srgbClr val="7AD5B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48" name="pg2548"/>
            <p:cNvSpPr/>
            <p:nvPr/>
          </p:nvSpPr>
          <p:spPr>
            <a:xfrm>
              <a:off x="3239622" y="475279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BD5B6">
                <a:alpha val="100000"/>
              </a:srgbClr>
            </a:solidFill>
            <a:ln w="5420" cap="flat">
              <a:solidFill>
                <a:srgbClr val="7BD5B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49" name="pg2549"/>
            <p:cNvSpPr/>
            <p:nvPr/>
          </p:nvSpPr>
          <p:spPr>
            <a:xfrm>
              <a:off x="3251259" y="475279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AD5B6">
                <a:alpha val="100000"/>
              </a:srgbClr>
            </a:solidFill>
            <a:ln w="5420" cap="flat">
              <a:solidFill>
                <a:srgbClr val="7AD5B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50" name="pg2550"/>
            <p:cNvSpPr/>
            <p:nvPr/>
          </p:nvSpPr>
          <p:spPr>
            <a:xfrm>
              <a:off x="3262897" y="475279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7D4B5">
                <a:alpha val="100000"/>
              </a:srgbClr>
            </a:solidFill>
            <a:ln w="5420" cap="flat">
              <a:solidFill>
                <a:srgbClr val="77D4B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51" name="pg2551"/>
            <p:cNvSpPr/>
            <p:nvPr/>
          </p:nvSpPr>
          <p:spPr>
            <a:xfrm>
              <a:off x="3274534" y="475279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3D3B3">
                <a:alpha val="100000"/>
              </a:srgbClr>
            </a:solidFill>
            <a:ln w="5420" cap="flat">
              <a:solidFill>
                <a:srgbClr val="73D3B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52" name="pg2552"/>
            <p:cNvSpPr/>
            <p:nvPr/>
          </p:nvSpPr>
          <p:spPr>
            <a:xfrm>
              <a:off x="3286171" y="475279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FD2B1">
                <a:alpha val="100000"/>
              </a:srgbClr>
            </a:solidFill>
            <a:ln w="5420" cap="flat">
              <a:solidFill>
                <a:srgbClr val="6FD2B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53" name="pg2553"/>
            <p:cNvSpPr/>
            <p:nvPr/>
          </p:nvSpPr>
          <p:spPr>
            <a:xfrm>
              <a:off x="3297809" y="475279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CD1B1">
                <a:alpha val="100000"/>
              </a:srgbClr>
            </a:solidFill>
            <a:ln w="5420" cap="flat">
              <a:solidFill>
                <a:srgbClr val="6CD1B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54" name="pg2554"/>
            <p:cNvSpPr/>
            <p:nvPr/>
          </p:nvSpPr>
          <p:spPr>
            <a:xfrm>
              <a:off x="3309446" y="475279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CD1B0">
                <a:alpha val="100000"/>
              </a:srgbClr>
            </a:solidFill>
            <a:ln w="5420" cap="flat">
              <a:solidFill>
                <a:srgbClr val="6CD1B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55" name="pg2555"/>
            <p:cNvSpPr/>
            <p:nvPr/>
          </p:nvSpPr>
          <p:spPr>
            <a:xfrm>
              <a:off x="3321083" y="475279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BD1B0">
                <a:alpha val="100000"/>
              </a:srgbClr>
            </a:solidFill>
            <a:ln w="5420" cap="flat">
              <a:solidFill>
                <a:srgbClr val="6BD1B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56" name="pg2556"/>
            <p:cNvSpPr/>
            <p:nvPr/>
          </p:nvSpPr>
          <p:spPr>
            <a:xfrm>
              <a:off x="3332721" y="475279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9D0AF">
                <a:alpha val="100000"/>
              </a:srgbClr>
            </a:solidFill>
            <a:ln w="5420" cap="flat">
              <a:solidFill>
                <a:srgbClr val="69D0A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57" name="pg2557"/>
            <p:cNvSpPr/>
            <p:nvPr/>
          </p:nvSpPr>
          <p:spPr>
            <a:xfrm>
              <a:off x="3344358" y="475279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0CEAC">
                <a:alpha val="100000"/>
              </a:srgbClr>
            </a:solidFill>
            <a:ln w="5420" cap="flat">
              <a:solidFill>
                <a:srgbClr val="60CE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58" name="pg2558"/>
            <p:cNvSpPr/>
            <p:nvPr/>
          </p:nvSpPr>
          <p:spPr>
            <a:xfrm>
              <a:off x="3437457" y="475279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6AAAA">
                <a:alpha val="100000"/>
              </a:srgbClr>
            </a:solidFill>
            <a:ln w="5420" cap="flat">
              <a:solidFill>
                <a:srgbClr val="46AA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59" name="pg2559"/>
            <p:cNvSpPr/>
            <p:nvPr/>
          </p:nvSpPr>
          <p:spPr>
            <a:xfrm>
              <a:off x="3449094" y="475279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4A7AA">
                <a:alpha val="100000"/>
              </a:srgbClr>
            </a:solidFill>
            <a:ln w="5420" cap="flat">
              <a:solidFill>
                <a:srgbClr val="44A7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60" name="pg2560"/>
            <p:cNvSpPr/>
            <p:nvPr/>
          </p:nvSpPr>
          <p:spPr>
            <a:xfrm>
              <a:off x="3460731" y="475279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0A2AA">
                <a:alpha val="100000"/>
              </a:srgbClr>
            </a:solidFill>
            <a:ln w="5420" cap="flat">
              <a:solidFill>
                <a:srgbClr val="40A2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61" name="pg2561"/>
            <p:cNvSpPr/>
            <p:nvPr/>
          </p:nvSpPr>
          <p:spPr>
            <a:xfrm>
              <a:off x="3472369" y="475279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EA1AA">
                <a:alpha val="100000"/>
              </a:srgbClr>
            </a:solidFill>
            <a:ln w="5420" cap="flat">
              <a:solidFill>
                <a:srgbClr val="3EA1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62" name="pg2562"/>
            <p:cNvSpPr/>
            <p:nvPr/>
          </p:nvSpPr>
          <p:spPr>
            <a:xfrm>
              <a:off x="3484006" y="475279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DA0AA">
                <a:alpha val="100000"/>
              </a:srgbClr>
            </a:solidFill>
            <a:ln w="5420" cap="flat">
              <a:solidFill>
                <a:srgbClr val="3DA0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63" name="pg2563"/>
            <p:cNvSpPr/>
            <p:nvPr/>
          </p:nvSpPr>
          <p:spPr>
            <a:xfrm>
              <a:off x="3600379" y="475279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8ACAA">
                <a:alpha val="100000"/>
              </a:srgbClr>
            </a:solidFill>
            <a:ln w="5420" cap="flat">
              <a:solidFill>
                <a:srgbClr val="48AC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64" name="pg2564"/>
            <p:cNvSpPr/>
            <p:nvPr/>
          </p:nvSpPr>
          <p:spPr>
            <a:xfrm>
              <a:off x="3612016" y="475279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8ACAB">
                <a:alpha val="100000"/>
              </a:srgbClr>
            </a:solidFill>
            <a:ln w="5420" cap="flat">
              <a:solidFill>
                <a:srgbClr val="48AC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65" name="pg2565"/>
            <p:cNvSpPr/>
            <p:nvPr/>
          </p:nvSpPr>
          <p:spPr>
            <a:xfrm>
              <a:off x="3623654" y="475279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9ADAB">
                <a:alpha val="100000"/>
              </a:srgbClr>
            </a:solidFill>
            <a:ln w="5420" cap="flat">
              <a:solidFill>
                <a:srgbClr val="49AD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66" name="pg2566"/>
            <p:cNvSpPr/>
            <p:nvPr/>
          </p:nvSpPr>
          <p:spPr>
            <a:xfrm>
              <a:off x="3635291" y="475279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9AEAB">
                <a:alpha val="100000"/>
              </a:srgbClr>
            </a:solidFill>
            <a:ln w="5420" cap="flat">
              <a:solidFill>
                <a:srgbClr val="49AE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67" name="pg2567"/>
            <p:cNvSpPr/>
            <p:nvPr/>
          </p:nvSpPr>
          <p:spPr>
            <a:xfrm>
              <a:off x="3646928" y="475279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AAFAB">
                <a:alpha val="100000"/>
              </a:srgbClr>
            </a:solidFill>
            <a:ln w="5420" cap="flat">
              <a:solidFill>
                <a:srgbClr val="4AAF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68" name="pg2568"/>
            <p:cNvSpPr/>
            <p:nvPr/>
          </p:nvSpPr>
          <p:spPr>
            <a:xfrm>
              <a:off x="3658566" y="475279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BB0AB">
                <a:alpha val="100000"/>
              </a:srgbClr>
            </a:solidFill>
            <a:ln w="5420" cap="flat">
              <a:solidFill>
                <a:srgbClr val="4BB0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69" name="pg2569"/>
            <p:cNvSpPr/>
            <p:nvPr/>
          </p:nvSpPr>
          <p:spPr>
            <a:xfrm>
              <a:off x="3670203" y="475279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CB1AB">
                <a:alpha val="100000"/>
              </a:srgbClr>
            </a:solidFill>
            <a:ln w="5420" cap="flat">
              <a:solidFill>
                <a:srgbClr val="4CB1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70" name="pg2570"/>
            <p:cNvSpPr/>
            <p:nvPr/>
          </p:nvSpPr>
          <p:spPr>
            <a:xfrm>
              <a:off x="3681840" y="475279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DB2AB">
                <a:alpha val="100000"/>
              </a:srgbClr>
            </a:solidFill>
            <a:ln w="5420" cap="flat">
              <a:solidFill>
                <a:srgbClr val="4DB2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71" name="pg2571"/>
            <p:cNvSpPr/>
            <p:nvPr/>
          </p:nvSpPr>
          <p:spPr>
            <a:xfrm>
              <a:off x="3693478" y="475279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FB5AB">
                <a:alpha val="100000"/>
              </a:srgbClr>
            </a:solidFill>
            <a:ln w="5420" cap="flat">
              <a:solidFill>
                <a:srgbClr val="4FB5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72" name="pg2572"/>
            <p:cNvSpPr/>
            <p:nvPr/>
          </p:nvSpPr>
          <p:spPr>
            <a:xfrm>
              <a:off x="3705115" y="475279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0B6AB">
                <a:alpha val="100000"/>
              </a:srgbClr>
            </a:solidFill>
            <a:ln w="5420" cap="flat">
              <a:solidFill>
                <a:srgbClr val="50B6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73" name="pg2573"/>
            <p:cNvSpPr/>
            <p:nvPr/>
          </p:nvSpPr>
          <p:spPr>
            <a:xfrm>
              <a:off x="3716752" y="475279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0B7AB">
                <a:alpha val="100000"/>
              </a:srgbClr>
            </a:solidFill>
            <a:ln w="5420" cap="flat">
              <a:solidFill>
                <a:srgbClr val="50B7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74" name="pg2574"/>
            <p:cNvSpPr/>
            <p:nvPr/>
          </p:nvSpPr>
          <p:spPr>
            <a:xfrm>
              <a:off x="3728390" y="475279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1B8AB">
                <a:alpha val="100000"/>
              </a:srgbClr>
            </a:solidFill>
            <a:ln w="5420" cap="flat">
              <a:solidFill>
                <a:srgbClr val="51B8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75" name="pg2575"/>
            <p:cNvSpPr/>
            <p:nvPr/>
          </p:nvSpPr>
          <p:spPr>
            <a:xfrm>
              <a:off x="3740027" y="475279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2BAAB">
                <a:alpha val="100000"/>
              </a:srgbClr>
            </a:solidFill>
            <a:ln w="5420" cap="flat">
              <a:solidFill>
                <a:srgbClr val="52BA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76" name="pg2576"/>
            <p:cNvSpPr/>
            <p:nvPr/>
          </p:nvSpPr>
          <p:spPr>
            <a:xfrm>
              <a:off x="3751664" y="475279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4BCAB">
                <a:alpha val="100000"/>
              </a:srgbClr>
            </a:solidFill>
            <a:ln w="5420" cap="flat">
              <a:solidFill>
                <a:srgbClr val="54BC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77" name="pg2577"/>
            <p:cNvSpPr/>
            <p:nvPr/>
          </p:nvSpPr>
          <p:spPr>
            <a:xfrm>
              <a:off x="4100784" y="475279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4D3B3">
                <a:alpha val="100000"/>
              </a:srgbClr>
            </a:solidFill>
            <a:ln w="5420" cap="flat">
              <a:solidFill>
                <a:srgbClr val="74D3B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78" name="pg2578"/>
            <p:cNvSpPr/>
            <p:nvPr/>
          </p:nvSpPr>
          <p:spPr>
            <a:xfrm>
              <a:off x="4112422" y="475279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8D5B5">
                <a:alpha val="100000"/>
              </a:srgbClr>
            </a:solidFill>
            <a:ln w="5420" cap="flat">
              <a:solidFill>
                <a:srgbClr val="78D5B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79" name="pg2579"/>
            <p:cNvSpPr/>
            <p:nvPr/>
          </p:nvSpPr>
          <p:spPr>
            <a:xfrm>
              <a:off x="4124059" y="475279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CD6B7">
                <a:alpha val="100000"/>
              </a:srgbClr>
            </a:solidFill>
            <a:ln w="5420" cap="flat">
              <a:solidFill>
                <a:srgbClr val="7CD6B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80" name="pg2580"/>
            <p:cNvSpPr/>
            <p:nvPr/>
          </p:nvSpPr>
          <p:spPr>
            <a:xfrm>
              <a:off x="4135696" y="475279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FD7B8">
                <a:alpha val="100000"/>
              </a:srgbClr>
            </a:solidFill>
            <a:ln w="5420" cap="flat">
              <a:solidFill>
                <a:srgbClr val="7FD7B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81" name="pg2581"/>
            <p:cNvSpPr/>
            <p:nvPr/>
          </p:nvSpPr>
          <p:spPr>
            <a:xfrm>
              <a:off x="4147334" y="475279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82D7B9">
                <a:alpha val="100000"/>
              </a:srgbClr>
            </a:solidFill>
            <a:ln w="5420" cap="flat">
              <a:solidFill>
                <a:srgbClr val="82D7B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82" name="pg2582"/>
            <p:cNvSpPr/>
            <p:nvPr/>
          </p:nvSpPr>
          <p:spPr>
            <a:xfrm>
              <a:off x="4158971" y="475279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85D9BB">
                <a:alpha val="100000"/>
              </a:srgbClr>
            </a:solidFill>
            <a:ln w="5420" cap="flat">
              <a:solidFill>
                <a:srgbClr val="85D9B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83" name="pg2583"/>
            <p:cNvSpPr/>
            <p:nvPr/>
          </p:nvSpPr>
          <p:spPr>
            <a:xfrm>
              <a:off x="4170608" y="475279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86D9BB">
                <a:alpha val="100000"/>
              </a:srgbClr>
            </a:solidFill>
            <a:ln w="5420" cap="flat">
              <a:solidFill>
                <a:srgbClr val="86D9B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84" name="pg2584"/>
            <p:cNvSpPr/>
            <p:nvPr/>
          </p:nvSpPr>
          <p:spPr>
            <a:xfrm>
              <a:off x="4193883" y="475279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87D9BB">
                <a:alpha val="100000"/>
              </a:srgbClr>
            </a:solidFill>
            <a:ln w="5420" cap="flat">
              <a:solidFill>
                <a:srgbClr val="87D9B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85" name="pg2585"/>
            <p:cNvSpPr/>
            <p:nvPr/>
          </p:nvSpPr>
          <p:spPr>
            <a:xfrm>
              <a:off x="4205520" y="475279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87D9BB">
                <a:alpha val="100000"/>
              </a:srgbClr>
            </a:solidFill>
            <a:ln w="5420" cap="flat">
              <a:solidFill>
                <a:srgbClr val="87D9B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86" name="pg2586"/>
            <p:cNvSpPr/>
            <p:nvPr/>
          </p:nvSpPr>
          <p:spPr>
            <a:xfrm>
              <a:off x="4217158" y="475279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86D9BB">
                <a:alpha val="100000"/>
              </a:srgbClr>
            </a:solidFill>
            <a:ln w="5420" cap="flat">
              <a:solidFill>
                <a:srgbClr val="86D9B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87" name="pg2587"/>
            <p:cNvSpPr/>
            <p:nvPr/>
          </p:nvSpPr>
          <p:spPr>
            <a:xfrm>
              <a:off x="4228795" y="475279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84D8BA">
                <a:alpha val="100000"/>
              </a:srgbClr>
            </a:solidFill>
            <a:ln w="5420" cap="flat">
              <a:solidFill>
                <a:srgbClr val="84D8B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88" name="pg2588"/>
            <p:cNvSpPr/>
            <p:nvPr/>
          </p:nvSpPr>
          <p:spPr>
            <a:xfrm>
              <a:off x="4240432" y="475279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82D7B9">
                <a:alpha val="100000"/>
              </a:srgbClr>
            </a:solidFill>
            <a:ln w="5420" cap="flat">
              <a:solidFill>
                <a:srgbClr val="82D7B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89" name="pg2589"/>
            <p:cNvSpPr/>
            <p:nvPr/>
          </p:nvSpPr>
          <p:spPr>
            <a:xfrm>
              <a:off x="4252070" y="475279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DD6B7">
                <a:alpha val="100000"/>
              </a:srgbClr>
            </a:solidFill>
            <a:ln w="5420" cap="flat">
              <a:solidFill>
                <a:srgbClr val="7DD6B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90" name="pg2590"/>
            <p:cNvSpPr/>
            <p:nvPr/>
          </p:nvSpPr>
          <p:spPr>
            <a:xfrm>
              <a:off x="4263707" y="475279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8D5B5">
                <a:alpha val="100000"/>
              </a:srgbClr>
            </a:solidFill>
            <a:ln w="5420" cap="flat">
              <a:solidFill>
                <a:srgbClr val="78D5B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91" name="pg2591"/>
            <p:cNvSpPr/>
            <p:nvPr/>
          </p:nvSpPr>
          <p:spPr>
            <a:xfrm>
              <a:off x="4275344" y="475279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2D3B3">
                <a:alpha val="100000"/>
              </a:srgbClr>
            </a:solidFill>
            <a:ln w="5420" cap="flat">
              <a:solidFill>
                <a:srgbClr val="72D3B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92" name="pg2592"/>
            <p:cNvSpPr/>
            <p:nvPr/>
          </p:nvSpPr>
          <p:spPr>
            <a:xfrm>
              <a:off x="4286982" y="475279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1CEAC">
                <a:alpha val="100000"/>
              </a:srgbClr>
            </a:solidFill>
            <a:ln w="5420" cap="flat">
              <a:solidFill>
                <a:srgbClr val="61CE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93" name="pg2593"/>
            <p:cNvSpPr/>
            <p:nvPr/>
          </p:nvSpPr>
          <p:spPr>
            <a:xfrm>
              <a:off x="4298619" y="475279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ECBAC">
                <a:alpha val="100000"/>
              </a:srgbClr>
            </a:solidFill>
            <a:ln w="5420" cap="flat">
              <a:solidFill>
                <a:srgbClr val="5ECB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94" name="pg2594"/>
            <p:cNvSpPr/>
            <p:nvPr/>
          </p:nvSpPr>
          <p:spPr>
            <a:xfrm>
              <a:off x="4310256" y="475279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CC8AC">
                <a:alpha val="100000"/>
              </a:srgbClr>
            </a:solidFill>
            <a:ln w="5420" cap="flat">
              <a:solidFill>
                <a:srgbClr val="5CC8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95" name="pg2595"/>
            <p:cNvSpPr/>
            <p:nvPr/>
          </p:nvSpPr>
          <p:spPr>
            <a:xfrm>
              <a:off x="4321894" y="475279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AC4AC">
                <a:alpha val="100000"/>
              </a:srgbClr>
            </a:solidFill>
            <a:ln w="5420" cap="flat">
              <a:solidFill>
                <a:srgbClr val="5AC4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96" name="pg2596"/>
            <p:cNvSpPr/>
            <p:nvPr/>
          </p:nvSpPr>
          <p:spPr>
            <a:xfrm>
              <a:off x="4333531" y="475279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7C0AC">
                <a:alpha val="100000"/>
              </a:srgbClr>
            </a:solidFill>
            <a:ln w="5420" cap="flat">
              <a:solidFill>
                <a:srgbClr val="57C0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97" name="pg2597"/>
            <p:cNvSpPr/>
            <p:nvPr/>
          </p:nvSpPr>
          <p:spPr>
            <a:xfrm>
              <a:off x="4345168" y="475279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5BDAB">
                <a:alpha val="100000"/>
              </a:srgbClr>
            </a:solidFill>
            <a:ln w="5420" cap="flat">
              <a:solidFill>
                <a:srgbClr val="55BD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98" name="pg2598"/>
            <p:cNvSpPr/>
            <p:nvPr/>
          </p:nvSpPr>
          <p:spPr>
            <a:xfrm>
              <a:off x="4356806" y="475279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3BAAB">
                <a:alpha val="100000"/>
              </a:srgbClr>
            </a:solidFill>
            <a:ln w="5420" cap="flat">
              <a:solidFill>
                <a:srgbClr val="53BA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99" name="pg2599"/>
            <p:cNvSpPr/>
            <p:nvPr/>
          </p:nvSpPr>
          <p:spPr>
            <a:xfrm>
              <a:off x="4566278" y="475279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594A8">
                <a:alpha val="100000"/>
              </a:srgbClr>
            </a:solidFill>
            <a:ln w="5420" cap="flat">
              <a:solidFill>
                <a:srgbClr val="3594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00" name="pg2600"/>
            <p:cNvSpPr/>
            <p:nvPr/>
          </p:nvSpPr>
          <p:spPr>
            <a:xfrm>
              <a:off x="4577915" y="475279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594A8">
                <a:alpha val="100000"/>
              </a:srgbClr>
            </a:solidFill>
            <a:ln w="5420" cap="flat">
              <a:solidFill>
                <a:srgbClr val="3594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01" name="pg2601"/>
            <p:cNvSpPr/>
            <p:nvPr/>
          </p:nvSpPr>
          <p:spPr>
            <a:xfrm>
              <a:off x="4589552" y="475279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594A8">
                <a:alpha val="100000"/>
              </a:srgbClr>
            </a:solidFill>
            <a:ln w="5420" cap="flat">
              <a:solidFill>
                <a:srgbClr val="3594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02" name="pg2602"/>
            <p:cNvSpPr/>
            <p:nvPr/>
          </p:nvSpPr>
          <p:spPr>
            <a:xfrm>
              <a:off x="4601190" y="475279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594A8">
                <a:alpha val="100000"/>
              </a:srgbClr>
            </a:solidFill>
            <a:ln w="5420" cap="flat">
              <a:solidFill>
                <a:srgbClr val="3594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03" name="pg2603"/>
            <p:cNvSpPr/>
            <p:nvPr/>
          </p:nvSpPr>
          <p:spPr>
            <a:xfrm>
              <a:off x="3123249" y="476709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5CFAE">
                <a:alpha val="100000"/>
              </a:srgbClr>
            </a:solidFill>
            <a:ln w="5420" cap="flat">
              <a:solidFill>
                <a:srgbClr val="65CFA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04" name="pg2604"/>
            <p:cNvSpPr/>
            <p:nvPr/>
          </p:nvSpPr>
          <p:spPr>
            <a:xfrm>
              <a:off x="3134886" y="476709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6D0AE">
                <a:alpha val="100000"/>
              </a:srgbClr>
            </a:solidFill>
            <a:ln w="5420" cap="flat">
              <a:solidFill>
                <a:srgbClr val="66D0A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05" name="pg2605"/>
            <p:cNvSpPr/>
            <p:nvPr/>
          </p:nvSpPr>
          <p:spPr>
            <a:xfrm>
              <a:off x="3146523" y="476709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8D0AF">
                <a:alpha val="100000"/>
              </a:srgbClr>
            </a:solidFill>
            <a:ln w="5420" cap="flat">
              <a:solidFill>
                <a:srgbClr val="68D0A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06" name="pg2606"/>
            <p:cNvSpPr/>
            <p:nvPr/>
          </p:nvSpPr>
          <p:spPr>
            <a:xfrm>
              <a:off x="3158161" y="476709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AD1AF">
                <a:alpha val="100000"/>
              </a:srgbClr>
            </a:solidFill>
            <a:ln w="5420" cap="flat">
              <a:solidFill>
                <a:srgbClr val="6AD1A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07" name="pg2607"/>
            <p:cNvSpPr/>
            <p:nvPr/>
          </p:nvSpPr>
          <p:spPr>
            <a:xfrm>
              <a:off x="3169798" y="476709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CD1B0">
                <a:alpha val="100000"/>
              </a:srgbClr>
            </a:solidFill>
            <a:ln w="5420" cap="flat">
              <a:solidFill>
                <a:srgbClr val="6CD1B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08" name="pg2608"/>
            <p:cNvSpPr/>
            <p:nvPr/>
          </p:nvSpPr>
          <p:spPr>
            <a:xfrm>
              <a:off x="3181435" y="476709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ED2B1">
                <a:alpha val="100000"/>
              </a:srgbClr>
            </a:solidFill>
            <a:ln w="5420" cap="flat">
              <a:solidFill>
                <a:srgbClr val="6ED2B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09" name="pg2609"/>
            <p:cNvSpPr/>
            <p:nvPr/>
          </p:nvSpPr>
          <p:spPr>
            <a:xfrm>
              <a:off x="3216347" y="476709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9D5B5">
                <a:alpha val="100000"/>
              </a:srgbClr>
            </a:solidFill>
            <a:ln w="5420" cap="flat">
              <a:solidFill>
                <a:srgbClr val="79D5B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10" name="pg2610"/>
            <p:cNvSpPr/>
            <p:nvPr/>
          </p:nvSpPr>
          <p:spPr>
            <a:xfrm>
              <a:off x="3227985" y="476709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DD6B7">
                <a:alpha val="100000"/>
              </a:srgbClr>
            </a:solidFill>
            <a:ln w="5420" cap="flat">
              <a:solidFill>
                <a:srgbClr val="7DD6B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11" name="pg2611"/>
            <p:cNvSpPr/>
            <p:nvPr/>
          </p:nvSpPr>
          <p:spPr>
            <a:xfrm>
              <a:off x="3239622" y="476709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FD7B8">
                <a:alpha val="100000"/>
              </a:srgbClr>
            </a:solidFill>
            <a:ln w="5420" cap="flat">
              <a:solidFill>
                <a:srgbClr val="7FD7B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12" name="pg2612"/>
            <p:cNvSpPr/>
            <p:nvPr/>
          </p:nvSpPr>
          <p:spPr>
            <a:xfrm>
              <a:off x="3251259" y="476709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FD6B8">
                <a:alpha val="100000"/>
              </a:srgbClr>
            </a:solidFill>
            <a:ln w="5420" cap="flat">
              <a:solidFill>
                <a:srgbClr val="7FD6B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13" name="pg2613"/>
            <p:cNvSpPr/>
            <p:nvPr/>
          </p:nvSpPr>
          <p:spPr>
            <a:xfrm>
              <a:off x="3262897" y="476709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BD6B6">
                <a:alpha val="100000"/>
              </a:srgbClr>
            </a:solidFill>
            <a:ln w="5420" cap="flat">
              <a:solidFill>
                <a:srgbClr val="7BD6B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14" name="pg2614"/>
            <p:cNvSpPr/>
            <p:nvPr/>
          </p:nvSpPr>
          <p:spPr>
            <a:xfrm>
              <a:off x="3274534" y="476709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6D4B4">
                <a:alpha val="100000"/>
              </a:srgbClr>
            </a:solidFill>
            <a:ln w="5420" cap="flat">
              <a:solidFill>
                <a:srgbClr val="76D4B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15" name="pg2615"/>
            <p:cNvSpPr/>
            <p:nvPr/>
          </p:nvSpPr>
          <p:spPr>
            <a:xfrm>
              <a:off x="3286171" y="476709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0D2B2">
                <a:alpha val="100000"/>
              </a:srgbClr>
            </a:solidFill>
            <a:ln w="5420" cap="flat">
              <a:solidFill>
                <a:srgbClr val="70D2B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16" name="pg2616"/>
            <p:cNvSpPr/>
            <p:nvPr/>
          </p:nvSpPr>
          <p:spPr>
            <a:xfrm>
              <a:off x="3297809" y="476709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DD1B1">
                <a:alpha val="100000"/>
              </a:srgbClr>
            </a:solidFill>
            <a:ln w="5420" cap="flat">
              <a:solidFill>
                <a:srgbClr val="6DD1B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17" name="pg2617"/>
            <p:cNvSpPr/>
            <p:nvPr/>
          </p:nvSpPr>
          <p:spPr>
            <a:xfrm>
              <a:off x="3309446" y="476709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CD1B1">
                <a:alpha val="100000"/>
              </a:srgbClr>
            </a:solidFill>
            <a:ln w="5420" cap="flat">
              <a:solidFill>
                <a:srgbClr val="6CD1B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18" name="pg2618"/>
            <p:cNvSpPr/>
            <p:nvPr/>
          </p:nvSpPr>
          <p:spPr>
            <a:xfrm>
              <a:off x="3321083" y="476709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CD1B0">
                <a:alpha val="100000"/>
              </a:srgbClr>
            </a:solidFill>
            <a:ln w="5420" cap="flat">
              <a:solidFill>
                <a:srgbClr val="6CD1B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19" name="pg2619"/>
            <p:cNvSpPr/>
            <p:nvPr/>
          </p:nvSpPr>
          <p:spPr>
            <a:xfrm>
              <a:off x="3332721" y="476709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AD1B0">
                <a:alpha val="100000"/>
              </a:srgbClr>
            </a:solidFill>
            <a:ln w="5420" cap="flat">
              <a:solidFill>
                <a:srgbClr val="6AD1B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20" name="pg2620"/>
            <p:cNvSpPr/>
            <p:nvPr/>
          </p:nvSpPr>
          <p:spPr>
            <a:xfrm>
              <a:off x="3344358" y="476709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0CEAC">
                <a:alpha val="100000"/>
              </a:srgbClr>
            </a:solidFill>
            <a:ln w="5420" cap="flat">
              <a:solidFill>
                <a:srgbClr val="60CE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21" name="pg2621"/>
            <p:cNvSpPr/>
            <p:nvPr/>
          </p:nvSpPr>
          <p:spPr>
            <a:xfrm>
              <a:off x="3355995" y="476709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ECAAC">
                <a:alpha val="100000"/>
              </a:srgbClr>
            </a:solidFill>
            <a:ln w="5420" cap="flat">
              <a:solidFill>
                <a:srgbClr val="5ECA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22" name="pg2622"/>
            <p:cNvSpPr/>
            <p:nvPr/>
          </p:nvSpPr>
          <p:spPr>
            <a:xfrm>
              <a:off x="3367633" y="476709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BC6AC">
                <a:alpha val="100000"/>
              </a:srgbClr>
            </a:solidFill>
            <a:ln w="5420" cap="flat">
              <a:solidFill>
                <a:srgbClr val="5BC6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23" name="pg2623"/>
            <p:cNvSpPr/>
            <p:nvPr/>
          </p:nvSpPr>
          <p:spPr>
            <a:xfrm>
              <a:off x="3425819" y="476709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7ABAA">
                <a:alpha val="100000"/>
              </a:srgbClr>
            </a:solidFill>
            <a:ln w="5420" cap="flat">
              <a:solidFill>
                <a:srgbClr val="47AB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24" name="pg2624"/>
            <p:cNvSpPr/>
            <p:nvPr/>
          </p:nvSpPr>
          <p:spPr>
            <a:xfrm>
              <a:off x="3437457" y="476709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4A8AA">
                <a:alpha val="100000"/>
              </a:srgbClr>
            </a:solidFill>
            <a:ln w="5420" cap="flat">
              <a:solidFill>
                <a:srgbClr val="44A8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25" name="pg2625"/>
            <p:cNvSpPr/>
            <p:nvPr/>
          </p:nvSpPr>
          <p:spPr>
            <a:xfrm>
              <a:off x="3449094" y="476709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1A4AA">
                <a:alpha val="100000"/>
              </a:srgbClr>
            </a:solidFill>
            <a:ln w="5420" cap="flat">
              <a:solidFill>
                <a:srgbClr val="41A4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26" name="pg2626"/>
            <p:cNvSpPr/>
            <p:nvPr/>
          </p:nvSpPr>
          <p:spPr>
            <a:xfrm>
              <a:off x="3460731" y="476709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9EAA">
                <a:alpha val="100000"/>
              </a:srgbClr>
            </a:solidFill>
            <a:ln w="5420" cap="flat">
              <a:solidFill>
                <a:srgbClr val="3C9E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27" name="pg2627"/>
            <p:cNvSpPr/>
            <p:nvPr/>
          </p:nvSpPr>
          <p:spPr>
            <a:xfrm>
              <a:off x="3472369" y="476709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9DA9">
                <a:alpha val="100000"/>
              </a:srgbClr>
            </a:solidFill>
            <a:ln w="5420" cap="flat">
              <a:solidFill>
                <a:srgbClr val="3A9D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28" name="pg2628"/>
            <p:cNvSpPr/>
            <p:nvPr/>
          </p:nvSpPr>
          <p:spPr>
            <a:xfrm>
              <a:off x="3484006" y="476709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9CA9">
                <a:alpha val="100000"/>
              </a:srgbClr>
            </a:solidFill>
            <a:ln w="5420" cap="flat">
              <a:solidFill>
                <a:srgbClr val="3A9C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29" name="pg2629"/>
            <p:cNvSpPr/>
            <p:nvPr/>
          </p:nvSpPr>
          <p:spPr>
            <a:xfrm>
              <a:off x="3495643" y="476709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9DA9">
                <a:alpha val="100000"/>
              </a:srgbClr>
            </a:solidFill>
            <a:ln w="5420" cap="flat">
              <a:solidFill>
                <a:srgbClr val="3A9D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30" name="pg2630"/>
            <p:cNvSpPr/>
            <p:nvPr/>
          </p:nvSpPr>
          <p:spPr>
            <a:xfrm>
              <a:off x="3507281" y="476709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9DA9">
                <a:alpha val="100000"/>
              </a:srgbClr>
            </a:solidFill>
            <a:ln w="5420" cap="flat">
              <a:solidFill>
                <a:srgbClr val="3B9D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31" name="pg2631"/>
            <p:cNvSpPr/>
            <p:nvPr/>
          </p:nvSpPr>
          <p:spPr>
            <a:xfrm>
              <a:off x="3623654" y="476709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8ACAA">
                <a:alpha val="100000"/>
              </a:srgbClr>
            </a:solidFill>
            <a:ln w="5420" cap="flat">
              <a:solidFill>
                <a:srgbClr val="48AC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32" name="pg2632"/>
            <p:cNvSpPr/>
            <p:nvPr/>
          </p:nvSpPr>
          <p:spPr>
            <a:xfrm>
              <a:off x="3635291" y="476709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9ADAB">
                <a:alpha val="100000"/>
              </a:srgbClr>
            </a:solidFill>
            <a:ln w="5420" cap="flat">
              <a:solidFill>
                <a:srgbClr val="49AD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33" name="pg2633"/>
            <p:cNvSpPr/>
            <p:nvPr/>
          </p:nvSpPr>
          <p:spPr>
            <a:xfrm>
              <a:off x="3646928" y="476709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9ADAB">
                <a:alpha val="100000"/>
              </a:srgbClr>
            </a:solidFill>
            <a:ln w="5420" cap="flat">
              <a:solidFill>
                <a:srgbClr val="49AD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34" name="pg2634"/>
            <p:cNvSpPr/>
            <p:nvPr/>
          </p:nvSpPr>
          <p:spPr>
            <a:xfrm>
              <a:off x="3658566" y="476709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AAEAB">
                <a:alpha val="100000"/>
              </a:srgbClr>
            </a:solidFill>
            <a:ln w="5420" cap="flat">
              <a:solidFill>
                <a:srgbClr val="4AAE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35" name="pg2635"/>
            <p:cNvSpPr/>
            <p:nvPr/>
          </p:nvSpPr>
          <p:spPr>
            <a:xfrm>
              <a:off x="3670203" y="476709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BB0AB">
                <a:alpha val="100000"/>
              </a:srgbClr>
            </a:solidFill>
            <a:ln w="5420" cap="flat">
              <a:solidFill>
                <a:srgbClr val="4BB0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36" name="pg2636"/>
            <p:cNvSpPr/>
            <p:nvPr/>
          </p:nvSpPr>
          <p:spPr>
            <a:xfrm>
              <a:off x="3681840" y="476709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CB1AB">
                <a:alpha val="100000"/>
              </a:srgbClr>
            </a:solidFill>
            <a:ln w="5420" cap="flat">
              <a:solidFill>
                <a:srgbClr val="4CB1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37" name="pg2637"/>
            <p:cNvSpPr/>
            <p:nvPr/>
          </p:nvSpPr>
          <p:spPr>
            <a:xfrm>
              <a:off x="3693478" y="476709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FB4AB">
                <a:alpha val="100000"/>
              </a:srgbClr>
            </a:solidFill>
            <a:ln w="5420" cap="flat">
              <a:solidFill>
                <a:srgbClr val="4FB4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38" name="pg2638"/>
            <p:cNvSpPr/>
            <p:nvPr/>
          </p:nvSpPr>
          <p:spPr>
            <a:xfrm>
              <a:off x="3705115" y="476709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FB6AB">
                <a:alpha val="100000"/>
              </a:srgbClr>
            </a:solidFill>
            <a:ln w="5420" cap="flat">
              <a:solidFill>
                <a:srgbClr val="4FB6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39" name="pg2639"/>
            <p:cNvSpPr/>
            <p:nvPr/>
          </p:nvSpPr>
          <p:spPr>
            <a:xfrm>
              <a:off x="3716752" y="476709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0B6AB">
                <a:alpha val="100000"/>
              </a:srgbClr>
            </a:solidFill>
            <a:ln w="5420" cap="flat">
              <a:solidFill>
                <a:srgbClr val="50B6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40" name="pg2640"/>
            <p:cNvSpPr/>
            <p:nvPr/>
          </p:nvSpPr>
          <p:spPr>
            <a:xfrm>
              <a:off x="3728390" y="476709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1B7AB">
                <a:alpha val="100000"/>
              </a:srgbClr>
            </a:solidFill>
            <a:ln w="5420" cap="flat">
              <a:solidFill>
                <a:srgbClr val="51B7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41" name="pg2641"/>
            <p:cNvSpPr/>
            <p:nvPr/>
          </p:nvSpPr>
          <p:spPr>
            <a:xfrm>
              <a:off x="3740027" y="476709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1B8AB">
                <a:alpha val="100000"/>
              </a:srgbClr>
            </a:solidFill>
            <a:ln w="5420" cap="flat">
              <a:solidFill>
                <a:srgbClr val="51B8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42" name="pg2642"/>
            <p:cNvSpPr/>
            <p:nvPr/>
          </p:nvSpPr>
          <p:spPr>
            <a:xfrm>
              <a:off x="3751664" y="476709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3BAAB">
                <a:alpha val="100000"/>
              </a:srgbClr>
            </a:solidFill>
            <a:ln w="5420" cap="flat">
              <a:solidFill>
                <a:srgbClr val="53BA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43" name="pg2643"/>
            <p:cNvSpPr/>
            <p:nvPr/>
          </p:nvSpPr>
          <p:spPr>
            <a:xfrm>
              <a:off x="4112422" y="476709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BD5B6">
                <a:alpha val="100000"/>
              </a:srgbClr>
            </a:solidFill>
            <a:ln w="5420" cap="flat">
              <a:solidFill>
                <a:srgbClr val="7BD5B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44" name="pg2644"/>
            <p:cNvSpPr/>
            <p:nvPr/>
          </p:nvSpPr>
          <p:spPr>
            <a:xfrm>
              <a:off x="4124059" y="476709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ED6B8">
                <a:alpha val="100000"/>
              </a:srgbClr>
            </a:solidFill>
            <a:ln w="5420" cap="flat">
              <a:solidFill>
                <a:srgbClr val="7ED6B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45" name="pg2645"/>
            <p:cNvSpPr/>
            <p:nvPr/>
          </p:nvSpPr>
          <p:spPr>
            <a:xfrm>
              <a:off x="4135696" y="476709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82D8B9">
                <a:alpha val="100000"/>
              </a:srgbClr>
            </a:solidFill>
            <a:ln w="5420" cap="flat">
              <a:solidFill>
                <a:srgbClr val="82D8B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46" name="pg2646"/>
            <p:cNvSpPr/>
            <p:nvPr/>
          </p:nvSpPr>
          <p:spPr>
            <a:xfrm>
              <a:off x="4147334" y="476709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85D8BB">
                <a:alpha val="100000"/>
              </a:srgbClr>
            </a:solidFill>
            <a:ln w="5420" cap="flat">
              <a:solidFill>
                <a:srgbClr val="85D8B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47" name="pg2647"/>
            <p:cNvSpPr/>
            <p:nvPr/>
          </p:nvSpPr>
          <p:spPr>
            <a:xfrm>
              <a:off x="4158971" y="476709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89DABC">
                <a:alpha val="100000"/>
              </a:srgbClr>
            </a:solidFill>
            <a:ln w="5420" cap="flat">
              <a:solidFill>
                <a:srgbClr val="89DAB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48" name="pg2648"/>
            <p:cNvSpPr/>
            <p:nvPr/>
          </p:nvSpPr>
          <p:spPr>
            <a:xfrm>
              <a:off x="4170608" y="476709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89DABC">
                <a:alpha val="100000"/>
              </a:srgbClr>
            </a:solidFill>
            <a:ln w="5420" cap="flat">
              <a:solidFill>
                <a:srgbClr val="89DAB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49" name="pg2649"/>
            <p:cNvSpPr/>
            <p:nvPr/>
          </p:nvSpPr>
          <p:spPr>
            <a:xfrm>
              <a:off x="4182246" y="476709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89DABC">
                <a:alpha val="100000"/>
              </a:srgbClr>
            </a:solidFill>
            <a:ln w="5420" cap="flat">
              <a:solidFill>
                <a:srgbClr val="89DAB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50" name="pg2650"/>
            <p:cNvSpPr/>
            <p:nvPr/>
          </p:nvSpPr>
          <p:spPr>
            <a:xfrm>
              <a:off x="4193883" y="476709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89DABC">
                <a:alpha val="100000"/>
              </a:srgbClr>
            </a:solidFill>
            <a:ln w="5420" cap="flat">
              <a:solidFill>
                <a:srgbClr val="89DAB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51" name="pg2651"/>
            <p:cNvSpPr/>
            <p:nvPr/>
          </p:nvSpPr>
          <p:spPr>
            <a:xfrm>
              <a:off x="4205520" y="476709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8ADABD">
                <a:alpha val="100000"/>
              </a:srgbClr>
            </a:solidFill>
            <a:ln w="5420" cap="flat">
              <a:solidFill>
                <a:srgbClr val="8ADAB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52" name="pg2652"/>
            <p:cNvSpPr/>
            <p:nvPr/>
          </p:nvSpPr>
          <p:spPr>
            <a:xfrm>
              <a:off x="4217158" y="476709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8ADABD">
                <a:alpha val="100000"/>
              </a:srgbClr>
            </a:solidFill>
            <a:ln w="5420" cap="flat">
              <a:solidFill>
                <a:srgbClr val="8ADAB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53" name="pg2653"/>
            <p:cNvSpPr/>
            <p:nvPr/>
          </p:nvSpPr>
          <p:spPr>
            <a:xfrm>
              <a:off x="4228795" y="476709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89DABC">
                <a:alpha val="100000"/>
              </a:srgbClr>
            </a:solidFill>
            <a:ln w="5420" cap="flat">
              <a:solidFill>
                <a:srgbClr val="89DAB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54" name="pg2654"/>
            <p:cNvSpPr/>
            <p:nvPr/>
          </p:nvSpPr>
          <p:spPr>
            <a:xfrm>
              <a:off x="4240432" y="476709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86D9BB">
                <a:alpha val="100000"/>
              </a:srgbClr>
            </a:solidFill>
            <a:ln w="5420" cap="flat">
              <a:solidFill>
                <a:srgbClr val="86D9B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55" name="pg2655"/>
            <p:cNvSpPr/>
            <p:nvPr/>
          </p:nvSpPr>
          <p:spPr>
            <a:xfrm>
              <a:off x="4252070" y="476709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82D7B9">
                <a:alpha val="100000"/>
              </a:srgbClr>
            </a:solidFill>
            <a:ln w="5420" cap="flat">
              <a:solidFill>
                <a:srgbClr val="82D7B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56" name="pg2656"/>
            <p:cNvSpPr/>
            <p:nvPr/>
          </p:nvSpPr>
          <p:spPr>
            <a:xfrm>
              <a:off x="4263707" y="476709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CD6B7">
                <a:alpha val="100000"/>
              </a:srgbClr>
            </a:solidFill>
            <a:ln w="5420" cap="flat">
              <a:solidFill>
                <a:srgbClr val="7CD6B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57" name="pg2657"/>
            <p:cNvSpPr/>
            <p:nvPr/>
          </p:nvSpPr>
          <p:spPr>
            <a:xfrm>
              <a:off x="4275344" y="476709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6D4B4">
                <a:alpha val="100000"/>
              </a:srgbClr>
            </a:solidFill>
            <a:ln w="5420" cap="flat">
              <a:solidFill>
                <a:srgbClr val="76D4B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58" name="pg2658"/>
            <p:cNvSpPr/>
            <p:nvPr/>
          </p:nvSpPr>
          <p:spPr>
            <a:xfrm>
              <a:off x="4286982" y="476709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6CFAE">
                <a:alpha val="100000"/>
              </a:srgbClr>
            </a:solidFill>
            <a:ln w="5420" cap="flat">
              <a:solidFill>
                <a:srgbClr val="66CFA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59" name="pg2659"/>
            <p:cNvSpPr/>
            <p:nvPr/>
          </p:nvSpPr>
          <p:spPr>
            <a:xfrm>
              <a:off x="4298619" y="476709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FCDAC">
                <a:alpha val="100000"/>
              </a:srgbClr>
            </a:solidFill>
            <a:ln w="5420" cap="flat">
              <a:solidFill>
                <a:srgbClr val="5FCD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60" name="pg2660"/>
            <p:cNvSpPr/>
            <p:nvPr/>
          </p:nvSpPr>
          <p:spPr>
            <a:xfrm>
              <a:off x="4310256" y="476709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DC9AC">
                <a:alpha val="100000"/>
              </a:srgbClr>
            </a:solidFill>
            <a:ln w="5420" cap="flat">
              <a:solidFill>
                <a:srgbClr val="5DC9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61" name="pg2661"/>
            <p:cNvSpPr/>
            <p:nvPr/>
          </p:nvSpPr>
          <p:spPr>
            <a:xfrm>
              <a:off x="4321894" y="476709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AC5AC">
                <a:alpha val="100000"/>
              </a:srgbClr>
            </a:solidFill>
            <a:ln w="5420" cap="flat">
              <a:solidFill>
                <a:srgbClr val="5AC5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62" name="pg2662"/>
            <p:cNvSpPr/>
            <p:nvPr/>
          </p:nvSpPr>
          <p:spPr>
            <a:xfrm>
              <a:off x="4333531" y="476709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8C2AC">
                <a:alpha val="100000"/>
              </a:srgbClr>
            </a:solidFill>
            <a:ln w="5420" cap="flat">
              <a:solidFill>
                <a:srgbClr val="58C2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63" name="pg2663"/>
            <p:cNvSpPr/>
            <p:nvPr/>
          </p:nvSpPr>
          <p:spPr>
            <a:xfrm>
              <a:off x="4345168" y="476709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6BEAB">
                <a:alpha val="100000"/>
              </a:srgbClr>
            </a:solidFill>
            <a:ln w="5420" cap="flat">
              <a:solidFill>
                <a:srgbClr val="56BE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64" name="pg2664"/>
            <p:cNvSpPr/>
            <p:nvPr/>
          </p:nvSpPr>
          <p:spPr>
            <a:xfrm>
              <a:off x="4356806" y="476709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3BBAB">
                <a:alpha val="100000"/>
              </a:srgbClr>
            </a:solidFill>
            <a:ln w="5420" cap="flat">
              <a:solidFill>
                <a:srgbClr val="53BB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65" name="pg2665"/>
            <p:cNvSpPr/>
            <p:nvPr/>
          </p:nvSpPr>
          <p:spPr>
            <a:xfrm>
              <a:off x="4368443" y="476709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1B8AB">
                <a:alpha val="100000"/>
              </a:srgbClr>
            </a:solidFill>
            <a:ln w="5420" cap="flat">
              <a:solidFill>
                <a:srgbClr val="51B8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66" name="pg2666"/>
            <p:cNvSpPr/>
            <p:nvPr/>
          </p:nvSpPr>
          <p:spPr>
            <a:xfrm>
              <a:off x="4566278" y="476709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595A9">
                <a:alpha val="100000"/>
              </a:srgbClr>
            </a:solidFill>
            <a:ln w="5420" cap="flat">
              <a:solidFill>
                <a:srgbClr val="3595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67" name="pg2667"/>
            <p:cNvSpPr/>
            <p:nvPr/>
          </p:nvSpPr>
          <p:spPr>
            <a:xfrm>
              <a:off x="4577915" y="476709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595A9">
                <a:alpha val="100000"/>
              </a:srgbClr>
            </a:solidFill>
            <a:ln w="5420" cap="flat">
              <a:solidFill>
                <a:srgbClr val="3595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68" name="pg2668"/>
            <p:cNvSpPr/>
            <p:nvPr/>
          </p:nvSpPr>
          <p:spPr>
            <a:xfrm>
              <a:off x="4589552" y="476709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595A9">
                <a:alpha val="100000"/>
              </a:srgbClr>
            </a:solidFill>
            <a:ln w="5420" cap="flat">
              <a:solidFill>
                <a:srgbClr val="3595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69" name="pg2669"/>
            <p:cNvSpPr/>
            <p:nvPr/>
          </p:nvSpPr>
          <p:spPr>
            <a:xfrm>
              <a:off x="4601190" y="476709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595A9">
                <a:alpha val="100000"/>
              </a:srgbClr>
            </a:solidFill>
            <a:ln w="5420" cap="flat">
              <a:solidFill>
                <a:srgbClr val="3595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70" name="pg2670"/>
            <p:cNvSpPr/>
            <p:nvPr/>
          </p:nvSpPr>
          <p:spPr>
            <a:xfrm>
              <a:off x="4612827" y="476709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595A9">
                <a:alpha val="100000"/>
              </a:srgbClr>
            </a:solidFill>
            <a:ln w="5420" cap="flat">
              <a:solidFill>
                <a:srgbClr val="3595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71" name="pg2671"/>
            <p:cNvSpPr/>
            <p:nvPr/>
          </p:nvSpPr>
          <p:spPr>
            <a:xfrm>
              <a:off x="3111611" y="478139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5CFAE">
                <a:alpha val="100000"/>
              </a:srgbClr>
            </a:solidFill>
            <a:ln w="5420" cap="flat">
              <a:solidFill>
                <a:srgbClr val="65CFA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72" name="pg2672"/>
            <p:cNvSpPr/>
            <p:nvPr/>
          </p:nvSpPr>
          <p:spPr>
            <a:xfrm>
              <a:off x="3123249" y="478139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5CFAE">
                <a:alpha val="100000"/>
              </a:srgbClr>
            </a:solidFill>
            <a:ln w="5420" cap="flat">
              <a:solidFill>
                <a:srgbClr val="65CFA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73" name="pg2673"/>
            <p:cNvSpPr/>
            <p:nvPr/>
          </p:nvSpPr>
          <p:spPr>
            <a:xfrm>
              <a:off x="3134886" y="478139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7D0AE">
                <a:alpha val="100000"/>
              </a:srgbClr>
            </a:solidFill>
            <a:ln w="5420" cap="flat">
              <a:solidFill>
                <a:srgbClr val="67D0A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74" name="pg2674"/>
            <p:cNvSpPr/>
            <p:nvPr/>
          </p:nvSpPr>
          <p:spPr>
            <a:xfrm>
              <a:off x="3146523" y="478139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8D0AF">
                <a:alpha val="100000"/>
              </a:srgbClr>
            </a:solidFill>
            <a:ln w="5420" cap="flat">
              <a:solidFill>
                <a:srgbClr val="68D0A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75" name="pg2675"/>
            <p:cNvSpPr/>
            <p:nvPr/>
          </p:nvSpPr>
          <p:spPr>
            <a:xfrm>
              <a:off x="3158161" y="478139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AD1B0">
                <a:alpha val="100000"/>
              </a:srgbClr>
            </a:solidFill>
            <a:ln w="5420" cap="flat">
              <a:solidFill>
                <a:srgbClr val="6AD1B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76" name="pg2676"/>
            <p:cNvSpPr/>
            <p:nvPr/>
          </p:nvSpPr>
          <p:spPr>
            <a:xfrm>
              <a:off x="3169798" y="478139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CD1B0">
                <a:alpha val="100000"/>
              </a:srgbClr>
            </a:solidFill>
            <a:ln w="5420" cap="flat">
              <a:solidFill>
                <a:srgbClr val="6CD1B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77" name="pg2677"/>
            <p:cNvSpPr/>
            <p:nvPr/>
          </p:nvSpPr>
          <p:spPr>
            <a:xfrm>
              <a:off x="3181435" y="478139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FD2B2">
                <a:alpha val="100000"/>
              </a:srgbClr>
            </a:solidFill>
            <a:ln w="5420" cap="flat">
              <a:solidFill>
                <a:srgbClr val="6FD2B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78" name="pg2678"/>
            <p:cNvSpPr/>
            <p:nvPr/>
          </p:nvSpPr>
          <p:spPr>
            <a:xfrm>
              <a:off x="3193073" y="478139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2D3B3">
                <a:alpha val="100000"/>
              </a:srgbClr>
            </a:solidFill>
            <a:ln w="5420" cap="flat">
              <a:solidFill>
                <a:srgbClr val="72D3B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79" name="pg2679"/>
            <p:cNvSpPr/>
            <p:nvPr/>
          </p:nvSpPr>
          <p:spPr>
            <a:xfrm>
              <a:off x="3204710" y="478139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5D4B4">
                <a:alpha val="100000"/>
              </a:srgbClr>
            </a:solidFill>
            <a:ln w="5420" cap="flat">
              <a:solidFill>
                <a:srgbClr val="75D4B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80" name="pg2680"/>
            <p:cNvSpPr/>
            <p:nvPr/>
          </p:nvSpPr>
          <p:spPr>
            <a:xfrm>
              <a:off x="3216347" y="478139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9D5B5">
                <a:alpha val="100000"/>
              </a:srgbClr>
            </a:solidFill>
            <a:ln w="5420" cap="flat">
              <a:solidFill>
                <a:srgbClr val="79D5B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81" name="pg2681"/>
            <p:cNvSpPr/>
            <p:nvPr/>
          </p:nvSpPr>
          <p:spPr>
            <a:xfrm>
              <a:off x="3227985" y="478139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FD7B8">
                <a:alpha val="100000"/>
              </a:srgbClr>
            </a:solidFill>
            <a:ln w="5420" cap="flat">
              <a:solidFill>
                <a:srgbClr val="7FD7B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82" name="pg2682"/>
            <p:cNvSpPr/>
            <p:nvPr/>
          </p:nvSpPr>
          <p:spPr>
            <a:xfrm>
              <a:off x="3239622" y="478139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81D7B9">
                <a:alpha val="100000"/>
              </a:srgbClr>
            </a:solidFill>
            <a:ln w="5420" cap="flat">
              <a:solidFill>
                <a:srgbClr val="81D7B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83" name="pg2683"/>
            <p:cNvSpPr/>
            <p:nvPr/>
          </p:nvSpPr>
          <p:spPr>
            <a:xfrm>
              <a:off x="3251259" y="478139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81D7B9">
                <a:alpha val="100000"/>
              </a:srgbClr>
            </a:solidFill>
            <a:ln w="5420" cap="flat">
              <a:solidFill>
                <a:srgbClr val="81D7B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84" name="pg2684"/>
            <p:cNvSpPr/>
            <p:nvPr/>
          </p:nvSpPr>
          <p:spPr>
            <a:xfrm>
              <a:off x="3262897" y="478139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DD6B7">
                <a:alpha val="100000"/>
              </a:srgbClr>
            </a:solidFill>
            <a:ln w="5420" cap="flat">
              <a:solidFill>
                <a:srgbClr val="7DD6B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85" name="pg2685"/>
            <p:cNvSpPr/>
            <p:nvPr/>
          </p:nvSpPr>
          <p:spPr>
            <a:xfrm>
              <a:off x="3274534" y="478139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7D4B5">
                <a:alpha val="100000"/>
              </a:srgbClr>
            </a:solidFill>
            <a:ln w="5420" cap="flat">
              <a:solidFill>
                <a:srgbClr val="77D4B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86" name="pg2686"/>
            <p:cNvSpPr/>
            <p:nvPr/>
          </p:nvSpPr>
          <p:spPr>
            <a:xfrm>
              <a:off x="3286171" y="478139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1D2B2">
                <a:alpha val="100000"/>
              </a:srgbClr>
            </a:solidFill>
            <a:ln w="5420" cap="flat">
              <a:solidFill>
                <a:srgbClr val="71D2B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87" name="pg2687"/>
            <p:cNvSpPr/>
            <p:nvPr/>
          </p:nvSpPr>
          <p:spPr>
            <a:xfrm>
              <a:off x="3297809" y="478139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DD1B1">
                <a:alpha val="100000"/>
              </a:srgbClr>
            </a:solidFill>
            <a:ln w="5420" cap="flat">
              <a:solidFill>
                <a:srgbClr val="6DD1B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88" name="pg2688"/>
            <p:cNvSpPr/>
            <p:nvPr/>
          </p:nvSpPr>
          <p:spPr>
            <a:xfrm>
              <a:off x="3309446" y="478139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DD1B1">
                <a:alpha val="100000"/>
              </a:srgbClr>
            </a:solidFill>
            <a:ln w="5420" cap="flat">
              <a:solidFill>
                <a:srgbClr val="6DD1B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89" name="pg2689"/>
            <p:cNvSpPr/>
            <p:nvPr/>
          </p:nvSpPr>
          <p:spPr>
            <a:xfrm>
              <a:off x="3321083" y="478139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CD1B0">
                <a:alpha val="100000"/>
              </a:srgbClr>
            </a:solidFill>
            <a:ln w="5420" cap="flat">
              <a:solidFill>
                <a:srgbClr val="6CD1B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90" name="pg2690"/>
            <p:cNvSpPr/>
            <p:nvPr/>
          </p:nvSpPr>
          <p:spPr>
            <a:xfrm>
              <a:off x="3332721" y="478139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AD1B0">
                <a:alpha val="100000"/>
              </a:srgbClr>
            </a:solidFill>
            <a:ln w="5420" cap="flat">
              <a:solidFill>
                <a:srgbClr val="6AD1B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91" name="pg2691"/>
            <p:cNvSpPr/>
            <p:nvPr/>
          </p:nvSpPr>
          <p:spPr>
            <a:xfrm>
              <a:off x="3344358" y="478139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0CEAC">
                <a:alpha val="100000"/>
              </a:srgbClr>
            </a:solidFill>
            <a:ln w="5420" cap="flat">
              <a:solidFill>
                <a:srgbClr val="60CE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92" name="pg2692"/>
            <p:cNvSpPr/>
            <p:nvPr/>
          </p:nvSpPr>
          <p:spPr>
            <a:xfrm>
              <a:off x="3355995" y="478139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DCAAC">
                <a:alpha val="100000"/>
              </a:srgbClr>
            </a:solidFill>
            <a:ln w="5420" cap="flat">
              <a:solidFill>
                <a:srgbClr val="5DCA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93" name="pg2693"/>
            <p:cNvSpPr/>
            <p:nvPr/>
          </p:nvSpPr>
          <p:spPr>
            <a:xfrm>
              <a:off x="3367633" y="478139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BC5AC">
                <a:alpha val="100000"/>
              </a:srgbClr>
            </a:solidFill>
            <a:ln w="5420" cap="flat">
              <a:solidFill>
                <a:srgbClr val="5BC5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94" name="pg2694"/>
            <p:cNvSpPr/>
            <p:nvPr/>
          </p:nvSpPr>
          <p:spPr>
            <a:xfrm>
              <a:off x="3379270" y="478139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7C0AC">
                <a:alpha val="100000"/>
              </a:srgbClr>
            </a:solidFill>
            <a:ln w="5420" cap="flat">
              <a:solidFill>
                <a:srgbClr val="57C0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95" name="pg2695"/>
            <p:cNvSpPr/>
            <p:nvPr/>
          </p:nvSpPr>
          <p:spPr>
            <a:xfrm>
              <a:off x="3390907" y="478139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3BBAB">
                <a:alpha val="100000"/>
              </a:srgbClr>
            </a:solidFill>
            <a:ln w="5420" cap="flat">
              <a:solidFill>
                <a:srgbClr val="53BB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96" name="pg2696"/>
            <p:cNvSpPr/>
            <p:nvPr/>
          </p:nvSpPr>
          <p:spPr>
            <a:xfrm>
              <a:off x="3402545" y="478139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FB5AB">
                <a:alpha val="100000"/>
              </a:srgbClr>
            </a:solidFill>
            <a:ln w="5420" cap="flat">
              <a:solidFill>
                <a:srgbClr val="4FB5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97" name="pg2697"/>
            <p:cNvSpPr/>
            <p:nvPr/>
          </p:nvSpPr>
          <p:spPr>
            <a:xfrm>
              <a:off x="3414182" y="478139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AAEAB">
                <a:alpha val="100000"/>
              </a:srgbClr>
            </a:solidFill>
            <a:ln w="5420" cap="flat">
              <a:solidFill>
                <a:srgbClr val="4AAE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98" name="pg2698"/>
            <p:cNvSpPr/>
            <p:nvPr/>
          </p:nvSpPr>
          <p:spPr>
            <a:xfrm>
              <a:off x="3425819" y="478139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6A9AA">
                <a:alpha val="100000"/>
              </a:srgbClr>
            </a:solidFill>
            <a:ln w="5420" cap="flat">
              <a:solidFill>
                <a:srgbClr val="46A9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99" name="pg2699"/>
            <p:cNvSpPr/>
            <p:nvPr/>
          </p:nvSpPr>
          <p:spPr>
            <a:xfrm>
              <a:off x="3437457" y="478139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1A4AA">
                <a:alpha val="100000"/>
              </a:srgbClr>
            </a:solidFill>
            <a:ln w="5420" cap="flat">
              <a:solidFill>
                <a:srgbClr val="41A4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00" name="pg2700"/>
            <p:cNvSpPr/>
            <p:nvPr/>
          </p:nvSpPr>
          <p:spPr>
            <a:xfrm>
              <a:off x="3449094" y="478139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DA0AA">
                <a:alpha val="100000"/>
              </a:srgbClr>
            </a:solidFill>
            <a:ln w="5420" cap="flat">
              <a:solidFill>
                <a:srgbClr val="3DA0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01" name="pg2701"/>
            <p:cNvSpPr/>
            <p:nvPr/>
          </p:nvSpPr>
          <p:spPr>
            <a:xfrm>
              <a:off x="3460731" y="478139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99A9">
                <a:alpha val="100000"/>
              </a:srgbClr>
            </a:solidFill>
            <a:ln w="5420" cap="flat">
              <a:solidFill>
                <a:srgbClr val="3799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02" name="pg2702"/>
            <p:cNvSpPr/>
            <p:nvPr/>
          </p:nvSpPr>
          <p:spPr>
            <a:xfrm>
              <a:off x="3472369" y="478139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598A9">
                <a:alpha val="100000"/>
              </a:srgbClr>
            </a:solidFill>
            <a:ln w="5420" cap="flat">
              <a:solidFill>
                <a:srgbClr val="3598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03" name="pg2703"/>
            <p:cNvSpPr/>
            <p:nvPr/>
          </p:nvSpPr>
          <p:spPr>
            <a:xfrm>
              <a:off x="3484006" y="478139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598A9">
                <a:alpha val="100000"/>
              </a:srgbClr>
            </a:solidFill>
            <a:ln w="5420" cap="flat">
              <a:solidFill>
                <a:srgbClr val="3598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04" name="pg2704"/>
            <p:cNvSpPr/>
            <p:nvPr/>
          </p:nvSpPr>
          <p:spPr>
            <a:xfrm>
              <a:off x="3495643" y="478139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699A9">
                <a:alpha val="100000"/>
              </a:srgbClr>
            </a:solidFill>
            <a:ln w="5420" cap="flat">
              <a:solidFill>
                <a:srgbClr val="3699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05" name="pg2705"/>
            <p:cNvSpPr/>
            <p:nvPr/>
          </p:nvSpPr>
          <p:spPr>
            <a:xfrm>
              <a:off x="3507281" y="478139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89BA9">
                <a:alpha val="100000"/>
              </a:srgbClr>
            </a:solidFill>
            <a:ln w="5420" cap="flat">
              <a:solidFill>
                <a:srgbClr val="389B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06" name="pg2706"/>
            <p:cNvSpPr/>
            <p:nvPr/>
          </p:nvSpPr>
          <p:spPr>
            <a:xfrm>
              <a:off x="3518918" y="478139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9DA9">
                <a:alpha val="100000"/>
              </a:srgbClr>
            </a:solidFill>
            <a:ln w="5420" cap="flat">
              <a:solidFill>
                <a:srgbClr val="3A9D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07" name="pg2707"/>
            <p:cNvSpPr/>
            <p:nvPr/>
          </p:nvSpPr>
          <p:spPr>
            <a:xfrm>
              <a:off x="3530555" y="478139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DA0AA">
                <a:alpha val="100000"/>
              </a:srgbClr>
            </a:solidFill>
            <a:ln w="5420" cap="flat">
              <a:solidFill>
                <a:srgbClr val="3DA0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08" name="pg2708"/>
            <p:cNvSpPr/>
            <p:nvPr/>
          </p:nvSpPr>
          <p:spPr>
            <a:xfrm>
              <a:off x="3542193" y="478139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FA2AA">
                <a:alpha val="100000"/>
              </a:srgbClr>
            </a:solidFill>
            <a:ln w="5420" cap="flat">
              <a:solidFill>
                <a:srgbClr val="3FA2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09" name="pg2709"/>
            <p:cNvSpPr/>
            <p:nvPr/>
          </p:nvSpPr>
          <p:spPr>
            <a:xfrm>
              <a:off x="3635291" y="478139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8ACAA">
                <a:alpha val="100000"/>
              </a:srgbClr>
            </a:solidFill>
            <a:ln w="5420" cap="flat">
              <a:solidFill>
                <a:srgbClr val="48AC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10" name="pg2710"/>
            <p:cNvSpPr/>
            <p:nvPr/>
          </p:nvSpPr>
          <p:spPr>
            <a:xfrm>
              <a:off x="3646928" y="478139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8ACAA">
                <a:alpha val="100000"/>
              </a:srgbClr>
            </a:solidFill>
            <a:ln w="5420" cap="flat">
              <a:solidFill>
                <a:srgbClr val="48AC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11" name="pg2711"/>
            <p:cNvSpPr/>
            <p:nvPr/>
          </p:nvSpPr>
          <p:spPr>
            <a:xfrm>
              <a:off x="3658566" y="478139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9ADAB">
                <a:alpha val="100000"/>
              </a:srgbClr>
            </a:solidFill>
            <a:ln w="5420" cap="flat">
              <a:solidFill>
                <a:srgbClr val="49AD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12" name="pg2712"/>
            <p:cNvSpPr/>
            <p:nvPr/>
          </p:nvSpPr>
          <p:spPr>
            <a:xfrm>
              <a:off x="3681840" y="478139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BB0AB">
                <a:alpha val="100000"/>
              </a:srgbClr>
            </a:solidFill>
            <a:ln w="5420" cap="flat">
              <a:solidFill>
                <a:srgbClr val="4BB0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13" name="pg2713"/>
            <p:cNvSpPr/>
            <p:nvPr/>
          </p:nvSpPr>
          <p:spPr>
            <a:xfrm>
              <a:off x="3693478" y="478139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FB5AB">
                <a:alpha val="100000"/>
              </a:srgbClr>
            </a:solidFill>
            <a:ln w="5420" cap="flat">
              <a:solidFill>
                <a:srgbClr val="4FB5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14" name="pg2714"/>
            <p:cNvSpPr/>
            <p:nvPr/>
          </p:nvSpPr>
          <p:spPr>
            <a:xfrm>
              <a:off x="3705115" y="478139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0B6AB">
                <a:alpha val="100000"/>
              </a:srgbClr>
            </a:solidFill>
            <a:ln w="5420" cap="flat">
              <a:solidFill>
                <a:srgbClr val="50B6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15" name="pg2715"/>
            <p:cNvSpPr/>
            <p:nvPr/>
          </p:nvSpPr>
          <p:spPr>
            <a:xfrm>
              <a:off x="3716752" y="478139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0B6AB">
                <a:alpha val="100000"/>
              </a:srgbClr>
            </a:solidFill>
            <a:ln w="5420" cap="flat">
              <a:solidFill>
                <a:srgbClr val="50B6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16" name="pg2716"/>
            <p:cNvSpPr/>
            <p:nvPr/>
          </p:nvSpPr>
          <p:spPr>
            <a:xfrm>
              <a:off x="3728390" y="478139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0B7AB">
                <a:alpha val="100000"/>
              </a:srgbClr>
            </a:solidFill>
            <a:ln w="5420" cap="flat">
              <a:solidFill>
                <a:srgbClr val="50B7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17" name="pg2717"/>
            <p:cNvSpPr/>
            <p:nvPr/>
          </p:nvSpPr>
          <p:spPr>
            <a:xfrm>
              <a:off x="3740027" y="478139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1B7AB">
                <a:alpha val="100000"/>
              </a:srgbClr>
            </a:solidFill>
            <a:ln w="5420" cap="flat">
              <a:solidFill>
                <a:srgbClr val="51B7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18" name="pg2718"/>
            <p:cNvSpPr/>
            <p:nvPr/>
          </p:nvSpPr>
          <p:spPr>
            <a:xfrm>
              <a:off x="3751664" y="478139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2B8AB">
                <a:alpha val="100000"/>
              </a:srgbClr>
            </a:solidFill>
            <a:ln w="5420" cap="flat">
              <a:solidFill>
                <a:srgbClr val="52B8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19" name="pg2719"/>
            <p:cNvSpPr/>
            <p:nvPr/>
          </p:nvSpPr>
          <p:spPr>
            <a:xfrm>
              <a:off x="4124059" y="478139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81D7B9">
                <a:alpha val="100000"/>
              </a:srgbClr>
            </a:solidFill>
            <a:ln w="5420" cap="flat">
              <a:solidFill>
                <a:srgbClr val="81D7B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20" name="pg2720"/>
            <p:cNvSpPr/>
            <p:nvPr/>
          </p:nvSpPr>
          <p:spPr>
            <a:xfrm>
              <a:off x="4135696" y="478139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84D8BA">
                <a:alpha val="100000"/>
              </a:srgbClr>
            </a:solidFill>
            <a:ln w="5420" cap="flat">
              <a:solidFill>
                <a:srgbClr val="84D8B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21" name="pg2721"/>
            <p:cNvSpPr/>
            <p:nvPr/>
          </p:nvSpPr>
          <p:spPr>
            <a:xfrm>
              <a:off x="4147334" y="478139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88D9BC">
                <a:alpha val="100000"/>
              </a:srgbClr>
            </a:solidFill>
            <a:ln w="5420" cap="flat">
              <a:solidFill>
                <a:srgbClr val="88D9B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22" name="pg2722"/>
            <p:cNvSpPr/>
            <p:nvPr/>
          </p:nvSpPr>
          <p:spPr>
            <a:xfrm>
              <a:off x="4158971" y="478139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8BDABD">
                <a:alpha val="100000"/>
              </a:srgbClr>
            </a:solidFill>
            <a:ln w="5420" cap="flat">
              <a:solidFill>
                <a:srgbClr val="8BDAB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23" name="pg2723"/>
            <p:cNvSpPr/>
            <p:nvPr/>
          </p:nvSpPr>
          <p:spPr>
            <a:xfrm>
              <a:off x="4170608" y="478139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8BDABD">
                <a:alpha val="100000"/>
              </a:srgbClr>
            </a:solidFill>
            <a:ln w="5420" cap="flat">
              <a:solidFill>
                <a:srgbClr val="8BDAB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24" name="pg2724"/>
            <p:cNvSpPr/>
            <p:nvPr/>
          </p:nvSpPr>
          <p:spPr>
            <a:xfrm>
              <a:off x="4182246" y="478139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8BDABD">
                <a:alpha val="100000"/>
              </a:srgbClr>
            </a:solidFill>
            <a:ln w="5420" cap="flat">
              <a:solidFill>
                <a:srgbClr val="8BDAB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25" name="pg2725"/>
            <p:cNvSpPr/>
            <p:nvPr/>
          </p:nvSpPr>
          <p:spPr>
            <a:xfrm>
              <a:off x="4193883" y="478139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8CDABD">
                <a:alpha val="100000"/>
              </a:srgbClr>
            </a:solidFill>
            <a:ln w="5420" cap="flat">
              <a:solidFill>
                <a:srgbClr val="8CDAB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26" name="pg2726"/>
            <p:cNvSpPr/>
            <p:nvPr/>
          </p:nvSpPr>
          <p:spPr>
            <a:xfrm>
              <a:off x="4205520" y="478139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8DDBBE">
                <a:alpha val="100000"/>
              </a:srgbClr>
            </a:solidFill>
            <a:ln w="5420" cap="flat">
              <a:solidFill>
                <a:srgbClr val="8DDBB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27" name="pg2727"/>
            <p:cNvSpPr/>
            <p:nvPr/>
          </p:nvSpPr>
          <p:spPr>
            <a:xfrm>
              <a:off x="4217158" y="478139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8EDBBE">
                <a:alpha val="100000"/>
              </a:srgbClr>
            </a:solidFill>
            <a:ln w="5420" cap="flat">
              <a:solidFill>
                <a:srgbClr val="8EDBB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28" name="pg2728"/>
            <p:cNvSpPr/>
            <p:nvPr/>
          </p:nvSpPr>
          <p:spPr>
            <a:xfrm>
              <a:off x="4228795" y="478139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8CDBBE">
                <a:alpha val="100000"/>
              </a:srgbClr>
            </a:solidFill>
            <a:ln w="5420" cap="flat">
              <a:solidFill>
                <a:srgbClr val="8CDBB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29" name="pg2729"/>
            <p:cNvSpPr/>
            <p:nvPr/>
          </p:nvSpPr>
          <p:spPr>
            <a:xfrm>
              <a:off x="4240432" y="478139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89DABC">
                <a:alpha val="100000"/>
              </a:srgbClr>
            </a:solidFill>
            <a:ln w="5420" cap="flat">
              <a:solidFill>
                <a:srgbClr val="89DAB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30" name="pg2730"/>
            <p:cNvSpPr/>
            <p:nvPr/>
          </p:nvSpPr>
          <p:spPr>
            <a:xfrm>
              <a:off x="4252070" y="478139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85D8BA">
                <a:alpha val="100000"/>
              </a:srgbClr>
            </a:solidFill>
            <a:ln w="5420" cap="flat">
              <a:solidFill>
                <a:srgbClr val="85D8B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31" name="pg2731"/>
            <p:cNvSpPr/>
            <p:nvPr/>
          </p:nvSpPr>
          <p:spPr>
            <a:xfrm>
              <a:off x="4263707" y="478139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FD7B8">
                <a:alpha val="100000"/>
              </a:srgbClr>
            </a:solidFill>
            <a:ln w="5420" cap="flat">
              <a:solidFill>
                <a:srgbClr val="7FD7B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32" name="pg2732"/>
            <p:cNvSpPr/>
            <p:nvPr/>
          </p:nvSpPr>
          <p:spPr>
            <a:xfrm>
              <a:off x="4275344" y="478139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9D5B5">
                <a:alpha val="100000"/>
              </a:srgbClr>
            </a:solidFill>
            <a:ln w="5420" cap="flat">
              <a:solidFill>
                <a:srgbClr val="79D5B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33" name="pg2733"/>
            <p:cNvSpPr/>
            <p:nvPr/>
          </p:nvSpPr>
          <p:spPr>
            <a:xfrm>
              <a:off x="4310256" y="478139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ECAAC">
                <a:alpha val="100000"/>
              </a:srgbClr>
            </a:solidFill>
            <a:ln w="5420" cap="flat">
              <a:solidFill>
                <a:srgbClr val="5ECA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34" name="pg2734"/>
            <p:cNvSpPr/>
            <p:nvPr/>
          </p:nvSpPr>
          <p:spPr>
            <a:xfrm>
              <a:off x="4321894" y="478139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BC6AC">
                <a:alpha val="100000"/>
              </a:srgbClr>
            </a:solidFill>
            <a:ln w="5420" cap="flat">
              <a:solidFill>
                <a:srgbClr val="5BC6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35" name="pg2735"/>
            <p:cNvSpPr/>
            <p:nvPr/>
          </p:nvSpPr>
          <p:spPr>
            <a:xfrm>
              <a:off x="4333531" y="478139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9C3AC">
                <a:alpha val="100000"/>
              </a:srgbClr>
            </a:solidFill>
            <a:ln w="5420" cap="flat">
              <a:solidFill>
                <a:srgbClr val="59C3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36" name="pg2736"/>
            <p:cNvSpPr/>
            <p:nvPr/>
          </p:nvSpPr>
          <p:spPr>
            <a:xfrm>
              <a:off x="4345168" y="478139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6BFAB">
                <a:alpha val="100000"/>
              </a:srgbClr>
            </a:solidFill>
            <a:ln w="5420" cap="flat">
              <a:solidFill>
                <a:srgbClr val="56BF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37" name="pg2737"/>
            <p:cNvSpPr/>
            <p:nvPr/>
          </p:nvSpPr>
          <p:spPr>
            <a:xfrm>
              <a:off x="4356806" y="478139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4BCAB">
                <a:alpha val="100000"/>
              </a:srgbClr>
            </a:solidFill>
            <a:ln w="5420" cap="flat">
              <a:solidFill>
                <a:srgbClr val="54BC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38" name="pg2738"/>
            <p:cNvSpPr/>
            <p:nvPr/>
          </p:nvSpPr>
          <p:spPr>
            <a:xfrm>
              <a:off x="4368443" y="478139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2B9AB">
                <a:alpha val="100000"/>
              </a:srgbClr>
            </a:solidFill>
            <a:ln w="5420" cap="flat">
              <a:solidFill>
                <a:srgbClr val="52B9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39" name="pg2739"/>
            <p:cNvSpPr/>
            <p:nvPr/>
          </p:nvSpPr>
          <p:spPr>
            <a:xfrm>
              <a:off x="4380080" y="478139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0B6AB">
                <a:alpha val="100000"/>
              </a:srgbClr>
            </a:solidFill>
            <a:ln w="5420" cap="flat">
              <a:solidFill>
                <a:srgbClr val="50B6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40" name="pg2740"/>
            <p:cNvSpPr/>
            <p:nvPr/>
          </p:nvSpPr>
          <p:spPr>
            <a:xfrm>
              <a:off x="4566278" y="478139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496A9">
                <a:alpha val="100000"/>
              </a:srgbClr>
            </a:solidFill>
            <a:ln w="5420" cap="flat">
              <a:solidFill>
                <a:srgbClr val="3496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41" name="pg2741"/>
            <p:cNvSpPr/>
            <p:nvPr/>
          </p:nvSpPr>
          <p:spPr>
            <a:xfrm>
              <a:off x="4577915" y="478139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496A9">
                <a:alpha val="100000"/>
              </a:srgbClr>
            </a:solidFill>
            <a:ln w="5420" cap="flat">
              <a:solidFill>
                <a:srgbClr val="3496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42" name="pg2742"/>
            <p:cNvSpPr/>
            <p:nvPr/>
          </p:nvSpPr>
          <p:spPr>
            <a:xfrm>
              <a:off x="4589552" y="478139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496A9">
                <a:alpha val="100000"/>
              </a:srgbClr>
            </a:solidFill>
            <a:ln w="5420" cap="flat">
              <a:solidFill>
                <a:srgbClr val="3496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43" name="pg2743"/>
            <p:cNvSpPr/>
            <p:nvPr/>
          </p:nvSpPr>
          <p:spPr>
            <a:xfrm>
              <a:off x="4601190" y="478139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496A9">
                <a:alpha val="100000"/>
              </a:srgbClr>
            </a:solidFill>
            <a:ln w="5420" cap="flat">
              <a:solidFill>
                <a:srgbClr val="3496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44" name="pg2744"/>
            <p:cNvSpPr/>
            <p:nvPr/>
          </p:nvSpPr>
          <p:spPr>
            <a:xfrm>
              <a:off x="4612827" y="478139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497A9">
                <a:alpha val="100000"/>
              </a:srgbClr>
            </a:solidFill>
            <a:ln w="5420" cap="flat">
              <a:solidFill>
                <a:srgbClr val="3497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45" name="pg2745"/>
            <p:cNvSpPr/>
            <p:nvPr/>
          </p:nvSpPr>
          <p:spPr>
            <a:xfrm>
              <a:off x="3111611" y="479569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5CFAE">
                <a:alpha val="100000"/>
              </a:srgbClr>
            </a:solidFill>
            <a:ln w="5420" cap="flat">
              <a:solidFill>
                <a:srgbClr val="65CFA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46" name="pg2746"/>
            <p:cNvSpPr/>
            <p:nvPr/>
          </p:nvSpPr>
          <p:spPr>
            <a:xfrm>
              <a:off x="3123249" y="479569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6D0AE">
                <a:alpha val="100000"/>
              </a:srgbClr>
            </a:solidFill>
            <a:ln w="5420" cap="flat">
              <a:solidFill>
                <a:srgbClr val="66D0A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47" name="pg2747"/>
            <p:cNvSpPr/>
            <p:nvPr/>
          </p:nvSpPr>
          <p:spPr>
            <a:xfrm>
              <a:off x="3134886" y="479569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7D0AE">
                <a:alpha val="100000"/>
              </a:srgbClr>
            </a:solidFill>
            <a:ln w="5420" cap="flat">
              <a:solidFill>
                <a:srgbClr val="67D0A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48" name="pg2748"/>
            <p:cNvSpPr/>
            <p:nvPr/>
          </p:nvSpPr>
          <p:spPr>
            <a:xfrm>
              <a:off x="3146523" y="479569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8D0AF">
                <a:alpha val="100000"/>
              </a:srgbClr>
            </a:solidFill>
            <a:ln w="5420" cap="flat">
              <a:solidFill>
                <a:srgbClr val="68D0A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49" name="pg2749"/>
            <p:cNvSpPr/>
            <p:nvPr/>
          </p:nvSpPr>
          <p:spPr>
            <a:xfrm>
              <a:off x="3158161" y="479569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AD1B0">
                <a:alpha val="100000"/>
              </a:srgbClr>
            </a:solidFill>
            <a:ln w="5420" cap="flat">
              <a:solidFill>
                <a:srgbClr val="6AD1B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50" name="pg2750"/>
            <p:cNvSpPr/>
            <p:nvPr/>
          </p:nvSpPr>
          <p:spPr>
            <a:xfrm>
              <a:off x="3169798" y="479569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CD1B0">
                <a:alpha val="100000"/>
              </a:srgbClr>
            </a:solidFill>
            <a:ln w="5420" cap="flat">
              <a:solidFill>
                <a:srgbClr val="6CD1B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51" name="pg2751"/>
            <p:cNvSpPr/>
            <p:nvPr/>
          </p:nvSpPr>
          <p:spPr>
            <a:xfrm>
              <a:off x="3181435" y="479569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FD2B1">
                <a:alpha val="100000"/>
              </a:srgbClr>
            </a:solidFill>
            <a:ln w="5420" cap="flat">
              <a:solidFill>
                <a:srgbClr val="6FD2B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52" name="pg2752"/>
            <p:cNvSpPr/>
            <p:nvPr/>
          </p:nvSpPr>
          <p:spPr>
            <a:xfrm>
              <a:off x="3193073" y="479569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2D3B3">
                <a:alpha val="100000"/>
              </a:srgbClr>
            </a:solidFill>
            <a:ln w="5420" cap="flat">
              <a:solidFill>
                <a:srgbClr val="72D3B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53" name="pg2753"/>
            <p:cNvSpPr/>
            <p:nvPr/>
          </p:nvSpPr>
          <p:spPr>
            <a:xfrm>
              <a:off x="3204710" y="479569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5D4B4">
                <a:alpha val="100000"/>
              </a:srgbClr>
            </a:solidFill>
            <a:ln w="5420" cap="flat">
              <a:solidFill>
                <a:srgbClr val="75D4B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54" name="pg2754"/>
            <p:cNvSpPr/>
            <p:nvPr/>
          </p:nvSpPr>
          <p:spPr>
            <a:xfrm>
              <a:off x="3216347" y="479569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8D5B5">
                <a:alpha val="100000"/>
              </a:srgbClr>
            </a:solidFill>
            <a:ln w="5420" cap="flat">
              <a:solidFill>
                <a:srgbClr val="78D5B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55" name="pg2755"/>
            <p:cNvSpPr/>
            <p:nvPr/>
          </p:nvSpPr>
          <p:spPr>
            <a:xfrm>
              <a:off x="3227985" y="479569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ED6B8">
                <a:alpha val="100000"/>
              </a:srgbClr>
            </a:solidFill>
            <a:ln w="5420" cap="flat">
              <a:solidFill>
                <a:srgbClr val="7ED6B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56" name="pg2756"/>
            <p:cNvSpPr/>
            <p:nvPr/>
          </p:nvSpPr>
          <p:spPr>
            <a:xfrm>
              <a:off x="3239622" y="479569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80D7B8">
                <a:alpha val="100000"/>
              </a:srgbClr>
            </a:solidFill>
            <a:ln w="5420" cap="flat">
              <a:solidFill>
                <a:srgbClr val="80D7B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57" name="pg2757"/>
            <p:cNvSpPr/>
            <p:nvPr/>
          </p:nvSpPr>
          <p:spPr>
            <a:xfrm>
              <a:off x="3251259" y="479569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FD7B8">
                <a:alpha val="100000"/>
              </a:srgbClr>
            </a:solidFill>
            <a:ln w="5420" cap="flat">
              <a:solidFill>
                <a:srgbClr val="7FD7B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58" name="pg2758"/>
            <p:cNvSpPr/>
            <p:nvPr/>
          </p:nvSpPr>
          <p:spPr>
            <a:xfrm>
              <a:off x="3262897" y="479569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CD6B7">
                <a:alpha val="100000"/>
              </a:srgbClr>
            </a:solidFill>
            <a:ln w="5420" cap="flat">
              <a:solidFill>
                <a:srgbClr val="7CD6B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59" name="pg2759"/>
            <p:cNvSpPr/>
            <p:nvPr/>
          </p:nvSpPr>
          <p:spPr>
            <a:xfrm>
              <a:off x="3274534" y="479569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7D4B5">
                <a:alpha val="100000"/>
              </a:srgbClr>
            </a:solidFill>
            <a:ln w="5420" cap="flat">
              <a:solidFill>
                <a:srgbClr val="77D4B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60" name="pg2760"/>
            <p:cNvSpPr/>
            <p:nvPr/>
          </p:nvSpPr>
          <p:spPr>
            <a:xfrm>
              <a:off x="3286171" y="479569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1D2B2">
                <a:alpha val="100000"/>
              </a:srgbClr>
            </a:solidFill>
            <a:ln w="5420" cap="flat">
              <a:solidFill>
                <a:srgbClr val="71D2B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61" name="pg2761"/>
            <p:cNvSpPr/>
            <p:nvPr/>
          </p:nvSpPr>
          <p:spPr>
            <a:xfrm>
              <a:off x="3297809" y="479569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DD1B1">
                <a:alpha val="100000"/>
              </a:srgbClr>
            </a:solidFill>
            <a:ln w="5420" cap="flat">
              <a:solidFill>
                <a:srgbClr val="6DD1B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62" name="pg2762"/>
            <p:cNvSpPr/>
            <p:nvPr/>
          </p:nvSpPr>
          <p:spPr>
            <a:xfrm>
              <a:off x="3309446" y="479569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CD1B0">
                <a:alpha val="100000"/>
              </a:srgbClr>
            </a:solidFill>
            <a:ln w="5420" cap="flat">
              <a:solidFill>
                <a:srgbClr val="6CD1B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63" name="pg2763"/>
            <p:cNvSpPr/>
            <p:nvPr/>
          </p:nvSpPr>
          <p:spPr>
            <a:xfrm>
              <a:off x="3321083" y="479569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BD1B0">
                <a:alpha val="100000"/>
              </a:srgbClr>
            </a:solidFill>
            <a:ln w="5420" cap="flat">
              <a:solidFill>
                <a:srgbClr val="6BD1B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64" name="pg2764"/>
            <p:cNvSpPr/>
            <p:nvPr/>
          </p:nvSpPr>
          <p:spPr>
            <a:xfrm>
              <a:off x="3332721" y="479569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8D0AF">
                <a:alpha val="100000"/>
              </a:srgbClr>
            </a:solidFill>
            <a:ln w="5420" cap="flat">
              <a:solidFill>
                <a:srgbClr val="68D0A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65" name="pg2765"/>
            <p:cNvSpPr/>
            <p:nvPr/>
          </p:nvSpPr>
          <p:spPr>
            <a:xfrm>
              <a:off x="3344358" y="479569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FCDAC">
                <a:alpha val="100000"/>
              </a:srgbClr>
            </a:solidFill>
            <a:ln w="5420" cap="flat">
              <a:solidFill>
                <a:srgbClr val="5FCD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66" name="pg2766"/>
            <p:cNvSpPr/>
            <p:nvPr/>
          </p:nvSpPr>
          <p:spPr>
            <a:xfrm>
              <a:off x="3355995" y="479569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DC9AC">
                <a:alpha val="100000"/>
              </a:srgbClr>
            </a:solidFill>
            <a:ln w="5420" cap="flat">
              <a:solidFill>
                <a:srgbClr val="5DC9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67" name="pg2767"/>
            <p:cNvSpPr/>
            <p:nvPr/>
          </p:nvSpPr>
          <p:spPr>
            <a:xfrm>
              <a:off x="3367633" y="479569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AC4AC">
                <a:alpha val="100000"/>
              </a:srgbClr>
            </a:solidFill>
            <a:ln w="5420" cap="flat">
              <a:solidFill>
                <a:srgbClr val="5AC4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68" name="pg2768"/>
            <p:cNvSpPr/>
            <p:nvPr/>
          </p:nvSpPr>
          <p:spPr>
            <a:xfrm>
              <a:off x="3379270" y="479569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6BFAB">
                <a:alpha val="100000"/>
              </a:srgbClr>
            </a:solidFill>
            <a:ln w="5420" cap="flat">
              <a:solidFill>
                <a:srgbClr val="56BF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69" name="pg2769"/>
            <p:cNvSpPr/>
            <p:nvPr/>
          </p:nvSpPr>
          <p:spPr>
            <a:xfrm>
              <a:off x="3390907" y="479569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2B9AB">
                <a:alpha val="100000"/>
              </a:srgbClr>
            </a:solidFill>
            <a:ln w="5420" cap="flat">
              <a:solidFill>
                <a:srgbClr val="52B9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70" name="pg2770"/>
            <p:cNvSpPr/>
            <p:nvPr/>
          </p:nvSpPr>
          <p:spPr>
            <a:xfrm>
              <a:off x="3402545" y="479569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DB3AB">
                <a:alpha val="100000"/>
              </a:srgbClr>
            </a:solidFill>
            <a:ln w="5420" cap="flat">
              <a:solidFill>
                <a:srgbClr val="4DB3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71" name="pg2771"/>
            <p:cNvSpPr/>
            <p:nvPr/>
          </p:nvSpPr>
          <p:spPr>
            <a:xfrm>
              <a:off x="3414182" y="479569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8ACAB">
                <a:alpha val="100000"/>
              </a:srgbClr>
            </a:solidFill>
            <a:ln w="5420" cap="flat">
              <a:solidFill>
                <a:srgbClr val="48AC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72" name="pg2772"/>
            <p:cNvSpPr/>
            <p:nvPr/>
          </p:nvSpPr>
          <p:spPr>
            <a:xfrm>
              <a:off x="3425819" y="479569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3A6AA">
                <a:alpha val="100000"/>
              </a:srgbClr>
            </a:solidFill>
            <a:ln w="5420" cap="flat">
              <a:solidFill>
                <a:srgbClr val="43A6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73" name="pg2773"/>
            <p:cNvSpPr/>
            <p:nvPr/>
          </p:nvSpPr>
          <p:spPr>
            <a:xfrm>
              <a:off x="3437457" y="479569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EA1AA">
                <a:alpha val="100000"/>
              </a:srgbClr>
            </a:solidFill>
            <a:ln w="5420" cap="flat">
              <a:solidFill>
                <a:srgbClr val="3EA1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74" name="pg2774"/>
            <p:cNvSpPr/>
            <p:nvPr/>
          </p:nvSpPr>
          <p:spPr>
            <a:xfrm>
              <a:off x="3449094" y="479569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9CA9">
                <a:alpha val="100000"/>
              </a:srgbClr>
            </a:solidFill>
            <a:ln w="5420" cap="flat">
              <a:solidFill>
                <a:srgbClr val="399C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75" name="pg2775"/>
            <p:cNvSpPr/>
            <p:nvPr/>
          </p:nvSpPr>
          <p:spPr>
            <a:xfrm>
              <a:off x="3460731" y="479569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594A8">
                <a:alpha val="100000"/>
              </a:srgbClr>
            </a:solidFill>
            <a:ln w="5420" cap="flat">
              <a:solidFill>
                <a:srgbClr val="3594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76" name="pg2776"/>
            <p:cNvSpPr/>
            <p:nvPr/>
          </p:nvSpPr>
          <p:spPr>
            <a:xfrm>
              <a:off x="3472369" y="479569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693A8">
                <a:alpha val="100000"/>
              </a:srgbClr>
            </a:solidFill>
            <a:ln w="5420" cap="flat">
              <a:solidFill>
                <a:srgbClr val="3693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77" name="pg2777"/>
            <p:cNvSpPr/>
            <p:nvPr/>
          </p:nvSpPr>
          <p:spPr>
            <a:xfrm>
              <a:off x="3484006" y="479569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693A8">
                <a:alpha val="100000"/>
              </a:srgbClr>
            </a:solidFill>
            <a:ln w="5420" cap="flat">
              <a:solidFill>
                <a:srgbClr val="3693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78" name="pg2778"/>
            <p:cNvSpPr/>
            <p:nvPr/>
          </p:nvSpPr>
          <p:spPr>
            <a:xfrm>
              <a:off x="3495643" y="479569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594A8">
                <a:alpha val="100000"/>
              </a:srgbClr>
            </a:solidFill>
            <a:ln w="5420" cap="flat">
              <a:solidFill>
                <a:srgbClr val="3594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79" name="pg2779"/>
            <p:cNvSpPr/>
            <p:nvPr/>
          </p:nvSpPr>
          <p:spPr>
            <a:xfrm>
              <a:off x="3507281" y="479569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497A9">
                <a:alpha val="100000"/>
              </a:srgbClr>
            </a:solidFill>
            <a:ln w="5420" cap="flat">
              <a:solidFill>
                <a:srgbClr val="3497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80" name="pg2780"/>
            <p:cNvSpPr/>
            <p:nvPr/>
          </p:nvSpPr>
          <p:spPr>
            <a:xfrm>
              <a:off x="3518918" y="479569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89BA9">
                <a:alpha val="100000"/>
              </a:srgbClr>
            </a:solidFill>
            <a:ln w="5420" cap="flat">
              <a:solidFill>
                <a:srgbClr val="389B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81" name="pg2781"/>
            <p:cNvSpPr/>
            <p:nvPr/>
          </p:nvSpPr>
          <p:spPr>
            <a:xfrm>
              <a:off x="3530555" y="479569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9EAA">
                <a:alpha val="100000"/>
              </a:srgbClr>
            </a:solidFill>
            <a:ln w="5420" cap="flat">
              <a:solidFill>
                <a:srgbClr val="3C9E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82" name="pg2782"/>
            <p:cNvSpPr/>
            <p:nvPr/>
          </p:nvSpPr>
          <p:spPr>
            <a:xfrm>
              <a:off x="3542193" y="479569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FA1AA">
                <a:alpha val="100000"/>
              </a:srgbClr>
            </a:solidFill>
            <a:ln w="5420" cap="flat">
              <a:solidFill>
                <a:srgbClr val="3FA1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83" name="pg2783"/>
            <p:cNvSpPr/>
            <p:nvPr/>
          </p:nvSpPr>
          <p:spPr>
            <a:xfrm>
              <a:off x="3553830" y="479569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1A4AA">
                <a:alpha val="100000"/>
              </a:srgbClr>
            </a:solidFill>
            <a:ln w="5420" cap="flat">
              <a:solidFill>
                <a:srgbClr val="41A4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84" name="pg2784"/>
            <p:cNvSpPr/>
            <p:nvPr/>
          </p:nvSpPr>
          <p:spPr>
            <a:xfrm>
              <a:off x="3623654" y="479569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6AAAA">
                <a:alpha val="100000"/>
              </a:srgbClr>
            </a:solidFill>
            <a:ln w="5420" cap="flat">
              <a:solidFill>
                <a:srgbClr val="46AA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85" name="pg2785"/>
            <p:cNvSpPr/>
            <p:nvPr/>
          </p:nvSpPr>
          <p:spPr>
            <a:xfrm>
              <a:off x="3635291" y="479569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7AAAA">
                <a:alpha val="100000"/>
              </a:srgbClr>
            </a:solidFill>
            <a:ln w="5420" cap="flat">
              <a:solidFill>
                <a:srgbClr val="47AA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86" name="pg2786"/>
            <p:cNvSpPr/>
            <p:nvPr/>
          </p:nvSpPr>
          <p:spPr>
            <a:xfrm>
              <a:off x="3646928" y="479569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7AAAA">
                <a:alpha val="100000"/>
              </a:srgbClr>
            </a:solidFill>
            <a:ln w="5420" cap="flat">
              <a:solidFill>
                <a:srgbClr val="47AA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87" name="pg2787"/>
            <p:cNvSpPr/>
            <p:nvPr/>
          </p:nvSpPr>
          <p:spPr>
            <a:xfrm>
              <a:off x="3658566" y="479569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7ABAA">
                <a:alpha val="100000"/>
              </a:srgbClr>
            </a:solidFill>
            <a:ln w="5420" cap="flat">
              <a:solidFill>
                <a:srgbClr val="47AB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88" name="pg2788"/>
            <p:cNvSpPr/>
            <p:nvPr/>
          </p:nvSpPr>
          <p:spPr>
            <a:xfrm>
              <a:off x="3670203" y="479569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8ACAA">
                <a:alpha val="100000"/>
              </a:srgbClr>
            </a:solidFill>
            <a:ln w="5420" cap="flat">
              <a:solidFill>
                <a:srgbClr val="48AC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89" name="pg2789"/>
            <p:cNvSpPr/>
            <p:nvPr/>
          </p:nvSpPr>
          <p:spPr>
            <a:xfrm>
              <a:off x="3681840" y="479569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AAFAB">
                <a:alpha val="100000"/>
              </a:srgbClr>
            </a:solidFill>
            <a:ln w="5420" cap="flat">
              <a:solidFill>
                <a:srgbClr val="4AAF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90" name="pg2790"/>
            <p:cNvSpPr/>
            <p:nvPr/>
          </p:nvSpPr>
          <p:spPr>
            <a:xfrm>
              <a:off x="3693478" y="479569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FB5AB">
                <a:alpha val="100000"/>
              </a:srgbClr>
            </a:solidFill>
            <a:ln w="5420" cap="flat">
              <a:solidFill>
                <a:srgbClr val="4FB5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91" name="pg2791"/>
            <p:cNvSpPr/>
            <p:nvPr/>
          </p:nvSpPr>
          <p:spPr>
            <a:xfrm>
              <a:off x="3705115" y="479569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0B7AB">
                <a:alpha val="100000"/>
              </a:srgbClr>
            </a:solidFill>
            <a:ln w="5420" cap="flat">
              <a:solidFill>
                <a:srgbClr val="50B7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92" name="pg2792"/>
            <p:cNvSpPr/>
            <p:nvPr/>
          </p:nvSpPr>
          <p:spPr>
            <a:xfrm>
              <a:off x="3716752" y="479569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0B7AB">
                <a:alpha val="100000"/>
              </a:srgbClr>
            </a:solidFill>
            <a:ln w="5420" cap="flat">
              <a:solidFill>
                <a:srgbClr val="50B7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93" name="pg2793"/>
            <p:cNvSpPr/>
            <p:nvPr/>
          </p:nvSpPr>
          <p:spPr>
            <a:xfrm>
              <a:off x="3728390" y="479569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0B7AB">
                <a:alpha val="100000"/>
              </a:srgbClr>
            </a:solidFill>
            <a:ln w="5420" cap="flat">
              <a:solidFill>
                <a:srgbClr val="50B7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94" name="pg2794"/>
            <p:cNvSpPr/>
            <p:nvPr/>
          </p:nvSpPr>
          <p:spPr>
            <a:xfrm>
              <a:off x="3740027" y="479569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0B7AB">
                <a:alpha val="100000"/>
              </a:srgbClr>
            </a:solidFill>
            <a:ln w="5420" cap="flat">
              <a:solidFill>
                <a:srgbClr val="50B7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95" name="pg2795"/>
            <p:cNvSpPr/>
            <p:nvPr/>
          </p:nvSpPr>
          <p:spPr>
            <a:xfrm>
              <a:off x="4135696" y="479569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85D8BB">
                <a:alpha val="100000"/>
              </a:srgbClr>
            </a:solidFill>
            <a:ln w="5420" cap="flat">
              <a:solidFill>
                <a:srgbClr val="85D8B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96" name="pg2796"/>
            <p:cNvSpPr/>
            <p:nvPr/>
          </p:nvSpPr>
          <p:spPr>
            <a:xfrm>
              <a:off x="4147334" y="479569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88D9BC">
                <a:alpha val="100000"/>
              </a:srgbClr>
            </a:solidFill>
            <a:ln w="5420" cap="flat">
              <a:solidFill>
                <a:srgbClr val="88D9B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97" name="pg2797"/>
            <p:cNvSpPr/>
            <p:nvPr/>
          </p:nvSpPr>
          <p:spPr>
            <a:xfrm>
              <a:off x="4158971" y="479569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8CDBBE">
                <a:alpha val="100000"/>
              </a:srgbClr>
            </a:solidFill>
            <a:ln w="5420" cap="flat">
              <a:solidFill>
                <a:srgbClr val="8CDBB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98" name="pg2798"/>
            <p:cNvSpPr/>
            <p:nvPr/>
          </p:nvSpPr>
          <p:spPr>
            <a:xfrm>
              <a:off x="4170608" y="479569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8CDBBE">
                <a:alpha val="100000"/>
              </a:srgbClr>
            </a:solidFill>
            <a:ln w="5420" cap="flat">
              <a:solidFill>
                <a:srgbClr val="8CDBB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99" name="pg2799"/>
            <p:cNvSpPr/>
            <p:nvPr/>
          </p:nvSpPr>
          <p:spPr>
            <a:xfrm>
              <a:off x="4182246" y="479569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8CDABD">
                <a:alpha val="100000"/>
              </a:srgbClr>
            </a:solidFill>
            <a:ln w="5420" cap="flat">
              <a:solidFill>
                <a:srgbClr val="8CDAB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00" name="pg2800"/>
            <p:cNvSpPr/>
            <p:nvPr/>
          </p:nvSpPr>
          <p:spPr>
            <a:xfrm>
              <a:off x="4193883" y="479569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8CDBBE">
                <a:alpha val="100000"/>
              </a:srgbClr>
            </a:solidFill>
            <a:ln w="5420" cap="flat">
              <a:solidFill>
                <a:srgbClr val="8CDBB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01" name="pg2801"/>
            <p:cNvSpPr/>
            <p:nvPr/>
          </p:nvSpPr>
          <p:spPr>
            <a:xfrm>
              <a:off x="4205520" y="479569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8EDBBE">
                <a:alpha val="100000"/>
              </a:srgbClr>
            </a:solidFill>
            <a:ln w="5420" cap="flat">
              <a:solidFill>
                <a:srgbClr val="8EDBB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02" name="pg2802"/>
            <p:cNvSpPr/>
            <p:nvPr/>
          </p:nvSpPr>
          <p:spPr>
            <a:xfrm>
              <a:off x="4217158" y="479569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8FDBBF">
                <a:alpha val="100000"/>
              </a:srgbClr>
            </a:solidFill>
            <a:ln w="5420" cap="flat">
              <a:solidFill>
                <a:srgbClr val="8FDBB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03" name="pg2803"/>
            <p:cNvSpPr/>
            <p:nvPr/>
          </p:nvSpPr>
          <p:spPr>
            <a:xfrm>
              <a:off x="4228795" y="479569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8EDBBE">
                <a:alpha val="100000"/>
              </a:srgbClr>
            </a:solidFill>
            <a:ln w="5420" cap="flat">
              <a:solidFill>
                <a:srgbClr val="8EDBB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04" name="pg2804"/>
            <p:cNvSpPr/>
            <p:nvPr/>
          </p:nvSpPr>
          <p:spPr>
            <a:xfrm>
              <a:off x="4240432" y="479569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8ADABD">
                <a:alpha val="100000"/>
              </a:srgbClr>
            </a:solidFill>
            <a:ln w="5420" cap="flat">
              <a:solidFill>
                <a:srgbClr val="8ADAB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05" name="pg2805"/>
            <p:cNvSpPr/>
            <p:nvPr/>
          </p:nvSpPr>
          <p:spPr>
            <a:xfrm>
              <a:off x="4321894" y="479569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CC7AC">
                <a:alpha val="100000"/>
              </a:srgbClr>
            </a:solidFill>
            <a:ln w="5420" cap="flat">
              <a:solidFill>
                <a:srgbClr val="5CC7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06" name="pg2806"/>
            <p:cNvSpPr/>
            <p:nvPr/>
          </p:nvSpPr>
          <p:spPr>
            <a:xfrm>
              <a:off x="4333531" y="479569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9C4AC">
                <a:alpha val="100000"/>
              </a:srgbClr>
            </a:solidFill>
            <a:ln w="5420" cap="flat">
              <a:solidFill>
                <a:srgbClr val="59C4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07" name="pg2807"/>
            <p:cNvSpPr/>
            <p:nvPr/>
          </p:nvSpPr>
          <p:spPr>
            <a:xfrm>
              <a:off x="4345168" y="479569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7C0AC">
                <a:alpha val="100000"/>
              </a:srgbClr>
            </a:solidFill>
            <a:ln w="5420" cap="flat">
              <a:solidFill>
                <a:srgbClr val="57C0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08" name="pg2808"/>
            <p:cNvSpPr/>
            <p:nvPr/>
          </p:nvSpPr>
          <p:spPr>
            <a:xfrm>
              <a:off x="4356806" y="479569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5BDAB">
                <a:alpha val="100000"/>
              </a:srgbClr>
            </a:solidFill>
            <a:ln w="5420" cap="flat">
              <a:solidFill>
                <a:srgbClr val="55BD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09" name="pg2809"/>
            <p:cNvSpPr/>
            <p:nvPr/>
          </p:nvSpPr>
          <p:spPr>
            <a:xfrm>
              <a:off x="4368443" y="479569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2B9AB">
                <a:alpha val="100000"/>
              </a:srgbClr>
            </a:solidFill>
            <a:ln w="5420" cap="flat">
              <a:solidFill>
                <a:srgbClr val="52B9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10" name="pg2810"/>
            <p:cNvSpPr/>
            <p:nvPr/>
          </p:nvSpPr>
          <p:spPr>
            <a:xfrm>
              <a:off x="4380080" y="479569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0B6AB">
                <a:alpha val="100000"/>
              </a:srgbClr>
            </a:solidFill>
            <a:ln w="5420" cap="flat">
              <a:solidFill>
                <a:srgbClr val="50B6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11" name="pg2811"/>
            <p:cNvSpPr/>
            <p:nvPr/>
          </p:nvSpPr>
          <p:spPr>
            <a:xfrm>
              <a:off x="4577915" y="479569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598A9">
                <a:alpha val="100000"/>
              </a:srgbClr>
            </a:solidFill>
            <a:ln w="5420" cap="flat">
              <a:solidFill>
                <a:srgbClr val="3598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12" name="pg2812"/>
            <p:cNvSpPr/>
            <p:nvPr/>
          </p:nvSpPr>
          <p:spPr>
            <a:xfrm>
              <a:off x="4589552" y="479569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597A9">
                <a:alpha val="100000"/>
              </a:srgbClr>
            </a:solidFill>
            <a:ln w="5420" cap="flat">
              <a:solidFill>
                <a:srgbClr val="3597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13" name="pg2813"/>
            <p:cNvSpPr/>
            <p:nvPr/>
          </p:nvSpPr>
          <p:spPr>
            <a:xfrm>
              <a:off x="4601190" y="479569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497A9">
                <a:alpha val="100000"/>
              </a:srgbClr>
            </a:solidFill>
            <a:ln w="5420" cap="flat">
              <a:solidFill>
                <a:srgbClr val="3497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14" name="pg2814"/>
            <p:cNvSpPr/>
            <p:nvPr/>
          </p:nvSpPr>
          <p:spPr>
            <a:xfrm>
              <a:off x="4612827" y="479569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598A9">
                <a:alpha val="100000"/>
              </a:srgbClr>
            </a:solidFill>
            <a:ln w="5420" cap="flat">
              <a:solidFill>
                <a:srgbClr val="3598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15" name="pg2815"/>
            <p:cNvSpPr/>
            <p:nvPr/>
          </p:nvSpPr>
          <p:spPr>
            <a:xfrm>
              <a:off x="4624464" y="479569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598A9">
                <a:alpha val="100000"/>
              </a:srgbClr>
            </a:solidFill>
            <a:ln w="5420" cap="flat">
              <a:solidFill>
                <a:srgbClr val="3598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16" name="pg2816"/>
            <p:cNvSpPr/>
            <p:nvPr/>
          </p:nvSpPr>
          <p:spPr>
            <a:xfrm>
              <a:off x="3111611" y="480999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7D0AE">
                <a:alpha val="100000"/>
              </a:srgbClr>
            </a:solidFill>
            <a:ln w="5420" cap="flat">
              <a:solidFill>
                <a:srgbClr val="67D0A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17" name="pg2817"/>
            <p:cNvSpPr/>
            <p:nvPr/>
          </p:nvSpPr>
          <p:spPr>
            <a:xfrm>
              <a:off x="3123249" y="480999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7D0AE">
                <a:alpha val="100000"/>
              </a:srgbClr>
            </a:solidFill>
            <a:ln w="5420" cap="flat">
              <a:solidFill>
                <a:srgbClr val="67D0A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18" name="pg2818"/>
            <p:cNvSpPr/>
            <p:nvPr/>
          </p:nvSpPr>
          <p:spPr>
            <a:xfrm>
              <a:off x="3134886" y="480999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7D0AE">
                <a:alpha val="100000"/>
              </a:srgbClr>
            </a:solidFill>
            <a:ln w="5420" cap="flat">
              <a:solidFill>
                <a:srgbClr val="67D0A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19" name="pg2819"/>
            <p:cNvSpPr/>
            <p:nvPr/>
          </p:nvSpPr>
          <p:spPr>
            <a:xfrm>
              <a:off x="3146523" y="480999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8D0AF">
                <a:alpha val="100000"/>
              </a:srgbClr>
            </a:solidFill>
            <a:ln w="5420" cap="flat">
              <a:solidFill>
                <a:srgbClr val="68D0A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20" name="pg2820"/>
            <p:cNvSpPr/>
            <p:nvPr/>
          </p:nvSpPr>
          <p:spPr>
            <a:xfrm>
              <a:off x="3158161" y="480999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9D0AF">
                <a:alpha val="100000"/>
              </a:srgbClr>
            </a:solidFill>
            <a:ln w="5420" cap="flat">
              <a:solidFill>
                <a:srgbClr val="69D0A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21" name="pg2821"/>
            <p:cNvSpPr/>
            <p:nvPr/>
          </p:nvSpPr>
          <p:spPr>
            <a:xfrm>
              <a:off x="3169798" y="480999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AD1B0">
                <a:alpha val="100000"/>
              </a:srgbClr>
            </a:solidFill>
            <a:ln w="5420" cap="flat">
              <a:solidFill>
                <a:srgbClr val="6AD1B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22" name="pg2822"/>
            <p:cNvSpPr/>
            <p:nvPr/>
          </p:nvSpPr>
          <p:spPr>
            <a:xfrm>
              <a:off x="3181435" y="480999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CD1B1">
                <a:alpha val="100000"/>
              </a:srgbClr>
            </a:solidFill>
            <a:ln w="5420" cap="flat">
              <a:solidFill>
                <a:srgbClr val="6CD1B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23" name="pg2823"/>
            <p:cNvSpPr/>
            <p:nvPr/>
          </p:nvSpPr>
          <p:spPr>
            <a:xfrm>
              <a:off x="3193073" y="480999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FD2B1">
                <a:alpha val="100000"/>
              </a:srgbClr>
            </a:solidFill>
            <a:ln w="5420" cap="flat">
              <a:solidFill>
                <a:srgbClr val="6FD2B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24" name="pg2824"/>
            <p:cNvSpPr/>
            <p:nvPr/>
          </p:nvSpPr>
          <p:spPr>
            <a:xfrm>
              <a:off x="3204710" y="480999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1D3B2">
                <a:alpha val="100000"/>
              </a:srgbClr>
            </a:solidFill>
            <a:ln w="5420" cap="flat">
              <a:solidFill>
                <a:srgbClr val="71D3B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25" name="pg2825"/>
            <p:cNvSpPr/>
            <p:nvPr/>
          </p:nvSpPr>
          <p:spPr>
            <a:xfrm>
              <a:off x="3216347" y="480999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3D3B3">
                <a:alpha val="100000"/>
              </a:srgbClr>
            </a:solidFill>
            <a:ln w="5420" cap="flat">
              <a:solidFill>
                <a:srgbClr val="73D3B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26" name="pg2826"/>
            <p:cNvSpPr/>
            <p:nvPr/>
          </p:nvSpPr>
          <p:spPr>
            <a:xfrm>
              <a:off x="3227985" y="480999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7D4B5">
                <a:alpha val="100000"/>
              </a:srgbClr>
            </a:solidFill>
            <a:ln w="5420" cap="flat">
              <a:solidFill>
                <a:srgbClr val="77D4B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27" name="pg2827"/>
            <p:cNvSpPr/>
            <p:nvPr/>
          </p:nvSpPr>
          <p:spPr>
            <a:xfrm>
              <a:off x="3239622" y="480999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8D4B5">
                <a:alpha val="100000"/>
              </a:srgbClr>
            </a:solidFill>
            <a:ln w="5420" cap="flat">
              <a:solidFill>
                <a:srgbClr val="78D4B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28" name="pg2828"/>
            <p:cNvSpPr/>
            <p:nvPr/>
          </p:nvSpPr>
          <p:spPr>
            <a:xfrm>
              <a:off x="3251259" y="480999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7D4B5">
                <a:alpha val="100000"/>
              </a:srgbClr>
            </a:solidFill>
            <a:ln w="5420" cap="flat">
              <a:solidFill>
                <a:srgbClr val="77D4B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29" name="pg2829"/>
            <p:cNvSpPr/>
            <p:nvPr/>
          </p:nvSpPr>
          <p:spPr>
            <a:xfrm>
              <a:off x="3262897" y="480999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5D4B4">
                <a:alpha val="100000"/>
              </a:srgbClr>
            </a:solidFill>
            <a:ln w="5420" cap="flat">
              <a:solidFill>
                <a:srgbClr val="75D4B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30" name="pg2830"/>
            <p:cNvSpPr/>
            <p:nvPr/>
          </p:nvSpPr>
          <p:spPr>
            <a:xfrm>
              <a:off x="3274534" y="480999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2D3B3">
                <a:alpha val="100000"/>
              </a:srgbClr>
            </a:solidFill>
            <a:ln w="5420" cap="flat">
              <a:solidFill>
                <a:srgbClr val="72D3B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31" name="pg2831"/>
            <p:cNvSpPr/>
            <p:nvPr/>
          </p:nvSpPr>
          <p:spPr>
            <a:xfrm>
              <a:off x="3286171" y="480999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ED2B1">
                <a:alpha val="100000"/>
              </a:srgbClr>
            </a:solidFill>
            <a:ln w="5420" cap="flat">
              <a:solidFill>
                <a:srgbClr val="6ED2B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32" name="pg2832"/>
            <p:cNvSpPr/>
            <p:nvPr/>
          </p:nvSpPr>
          <p:spPr>
            <a:xfrm>
              <a:off x="3297809" y="480999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BD1B0">
                <a:alpha val="100000"/>
              </a:srgbClr>
            </a:solidFill>
            <a:ln w="5420" cap="flat">
              <a:solidFill>
                <a:srgbClr val="6BD1B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33" name="pg2833"/>
            <p:cNvSpPr/>
            <p:nvPr/>
          </p:nvSpPr>
          <p:spPr>
            <a:xfrm>
              <a:off x="3309446" y="480999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8D0AF">
                <a:alpha val="100000"/>
              </a:srgbClr>
            </a:solidFill>
            <a:ln w="5420" cap="flat">
              <a:solidFill>
                <a:srgbClr val="68D0A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34" name="pg2834"/>
            <p:cNvSpPr/>
            <p:nvPr/>
          </p:nvSpPr>
          <p:spPr>
            <a:xfrm>
              <a:off x="3321083" y="480999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5CFAE">
                <a:alpha val="100000"/>
              </a:srgbClr>
            </a:solidFill>
            <a:ln w="5420" cap="flat">
              <a:solidFill>
                <a:srgbClr val="65CFA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35" name="pg2835"/>
            <p:cNvSpPr/>
            <p:nvPr/>
          </p:nvSpPr>
          <p:spPr>
            <a:xfrm>
              <a:off x="3332721" y="480999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1CEAC">
                <a:alpha val="100000"/>
              </a:srgbClr>
            </a:solidFill>
            <a:ln w="5420" cap="flat">
              <a:solidFill>
                <a:srgbClr val="61CE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36" name="pg2836"/>
            <p:cNvSpPr/>
            <p:nvPr/>
          </p:nvSpPr>
          <p:spPr>
            <a:xfrm>
              <a:off x="3344358" y="480999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DC9AC">
                <a:alpha val="100000"/>
              </a:srgbClr>
            </a:solidFill>
            <a:ln w="5420" cap="flat">
              <a:solidFill>
                <a:srgbClr val="5DC9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37" name="pg2837"/>
            <p:cNvSpPr/>
            <p:nvPr/>
          </p:nvSpPr>
          <p:spPr>
            <a:xfrm>
              <a:off x="3355995" y="480999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AC5AC">
                <a:alpha val="100000"/>
              </a:srgbClr>
            </a:solidFill>
            <a:ln w="5420" cap="flat">
              <a:solidFill>
                <a:srgbClr val="5AC5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38" name="pg2838"/>
            <p:cNvSpPr/>
            <p:nvPr/>
          </p:nvSpPr>
          <p:spPr>
            <a:xfrm>
              <a:off x="3367633" y="480999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7C0AC">
                <a:alpha val="100000"/>
              </a:srgbClr>
            </a:solidFill>
            <a:ln w="5420" cap="flat">
              <a:solidFill>
                <a:srgbClr val="57C0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39" name="pg2839"/>
            <p:cNvSpPr/>
            <p:nvPr/>
          </p:nvSpPr>
          <p:spPr>
            <a:xfrm>
              <a:off x="3379270" y="480999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3BBAB">
                <a:alpha val="100000"/>
              </a:srgbClr>
            </a:solidFill>
            <a:ln w="5420" cap="flat">
              <a:solidFill>
                <a:srgbClr val="53BB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40" name="pg2840"/>
            <p:cNvSpPr/>
            <p:nvPr/>
          </p:nvSpPr>
          <p:spPr>
            <a:xfrm>
              <a:off x="3390907" y="480999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FB5AB">
                <a:alpha val="100000"/>
              </a:srgbClr>
            </a:solidFill>
            <a:ln w="5420" cap="flat">
              <a:solidFill>
                <a:srgbClr val="4FB5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41" name="pg2841"/>
            <p:cNvSpPr/>
            <p:nvPr/>
          </p:nvSpPr>
          <p:spPr>
            <a:xfrm>
              <a:off x="3402545" y="480999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AAFAB">
                <a:alpha val="100000"/>
              </a:srgbClr>
            </a:solidFill>
            <a:ln w="5420" cap="flat">
              <a:solidFill>
                <a:srgbClr val="4AAF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42" name="pg2842"/>
            <p:cNvSpPr/>
            <p:nvPr/>
          </p:nvSpPr>
          <p:spPr>
            <a:xfrm>
              <a:off x="3414182" y="480999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5A8AA">
                <a:alpha val="100000"/>
              </a:srgbClr>
            </a:solidFill>
            <a:ln w="5420" cap="flat">
              <a:solidFill>
                <a:srgbClr val="45A8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43" name="pg2843"/>
            <p:cNvSpPr/>
            <p:nvPr/>
          </p:nvSpPr>
          <p:spPr>
            <a:xfrm>
              <a:off x="3425819" y="480999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FA2AA">
                <a:alpha val="100000"/>
              </a:srgbClr>
            </a:solidFill>
            <a:ln w="5420" cap="flat">
              <a:solidFill>
                <a:srgbClr val="3FA2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44" name="pg2844"/>
            <p:cNvSpPr/>
            <p:nvPr/>
          </p:nvSpPr>
          <p:spPr>
            <a:xfrm>
              <a:off x="3437457" y="480999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9CA9">
                <a:alpha val="100000"/>
              </a:srgbClr>
            </a:solidFill>
            <a:ln w="5420" cap="flat">
              <a:solidFill>
                <a:srgbClr val="399C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45" name="pg2845"/>
            <p:cNvSpPr/>
            <p:nvPr/>
          </p:nvSpPr>
          <p:spPr>
            <a:xfrm>
              <a:off x="3449094" y="480999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496A9">
                <a:alpha val="100000"/>
              </a:srgbClr>
            </a:solidFill>
            <a:ln w="5420" cap="flat">
              <a:solidFill>
                <a:srgbClr val="3496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46" name="pg2846"/>
            <p:cNvSpPr/>
            <p:nvPr/>
          </p:nvSpPr>
          <p:spPr>
            <a:xfrm>
              <a:off x="3460731" y="480999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8DA7">
                <a:alpha val="100000"/>
              </a:srgbClr>
            </a:solidFill>
            <a:ln w="5420" cap="flat">
              <a:solidFill>
                <a:srgbClr val="378D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47" name="pg2847"/>
            <p:cNvSpPr/>
            <p:nvPr/>
          </p:nvSpPr>
          <p:spPr>
            <a:xfrm>
              <a:off x="3472369" y="480999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88AA6">
                <a:alpha val="100000"/>
              </a:srgbClr>
            </a:solidFill>
            <a:ln w="5420" cap="flat">
              <a:solidFill>
                <a:srgbClr val="388AA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48" name="pg2848"/>
            <p:cNvSpPr/>
            <p:nvPr/>
          </p:nvSpPr>
          <p:spPr>
            <a:xfrm>
              <a:off x="3484006" y="480999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88AA6">
                <a:alpha val="100000"/>
              </a:srgbClr>
            </a:solidFill>
            <a:ln w="5420" cap="flat">
              <a:solidFill>
                <a:srgbClr val="388AA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49" name="pg2849"/>
            <p:cNvSpPr/>
            <p:nvPr/>
          </p:nvSpPr>
          <p:spPr>
            <a:xfrm>
              <a:off x="3495643" y="480999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8CA7">
                <a:alpha val="100000"/>
              </a:srgbClr>
            </a:solidFill>
            <a:ln w="5420" cap="flat">
              <a:solidFill>
                <a:srgbClr val="378C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50" name="pg2850"/>
            <p:cNvSpPr/>
            <p:nvPr/>
          </p:nvSpPr>
          <p:spPr>
            <a:xfrm>
              <a:off x="3507281" y="480999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691A8">
                <a:alpha val="100000"/>
              </a:srgbClr>
            </a:solidFill>
            <a:ln w="5420" cap="flat">
              <a:solidFill>
                <a:srgbClr val="3691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51" name="pg2851"/>
            <p:cNvSpPr/>
            <p:nvPr/>
          </p:nvSpPr>
          <p:spPr>
            <a:xfrm>
              <a:off x="3518918" y="480999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497A9">
                <a:alpha val="100000"/>
              </a:srgbClr>
            </a:solidFill>
            <a:ln w="5420" cap="flat">
              <a:solidFill>
                <a:srgbClr val="3497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52" name="pg2852"/>
            <p:cNvSpPr/>
            <p:nvPr/>
          </p:nvSpPr>
          <p:spPr>
            <a:xfrm>
              <a:off x="3530555" y="480999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9DA9">
                <a:alpha val="100000"/>
              </a:srgbClr>
            </a:solidFill>
            <a:ln w="5420" cap="flat">
              <a:solidFill>
                <a:srgbClr val="3B9D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53" name="pg2853"/>
            <p:cNvSpPr/>
            <p:nvPr/>
          </p:nvSpPr>
          <p:spPr>
            <a:xfrm>
              <a:off x="3542193" y="480999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FA2AA">
                <a:alpha val="100000"/>
              </a:srgbClr>
            </a:solidFill>
            <a:ln w="5420" cap="flat">
              <a:solidFill>
                <a:srgbClr val="3FA2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54" name="pg2854"/>
            <p:cNvSpPr/>
            <p:nvPr/>
          </p:nvSpPr>
          <p:spPr>
            <a:xfrm>
              <a:off x="3553830" y="480999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2A5AA">
                <a:alpha val="100000"/>
              </a:srgbClr>
            </a:solidFill>
            <a:ln w="5420" cap="flat">
              <a:solidFill>
                <a:srgbClr val="42A5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55" name="pg2855"/>
            <p:cNvSpPr/>
            <p:nvPr/>
          </p:nvSpPr>
          <p:spPr>
            <a:xfrm>
              <a:off x="3612016" y="480999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5A9AA">
                <a:alpha val="100000"/>
              </a:srgbClr>
            </a:solidFill>
            <a:ln w="5420" cap="flat">
              <a:solidFill>
                <a:srgbClr val="45A9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56" name="pg2856"/>
            <p:cNvSpPr/>
            <p:nvPr/>
          </p:nvSpPr>
          <p:spPr>
            <a:xfrm>
              <a:off x="3623654" y="480999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5A9AA">
                <a:alpha val="100000"/>
              </a:srgbClr>
            </a:solidFill>
            <a:ln w="5420" cap="flat">
              <a:solidFill>
                <a:srgbClr val="45A9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57" name="pg2857"/>
            <p:cNvSpPr/>
            <p:nvPr/>
          </p:nvSpPr>
          <p:spPr>
            <a:xfrm>
              <a:off x="3635291" y="480999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5A8AA">
                <a:alpha val="100000"/>
              </a:srgbClr>
            </a:solidFill>
            <a:ln w="5420" cap="flat">
              <a:solidFill>
                <a:srgbClr val="45A8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58" name="pg2858"/>
            <p:cNvSpPr/>
            <p:nvPr/>
          </p:nvSpPr>
          <p:spPr>
            <a:xfrm>
              <a:off x="3646928" y="480999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4A7AA">
                <a:alpha val="100000"/>
              </a:srgbClr>
            </a:solidFill>
            <a:ln w="5420" cap="flat">
              <a:solidFill>
                <a:srgbClr val="44A7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59" name="pg2859"/>
            <p:cNvSpPr/>
            <p:nvPr/>
          </p:nvSpPr>
          <p:spPr>
            <a:xfrm>
              <a:off x="3658566" y="480999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3A7AA">
                <a:alpha val="100000"/>
              </a:srgbClr>
            </a:solidFill>
            <a:ln w="5420" cap="flat">
              <a:solidFill>
                <a:srgbClr val="43A7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60" name="pg2860"/>
            <p:cNvSpPr/>
            <p:nvPr/>
          </p:nvSpPr>
          <p:spPr>
            <a:xfrm>
              <a:off x="3670203" y="480999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4A7AA">
                <a:alpha val="100000"/>
              </a:srgbClr>
            </a:solidFill>
            <a:ln w="5420" cap="flat">
              <a:solidFill>
                <a:srgbClr val="44A7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61" name="pg2861"/>
            <p:cNvSpPr/>
            <p:nvPr/>
          </p:nvSpPr>
          <p:spPr>
            <a:xfrm>
              <a:off x="3681840" y="480999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6A9AA">
                <a:alpha val="100000"/>
              </a:srgbClr>
            </a:solidFill>
            <a:ln w="5420" cap="flat">
              <a:solidFill>
                <a:srgbClr val="46A9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62" name="pg2862"/>
            <p:cNvSpPr/>
            <p:nvPr/>
          </p:nvSpPr>
          <p:spPr>
            <a:xfrm>
              <a:off x="3693478" y="480999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DB2AB">
                <a:alpha val="100000"/>
              </a:srgbClr>
            </a:solidFill>
            <a:ln w="5420" cap="flat">
              <a:solidFill>
                <a:srgbClr val="4DB2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63" name="pg2863"/>
            <p:cNvSpPr/>
            <p:nvPr/>
          </p:nvSpPr>
          <p:spPr>
            <a:xfrm>
              <a:off x="3705115" y="480999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FB5AB">
                <a:alpha val="100000"/>
              </a:srgbClr>
            </a:solidFill>
            <a:ln w="5420" cap="flat">
              <a:solidFill>
                <a:srgbClr val="4FB5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64" name="pg2864"/>
            <p:cNvSpPr/>
            <p:nvPr/>
          </p:nvSpPr>
          <p:spPr>
            <a:xfrm>
              <a:off x="3716752" y="480999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0B6AB">
                <a:alpha val="100000"/>
              </a:srgbClr>
            </a:solidFill>
            <a:ln w="5420" cap="flat">
              <a:solidFill>
                <a:srgbClr val="50B6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65" name="pg2865"/>
            <p:cNvSpPr/>
            <p:nvPr/>
          </p:nvSpPr>
          <p:spPr>
            <a:xfrm>
              <a:off x="3728390" y="480999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0B6AB">
                <a:alpha val="100000"/>
              </a:srgbClr>
            </a:solidFill>
            <a:ln w="5420" cap="flat">
              <a:solidFill>
                <a:srgbClr val="50B6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66" name="pg2866"/>
            <p:cNvSpPr/>
            <p:nvPr/>
          </p:nvSpPr>
          <p:spPr>
            <a:xfrm>
              <a:off x="3740027" y="480999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0B6AB">
                <a:alpha val="100000"/>
              </a:srgbClr>
            </a:solidFill>
            <a:ln w="5420" cap="flat">
              <a:solidFill>
                <a:srgbClr val="50B6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67" name="pg2867"/>
            <p:cNvSpPr/>
            <p:nvPr/>
          </p:nvSpPr>
          <p:spPr>
            <a:xfrm>
              <a:off x="3751664" y="480999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0B7AB">
                <a:alpha val="100000"/>
              </a:srgbClr>
            </a:solidFill>
            <a:ln w="5420" cap="flat">
              <a:solidFill>
                <a:srgbClr val="50B7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68" name="pg2868"/>
            <p:cNvSpPr/>
            <p:nvPr/>
          </p:nvSpPr>
          <p:spPr>
            <a:xfrm>
              <a:off x="3763302" y="480999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1B8AB">
                <a:alpha val="100000"/>
              </a:srgbClr>
            </a:solidFill>
            <a:ln w="5420" cap="flat">
              <a:solidFill>
                <a:srgbClr val="51B8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69" name="pg2869"/>
            <p:cNvSpPr/>
            <p:nvPr/>
          </p:nvSpPr>
          <p:spPr>
            <a:xfrm>
              <a:off x="4135696" y="480999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85D8BA">
                <a:alpha val="100000"/>
              </a:srgbClr>
            </a:solidFill>
            <a:ln w="5420" cap="flat">
              <a:solidFill>
                <a:srgbClr val="85D8B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70" name="pg2870"/>
            <p:cNvSpPr/>
            <p:nvPr/>
          </p:nvSpPr>
          <p:spPr>
            <a:xfrm>
              <a:off x="4147334" y="480999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86D9BB">
                <a:alpha val="100000"/>
              </a:srgbClr>
            </a:solidFill>
            <a:ln w="5420" cap="flat">
              <a:solidFill>
                <a:srgbClr val="86D9B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71" name="pg2871"/>
            <p:cNvSpPr/>
            <p:nvPr/>
          </p:nvSpPr>
          <p:spPr>
            <a:xfrm>
              <a:off x="4158971" y="480999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8ADABC">
                <a:alpha val="100000"/>
              </a:srgbClr>
            </a:solidFill>
            <a:ln w="5420" cap="flat">
              <a:solidFill>
                <a:srgbClr val="8ADAB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72" name="pg2872"/>
            <p:cNvSpPr/>
            <p:nvPr/>
          </p:nvSpPr>
          <p:spPr>
            <a:xfrm>
              <a:off x="4170608" y="480999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8ADABD">
                <a:alpha val="100000"/>
              </a:srgbClr>
            </a:solidFill>
            <a:ln w="5420" cap="flat">
              <a:solidFill>
                <a:srgbClr val="8ADAB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73" name="pg2873"/>
            <p:cNvSpPr/>
            <p:nvPr/>
          </p:nvSpPr>
          <p:spPr>
            <a:xfrm>
              <a:off x="4182246" y="480999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8ADABD">
                <a:alpha val="100000"/>
              </a:srgbClr>
            </a:solidFill>
            <a:ln w="5420" cap="flat">
              <a:solidFill>
                <a:srgbClr val="8ADAB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74" name="pg2874"/>
            <p:cNvSpPr/>
            <p:nvPr/>
          </p:nvSpPr>
          <p:spPr>
            <a:xfrm>
              <a:off x="4193883" y="480999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8ADABD">
                <a:alpha val="100000"/>
              </a:srgbClr>
            </a:solidFill>
            <a:ln w="5420" cap="flat">
              <a:solidFill>
                <a:srgbClr val="8ADAB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75" name="pg2875"/>
            <p:cNvSpPr/>
            <p:nvPr/>
          </p:nvSpPr>
          <p:spPr>
            <a:xfrm>
              <a:off x="4205520" y="480999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8CDABD">
                <a:alpha val="100000"/>
              </a:srgbClr>
            </a:solidFill>
            <a:ln w="5420" cap="flat">
              <a:solidFill>
                <a:srgbClr val="8CDAB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76" name="pg2876"/>
            <p:cNvSpPr/>
            <p:nvPr/>
          </p:nvSpPr>
          <p:spPr>
            <a:xfrm>
              <a:off x="4217158" y="480999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8CDBBE">
                <a:alpha val="100000"/>
              </a:srgbClr>
            </a:solidFill>
            <a:ln w="5420" cap="flat">
              <a:solidFill>
                <a:srgbClr val="8CDBB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77" name="pg2877"/>
            <p:cNvSpPr/>
            <p:nvPr/>
          </p:nvSpPr>
          <p:spPr>
            <a:xfrm>
              <a:off x="4333531" y="480999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9C3AC">
                <a:alpha val="100000"/>
              </a:srgbClr>
            </a:solidFill>
            <a:ln w="5420" cap="flat">
              <a:solidFill>
                <a:srgbClr val="59C3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78" name="pg2878"/>
            <p:cNvSpPr/>
            <p:nvPr/>
          </p:nvSpPr>
          <p:spPr>
            <a:xfrm>
              <a:off x="4345168" y="480999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8C1AC">
                <a:alpha val="100000"/>
              </a:srgbClr>
            </a:solidFill>
            <a:ln w="5420" cap="flat">
              <a:solidFill>
                <a:srgbClr val="58C1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79" name="pg2879"/>
            <p:cNvSpPr/>
            <p:nvPr/>
          </p:nvSpPr>
          <p:spPr>
            <a:xfrm>
              <a:off x="4356806" y="480999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5BEAB">
                <a:alpha val="100000"/>
              </a:srgbClr>
            </a:solidFill>
            <a:ln w="5420" cap="flat">
              <a:solidFill>
                <a:srgbClr val="55BE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80" name="pg2880"/>
            <p:cNvSpPr/>
            <p:nvPr/>
          </p:nvSpPr>
          <p:spPr>
            <a:xfrm>
              <a:off x="4368443" y="480999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3BBAB">
                <a:alpha val="100000"/>
              </a:srgbClr>
            </a:solidFill>
            <a:ln w="5420" cap="flat">
              <a:solidFill>
                <a:srgbClr val="53BB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81" name="pg2881"/>
            <p:cNvSpPr/>
            <p:nvPr/>
          </p:nvSpPr>
          <p:spPr>
            <a:xfrm>
              <a:off x="4380080" y="480999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1B8AB">
                <a:alpha val="100000"/>
              </a:srgbClr>
            </a:solidFill>
            <a:ln w="5420" cap="flat">
              <a:solidFill>
                <a:srgbClr val="51B8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82" name="pg2882"/>
            <p:cNvSpPr/>
            <p:nvPr/>
          </p:nvSpPr>
          <p:spPr>
            <a:xfrm>
              <a:off x="4391718" y="480999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FB5AB">
                <a:alpha val="100000"/>
              </a:srgbClr>
            </a:solidFill>
            <a:ln w="5420" cap="flat">
              <a:solidFill>
                <a:srgbClr val="4FB5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83" name="pg2883"/>
            <p:cNvSpPr/>
            <p:nvPr/>
          </p:nvSpPr>
          <p:spPr>
            <a:xfrm>
              <a:off x="4403355" y="480999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BB0AB">
                <a:alpha val="100000"/>
              </a:srgbClr>
            </a:solidFill>
            <a:ln w="5420" cap="flat">
              <a:solidFill>
                <a:srgbClr val="4BB0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84" name="pg2884"/>
            <p:cNvSpPr/>
            <p:nvPr/>
          </p:nvSpPr>
          <p:spPr>
            <a:xfrm>
              <a:off x="4577915" y="480999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9AA9">
                <a:alpha val="100000"/>
              </a:srgbClr>
            </a:solidFill>
            <a:ln w="5420" cap="flat">
              <a:solidFill>
                <a:srgbClr val="379A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85" name="pg2885"/>
            <p:cNvSpPr/>
            <p:nvPr/>
          </p:nvSpPr>
          <p:spPr>
            <a:xfrm>
              <a:off x="4589552" y="480999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9AA9">
                <a:alpha val="100000"/>
              </a:srgbClr>
            </a:solidFill>
            <a:ln w="5420" cap="flat">
              <a:solidFill>
                <a:srgbClr val="379A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86" name="pg2886"/>
            <p:cNvSpPr/>
            <p:nvPr/>
          </p:nvSpPr>
          <p:spPr>
            <a:xfrm>
              <a:off x="4601190" y="480999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99A9">
                <a:alpha val="100000"/>
              </a:srgbClr>
            </a:solidFill>
            <a:ln w="5420" cap="flat">
              <a:solidFill>
                <a:srgbClr val="3799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87" name="pg2887"/>
            <p:cNvSpPr/>
            <p:nvPr/>
          </p:nvSpPr>
          <p:spPr>
            <a:xfrm>
              <a:off x="4612827" y="480999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99A9">
                <a:alpha val="100000"/>
              </a:srgbClr>
            </a:solidFill>
            <a:ln w="5420" cap="flat">
              <a:solidFill>
                <a:srgbClr val="3799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88" name="pg2888"/>
            <p:cNvSpPr/>
            <p:nvPr/>
          </p:nvSpPr>
          <p:spPr>
            <a:xfrm>
              <a:off x="4624464" y="480999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99A9">
                <a:alpha val="100000"/>
              </a:srgbClr>
            </a:solidFill>
            <a:ln w="5420" cap="flat">
              <a:solidFill>
                <a:srgbClr val="3799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89" name="pg2889"/>
            <p:cNvSpPr/>
            <p:nvPr/>
          </p:nvSpPr>
          <p:spPr>
            <a:xfrm>
              <a:off x="3111611" y="482430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7D0AF">
                <a:alpha val="100000"/>
              </a:srgbClr>
            </a:solidFill>
            <a:ln w="5420" cap="flat">
              <a:solidFill>
                <a:srgbClr val="67D0A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90" name="pg2890"/>
            <p:cNvSpPr/>
            <p:nvPr/>
          </p:nvSpPr>
          <p:spPr>
            <a:xfrm>
              <a:off x="3123249" y="482430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7D0AE">
                <a:alpha val="100000"/>
              </a:srgbClr>
            </a:solidFill>
            <a:ln w="5420" cap="flat">
              <a:solidFill>
                <a:srgbClr val="67D0A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91" name="pg2891"/>
            <p:cNvSpPr/>
            <p:nvPr/>
          </p:nvSpPr>
          <p:spPr>
            <a:xfrm>
              <a:off x="3134886" y="482430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7D0AE">
                <a:alpha val="100000"/>
              </a:srgbClr>
            </a:solidFill>
            <a:ln w="5420" cap="flat">
              <a:solidFill>
                <a:srgbClr val="67D0A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92" name="pg2892"/>
            <p:cNvSpPr/>
            <p:nvPr/>
          </p:nvSpPr>
          <p:spPr>
            <a:xfrm>
              <a:off x="3146523" y="482430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7D0AF">
                <a:alpha val="100000"/>
              </a:srgbClr>
            </a:solidFill>
            <a:ln w="5420" cap="flat">
              <a:solidFill>
                <a:srgbClr val="67D0A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93" name="pg2893"/>
            <p:cNvSpPr/>
            <p:nvPr/>
          </p:nvSpPr>
          <p:spPr>
            <a:xfrm>
              <a:off x="3158161" y="482430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8D0AF">
                <a:alpha val="100000"/>
              </a:srgbClr>
            </a:solidFill>
            <a:ln w="5420" cap="flat">
              <a:solidFill>
                <a:srgbClr val="68D0A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94" name="pg2894"/>
            <p:cNvSpPr/>
            <p:nvPr/>
          </p:nvSpPr>
          <p:spPr>
            <a:xfrm>
              <a:off x="3169798" y="482430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9D0AF">
                <a:alpha val="100000"/>
              </a:srgbClr>
            </a:solidFill>
            <a:ln w="5420" cap="flat">
              <a:solidFill>
                <a:srgbClr val="69D0A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95" name="pg2895"/>
            <p:cNvSpPr/>
            <p:nvPr/>
          </p:nvSpPr>
          <p:spPr>
            <a:xfrm>
              <a:off x="3181435" y="482430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BD1B0">
                <a:alpha val="100000"/>
              </a:srgbClr>
            </a:solidFill>
            <a:ln w="5420" cap="flat">
              <a:solidFill>
                <a:srgbClr val="6BD1B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96" name="pg2896"/>
            <p:cNvSpPr/>
            <p:nvPr/>
          </p:nvSpPr>
          <p:spPr>
            <a:xfrm>
              <a:off x="3193073" y="482430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CD1B0">
                <a:alpha val="100000"/>
              </a:srgbClr>
            </a:solidFill>
            <a:ln w="5420" cap="flat">
              <a:solidFill>
                <a:srgbClr val="6CD1B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97" name="pg2897"/>
            <p:cNvSpPr/>
            <p:nvPr/>
          </p:nvSpPr>
          <p:spPr>
            <a:xfrm>
              <a:off x="3204710" y="482430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ED2B1">
                <a:alpha val="100000"/>
              </a:srgbClr>
            </a:solidFill>
            <a:ln w="5420" cap="flat">
              <a:solidFill>
                <a:srgbClr val="6ED2B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98" name="pg2898"/>
            <p:cNvSpPr/>
            <p:nvPr/>
          </p:nvSpPr>
          <p:spPr>
            <a:xfrm>
              <a:off x="3216347" y="482430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0D2B2">
                <a:alpha val="100000"/>
              </a:srgbClr>
            </a:solidFill>
            <a:ln w="5420" cap="flat">
              <a:solidFill>
                <a:srgbClr val="70D2B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99" name="pg2899"/>
            <p:cNvSpPr/>
            <p:nvPr/>
          </p:nvSpPr>
          <p:spPr>
            <a:xfrm>
              <a:off x="3227985" y="482430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4D3B3">
                <a:alpha val="100000"/>
              </a:srgbClr>
            </a:solidFill>
            <a:ln w="5420" cap="flat">
              <a:solidFill>
                <a:srgbClr val="74D3B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00" name="pg2900"/>
            <p:cNvSpPr/>
            <p:nvPr/>
          </p:nvSpPr>
          <p:spPr>
            <a:xfrm>
              <a:off x="3239622" y="482430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5D4B4">
                <a:alpha val="100000"/>
              </a:srgbClr>
            </a:solidFill>
            <a:ln w="5420" cap="flat">
              <a:solidFill>
                <a:srgbClr val="75D4B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01" name="pg2901"/>
            <p:cNvSpPr/>
            <p:nvPr/>
          </p:nvSpPr>
          <p:spPr>
            <a:xfrm>
              <a:off x="3355995" y="482430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9C3AC">
                <a:alpha val="100000"/>
              </a:srgbClr>
            </a:solidFill>
            <a:ln w="5420" cap="flat">
              <a:solidFill>
                <a:srgbClr val="59C3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02" name="pg2902"/>
            <p:cNvSpPr/>
            <p:nvPr/>
          </p:nvSpPr>
          <p:spPr>
            <a:xfrm>
              <a:off x="3367633" y="482430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6BEAB">
                <a:alpha val="100000"/>
              </a:srgbClr>
            </a:solidFill>
            <a:ln w="5420" cap="flat">
              <a:solidFill>
                <a:srgbClr val="56BE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03" name="pg2903"/>
            <p:cNvSpPr/>
            <p:nvPr/>
          </p:nvSpPr>
          <p:spPr>
            <a:xfrm>
              <a:off x="3379270" y="482430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2B9AB">
                <a:alpha val="100000"/>
              </a:srgbClr>
            </a:solidFill>
            <a:ln w="5420" cap="flat">
              <a:solidFill>
                <a:srgbClr val="52B9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04" name="pg2904"/>
            <p:cNvSpPr/>
            <p:nvPr/>
          </p:nvSpPr>
          <p:spPr>
            <a:xfrm>
              <a:off x="3390907" y="482430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EB3AB">
                <a:alpha val="100000"/>
              </a:srgbClr>
            </a:solidFill>
            <a:ln w="5420" cap="flat">
              <a:solidFill>
                <a:srgbClr val="4EB3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05" name="pg2905"/>
            <p:cNvSpPr/>
            <p:nvPr/>
          </p:nvSpPr>
          <p:spPr>
            <a:xfrm>
              <a:off x="3402545" y="482430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9ADAB">
                <a:alpha val="100000"/>
              </a:srgbClr>
            </a:solidFill>
            <a:ln w="5420" cap="flat">
              <a:solidFill>
                <a:srgbClr val="49AD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06" name="pg2906"/>
            <p:cNvSpPr/>
            <p:nvPr/>
          </p:nvSpPr>
          <p:spPr>
            <a:xfrm>
              <a:off x="3414182" y="482430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4A7AA">
                <a:alpha val="100000"/>
              </a:srgbClr>
            </a:solidFill>
            <a:ln w="5420" cap="flat">
              <a:solidFill>
                <a:srgbClr val="44A7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07" name="pg2907"/>
            <p:cNvSpPr/>
            <p:nvPr/>
          </p:nvSpPr>
          <p:spPr>
            <a:xfrm>
              <a:off x="3425819" y="482430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EA1AA">
                <a:alpha val="100000"/>
              </a:srgbClr>
            </a:solidFill>
            <a:ln w="5420" cap="flat">
              <a:solidFill>
                <a:srgbClr val="3EA1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08" name="pg2908"/>
            <p:cNvSpPr/>
            <p:nvPr/>
          </p:nvSpPr>
          <p:spPr>
            <a:xfrm>
              <a:off x="3437457" y="482430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89BA9">
                <a:alpha val="100000"/>
              </a:srgbClr>
            </a:solidFill>
            <a:ln w="5420" cap="flat">
              <a:solidFill>
                <a:srgbClr val="389B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09" name="pg2909"/>
            <p:cNvSpPr/>
            <p:nvPr/>
          </p:nvSpPr>
          <p:spPr>
            <a:xfrm>
              <a:off x="3449094" y="482430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595A9">
                <a:alpha val="100000"/>
              </a:srgbClr>
            </a:solidFill>
            <a:ln w="5420" cap="flat">
              <a:solidFill>
                <a:srgbClr val="3595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10" name="pg2910"/>
            <p:cNvSpPr/>
            <p:nvPr/>
          </p:nvSpPr>
          <p:spPr>
            <a:xfrm>
              <a:off x="3460731" y="482430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8DA7">
                <a:alpha val="100000"/>
              </a:srgbClr>
            </a:solidFill>
            <a:ln w="5420" cap="flat">
              <a:solidFill>
                <a:srgbClr val="378D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11" name="pg2911"/>
            <p:cNvSpPr/>
            <p:nvPr/>
          </p:nvSpPr>
          <p:spPr>
            <a:xfrm>
              <a:off x="3484006" y="482430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889A6">
                <a:alpha val="100000"/>
              </a:srgbClr>
            </a:solidFill>
            <a:ln w="5420" cap="flat">
              <a:solidFill>
                <a:srgbClr val="3889A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12" name="pg2912"/>
            <p:cNvSpPr/>
            <p:nvPr/>
          </p:nvSpPr>
          <p:spPr>
            <a:xfrm>
              <a:off x="3495643" y="482430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88BA7">
                <a:alpha val="100000"/>
              </a:srgbClr>
            </a:solidFill>
            <a:ln w="5420" cap="flat">
              <a:solidFill>
                <a:srgbClr val="388B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13" name="pg2913"/>
            <p:cNvSpPr/>
            <p:nvPr/>
          </p:nvSpPr>
          <p:spPr>
            <a:xfrm>
              <a:off x="3507281" y="482430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691A8">
                <a:alpha val="100000"/>
              </a:srgbClr>
            </a:solidFill>
            <a:ln w="5420" cap="flat">
              <a:solidFill>
                <a:srgbClr val="3691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14" name="pg2914"/>
            <p:cNvSpPr/>
            <p:nvPr/>
          </p:nvSpPr>
          <p:spPr>
            <a:xfrm>
              <a:off x="3518918" y="482430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598A9">
                <a:alpha val="100000"/>
              </a:srgbClr>
            </a:solidFill>
            <a:ln w="5420" cap="flat">
              <a:solidFill>
                <a:srgbClr val="3598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15" name="pg2915"/>
            <p:cNvSpPr/>
            <p:nvPr/>
          </p:nvSpPr>
          <p:spPr>
            <a:xfrm>
              <a:off x="3530555" y="482430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9EAA">
                <a:alpha val="100000"/>
              </a:srgbClr>
            </a:solidFill>
            <a:ln w="5420" cap="flat">
              <a:solidFill>
                <a:srgbClr val="3C9E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16" name="pg2916"/>
            <p:cNvSpPr/>
            <p:nvPr/>
          </p:nvSpPr>
          <p:spPr>
            <a:xfrm>
              <a:off x="3542193" y="482430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0A3AA">
                <a:alpha val="100000"/>
              </a:srgbClr>
            </a:solidFill>
            <a:ln w="5420" cap="flat">
              <a:solidFill>
                <a:srgbClr val="40A3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17" name="pg2917"/>
            <p:cNvSpPr/>
            <p:nvPr/>
          </p:nvSpPr>
          <p:spPr>
            <a:xfrm>
              <a:off x="3553830" y="482430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3A6AA">
                <a:alpha val="100000"/>
              </a:srgbClr>
            </a:solidFill>
            <a:ln w="5420" cap="flat">
              <a:solidFill>
                <a:srgbClr val="43A6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18" name="pg2918"/>
            <p:cNvSpPr/>
            <p:nvPr/>
          </p:nvSpPr>
          <p:spPr>
            <a:xfrm>
              <a:off x="3565467" y="482430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4A7AA">
                <a:alpha val="100000"/>
              </a:srgbClr>
            </a:solidFill>
            <a:ln w="5420" cap="flat">
              <a:solidFill>
                <a:srgbClr val="44A7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19" name="pg2919"/>
            <p:cNvSpPr/>
            <p:nvPr/>
          </p:nvSpPr>
          <p:spPr>
            <a:xfrm>
              <a:off x="3588742" y="482430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5A8AA">
                <a:alpha val="100000"/>
              </a:srgbClr>
            </a:solidFill>
            <a:ln w="5420" cap="flat">
              <a:solidFill>
                <a:srgbClr val="45A8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20" name="pg2920"/>
            <p:cNvSpPr/>
            <p:nvPr/>
          </p:nvSpPr>
          <p:spPr>
            <a:xfrm>
              <a:off x="3600379" y="482430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5A9AA">
                <a:alpha val="100000"/>
              </a:srgbClr>
            </a:solidFill>
            <a:ln w="5420" cap="flat">
              <a:solidFill>
                <a:srgbClr val="45A9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21" name="pg2921"/>
            <p:cNvSpPr/>
            <p:nvPr/>
          </p:nvSpPr>
          <p:spPr>
            <a:xfrm>
              <a:off x="3612016" y="482430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5A9AA">
                <a:alpha val="100000"/>
              </a:srgbClr>
            </a:solidFill>
            <a:ln w="5420" cap="flat">
              <a:solidFill>
                <a:srgbClr val="45A9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22" name="pg2922"/>
            <p:cNvSpPr/>
            <p:nvPr/>
          </p:nvSpPr>
          <p:spPr>
            <a:xfrm>
              <a:off x="3623654" y="482430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5A9AA">
                <a:alpha val="100000"/>
              </a:srgbClr>
            </a:solidFill>
            <a:ln w="5420" cap="flat">
              <a:solidFill>
                <a:srgbClr val="45A9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23" name="pg2923"/>
            <p:cNvSpPr/>
            <p:nvPr/>
          </p:nvSpPr>
          <p:spPr>
            <a:xfrm>
              <a:off x="3635291" y="482430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5A8AA">
                <a:alpha val="100000"/>
              </a:srgbClr>
            </a:solidFill>
            <a:ln w="5420" cap="flat">
              <a:solidFill>
                <a:srgbClr val="45A8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24" name="pg2924"/>
            <p:cNvSpPr/>
            <p:nvPr/>
          </p:nvSpPr>
          <p:spPr>
            <a:xfrm>
              <a:off x="3646928" y="482430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4A7AA">
                <a:alpha val="100000"/>
              </a:srgbClr>
            </a:solidFill>
            <a:ln w="5420" cap="flat">
              <a:solidFill>
                <a:srgbClr val="44A7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25" name="pg2925"/>
            <p:cNvSpPr/>
            <p:nvPr/>
          </p:nvSpPr>
          <p:spPr>
            <a:xfrm>
              <a:off x="3658566" y="482430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3A6AA">
                <a:alpha val="100000"/>
              </a:srgbClr>
            </a:solidFill>
            <a:ln w="5420" cap="flat">
              <a:solidFill>
                <a:srgbClr val="43A6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26" name="pg2926"/>
            <p:cNvSpPr/>
            <p:nvPr/>
          </p:nvSpPr>
          <p:spPr>
            <a:xfrm>
              <a:off x="3670203" y="482430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3A6AA">
                <a:alpha val="100000"/>
              </a:srgbClr>
            </a:solidFill>
            <a:ln w="5420" cap="flat">
              <a:solidFill>
                <a:srgbClr val="43A6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27" name="pg2927"/>
            <p:cNvSpPr/>
            <p:nvPr/>
          </p:nvSpPr>
          <p:spPr>
            <a:xfrm>
              <a:off x="3681840" y="482430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5A8AA">
                <a:alpha val="100000"/>
              </a:srgbClr>
            </a:solidFill>
            <a:ln w="5420" cap="flat">
              <a:solidFill>
                <a:srgbClr val="45A8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28" name="pg2928"/>
            <p:cNvSpPr/>
            <p:nvPr/>
          </p:nvSpPr>
          <p:spPr>
            <a:xfrm>
              <a:off x="3693478" y="482430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BB0AB">
                <a:alpha val="100000"/>
              </a:srgbClr>
            </a:solidFill>
            <a:ln w="5420" cap="flat">
              <a:solidFill>
                <a:srgbClr val="4BB0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29" name="pg2929"/>
            <p:cNvSpPr/>
            <p:nvPr/>
          </p:nvSpPr>
          <p:spPr>
            <a:xfrm>
              <a:off x="3705115" y="482430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DB3AB">
                <a:alpha val="100000"/>
              </a:srgbClr>
            </a:solidFill>
            <a:ln w="5420" cap="flat">
              <a:solidFill>
                <a:srgbClr val="4DB3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30" name="pg2930"/>
            <p:cNvSpPr/>
            <p:nvPr/>
          </p:nvSpPr>
          <p:spPr>
            <a:xfrm>
              <a:off x="3716752" y="482430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EB4AB">
                <a:alpha val="100000"/>
              </a:srgbClr>
            </a:solidFill>
            <a:ln w="5420" cap="flat">
              <a:solidFill>
                <a:srgbClr val="4EB4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31" name="pg2931"/>
            <p:cNvSpPr/>
            <p:nvPr/>
          </p:nvSpPr>
          <p:spPr>
            <a:xfrm>
              <a:off x="3728390" y="482430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FB5AB">
                <a:alpha val="100000"/>
              </a:srgbClr>
            </a:solidFill>
            <a:ln w="5420" cap="flat">
              <a:solidFill>
                <a:srgbClr val="4FB5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32" name="pg2932"/>
            <p:cNvSpPr/>
            <p:nvPr/>
          </p:nvSpPr>
          <p:spPr>
            <a:xfrm>
              <a:off x="3740027" y="482430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FB5AB">
                <a:alpha val="100000"/>
              </a:srgbClr>
            </a:solidFill>
            <a:ln w="5420" cap="flat">
              <a:solidFill>
                <a:srgbClr val="4FB5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33" name="pg2933"/>
            <p:cNvSpPr/>
            <p:nvPr/>
          </p:nvSpPr>
          <p:spPr>
            <a:xfrm>
              <a:off x="3751664" y="482430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0B6AB">
                <a:alpha val="100000"/>
              </a:srgbClr>
            </a:solidFill>
            <a:ln w="5420" cap="flat">
              <a:solidFill>
                <a:srgbClr val="50B6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34" name="pg2934"/>
            <p:cNvSpPr/>
            <p:nvPr/>
          </p:nvSpPr>
          <p:spPr>
            <a:xfrm>
              <a:off x="3763302" y="482430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0B7AB">
                <a:alpha val="100000"/>
              </a:srgbClr>
            </a:solidFill>
            <a:ln w="5420" cap="flat">
              <a:solidFill>
                <a:srgbClr val="50B7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35" name="pg2935"/>
            <p:cNvSpPr/>
            <p:nvPr/>
          </p:nvSpPr>
          <p:spPr>
            <a:xfrm>
              <a:off x="3774939" y="482430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1B8AB">
                <a:alpha val="100000"/>
              </a:srgbClr>
            </a:solidFill>
            <a:ln w="5420" cap="flat">
              <a:solidFill>
                <a:srgbClr val="51B8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36" name="pg2936"/>
            <p:cNvSpPr/>
            <p:nvPr/>
          </p:nvSpPr>
          <p:spPr>
            <a:xfrm>
              <a:off x="4158971" y="482430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88D9BC">
                <a:alpha val="100000"/>
              </a:srgbClr>
            </a:solidFill>
            <a:ln w="5420" cap="flat">
              <a:solidFill>
                <a:srgbClr val="88D9B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37" name="pg2937"/>
            <p:cNvSpPr/>
            <p:nvPr/>
          </p:nvSpPr>
          <p:spPr>
            <a:xfrm>
              <a:off x="4345168" y="482430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7C1AC">
                <a:alpha val="100000"/>
              </a:srgbClr>
            </a:solidFill>
            <a:ln w="5420" cap="flat">
              <a:solidFill>
                <a:srgbClr val="57C1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38" name="pg2938"/>
            <p:cNvSpPr/>
            <p:nvPr/>
          </p:nvSpPr>
          <p:spPr>
            <a:xfrm>
              <a:off x="4356806" y="482430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5BEAB">
                <a:alpha val="100000"/>
              </a:srgbClr>
            </a:solidFill>
            <a:ln w="5420" cap="flat">
              <a:solidFill>
                <a:srgbClr val="55BE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39" name="pg2939"/>
            <p:cNvSpPr/>
            <p:nvPr/>
          </p:nvSpPr>
          <p:spPr>
            <a:xfrm>
              <a:off x="4368443" y="482430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3BBAB">
                <a:alpha val="100000"/>
              </a:srgbClr>
            </a:solidFill>
            <a:ln w="5420" cap="flat">
              <a:solidFill>
                <a:srgbClr val="53BB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40" name="pg2940"/>
            <p:cNvSpPr/>
            <p:nvPr/>
          </p:nvSpPr>
          <p:spPr>
            <a:xfrm>
              <a:off x="4380080" y="482430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1B8AB">
                <a:alpha val="100000"/>
              </a:srgbClr>
            </a:solidFill>
            <a:ln w="5420" cap="flat">
              <a:solidFill>
                <a:srgbClr val="51B8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41" name="pg2941"/>
            <p:cNvSpPr/>
            <p:nvPr/>
          </p:nvSpPr>
          <p:spPr>
            <a:xfrm>
              <a:off x="4391718" y="482430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FB5AB">
                <a:alpha val="100000"/>
              </a:srgbClr>
            </a:solidFill>
            <a:ln w="5420" cap="flat">
              <a:solidFill>
                <a:srgbClr val="4FB5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42" name="pg2942"/>
            <p:cNvSpPr/>
            <p:nvPr/>
          </p:nvSpPr>
          <p:spPr>
            <a:xfrm>
              <a:off x="4403355" y="482430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BB0AB">
                <a:alpha val="100000"/>
              </a:srgbClr>
            </a:solidFill>
            <a:ln w="5420" cap="flat">
              <a:solidFill>
                <a:srgbClr val="4BB0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43" name="pg2943"/>
            <p:cNvSpPr/>
            <p:nvPr/>
          </p:nvSpPr>
          <p:spPr>
            <a:xfrm>
              <a:off x="4414992" y="482430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9AEAB">
                <a:alpha val="100000"/>
              </a:srgbClr>
            </a:solidFill>
            <a:ln w="5420" cap="flat">
              <a:solidFill>
                <a:srgbClr val="49AE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44" name="pg2944"/>
            <p:cNvSpPr/>
            <p:nvPr/>
          </p:nvSpPr>
          <p:spPr>
            <a:xfrm>
              <a:off x="4577915" y="482430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89BA9">
                <a:alpha val="100000"/>
              </a:srgbClr>
            </a:solidFill>
            <a:ln w="5420" cap="flat">
              <a:solidFill>
                <a:srgbClr val="389B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45" name="pg2945"/>
            <p:cNvSpPr/>
            <p:nvPr/>
          </p:nvSpPr>
          <p:spPr>
            <a:xfrm>
              <a:off x="4589552" y="482430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89BA9">
                <a:alpha val="100000"/>
              </a:srgbClr>
            </a:solidFill>
            <a:ln w="5420" cap="flat">
              <a:solidFill>
                <a:srgbClr val="389B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46" name="pg2946"/>
            <p:cNvSpPr/>
            <p:nvPr/>
          </p:nvSpPr>
          <p:spPr>
            <a:xfrm>
              <a:off x="4601190" y="482430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89AA9">
                <a:alpha val="100000"/>
              </a:srgbClr>
            </a:solidFill>
            <a:ln w="5420" cap="flat">
              <a:solidFill>
                <a:srgbClr val="389A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47" name="pg2947"/>
            <p:cNvSpPr/>
            <p:nvPr/>
          </p:nvSpPr>
          <p:spPr>
            <a:xfrm>
              <a:off x="4612827" y="482430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9AA9">
                <a:alpha val="100000"/>
              </a:srgbClr>
            </a:solidFill>
            <a:ln w="5420" cap="flat">
              <a:solidFill>
                <a:srgbClr val="379A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48" name="pg2948"/>
            <p:cNvSpPr/>
            <p:nvPr/>
          </p:nvSpPr>
          <p:spPr>
            <a:xfrm>
              <a:off x="4624464" y="482430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9AA9">
                <a:alpha val="100000"/>
              </a:srgbClr>
            </a:solidFill>
            <a:ln w="5420" cap="flat">
              <a:solidFill>
                <a:srgbClr val="379A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49" name="pg2949"/>
            <p:cNvSpPr/>
            <p:nvPr/>
          </p:nvSpPr>
          <p:spPr>
            <a:xfrm>
              <a:off x="3099974" y="483860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AD1B0">
                <a:alpha val="100000"/>
              </a:srgbClr>
            </a:solidFill>
            <a:ln w="5420" cap="flat">
              <a:solidFill>
                <a:srgbClr val="6AD1B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50" name="pg2950"/>
            <p:cNvSpPr/>
            <p:nvPr/>
          </p:nvSpPr>
          <p:spPr>
            <a:xfrm>
              <a:off x="3111611" y="483860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8D0AF">
                <a:alpha val="100000"/>
              </a:srgbClr>
            </a:solidFill>
            <a:ln w="5420" cap="flat">
              <a:solidFill>
                <a:srgbClr val="68D0A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51" name="pg2951"/>
            <p:cNvSpPr/>
            <p:nvPr/>
          </p:nvSpPr>
          <p:spPr>
            <a:xfrm>
              <a:off x="3123249" y="483860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7D0AE">
                <a:alpha val="100000"/>
              </a:srgbClr>
            </a:solidFill>
            <a:ln w="5420" cap="flat">
              <a:solidFill>
                <a:srgbClr val="67D0A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52" name="pg2952"/>
            <p:cNvSpPr/>
            <p:nvPr/>
          </p:nvSpPr>
          <p:spPr>
            <a:xfrm>
              <a:off x="3134886" y="483860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6D0AE">
                <a:alpha val="100000"/>
              </a:srgbClr>
            </a:solidFill>
            <a:ln w="5420" cap="flat">
              <a:solidFill>
                <a:srgbClr val="66D0A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53" name="pg2953"/>
            <p:cNvSpPr/>
            <p:nvPr/>
          </p:nvSpPr>
          <p:spPr>
            <a:xfrm>
              <a:off x="3146523" y="483860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6D0AE">
                <a:alpha val="100000"/>
              </a:srgbClr>
            </a:solidFill>
            <a:ln w="5420" cap="flat">
              <a:solidFill>
                <a:srgbClr val="66D0A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54" name="pg2954"/>
            <p:cNvSpPr/>
            <p:nvPr/>
          </p:nvSpPr>
          <p:spPr>
            <a:xfrm>
              <a:off x="3158161" y="483860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7D0AE">
                <a:alpha val="100000"/>
              </a:srgbClr>
            </a:solidFill>
            <a:ln w="5420" cap="flat">
              <a:solidFill>
                <a:srgbClr val="67D0A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55" name="pg2955"/>
            <p:cNvSpPr/>
            <p:nvPr/>
          </p:nvSpPr>
          <p:spPr>
            <a:xfrm>
              <a:off x="3169798" y="483860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7D0AF">
                <a:alpha val="100000"/>
              </a:srgbClr>
            </a:solidFill>
            <a:ln w="5420" cap="flat">
              <a:solidFill>
                <a:srgbClr val="67D0A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56" name="pg2956"/>
            <p:cNvSpPr/>
            <p:nvPr/>
          </p:nvSpPr>
          <p:spPr>
            <a:xfrm>
              <a:off x="3181435" y="483860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8D0AF">
                <a:alpha val="100000"/>
              </a:srgbClr>
            </a:solidFill>
            <a:ln w="5420" cap="flat">
              <a:solidFill>
                <a:srgbClr val="68D0A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57" name="pg2957"/>
            <p:cNvSpPr/>
            <p:nvPr/>
          </p:nvSpPr>
          <p:spPr>
            <a:xfrm>
              <a:off x="3193073" y="483860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AD1B0">
                <a:alpha val="100000"/>
              </a:srgbClr>
            </a:solidFill>
            <a:ln w="5420" cap="flat">
              <a:solidFill>
                <a:srgbClr val="6AD1B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58" name="pg2958"/>
            <p:cNvSpPr/>
            <p:nvPr/>
          </p:nvSpPr>
          <p:spPr>
            <a:xfrm>
              <a:off x="3204710" y="483860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CD1B0">
                <a:alpha val="100000"/>
              </a:srgbClr>
            </a:solidFill>
            <a:ln w="5420" cap="flat">
              <a:solidFill>
                <a:srgbClr val="6CD1B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59" name="pg2959"/>
            <p:cNvSpPr/>
            <p:nvPr/>
          </p:nvSpPr>
          <p:spPr>
            <a:xfrm>
              <a:off x="3414182" y="483860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3A6AA">
                <a:alpha val="100000"/>
              </a:srgbClr>
            </a:solidFill>
            <a:ln w="5420" cap="flat">
              <a:solidFill>
                <a:srgbClr val="43A6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60" name="pg2960"/>
            <p:cNvSpPr/>
            <p:nvPr/>
          </p:nvSpPr>
          <p:spPr>
            <a:xfrm>
              <a:off x="3425819" y="483860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EA1AA">
                <a:alpha val="100000"/>
              </a:srgbClr>
            </a:solidFill>
            <a:ln w="5420" cap="flat">
              <a:solidFill>
                <a:srgbClr val="3EA1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61" name="pg2961"/>
            <p:cNvSpPr/>
            <p:nvPr/>
          </p:nvSpPr>
          <p:spPr>
            <a:xfrm>
              <a:off x="3495643" y="483860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8EA7">
                <a:alpha val="100000"/>
              </a:srgbClr>
            </a:solidFill>
            <a:ln w="5420" cap="flat">
              <a:solidFill>
                <a:srgbClr val="378E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62" name="pg2962"/>
            <p:cNvSpPr/>
            <p:nvPr/>
          </p:nvSpPr>
          <p:spPr>
            <a:xfrm>
              <a:off x="3507281" y="483860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593A8">
                <a:alpha val="100000"/>
              </a:srgbClr>
            </a:solidFill>
            <a:ln w="5420" cap="flat">
              <a:solidFill>
                <a:srgbClr val="3593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63" name="pg2963"/>
            <p:cNvSpPr/>
            <p:nvPr/>
          </p:nvSpPr>
          <p:spPr>
            <a:xfrm>
              <a:off x="3518918" y="483860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99A9">
                <a:alpha val="100000"/>
              </a:srgbClr>
            </a:solidFill>
            <a:ln w="5420" cap="flat">
              <a:solidFill>
                <a:srgbClr val="3799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64" name="pg2964"/>
            <p:cNvSpPr/>
            <p:nvPr/>
          </p:nvSpPr>
          <p:spPr>
            <a:xfrm>
              <a:off x="3530555" y="483860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DA0AA">
                <a:alpha val="100000"/>
              </a:srgbClr>
            </a:solidFill>
            <a:ln w="5420" cap="flat">
              <a:solidFill>
                <a:srgbClr val="3DA0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65" name="pg2965"/>
            <p:cNvSpPr/>
            <p:nvPr/>
          </p:nvSpPr>
          <p:spPr>
            <a:xfrm>
              <a:off x="3542193" y="483860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1A4AA">
                <a:alpha val="100000"/>
              </a:srgbClr>
            </a:solidFill>
            <a:ln w="5420" cap="flat">
              <a:solidFill>
                <a:srgbClr val="41A4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66" name="pg2966"/>
            <p:cNvSpPr/>
            <p:nvPr/>
          </p:nvSpPr>
          <p:spPr>
            <a:xfrm>
              <a:off x="3553830" y="483860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4A7AA">
                <a:alpha val="100000"/>
              </a:srgbClr>
            </a:solidFill>
            <a:ln w="5420" cap="flat">
              <a:solidFill>
                <a:srgbClr val="44A7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67" name="pg2967"/>
            <p:cNvSpPr/>
            <p:nvPr/>
          </p:nvSpPr>
          <p:spPr>
            <a:xfrm>
              <a:off x="3565467" y="483860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5A8AA">
                <a:alpha val="100000"/>
              </a:srgbClr>
            </a:solidFill>
            <a:ln w="5420" cap="flat">
              <a:solidFill>
                <a:srgbClr val="45A8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68" name="pg2968"/>
            <p:cNvSpPr/>
            <p:nvPr/>
          </p:nvSpPr>
          <p:spPr>
            <a:xfrm>
              <a:off x="3577105" y="483860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5A8AA">
                <a:alpha val="100000"/>
              </a:srgbClr>
            </a:solidFill>
            <a:ln w="5420" cap="flat">
              <a:solidFill>
                <a:srgbClr val="45A8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69" name="pg2969"/>
            <p:cNvSpPr/>
            <p:nvPr/>
          </p:nvSpPr>
          <p:spPr>
            <a:xfrm>
              <a:off x="3588742" y="483860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5A8AA">
                <a:alpha val="100000"/>
              </a:srgbClr>
            </a:solidFill>
            <a:ln w="5420" cap="flat">
              <a:solidFill>
                <a:srgbClr val="45A8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70" name="pg2970"/>
            <p:cNvSpPr/>
            <p:nvPr/>
          </p:nvSpPr>
          <p:spPr>
            <a:xfrm>
              <a:off x="3600379" y="483860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5A9AA">
                <a:alpha val="100000"/>
              </a:srgbClr>
            </a:solidFill>
            <a:ln w="5420" cap="flat">
              <a:solidFill>
                <a:srgbClr val="45A9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71" name="pg2971"/>
            <p:cNvSpPr/>
            <p:nvPr/>
          </p:nvSpPr>
          <p:spPr>
            <a:xfrm>
              <a:off x="3612016" y="483860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5A9AA">
                <a:alpha val="100000"/>
              </a:srgbClr>
            </a:solidFill>
            <a:ln w="5420" cap="flat">
              <a:solidFill>
                <a:srgbClr val="45A9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72" name="pg2972"/>
            <p:cNvSpPr/>
            <p:nvPr/>
          </p:nvSpPr>
          <p:spPr>
            <a:xfrm>
              <a:off x="3623654" y="483860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5A9AA">
                <a:alpha val="100000"/>
              </a:srgbClr>
            </a:solidFill>
            <a:ln w="5420" cap="flat">
              <a:solidFill>
                <a:srgbClr val="45A9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73" name="pg2973"/>
            <p:cNvSpPr/>
            <p:nvPr/>
          </p:nvSpPr>
          <p:spPr>
            <a:xfrm>
              <a:off x="3635291" y="483860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5A8AA">
                <a:alpha val="100000"/>
              </a:srgbClr>
            </a:solidFill>
            <a:ln w="5420" cap="flat">
              <a:solidFill>
                <a:srgbClr val="45A8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74" name="pg2974"/>
            <p:cNvSpPr/>
            <p:nvPr/>
          </p:nvSpPr>
          <p:spPr>
            <a:xfrm>
              <a:off x="3646928" y="483860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4A8AA">
                <a:alpha val="100000"/>
              </a:srgbClr>
            </a:solidFill>
            <a:ln w="5420" cap="flat">
              <a:solidFill>
                <a:srgbClr val="44A8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75" name="pg2975"/>
            <p:cNvSpPr/>
            <p:nvPr/>
          </p:nvSpPr>
          <p:spPr>
            <a:xfrm>
              <a:off x="3658566" y="483860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4A7AA">
                <a:alpha val="100000"/>
              </a:srgbClr>
            </a:solidFill>
            <a:ln w="5420" cap="flat">
              <a:solidFill>
                <a:srgbClr val="44A7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76" name="pg2976"/>
            <p:cNvSpPr/>
            <p:nvPr/>
          </p:nvSpPr>
          <p:spPr>
            <a:xfrm>
              <a:off x="3670203" y="483860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4A7AA">
                <a:alpha val="100000"/>
              </a:srgbClr>
            </a:solidFill>
            <a:ln w="5420" cap="flat">
              <a:solidFill>
                <a:srgbClr val="44A7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77" name="pg2977"/>
            <p:cNvSpPr/>
            <p:nvPr/>
          </p:nvSpPr>
          <p:spPr>
            <a:xfrm>
              <a:off x="3681840" y="483860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5A9AA">
                <a:alpha val="100000"/>
              </a:srgbClr>
            </a:solidFill>
            <a:ln w="5420" cap="flat">
              <a:solidFill>
                <a:srgbClr val="45A9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78" name="pg2978"/>
            <p:cNvSpPr/>
            <p:nvPr/>
          </p:nvSpPr>
          <p:spPr>
            <a:xfrm>
              <a:off x="3693478" y="483860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AAEAB">
                <a:alpha val="100000"/>
              </a:srgbClr>
            </a:solidFill>
            <a:ln w="5420" cap="flat">
              <a:solidFill>
                <a:srgbClr val="4AAE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79" name="pg2979"/>
            <p:cNvSpPr/>
            <p:nvPr/>
          </p:nvSpPr>
          <p:spPr>
            <a:xfrm>
              <a:off x="3705115" y="483860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CB1AB">
                <a:alpha val="100000"/>
              </a:srgbClr>
            </a:solidFill>
            <a:ln w="5420" cap="flat">
              <a:solidFill>
                <a:srgbClr val="4CB1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80" name="pg2980"/>
            <p:cNvSpPr/>
            <p:nvPr/>
          </p:nvSpPr>
          <p:spPr>
            <a:xfrm>
              <a:off x="3716752" y="483860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DB3AB">
                <a:alpha val="100000"/>
              </a:srgbClr>
            </a:solidFill>
            <a:ln w="5420" cap="flat">
              <a:solidFill>
                <a:srgbClr val="4DB3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81" name="pg2981"/>
            <p:cNvSpPr/>
            <p:nvPr/>
          </p:nvSpPr>
          <p:spPr>
            <a:xfrm>
              <a:off x="3728390" y="483860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EB4AB">
                <a:alpha val="100000"/>
              </a:srgbClr>
            </a:solidFill>
            <a:ln w="5420" cap="flat">
              <a:solidFill>
                <a:srgbClr val="4EB4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82" name="pg2982"/>
            <p:cNvSpPr/>
            <p:nvPr/>
          </p:nvSpPr>
          <p:spPr>
            <a:xfrm>
              <a:off x="3740027" y="483860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FB5AB">
                <a:alpha val="100000"/>
              </a:srgbClr>
            </a:solidFill>
            <a:ln w="5420" cap="flat">
              <a:solidFill>
                <a:srgbClr val="4FB5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83" name="pg2983"/>
            <p:cNvSpPr/>
            <p:nvPr/>
          </p:nvSpPr>
          <p:spPr>
            <a:xfrm>
              <a:off x="3751664" y="483860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FB5AB">
                <a:alpha val="100000"/>
              </a:srgbClr>
            </a:solidFill>
            <a:ln w="5420" cap="flat">
              <a:solidFill>
                <a:srgbClr val="4FB5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84" name="pg2984"/>
            <p:cNvSpPr/>
            <p:nvPr/>
          </p:nvSpPr>
          <p:spPr>
            <a:xfrm>
              <a:off x="3763302" y="483860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0B6AB">
                <a:alpha val="100000"/>
              </a:srgbClr>
            </a:solidFill>
            <a:ln w="5420" cap="flat">
              <a:solidFill>
                <a:srgbClr val="50B6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85" name="pg2985"/>
            <p:cNvSpPr/>
            <p:nvPr/>
          </p:nvSpPr>
          <p:spPr>
            <a:xfrm>
              <a:off x="3774939" y="483860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1B8AB">
                <a:alpha val="100000"/>
              </a:srgbClr>
            </a:solidFill>
            <a:ln w="5420" cap="flat">
              <a:solidFill>
                <a:srgbClr val="51B8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86" name="pg2986"/>
            <p:cNvSpPr/>
            <p:nvPr/>
          </p:nvSpPr>
          <p:spPr>
            <a:xfrm>
              <a:off x="3786576" y="483860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2B9AB">
                <a:alpha val="100000"/>
              </a:srgbClr>
            </a:solidFill>
            <a:ln w="5420" cap="flat">
              <a:solidFill>
                <a:srgbClr val="52B9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87" name="pg2987"/>
            <p:cNvSpPr/>
            <p:nvPr/>
          </p:nvSpPr>
          <p:spPr>
            <a:xfrm>
              <a:off x="4356806" y="483860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5BEAB">
                <a:alpha val="100000"/>
              </a:srgbClr>
            </a:solidFill>
            <a:ln w="5420" cap="flat">
              <a:solidFill>
                <a:srgbClr val="55BE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88" name="pg2988"/>
            <p:cNvSpPr/>
            <p:nvPr/>
          </p:nvSpPr>
          <p:spPr>
            <a:xfrm>
              <a:off x="4368443" y="483860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3BBAB">
                <a:alpha val="100000"/>
              </a:srgbClr>
            </a:solidFill>
            <a:ln w="5420" cap="flat">
              <a:solidFill>
                <a:srgbClr val="53BB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89" name="pg2989"/>
            <p:cNvSpPr/>
            <p:nvPr/>
          </p:nvSpPr>
          <p:spPr>
            <a:xfrm>
              <a:off x="4380080" y="483860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1B8AB">
                <a:alpha val="100000"/>
              </a:srgbClr>
            </a:solidFill>
            <a:ln w="5420" cap="flat">
              <a:solidFill>
                <a:srgbClr val="51B8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90" name="pg2990"/>
            <p:cNvSpPr/>
            <p:nvPr/>
          </p:nvSpPr>
          <p:spPr>
            <a:xfrm>
              <a:off x="4391718" y="483860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0B6AB">
                <a:alpha val="100000"/>
              </a:srgbClr>
            </a:solidFill>
            <a:ln w="5420" cap="flat">
              <a:solidFill>
                <a:srgbClr val="50B6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91" name="pg2991"/>
            <p:cNvSpPr/>
            <p:nvPr/>
          </p:nvSpPr>
          <p:spPr>
            <a:xfrm>
              <a:off x="4403355" y="483860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CB1AB">
                <a:alpha val="100000"/>
              </a:srgbClr>
            </a:solidFill>
            <a:ln w="5420" cap="flat">
              <a:solidFill>
                <a:srgbClr val="4CB1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92" name="pg2992"/>
            <p:cNvSpPr/>
            <p:nvPr/>
          </p:nvSpPr>
          <p:spPr>
            <a:xfrm>
              <a:off x="4414992" y="483860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AAEAB">
                <a:alpha val="100000"/>
              </a:srgbClr>
            </a:solidFill>
            <a:ln w="5420" cap="flat">
              <a:solidFill>
                <a:srgbClr val="4AAE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93" name="pg2993"/>
            <p:cNvSpPr/>
            <p:nvPr/>
          </p:nvSpPr>
          <p:spPr>
            <a:xfrm>
              <a:off x="4426630" y="483860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8ACAA">
                <a:alpha val="100000"/>
              </a:srgbClr>
            </a:solidFill>
            <a:ln w="5420" cap="flat">
              <a:solidFill>
                <a:srgbClr val="48AC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94" name="pg2994"/>
            <p:cNvSpPr/>
            <p:nvPr/>
          </p:nvSpPr>
          <p:spPr>
            <a:xfrm>
              <a:off x="4589552" y="483860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9BA9">
                <a:alpha val="100000"/>
              </a:srgbClr>
            </a:solidFill>
            <a:ln w="5420" cap="flat">
              <a:solidFill>
                <a:srgbClr val="399B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95" name="pg2995"/>
            <p:cNvSpPr/>
            <p:nvPr/>
          </p:nvSpPr>
          <p:spPr>
            <a:xfrm>
              <a:off x="4601190" y="483860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9BA9">
                <a:alpha val="100000"/>
              </a:srgbClr>
            </a:solidFill>
            <a:ln w="5420" cap="flat">
              <a:solidFill>
                <a:srgbClr val="399B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96" name="pg2996"/>
            <p:cNvSpPr/>
            <p:nvPr/>
          </p:nvSpPr>
          <p:spPr>
            <a:xfrm>
              <a:off x="4612827" y="483860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89BA9">
                <a:alpha val="100000"/>
              </a:srgbClr>
            </a:solidFill>
            <a:ln w="5420" cap="flat">
              <a:solidFill>
                <a:srgbClr val="389B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97" name="pg2997"/>
            <p:cNvSpPr/>
            <p:nvPr/>
          </p:nvSpPr>
          <p:spPr>
            <a:xfrm>
              <a:off x="4624464" y="483860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89BA9">
                <a:alpha val="100000"/>
              </a:srgbClr>
            </a:solidFill>
            <a:ln w="5420" cap="flat">
              <a:solidFill>
                <a:srgbClr val="389B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98" name="pg2998"/>
            <p:cNvSpPr/>
            <p:nvPr/>
          </p:nvSpPr>
          <p:spPr>
            <a:xfrm>
              <a:off x="4636101" y="483860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89BA9">
                <a:alpha val="100000"/>
              </a:srgbClr>
            </a:solidFill>
            <a:ln w="5420" cap="flat">
              <a:solidFill>
                <a:srgbClr val="389B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99" name="pg2999"/>
            <p:cNvSpPr/>
            <p:nvPr/>
          </p:nvSpPr>
          <p:spPr>
            <a:xfrm>
              <a:off x="3099974" y="485290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BD1B0">
                <a:alpha val="100000"/>
              </a:srgbClr>
            </a:solidFill>
            <a:ln w="5420" cap="flat">
              <a:solidFill>
                <a:srgbClr val="6BD1B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00" name="pg3000"/>
            <p:cNvSpPr/>
            <p:nvPr/>
          </p:nvSpPr>
          <p:spPr>
            <a:xfrm>
              <a:off x="3111611" y="485290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8D0AF">
                <a:alpha val="100000"/>
              </a:srgbClr>
            </a:solidFill>
            <a:ln w="5420" cap="flat">
              <a:solidFill>
                <a:srgbClr val="68D0A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01" name="pg3001"/>
            <p:cNvSpPr/>
            <p:nvPr/>
          </p:nvSpPr>
          <p:spPr>
            <a:xfrm>
              <a:off x="3123249" y="485290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7D0AE">
                <a:alpha val="100000"/>
              </a:srgbClr>
            </a:solidFill>
            <a:ln w="5420" cap="flat">
              <a:solidFill>
                <a:srgbClr val="67D0A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02" name="pg3002"/>
            <p:cNvSpPr/>
            <p:nvPr/>
          </p:nvSpPr>
          <p:spPr>
            <a:xfrm>
              <a:off x="3134886" y="485290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6D0AE">
                <a:alpha val="100000"/>
              </a:srgbClr>
            </a:solidFill>
            <a:ln w="5420" cap="flat">
              <a:solidFill>
                <a:srgbClr val="66D0A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03" name="pg3003"/>
            <p:cNvSpPr/>
            <p:nvPr/>
          </p:nvSpPr>
          <p:spPr>
            <a:xfrm>
              <a:off x="3146523" y="485290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6CFAE">
                <a:alpha val="100000"/>
              </a:srgbClr>
            </a:solidFill>
            <a:ln w="5420" cap="flat">
              <a:solidFill>
                <a:srgbClr val="66CFA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04" name="pg3004"/>
            <p:cNvSpPr/>
            <p:nvPr/>
          </p:nvSpPr>
          <p:spPr>
            <a:xfrm>
              <a:off x="3158161" y="485290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5CFAE">
                <a:alpha val="100000"/>
              </a:srgbClr>
            </a:solidFill>
            <a:ln w="5420" cap="flat">
              <a:solidFill>
                <a:srgbClr val="65CFA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05" name="pg3005"/>
            <p:cNvSpPr/>
            <p:nvPr/>
          </p:nvSpPr>
          <p:spPr>
            <a:xfrm>
              <a:off x="3169798" y="485290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6D0AE">
                <a:alpha val="100000"/>
              </a:srgbClr>
            </a:solidFill>
            <a:ln w="5420" cap="flat">
              <a:solidFill>
                <a:srgbClr val="66D0A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06" name="pg3006"/>
            <p:cNvSpPr/>
            <p:nvPr/>
          </p:nvSpPr>
          <p:spPr>
            <a:xfrm>
              <a:off x="3181435" y="485290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7D0AE">
                <a:alpha val="100000"/>
              </a:srgbClr>
            </a:solidFill>
            <a:ln w="5420" cap="flat">
              <a:solidFill>
                <a:srgbClr val="67D0A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07" name="pg3007"/>
            <p:cNvSpPr/>
            <p:nvPr/>
          </p:nvSpPr>
          <p:spPr>
            <a:xfrm>
              <a:off x="3507281" y="485290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497A9">
                <a:alpha val="100000"/>
              </a:srgbClr>
            </a:solidFill>
            <a:ln w="5420" cap="flat">
              <a:solidFill>
                <a:srgbClr val="3497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08" name="pg3008"/>
            <p:cNvSpPr/>
            <p:nvPr/>
          </p:nvSpPr>
          <p:spPr>
            <a:xfrm>
              <a:off x="3518918" y="485290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9CA9">
                <a:alpha val="100000"/>
              </a:srgbClr>
            </a:solidFill>
            <a:ln w="5420" cap="flat">
              <a:solidFill>
                <a:srgbClr val="399C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09" name="pg3009"/>
            <p:cNvSpPr/>
            <p:nvPr/>
          </p:nvSpPr>
          <p:spPr>
            <a:xfrm>
              <a:off x="3530555" y="485290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EA1AA">
                <a:alpha val="100000"/>
              </a:srgbClr>
            </a:solidFill>
            <a:ln w="5420" cap="flat">
              <a:solidFill>
                <a:srgbClr val="3EA1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10" name="pg3010"/>
            <p:cNvSpPr/>
            <p:nvPr/>
          </p:nvSpPr>
          <p:spPr>
            <a:xfrm>
              <a:off x="3542193" y="485290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2A5AA">
                <a:alpha val="100000"/>
              </a:srgbClr>
            </a:solidFill>
            <a:ln w="5420" cap="flat">
              <a:solidFill>
                <a:srgbClr val="42A5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11" name="pg3011"/>
            <p:cNvSpPr/>
            <p:nvPr/>
          </p:nvSpPr>
          <p:spPr>
            <a:xfrm>
              <a:off x="3553830" y="485290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4A7AA">
                <a:alpha val="100000"/>
              </a:srgbClr>
            </a:solidFill>
            <a:ln w="5420" cap="flat">
              <a:solidFill>
                <a:srgbClr val="44A7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12" name="pg3012"/>
            <p:cNvSpPr/>
            <p:nvPr/>
          </p:nvSpPr>
          <p:spPr>
            <a:xfrm>
              <a:off x="3565467" y="485290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5A8AA">
                <a:alpha val="100000"/>
              </a:srgbClr>
            </a:solidFill>
            <a:ln w="5420" cap="flat">
              <a:solidFill>
                <a:srgbClr val="45A8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13" name="pg3013"/>
            <p:cNvSpPr/>
            <p:nvPr/>
          </p:nvSpPr>
          <p:spPr>
            <a:xfrm>
              <a:off x="3577105" y="485290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5A8AA">
                <a:alpha val="100000"/>
              </a:srgbClr>
            </a:solidFill>
            <a:ln w="5420" cap="flat">
              <a:solidFill>
                <a:srgbClr val="45A8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14" name="pg3014"/>
            <p:cNvSpPr/>
            <p:nvPr/>
          </p:nvSpPr>
          <p:spPr>
            <a:xfrm>
              <a:off x="3588742" y="485290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5A8AA">
                <a:alpha val="100000"/>
              </a:srgbClr>
            </a:solidFill>
            <a:ln w="5420" cap="flat">
              <a:solidFill>
                <a:srgbClr val="45A8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15" name="pg3015"/>
            <p:cNvSpPr/>
            <p:nvPr/>
          </p:nvSpPr>
          <p:spPr>
            <a:xfrm>
              <a:off x="3600379" y="485290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5A9AA">
                <a:alpha val="100000"/>
              </a:srgbClr>
            </a:solidFill>
            <a:ln w="5420" cap="flat">
              <a:solidFill>
                <a:srgbClr val="45A9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16" name="pg3016"/>
            <p:cNvSpPr/>
            <p:nvPr/>
          </p:nvSpPr>
          <p:spPr>
            <a:xfrm>
              <a:off x="3612016" y="485290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5A9AA">
                <a:alpha val="100000"/>
              </a:srgbClr>
            </a:solidFill>
            <a:ln w="5420" cap="flat">
              <a:solidFill>
                <a:srgbClr val="45A9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17" name="pg3017"/>
            <p:cNvSpPr/>
            <p:nvPr/>
          </p:nvSpPr>
          <p:spPr>
            <a:xfrm>
              <a:off x="3623654" y="485290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5A9AA">
                <a:alpha val="100000"/>
              </a:srgbClr>
            </a:solidFill>
            <a:ln w="5420" cap="flat">
              <a:solidFill>
                <a:srgbClr val="45A9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18" name="pg3018"/>
            <p:cNvSpPr/>
            <p:nvPr/>
          </p:nvSpPr>
          <p:spPr>
            <a:xfrm>
              <a:off x="3635291" y="485290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5A9AA">
                <a:alpha val="100000"/>
              </a:srgbClr>
            </a:solidFill>
            <a:ln w="5420" cap="flat">
              <a:solidFill>
                <a:srgbClr val="45A9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19" name="pg3019"/>
            <p:cNvSpPr/>
            <p:nvPr/>
          </p:nvSpPr>
          <p:spPr>
            <a:xfrm>
              <a:off x="3646928" y="485290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5A9AA">
                <a:alpha val="100000"/>
              </a:srgbClr>
            </a:solidFill>
            <a:ln w="5420" cap="flat">
              <a:solidFill>
                <a:srgbClr val="45A9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20" name="pg3020"/>
            <p:cNvSpPr/>
            <p:nvPr/>
          </p:nvSpPr>
          <p:spPr>
            <a:xfrm>
              <a:off x="3658566" y="485290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5A8AA">
                <a:alpha val="100000"/>
              </a:srgbClr>
            </a:solidFill>
            <a:ln w="5420" cap="flat">
              <a:solidFill>
                <a:srgbClr val="45A8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21" name="pg3021"/>
            <p:cNvSpPr/>
            <p:nvPr/>
          </p:nvSpPr>
          <p:spPr>
            <a:xfrm>
              <a:off x="3670203" y="485290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5A9AA">
                <a:alpha val="100000"/>
              </a:srgbClr>
            </a:solidFill>
            <a:ln w="5420" cap="flat">
              <a:solidFill>
                <a:srgbClr val="45A9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22" name="pg3022"/>
            <p:cNvSpPr/>
            <p:nvPr/>
          </p:nvSpPr>
          <p:spPr>
            <a:xfrm>
              <a:off x="3681840" y="485290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6AAAA">
                <a:alpha val="100000"/>
              </a:srgbClr>
            </a:solidFill>
            <a:ln w="5420" cap="flat">
              <a:solidFill>
                <a:srgbClr val="46AA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23" name="pg3023"/>
            <p:cNvSpPr/>
            <p:nvPr/>
          </p:nvSpPr>
          <p:spPr>
            <a:xfrm>
              <a:off x="3693478" y="485290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AAEAB">
                <a:alpha val="100000"/>
              </a:srgbClr>
            </a:solidFill>
            <a:ln w="5420" cap="flat">
              <a:solidFill>
                <a:srgbClr val="4AAE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24" name="pg3024"/>
            <p:cNvSpPr/>
            <p:nvPr/>
          </p:nvSpPr>
          <p:spPr>
            <a:xfrm>
              <a:off x="3705115" y="485290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BB0AB">
                <a:alpha val="100000"/>
              </a:srgbClr>
            </a:solidFill>
            <a:ln w="5420" cap="flat">
              <a:solidFill>
                <a:srgbClr val="4BB0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25" name="pg3025"/>
            <p:cNvSpPr/>
            <p:nvPr/>
          </p:nvSpPr>
          <p:spPr>
            <a:xfrm>
              <a:off x="3716752" y="485290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CB2AB">
                <a:alpha val="100000"/>
              </a:srgbClr>
            </a:solidFill>
            <a:ln w="5420" cap="flat">
              <a:solidFill>
                <a:srgbClr val="4CB2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26" name="pg3026"/>
            <p:cNvSpPr/>
            <p:nvPr/>
          </p:nvSpPr>
          <p:spPr>
            <a:xfrm>
              <a:off x="3728390" y="485290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DB3AB">
                <a:alpha val="100000"/>
              </a:srgbClr>
            </a:solidFill>
            <a:ln w="5420" cap="flat">
              <a:solidFill>
                <a:srgbClr val="4DB3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27" name="pg3027"/>
            <p:cNvSpPr/>
            <p:nvPr/>
          </p:nvSpPr>
          <p:spPr>
            <a:xfrm>
              <a:off x="3740027" y="485290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EB4AB">
                <a:alpha val="100000"/>
              </a:srgbClr>
            </a:solidFill>
            <a:ln w="5420" cap="flat">
              <a:solidFill>
                <a:srgbClr val="4EB4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28" name="pg3028"/>
            <p:cNvSpPr/>
            <p:nvPr/>
          </p:nvSpPr>
          <p:spPr>
            <a:xfrm>
              <a:off x="3751664" y="485290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FB5AB">
                <a:alpha val="100000"/>
              </a:srgbClr>
            </a:solidFill>
            <a:ln w="5420" cap="flat">
              <a:solidFill>
                <a:srgbClr val="4FB5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29" name="pg3029"/>
            <p:cNvSpPr/>
            <p:nvPr/>
          </p:nvSpPr>
          <p:spPr>
            <a:xfrm>
              <a:off x="3763302" y="485290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0B6AB">
                <a:alpha val="100000"/>
              </a:srgbClr>
            </a:solidFill>
            <a:ln w="5420" cap="flat">
              <a:solidFill>
                <a:srgbClr val="50B6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30" name="pg3030"/>
            <p:cNvSpPr/>
            <p:nvPr/>
          </p:nvSpPr>
          <p:spPr>
            <a:xfrm>
              <a:off x="3774939" y="485290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0B7AB">
                <a:alpha val="100000"/>
              </a:srgbClr>
            </a:solidFill>
            <a:ln w="5420" cap="flat">
              <a:solidFill>
                <a:srgbClr val="50B7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31" name="pg3031"/>
            <p:cNvSpPr/>
            <p:nvPr/>
          </p:nvSpPr>
          <p:spPr>
            <a:xfrm>
              <a:off x="3786576" y="485290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1B8AB">
                <a:alpha val="100000"/>
              </a:srgbClr>
            </a:solidFill>
            <a:ln w="5420" cap="flat">
              <a:solidFill>
                <a:srgbClr val="51B8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32" name="pg3032"/>
            <p:cNvSpPr/>
            <p:nvPr/>
          </p:nvSpPr>
          <p:spPr>
            <a:xfrm>
              <a:off x="4368443" y="485290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3BBAB">
                <a:alpha val="100000"/>
              </a:srgbClr>
            </a:solidFill>
            <a:ln w="5420" cap="flat">
              <a:solidFill>
                <a:srgbClr val="53BB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33" name="pg3033"/>
            <p:cNvSpPr/>
            <p:nvPr/>
          </p:nvSpPr>
          <p:spPr>
            <a:xfrm>
              <a:off x="4380080" y="485290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2B8AB">
                <a:alpha val="100000"/>
              </a:srgbClr>
            </a:solidFill>
            <a:ln w="5420" cap="flat">
              <a:solidFill>
                <a:srgbClr val="52B8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34" name="pg3034"/>
            <p:cNvSpPr/>
            <p:nvPr/>
          </p:nvSpPr>
          <p:spPr>
            <a:xfrm>
              <a:off x="4391718" y="485290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0B6AB">
                <a:alpha val="100000"/>
              </a:srgbClr>
            </a:solidFill>
            <a:ln w="5420" cap="flat">
              <a:solidFill>
                <a:srgbClr val="50B6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35" name="pg3035"/>
            <p:cNvSpPr/>
            <p:nvPr/>
          </p:nvSpPr>
          <p:spPr>
            <a:xfrm>
              <a:off x="4403355" y="485290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CB1AB">
                <a:alpha val="100000"/>
              </a:srgbClr>
            </a:solidFill>
            <a:ln w="5420" cap="flat">
              <a:solidFill>
                <a:srgbClr val="4CB1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36" name="pg3036"/>
            <p:cNvSpPr/>
            <p:nvPr/>
          </p:nvSpPr>
          <p:spPr>
            <a:xfrm>
              <a:off x="4414992" y="485290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AAFAB">
                <a:alpha val="100000"/>
              </a:srgbClr>
            </a:solidFill>
            <a:ln w="5420" cap="flat">
              <a:solidFill>
                <a:srgbClr val="4AAF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37" name="pg3037"/>
            <p:cNvSpPr/>
            <p:nvPr/>
          </p:nvSpPr>
          <p:spPr>
            <a:xfrm>
              <a:off x="4426630" y="485290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9ADAB">
                <a:alpha val="100000"/>
              </a:srgbClr>
            </a:solidFill>
            <a:ln w="5420" cap="flat">
              <a:solidFill>
                <a:srgbClr val="49AD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38" name="pg3038"/>
            <p:cNvSpPr/>
            <p:nvPr/>
          </p:nvSpPr>
          <p:spPr>
            <a:xfrm>
              <a:off x="4438267" y="485290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7ABAA">
                <a:alpha val="100000"/>
              </a:srgbClr>
            </a:solidFill>
            <a:ln w="5420" cap="flat">
              <a:solidFill>
                <a:srgbClr val="47AB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39" name="pg3039"/>
            <p:cNvSpPr/>
            <p:nvPr/>
          </p:nvSpPr>
          <p:spPr>
            <a:xfrm>
              <a:off x="4589552" y="485290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9CA9">
                <a:alpha val="100000"/>
              </a:srgbClr>
            </a:solidFill>
            <a:ln w="5420" cap="flat">
              <a:solidFill>
                <a:srgbClr val="3A9C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40" name="pg3040"/>
            <p:cNvSpPr/>
            <p:nvPr/>
          </p:nvSpPr>
          <p:spPr>
            <a:xfrm>
              <a:off x="4601190" y="485290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9CA9">
                <a:alpha val="100000"/>
              </a:srgbClr>
            </a:solidFill>
            <a:ln w="5420" cap="flat">
              <a:solidFill>
                <a:srgbClr val="399C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41" name="pg3041"/>
            <p:cNvSpPr/>
            <p:nvPr/>
          </p:nvSpPr>
          <p:spPr>
            <a:xfrm>
              <a:off x="4612827" y="485290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9CA9">
                <a:alpha val="100000"/>
              </a:srgbClr>
            </a:solidFill>
            <a:ln w="5420" cap="flat">
              <a:solidFill>
                <a:srgbClr val="399C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42" name="pg3042"/>
            <p:cNvSpPr/>
            <p:nvPr/>
          </p:nvSpPr>
          <p:spPr>
            <a:xfrm>
              <a:off x="4624464" y="485290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9CA9">
                <a:alpha val="100000"/>
              </a:srgbClr>
            </a:solidFill>
            <a:ln w="5420" cap="flat">
              <a:solidFill>
                <a:srgbClr val="399C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43" name="pg3043"/>
            <p:cNvSpPr/>
            <p:nvPr/>
          </p:nvSpPr>
          <p:spPr>
            <a:xfrm>
              <a:off x="4636101" y="485290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9BA9">
                <a:alpha val="100000"/>
              </a:srgbClr>
            </a:solidFill>
            <a:ln w="5420" cap="flat">
              <a:solidFill>
                <a:srgbClr val="399B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44" name="pg3044"/>
            <p:cNvSpPr/>
            <p:nvPr/>
          </p:nvSpPr>
          <p:spPr>
            <a:xfrm>
              <a:off x="3088337" y="486720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FD2B2">
                <a:alpha val="100000"/>
              </a:srgbClr>
            </a:solidFill>
            <a:ln w="5420" cap="flat">
              <a:solidFill>
                <a:srgbClr val="6FD2B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45" name="pg3045"/>
            <p:cNvSpPr/>
            <p:nvPr/>
          </p:nvSpPr>
          <p:spPr>
            <a:xfrm>
              <a:off x="3099974" y="486720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DD1B1">
                <a:alpha val="100000"/>
              </a:srgbClr>
            </a:solidFill>
            <a:ln w="5420" cap="flat">
              <a:solidFill>
                <a:srgbClr val="6DD1B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46" name="pg3046"/>
            <p:cNvSpPr/>
            <p:nvPr/>
          </p:nvSpPr>
          <p:spPr>
            <a:xfrm>
              <a:off x="3111611" y="486720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9D0AF">
                <a:alpha val="100000"/>
              </a:srgbClr>
            </a:solidFill>
            <a:ln w="5420" cap="flat">
              <a:solidFill>
                <a:srgbClr val="69D0A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47" name="pg3047"/>
            <p:cNvSpPr/>
            <p:nvPr/>
          </p:nvSpPr>
          <p:spPr>
            <a:xfrm>
              <a:off x="3123249" y="486720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7D0AF">
                <a:alpha val="100000"/>
              </a:srgbClr>
            </a:solidFill>
            <a:ln w="5420" cap="flat">
              <a:solidFill>
                <a:srgbClr val="67D0A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48" name="pg3048"/>
            <p:cNvSpPr/>
            <p:nvPr/>
          </p:nvSpPr>
          <p:spPr>
            <a:xfrm>
              <a:off x="3134886" y="486720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6D0AE">
                <a:alpha val="100000"/>
              </a:srgbClr>
            </a:solidFill>
            <a:ln w="5420" cap="flat">
              <a:solidFill>
                <a:srgbClr val="66D0A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49" name="pg3049"/>
            <p:cNvSpPr/>
            <p:nvPr/>
          </p:nvSpPr>
          <p:spPr>
            <a:xfrm>
              <a:off x="3146523" y="486720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5CFAE">
                <a:alpha val="100000"/>
              </a:srgbClr>
            </a:solidFill>
            <a:ln w="5420" cap="flat">
              <a:solidFill>
                <a:srgbClr val="65CFA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50" name="pg3050"/>
            <p:cNvSpPr/>
            <p:nvPr/>
          </p:nvSpPr>
          <p:spPr>
            <a:xfrm>
              <a:off x="3518918" y="486720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9EAA">
                <a:alpha val="100000"/>
              </a:srgbClr>
            </a:solidFill>
            <a:ln w="5420" cap="flat">
              <a:solidFill>
                <a:srgbClr val="3C9E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51" name="pg3051"/>
            <p:cNvSpPr/>
            <p:nvPr/>
          </p:nvSpPr>
          <p:spPr>
            <a:xfrm>
              <a:off x="3530555" y="486720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FA2AA">
                <a:alpha val="100000"/>
              </a:srgbClr>
            </a:solidFill>
            <a:ln w="5420" cap="flat">
              <a:solidFill>
                <a:srgbClr val="3FA2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52" name="pg3052"/>
            <p:cNvSpPr/>
            <p:nvPr/>
          </p:nvSpPr>
          <p:spPr>
            <a:xfrm>
              <a:off x="3542193" y="486720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2A5AA">
                <a:alpha val="100000"/>
              </a:srgbClr>
            </a:solidFill>
            <a:ln w="5420" cap="flat">
              <a:solidFill>
                <a:srgbClr val="42A5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53" name="pg3053"/>
            <p:cNvSpPr/>
            <p:nvPr/>
          </p:nvSpPr>
          <p:spPr>
            <a:xfrm>
              <a:off x="3553830" y="486720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4A7AA">
                <a:alpha val="100000"/>
              </a:srgbClr>
            </a:solidFill>
            <a:ln w="5420" cap="flat">
              <a:solidFill>
                <a:srgbClr val="44A7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54" name="pg3054"/>
            <p:cNvSpPr/>
            <p:nvPr/>
          </p:nvSpPr>
          <p:spPr>
            <a:xfrm>
              <a:off x="3565467" y="486720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4A8AA">
                <a:alpha val="100000"/>
              </a:srgbClr>
            </a:solidFill>
            <a:ln w="5420" cap="flat">
              <a:solidFill>
                <a:srgbClr val="44A8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55" name="pg3055"/>
            <p:cNvSpPr/>
            <p:nvPr/>
          </p:nvSpPr>
          <p:spPr>
            <a:xfrm>
              <a:off x="3577105" y="486720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5A8AA">
                <a:alpha val="100000"/>
              </a:srgbClr>
            </a:solidFill>
            <a:ln w="5420" cap="flat">
              <a:solidFill>
                <a:srgbClr val="45A8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56" name="pg3056"/>
            <p:cNvSpPr/>
            <p:nvPr/>
          </p:nvSpPr>
          <p:spPr>
            <a:xfrm>
              <a:off x="3588742" y="486720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5A8AA">
                <a:alpha val="100000"/>
              </a:srgbClr>
            </a:solidFill>
            <a:ln w="5420" cap="flat">
              <a:solidFill>
                <a:srgbClr val="45A8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57" name="pg3057"/>
            <p:cNvSpPr/>
            <p:nvPr/>
          </p:nvSpPr>
          <p:spPr>
            <a:xfrm>
              <a:off x="3600379" y="486720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5A9AA">
                <a:alpha val="100000"/>
              </a:srgbClr>
            </a:solidFill>
            <a:ln w="5420" cap="flat">
              <a:solidFill>
                <a:srgbClr val="45A9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58" name="pg3058"/>
            <p:cNvSpPr/>
            <p:nvPr/>
          </p:nvSpPr>
          <p:spPr>
            <a:xfrm>
              <a:off x="3612016" y="486720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5A9AA">
                <a:alpha val="100000"/>
              </a:srgbClr>
            </a:solidFill>
            <a:ln w="5420" cap="flat">
              <a:solidFill>
                <a:srgbClr val="45A9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59" name="pg3059"/>
            <p:cNvSpPr/>
            <p:nvPr/>
          </p:nvSpPr>
          <p:spPr>
            <a:xfrm>
              <a:off x="3623654" y="486720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6A9AA">
                <a:alpha val="100000"/>
              </a:srgbClr>
            </a:solidFill>
            <a:ln w="5420" cap="flat">
              <a:solidFill>
                <a:srgbClr val="46A9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60" name="pg3060"/>
            <p:cNvSpPr/>
            <p:nvPr/>
          </p:nvSpPr>
          <p:spPr>
            <a:xfrm>
              <a:off x="3635291" y="486720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6A9AA">
                <a:alpha val="100000"/>
              </a:srgbClr>
            </a:solidFill>
            <a:ln w="5420" cap="flat">
              <a:solidFill>
                <a:srgbClr val="46A9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61" name="pg3061"/>
            <p:cNvSpPr/>
            <p:nvPr/>
          </p:nvSpPr>
          <p:spPr>
            <a:xfrm>
              <a:off x="3646928" y="486720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6A9AA">
                <a:alpha val="100000"/>
              </a:srgbClr>
            </a:solidFill>
            <a:ln w="5420" cap="flat">
              <a:solidFill>
                <a:srgbClr val="46A9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62" name="pg3062"/>
            <p:cNvSpPr/>
            <p:nvPr/>
          </p:nvSpPr>
          <p:spPr>
            <a:xfrm>
              <a:off x="3658566" y="486720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6AAAA">
                <a:alpha val="100000"/>
              </a:srgbClr>
            </a:solidFill>
            <a:ln w="5420" cap="flat">
              <a:solidFill>
                <a:srgbClr val="46AA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63" name="pg3063"/>
            <p:cNvSpPr/>
            <p:nvPr/>
          </p:nvSpPr>
          <p:spPr>
            <a:xfrm>
              <a:off x="3670203" y="486720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6AAAA">
                <a:alpha val="100000"/>
              </a:srgbClr>
            </a:solidFill>
            <a:ln w="5420" cap="flat">
              <a:solidFill>
                <a:srgbClr val="46AA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64" name="pg3064"/>
            <p:cNvSpPr/>
            <p:nvPr/>
          </p:nvSpPr>
          <p:spPr>
            <a:xfrm>
              <a:off x="3681840" y="486720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7ABAA">
                <a:alpha val="100000"/>
              </a:srgbClr>
            </a:solidFill>
            <a:ln w="5420" cap="flat">
              <a:solidFill>
                <a:srgbClr val="47AB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65" name="pg3065"/>
            <p:cNvSpPr/>
            <p:nvPr/>
          </p:nvSpPr>
          <p:spPr>
            <a:xfrm>
              <a:off x="3693478" y="486720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AAEAB">
                <a:alpha val="100000"/>
              </a:srgbClr>
            </a:solidFill>
            <a:ln w="5420" cap="flat">
              <a:solidFill>
                <a:srgbClr val="4AAE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66" name="pg3066"/>
            <p:cNvSpPr/>
            <p:nvPr/>
          </p:nvSpPr>
          <p:spPr>
            <a:xfrm>
              <a:off x="3705115" y="486720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BB0AB">
                <a:alpha val="100000"/>
              </a:srgbClr>
            </a:solidFill>
            <a:ln w="5420" cap="flat">
              <a:solidFill>
                <a:srgbClr val="4BB0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67" name="pg3067"/>
            <p:cNvSpPr/>
            <p:nvPr/>
          </p:nvSpPr>
          <p:spPr>
            <a:xfrm>
              <a:off x="3716752" y="486720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CB1AB">
                <a:alpha val="100000"/>
              </a:srgbClr>
            </a:solidFill>
            <a:ln w="5420" cap="flat">
              <a:solidFill>
                <a:srgbClr val="4CB1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68" name="pg3068"/>
            <p:cNvSpPr/>
            <p:nvPr/>
          </p:nvSpPr>
          <p:spPr>
            <a:xfrm>
              <a:off x="3728390" y="486720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DB2AB">
                <a:alpha val="100000"/>
              </a:srgbClr>
            </a:solidFill>
            <a:ln w="5420" cap="flat">
              <a:solidFill>
                <a:srgbClr val="4DB2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69" name="pg3069"/>
            <p:cNvSpPr/>
            <p:nvPr/>
          </p:nvSpPr>
          <p:spPr>
            <a:xfrm>
              <a:off x="3740027" y="486720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EB3AB">
                <a:alpha val="100000"/>
              </a:srgbClr>
            </a:solidFill>
            <a:ln w="5420" cap="flat">
              <a:solidFill>
                <a:srgbClr val="4EB3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70" name="pg3070"/>
            <p:cNvSpPr/>
            <p:nvPr/>
          </p:nvSpPr>
          <p:spPr>
            <a:xfrm>
              <a:off x="3751664" y="486720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FB4AB">
                <a:alpha val="100000"/>
              </a:srgbClr>
            </a:solidFill>
            <a:ln w="5420" cap="flat">
              <a:solidFill>
                <a:srgbClr val="4FB4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71" name="pg3071"/>
            <p:cNvSpPr/>
            <p:nvPr/>
          </p:nvSpPr>
          <p:spPr>
            <a:xfrm>
              <a:off x="3763302" y="486720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FB5AB">
                <a:alpha val="100000"/>
              </a:srgbClr>
            </a:solidFill>
            <a:ln w="5420" cap="flat">
              <a:solidFill>
                <a:srgbClr val="4FB5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72" name="pg3072"/>
            <p:cNvSpPr/>
            <p:nvPr/>
          </p:nvSpPr>
          <p:spPr>
            <a:xfrm>
              <a:off x="3774939" y="486720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0B6AB">
                <a:alpha val="100000"/>
              </a:srgbClr>
            </a:solidFill>
            <a:ln w="5420" cap="flat">
              <a:solidFill>
                <a:srgbClr val="50B6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73" name="pg3073"/>
            <p:cNvSpPr/>
            <p:nvPr/>
          </p:nvSpPr>
          <p:spPr>
            <a:xfrm>
              <a:off x="3786576" y="486720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1B8AB">
                <a:alpha val="100000"/>
              </a:srgbClr>
            </a:solidFill>
            <a:ln w="5420" cap="flat">
              <a:solidFill>
                <a:srgbClr val="51B8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74" name="pg3074"/>
            <p:cNvSpPr/>
            <p:nvPr/>
          </p:nvSpPr>
          <p:spPr>
            <a:xfrm>
              <a:off x="4380080" y="486720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1B8AB">
                <a:alpha val="100000"/>
              </a:srgbClr>
            </a:solidFill>
            <a:ln w="5420" cap="flat">
              <a:solidFill>
                <a:srgbClr val="51B8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75" name="pg3075"/>
            <p:cNvSpPr/>
            <p:nvPr/>
          </p:nvSpPr>
          <p:spPr>
            <a:xfrm>
              <a:off x="4391718" y="486720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0B6AB">
                <a:alpha val="100000"/>
              </a:srgbClr>
            </a:solidFill>
            <a:ln w="5420" cap="flat">
              <a:solidFill>
                <a:srgbClr val="50B6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76" name="pg3076"/>
            <p:cNvSpPr/>
            <p:nvPr/>
          </p:nvSpPr>
          <p:spPr>
            <a:xfrm>
              <a:off x="4403355" y="486720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CB2AB">
                <a:alpha val="100000"/>
              </a:srgbClr>
            </a:solidFill>
            <a:ln w="5420" cap="flat">
              <a:solidFill>
                <a:srgbClr val="4CB2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77" name="pg3077"/>
            <p:cNvSpPr/>
            <p:nvPr/>
          </p:nvSpPr>
          <p:spPr>
            <a:xfrm>
              <a:off x="4414992" y="486720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BAFAB">
                <a:alpha val="100000"/>
              </a:srgbClr>
            </a:solidFill>
            <a:ln w="5420" cap="flat">
              <a:solidFill>
                <a:srgbClr val="4BAF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78" name="pg3078"/>
            <p:cNvSpPr/>
            <p:nvPr/>
          </p:nvSpPr>
          <p:spPr>
            <a:xfrm>
              <a:off x="4426630" y="486720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9AEAB">
                <a:alpha val="100000"/>
              </a:srgbClr>
            </a:solidFill>
            <a:ln w="5420" cap="flat">
              <a:solidFill>
                <a:srgbClr val="49AE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79" name="pg3079"/>
            <p:cNvSpPr/>
            <p:nvPr/>
          </p:nvSpPr>
          <p:spPr>
            <a:xfrm>
              <a:off x="4438267" y="486720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8ACAA">
                <a:alpha val="100000"/>
              </a:srgbClr>
            </a:solidFill>
            <a:ln w="5420" cap="flat">
              <a:solidFill>
                <a:srgbClr val="48AC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80" name="pg3080"/>
            <p:cNvSpPr/>
            <p:nvPr/>
          </p:nvSpPr>
          <p:spPr>
            <a:xfrm>
              <a:off x="4449904" y="486720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6AAAA">
                <a:alpha val="100000"/>
              </a:srgbClr>
            </a:solidFill>
            <a:ln w="5420" cap="flat">
              <a:solidFill>
                <a:srgbClr val="46AA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81" name="pg3081"/>
            <p:cNvSpPr/>
            <p:nvPr/>
          </p:nvSpPr>
          <p:spPr>
            <a:xfrm>
              <a:off x="4601190" y="486720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9DA9">
                <a:alpha val="100000"/>
              </a:srgbClr>
            </a:solidFill>
            <a:ln w="5420" cap="flat">
              <a:solidFill>
                <a:srgbClr val="3A9D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82" name="pg3082"/>
            <p:cNvSpPr/>
            <p:nvPr/>
          </p:nvSpPr>
          <p:spPr>
            <a:xfrm>
              <a:off x="4612827" y="486720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9DA9">
                <a:alpha val="100000"/>
              </a:srgbClr>
            </a:solidFill>
            <a:ln w="5420" cap="flat">
              <a:solidFill>
                <a:srgbClr val="3A9D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83" name="pg3083"/>
            <p:cNvSpPr/>
            <p:nvPr/>
          </p:nvSpPr>
          <p:spPr>
            <a:xfrm>
              <a:off x="4624464" y="486720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9CA9">
                <a:alpha val="100000"/>
              </a:srgbClr>
            </a:solidFill>
            <a:ln w="5420" cap="flat">
              <a:solidFill>
                <a:srgbClr val="3A9C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84" name="pg3084"/>
            <p:cNvSpPr/>
            <p:nvPr/>
          </p:nvSpPr>
          <p:spPr>
            <a:xfrm>
              <a:off x="4636101" y="486720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9CA9">
                <a:alpha val="100000"/>
              </a:srgbClr>
            </a:solidFill>
            <a:ln w="5420" cap="flat">
              <a:solidFill>
                <a:srgbClr val="399C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85" name="pg3085"/>
            <p:cNvSpPr/>
            <p:nvPr/>
          </p:nvSpPr>
          <p:spPr>
            <a:xfrm>
              <a:off x="4647739" y="486720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9CA9">
                <a:alpha val="100000"/>
              </a:srgbClr>
            </a:solidFill>
            <a:ln w="5420" cap="flat">
              <a:solidFill>
                <a:srgbClr val="399C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86" name="pg3086"/>
            <p:cNvSpPr/>
            <p:nvPr/>
          </p:nvSpPr>
          <p:spPr>
            <a:xfrm>
              <a:off x="3065062" y="488150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5D4B4">
                <a:alpha val="100000"/>
              </a:srgbClr>
            </a:solidFill>
            <a:ln w="5420" cap="flat">
              <a:solidFill>
                <a:srgbClr val="75D4B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87" name="pg3087"/>
            <p:cNvSpPr/>
            <p:nvPr/>
          </p:nvSpPr>
          <p:spPr>
            <a:xfrm>
              <a:off x="3076699" y="488150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3D3B3">
                <a:alpha val="100000"/>
              </a:srgbClr>
            </a:solidFill>
            <a:ln w="5420" cap="flat">
              <a:solidFill>
                <a:srgbClr val="73D3B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88" name="pg3088"/>
            <p:cNvSpPr/>
            <p:nvPr/>
          </p:nvSpPr>
          <p:spPr>
            <a:xfrm>
              <a:off x="3088337" y="488150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0D2B2">
                <a:alpha val="100000"/>
              </a:srgbClr>
            </a:solidFill>
            <a:ln w="5420" cap="flat">
              <a:solidFill>
                <a:srgbClr val="70D2B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89" name="pg3089"/>
            <p:cNvSpPr/>
            <p:nvPr/>
          </p:nvSpPr>
          <p:spPr>
            <a:xfrm>
              <a:off x="3099974" y="488150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ED2B1">
                <a:alpha val="100000"/>
              </a:srgbClr>
            </a:solidFill>
            <a:ln w="5420" cap="flat">
              <a:solidFill>
                <a:srgbClr val="6ED2B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90" name="pg3090"/>
            <p:cNvSpPr/>
            <p:nvPr/>
          </p:nvSpPr>
          <p:spPr>
            <a:xfrm>
              <a:off x="3111611" y="488150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9D0AF">
                <a:alpha val="100000"/>
              </a:srgbClr>
            </a:solidFill>
            <a:ln w="5420" cap="flat">
              <a:solidFill>
                <a:srgbClr val="69D0A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91" name="pg3091"/>
            <p:cNvSpPr/>
            <p:nvPr/>
          </p:nvSpPr>
          <p:spPr>
            <a:xfrm>
              <a:off x="3123249" y="488150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7D0AF">
                <a:alpha val="100000"/>
              </a:srgbClr>
            </a:solidFill>
            <a:ln w="5420" cap="flat">
              <a:solidFill>
                <a:srgbClr val="67D0A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92" name="pg3092"/>
            <p:cNvSpPr/>
            <p:nvPr/>
          </p:nvSpPr>
          <p:spPr>
            <a:xfrm>
              <a:off x="3134886" y="488150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5CFAE">
                <a:alpha val="100000"/>
              </a:srgbClr>
            </a:solidFill>
            <a:ln w="5420" cap="flat">
              <a:solidFill>
                <a:srgbClr val="65CFA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93" name="pg3093"/>
            <p:cNvSpPr/>
            <p:nvPr/>
          </p:nvSpPr>
          <p:spPr>
            <a:xfrm>
              <a:off x="3542193" y="488150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2A5AA">
                <a:alpha val="100000"/>
              </a:srgbClr>
            </a:solidFill>
            <a:ln w="5420" cap="flat">
              <a:solidFill>
                <a:srgbClr val="42A5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94" name="pg3094"/>
            <p:cNvSpPr/>
            <p:nvPr/>
          </p:nvSpPr>
          <p:spPr>
            <a:xfrm>
              <a:off x="3553830" y="488150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3A7AA">
                <a:alpha val="100000"/>
              </a:srgbClr>
            </a:solidFill>
            <a:ln w="5420" cap="flat">
              <a:solidFill>
                <a:srgbClr val="43A7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95" name="pg3095"/>
            <p:cNvSpPr/>
            <p:nvPr/>
          </p:nvSpPr>
          <p:spPr>
            <a:xfrm>
              <a:off x="3565467" y="488150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4A7AA">
                <a:alpha val="100000"/>
              </a:srgbClr>
            </a:solidFill>
            <a:ln w="5420" cap="flat">
              <a:solidFill>
                <a:srgbClr val="44A7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96" name="pg3096"/>
            <p:cNvSpPr/>
            <p:nvPr/>
          </p:nvSpPr>
          <p:spPr>
            <a:xfrm>
              <a:off x="3577105" y="488150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5A8AA">
                <a:alpha val="100000"/>
              </a:srgbClr>
            </a:solidFill>
            <a:ln w="5420" cap="flat">
              <a:solidFill>
                <a:srgbClr val="45A8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97" name="pg3097"/>
            <p:cNvSpPr/>
            <p:nvPr/>
          </p:nvSpPr>
          <p:spPr>
            <a:xfrm>
              <a:off x="3588742" y="488150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5A8AA">
                <a:alpha val="100000"/>
              </a:srgbClr>
            </a:solidFill>
            <a:ln w="5420" cap="flat">
              <a:solidFill>
                <a:srgbClr val="45A8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98" name="pg3098"/>
            <p:cNvSpPr/>
            <p:nvPr/>
          </p:nvSpPr>
          <p:spPr>
            <a:xfrm>
              <a:off x="3600379" y="488150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5A9AA">
                <a:alpha val="100000"/>
              </a:srgbClr>
            </a:solidFill>
            <a:ln w="5420" cap="flat">
              <a:solidFill>
                <a:srgbClr val="45A9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99" name="pg3099"/>
            <p:cNvSpPr/>
            <p:nvPr/>
          </p:nvSpPr>
          <p:spPr>
            <a:xfrm>
              <a:off x="3612016" y="488150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6A9AA">
                <a:alpha val="100000"/>
              </a:srgbClr>
            </a:solidFill>
            <a:ln w="5420" cap="flat">
              <a:solidFill>
                <a:srgbClr val="46A9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00" name="pg3100"/>
            <p:cNvSpPr/>
            <p:nvPr/>
          </p:nvSpPr>
          <p:spPr>
            <a:xfrm>
              <a:off x="3623654" y="488150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6AAAA">
                <a:alpha val="100000"/>
              </a:srgbClr>
            </a:solidFill>
            <a:ln w="5420" cap="flat">
              <a:solidFill>
                <a:srgbClr val="46AA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01" name="pg3101"/>
            <p:cNvSpPr/>
            <p:nvPr/>
          </p:nvSpPr>
          <p:spPr>
            <a:xfrm>
              <a:off x="3635291" y="488150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6AAAA">
                <a:alpha val="100000"/>
              </a:srgbClr>
            </a:solidFill>
            <a:ln w="5420" cap="flat">
              <a:solidFill>
                <a:srgbClr val="46AA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02" name="pg3102"/>
            <p:cNvSpPr/>
            <p:nvPr/>
          </p:nvSpPr>
          <p:spPr>
            <a:xfrm>
              <a:off x="3646928" y="488150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7AAAA">
                <a:alpha val="100000"/>
              </a:srgbClr>
            </a:solidFill>
            <a:ln w="5420" cap="flat">
              <a:solidFill>
                <a:srgbClr val="47AA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03" name="pg3103"/>
            <p:cNvSpPr/>
            <p:nvPr/>
          </p:nvSpPr>
          <p:spPr>
            <a:xfrm>
              <a:off x="3658566" y="488150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7ABAA">
                <a:alpha val="100000"/>
              </a:srgbClr>
            </a:solidFill>
            <a:ln w="5420" cap="flat">
              <a:solidFill>
                <a:srgbClr val="47AB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04" name="pg3104"/>
            <p:cNvSpPr/>
            <p:nvPr/>
          </p:nvSpPr>
          <p:spPr>
            <a:xfrm>
              <a:off x="3670203" y="488150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7ABAA">
                <a:alpha val="100000"/>
              </a:srgbClr>
            </a:solidFill>
            <a:ln w="5420" cap="flat">
              <a:solidFill>
                <a:srgbClr val="47AB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05" name="pg3105"/>
            <p:cNvSpPr/>
            <p:nvPr/>
          </p:nvSpPr>
          <p:spPr>
            <a:xfrm>
              <a:off x="3705115" y="488150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BB0AB">
                <a:alpha val="100000"/>
              </a:srgbClr>
            </a:solidFill>
            <a:ln w="5420" cap="flat">
              <a:solidFill>
                <a:srgbClr val="4BB0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06" name="pg3106"/>
            <p:cNvSpPr/>
            <p:nvPr/>
          </p:nvSpPr>
          <p:spPr>
            <a:xfrm>
              <a:off x="3716752" y="488150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CB1AB">
                <a:alpha val="100000"/>
              </a:srgbClr>
            </a:solidFill>
            <a:ln w="5420" cap="flat">
              <a:solidFill>
                <a:srgbClr val="4CB1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07" name="pg3107"/>
            <p:cNvSpPr/>
            <p:nvPr/>
          </p:nvSpPr>
          <p:spPr>
            <a:xfrm>
              <a:off x="3728390" y="488150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DB2AB">
                <a:alpha val="100000"/>
              </a:srgbClr>
            </a:solidFill>
            <a:ln w="5420" cap="flat">
              <a:solidFill>
                <a:srgbClr val="4DB2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08" name="pg3108"/>
            <p:cNvSpPr/>
            <p:nvPr/>
          </p:nvSpPr>
          <p:spPr>
            <a:xfrm>
              <a:off x="3740027" y="488150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DB3AB">
                <a:alpha val="100000"/>
              </a:srgbClr>
            </a:solidFill>
            <a:ln w="5420" cap="flat">
              <a:solidFill>
                <a:srgbClr val="4DB3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09" name="pg3109"/>
            <p:cNvSpPr/>
            <p:nvPr/>
          </p:nvSpPr>
          <p:spPr>
            <a:xfrm>
              <a:off x="3751664" y="488150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EB4AB">
                <a:alpha val="100000"/>
              </a:srgbClr>
            </a:solidFill>
            <a:ln w="5420" cap="flat">
              <a:solidFill>
                <a:srgbClr val="4EB4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10" name="pg3110"/>
            <p:cNvSpPr/>
            <p:nvPr/>
          </p:nvSpPr>
          <p:spPr>
            <a:xfrm>
              <a:off x="3763302" y="488150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FB5AB">
                <a:alpha val="100000"/>
              </a:srgbClr>
            </a:solidFill>
            <a:ln w="5420" cap="flat">
              <a:solidFill>
                <a:srgbClr val="4FB5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11" name="pg3111"/>
            <p:cNvSpPr/>
            <p:nvPr/>
          </p:nvSpPr>
          <p:spPr>
            <a:xfrm>
              <a:off x="3774939" y="488150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0B6AB">
                <a:alpha val="100000"/>
              </a:srgbClr>
            </a:solidFill>
            <a:ln w="5420" cap="flat">
              <a:solidFill>
                <a:srgbClr val="50B6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12" name="pg3112"/>
            <p:cNvSpPr/>
            <p:nvPr/>
          </p:nvSpPr>
          <p:spPr>
            <a:xfrm>
              <a:off x="3786576" y="488150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1B7AB">
                <a:alpha val="100000"/>
              </a:srgbClr>
            </a:solidFill>
            <a:ln w="5420" cap="flat">
              <a:solidFill>
                <a:srgbClr val="51B7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13" name="pg3113"/>
            <p:cNvSpPr/>
            <p:nvPr/>
          </p:nvSpPr>
          <p:spPr>
            <a:xfrm>
              <a:off x="4403355" y="488150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DB2AB">
                <a:alpha val="100000"/>
              </a:srgbClr>
            </a:solidFill>
            <a:ln w="5420" cap="flat">
              <a:solidFill>
                <a:srgbClr val="4DB2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14" name="pg3114"/>
            <p:cNvSpPr/>
            <p:nvPr/>
          </p:nvSpPr>
          <p:spPr>
            <a:xfrm>
              <a:off x="4414992" y="488150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BB0AB">
                <a:alpha val="100000"/>
              </a:srgbClr>
            </a:solidFill>
            <a:ln w="5420" cap="flat">
              <a:solidFill>
                <a:srgbClr val="4BB0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15" name="pg3115"/>
            <p:cNvSpPr/>
            <p:nvPr/>
          </p:nvSpPr>
          <p:spPr>
            <a:xfrm>
              <a:off x="4426630" y="488150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AAEAB">
                <a:alpha val="100000"/>
              </a:srgbClr>
            </a:solidFill>
            <a:ln w="5420" cap="flat">
              <a:solidFill>
                <a:srgbClr val="4AAE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16" name="pg3116"/>
            <p:cNvSpPr/>
            <p:nvPr/>
          </p:nvSpPr>
          <p:spPr>
            <a:xfrm>
              <a:off x="4438267" y="488150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8ACAA">
                <a:alpha val="100000"/>
              </a:srgbClr>
            </a:solidFill>
            <a:ln w="5420" cap="flat">
              <a:solidFill>
                <a:srgbClr val="48AC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17" name="pg3117"/>
            <p:cNvSpPr/>
            <p:nvPr/>
          </p:nvSpPr>
          <p:spPr>
            <a:xfrm>
              <a:off x="4449904" y="488150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7ABAA">
                <a:alpha val="100000"/>
              </a:srgbClr>
            </a:solidFill>
            <a:ln w="5420" cap="flat">
              <a:solidFill>
                <a:srgbClr val="47AB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18" name="pg3118"/>
            <p:cNvSpPr/>
            <p:nvPr/>
          </p:nvSpPr>
          <p:spPr>
            <a:xfrm>
              <a:off x="4461542" y="488150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6A9AA">
                <a:alpha val="100000"/>
              </a:srgbClr>
            </a:solidFill>
            <a:ln w="5420" cap="flat">
              <a:solidFill>
                <a:srgbClr val="46A9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19" name="pg3119"/>
            <p:cNvSpPr/>
            <p:nvPr/>
          </p:nvSpPr>
          <p:spPr>
            <a:xfrm>
              <a:off x="4601190" y="488150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9DAA">
                <a:alpha val="100000"/>
              </a:srgbClr>
            </a:solidFill>
            <a:ln w="5420" cap="flat">
              <a:solidFill>
                <a:srgbClr val="3B9D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20" name="pg3120"/>
            <p:cNvSpPr/>
            <p:nvPr/>
          </p:nvSpPr>
          <p:spPr>
            <a:xfrm>
              <a:off x="4612827" y="488150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9DA9">
                <a:alpha val="100000"/>
              </a:srgbClr>
            </a:solidFill>
            <a:ln w="5420" cap="flat">
              <a:solidFill>
                <a:srgbClr val="3B9D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21" name="pg3121"/>
            <p:cNvSpPr/>
            <p:nvPr/>
          </p:nvSpPr>
          <p:spPr>
            <a:xfrm>
              <a:off x="4624464" y="488150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9DA9">
                <a:alpha val="100000"/>
              </a:srgbClr>
            </a:solidFill>
            <a:ln w="5420" cap="flat">
              <a:solidFill>
                <a:srgbClr val="3A9D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22" name="pg3122"/>
            <p:cNvSpPr/>
            <p:nvPr/>
          </p:nvSpPr>
          <p:spPr>
            <a:xfrm>
              <a:off x="4636101" y="488150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9DA9">
                <a:alpha val="100000"/>
              </a:srgbClr>
            </a:solidFill>
            <a:ln w="5420" cap="flat">
              <a:solidFill>
                <a:srgbClr val="3A9D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23" name="pg3123"/>
            <p:cNvSpPr/>
            <p:nvPr/>
          </p:nvSpPr>
          <p:spPr>
            <a:xfrm>
              <a:off x="4647739" y="488150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9CA9">
                <a:alpha val="100000"/>
              </a:srgbClr>
            </a:solidFill>
            <a:ln w="5420" cap="flat">
              <a:solidFill>
                <a:srgbClr val="3A9C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24" name="pg3124"/>
            <p:cNvSpPr/>
            <p:nvPr/>
          </p:nvSpPr>
          <p:spPr>
            <a:xfrm>
              <a:off x="4659376" y="488150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9CA9">
                <a:alpha val="100000"/>
              </a:srgbClr>
            </a:solidFill>
            <a:ln w="5420" cap="flat">
              <a:solidFill>
                <a:srgbClr val="3A9C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25" name="pg3125"/>
            <p:cNvSpPr/>
            <p:nvPr/>
          </p:nvSpPr>
          <p:spPr>
            <a:xfrm>
              <a:off x="2948689" y="489580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CD6B7">
                <a:alpha val="100000"/>
              </a:srgbClr>
            </a:solidFill>
            <a:ln w="5420" cap="flat">
              <a:solidFill>
                <a:srgbClr val="7CD6B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26" name="pg3126"/>
            <p:cNvSpPr/>
            <p:nvPr/>
          </p:nvSpPr>
          <p:spPr>
            <a:xfrm>
              <a:off x="2960326" y="489580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CD6B7">
                <a:alpha val="100000"/>
              </a:srgbClr>
            </a:solidFill>
            <a:ln w="5420" cap="flat">
              <a:solidFill>
                <a:srgbClr val="7CD6B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27" name="pg3127"/>
            <p:cNvSpPr/>
            <p:nvPr/>
          </p:nvSpPr>
          <p:spPr>
            <a:xfrm>
              <a:off x="2971963" y="489580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DD6B7">
                <a:alpha val="100000"/>
              </a:srgbClr>
            </a:solidFill>
            <a:ln w="5420" cap="flat">
              <a:solidFill>
                <a:srgbClr val="7DD6B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28" name="pg3128"/>
            <p:cNvSpPr/>
            <p:nvPr/>
          </p:nvSpPr>
          <p:spPr>
            <a:xfrm>
              <a:off x="2983601" y="489580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ED6B7">
                <a:alpha val="100000"/>
              </a:srgbClr>
            </a:solidFill>
            <a:ln w="5420" cap="flat">
              <a:solidFill>
                <a:srgbClr val="7ED6B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29" name="pg3129"/>
            <p:cNvSpPr/>
            <p:nvPr/>
          </p:nvSpPr>
          <p:spPr>
            <a:xfrm>
              <a:off x="2995238" y="489580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FD7B8">
                <a:alpha val="100000"/>
              </a:srgbClr>
            </a:solidFill>
            <a:ln w="5420" cap="flat">
              <a:solidFill>
                <a:srgbClr val="7FD7B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30" name="pg3130"/>
            <p:cNvSpPr/>
            <p:nvPr/>
          </p:nvSpPr>
          <p:spPr>
            <a:xfrm>
              <a:off x="3006875" y="489580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FD7B8">
                <a:alpha val="100000"/>
              </a:srgbClr>
            </a:solidFill>
            <a:ln w="5420" cap="flat">
              <a:solidFill>
                <a:srgbClr val="7FD7B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31" name="pg3131"/>
            <p:cNvSpPr/>
            <p:nvPr/>
          </p:nvSpPr>
          <p:spPr>
            <a:xfrm>
              <a:off x="3041787" y="489580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BD5B6">
                <a:alpha val="100000"/>
              </a:srgbClr>
            </a:solidFill>
            <a:ln w="5420" cap="flat">
              <a:solidFill>
                <a:srgbClr val="7BD5B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32" name="pg3132"/>
            <p:cNvSpPr/>
            <p:nvPr/>
          </p:nvSpPr>
          <p:spPr>
            <a:xfrm>
              <a:off x="3053425" y="489580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9D5B5">
                <a:alpha val="100000"/>
              </a:srgbClr>
            </a:solidFill>
            <a:ln w="5420" cap="flat">
              <a:solidFill>
                <a:srgbClr val="79D5B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33" name="pg3133"/>
            <p:cNvSpPr/>
            <p:nvPr/>
          </p:nvSpPr>
          <p:spPr>
            <a:xfrm>
              <a:off x="3065062" y="489580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7D4B5">
                <a:alpha val="100000"/>
              </a:srgbClr>
            </a:solidFill>
            <a:ln w="5420" cap="flat">
              <a:solidFill>
                <a:srgbClr val="77D4B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34" name="pg3134"/>
            <p:cNvSpPr/>
            <p:nvPr/>
          </p:nvSpPr>
          <p:spPr>
            <a:xfrm>
              <a:off x="3076699" y="489580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4D3B3">
                <a:alpha val="100000"/>
              </a:srgbClr>
            </a:solidFill>
            <a:ln w="5420" cap="flat">
              <a:solidFill>
                <a:srgbClr val="74D3B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35" name="pg3135"/>
            <p:cNvSpPr/>
            <p:nvPr/>
          </p:nvSpPr>
          <p:spPr>
            <a:xfrm>
              <a:off x="3088337" y="489580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1D3B2">
                <a:alpha val="100000"/>
              </a:srgbClr>
            </a:solidFill>
            <a:ln w="5420" cap="flat">
              <a:solidFill>
                <a:srgbClr val="71D3B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36" name="pg3136"/>
            <p:cNvSpPr/>
            <p:nvPr/>
          </p:nvSpPr>
          <p:spPr>
            <a:xfrm>
              <a:off x="3099974" y="489580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FD2B1">
                <a:alpha val="100000"/>
              </a:srgbClr>
            </a:solidFill>
            <a:ln w="5420" cap="flat">
              <a:solidFill>
                <a:srgbClr val="6FD2B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37" name="pg3137"/>
            <p:cNvSpPr/>
            <p:nvPr/>
          </p:nvSpPr>
          <p:spPr>
            <a:xfrm>
              <a:off x="3111611" y="489580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9D0AF">
                <a:alpha val="100000"/>
              </a:srgbClr>
            </a:solidFill>
            <a:ln w="5420" cap="flat">
              <a:solidFill>
                <a:srgbClr val="69D0A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38" name="pg3138"/>
            <p:cNvSpPr/>
            <p:nvPr/>
          </p:nvSpPr>
          <p:spPr>
            <a:xfrm>
              <a:off x="3123249" y="489580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7D0AF">
                <a:alpha val="100000"/>
              </a:srgbClr>
            </a:solidFill>
            <a:ln w="5420" cap="flat">
              <a:solidFill>
                <a:srgbClr val="67D0A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39" name="pg3139"/>
            <p:cNvSpPr/>
            <p:nvPr/>
          </p:nvSpPr>
          <p:spPr>
            <a:xfrm>
              <a:off x="3635291" y="489580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7AAAA">
                <a:alpha val="100000"/>
              </a:srgbClr>
            </a:solidFill>
            <a:ln w="5420" cap="flat">
              <a:solidFill>
                <a:srgbClr val="47AA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40" name="pg3140"/>
            <p:cNvSpPr/>
            <p:nvPr/>
          </p:nvSpPr>
          <p:spPr>
            <a:xfrm>
              <a:off x="3646928" y="489580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7ABAA">
                <a:alpha val="100000"/>
              </a:srgbClr>
            </a:solidFill>
            <a:ln w="5420" cap="flat">
              <a:solidFill>
                <a:srgbClr val="47AB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41" name="pg3141"/>
            <p:cNvSpPr/>
            <p:nvPr/>
          </p:nvSpPr>
          <p:spPr>
            <a:xfrm>
              <a:off x="3716752" y="489580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CB1AB">
                <a:alpha val="100000"/>
              </a:srgbClr>
            </a:solidFill>
            <a:ln w="5420" cap="flat">
              <a:solidFill>
                <a:srgbClr val="4CB1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42" name="pg3142"/>
            <p:cNvSpPr/>
            <p:nvPr/>
          </p:nvSpPr>
          <p:spPr>
            <a:xfrm>
              <a:off x="3728390" y="489580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DB2AB">
                <a:alpha val="100000"/>
              </a:srgbClr>
            </a:solidFill>
            <a:ln w="5420" cap="flat">
              <a:solidFill>
                <a:srgbClr val="4DB2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43" name="pg3143"/>
            <p:cNvSpPr/>
            <p:nvPr/>
          </p:nvSpPr>
          <p:spPr>
            <a:xfrm>
              <a:off x="3740027" y="489580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DB3AB">
                <a:alpha val="100000"/>
              </a:srgbClr>
            </a:solidFill>
            <a:ln w="5420" cap="flat">
              <a:solidFill>
                <a:srgbClr val="4DB3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44" name="pg3144"/>
            <p:cNvSpPr/>
            <p:nvPr/>
          </p:nvSpPr>
          <p:spPr>
            <a:xfrm>
              <a:off x="3751664" y="489580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EB4AB">
                <a:alpha val="100000"/>
              </a:srgbClr>
            </a:solidFill>
            <a:ln w="5420" cap="flat">
              <a:solidFill>
                <a:srgbClr val="4EB4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45" name="pg3145"/>
            <p:cNvSpPr/>
            <p:nvPr/>
          </p:nvSpPr>
          <p:spPr>
            <a:xfrm>
              <a:off x="3763302" y="489580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FB5AB">
                <a:alpha val="100000"/>
              </a:srgbClr>
            </a:solidFill>
            <a:ln w="5420" cap="flat">
              <a:solidFill>
                <a:srgbClr val="4FB5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46" name="pg3146"/>
            <p:cNvSpPr/>
            <p:nvPr/>
          </p:nvSpPr>
          <p:spPr>
            <a:xfrm>
              <a:off x="3774939" y="489580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0B6AB">
                <a:alpha val="100000"/>
              </a:srgbClr>
            </a:solidFill>
            <a:ln w="5420" cap="flat">
              <a:solidFill>
                <a:srgbClr val="50B6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47" name="pg3147"/>
            <p:cNvSpPr/>
            <p:nvPr/>
          </p:nvSpPr>
          <p:spPr>
            <a:xfrm>
              <a:off x="4414992" y="489580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BB0AB">
                <a:alpha val="100000"/>
              </a:srgbClr>
            </a:solidFill>
            <a:ln w="5420" cap="flat">
              <a:solidFill>
                <a:srgbClr val="4BB0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48" name="pg3148"/>
            <p:cNvSpPr/>
            <p:nvPr/>
          </p:nvSpPr>
          <p:spPr>
            <a:xfrm>
              <a:off x="4426630" y="489580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AAEAB">
                <a:alpha val="100000"/>
              </a:srgbClr>
            </a:solidFill>
            <a:ln w="5420" cap="flat">
              <a:solidFill>
                <a:srgbClr val="4AAE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49" name="pg3149"/>
            <p:cNvSpPr/>
            <p:nvPr/>
          </p:nvSpPr>
          <p:spPr>
            <a:xfrm>
              <a:off x="4438267" y="489580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9ADAB">
                <a:alpha val="100000"/>
              </a:srgbClr>
            </a:solidFill>
            <a:ln w="5420" cap="flat">
              <a:solidFill>
                <a:srgbClr val="49AD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50" name="pg3150"/>
            <p:cNvSpPr/>
            <p:nvPr/>
          </p:nvSpPr>
          <p:spPr>
            <a:xfrm>
              <a:off x="4449904" y="489580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7ABAA">
                <a:alpha val="100000"/>
              </a:srgbClr>
            </a:solidFill>
            <a:ln w="5420" cap="flat">
              <a:solidFill>
                <a:srgbClr val="47AB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51" name="pg3151"/>
            <p:cNvSpPr/>
            <p:nvPr/>
          </p:nvSpPr>
          <p:spPr>
            <a:xfrm>
              <a:off x="4461542" y="489580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6AAAA">
                <a:alpha val="100000"/>
              </a:srgbClr>
            </a:solidFill>
            <a:ln w="5420" cap="flat">
              <a:solidFill>
                <a:srgbClr val="46AA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52" name="pg3152"/>
            <p:cNvSpPr/>
            <p:nvPr/>
          </p:nvSpPr>
          <p:spPr>
            <a:xfrm>
              <a:off x="4612827" y="489580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9EAA">
                <a:alpha val="100000"/>
              </a:srgbClr>
            </a:solidFill>
            <a:ln w="5420" cap="flat">
              <a:solidFill>
                <a:srgbClr val="3B9E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53" name="pg3153"/>
            <p:cNvSpPr/>
            <p:nvPr/>
          </p:nvSpPr>
          <p:spPr>
            <a:xfrm>
              <a:off x="4624464" y="489580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9EAA">
                <a:alpha val="100000"/>
              </a:srgbClr>
            </a:solidFill>
            <a:ln w="5420" cap="flat">
              <a:solidFill>
                <a:srgbClr val="3B9E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54" name="pg3154"/>
            <p:cNvSpPr/>
            <p:nvPr/>
          </p:nvSpPr>
          <p:spPr>
            <a:xfrm>
              <a:off x="4636101" y="489580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9DA9">
                <a:alpha val="100000"/>
              </a:srgbClr>
            </a:solidFill>
            <a:ln w="5420" cap="flat">
              <a:solidFill>
                <a:srgbClr val="3B9D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55" name="pg3155"/>
            <p:cNvSpPr/>
            <p:nvPr/>
          </p:nvSpPr>
          <p:spPr>
            <a:xfrm>
              <a:off x="4647739" y="489580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9DA9">
                <a:alpha val="100000"/>
              </a:srgbClr>
            </a:solidFill>
            <a:ln w="5420" cap="flat">
              <a:solidFill>
                <a:srgbClr val="3A9D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56" name="pg3156"/>
            <p:cNvSpPr/>
            <p:nvPr/>
          </p:nvSpPr>
          <p:spPr>
            <a:xfrm>
              <a:off x="4659376" y="489580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9DA9">
                <a:alpha val="100000"/>
              </a:srgbClr>
            </a:solidFill>
            <a:ln w="5420" cap="flat">
              <a:solidFill>
                <a:srgbClr val="3A9D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57" name="pg3157"/>
            <p:cNvSpPr/>
            <p:nvPr/>
          </p:nvSpPr>
          <p:spPr>
            <a:xfrm>
              <a:off x="2937051" y="491010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DD6B7">
                <a:alpha val="100000"/>
              </a:srgbClr>
            </a:solidFill>
            <a:ln w="5420" cap="flat">
              <a:solidFill>
                <a:srgbClr val="7DD6B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58" name="pg3158"/>
            <p:cNvSpPr/>
            <p:nvPr/>
          </p:nvSpPr>
          <p:spPr>
            <a:xfrm>
              <a:off x="2948689" y="491010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DD6B7">
                <a:alpha val="100000"/>
              </a:srgbClr>
            </a:solidFill>
            <a:ln w="5420" cap="flat">
              <a:solidFill>
                <a:srgbClr val="7DD6B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59" name="pg3159"/>
            <p:cNvSpPr/>
            <p:nvPr/>
          </p:nvSpPr>
          <p:spPr>
            <a:xfrm>
              <a:off x="2960326" y="491010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DD6B7">
                <a:alpha val="100000"/>
              </a:srgbClr>
            </a:solidFill>
            <a:ln w="5420" cap="flat">
              <a:solidFill>
                <a:srgbClr val="7DD6B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60" name="pg3160"/>
            <p:cNvSpPr/>
            <p:nvPr/>
          </p:nvSpPr>
          <p:spPr>
            <a:xfrm>
              <a:off x="2971963" y="491010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ED6B7">
                <a:alpha val="100000"/>
              </a:srgbClr>
            </a:solidFill>
            <a:ln w="5420" cap="flat">
              <a:solidFill>
                <a:srgbClr val="7ED6B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61" name="pg3161"/>
            <p:cNvSpPr/>
            <p:nvPr/>
          </p:nvSpPr>
          <p:spPr>
            <a:xfrm>
              <a:off x="2983601" y="491010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ED6B8">
                <a:alpha val="100000"/>
              </a:srgbClr>
            </a:solidFill>
            <a:ln w="5420" cap="flat">
              <a:solidFill>
                <a:srgbClr val="7ED6B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62" name="pg3162"/>
            <p:cNvSpPr/>
            <p:nvPr/>
          </p:nvSpPr>
          <p:spPr>
            <a:xfrm>
              <a:off x="2995238" y="491010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FD7B8">
                <a:alpha val="100000"/>
              </a:srgbClr>
            </a:solidFill>
            <a:ln w="5420" cap="flat">
              <a:solidFill>
                <a:srgbClr val="7FD7B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63" name="pg3163"/>
            <p:cNvSpPr/>
            <p:nvPr/>
          </p:nvSpPr>
          <p:spPr>
            <a:xfrm>
              <a:off x="3006875" y="491010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FD7B8">
                <a:alpha val="100000"/>
              </a:srgbClr>
            </a:solidFill>
            <a:ln w="5420" cap="flat">
              <a:solidFill>
                <a:srgbClr val="7FD7B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64" name="pg3164"/>
            <p:cNvSpPr/>
            <p:nvPr/>
          </p:nvSpPr>
          <p:spPr>
            <a:xfrm>
              <a:off x="3018513" y="491010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FD7B8">
                <a:alpha val="100000"/>
              </a:srgbClr>
            </a:solidFill>
            <a:ln w="5420" cap="flat">
              <a:solidFill>
                <a:srgbClr val="7FD7B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65" name="pg3165"/>
            <p:cNvSpPr/>
            <p:nvPr/>
          </p:nvSpPr>
          <p:spPr>
            <a:xfrm>
              <a:off x="3030150" y="491010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ED6B7">
                <a:alpha val="100000"/>
              </a:srgbClr>
            </a:solidFill>
            <a:ln w="5420" cap="flat">
              <a:solidFill>
                <a:srgbClr val="7ED6B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66" name="pg3166"/>
            <p:cNvSpPr/>
            <p:nvPr/>
          </p:nvSpPr>
          <p:spPr>
            <a:xfrm>
              <a:off x="3041787" y="491010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CD6B7">
                <a:alpha val="100000"/>
              </a:srgbClr>
            </a:solidFill>
            <a:ln w="5420" cap="flat">
              <a:solidFill>
                <a:srgbClr val="7CD6B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67" name="pg3167"/>
            <p:cNvSpPr/>
            <p:nvPr/>
          </p:nvSpPr>
          <p:spPr>
            <a:xfrm>
              <a:off x="3053425" y="491010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AD5B6">
                <a:alpha val="100000"/>
              </a:srgbClr>
            </a:solidFill>
            <a:ln w="5420" cap="flat">
              <a:solidFill>
                <a:srgbClr val="7AD5B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68" name="pg3168"/>
            <p:cNvSpPr/>
            <p:nvPr/>
          </p:nvSpPr>
          <p:spPr>
            <a:xfrm>
              <a:off x="3065062" y="491010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8D4B5">
                <a:alpha val="100000"/>
              </a:srgbClr>
            </a:solidFill>
            <a:ln w="5420" cap="flat">
              <a:solidFill>
                <a:srgbClr val="78D4B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69" name="pg3169"/>
            <p:cNvSpPr/>
            <p:nvPr/>
          </p:nvSpPr>
          <p:spPr>
            <a:xfrm>
              <a:off x="3076699" y="491010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5D4B4">
                <a:alpha val="100000"/>
              </a:srgbClr>
            </a:solidFill>
            <a:ln w="5420" cap="flat">
              <a:solidFill>
                <a:srgbClr val="75D4B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70" name="pg3170"/>
            <p:cNvSpPr/>
            <p:nvPr/>
          </p:nvSpPr>
          <p:spPr>
            <a:xfrm>
              <a:off x="3088337" y="491010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2D3B3">
                <a:alpha val="100000"/>
              </a:srgbClr>
            </a:solidFill>
            <a:ln w="5420" cap="flat">
              <a:solidFill>
                <a:srgbClr val="72D3B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71" name="pg3171"/>
            <p:cNvSpPr/>
            <p:nvPr/>
          </p:nvSpPr>
          <p:spPr>
            <a:xfrm>
              <a:off x="3099974" y="491010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FD2B2">
                <a:alpha val="100000"/>
              </a:srgbClr>
            </a:solidFill>
            <a:ln w="5420" cap="flat">
              <a:solidFill>
                <a:srgbClr val="6FD2B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72" name="pg3172"/>
            <p:cNvSpPr/>
            <p:nvPr/>
          </p:nvSpPr>
          <p:spPr>
            <a:xfrm>
              <a:off x="3111611" y="491010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AD1AF">
                <a:alpha val="100000"/>
              </a:srgbClr>
            </a:solidFill>
            <a:ln w="5420" cap="flat">
              <a:solidFill>
                <a:srgbClr val="6AD1A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73" name="pg3173"/>
            <p:cNvSpPr/>
            <p:nvPr/>
          </p:nvSpPr>
          <p:spPr>
            <a:xfrm>
              <a:off x="3716752" y="491010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CB1AB">
                <a:alpha val="100000"/>
              </a:srgbClr>
            </a:solidFill>
            <a:ln w="5420" cap="flat">
              <a:solidFill>
                <a:srgbClr val="4CB1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74" name="pg3174"/>
            <p:cNvSpPr/>
            <p:nvPr/>
          </p:nvSpPr>
          <p:spPr>
            <a:xfrm>
              <a:off x="3728390" y="491010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DB2AB">
                <a:alpha val="100000"/>
              </a:srgbClr>
            </a:solidFill>
            <a:ln w="5420" cap="flat">
              <a:solidFill>
                <a:srgbClr val="4DB2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75" name="pg3175"/>
            <p:cNvSpPr/>
            <p:nvPr/>
          </p:nvSpPr>
          <p:spPr>
            <a:xfrm>
              <a:off x="3740027" y="491010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DB3AB">
                <a:alpha val="100000"/>
              </a:srgbClr>
            </a:solidFill>
            <a:ln w="5420" cap="flat">
              <a:solidFill>
                <a:srgbClr val="4DB3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76" name="pg3176"/>
            <p:cNvSpPr/>
            <p:nvPr/>
          </p:nvSpPr>
          <p:spPr>
            <a:xfrm>
              <a:off x="3751664" y="491010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EB4AB">
                <a:alpha val="100000"/>
              </a:srgbClr>
            </a:solidFill>
            <a:ln w="5420" cap="flat">
              <a:solidFill>
                <a:srgbClr val="4EB4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77" name="pg3177"/>
            <p:cNvSpPr/>
            <p:nvPr/>
          </p:nvSpPr>
          <p:spPr>
            <a:xfrm>
              <a:off x="4414992" y="491010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BB0AB">
                <a:alpha val="100000"/>
              </a:srgbClr>
            </a:solidFill>
            <a:ln w="5420" cap="flat">
              <a:solidFill>
                <a:srgbClr val="4BB0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78" name="pg3178"/>
            <p:cNvSpPr/>
            <p:nvPr/>
          </p:nvSpPr>
          <p:spPr>
            <a:xfrm>
              <a:off x="4426630" y="491010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AAFAB">
                <a:alpha val="100000"/>
              </a:srgbClr>
            </a:solidFill>
            <a:ln w="5420" cap="flat">
              <a:solidFill>
                <a:srgbClr val="4AAF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79" name="pg3179"/>
            <p:cNvSpPr/>
            <p:nvPr/>
          </p:nvSpPr>
          <p:spPr>
            <a:xfrm>
              <a:off x="4438267" y="491010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9ADAB">
                <a:alpha val="100000"/>
              </a:srgbClr>
            </a:solidFill>
            <a:ln w="5420" cap="flat">
              <a:solidFill>
                <a:srgbClr val="49AD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80" name="pg3180"/>
            <p:cNvSpPr/>
            <p:nvPr/>
          </p:nvSpPr>
          <p:spPr>
            <a:xfrm>
              <a:off x="4449904" y="491010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8ACAA">
                <a:alpha val="100000"/>
              </a:srgbClr>
            </a:solidFill>
            <a:ln w="5420" cap="flat">
              <a:solidFill>
                <a:srgbClr val="48AC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81" name="pg3181"/>
            <p:cNvSpPr/>
            <p:nvPr/>
          </p:nvSpPr>
          <p:spPr>
            <a:xfrm>
              <a:off x="4461542" y="491010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6AAAA">
                <a:alpha val="100000"/>
              </a:srgbClr>
            </a:solidFill>
            <a:ln w="5420" cap="flat">
              <a:solidFill>
                <a:srgbClr val="46AA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82" name="pg3182"/>
            <p:cNvSpPr/>
            <p:nvPr/>
          </p:nvSpPr>
          <p:spPr>
            <a:xfrm>
              <a:off x="4612827" y="491010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9FAA">
                <a:alpha val="100000"/>
              </a:srgbClr>
            </a:solidFill>
            <a:ln w="5420" cap="flat">
              <a:solidFill>
                <a:srgbClr val="3C9F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83" name="pg3183"/>
            <p:cNvSpPr/>
            <p:nvPr/>
          </p:nvSpPr>
          <p:spPr>
            <a:xfrm>
              <a:off x="4624464" y="491010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9EAA">
                <a:alpha val="100000"/>
              </a:srgbClr>
            </a:solidFill>
            <a:ln w="5420" cap="flat">
              <a:solidFill>
                <a:srgbClr val="3C9E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84" name="pg3184"/>
            <p:cNvSpPr/>
            <p:nvPr/>
          </p:nvSpPr>
          <p:spPr>
            <a:xfrm>
              <a:off x="4636101" y="491010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9EAA">
                <a:alpha val="100000"/>
              </a:srgbClr>
            </a:solidFill>
            <a:ln w="5420" cap="flat">
              <a:solidFill>
                <a:srgbClr val="3B9E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85" name="pg3185"/>
            <p:cNvSpPr/>
            <p:nvPr/>
          </p:nvSpPr>
          <p:spPr>
            <a:xfrm>
              <a:off x="4647739" y="491010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9EAA">
                <a:alpha val="100000"/>
              </a:srgbClr>
            </a:solidFill>
            <a:ln w="5420" cap="flat">
              <a:solidFill>
                <a:srgbClr val="3B9E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86" name="pg3186"/>
            <p:cNvSpPr/>
            <p:nvPr/>
          </p:nvSpPr>
          <p:spPr>
            <a:xfrm>
              <a:off x="4659376" y="491010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9DA9">
                <a:alpha val="100000"/>
              </a:srgbClr>
            </a:solidFill>
            <a:ln w="5420" cap="flat">
              <a:solidFill>
                <a:srgbClr val="3B9D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87" name="pg3187"/>
            <p:cNvSpPr/>
            <p:nvPr/>
          </p:nvSpPr>
          <p:spPr>
            <a:xfrm>
              <a:off x="4671013" y="491010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9DA9">
                <a:alpha val="100000"/>
              </a:srgbClr>
            </a:solidFill>
            <a:ln w="5420" cap="flat">
              <a:solidFill>
                <a:srgbClr val="3B9D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88" name="pg3188"/>
            <p:cNvSpPr/>
            <p:nvPr/>
          </p:nvSpPr>
          <p:spPr>
            <a:xfrm>
              <a:off x="2937051" y="492440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ED6B7">
                <a:alpha val="100000"/>
              </a:srgbClr>
            </a:solidFill>
            <a:ln w="5420" cap="flat">
              <a:solidFill>
                <a:srgbClr val="7ED6B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89" name="pg3189"/>
            <p:cNvSpPr/>
            <p:nvPr/>
          </p:nvSpPr>
          <p:spPr>
            <a:xfrm>
              <a:off x="2948689" y="492440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ED6B7">
                <a:alpha val="100000"/>
              </a:srgbClr>
            </a:solidFill>
            <a:ln w="5420" cap="flat">
              <a:solidFill>
                <a:srgbClr val="7ED6B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90" name="pg3190"/>
            <p:cNvSpPr/>
            <p:nvPr/>
          </p:nvSpPr>
          <p:spPr>
            <a:xfrm>
              <a:off x="2960326" y="492440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ED6B7">
                <a:alpha val="100000"/>
              </a:srgbClr>
            </a:solidFill>
            <a:ln w="5420" cap="flat">
              <a:solidFill>
                <a:srgbClr val="7ED6B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91" name="pg3191"/>
            <p:cNvSpPr/>
            <p:nvPr/>
          </p:nvSpPr>
          <p:spPr>
            <a:xfrm>
              <a:off x="2971963" y="492440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ED6B8">
                <a:alpha val="100000"/>
              </a:srgbClr>
            </a:solidFill>
            <a:ln w="5420" cap="flat">
              <a:solidFill>
                <a:srgbClr val="7ED6B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92" name="pg3192"/>
            <p:cNvSpPr/>
            <p:nvPr/>
          </p:nvSpPr>
          <p:spPr>
            <a:xfrm>
              <a:off x="2983601" y="492440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FD7B8">
                <a:alpha val="100000"/>
              </a:srgbClr>
            </a:solidFill>
            <a:ln w="5420" cap="flat">
              <a:solidFill>
                <a:srgbClr val="7FD7B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93" name="pg3193"/>
            <p:cNvSpPr/>
            <p:nvPr/>
          </p:nvSpPr>
          <p:spPr>
            <a:xfrm>
              <a:off x="2995238" y="492440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80D7B8">
                <a:alpha val="100000"/>
              </a:srgbClr>
            </a:solidFill>
            <a:ln w="5420" cap="flat">
              <a:solidFill>
                <a:srgbClr val="80D7B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94" name="pg3194"/>
            <p:cNvSpPr/>
            <p:nvPr/>
          </p:nvSpPr>
          <p:spPr>
            <a:xfrm>
              <a:off x="3006875" y="492440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80D7B8">
                <a:alpha val="100000"/>
              </a:srgbClr>
            </a:solidFill>
            <a:ln w="5420" cap="flat">
              <a:solidFill>
                <a:srgbClr val="80D7B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95" name="pg3195"/>
            <p:cNvSpPr/>
            <p:nvPr/>
          </p:nvSpPr>
          <p:spPr>
            <a:xfrm>
              <a:off x="3018513" y="492440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FD7B8">
                <a:alpha val="100000"/>
              </a:srgbClr>
            </a:solidFill>
            <a:ln w="5420" cap="flat">
              <a:solidFill>
                <a:srgbClr val="7FD7B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96" name="pg3196"/>
            <p:cNvSpPr/>
            <p:nvPr/>
          </p:nvSpPr>
          <p:spPr>
            <a:xfrm>
              <a:off x="3030150" y="492440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ED6B8">
                <a:alpha val="100000"/>
              </a:srgbClr>
            </a:solidFill>
            <a:ln w="5420" cap="flat">
              <a:solidFill>
                <a:srgbClr val="7ED6B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97" name="pg3197"/>
            <p:cNvSpPr/>
            <p:nvPr/>
          </p:nvSpPr>
          <p:spPr>
            <a:xfrm>
              <a:off x="3041787" y="492440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CD6B7">
                <a:alpha val="100000"/>
              </a:srgbClr>
            </a:solidFill>
            <a:ln w="5420" cap="flat">
              <a:solidFill>
                <a:srgbClr val="7CD6B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98" name="pg3198"/>
            <p:cNvSpPr/>
            <p:nvPr/>
          </p:nvSpPr>
          <p:spPr>
            <a:xfrm>
              <a:off x="3053425" y="492440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AD5B6">
                <a:alpha val="100000"/>
              </a:srgbClr>
            </a:solidFill>
            <a:ln w="5420" cap="flat">
              <a:solidFill>
                <a:srgbClr val="7AD5B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99" name="pg3199"/>
            <p:cNvSpPr/>
            <p:nvPr/>
          </p:nvSpPr>
          <p:spPr>
            <a:xfrm>
              <a:off x="3065062" y="492440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8D5B5">
                <a:alpha val="100000"/>
              </a:srgbClr>
            </a:solidFill>
            <a:ln w="5420" cap="flat">
              <a:solidFill>
                <a:srgbClr val="78D5B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00" name="pg3200"/>
            <p:cNvSpPr/>
            <p:nvPr/>
          </p:nvSpPr>
          <p:spPr>
            <a:xfrm>
              <a:off x="3076699" y="492440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5D4B4">
                <a:alpha val="100000"/>
              </a:srgbClr>
            </a:solidFill>
            <a:ln w="5420" cap="flat">
              <a:solidFill>
                <a:srgbClr val="75D4B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01" name="pg3201"/>
            <p:cNvSpPr/>
            <p:nvPr/>
          </p:nvSpPr>
          <p:spPr>
            <a:xfrm>
              <a:off x="3088337" y="492440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2D3B3">
                <a:alpha val="100000"/>
              </a:srgbClr>
            </a:solidFill>
            <a:ln w="5420" cap="flat">
              <a:solidFill>
                <a:srgbClr val="72D3B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02" name="pg3202"/>
            <p:cNvSpPr/>
            <p:nvPr/>
          </p:nvSpPr>
          <p:spPr>
            <a:xfrm>
              <a:off x="3099974" y="492440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FD2B2">
                <a:alpha val="100000"/>
              </a:srgbClr>
            </a:solidFill>
            <a:ln w="5420" cap="flat">
              <a:solidFill>
                <a:srgbClr val="6FD2B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03" name="pg3203"/>
            <p:cNvSpPr/>
            <p:nvPr/>
          </p:nvSpPr>
          <p:spPr>
            <a:xfrm>
              <a:off x="4414992" y="492440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CB1AB">
                <a:alpha val="100000"/>
              </a:srgbClr>
            </a:solidFill>
            <a:ln w="5420" cap="flat">
              <a:solidFill>
                <a:srgbClr val="4CB1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04" name="pg3204"/>
            <p:cNvSpPr/>
            <p:nvPr/>
          </p:nvSpPr>
          <p:spPr>
            <a:xfrm>
              <a:off x="4426630" y="492440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AAFAB">
                <a:alpha val="100000"/>
              </a:srgbClr>
            </a:solidFill>
            <a:ln w="5420" cap="flat">
              <a:solidFill>
                <a:srgbClr val="4AAF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05" name="pg3205"/>
            <p:cNvSpPr/>
            <p:nvPr/>
          </p:nvSpPr>
          <p:spPr>
            <a:xfrm>
              <a:off x="4438267" y="492440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9ADAB">
                <a:alpha val="100000"/>
              </a:srgbClr>
            </a:solidFill>
            <a:ln w="5420" cap="flat">
              <a:solidFill>
                <a:srgbClr val="49AD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06" name="pg3206"/>
            <p:cNvSpPr/>
            <p:nvPr/>
          </p:nvSpPr>
          <p:spPr>
            <a:xfrm>
              <a:off x="4449904" y="492440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8ACAA">
                <a:alpha val="100000"/>
              </a:srgbClr>
            </a:solidFill>
            <a:ln w="5420" cap="flat">
              <a:solidFill>
                <a:srgbClr val="48AC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07" name="pg3207"/>
            <p:cNvSpPr/>
            <p:nvPr/>
          </p:nvSpPr>
          <p:spPr>
            <a:xfrm>
              <a:off x="4461542" y="492440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7ABAA">
                <a:alpha val="100000"/>
              </a:srgbClr>
            </a:solidFill>
            <a:ln w="5420" cap="flat">
              <a:solidFill>
                <a:srgbClr val="47AB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08" name="pg3208"/>
            <p:cNvSpPr/>
            <p:nvPr/>
          </p:nvSpPr>
          <p:spPr>
            <a:xfrm>
              <a:off x="4612827" y="492440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D9FAA">
                <a:alpha val="100000"/>
              </a:srgbClr>
            </a:solidFill>
            <a:ln w="5420" cap="flat">
              <a:solidFill>
                <a:srgbClr val="3D9F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09" name="pg3209"/>
            <p:cNvSpPr/>
            <p:nvPr/>
          </p:nvSpPr>
          <p:spPr>
            <a:xfrm>
              <a:off x="4624464" y="492440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9FAA">
                <a:alpha val="100000"/>
              </a:srgbClr>
            </a:solidFill>
            <a:ln w="5420" cap="flat">
              <a:solidFill>
                <a:srgbClr val="3C9F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10" name="pg3210"/>
            <p:cNvSpPr/>
            <p:nvPr/>
          </p:nvSpPr>
          <p:spPr>
            <a:xfrm>
              <a:off x="4636101" y="492440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9EAA">
                <a:alpha val="100000"/>
              </a:srgbClr>
            </a:solidFill>
            <a:ln w="5420" cap="flat">
              <a:solidFill>
                <a:srgbClr val="3C9E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11" name="pg3211"/>
            <p:cNvSpPr/>
            <p:nvPr/>
          </p:nvSpPr>
          <p:spPr>
            <a:xfrm>
              <a:off x="4647739" y="492440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9EAA">
                <a:alpha val="100000"/>
              </a:srgbClr>
            </a:solidFill>
            <a:ln w="5420" cap="flat">
              <a:solidFill>
                <a:srgbClr val="3B9E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12" name="pg3212"/>
            <p:cNvSpPr/>
            <p:nvPr/>
          </p:nvSpPr>
          <p:spPr>
            <a:xfrm>
              <a:off x="4659376" y="492440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9EAA">
                <a:alpha val="100000"/>
              </a:srgbClr>
            </a:solidFill>
            <a:ln w="5420" cap="flat">
              <a:solidFill>
                <a:srgbClr val="3B9E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13" name="pg3213"/>
            <p:cNvSpPr/>
            <p:nvPr/>
          </p:nvSpPr>
          <p:spPr>
            <a:xfrm>
              <a:off x="4671013" y="492440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9EAA">
                <a:alpha val="100000"/>
              </a:srgbClr>
            </a:solidFill>
            <a:ln w="5420" cap="flat">
              <a:solidFill>
                <a:srgbClr val="3B9E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14" name="pg3214"/>
            <p:cNvSpPr/>
            <p:nvPr/>
          </p:nvSpPr>
          <p:spPr>
            <a:xfrm>
              <a:off x="4682651" y="492440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9EAA">
                <a:alpha val="100000"/>
              </a:srgbClr>
            </a:solidFill>
            <a:ln w="5420" cap="flat">
              <a:solidFill>
                <a:srgbClr val="3B9E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15" name="pg3215"/>
            <p:cNvSpPr/>
            <p:nvPr/>
          </p:nvSpPr>
          <p:spPr>
            <a:xfrm>
              <a:off x="2925414" y="493870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80D7B8">
                <a:alpha val="100000"/>
              </a:srgbClr>
            </a:solidFill>
            <a:ln w="5420" cap="flat">
              <a:solidFill>
                <a:srgbClr val="80D7B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16" name="pg3216"/>
            <p:cNvSpPr/>
            <p:nvPr/>
          </p:nvSpPr>
          <p:spPr>
            <a:xfrm>
              <a:off x="2937051" y="493870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FD7B8">
                <a:alpha val="100000"/>
              </a:srgbClr>
            </a:solidFill>
            <a:ln w="5420" cap="flat">
              <a:solidFill>
                <a:srgbClr val="7FD7B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17" name="pg3217"/>
            <p:cNvSpPr/>
            <p:nvPr/>
          </p:nvSpPr>
          <p:spPr>
            <a:xfrm>
              <a:off x="2948689" y="493870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ED6B8">
                <a:alpha val="100000"/>
              </a:srgbClr>
            </a:solidFill>
            <a:ln w="5420" cap="flat">
              <a:solidFill>
                <a:srgbClr val="7ED6B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18" name="pg3218"/>
            <p:cNvSpPr/>
            <p:nvPr/>
          </p:nvSpPr>
          <p:spPr>
            <a:xfrm>
              <a:off x="2960326" y="493870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ED6B8">
                <a:alpha val="100000"/>
              </a:srgbClr>
            </a:solidFill>
            <a:ln w="5420" cap="flat">
              <a:solidFill>
                <a:srgbClr val="7ED6B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19" name="pg3219"/>
            <p:cNvSpPr/>
            <p:nvPr/>
          </p:nvSpPr>
          <p:spPr>
            <a:xfrm>
              <a:off x="2971963" y="493870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ED6B8">
                <a:alpha val="100000"/>
              </a:srgbClr>
            </a:solidFill>
            <a:ln w="5420" cap="flat">
              <a:solidFill>
                <a:srgbClr val="7ED6B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20" name="pg3220"/>
            <p:cNvSpPr/>
            <p:nvPr/>
          </p:nvSpPr>
          <p:spPr>
            <a:xfrm>
              <a:off x="2983601" y="493870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FD7B8">
                <a:alpha val="100000"/>
              </a:srgbClr>
            </a:solidFill>
            <a:ln w="5420" cap="flat">
              <a:solidFill>
                <a:srgbClr val="7FD7B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21" name="pg3221"/>
            <p:cNvSpPr/>
            <p:nvPr/>
          </p:nvSpPr>
          <p:spPr>
            <a:xfrm>
              <a:off x="2995238" y="493870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FD7B8">
                <a:alpha val="100000"/>
              </a:srgbClr>
            </a:solidFill>
            <a:ln w="5420" cap="flat">
              <a:solidFill>
                <a:srgbClr val="7FD7B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22" name="pg3222"/>
            <p:cNvSpPr/>
            <p:nvPr/>
          </p:nvSpPr>
          <p:spPr>
            <a:xfrm>
              <a:off x="3006875" y="493870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FD7B8">
                <a:alpha val="100000"/>
              </a:srgbClr>
            </a:solidFill>
            <a:ln w="5420" cap="flat">
              <a:solidFill>
                <a:srgbClr val="7FD7B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23" name="pg3223"/>
            <p:cNvSpPr/>
            <p:nvPr/>
          </p:nvSpPr>
          <p:spPr>
            <a:xfrm>
              <a:off x="3018513" y="493870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FD7B8">
                <a:alpha val="100000"/>
              </a:srgbClr>
            </a:solidFill>
            <a:ln w="5420" cap="flat">
              <a:solidFill>
                <a:srgbClr val="7FD7B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24" name="pg3224"/>
            <p:cNvSpPr/>
            <p:nvPr/>
          </p:nvSpPr>
          <p:spPr>
            <a:xfrm>
              <a:off x="3030150" y="493870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ED6B7">
                <a:alpha val="100000"/>
              </a:srgbClr>
            </a:solidFill>
            <a:ln w="5420" cap="flat">
              <a:solidFill>
                <a:srgbClr val="7ED6B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25" name="pg3225"/>
            <p:cNvSpPr/>
            <p:nvPr/>
          </p:nvSpPr>
          <p:spPr>
            <a:xfrm>
              <a:off x="3041787" y="493870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CD6B7">
                <a:alpha val="100000"/>
              </a:srgbClr>
            </a:solidFill>
            <a:ln w="5420" cap="flat">
              <a:solidFill>
                <a:srgbClr val="7CD6B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26" name="pg3226"/>
            <p:cNvSpPr/>
            <p:nvPr/>
          </p:nvSpPr>
          <p:spPr>
            <a:xfrm>
              <a:off x="3053425" y="493870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AD5B6">
                <a:alpha val="100000"/>
              </a:srgbClr>
            </a:solidFill>
            <a:ln w="5420" cap="flat">
              <a:solidFill>
                <a:srgbClr val="7AD5B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27" name="pg3227"/>
            <p:cNvSpPr/>
            <p:nvPr/>
          </p:nvSpPr>
          <p:spPr>
            <a:xfrm>
              <a:off x="3065062" y="493870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8D5B5">
                <a:alpha val="100000"/>
              </a:srgbClr>
            </a:solidFill>
            <a:ln w="5420" cap="flat">
              <a:solidFill>
                <a:srgbClr val="78D5B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28" name="pg3228"/>
            <p:cNvSpPr/>
            <p:nvPr/>
          </p:nvSpPr>
          <p:spPr>
            <a:xfrm>
              <a:off x="3076699" y="493870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5D4B4">
                <a:alpha val="100000"/>
              </a:srgbClr>
            </a:solidFill>
            <a:ln w="5420" cap="flat">
              <a:solidFill>
                <a:srgbClr val="75D4B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29" name="pg3229"/>
            <p:cNvSpPr/>
            <p:nvPr/>
          </p:nvSpPr>
          <p:spPr>
            <a:xfrm>
              <a:off x="4414992" y="493870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CB1AB">
                <a:alpha val="100000"/>
              </a:srgbClr>
            </a:solidFill>
            <a:ln w="5420" cap="flat">
              <a:solidFill>
                <a:srgbClr val="4CB1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30" name="pg3230"/>
            <p:cNvSpPr/>
            <p:nvPr/>
          </p:nvSpPr>
          <p:spPr>
            <a:xfrm>
              <a:off x="4426630" y="493870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BAFAB">
                <a:alpha val="100000"/>
              </a:srgbClr>
            </a:solidFill>
            <a:ln w="5420" cap="flat">
              <a:solidFill>
                <a:srgbClr val="4BAF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31" name="pg3231"/>
            <p:cNvSpPr/>
            <p:nvPr/>
          </p:nvSpPr>
          <p:spPr>
            <a:xfrm>
              <a:off x="4438267" y="493870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9AEAB">
                <a:alpha val="100000"/>
              </a:srgbClr>
            </a:solidFill>
            <a:ln w="5420" cap="flat">
              <a:solidFill>
                <a:srgbClr val="49AE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32" name="pg3232"/>
            <p:cNvSpPr/>
            <p:nvPr/>
          </p:nvSpPr>
          <p:spPr>
            <a:xfrm>
              <a:off x="4449904" y="493870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8ACAB">
                <a:alpha val="100000"/>
              </a:srgbClr>
            </a:solidFill>
            <a:ln w="5420" cap="flat">
              <a:solidFill>
                <a:srgbClr val="48AC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33" name="pg3233"/>
            <p:cNvSpPr/>
            <p:nvPr/>
          </p:nvSpPr>
          <p:spPr>
            <a:xfrm>
              <a:off x="4461542" y="493870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7ABAA">
                <a:alpha val="100000"/>
              </a:srgbClr>
            </a:solidFill>
            <a:ln w="5420" cap="flat">
              <a:solidFill>
                <a:srgbClr val="47AB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34" name="pg3234"/>
            <p:cNvSpPr/>
            <p:nvPr/>
          </p:nvSpPr>
          <p:spPr>
            <a:xfrm>
              <a:off x="4612827" y="493870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DA0AA">
                <a:alpha val="100000"/>
              </a:srgbClr>
            </a:solidFill>
            <a:ln w="5420" cap="flat">
              <a:solidFill>
                <a:srgbClr val="3DA0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35" name="pg3235"/>
            <p:cNvSpPr/>
            <p:nvPr/>
          </p:nvSpPr>
          <p:spPr>
            <a:xfrm>
              <a:off x="4624464" y="493870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DA0AA">
                <a:alpha val="100000"/>
              </a:srgbClr>
            </a:solidFill>
            <a:ln w="5420" cap="flat">
              <a:solidFill>
                <a:srgbClr val="3DA0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36" name="pg3236"/>
            <p:cNvSpPr/>
            <p:nvPr/>
          </p:nvSpPr>
          <p:spPr>
            <a:xfrm>
              <a:off x="4636101" y="493870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9FAA">
                <a:alpha val="100000"/>
              </a:srgbClr>
            </a:solidFill>
            <a:ln w="5420" cap="flat">
              <a:solidFill>
                <a:srgbClr val="3C9F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37" name="pg3237"/>
            <p:cNvSpPr/>
            <p:nvPr/>
          </p:nvSpPr>
          <p:spPr>
            <a:xfrm>
              <a:off x="4647739" y="493870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9FAA">
                <a:alpha val="100000"/>
              </a:srgbClr>
            </a:solidFill>
            <a:ln w="5420" cap="flat">
              <a:solidFill>
                <a:srgbClr val="3C9F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38" name="pg3238"/>
            <p:cNvSpPr/>
            <p:nvPr/>
          </p:nvSpPr>
          <p:spPr>
            <a:xfrm>
              <a:off x="4659376" y="493870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9EAA">
                <a:alpha val="100000"/>
              </a:srgbClr>
            </a:solidFill>
            <a:ln w="5420" cap="flat">
              <a:solidFill>
                <a:srgbClr val="3C9E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39" name="pg3239"/>
            <p:cNvSpPr/>
            <p:nvPr/>
          </p:nvSpPr>
          <p:spPr>
            <a:xfrm>
              <a:off x="4671013" y="493870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9EAA">
                <a:alpha val="100000"/>
              </a:srgbClr>
            </a:solidFill>
            <a:ln w="5420" cap="flat">
              <a:solidFill>
                <a:srgbClr val="3C9E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40" name="pg3240"/>
            <p:cNvSpPr/>
            <p:nvPr/>
          </p:nvSpPr>
          <p:spPr>
            <a:xfrm>
              <a:off x="4682651" y="493870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9EAA">
                <a:alpha val="100000"/>
              </a:srgbClr>
            </a:solidFill>
            <a:ln w="5420" cap="flat">
              <a:solidFill>
                <a:srgbClr val="3B9E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41" name="pg3241"/>
            <p:cNvSpPr/>
            <p:nvPr/>
          </p:nvSpPr>
          <p:spPr>
            <a:xfrm>
              <a:off x="2925414" y="495300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83D8BA">
                <a:alpha val="100000"/>
              </a:srgbClr>
            </a:solidFill>
            <a:ln w="5420" cap="flat">
              <a:solidFill>
                <a:srgbClr val="83D8B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42" name="pg3242"/>
            <p:cNvSpPr/>
            <p:nvPr/>
          </p:nvSpPr>
          <p:spPr>
            <a:xfrm>
              <a:off x="2937051" y="495300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82D8B9">
                <a:alpha val="100000"/>
              </a:srgbClr>
            </a:solidFill>
            <a:ln w="5420" cap="flat">
              <a:solidFill>
                <a:srgbClr val="82D8B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43" name="pg3243"/>
            <p:cNvSpPr/>
            <p:nvPr/>
          </p:nvSpPr>
          <p:spPr>
            <a:xfrm>
              <a:off x="2948689" y="495300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81D7B9">
                <a:alpha val="100000"/>
              </a:srgbClr>
            </a:solidFill>
            <a:ln w="5420" cap="flat">
              <a:solidFill>
                <a:srgbClr val="81D7B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44" name="pg3244"/>
            <p:cNvSpPr/>
            <p:nvPr/>
          </p:nvSpPr>
          <p:spPr>
            <a:xfrm>
              <a:off x="2960326" y="495300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FD7B8">
                <a:alpha val="100000"/>
              </a:srgbClr>
            </a:solidFill>
            <a:ln w="5420" cap="flat">
              <a:solidFill>
                <a:srgbClr val="7FD7B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45" name="pg3245"/>
            <p:cNvSpPr/>
            <p:nvPr/>
          </p:nvSpPr>
          <p:spPr>
            <a:xfrm>
              <a:off x="2971963" y="495300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FD6B8">
                <a:alpha val="100000"/>
              </a:srgbClr>
            </a:solidFill>
            <a:ln w="5420" cap="flat">
              <a:solidFill>
                <a:srgbClr val="7FD6B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46" name="pg3246"/>
            <p:cNvSpPr/>
            <p:nvPr/>
          </p:nvSpPr>
          <p:spPr>
            <a:xfrm>
              <a:off x="2983601" y="495300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ED6B8">
                <a:alpha val="100000"/>
              </a:srgbClr>
            </a:solidFill>
            <a:ln w="5420" cap="flat">
              <a:solidFill>
                <a:srgbClr val="7ED6B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47" name="pg3247"/>
            <p:cNvSpPr/>
            <p:nvPr/>
          </p:nvSpPr>
          <p:spPr>
            <a:xfrm>
              <a:off x="2995238" y="495300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ED6B7">
                <a:alpha val="100000"/>
              </a:srgbClr>
            </a:solidFill>
            <a:ln w="5420" cap="flat">
              <a:solidFill>
                <a:srgbClr val="7ED6B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48" name="pg3248"/>
            <p:cNvSpPr/>
            <p:nvPr/>
          </p:nvSpPr>
          <p:spPr>
            <a:xfrm>
              <a:off x="3006875" y="495300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ED6B7">
                <a:alpha val="100000"/>
              </a:srgbClr>
            </a:solidFill>
            <a:ln w="5420" cap="flat">
              <a:solidFill>
                <a:srgbClr val="7ED6B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49" name="pg3249"/>
            <p:cNvSpPr/>
            <p:nvPr/>
          </p:nvSpPr>
          <p:spPr>
            <a:xfrm>
              <a:off x="3018513" y="495300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DD6B7">
                <a:alpha val="100000"/>
              </a:srgbClr>
            </a:solidFill>
            <a:ln w="5420" cap="flat">
              <a:solidFill>
                <a:srgbClr val="7DD6B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50" name="pg3250"/>
            <p:cNvSpPr/>
            <p:nvPr/>
          </p:nvSpPr>
          <p:spPr>
            <a:xfrm>
              <a:off x="3030150" y="495300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CD6B7">
                <a:alpha val="100000"/>
              </a:srgbClr>
            </a:solidFill>
            <a:ln w="5420" cap="flat">
              <a:solidFill>
                <a:srgbClr val="7CD6B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51" name="pg3251"/>
            <p:cNvSpPr/>
            <p:nvPr/>
          </p:nvSpPr>
          <p:spPr>
            <a:xfrm>
              <a:off x="3041787" y="495300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BD5B6">
                <a:alpha val="100000"/>
              </a:srgbClr>
            </a:solidFill>
            <a:ln w="5420" cap="flat">
              <a:solidFill>
                <a:srgbClr val="7BD5B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52" name="pg3252"/>
            <p:cNvSpPr/>
            <p:nvPr/>
          </p:nvSpPr>
          <p:spPr>
            <a:xfrm>
              <a:off x="3053425" y="495300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9D5B6">
                <a:alpha val="100000"/>
              </a:srgbClr>
            </a:solidFill>
            <a:ln w="5420" cap="flat">
              <a:solidFill>
                <a:srgbClr val="79D5B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53" name="pg3253"/>
            <p:cNvSpPr/>
            <p:nvPr/>
          </p:nvSpPr>
          <p:spPr>
            <a:xfrm>
              <a:off x="4414992" y="495300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CB1AB">
                <a:alpha val="100000"/>
              </a:srgbClr>
            </a:solidFill>
            <a:ln w="5420" cap="flat">
              <a:solidFill>
                <a:srgbClr val="4CB1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54" name="pg3254"/>
            <p:cNvSpPr/>
            <p:nvPr/>
          </p:nvSpPr>
          <p:spPr>
            <a:xfrm>
              <a:off x="4426630" y="495300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BB0AB">
                <a:alpha val="100000"/>
              </a:srgbClr>
            </a:solidFill>
            <a:ln w="5420" cap="flat">
              <a:solidFill>
                <a:srgbClr val="4BB0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55" name="pg3255"/>
            <p:cNvSpPr/>
            <p:nvPr/>
          </p:nvSpPr>
          <p:spPr>
            <a:xfrm>
              <a:off x="4438267" y="495300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AAEAB">
                <a:alpha val="100000"/>
              </a:srgbClr>
            </a:solidFill>
            <a:ln w="5420" cap="flat">
              <a:solidFill>
                <a:srgbClr val="4AAE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56" name="pg3256"/>
            <p:cNvSpPr/>
            <p:nvPr/>
          </p:nvSpPr>
          <p:spPr>
            <a:xfrm>
              <a:off x="4449904" y="495300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9ADAB">
                <a:alpha val="100000"/>
              </a:srgbClr>
            </a:solidFill>
            <a:ln w="5420" cap="flat">
              <a:solidFill>
                <a:srgbClr val="49AD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57" name="pg3257"/>
            <p:cNvSpPr/>
            <p:nvPr/>
          </p:nvSpPr>
          <p:spPr>
            <a:xfrm>
              <a:off x="4461542" y="495300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8ACAA">
                <a:alpha val="100000"/>
              </a:srgbClr>
            </a:solidFill>
            <a:ln w="5420" cap="flat">
              <a:solidFill>
                <a:srgbClr val="48AC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58" name="pg3258"/>
            <p:cNvSpPr/>
            <p:nvPr/>
          </p:nvSpPr>
          <p:spPr>
            <a:xfrm>
              <a:off x="4624464" y="495300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EA1AA">
                <a:alpha val="100000"/>
              </a:srgbClr>
            </a:solidFill>
            <a:ln w="5420" cap="flat">
              <a:solidFill>
                <a:srgbClr val="3EA1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59" name="pg3259"/>
            <p:cNvSpPr/>
            <p:nvPr/>
          </p:nvSpPr>
          <p:spPr>
            <a:xfrm>
              <a:off x="4636101" y="495300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DA0AA">
                <a:alpha val="100000"/>
              </a:srgbClr>
            </a:solidFill>
            <a:ln w="5420" cap="flat">
              <a:solidFill>
                <a:srgbClr val="3DA0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60" name="pg3260"/>
            <p:cNvSpPr/>
            <p:nvPr/>
          </p:nvSpPr>
          <p:spPr>
            <a:xfrm>
              <a:off x="4647739" y="495300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DA0AA">
                <a:alpha val="100000"/>
              </a:srgbClr>
            </a:solidFill>
            <a:ln w="5420" cap="flat">
              <a:solidFill>
                <a:srgbClr val="3DA0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61" name="pg3261"/>
            <p:cNvSpPr/>
            <p:nvPr/>
          </p:nvSpPr>
          <p:spPr>
            <a:xfrm>
              <a:off x="4659376" y="495300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D9FAA">
                <a:alpha val="100000"/>
              </a:srgbClr>
            </a:solidFill>
            <a:ln w="5420" cap="flat">
              <a:solidFill>
                <a:srgbClr val="3D9F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62" name="pg3262"/>
            <p:cNvSpPr/>
            <p:nvPr/>
          </p:nvSpPr>
          <p:spPr>
            <a:xfrm>
              <a:off x="4671013" y="495300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9FAA">
                <a:alpha val="100000"/>
              </a:srgbClr>
            </a:solidFill>
            <a:ln w="5420" cap="flat">
              <a:solidFill>
                <a:srgbClr val="3C9F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63" name="pg3263"/>
            <p:cNvSpPr/>
            <p:nvPr/>
          </p:nvSpPr>
          <p:spPr>
            <a:xfrm>
              <a:off x="4682651" y="495300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9FAA">
                <a:alpha val="100000"/>
              </a:srgbClr>
            </a:solidFill>
            <a:ln w="5420" cap="flat">
              <a:solidFill>
                <a:srgbClr val="3C9F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64" name="pg3264"/>
            <p:cNvSpPr/>
            <p:nvPr/>
          </p:nvSpPr>
          <p:spPr>
            <a:xfrm>
              <a:off x="2890502" y="496730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86D9BB">
                <a:alpha val="100000"/>
              </a:srgbClr>
            </a:solidFill>
            <a:ln w="5420" cap="flat">
              <a:solidFill>
                <a:srgbClr val="86D9B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65" name="pg3265"/>
            <p:cNvSpPr/>
            <p:nvPr/>
          </p:nvSpPr>
          <p:spPr>
            <a:xfrm>
              <a:off x="2902139" y="496730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87D9BB">
                <a:alpha val="100000"/>
              </a:srgbClr>
            </a:solidFill>
            <a:ln w="5420" cap="flat">
              <a:solidFill>
                <a:srgbClr val="87D9B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66" name="pg3266"/>
            <p:cNvSpPr/>
            <p:nvPr/>
          </p:nvSpPr>
          <p:spPr>
            <a:xfrm>
              <a:off x="2913777" y="496730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86D9BB">
                <a:alpha val="100000"/>
              </a:srgbClr>
            </a:solidFill>
            <a:ln w="5420" cap="flat">
              <a:solidFill>
                <a:srgbClr val="86D9B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67" name="pg3267"/>
            <p:cNvSpPr/>
            <p:nvPr/>
          </p:nvSpPr>
          <p:spPr>
            <a:xfrm>
              <a:off x="2925414" y="496730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85D8BB">
                <a:alpha val="100000"/>
              </a:srgbClr>
            </a:solidFill>
            <a:ln w="5420" cap="flat">
              <a:solidFill>
                <a:srgbClr val="85D8B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68" name="pg3268"/>
            <p:cNvSpPr/>
            <p:nvPr/>
          </p:nvSpPr>
          <p:spPr>
            <a:xfrm>
              <a:off x="2937051" y="496730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84D8BA">
                <a:alpha val="100000"/>
              </a:srgbClr>
            </a:solidFill>
            <a:ln w="5420" cap="flat">
              <a:solidFill>
                <a:srgbClr val="84D8B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69" name="pg3269"/>
            <p:cNvSpPr/>
            <p:nvPr/>
          </p:nvSpPr>
          <p:spPr>
            <a:xfrm>
              <a:off x="2948689" y="496730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82D7B9">
                <a:alpha val="100000"/>
              </a:srgbClr>
            </a:solidFill>
            <a:ln w="5420" cap="flat">
              <a:solidFill>
                <a:srgbClr val="82D7B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70" name="pg3270"/>
            <p:cNvSpPr/>
            <p:nvPr/>
          </p:nvSpPr>
          <p:spPr>
            <a:xfrm>
              <a:off x="2960326" y="496730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80D7B8">
                <a:alpha val="100000"/>
              </a:srgbClr>
            </a:solidFill>
            <a:ln w="5420" cap="flat">
              <a:solidFill>
                <a:srgbClr val="80D7B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71" name="pg3271"/>
            <p:cNvSpPr/>
            <p:nvPr/>
          </p:nvSpPr>
          <p:spPr>
            <a:xfrm>
              <a:off x="2971963" y="496730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FD7B8">
                <a:alpha val="100000"/>
              </a:srgbClr>
            </a:solidFill>
            <a:ln w="5420" cap="flat">
              <a:solidFill>
                <a:srgbClr val="7FD7B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72" name="pg3272"/>
            <p:cNvSpPr/>
            <p:nvPr/>
          </p:nvSpPr>
          <p:spPr>
            <a:xfrm>
              <a:off x="2983601" y="496730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ED6B7">
                <a:alpha val="100000"/>
              </a:srgbClr>
            </a:solidFill>
            <a:ln w="5420" cap="flat">
              <a:solidFill>
                <a:srgbClr val="7ED6B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73" name="pg3273"/>
            <p:cNvSpPr/>
            <p:nvPr/>
          </p:nvSpPr>
          <p:spPr>
            <a:xfrm>
              <a:off x="2995238" y="496730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DD6B7">
                <a:alpha val="100000"/>
              </a:srgbClr>
            </a:solidFill>
            <a:ln w="5420" cap="flat">
              <a:solidFill>
                <a:srgbClr val="7DD6B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74" name="pg3274"/>
            <p:cNvSpPr/>
            <p:nvPr/>
          </p:nvSpPr>
          <p:spPr>
            <a:xfrm>
              <a:off x="3006875" y="496730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CD6B7">
                <a:alpha val="100000"/>
              </a:srgbClr>
            </a:solidFill>
            <a:ln w="5420" cap="flat">
              <a:solidFill>
                <a:srgbClr val="7CD6B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75" name="pg3275"/>
            <p:cNvSpPr/>
            <p:nvPr/>
          </p:nvSpPr>
          <p:spPr>
            <a:xfrm>
              <a:off x="3018513" y="496730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CD6B7">
                <a:alpha val="100000"/>
              </a:srgbClr>
            </a:solidFill>
            <a:ln w="5420" cap="flat">
              <a:solidFill>
                <a:srgbClr val="7CD6B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76" name="pg3276"/>
            <p:cNvSpPr/>
            <p:nvPr/>
          </p:nvSpPr>
          <p:spPr>
            <a:xfrm>
              <a:off x="3030150" y="496730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BD6B6">
                <a:alpha val="100000"/>
              </a:srgbClr>
            </a:solidFill>
            <a:ln w="5420" cap="flat">
              <a:solidFill>
                <a:srgbClr val="7BD6B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77" name="pg3277"/>
            <p:cNvSpPr/>
            <p:nvPr/>
          </p:nvSpPr>
          <p:spPr>
            <a:xfrm>
              <a:off x="4414992" y="496730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CB1AB">
                <a:alpha val="100000"/>
              </a:srgbClr>
            </a:solidFill>
            <a:ln w="5420" cap="flat">
              <a:solidFill>
                <a:srgbClr val="4CB1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78" name="pg3278"/>
            <p:cNvSpPr/>
            <p:nvPr/>
          </p:nvSpPr>
          <p:spPr>
            <a:xfrm>
              <a:off x="4426630" y="496730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BB0AB">
                <a:alpha val="100000"/>
              </a:srgbClr>
            </a:solidFill>
            <a:ln w="5420" cap="flat">
              <a:solidFill>
                <a:srgbClr val="4BB0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79" name="pg3279"/>
            <p:cNvSpPr/>
            <p:nvPr/>
          </p:nvSpPr>
          <p:spPr>
            <a:xfrm>
              <a:off x="4438267" y="496730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AAEAB">
                <a:alpha val="100000"/>
              </a:srgbClr>
            </a:solidFill>
            <a:ln w="5420" cap="flat">
              <a:solidFill>
                <a:srgbClr val="4AAE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80" name="pg3280"/>
            <p:cNvSpPr/>
            <p:nvPr/>
          </p:nvSpPr>
          <p:spPr>
            <a:xfrm>
              <a:off x="4449904" y="496730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9ADAB">
                <a:alpha val="100000"/>
              </a:srgbClr>
            </a:solidFill>
            <a:ln w="5420" cap="flat">
              <a:solidFill>
                <a:srgbClr val="49AD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81" name="pg3281"/>
            <p:cNvSpPr/>
            <p:nvPr/>
          </p:nvSpPr>
          <p:spPr>
            <a:xfrm>
              <a:off x="4461542" y="496730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8ACAA">
                <a:alpha val="100000"/>
              </a:srgbClr>
            </a:solidFill>
            <a:ln w="5420" cap="flat">
              <a:solidFill>
                <a:srgbClr val="48AC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82" name="pg3282"/>
            <p:cNvSpPr/>
            <p:nvPr/>
          </p:nvSpPr>
          <p:spPr>
            <a:xfrm>
              <a:off x="4624464" y="496730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EA1AA">
                <a:alpha val="100000"/>
              </a:srgbClr>
            </a:solidFill>
            <a:ln w="5420" cap="flat">
              <a:solidFill>
                <a:srgbClr val="3EA1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83" name="pg3283"/>
            <p:cNvSpPr/>
            <p:nvPr/>
          </p:nvSpPr>
          <p:spPr>
            <a:xfrm>
              <a:off x="4636101" y="496730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EA0AA">
                <a:alpha val="100000"/>
              </a:srgbClr>
            </a:solidFill>
            <a:ln w="5420" cap="flat">
              <a:solidFill>
                <a:srgbClr val="3EA0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84" name="pg3284"/>
            <p:cNvSpPr/>
            <p:nvPr/>
          </p:nvSpPr>
          <p:spPr>
            <a:xfrm>
              <a:off x="4647739" y="496730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DA0AA">
                <a:alpha val="100000"/>
              </a:srgbClr>
            </a:solidFill>
            <a:ln w="5420" cap="flat">
              <a:solidFill>
                <a:srgbClr val="3DA0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85" name="pg3285"/>
            <p:cNvSpPr/>
            <p:nvPr/>
          </p:nvSpPr>
          <p:spPr>
            <a:xfrm>
              <a:off x="4659376" y="496730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DA0AA">
                <a:alpha val="100000"/>
              </a:srgbClr>
            </a:solidFill>
            <a:ln w="5420" cap="flat">
              <a:solidFill>
                <a:srgbClr val="3DA0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86" name="pg3286"/>
            <p:cNvSpPr/>
            <p:nvPr/>
          </p:nvSpPr>
          <p:spPr>
            <a:xfrm>
              <a:off x="4671013" y="496730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D9FAA">
                <a:alpha val="100000"/>
              </a:srgbClr>
            </a:solidFill>
            <a:ln w="5420" cap="flat">
              <a:solidFill>
                <a:srgbClr val="3D9F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87" name="pg3287"/>
            <p:cNvSpPr/>
            <p:nvPr/>
          </p:nvSpPr>
          <p:spPr>
            <a:xfrm>
              <a:off x="4682651" y="496730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D9FAA">
                <a:alpha val="100000"/>
              </a:srgbClr>
            </a:solidFill>
            <a:ln w="5420" cap="flat">
              <a:solidFill>
                <a:srgbClr val="3D9F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88" name="pg3288"/>
            <p:cNvSpPr/>
            <p:nvPr/>
          </p:nvSpPr>
          <p:spPr>
            <a:xfrm>
              <a:off x="2890502" y="498160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88D9BC">
                <a:alpha val="100000"/>
              </a:srgbClr>
            </a:solidFill>
            <a:ln w="5420" cap="flat">
              <a:solidFill>
                <a:srgbClr val="88D9B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89" name="pg3289"/>
            <p:cNvSpPr/>
            <p:nvPr/>
          </p:nvSpPr>
          <p:spPr>
            <a:xfrm>
              <a:off x="2902139" y="498160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88D9BC">
                <a:alpha val="100000"/>
              </a:srgbClr>
            </a:solidFill>
            <a:ln w="5420" cap="flat">
              <a:solidFill>
                <a:srgbClr val="88D9B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90" name="pg3290"/>
            <p:cNvSpPr/>
            <p:nvPr/>
          </p:nvSpPr>
          <p:spPr>
            <a:xfrm>
              <a:off x="2913777" y="498160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87D9BB">
                <a:alpha val="100000"/>
              </a:srgbClr>
            </a:solidFill>
            <a:ln w="5420" cap="flat">
              <a:solidFill>
                <a:srgbClr val="87D9B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91" name="pg3291"/>
            <p:cNvSpPr/>
            <p:nvPr/>
          </p:nvSpPr>
          <p:spPr>
            <a:xfrm>
              <a:off x="2925414" y="498160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86D9BB">
                <a:alpha val="100000"/>
              </a:srgbClr>
            </a:solidFill>
            <a:ln w="5420" cap="flat">
              <a:solidFill>
                <a:srgbClr val="86D9B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92" name="pg3292"/>
            <p:cNvSpPr/>
            <p:nvPr/>
          </p:nvSpPr>
          <p:spPr>
            <a:xfrm>
              <a:off x="2937051" y="498160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85D8BA">
                <a:alpha val="100000"/>
              </a:srgbClr>
            </a:solidFill>
            <a:ln w="5420" cap="flat">
              <a:solidFill>
                <a:srgbClr val="85D8B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93" name="pg3293"/>
            <p:cNvSpPr/>
            <p:nvPr/>
          </p:nvSpPr>
          <p:spPr>
            <a:xfrm>
              <a:off x="2948689" y="498160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83D8BA">
                <a:alpha val="100000"/>
              </a:srgbClr>
            </a:solidFill>
            <a:ln w="5420" cap="flat">
              <a:solidFill>
                <a:srgbClr val="83D8B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94" name="pg3294"/>
            <p:cNvSpPr/>
            <p:nvPr/>
          </p:nvSpPr>
          <p:spPr>
            <a:xfrm>
              <a:off x="2960326" y="498160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81D7B9">
                <a:alpha val="100000"/>
              </a:srgbClr>
            </a:solidFill>
            <a:ln w="5420" cap="flat">
              <a:solidFill>
                <a:srgbClr val="81D7B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95" name="pg3295"/>
            <p:cNvSpPr/>
            <p:nvPr/>
          </p:nvSpPr>
          <p:spPr>
            <a:xfrm>
              <a:off x="2971963" y="498160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FD7B8">
                <a:alpha val="100000"/>
              </a:srgbClr>
            </a:solidFill>
            <a:ln w="5420" cap="flat">
              <a:solidFill>
                <a:srgbClr val="7FD7B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96" name="pg3296"/>
            <p:cNvSpPr/>
            <p:nvPr/>
          </p:nvSpPr>
          <p:spPr>
            <a:xfrm>
              <a:off x="2983601" y="498160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ED6B7">
                <a:alpha val="100000"/>
              </a:srgbClr>
            </a:solidFill>
            <a:ln w="5420" cap="flat">
              <a:solidFill>
                <a:srgbClr val="7ED6B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97" name="pg3297"/>
            <p:cNvSpPr/>
            <p:nvPr/>
          </p:nvSpPr>
          <p:spPr>
            <a:xfrm>
              <a:off x="4403355" y="498160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DB2AB">
                <a:alpha val="100000"/>
              </a:srgbClr>
            </a:solidFill>
            <a:ln w="5420" cap="flat">
              <a:solidFill>
                <a:srgbClr val="4DB2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98" name="pg3298"/>
            <p:cNvSpPr/>
            <p:nvPr/>
          </p:nvSpPr>
          <p:spPr>
            <a:xfrm>
              <a:off x="4414992" y="498160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CB1AB">
                <a:alpha val="100000"/>
              </a:srgbClr>
            </a:solidFill>
            <a:ln w="5420" cap="flat">
              <a:solidFill>
                <a:srgbClr val="4CB1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99" name="pg3299"/>
            <p:cNvSpPr/>
            <p:nvPr/>
          </p:nvSpPr>
          <p:spPr>
            <a:xfrm>
              <a:off x="4426630" y="498160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BB0AB">
                <a:alpha val="100000"/>
              </a:srgbClr>
            </a:solidFill>
            <a:ln w="5420" cap="flat">
              <a:solidFill>
                <a:srgbClr val="4BB0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00" name="pg3300"/>
            <p:cNvSpPr/>
            <p:nvPr/>
          </p:nvSpPr>
          <p:spPr>
            <a:xfrm>
              <a:off x="4438267" y="498160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AAEAB">
                <a:alpha val="100000"/>
              </a:srgbClr>
            </a:solidFill>
            <a:ln w="5420" cap="flat">
              <a:solidFill>
                <a:srgbClr val="4AAE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01" name="pg3301"/>
            <p:cNvSpPr/>
            <p:nvPr/>
          </p:nvSpPr>
          <p:spPr>
            <a:xfrm>
              <a:off x="4449904" y="498160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9ADAB">
                <a:alpha val="100000"/>
              </a:srgbClr>
            </a:solidFill>
            <a:ln w="5420" cap="flat">
              <a:solidFill>
                <a:srgbClr val="49AD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02" name="pg3302"/>
            <p:cNvSpPr/>
            <p:nvPr/>
          </p:nvSpPr>
          <p:spPr>
            <a:xfrm>
              <a:off x="4624464" y="498160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FA1AA">
                <a:alpha val="100000"/>
              </a:srgbClr>
            </a:solidFill>
            <a:ln w="5420" cap="flat">
              <a:solidFill>
                <a:srgbClr val="3FA1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03" name="pg3303"/>
            <p:cNvSpPr/>
            <p:nvPr/>
          </p:nvSpPr>
          <p:spPr>
            <a:xfrm>
              <a:off x="4636101" y="498160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EA1AA">
                <a:alpha val="100000"/>
              </a:srgbClr>
            </a:solidFill>
            <a:ln w="5420" cap="flat">
              <a:solidFill>
                <a:srgbClr val="3EA1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04" name="pg3304"/>
            <p:cNvSpPr/>
            <p:nvPr/>
          </p:nvSpPr>
          <p:spPr>
            <a:xfrm>
              <a:off x="4647739" y="498160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EA0AA">
                <a:alpha val="100000"/>
              </a:srgbClr>
            </a:solidFill>
            <a:ln w="5420" cap="flat">
              <a:solidFill>
                <a:srgbClr val="3EA0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05" name="pg3305"/>
            <p:cNvSpPr/>
            <p:nvPr/>
          </p:nvSpPr>
          <p:spPr>
            <a:xfrm>
              <a:off x="4659376" y="498160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DA0AA">
                <a:alpha val="100000"/>
              </a:srgbClr>
            </a:solidFill>
            <a:ln w="5420" cap="flat">
              <a:solidFill>
                <a:srgbClr val="3DA0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06" name="pg3306"/>
            <p:cNvSpPr/>
            <p:nvPr/>
          </p:nvSpPr>
          <p:spPr>
            <a:xfrm>
              <a:off x="4671013" y="498160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DA0AA">
                <a:alpha val="100000"/>
              </a:srgbClr>
            </a:solidFill>
            <a:ln w="5420" cap="flat">
              <a:solidFill>
                <a:srgbClr val="3DA0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07" name="pg3307"/>
            <p:cNvSpPr/>
            <p:nvPr/>
          </p:nvSpPr>
          <p:spPr>
            <a:xfrm>
              <a:off x="4682651" y="498160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DA0AA">
                <a:alpha val="100000"/>
              </a:srgbClr>
            </a:solidFill>
            <a:ln w="5420" cap="flat">
              <a:solidFill>
                <a:srgbClr val="3DA0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08" name="pg3308"/>
            <p:cNvSpPr/>
            <p:nvPr/>
          </p:nvSpPr>
          <p:spPr>
            <a:xfrm>
              <a:off x="2878865" y="499590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87D9BB">
                <a:alpha val="100000"/>
              </a:srgbClr>
            </a:solidFill>
            <a:ln w="5420" cap="flat">
              <a:solidFill>
                <a:srgbClr val="87D9B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09" name="pg3309"/>
            <p:cNvSpPr/>
            <p:nvPr/>
          </p:nvSpPr>
          <p:spPr>
            <a:xfrm>
              <a:off x="2890502" y="499590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88D9BC">
                <a:alpha val="100000"/>
              </a:srgbClr>
            </a:solidFill>
            <a:ln w="5420" cap="flat">
              <a:solidFill>
                <a:srgbClr val="88D9B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10" name="pg3310"/>
            <p:cNvSpPr/>
            <p:nvPr/>
          </p:nvSpPr>
          <p:spPr>
            <a:xfrm>
              <a:off x="2902139" y="499590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88D9BC">
                <a:alpha val="100000"/>
              </a:srgbClr>
            </a:solidFill>
            <a:ln w="5420" cap="flat">
              <a:solidFill>
                <a:srgbClr val="88D9B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11" name="pg3311"/>
            <p:cNvSpPr/>
            <p:nvPr/>
          </p:nvSpPr>
          <p:spPr>
            <a:xfrm>
              <a:off x="2913777" y="499590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88D9BC">
                <a:alpha val="100000"/>
              </a:srgbClr>
            </a:solidFill>
            <a:ln w="5420" cap="flat">
              <a:solidFill>
                <a:srgbClr val="88D9B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12" name="pg3312"/>
            <p:cNvSpPr/>
            <p:nvPr/>
          </p:nvSpPr>
          <p:spPr>
            <a:xfrm>
              <a:off x="2925414" y="499590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87D9BB">
                <a:alpha val="100000"/>
              </a:srgbClr>
            </a:solidFill>
            <a:ln w="5420" cap="flat">
              <a:solidFill>
                <a:srgbClr val="87D9B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13" name="pg3313"/>
            <p:cNvSpPr/>
            <p:nvPr/>
          </p:nvSpPr>
          <p:spPr>
            <a:xfrm>
              <a:off x="2937051" y="499590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85D9BB">
                <a:alpha val="100000"/>
              </a:srgbClr>
            </a:solidFill>
            <a:ln w="5420" cap="flat">
              <a:solidFill>
                <a:srgbClr val="85D9B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14" name="pg3314"/>
            <p:cNvSpPr/>
            <p:nvPr/>
          </p:nvSpPr>
          <p:spPr>
            <a:xfrm>
              <a:off x="2948689" y="499590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83D8BA">
                <a:alpha val="100000"/>
              </a:srgbClr>
            </a:solidFill>
            <a:ln w="5420" cap="flat">
              <a:solidFill>
                <a:srgbClr val="83D8B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15" name="pg3315"/>
            <p:cNvSpPr/>
            <p:nvPr/>
          </p:nvSpPr>
          <p:spPr>
            <a:xfrm>
              <a:off x="2960326" y="499590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81D7B9">
                <a:alpha val="100000"/>
              </a:srgbClr>
            </a:solidFill>
            <a:ln w="5420" cap="flat">
              <a:solidFill>
                <a:srgbClr val="81D7B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16" name="pg3316"/>
            <p:cNvSpPr/>
            <p:nvPr/>
          </p:nvSpPr>
          <p:spPr>
            <a:xfrm>
              <a:off x="4403355" y="499590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DB2AB">
                <a:alpha val="100000"/>
              </a:srgbClr>
            </a:solidFill>
            <a:ln w="5420" cap="flat">
              <a:solidFill>
                <a:srgbClr val="4DB2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17" name="pg3317"/>
            <p:cNvSpPr/>
            <p:nvPr/>
          </p:nvSpPr>
          <p:spPr>
            <a:xfrm>
              <a:off x="4414992" y="499590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CB1AB">
                <a:alpha val="100000"/>
              </a:srgbClr>
            </a:solidFill>
            <a:ln w="5420" cap="flat">
              <a:solidFill>
                <a:srgbClr val="4CB1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18" name="pg3318"/>
            <p:cNvSpPr/>
            <p:nvPr/>
          </p:nvSpPr>
          <p:spPr>
            <a:xfrm>
              <a:off x="4426630" y="499590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BB0AB">
                <a:alpha val="100000"/>
              </a:srgbClr>
            </a:solidFill>
            <a:ln w="5420" cap="flat">
              <a:solidFill>
                <a:srgbClr val="4BB0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19" name="pg3319"/>
            <p:cNvSpPr/>
            <p:nvPr/>
          </p:nvSpPr>
          <p:spPr>
            <a:xfrm>
              <a:off x="4438267" y="499590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AAEAB">
                <a:alpha val="100000"/>
              </a:srgbClr>
            </a:solidFill>
            <a:ln w="5420" cap="flat">
              <a:solidFill>
                <a:srgbClr val="4AAE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20" name="pg3320"/>
            <p:cNvSpPr/>
            <p:nvPr/>
          </p:nvSpPr>
          <p:spPr>
            <a:xfrm>
              <a:off x="4449904" y="499590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9ADAB">
                <a:alpha val="100000"/>
              </a:srgbClr>
            </a:solidFill>
            <a:ln w="5420" cap="flat">
              <a:solidFill>
                <a:srgbClr val="49AD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21" name="pg3321"/>
            <p:cNvSpPr/>
            <p:nvPr/>
          </p:nvSpPr>
          <p:spPr>
            <a:xfrm>
              <a:off x="4461542" y="499590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8ACAB">
                <a:alpha val="100000"/>
              </a:srgbClr>
            </a:solidFill>
            <a:ln w="5420" cap="flat">
              <a:solidFill>
                <a:srgbClr val="48AC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22" name="pg3322"/>
            <p:cNvSpPr/>
            <p:nvPr/>
          </p:nvSpPr>
          <p:spPr>
            <a:xfrm>
              <a:off x="4473179" y="499590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7ABAA">
                <a:alpha val="100000"/>
              </a:srgbClr>
            </a:solidFill>
            <a:ln w="5420" cap="flat">
              <a:solidFill>
                <a:srgbClr val="47AB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23" name="pg3323"/>
            <p:cNvSpPr/>
            <p:nvPr/>
          </p:nvSpPr>
          <p:spPr>
            <a:xfrm>
              <a:off x="4636101" y="499590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EA1AA">
                <a:alpha val="100000"/>
              </a:srgbClr>
            </a:solidFill>
            <a:ln w="5420" cap="flat">
              <a:solidFill>
                <a:srgbClr val="3EA1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24" name="pg3324"/>
            <p:cNvSpPr/>
            <p:nvPr/>
          </p:nvSpPr>
          <p:spPr>
            <a:xfrm>
              <a:off x="4647739" y="499590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EA1AA">
                <a:alpha val="100000"/>
              </a:srgbClr>
            </a:solidFill>
            <a:ln w="5420" cap="flat">
              <a:solidFill>
                <a:srgbClr val="3EA1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25" name="pg3325"/>
            <p:cNvSpPr/>
            <p:nvPr/>
          </p:nvSpPr>
          <p:spPr>
            <a:xfrm>
              <a:off x="4659376" y="499590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EA1AA">
                <a:alpha val="100000"/>
              </a:srgbClr>
            </a:solidFill>
            <a:ln w="5420" cap="flat">
              <a:solidFill>
                <a:srgbClr val="3EA1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26" name="pg3326"/>
            <p:cNvSpPr/>
            <p:nvPr/>
          </p:nvSpPr>
          <p:spPr>
            <a:xfrm>
              <a:off x="4671013" y="499590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EA0AA">
                <a:alpha val="100000"/>
              </a:srgbClr>
            </a:solidFill>
            <a:ln w="5420" cap="flat">
              <a:solidFill>
                <a:srgbClr val="3EA0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27" name="pg3327"/>
            <p:cNvSpPr/>
            <p:nvPr/>
          </p:nvSpPr>
          <p:spPr>
            <a:xfrm>
              <a:off x="4682651" y="499590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DA0AA">
                <a:alpha val="100000"/>
              </a:srgbClr>
            </a:solidFill>
            <a:ln w="5420" cap="flat">
              <a:solidFill>
                <a:srgbClr val="3DA0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28" name="pg3328"/>
            <p:cNvSpPr/>
            <p:nvPr/>
          </p:nvSpPr>
          <p:spPr>
            <a:xfrm>
              <a:off x="2867227" y="501020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84D8BA">
                <a:alpha val="100000"/>
              </a:srgbClr>
            </a:solidFill>
            <a:ln w="5420" cap="flat">
              <a:solidFill>
                <a:srgbClr val="84D8B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29" name="pg3329"/>
            <p:cNvSpPr/>
            <p:nvPr/>
          </p:nvSpPr>
          <p:spPr>
            <a:xfrm>
              <a:off x="2878865" y="501020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87D9BB">
                <a:alpha val="100000"/>
              </a:srgbClr>
            </a:solidFill>
            <a:ln w="5420" cap="flat">
              <a:solidFill>
                <a:srgbClr val="87D9B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30" name="pg3330"/>
            <p:cNvSpPr/>
            <p:nvPr/>
          </p:nvSpPr>
          <p:spPr>
            <a:xfrm>
              <a:off x="2890502" y="501020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88D9BC">
                <a:alpha val="100000"/>
              </a:srgbClr>
            </a:solidFill>
            <a:ln w="5420" cap="flat">
              <a:solidFill>
                <a:srgbClr val="88D9B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31" name="pg3331"/>
            <p:cNvSpPr/>
            <p:nvPr/>
          </p:nvSpPr>
          <p:spPr>
            <a:xfrm>
              <a:off x="2902139" y="501020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88D9BC">
                <a:alpha val="100000"/>
              </a:srgbClr>
            </a:solidFill>
            <a:ln w="5420" cap="flat">
              <a:solidFill>
                <a:srgbClr val="88D9B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32" name="pg3332"/>
            <p:cNvSpPr/>
            <p:nvPr/>
          </p:nvSpPr>
          <p:spPr>
            <a:xfrm>
              <a:off x="2913777" y="501020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87D9BC">
                <a:alpha val="100000"/>
              </a:srgbClr>
            </a:solidFill>
            <a:ln w="5420" cap="flat">
              <a:solidFill>
                <a:srgbClr val="87D9B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33" name="pg3333"/>
            <p:cNvSpPr/>
            <p:nvPr/>
          </p:nvSpPr>
          <p:spPr>
            <a:xfrm>
              <a:off x="2925414" y="501020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87D9BB">
                <a:alpha val="100000"/>
              </a:srgbClr>
            </a:solidFill>
            <a:ln w="5420" cap="flat">
              <a:solidFill>
                <a:srgbClr val="87D9B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34" name="pg3334"/>
            <p:cNvSpPr/>
            <p:nvPr/>
          </p:nvSpPr>
          <p:spPr>
            <a:xfrm>
              <a:off x="2937051" y="501020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85D8BA">
                <a:alpha val="100000"/>
              </a:srgbClr>
            </a:solidFill>
            <a:ln w="5420" cap="flat">
              <a:solidFill>
                <a:srgbClr val="85D8B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35" name="pg3335"/>
            <p:cNvSpPr/>
            <p:nvPr/>
          </p:nvSpPr>
          <p:spPr>
            <a:xfrm>
              <a:off x="2948689" y="501020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83D8BA">
                <a:alpha val="100000"/>
              </a:srgbClr>
            </a:solidFill>
            <a:ln w="5420" cap="flat">
              <a:solidFill>
                <a:srgbClr val="83D8B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36" name="pg3336"/>
            <p:cNvSpPr/>
            <p:nvPr/>
          </p:nvSpPr>
          <p:spPr>
            <a:xfrm>
              <a:off x="4403355" y="501020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DB2AB">
                <a:alpha val="100000"/>
              </a:srgbClr>
            </a:solidFill>
            <a:ln w="5420" cap="flat">
              <a:solidFill>
                <a:srgbClr val="4DB2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37" name="pg3337"/>
            <p:cNvSpPr/>
            <p:nvPr/>
          </p:nvSpPr>
          <p:spPr>
            <a:xfrm>
              <a:off x="4414992" y="501020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CB1AB">
                <a:alpha val="100000"/>
              </a:srgbClr>
            </a:solidFill>
            <a:ln w="5420" cap="flat">
              <a:solidFill>
                <a:srgbClr val="4CB1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38" name="pg3338"/>
            <p:cNvSpPr/>
            <p:nvPr/>
          </p:nvSpPr>
          <p:spPr>
            <a:xfrm>
              <a:off x="4426630" y="501020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BB0AB">
                <a:alpha val="100000"/>
              </a:srgbClr>
            </a:solidFill>
            <a:ln w="5420" cap="flat">
              <a:solidFill>
                <a:srgbClr val="4BB0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39" name="pg3339"/>
            <p:cNvSpPr/>
            <p:nvPr/>
          </p:nvSpPr>
          <p:spPr>
            <a:xfrm>
              <a:off x="4438267" y="501020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AAFAB">
                <a:alpha val="100000"/>
              </a:srgbClr>
            </a:solidFill>
            <a:ln w="5420" cap="flat">
              <a:solidFill>
                <a:srgbClr val="4AAF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40" name="pg3340"/>
            <p:cNvSpPr/>
            <p:nvPr/>
          </p:nvSpPr>
          <p:spPr>
            <a:xfrm>
              <a:off x="4449904" y="501020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9ADAB">
                <a:alpha val="100000"/>
              </a:srgbClr>
            </a:solidFill>
            <a:ln w="5420" cap="flat">
              <a:solidFill>
                <a:srgbClr val="49AD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41" name="pg3341"/>
            <p:cNvSpPr/>
            <p:nvPr/>
          </p:nvSpPr>
          <p:spPr>
            <a:xfrm>
              <a:off x="4461542" y="501020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8ACAB">
                <a:alpha val="100000"/>
              </a:srgbClr>
            </a:solidFill>
            <a:ln w="5420" cap="flat">
              <a:solidFill>
                <a:srgbClr val="48AC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42" name="pg3342"/>
            <p:cNvSpPr/>
            <p:nvPr/>
          </p:nvSpPr>
          <p:spPr>
            <a:xfrm>
              <a:off x="4473179" y="501020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8ACAA">
                <a:alpha val="100000"/>
              </a:srgbClr>
            </a:solidFill>
            <a:ln w="5420" cap="flat">
              <a:solidFill>
                <a:srgbClr val="48AC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43" name="pg3343"/>
            <p:cNvSpPr/>
            <p:nvPr/>
          </p:nvSpPr>
          <p:spPr>
            <a:xfrm>
              <a:off x="4484816" y="501020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7ABAA">
                <a:alpha val="100000"/>
              </a:srgbClr>
            </a:solidFill>
            <a:ln w="5420" cap="flat">
              <a:solidFill>
                <a:srgbClr val="47AB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44" name="pg3344"/>
            <p:cNvSpPr/>
            <p:nvPr/>
          </p:nvSpPr>
          <p:spPr>
            <a:xfrm>
              <a:off x="4636101" y="501020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FA2AA">
                <a:alpha val="100000"/>
              </a:srgbClr>
            </a:solidFill>
            <a:ln w="5420" cap="flat">
              <a:solidFill>
                <a:srgbClr val="3FA2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45" name="pg3345"/>
            <p:cNvSpPr/>
            <p:nvPr/>
          </p:nvSpPr>
          <p:spPr>
            <a:xfrm>
              <a:off x="4647739" y="501020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EA1AA">
                <a:alpha val="100000"/>
              </a:srgbClr>
            </a:solidFill>
            <a:ln w="5420" cap="flat">
              <a:solidFill>
                <a:srgbClr val="3EA1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46" name="pg3346"/>
            <p:cNvSpPr/>
            <p:nvPr/>
          </p:nvSpPr>
          <p:spPr>
            <a:xfrm>
              <a:off x="4659376" y="501020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EA1AA">
                <a:alpha val="100000"/>
              </a:srgbClr>
            </a:solidFill>
            <a:ln w="5420" cap="flat">
              <a:solidFill>
                <a:srgbClr val="3EA1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47" name="pg3347"/>
            <p:cNvSpPr/>
            <p:nvPr/>
          </p:nvSpPr>
          <p:spPr>
            <a:xfrm>
              <a:off x="4671013" y="501020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EA1AA">
                <a:alpha val="100000"/>
              </a:srgbClr>
            </a:solidFill>
            <a:ln w="5420" cap="flat">
              <a:solidFill>
                <a:srgbClr val="3EA1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48" name="pg3348"/>
            <p:cNvSpPr/>
            <p:nvPr/>
          </p:nvSpPr>
          <p:spPr>
            <a:xfrm>
              <a:off x="4682651" y="501020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EA0AA">
                <a:alpha val="100000"/>
              </a:srgbClr>
            </a:solidFill>
            <a:ln w="5420" cap="flat">
              <a:solidFill>
                <a:srgbClr val="3EA0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49" name="pg3349"/>
            <p:cNvSpPr/>
            <p:nvPr/>
          </p:nvSpPr>
          <p:spPr>
            <a:xfrm>
              <a:off x="4694288" y="501020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DA0AA">
                <a:alpha val="100000"/>
              </a:srgbClr>
            </a:solidFill>
            <a:ln w="5420" cap="flat">
              <a:solidFill>
                <a:srgbClr val="3DA0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50" name="pg3350"/>
            <p:cNvSpPr/>
            <p:nvPr/>
          </p:nvSpPr>
          <p:spPr>
            <a:xfrm>
              <a:off x="2855590" y="502450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82D8B9">
                <a:alpha val="100000"/>
              </a:srgbClr>
            </a:solidFill>
            <a:ln w="5420" cap="flat">
              <a:solidFill>
                <a:srgbClr val="82D8B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51" name="pg3351"/>
            <p:cNvSpPr/>
            <p:nvPr/>
          </p:nvSpPr>
          <p:spPr>
            <a:xfrm>
              <a:off x="2867227" y="502450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84D8BA">
                <a:alpha val="100000"/>
              </a:srgbClr>
            </a:solidFill>
            <a:ln w="5420" cap="flat">
              <a:solidFill>
                <a:srgbClr val="84D8B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52" name="pg3352"/>
            <p:cNvSpPr/>
            <p:nvPr/>
          </p:nvSpPr>
          <p:spPr>
            <a:xfrm>
              <a:off x="2878865" y="502450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86D9BB">
                <a:alpha val="100000"/>
              </a:srgbClr>
            </a:solidFill>
            <a:ln w="5420" cap="flat">
              <a:solidFill>
                <a:srgbClr val="86D9B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53" name="pg3353"/>
            <p:cNvSpPr/>
            <p:nvPr/>
          </p:nvSpPr>
          <p:spPr>
            <a:xfrm>
              <a:off x="2890502" y="502450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87D9BB">
                <a:alpha val="100000"/>
              </a:srgbClr>
            </a:solidFill>
            <a:ln w="5420" cap="flat">
              <a:solidFill>
                <a:srgbClr val="87D9B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54" name="pg3354"/>
            <p:cNvSpPr/>
            <p:nvPr/>
          </p:nvSpPr>
          <p:spPr>
            <a:xfrm>
              <a:off x="2902139" y="502450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87D9BB">
                <a:alpha val="100000"/>
              </a:srgbClr>
            </a:solidFill>
            <a:ln w="5420" cap="flat">
              <a:solidFill>
                <a:srgbClr val="87D9B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55" name="pg3355"/>
            <p:cNvSpPr/>
            <p:nvPr/>
          </p:nvSpPr>
          <p:spPr>
            <a:xfrm>
              <a:off x="2913777" y="502450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86D9BB">
                <a:alpha val="100000"/>
              </a:srgbClr>
            </a:solidFill>
            <a:ln w="5420" cap="flat">
              <a:solidFill>
                <a:srgbClr val="86D9B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56" name="pg3356"/>
            <p:cNvSpPr/>
            <p:nvPr/>
          </p:nvSpPr>
          <p:spPr>
            <a:xfrm>
              <a:off x="2925414" y="502450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86D9BB">
                <a:alpha val="100000"/>
              </a:srgbClr>
            </a:solidFill>
            <a:ln w="5420" cap="flat">
              <a:solidFill>
                <a:srgbClr val="86D9B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57" name="pg3357"/>
            <p:cNvSpPr/>
            <p:nvPr/>
          </p:nvSpPr>
          <p:spPr>
            <a:xfrm>
              <a:off x="2937051" y="502450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84D8BA">
                <a:alpha val="100000"/>
              </a:srgbClr>
            </a:solidFill>
            <a:ln w="5420" cap="flat">
              <a:solidFill>
                <a:srgbClr val="84D8B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58" name="pg3358"/>
            <p:cNvSpPr/>
            <p:nvPr/>
          </p:nvSpPr>
          <p:spPr>
            <a:xfrm>
              <a:off x="4403355" y="502450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CB2AB">
                <a:alpha val="100000"/>
              </a:srgbClr>
            </a:solidFill>
            <a:ln w="5420" cap="flat">
              <a:solidFill>
                <a:srgbClr val="4CB2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59" name="pg3359"/>
            <p:cNvSpPr/>
            <p:nvPr/>
          </p:nvSpPr>
          <p:spPr>
            <a:xfrm>
              <a:off x="4414992" y="502450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CB1AB">
                <a:alpha val="100000"/>
              </a:srgbClr>
            </a:solidFill>
            <a:ln w="5420" cap="flat">
              <a:solidFill>
                <a:srgbClr val="4CB1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60" name="pg3360"/>
            <p:cNvSpPr/>
            <p:nvPr/>
          </p:nvSpPr>
          <p:spPr>
            <a:xfrm>
              <a:off x="4426630" y="502450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BB0AB">
                <a:alpha val="100000"/>
              </a:srgbClr>
            </a:solidFill>
            <a:ln w="5420" cap="flat">
              <a:solidFill>
                <a:srgbClr val="4BB0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61" name="pg3361"/>
            <p:cNvSpPr/>
            <p:nvPr/>
          </p:nvSpPr>
          <p:spPr>
            <a:xfrm>
              <a:off x="4438267" y="502450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AAFAB">
                <a:alpha val="100000"/>
              </a:srgbClr>
            </a:solidFill>
            <a:ln w="5420" cap="flat">
              <a:solidFill>
                <a:srgbClr val="4AAF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62" name="pg3362"/>
            <p:cNvSpPr/>
            <p:nvPr/>
          </p:nvSpPr>
          <p:spPr>
            <a:xfrm>
              <a:off x="4449904" y="502450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9AEAB">
                <a:alpha val="100000"/>
              </a:srgbClr>
            </a:solidFill>
            <a:ln w="5420" cap="flat">
              <a:solidFill>
                <a:srgbClr val="49AE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63" name="pg3363"/>
            <p:cNvSpPr/>
            <p:nvPr/>
          </p:nvSpPr>
          <p:spPr>
            <a:xfrm>
              <a:off x="4461542" y="502450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8ADAB">
                <a:alpha val="100000"/>
              </a:srgbClr>
            </a:solidFill>
            <a:ln w="5420" cap="flat">
              <a:solidFill>
                <a:srgbClr val="48AD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64" name="pg3364"/>
            <p:cNvSpPr/>
            <p:nvPr/>
          </p:nvSpPr>
          <p:spPr>
            <a:xfrm>
              <a:off x="4473179" y="502450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8ACAA">
                <a:alpha val="100000"/>
              </a:srgbClr>
            </a:solidFill>
            <a:ln w="5420" cap="flat">
              <a:solidFill>
                <a:srgbClr val="48AC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65" name="pg3365"/>
            <p:cNvSpPr/>
            <p:nvPr/>
          </p:nvSpPr>
          <p:spPr>
            <a:xfrm>
              <a:off x="4484816" y="502450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7ABAA">
                <a:alpha val="100000"/>
              </a:srgbClr>
            </a:solidFill>
            <a:ln w="5420" cap="flat">
              <a:solidFill>
                <a:srgbClr val="47AB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66" name="pg3366"/>
            <p:cNvSpPr/>
            <p:nvPr/>
          </p:nvSpPr>
          <p:spPr>
            <a:xfrm>
              <a:off x="4647739" y="502450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FA2AA">
                <a:alpha val="100000"/>
              </a:srgbClr>
            </a:solidFill>
            <a:ln w="5420" cap="flat">
              <a:solidFill>
                <a:srgbClr val="3FA2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67" name="pg3367"/>
            <p:cNvSpPr/>
            <p:nvPr/>
          </p:nvSpPr>
          <p:spPr>
            <a:xfrm>
              <a:off x="4659376" y="502450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FA1AA">
                <a:alpha val="100000"/>
              </a:srgbClr>
            </a:solidFill>
            <a:ln w="5420" cap="flat">
              <a:solidFill>
                <a:srgbClr val="3FA1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68" name="pg3368"/>
            <p:cNvSpPr/>
            <p:nvPr/>
          </p:nvSpPr>
          <p:spPr>
            <a:xfrm>
              <a:off x="4671013" y="502450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EA1AA">
                <a:alpha val="100000"/>
              </a:srgbClr>
            </a:solidFill>
            <a:ln w="5420" cap="flat">
              <a:solidFill>
                <a:srgbClr val="3EA1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69" name="pg3369"/>
            <p:cNvSpPr/>
            <p:nvPr/>
          </p:nvSpPr>
          <p:spPr>
            <a:xfrm>
              <a:off x="4682651" y="502450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EA1AA">
                <a:alpha val="100000"/>
              </a:srgbClr>
            </a:solidFill>
            <a:ln w="5420" cap="flat">
              <a:solidFill>
                <a:srgbClr val="3EA1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70" name="pg3370"/>
            <p:cNvSpPr/>
            <p:nvPr/>
          </p:nvSpPr>
          <p:spPr>
            <a:xfrm>
              <a:off x="4694288" y="502450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EA0AA">
                <a:alpha val="100000"/>
              </a:srgbClr>
            </a:solidFill>
            <a:ln w="5420" cap="flat">
              <a:solidFill>
                <a:srgbClr val="3EA0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71" name="pg3371"/>
            <p:cNvSpPr/>
            <p:nvPr/>
          </p:nvSpPr>
          <p:spPr>
            <a:xfrm>
              <a:off x="2855590" y="503880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81D7B9">
                <a:alpha val="100000"/>
              </a:srgbClr>
            </a:solidFill>
            <a:ln w="5420" cap="flat">
              <a:solidFill>
                <a:srgbClr val="81D7B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72" name="pg3372"/>
            <p:cNvSpPr/>
            <p:nvPr/>
          </p:nvSpPr>
          <p:spPr>
            <a:xfrm>
              <a:off x="2867227" y="503880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82D8B9">
                <a:alpha val="100000"/>
              </a:srgbClr>
            </a:solidFill>
            <a:ln w="5420" cap="flat">
              <a:solidFill>
                <a:srgbClr val="82D8B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73" name="pg3373"/>
            <p:cNvSpPr/>
            <p:nvPr/>
          </p:nvSpPr>
          <p:spPr>
            <a:xfrm>
              <a:off x="2878865" y="503880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85D8BA">
                <a:alpha val="100000"/>
              </a:srgbClr>
            </a:solidFill>
            <a:ln w="5420" cap="flat">
              <a:solidFill>
                <a:srgbClr val="85D8B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74" name="pg3374"/>
            <p:cNvSpPr/>
            <p:nvPr/>
          </p:nvSpPr>
          <p:spPr>
            <a:xfrm>
              <a:off x="2890502" y="503880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85D8BB">
                <a:alpha val="100000"/>
              </a:srgbClr>
            </a:solidFill>
            <a:ln w="5420" cap="flat">
              <a:solidFill>
                <a:srgbClr val="85D8B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75" name="pg3375"/>
            <p:cNvSpPr/>
            <p:nvPr/>
          </p:nvSpPr>
          <p:spPr>
            <a:xfrm>
              <a:off x="2902139" y="503880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85D9BB">
                <a:alpha val="100000"/>
              </a:srgbClr>
            </a:solidFill>
            <a:ln w="5420" cap="flat">
              <a:solidFill>
                <a:srgbClr val="85D9B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76" name="pg3376"/>
            <p:cNvSpPr/>
            <p:nvPr/>
          </p:nvSpPr>
          <p:spPr>
            <a:xfrm>
              <a:off x="2913777" y="503880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85D8BA">
                <a:alpha val="100000"/>
              </a:srgbClr>
            </a:solidFill>
            <a:ln w="5420" cap="flat">
              <a:solidFill>
                <a:srgbClr val="85D8B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77" name="pg3377"/>
            <p:cNvSpPr/>
            <p:nvPr/>
          </p:nvSpPr>
          <p:spPr>
            <a:xfrm>
              <a:off x="2925414" y="503880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84D8BA">
                <a:alpha val="100000"/>
              </a:srgbClr>
            </a:solidFill>
            <a:ln w="5420" cap="flat">
              <a:solidFill>
                <a:srgbClr val="84D8B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78" name="pg3378"/>
            <p:cNvSpPr/>
            <p:nvPr/>
          </p:nvSpPr>
          <p:spPr>
            <a:xfrm>
              <a:off x="4403355" y="503880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CB1AB">
                <a:alpha val="100000"/>
              </a:srgbClr>
            </a:solidFill>
            <a:ln w="5420" cap="flat">
              <a:solidFill>
                <a:srgbClr val="4CB1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79" name="pg3379"/>
            <p:cNvSpPr/>
            <p:nvPr/>
          </p:nvSpPr>
          <p:spPr>
            <a:xfrm>
              <a:off x="4414992" y="503880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CB0AB">
                <a:alpha val="100000"/>
              </a:srgbClr>
            </a:solidFill>
            <a:ln w="5420" cap="flat">
              <a:solidFill>
                <a:srgbClr val="4CB0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80" name="pg3380"/>
            <p:cNvSpPr/>
            <p:nvPr/>
          </p:nvSpPr>
          <p:spPr>
            <a:xfrm>
              <a:off x="4426630" y="503880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BAFAB">
                <a:alpha val="100000"/>
              </a:srgbClr>
            </a:solidFill>
            <a:ln w="5420" cap="flat">
              <a:solidFill>
                <a:srgbClr val="4BAF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81" name="pg3381"/>
            <p:cNvSpPr/>
            <p:nvPr/>
          </p:nvSpPr>
          <p:spPr>
            <a:xfrm>
              <a:off x="4438267" y="503880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AAFAB">
                <a:alpha val="100000"/>
              </a:srgbClr>
            </a:solidFill>
            <a:ln w="5420" cap="flat">
              <a:solidFill>
                <a:srgbClr val="4AAF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82" name="pg3382"/>
            <p:cNvSpPr/>
            <p:nvPr/>
          </p:nvSpPr>
          <p:spPr>
            <a:xfrm>
              <a:off x="4449904" y="503880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9AEAB">
                <a:alpha val="100000"/>
              </a:srgbClr>
            </a:solidFill>
            <a:ln w="5420" cap="flat">
              <a:solidFill>
                <a:srgbClr val="49AE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83" name="pg3383"/>
            <p:cNvSpPr/>
            <p:nvPr/>
          </p:nvSpPr>
          <p:spPr>
            <a:xfrm>
              <a:off x="4461542" y="503880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9ADAB">
                <a:alpha val="100000"/>
              </a:srgbClr>
            </a:solidFill>
            <a:ln w="5420" cap="flat">
              <a:solidFill>
                <a:srgbClr val="49AD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84" name="pg3384"/>
            <p:cNvSpPr/>
            <p:nvPr/>
          </p:nvSpPr>
          <p:spPr>
            <a:xfrm>
              <a:off x="4473179" y="503880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8ACAA">
                <a:alpha val="100000"/>
              </a:srgbClr>
            </a:solidFill>
            <a:ln w="5420" cap="flat">
              <a:solidFill>
                <a:srgbClr val="48AC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85" name="pg3385"/>
            <p:cNvSpPr/>
            <p:nvPr/>
          </p:nvSpPr>
          <p:spPr>
            <a:xfrm>
              <a:off x="4484816" y="503880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7ABAA">
                <a:alpha val="100000"/>
              </a:srgbClr>
            </a:solidFill>
            <a:ln w="5420" cap="flat">
              <a:solidFill>
                <a:srgbClr val="47AB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86" name="pg3386"/>
            <p:cNvSpPr/>
            <p:nvPr/>
          </p:nvSpPr>
          <p:spPr>
            <a:xfrm>
              <a:off x="4647739" y="503880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FA2AA">
                <a:alpha val="100000"/>
              </a:srgbClr>
            </a:solidFill>
            <a:ln w="5420" cap="flat">
              <a:solidFill>
                <a:srgbClr val="3FA2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87" name="pg3387"/>
            <p:cNvSpPr/>
            <p:nvPr/>
          </p:nvSpPr>
          <p:spPr>
            <a:xfrm>
              <a:off x="4659376" y="503880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FA2AA">
                <a:alpha val="100000"/>
              </a:srgbClr>
            </a:solidFill>
            <a:ln w="5420" cap="flat">
              <a:solidFill>
                <a:srgbClr val="3FA2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88" name="pg3388"/>
            <p:cNvSpPr/>
            <p:nvPr/>
          </p:nvSpPr>
          <p:spPr>
            <a:xfrm>
              <a:off x="4671013" y="503880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FA1AA">
                <a:alpha val="100000"/>
              </a:srgbClr>
            </a:solidFill>
            <a:ln w="5420" cap="flat">
              <a:solidFill>
                <a:srgbClr val="3FA1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89" name="pg3389"/>
            <p:cNvSpPr/>
            <p:nvPr/>
          </p:nvSpPr>
          <p:spPr>
            <a:xfrm>
              <a:off x="4682651" y="503880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EA1AA">
                <a:alpha val="100000"/>
              </a:srgbClr>
            </a:solidFill>
            <a:ln w="5420" cap="flat">
              <a:solidFill>
                <a:srgbClr val="3EA1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90" name="pg3390"/>
            <p:cNvSpPr/>
            <p:nvPr/>
          </p:nvSpPr>
          <p:spPr>
            <a:xfrm>
              <a:off x="4694288" y="503880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EA1AA">
                <a:alpha val="100000"/>
              </a:srgbClr>
            </a:solidFill>
            <a:ln w="5420" cap="flat">
              <a:solidFill>
                <a:srgbClr val="3EA1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91" name="pg3391"/>
            <p:cNvSpPr/>
            <p:nvPr/>
          </p:nvSpPr>
          <p:spPr>
            <a:xfrm>
              <a:off x="2832315" y="505310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CD6B7">
                <a:alpha val="100000"/>
              </a:srgbClr>
            </a:solidFill>
            <a:ln w="5420" cap="flat">
              <a:solidFill>
                <a:srgbClr val="7CD6B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92" name="pg3392"/>
            <p:cNvSpPr/>
            <p:nvPr/>
          </p:nvSpPr>
          <p:spPr>
            <a:xfrm>
              <a:off x="2843953" y="505310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ED6B7">
                <a:alpha val="100000"/>
              </a:srgbClr>
            </a:solidFill>
            <a:ln w="5420" cap="flat">
              <a:solidFill>
                <a:srgbClr val="7ED6B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93" name="pg3393"/>
            <p:cNvSpPr/>
            <p:nvPr/>
          </p:nvSpPr>
          <p:spPr>
            <a:xfrm>
              <a:off x="2867227" y="505310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81D7B9">
                <a:alpha val="100000"/>
              </a:srgbClr>
            </a:solidFill>
            <a:ln w="5420" cap="flat">
              <a:solidFill>
                <a:srgbClr val="81D7B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94" name="pg3394"/>
            <p:cNvSpPr/>
            <p:nvPr/>
          </p:nvSpPr>
          <p:spPr>
            <a:xfrm>
              <a:off x="2878865" y="505310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83D8BA">
                <a:alpha val="100000"/>
              </a:srgbClr>
            </a:solidFill>
            <a:ln w="5420" cap="flat">
              <a:solidFill>
                <a:srgbClr val="83D8B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95" name="pg3395"/>
            <p:cNvSpPr/>
            <p:nvPr/>
          </p:nvSpPr>
          <p:spPr>
            <a:xfrm>
              <a:off x="2890502" y="505310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83D8BA">
                <a:alpha val="100000"/>
              </a:srgbClr>
            </a:solidFill>
            <a:ln w="5420" cap="flat">
              <a:solidFill>
                <a:srgbClr val="83D8B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96" name="pg3396"/>
            <p:cNvSpPr/>
            <p:nvPr/>
          </p:nvSpPr>
          <p:spPr>
            <a:xfrm>
              <a:off x="2902139" y="505310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83D8BA">
                <a:alpha val="100000"/>
              </a:srgbClr>
            </a:solidFill>
            <a:ln w="5420" cap="flat">
              <a:solidFill>
                <a:srgbClr val="83D8B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97" name="pg3397"/>
            <p:cNvSpPr/>
            <p:nvPr/>
          </p:nvSpPr>
          <p:spPr>
            <a:xfrm>
              <a:off x="2913777" y="505310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83D8BA">
                <a:alpha val="100000"/>
              </a:srgbClr>
            </a:solidFill>
            <a:ln w="5420" cap="flat">
              <a:solidFill>
                <a:srgbClr val="83D8B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98" name="pg3398"/>
            <p:cNvSpPr/>
            <p:nvPr/>
          </p:nvSpPr>
          <p:spPr>
            <a:xfrm>
              <a:off x="4403355" y="505310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CB1AB">
                <a:alpha val="100000"/>
              </a:srgbClr>
            </a:solidFill>
            <a:ln w="5420" cap="flat">
              <a:solidFill>
                <a:srgbClr val="4CB1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99" name="pg3399"/>
            <p:cNvSpPr/>
            <p:nvPr/>
          </p:nvSpPr>
          <p:spPr>
            <a:xfrm>
              <a:off x="4414992" y="505310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BB0AB">
                <a:alpha val="100000"/>
              </a:srgbClr>
            </a:solidFill>
            <a:ln w="5420" cap="flat">
              <a:solidFill>
                <a:srgbClr val="4BB0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00" name="pg3400"/>
            <p:cNvSpPr/>
            <p:nvPr/>
          </p:nvSpPr>
          <p:spPr>
            <a:xfrm>
              <a:off x="4426630" y="505310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BAFAB">
                <a:alpha val="100000"/>
              </a:srgbClr>
            </a:solidFill>
            <a:ln w="5420" cap="flat">
              <a:solidFill>
                <a:srgbClr val="4BAF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01" name="pg3401"/>
            <p:cNvSpPr/>
            <p:nvPr/>
          </p:nvSpPr>
          <p:spPr>
            <a:xfrm>
              <a:off x="4438267" y="505310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AAEAB">
                <a:alpha val="100000"/>
              </a:srgbClr>
            </a:solidFill>
            <a:ln w="5420" cap="flat">
              <a:solidFill>
                <a:srgbClr val="4AAE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02" name="pg3402"/>
            <p:cNvSpPr/>
            <p:nvPr/>
          </p:nvSpPr>
          <p:spPr>
            <a:xfrm>
              <a:off x="4449904" y="505310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9AEAB">
                <a:alpha val="100000"/>
              </a:srgbClr>
            </a:solidFill>
            <a:ln w="5420" cap="flat">
              <a:solidFill>
                <a:srgbClr val="49AE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03" name="pg3403"/>
            <p:cNvSpPr/>
            <p:nvPr/>
          </p:nvSpPr>
          <p:spPr>
            <a:xfrm>
              <a:off x="4461542" y="505310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9ADAB">
                <a:alpha val="100000"/>
              </a:srgbClr>
            </a:solidFill>
            <a:ln w="5420" cap="flat">
              <a:solidFill>
                <a:srgbClr val="49AD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04" name="pg3404"/>
            <p:cNvSpPr/>
            <p:nvPr/>
          </p:nvSpPr>
          <p:spPr>
            <a:xfrm>
              <a:off x="4473179" y="505310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8ACAA">
                <a:alpha val="100000"/>
              </a:srgbClr>
            </a:solidFill>
            <a:ln w="5420" cap="flat">
              <a:solidFill>
                <a:srgbClr val="48AC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05" name="pg3405"/>
            <p:cNvSpPr/>
            <p:nvPr/>
          </p:nvSpPr>
          <p:spPr>
            <a:xfrm>
              <a:off x="4484816" y="505310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7ABAA">
                <a:alpha val="100000"/>
              </a:srgbClr>
            </a:solidFill>
            <a:ln w="5420" cap="flat">
              <a:solidFill>
                <a:srgbClr val="47AB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06" name="pg3406"/>
            <p:cNvSpPr/>
            <p:nvPr/>
          </p:nvSpPr>
          <p:spPr>
            <a:xfrm>
              <a:off x="4647739" y="505310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FA2AA">
                <a:alpha val="100000"/>
              </a:srgbClr>
            </a:solidFill>
            <a:ln w="5420" cap="flat">
              <a:solidFill>
                <a:srgbClr val="3FA2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07" name="pg3407"/>
            <p:cNvSpPr/>
            <p:nvPr/>
          </p:nvSpPr>
          <p:spPr>
            <a:xfrm>
              <a:off x="4659376" y="505310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FA2AA">
                <a:alpha val="100000"/>
              </a:srgbClr>
            </a:solidFill>
            <a:ln w="5420" cap="flat">
              <a:solidFill>
                <a:srgbClr val="3FA2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08" name="pg3408"/>
            <p:cNvSpPr/>
            <p:nvPr/>
          </p:nvSpPr>
          <p:spPr>
            <a:xfrm>
              <a:off x="4671013" y="505310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FA2AA">
                <a:alpha val="100000"/>
              </a:srgbClr>
            </a:solidFill>
            <a:ln w="5420" cap="flat">
              <a:solidFill>
                <a:srgbClr val="3FA2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09" name="pg3409"/>
            <p:cNvSpPr/>
            <p:nvPr/>
          </p:nvSpPr>
          <p:spPr>
            <a:xfrm>
              <a:off x="4682651" y="505310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FA1AA">
                <a:alpha val="100000"/>
              </a:srgbClr>
            </a:solidFill>
            <a:ln w="5420" cap="flat">
              <a:solidFill>
                <a:srgbClr val="3FA1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10" name="pg3410"/>
            <p:cNvSpPr/>
            <p:nvPr/>
          </p:nvSpPr>
          <p:spPr>
            <a:xfrm>
              <a:off x="4694288" y="505310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EA1AA">
                <a:alpha val="100000"/>
              </a:srgbClr>
            </a:solidFill>
            <a:ln w="5420" cap="flat">
              <a:solidFill>
                <a:srgbClr val="3EA1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11" name="pg3411"/>
            <p:cNvSpPr/>
            <p:nvPr/>
          </p:nvSpPr>
          <p:spPr>
            <a:xfrm>
              <a:off x="2820678" y="506741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AD5B6">
                <a:alpha val="100000"/>
              </a:srgbClr>
            </a:solidFill>
            <a:ln w="5420" cap="flat">
              <a:solidFill>
                <a:srgbClr val="7AD5B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12" name="pg3412"/>
            <p:cNvSpPr/>
            <p:nvPr/>
          </p:nvSpPr>
          <p:spPr>
            <a:xfrm>
              <a:off x="2832315" y="506741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BD5B6">
                <a:alpha val="100000"/>
              </a:srgbClr>
            </a:solidFill>
            <a:ln w="5420" cap="flat">
              <a:solidFill>
                <a:srgbClr val="7BD5B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13" name="pg3413"/>
            <p:cNvSpPr/>
            <p:nvPr/>
          </p:nvSpPr>
          <p:spPr>
            <a:xfrm>
              <a:off x="2843953" y="506741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DD6B7">
                <a:alpha val="100000"/>
              </a:srgbClr>
            </a:solidFill>
            <a:ln w="5420" cap="flat">
              <a:solidFill>
                <a:srgbClr val="7DD6B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14" name="pg3414"/>
            <p:cNvSpPr/>
            <p:nvPr/>
          </p:nvSpPr>
          <p:spPr>
            <a:xfrm>
              <a:off x="2855590" y="506741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ED6B8">
                <a:alpha val="100000"/>
              </a:srgbClr>
            </a:solidFill>
            <a:ln w="5420" cap="flat">
              <a:solidFill>
                <a:srgbClr val="7ED6B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15" name="pg3415"/>
            <p:cNvSpPr/>
            <p:nvPr/>
          </p:nvSpPr>
          <p:spPr>
            <a:xfrm>
              <a:off x="2867227" y="506741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FD7B8">
                <a:alpha val="100000"/>
              </a:srgbClr>
            </a:solidFill>
            <a:ln w="5420" cap="flat">
              <a:solidFill>
                <a:srgbClr val="7FD7B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16" name="pg3416"/>
            <p:cNvSpPr/>
            <p:nvPr/>
          </p:nvSpPr>
          <p:spPr>
            <a:xfrm>
              <a:off x="2878865" y="506741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81D7B9">
                <a:alpha val="100000"/>
              </a:srgbClr>
            </a:solidFill>
            <a:ln w="5420" cap="flat">
              <a:solidFill>
                <a:srgbClr val="81D7B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17" name="pg3417"/>
            <p:cNvSpPr/>
            <p:nvPr/>
          </p:nvSpPr>
          <p:spPr>
            <a:xfrm>
              <a:off x="2890502" y="506741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81D7B9">
                <a:alpha val="100000"/>
              </a:srgbClr>
            </a:solidFill>
            <a:ln w="5420" cap="flat">
              <a:solidFill>
                <a:srgbClr val="81D7B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18" name="pg3418"/>
            <p:cNvSpPr/>
            <p:nvPr/>
          </p:nvSpPr>
          <p:spPr>
            <a:xfrm>
              <a:off x="2902139" y="506741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81D7B9">
                <a:alpha val="100000"/>
              </a:srgbClr>
            </a:solidFill>
            <a:ln w="5420" cap="flat">
              <a:solidFill>
                <a:srgbClr val="81D7B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19" name="pg3419"/>
            <p:cNvSpPr/>
            <p:nvPr/>
          </p:nvSpPr>
          <p:spPr>
            <a:xfrm>
              <a:off x="2913777" y="506741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81D7B9">
                <a:alpha val="100000"/>
              </a:srgbClr>
            </a:solidFill>
            <a:ln w="5420" cap="flat">
              <a:solidFill>
                <a:srgbClr val="81D7B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20" name="pg3420"/>
            <p:cNvSpPr/>
            <p:nvPr/>
          </p:nvSpPr>
          <p:spPr>
            <a:xfrm>
              <a:off x="4414992" y="506741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BB0AB">
                <a:alpha val="100000"/>
              </a:srgbClr>
            </a:solidFill>
            <a:ln w="5420" cap="flat">
              <a:solidFill>
                <a:srgbClr val="4BB0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21" name="pg3421"/>
            <p:cNvSpPr/>
            <p:nvPr/>
          </p:nvSpPr>
          <p:spPr>
            <a:xfrm>
              <a:off x="4426630" y="506741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BAFAB">
                <a:alpha val="100000"/>
              </a:srgbClr>
            </a:solidFill>
            <a:ln w="5420" cap="flat">
              <a:solidFill>
                <a:srgbClr val="4BAF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22" name="pg3422"/>
            <p:cNvSpPr/>
            <p:nvPr/>
          </p:nvSpPr>
          <p:spPr>
            <a:xfrm>
              <a:off x="4438267" y="506741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AAEAB">
                <a:alpha val="100000"/>
              </a:srgbClr>
            </a:solidFill>
            <a:ln w="5420" cap="flat">
              <a:solidFill>
                <a:srgbClr val="4AAE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23" name="pg3423"/>
            <p:cNvSpPr/>
            <p:nvPr/>
          </p:nvSpPr>
          <p:spPr>
            <a:xfrm>
              <a:off x="4449904" y="506741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9AEAB">
                <a:alpha val="100000"/>
              </a:srgbClr>
            </a:solidFill>
            <a:ln w="5420" cap="flat">
              <a:solidFill>
                <a:srgbClr val="49AE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24" name="pg3424"/>
            <p:cNvSpPr/>
            <p:nvPr/>
          </p:nvSpPr>
          <p:spPr>
            <a:xfrm>
              <a:off x="4461542" y="506741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9ADAB">
                <a:alpha val="100000"/>
              </a:srgbClr>
            </a:solidFill>
            <a:ln w="5420" cap="flat">
              <a:solidFill>
                <a:srgbClr val="49AD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25" name="pg3425"/>
            <p:cNvSpPr/>
            <p:nvPr/>
          </p:nvSpPr>
          <p:spPr>
            <a:xfrm>
              <a:off x="4473179" y="506741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8ACAA">
                <a:alpha val="100000"/>
              </a:srgbClr>
            </a:solidFill>
            <a:ln w="5420" cap="flat">
              <a:solidFill>
                <a:srgbClr val="48AC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26" name="pg3426"/>
            <p:cNvSpPr/>
            <p:nvPr/>
          </p:nvSpPr>
          <p:spPr>
            <a:xfrm>
              <a:off x="4659376" y="506741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FA2AA">
                <a:alpha val="100000"/>
              </a:srgbClr>
            </a:solidFill>
            <a:ln w="5420" cap="flat">
              <a:solidFill>
                <a:srgbClr val="3FA2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27" name="pg3427"/>
            <p:cNvSpPr/>
            <p:nvPr/>
          </p:nvSpPr>
          <p:spPr>
            <a:xfrm>
              <a:off x="4671013" y="506741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FA2AA">
                <a:alpha val="100000"/>
              </a:srgbClr>
            </a:solidFill>
            <a:ln w="5420" cap="flat">
              <a:solidFill>
                <a:srgbClr val="3FA2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28" name="pg3428"/>
            <p:cNvSpPr/>
            <p:nvPr/>
          </p:nvSpPr>
          <p:spPr>
            <a:xfrm>
              <a:off x="4682651" y="506741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FA2AA">
                <a:alpha val="100000"/>
              </a:srgbClr>
            </a:solidFill>
            <a:ln w="5420" cap="flat">
              <a:solidFill>
                <a:srgbClr val="3FA2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29" name="pg3429"/>
            <p:cNvSpPr/>
            <p:nvPr/>
          </p:nvSpPr>
          <p:spPr>
            <a:xfrm>
              <a:off x="4694288" y="506741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FA1AA">
                <a:alpha val="100000"/>
              </a:srgbClr>
            </a:solidFill>
            <a:ln w="5420" cap="flat">
              <a:solidFill>
                <a:srgbClr val="3FA1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30" name="pg3430"/>
            <p:cNvSpPr/>
            <p:nvPr/>
          </p:nvSpPr>
          <p:spPr>
            <a:xfrm>
              <a:off x="4705925" y="506741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EA1AA">
                <a:alpha val="100000"/>
              </a:srgbClr>
            </a:solidFill>
            <a:ln w="5420" cap="flat">
              <a:solidFill>
                <a:srgbClr val="3EA1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31" name="pg3431"/>
            <p:cNvSpPr/>
            <p:nvPr/>
          </p:nvSpPr>
          <p:spPr>
            <a:xfrm>
              <a:off x="2820678" y="508171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8D5B5">
                <a:alpha val="100000"/>
              </a:srgbClr>
            </a:solidFill>
            <a:ln w="5420" cap="flat">
              <a:solidFill>
                <a:srgbClr val="78D5B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32" name="pg3432"/>
            <p:cNvSpPr/>
            <p:nvPr/>
          </p:nvSpPr>
          <p:spPr>
            <a:xfrm>
              <a:off x="2832315" y="508171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9D5B6">
                <a:alpha val="100000"/>
              </a:srgbClr>
            </a:solidFill>
            <a:ln w="5420" cap="flat">
              <a:solidFill>
                <a:srgbClr val="79D5B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33" name="pg3433"/>
            <p:cNvSpPr/>
            <p:nvPr/>
          </p:nvSpPr>
          <p:spPr>
            <a:xfrm>
              <a:off x="2843953" y="508171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BD5B6">
                <a:alpha val="100000"/>
              </a:srgbClr>
            </a:solidFill>
            <a:ln w="5420" cap="flat">
              <a:solidFill>
                <a:srgbClr val="7BD5B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34" name="pg3434"/>
            <p:cNvSpPr/>
            <p:nvPr/>
          </p:nvSpPr>
          <p:spPr>
            <a:xfrm>
              <a:off x="2855590" y="508171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CD6B7">
                <a:alpha val="100000"/>
              </a:srgbClr>
            </a:solidFill>
            <a:ln w="5420" cap="flat">
              <a:solidFill>
                <a:srgbClr val="7CD6B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35" name="pg3435"/>
            <p:cNvSpPr/>
            <p:nvPr/>
          </p:nvSpPr>
          <p:spPr>
            <a:xfrm>
              <a:off x="2867227" y="508171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DD6B7">
                <a:alpha val="100000"/>
              </a:srgbClr>
            </a:solidFill>
            <a:ln w="5420" cap="flat">
              <a:solidFill>
                <a:srgbClr val="7DD6B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36" name="pg3436"/>
            <p:cNvSpPr/>
            <p:nvPr/>
          </p:nvSpPr>
          <p:spPr>
            <a:xfrm>
              <a:off x="2878865" y="508171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FD7B8">
                <a:alpha val="100000"/>
              </a:srgbClr>
            </a:solidFill>
            <a:ln w="5420" cap="flat">
              <a:solidFill>
                <a:srgbClr val="7FD7B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37" name="pg3437"/>
            <p:cNvSpPr/>
            <p:nvPr/>
          </p:nvSpPr>
          <p:spPr>
            <a:xfrm>
              <a:off x="2890502" y="508171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FD7B8">
                <a:alpha val="100000"/>
              </a:srgbClr>
            </a:solidFill>
            <a:ln w="5420" cap="flat">
              <a:solidFill>
                <a:srgbClr val="7FD7B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38" name="pg3438"/>
            <p:cNvSpPr/>
            <p:nvPr/>
          </p:nvSpPr>
          <p:spPr>
            <a:xfrm>
              <a:off x="2902139" y="508171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FD7B8">
                <a:alpha val="100000"/>
              </a:srgbClr>
            </a:solidFill>
            <a:ln w="5420" cap="flat">
              <a:solidFill>
                <a:srgbClr val="7FD7B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39" name="pg3439"/>
            <p:cNvSpPr/>
            <p:nvPr/>
          </p:nvSpPr>
          <p:spPr>
            <a:xfrm>
              <a:off x="4414992" y="508171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BB0AB">
                <a:alpha val="100000"/>
              </a:srgbClr>
            </a:solidFill>
            <a:ln w="5420" cap="flat">
              <a:solidFill>
                <a:srgbClr val="4BB0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40" name="pg3440"/>
            <p:cNvSpPr/>
            <p:nvPr/>
          </p:nvSpPr>
          <p:spPr>
            <a:xfrm>
              <a:off x="4426630" y="508171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BAFAB">
                <a:alpha val="100000"/>
              </a:srgbClr>
            </a:solidFill>
            <a:ln w="5420" cap="flat">
              <a:solidFill>
                <a:srgbClr val="4BAF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41" name="pg3441"/>
            <p:cNvSpPr/>
            <p:nvPr/>
          </p:nvSpPr>
          <p:spPr>
            <a:xfrm>
              <a:off x="4438267" y="508171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AAEAB">
                <a:alpha val="100000"/>
              </a:srgbClr>
            </a:solidFill>
            <a:ln w="5420" cap="flat">
              <a:solidFill>
                <a:srgbClr val="4AAE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42" name="pg3442"/>
            <p:cNvSpPr/>
            <p:nvPr/>
          </p:nvSpPr>
          <p:spPr>
            <a:xfrm>
              <a:off x="4449904" y="508171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9AEAB">
                <a:alpha val="100000"/>
              </a:srgbClr>
            </a:solidFill>
            <a:ln w="5420" cap="flat">
              <a:solidFill>
                <a:srgbClr val="49AE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43" name="pg3443"/>
            <p:cNvSpPr/>
            <p:nvPr/>
          </p:nvSpPr>
          <p:spPr>
            <a:xfrm>
              <a:off x="4461542" y="508171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9ADAB">
                <a:alpha val="100000"/>
              </a:srgbClr>
            </a:solidFill>
            <a:ln w="5420" cap="flat">
              <a:solidFill>
                <a:srgbClr val="49AD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44" name="pg3444"/>
            <p:cNvSpPr/>
            <p:nvPr/>
          </p:nvSpPr>
          <p:spPr>
            <a:xfrm>
              <a:off x="4659376" y="508171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0A2AA">
                <a:alpha val="100000"/>
              </a:srgbClr>
            </a:solidFill>
            <a:ln w="5420" cap="flat">
              <a:solidFill>
                <a:srgbClr val="40A2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45" name="pg3445"/>
            <p:cNvSpPr/>
            <p:nvPr/>
          </p:nvSpPr>
          <p:spPr>
            <a:xfrm>
              <a:off x="4671013" y="508171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FA2AA">
                <a:alpha val="100000"/>
              </a:srgbClr>
            </a:solidFill>
            <a:ln w="5420" cap="flat">
              <a:solidFill>
                <a:srgbClr val="3FA2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46" name="pg3446"/>
            <p:cNvSpPr/>
            <p:nvPr/>
          </p:nvSpPr>
          <p:spPr>
            <a:xfrm>
              <a:off x="4682651" y="508171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FA2AA">
                <a:alpha val="100000"/>
              </a:srgbClr>
            </a:solidFill>
            <a:ln w="5420" cap="flat">
              <a:solidFill>
                <a:srgbClr val="3FA2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47" name="pg3447"/>
            <p:cNvSpPr/>
            <p:nvPr/>
          </p:nvSpPr>
          <p:spPr>
            <a:xfrm>
              <a:off x="4694288" y="508171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FA2AA">
                <a:alpha val="100000"/>
              </a:srgbClr>
            </a:solidFill>
            <a:ln w="5420" cap="flat">
              <a:solidFill>
                <a:srgbClr val="3FA2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48" name="pg3448"/>
            <p:cNvSpPr/>
            <p:nvPr/>
          </p:nvSpPr>
          <p:spPr>
            <a:xfrm>
              <a:off x="4705925" y="508171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FA1AA">
                <a:alpha val="100000"/>
              </a:srgbClr>
            </a:solidFill>
            <a:ln w="5420" cap="flat">
              <a:solidFill>
                <a:srgbClr val="3FA1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49" name="pg3449"/>
            <p:cNvSpPr/>
            <p:nvPr/>
          </p:nvSpPr>
          <p:spPr>
            <a:xfrm>
              <a:off x="2820678" y="509601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5D4B4">
                <a:alpha val="100000"/>
              </a:srgbClr>
            </a:solidFill>
            <a:ln w="5420" cap="flat">
              <a:solidFill>
                <a:srgbClr val="75D4B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50" name="pg3450"/>
            <p:cNvSpPr/>
            <p:nvPr/>
          </p:nvSpPr>
          <p:spPr>
            <a:xfrm>
              <a:off x="2832315" y="509601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6D4B4">
                <a:alpha val="100000"/>
              </a:srgbClr>
            </a:solidFill>
            <a:ln w="5420" cap="flat">
              <a:solidFill>
                <a:srgbClr val="76D4B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51" name="pg3451"/>
            <p:cNvSpPr/>
            <p:nvPr/>
          </p:nvSpPr>
          <p:spPr>
            <a:xfrm>
              <a:off x="2843953" y="509601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7D4B5">
                <a:alpha val="100000"/>
              </a:srgbClr>
            </a:solidFill>
            <a:ln w="5420" cap="flat">
              <a:solidFill>
                <a:srgbClr val="77D4B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52" name="pg3452"/>
            <p:cNvSpPr/>
            <p:nvPr/>
          </p:nvSpPr>
          <p:spPr>
            <a:xfrm>
              <a:off x="2855590" y="509601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8D5B5">
                <a:alpha val="100000"/>
              </a:srgbClr>
            </a:solidFill>
            <a:ln w="5420" cap="flat">
              <a:solidFill>
                <a:srgbClr val="78D5B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53" name="pg3453"/>
            <p:cNvSpPr/>
            <p:nvPr/>
          </p:nvSpPr>
          <p:spPr>
            <a:xfrm>
              <a:off x="2867227" y="509601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9D5B5">
                <a:alpha val="100000"/>
              </a:srgbClr>
            </a:solidFill>
            <a:ln w="5420" cap="flat">
              <a:solidFill>
                <a:srgbClr val="79D5B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54" name="pg3454"/>
            <p:cNvSpPr/>
            <p:nvPr/>
          </p:nvSpPr>
          <p:spPr>
            <a:xfrm>
              <a:off x="2878865" y="509601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AD5B6">
                <a:alpha val="100000"/>
              </a:srgbClr>
            </a:solidFill>
            <a:ln w="5420" cap="flat">
              <a:solidFill>
                <a:srgbClr val="7AD5B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55" name="pg3455"/>
            <p:cNvSpPr/>
            <p:nvPr/>
          </p:nvSpPr>
          <p:spPr>
            <a:xfrm>
              <a:off x="2890502" y="509601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AD5B6">
                <a:alpha val="100000"/>
              </a:srgbClr>
            </a:solidFill>
            <a:ln w="5420" cap="flat">
              <a:solidFill>
                <a:srgbClr val="7AD5B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56" name="pg3456"/>
            <p:cNvSpPr/>
            <p:nvPr/>
          </p:nvSpPr>
          <p:spPr>
            <a:xfrm>
              <a:off x="2902139" y="509601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AD5B6">
                <a:alpha val="100000"/>
              </a:srgbClr>
            </a:solidFill>
            <a:ln w="5420" cap="flat">
              <a:solidFill>
                <a:srgbClr val="7AD5B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57" name="pg3457"/>
            <p:cNvSpPr/>
            <p:nvPr/>
          </p:nvSpPr>
          <p:spPr>
            <a:xfrm>
              <a:off x="4414992" y="509601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BB0AB">
                <a:alpha val="100000"/>
              </a:srgbClr>
            </a:solidFill>
            <a:ln w="5420" cap="flat">
              <a:solidFill>
                <a:srgbClr val="4BB0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58" name="pg3458"/>
            <p:cNvSpPr/>
            <p:nvPr/>
          </p:nvSpPr>
          <p:spPr>
            <a:xfrm>
              <a:off x="4426630" y="509601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AAFAB">
                <a:alpha val="100000"/>
              </a:srgbClr>
            </a:solidFill>
            <a:ln w="5420" cap="flat">
              <a:solidFill>
                <a:srgbClr val="4AAF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59" name="pg3459"/>
            <p:cNvSpPr/>
            <p:nvPr/>
          </p:nvSpPr>
          <p:spPr>
            <a:xfrm>
              <a:off x="4438267" y="509601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AAEAB">
                <a:alpha val="100000"/>
              </a:srgbClr>
            </a:solidFill>
            <a:ln w="5420" cap="flat">
              <a:solidFill>
                <a:srgbClr val="4AAE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60" name="pg3460"/>
            <p:cNvSpPr/>
            <p:nvPr/>
          </p:nvSpPr>
          <p:spPr>
            <a:xfrm>
              <a:off x="4449904" y="509601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9ADAB">
                <a:alpha val="100000"/>
              </a:srgbClr>
            </a:solidFill>
            <a:ln w="5420" cap="flat">
              <a:solidFill>
                <a:srgbClr val="49AD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61" name="pg3461"/>
            <p:cNvSpPr/>
            <p:nvPr/>
          </p:nvSpPr>
          <p:spPr>
            <a:xfrm>
              <a:off x="4461542" y="509601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9ADAB">
                <a:alpha val="100000"/>
              </a:srgbClr>
            </a:solidFill>
            <a:ln w="5420" cap="flat">
              <a:solidFill>
                <a:srgbClr val="49AD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62" name="pg3462"/>
            <p:cNvSpPr/>
            <p:nvPr/>
          </p:nvSpPr>
          <p:spPr>
            <a:xfrm>
              <a:off x="4473179" y="509601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8ACAA">
                <a:alpha val="100000"/>
              </a:srgbClr>
            </a:solidFill>
            <a:ln w="5420" cap="flat">
              <a:solidFill>
                <a:srgbClr val="48AC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63" name="pg3463"/>
            <p:cNvSpPr/>
            <p:nvPr/>
          </p:nvSpPr>
          <p:spPr>
            <a:xfrm>
              <a:off x="4671013" y="509601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0A3AA">
                <a:alpha val="100000"/>
              </a:srgbClr>
            </a:solidFill>
            <a:ln w="5420" cap="flat">
              <a:solidFill>
                <a:srgbClr val="40A3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64" name="pg3464"/>
            <p:cNvSpPr/>
            <p:nvPr/>
          </p:nvSpPr>
          <p:spPr>
            <a:xfrm>
              <a:off x="4682651" y="509601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0A2AA">
                <a:alpha val="100000"/>
              </a:srgbClr>
            </a:solidFill>
            <a:ln w="5420" cap="flat">
              <a:solidFill>
                <a:srgbClr val="40A2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65" name="pg3465"/>
            <p:cNvSpPr/>
            <p:nvPr/>
          </p:nvSpPr>
          <p:spPr>
            <a:xfrm>
              <a:off x="4694288" y="509601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FA2AA">
                <a:alpha val="100000"/>
              </a:srgbClr>
            </a:solidFill>
            <a:ln w="5420" cap="flat">
              <a:solidFill>
                <a:srgbClr val="3FA2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66" name="pg3466"/>
            <p:cNvSpPr/>
            <p:nvPr/>
          </p:nvSpPr>
          <p:spPr>
            <a:xfrm>
              <a:off x="4705925" y="509601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FA2AA">
                <a:alpha val="100000"/>
              </a:srgbClr>
            </a:solidFill>
            <a:ln w="5420" cap="flat">
              <a:solidFill>
                <a:srgbClr val="3FA2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67" name="pg3467"/>
            <p:cNvSpPr/>
            <p:nvPr/>
          </p:nvSpPr>
          <p:spPr>
            <a:xfrm>
              <a:off x="4717563" y="509601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FA1AA">
                <a:alpha val="100000"/>
              </a:srgbClr>
            </a:solidFill>
            <a:ln w="5420" cap="flat">
              <a:solidFill>
                <a:srgbClr val="3FA1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68" name="pg3468"/>
            <p:cNvSpPr/>
            <p:nvPr/>
          </p:nvSpPr>
          <p:spPr>
            <a:xfrm>
              <a:off x="2832315" y="511031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4D3B3">
                <a:alpha val="100000"/>
              </a:srgbClr>
            </a:solidFill>
            <a:ln w="5420" cap="flat">
              <a:solidFill>
                <a:srgbClr val="74D3B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69" name="pg3469"/>
            <p:cNvSpPr/>
            <p:nvPr/>
          </p:nvSpPr>
          <p:spPr>
            <a:xfrm>
              <a:off x="2843953" y="511031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5D4B4">
                <a:alpha val="100000"/>
              </a:srgbClr>
            </a:solidFill>
            <a:ln w="5420" cap="flat">
              <a:solidFill>
                <a:srgbClr val="75D4B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70" name="pg3470"/>
            <p:cNvSpPr/>
            <p:nvPr/>
          </p:nvSpPr>
          <p:spPr>
            <a:xfrm>
              <a:off x="2855590" y="511031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6D4B4">
                <a:alpha val="100000"/>
              </a:srgbClr>
            </a:solidFill>
            <a:ln w="5420" cap="flat">
              <a:solidFill>
                <a:srgbClr val="76D4B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71" name="pg3471"/>
            <p:cNvSpPr/>
            <p:nvPr/>
          </p:nvSpPr>
          <p:spPr>
            <a:xfrm>
              <a:off x="2867227" y="511031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6D4B4">
                <a:alpha val="100000"/>
              </a:srgbClr>
            </a:solidFill>
            <a:ln w="5420" cap="flat">
              <a:solidFill>
                <a:srgbClr val="76D4B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72" name="pg3472"/>
            <p:cNvSpPr/>
            <p:nvPr/>
          </p:nvSpPr>
          <p:spPr>
            <a:xfrm>
              <a:off x="2878865" y="511031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7D4B5">
                <a:alpha val="100000"/>
              </a:srgbClr>
            </a:solidFill>
            <a:ln w="5420" cap="flat">
              <a:solidFill>
                <a:srgbClr val="77D4B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73" name="pg3473"/>
            <p:cNvSpPr/>
            <p:nvPr/>
          </p:nvSpPr>
          <p:spPr>
            <a:xfrm>
              <a:off x="2890502" y="511031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8D4B5">
                <a:alpha val="100000"/>
              </a:srgbClr>
            </a:solidFill>
            <a:ln w="5420" cap="flat">
              <a:solidFill>
                <a:srgbClr val="78D4B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74" name="pg3474"/>
            <p:cNvSpPr/>
            <p:nvPr/>
          </p:nvSpPr>
          <p:spPr>
            <a:xfrm>
              <a:off x="4426630" y="511031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AAFAB">
                <a:alpha val="100000"/>
              </a:srgbClr>
            </a:solidFill>
            <a:ln w="5420" cap="flat">
              <a:solidFill>
                <a:srgbClr val="4AAF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75" name="pg3475"/>
            <p:cNvSpPr/>
            <p:nvPr/>
          </p:nvSpPr>
          <p:spPr>
            <a:xfrm>
              <a:off x="4438267" y="511031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AAEAB">
                <a:alpha val="100000"/>
              </a:srgbClr>
            </a:solidFill>
            <a:ln w="5420" cap="flat">
              <a:solidFill>
                <a:srgbClr val="4AAE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76" name="pg3476"/>
            <p:cNvSpPr/>
            <p:nvPr/>
          </p:nvSpPr>
          <p:spPr>
            <a:xfrm>
              <a:off x="4449904" y="511031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9ADAB">
                <a:alpha val="100000"/>
              </a:srgbClr>
            </a:solidFill>
            <a:ln w="5420" cap="flat">
              <a:solidFill>
                <a:srgbClr val="49AD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77" name="pg3477"/>
            <p:cNvSpPr/>
            <p:nvPr/>
          </p:nvSpPr>
          <p:spPr>
            <a:xfrm>
              <a:off x="4461542" y="511031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9ADAB">
                <a:alpha val="100000"/>
              </a:srgbClr>
            </a:solidFill>
            <a:ln w="5420" cap="flat">
              <a:solidFill>
                <a:srgbClr val="49AD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78" name="pg3478"/>
            <p:cNvSpPr/>
            <p:nvPr/>
          </p:nvSpPr>
          <p:spPr>
            <a:xfrm>
              <a:off x="4473179" y="511031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8ACAA">
                <a:alpha val="100000"/>
              </a:srgbClr>
            </a:solidFill>
            <a:ln w="5420" cap="flat">
              <a:solidFill>
                <a:srgbClr val="48AC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79" name="pg3479"/>
            <p:cNvSpPr/>
            <p:nvPr/>
          </p:nvSpPr>
          <p:spPr>
            <a:xfrm>
              <a:off x="4671013" y="511031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0A3AA">
                <a:alpha val="100000"/>
              </a:srgbClr>
            </a:solidFill>
            <a:ln w="5420" cap="flat">
              <a:solidFill>
                <a:srgbClr val="40A3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80" name="pg3480"/>
            <p:cNvSpPr/>
            <p:nvPr/>
          </p:nvSpPr>
          <p:spPr>
            <a:xfrm>
              <a:off x="4682651" y="511031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0A3AA">
                <a:alpha val="100000"/>
              </a:srgbClr>
            </a:solidFill>
            <a:ln w="5420" cap="flat">
              <a:solidFill>
                <a:srgbClr val="40A3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81" name="pg3481"/>
            <p:cNvSpPr/>
            <p:nvPr/>
          </p:nvSpPr>
          <p:spPr>
            <a:xfrm>
              <a:off x="4694288" y="511031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FA2AA">
                <a:alpha val="100000"/>
              </a:srgbClr>
            </a:solidFill>
            <a:ln w="5420" cap="flat">
              <a:solidFill>
                <a:srgbClr val="3FA2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82" name="pg3482"/>
            <p:cNvSpPr/>
            <p:nvPr/>
          </p:nvSpPr>
          <p:spPr>
            <a:xfrm>
              <a:off x="4705925" y="511031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FA2AA">
                <a:alpha val="100000"/>
              </a:srgbClr>
            </a:solidFill>
            <a:ln w="5420" cap="flat">
              <a:solidFill>
                <a:srgbClr val="3FA2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83" name="pg3483"/>
            <p:cNvSpPr/>
            <p:nvPr/>
          </p:nvSpPr>
          <p:spPr>
            <a:xfrm>
              <a:off x="4717563" y="511031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FA2AA">
                <a:alpha val="100000"/>
              </a:srgbClr>
            </a:solidFill>
            <a:ln w="5420" cap="flat">
              <a:solidFill>
                <a:srgbClr val="3FA2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84" name="pg3484"/>
            <p:cNvSpPr/>
            <p:nvPr/>
          </p:nvSpPr>
          <p:spPr>
            <a:xfrm>
              <a:off x="4729200" y="511031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FA1AA">
                <a:alpha val="100000"/>
              </a:srgbClr>
            </a:solidFill>
            <a:ln w="5420" cap="flat">
              <a:solidFill>
                <a:srgbClr val="3FA1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85" name="pg3485"/>
            <p:cNvSpPr/>
            <p:nvPr/>
          </p:nvSpPr>
          <p:spPr>
            <a:xfrm>
              <a:off x="2832315" y="512461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2D3B3">
                <a:alpha val="100000"/>
              </a:srgbClr>
            </a:solidFill>
            <a:ln w="5420" cap="flat">
              <a:solidFill>
                <a:srgbClr val="72D3B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86" name="pg3486"/>
            <p:cNvSpPr/>
            <p:nvPr/>
          </p:nvSpPr>
          <p:spPr>
            <a:xfrm>
              <a:off x="2843953" y="512461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3D3B3">
                <a:alpha val="100000"/>
              </a:srgbClr>
            </a:solidFill>
            <a:ln w="5420" cap="flat">
              <a:solidFill>
                <a:srgbClr val="73D3B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87" name="pg3487"/>
            <p:cNvSpPr/>
            <p:nvPr/>
          </p:nvSpPr>
          <p:spPr>
            <a:xfrm>
              <a:off x="2855590" y="512461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3D3B3">
                <a:alpha val="100000"/>
              </a:srgbClr>
            </a:solidFill>
            <a:ln w="5420" cap="flat">
              <a:solidFill>
                <a:srgbClr val="73D3B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88" name="pg3488"/>
            <p:cNvSpPr/>
            <p:nvPr/>
          </p:nvSpPr>
          <p:spPr>
            <a:xfrm>
              <a:off x="2867227" y="512461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4D3B3">
                <a:alpha val="100000"/>
              </a:srgbClr>
            </a:solidFill>
            <a:ln w="5420" cap="flat">
              <a:solidFill>
                <a:srgbClr val="74D3B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89" name="pg3489"/>
            <p:cNvSpPr/>
            <p:nvPr/>
          </p:nvSpPr>
          <p:spPr>
            <a:xfrm>
              <a:off x="2878865" y="512461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5D4B4">
                <a:alpha val="100000"/>
              </a:srgbClr>
            </a:solidFill>
            <a:ln w="5420" cap="flat">
              <a:solidFill>
                <a:srgbClr val="75D4B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90" name="pg3490"/>
            <p:cNvSpPr/>
            <p:nvPr/>
          </p:nvSpPr>
          <p:spPr>
            <a:xfrm>
              <a:off x="2890502" y="512461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5D4B4">
                <a:alpha val="100000"/>
              </a:srgbClr>
            </a:solidFill>
            <a:ln w="5420" cap="flat">
              <a:solidFill>
                <a:srgbClr val="75D4B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91" name="pg3491"/>
            <p:cNvSpPr/>
            <p:nvPr/>
          </p:nvSpPr>
          <p:spPr>
            <a:xfrm>
              <a:off x="4438267" y="512461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AAEAB">
                <a:alpha val="100000"/>
              </a:srgbClr>
            </a:solidFill>
            <a:ln w="5420" cap="flat">
              <a:solidFill>
                <a:srgbClr val="4AAE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92" name="pg3492"/>
            <p:cNvSpPr/>
            <p:nvPr/>
          </p:nvSpPr>
          <p:spPr>
            <a:xfrm>
              <a:off x="4449904" y="512461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9ADAB">
                <a:alpha val="100000"/>
              </a:srgbClr>
            </a:solidFill>
            <a:ln w="5420" cap="flat">
              <a:solidFill>
                <a:srgbClr val="49AD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93" name="pg3493"/>
            <p:cNvSpPr/>
            <p:nvPr/>
          </p:nvSpPr>
          <p:spPr>
            <a:xfrm>
              <a:off x="4461542" y="512461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9ADAB">
                <a:alpha val="100000"/>
              </a:srgbClr>
            </a:solidFill>
            <a:ln w="5420" cap="flat">
              <a:solidFill>
                <a:srgbClr val="49AD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94" name="pg3494"/>
            <p:cNvSpPr/>
            <p:nvPr/>
          </p:nvSpPr>
          <p:spPr>
            <a:xfrm>
              <a:off x="4473179" y="512461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8ACAA">
                <a:alpha val="100000"/>
              </a:srgbClr>
            </a:solidFill>
            <a:ln w="5420" cap="flat">
              <a:solidFill>
                <a:srgbClr val="48AC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95" name="pg3495"/>
            <p:cNvSpPr/>
            <p:nvPr/>
          </p:nvSpPr>
          <p:spPr>
            <a:xfrm>
              <a:off x="4484816" y="512461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7ABAA">
                <a:alpha val="100000"/>
              </a:srgbClr>
            </a:solidFill>
            <a:ln w="5420" cap="flat">
              <a:solidFill>
                <a:srgbClr val="47AB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96" name="pg3496"/>
            <p:cNvSpPr/>
            <p:nvPr/>
          </p:nvSpPr>
          <p:spPr>
            <a:xfrm>
              <a:off x="4496454" y="512461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7ABAA">
                <a:alpha val="100000"/>
              </a:srgbClr>
            </a:solidFill>
            <a:ln w="5420" cap="flat">
              <a:solidFill>
                <a:srgbClr val="47AB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97" name="pg3497"/>
            <p:cNvSpPr/>
            <p:nvPr/>
          </p:nvSpPr>
          <p:spPr>
            <a:xfrm>
              <a:off x="4508091" y="512461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6AAAA">
                <a:alpha val="100000"/>
              </a:srgbClr>
            </a:solidFill>
            <a:ln w="5420" cap="flat">
              <a:solidFill>
                <a:srgbClr val="46AA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98" name="pg3498"/>
            <p:cNvSpPr/>
            <p:nvPr/>
          </p:nvSpPr>
          <p:spPr>
            <a:xfrm>
              <a:off x="4519728" y="512461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6A9AA">
                <a:alpha val="100000"/>
              </a:srgbClr>
            </a:solidFill>
            <a:ln w="5420" cap="flat">
              <a:solidFill>
                <a:srgbClr val="46A9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99" name="pg3499"/>
            <p:cNvSpPr/>
            <p:nvPr/>
          </p:nvSpPr>
          <p:spPr>
            <a:xfrm>
              <a:off x="4682651" y="512461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0A3AA">
                <a:alpha val="100000"/>
              </a:srgbClr>
            </a:solidFill>
            <a:ln w="5420" cap="flat">
              <a:solidFill>
                <a:srgbClr val="40A3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00" name="pg3500"/>
            <p:cNvSpPr/>
            <p:nvPr/>
          </p:nvSpPr>
          <p:spPr>
            <a:xfrm>
              <a:off x="4694288" y="512461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0A2AA">
                <a:alpha val="100000"/>
              </a:srgbClr>
            </a:solidFill>
            <a:ln w="5420" cap="flat">
              <a:solidFill>
                <a:srgbClr val="40A2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01" name="pg3501"/>
            <p:cNvSpPr/>
            <p:nvPr/>
          </p:nvSpPr>
          <p:spPr>
            <a:xfrm>
              <a:off x="4705925" y="512461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FA2AA">
                <a:alpha val="100000"/>
              </a:srgbClr>
            </a:solidFill>
            <a:ln w="5420" cap="flat">
              <a:solidFill>
                <a:srgbClr val="3FA2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02" name="pg3502"/>
            <p:cNvSpPr/>
            <p:nvPr/>
          </p:nvSpPr>
          <p:spPr>
            <a:xfrm>
              <a:off x="4717563" y="512461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FA2AA">
                <a:alpha val="100000"/>
              </a:srgbClr>
            </a:solidFill>
            <a:ln w="5420" cap="flat">
              <a:solidFill>
                <a:srgbClr val="3FA2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03" name="pg3503"/>
            <p:cNvSpPr/>
            <p:nvPr/>
          </p:nvSpPr>
          <p:spPr>
            <a:xfrm>
              <a:off x="4729200" y="512461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FA2AA">
                <a:alpha val="100000"/>
              </a:srgbClr>
            </a:solidFill>
            <a:ln w="5420" cap="flat">
              <a:solidFill>
                <a:srgbClr val="3FA2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04" name="pg3504"/>
            <p:cNvSpPr/>
            <p:nvPr/>
          </p:nvSpPr>
          <p:spPr>
            <a:xfrm>
              <a:off x="2843953" y="513891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0D2B2">
                <a:alpha val="100000"/>
              </a:srgbClr>
            </a:solidFill>
            <a:ln w="5420" cap="flat">
              <a:solidFill>
                <a:srgbClr val="70D2B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05" name="pg3505"/>
            <p:cNvSpPr/>
            <p:nvPr/>
          </p:nvSpPr>
          <p:spPr>
            <a:xfrm>
              <a:off x="2855590" y="513891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1D3B2">
                <a:alpha val="100000"/>
              </a:srgbClr>
            </a:solidFill>
            <a:ln w="5420" cap="flat">
              <a:solidFill>
                <a:srgbClr val="71D3B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06" name="pg3506"/>
            <p:cNvSpPr/>
            <p:nvPr/>
          </p:nvSpPr>
          <p:spPr>
            <a:xfrm>
              <a:off x="2867227" y="513891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2D3B3">
                <a:alpha val="100000"/>
              </a:srgbClr>
            </a:solidFill>
            <a:ln w="5420" cap="flat">
              <a:solidFill>
                <a:srgbClr val="72D3B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07" name="pg3507"/>
            <p:cNvSpPr/>
            <p:nvPr/>
          </p:nvSpPr>
          <p:spPr>
            <a:xfrm>
              <a:off x="2878865" y="513891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2D3B3">
                <a:alpha val="100000"/>
              </a:srgbClr>
            </a:solidFill>
            <a:ln w="5420" cap="flat">
              <a:solidFill>
                <a:srgbClr val="72D3B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08" name="pg3508"/>
            <p:cNvSpPr/>
            <p:nvPr/>
          </p:nvSpPr>
          <p:spPr>
            <a:xfrm>
              <a:off x="2890502" y="513891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3D3B3">
                <a:alpha val="100000"/>
              </a:srgbClr>
            </a:solidFill>
            <a:ln w="5420" cap="flat">
              <a:solidFill>
                <a:srgbClr val="73D3B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09" name="pg3509"/>
            <p:cNvSpPr/>
            <p:nvPr/>
          </p:nvSpPr>
          <p:spPr>
            <a:xfrm>
              <a:off x="4438267" y="513891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9AEAB">
                <a:alpha val="100000"/>
              </a:srgbClr>
            </a:solidFill>
            <a:ln w="5420" cap="flat">
              <a:solidFill>
                <a:srgbClr val="49AE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10" name="pg3510"/>
            <p:cNvSpPr/>
            <p:nvPr/>
          </p:nvSpPr>
          <p:spPr>
            <a:xfrm>
              <a:off x="4449904" y="513891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9ADAB">
                <a:alpha val="100000"/>
              </a:srgbClr>
            </a:solidFill>
            <a:ln w="5420" cap="flat">
              <a:solidFill>
                <a:srgbClr val="49AD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11" name="pg3511"/>
            <p:cNvSpPr/>
            <p:nvPr/>
          </p:nvSpPr>
          <p:spPr>
            <a:xfrm>
              <a:off x="4461542" y="513891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8ADAB">
                <a:alpha val="100000"/>
              </a:srgbClr>
            </a:solidFill>
            <a:ln w="5420" cap="flat">
              <a:solidFill>
                <a:srgbClr val="48AD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12" name="pg3512"/>
            <p:cNvSpPr/>
            <p:nvPr/>
          </p:nvSpPr>
          <p:spPr>
            <a:xfrm>
              <a:off x="4473179" y="513891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8ACAA">
                <a:alpha val="100000"/>
              </a:srgbClr>
            </a:solidFill>
            <a:ln w="5420" cap="flat">
              <a:solidFill>
                <a:srgbClr val="48AC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13" name="pg3513"/>
            <p:cNvSpPr/>
            <p:nvPr/>
          </p:nvSpPr>
          <p:spPr>
            <a:xfrm>
              <a:off x="4484816" y="513891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7ABAA">
                <a:alpha val="100000"/>
              </a:srgbClr>
            </a:solidFill>
            <a:ln w="5420" cap="flat">
              <a:solidFill>
                <a:srgbClr val="47AB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14" name="pg3514"/>
            <p:cNvSpPr/>
            <p:nvPr/>
          </p:nvSpPr>
          <p:spPr>
            <a:xfrm>
              <a:off x="4496454" y="513891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7ABAA">
                <a:alpha val="100000"/>
              </a:srgbClr>
            </a:solidFill>
            <a:ln w="5420" cap="flat">
              <a:solidFill>
                <a:srgbClr val="47AB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15" name="pg3515"/>
            <p:cNvSpPr/>
            <p:nvPr/>
          </p:nvSpPr>
          <p:spPr>
            <a:xfrm>
              <a:off x="4508091" y="513891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7AAAA">
                <a:alpha val="100000"/>
              </a:srgbClr>
            </a:solidFill>
            <a:ln w="5420" cap="flat">
              <a:solidFill>
                <a:srgbClr val="47AA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16" name="pg3516"/>
            <p:cNvSpPr/>
            <p:nvPr/>
          </p:nvSpPr>
          <p:spPr>
            <a:xfrm>
              <a:off x="4519728" y="513891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6A9AA">
                <a:alpha val="100000"/>
              </a:srgbClr>
            </a:solidFill>
            <a:ln w="5420" cap="flat">
              <a:solidFill>
                <a:srgbClr val="46A9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17" name="pg3517"/>
            <p:cNvSpPr/>
            <p:nvPr/>
          </p:nvSpPr>
          <p:spPr>
            <a:xfrm>
              <a:off x="4531366" y="513891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5A9AA">
                <a:alpha val="100000"/>
              </a:srgbClr>
            </a:solidFill>
            <a:ln w="5420" cap="flat">
              <a:solidFill>
                <a:srgbClr val="45A9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18" name="pg3518"/>
            <p:cNvSpPr/>
            <p:nvPr/>
          </p:nvSpPr>
          <p:spPr>
            <a:xfrm>
              <a:off x="4682651" y="513891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0A3AA">
                <a:alpha val="100000"/>
              </a:srgbClr>
            </a:solidFill>
            <a:ln w="5420" cap="flat">
              <a:solidFill>
                <a:srgbClr val="40A3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19" name="pg3519"/>
            <p:cNvSpPr/>
            <p:nvPr/>
          </p:nvSpPr>
          <p:spPr>
            <a:xfrm>
              <a:off x="4694288" y="513891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0A3AA">
                <a:alpha val="100000"/>
              </a:srgbClr>
            </a:solidFill>
            <a:ln w="5420" cap="flat">
              <a:solidFill>
                <a:srgbClr val="40A3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20" name="pg3520"/>
            <p:cNvSpPr/>
            <p:nvPr/>
          </p:nvSpPr>
          <p:spPr>
            <a:xfrm>
              <a:off x="4705925" y="513891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0A2AA">
                <a:alpha val="100000"/>
              </a:srgbClr>
            </a:solidFill>
            <a:ln w="5420" cap="flat">
              <a:solidFill>
                <a:srgbClr val="40A2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21" name="pg3521"/>
            <p:cNvSpPr/>
            <p:nvPr/>
          </p:nvSpPr>
          <p:spPr>
            <a:xfrm>
              <a:off x="4717563" y="513891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FA2AA">
                <a:alpha val="100000"/>
              </a:srgbClr>
            </a:solidFill>
            <a:ln w="5420" cap="flat">
              <a:solidFill>
                <a:srgbClr val="3FA2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22" name="pg3522"/>
            <p:cNvSpPr/>
            <p:nvPr/>
          </p:nvSpPr>
          <p:spPr>
            <a:xfrm>
              <a:off x="4729200" y="513891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FA2AA">
                <a:alpha val="100000"/>
              </a:srgbClr>
            </a:solidFill>
            <a:ln w="5420" cap="flat">
              <a:solidFill>
                <a:srgbClr val="3FA2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23" name="pg3523"/>
            <p:cNvSpPr/>
            <p:nvPr/>
          </p:nvSpPr>
          <p:spPr>
            <a:xfrm>
              <a:off x="2843953" y="515321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ED2B1">
                <a:alpha val="100000"/>
              </a:srgbClr>
            </a:solidFill>
            <a:ln w="5420" cap="flat">
              <a:solidFill>
                <a:srgbClr val="6ED2B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24" name="pg3524"/>
            <p:cNvSpPr/>
            <p:nvPr/>
          </p:nvSpPr>
          <p:spPr>
            <a:xfrm>
              <a:off x="2855590" y="515321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FD2B1">
                <a:alpha val="100000"/>
              </a:srgbClr>
            </a:solidFill>
            <a:ln w="5420" cap="flat">
              <a:solidFill>
                <a:srgbClr val="6FD2B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25" name="pg3525"/>
            <p:cNvSpPr/>
            <p:nvPr/>
          </p:nvSpPr>
          <p:spPr>
            <a:xfrm>
              <a:off x="2867227" y="515321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FD2B2">
                <a:alpha val="100000"/>
              </a:srgbClr>
            </a:solidFill>
            <a:ln w="5420" cap="flat">
              <a:solidFill>
                <a:srgbClr val="6FD2B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26" name="pg3526"/>
            <p:cNvSpPr/>
            <p:nvPr/>
          </p:nvSpPr>
          <p:spPr>
            <a:xfrm>
              <a:off x="2878865" y="515321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0D2B2">
                <a:alpha val="100000"/>
              </a:srgbClr>
            </a:solidFill>
            <a:ln w="5420" cap="flat">
              <a:solidFill>
                <a:srgbClr val="70D2B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27" name="pg3527"/>
            <p:cNvSpPr/>
            <p:nvPr/>
          </p:nvSpPr>
          <p:spPr>
            <a:xfrm>
              <a:off x="2890502" y="515321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0D2B2">
                <a:alpha val="100000"/>
              </a:srgbClr>
            </a:solidFill>
            <a:ln w="5420" cap="flat">
              <a:solidFill>
                <a:srgbClr val="70D2B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28" name="pg3528"/>
            <p:cNvSpPr/>
            <p:nvPr/>
          </p:nvSpPr>
          <p:spPr>
            <a:xfrm>
              <a:off x="4449904" y="515321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9ADAB">
                <a:alpha val="100000"/>
              </a:srgbClr>
            </a:solidFill>
            <a:ln w="5420" cap="flat">
              <a:solidFill>
                <a:srgbClr val="49AD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29" name="pg3529"/>
            <p:cNvSpPr/>
            <p:nvPr/>
          </p:nvSpPr>
          <p:spPr>
            <a:xfrm>
              <a:off x="4461542" y="515321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8ADAB">
                <a:alpha val="100000"/>
              </a:srgbClr>
            </a:solidFill>
            <a:ln w="5420" cap="flat">
              <a:solidFill>
                <a:srgbClr val="48AD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30" name="pg3530"/>
            <p:cNvSpPr/>
            <p:nvPr/>
          </p:nvSpPr>
          <p:spPr>
            <a:xfrm>
              <a:off x="4473179" y="515321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8ACAA">
                <a:alpha val="100000"/>
              </a:srgbClr>
            </a:solidFill>
            <a:ln w="5420" cap="flat">
              <a:solidFill>
                <a:srgbClr val="48AC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31" name="pg3531"/>
            <p:cNvSpPr/>
            <p:nvPr/>
          </p:nvSpPr>
          <p:spPr>
            <a:xfrm>
              <a:off x="4484816" y="515321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7ABAA">
                <a:alpha val="100000"/>
              </a:srgbClr>
            </a:solidFill>
            <a:ln w="5420" cap="flat">
              <a:solidFill>
                <a:srgbClr val="47AB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32" name="pg3532"/>
            <p:cNvSpPr/>
            <p:nvPr/>
          </p:nvSpPr>
          <p:spPr>
            <a:xfrm>
              <a:off x="4496454" y="515321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7ABAA">
                <a:alpha val="100000"/>
              </a:srgbClr>
            </a:solidFill>
            <a:ln w="5420" cap="flat">
              <a:solidFill>
                <a:srgbClr val="47AB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33" name="pg3533"/>
            <p:cNvSpPr/>
            <p:nvPr/>
          </p:nvSpPr>
          <p:spPr>
            <a:xfrm>
              <a:off x="4508091" y="515321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7AAAA">
                <a:alpha val="100000"/>
              </a:srgbClr>
            </a:solidFill>
            <a:ln w="5420" cap="flat">
              <a:solidFill>
                <a:srgbClr val="47AA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34" name="pg3534"/>
            <p:cNvSpPr/>
            <p:nvPr/>
          </p:nvSpPr>
          <p:spPr>
            <a:xfrm>
              <a:off x="4519728" y="515321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6A9AA">
                <a:alpha val="100000"/>
              </a:srgbClr>
            </a:solidFill>
            <a:ln w="5420" cap="flat">
              <a:solidFill>
                <a:srgbClr val="46A9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35" name="pg3535"/>
            <p:cNvSpPr/>
            <p:nvPr/>
          </p:nvSpPr>
          <p:spPr>
            <a:xfrm>
              <a:off x="4531366" y="515321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5A9AA">
                <a:alpha val="100000"/>
              </a:srgbClr>
            </a:solidFill>
            <a:ln w="5420" cap="flat">
              <a:solidFill>
                <a:srgbClr val="45A9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36" name="pg3536"/>
            <p:cNvSpPr/>
            <p:nvPr/>
          </p:nvSpPr>
          <p:spPr>
            <a:xfrm>
              <a:off x="4694288" y="515321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0A3AA">
                <a:alpha val="100000"/>
              </a:srgbClr>
            </a:solidFill>
            <a:ln w="5420" cap="flat">
              <a:solidFill>
                <a:srgbClr val="40A3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37" name="pg3537"/>
            <p:cNvSpPr/>
            <p:nvPr/>
          </p:nvSpPr>
          <p:spPr>
            <a:xfrm>
              <a:off x="4705925" y="515321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0A3AA">
                <a:alpha val="100000"/>
              </a:srgbClr>
            </a:solidFill>
            <a:ln w="5420" cap="flat">
              <a:solidFill>
                <a:srgbClr val="40A3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38" name="pg3538"/>
            <p:cNvSpPr/>
            <p:nvPr/>
          </p:nvSpPr>
          <p:spPr>
            <a:xfrm>
              <a:off x="4717563" y="515321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0A2AA">
                <a:alpha val="100000"/>
              </a:srgbClr>
            </a:solidFill>
            <a:ln w="5420" cap="flat">
              <a:solidFill>
                <a:srgbClr val="40A2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39" name="pg3539"/>
            <p:cNvSpPr/>
            <p:nvPr/>
          </p:nvSpPr>
          <p:spPr>
            <a:xfrm>
              <a:off x="4729200" y="515321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FA2AA">
                <a:alpha val="100000"/>
              </a:srgbClr>
            </a:solidFill>
            <a:ln w="5420" cap="flat">
              <a:solidFill>
                <a:srgbClr val="3FA2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40" name="pg3540"/>
            <p:cNvSpPr/>
            <p:nvPr/>
          </p:nvSpPr>
          <p:spPr>
            <a:xfrm>
              <a:off x="4740837" y="515321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FA2AA">
                <a:alpha val="100000"/>
              </a:srgbClr>
            </a:solidFill>
            <a:ln w="5420" cap="flat">
              <a:solidFill>
                <a:srgbClr val="3FA2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41" name="pg3541"/>
            <p:cNvSpPr/>
            <p:nvPr/>
          </p:nvSpPr>
          <p:spPr>
            <a:xfrm>
              <a:off x="2843953" y="516751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CD1B0">
                <a:alpha val="100000"/>
              </a:srgbClr>
            </a:solidFill>
            <a:ln w="5420" cap="flat">
              <a:solidFill>
                <a:srgbClr val="6CD1B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42" name="pg3542"/>
            <p:cNvSpPr/>
            <p:nvPr/>
          </p:nvSpPr>
          <p:spPr>
            <a:xfrm>
              <a:off x="2855590" y="516751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CD1B1">
                <a:alpha val="100000"/>
              </a:srgbClr>
            </a:solidFill>
            <a:ln w="5420" cap="flat">
              <a:solidFill>
                <a:srgbClr val="6CD1B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43" name="pg3543"/>
            <p:cNvSpPr/>
            <p:nvPr/>
          </p:nvSpPr>
          <p:spPr>
            <a:xfrm>
              <a:off x="2867227" y="516751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DD1B1">
                <a:alpha val="100000"/>
              </a:srgbClr>
            </a:solidFill>
            <a:ln w="5420" cap="flat">
              <a:solidFill>
                <a:srgbClr val="6DD1B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44" name="pg3544"/>
            <p:cNvSpPr/>
            <p:nvPr/>
          </p:nvSpPr>
          <p:spPr>
            <a:xfrm>
              <a:off x="2878865" y="516751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DD2B1">
                <a:alpha val="100000"/>
              </a:srgbClr>
            </a:solidFill>
            <a:ln w="5420" cap="flat">
              <a:solidFill>
                <a:srgbClr val="6DD2B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45" name="pg3545"/>
            <p:cNvSpPr/>
            <p:nvPr/>
          </p:nvSpPr>
          <p:spPr>
            <a:xfrm>
              <a:off x="2890502" y="516751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DD2B1">
                <a:alpha val="100000"/>
              </a:srgbClr>
            </a:solidFill>
            <a:ln w="5420" cap="flat">
              <a:solidFill>
                <a:srgbClr val="6DD2B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46" name="pg3546"/>
            <p:cNvSpPr/>
            <p:nvPr/>
          </p:nvSpPr>
          <p:spPr>
            <a:xfrm>
              <a:off x="4461542" y="516751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8ADAB">
                <a:alpha val="100000"/>
              </a:srgbClr>
            </a:solidFill>
            <a:ln w="5420" cap="flat">
              <a:solidFill>
                <a:srgbClr val="48AD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47" name="pg3547"/>
            <p:cNvSpPr/>
            <p:nvPr/>
          </p:nvSpPr>
          <p:spPr>
            <a:xfrm>
              <a:off x="4473179" y="516751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8ACAA">
                <a:alpha val="100000"/>
              </a:srgbClr>
            </a:solidFill>
            <a:ln w="5420" cap="flat">
              <a:solidFill>
                <a:srgbClr val="48AC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48" name="pg3548"/>
            <p:cNvSpPr/>
            <p:nvPr/>
          </p:nvSpPr>
          <p:spPr>
            <a:xfrm>
              <a:off x="4484816" y="516751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7ABAA">
                <a:alpha val="100000"/>
              </a:srgbClr>
            </a:solidFill>
            <a:ln w="5420" cap="flat">
              <a:solidFill>
                <a:srgbClr val="47AB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49" name="pg3549"/>
            <p:cNvSpPr/>
            <p:nvPr/>
          </p:nvSpPr>
          <p:spPr>
            <a:xfrm>
              <a:off x="4496454" y="516751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7ABAA">
                <a:alpha val="100000"/>
              </a:srgbClr>
            </a:solidFill>
            <a:ln w="5420" cap="flat">
              <a:solidFill>
                <a:srgbClr val="47AB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50" name="pg3550"/>
            <p:cNvSpPr/>
            <p:nvPr/>
          </p:nvSpPr>
          <p:spPr>
            <a:xfrm>
              <a:off x="4508091" y="516751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7AAAA">
                <a:alpha val="100000"/>
              </a:srgbClr>
            </a:solidFill>
            <a:ln w="5420" cap="flat">
              <a:solidFill>
                <a:srgbClr val="47AA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51" name="pg3551"/>
            <p:cNvSpPr/>
            <p:nvPr/>
          </p:nvSpPr>
          <p:spPr>
            <a:xfrm>
              <a:off x="4519728" y="516751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6A9AA">
                <a:alpha val="100000"/>
              </a:srgbClr>
            </a:solidFill>
            <a:ln w="5420" cap="flat">
              <a:solidFill>
                <a:srgbClr val="46A9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52" name="pg3552"/>
            <p:cNvSpPr/>
            <p:nvPr/>
          </p:nvSpPr>
          <p:spPr>
            <a:xfrm>
              <a:off x="4531366" y="516751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5A9AA">
                <a:alpha val="100000"/>
              </a:srgbClr>
            </a:solidFill>
            <a:ln w="5420" cap="flat">
              <a:solidFill>
                <a:srgbClr val="45A9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53" name="pg3553"/>
            <p:cNvSpPr/>
            <p:nvPr/>
          </p:nvSpPr>
          <p:spPr>
            <a:xfrm>
              <a:off x="4543003" y="516751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5A8AA">
                <a:alpha val="100000"/>
              </a:srgbClr>
            </a:solidFill>
            <a:ln w="5420" cap="flat">
              <a:solidFill>
                <a:srgbClr val="45A8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54" name="pg3554"/>
            <p:cNvSpPr/>
            <p:nvPr/>
          </p:nvSpPr>
          <p:spPr>
            <a:xfrm>
              <a:off x="4694288" y="516751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0A3AA">
                <a:alpha val="100000"/>
              </a:srgbClr>
            </a:solidFill>
            <a:ln w="5420" cap="flat">
              <a:solidFill>
                <a:srgbClr val="40A3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55" name="pg3555"/>
            <p:cNvSpPr/>
            <p:nvPr/>
          </p:nvSpPr>
          <p:spPr>
            <a:xfrm>
              <a:off x="4705925" y="516751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0A3AA">
                <a:alpha val="100000"/>
              </a:srgbClr>
            </a:solidFill>
            <a:ln w="5420" cap="flat">
              <a:solidFill>
                <a:srgbClr val="40A3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56" name="pg3556"/>
            <p:cNvSpPr/>
            <p:nvPr/>
          </p:nvSpPr>
          <p:spPr>
            <a:xfrm>
              <a:off x="4717563" y="516751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0A2AA">
                <a:alpha val="100000"/>
              </a:srgbClr>
            </a:solidFill>
            <a:ln w="5420" cap="flat">
              <a:solidFill>
                <a:srgbClr val="40A2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57" name="pg3557"/>
            <p:cNvSpPr/>
            <p:nvPr/>
          </p:nvSpPr>
          <p:spPr>
            <a:xfrm>
              <a:off x="4729200" y="516751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FA2AA">
                <a:alpha val="100000"/>
              </a:srgbClr>
            </a:solidFill>
            <a:ln w="5420" cap="flat">
              <a:solidFill>
                <a:srgbClr val="3FA2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58" name="pg3558"/>
            <p:cNvSpPr/>
            <p:nvPr/>
          </p:nvSpPr>
          <p:spPr>
            <a:xfrm>
              <a:off x="4740837" y="516751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FA2AA">
                <a:alpha val="100000"/>
              </a:srgbClr>
            </a:solidFill>
            <a:ln w="5420" cap="flat">
              <a:solidFill>
                <a:srgbClr val="3FA2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59" name="pg3559"/>
            <p:cNvSpPr/>
            <p:nvPr/>
          </p:nvSpPr>
          <p:spPr>
            <a:xfrm>
              <a:off x="2855590" y="518181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AD1B0">
                <a:alpha val="100000"/>
              </a:srgbClr>
            </a:solidFill>
            <a:ln w="5420" cap="flat">
              <a:solidFill>
                <a:srgbClr val="6AD1B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60" name="pg3560"/>
            <p:cNvSpPr/>
            <p:nvPr/>
          </p:nvSpPr>
          <p:spPr>
            <a:xfrm>
              <a:off x="2867227" y="518181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AD1B0">
                <a:alpha val="100000"/>
              </a:srgbClr>
            </a:solidFill>
            <a:ln w="5420" cap="flat">
              <a:solidFill>
                <a:srgbClr val="6AD1B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61" name="pg3561"/>
            <p:cNvSpPr/>
            <p:nvPr/>
          </p:nvSpPr>
          <p:spPr>
            <a:xfrm>
              <a:off x="2878865" y="518181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BD1B0">
                <a:alpha val="100000"/>
              </a:srgbClr>
            </a:solidFill>
            <a:ln w="5420" cap="flat">
              <a:solidFill>
                <a:srgbClr val="6BD1B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62" name="pg3562"/>
            <p:cNvSpPr/>
            <p:nvPr/>
          </p:nvSpPr>
          <p:spPr>
            <a:xfrm>
              <a:off x="2890502" y="518181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BD1B0">
                <a:alpha val="100000"/>
              </a:srgbClr>
            </a:solidFill>
            <a:ln w="5420" cap="flat">
              <a:solidFill>
                <a:srgbClr val="6BD1B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63" name="pg3563"/>
            <p:cNvSpPr/>
            <p:nvPr/>
          </p:nvSpPr>
          <p:spPr>
            <a:xfrm>
              <a:off x="4473179" y="518181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8ACAA">
                <a:alpha val="100000"/>
              </a:srgbClr>
            </a:solidFill>
            <a:ln w="5420" cap="flat">
              <a:solidFill>
                <a:srgbClr val="48AC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64" name="pg3564"/>
            <p:cNvSpPr/>
            <p:nvPr/>
          </p:nvSpPr>
          <p:spPr>
            <a:xfrm>
              <a:off x="4484816" y="518181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7ABAA">
                <a:alpha val="100000"/>
              </a:srgbClr>
            </a:solidFill>
            <a:ln w="5420" cap="flat">
              <a:solidFill>
                <a:srgbClr val="47AB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65" name="pg3565"/>
            <p:cNvSpPr/>
            <p:nvPr/>
          </p:nvSpPr>
          <p:spPr>
            <a:xfrm>
              <a:off x="4496454" y="518181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7ABAA">
                <a:alpha val="100000"/>
              </a:srgbClr>
            </a:solidFill>
            <a:ln w="5420" cap="flat">
              <a:solidFill>
                <a:srgbClr val="47AB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66" name="pg3566"/>
            <p:cNvSpPr/>
            <p:nvPr/>
          </p:nvSpPr>
          <p:spPr>
            <a:xfrm>
              <a:off x="4508091" y="518181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7AAAA">
                <a:alpha val="100000"/>
              </a:srgbClr>
            </a:solidFill>
            <a:ln w="5420" cap="flat">
              <a:solidFill>
                <a:srgbClr val="47AA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67" name="pg3567"/>
            <p:cNvSpPr/>
            <p:nvPr/>
          </p:nvSpPr>
          <p:spPr>
            <a:xfrm>
              <a:off x="4519728" y="518181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6A9AA">
                <a:alpha val="100000"/>
              </a:srgbClr>
            </a:solidFill>
            <a:ln w="5420" cap="flat">
              <a:solidFill>
                <a:srgbClr val="46A9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68" name="pg3568"/>
            <p:cNvSpPr/>
            <p:nvPr/>
          </p:nvSpPr>
          <p:spPr>
            <a:xfrm>
              <a:off x="4531366" y="518181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5A9AA">
                <a:alpha val="100000"/>
              </a:srgbClr>
            </a:solidFill>
            <a:ln w="5420" cap="flat">
              <a:solidFill>
                <a:srgbClr val="45A9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69" name="pg3569"/>
            <p:cNvSpPr/>
            <p:nvPr/>
          </p:nvSpPr>
          <p:spPr>
            <a:xfrm>
              <a:off x="4543003" y="518181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5A8AA">
                <a:alpha val="100000"/>
              </a:srgbClr>
            </a:solidFill>
            <a:ln w="5420" cap="flat">
              <a:solidFill>
                <a:srgbClr val="45A8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70" name="pg3570"/>
            <p:cNvSpPr/>
            <p:nvPr/>
          </p:nvSpPr>
          <p:spPr>
            <a:xfrm>
              <a:off x="4554640" y="518181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5A8AA">
                <a:alpha val="100000"/>
              </a:srgbClr>
            </a:solidFill>
            <a:ln w="5420" cap="flat">
              <a:solidFill>
                <a:srgbClr val="45A8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71" name="pg3571"/>
            <p:cNvSpPr/>
            <p:nvPr/>
          </p:nvSpPr>
          <p:spPr>
            <a:xfrm>
              <a:off x="4694288" y="518181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0A3AA">
                <a:alpha val="100000"/>
              </a:srgbClr>
            </a:solidFill>
            <a:ln w="5420" cap="flat">
              <a:solidFill>
                <a:srgbClr val="40A3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72" name="pg3572"/>
            <p:cNvSpPr/>
            <p:nvPr/>
          </p:nvSpPr>
          <p:spPr>
            <a:xfrm>
              <a:off x="4705925" y="518181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0A3AA">
                <a:alpha val="100000"/>
              </a:srgbClr>
            </a:solidFill>
            <a:ln w="5420" cap="flat">
              <a:solidFill>
                <a:srgbClr val="40A3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73" name="pg3573"/>
            <p:cNvSpPr/>
            <p:nvPr/>
          </p:nvSpPr>
          <p:spPr>
            <a:xfrm>
              <a:off x="4717563" y="518181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0A3AA">
                <a:alpha val="100000"/>
              </a:srgbClr>
            </a:solidFill>
            <a:ln w="5420" cap="flat">
              <a:solidFill>
                <a:srgbClr val="40A3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74" name="pg3574"/>
            <p:cNvSpPr/>
            <p:nvPr/>
          </p:nvSpPr>
          <p:spPr>
            <a:xfrm>
              <a:off x="4729200" y="518181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0A2AA">
                <a:alpha val="100000"/>
              </a:srgbClr>
            </a:solidFill>
            <a:ln w="5420" cap="flat">
              <a:solidFill>
                <a:srgbClr val="40A2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75" name="pg3575"/>
            <p:cNvSpPr/>
            <p:nvPr/>
          </p:nvSpPr>
          <p:spPr>
            <a:xfrm>
              <a:off x="4740837" y="518181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FA2AA">
                <a:alpha val="100000"/>
              </a:srgbClr>
            </a:solidFill>
            <a:ln w="5420" cap="flat">
              <a:solidFill>
                <a:srgbClr val="3FA2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76" name="pg3576"/>
            <p:cNvSpPr/>
            <p:nvPr/>
          </p:nvSpPr>
          <p:spPr>
            <a:xfrm>
              <a:off x="2855590" y="519611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8D0AF">
                <a:alpha val="100000"/>
              </a:srgbClr>
            </a:solidFill>
            <a:ln w="5420" cap="flat">
              <a:solidFill>
                <a:srgbClr val="68D0A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77" name="pg3577"/>
            <p:cNvSpPr/>
            <p:nvPr/>
          </p:nvSpPr>
          <p:spPr>
            <a:xfrm>
              <a:off x="2867227" y="519611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8D0AF">
                <a:alpha val="100000"/>
              </a:srgbClr>
            </a:solidFill>
            <a:ln w="5420" cap="flat">
              <a:solidFill>
                <a:srgbClr val="68D0A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78" name="pg3578"/>
            <p:cNvSpPr/>
            <p:nvPr/>
          </p:nvSpPr>
          <p:spPr>
            <a:xfrm>
              <a:off x="2878865" y="519611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8D0AF">
                <a:alpha val="100000"/>
              </a:srgbClr>
            </a:solidFill>
            <a:ln w="5420" cap="flat">
              <a:solidFill>
                <a:srgbClr val="68D0A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79" name="pg3579"/>
            <p:cNvSpPr/>
            <p:nvPr/>
          </p:nvSpPr>
          <p:spPr>
            <a:xfrm>
              <a:off x="2890502" y="519611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8D0AF">
                <a:alpha val="100000"/>
              </a:srgbClr>
            </a:solidFill>
            <a:ln w="5420" cap="flat">
              <a:solidFill>
                <a:srgbClr val="68D0A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80" name="pg3580"/>
            <p:cNvSpPr/>
            <p:nvPr/>
          </p:nvSpPr>
          <p:spPr>
            <a:xfrm>
              <a:off x="4484816" y="519611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7ABAA">
                <a:alpha val="100000"/>
              </a:srgbClr>
            </a:solidFill>
            <a:ln w="5420" cap="flat">
              <a:solidFill>
                <a:srgbClr val="47AB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81" name="pg3581"/>
            <p:cNvSpPr/>
            <p:nvPr/>
          </p:nvSpPr>
          <p:spPr>
            <a:xfrm>
              <a:off x="4496454" y="519611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7ABAA">
                <a:alpha val="100000"/>
              </a:srgbClr>
            </a:solidFill>
            <a:ln w="5420" cap="flat">
              <a:solidFill>
                <a:srgbClr val="47AB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82" name="pg3582"/>
            <p:cNvSpPr/>
            <p:nvPr/>
          </p:nvSpPr>
          <p:spPr>
            <a:xfrm>
              <a:off x="4508091" y="519611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7AAAA">
                <a:alpha val="100000"/>
              </a:srgbClr>
            </a:solidFill>
            <a:ln w="5420" cap="flat">
              <a:solidFill>
                <a:srgbClr val="47AA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83" name="pg3583"/>
            <p:cNvSpPr/>
            <p:nvPr/>
          </p:nvSpPr>
          <p:spPr>
            <a:xfrm>
              <a:off x="4519728" y="519611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6A9AA">
                <a:alpha val="100000"/>
              </a:srgbClr>
            </a:solidFill>
            <a:ln w="5420" cap="flat">
              <a:solidFill>
                <a:srgbClr val="46A9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84" name="pg3584"/>
            <p:cNvSpPr/>
            <p:nvPr/>
          </p:nvSpPr>
          <p:spPr>
            <a:xfrm>
              <a:off x="4531366" y="519611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5A9AA">
                <a:alpha val="100000"/>
              </a:srgbClr>
            </a:solidFill>
            <a:ln w="5420" cap="flat">
              <a:solidFill>
                <a:srgbClr val="45A9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85" name="pg3585"/>
            <p:cNvSpPr/>
            <p:nvPr/>
          </p:nvSpPr>
          <p:spPr>
            <a:xfrm>
              <a:off x="4543003" y="519611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5A9AA">
                <a:alpha val="100000"/>
              </a:srgbClr>
            </a:solidFill>
            <a:ln w="5420" cap="flat">
              <a:solidFill>
                <a:srgbClr val="45A9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86" name="pg3586"/>
            <p:cNvSpPr/>
            <p:nvPr/>
          </p:nvSpPr>
          <p:spPr>
            <a:xfrm>
              <a:off x="4694288" y="519611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0A3AA">
                <a:alpha val="100000"/>
              </a:srgbClr>
            </a:solidFill>
            <a:ln w="5420" cap="flat">
              <a:solidFill>
                <a:srgbClr val="40A3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87" name="pg3587"/>
            <p:cNvSpPr/>
            <p:nvPr/>
          </p:nvSpPr>
          <p:spPr>
            <a:xfrm>
              <a:off x="4705925" y="519611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0A3AA">
                <a:alpha val="100000"/>
              </a:srgbClr>
            </a:solidFill>
            <a:ln w="5420" cap="flat">
              <a:solidFill>
                <a:srgbClr val="40A3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88" name="pg3588"/>
            <p:cNvSpPr/>
            <p:nvPr/>
          </p:nvSpPr>
          <p:spPr>
            <a:xfrm>
              <a:off x="4717563" y="519611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0A3AA">
                <a:alpha val="100000"/>
              </a:srgbClr>
            </a:solidFill>
            <a:ln w="5420" cap="flat">
              <a:solidFill>
                <a:srgbClr val="40A3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89" name="pg3589"/>
            <p:cNvSpPr/>
            <p:nvPr/>
          </p:nvSpPr>
          <p:spPr>
            <a:xfrm>
              <a:off x="4729200" y="519611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0A3AA">
                <a:alpha val="100000"/>
              </a:srgbClr>
            </a:solidFill>
            <a:ln w="5420" cap="flat">
              <a:solidFill>
                <a:srgbClr val="40A3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90" name="pg3590"/>
            <p:cNvSpPr/>
            <p:nvPr/>
          </p:nvSpPr>
          <p:spPr>
            <a:xfrm>
              <a:off x="4740837" y="519611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0A2AA">
                <a:alpha val="100000"/>
              </a:srgbClr>
            </a:solidFill>
            <a:ln w="5420" cap="flat">
              <a:solidFill>
                <a:srgbClr val="40A2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91" name="pg3591"/>
            <p:cNvSpPr/>
            <p:nvPr/>
          </p:nvSpPr>
          <p:spPr>
            <a:xfrm>
              <a:off x="2855590" y="521041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6CFAE">
                <a:alpha val="100000"/>
              </a:srgbClr>
            </a:solidFill>
            <a:ln w="5420" cap="flat">
              <a:solidFill>
                <a:srgbClr val="66CFA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92" name="pg3592"/>
            <p:cNvSpPr/>
            <p:nvPr/>
          </p:nvSpPr>
          <p:spPr>
            <a:xfrm>
              <a:off x="2867227" y="521041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6CFAE">
                <a:alpha val="100000"/>
              </a:srgbClr>
            </a:solidFill>
            <a:ln w="5420" cap="flat">
              <a:solidFill>
                <a:srgbClr val="66CFA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93" name="pg3593"/>
            <p:cNvSpPr/>
            <p:nvPr/>
          </p:nvSpPr>
          <p:spPr>
            <a:xfrm>
              <a:off x="2878865" y="521041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6D0AE">
                <a:alpha val="100000"/>
              </a:srgbClr>
            </a:solidFill>
            <a:ln w="5420" cap="flat">
              <a:solidFill>
                <a:srgbClr val="66D0A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94" name="pg3594"/>
            <p:cNvSpPr/>
            <p:nvPr/>
          </p:nvSpPr>
          <p:spPr>
            <a:xfrm>
              <a:off x="2890502" y="521041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6D0AE">
                <a:alpha val="100000"/>
              </a:srgbClr>
            </a:solidFill>
            <a:ln w="5420" cap="flat">
              <a:solidFill>
                <a:srgbClr val="66D0A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95" name="pg3595"/>
            <p:cNvSpPr/>
            <p:nvPr/>
          </p:nvSpPr>
          <p:spPr>
            <a:xfrm>
              <a:off x="2902139" y="521041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6CFAE">
                <a:alpha val="100000"/>
              </a:srgbClr>
            </a:solidFill>
            <a:ln w="5420" cap="flat">
              <a:solidFill>
                <a:srgbClr val="66CFA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96" name="pg3596"/>
            <p:cNvSpPr/>
            <p:nvPr/>
          </p:nvSpPr>
          <p:spPr>
            <a:xfrm>
              <a:off x="4484816" y="521041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7ABAA">
                <a:alpha val="100000"/>
              </a:srgbClr>
            </a:solidFill>
            <a:ln w="5420" cap="flat">
              <a:solidFill>
                <a:srgbClr val="47AB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97" name="pg3597"/>
            <p:cNvSpPr/>
            <p:nvPr/>
          </p:nvSpPr>
          <p:spPr>
            <a:xfrm>
              <a:off x="4496454" y="521041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7ABAA">
                <a:alpha val="100000"/>
              </a:srgbClr>
            </a:solidFill>
            <a:ln w="5420" cap="flat">
              <a:solidFill>
                <a:srgbClr val="47AB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98" name="pg3598"/>
            <p:cNvSpPr/>
            <p:nvPr/>
          </p:nvSpPr>
          <p:spPr>
            <a:xfrm>
              <a:off x="4508091" y="521041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7AAAA">
                <a:alpha val="100000"/>
              </a:srgbClr>
            </a:solidFill>
            <a:ln w="5420" cap="flat">
              <a:solidFill>
                <a:srgbClr val="47AA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99" name="pg3599"/>
            <p:cNvSpPr/>
            <p:nvPr/>
          </p:nvSpPr>
          <p:spPr>
            <a:xfrm>
              <a:off x="4519728" y="521041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6A9AA">
                <a:alpha val="100000"/>
              </a:srgbClr>
            </a:solidFill>
            <a:ln w="5420" cap="flat">
              <a:solidFill>
                <a:srgbClr val="46A9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00" name="pg3600"/>
            <p:cNvSpPr/>
            <p:nvPr/>
          </p:nvSpPr>
          <p:spPr>
            <a:xfrm>
              <a:off x="4531366" y="521041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5A9AA">
                <a:alpha val="100000"/>
              </a:srgbClr>
            </a:solidFill>
            <a:ln w="5420" cap="flat">
              <a:solidFill>
                <a:srgbClr val="45A9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01" name="pg3601"/>
            <p:cNvSpPr/>
            <p:nvPr/>
          </p:nvSpPr>
          <p:spPr>
            <a:xfrm>
              <a:off x="4543003" y="521041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5A9AA">
                <a:alpha val="100000"/>
              </a:srgbClr>
            </a:solidFill>
            <a:ln w="5420" cap="flat">
              <a:solidFill>
                <a:srgbClr val="45A9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02" name="pg3602"/>
            <p:cNvSpPr/>
            <p:nvPr/>
          </p:nvSpPr>
          <p:spPr>
            <a:xfrm>
              <a:off x="4694288" y="521041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1A4AA">
                <a:alpha val="100000"/>
              </a:srgbClr>
            </a:solidFill>
            <a:ln w="5420" cap="flat">
              <a:solidFill>
                <a:srgbClr val="41A4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03" name="pg3603"/>
            <p:cNvSpPr/>
            <p:nvPr/>
          </p:nvSpPr>
          <p:spPr>
            <a:xfrm>
              <a:off x="4705925" y="521041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0A3AA">
                <a:alpha val="100000"/>
              </a:srgbClr>
            </a:solidFill>
            <a:ln w="5420" cap="flat">
              <a:solidFill>
                <a:srgbClr val="40A3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04" name="pg3604"/>
            <p:cNvSpPr/>
            <p:nvPr/>
          </p:nvSpPr>
          <p:spPr>
            <a:xfrm>
              <a:off x="4717563" y="521041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0A3AA">
                <a:alpha val="100000"/>
              </a:srgbClr>
            </a:solidFill>
            <a:ln w="5420" cap="flat">
              <a:solidFill>
                <a:srgbClr val="40A3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05" name="pg3605"/>
            <p:cNvSpPr/>
            <p:nvPr/>
          </p:nvSpPr>
          <p:spPr>
            <a:xfrm>
              <a:off x="4729200" y="521041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0A3AA">
                <a:alpha val="100000"/>
              </a:srgbClr>
            </a:solidFill>
            <a:ln w="5420" cap="flat">
              <a:solidFill>
                <a:srgbClr val="40A3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06" name="pg3606"/>
            <p:cNvSpPr/>
            <p:nvPr/>
          </p:nvSpPr>
          <p:spPr>
            <a:xfrm>
              <a:off x="4740837" y="521041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0A2AA">
                <a:alpha val="100000"/>
              </a:srgbClr>
            </a:solidFill>
            <a:ln w="5420" cap="flat">
              <a:solidFill>
                <a:srgbClr val="40A2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07" name="pg3607"/>
            <p:cNvSpPr/>
            <p:nvPr/>
          </p:nvSpPr>
          <p:spPr>
            <a:xfrm>
              <a:off x="2855590" y="522471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3CFAD">
                <a:alpha val="100000"/>
              </a:srgbClr>
            </a:solidFill>
            <a:ln w="5420" cap="flat">
              <a:solidFill>
                <a:srgbClr val="63CFA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08" name="pg3608"/>
            <p:cNvSpPr/>
            <p:nvPr/>
          </p:nvSpPr>
          <p:spPr>
            <a:xfrm>
              <a:off x="2867227" y="522471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3CFAD">
                <a:alpha val="100000"/>
              </a:srgbClr>
            </a:solidFill>
            <a:ln w="5420" cap="flat">
              <a:solidFill>
                <a:srgbClr val="63CFA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09" name="pg3609"/>
            <p:cNvSpPr/>
            <p:nvPr/>
          </p:nvSpPr>
          <p:spPr>
            <a:xfrm>
              <a:off x="2878865" y="522471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4CFAD">
                <a:alpha val="100000"/>
              </a:srgbClr>
            </a:solidFill>
            <a:ln w="5420" cap="flat">
              <a:solidFill>
                <a:srgbClr val="64CFA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10" name="pg3610"/>
            <p:cNvSpPr/>
            <p:nvPr/>
          </p:nvSpPr>
          <p:spPr>
            <a:xfrm>
              <a:off x="2890502" y="522471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4CFAD">
                <a:alpha val="100000"/>
              </a:srgbClr>
            </a:solidFill>
            <a:ln w="5420" cap="flat">
              <a:solidFill>
                <a:srgbClr val="64CFA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11" name="pg3611"/>
            <p:cNvSpPr/>
            <p:nvPr/>
          </p:nvSpPr>
          <p:spPr>
            <a:xfrm>
              <a:off x="2902139" y="522471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3CFAD">
                <a:alpha val="100000"/>
              </a:srgbClr>
            </a:solidFill>
            <a:ln w="5420" cap="flat">
              <a:solidFill>
                <a:srgbClr val="63CFA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12" name="pg3612"/>
            <p:cNvSpPr/>
            <p:nvPr/>
          </p:nvSpPr>
          <p:spPr>
            <a:xfrm>
              <a:off x="4496454" y="522471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7ABAA">
                <a:alpha val="100000"/>
              </a:srgbClr>
            </a:solidFill>
            <a:ln w="5420" cap="flat">
              <a:solidFill>
                <a:srgbClr val="47AB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13" name="pg3613"/>
            <p:cNvSpPr/>
            <p:nvPr/>
          </p:nvSpPr>
          <p:spPr>
            <a:xfrm>
              <a:off x="4508091" y="522471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7AAAA">
                <a:alpha val="100000"/>
              </a:srgbClr>
            </a:solidFill>
            <a:ln w="5420" cap="flat">
              <a:solidFill>
                <a:srgbClr val="47AA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14" name="pg3614"/>
            <p:cNvSpPr/>
            <p:nvPr/>
          </p:nvSpPr>
          <p:spPr>
            <a:xfrm>
              <a:off x="4519728" y="522471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6A9AA">
                <a:alpha val="100000"/>
              </a:srgbClr>
            </a:solidFill>
            <a:ln w="5420" cap="flat">
              <a:solidFill>
                <a:srgbClr val="46A9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15" name="pg3615"/>
            <p:cNvSpPr/>
            <p:nvPr/>
          </p:nvSpPr>
          <p:spPr>
            <a:xfrm>
              <a:off x="4531366" y="522471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6A9AA">
                <a:alpha val="100000"/>
              </a:srgbClr>
            </a:solidFill>
            <a:ln w="5420" cap="flat">
              <a:solidFill>
                <a:srgbClr val="46A9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16" name="pg3616"/>
            <p:cNvSpPr/>
            <p:nvPr/>
          </p:nvSpPr>
          <p:spPr>
            <a:xfrm>
              <a:off x="4543003" y="522471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5A9AA">
                <a:alpha val="100000"/>
              </a:srgbClr>
            </a:solidFill>
            <a:ln w="5420" cap="flat">
              <a:solidFill>
                <a:srgbClr val="45A9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17" name="pg3617"/>
            <p:cNvSpPr/>
            <p:nvPr/>
          </p:nvSpPr>
          <p:spPr>
            <a:xfrm>
              <a:off x="4694288" y="522471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1A4AA">
                <a:alpha val="100000"/>
              </a:srgbClr>
            </a:solidFill>
            <a:ln w="5420" cap="flat">
              <a:solidFill>
                <a:srgbClr val="41A4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18" name="pg3618"/>
            <p:cNvSpPr/>
            <p:nvPr/>
          </p:nvSpPr>
          <p:spPr>
            <a:xfrm>
              <a:off x="4705925" y="522471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1A3AA">
                <a:alpha val="100000"/>
              </a:srgbClr>
            </a:solidFill>
            <a:ln w="5420" cap="flat">
              <a:solidFill>
                <a:srgbClr val="41A3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19" name="pg3619"/>
            <p:cNvSpPr/>
            <p:nvPr/>
          </p:nvSpPr>
          <p:spPr>
            <a:xfrm>
              <a:off x="4717563" y="522471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0A3AA">
                <a:alpha val="100000"/>
              </a:srgbClr>
            </a:solidFill>
            <a:ln w="5420" cap="flat">
              <a:solidFill>
                <a:srgbClr val="40A3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20" name="pg3620"/>
            <p:cNvSpPr/>
            <p:nvPr/>
          </p:nvSpPr>
          <p:spPr>
            <a:xfrm>
              <a:off x="4729200" y="522471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0A3AA">
                <a:alpha val="100000"/>
              </a:srgbClr>
            </a:solidFill>
            <a:ln w="5420" cap="flat">
              <a:solidFill>
                <a:srgbClr val="40A3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21" name="pg3621"/>
            <p:cNvSpPr/>
            <p:nvPr/>
          </p:nvSpPr>
          <p:spPr>
            <a:xfrm>
              <a:off x="2867227" y="523901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0CEAC">
                <a:alpha val="100000"/>
              </a:srgbClr>
            </a:solidFill>
            <a:ln w="5420" cap="flat">
              <a:solidFill>
                <a:srgbClr val="60CE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22" name="pg3622"/>
            <p:cNvSpPr/>
            <p:nvPr/>
          </p:nvSpPr>
          <p:spPr>
            <a:xfrm>
              <a:off x="2878865" y="523901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0CEAC">
                <a:alpha val="100000"/>
              </a:srgbClr>
            </a:solidFill>
            <a:ln w="5420" cap="flat">
              <a:solidFill>
                <a:srgbClr val="60CE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23" name="pg3623"/>
            <p:cNvSpPr/>
            <p:nvPr/>
          </p:nvSpPr>
          <p:spPr>
            <a:xfrm>
              <a:off x="2890502" y="523901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0CEAC">
                <a:alpha val="100000"/>
              </a:srgbClr>
            </a:solidFill>
            <a:ln w="5420" cap="flat">
              <a:solidFill>
                <a:srgbClr val="60CE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24" name="pg3624"/>
            <p:cNvSpPr/>
            <p:nvPr/>
          </p:nvSpPr>
          <p:spPr>
            <a:xfrm>
              <a:off x="2902139" y="523901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0CEAC">
                <a:alpha val="100000"/>
              </a:srgbClr>
            </a:solidFill>
            <a:ln w="5420" cap="flat">
              <a:solidFill>
                <a:srgbClr val="60CE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25" name="pg3625"/>
            <p:cNvSpPr/>
            <p:nvPr/>
          </p:nvSpPr>
          <p:spPr>
            <a:xfrm>
              <a:off x="2913777" y="523901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0CDAC">
                <a:alpha val="100000"/>
              </a:srgbClr>
            </a:solidFill>
            <a:ln w="5420" cap="flat">
              <a:solidFill>
                <a:srgbClr val="60CD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26" name="pg3626"/>
            <p:cNvSpPr/>
            <p:nvPr/>
          </p:nvSpPr>
          <p:spPr>
            <a:xfrm>
              <a:off x="4508091" y="523901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7AAAA">
                <a:alpha val="100000"/>
              </a:srgbClr>
            </a:solidFill>
            <a:ln w="5420" cap="flat">
              <a:solidFill>
                <a:srgbClr val="47AA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27" name="pg3627"/>
            <p:cNvSpPr/>
            <p:nvPr/>
          </p:nvSpPr>
          <p:spPr>
            <a:xfrm>
              <a:off x="4519728" y="523901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6AAAA">
                <a:alpha val="100000"/>
              </a:srgbClr>
            </a:solidFill>
            <a:ln w="5420" cap="flat">
              <a:solidFill>
                <a:srgbClr val="46AA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28" name="pg3628"/>
            <p:cNvSpPr/>
            <p:nvPr/>
          </p:nvSpPr>
          <p:spPr>
            <a:xfrm>
              <a:off x="4531366" y="523901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6A9AA">
                <a:alpha val="100000"/>
              </a:srgbClr>
            </a:solidFill>
            <a:ln w="5420" cap="flat">
              <a:solidFill>
                <a:srgbClr val="46A9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29" name="pg3629"/>
            <p:cNvSpPr/>
            <p:nvPr/>
          </p:nvSpPr>
          <p:spPr>
            <a:xfrm>
              <a:off x="4543003" y="523901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5A9AA">
                <a:alpha val="100000"/>
              </a:srgbClr>
            </a:solidFill>
            <a:ln w="5420" cap="flat">
              <a:solidFill>
                <a:srgbClr val="45A9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30" name="pg3630"/>
            <p:cNvSpPr/>
            <p:nvPr/>
          </p:nvSpPr>
          <p:spPr>
            <a:xfrm>
              <a:off x="4554640" y="523901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5A8AA">
                <a:alpha val="100000"/>
              </a:srgbClr>
            </a:solidFill>
            <a:ln w="5420" cap="flat">
              <a:solidFill>
                <a:srgbClr val="45A8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31" name="pg3631"/>
            <p:cNvSpPr/>
            <p:nvPr/>
          </p:nvSpPr>
          <p:spPr>
            <a:xfrm>
              <a:off x="4694288" y="523901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1A4AA">
                <a:alpha val="100000"/>
              </a:srgbClr>
            </a:solidFill>
            <a:ln w="5420" cap="flat">
              <a:solidFill>
                <a:srgbClr val="41A4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32" name="pg3632"/>
            <p:cNvSpPr/>
            <p:nvPr/>
          </p:nvSpPr>
          <p:spPr>
            <a:xfrm>
              <a:off x="4705925" y="523901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1A4AA">
                <a:alpha val="100000"/>
              </a:srgbClr>
            </a:solidFill>
            <a:ln w="5420" cap="flat">
              <a:solidFill>
                <a:srgbClr val="41A4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33" name="pg3633"/>
            <p:cNvSpPr/>
            <p:nvPr/>
          </p:nvSpPr>
          <p:spPr>
            <a:xfrm>
              <a:off x="4717563" y="523901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1A3AA">
                <a:alpha val="100000"/>
              </a:srgbClr>
            </a:solidFill>
            <a:ln w="5420" cap="flat">
              <a:solidFill>
                <a:srgbClr val="41A3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34" name="pg3634"/>
            <p:cNvSpPr/>
            <p:nvPr/>
          </p:nvSpPr>
          <p:spPr>
            <a:xfrm>
              <a:off x="4729200" y="523901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0A3AA">
                <a:alpha val="100000"/>
              </a:srgbClr>
            </a:solidFill>
            <a:ln w="5420" cap="flat">
              <a:solidFill>
                <a:srgbClr val="40A3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35" name="pg3635"/>
            <p:cNvSpPr/>
            <p:nvPr/>
          </p:nvSpPr>
          <p:spPr>
            <a:xfrm>
              <a:off x="2867227" y="525331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FCDAC">
                <a:alpha val="100000"/>
              </a:srgbClr>
            </a:solidFill>
            <a:ln w="5420" cap="flat">
              <a:solidFill>
                <a:srgbClr val="5FCD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36" name="pg3636"/>
            <p:cNvSpPr/>
            <p:nvPr/>
          </p:nvSpPr>
          <p:spPr>
            <a:xfrm>
              <a:off x="2878865" y="525331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FCDAC">
                <a:alpha val="100000"/>
              </a:srgbClr>
            </a:solidFill>
            <a:ln w="5420" cap="flat">
              <a:solidFill>
                <a:srgbClr val="5FCD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37" name="pg3637"/>
            <p:cNvSpPr/>
            <p:nvPr/>
          </p:nvSpPr>
          <p:spPr>
            <a:xfrm>
              <a:off x="2890502" y="525331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FCDAC">
                <a:alpha val="100000"/>
              </a:srgbClr>
            </a:solidFill>
            <a:ln w="5420" cap="flat">
              <a:solidFill>
                <a:srgbClr val="5FCD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38" name="pg3638"/>
            <p:cNvSpPr/>
            <p:nvPr/>
          </p:nvSpPr>
          <p:spPr>
            <a:xfrm>
              <a:off x="2902139" y="525331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FCDAC">
                <a:alpha val="100000"/>
              </a:srgbClr>
            </a:solidFill>
            <a:ln w="5420" cap="flat">
              <a:solidFill>
                <a:srgbClr val="5FCD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39" name="pg3639"/>
            <p:cNvSpPr/>
            <p:nvPr/>
          </p:nvSpPr>
          <p:spPr>
            <a:xfrm>
              <a:off x="2913777" y="525331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FCDAC">
                <a:alpha val="100000"/>
              </a:srgbClr>
            </a:solidFill>
            <a:ln w="5420" cap="flat">
              <a:solidFill>
                <a:srgbClr val="5FCD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40" name="pg3640"/>
            <p:cNvSpPr/>
            <p:nvPr/>
          </p:nvSpPr>
          <p:spPr>
            <a:xfrm>
              <a:off x="2925414" y="525331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FCCAC">
                <a:alpha val="100000"/>
              </a:srgbClr>
            </a:solidFill>
            <a:ln w="5420" cap="flat">
              <a:solidFill>
                <a:srgbClr val="5FCC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41" name="pg3641"/>
            <p:cNvSpPr/>
            <p:nvPr/>
          </p:nvSpPr>
          <p:spPr>
            <a:xfrm>
              <a:off x="4508091" y="525331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6AAAA">
                <a:alpha val="100000"/>
              </a:srgbClr>
            </a:solidFill>
            <a:ln w="5420" cap="flat">
              <a:solidFill>
                <a:srgbClr val="46AA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42" name="pg3642"/>
            <p:cNvSpPr/>
            <p:nvPr/>
          </p:nvSpPr>
          <p:spPr>
            <a:xfrm>
              <a:off x="4519728" y="525331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6AAAA">
                <a:alpha val="100000"/>
              </a:srgbClr>
            </a:solidFill>
            <a:ln w="5420" cap="flat">
              <a:solidFill>
                <a:srgbClr val="46AA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43" name="pg3643"/>
            <p:cNvSpPr/>
            <p:nvPr/>
          </p:nvSpPr>
          <p:spPr>
            <a:xfrm>
              <a:off x="4531366" y="525331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6A9AA">
                <a:alpha val="100000"/>
              </a:srgbClr>
            </a:solidFill>
            <a:ln w="5420" cap="flat">
              <a:solidFill>
                <a:srgbClr val="46A9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44" name="pg3644"/>
            <p:cNvSpPr/>
            <p:nvPr/>
          </p:nvSpPr>
          <p:spPr>
            <a:xfrm>
              <a:off x="4543003" y="525331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5A9AA">
                <a:alpha val="100000"/>
              </a:srgbClr>
            </a:solidFill>
            <a:ln w="5420" cap="flat">
              <a:solidFill>
                <a:srgbClr val="45A9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45" name="pg3645"/>
            <p:cNvSpPr/>
            <p:nvPr/>
          </p:nvSpPr>
          <p:spPr>
            <a:xfrm>
              <a:off x="4554640" y="525331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5A8AA">
                <a:alpha val="100000"/>
              </a:srgbClr>
            </a:solidFill>
            <a:ln w="5420" cap="flat">
              <a:solidFill>
                <a:srgbClr val="45A8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46" name="pg3646"/>
            <p:cNvSpPr/>
            <p:nvPr/>
          </p:nvSpPr>
          <p:spPr>
            <a:xfrm>
              <a:off x="4694288" y="525331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1A4AA">
                <a:alpha val="100000"/>
              </a:srgbClr>
            </a:solidFill>
            <a:ln w="5420" cap="flat">
              <a:solidFill>
                <a:srgbClr val="41A4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47" name="pg3647"/>
            <p:cNvSpPr/>
            <p:nvPr/>
          </p:nvSpPr>
          <p:spPr>
            <a:xfrm>
              <a:off x="4705925" y="525331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1A4AA">
                <a:alpha val="100000"/>
              </a:srgbClr>
            </a:solidFill>
            <a:ln w="5420" cap="flat">
              <a:solidFill>
                <a:srgbClr val="41A4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48" name="pg3648"/>
            <p:cNvSpPr/>
            <p:nvPr/>
          </p:nvSpPr>
          <p:spPr>
            <a:xfrm>
              <a:off x="4717563" y="525331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1A4AA">
                <a:alpha val="100000"/>
              </a:srgbClr>
            </a:solidFill>
            <a:ln w="5420" cap="flat">
              <a:solidFill>
                <a:srgbClr val="41A4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49" name="pg3649"/>
            <p:cNvSpPr/>
            <p:nvPr/>
          </p:nvSpPr>
          <p:spPr>
            <a:xfrm>
              <a:off x="4729200" y="525331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0A3AA">
                <a:alpha val="100000"/>
              </a:srgbClr>
            </a:solidFill>
            <a:ln w="5420" cap="flat">
              <a:solidFill>
                <a:srgbClr val="40A3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50" name="pg3650"/>
            <p:cNvSpPr/>
            <p:nvPr/>
          </p:nvSpPr>
          <p:spPr>
            <a:xfrm>
              <a:off x="2878865" y="526761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FCCAC">
                <a:alpha val="100000"/>
              </a:srgbClr>
            </a:solidFill>
            <a:ln w="5420" cap="flat">
              <a:solidFill>
                <a:srgbClr val="5FCC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51" name="pg3651"/>
            <p:cNvSpPr/>
            <p:nvPr/>
          </p:nvSpPr>
          <p:spPr>
            <a:xfrm>
              <a:off x="2890502" y="526761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FCCAC">
                <a:alpha val="100000"/>
              </a:srgbClr>
            </a:solidFill>
            <a:ln w="5420" cap="flat">
              <a:solidFill>
                <a:srgbClr val="5FCC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52" name="pg3652"/>
            <p:cNvSpPr/>
            <p:nvPr/>
          </p:nvSpPr>
          <p:spPr>
            <a:xfrm>
              <a:off x="2902139" y="526761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FCCAC">
                <a:alpha val="100000"/>
              </a:srgbClr>
            </a:solidFill>
            <a:ln w="5420" cap="flat">
              <a:solidFill>
                <a:srgbClr val="5FCC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53" name="pg3653"/>
            <p:cNvSpPr/>
            <p:nvPr/>
          </p:nvSpPr>
          <p:spPr>
            <a:xfrm>
              <a:off x="2913777" y="526761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FCCAC">
                <a:alpha val="100000"/>
              </a:srgbClr>
            </a:solidFill>
            <a:ln w="5420" cap="flat">
              <a:solidFill>
                <a:srgbClr val="5FCC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54" name="pg3654"/>
            <p:cNvSpPr/>
            <p:nvPr/>
          </p:nvSpPr>
          <p:spPr>
            <a:xfrm>
              <a:off x="2925414" y="526761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FCCAC">
                <a:alpha val="100000"/>
              </a:srgbClr>
            </a:solidFill>
            <a:ln w="5420" cap="flat">
              <a:solidFill>
                <a:srgbClr val="5FCC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55" name="pg3655"/>
            <p:cNvSpPr/>
            <p:nvPr/>
          </p:nvSpPr>
          <p:spPr>
            <a:xfrm>
              <a:off x="4508091" y="526761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6AAAA">
                <a:alpha val="100000"/>
              </a:srgbClr>
            </a:solidFill>
            <a:ln w="5420" cap="flat">
              <a:solidFill>
                <a:srgbClr val="46AA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56" name="pg3656"/>
            <p:cNvSpPr/>
            <p:nvPr/>
          </p:nvSpPr>
          <p:spPr>
            <a:xfrm>
              <a:off x="4519728" y="526761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6AAAA">
                <a:alpha val="100000"/>
              </a:srgbClr>
            </a:solidFill>
            <a:ln w="5420" cap="flat">
              <a:solidFill>
                <a:srgbClr val="46AA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57" name="pg3657"/>
            <p:cNvSpPr/>
            <p:nvPr/>
          </p:nvSpPr>
          <p:spPr>
            <a:xfrm>
              <a:off x="4531366" y="526761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6A9AA">
                <a:alpha val="100000"/>
              </a:srgbClr>
            </a:solidFill>
            <a:ln w="5420" cap="flat">
              <a:solidFill>
                <a:srgbClr val="46A9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58" name="pg3658"/>
            <p:cNvSpPr/>
            <p:nvPr/>
          </p:nvSpPr>
          <p:spPr>
            <a:xfrm>
              <a:off x="4543003" y="526761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5A9AA">
                <a:alpha val="100000"/>
              </a:srgbClr>
            </a:solidFill>
            <a:ln w="5420" cap="flat">
              <a:solidFill>
                <a:srgbClr val="45A9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59" name="pg3659"/>
            <p:cNvSpPr/>
            <p:nvPr/>
          </p:nvSpPr>
          <p:spPr>
            <a:xfrm>
              <a:off x="4554640" y="526761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5A8AA">
                <a:alpha val="100000"/>
              </a:srgbClr>
            </a:solidFill>
            <a:ln w="5420" cap="flat">
              <a:solidFill>
                <a:srgbClr val="45A8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60" name="pg3660"/>
            <p:cNvSpPr/>
            <p:nvPr/>
          </p:nvSpPr>
          <p:spPr>
            <a:xfrm>
              <a:off x="4566278" y="526761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5A8AA">
                <a:alpha val="100000"/>
              </a:srgbClr>
            </a:solidFill>
            <a:ln w="5420" cap="flat">
              <a:solidFill>
                <a:srgbClr val="45A8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61" name="pg3661"/>
            <p:cNvSpPr/>
            <p:nvPr/>
          </p:nvSpPr>
          <p:spPr>
            <a:xfrm>
              <a:off x="4577915" y="526761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4A8AA">
                <a:alpha val="100000"/>
              </a:srgbClr>
            </a:solidFill>
            <a:ln w="5420" cap="flat">
              <a:solidFill>
                <a:srgbClr val="44A8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62" name="pg3662"/>
            <p:cNvSpPr/>
            <p:nvPr/>
          </p:nvSpPr>
          <p:spPr>
            <a:xfrm>
              <a:off x="4589552" y="526761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4A7AA">
                <a:alpha val="100000"/>
              </a:srgbClr>
            </a:solidFill>
            <a:ln w="5420" cap="flat">
              <a:solidFill>
                <a:srgbClr val="44A7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63" name="pg3663"/>
            <p:cNvSpPr/>
            <p:nvPr/>
          </p:nvSpPr>
          <p:spPr>
            <a:xfrm>
              <a:off x="4694288" y="526761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1A4AA">
                <a:alpha val="100000"/>
              </a:srgbClr>
            </a:solidFill>
            <a:ln w="5420" cap="flat">
              <a:solidFill>
                <a:srgbClr val="41A4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64" name="pg3664"/>
            <p:cNvSpPr/>
            <p:nvPr/>
          </p:nvSpPr>
          <p:spPr>
            <a:xfrm>
              <a:off x="4705925" y="526761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1A4AA">
                <a:alpha val="100000"/>
              </a:srgbClr>
            </a:solidFill>
            <a:ln w="5420" cap="flat">
              <a:solidFill>
                <a:srgbClr val="41A4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65" name="pg3665"/>
            <p:cNvSpPr/>
            <p:nvPr/>
          </p:nvSpPr>
          <p:spPr>
            <a:xfrm>
              <a:off x="4717563" y="526761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1A4AA">
                <a:alpha val="100000"/>
              </a:srgbClr>
            </a:solidFill>
            <a:ln w="5420" cap="flat">
              <a:solidFill>
                <a:srgbClr val="41A4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66" name="pg3666"/>
            <p:cNvSpPr/>
            <p:nvPr/>
          </p:nvSpPr>
          <p:spPr>
            <a:xfrm>
              <a:off x="4729200" y="526761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1A3AA">
                <a:alpha val="100000"/>
              </a:srgbClr>
            </a:solidFill>
            <a:ln w="5420" cap="flat">
              <a:solidFill>
                <a:srgbClr val="41A3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67" name="pg3667"/>
            <p:cNvSpPr/>
            <p:nvPr/>
          </p:nvSpPr>
          <p:spPr>
            <a:xfrm>
              <a:off x="2890502" y="528191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ECBAC">
                <a:alpha val="100000"/>
              </a:srgbClr>
            </a:solidFill>
            <a:ln w="5420" cap="flat">
              <a:solidFill>
                <a:srgbClr val="5ECB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68" name="pg3668"/>
            <p:cNvSpPr/>
            <p:nvPr/>
          </p:nvSpPr>
          <p:spPr>
            <a:xfrm>
              <a:off x="2902139" y="528191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ECBAC">
                <a:alpha val="100000"/>
              </a:srgbClr>
            </a:solidFill>
            <a:ln w="5420" cap="flat">
              <a:solidFill>
                <a:srgbClr val="5ECB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69" name="pg3669"/>
            <p:cNvSpPr/>
            <p:nvPr/>
          </p:nvSpPr>
          <p:spPr>
            <a:xfrm>
              <a:off x="2913777" y="528191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ECBAC">
                <a:alpha val="100000"/>
              </a:srgbClr>
            </a:solidFill>
            <a:ln w="5420" cap="flat">
              <a:solidFill>
                <a:srgbClr val="5ECB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70" name="pg3670"/>
            <p:cNvSpPr/>
            <p:nvPr/>
          </p:nvSpPr>
          <p:spPr>
            <a:xfrm>
              <a:off x="2925414" y="528191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ECBAC">
                <a:alpha val="100000"/>
              </a:srgbClr>
            </a:solidFill>
            <a:ln w="5420" cap="flat">
              <a:solidFill>
                <a:srgbClr val="5ECB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71" name="pg3671"/>
            <p:cNvSpPr/>
            <p:nvPr/>
          </p:nvSpPr>
          <p:spPr>
            <a:xfrm>
              <a:off x="4519728" y="528191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6AAAA">
                <a:alpha val="100000"/>
              </a:srgbClr>
            </a:solidFill>
            <a:ln w="5420" cap="flat">
              <a:solidFill>
                <a:srgbClr val="46AA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72" name="pg3672"/>
            <p:cNvSpPr/>
            <p:nvPr/>
          </p:nvSpPr>
          <p:spPr>
            <a:xfrm>
              <a:off x="4531366" y="528191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6A9AA">
                <a:alpha val="100000"/>
              </a:srgbClr>
            </a:solidFill>
            <a:ln w="5420" cap="flat">
              <a:solidFill>
                <a:srgbClr val="46A9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73" name="pg3673"/>
            <p:cNvSpPr/>
            <p:nvPr/>
          </p:nvSpPr>
          <p:spPr>
            <a:xfrm>
              <a:off x="4543003" y="528191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5A9AA">
                <a:alpha val="100000"/>
              </a:srgbClr>
            </a:solidFill>
            <a:ln w="5420" cap="flat">
              <a:solidFill>
                <a:srgbClr val="45A9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74" name="pg3674"/>
            <p:cNvSpPr/>
            <p:nvPr/>
          </p:nvSpPr>
          <p:spPr>
            <a:xfrm>
              <a:off x="4554640" y="528191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5A8AA">
                <a:alpha val="100000"/>
              </a:srgbClr>
            </a:solidFill>
            <a:ln w="5420" cap="flat">
              <a:solidFill>
                <a:srgbClr val="45A8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75" name="pg3675"/>
            <p:cNvSpPr/>
            <p:nvPr/>
          </p:nvSpPr>
          <p:spPr>
            <a:xfrm>
              <a:off x="4566278" y="528191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5A8AA">
                <a:alpha val="100000"/>
              </a:srgbClr>
            </a:solidFill>
            <a:ln w="5420" cap="flat">
              <a:solidFill>
                <a:srgbClr val="45A8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76" name="pg3676"/>
            <p:cNvSpPr/>
            <p:nvPr/>
          </p:nvSpPr>
          <p:spPr>
            <a:xfrm>
              <a:off x="4577915" y="528191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4A8AA">
                <a:alpha val="100000"/>
              </a:srgbClr>
            </a:solidFill>
            <a:ln w="5420" cap="flat">
              <a:solidFill>
                <a:srgbClr val="44A8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77" name="pg3677"/>
            <p:cNvSpPr/>
            <p:nvPr/>
          </p:nvSpPr>
          <p:spPr>
            <a:xfrm>
              <a:off x="4589552" y="528191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4A7AA">
                <a:alpha val="100000"/>
              </a:srgbClr>
            </a:solidFill>
            <a:ln w="5420" cap="flat">
              <a:solidFill>
                <a:srgbClr val="44A7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78" name="pg3678"/>
            <p:cNvSpPr/>
            <p:nvPr/>
          </p:nvSpPr>
          <p:spPr>
            <a:xfrm>
              <a:off x="4601190" y="528191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4A7AA">
                <a:alpha val="100000"/>
              </a:srgbClr>
            </a:solidFill>
            <a:ln w="5420" cap="flat">
              <a:solidFill>
                <a:srgbClr val="44A7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79" name="pg3679"/>
            <p:cNvSpPr/>
            <p:nvPr/>
          </p:nvSpPr>
          <p:spPr>
            <a:xfrm>
              <a:off x="4682651" y="528191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2A5AA">
                <a:alpha val="100000"/>
              </a:srgbClr>
            </a:solidFill>
            <a:ln w="5420" cap="flat">
              <a:solidFill>
                <a:srgbClr val="42A5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80" name="pg3680"/>
            <p:cNvSpPr/>
            <p:nvPr/>
          </p:nvSpPr>
          <p:spPr>
            <a:xfrm>
              <a:off x="4694288" y="528191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1A4AA">
                <a:alpha val="100000"/>
              </a:srgbClr>
            </a:solidFill>
            <a:ln w="5420" cap="flat">
              <a:solidFill>
                <a:srgbClr val="41A4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81" name="pg3681"/>
            <p:cNvSpPr/>
            <p:nvPr/>
          </p:nvSpPr>
          <p:spPr>
            <a:xfrm>
              <a:off x="4705925" y="528191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1A4AA">
                <a:alpha val="100000"/>
              </a:srgbClr>
            </a:solidFill>
            <a:ln w="5420" cap="flat">
              <a:solidFill>
                <a:srgbClr val="41A4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82" name="pg3682"/>
            <p:cNvSpPr/>
            <p:nvPr/>
          </p:nvSpPr>
          <p:spPr>
            <a:xfrm>
              <a:off x="4717563" y="528191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1A4AA">
                <a:alpha val="100000"/>
              </a:srgbClr>
            </a:solidFill>
            <a:ln w="5420" cap="flat">
              <a:solidFill>
                <a:srgbClr val="41A4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83" name="pg3683"/>
            <p:cNvSpPr/>
            <p:nvPr/>
          </p:nvSpPr>
          <p:spPr>
            <a:xfrm>
              <a:off x="4729200" y="528191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1A4AA">
                <a:alpha val="100000"/>
              </a:srgbClr>
            </a:solidFill>
            <a:ln w="5420" cap="flat">
              <a:solidFill>
                <a:srgbClr val="41A4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84" name="pg3684"/>
            <p:cNvSpPr/>
            <p:nvPr/>
          </p:nvSpPr>
          <p:spPr>
            <a:xfrm>
              <a:off x="2890502" y="529622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ECBAC">
                <a:alpha val="100000"/>
              </a:srgbClr>
            </a:solidFill>
            <a:ln w="5420" cap="flat">
              <a:solidFill>
                <a:srgbClr val="5ECB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85" name="pg3685"/>
            <p:cNvSpPr/>
            <p:nvPr/>
          </p:nvSpPr>
          <p:spPr>
            <a:xfrm>
              <a:off x="2902139" y="529622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ECAAC">
                <a:alpha val="100000"/>
              </a:srgbClr>
            </a:solidFill>
            <a:ln w="5420" cap="flat">
              <a:solidFill>
                <a:srgbClr val="5ECA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86" name="pg3686"/>
            <p:cNvSpPr/>
            <p:nvPr/>
          </p:nvSpPr>
          <p:spPr>
            <a:xfrm>
              <a:off x="2913777" y="529622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ECAAC">
                <a:alpha val="100000"/>
              </a:srgbClr>
            </a:solidFill>
            <a:ln w="5420" cap="flat">
              <a:solidFill>
                <a:srgbClr val="5ECA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87" name="pg3687"/>
            <p:cNvSpPr/>
            <p:nvPr/>
          </p:nvSpPr>
          <p:spPr>
            <a:xfrm>
              <a:off x="2925414" y="529622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ECAAC">
                <a:alpha val="100000"/>
              </a:srgbClr>
            </a:solidFill>
            <a:ln w="5420" cap="flat">
              <a:solidFill>
                <a:srgbClr val="5ECA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88" name="pg3688"/>
            <p:cNvSpPr/>
            <p:nvPr/>
          </p:nvSpPr>
          <p:spPr>
            <a:xfrm>
              <a:off x="4531366" y="529622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6A9AA">
                <a:alpha val="100000"/>
              </a:srgbClr>
            </a:solidFill>
            <a:ln w="5420" cap="flat">
              <a:solidFill>
                <a:srgbClr val="46A9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89" name="pg3689"/>
            <p:cNvSpPr/>
            <p:nvPr/>
          </p:nvSpPr>
          <p:spPr>
            <a:xfrm>
              <a:off x="4543003" y="529622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5A9AA">
                <a:alpha val="100000"/>
              </a:srgbClr>
            </a:solidFill>
            <a:ln w="5420" cap="flat">
              <a:solidFill>
                <a:srgbClr val="45A9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90" name="pg3690"/>
            <p:cNvSpPr/>
            <p:nvPr/>
          </p:nvSpPr>
          <p:spPr>
            <a:xfrm>
              <a:off x="4554640" y="529622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5A8AA">
                <a:alpha val="100000"/>
              </a:srgbClr>
            </a:solidFill>
            <a:ln w="5420" cap="flat">
              <a:solidFill>
                <a:srgbClr val="45A8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91" name="pg3691"/>
            <p:cNvSpPr/>
            <p:nvPr/>
          </p:nvSpPr>
          <p:spPr>
            <a:xfrm>
              <a:off x="4566278" y="529622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5A8AA">
                <a:alpha val="100000"/>
              </a:srgbClr>
            </a:solidFill>
            <a:ln w="5420" cap="flat">
              <a:solidFill>
                <a:srgbClr val="45A8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92" name="pg3692"/>
            <p:cNvSpPr/>
            <p:nvPr/>
          </p:nvSpPr>
          <p:spPr>
            <a:xfrm>
              <a:off x="4577915" y="529622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4A8AA">
                <a:alpha val="100000"/>
              </a:srgbClr>
            </a:solidFill>
            <a:ln w="5420" cap="flat">
              <a:solidFill>
                <a:srgbClr val="44A8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93" name="pg3693"/>
            <p:cNvSpPr/>
            <p:nvPr/>
          </p:nvSpPr>
          <p:spPr>
            <a:xfrm>
              <a:off x="4589552" y="529622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4A7AA">
                <a:alpha val="100000"/>
              </a:srgbClr>
            </a:solidFill>
            <a:ln w="5420" cap="flat">
              <a:solidFill>
                <a:srgbClr val="44A7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94" name="pg3694"/>
            <p:cNvSpPr/>
            <p:nvPr/>
          </p:nvSpPr>
          <p:spPr>
            <a:xfrm>
              <a:off x="4601190" y="529622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4A7AA">
                <a:alpha val="100000"/>
              </a:srgbClr>
            </a:solidFill>
            <a:ln w="5420" cap="flat">
              <a:solidFill>
                <a:srgbClr val="44A7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95" name="pg3695"/>
            <p:cNvSpPr/>
            <p:nvPr/>
          </p:nvSpPr>
          <p:spPr>
            <a:xfrm>
              <a:off x="4682651" y="529622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2A5AA">
                <a:alpha val="100000"/>
              </a:srgbClr>
            </a:solidFill>
            <a:ln w="5420" cap="flat">
              <a:solidFill>
                <a:srgbClr val="42A5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96" name="pg3696"/>
            <p:cNvSpPr/>
            <p:nvPr/>
          </p:nvSpPr>
          <p:spPr>
            <a:xfrm>
              <a:off x="4694288" y="529622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1A4AA">
                <a:alpha val="100000"/>
              </a:srgbClr>
            </a:solidFill>
            <a:ln w="5420" cap="flat">
              <a:solidFill>
                <a:srgbClr val="41A4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97" name="pg3697"/>
            <p:cNvSpPr/>
            <p:nvPr/>
          </p:nvSpPr>
          <p:spPr>
            <a:xfrm>
              <a:off x="4705925" y="529622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1A4AA">
                <a:alpha val="100000"/>
              </a:srgbClr>
            </a:solidFill>
            <a:ln w="5420" cap="flat">
              <a:solidFill>
                <a:srgbClr val="41A4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98" name="pg3698"/>
            <p:cNvSpPr/>
            <p:nvPr/>
          </p:nvSpPr>
          <p:spPr>
            <a:xfrm>
              <a:off x="4717563" y="529622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1A4AA">
                <a:alpha val="100000"/>
              </a:srgbClr>
            </a:solidFill>
            <a:ln w="5420" cap="flat">
              <a:solidFill>
                <a:srgbClr val="41A4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99" name="pg3699"/>
            <p:cNvSpPr/>
            <p:nvPr/>
          </p:nvSpPr>
          <p:spPr>
            <a:xfrm>
              <a:off x="4729200" y="529622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1A4AA">
                <a:alpha val="100000"/>
              </a:srgbClr>
            </a:solidFill>
            <a:ln w="5420" cap="flat">
              <a:solidFill>
                <a:srgbClr val="41A4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00" name="pg3700"/>
            <p:cNvSpPr/>
            <p:nvPr/>
          </p:nvSpPr>
          <p:spPr>
            <a:xfrm>
              <a:off x="2878865" y="531052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DCAAC">
                <a:alpha val="100000"/>
              </a:srgbClr>
            </a:solidFill>
            <a:ln w="5420" cap="flat">
              <a:solidFill>
                <a:srgbClr val="5DCA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01" name="pg3701"/>
            <p:cNvSpPr/>
            <p:nvPr/>
          </p:nvSpPr>
          <p:spPr>
            <a:xfrm>
              <a:off x="2890502" y="531052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DCAAC">
                <a:alpha val="100000"/>
              </a:srgbClr>
            </a:solidFill>
            <a:ln w="5420" cap="flat">
              <a:solidFill>
                <a:srgbClr val="5DCA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02" name="pg3702"/>
            <p:cNvSpPr/>
            <p:nvPr/>
          </p:nvSpPr>
          <p:spPr>
            <a:xfrm>
              <a:off x="2902139" y="531052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DCAAC">
                <a:alpha val="100000"/>
              </a:srgbClr>
            </a:solidFill>
            <a:ln w="5420" cap="flat">
              <a:solidFill>
                <a:srgbClr val="5DCA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03" name="pg3703"/>
            <p:cNvSpPr/>
            <p:nvPr/>
          </p:nvSpPr>
          <p:spPr>
            <a:xfrm>
              <a:off x="2913777" y="531052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DCAAC">
                <a:alpha val="100000"/>
              </a:srgbClr>
            </a:solidFill>
            <a:ln w="5420" cap="flat">
              <a:solidFill>
                <a:srgbClr val="5DCA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04" name="pg3704"/>
            <p:cNvSpPr/>
            <p:nvPr/>
          </p:nvSpPr>
          <p:spPr>
            <a:xfrm>
              <a:off x="2925414" y="531052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DCAAC">
                <a:alpha val="100000"/>
              </a:srgbClr>
            </a:solidFill>
            <a:ln w="5420" cap="flat">
              <a:solidFill>
                <a:srgbClr val="5DCA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05" name="pg3705"/>
            <p:cNvSpPr/>
            <p:nvPr/>
          </p:nvSpPr>
          <p:spPr>
            <a:xfrm>
              <a:off x="4543003" y="531052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5A9AA">
                <a:alpha val="100000"/>
              </a:srgbClr>
            </a:solidFill>
            <a:ln w="5420" cap="flat">
              <a:solidFill>
                <a:srgbClr val="45A9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06" name="pg3706"/>
            <p:cNvSpPr/>
            <p:nvPr/>
          </p:nvSpPr>
          <p:spPr>
            <a:xfrm>
              <a:off x="4554640" y="531052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5A8AA">
                <a:alpha val="100000"/>
              </a:srgbClr>
            </a:solidFill>
            <a:ln w="5420" cap="flat">
              <a:solidFill>
                <a:srgbClr val="45A8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07" name="pg3707"/>
            <p:cNvSpPr/>
            <p:nvPr/>
          </p:nvSpPr>
          <p:spPr>
            <a:xfrm>
              <a:off x="4566278" y="531052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5A8AA">
                <a:alpha val="100000"/>
              </a:srgbClr>
            </a:solidFill>
            <a:ln w="5420" cap="flat">
              <a:solidFill>
                <a:srgbClr val="45A8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08" name="pg3708"/>
            <p:cNvSpPr/>
            <p:nvPr/>
          </p:nvSpPr>
          <p:spPr>
            <a:xfrm>
              <a:off x="4577915" y="531052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4A8AA">
                <a:alpha val="100000"/>
              </a:srgbClr>
            </a:solidFill>
            <a:ln w="5420" cap="flat">
              <a:solidFill>
                <a:srgbClr val="44A8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09" name="pg3709"/>
            <p:cNvSpPr/>
            <p:nvPr/>
          </p:nvSpPr>
          <p:spPr>
            <a:xfrm>
              <a:off x="4589552" y="531052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4A7AA">
                <a:alpha val="100000"/>
              </a:srgbClr>
            </a:solidFill>
            <a:ln w="5420" cap="flat">
              <a:solidFill>
                <a:srgbClr val="44A7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10" name="pg3710"/>
            <p:cNvSpPr/>
            <p:nvPr/>
          </p:nvSpPr>
          <p:spPr>
            <a:xfrm>
              <a:off x="4601190" y="531052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4A7AA">
                <a:alpha val="100000"/>
              </a:srgbClr>
            </a:solidFill>
            <a:ln w="5420" cap="flat">
              <a:solidFill>
                <a:srgbClr val="44A7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11" name="pg3711"/>
            <p:cNvSpPr/>
            <p:nvPr/>
          </p:nvSpPr>
          <p:spPr>
            <a:xfrm>
              <a:off x="4612827" y="531052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4A7AA">
                <a:alpha val="100000"/>
              </a:srgbClr>
            </a:solidFill>
            <a:ln w="5420" cap="flat">
              <a:solidFill>
                <a:srgbClr val="44A7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12" name="pg3712"/>
            <p:cNvSpPr/>
            <p:nvPr/>
          </p:nvSpPr>
          <p:spPr>
            <a:xfrm>
              <a:off x="4671013" y="531052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2A5AA">
                <a:alpha val="100000"/>
              </a:srgbClr>
            </a:solidFill>
            <a:ln w="5420" cap="flat">
              <a:solidFill>
                <a:srgbClr val="42A5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13" name="pg3713"/>
            <p:cNvSpPr/>
            <p:nvPr/>
          </p:nvSpPr>
          <p:spPr>
            <a:xfrm>
              <a:off x="4682651" y="531052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2A5AA">
                <a:alpha val="100000"/>
              </a:srgbClr>
            </a:solidFill>
            <a:ln w="5420" cap="flat">
              <a:solidFill>
                <a:srgbClr val="42A5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14" name="pg3714"/>
            <p:cNvSpPr/>
            <p:nvPr/>
          </p:nvSpPr>
          <p:spPr>
            <a:xfrm>
              <a:off x="4694288" y="531052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2A4AA">
                <a:alpha val="100000"/>
              </a:srgbClr>
            </a:solidFill>
            <a:ln w="5420" cap="flat">
              <a:solidFill>
                <a:srgbClr val="42A4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15" name="pg3715"/>
            <p:cNvSpPr/>
            <p:nvPr/>
          </p:nvSpPr>
          <p:spPr>
            <a:xfrm>
              <a:off x="4705925" y="531052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1A4AA">
                <a:alpha val="100000"/>
              </a:srgbClr>
            </a:solidFill>
            <a:ln w="5420" cap="flat">
              <a:solidFill>
                <a:srgbClr val="41A4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16" name="pg3716"/>
            <p:cNvSpPr/>
            <p:nvPr/>
          </p:nvSpPr>
          <p:spPr>
            <a:xfrm>
              <a:off x="4717563" y="531052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1A4AA">
                <a:alpha val="100000"/>
              </a:srgbClr>
            </a:solidFill>
            <a:ln w="5420" cap="flat">
              <a:solidFill>
                <a:srgbClr val="41A4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17" name="pg3717"/>
            <p:cNvSpPr/>
            <p:nvPr/>
          </p:nvSpPr>
          <p:spPr>
            <a:xfrm>
              <a:off x="4729200" y="531052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1A4AA">
                <a:alpha val="100000"/>
              </a:srgbClr>
            </a:solidFill>
            <a:ln w="5420" cap="flat">
              <a:solidFill>
                <a:srgbClr val="41A4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18" name="pg3718"/>
            <p:cNvSpPr/>
            <p:nvPr/>
          </p:nvSpPr>
          <p:spPr>
            <a:xfrm>
              <a:off x="2878865" y="532482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DC9AC">
                <a:alpha val="100000"/>
              </a:srgbClr>
            </a:solidFill>
            <a:ln w="5420" cap="flat">
              <a:solidFill>
                <a:srgbClr val="5DC9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19" name="pg3719"/>
            <p:cNvSpPr/>
            <p:nvPr/>
          </p:nvSpPr>
          <p:spPr>
            <a:xfrm>
              <a:off x="2890502" y="532482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DC9AC">
                <a:alpha val="100000"/>
              </a:srgbClr>
            </a:solidFill>
            <a:ln w="5420" cap="flat">
              <a:solidFill>
                <a:srgbClr val="5DC9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20" name="pg3720"/>
            <p:cNvSpPr/>
            <p:nvPr/>
          </p:nvSpPr>
          <p:spPr>
            <a:xfrm>
              <a:off x="2902139" y="532482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DC9AC">
                <a:alpha val="100000"/>
              </a:srgbClr>
            </a:solidFill>
            <a:ln w="5420" cap="flat">
              <a:solidFill>
                <a:srgbClr val="5DC9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21" name="pg3721"/>
            <p:cNvSpPr/>
            <p:nvPr/>
          </p:nvSpPr>
          <p:spPr>
            <a:xfrm>
              <a:off x="2913777" y="532482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DC9AC">
                <a:alpha val="100000"/>
              </a:srgbClr>
            </a:solidFill>
            <a:ln w="5420" cap="flat">
              <a:solidFill>
                <a:srgbClr val="5DC9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22" name="pg3722"/>
            <p:cNvSpPr/>
            <p:nvPr/>
          </p:nvSpPr>
          <p:spPr>
            <a:xfrm>
              <a:off x="2925414" y="532482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DC9AC">
                <a:alpha val="100000"/>
              </a:srgbClr>
            </a:solidFill>
            <a:ln w="5420" cap="flat">
              <a:solidFill>
                <a:srgbClr val="5DC9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23" name="pg3723"/>
            <p:cNvSpPr/>
            <p:nvPr/>
          </p:nvSpPr>
          <p:spPr>
            <a:xfrm>
              <a:off x="4566278" y="532482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5A8AA">
                <a:alpha val="100000"/>
              </a:srgbClr>
            </a:solidFill>
            <a:ln w="5420" cap="flat">
              <a:solidFill>
                <a:srgbClr val="45A8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24" name="pg3724"/>
            <p:cNvSpPr/>
            <p:nvPr/>
          </p:nvSpPr>
          <p:spPr>
            <a:xfrm>
              <a:off x="4577915" y="532482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4A8AA">
                <a:alpha val="100000"/>
              </a:srgbClr>
            </a:solidFill>
            <a:ln w="5420" cap="flat">
              <a:solidFill>
                <a:srgbClr val="44A8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25" name="pg3725"/>
            <p:cNvSpPr/>
            <p:nvPr/>
          </p:nvSpPr>
          <p:spPr>
            <a:xfrm>
              <a:off x="4589552" y="532482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4A7AA">
                <a:alpha val="100000"/>
              </a:srgbClr>
            </a:solidFill>
            <a:ln w="5420" cap="flat">
              <a:solidFill>
                <a:srgbClr val="44A7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26" name="pg3726"/>
            <p:cNvSpPr/>
            <p:nvPr/>
          </p:nvSpPr>
          <p:spPr>
            <a:xfrm>
              <a:off x="4601190" y="532482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4A7AA">
                <a:alpha val="100000"/>
              </a:srgbClr>
            </a:solidFill>
            <a:ln w="5420" cap="flat">
              <a:solidFill>
                <a:srgbClr val="44A7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27" name="pg3727"/>
            <p:cNvSpPr/>
            <p:nvPr/>
          </p:nvSpPr>
          <p:spPr>
            <a:xfrm>
              <a:off x="4612827" y="532482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4A7AA">
                <a:alpha val="100000"/>
              </a:srgbClr>
            </a:solidFill>
            <a:ln w="5420" cap="flat">
              <a:solidFill>
                <a:srgbClr val="44A7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28" name="pg3728"/>
            <p:cNvSpPr/>
            <p:nvPr/>
          </p:nvSpPr>
          <p:spPr>
            <a:xfrm>
              <a:off x="4671013" y="532482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2A5AA">
                <a:alpha val="100000"/>
              </a:srgbClr>
            </a:solidFill>
            <a:ln w="5420" cap="flat">
              <a:solidFill>
                <a:srgbClr val="42A5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29" name="pg3729"/>
            <p:cNvSpPr/>
            <p:nvPr/>
          </p:nvSpPr>
          <p:spPr>
            <a:xfrm>
              <a:off x="4682651" y="532482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2A5AA">
                <a:alpha val="100000"/>
              </a:srgbClr>
            </a:solidFill>
            <a:ln w="5420" cap="flat">
              <a:solidFill>
                <a:srgbClr val="42A5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30" name="pg3730"/>
            <p:cNvSpPr/>
            <p:nvPr/>
          </p:nvSpPr>
          <p:spPr>
            <a:xfrm>
              <a:off x="4694288" y="532482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2A5AA">
                <a:alpha val="100000"/>
              </a:srgbClr>
            </a:solidFill>
            <a:ln w="5420" cap="flat">
              <a:solidFill>
                <a:srgbClr val="42A5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31" name="pg3731"/>
            <p:cNvSpPr/>
            <p:nvPr/>
          </p:nvSpPr>
          <p:spPr>
            <a:xfrm>
              <a:off x="4705925" y="532482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1A4AA">
                <a:alpha val="100000"/>
              </a:srgbClr>
            </a:solidFill>
            <a:ln w="5420" cap="flat">
              <a:solidFill>
                <a:srgbClr val="41A4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32" name="pg3732"/>
            <p:cNvSpPr/>
            <p:nvPr/>
          </p:nvSpPr>
          <p:spPr>
            <a:xfrm>
              <a:off x="4717563" y="532482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1A4AA">
                <a:alpha val="100000"/>
              </a:srgbClr>
            </a:solidFill>
            <a:ln w="5420" cap="flat">
              <a:solidFill>
                <a:srgbClr val="41A4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33" name="pg3733"/>
            <p:cNvSpPr/>
            <p:nvPr/>
          </p:nvSpPr>
          <p:spPr>
            <a:xfrm>
              <a:off x="2867227" y="533912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DC9AC">
                <a:alpha val="100000"/>
              </a:srgbClr>
            </a:solidFill>
            <a:ln w="5420" cap="flat">
              <a:solidFill>
                <a:srgbClr val="5DC9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34" name="pg3734"/>
            <p:cNvSpPr/>
            <p:nvPr/>
          </p:nvSpPr>
          <p:spPr>
            <a:xfrm>
              <a:off x="2878865" y="533912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DC9AC">
                <a:alpha val="100000"/>
              </a:srgbClr>
            </a:solidFill>
            <a:ln w="5420" cap="flat">
              <a:solidFill>
                <a:srgbClr val="5DC9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35" name="pg3735"/>
            <p:cNvSpPr/>
            <p:nvPr/>
          </p:nvSpPr>
          <p:spPr>
            <a:xfrm>
              <a:off x="2890502" y="533912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DC8AC">
                <a:alpha val="100000"/>
              </a:srgbClr>
            </a:solidFill>
            <a:ln w="5420" cap="flat">
              <a:solidFill>
                <a:srgbClr val="5DC8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36" name="pg3736"/>
            <p:cNvSpPr/>
            <p:nvPr/>
          </p:nvSpPr>
          <p:spPr>
            <a:xfrm>
              <a:off x="2902139" y="533912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CC8AC">
                <a:alpha val="100000"/>
              </a:srgbClr>
            </a:solidFill>
            <a:ln w="5420" cap="flat">
              <a:solidFill>
                <a:srgbClr val="5CC8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37" name="pg3737"/>
            <p:cNvSpPr/>
            <p:nvPr/>
          </p:nvSpPr>
          <p:spPr>
            <a:xfrm>
              <a:off x="2913777" y="533912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CC8AC">
                <a:alpha val="100000"/>
              </a:srgbClr>
            </a:solidFill>
            <a:ln w="5420" cap="flat">
              <a:solidFill>
                <a:srgbClr val="5CC8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38" name="pg3738"/>
            <p:cNvSpPr/>
            <p:nvPr/>
          </p:nvSpPr>
          <p:spPr>
            <a:xfrm>
              <a:off x="4577915" y="533912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4A8AA">
                <a:alpha val="100000"/>
              </a:srgbClr>
            </a:solidFill>
            <a:ln w="5420" cap="flat">
              <a:solidFill>
                <a:srgbClr val="44A8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39" name="pg3739"/>
            <p:cNvSpPr/>
            <p:nvPr/>
          </p:nvSpPr>
          <p:spPr>
            <a:xfrm>
              <a:off x="4589552" y="533912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4A8AA">
                <a:alpha val="100000"/>
              </a:srgbClr>
            </a:solidFill>
            <a:ln w="5420" cap="flat">
              <a:solidFill>
                <a:srgbClr val="44A8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40" name="pg3740"/>
            <p:cNvSpPr/>
            <p:nvPr/>
          </p:nvSpPr>
          <p:spPr>
            <a:xfrm>
              <a:off x="4601190" y="533912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4A7AA">
                <a:alpha val="100000"/>
              </a:srgbClr>
            </a:solidFill>
            <a:ln w="5420" cap="flat">
              <a:solidFill>
                <a:srgbClr val="44A7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41" name="pg3741"/>
            <p:cNvSpPr/>
            <p:nvPr/>
          </p:nvSpPr>
          <p:spPr>
            <a:xfrm>
              <a:off x="4612827" y="533912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4A7AA">
                <a:alpha val="100000"/>
              </a:srgbClr>
            </a:solidFill>
            <a:ln w="5420" cap="flat">
              <a:solidFill>
                <a:srgbClr val="44A7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42" name="pg3742"/>
            <p:cNvSpPr/>
            <p:nvPr/>
          </p:nvSpPr>
          <p:spPr>
            <a:xfrm>
              <a:off x="4624464" y="533912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3A7AA">
                <a:alpha val="100000"/>
              </a:srgbClr>
            </a:solidFill>
            <a:ln w="5420" cap="flat">
              <a:solidFill>
                <a:srgbClr val="43A7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43" name="pg3743"/>
            <p:cNvSpPr/>
            <p:nvPr/>
          </p:nvSpPr>
          <p:spPr>
            <a:xfrm>
              <a:off x="4636101" y="533912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3A6AA">
                <a:alpha val="100000"/>
              </a:srgbClr>
            </a:solidFill>
            <a:ln w="5420" cap="flat">
              <a:solidFill>
                <a:srgbClr val="43A6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44" name="pg3744"/>
            <p:cNvSpPr/>
            <p:nvPr/>
          </p:nvSpPr>
          <p:spPr>
            <a:xfrm>
              <a:off x="4659376" y="533912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2A5AA">
                <a:alpha val="100000"/>
              </a:srgbClr>
            </a:solidFill>
            <a:ln w="5420" cap="flat">
              <a:solidFill>
                <a:srgbClr val="42A5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45" name="pg3745"/>
            <p:cNvSpPr/>
            <p:nvPr/>
          </p:nvSpPr>
          <p:spPr>
            <a:xfrm>
              <a:off x="4671013" y="533912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2A5AA">
                <a:alpha val="100000"/>
              </a:srgbClr>
            </a:solidFill>
            <a:ln w="5420" cap="flat">
              <a:solidFill>
                <a:srgbClr val="42A5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46" name="pg3746"/>
            <p:cNvSpPr/>
            <p:nvPr/>
          </p:nvSpPr>
          <p:spPr>
            <a:xfrm>
              <a:off x="4682651" y="533912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2A5AA">
                <a:alpha val="100000"/>
              </a:srgbClr>
            </a:solidFill>
            <a:ln w="5420" cap="flat">
              <a:solidFill>
                <a:srgbClr val="42A5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47" name="pg3747"/>
            <p:cNvSpPr/>
            <p:nvPr/>
          </p:nvSpPr>
          <p:spPr>
            <a:xfrm>
              <a:off x="4694288" y="533912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2A5AA">
                <a:alpha val="100000"/>
              </a:srgbClr>
            </a:solidFill>
            <a:ln w="5420" cap="flat">
              <a:solidFill>
                <a:srgbClr val="42A5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48" name="pg3748"/>
            <p:cNvSpPr/>
            <p:nvPr/>
          </p:nvSpPr>
          <p:spPr>
            <a:xfrm>
              <a:off x="4705925" y="533912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1A4AA">
                <a:alpha val="100000"/>
              </a:srgbClr>
            </a:solidFill>
            <a:ln w="5420" cap="flat">
              <a:solidFill>
                <a:srgbClr val="41A4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49" name="pg3749"/>
            <p:cNvSpPr/>
            <p:nvPr/>
          </p:nvSpPr>
          <p:spPr>
            <a:xfrm>
              <a:off x="2855590" y="535342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CC8AC">
                <a:alpha val="100000"/>
              </a:srgbClr>
            </a:solidFill>
            <a:ln w="5420" cap="flat">
              <a:solidFill>
                <a:srgbClr val="5CC8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50" name="pg3750"/>
            <p:cNvSpPr/>
            <p:nvPr/>
          </p:nvSpPr>
          <p:spPr>
            <a:xfrm>
              <a:off x="2867227" y="535342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CC8AC">
                <a:alpha val="100000"/>
              </a:srgbClr>
            </a:solidFill>
            <a:ln w="5420" cap="flat">
              <a:solidFill>
                <a:srgbClr val="5CC8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51" name="pg3751"/>
            <p:cNvSpPr/>
            <p:nvPr/>
          </p:nvSpPr>
          <p:spPr>
            <a:xfrm>
              <a:off x="2878865" y="535342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CC8AC">
                <a:alpha val="100000"/>
              </a:srgbClr>
            </a:solidFill>
            <a:ln w="5420" cap="flat">
              <a:solidFill>
                <a:srgbClr val="5CC8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52" name="pg3752"/>
            <p:cNvSpPr/>
            <p:nvPr/>
          </p:nvSpPr>
          <p:spPr>
            <a:xfrm>
              <a:off x="2890502" y="535342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CC8AC">
                <a:alpha val="100000"/>
              </a:srgbClr>
            </a:solidFill>
            <a:ln w="5420" cap="flat">
              <a:solidFill>
                <a:srgbClr val="5CC8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53" name="pg3753"/>
            <p:cNvSpPr/>
            <p:nvPr/>
          </p:nvSpPr>
          <p:spPr>
            <a:xfrm>
              <a:off x="2902139" y="535342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CC8AC">
                <a:alpha val="100000"/>
              </a:srgbClr>
            </a:solidFill>
            <a:ln w="5420" cap="flat">
              <a:solidFill>
                <a:srgbClr val="5CC8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54" name="pg3754"/>
            <p:cNvSpPr/>
            <p:nvPr/>
          </p:nvSpPr>
          <p:spPr>
            <a:xfrm>
              <a:off x="2913777" y="535342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CC8AC">
                <a:alpha val="100000"/>
              </a:srgbClr>
            </a:solidFill>
            <a:ln w="5420" cap="flat">
              <a:solidFill>
                <a:srgbClr val="5CC8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55" name="pg3755"/>
            <p:cNvSpPr/>
            <p:nvPr/>
          </p:nvSpPr>
          <p:spPr>
            <a:xfrm>
              <a:off x="4577915" y="535342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4A8AA">
                <a:alpha val="100000"/>
              </a:srgbClr>
            </a:solidFill>
            <a:ln w="5420" cap="flat">
              <a:solidFill>
                <a:srgbClr val="44A8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56" name="pg3756"/>
            <p:cNvSpPr/>
            <p:nvPr/>
          </p:nvSpPr>
          <p:spPr>
            <a:xfrm>
              <a:off x="4589552" y="535342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4A8AA">
                <a:alpha val="100000"/>
              </a:srgbClr>
            </a:solidFill>
            <a:ln w="5420" cap="flat">
              <a:solidFill>
                <a:srgbClr val="44A8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57" name="pg3757"/>
            <p:cNvSpPr/>
            <p:nvPr/>
          </p:nvSpPr>
          <p:spPr>
            <a:xfrm>
              <a:off x="4601190" y="535342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4A7AA">
                <a:alpha val="100000"/>
              </a:srgbClr>
            </a:solidFill>
            <a:ln w="5420" cap="flat">
              <a:solidFill>
                <a:srgbClr val="44A7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58" name="pg3758"/>
            <p:cNvSpPr/>
            <p:nvPr/>
          </p:nvSpPr>
          <p:spPr>
            <a:xfrm>
              <a:off x="4612827" y="535342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4A7AA">
                <a:alpha val="100000"/>
              </a:srgbClr>
            </a:solidFill>
            <a:ln w="5420" cap="flat">
              <a:solidFill>
                <a:srgbClr val="44A7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59" name="pg3759"/>
            <p:cNvSpPr/>
            <p:nvPr/>
          </p:nvSpPr>
          <p:spPr>
            <a:xfrm>
              <a:off x="4624464" y="535342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3A7AA">
                <a:alpha val="100000"/>
              </a:srgbClr>
            </a:solidFill>
            <a:ln w="5420" cap="flat">
              <a:solidFill>
                <a:srgbClr val="43A7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60" name="pg3760"/>
            <p:cNvSpPr/>
            <p:nvPr/>
          </p:nvSpPr>
          <p:spPr>
            <a:xfrm>
              <a:off x="4636101" y="535342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3A6AA">
                <a:alpha val="100000"/>
              </a:srgbClr>
            </a:solidFill>
            <a:ln w="5420" cap="flat">
              <a:solidFill>
                <a:srgbClr val="43A6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61" name="pg3761"/>
            <p:cNvSpPr/>
            <p:nvPr/>
          </p:nvSpPr>
          <p:spPr>
            <a:xfrm>
              <a:off x="4647739" y="535342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3A6AA">
                <a:alpha val="100000"/>
              </a:srgbClr>
            </a:solidFill>
            <a:ln w="5420" cap="flat">
              <a:solidFill>
                <a:srgbClr val="43A6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62" name="pg3762"/>
            <p:cNvSpPr/>
            <p:nvPr/>
          </p:nvSpPr>
          <p:spPr>
            <a:xfrm>
              <a:off x="4659376" y="535342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2A6AA">
                <a:alpha val="100000"/>
              </a:srgbClr>
            </a:solidFill>
            <a:ln w="5420" cap="flat">
              <a:solidFill>
                <a:srgbClr val="42A6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63" name="pg3763"/>
            <p:cNvSpPr/>
            <p:nvPr/>
          </p:nvSpPr>
          <p:spPr>
            <a:xfrm>
              <a:off x="4671013" y="535342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2A5AA">
                <a:alpha val="100000"/>
              </a:srgbClr>
            </a:solidFill>
            <a:ln w="5420" cap="flat">
              <a:solidFill>
                <a:srgbClr val="42A5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64" name="pg3764"/>
            <p:cNvSpPr/>
            <p:nvPr/>
          </p:nvSpPr>
          <p:spPr>
            <a:xfrm>
              <a:off x="4682651" y="535342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2A5AA">
                <a:alpha val="100000"/>
              </a:srgbClr>
            </a:solidFill>
            <a:ln w="5420" cap="flat">
              <a:solidFill>
                <a:srgbClr val="42A5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65" name="pg3765"/>
            <p:cNvSpPr/>
            <p:nvPr/>
          </p:nvSpPr>
          <p:spPr>
            <a:xfrm>
              <a:off x="4694288" y="535342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2A5AA">
                <a:alpha val="100000"/>
              </a:srgbClr>
            </a:solidFill>
            <a:ln w="5420" cap="flat">
              <a:solidFill>
                <a:srgbClr val="42A5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66" name="pg3766"/>
            <p:cNvSpPr/>
            <p:nvPr/>
          </p:nvSpPr>
          <p:spPr>
            <a:xfrm>
              <a:off x="4705925" y="535342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2A4AA">
                <a:alpha val="100000"/>
              </a:srgbClr>
            </a:solidFill>
            <a:ln w="5420" cap="flat">
              <a:solidFill>
                <a:srgbClr val="42A4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67" name="pg3767"/>
            <p:cNvSpPr/>
            <p:nvPr/>
          </p:nvSpPr>
          <p:spPr>
            <a:xfrm>
              <a:off x="2855590" y="536772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CC7AC">
                <a:alpha val="100000"/>
              </a:srgbClr>
            </a:solidFill>
            <a:ln w="5420" cap="flat">
              <a:solidFill>
                <a:srgbClr val="5CC7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68" name="pg3768"/>
            <p:cNvSpPr/>
            <p:nvPr/>
          </p:nvSpPr>
          <p:spPr>
            <a:xfrm>
              <a:off x="2867227" y="536772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CC7AC">
                <a:alpha val="100000"/>
              </a:srgbClr>
            </a:solidFill>
            <a:ln w="5420" cap="flat">
              <a:solidFill>
                <a:srgbClr val="5CC7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69" name="pg3769"/>
            <p:cNvSpPr/>
            <p:nvPr/>
          </p:nvSpPr>
          <p:spPr>
            <a:xfrm>
              <a:off x="2878865" y="536772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CC7AC">
                <a:alpha val="100000"/>
              </a:srgbClr>
            </a:solidFill>
            <a:ln w="5420" cap="flat">
              <a:solidFill>
                <a:srgbClr val="5CC7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70" name="pg3770"/>
            <p:cNvSpPr/>
            <p:nvPr/>
          </p:nvSpPr>
          <p:spPr>
            <a:xfrm>
              <a:off x="2890502" y="536772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CC7AC">
                <a:alpha val="100000"/>
              </a:srgbClr>
            </a:solidFill>
            <a:ln w="5420" cap="flat">
              <a:solidFill>
                <a:srgbClr val="5CC7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71" name="pg3771"/>
            <p:cNvSpPr/>
            <p:nvPr/>
          </p:nvSpPr>
          <p:spPr>
            <a:xfrm>
              <a:off x="2902139" y="536772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CC7AC">
                <a:alpha val="100000"/>
              </a:srgbClr>
            </a:solidFill>
            <a:ln w="5420" cap="flat">
              <a:solidFill>
                <a:srgbClr val="5CC7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72" name="pg3772"/>
            <p:cNvSpPr/>
            <p:nvPr/>
          </p:nvSpPr>
          <p:spPr>
            <a:xfrm>
              <a:off x="4577915" y="536772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4A8AA">
                <a:alpha val="100000"/>
              </a:srgbClr>
            </a:solidFill>
            <a:ln w="5420" cap="flat">
              <a:solidFill>
                <a:srgbClr val="44A8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73" name="pg3773"/>
            <p:cNvSpPr/>
            <p:nvPr/>
          </p:nvSpPr>
          <p:spPr>
            <a:xfrm>
              <a:off x="4589552" y="536772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4A8AA">
                <a:alpha val="100000"/>
              </a:srgbClr>
            </a:solidFill>
            <a:ln w="5420" cap="flat">
              <a:solidFill>
                <a:srgbClr val="44A8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74" name="pg3774"/>
            <p:cNvSpPr/>
            <p:nvPr/>
          </p:nvSpPr>
          <p:spPr>
            <a:xfrm>
              <a:off x="4601190" y="536772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4A7AA">
                <a:alpha val="100000"/>
              </a:srgbClr>
            </a:solidFill>
            <a:ln w="5420" cap="flat">
              <a:solidFill>
                <a:srgbClr val="44A7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75" name="pg3775"/>
            <p:cNvSpPr/>
            <p:nvPr/>
          </p:nvSpPr>
          <p:spPr>
            <a:xfrm>
              <a:off x="4612827" y="536772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4A7AA">
                <a:alpha val="100000"/>
              </a:srgbClr>
            </a:solidFill>
            <a:ln w="5420" cap="flat">
              <a:solidFill>
                <a:srgbClr val="44A7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76" name="pg3776"/>
            <p:cNvSpPr/>
            <p:nvPr/>
          </p:nvSpPr>
          <p:spPr>
            <a:xfrm>
              <a:off x="4624464" y="536772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3A7AA">
                <a:alpha val="100000"/>
              </a:srgbClr>
            </a:solidFill>
            <a:ln w="5420" cap="flat">
              <a:solidFill>
                <a:srgbClr val="43A7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77" name="pg3777"/>
            <p:cNvSpPr/>
            <p:nvPr/>
          </p:nvSpPr>
          <p:spPr>
            <a:xfrm>
              <a:off x="4636101" y="536772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3A6AA">
                <a:alpha val="100000"/>
              </a:srgbClr>
            </a:solidFill>
            <a:ln w="5420" cap="flat">
              <a:solidFill>
                <a:srgbClr val="43A6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78" name="pg3778"/>
            <p:cNvSpPr/>
            <p:nvPr/>
          </p:nvSpPr>
          <p:spPr>
            <a:xfrm>
              <a:off x="4647739" y="536772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3A6AA">
                <a:alpha val="100000"/>
              </a:srgbClr>
            </a:solidFill>
            <a:ln w="5420" cap="flat">
              <a:solidFill>
                <a:srgbClr val="43A6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79" name="pg3779"/>
            <p:cNvSpPr/>
            <p:nvPr/>
          </p:nvSpPr>
          <p:spPr>
            <a:xfrm>
              <a:off x="4659376" y="536772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2A6AA">
                <a:alpha val="100000"/>
              </a:srgbClr>
            </a:solidFill>
            <a:ln w="5420" cap="flat">
              <a:solidFill>
                <a:srgbClr val="42A6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80" name="pg3780"/>
            <p:cNvSpPr/>
            <p:nvPr/>
          </p:nvSpPr>
          <p:spPr>
            <a:xfrm>
              <a:off x="4671013" y="536772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2A5AA">
                <a:alpha val="100000"/>
              </a:srgbClr>
            </a:solidFill>
            <a:ln w="5420" cap="flat">
              <a:solidFill>
                <a:srgbClr val="42A5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81" name="pg3781"/>
            <p:cNvSpPr/>
            <p:nvPr/>
          </p:nvSpPr>
          <p:spPr>
            <a:xfrm>
              <a:off x="4682651" y="536772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2A5AA">
                <a:alpha val="100000"/>
              </a:srgbClr>
            </a:solidFill>
            <a:ln w="5420" cap="flat">
              <a:solidFill>
                <a:srgbClr val="42A5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82" name="pg3782"/>
            <p:cNvSpPr/>
            <p:nvPr/>
          </p:nvSpPr>
          <p:spPr>
            <a:xfrm>
              <a:off x="4694288" y="536772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2A5AA">
                <a:alpha val="100000"/>
              </a:srgbClr>
            </a:solidFill>
            <a:ln w="5420" cap="flat">
              <a:solidFill>
                <a:srgbClr val="42A5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83" name="pg3783"/>
            <p:cNvSpPr/>
            <p:nvPr/>
          </p:nvSpPr>
          <p:spPr>
            <a:xfrm>
              <a:off x="4705925" y="536772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2A5AA">
                <a:alpha val="100000"/>
              </a:srgbClr>
            </a:solidFill>
            <a:ln w="5420" cap="flat">
              <a:solidFill>
                <a:srgbClr val="42A5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84" name="pg3784"/>
            <p:cNvSpPr/>
            <p:nvPr/>
          </p:nvSpPr>
          <p:spPr>
            <a:xfrm>
              <a:off x="2855590" y="538202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BC6AC">
                <a:alpha val="100000"/>
              </a:srgbClr>
            </a:solidFill>
            <a:ln w="5420" cap="flat">
              <a:solidFill>
                <a:srgbClr val="5BC6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85" name="pg3785"/>
            <p:cNvSpPr/>
            <p:nvPr/>
          </p:nvSpPr>
          <p:spPr>
            <a:xfrm>
              <a:off x="2867227" y="538202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BC6AC">
                <a:alpha val="100000"/>
              </a:srgbClr>
            </a:solidFill>
            <a:ln w="5420" cap="flat">
              <a:solidFill>
                <a:srgbClr val="5BC6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86" name="pg3786"/>
            <p:cNvSpPr/>
            <p:nvPr/>
          </p:nvSpPr>
          <p:spPr>
            <a:xfrm>
              <a:off x="2878865" y="538202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BC6AC">
                <a:alpha val="100000"/>
              </a:srgbClr>
            </a:solidFill>
            <a:ln w="5420" cap="flat">
              <a:solidFill>
                <a:srgbClr val="5BC6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87" name="pg3787"/>
            <p:cNvSpPr/>
            <p:nvPr/>
          </p:nvSpPr>
          <p:spPr>
            <a:xfrm>
              <a:off x="2890502" y="538202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BC6AC">
                <a:alpha val="100000"/>
              </a:srgbClr>
            </a:solidFill>
            <a:ln w="5420" cap="flat">
              <a:solidFill>
                <a:srgbClr val="5BC6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88" name="pg3788"/>
            <p:cNvSpPr/>
            <p:nvPr/>
          </p:nvSpPr>
          <p:spPr>
            <a:xfrm>
              <a:off x="2902139" y="538202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BC6AC">
                <a:alpha val="100000"/>
              </a:srgbClr>
            </a:solidFill>
            <a:ln w="5420" cap="flat">
              <a:solidFill>
                <a:srgbClr val="5BC6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89" name="pg3789"/>
            <p:cNvSpPr/>
            <p:nvPr/>
          </p:nvSpPr>
          <p:spPr>
            <a:xfrm>
              <a:off x="4577915" y="538202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4A8AA">
                <a:alpha val="100000"/>
              </a:srgbClr>
            </a:solidFill>
            <a:ln w="5420" cap="flat">
              <a:solidFill>
                <a:srgbClr val="44A8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90" name="pg3790"/>
            <p:cNvSpPr/>
            <p:nvPr/>
          </p:nvSpPr>
          <p:spPr>
            <a:xfrm>
              <a:off x="4589552" y="538202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4A8AA">
                <a:alpha val="100000"/>
              </a:srgbClr>
            </a:solidFill>
            <a:ln w="5420" cap="flat">
              <a:solidFill>
                <a:srgbClr val="44A8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91" name="pg3791"/>
            <p:cNvSpPr/>
            <p:nvPr/>
          </p:nvSpPr>
          <p:spPr>
            <a:xfrm>
              <a:off x="4601190" y="538202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4A7AA">
                <a:alpha val="100000"/>
              </a:srgbClr>
            </a:solidFill>
            <a:ln w="5420" cap="flat">
              <a:solidFill>
                <a:srgbClr val="44A7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92" name="pg3792"/>
            <p:cNvSpPr/>
            <p:nvPr/>
          </p:nvSpPr>
          <p:spPr>
            <a:xfrm>
              <a:off x="4612827" y="538202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4A7AA">
                <a:alpha val="100000"/>
              </a:srgbClr>
            </a:solidFill>
            <a:ln w="5420" cap="flat">
              <a:solidFill>
                <a:srgbClr val="44A7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93" name="pg3793"/>
            <p:cNvSpPr/>
            <p:nvPr/>
          </p:nvSpPr>
          <p:spPr>
            <a:xfrm>
              <a:off x="4624464" y="538202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4A7AA">
                <a:alpha val="100000"/>
              </a:srgbClr>
            </a:solidFill>
            <a:ln w="5420" cap="flat">
              <a:solidFill>
                <a:srgbClr val="44A7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94" name="pg3794"/>
            <p:cNvSpPr/>
            <p:nvPr/>
          </p:nvSpPr>
          <p:spPr>
            <a:xfrm>
              <a:off x="4636101" y="538202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3A6AA">
                <a:alpha val="100000"/>
              </a:srgbClr>
            </a:solidFill>
            <a:ln w="5420" cap="flat">
              <a:solidFill>
                <a:srgbClr val="43A6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95" name="pg3795"/>
            <p:cNvSpPr/>
            <p:nvPr/>
          </p:nvSpPr>
          <p:spPr>
            <a:xfrm>
              <a:off x="4647739" y="538202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3A6AA">
                <a:alpha val="100000"/>
              </a:srgbClr>
            </a:solidFill>
            <a:ln w="5420" cap="flat">
              <a:solidFill>
                <a:srgbClr val="43A6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96" name="pg3796"/>
            <p:cNvSpPr/>
            <p:nvPr/>
          </p:nvSpPr>
          <p:spPr>
            <a:xfrm>
              <a:off x="4659376" y="538202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3A6AA">
                <a:alpha val="100000"/>
              </a:srgbClr>
            </a:solidFill>
            <a:ln w="5420" cap="flat">
              <a:solidFill>
                <a:srgbClr val="43A6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97" name="pg3797"/>
            <p:cNvSpPr/>
            <p:nvPr/>
          </p:nvSpPr>
          <p:spPr>
            <a:xfrm>
              <a:off x="4671013" y="538202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2A5AA">
                <a:alpha val="100000"/>
              </a:srgbClr>
            </a:solidFill>
            <a:ln w="5420" cap="flat">
              <a:solidFill>
                <a:srgbClr val="42A5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98" name="pg3798"/>
            <p:cNvSpPr/>
            <p:nvPr/>
          </p:nvSpPr>
          <p:spPr>
            <a:xfrm>
              <a:off x="4682651" y="538202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2A5AA">
                <a:alpha val="100000"/>
              </a:srgbClr>
            </a:solidFill>
            <a:ln w="5420" cap="flat">
              <a:solidFill>
                <a:srgbClr val="42A5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99" name="pg3799"/>
            <p:cNvSpPr/>
            <p:nvPr/>
          </p:nvSpPr>
          <p:spPr>
            <a:xfrm>
              <a:off x="4694288" y="538202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2A5AA">
                <a:alpha val="100000"/>
              </a:srgbClr>
            </a:solidFill>
            <a:ln w="5420" cap="flat">
              <a:solidFill>
                <a:srgbClr val="42A5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00" name="pg3800"/>
            <p:cNvSpPr/>
            <p:nvPr/>
          </p:nvSpPr>
          <p:spPr>
            <a:xfrm>
              <a:off x="2843953" y="539632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BC6AC">
                <a:alpha val="100000"/>
              </a:srgbClr>
            </a:solidFill>
            <a:ln w="5420" cap="flat">
              <a:solidFill>
                <a:srgbClr val="5BC6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01" name="pg3801"/>
            <p:cNvSpPr/>
            <p:nvPr/>
          </p:nvSpPr>
          <p:spPr>
            <a:xfrm>
              <a:off x="2855590" y="539632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BC6AC">
                <a:alpha val="100000"/>
              </a:srgbClr>
            </a:solidFill>
            <a:ln w="5420" cap="flat">
              <a:solidFill>
                <a:srgbClr val="5BC6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02" name="pg3802"/>
            <p:cNvSpPr/>
            <p:nvPr/>
          </p:nvSpPr>
          <p:spPr>
            <a:xfrm>
              <a:off x="2867227" y="539632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BC6AC">
                <a:alpha val="100000"/>
              </a:srgbClr>
            </a:solidFill>
            <a:ln w="5420" cap="flat">
              <a:solidFill>
                <a:srgbClr val="5BC6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03" name="pg3803"/>
            <p:cNvSpPr/>
            <p:nvPr/>
          </p:nvSpPr>
          <p:spPr>
            <a:xfrm>
              <a:off x="2878865" y="539632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BC6AC">
                <a:alpha val="100000"/>
              </a:srgbClr>
            </a:solidFill>
            <a:ln w="5420" cap="flat">
              <a:solidFill>
                <a:srgbClr val="5BC6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04" name="pg3804"/>
            <p:cNvSpPr/>
            <p:nvPr/>
          </p:nvSpPr>
          <p:spPr>
            <a:xfrm>
              <a:off x="2890502" y="539632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BC6AC">
                <a:alpha val="100000"/>
              </a:srgbClr>
            </a:solidFill>
            <a:ln w="5420" cap="flat">
              <a:solidFill>
                <a:srgbClr val="5BC6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05" name="pg3805"/>
            <p:cNvSpPr/>
            <p:nvPr/>
          </p:nvSpPr>
          <p:spPr>
            <a:xfrm>
              <a:off x="4589552" y="539632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4A8AA">
                <a:alpha val="100000"/>
              </a:srgbClr>
            </a:solidFill>
            <a:ln w="5420" cap="flat">
              <a:solidFill>
                <a:srgbClr val="44A8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06" name="pg3806"/>
            <p:cNvSpPr/>
            <p:nvPr/>
          </p:nvSpPr>
          <p:spPr>
            <a:xfrm>
              <a:off x="4601190" y="539632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4A7AA">
                <a:alpha val="100000"/>
              </a:srgbClr>
            </a:solidFill>
            <a:ln w="5420" cap="flat">
              <a:solidFill>
                <a:srgbClr val="44A7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07" name="pg3807"/>
            <p:cNvSpPr/>
            <p:nvPr/>
          </p:nvSpPr>
          <p:spPr>
            <a:xfrm>
              <a:off x="4612827" y="539632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4A7AA">
                <a:alpha val="100000"/>
              </a:srgbClr>
            </a:solidFill>
            <a:ln w="5420" cap="flat">
              <a:solidFill>
                <a:srgbClr val="44A7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08" name="pg3808"/>
            <p:cNvSpPr/>
            <p:nvPr/>
          </p:nvSpPr>
          <p:spPr>
            <a:xfrm>
              <a:off x="4624464" y="539632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4A7AA">
                <a:alpha val="100000"/>
              </a:srgbClr>
            </a:solidFill>
            <a:ln w="5420" cap="flat">
              <a:solidFill>
                <a:srgbClr val="44A7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09" name="pg3809"/>
            <p:cNvSpPr/>
            <p:nvPr/>
          </p:nvSpPr>
          <p:spPr>
            <a:xfrm>
              <a:off x="4636101" y="539632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3A6AA">
                <a:alpha val="100000"/>
              </a:srgbClr>
            </a:solidFill>
            <a:ln w="5420" cap="flat">
              <a:solidFill>
                <a:srgbClr val="43A6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10" name="pg3810"/>
            <p:cNvSpPr/>
            <p:nvPr/>
          </p:nvSpPr>
          <p:spPr>
            <a:xfrm>
              <a:off x="4647739" y="539632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3A6AA">
                <a:alpha val="100000"/>
              </a:srgbClr>
            </a:solidFill>
            <a:ln w="5420" cap="flat">
              <a:solidFill>
                <a:srgbClr val="43A6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11" name="pg3811"/>
            <p:cNvSpPr/>
            <p:nvPr/>
          </p:nvSpPr>
          <p:spPr>
            <a:xfrm>
              <a:off x="4659376" y="539632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3A6AA">
                <a:alpha val="100000"/>
              </a:srgbClr>
            </a:solidFill>
            <a:ln w="5420" cap="flat">
              <a:solidFill>
                <a:srgbClr val="43A6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12" name="pg3812"/>
            <p:cNvSpPr/>
            <p:nvPr/>
          </p:nvSpPr>
          <p:spPr>
            <a:xfrm>
              <a:off x="4671013" y="539632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2A5AA">
                <a:alpha val="100000"/>
              </a:srgbClr>
            </a:solidFill>
            <a:ln w="5420" cap="flat">
              <a:solidFill>
                <a:srgbClr val="42A5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13" name="pg3813"/>
            <p:cNvSpPr/>
            <p:nvPr/>
          </p:nvSpPr>
          <p:spPr>
            <a:xfrm>
              <a:off x="4682651" y="539632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2A5AA">
                <a:alpha val="100000"/>
              </a:srgbClr>
            </a:solidFill>
            <a:ln w="5420" cap="flat">
              <a:solidFill>
                <a:srgbClr val="42A5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14" name="pg3814"/>
            <p:cNvSpPr/>
            <p:nvPr/>
          </p:nvSpPr>
          <p:spPr>
            <a:xfrm>
              <a:off x="2843953" y="541062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AC5AC">
                <a:alpha val="100000"/>
              </a:srgbClr>
            </a:solidFill>
            <a:ln w="5420" cap="flat">
              <a:solidFill>
                <a:srgbClr val="5AC5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15" name="pg3815"/>
            <p:cNvSpPr/>
            <p:nvPr/>
          </p:nvSpPr>
          <p:spPr>
            <a:xfrm>
              <a:off x="2855590" y="541062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AC5AC">
                <a:alpha val="100000"/>
              </a:srgbClr>
            </a:solidFill>
            <a:ln w="5420" cap="flat">
              <a:solidFill>
                <a:srgbClr val="5AC5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16" name="pg3816"/>
            <p:cNvSpPr/>
            <p:nvPr/>
          </p:nvSpPr>
          <p:spPr>
            <a:xfrm>
              <a:off x="2867227" y="541062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AC5AC">
                <a:alpha val="100000"/>
              </a:srgbClr>
            </a:solidFill>
            <a:ln w="5420" cap="flat">
              <a:solidFill>
                <a:srgbClr val="5AC5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17" name="pg3817"/>
            <p:cNvSpPr/>
            <p:nvPr/>
          </p:nvSpPr>
          <p:spPr>
            <a:xfrm>
              <a:off x="2878865" y="541062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AC5AC">
                <a:alpha val="100000"/>
              </a:srgbClr>
            </a:solidFill>
            <a:ln w="5420" cap="flat">
              <a:solidFill>
                <a:srgbClr val="5AC5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18" name="pg3818"/>
            <p:cNvSpPr/>
            <p:nvPr/>
          </p:nvSpPr>
          <p:spPr>
            <a:xfrm>
              <a:off x="2890502" y="541062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AC5AC">
                <a:alpha val="100000"/>
              </a:srgbClr>
            </a:solidFill>
            <a:ln w="5420" cap="flat">
              <a:solidFill>
                <a:srgbClr val="5AC5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19" name="pg3819"/>
            <p:cNvSpPr/>
            <p:nvPr/>
          </p:nvSpPr>
          <p:spPr>
            <a:xfrm>
              <a:off x="4601190" y="541062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4A7AA">
                <a:alpha val="100000"/>
              </a:srgbClr>
            </a:solidFill>
            <a:ln w="5420" cap="flat">
              <a:solidFill>
                <a:srgbClr val="44A7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20" name="pg3820"/>
            <p:cNvSpPr/>
            <p:nvPr/>
          </p:nvSpPr>
          <p:spPr>
            <a:xfrm>
              <a:off x="4612827" y="541062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4A7AA">
                <a:alpha val="100000"/>
              </a:srgbClr>
            </a:solidFill>
            <a:ln w="5420" cap="flat">
              <a:solidFill>
                <a:srgbClr val="44A7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21" name="pg3821"/>
            <p:cNvSpPr/>
            <p:nvPr/>
          </p:nvSpPr>
          <p:spPr>
            <a:xfrm>
              <a:off x="4624464" y="541062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4A7AA">
                <a:alpha val="100000"/>
              </a:srgbClr>
            </a:solidFill>
            <a:ln w="5420" cap="flat">
              <a:solidFill>
                <a:srgbClr val="44A7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22" name="pg3822"/>
            <p:cNvSpPr/>
            <p:nvPr/>
          </p:nvSpPr>
          <p:spPr>
            <a:xfrm>
              <a:off x="4636101" y="541062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3A6AA">
                <a:alpha val="100000"/>
              </a:srgbClr>
            </a:solidFill>
            <a:ln w="5420" cap="flat">
              <a:solidFill>
                <a:srgbClr val="43A6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23" name="pg3823"/>
            <p:cNvSpPr/>
            <p:nvPr/>
          </p:nvSpPr>
          <p:spPr>
            <a:xfrm>
              <a:off x="4647739" y="541062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3A6AA">
                <a:alpha val="100000"/>
              </a:srgbClr>
            </a:solidFill>
            <a:ln w="5420" cap="flat">
              <a:solidFill>
                <a:srgbClr val="43A6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24" name="pg3824"/>
            <p:cNvSpPr/>
            <p:nvPr/>
          </p:nvSpPr>
          <p:spPr>
            <a:xfrm>
              <a:off x="2843953" y="542492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AC5AC">
                <a:alpha val="100000"/>
              </a:srgbClr>
            </a:solidFill>
            <a:ln w="5420" cap="flat">
              <a:solidFill>
                <a:srgbClr val="5AC5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25" name="pg3825"/>
            <p:cNvSpPr/>
            <p:nvPr/>
          </p:nvSpPr>
          <p:spPr>
            <a:xfrm>
              <a:off x="2855590" y="542492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AC5AC">
                <a:alpha val="100000"/>
              </a:srgbClr>
            </a:solidFill>
            <a:ln w="5420" cap="flat">
              <a:solidFill>
                <a:srgbClr val="5AC5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26" name="pg3826"/>
            <p:cNvSpPr/>
            <p:nvPr/>
          </p:nvSpPr>
          <p:spPr>
            <a:xfrm>
              <a:off x="2867227" y="542492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AC5AC">
                <a:alpha val="100000"/>
              </a:srgbClr>
            </a:solidFill>
            <a:ln w="5420" cap="flat">
              <a:solidFill>
                <a:srgbClr val="5AC5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27" name="pg3827"/>
            <p:cNvSpPr/>
            <p:nvPr/>
          </p:nvSpPr>
          <p:spPr>
            <a:xfrm>
              <a:off x="2878865" y="542492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AC5AC">
                <a:alpha val="100000"/>
              </a:srgbClr>
            </a:solidFill>
            <a:ln w="5420" cap="flat">
              <a:solidFill>
                <a:srgbClr val="5AC5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28" name="pg3828"/>
            <p:cNvSpPr/>
            <p:nvPr/>
          </p:nvSpPr>
          <p:spPr>
            <a:xfrm>
              <a:off x="2890502" y="542492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AC5AC">
                <a:alpha val="100000"/>
              </a:srgbClr>
            </a:solidFill>
            <a:ln w="5420" cap="flat">
              <a:solidFill>
                <a:srgbClr val="5AC5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29" name="pg3829"/>
            <p:cNvSpPr/>
            <p:nvPr/>
          </p:nvSpPr>
          <p:spPr>
            <a:xfrm>
              <a:off x="2843953" y="543922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AC4AC">
                <a:alpha val="100000"/>
              </a:srgbClr>
            </a:solidFill>
            <a:ln w="5420" cap="flat">
              <a:solidFill>
                <a:srgbClr val="5AC4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30" name="pg3830"/>
            <p:cNvSpPr/>
            <p:nvPr/>
          </p:nvSpPr>
          <p:spPr>
            <a:xfrm>
              <a:off x="2855590" y="543922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AC4AC">
                <a:alpha val="100000"/>
              </a:srgbClr>
            </a:solidFill>
            <a:ln w="5420" cap="flat">
              <a:solidFill>
                <a:srgbClr val="5AC4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31" name="pg3831"/>
            <p:cNvSpPr/>
            <p:nvPr/>
          </p:nvSpPr>
          <p:spPr>
            <a:xfrm>
              <a:off x="2867227" y="543922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AC4AC">
                <a:alpha val="100000"/>
              </a:srgbClr>
            </a:solidFill>
            <a:ln w="5420" cap="flat">
              <a:solidFill>
                <a:srgbClr val="5AC4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32" name="pg3832"/>
            <p:cNvSpPr/>
            <p:nvPr/>
          </p:nvSpPr>
          <p:spPr>
            <a:xfrm>
              <a:off x="2878865" y="543922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AC4AC">
                <a:alpha val="100000"/>
              </a:srgbClr>
            </a:solidFill>
            <a:ln w="5420" cap="flat">
              <a:solidFill>
                <a:srgbClr val="5AC4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33" name="pg3833"/>
            <p:cNvSpPr/>
            <p:nvPr/>
          </p:nvSpPr>
          <p:spPr>
            <a:xfrm>
              <a:off x="2832315" y="545352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9C4AC">
                <a:alpha val="100000"/>
              </a:srgbClr>
            </a:solidFill>
            <a:ln w="5420" cap="flat">
              <a:solidFill>
                <a:srgbClr val="59C4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34" name="pg3834"/>
            <p:cNvSpPr/>
            <p:nvPr/>
          </p:nvSpPr>
          <p:spPr>
            <a:xfrm>
              <a:off x="2843953" y="545352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9C4AC">
                <a:alpha val="100000"/>
              </a:srgbClr>
            </a:solidFill>
            <a:ln w="5420" cap="flat">
              <a:solidFill>
                <a:srgbClr val="59C4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35" name="pg3835"/>
            <p:cNvSpPr/>
            <p:nvPr/>
          </p:nvSpPr>
          <p:spPr>
            <a:xfrm>
              <a:off x="2855590" y="545352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9C4AC">
                <a:alpha val="100000"/>
              </a:srgbClr>
            </a:solidFill>
            <a:ln w="5420" cap="flat">
              <a:solidFill>
                <a:srgbClr val="59C4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36" name="pg3836"/>
            <p:cNvSpPr/>
            <p:nvPr/>
          </p:nvSpPr>
          <p:spPr>
            <a:xfrm>
              <a:off x="2867227" y="545352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9C4AC">
                <a:alpha val="100000"/>
              </a:srgbClr>
            </a:solidFill>
            <a:ln w="5420" cap="flat">
              <a:solidFill>
                <a:srgbClr val="59C4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37" name="pg3837"/>
            <p:cNvSpPr/>
            <p:nvPr/>
          </p:nvSpPr>
          <p:spPr>
            <a:xfrm>
              <a:off x="2878865" y="545352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9C4AC">
                <a:alpha val="100000"/>
              </a:srgbClr>
            </a:solidFill>
            <a:ln w="5420" cap="flat">
              <a:solidFill>
                <a:srgbClr val="59C4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38" name="pg3838"/>
            <p:cNvSpPr/>
            <p:nvPr/>
          </p:nvSpPr>
          <p:spPr>
            <a:xfrm>
              <a:off x="2832315" y="546782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9C3AC">
                <a:alpha val="100000"/>
              </a:srgbClr>
            </a:solidFill>
            <a:ln w="5420" cap="flat">
              <a:solidFill>
                <a:srgbClr val="59C3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39" name="pg3839"/>
            <p:cNvSpPr/>
            <p:nvPr/>
          </p:nvSpPr>
          <p:spPr>
            <a:xfrm>
              <a:off x="2843953" y="546782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9C3AC">
                <a:alpha val="100000"/>
              </a:srgbClr>
            </a:solidFill>
            <a:ln w="5420" cap="flat">
              <a:solidFill>
                <a:srgbClr val="59C3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40" name="pg3840"/>
            <p:cNvSpPr/>
            <p:nvPr/>
          </p:nvSpPr>
          <p:spPr>
            <a:xfrm>
              <a:off x="2855590" y="546782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9C3AC">
                <a:alpha val="100000"/>
              </a:srgbClr>
            </a:solidFill>
            <a:ln w="5420" cap="flat">
              <a:solidFill>
                <a:srgbClr val="59C3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41" name="pg3841"/>
            <p:cNvSpPr/>
            <p:nvPr/>
          </p:nvSpPr>
          <p:spPr>
            <a:xfrm>
              <a:off x="2867227" y="546782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9C3AC">
                <a:alpha val="100000"/>
              </a:srgbClr>
            </a:solidFill>
            <a:ln w="5420" cap="flat">
              <a:solidFill>
                <a:srgbClr val="59C3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42" name="pg3842"/>
            <p:cNvSpPr/>
            <p:nvPr/>
          </p:nvSpPr>
          <p:spPr>
            <a:xfrm>
              <a:off x="2878865" y="546782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9C3AC">
                <a:alpha val="100000"/>
              </a:srgbClr>
            </a:solidFill>
            <a:ln w="5420" cap="flat">
              <a:solidFill>
                <a:srgbClr val="59C3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43" name="pg3843"/>
            <p:cNvSpPr/>
            <p:nvPr/>
          </p:nvSpPr>
          <p:spPr>
            <a:xfrm>
              <a:off x="2832315" y="548212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9C3AC">
                <a:alpha val="100000"/>
              </a:srgbClr>
            </a:solidFill>
            <a:ln w="5420" cap="flat">
              <a:solidFill>
                <a:srgbClr val="59C3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44" name="pg3844"/>
            <p:cNvSpPr/>
            <p:nvPr/>
          </p:nvSpPr>
          <p:spPr>
            <a:xfrm>
              <a:off x="2843953" y="548212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9C3AC">
                <a:alpha val="100000"/>
              </a:srgbClr>
            </a:solidFill>
            <a:ln w="5420" cap="flat">
              <a:solidFill>
                <a:srgbClr val="59C3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45" name="pg3845"/>
            <p:cNvSpPr/>
            <p:nvPr/>
          </p:nvSpPr>
          <p:spPr>
            <a:xfrm>
              <a:off x="2855590" y="548212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9C3AC">
                <a:alpha val="100000"/>
              </a:srgbClr>
            </a:solidFill>
            <a:ln w="5420" cap="flat">
              <a:solidFill>
                <a:srgbClr val="59C3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46" name="pg3846"/>
            <p:cNvSpPr/>
            <p:nvPr/>
          </p:nvSpPr>
          <p:spPr>
            <a:xfrm>
              <a:off x="2867227" y="548212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9C3AC">
                <a:alpha val="100000"/>
              </a:srgbClr>
            </a:solidFill>
            <a:ln w="5420" cap="flat">
              <a:solidFill>
                <a:srgbClr val="59C3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47" name="pg3847"/>
            <p:cNvSpPr/>
            <p:nvPr/>
          </p:nvSpPr>
          <p:spPr>
            <a:xfrm>
              <a:off x="2878865" y="548212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9C3AC">
                <a:alpha val="100000"/>
              </a:srgbClr>
            </a:solidFill>
            <a:ln w="5420" cap="flat">
              <a:solidFill>
                <a:srgbClr val="59C3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48" name="pg3848"/>
            <p:cNvSpPr/>
            <p:nvPr/>
          </p:nvSpPr>
          <p:spPr>
            <a:xfrm>
              <a:off x="2832315" y="549642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8C2AC">
                <a:alpha val="100000"/>
              </a:srgbClr>
            </a:solidFill>
            <a:ln w="5420" cap="flat">
              <a:solidFill>
                <a:srgbClr val="58C2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49" name="pg3849"/>
            <p:cNvSpPr/>
            <p:nvPr/>
          </p:nvSpPr>
          <p:spPr>
            <a:xfrm>
              <a:off x="2843953" y="549642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8C2AC">
                <a:alpha val="100000"/>
              </a:srgbClr>
            </a:solidFill>
            <a:ln w="5420" cap="flat">
              <a:solidFill>
                <a:srgbClr val="58C2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50" name="pg3850"/>
            <p:cNvSpPr/>
            <p:nvPr/>
          </p:nvSpPr>
          <p:spPr>
            <a:xfrm>
              <a:off x="2855590" y="549642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8C2AC">
                <a:alpha val="100000"/>
              </a:srgbClr>
            </a:solidFill>
            <a:ln w="5420" cap="flat">
              <a:solidFill>
                <a:srgbClr val="58C2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51" name="pg3851"/>
            <p:cNvSpPr/>
            <p:nvPr/>
          </p:nvSpPr>
          <p:spPr>
            <a:xfrm>
              <a:off x="2867227" y="549642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8C2AC">
                <a:alpha val="100000"/>
              </a:srgbClr>
            </a:solidFill>
            <a:ln w="5420" cap="flat">
              <a:solidFill>
                <a:srgbClr val="58C2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52" name="pg3852"/>
            <p:cNvSpPr/>
            <p:nvPr/>
          </p:nvSpPr>
          <p:spPr>
            <a:xfrm>
              <a:off x="2832315" y="551072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8C2AC">
                <a:alpha val="100000"/>
              </a:srgbClr>
            </a:solidFill>
            <a:ln w="5420" cap="flat">
              <a:solidFill>
                <a:srgbClr val="58C2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53" name="pg3853"/>
            <p:cNvSpPr/>
            <p:nvPr/>
          </p:nvSpPr>
          <p:spPr>
            <a:xfrm>
              <a:off x="2843953" y="551072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8C2AC">
                <a:alpha val="100000"/>
              </a:srgbClr>
            </a:solidFill>
            <a:ln w="5420" cap="flat">
              <a:solidFill>
                <a:srgbClr val="58C2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54" name="pg3854"/>
            <p:cNvSpPr/>
            <p:nvPr/>
          </p:nvSpPr>
          <p:spPr>
            <a:xfrm>
              <a:off x="2855590" y="551072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8C2AC">
                <a:alpha val="100000"/>
              </a:srgbClr>
            </a:solidFill>
            <a:ln w="5420" cap="flat">
              <a:solidFill>
                <a:srgbClr val="58C2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55" name="pg3855"/>
            <p:cNvSpPr/>
            <p:nvPr/>
          </p:nvSpPr>
          <p:spPr>
            <a:xfrm>
              <a:off x="2867227" y="551072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8C2AC">
                <a:alpha val="100000"/>
              </a:srgbClr>
            </a:solidFill>
            <a:ln w="5420" cap="flat">
              <a:solidFill>
                <a:srgbClr val="58C2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56" name="pg3856"/>
            <p:cNvSpPr/>
            <p:nvPr/>
          </p:nvSpPr>
          <p:spPr>
            <a:xfrm>
              <a:off x="2832315" y="552502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8C1AC">
                <a:alpha val="100000"/>
              </a:srgbClr>
            </a:solidFill>
            <a:ln w="5420" cap="flat">
              <a:solidFill>
                <a:srgbClr val="58C1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57" name="pg3857"/>
            <p:cNvSpPr/>
            <p:nvPr/>
          </p:nvSpPr>
          <p:spPr>
            <a:xfrm>
              <a:off x="2843953" y="552502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8C1AC">
                <a:alpha val="100000"/>
              </a:srgbClr>
            </a:solidFill>
            <a:ln w="5420" cap="flat">
              <a:solidFill>
                <a:srgbClr val="58C1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58" name="pg3858"/>
            <p:cNvSpPr/>
            <p:nvPr/>
          </p:nvSpPr>
          <p:spPr>
            <a:xfrm>
              <a:off x="2855590" y="552502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8C1AC">
                <a:alpha val="100000"/>
              </a:srgbClr>
            </a:solidFill>
            <a:ln w="5420" cap="flat">
              <a:solidFill>
                <a:srgbClr val="58C1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59" name="pg3859"/>
            <p:cNvSpPr/>
            <p:nvPr/>
          </p:nvSpPr>
          <p:spPr>
            <a:xfrm>
              <a:off x="2867227" y="552502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8C1AC">
                <a:alpha val="100000"/>
              </a:srgbClr>
            </a:solidFill>
            <a:ln w="5420" cap="flat">
              <a:solidFill>
                <a:srgbClr val="58C1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60" name="pg3860"/>
            <p:cNvSpPr/>
            <p:nvPr/>
          </p:nvSpPr>
          <p:spPr>
            <a:xfrm>
              <a:off x="2832315" y="553933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7C1AC">
                <a:alpha val="100000"/>
              </a:srgbClr>
            </a:solidFill>
            <a:ln w="5420" cap="flat">
              <a:solidFill>
                <a:srgbClr val="57C1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61" name="pg3861"/>
            <p:cNvSpPr/>
            <p:nvPr/>
          </p:nvSpPr>
          <p:spPr>
            <a:xfrm>
              <a:off x="2843953" y="553933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7C1AC">
                <a:alpha val="100000"/>
              </a:srgbClr>
            </a:solidFill>
            <a:ln w="5420" cap="flat">
              <a:solidFill>
                <a:srgbClr val="57C1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62" name="pg3862"/>
            <p:cNvSpPr/>
            <p:nvPr/>
          </p:nvSpPr>
          <p:spPr>
            <a:xfrm>
              <a:off x="2855590" y="553933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7C1AC">
                <a:alpha val="100000"/>
              </a:srgbClr>
            </a:solidFill>
            <a:ln w="5420" cap="flat">
              <a:solidFill>
                <a:srgbClr val="57C1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63" name="pg3863"/>
            <p:cNvSpPr/>
            <p:nvPr/>
          </p:nvSpPr>
          <p:spPr>
            <a:xfrm>
              <a:off x="2867227" y="553933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7C1AC">
                <a:alpha val="100000"/>
              </a:srgbClr>
            </a:solidFill>
            <a:ln w="5420" cap="flat">
              <a:solidFill>
                <a:srgbClr val="57C1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64" name="pg3864"/>
            <p:cNvSpPr/>
            <p:nvPr/>
          </p:nvSpPr>
          <p:spPr>
            <a:xfrm>
              <a:off x="2832315" y="555363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7C0AC">
                <a:alpha val="100000"/>
              </a:srgbClr>
            </a:solidFill>
            <a:ln w="5420" cap="flat">
              <a:solidFill>
                <a:srgbClr val="57C0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65" name="pg3865"/>
            <p:cNvSpPr/>
            <p:nvPr/>
          </p:nvSpPr>
          <p:spPr>
            <a:xfrm>
              <a:off x="2843953" y="555363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7C0AC">
                <a:alpha val="100000"/>
              </a:srgbClr>
            </a:solidFill>
            <a:ln w="5420" cap="flat">
              <a:solidFill>
                <a:srgbClr val="57C0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66" name="pg3866"/>
            <p:cNvSpPr/>
            <p:nvPr/>
          </p:nvSpPr>
          <p:spPr>
            <a:xfrm>
              <a:off x="2855590" y="555363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7C0AC">
                <a:alpha val="100000"/>
              </a:srgbClr>
            </a:solidFill>
            <a:ln w="5420" cap="flat">
              <a:solidFill>
                <a:srgbClr val="57C0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67" name="pg3867"/>
            <p:cNvSpPr/>
            <p:nvPr/>
          </p:nvSpPr>
          <p:spPr>
            <a:xfrm>
              <a:off x="2399291" y="2540116"/>
              <a:ext cx="3705599" cy="2850404"/>
            </a:xfrm>
            <a:custGeom>
              <a:avLst/>
              <a:pathLst>
                <a:path w="3705599" h="2850404">
                  <a:moveTo>
                    <a:pt x="2893187" y="266106"/>
                  </a:moveTo>
                  <a:lnTo>
                    <a:pt x="2917831" y="266068"/>
                  </a:lnTo>
                  <a:lnTo>
                    <a:pt x="2961871" y="266005"/>
                  </a:lnTo>
                  <a:lnTo>
                    <a:pt x="3005910" y="265941"/>
                  </a:lnTo>
                  <a:lnTo>
                    <a:pt x="3049950" y="265884"/>
                  </a:lnTo>
                  <a:lnTo>
                    <a:pt x="3093989" y="265820"/>
                  </a:lnTo>
                  <a:lnTo>
                    <a:pt x="3138033" y="265757"/>
                  </a:lnTo>
                  <a:lnTo>
                    <a:pt x="3182073" y="265693"/>
                  </a:lnTo>
                  <a:lnTo>
                    <a:pt x="3226112" y="265630"/>
                  </a:lnTo>
                  <a:lnTo>
                    <a:pt x="3236535" y="240559"/>
                  </a:lnTo>
                  <a:lnTo>
                    <a:pt x="3246246" y="228887"/>
                  </a:lnTo>
                  <a:lnTo>
                    <a:pt x="3259547" y="232754"/>
                  </a:lnTo>
                  <a:lnTo>
                    <a:pt x="3266632" y="232430"/>
                  </a:lnTo>
                  <a:lnTo>
                    <a:pt x="3274508" y="226410"/>
                  </a:lnTo>
                  <a:lnTo>
                    <a:pt x="3280895" y="222752"/>
                  </a:lnTo>
                  <a:lnTo>
                    <a:pt x="3285102" y="223292"/>
                  </a:lnTo>
                  <a:lnTo>
                    <a:pt x="3288693" y="228804"/>
                  </a:lnTo>
                  <a:lnTo>
                    <a:pt x="3291680" y="232481"/>
                  </a:lnTo>
                  <a:lnTo>
                    <a:pt x="3295168" y="231408"/>
                  </a:lnTo>
                  <a:lnTo>
                    <a:pt x="3298155" y="226207"/>
                  </a:lnTo>
                  <a:lnTo>
                    <a:pt x="3298052" y="218993"/>
                  </a:lnTo>
                  <a:lnTo>
                    <a:pt x="3302140" y="213970"/>
                  </a:lnTo>
                  <a:lnTo>
                    <a:pt x="3306992" y="213201"/>
                  </a:lnTo>
                  <a:lnTo>
                    <a:pt x="3311478" y="213360"/>
                  </a:lnTo>
                  <a:lnTo>
                    <a:pt x="3313715" y="210909"/>
                  </a:lnTo>
                  <a:lnTo>
                    <a:pt x="3313467" y="207391"/>
                  </a:lnTo>
                  <a:lnTo>
                    <a:pt x="3311850" y="201726"/>
                  </a:lnTo>
                  <a:lnTo>
                    <a:pt x="3312398" y="194906"/>
                  </a:lnTo>
                  <a:lnTo>
                    <a:pt x="3323601" y="182859"/>
                  </a:lnTo>
                  <a:lnTo>
                    <a:pt x="3337337" y="174686"/>
                  </a:lnTo>
                  <a:lnTo>
                    <a:pt x="3342153" y="170603"/>
                  </a:lnTo>
                  <a:lnTo>
                    <a:pt x="3343554" y="162322"/>
                  </a:lnTo>
                  <a:lnTo>
                    <a:pt x="3351429" y="153717"/>
                  </a:lnTo>
                  <a:lnTo>
                    <a:pt x="3355367" y="148770"/>
                  </a:lnTo>
                  <a:lnTo>
                    <a:pt x="3356328" y="144471"/>
                  </a:lnTo>
                  <a:lnTo>
                    <a:pt x="3354287" y="139181"/>
                  </a:lnTo>
                  <a:lnTo>
                    <a:pt x="3354494" y="129097"/>
                  </a:lnTo>
                  <a:lnTo>
                    <a:pt x="3357202" y="117050"/>
                  </a:lnTo>
                  <a:lnTo>
                    <a:pt x="3360442" y="103930"/>
                  </a:lnTo>
                  <a:lnTo>
                    <a:pt x="3367703" y="92099"/>
                  </a:lnTo>
                  <a:lnTo>
                    <a:pt x="3379609" y="79195"/>
                  </a:lnTo>
                  <a:lnTo>
                    <a:pt x="3382673" y="62240"/>
                  </a:lnTo>
                  <a:lnTo>
                    <a:pt x="3385903" y="44357"/>
                  </a:lnTo>
                  <a:lnTo>
                    <a:pt x="3400295" y="26932"/>
                  </a:lnTo>
                  <a:lnTo>
                    <a:pt x="3416615" y="7169"/>
                  </a:lnTo>
                  <a:lnTo>
                    <a:pt x="3422535" y="0"/>
                  </a:lnTo>
                  <a:lnTo>
                    <a:pt x="3618932" y="0"/>
                  </a:lnTo>
                  <a:lnTo>
                    <a:pt x="3619257" y="14859"/>
                  </a:lnTo>
                  <a:lnTo>
                    <a:pt x="3619521" y="35130"/>
                  </a:lnTo>
                  <a:lnTo>
                    <a:pt x="3619800" y="56493"/>
                  </a:lnTo>
                  <a:lnTo>
                    <a:pt x="3620001" y="71740"/>
                  </a:lnTo>
                  <a:lnTo>
                    <a:pt x="3620347" y="92677"/>
                  </a:lnTo>
                  <a:lnTo>
                    <a:pt x="3620621" y="109334"/>
                  </a:lnTo>
                  <a:lnTo>
                    <a:pt x="3620988" y="131078"/>
                  </a:lnTo>
                  <a:lnTo>
                    <a:pt x="3621179" y="142699"/>
                  </a:lnTo>
                  <a:lnTo>
                    <a:pt x="3623045" y="146052"/>
                  </a:lnTo>
                  <a:lnTo>
                    <a:pt x="3621924" y="150631"/>
                  </a:lnTo>
                  <a:lnTo>
                    <a:pt x="3621433" y="152923"/>
                  </a:lnTo>
                  <a:lnTo>
                    <a:pt x="3621552" y="154746"/>
                  </a:lnTo>
                  <a:lnTo>
                    <a:pt x="3622296" y="157038"/>
                  </a:lnTo>
                  <a:lnTo>
                    <a:pt x="3622172" y="160245"/>
                  </a:lnTo>
                  <a:lnTo>
                    <a:pt x="3620435" y="163147"/>
                  </a:lnTo>
                  <a:lnTo>
                    <a:pt x="3619567" y="166500"/>
                  </a:lnTo>
                  <a:lnTo>
                    <a:pt x="3619319" y="171993"/>
                  </a:lnTo>
                  <a:lnTo>
                    <a:pt x="3621179" y="175353"/>
                  </a:lnTo>
                  <a:lnTo>
                    <a:pt x="3624285" y="177334"/>
                  </a:lnTo>
                  <a:lnTo>
                    <a:pt x="3626895" y="177334"/>
                  </a:lnTo>
                  <a:lnTo>
                    <a:pt x="3630249" y="179322"/>
                  </a:lnTo>
                  <a:lnTo>
                    <a:pt x="3634595" y="182834"/>
                  </a:lnTo>
                  <a:lnTo>
                    <a:pt x="3641173" y="185882"/>
                  </a:lnTo>
                  <a:lnTo>
                    <a:pt x="3648005" y="186949"/>
                  </a:lnTo>
                  <a:lnTo>
                    <a:pt x="3652723" y="186187"/>
                  </a:lnTo>
                  <a:lnTo>
                    <a:pt x="3658434" y="188174"/>
                  </a:lnTo>
                  <a:lnTo>
                    <a:pt x="3660423" y="193058"/>
                  </a:lnTo>
                  <a:lnTo>
                    <a:pt x="3659307" y="197630"/>
                  </a:lnTo>
                  <a:lnTo>
                    <a:pt x="3656077" y="199770"/>
                  </a:lnTo>
                  <a:lnTo>
                    <a:pt x="3652599" y="201453"/>
                  </a:lnTo>
                  <a:lnTo>
                    <a:pt x="3651979" y="204958"/>
                  </a:lnTo>
                  <a:lnTo>
                    <a:pt x="3653715" y="208623"/>
                  </a:lnTo>
                  <a:lnTo>
                    <a:pt x="3656201" y="211829"/>
                  </a:lnTo>
                  <a:lnTo>
                    <a:pt x="3658935" y="217462"/>
                  </a:lnTo>
                  <a:lnTo>
                    <a:pt x="3657813" y="222346"/>
                  </a:lnTo>
                  <a:lnTo>
                    <a:pt x="3655333" y="226467"/>
                  </a:lnTo>
                  <a:lnTo>
                    <a:pt x="3654212" y="230735"/>
                  </a:lnTo>
                  <a:lnTo>
                    <a:pt x="3656325" y="234405"/>
                  </a:lnTo>
                  <a:lnTo>
                    <a:pt x="3661912" y="239282"/>
                  </a:lnTo>
                  <a:lnTo>
                    <a:pt x="3665389" y="244013"/>
                  </a:lnTo>
                  <a:lnTo>
                    <a:pt x="3670857" y="246611"/>
                  </a:lnTo>
                  <a:lnTo>
                    <a:pt x="3673461" y="244775"/>
                  </a:lnTo>
                  <a:lnTo>
                    <a:pt x="3675575" y="242330"/>
                  </a:lnTo>
                  <a:lnTo>
                    <a:pt x="3677807" y="240501"/>
                  </a:lnTo>
                  <a:lnTo>
                    <a:pt x="3681657" y="241575"/>
                  </a:lnTo>
                  <a:lnTo>
                    <a:pt x="3686127" y="242946"/>
                  </a:lnTo>
                  <a:lnTo>
                    <a:pt x="3691011" y="244578"/>
                  </a:lnTo>
                  <a:lnTo>
                    <a:pt x="3690427" y="248535"/>
                  </a:lnTo>
                  <a:lnTo>
                    <a:pt x="3693404" y="255203"/>
                  </a:lnTo>
                  <a:lnTo>
                    <a:pt x="3695708" y="268024"/>
                  </a:lnTo>
                  <a:lnTo>
                    <a:pt x="3692169" y="273847"/>
                  </a:lnTo>
                  <a:lnTo>
                    <a:pt x="3692928" y="281563"/>
                  </a:lnTo>
                  <a:lnTo>
                    <a:pt x="3702742" y="283811"/>
                  </a:lnTo>
                  <a:lnTo>
                    <a:pt x="3705129" y="286173"/>
                  </a:lnTo>
                  <a:lnTo>
                    <a:pt x="3705599" y="289025"/>
                  </a:lnTo>
                  <a:lnTo>
                    <a:pt x="3683983" y="308806"/>
                  </a:lnTo>
                  <a:lnTo>
                    <a:pt x="3665694" y="306037"/>
                  </a:lnTo>
                  <a:lnTo>
                    <a:pt x="3655772" y="311283"/>
                  </a:lnTo>
                  <a:lnTo>
                    <a:pt x="3645380" y="312813"/>
                  </a:lnTo>
                  <a:lnTo>
                    <a:pt x="3640822" y="321653"/>
                  </a:lnTo>
                  <a:lnTo>
                    <a:pt x="3635117" y="323526"/>
                  </a:lnTo>
                  <a:lnTo>
                    <a:pt x="3627303" y="322993"/>
                  </a:lnTo>
                  <a:lnTo>
                    <a:pt x="3620565" y="320497"/>
                  </a:lnTo>
                  <a:lnTo>
                    <a:pt x="3615423" y="321723"/>
                  </a:lnTo>
                  <a:lnTo>
                    <a:pt x="3608229" y="337675"/>
                  </a:lnTo>
                  <a:lnTo>
                    <a:pt x="3602338" y="336284"/>
                  </a:lnTo>
                  <a:lnTo>
                    <a:pt x="3599992" y="342025"/>
                  </a:lnTo>
                  <a:lnTo>
                    <a:pt x="3596912" y="344534"/>
                  </a:lnTo>
                  <a:lnTo>
                    <a:pt x="3592395" y="346686"/>
                  </a:lnTo>
                  <a:lnTo>
                    <a:pt x="3588473" y="339599"/>
                  </a:lnTo>
                  <a:lnTo>
                    <a:pt x="3585977" y="332862"/>
                  </a:lnTo>
                  <a:lnTo>
                    <a:pt x="3582298" y="331382"/>
                  </a:lnTo>
                  <a:lnTo>
                    <a:pt x="3577409" y="329661"/>
                  </a:lnTo>
                  <a:lnTo>
                    <a:pt x="3572381" y="329718"/>
                  </a:lnTo>
                  <a:lnTo>
                    <a:pt x="3569027" y="330683"/>
                  </a:lnTo>
                  <a:lnTo>
                    <a:pt x="3564867" y="335040"/>
                  </a:lnTo>
                  <a:lnTo>
                    <a:pt x="3558836" y="338780"/>
                  </a:lnTo>
                  <a:lnTo>
                    <a:pt x="3554273" y="335662"/>
                  </a:lnTo>
                  <a:lnTo>
                    <a:pt x="3550702" y="330652"/>
                  </a:lnTo>
                  <a:lnTo>
                    <a:pt x="3547648" y="338710"/>
                  </a:lnTo>
                  <a:lnTo>
                    <a:pt x="3543204" y="347220"/>
                  </a:lnTo>
                  <a:lnTo>
                    <a:pt x="3543943" y="357145"/>
                  </a:lnTo>
                  <a:lnTo>
                    <a:pt x="3542031" y="363032"/>
                  </a:lnTo>
                  <a:lnTo>
                    <a:pt x="3537814" y="361445"/>
                  </a:lnTo>
                  <a:lnTo>
                    <a:pt x="3533618" y="356282"/>
                  </a:lnTo>
                  <a:lnTo>
                    <a:pt x="3521840" y="352154"/>
                  </a:lnTo>
                  <a:lnTo>
                    <a:pt x="3512461" y="352535"/>
                  </a:lnTo>
                  <a:lnTo>
                    <a:pt x="3514368" y="347023"/>
                  </a:lnTo>
                  <a:lnTo>
                    <a:pt x="3523236" y="339110"/>
                  </a:lnTo>
                  <a:lnTo>
                    <a:pt x="3520507" y="337561"/>
                  </a:lnTo>
                  <a:lnTo>
                    <a:pt x="3516156" y="338659"/>
                  </a:lnTo>
                  <a:lnTo>
                    <a:pt x="3514259" y="337561"/>
                  </a:lnTo>
                  <a:lnTo>
                    <a:pt x="3517370" y="330372"/>
                  </a:lnTo>
                  <a:lnTo>
                    <a:pt x="3517670" y="322441"/>
                  </a:lnTo>
                  <a:lnTo>
                    <a:pt x="3513701" y="325216"/>
                  </a:lnTo>
                  <a:lnTo>
                    <a:pt x="3508709" y="333585"/>
                  </a:lnTo>
                  <a:lnTo>
                    <a:pt x="3496632" y="340247"/>
                  </a:lnTo>
                  <a:lnTo>
                    <a:pt x="3497195" y="351398"/>
                  </a:lnTo>
                  <a:lnTo>
                    <a:pt x="3485826" y="374253"/>
                  </a:lnTo>
                  <a:lnTo>
                    <a:pt x="3485320" y="383982"/>
                  </a:lnTo>
                  <a:lnTo>
                    <a:pt x="3478028" y="391749"/>
                  </a:lnTo>
                  <a:lnTo>
                    <a:pt x="3468628" y="398429"/>
                  </a:lnTo>
                  <a:lnTo>
                    <a:pt x="3456091" y="396550"/>
                  </a:lnTo>
                  <a:lnTo>
                    <a:pt x="3446521" y="402354"/>
                  </a:lnTo>
                  <a:lnTo>
                    <a:pt x="3441663" y="409015"/>
                  </a:lnTo>
                  <a:lnTo>
                    <a:pt x="3437441" y="410019"/>
                  </a:lnTo>
                  <a:lnTo>
                    <a:pt x="3435240" y="401535"/>
                  </a:lnTo>
                  <a:lnTo>
                    <a:pt x="3433638" y="398912"/>
                  </a:lnTo>
                  <a:lnTo>
                    <a:pt x="3430113" y="411422"/>
                  </a:lnTo>
                  <a:lnTo>
                    <a:pt x="3426522" y="412197"/>
                  </a:lnTo>
                  <a:lnTo>
                    <a:pt x="3425163" y="403325"/>
                  </a:lnTo>
                  <a:lnTo>
                    <a:pt x="3423457" y="397464"/>
                  </a:lnTo>
                  <a:lnTo>
                    <a:pt x="3418563" y="402519"/>
                  </a:lnTo>
                  <a:lnTo>
                    <a:pt x="3415313" y="415918"/>
                  </a:lnTo>
                  <a:lnTo>
                    <a:pt x="3411907" y="414788"/>
                  </a:lnTo>
                  <a:lnTo>
                    <a:pt x="3410822" y="409803"/>
                  </a:lnTo>
                  <a:lnTo>
                    <a:pt x="3408383" y="408291"/>
                  </a:lnTo>
                  <a:lnTo>
                    <a:pt x="3407546" y="413988"/>
                  </a:lnTo>
                  <a:lnTo>
                    <a:pt x="3408776" y="422002"/>
                  </a:lnTo>
                  <a:lnTo>
                    <a:pt x="3407003" y="426282"/>
                  </a:lnTo>
                  <a:lnTo>
                    <a:pt x="3403618" y="423996"/>
                  </a:lnTo>
                  <a:lnTo>
                    <a:pt x="3400213" y="420141"/>
                  </a:lnTo>
                  <a:lnTo>
                    <a:pt x="3394595" y="423069"/>
                  </a:lnTo>
                  <a:lnTo>
                    <a:pt x="3389438" y="424256"/>
                  </a:lnTo>
                  <a:lnTo>
                    <a:pt x="3389417" y="420332"/>
                  </a:lnTo>
                  <a:lnTo>
                    <a:pt x="3390399" y="415518"/>
                  </a:lnTo>
                  <a:lnTo>
                    <a:pt x="3380121" y="418179"/>
                  </a:lnTo>
                  <a:lnTo>
                    <a:pt x="3367796" y="427057"/>
                  </a:lnTo>
                  <a:lnTo>
                    <a:pt x="3358225" y="439339"/>
                  </a:lnTo>
                  <a:lnTo>
                    <a:pt x="3361543" y="441383"/>
                  </a:lnTo>
                  <a:lnTo>
                    <a:pt x="3365279" y="445295"/>
                  </a:lnTo>
                  <a:lnTo>
                    <a:pt x="3348654" y="464270"/>
                  </a:lnTo>
                  <a:lnTo>
                    <a:pt x="3331611" y="481359"/>
                  </a:lnTo>
                  <a:lnTo>
                    <a:pt x="3318738" y="509244"/>
                  </a:lnTo>
                  <a:lnTo>
                    <a:pt x="3313571" y="512508"/>
                  </a:lnTo>
                  <a:lnTo>
                    <a:pt x="3309132" y="517620"/>
                  </a:lnTo>
                  <a:lnTo>
                    <a:pt x="3304419" y="534455"/>
                  </a:lnTo>
                  <a:lnTo>
                    <a:pt x="3298977" y="549442"/>
                  </a:lnTo>
                  <a:lnTo>
                    <a:pt x="3302021" y="556116"/>
                  </a:lnTo>
                  <a:lnTo>
                    <a:pt x="3304026" y="562981"/>
                  </a:lnTo>
                  <a:lnTo>
                    <a:pt x="3308858" y="569737"/>
                  </a:lnTo>
                  <a:lnTo>
                    <a:pt x="3312966" y="570347"/>
                  </a:lnTo>
                  <a:lnTo>
                    <a:pt x="3317415" y="569128"/>
                  </a:lnTo>
                  <a:lnTo>
                    <a:pt x="3320681" y="569414"/>
                  </a:lnTo>
                  <a:lnTo>
                    <a:pt x="3322780" y="572284"/>
                  </a:lnTo>
                  <a:lnTo>
                    <a:pt x="3321849" y="575726"/>
                  </a:lnTo>
                  <a:lnTo>
                    <a:pt x="3316718" y="576583"/>
                  </a:lnTo>
                  <a:lnTo>
                    <a:pt x="3307147" y="582603"/>
                  </a:lnTo>
                  <a:lnTo>
                    <a:pt x="3298755" y="584915"/>
                  </a:lnTo>
                  <a:lnTo>
                    <a:pt x="3294548" y="592192"/>
                  </a:lnTo>
                  <a:lnTo>
                    <a:pt x="3288244" y="600600"/>
                  </a:lnTo>
                  <a:lnTo>
                    <a:pt x="3275996" y="613720"/>
                  </a:lnTo>
                  <a:lnTo>
                    <a:pt x="3281231" y="617765"/>
                  </a:lnTo>
                  <a:lnTo>
                    <a:pt x="3300150" y="622325"/>
                  </a:lnTo>
                  <a:lnTo>
                    <a:pt x="3308584" y="627018"/>
                  </a:lnTo>
                  <a:lnTo>
                    <a:pt x="3321348" y="651524"/>
                  </a:lnTo>
                  <a:lnTo>
                    <a:pt x="3318433" y="653975"/>
                  </a:lnTo>
                  <a:lnTo>
                    <a:pt x="3317276" y="658465"/>
                  </a:lnTo>
                  <a:lnTo>
                    <a:pt x="3328624" y="664765"/>
                  </a:lnTo>
                  <a:lnTo>
                    <a:pt x="3332247" y="682362"/>
                  </a:lnTo>
                  <a:lnTo>
                    <a:pt x="3341564" y="688350"/>
                  </a:lnTo>
                  <a:lnTo>
                    <a:pt x="3355450" y="692033"/>
                  </a:lnTo>
                  <a:lnTo>
                    <a:pt x="3372431" y="686712"/>
                  </a:lnTo>
                  <a:lnTo>
                    <a:pt x="3386570" y="679390"/>
                  </a:lnTo>
                  <a:lnTo>
                    <a:pt x="3386074" y="673388"/>
                  </a:lnTo>
                  <a:lnTo>
                    <a:pt x="3377191" y="659424"/>
                  </a:lnTo>
                  <a:lnTo>
                    <a:pt x="3375051" y="652864"/>
                  </a:lnTo>
                  <a:lnTo>
                    <a:pt x="3368457" y="648616"/>
                  </a:lnTo>
                  <a:lnTo>
                    <a:pt x="3365951" y="652216"/>
                  </a:lnTo>
                  <a:lnTo>
                    <a:pt x="3361687" y="647542"/>
                  </a:lnTo>
                  <a:lnTo>
                    <a:pt x="3361207" y="644920"/>
                  </a:lnTo>
                  <a:lnTo>
                    <a:pt x="3365181" y="643643"/>
                  </a:lnTo>
                  <a:lnTo>
                    <a:pt x="3369801" y="644151"/>
                  </a:lnTo>
                  <a:lnTo>
                    <a:pt x="3375191" y="646596"/>
                  </a:lnTo>
                  <a:lnTo>
                    <a:pt x="3389061" y="661818"/>
                  </a:lnTo>
                  <a:lnTo>
                    <a:pt x="3392900" y="681771"/>
                  </a:lnTo>
                  <a:lnTo>
                    <a:pt x="3393722" y="694440"/>
                  </a:lnTo>
                  <a:lnTo>
                    <a:pt x="3392156" y="698771"/>
                  </a:lnTo>
                  <a:lnTo>
                    <a:pt x="3388120" y="697882"/>
                  </a:lnTo>
                  <a:lnTo>
                    <a:pt x="3380420" y="698746"/>
                  </a:lnTo>
                  <a:lnTo>
                    <a:pt x="3343890" y="705306"/>
                  </a:lnTo>
                  <a:lnTo>
                    <a:pt x="3335776" y="711084"/>
                  </a:lnTo>
                  <a:lnTo>
                    <a:pt x="3317173" y="717359"/>
                  </a:lnTo>
                  <a:lnTo>
                    <a:pt x="3316015" y="714228"/>
                  </a:lnTo>
                  <a:lnTo>
                    <a:pt x="3317359" y="707750"/>
                  </a:lnTo>
                  <a:lnTo>
                    <a:pt x="3316186" y="694484"/>
                  </a:lnTo>
                  <a:lnTo>
                    <a:pt x="3312516" y="693868"/>
                  </a:lnTo>
                  <a:lnTo>
                    <a:pt x="3283613" y="715498"/>
                  </a:lnTo>
                  <a:lnTo>
                    <a:pt x="3272441" y="716857"/>
                  </a:lnTo>
                  <a:lnTo>
                    <a:pt x="3263046" y="723188"/>
                  </a:lnTo>
                  <a:lnTo>
                    <a:pt x="3260943" y="719676"/>
                  </a:lnTo>
                  <a:lnTo>
                    <a:pt x="3259263" y="703458"/>
                  </a:lnTo>
                  <a:lnTo>
                    <a:pt x="3265144" y="689855"/>
                  </a:lnTo>
                  <a:lnTo>
                    <a:pt x="3262012" y="690071"/>
                  </a:lnTo>
                  <a:lnTo>
                    <a:pt x="3252194" y="698238"/>
                  </a:lnTo>
                  <a:lnTo>
                    <a:pt x="3247997" y="693214"/>
                  </a:lnTo>
                  <a:lnTo>
                    <a:pt x="3245894" y="687702"/>
                  </a:lnTo>
                  <a:lnTo>
                    <a:pt x="3242871" y="684584"/>
                  </a:lnTo>
                  <a:lnTo>
                    <a:pt x="3239595" y="683403"/>
                  </a:lnTo>
                  <a:lnTo>
                    <a:pt x="3242396" y="695443"/>
                  </a:lnTo>
                  <a:lnTo>
                    <a:pt x="3235740" y="704474"/>
                  </a:lnTo>
                  <a:lnTo>
                    <a:pt x="3233915" y="727830"/>
                  </a:lnTo>
                  <a:lnTo>
                    <a:pt x="3225549" y="737553"/>
                  </a:lnTo>
                  <a:lnTo>
                    <a:pt x="3199467" y="743802"/>
                  </a:lnTo>
                  <a:lnTo>
                    <a:pt x="3182465" y="742481"/>
                  </a:lnTo>
                  <a:lnTo>
                    <a:pt x="3167231" y="744424"/>
                  </a:lnTo>
                  <a:lnTo>
                    <a:pt x="3146974" y="748907"/>
                  </a:lnTo>
                  <a:lnTo>
                    <a:pt x="3135780" y="746240"/>
                  </a:lnTo>
                  <a:lnTo>
                    <a:pt x="3124313" y="750971"/>
                  </a:lnTo>
                  <a:lnTo>
                    <a:pt x="3085390" y="752260"/>
                  </a:lnTo>
                  <a:lnTo>
                    <a:pt x="3077183" y="749752"/>
                  </a:lnTo>
                  <a:lnTo>
                    <a:pt x="3066703" y="758687"/>
                  </a:lnTo>
                  <a:lnTo>
                    <a:pt x="3049924" y="763970"/>
                  </a:lnTo>
                  <a:lnTo>
                    <a:pt x="3007512" y="783993"/>
                  </a:lnTo>
                  <a:lnTo>
                    <a:pt x="2998159" y="791277"/>
                  </a:lnTo>
                  <a:lnTo>
                    <a:pt x="2986769" y="802651"/>
                  </a:lnTo>
                  <a:lnTo>
                    <a:pt x="2979121" y="808766"/>
                  </a:lnTo>
                  <a:lnTo>
                    <a:pt x="2972832" y="810754"/>
                  </a:lnTo>
                  <a:lnTo>
                    <a:pt x="2968966" y="815847"/>
                  </a:lnTo>
                  <a:lnTo>
                    <a:pt x="2964744" y="819174"/>
                  </a:lnTo>
                  <a:lnTo>
                    <a:pt x="2968821" y="807807"/>
                  </a:lnTo>
                  <a:lnTo>
                    <a:pt x="2973250" y="798224"/>
                  </a:lnTo>
                  <a:lnTo>
                    <a:pt x="2976930" y="779662"/>
                  </a:lnTo>
                  <a:lnTo>
                    <a:pt x="2975844" y="764650"/>
                  </a:lnTo>
                  <a:lnTo>
                    <a:pt x="2971281" y="758477"/>
                  </a:lnTo>
                  <a:lnTo>
                    <a:pt x="2966563" y="754362"/>
                  </a:lnTo>
                  <a:lnTo>
                    <a:pt x="2972093" y="769178"/>
                  </a:lnTo>
                  <a:lnTo>
                    <a:pt x="2972987" y="787346"/>
                  </a:lnTo>
                  <a:lnTo>
                    <a:pt x="2971085" y="797989"/>
                  </a:lnTo>
                  <a:lnTo>
                    <a:pt x="2960682" y="818520"/>
                  </a:lnTo>
                  <a:lnTo>
                    <a:pt x="2956253" y="823302"/>
                  </a:lnTo>
                  <a:lnTo>
                    <a:pt x="2951075" y="827506"/>
                  </a:lnTo>
                  <a:lnTo>
                    <a:pt x="2947174" y="829335"/>
                  </a:lnTo>
                  <a:lnTo>
                    <a:pt x="2943572" y="832618"/>
                  </a:lnTo>
                  <a:lnTo>
                    <a:pt x="2939386" y="837819"/>
                  </a:lnTo>
                  <a:lnTo>
                    <a:pt x="2935417" y="848145"/>
                  </a:lnTo>
                  <a:lnTo>
                    <a:pt x="2937820" y="857556"/>
                  </a:lnTo>
                  <a:lnTo>
                    <a:pt x="2958104" y="860992"/>
                  </a:lnTo>
                  <a:lnTo>
                    <a:pt x="2963545" y="858090"/>
                  </a:lnTo>
                  <a:lnTo>
                    <a:pt x="2966315" y="864827"/>
                  </a:lnTo>
                  <a:lnTo>
                    <a:pt x="2967865" y="874188"/>
                  </a:lnTo>
                  <a:lnTo>
                    <a:pt x="2966346" y="884310"/>
                  </a:lnTo>
                  <a:lnTo>
                    <a:pt x="2962956" y="894611"/>
                  </a:lnTo>
                  <a:lnTo>
                    <a:pt x="2960382" y="907400"/>
                  </a:lnTo>
                  <a:lnTo>
                    <a:pt x="2958202" y="926902"/>
                  </a:lnTo>
                  <a:lnTo>
                    <a:pt x="2954920" y="944449"/>
                  </a:lnTo>
                  <a:lnTo>
                    <a:pt x="2954491" y="939121"/>
                  </a:lnTo>
                  <a:lnTo>
                    <a:pt x="2956543" y="917790"/>
                  </a:lnTo>
                  <a:lnTo>
                    <a:pt x="2953220" y="920019"/>
                  </a:lnTo>
                  <a:lnTo>
                    <a:pt x="2950931" y="924940"/>
                  </a:lnTo>
                  <a:lnTo>
                    <a:pt x="2944740" y="952450"/>
                  </a:lnTo>
                  <a:lnTo>
                    <a:pt x="2936229" y="967113"/>
                  </a:lnTo>
                  <a:lnTo>
                    <a:pt x="2928389" y="977255"/>
                  </a:lnTo>
                  <a:lnTo>
                    <a:pt x="2920302" y="975578"/>
                  </a:lnTo>
                  <a:lnTo>
                    <a:pt x="2922121" y="983637"/>
                  </a:lnTo>
                  <a:lnTo>
                    <a:pt x="2919899" y="987834"/>
                  </a:lnTo>
                  <a:lnTo>
                    <a:pt x="2917997" y="996592"/>
                  </a:lnTo>
                  <a:lnTo>
                    <a:pt x="2913175" y="1002396"/>
                  </a:lnTo>
                  <a:lnTo>
                    <a:pt x="2908643" y="1001837"/>
                  </a:lnTo>
                  <a:lnTo>
                    <a:pt x="2902132" y="1005838"/>
                  </a:lnTo>
                  <a:lnTo>
                    <a:pt x="2899564" y="1008899"/>
                  </a:lnTo>
                  <a:lnTo>
                    <a:pt x="2899372" y="1014760"/>
                  </a:lnTo>
                  <a:lnTo>
                    <a:pt x="2895016" y="1019917"/>
                  </a:lnTo>
                  <a:lnTo>
                    <a:pt x="2879296" y="1046703"/>
                  </a:lnTo>
                  <a:lnTo>
                    <a:pt x="2865648" y="1054609"/>
                  </a:lnTo>
                  <a:lnTo>
                    <a:pt x="2862382" y="1053459"/>
                  </a:lnTo>
                  <a:lnTo>
                    <a:pt x="2865978" y="1040816"/>
                  </a:lnTo>
                  <a:lnTo>
                    <a:pt x="2868443" y="1028032"/>
                  </a:lnTo>
                  <a:lnTo>
                    <a:pt x="2860160" y="1022469"/>
                  </a:lnTo>
                  <a:lnTo>
                    <a:pt x="2852232" y="1019529"/>
                  </a:lnTo>
                  <a:lnTo>
                    <a:pt x="2843137" y="1019917"/>
                  </a:lnTo>
                  <a:lnTo>
                    <a:pt x="2833091" y="1009978"/>
                  </a:lnTo>
                  <a:lnTo>
                    <a:pt x="2820141" y="1002751"/>
                  </a:lnTo>
                  <a:lnTo>
                    <a:pt x="2802064" y="983199"/>
                  </a:lnTo>
                  <a:lnTo>
                    <a:pt x="2802591" y="977775"/>
                  </a:lnTo>
                  <a:lnTo>
                    <a:pt x="2802136" y="968675"/>
                  </a:lnTo>
                  <a:lnTo>
                    <a:pt x="2807630" y="954298"/>
                  </a:lnTo>
                  <a:lnTo>
                    <a:pt x="2812896" y="944245"/>
                  </a:lnTo>
                  <a:lnTo>
                    <a:pt x="2820167" y="939038"/>
                  </a:lnTo>
                  <a:lnTo>
                    <a:pt x="2841266" y="933735"/>
                  </a:lnTo>
                  <a:lnTo>
                    <a:pt x="2846558" y="925759"/>
                  </a:lnTo>
                  <a:lnTo>
                    <a:pt x="2849695" y="919041"/>
                  </a:lnTo>
                  <a:lnTo>
                    <a:pt x="2839241" y="930579"/>
                  </a:lnTo>
                  <a:lnTo>
                    <a:pt x="2823582" y="934491"/>
                  </a:lnTo>
                  <a:lnTo>
                    <a:pt x="2815144" y="938797"/>
                  </a:lnTo>
                  <a:lnTo>
                    <a:pt x="2808395" y="945382"/>
                  </a:lnTo>
                  <a:lnTo>
                    <a:pt x="2804400" y="953650"/>
                  </a:lnTo>
                  <a:lnTo>
                    <a:pt x="2795356" y="963614"/>
                  </a:lnTo>
                  <a:lnTo>
                    <a:pt x="2795992" y="970288"/>
                  </a:lnTo>
                  <a:lnTo>
                    <a:pt x="2797506" y="975032"/>
                  </a:lnTo>
                  <a:lnTo>
                    <a:pt x="2796808" y="984920"/>
                  </a:lnTo>
                  <a:lnTo>
                    <a:pt x="2802529" y="994559"/>
                  </a:lnTo>
                  <a:lnTo>
                    <a:pt x="2813872" y="1010353"/>
                  </a:lnTo>
                  <a:lnTo>
                    <a:pt x="2816038" y="1034884"/>
                  </a:lnTo>
                  <a:lnTo>
                    <a:pt x="2824694" y="1051300"/>
                  </a:lnTo>
                  <a:lnTo>
                    <a:pt x="2837959" y="1070440"/>
                  </a:lnTo>
                  <a:lnTo>
                    <a:pt x="2848160" y="1075883"/>
                  </a:lnTo>
                  <a:lnTo>
                    <a:pt x="2848656" y="1083001"/>
                  </a:lnTo>
                  <a:lnTo>
                    <a:pt x="2843948" y="1094756"/>
                  </a:lnTo>
                  <a:lnTo>
                    <a:pt x="2837742" y="1100128"/>
                  </a:lnTo>
                  <a:lnTo>
                    <a:pt x="2845814" y="1099055"/>
                  </a:lnTo>
                  <a:lnTo>
                    <a:pt x="2849835" y="1101741"/>
                  </a:lnTo>
                  <a:lnTo>
                    <a:pt x="2853746" y="1111546"/>
                  </a:lnTo>
                  <a:lnTo>
                    <a:pt x="2853442" y="1121555"/>
                  </a:lnTo>
                  <a:lnTo>
                    <a:pt x="2852119" y="1127194"/>
                  </a:lnTo>
                  <a:lnTo>
                    <a:pt x="2849674" y="1129442"/>
                  </a:lnTo>
                  <a:lnTo>
                    <a:pt x="2849778" y="1123682"/>
                  </a:lnTo>
                  <a:lnTo>
                    <a:pt x="2848046" y="1121682"/>
                  </a:lnTo>
                  <a:lnTo>
                    <a:pt x="2845189" y="1124177"/>
                  </a:lnTo>
                  <a:lnTo>
                    <a:pt x="2843339" y="1127022"/>
                  </a:lnTo>
                  <a:lnTo>
                    <a:pt x="2842569" y="1138231"/>
                  </a:lnTo>
                  <a:lnTo>
                    <a:pt x="2840610" y="1143832"/>
                  </a:lnTo>
                  <a:lnTo>
                    <a:pt x="2833685" y="1145496"/>
                  </a:lnTo>
                  <a:lnTo>
                    <a:pt x="2826662" y="1160203"/>
                  </a:lnTo>
                  <a:lnTo>
                    <a:pt x="2820130" y="1168547"/>
                  </a:lnTo>
                  <a:lnTo>
                    <a:pt x="2794426" y="1224971"/>
                  </a:lnTo>
                  <a:lnTo>
                    <a:pt x="2795408" y="1234401"/>
                  </a:lnTo>
                  <a:lnTo>
                    <a:pt x="2790705" y="1237436"/>
                  </a:lnTo>
                  <a:lnTo>
                    <a:pt x="2783584" y="1239907"/>
                  </a:lnTo>
                  <a:lnTo>
                    <a:pt x="2776380" y="1245546"/>
                  </a:lnTo>
                  <a:lnTo>
                    <a:pt x="2771600" y="1251763"/>
                  </a:lnTo>
                  <a:lnTo>
                    <a:pt x="2767161" y="1268484"/>
                  </a:lnTo>
                  <a:lnTo>
                    <a:pt x="2758655" y="1287306"/>
                  </a:lnTo>
                  <a:lnTo>
                    <a:pt x="2753348" y="1279463"/>
                  </a:lnTo>
                  <a:lnTo>
                    <a:pt x="2751989" y="1272751"/>
                  </a:lnTo>
                  <a:lnTo>
                    <a:pt x="2754350" y="1255243"/>
                  </a:lnTo>
                  <a:lnTo>
                    <a:pt x="2763549" y="1226539"/>
                  </a:lnTo>
                  <a:lnTo>
                    <a:pt x="2773683" y="1208695"/>
                  </a:lnTo>
                  <a:lnTo>
                    <a:pt x="2781414" y="1200236"/>
                  </a:lnTo>
                  <a:lnTo>
                    <a:pt x="2787770" y="1182995"/>
                  </a:lnTo>
                  <a:lnTo>
                    <a:pt x="2779739" y="1180423"/>
                  </a:lnTo>
                  <a:lnTo>
                    <a:pt x="2767497" y="1180702"/>
                  </a:lnTo>
                  <a:lnTo>
                    <a:pt x="2769802" y="1172745"/>
                  </a:lnTo>
                  <a:lnTo>
                    <a:pt x="2773373" y="1165734"/>
                  </a:lnTo>
                  <a:lnTo>
                    <a:pt x="2766991" y="1158749"/>
                  </a:lnTo>
                  <a:lnTo>
                    <a:pt x="2763213" y="1157860"/>
                  </a:lnTo>
                  <a:lnTo>
                    <a:pt x="2759322" y="1154996"/>
                  </a:lnTo>
                  <a:lnTo>
                    <a:pt x="2763885" y="1149179"/>
                  </a:lnTo>
                  <a:lnTo>
                    <a:pt x="2766112" y="1143032"/>
                  </a:lnTo>
                  <a:lnTo>
                    <a:pt x="2764753" y="1135551"/>
                  </a:lnTo>
                  <a:lnTo>
                    <a:pt x="2766665" y="1129918"/>
                  </a:lnTo>
                  <a:lnTo>
                    <a:pt x="2763477" y="1130769"/>
                  </a:lnTo>
                  <a:lnTo>
                    <a:pt x="2758350" y="1136732"/>
                  </a:lnTo>
                  <a:lnTo>
                    <a:pt x="2755162" y="1139113"/>
                  </a:lnTo>
                  <a:lnTo>
                    <a:pt x="2753219" y="1133836"/>
                  </a:lnTo>
                  <a:lnTo>
                    <a:pt x="2751002" y="1135030"/>
                  </a:lnTo>
                  <a:lnTo>
                    <a:pt x="2749560" y="1138656"/>
                  </a:lnTo>
                  <a:lnTo>
                    <a:pt x="2746289" y="1140650"/>
                  </a:lnTo>
                  <a:lnTo>
                    <a:pt x="2739380" y="1135691"/>
                  </a:lnTo>
                  <a:lnTo>
                    <a:pt x="2729308" y="1130013"/>
                  </a:lnTo>
                  <a:lnTo>
                    <a:pt x="2723701" y="1120246"/>
                  </a:lnTo>
                  <a:lnTo>
                    <a:pt x="2720502" y="1112677"/>
                  </a:lnTo>
                  <a:lnTo>
                    <a:pt x="2723752" y="1098979"/>
                  </a:lnTo>
                  <a:lnTo>
                    <a:pt x="2730713" y="1096547"/>
                  </a:lnTo>
                  <a:lnTo>
                    <a:pt x="2739757" y="1098769"/>
                  </a:lnTo>
                  <a:lnTo>
                    <a:pt x="2751612" y="1098750"/>
                  </a:lnTo>
                  <a:lnTo>
                    <a:pt x="2749917" y="1095708"/>
                  </a:lnTo>
                  <a:lnTo>
                    <a:pt x="2745684" y="1096210"/>
                  </a:lnTo>
                  <a:lnTo>
                    <a:pt x="2733189" y="1085097"/>
                  </a:lnTo>
                  <a:lnTo>
                    <a:pt x="2729168" y="1078385"/>
                  </a:lnTo>
                  <a:lnTo>
                    <a:pt x="2722254" y="1076543"/>
                  </a:lnTo>
                  <a:lnTo>
                    <a:pt x="2719101" y="1082995"/>
                  </a:lnTo>
                  <a:lnTo>
                    <a:pt x="2715603" y="1084710"/>
                  </a:lnTo>
                  <a:lnTo>
                    <a:pt x="2719923" y="1070593"/>
                  </a:lnTo>
                  <a:lnTo>
                    <a:pt x="2725571" y="1070015"/>
                  </a:lnTo>
                  <a:lnTo>
                    <a:pt x="2733912" y="1066103"/>
                  </a:lnTo>
                  <a:lnTo>
                    <a:pt x="2731488" y="1057930"/>
                  </a:lnTo>
                  <a:lnTo>
                    <a:pt x="2726223" y="1054355"/>
                  </a:lnTo>
                  <a:lnTo>
                    <a:pt x="2716714" y="1058838"/>
                  </a:lnTo>
                  <a:lnTo>
                    <a:pt x="2716828" y="1053091"/>
                  </a:lnTo>
                  <a:lnTo>
                    <a:pt x="2718610" y="1045731"/>
                  </a:lnTo>
                  <a:lnTo>
                    <a:pt x="2725778" y="1045756"/>
                  </a:lnTo>
                  <a:lnTo>
                    <a:pt x="2732057" y="1048157"/>
                  </a:lnTo>
                  <a:lnTo>
                    <a:pt x="2737400" y="1036269"/>
                  </a:lnTo>
                  <a:lnTo>
                    <a:pt x="2737638" y="1030960"/>
                  </a:lnTo>
                  <a:lnTo>
                    <a:pt x="2728760" y="1038676"/>
                  </a:lnTo>
                  <a:lnTo>
                    <a:pt x="2726765" y="1022031"/>
                  </a:lnTo>
                  <a:lnTo>
                    <a:pt x="2735504" y="1005977"/>
                  </a:lnTo>
                  <a:lnTo>
                    <a:pt x="2743839" y="998979"/>
                  </a:lnTo>
                  <a:lnTo>
                    <a:pt x="2754252" y="999183"/>
                  </a:lnTo>
                  <a:lnTo>
                    <a:pt x="2764836" y="998052"/>
                  </a:lnTo>
                  <a:lnTo>
                    <a:pt x="2758195" y="995112"/>
                  </a:lnTo>
                  <a:lnTo>
                    <a:pt x="2751379" y="993518"/>
                  </a:lnTo>
                  <a:lnTo>
                    <a:pt x="2756500" y="987174"/>
                  </a:lnTo>
                  <a:lnTo>
                    <a:pt x="2760867" y="986037"/>
                  </a:lnTo>
                  <a:lnTo>
                    <a:pt x="2765156" y="980506"/>
                  </a:lnTo>
                  <a:lnTo>
                    <a:pt x="2754841" y="981325"/>
                  </a:lnTo>
                  <a:lnTo>
                    <a:pt x="2756056" y="970860"/>
                  </a:lnTo>
                  <a:lnTo>
                    <a:pt x="2751043" y="972987"/>
                  </a:lnTo>
                  <a:lnTo>
                    <a:pt x="2745043" y="973971"/>
                  </a:lnTo>
                  <a:lnTo>
                    <a:pt x="2742708" y="978410"/>
                  </a:lnTo>
                  <a:lnTo>
                    <a:pt x="2743168" y="985783"/>
                  </a:lnTo>
                  <a:lnTo>
                    <a:pt x="2741416" y="990622"/>
                  </a:lnTo>
                  <a:lnTo>
                    <a:pt x="2736749" y="994509"/>
                  </a:lnTo>
                  <a:lnTo>
                    <a:pt x="2728868" y="997538"/>
                  </a:lnTo>
                  <a:lnTo>
                    <a:pt x="2728104" y="992286"/>
                  </a:lnTo>
                  <a:lnTo>
                    <a:pt x="2725499" y="989905"/>
                  </a:lnTo>
                  <a:lnTo>
                    <a:pt x="2724528" y="1001151"/>
                  </a:lnTo>
                  <a:lnTo>
                    <a:pt x="2722460" y="1004974"/>
                  </a:lnTo>
                  <a:lnTo>
                    <a:pt x="2716698" y="994420"/>
                  </a:lnTo>
                  <a:lnTo>
                    <a:pt x="2714967" y="996547"/>
                  </a:lnTo>
                  <a:lnTo>
                    <a:pt x="2715189" y="999545"/>
                  </a:lnTo>
                  <a:lnTo>
                    <a:pt x="2713717" y="1004726"/>
                  </a:lnTo>
                  <a:lnTo>
                    <a:pt x="2708776" y="1007425"/>
                  </a:lnTo>
                  <a:lnTo>
                    <a:pt x="2709081" y="1014068"/>
                  </a:lnTo>
                  <a:lnTo>
                    <a:pt x="2707164" y="1017688"/>
                  </a:lnTo>
                  <a:lnTo>
                    <a:pt x="2691340" y="1011921"/>
                  </a:lnTo>
                  <a:lnTo>
                    <a:pt x="2690968" y="1013877"/>
                  </a:lnTo>
                  <a:lnTo>
                    <a:pt x="2699919" y="1026311"/>
                  </a:lnTo>
                  <a:lnTo>
                    <a:pt x="2706456" y="1030560"/>
                  </a:lnTo>
                  <a:lnTo>
                    <a:pt x="2707252" y="1037342"/>
                  </a:lnTo>
                  <a:lnTo>
                    <a:pt x="2701640" y="1042968"/>
                  </a:lnTo>
                  <a:lnTo>
                    <a:pt x="2693898" y="1038110"/>
                  </a:lnTo>
                  <a:lnTo>
                    <a:pt x="2692596" y="1038466"/>
                  </a:lnTo>
                  <a:lnTo>
                    <a:pt x="2696803" y="1046798"/>
                  </a:lnTo>
                  <a:lnTo>
                    <a:pt x="2699454" y="1054075"/>
                  </a:lnTo>
                  <a:lnTo>
                    <a:pt x="2696725" y="1060172"/>
                  </a:lnTo>
                  <a:lnTo>
                    <a:pt x="2697149" y="1067678"/>
                  </a:lnTo>
                  <a:lnTo>
                    <a:pt x="2696560" y="1074485"/>
                  </a:lnTo>
                  <a:lnTo>
                    <a:pt x="2694891" y="1080423"/>
                  </a:lnTo>
                  <a:lnTo>
                    <a:pt x="2698653" y="1107793"/>
                  </a:lnTo>
                  <a:lnTo>
                    <a:pt x="2703185" y="1115236"/>
                  </a:lnTo>
                  <a:lnTo>
                    <a:pt x="2707639" y="1122355"/>
                  </a:lnTo>
                  <a:lnTo>
                    <a:pt x="2710001" y="1129016"/>
                  </a:lnTo>
                  <a:lnTo>
                    <a:pt x="2705273" y="1129988"/>
                  </a:lnTo>
                  <a:lnTo>
                    <a:pt x="2697743" y="1124507"/>
                  </a:lnTo>
                  <a:lnTo>
                    <a:pt x="2691129" y="1120329"/>
                  </a:lnTo>
                  <a:lnTo>
                    <a:pt x="2683248" y="1106968"/>
                  </a:lnTo>
                  <a:lnTo>
                    <a:pt x="2681945" y="1101633"/>
                  </a:lnTo>
                  <a:lnTo>
                    <a:pt x="2680023" y="1097417"/>
                  </a:lnTo>
                  <a:lnTo>
                    <a:pt x="2680953" y="1107101"/>
                  </a:lnTo>
                  <a:lnTo>
                    <a:pt x="2683765" y="1117916"/>
                  </a:lnTo>
                  <a:lnTo>
                    <a:pt x="2708446" y="1142117"/>
                  </a:lnTo>
                  <a:lnTo>
                    <a:pt x="2713003" y="1151401"/>
                  </a:lnTo>
                  <a:lnTo>
                    <a:pt x="2716476" y="1158698"/>
                  </a:lnTo>
                  <a:lnTo>
                    <a:pt x="2715603" y="1165690"/>
                  </a:lnTo>
                  <a:lnTo>
                    <a:pt x="2709169" y="1160743"/>
                  </a:lnTo>
                  <a:lnTo>
                    <a:pt x="2703619" y="1154437"/>
                  </a:lnTo>
                  <a:lnTo>
                    <a:pt x="2688886" y="1147312"/>
                  </a:lnTo>
                  <a:lnTo>
                    <a:pt x="2670308" y="1142809"/>
                  </a:lnTo>
                  <a:lnTo>
                    <a:pt x="2659833" y="1126247"/>
                  </a:lnTo>
                  <a:lnTo>
                    <a:pt x="2659869" y="1133157"/>
                  </a:lnTo>
                  <a:lnTo>
                    <a:pt x="2657543" y="1139018"/>
                  </a:lnTo>
                  <a:lnTo>
                    <a:pt x="2651141" y="1131874"/>
                  </a:lnTo>
                  <a:lnTo>
                    <a:pt x="2647105" y="1125778"/>
                  </a:lnTo>
                  <a:lnTo>
                    <a:pt x="2645751" y="1119097"/>
                  </a:lnTo>
                  <a:lnTo>
                    <a:pt x="2637756" y="1119554"/>
                  </a:lnTo>
                  <a:lnTo>
                    <a:pt x="2629374" y="1125358"/>
                  </a:lnTo>
                  <a:lnTo>
                    <a:pt x="2621266" y="1123980"/>
                  </a:lnTo>
                  <a:lnTo>
                    <a:pt x="2620305" y="1112651"/>
                  </a:lnTo>
                  <a:lnTo>
                    <a:pt x="2622496" y="1106650"/>
                  </a:lnTo>
                  <a:lnTo>
                    <a:pt x="2631596" y="1092457"/>
                  </a:lnTo>
                  <a:lnTo>
                    <a:pt x="2640170" y="1085211"/>
                  </a:lnTo>
                  <a:lnTo>
                    <a:pt x="2643952" y="1075857"/>
                  </a:lnTo>
                  <a:lnTo>
                    <a:pt x="2642660" y="1061353"/>
                  </a:lnTo>
                  <a:lnTo>
                    <a:pt x="2641048" y="1076111"/>
                  </a:lnTo>
                  <a:lnTo>
                    <a:pt x="2636149" y="1083427"/>
                  </a:lnTo>
                  <a:lnTo>
                    <a:pt x="2628449" y="1089015"/>
                  </a:lnTo>
                  <a:lnTo>
                    <a:pt x="2618315" y="1098973"/>
                  </a:lnTo>
                  <a:lnTo>
                    <a:pt x="2615840" y="1108181"/>
                  </a:lnTo>
                  <a:lnTo>
                    <a:pt x="2612677" y="1125422"/>
                  </a:lnTo>
                  <a:lnTo>
                    <a:pt x="2616956" y="1131258"/>
                  </a:lnTo>
                  <a:lnTo>
                    <a:pt x="2621328" y="1132782"/>
                  </a:lnTo>
                  <a:lnTo>
                    <a:pt x="2634242" y="1128870"/>
                  </a:lnTo>
                  <a:lnTo>
                    <a:pt x="2640924" y="1130617"/>
                  </a:lnTo>
                  <a:lnTo>
                    <a:pt x="2655786" y="1151376"/>
                  </a:lnTo>
                  <a:lnTo>
                    <a:pt x="2683460" y="1159587"/>
                  </a:lnTo>
                  <a:lnTo>
                    <a:pt x="2693552" y="1164718"/>
                  </a:lnTo>
                  <a:lnTo>
                    <a:pt x="2701779" y="1175552"/>
                  </a:lnTo>
                  <a:lnTo>
                    <a:pt x="2714146" y="1181788"/>
                  </a:lnTo>
                  <a:lnTo>
                    <a:pt x="2723742" y="1190850"/>
                  </a:lnTo>
                  <a:lnTo>
                    <a:pt x="2724000" y="1196762"/>
                  </a:lnTo>
                  <a:lnTo>
                    <a:pt x="2720678" y="1203754"/>
                  </a:lnTo>
                  <a:lnTo>
                    <a:pt x="2719365" y="1213216"/>
                  </a:lnTo>
                  <a:lnTo>
                    <a:pt x="2715288" y="1219185"/>
                  </a:lnTo>
                  <a:lnTo>
                    <a:pt x="2705500" y="1219871"/>
                  </a:lnTo>
                  <a:lnTo>
                    <a:pt x="2699588" y="1218334"/>
                  </a:lnTo>
                  <a:lnTo>
                    <a:pt x="2667807" y="1185071"/>
                  </a:lnTo>
                  <a:lnTo>
                    <a:pt x="2664013" y="1182010"/>
                  </a:lnTo>
                  <a:lnTo>
                    <a:pt x="2652226" y="1164591"/>
                  </a:lnTo>
                  <a:lnTo>
                    <a:pt x="2638397" y="1155262"/>
                  </a:lnTo>
                  <a:lnTo>
                    <a:pt x="2634118" y="1155459"/>
                  </a:lnTo>
                  <a:lnTo>
                    <a:pt x="2653802" y="1172713"/>
                  </a:lnTo>
                  <a:lnTo>
                    <a:pt x="2661838" y="1184779"/>
                  </a:lnTo>
                  <a:lnTo>
                    <a:pt x="2675992" y="1201696"/>
                  </a:lnTo>
                  <a:lnTo>
                    <a:pt x="2686111" y="1208860"/>
                  </a:lnTo>
                  <a:lnTo>
                    <a:pt x="2693557" y="1220036"/>
                  </a:lnTo>
                  <a:lnTo>
                    <a:pt x="2700477" y="1225275"/>
                  </a:lnTo>
                  <a:lnTo>
                    <a:pt x="2719370" y="1232737"/>
                  </a:lnTo>
                  <a:lnTo>
                    <a:pt x="2712802" y="1238097"/>
                  </a:lnTo>
                  <a:lnTo>
                    <a:pt x="2723287" y="1242663"/>
                  </a:lnTo>
                  <a:lnTo>
                    <a:pt x="2724786" y="1251058"/>
                  </a:lnTo>
                  <a:lnTo>
                    <a:pt x="2723825" y="1260628"/>
                  </a:lnTo>
                  <a:lnTo>
                    <a:pt x="2709272" y="1256843"/>
                  </a:lnTo>
                  <a:lnTo>
                    <a:pt x="2708797" y="1263892"/>
                  </a:lnTo>
                  <a:lnTo>
                    <a:pt x="2710099" y="1268052"/>
                  </a:lnTo>
                  <a:lnTo>
                    <a:pt x="2703671" y="1271487"/>
                  </a:lnTo>
                  <a:lnTo>
                    <a:pt x="2694730" y="1266826"/>
                  </a:lnTo>
                  <a:lnTo>
                    <a:pt x="2671517" y="1241329"/>
                  </a:lnTo>
                  <a:lnTo>
                    <a:pt x="2671713" y="1244739"/>
                  </a:lnTo>
                  <a:lnTo>
                    <a:pt x="2673594" y="1248696"/>
                  </a:lnTo>
                  <a:lnTo>
                    <a:pt x="2687056" y="1265111"/>
                  </a:lnTo>
                  <a:lnTo>
                    <a:pt x="2699071" y="1274955"/>
                  </a:lnTo>
                  <a:lnTo>
                    <a:pt x="2709257" y="1279400"/>
                  </a:lnTo>
                  <a:lnTo>
                    <a:pt x="2717107" y="1287649"/>
                  </a:lnTo>
                  <a:lnTo>
                    <a:pt x="2719877" y="1292640"/>
                  </a:lnTo>
                  <a:lnTo>
                    <a:pt x="2721727" y="1300210"/>
                  </a:lnTo>
                  <a:lnTo>
                    <a:pt x="2715908" y="1305354"/>
                  </a:lnTo>
                  <a:lnTo>
                    <a:pt x="2709283" y="1308193"/>
                  </a:lnTo>
                  <a:lnTo>
                    <a:pt x="2702813" y="1303061"/>
                  </a:lnTo>
                  <a:lnTo>
                    <a:pt x="2698069" y="1297657"/>
                  </a:lnTo>
                  <a:lnTo>
                    <a:pt x="2687966" y="1288481"/>
                  </a:lnTo>
                  <a:lnTo>
                    <a:pt x="2684938" y="1278225"/>
                  </a:lnTo>
                  <a:lnTo>
                    <a:pt x="2677253" y="1278752"/>
                  </a:lnTo>
                  <a:lnTo>
                    <a:pt x="2645136" y="1265747"/>
                  </a:lnTo>
                  <a:lnTo>
                    <a:pt x="2619323" y="1264248"/>
                  </a:lnTo>
                  <a:lnTo>
                    <a:pt x="2621845" y="1266864"/>
                  </a:lnTo>
                  <a:lnTo>
                    <a:pt x="2625111" y="1268604"/>
                  </a:lnTo>
                  <a:lnTo>
                    <a:pt x="2645668" y="1271811"/>
                  </a:lnTo>
                  <a:lnTo>
                    <a:pt x="2653792" y="1277800"/>
                  </a:lnTo>
                  <a:lnTo>
                    <a:pt x="2670700" y="1283115"/>
                  </a:lnTo>
                  <a:lnTo>
                    <a:pt x="2680602" y="1284569"/>
                  </a:lnTo>
                  <a:lnTo>
                    <a:pt x="2684617" y="1300896"/>
                  </a:lnTo>
                  <a:lnTo>
                    <a:pt x="2698301" y="1312130"/>
                  </a:lnTo>
                  <a:lnTo>
                    <a:pt x="2700079" y="1320455"/>
                  </a:lnTo>
                  <a:lnTo>
                    <a:pt x="2709422" y="1321389"/>
                  </a:lnTo>
                  <a:lnTo>
                    <a:pt x="2725861" y="1313222"/>
                  </a:lnTo>
                  <a:lnTo>
                    <a:pt x="2736470" y="1316086"/>
                  </a:lnTo>
                  <a:lnTo>
                    <a:pt x="2751772" y="1318423"/>
                  </a:lnTo>
                  <a:lnTo>
                    <a:pt x="2755270" y="1325015"/>
                  </a:lnTo>
                  <a:lnTo>
                    <a:pt x="2757896" y="1337557"/>
                  </a:lnTo>
                  <a:lnTo>
                    <a:pt x="2763306" y="1351667"/>
                  </a:lnTo>
                  <a:lnTo>
                    <a:pt x="2777337" y="1407303"/>
                  </a:lnTo>
                  <a:lnTo>
                    <a:pt x="2798416" y="1452810"/>
                  </a:lnTo>
                  <a:lnTo>
                    <a:pt x="2801010" y="1460646"/>
                  </a:lnTo>
                  <a:lnTo>
                    <a:pt x="2796111" y="1453769"/>
                  </a:lnTo>
                  <a:lnTo>
                    <a:pt x="2780473" y="1423630"/>
                  </a:lnTo>
                  <a:lnTo>
                    <a:pt x="2771843" y="1401867"/>
                  </a:lnTo>
                  <a:lnTo>
                    <a:pt x="2762975" y="1363441"/>
                  </a:lnTo>
                  <a:lnTo>
                    <a:pt x="2760402" y="1354836"/>
                  </a:lnTo>
                  <a:lnTo>
                    <a:pt x="2757374" y="1351401"/>
                  </a:lnTo>
                  <a:lnTo>
                    <a:pt x="2755379" y="1354195"/>
                  </a:lnTo>
                  <a:lnTo>
                    <a:pt x="2754521" y="1359091"/>
                  </a:lnTo>
                  <a:lnTo>
                    <a:pt x="2755968" y="1362850"/>
                  </a:lnTo>
                  <a:lnTo>
                    <a:pt x="2752475" y="1375500"/>
                  </a:lnTo>
                  <a:lnTo>
                    <a:pt x="2753989" y="1381305"/>
                  </a:lnTo>
                  <a:lnTo>
                    <a:pt x="2759663" y="1387306"/>
                  </a:lnTo>
                  <a:lnTo>
                    <a:pt x="2765828" y="1402280"/>
                  </a:lnTo>
                  <a:lnTo>
                    <a:pt x="2770753" y="1422442"/>
                  </a:lnTo>
                  <a:lnTo>
                    <a:pt x="2764092" y="1414269"/>
                  </a:lnTo>
                  <a:lnTo>
                    <a:pt x="2756981" y="1409938"/>
                  </a:lnTo>
                  <a:lnTo>
                    <a:pt x="2745917" y="1406617"/>
                  </a:lnTo>
                  <a:lnTo>
                    <a:pt x="2736062" y="1400794"/>
                  </a:lnTo>
                  <a:lnTo>
                    <a:pt x="2736780" y="1409145"/>
                  </a:lnTo>
                  <a:lnTo>
                    <a:pt x="2735835" y="1418162"/>
                  </a:lnTo>
                  <a:lnTo>
                    <a:pt x="2728238" y="1415412"/>
                  </a:lnTo>
                  <a:lnTo>
                    <a:pt x="2723070" y="1412421"/>
                  </a:lnTo>
                  <a:lnTo>
                    <a:pt x="2727644" y="1422030"/>
                  </a:lnTo>
                  <a:lnTo>
                    <a:pt x="2717716" y="1419147"/>
                  </a:lnTo>
                  <a:lnTo>
                    <a:pt x="2711102" y="1419750"/>
                  </a:lnTo>
                  <a:lnTo>
                    <a:pt x="2706802" y="1428278"/>
                  </a:lnTo>
                  <a:lnTo>
                    <a:pt x="2701035" y="1433454"/>
                  </a:lnTo>
                  <a:lnTo>
                    <a:pt x="2692508" y="1435124"/>
                  </a:lnTo>
                  <a:lnTo>
                    <a:pt x="2679858" y="1427326"/>
                  </a:lnTo>
                  <a:lnTo>
                    <a:pt x="2675760" y="1417857"/>
                  </a:lnTo>
                  <a:lnTo>
                    <a:pt x="2674065" y="1407316"/>
                  </a:lnTo>
                  <a:lnTo>
                    <a:pt x="2673388" y="1419782"/>
                  </a:lnTo>
                  <a:lnTo>
                    <a:pt x="2675641" y="1432762"/>
                  </a:lnTo>
                  <a:lnTo>
                    <a:pt x="2674850" y="1442630"/>
                  </a:lnTo>
                  <a:lnTo>
                    <a:pt x="2687031" y="1444446"/>
                  </a:lnTo>
                  <a:lnTo>
                    <a:pt x="2698420" y="1442833"/>
                  </a:lnTo>
                  <a:lnTo>
                    <a:pt x="2713789" y="1443246"/>
                  </a:lnTo>
                  <a:lnTo>
                    <a:pt x="2723814" y="1441398"/>
                  </a:lnTo>
                  <a:lnTo>
                    <a:pt x="2729850" y="1438261"/>
                  </a:lnTo>
                  <a:lnTo>
                    <a:pt x="2744325" y="1440979"/>
                  </a:lnTo>
                  <a:lnTo>
                    <a:pt x="2745353" y="1452899"/>
                  </a:lnTo>
                  <a:lnTo>
                    <a:pt x="2743700" y="1464749"/>
                  </a:lnTo>
                  <a:lnTo>
                    <a:pt x="2742863" y="1477367"/>
                  </a:lnTo>
                  <a:lnTo>
                    <a:pt x="2746873" y="1477284"/>
                  </a:lnTo>
                  <a:lnTo>
                    <a:pt x="2751586" y="1473252"/>
                  </a:lnTo>
                  <a:lnTo>
                    <a:pt x="2753942" y="1450651"/>
                  </a:lnTo>
                  <a:lnTo>
                    <a:pt x="2767172" y="1442300"/>
                  </a:lnTo>
                  <a:lnTo>
                    <a:pt x="2771605" y="1442872"/>
                  </a:lnTo>
                  <a:lnTo>
                    <a:pt x="2775817" y="1450136"/>
                  </a:lnTo>
                  <a:lnTo>
                    <a:pt x="2777233" y="1457503"/>
                  </a:lnTo>
                  <a:lnTo>
                    <a:pt x="2778727" y="1467619"/>
                  </a:lnTo>
                  <a:lnTo>
                    <a:pt x="2775636" y="1483031"/>
                  </a:lnTo>
                  <a:lnTo>
                    <a:pt x="2755312" y="1501054"/>
                  </a:lnTo>
                  <a:lnTo>
                    <a:pt x="2740754" y="1517717"/>
                  </a:lnTo>
                  <a:lnTo>
                    <a:pt x="2733313" y="1521115"/>
                  </a:lnTo>
                  <a:lnTo>
                    <a:pt x="2722579" y="1519178"/>
                  </a:lnTo>
                  <a:lnTo>
                    <a:pt x="2710409" y="1514987"/>
                  </a:lnTo>
                  <a:lnTo>
                    <a:pt x="2704441" y="1514142"/>
                  </a:lnTo>
                  <a:lnTo>
                    <a:pt x="2699903" y="1515539"/>
                  </a:lnTo>
                  <a:lnTo>
                    <a:pt x="2697139" y="1510408"/>
                  </a:lnTo>
                  <a:lnTo>
                    <a:pt x="2695356" y="1501047"/>
                  </a:lnTo>
                  <a:lnTo>
                    <a:pt x="2690622" y="1497942"/>
                  </a:lnTo>
                  <a:lnTo>
                    <a:pt x="2687041" y="1498285"/>
                  </a:lnTo>
                  <a:lnTo>
                    <a:pt x="2684597" y="1508230"/>
                  </a:lnTo>
                  <a:lnTo>
                    <a:pt x="2673243" y="1511056"/>
                  </a:lnTo>
                  <a:lnTo>
                    <a:pt x="2657807" y="1506947"/>
                  </a:lnTo>
                  <a:lnTo>
                    <a:pt x="2641642" y="1498584"/>
                  </a:lnTo>
                  <a:lnTo>
                    <a:pt x="2648577" y="1507557"/>
                  </a:lnTo>
                  <a:lnTo>
                    <a:pt x="2688689" y="1524296"/>
                  </a:lnTo>
                  <a:lnTo>
                    <a:pt x="2693206" y="1527427"/>
                  </a:lnTo>
                  <a:lnTo>
                    <a:pt x="2697423" y="1532006"/>
                  </a:lnTo>
                  <a:lnTo>
                    <a:pt x="2691811" y="1539188"/>
                  </a:lnTo>
                  <a:lnTo>
                    <a:pt x="2687413" y="1547278"/>
                  </a:lnTo>
                  <a:lnTo>
                    <a:pt x="2686793" y="1553629"/>
                  </a:lnTo>
                  <a:lnTo>
                    <a:pt x="2685242" y="1557636"/>
                  </a:lnTo>
                  <a:lnTo>
                    <a:pt x="2669248" y="1568431"/>
                  </a:lnTo>
                  <a:lnTo>
                    <a:pt x="2660582" y="1566526"/>
                  </a:lnTo>
                  <a:lnTo>
                    <a:pt x="2638438" y="1547062"/>
                  </a:lnTo>
                  <a:lnTo>
                    <a:pt x="2648526" y="1563897"/>
                  </a:lnTo>
                  <a:lnTo>
                    <a:pt x="2656603" y="1571041"/>
                  </a:lnTo>
                  <a:lnTo>
                    <a:pt x="2672866" y="1574852"/>
                  </a:lnTo>
                  <a:lnTo>
                    <a:pt x="2703371" y="1568558"/>
                  </a:lnTo>
                  <a:lnTo>
                    <a:pt x="2713376" y="1575430"/>
                  </a:lnTo>
                  <a:lnTo>
                    <a:pt x="2705164" y="1587603"/>
                  </a:lnTo>
                  <a:lnTo>
                    <a:pt x="2697004" y="1596145"/>
                  </a:lnTo>
                  <a:lnTo>
                    <a:pt x="2686302" y="1597097"/>
                  </a:lnTo>
                  <a:lnTo>
                    <a:pt x="2676876" y="1599409"/>
                  </a:lnTo>
                  <a:lnTo>
                    <a:pt x="2674111" y="1605283"/>
                  </a:lnTo>
                  <a:lnTo>
                    <a:pt x="2667393" y="1605651"/>
                  </a:lnTo>
                  <a:lnTo>
                    <a:pt x="2656892" y="1606000"/>
                  </a:lnTo>
                  <a:lnTo>
                    <a:pt x="2640635" y="1606534"/>
                  </a:lnTo>
                  <a:lnTo>
                    <a:pt x="2631705" y="1605162"/>
                  </a:lnTo>
                  <a:lnTo>
                    <a:pt x="2619230" y="1617164"/>
                  </a:lnTo>
                  <a:lnTo>
                    <a:pt x="2614522" y="1618815"/>
                  </a:lnTo>
                  <a:lnTo>
                    <a:pt x="2607944" y="1616561"/>
                  </a:lnTo>
                  <a:lnTo>
                    <a:pt x="2605184" y="1606921"/>
                  </a:lnTo>
                  <a:lnTo>
                    <a:pt x="2602244" y="1602184"/>
                  </a:lnTo>
                  <a:lnTo>
                    <a:pt x="2602171" y="1620219"/>
                  </a:lnTo>
                  <a:lnTo>
                    <a:pt x="2603324" y="1625077"/>
                  </a:lnTo>
                  <a:lnTo>
                    <a:pt x="2605680" y="1628741"/>
                  </a:lnTo>
                  <a:lnTo>
                    <a:pt x="2591087" y="1638527"/>
                  </a:lnTo>
                  <a:lnTo>
                    <a:pt x="2577118" y="1650733"/>
                  </a:lnTo>
                  <a:lnTo>
                    <a:pt x="2572111" y="1654054"/>
                  </a:lnTo>
                  <a:lnTo>
                    <a:pt x="2566421" y="1660169"/>
                  </a:lnTo>
                  <a:lnTo>
                    <a:pt x="2554768" y="1677830"/>
                  </a:lnTo>
                  <a:lnTo>
                    <a:pt x="2551889" y="1690708"/>
                  </a:lnTo>
                  <a:lnTo>
                    <a:pt x="2547678" y="1705066"/>
                  </a:lnTo>
                  <a:lnTo>
                    <a:pt x="2547145" y="1698602"/>
                  </a:lnTo>
                  <a:lnTo>
                    <a:pt x="2547869" y="1687717"/>
                  </a:lnTo>
                  <a:lnTo>
                    <a:pt x="2544985" y="1675251"/>
                  </a:lnTo>
                  <a:lnTo>
                    <a:pt x="2543156" y="1698087"/>
                  </a:lnTo>
                  <a:lnTo>
                    <a:pt x="2538629" y="1708699"/>
                  </a:lnTo>
                  <a:lnTo>
                    <a:pt x="2497086" y="1707950"/>
                  </a:lnTo>
                  <a:lnTo>
                    <a:pt x="2478900" y="1713716"/>
                  </a:lnTo>
                  <a:lnTo>
                    <a:pt x="2450984" y="1733116"/>
                  </a:lnTo>
                  <a:lnTo>
                    <a:pt x="2442638" y="1741619"/>
                  </a:lnTo>
                  <a:lnTo>
                    <a:pt x="2419580" y="1774495"/>
                  </a:lnTo>
                  <a:lnTo>
                    <a:pt x="2413694" y="1795534"/>
                  </a:lnTo>
                  <a:lnTo>
                    <a:pt x="2408976" y="1786688"/>
                  </a:lnTo>
                  <a:lnTo>
                    <a:pt x="2410144" y="1780052"/>
                  </a:lnTo>
                  <a:lnTo>
                    <a:pt x="2410237" y="1774629"/>
                  </a:lnTo>
                  <a:lnTo>
                    <a:pt x="2404428" y="1786263"/>
                  </a:lnTo>
                  <a:lnTo>
                    <a:pt x="2409942" y="1803205"/>
                  </a:lnTo>
                  <a:lnTo>
                    <a:pt x="2404992" y="1809676"/>
                  </a:lnTo>
                  <a:lnTo>
                    <a:pt x="2389762" y="1821755"/>
                  </a:lnTo>
                  <a:lnTo>
                    <a:pt x="2381427" y="1823736"/>
                  </a:lnTo>
                  <a:lnTo>
                    <a:pt x="2372068" y="1827172"/>
                  </a:lnTo>
                  <a:lnTo>
                    <a:pt x="2369122" y="1839085"/>
                  </a:lnTo>
                  <a:lnTo>
                    <a:pt x="2356415" y="1850071"/>
                  </a:lnTo>
                  <a:lnTo>
                    <a:pt x="2349010" y="1854936"/>
                  </a:lnTo>
                  <a:lnTo>
                    <a:pt x="2335449" y="1851989"/>
                  </a:lnTo>
                  <a:lnTo>
                    <a:pt x="2339625" y="1862569"/>
                  </a:lnTo>
                  <a:lnTo>
                    <a:pt x="2334643" y="1870577"/>
                  </a:lnTo>
                  <a:lnTo>
                    <a:pt x="2326065" y="1876718"/>
                  </a:lnTo>
                  <a:lnTo>
                    <a:pt x="2315399" y="1880725"/>
                  </a:lnTo>
                  <a:lnTo>
                    <a:pt x="2309285" y="1880236"/>
                  </a:lnTo>
                  <a:lnTo>
                    <a:pt x="2304061" y="1882363"/>
                  </a:lnTo>
                  <a:lnTo>
                    <a:pt x="2299968" y="1887456"/>
                  </a:lnTo>
                  <a:lnTo>
                    <a:pt x="2289968" y="1892219"/>
                  </a:lnTo>
                  <a:lnTo>
                    <a:pt x="2279581" y="1889539"/>
                  </a:lnTo>
                  <a:lnTo>
                    <a:pt x="2267809" y="1887932"/>
                  </a:lnTo>
                  <a:lnTo>
                    <a:pt x="2261251" y="1890790"/>
                  </a:lnTo>
                  <a:lnTo>
                    <a:pt x="2272274" y="1895515"/>
                  </a:lnTo>
                  <a:lnTo>
                    <a:pt x="2278176" y="1902360"/>
                  </a:lnTo>
                  <a:lnTo>
                    <a:pt x="2276961" y="1911588"/>
                  </a:lnTo>
                  <a:lnTo>
                    <a:pt x="2274010" y="1915150"/>
                  </a:lnTo>
                  <a:lnTo>
                    <a:pt x="2267055" y="1919976"/>
                  </a:lnTo>
                  <a:lnTo>
                    <a:pt x="2264001" y="1919259"/>
                  </a:lnTo>
                  <a:lnTo>
                    <a:pt x="2262135" y="1914909"/>
                  </a:lnTo>
                  <a:lnTo>
                    <a:pt x="2259872" y="1905847"/>
                  </a:lnTo>
                  <a:lnTo>
                    <a:pt x="2256637" y="1907777"/>
                  </a:lnTo>
                  <a:lnTo>
                    <a:pt x="2256078" y="1912000"/>
                  </a:lnTo>
                  <a:lnTo>
                    <a:pt x="2253298" y="1913505"/>
                  </a:lnTo>
                  <a:lnTo>
                    <a:pt x="2243433" y="1899071"/>
                  </a:lnTo>
                  <a:lnTo>
                    <a:pt x="2243924" y="1910082"/>
                  </a:lnTo>
                  <a:lnTo>
                    <a:pt x="2247371" y="1918541"/>
                  </a:lnTo>
                  <a:lnTo>
                    <a:pt x="2250704" y="1922834"/>
                  </a:lnTo>
                  <a:lnTo>
                    <a:pt x="2254068" y="1925361"/>
                  </a:lnTo>
                  <a:lnTo>
                    <a:pt x="2254895" y="1929286"/>
                  </a:lnTo>
                  <a:lnTo>
                    <a:pt x="2248146" y="1938850"/>
                  </a:lnTo>
                  <a:lnTo>
                    <a:pt x="2244673" y="1940977"/>
                  </a:lnTo>
                  <a:lnTo>
                    <a:pt x="2238493" y="1942527"/>
                  </a:lnTo>
                  <a:lnTo>
                    <a:pt x="2235015" y="1948420"/>
                  </a:lnTo>
                  <a:lnTo>
                    <a:pt x="2236043" y="1953494"/>
                  </a:lnTo>
                  <a:lnTo>
                    <a:pt x="2230638" y="1964505"/>
                  </a:lnTo>
                  <a:lnTo>
                    <a:pt x="2217713" y="1971383"/>
                  </a:lnTo>
                  <a:lnTo>
                    <a:pt x="2213765" y="1971116"/>
                  </a:lnTo>
                  <a:lnTo>
                    <a:pt x="2210546" y="1973129"/>
                  </a:lnTo>
                  <a:lnTo>
                    <a:pt x="2212427" y="1978032"/>
                  </a:lnTo>
                  <a:lnTo>
                    <a:pt x="2215651" y="1981601"/>
                  </a:lnTo>
                  <a:lnTo>
                    <a:pt x="2215538" y="1984915"/>
                  </a:lnTo>
                  <a:lnTo>
                    <a:pt x="2212122" y="1989418"/>
                  </a:lnTo>
                  <a:lnTo>
                    <a:pt x="2205378" y="1990675"/>
                  </a:lnTo>
                  <a:lnTo>
                    <a:pt x="2201590" y="1995813"/>
                  </a:lnTo>
                  <a:lnTo>
                    <a:pt x="2202789" y="2000658"/>
                  </a:lnTo>
                  <a:lnTo>
                    <a:pt x="2205016" y="2003363"/>
                  </a:lnTo>
                  <a:lnTo>
                    <a:pt x="2204551" y="2008025"/>
                  </a:lnTo>
                  <a:lnTo>
                    <a:pt x="2196882" y="2012705"/>
                  </a:lnTo>
                  <a:lnTo>
                    <a:pt x="2195084" y="2017309"/>
                  </a:lnTo>
                  <a:lnTo>
                    <a:pt x="2198892" y="2018668"/>
                  </a:lnTo>
                  <a:lnTo>
                    <a:pt x="2201822" y="2017309"/>
                  </a:lnTo>
                  <a:lnTo>
                    <a:pt x="2203967" y="2018299"/>
                  </a:lnTo>
                  <a:lnTo>
                    <a:pt x="2199368" y="2025996"/>
                  </a:lnTo>
                  <a:lnTo>
                    <a:pt x="2195239" y="2030689"/>
                  </a:lnTo>
                  <a:lnTo>
                    <a:pt x="2191316" y="2039122"/>
                  </a:lnTo>
                  <a:lnTo>
                    <a:pt x="2182216" y="2041453"/>
                  </a:lnTo>
                  <a:lnTo>
                    <a:pt x="2182557" y="2044177"/>
                  </a:lnTo>
                  <a:lnTo>
                    <a:pt x="2187699" y="2046590"/>
                  </a:lnTo>
                  <a:lnTo>
                    <a:pt x="2192004" y="2053074"/>
                  </a:lnTo>
                  <a:lnTo>
                    <a:pt x="2183916" y="2065045"/>
                  </a:lnTo>
                  <a:lnTo>
                    <a:pt x="2178867" y="2064060"/>
                  </a:lnTo>
                  <a:lnTo>
                    <a:pt x="2175782" y="2061425"/>
                  </a:lnTo>
                  <a:lnTo>
                    <a:pt x="2173813" y="2070874"/>
                  </a:lnTo>
                  <a:lnTo>
                    <a:pt x="2174568" y="2075917"/>
                  </a:lnTo>
                  <a:lnTo>
                    <a:pt x="2172645" y="2086223"/>
                  </a:lnTo>
                  <a:lnTo>
                    <a:pt x="2169555" y="2098613"/>
                  </a:lnTo>
                  <a:lnTo>
                    <a:pt x="2167457" y="2103699"/>
                  </a:lnTo>
                  <a:lnTo>
                    <a:pt x="2167902" y="2113174"/>
                  </a:lnTo>
                  <a:lnTo>
                    <a:pt x="2169199" y="2122325"/>
                  </a:lnTo>
                  <a:lnTo>
                    <a:pt x="2174149" y="2134118"/>
                  </a:lnTo>
                  <a:lnTo>
                    <a:pt x="2181710" y="2182343"/>
                  </a:lnTo>
                  <a:lnTo>
                    <a:pt x="2186857" y="2199089"/>
                  </a:lnTo>
                  <a:lnTo>
                    <a:pt x="2196128" y="2244272"/>
                  </a:lnTo>
                  <a:lnTo>
                    <a:pt x="2211471" y="2288077"/>
                  </a:lnTo>
                  <a:lnTo>
                    <a:pt x="2233118" y="2341026"/>
                  </a:lnTo>
                  <a:lnTo>
                    <a:pt x="2268646" y="2405203"/>
                  </a:lnTo>
                  <a:lnTo>
                    <a:pt x="2272899" y="2414348"/>
                  </a:lnTo>
                  <a:lnTo>
                    <a:pt x="2268274" y="2422102"/>
                  </a:lnTo>
                  <a:lnTo>
                    <a:pt x="2266863" y="2430135"/>
                  </a:lnTo>
                  <a:lnTo>
                    <a:pt x="2266460" y="2442245"/>
                  </a:lnTo>
                  <a:lnTo>
                    <a:pt x="2267742" y="2454044"/>
                  </a:lnTo>
                  <a:lnTo>
                    <a:pt x="2271943" y="2468453"/>
                  </a:lnTo>
                  <a:lnTo>
                    <a:pt x="2280015" y="2490483"/>
                  </a:lnTo>
                  <a:lnTo>
                    <a:pt x="2275499" y="2486088"/>
                  </a:lnTo>
                  <a:lnTo>
                    <a:pt x="2263809" y="2454470"/>
                  </a:lnTo>
                  <a:lnTo>
                    <a:pt x="2262450" y="2435901"/>
                  </a:lnTo>
                  <a:lnTo>
                    <a:pt x="2264135" y="2409560"/>
                  </a:lnTo>
                  <a:lnTo>
                    <a:pt x="2261391" y="2410195"/>
                  </a:lnTo>
                  <a:lnTo>
                    <a:pt x="2259164" y="2418755"/>
                  </a:lnTo>
                  <a:lnTo>
                    <a:pt x="2257939" y="2428808"/>
                  </a:lnTo>
                  <a:lnTo>
                    <a:pt x="2254973" y="2432700"/>
                  </a:lnTo>
                  <a:lnTo>
                    <a:pt x="2250926" y="2417364"/>
                  </a:lnTo>
                  <a:lnTo>
                    <a:pt x="2251210" y="2410430"/>
                  </a:lnTo>
                  <a:lnTo>
                    <a:pt x="2255505" y="2402327"/>
                  </a:lnTo>
                  <a:lnTo>
                    <a:pt x="2254259" y="2399412"/>
                  </a:lnTo>
                  <a:lnTo>
                    <a:pt x="2247309" y="2395265"/>
                  </a:lnTo>
                  <a:lnTo>
                    <a:pt x="2245831" y="2388743"/>
                  </a:lnTo>
                  <a:lnTo>
                    <a:pt x="2246771" y="2382304"/>
                  </a:lnTo>
                  <a:lnTo>
                    <a:pt x="2242782" y="2378862"/>
                  </a:lnTo>
                  <a:lnTo>
                    <a:pt x="2239661" y="2379027"/>
                  </a:lnTo>
                  <a:lnTo>
                    <a:pt x="2241753" y="2394903"/>
                  </a:lnTo>
                  <a:lnTo>
                    <a:pt x="2245056" y="2404651"/>
                  </a:lnTo>
                  <a:lnTo>
                    <a:pt x="2249138" y="2428014"/>
                  </a:lnTo>
                  <a:lnTo>
                    <a:pt x="2255727" y="2442169"/>
                  </a:lnTo>
                  <a:lnTo>
                    <a:pt x="2259567" y="2454038"/>
                  </a:lnTo>
                  <a:lnTo>
                    <a:pt x="2304438" y="2580696"/>
                  </a:lnTo>
                  <a:lnTo>
                    <a:pt x="2315058" y="2596826"/>
                  </a:lnTo>
                  <a:lnTo>
                    <a:pt x="2318985" y="2608409"/>
                  </a:lnTo>
                  <a:lnTo>
                    <a:pt x="2323073" y="2632630"/>
                  </a:lnTo>
                  <a:lnTo>
                    <a:pt x="2323998" y="2663728"/>
                  </a:lnTo>
                  <a:lnTo>
                    <a:pt x="2316665" y="2720564"/>
                  </a:lnTo>
                  <a:lnTo>
                    <a:pt x="2314996" y="2759333"/>
                  </a:lnTo>
                  <a:lnTo>
                    <a:pt x="2313947" y="2758145"/>
                  </a:lnTo>
                  <a:lnTo>
                    <a:pt x="2313244" y="2754062"/>
                  </a:lnTo>
                  <a:lnTo>
                    <a:pt x="2311549" y="2753503"/>
                  </a:lnTo>
                  <a:lnTo>
                    <a:pt x="2305182" y="2771265"/>
                  </a:lnTo>
                  <a:lnTo>
                    <a:pt x="2296531" y="2787287"/>
                  </a:lnTo>
                  <a:lnTo>
                    <a:pt x="2293684" y="2812187"/>
                  </a:lnTo>
                  <a:lnTo>
                    <a:pt x="2289534" y="2824653"/>
                  </a:lnTo>
                  <a:lnTo>
                    <a:pt x="2277075" y="2837843"/>
                  </a:lnTo>
                  <a:lnTo>
                    <a:pt x="2269354" y="2837506"/>
                  </a:lnTo>
                  <a:lnTo>
                    <a:pt x="2250420" y="2847400"/>
                  </a:lnTo>
                  <a:lnTo>
                    <a:pt x="2237118" y="2844822"/>
                  </a:lnTo>
                  <a:lnTo>
                    <a:pt x="2221269" y="2850404"/>
                  </a:lnTo>
                  <a:lnTo>
                    <a:pt x="2210840" y="2849781"/>
                  </a:lnTo>
                  <a:lnTo>
                    <a:pt x="2204820" y="2838014"/>
                  </a:lnTo>
                  <a:lnTo>
                    <a:pt x="2205740" y="2832750"/>
                  </a:lnTo>
                  <a:lnTo>
                    <a:pt x="2208137" y="2827460"/>
                  </a:lnTo>
                  <a:lnTo>
                    <a:pt x="2212199" y="2826228"/>
                  </a:lnTo>
                  <a:lnTo>
                    <a:pt x="2226199" y="2838560"/>
                  </a:lnTo>
                  <a:lnTo>
                    <a:pt x="2228839" y="2833372"/>
                  </a:lnTo>
                  <a:lnTo>
                    <a:pt x="2224612" y="2827199"/>
                  </a:lnTo>
                  <a:lnTo>
                    <a:pt x="2216519" y="2823757"/>
                  </a:lnTo>
                  <a:lnTo>
                    <a:pt x="2210540" y="2819973"/>
                  </a:lnTo>
                  <a:lnTo>
                    <a:pt x="2198494" y="2791859"/>
                  </a:lnTo>
                  <a:lnTo>
                    <a:pt x="2186014" y="2772554"/>
                  </a:lnTo>
                  <a:lnTo>
                    <a:pt x="2183911" y="2759650"/>
                  </a:lnTo>
                  <a:lnTo>
                    <a:pt x="2162393" y="2751782"/>
                  </a:lnTo>
                  <a:lnTo>
                    <a:pt x="2146812" y="2739869"/>
                  </a:lnTo>
                  <a:lnTo>
                    <a:pt x="2136652" y="2718678"/>
                  </a:lnTo>
                  <a:lnTo>
                    <a:pt x="2130823" y="2681102"/>
                  </a:lnTo>
                  <a:lnTo>
                    <a:pt x="2123950" y="2676879"/>
                  </a:lnTo>
                  <a:lnTo>
                    <a:pt x="2121046" y="2673958"/>
                  </a:lnTo>
                  <a:lnTo>
                    <a:pt x="2127759" y="2660013"/>
                  </a:lnTo>
                  <a:lnTo>
                    <a:pt x="2134833" y="2648322"/>
                  </a:lnTo>
                  <a:lnTo>
                    <a:pt x="2129237" y="2651230"/>
                  </a:lnTo>
                  <a:lnTo>
                    <a:pt x="2125108" y="2655555"/>
                  </a:lnTo>
                  <a:lnTo>
                    <a:pt x="2119857" y="2665880"/>
                  </a:lnTo>
                  <a:lnTo>
                    <a:pt x="2116023" y="2667468"/>
                  </a:lnTo>
                  <a:lnTo>
                    <a:pt x="2112509" y="2665880"/>
                  </a:lnTo>
                  <a:lnTo>
                    <a:pt x="2108457" y="2646074"/>
                  </a:lnTo>
                  <a:lnTo>
                    <a:pt x="2109615" y="2621726"/>
                  </a:lnTo>
                  <a:lnTo>
                    <a:pt x="2115294" y="2612620"/>
                  </a:lnTo>
                  <a:lnTo>
                    <a:pt x="2106571" y="2612378"/>
                  </a:lnTo>
                  <a:lnTo>
                    <a:pt x="2097533" y="2615846"/>
                  </a:lnTo>
                  <a:lnTo>
                    <a:pt x="2098856" y="2623962"/>
                  </a:lnTo>
                  <a:lnTo>
                    <a:pt x="2097579" y="2628420"/>
                  </a:lnTo>
                  <a:lnTo>
                    <a:pt x="2090995" y="2627276"/>
                  </a:lnTo>
                  <a:lnTo>
                    <a:pt x="2086003" y="2624425"/>
                  </a:lnTo>
                  <a:lnTo>
                    <a:pt x="2079229" y="2615979"/>
                  </a:lnTo>
                  <a:lnTo>
                    <a:pt x="2069989" y="2599862"/>
                  </a:lnTo>
                  <a:lnTo>
                    <a:pt x="2051033" y="2555460"/>
                  </a:lnTo>
                  <a:lnTo>
                    <a:pt x="2047338" y="2549198"/>
                  </a:lnTo>
                  <a:lnTo>
                    <a:pt x="2041070" y="2542645"/>
                  </a:lnTo>
                  <a:lnTo>
                    <a:pt x="2044021" y="2540606"/>
                  </a:lnTo>
                  <a:lnTo>
                    <a:pt x="2049406" y="2539400"/>
                  </a:lnTo>
                  <a:lnTo>
                    <a:pt x="2061576" y="2519409"/>
                  </a:lnTo>
                  <a:lnTo>
                    <a:pt x="2071136" y="2507330"/>
                  </a:lnTo>
                  <a:lnTo>
                    <a:pt x="2074309" y="2498973"/>
                  </a:lnTo>
                  <a:lnTo>
                    <a:pt x="2073756" y="2495398"/>
                  </a:lnTo>
                  <a:lnTo>
                    <a:pt x="2069529" y="2490203"/>
                  </a:lnTo>
                  <a:lnTo>
                    <a:pt x="2063979" y="2494744"/>
                  </a:lnTo>
                  <a:lnTo>
                    <a:pt x="2061601" y="2493448"/>
                  </a:lnTo>
                  <a:lnTo>
                    <a:pt x="2055359" y="2482970"/>
                  </a:lnTo>
                  <a:lnTo>
                    <a:pt x="2049395" y="2480011"/>
                  </a:lnTo>
                  <a:lnTo>
                    <a:pt x="2045240" y="2482278"/>
                  </a:lnTo>
                  <a:lnTo>
                    <a:pt x="2049623" y="2490864"/>
                  </a:lnTo>
                  <a:lnTo>
                    <a:pt x="2053560" y="2494052"/>
                  </a:lnTo>
                  <a:lnTo>
                    <a:pt x="2052036" y="2506536"/>
                  </a:lnTo>
                  <a:lnTo>
                    <a:pt x="2050444" y="2510601"/>
                  </a:lnTo>
                  <a:lnTo>
                    <a:pt x="2046755" y="2514189"/>
                  </a:lnTo>
                  <a:lnTo>
                    <a:pt x="2040993" y="2512277"/>
                  </a:lnTo>
                  <a:lnTo>
                    <a:pt x="2038078" y="2515364"/>
                  </a:lnTo>
                  <a:lnTo>
                    <a:pt x="2034647" y="2512112"/>
                  </a:lnTo>
                  <a:lnTo>
                    <a:pt x="2031231" y="2506625"/>
                  </a:lnTo>
                  <a:lnTo>
                    <a:pt x="2027427" y="2497595"/>
                  </a:lnTo>
                  <a:lnTo>
                    <a:pt x="2037478" y="2446767"/>
                  </a:lnTo>
                  <a:lnTo>
                    <a:pt x="2046780" y="2414380"/>
                  </a:lnTo>
                  <a:lnTo>
                    <a:pt x="2047845" y="2377433"/>
                  </a:lnTo>
                  <a:lnTo>
                    <a:pt x="2048537" y="2371959"/>
                  </a:lnTo>
                  <a:lnTo>
                    <a:pt x="2047752" y="2362141"/>
                  </a:lnTo>
                  <a:lnTo>
                    <a:pt x="2035277" y="2340804"/>
                  </a:lnTo>
                  <a:lnTo>
                    <a:pt x="1980122" y="2288737"/>
                  </a:lnTo>
                  <a:lnTo>
                    <a:pt x="1937374" y="2227081"/>
                  </a:lnTo>
                  <a:lnTo>
                    <a:pt x="1900348" y="2203953"/>
                  </a:lnTo>
                  <a:lnTo>
                    <a:pt x="1872256" y="2209033"/>
                  </a:lnTo>
                  <a:lnTo>
                    <a:pt x="1867393" y="2213682"/>
                  </a:lnTo>
                  <a:lnTo>
                    <a:pt x="1865305" y="2219759"/>
                  </a:lnTo>
                  <a:lnTo>
                    <a:pt x="1867068" y="2226637"/>
                  </a:lnTo>
                  <a:lnTo>
                    <a:pt x="1864515" y="2229501"/>
                  </a:lnTo>
                  <a:lnTo>
                    <a:pt x="1856975" y="2229139"/>
                  </a:lnTo>
                  <a:lnTo>
                    <a:pt x="1846820" y="2230739"/>
                  </a:lnTo>
                  <a:lnTo>
                    <a:pt x="1820305" y="2246971"/>
                  </a:lnTo>
                  <a:lnTo>
                    <a:pt x="1810951" y="2246374"/>
                  </a:lnTo>
                  <a:lnTo>
                    <a:pt x="1802455" y="2250578"/>
                  </a:lnTo>
                  <a:lnTo>
                    <a:pt x="1796094" y="2253727"/>
                  </a:lnTo>
                  <a:lnTo>
                    <a:pt x="1779506" y="2255442"/>
                  </a:lnTo>
                  <a:lnTo>
                    <a:pt x="1765439" y="2259043"/>
                  </a:lnTo>
                  <a:lnTo>
                    <a:pt x="1759362" y="2257093"/>
                  </a:lnTo>
                  <a:lnTo>
                    <a:pt x="1755398" y="2247682"/>
                  </a:lnTo>
                  <a:lnTo>
                    <a:pt x="1755398" y="2237940"/>
                  </a:lnTo>
                  <a:lnTo>
                    <a:pt x="1758613" y="2245408"/>
                  </a:lnTo>
                  <a:lnTo>
                    <a:pt x="1763589" y="2251251"/>
                  </a:lnTo>
                  <a:lnTo>
                    <a:pt x="1765868" y="2248914"/>
                  </a:lnTo>
                  <a:lnTo>
                    <a:pt x="1766721" y="2243745"/>
                  </a:lnTo>
                  <a:lnTo>
                    <a:pt x="1761770" y="2233616"/>
                  </a:lnTo>
                  <a:lnTo>
                    <a:pt x="1745822" y="2220604"/>
                  </a:lnTo>
                  <a:lnTo>
                    <a:pt x="1727673" y="2201597"/>
                  </a:lnTo>
                  <a:lnTo>
                    <a:pt x="1733208" y="2202226"/>
                  </a:lnTo>
                  <a:lnTo>
                    <a:pt x="1734608" y="2198155"/>
                  </a:lnTo>
                  <a:lnTo>
                    <a:pt x="1728981" y="2192815"/>
                  </a:lnTo>
                  <a:lnTo>
                    <a:pt x="1731358" y="2186642"/>
                  </a:lnTo>
                  <a:lnTo>
                    <a:pt x="1735322" y="2180158"/>
                  </a:lnTo>
                  <a:lnTo>
                    <a:pt x="1727663" y="2181130"/>
                  </a:lnTo>
                  <a:lnTo>
                    <a:pt x="1720790" y="2185670"/>
                  </a:lnTo>
                  <a:lnTo>
                    <a:pt x="1720563" y="2191278"/>
                  </a:lnTo>
                  <a:lnTo>
                    <a:pt x="1719203" y="2195736"/>
                  </a:lnTo>
                  <a:lnTo>
                    <a:pt x="1715503" y="2195088"/>
                  </a:lnTo>
                  <a:lnTo>
                    <a:pt x="1708635" y="2189569"/>
                  </a:lnTo>
                  <a:lnTo>
                    <a:pt x="1674823" y="2174208"/>
                  </a:lnTo>
                  <a:lnTo>
                    <a:pt x="1645264" y="2165546"/>
                  </a:lnTo>
                  <a:lnTo>
                    <a:pt x="1667950" y="2161647"/>
                  </a:lnTo>
                  <a:lnTo>
                    <a:pt x="1680254" y="2164676"/>
                  </a:lnTo>
                  <a:lnTo>
                    <a:pt x="1678787" y="2160027"/>
                  </a:lnTo>
                  <a:lnTo>
                    <a:pt x="1675826" y="2157075"/>
                  </a:lnTo>
                  <a:lnTo>
                    <a:pt x="1666121" y="2153334"/>
                  </a:lnTo>
                  <a:lnTo>
                    <a:pt x="1653759" y="2154757"/>
                  </a:lnTo>
                  <a:lnTo>
                    <a:pt x="1645951" y="2152998"/>
                  </a:lnTo>
                  <a:lnTo>
                    <a:pt x="1637967" y="2156706"/>
                  </a:lnTo>
                  <a:lnTo>
                    <a:pt x="1629218" y="2162218"/>
                  </a:lnTo>
                  <a:lnTo>
                    <a:pt x="1621430" y="2165057"/>
                  </a:lnTo>
                  <a:lnTo>
                    <a:pt x="1590951" y="2169026"/>
                  </a:lnTo>
                  <a:lnTo>
                    <a:pt x="1566234" y="2173332"/>
                  </a:lnTo>
                  <a:lnTo>
                    <a:pt x="1570197" y="2168785"/>
                  </a:lnTo>
                  <a:lnTo>
                    <a:pt x="1574424" y="2165863"/>
                  </a:lnTo>
                  <a:lnTo>
                    <a:pt x="1589028" y="2161418"/>
                  </a:lnTo>
                  <a:lnTo>
                    <a:pt x="1591214" y="2152178"/>
                  </a:lnTo>
                  <a:lnTo>
                    <a:pt x="1587783" y="2143281"/>
                  </a:lnTo>
                  <a:lnTo>
                    <a:pt x="1583938" y="2145415"/>
                  </a:lnTo>
                  <a:lnTo>
                    <a:pt x="1579902" y="2152369"/>
                  </a:lnTo>
                  <a:lnTo>
                    <a:pt x="1574952" y="2147358"/>
                  </a:lnTo>
                  <a:lnTo>
                    <a:pt x="1569469" y="2147384"/>
                  </a:lnTo>
                  <a:lnTo>
                    <a:pt x="1567980" y="2158446"/>
                  </a:lnTo>
                  <a:lnTo>
                    <a:pt x="1560952" y="2165863"/>
                  </a:lnTo>
                  <a:lnTo>
                    <a:pt x="1557779" y="2173332"/>
                  </a:lnTo>
                  <a:lnTo>
                    <a:pt x="1537170" y="2179180"/>
                  </a:lnTo>
                  <a:lnTo>
                    <a:pt x="1534530" y="2177231"/>
                  </a:lnTo>
                  <a:lnTo>
                    <a:pt x="1540560" y="2170137"/>
                  </a:lnTo>
                  <a:lnTo>
                    <a:pt x="1540080" y="2166194"/>
                  </a:lnTo>
                  <a:lnTo>
                    <a:pt x="1533202" y="2169578"/>
                  </a:lnTo>
                  <a:lnTo>
                    <a:pt x="1521667" y="2183022"/>
                  </a:lnTo>
                  <a:lnTo>
                    <a:pt x="1481059" y="2187423"/>
                  </a:lnTo>
                  <a:lnTo>
                    <a:pt x="1483276" y="2184368"/>
                  </a:lnTo>
                  <a:lnTo>
                    <a:pt x="1491849" y="2183759"/>
                  </a:lnTo>
                  <a:lnTo>
                    <a:pt x="1503885" y="2179504"/>
                  </a:lnTo>
                  <a:lnTo>
                    <a:pt x="1501451" y="2172341"/>
                  </a:lnTo>
                  <a:lnTo>
                    <a:pt x="1496810" y="2164466"/>
                  </a:lnTo>
                  <a:lnTo>
                    <a:pt x="1492526" y="2163590"/>
                  </a:lnTo>
                  <a:lnTo>
                    <a:pt x="1489700" y="2158973"/>
                  </a:lnTo>
                  <a:lnTo>
                    <a:pt x="1489839" y="2144425"/>
                  </a:lnTo>
                  <a:lnTo>
                    <a:pt x="1487100" y="2135921"/>
                  </a:lnTo>
                  <a:lnTo>
                    <a:pt x="1480491" y="2127171"/>
                  </a:lnTo>
                  <a:lnTo>
                    <a:pt x="1478258" y="2128853"/>
                  </a:lnTo>
                  <a:lnTo>
                    <a:pt x="1473395" y="2143815"/>
                  </a:lnTo>
                  <a:lnTo>
                    <a:pt x="1469354" y="2163438"/>
                  </a:lnTo>
                  <a:lnTo>
                    <a:pt x="1467354" y="2169775"/>
                  </a:lnTo>
                  <a:lnTo>
                    <a:pt x="1455314" y="2170220"/>
                  </a:lnTo>
                  <a:lnTo>
                    <a:pt x="1444658" y="2168880"/>
                  </a:lnTo>
                  <a:lnTo>
                    <a:pt x="1408442" y="2171236"/>
                  </a:lnTo>
                  <a:lnTo>
                    <a:pt x="1394913" y="2164587"/>
                  </a:lnTo>
                  <a:lnTo>
                    <a:pt x="1389301" y="2163311"/>
                  </a:lnTo>
                  <a:lnTo>
                    <a:pt x="1385885" y="2163463"/>
                  </a:lnTo>
                  <a:lnTo>
                    <a:pt x="1370134" y="2169559"/>
                  </a:lnTo>
                  <a:lnTo>
                    <a:pt x="1352186" y="2174227"/>
                  </a:lnTo>
                  <a:lnTo>
                    <a:pt x="1347959" y="2172760"/>
                  </a:lnTo>
                  <a:lnTo>
                    <a:pt x="1341929" y="2172544"/>
                  </a:lnTo>
                  <a:lnTo>
                    <a:pt x="1328916" y="2188433"/>
                  </a:lnTo>
                  <a:lnTo>
                    <a:pt x="1313573" y="2195869"/>
                  </a:lnTo>
                  <a:lnTo>
                    <a:pt x="1274862" y="2182501"/>
                  </a:lnTo>
                  <a:lnTo>
                    <a:pt x="1265234" y="2171750"/>
                  </a:lnTo>
                  <a:lnTo>
                    <a:pt x="1256687" y="2169451"/>
                  </a:lnTo>
                  <a:lnTo>
                    <a:pt x="1246176" y="2168124"/>
                  </a:lnTo>
                  <a:lnTo>
                    <a:pt x="1234884" y="2181352"/>
                  </a:lnTo>
                  <a:lnTo>
                    <a:pt x="1226306" y="2199203"/>
                  </a:lnTo>
                  <a:lnTo>
                    <a:pt x="1239861" y="2208989"/>
                  </a:lnTo>
                  <a:lnTo>
                    <a:pt x="1251462" y="2213669"/>
                  </a:lnTo>
                  <a:lnTo>
                    <a:pt x="1270635" y="2209745"/>
                  </a:lnTo>
                  <a:lnTo>
                    <a:pt x="1281234" y="2201083"/>
                  </a:lnTo>
                  <a:lnTo>
                    <a:pt x="1289890" y="2201368"/>
                  </a:lnTo>
                  <a:lnTo>
                    <a:pt x="1294029" y="2199609"/>
                  </a:lnTo>
                  <a:lnTo>
                    <a:pt x="1297806" y="2195088"/>
                  </a:lnTo>
                  <a:lnTo>
                    <a:pt x="1305207" y="2198657"/>
                  </a:lnTo>
                  <a:lnTo>
                    <a:pt x="1305470" y="2202232"/>
                  </a:lnTo>
                  <a:lnTo>
                    <a:pt x="1300215" y="2207268"/>
                  </a:lnTo>
                  <a:lnTo>
                    <a:pt x="1293595" y="2211510"/>
                  </a:lnTo>
                  <a:lnTo>
                    <a:pt x="1289579" y="2216508"/>
                  </a:lnTo>
                  <a:lnTo>
                    <a:pt x="1297135" y="2226580"/>
                  </a:lnTo>
                  <a:lnTo>
                    <a:pt x="1309000" y="2229964"/>
                  </a:lnTo>
                  <a:lnTo>
                    <a:pt x="1313465" y="2228504"/>
                  </a:lnTo>
                  <a:lnTo>
                    <a:pt x="1316229" y="2217181"/>
                  </a:lnTo>
                  <a:lnTo>
                    <a:pt x="1323526" y="2209891"/>
                  </a:lnTo>
                  <a:lnTo>
                    <a:pt x="1333443" y="2211466"/>
                  </a:lnTo>
                  <a:lnTo>
                    <a:pt x="1332032" y="2216038"/>
                  </a:lnTo>
                  <a:lnTo>
                    <a:pt x="1333422" y="2220356"/>
                  </a:lnTo>
                  <a:lnTo>
                    <a:pt x="1337980" y="2227729"/>
                  </a:lnTo>
                  <a:lnTo>
                    <a:pt x="1337458" y="2238290"/>
                  </a:lnTo>
                  <a:lnTo>
                    <a:pt x="1338342" y="2240836"/>
                  </a:lnTo>
                  <a:lnTo>
                    <a:pt x="1327655" y="2245497"/>
                  </a:lnTo>
                  <a:lnTo>
                    <a:pt x="1319692" y="2247079"/>
                  </a:lnTo>
                  <a:lnTo>
                    <a:pt x="1313320" y="2253181"/>
                  </a:lnTo>
                  <a:lnTo>
                    <a:pt x="1316658" y="2256725"/>
                  </a:lnTo>
                  <a:lnTo>
                    <a:pt x="1310168" y="2259837"/>
                  </a:lnTo>
                  <a:lnTo>
                    <a:pt x="1305780" y="2258592"/>
                  </a:lnTo>
                  <a:lnTo>
                    <a:pt x="1303574" y="2259741"/>
                  </a:lnTo>
                  <a:lnTo>
                    <a:pt x="1302912" y="2263488"/>
                  </a:lnTo>
                  <a:lnTo>
                    <a:pt x="1299558" y="2266968"/>
                  </a:lnTo>
                  <a:lnTo>
                    <a:pt x="1304437" y="2277453"/>
                  </a:lnTo>
                  <a:lnTo>
                    <a:pt x="1314436" y="2284298"/>
                  </a:lnTo>
                  <a:lnTo>
                    <a:pt x="1321490" y="2292878"/>
                  </a:lnTo>
                  <a:lnTo>
                    <a:pt x="1349851" y="2304175"/>
                  </a:lnTo>
                  <a:lnTo>
                    <a:pt x="1356724" y="2303851"/>
                  </a:lnTo>
                  <a:lnTo>
                    <a:pt x="1363488" y="2315225"/>
                  </a:lnTo>
                  <a:lnTo>
                    <a:pt x="1368940" y="2319136"/>
                  </a:lnTo>
                  <a:lnTo>
                    <a:pt x="1374191" y="2321124"/>
                  </a:lnTo>
                  <a:lnTo>
                    <a:pt x="1373591" y="2328948"/>
                  </a:lnTo>
                  <a:lnTo>
                    <a:pt x="1364263" y="2334676"/>
                  </a:lnTo>
                  <a:lnTo>
                    <a:pt x="1361742" y="2341509"/>
                  </a:lnTo>
                  <a:lnTo>
                    <a:pt x="1359395" y="2345351"/>
                  </a:lnTo>
                  <a:lnTo>
                    <a:pt x="1355189" y="2340486"/>
                  </a:lnTo>
                  <a:lnTo>
                    <a:pt x="1350869" y="2336962"/>
                  </a:lnTo>
                  <a:lnTo>
                    <a:pt x="1340869" y="2347681"/>
                  </a:lnTo>
                  <a:lnTo>
                    <a:pt x="1336048" y="2349936"/>
                  </a:lnTo>
                  <a:lnTo>
                    <a:pt x="1338440" y="2338378"/>
                  </a:lnTo>
                  <a:lnTo>
                    <a:pt x="1334663" y="2333850"/>
                  </a:lnTo>
                  <a:lnTo>
                    <a:pt x="1328952" y="2322261"/>
                  </a:lnTo>
                  <a:lnTo>
                    <a:pt x="1320632" y="2315091"/>
                  </a:lnTo>
                  <a:lnTo>
                    <a:pt x="1314772" y="2312716"/>
                  </a:lnTo>
                  <a:lnTo>
                    <a:pt x="1310209" y="2308182"/>
                  </a:lnTo>
                  <a:lnTo>
                    <a:pt x="1304685" y="2306347"/>
                  </a:lnTo>
                  <a:lnTo>
                    <a:pt x="1299972" y="2306817"/>
                  </a:lnTo>
                  <a:lnTo>
                    <a:pt x="1291993" y="2304175"/>
                  </a:lnTo>
                  <a:lnTo>
                    <a:pt x="1291466" y="2298009"/>
                  </a:lnTo>
                  <a:lnTo>
                    <a:pt x="1289254" y="2293392"/>
                  </a:lnTo>
                  <a:lnTo>
                    <a:pt x="1283011" y="2287943"/>
                  </a:lnTo>
                  <a:lnTo>
                    <a:pt x="1253183" y="2277649"/>
                  </a:lnTo>
                  <a:lnTo>
                    <a:pt x="1253002" y="2281910"/>
                  </a:lnTo>
                  <a:lnTo>
                    <a:pt x="1255069" y="2285117"/>
                  </a:lnTo>
                  <a:lnTo>
                    <a:pt x="1259353" y="2287251"/>
                  </a:lnTo>
                  <a:lnTo>
                    <a:pt x="1264480" y="2291404"/>
                  </a:lnTo>
                  <a:lnTo>
                    <a:pt x="1264433" y="2303705"/>
                  </a:lnTo>
                  <a:lnTo>
                    <a:pt x="1262216" y="2308912"/>
                  </a:lnTo>
                  <a:lnTo>
                    <a:pt x="1261265" y="2316330"/>
                  </a:lnTo>
                  <a:lnTo>
                    <a:pt x="1259291" y="2323868"/>
                  </a:lnTo>
                  <a:lnTo>
                    <a:pt x="1255643" y="2329811"/>
                  </a:lnTo>
                  <a:lnTo>
                    <a:pt x="1247499" y="2333863"/>
                  </a:lnTo>
                  <a:lnTo>
                    <a:pt x="1243907" y="2330472"/>
                  </a:lnTo>
                  <a:lnTo>
                    <a:pt x="1238099" y="2314240"/>
                  </a:lnTo>
                  <a:lnTo>
                    <a:pt x="1229887" y="2309128"/>
                  </a:lnTo>
                  <a:lnTo>
                    <a:pt x="1216839" y="2308525"/>
                  </a:lnTo>
                  <a:lnTo>
                    <a:pt x="1207976" y="2312195"/>
                  </a:lnTo>
                  <a:lnTo>
                    <a:pt x="1198317" y="2327919"/>
                  </a:lnTo>
                  <a:lnTo>
                    <a:pt x="1190535" y="2330491"/>
                  </a:lnTo>
                  <a:lnTo>
                    <a:pt x="1163895" y="2322343"/>
                  </a:lnTo>
                  <a:lnTo>
                    <a:pt x="1133478" y="2309928"/>
                  </a:lnTo>
                  <a:lnTo>
                    <a:pt x="1134263" y="2305794"/>
                  </a:lnTo>
                  <a:lnTo>
                    <a:pt x="1139049" y="2304467"/>
                  </a:lnTo>
                  <a:lnTo>
                    <a:pt x="1148227" y="2306163"/>
                  </a:lnTo>
                  <a:lnTo>
                    <a:pt x="1147741" y="2301902"/>
                  </a:lnTo>
                  <a:lnTo>
                    <a:pt x="1138361" y="2288032"/>
                  </a:lnTo>
                  <a:lnTo>
                    <a:pt x="1136641" y="2281771"/>
                  </a:lnTo>
                  <a:lnTo>
                    <a:pt x="1137850" y="2274131"/>
                  </a:lnTo>
                  <a:lnTo>
                    <a:pt x="1134791" y="2274303"/>
                  </a:lnTo>
                  <a:lnTo>
                    <a:pt x="1129158" y="2280717"/>
                  </a:lnTo>
                  <a:lnTo>
                    <a:pt x="1109763" y="2275281"/>
                  </a:lnTo>
                  <a:lnTo>
                    <a:pt x="1104410" y="2268784"/>
                  </a:lnTo>
                  <a:lnTo>
                    <a:pt x="1093015" y="2250476"/>
                  </a:lnTo>
                  <a:lnTo>
                    <a:pt x="1076933" y="2249879"/>
                  </a:lnTo>
                  <a:lnTo>
                    <a:pt x="1069657" y="2238779"/>
                  </a:lnTo>
                  <a:lnTo>
                    <a:pt x="1056515" y="2243427"/>
                  </a:lnTo>
                  <a:lnTo>
                    <a:pt x="1049859" y="2248571"/>
                  </a:lnTo>
                  <a:lnTo>
                    <a:pt x="1044009" y="2256541"/>
                  </a:lnTo>
                  <a:lnTo>
                    <a:pt x="1046288" y="2260675"/>
                  </a:lnTo>
                  <a:lnTo>
                    <a:pt x="1052117" y="2267241"/>
                  </a:lnTo>
                  <a:lnTo>
                    <a:pt x="1049456" y="2270410"/>
                  </a:lnTo>
                  <a:lnTo>
                    <a:pt x="1030744" y="2275090"/>
                  </a:lnTo>
                  <a:lnTo>
                    <a:pt x="987304" y="2269857"/>
                  </a:lnTo>
                  <a:lnTo>
                    <a:pt x="974601" y="2264968"/>
                  </a:lnTo>
                  <a:lnTo>
                    <a:pt x="957553" y="2254629"/>
                  </a:lnTo>
                  <a:lnTo>
                    <a:pt x="933921" y="2246202"/>
                  </a:lnTo>
                  <a:lnTo>
                    <a:pt x="922542" y="2244843"/>
                  </a:lnTo>
                  <a:lnTo>
                    <a:pt x="911400" y="2246513"/>
                  </a:lnTo>
                  <a:lnTo>
                    <a:pt x="878978" y="2247377"/>
                  </a:lnTo>
                  <a:lnTo>
                    <a:pt x="871454" y="2249619"/>
                  </a:lnTo>
                  <a:lnTo>
                    <a:pt x="865046" y="2253200"/>
                  </a:lnTo>
                  <a:lnTo>
                    <a:pt x="860891" y="2249238"/>
                  </a:lnTo>
                  <a:lnTo>
                    <a:pt x="858968" y="2242163"/>
                  </a:lnTo>
                  <a:lnTo>
                    <a:pt x="862731" y="2241014"/>
                  </a:lnTo>
                  <a:lnTo>
                    <a:pt x="866916" y="2236854"/>
                  </a:lnTo>
                  <a:lnTo>
                    <a:pt x="870694" y="2228631"/>
                  </a:lnTo>
                  <a:lnTo>
                    <a:pt x="871123" y="2223658"/>
                  </a:lnTo>
                  <a:lnTo>
                    <a:pt x="868482" y="2220413"/>
                  </a:lnTo>
                  <a:lnTo>
                    <a:pt x="863459" y="2220089"/>
                  </a:lnTo>
                  <a:lnTo>
                    <a:pt x="852364" y="2241516"/>
                  </a:lnTo>
                  <a:lnTo>
                    <a:pt x="858705" y="2253524"/>
                  </a:lnTo>
                  <a:lnTo>
                    <a:pt x="858271" y="2257855"/>
                  </a:lnTo>
                  <a:lnTo>
                    <a:pt x="836132" y="2260319"/>
                  </a:lnTo>
                  <a:lnTo>
                    <a:pt x="785881" y="2284495"/>
                  </a:lnTo>
                  <a:lnTo>
                    <a:pt x="766285" y="2297532"/>
                  </a:lnTo>
                  <a:lnTo>
                    <a:pt x="767288" y="2293144"/>
                  </a:lnTo>
                  <a:lnTo>
                    <a:pt x="790982" y="2276246"/>
                  </a:lnTo>
                  <a:lnTo>
                    <a:pt x="782615" y="2273661"/>
                  </a:lnTo>
                  <a:lnTo>
                    <a:pt x="769143" y="2277884"/>
                  </a:lnTo>
                  <a:lnTo>
                    <a:pt x="764311" y="2276259"/>
                  </a:lnTo>
                  <a:lnTo>
                    <a:pt x="770016" y="2262288"/>
                  </a:lnTo>
                  <a:lnTo>
                    <a:pt x="768156" y="2249968"/>
                  </a:lnTo>
                  <a:lnTo>
                    <a:pt x="758591" y="2249631"/>
                  </a:lnTo>
                  <a:lnTo>
                    <a:pt x="752498" y="2259468"/>
                  </a:lnTo>
                  <a:lnTo>
                    <a:pt x="748265" y="2259049"/>
                  </a:lnTo>
                  <a:lnTo>
                    <a:pt x="742720" y="2254832"/>
                  </a:lnTo>
                  <a:lnTo>
                    <a:pt x="738426" y="2256166"/>
                  </a:lnTo>
                  <a:lnTo>
                    <a:pt x="741604" y="2278456"/>
                  </a:lnTo>
                  <a:lnTo>
                    <a:pt x="747630" y="2287626"/>
                  </a:lnTo>
                  <a:lnTo>
                    <a:pt x="752668" y="2299317"/>
                  </a:lnTo>
                  <a:lnTo>
                    <a:pt x="738907" y="2313764"/>
                  </a:lnTo>
                  <a:lnTo>
                    <a:pt x="726127" y="2325684"/>
                  </a:lnTo>
                  <a:lnTo>
                    <a:pt x="724742" y="2337203"/>
                  </a:lnTo>
                  <a:lnTo>
                    <a:pt x="711900" y="2352209"/>
                  </a:lnTo>
                  <a:lnTo>
                    <a:pt x="699818" y="2360719"/>
                  </a:lnTo>
                  <a:lnTo>
                    <a:pt x="671432" y="2380723"/>
                  </a:lnTo>
                  <a:lnTo>
                    <a:pt x="663334" y="2385003"/>
                  </a:lnTo>
                  <a:lnTo>
                    <a:pt x="650523" y="2394287"/>
                  </a:lnTo>
                  <a:lnTo>
                    <a:pt x="632849" y="2401247"/>
                  </a:lnTo>
                  <a:lnTo>
                    <a:pt x="615904" y="2412297"/>
                  </a:lnTo>
                  <a:lnTo>
                    <a:pt x="610189" y="2413973"/>
                  </a:lnTo>
                  <a:lnTo>
                    <a:pt x="621010" y="2404619"/>
                  </a:lnTo>
                  <a:lnTo>
                    <a:pt x="633842" y="2395379"/>
                  </a:lnTo>
                  <a:lnTo>
                    <a:pt x="622834" y="2396643"/>
                  </a:lnTo>
                  <a:lnTo>
                    <a:pt x="605869" y="2392363"/>
                  </a:lnTo>
                  <a:lnTo>
                    <a:pt x="595487" y="2392115"/>
                  </a:lnTo>
                  <a:lnTo>
                    <a:pt x="595414" y="2395487"/>
                  </a:lnTo>
                  <a:lnTo>
                    <a:pt x="587518" y="2400250"/>
                  </a:lnTo>
                  <a:lnTo>
                    <a:pt x="579338" y="2393252"/>
                  </a:lnTo>
                  <a:lnTo>
                    <a:pt x="575772" y="2388546"/>
                  </a:lnTo>
                  <a:lnTo>
                    <a:pt x="574082" y="2384482"/>
                  </a:lnTo>
                  <a:lnTo>
                    <a:pt x="570609" y="2383498"/>
                  </a:lnTo>
                  <a:lnTo>
                    <a:pt x="567271" y="2385384"/>
                  </a:lnTo>
                  <a:lnTo>
                    <a:pt x="579482" y="2414005"/>
                  </a:lnTo>
                  <a:lnTo>
                    <a:pt x="584686" y="2415243"/>
                  </a:lnTo>
                  <a:lnTo>
                    <a:pt x="590443" y="2418088"/>
                  </a:lnTo>
                  <a:lnTo>
                    <a:pt x="583275" y="2424756"/>
                  </a:lnTo>
                  <a:lnTo>
                    <a:pt x="575560" y="2429817"/>
                  </a:lnTo>
                  <a:lnTo>
                    <a:pt x="563426" y="2433177"/>
                  </a:lnTo>
                  <a:lnTo>
                    <a:pt x="553142" y="2422730"/>
                  </a:lnTo>
                  <a:lnTo>
                    <a:pt x="550915" y="2435838"/>
                  </a:lnTo>
                  <a:lnTo>
                    <a:pt x="549613" y="2448926"/>
                  </a:lnTo>
                  <a:lnTo>
                    <a:pt x="546161" y="2452285"/>
                  </a:lnTo>
                  <a:lnTo>
                    <a:pt x="540647" y="2457073"/>
                  </a:lnTo>
                  <a:lnTo>
                    <a:pt x="537655" y="2453460"/>
                  </a:lnTo>
                  <a:lnTo>
                    <a:pt x="536234" y="2448399"/>
                  </a:lnTo>
                  <a:lnTo>
                    <a:pt x="532704" y="2452914"/>
                  </a:lnTo>
                  <a:lnTo>
                    <a:pt x="527536" y="2456305"/>
                  </a:lnTo>
                  <a:lnTo>
                    <a:pt x="519010" y="2456984"/>
                  </a:lnTo>
                  <a:lnTo>
                    <a:pt x="512612" y="2458794"/>
                  </a:lnTo>
                  <a:lnTo>
                    <a:pt x="512762" y="2464217"/>
                  </a:lnTo>
                  <a:lnTo>
                    <a:pt x="514224" y="2469666"/>
                  </a:lnTo>
                  <a:lnTo>
                    <a:pt x="525542" y="2465361"/>
                  </a:lnTo>
                  <a:lnTo>
                    <a:pt x="521438" y="2479376"/>
                  </a:lnTo>
                  <a:lnTo>
                    <a:pt x="511031" y="2493226"/>
                  </a:lnTo>
                  <a:lnTo>
                    <a:pt x="502550" y="2496497"/>
                  </a:lnTo>
                  <a:lnTo>
                    <a:pt x="489579" y="2494471"/>
                  </a:lnTo>
                  <a:lnTo>
                    <a:pt x="486375" y="2495861"/>
                  </a:lnTo>
                  <a:lnTo>
                    <a:pt x="483507" y="2498738"/>
                  </a:lnTo>
                  <a:lnTo>
                    <a:pt x="498618" y="2520406"/>
                  </a:lnTo>
                  <a:lnTo>
                    <a:pt x="488908" y="2553085"/>
                  </a:lnTo>
                  <a:lnTo>
                    <a:pt x="482701" y="2564928"/>
                  </a:lnTo>
                  <a:lnTo>
                    <a:pt x="478396" y="2566446"/>
                  </a:lnTo>
                  <a:lnTo>
                    <a:pt x="473730" y="2566789"/>
                  </a:lnTo>
                  <a:lnTo>
                    <a:pt x="456981" y="2556260"/>
                  </a:lnTo>
                  <a:lnTo>
                    <a:pt x="447845" y="2548119"/>
                  </a:lnTo>
                  <a:lnTo>
                    <a:pt x="455896" y="2570275"/>
                  </a:lnTo>
                  <a:lnTo>
                    <a:pt x="477833" y="2576746"/>
                  </a:lnTo>
                  <a:lnTo>
                    <a:pt x="478955" y="2585129"/>
                  </a:lnTo>
                  <a:lnTo>
                    <a:pt x="478831" y="2592292"/>
                  </a:lnTo>
                  <a:lnTo>
                    <a:pt x="474510" y="2600700"/>
                  </a:lnTo>
                  <a:lnTo>
                    <a:pt x="470469" y="2611870"/>
                  </a:lnTo>
                  <a:lnTo>
                    <a:pt x="473451" y="2619650"/>
                  </a:lnTo>
                  <a:lnTo>
                    <a:pt x="476913" y="2638885"/>
                  </a:lnTo>
                  <a:lnTo>
                    <a:pt x="479874" y="2647712"/>
                  </a:lnTo>
                  <a:lnTo>
                    <a:pt x="483130" y="2674492"/>
                  </a:lnTo>
                  <a:lnTo>
                    <a:pt x="486592" y="2686106"/>
                  </a:lnTo>
                  <a:lnTo>
                    <a:pt x="506535" y="2728851"/>
                  </a:lnTo>
                  <a:lnTo>
                    <a:pt x="513258" y="2729181"/>
                  </a:lnTo>
                  <a:lnTo>
                    <a:pt x="514338" y="2733811"/>
                  </a:lnTo>
                  <a:lnTo>
                    <a:pt x="513697" y="2742688"/>
                  </a:lnTo>
                  <a:lnTo>
                    <a:pt x="499352" y="2745273"/>
                  </a:lnTo>
                  <a:lnTo>
                    <a:pt x="493331" y="2749229"/>
                  </a:lnTo>
                  <a:lnTo>
                    <a:pt x="492158" y="2752665"/>
                  </a:lnTo>
                  <a:lnTo>
                    <a:pt x="491269" y="2754519"/>
                  </a:lnTo>
                  <a:lnTo>
                    <a:pt x="489419" y="2754348"/>
                  </a:lnTo>
                  <a:lnTo>
                    <a:pt x="482577" y="2751877"/>
                  </a:lnTo>
                  <a:lnTo>
                    <a:pt x="467022" y="2739735"/>
                  </a:lnTo>
                  <a:lnTo>
                    <a:pt x="444357" y="2732210"/>
                  </a:lnTo>
                  <a:lnTo>
                    <a:pt x="414575" y="2729295"/>
                  </a:lnTo>
                  <a:lnTo>
                    <a:pt x="394230" y="2723218"/>
                  </a:lnTo>
                  <a:lnTo>
                    <a:pt x="383321" y="2713959"/>
                  </a:lnTo>
                  <a:lnTo>
                    <a:pt x="371916" y="2708473"/>
                  </a:lnTo>
                  <a:lnTo>
                    <a:pt x="360019" y="2706745"/>
                  </a:lnTo>
                  <a:lnTo>
                    <a:pt x="350165" y="2701722"/>
                  </a:lnTo>
                  <a:lnTo>
                    <a:pt x="342351" y="2693403"/>
                  </a:lnTo>
                  <a:lnTo>
                    <a:pt x="330925" y="2688094"/>
                  </a:lnTo>
                  <a:lnTo>
                    <a:pt x="315887" y="2685789"/>
                  </a:lnTo>
                  <a:lnTo>
                    <a:pt x="306099" y="2679553"/>
                  </a:lnTo>
                  <a:lnTo>
                    <a:pt x="299293" y="2664306"/>
                  </a:lnTo>
                  <a:lnTo>
                    <a:pt x="299262" y="2664077"/>
                  </a:lnTo>
                  <a:lnTo>
                    <a:pt x="293170" y="2638586"/>
                  </a:lnTo>
                  <a:lnTo>
                    <a:pt x="285496" y="2622615"/>
                  </a:lnTo>
                  <a:lnTo>
                    <a:pt x="270561" y="2602853"/>
                  </a:lnTo>
                  <a:lnTo>
                    <a:pt x="269186" y="2600249"/>
                  </a:lnTo>
                  <a:lnTo>
                    <a:pt x="269062" y="2596998"/>
                  </a:lnTo>
                  <a:lnTo>
                    <a:pt x="270912" y="2585497"/>
                  </a:lnTo>
                  <a:lnTo>
                    <a:pt x="269336" y="2577229"/>
                  </a:lnTo>
                  <a:lnTo>
                    <a:pt x="264608" y="2570491"/>
                  </a:lnTo>
                  <a:lnTo>
                    <a:pt x="263522" y="2563360"/>
                  </a:lnTo>
                  <a:lnTo>
                    <a:pt x="266086" y="2555854"/>
                  </a:lnTo>
                  <a:lnTo>
                    <a:pt x="266251" y="2546836"/>
                  </a:lnTo>
                  <a:lnTo>
                    <a:pt x="264024" y="2536307"/>
                  </a:lnTo>
                  <a:lnTo>
                    <a:pt x="254500" y="2524921"/>
                  </a:lnTo>
                  <a:lnTo>
                    <a:pt x="237679" y="2512690"/>
                  </a:lnTo>
                  <a:lnTo>
                    <a:pt x="223349" y="2494826"/>
                  </a:lnTo>
                  <a:lnTo>
                    <a:pt x="211520" y="2471343"/>
                  </a:lnTo>
                  <a:lnTo>
                    <a:pt x="199820" y="2455073"/>
                  </a:lnTo>
                  <a:lnTo>
                    <a:pt x="188249" y="2446011"/>
                  </a:lnTo>
                  <a:lnTo>
                    <a:pt x="180338" y="2434949"/>
                  </a:lnTo>
                  <a:lnTo>
                    <a:pt x="176079" y="2421886"/>
                  </a:lnTo>
                  <a:lnTo>
                    <a:pt x="174824" y="2414303"/>
                  </a:lnTo>
                  <a:lnTo>
                    <a:pt x="176560" y="2412208"/>
                  </a:lnTo>
                  <a:lnTo>
                    <a:pt x="169449" y="2397684"/>
                  </a:lnTo>
                  <a:lnTo>
                    <a:pt x="153491" y="2370746"/>
                  </a:lnTo>
                  <a:lnTo>
                    <a:pt x="144324" y="2351047"/>
                  </a:lnTo>
                  <a:lnTo>
                    <a:pt x="141962" y="2338594"/>
                  </a:lnTo>
                  <a:lnTo>
                    <a:pt x="131807" y="2323772"/>
                  </a:lnTo>
                  <a:lnTo>
                    <a:pt x="113865" y="2306582"/>
                  </a:lnTo>
                  <a:lnTo>
                    <a:pt x="104108" y="2295399"/>
                  </a:lnTo>
                  <a:lnTo>
                    <a:pt x="101711" y="2287632"/>
                  </a:lnTo>
                  <a:lnTo>
                    <a:pt x="73712" y="2265044"/>
                  </a:lnTo>
                  <a:lnTo>
                    <a:pt x="65578" y="2250933"/>
                  </a:lnTo>
                  <a:lnTo>
                    <a:pt x="59227" y="2246475"/>
                  </a:lnTo>
                  <a:lnTo>
                    <a:pt x="51935" y="2246958"/>
                  </a:lnTo>
                  <a:lnTo>
                    <a:pt x="48194" y="2245605"/>
                  </a:lnTo>
                  <a:lnTo>
                    <a:pt x="48008" y="2242417"/>
                  </a:lnTo>
                  <a:lnTo>
                    <a:pt x="45646" y="2242265"/>
                  </a:lnTo>
                  <a:lnTo>
                    <a:pt x="41104" y="2245161"/>
                  </a:lnTo>
                  <a:lnTo>
                    <a:pt x="26210" y="2245745"/>
                  </a:lnTo>
                  <a:lnTo>
                    <a:pt x="961" y="2244024"/>
                  </a:lnTo>
                  <a:lnTo>
                    <a:pt x="0" y="2243821"/>
                  </a:lnTo>
                  <a:lnTo>
                    <a:pt x="0" y="0"/>
                  </a:lnTo>
                  <a:lnTo>
                    <a:pt x="1773799" y="0"/>
                  </a:lnTo>
                  <a:lnTo>
                    <a:pt x="1791779" y="9112"/>
                  </a:lnTo>
                  <a:lnTo>
                    <a:pt x="1812321" y="19521"/>
                  </a:lnTo>
                  <a:lnTo>
                    <a:pt x="1817499" y="36825"/>
                  </a:lnTo>
                  <a:lnTo>
                    <a:pt x="1822542" y="53673"/>
                  </a:lnTo>
                  <a:lnTo>
                    <a:pt x="1834568" y="65904"/>
                  </a:lnTo>
                  <a:lnTo>
                    <a:pt x="1845575" y="77074"/>
                  </a:lnTo>
                  <a:lnTo>
                    <a:pt x="1851947" y="76490"/>
                  </a:lnTo>
                  <a:lnTo>
                    <a:pt x="1858412" y="71772"/>
                  </a:lnTo>
                  <a:lnTo>
                    <a:pt x="1862515" y="69498"/>
                  </a:lnTo>
                  <a:lnTo>
                    <a:pt x="1869393" y="69123"/>
                  </a:lnTo>
                  <a:lnTo>
                    <a:pt x="1884690" y="65085"/>
                  </a:lnTo>
                  <a:lnTo>
                    <a:pt x="1889211" y="65967"/>
                  </a:lnTo>
                  <a:lnTo>
                    <a:pt x="1891780" y="67987"/>
                  </a:lnTo>
                  <a:lnTo>
                    <a:pt x="1891992" y="71149"/>
                  </a:lnTo>
                  <a:lnTo>
                    <a:pt x="1891470" y="73664"/>
                  </a:lnTo>
                  <a:lnTo>
                    <a:pt x="1889103" y="78713"/>
                  </a:lnTo>
                  <a:lnTo>
                    <a:pt x="1892839" y="88333"/>
                  </a:lnTo>
                  <a:lnTo>
                    <a:pt x="1893625" y="99021"/>
                  </a:lnTo>
                  <a:lnTo>
                    <a:pt x="1895676" y="107099"/>
                  </a:lnTo>
                  <a:lnTo>
                    <a:pt x="1901939" y="117437"/>
                  </a:lnTo>
                  <a:lnTo>
                    <a:pt x="1907381" y="125515"/>
                  </a:lnTo>
                  <a:lnTo>
                    <a:pt x="1914233" y="127077"/>
                  </a:lnTo>
                  <a:lnTo>
                    <a:pt x="1930093" y="122372"/>
                  </a:lnTo>
                  <a:lnTo>
                    <a:pt x="1940031" y="120593"/>
                  </a:lnTo>
                  <a:lnTo>
                    <a:pt x="1945674" y="121362"/>
                  </a:lnTo>
                  <a:lnTo>
                    <a:pt x="1955327" y="128925"/>
                  </a:lnTo>
                  <a:lnTo>
                    <a:pt x="1960050" y="133472"/>
                  </a:lnTo>
                  <a:lnTo>
                    <a:pt x="1961177" y="137250"/>
                  </a:lnTo>
                  <a:lnTo>
                    <a:pt x="1948139" y="160340"/>
                  </a:lnTo>
                  <a:lnTo>
                    <a:pt x="1968815" y="171797"/>
                  </a:lnTo>
                  <a:lnTo>
                    <a:pt x="1991889" y="184320"/>
                  </a:lnTo>
                  <a:lnTo>
                    <a:pt x="2019402" y="199249"/>
                  </a:lnTo>
                  <a:lnTo>
                    <a:pt x="2036223" y="208388"/>
                  </a:lnTo>
                  <a:lnTo>
                    <a:pt x="2058377" y="221438"/>
                  </a:lnTo>
                  <a:lnTo>
                    <a:pt x="2062170" y="240032"/>
                  </a:lnTo>
                  <a:lnTo>
                    <a:pt x="2065364" y="255723"/>
                  </a:lnTo>
                  <a:lnTo>
                    <a:pt x="2069436" y="277600"/>
                  </a:lnTo>
                  <a:lnTo>
                    <a:pt x="2073585" y="299916"/>
                  </a:lnTo>
                  <a:lnTo>
                    <a:pt x="2077725" y="322148"/>
                  </a:lnTo>
                  <a:lnTo>
                    <a:pt x="2082112" y="345746"/>
                  </a:lnTo>
                  <a:lnTo>
                    <a:pt x="2086934" y="371669"/>
                  </a:lnTo>
                  <a:lnTo>
                    <a:pt x="2091218" y="394676"/>
                  </a:lnTo>
                  <a:lnTo>
                    <a:pt x="2095894" y="419792"/>
                  </a:lnTo>
                  <a:lnTo>
                    <a:pt x="2102111" y="452477"/>
                  </a:lnTo>
                  <a:lnTo>
                    <a:pt x="2096551" y="465070"/>
                  </a:lnTo>
                  <a:lnTo>
                    <a:pt x="2084443" y="492491"/>
                  </a:lnTo>
                  <a:lnTo>
                    <a:pt x="2073498" y="517277"/>
                  </a:lnTo>
                  <a:lnTo>
                    <a:pt x="2072541" y="524465"/>
                  </a:lnTo>
                  <a:lnTo>
                    <a:pt x="2065017" y="560606"/>
                  </a:lnTo>
                  <a:lnTo>
                    <a:pt x="2058987" y="575535"/>
                  </a:lnTo>
                  <a:lnTo>
                    <a:pt x="2048424" y="584204"/>
                  </a:lnTo>
                  <a:lnTo>
                    <a:pt x="2037938" y="592605"/>
                  </a:lnTo>
                  <a:lnTo>
                    <a:pt x="2024859" y="606684"/>
                  </a:lnTo>
                  <a:lnTo>
                    <a:pt x="2010472" y="613638"/>
                  </a:lnTo>
                  <a:lnTo>
                    <a:pt x="2003123" y="617727"/>
                  </a:lnTo>
                  <a:lnTo>
                    <a:pt x="1999273" y="624179"/>
                  </a:lnTo>
                  <a:lnTo>
                    <a:pt x="1995026" y="638322"/>
                  </a:lnTo>
                  <a:lnTo>
                    <a:pt x="1995842" y="659919"/>
                  </a:lnTo>
                  <a:lnTo>
                    <a:pt x="2007692" y="678507"/>
                  </a:lnTo>
                  <a:lnTo>
                    <a:pt x="2025024" y="688902"/>
                  </a:lnTo>
                  <a:lnTo>
                    <a:pt x="2043669" y="699025"/>
                  </a:lnTo>
                  <a:lnTo>
                    <a:pt x="2070232" y="699069"/>
                  </a:lnTo>
                  <a:lnTo>
                    <a:pt x="2094122" y="685562"/>
                  </a:lnTo>
                  <a:lnTo>
                    <a:pt x="2119433" y="671255"/>
                  </a:lnTo>
                  <a:lnTo>
                    <a:pt x="2142001" y="658497"/>
                  </a:lnTo>
                  <a:lnTo>
                    <a:pt x="2168842" y="643326"/>
                  </a:lnTo>
                  <a:lnTo>
                    <a:pt x="2193151" y="629577"/>
                  </a:lnTo>
                  <a:lnTo>
                    <a:pt x="2219548" y="624637"/>
                  </a:lnTo>
                  <a:lnTo>
                    <a:pt x="2256125" y="617797"/>
                  </a:lnTo>
                  <a:lnTo>
                    <a:pt x="2302169" y="609180"/>
                  </a:lnTo>
                  <a:lnTo>
                    <a:pt x="2324587" y="599368"/>
                  </a:lnTo>
                  <a:lnTo>
                    <a:pt x="2353557" y="586687"/>
                  </a:lnTo>
                  <a:lnTo>
                    <a:pt x="2386977" y="572055"/>
                  </a:lnTo>
                  <a:lnTo>
                    <a:pt x="2415818" y="559431"/>
                  </a:lnTo>
                  <a:lnTo>
                    <a:pt x="2430319" y="552433"/>
                  </a:lnTo>
                  <a:lnTo>
                    <a:pt x="2440633" y="544450"/>
                  </a:lnTo>
                  <a:lnTo>
                    <a:pt x="2443191" y="538544"/>
                  </a:lnTo>
                  <a:lnTo>
                    <a:pt x="2442582" y="535153"/>
                  </a:lnTo>
                  <a:lnTo>
                    <a:pt x="2439920" y="531756"/>
                  </a:lnTo>
                  <a:lnTo>
                    <a:pt x="2436241" y="529247"/>
                  </a:lnTo>
                  <a:lnTo>
                    <a:pt x="2432970" y="527114"/>
                  </a:lnTo>
                  <a:lnTo>
                    <a:pt x="2431435" y="524472"/>
                  </a:lnTo>
                  <a:lnTo>
                    <a:pt x="2431130" y="518693"/>
                  </a:lnTo>
                  <a:lnTo>
                    <a:pt x="2429125" y="515372"/>
                  </a:lnTo>
                  <a:lnTo>
                    <a:pt x="2427213" y="512927"/>
                  </a:lnTo>
                  <a:lnTo>
                    <a:pt x="2427936" y="490561"/>
                  </a:lnTo>
                  <a:lnTo>
                    <a:pt x="2425414" y="483626"/>
                  </a:lnTo>
                  <a:lnTo>
                    <a:pt x="2416014" y="466048"/>
                  </a:lnTo>
                  <a:lnTo>
                    <a:pt x="2433941" y="458167"/>
                  </a:lnTo>
                  <a:lnTo>
                    <a:pt x="2450550" y="450858"/>
                  </a:lnTo>
                  <a:lnTo>
                    <a:pt x="2463795" y="445448"/>
                  </a:lnTo>
                  <a:lnTo>
                    <a:pt x="2491541" y="444597"/>
                  </a:lnTo>
                  <a:lnTo>
                    <a:pt x="2517307" y="444705"/>
                  </a:lnTo>
                  <a:lnTo>
                    <a:pt x="2552820" y="444851"/>
                  </a:lnTo>
                  <a:lnTo>
                    <a:pt x="2582741" y="444971"/>
                  </a:lnTo>
                  <a:lnTo>
                    <a:pt x="2617649" y="445117"/>
                  </a:lnTo>
                  <a:lnTo>
                    <a:pt x="2638113" y="445200"/>
                  </a:lnTo>
                  <a:lnTo>
                    <a:pt x="2664928" y="444946"/>
                  </a:lnTo>
                  <a:lnTo>
                    <a:pt x="2677997" y="424656"/>
                  </a:lnTo>
                  <a:lnTo>
                    <a:pt x="2689676" y="406513"/>
                  </a:lnTo>
                  <a:lnTo>
                    <a:pt x="2702539" y="389177"/>
                  </a:lnTo>
                  <a:lnTo>
                    <a:pt x="2725406" y="368824"/>
                  </a:lnTo>
                  <a:lnTo>
                    <a:pt x="2732047" y="365166"/>
                  </a:lnTo>
                  <a:lnTo>
                    <a:pt x="2735710" y="357139"/>
                  </a:lnTo>
                  <a:lnTo>
                    <a:pt x="2749570" y="349512"/>
                  </a:lnTo>
                  <a:lnTo>
                    <a:pt x="2764841" y="342438"/>
                  </a:lnTo>
                  <a:lnTo>
                    <a:pt x="2770830" y="335802"/>
                  </a:lnTo>
                  <a:lnTo>
                    <a:pt x="2773729" y="332023"/>
                  </a:lnTo>
                  <a:lnTo>
                    <a:pt x="2815076" y="296232"/>
                  </a:lnTo>
                  <a:lnTo>
                    <a:pt x="2838559" y="279702"/>
                  </a:lnTo>
                  <a:lnTo>
                    <a:pt x="2857953" y="270501"/>
                  </a:lnTo>
                  <a:lnTo>
                    <a:pt x="2872717" y="266106"/>
                  </a:lnTo>
                  <a:lnTo>
                    <a:pt x="2882686" y="266735"/>
                  </a:lnTo>
                  <a:lnTo>
                    <a:pt x="2888355" y="266113"/>
                  </a:lnTo>
                  <a:close/>
                </a:path>
              </a:pathLst>
            </a:custGeom>
            <a:solidFill>
              <a:srgbClr val="FFEFDB">
                <a:alpha val="100000"/>
              </a:srgbClr>
            </a:solidFill>
            <a:ln w="5420" cap="flat">
              <a:solidFill>
                <a:srgbClr val="5959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68" name="pg3868"/>
            <p:cNvSpPr/>
            <p:nvPr/>
          </p:nvSpPr>
          <p:spPr>
            <a:xfrm>
              <a:off x="5359282" y="3307053"/>
              <a:ext cx="225302" cy="75760"/>
            </a:xfrm>
            <a:custGeom>
              <a:avLst/>
              <a:pathLst>
                <a:path w="225302" h="75760">
                  <a:moveTo>
                    <a:pt x="153584" y="30132"/>
                  </a:moveTo>
                  <a:lnTo>
                    <a:pt x="160385" y="30983"/>
                  </a:lnTo>
                  <a:lnTo>
                    <a:pt x="166235" y="28513"/>
                  </a:lnTo>
                  <a:lnTo>
                    <a:pt x="171775" y="23521"/>
                  </a:lnTo>
                  <a:lnTo>
                    <a:pt x="184637" y="16771"/>
                  </a:lnTo>
                  <a:lnTo>
                    <a:pt x="195598" y="13818"/>
                  </a:lnTo>
                  <a:lnTo>
                    <a:pt x="199050" y="13208"/>
                  </a:lnTo>
                  <a:lnTo>
                    <a:pt x="204275" y="17946"/>
                  </a:lnTo>
                  <a:lnTo>
                    <a:pt x="214641" y="14142"/>
                  </a:lnTo>
                  <a:lnTo>
                    <a:pt x="225302" y="12008"/>
                  </a:lnTo>
                  <a:lnTo>
                    <a:pt x="179185" y="33669"/>
                  </a:lnTo>
                  <a:lnTo>
                    <a:pt x="169754" y="36108"/>
                  </a:lnTo>
                  <a:lnTo>
                    <a:pt x="156261" y="42560"/>
                  </a:lnTo>
                  <a:lnTo>
                    <a:pt x="143507" y="47132"/>
                  </a:lnTo>
                  <a:lnTo>
                    <a:pt x="134324" y="48796"/>
                  </a:lnTo>
                  <a:lnTo>
                    <a:pt x="88662" y="64875"/>
                  </a:lnTo>
                  <a:lnTo>
                    <a:pt x="85040" y="65224"/>
                  </a:lnTo>
                  <a:lnTo>
                    <a:pt x="81122" y="63656"/>
                  </a:lnTo>
                  <a:lnTo>
                    <a:pt x="43512" y="71937"/>
                  </a:lnTo>
                  <a:lnTo>
                    <a:pt x="28076" y="72870"/>
                  </a:lnTo>
                  <a:lnTo>
                    <a:pt x="14020" y="75760"/>
                  </a:lnTo>
                  <a:lnTo>
                    <a:pt x="24417" y="69092"/>
                  </a:lnTo>
                  <a:lnTo>
                    <a:pt x="24644" y="66596"/>
                  </a:lnTo>
                  <a:lnTo>
                    <a:pt x="22159" y="64646"/>
                  </a:lnTo>
                  <a:lnTo>
                    <a:pt x="16598" y="65212"/>
                  </a:lnTo>
                  <a:lnTo>
                    <a:pt x="10903" y="72076"/>
                  </a:lnTo>
                  <a:lnTo>
                    <a:pt x="1813" y="74369"/>
                  </a:lnTo>
                  <a:lnTo>
                    <a:pt x="0" y="66895"/>
                  </a:lnTo>
                  <a:lnTo>
                    <a:pt x="3033" y="61109"/>
                  </a:lnTo>
                  <a:lnTo>
                    <a:pt x="7141" y="55623"/>
                  </a:lnTo>
                  <a:lnTo>
                    <a:pt x="16169" y="46999"/>
                  </a:lnTo>
                  <a:lnTo>
                    <a:pt x="29083" y="41531"/>
                  </a:lnTo>
                  <a:lnTo>
                    <a:pt x="35646" y="36806"/>
                  </a:lnTo>
                  <a:lnTo>
                    <a:pt x="40194" y="40966"/>
                  </a:lnTo>
                  <a:lnTo>
                    <a:pt x="41191" y="35346"/>
                  </a:lnTo>
                  <a:lnTo>
                    <a:pt x="44690" y="32101"/>
                  </a:lnTo>
                  <a:lnTo>
                    <a:pt x="48493" y="30354"/>
                  </a:lnTo>
                  <a:lnTo>
                    <a:pt x="57640" y="30310"/>
                  </a:lnTo>
                  <a:lnTo>
                    <a:pt x="62565" y="29427"/>
                  </a:lnTo>
                  <a:lnTo>
                    <a:pt x="66126" y="27560"/>
                  </a:lnTo>
                  <a:lnTo>
                    <a:pt x="69779" y="27211"/>
                  </a:lnTo>
                  <a:lnTo>
                    <a:pt x="79784" y="29757"/>
                  </a:lnTo>
                  <a:lnTo>
                    <a:pt x="89556" y="29027"/>
                  </a:lnTo>
                  <a:lnTo>
                    <a:pt x="97447" y="25509"/>
                  </a:lnTo>
                  <a:lnTo>
                    <a:pt x="105648" y="24328"/>
                  </a:lnTo>
                  <a:lnTo>
                    <a:pt x="127343" y="23534"/>
                  </a:lnTo>
                  <a:lnTo>
                    <a:pt x="148902" y="20962"/>
                  </a:lnTo>
                  <a:lnTo>
                    <a:pt x="157522" y="16390"/>
                  </a:lnTo>
                  <a:lnTo>
                    <a:pt x="175630" y="3575"/>
                  </a:lnTo>
                  <a:lnTo>
                    <a:pt x="186048" y="0"/>
                  </a:lnTo>
                  <a:lnTo>
                    <a:pt x="169826" y="14891"/>
                  </a:lnTo>
                  <a:lnTo>
                    <a:pt x="161108" y="21718"/>
                  </a:lnTo>
                  <a:close/>
                </a:path>
              </a:pathLst>
            </a:custGeom>
            <a:solidFill>
              <a:srgbClr val="FFEFDB">
                <a:alpha val="100000"/>
              </a:srgbClr>
            </a:solidFill>
            <a:ln w="5420" cap="flat">
              <a:solidFill>
                <a:srgbClr val="5959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69" name="pg3869"/>
            <p:cNvSpPr/>
            <p:nvPr/>
          </p:nvSpPr>
          <p:spPr>
            <a:xfrm>
              <a:off x="5954108" y="2877417"/>
              <a:ext cx="23756" cy="26893"/>
            </a:xfrm>
            <a:custGeom>
              <a:avLst/>
              <a:pathLst>
                <a:path w="23756" h="26893">
                  <a:moveTo>
                    <a:pt x="17596" y="18663"/>
                  </a:moveTo>
                  <a:lnTo>
                    <a:pt x="10841" y="17558"/>
                  </a:lnTo>
                  <a:lnTo>
                    <a:pt x="10981" y="24423"/>
                  </a:lnTo>
                  <a:lnTo>
                    <a:pt x="10226" y="26893"/>
                  </a:lnTo>
                  <a:lnTo>
                    <a:pt x="2744" y="23363"/>
                  </a:lnTo>
                  <a:lnTo>
                    <a:pt x="0" y="21089"/>
                  </a:lnTo>
                  <a:lnTo>
                    <a:pt x="237" y="11995"/>
                  </a:lnTo>
                  <a:lnTo>
                    <a:pt x="6847" y="3397"/>
                  </a:lnTo>
                  <a:lnTo>
                    <a:pt x="11885" y="0"/>
                  </a:lnTo>
                  <a:lnTo>
                    <a:pt x="18381" y="2355"/>
                  </a:lnTo>
                  <a:lnTo>
                    <a:pt x="23368" y="11983"/>
                  </a:lnTo>
                  <a:lnTo>
                    <a:pt x="23756" y="16129"/>
                  </a:lnTo>
                  <a:close/>
                </a:path>
              </a:pathLst>
            </a:custGeom>
            <a:solidFill>
              <a:srgbClr val="FFEFDB">
                <a:alpha val="100000"/>
              </a:srgbClr>
            </a:solidFill>
            <a:ln w="5420" cap="flat">
              <a:solidFill>
                <a:srgbClr val="5959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70" name="pg3870"/>
            <p:cNvSpPr/>
            <p:nvPr/>
          </p:nvSpPr>
          <p:spPr>
            <a:xfrm>
              <a:off x="5337706" y="3371376"/>
              <a:ext cx="17833" cy="18174"/>
            </a:xfrm>
            <a:custGeom>
              <a:avLst/>
              <a:pathLst>
                <a:path w="17833" h="18174">
                  <a:moveTo>
                    <a:pt x="0" y="18174"/>
                  </a:moveTo>
                  <a:lnTo>
                    <a:pt x="5048" y="5702"/>
                  </a:lnTo>
                  <a:lnTo>
                    <a:pt x="14330" y="0"/>
                  </a:lnTo>
                  <a:lnTo>
                    <a:pt x="17689" y="1187"/>
                  </a:lnTo>
                  <a:lnTo>
                    <a:pt x="17833" y="5594"/>
                  </a:lnTo>
                  <a:lnTo>
                    <a:pt x="16531" y="9360"/>
                  </a:lnTo>
                  <a:lnTo>
                    <a:pt x="10304" y="15164"/>
                  </a:lnTo>
                  <a:lnTo>
                    <a:pt x="5054" y="17635"/>
                  </a:lnTo>
                  <a:close/>
                </a:path>
              </a:pathLst>
            </a:custGeom>
            <a:solidFill>
              <a:srgbClr val="FFEFDB">
                <a:alpha val="100000"/>
              </a:srgbClr>
            </a:solidFill>
            <a:ln w="5420" cap="flat">
              <a:solidFill>
                <a:srgbClr val="5959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71" name="pg3871"/>
            <p:cNvSpPr/>
            <p:nvPr/>
          </p:nvSpPr>
          <p:spPr>
            <a:xfrm>
              <a:off x="5698253" y="3267490"/>
              <a:ext cx="33791" cy="16879"/>
            </a:xfrm>
            <a:custGeom>
              <a:avLst/>
              <a:pathLst>
                <a:path w="33791" h="16879">
                  <a:moveTo>
                    <a:pt x="4645" y="16879"/>
                  </a:moveTo>
                  <a:lnTo>
                    <a:pt x="0" y="12776"/>
                  </a:lnTo>
                  <a:lnTo>
                    <a:pt x="7270" y="10878"/>
                  </a:lnTo>
                  <a:lnTo>
                    <a:pt x="16454" y="1130"/>
                  </a:lnTo>
                  <a:lnTo>
                    <a:pt x="22562" y="0"/>
                  </a:lnTo>
                  <a:lnTo>
                    <a:pt x="32158" y="5518"/>
                  </a:lnTo>
                  <a:lnTo>
                    <a:pt x="33791" y="10522"/>
                  </a:lnTo>
                  <a:close/>
                </a:path>
              </a:pathLst>
            </a:custGeom>
            <a:solidFill>
              <a:srgbClr val="FFEFDB">
                <a:alpha val="100000"/>
              </a:srgbClr>
            </a:solidFill>
            <a:ln w="5420" cap="flat">
              <a:solidFill>
                <a:srgbClr val="5959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72" name="pg3872"/>
            <p:cNvSpPr/>
            <p:nvPr/>
          </p:nvSpPr>
          <p:spPr>
            <a:xfrm>
              <a:off x="5643532" y="3241859"/>
              <a:ext cx="12087" cy="24671"/>
            </a:xfrm>
            <a:custGeom>
              <a:avLst/>
              <a:pathLst>
                <a:path w="12087" h="24671">
                  <a:moveTo>
                    <a:pt x="5855" y="24671"/>
                  </a:moveTo>
                  <a:lnTo>
                    <a:pt x="0" y="24048"/>
                  </a:lnTo>
                  <a:lnTo>
                    <a:pt x="2971" y="19248"/>
                  </a:lnTo>
                  <a:lnTo>
                    <a:pt x="4103" y="12199"/>
                  </a:lnTo>
                  <a:lnTo>
                    <a:pt x="6991" y="4457"/>
                  </a:lnTo>
                  <a:lnTo>
                    <a:pt x="8655" y="2089"/>
                  </a:lnTo>
                  <a:lnTo>
                    <a:pt x="12087" y="0"/>
                  </a:lnTo>
                  <a:lnTo>
                    <a:pt x="11095" y="21115"/>
                  </a:lnTo>
                  <a:close/>
                </a:path>
              </a:pathLst>
            </a:custGeom>
            <a:solidFill>
              <a:srgbClr val="FFEFDB">
                <a:alpha val="100000"/>
              </a:srgbClr>
            </a:solidFill>
            <a:ln w="5420" cap="flat">
              <a:solidFill>
                <a:srgbClr val="5959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73" name="pg3873"/>
            <p:cNvSpPr/>
            <p:nvPr/>
          </p:nvSpPr>
          <p:spPr>
            <a:xfrm>
              <a:off x="5761346" y="3275262"/>
              <a:ext cx="27001" cy="19248"/>
            </a:xfrm>
            <a:custGeom>
              <a:avLst/>
              <a:pathLst>
                <a:path w="27001" h="19248">
                  <a:moveTo>
                    <a:pt x="18836" y="19248"/>
                  </a:moveTo>
                  <a:lnTo>
                    <a:pt x="0" y="14453"/>
                  </a:lnTo>
                  <a:lnTo>
                    <a:pt x="15498" y="10389"/>
                  </a:lnTo>
                  <a:lnTo>
                    <a:pt x="18030" y="8973"/>
                  </a:lnTo>
                  <a:lnTo>
                    <a:pt x="20050" y="2997"/>
                  </a:lnTo>
                  <a:lnTo>
                    <a:pt x="20303" y="0"/>
                  </a:lnTo>
                  <a:lnTo>
                    <a:pt x="26190" y="12853"/>
                  </a:lnTo>
                  <a:lnTo>
                    <a:pt x="27001" y="17152"/>
                  </a:lnTo>
                  <a:close/>
                </a:path>
              </a:pathLst>
            </a:custGeom>
            <a:solidFill>
              <a:srgbClr val="FFEFDB">
                <a:alpha val="100000"/>
              </a:srgbClr>
            </a:solidFill>
            <a:ln w="5420" cap="flat">
              <a:solidFill>
                <a:srgbClr val="5959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74" name="pg3874"/>
            <p:cNvSpPr/>
            <p:nvPr/>
          </p:nvSpPr>
          <p:spPr>
            <a:xfrm>
              <a:off x="5180933" y="3984239"/>
              <a:ext cx="8624" cy="14377"/>
            </a:xfrm>
            <a:custGeom>
              <a:avLst/>
              <a:pathLst>
                <a:path w="8624" h="14377">
                  <a:moveTo>
                    <a:pt x="7028" y="14377"/>
                  </a:moveTo>
                  <a:lnTo>
                    <a:pt x="0" y="0"/>
                  </a:lnTo>
                  <a:lnTo>
                    <a:pt x="7229" y="4648"/>
                  </a:lnTo>
                  <a:lnTo>
                    <a:pt x="8521" y="8515"/>
                  </a:lnTo>
                  <a:lnTo>
                    <a:pt x="8624" y="11735"/>
                  </a:lnTo>
                  <a:close/>
                </a:path>
              </a:pathLst>
            </a:custGeom>
            <a:solidFill>
              <a:srgbClr val="FFEFDB">
                <a:alpha val="100000"/>
              </a:srgbClr>
            </a:solidFill>
            <a:ln w="5420" cap="flat">
              <a:solidFill>
                <a:srgbClr val="5959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75" name="pg3875"/>
            <p:cNvSpPr/>
            <p:nvPr/>
          </p:nvSpPr>
          <p:spPr>
            <a:xfrm>
              <a:off x="5183801" y="4007259"/>
              <a:ext cx="24727" cy="72349"/>
            </a:xfrm>
            <a:custGeom>
              <a:avLst/>
              <a:pathLst>
                <a:path w="24727" h="72349">
                  <a:moveTo>
                    <a:pt x="1250" y="72349"/>
                  </a:moveTo>
                  <a:lnTo>
                    <a:pt x="0" y="71213"/>
                  </a:lnTo>
                  <a:lnTo>
                    <a:pt x="16267" y="63796"/>
                  </a:lnTo>
                  <a:lnTo>
                    <a:pt x="21399" y="37670"/>
                  </a:lnTo>
                  <a:lnTo>
                    <a:pt x="22102" y="25623"/>
                  </a:lnTo>
                  <a:lnTo>
                    <a:pt x="19663" y="4388"/>
                  </a:lnTo>
                  <a:lnTo>
                    <a:pt x="19745" y="0"/>
                  </a:lnTo>
                  <a:lnTo>
                    <a:pt x="22391" y="6845"/>
                  </a:lnTo>
                  <a:lnTo>
                    <a:pt x="24727" y="26658"/>
                  </a:lnTo>
                  <a:lnTo>
                    <a:pt x="23849" y="41683"/>
                  </a:lnTo>
                  <a:lnTo>
                    <a:pt x="19130" y="63573"/>
                  </a:lnTo>
                  <a:lnTo>
                    <a:pt x="15446" y="68806"/>
                  </a:lnTo>
                  <a:close/>
                </a:path>
              </a:pathLst>
            </a:custGeom>
            <a:solidFill>
              <a:srgbClr val="FFEFDB">
                <a:alpha val="100000"/>
              </a:srgbClr>
            </a:solidFill>
            <a:ln w="5420" cap="flat">
              <a:solidFill>
                <a:srgbClr val="5959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76" name="pg3876"/>
            <p:cNvSpPr/>
            <p:nvPr/>
          </p:nvSpPr>
          <p:spPr>
            <a:xfrm>
              <a:off x="5152676" y="4082556"/>
              <a:ext cx="21404" cy="9277"/>
            </a:xfrm>
            <a:custGeom>
              <a:avLst/>
              <a:pathLst>
                <a:path w="21404" h="9277">
                  <a:moveTo>
                    <a:pt x="2170" y="9277"/>
                  </a:moveTo>
                  <a:lnTo>
                    <a:pt x="0" y="8725"/>
                  </a:lnTo>
                  <a:lnTo>
                    <a:pt x="12619" y="2089"/>
                  </a:lnTo>
                  <a:lnTo>
                    <a:pt x="21404" y="0"/>
                  </a:lnTo>
                  <a:close/>
                </a:path>
              </a:pathLst>
            </a:custGeom>
            <a:solidFill>
              <a:srgbClr val="FFEFDB">
                <a:alpha val="100000"/>
              </a:srgbClr>
            </a:solidFill>
            <a:ln w="5420" cap="flat">
              <a:solidFill>
                <a:srgbClr val="5959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77" name="pg3877"/>
            <p:cNvSpPr/>
            <p:nvPr/>
          </p:nvSpPr>
          <p:spPr>
            <a:xfrm>
              <a:off x="5095061" y="4115235"/>
              <a:ext cx="33993" cy="39982"/>
            </a:xfrm>
            <a:custGeom>
              <a:avLst/>
              <a:pathLst>
                <a:path w="33993" h="39982">
                  <a:moveTo>
                    <a:pt x="0" y="39982"/>
                  </a:moveTo>
                  <a:lnTo>
                    <a:pt x="9689" y="23744"/>
                  </a:lnTo>
                  <a:lnTo>
                    <a:pt x="28825" y="3149"/>
                  </a:lnTo>
                  <a:lnTo>
                    <a:pt x="33993" y="0"/>
                  </a:lnTo>
                  <a:lnTo>
                    <a:pt x="18081" y="17590"/>
                  </a:lnTo>
                  <a:lnTo>
                    <a:pt x="2635" y="38489"/>
                  </a:lnTo>
                  <a:close/>
                </a:path>
              </a:pathLst>
            </a:custGeom>
            <a:solidFill>
              <a:srgbClr val="FFEFDB">
                <a:alpha val="100000"/>
              </a:srgbClr>
            </a:solidFill>
            <a:ln w="5420" cap="flat">
              <a:solidFill>
                <a:srgbClr val="5959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78" name="pg3878"/>
            <p:cNvSpPr/>
            <p:nvPr/>
          </p:nvSpPr>
          <p:spPr>
            <a:xfrm>
              <a:off x="4494680" y="5206518"/>
              <a:ext cx="17373" cy="15672"/>
            </a:xfrm>
            <a:custGeom>
              <a:avLst/>
              <a:pathLst>
                <a:path w="17373" h="15672">
                  <a:moveTo>
                    <a:pt x="13601" y="15672"/>
                  </a:moveTo>
                  <a:lnTo>
                    <a:pt x="5968" y="13183"/>
                  </a:lnTo>
                  <a:lnTo>
                    <a:pt x="1798" y="8725"/>
                  </a:lnTo>
                  <a:lnTo>
                    <a:pt x="0" y="0"/>
                  </a:lnTo>
                  <a:lnTo>
                    <a:pt x="6645" y="9239"/>
                  </a:lnTo>
                  <a:lnTo>
                    <a:pt x="9028" y="11329"/>
                  </a:lnTo>
                  <a:lnTo>
                    <a:pt x="17373" y="12281"/>
                  </a:lnTo>
                  <a:close/>
                </a:path>
              </a:pathLst>
            </a:custGeom>
            <a:solidFill>
              <a:srgbClr val="FFEFDB">
                <a:alpha val="100000"/>
              </a:srgbClr>
            </a:solidFill>
            <a:ln w="5420" cap="flat">
              <a:solidFill>
                <a:srgbClr val="5959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79" name="pg3879"/>
            <p:cNvSpPr/>
            <p:nvPr/>
          </p:nvSpPr>
          <p:spPr>
            <a:xfrm>
              <a:off x="4498091" y="5186660"/>
              <a:ext cx="9033" cy="26938"/>
            </a:xfrm>
            <a:custGeom>
              <a:avLst/>
              <a:pathLst>
                <a:path w="9033" h="26938">
                  <a:moveTo>
                    <a:pt x="8883" y="26938"/>
                  </a:moveTo>
                  <a:lnTo>
                    <a:pt x="3550" y="14142"/>
                  </a:lnTo>
                  <a:lnTo>
                    <a:pt x="0" y="0"/>
                  </a:lnTo>
                  <a:lnTo>
                    <a:pt x="5079" y="4578"/>
                  </a:lnTo>
                  <a:lnTo>
                    <a:pt x="9033" y="19298"/>
                  </a:lnTo>
                  <a:close/>
                </a:path>
              </a:pathLst>
            </a:custGeom>
            <a:solidFill>
              <a:srgbClr val="FFEFDB">
                <a:alpha val="100000"/>
              </a:srgbClr>
            </a:solidFill>
            <a:ln w="5420" cap="flat">
              <a:solidFill>
                <a:srgbClr val="5959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80" name="pg3880"/>
            <p:cNvSpPr/>
            <p:nvPr/>
          </p:nvSpPr>
          <p:spPr>
            <a:xfrm>
              <a:off x="4666217" y="5362642"/>
              <a:ext cx="34236" cy="51158"/>
            </a:xfrm>
            <a:custGeom>
              <a:avLst/>
              <a:pathLst>
                <a:path w="34236" h="51158">
                  <a:moveTo>
                    <a:pt x="0" y="51158"/>
                  </a:moveTo>
                  <a:lnTo>
                    <a:pt x="2330" y="45036"/>
                  </a:lnTo>
                  <a:lnTo>
                    <a:pt x="10531" y="31948"/>
                  </a:lnTo>
                  <a:lnTo>
                    <a:pt x="13182" y="25788"/>
                  </a:lnTo>
                  <a:lnTo>
                    <a:pt x="18722" y="21883"/>
                  </a:lnTo>
                  <a:lnTo>
                    <a:pt x="23880" y="14821"/>
                  </a:lnTo>
                  <a:lnTo>
                    <a:pt x="24267" y="6585"/>
                  </a:lnTo>
                  <a:lnTo>
                    <a:pt x="31760" y="825"/>
                  </a:lnTo>
                  <a:lnTo>
                    <a:pt x="34236" y="0"/>
                  </a:lnTo>
                  <a:lnTo>
                    <a:pt x="21032" y="26703"/>
                  </a:lnTo>
                  <a:close/>
                </a:path>
              </a:pathLst>
            </a:custGeom>
            <a:solidFill>
              <a:srgbClr val="FFEFDB">
                <a:alpha val="100000"/>
              </a:srgbClr>
            </a:solidFill>
            <a:ln w="5420" cap="flat">
              <a:solidFill>
                <a:srgbClr val="5959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81" name="pg3881"/>
            <p:cNvSpPr/>
            <p:nvPr/>
          </p:nvSpPr>
          <p:spPr>
            <a:xfrm>
              <a:off x="3456939" y="4803878"/>
              <a:ext cx="26706" cy="20480"/>
            </a:xfrm>
            <a:custGeom>
              <a:avLst/>
              <a:pathLst>
                <a:path w="26706" h="20480">
                  <a:moveTo>
                    <a:pt x="18603" y="20480"/>
                  </a:moveTo>
                  <a:lnTo>
                    <a:pt x="1100" y="9214"/>
                  </a:lnTo>
                  <a:lnTo>
                    <a:pt x="0" y="4375"/>
                  </a:lnTo>
                  <a:lnTo>
                    <a:pt x="8635" y="0"/>
                  </a:lnTo>
                  <a:lnTo>
                    <a:pt x="13906" y="387"/>
                  </a:lnTo>
                  <a:lnTo>
                    <a:pt x="22241" y="6109"/>
                  </a:lnTo>
                  <a:lnTo>
                    <a:pt x="25290" y="7703"/>
                  </a:lnTo>
                  <a:lnTo>
                    <a:pt x="26706" y="10020"/>
                  </a:lnTo>
                  <a:lnTo>
                    <a:pt x="25900" y="13646"/>
                  </a:lnTo>
                  <a:lnTo>
                    <a:pt x="22536" y="18625"/>
                  </a:lnTo>
                  <a:close/>
                </a:path>
              </a:pathLst>
            </a:custGeom>
            <a:solidFill>
              <a:srgbClr val="FFEFDB">
                <a:alpha val="100000"/>
              </a:srgbClr>
            </a:solidFill>
            <a:ln w="5420" cap="flat">
              <a:solidFill>
                <a:srgbClr val="5959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82" name="pg3882"/>
            <p:cNvSpPr/>
            <p:nvPr/>
          </p:nvSpPr>
          <p:spPr>
            <a:xfrm>
              <a:off x="2924653" y="5000397"/>
              <a:ext cx="20774" cy="30399"/>
            </a:xfrm>
            <a:custGeom>
              <a:avLst/>
              <a:pathLst>
                <a:path w="20774" h="30399">
                  <a:moveTo>
                    <a:pt x="0" y="30399"/>
                  </a:moveTo>
                  <a:lnTo>
                    <a:pt x="5121" y="19749"/>
                  </a:lnTo>
                  <a:lnTo>
                    <a:pt x="6072" y="15482"/>
                  </a:lnTo>
                  <a:lnTo>
                    <a:pt x="14469" y="2006"/>
                  </a:lnTo>
                  <a:lnTo>
                    <a:pt x="18903" y="0"/>
                  </a:lnTo>
                  <a:lnTo>
                    <a:pt x="20774" y="5734"/>
                  </a:lnTo>
                  <a:lnTo>
                    <a:pt x="12138" y="15202"/>
                  </a:lnTo>
                  <a:lnTo>
                    <a:pt x="2294" y="30081"/>
                  </a:lnTo>
                  <a:close/>
                </a:path>
              </a:pathLst>
            </a:custGeom>
            <a:solidFill>
              <a:srgbClr val="FFEFDB">
                <a:alpha val="100000"/>
              </a:srgbClr>
            </a:solidFill>
            <a:ln w="5420" cap="flat">
              <a:solidFill>
                <a:srgbClr val="5959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83" name="pg3883"/>
            <p:cNvSpPr/>
            <p:nvPr/>
          </p:nvSpPr>
          <p:spPr>
            <a:xfrm>
              <a:off x="2949515" y="4968054"/>
              <a:ext cx="42075" cy="30323"/>
            </a:xfrm>
            <a:custGeom>
              <a:avLst/>
              <a:pathLst>
                <a:path w="42075" h="30323">
                  <a:moveTo>
                    <a:pt x="0" y="30323"/>
                  </a:moveTo>
                  <a:lnTo>
                    <a:pt x="4816" y="23299"/>
                  </a:lnTo>
                  <a:lnTo>
                    <a:pt x="12645" y="19756"/>
                  </a:lnTo>
                  <a:lnTo>
                    <a:pt x="29822" y="6261"/>
                  </a:lnTo>
                  <a:lnTo>
                    <a:pt x="36830" y="5334"/>
                  </a:lnTo>
                  <a:lnTo>
                    <a:pt x="40478" y="685"/>
                  </a:lnTo>
                  <a:lnTo>
                    <a:pt x="42075" y="0"/>
                  </a:lnTo>
                  <a:lnTo>
                    <a:pt x="41042" y="5696"/>
                  </a:lnTo>
                  <a:lnTo>
                    <a:pt x="27223" y="13786"/>
                  </a:lnTo>
                  <a:lnTo>
                    <a:pt x="3886" y="29783"/>
                  </a:lnTo>
                  <a:close/>
                </a:path>
              </a:pathLst>
            </a:custGeom>
            <a:solidFill>
              <a:srgbClr val="FFEFDB">
                <a:alpha val="100000"/>
              </a:srgbClr>
            </a:solidFill>
            <a:ln w="5420" cap="flat">
              <a:solidFill>
                <a:srgbClr val="5959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84" name="pg3884"/>
            <p:cNvSpPr/>
            <p:nvPr/>
          </p:nvSpPr>
          <p:spPr>
            <a:xfrm>
              <a:off x="2887740" y="5040830"/>
              <a:ext cx="34318" cy="75366"/>
            </a:xfrm>
            <a:custGeom>
              <a:avLst/>
              <a:pathLst>
                <a:path w="34318" h="75366">
                  <a:moveTo>
                    <a:pt x="0" y="75366"/>
                  </a:moveTo>
                  <a:lnTo>
                    <a:pt x="909" y="64215"/>
                  </a:lnTo>
                  <a:lnTo>
                    <a:pt x="9503" y="38877"/>
                  </a:lnTo>
                  <a:lnTo>
                    <a:pt x="26965" y="5575"/>
                  </a:lnTo>
                  <a:lnTo>
                    <a:pt x="34318" y="0"/>
                  </a:lnTo>
                  <a:lnTo>
                    <a:pt x="14175" y="36521"/>
                  </a:lnTo>
                  <a:lnTo>
                    <a:pt x="3302" y="67885"/>
                  </a:lnTo>
                  <a:close/>
                </a:path>
              </a:pathLst>
            </a:custGeom>
            <a:solidFill>
              <a:srgbClr val="FFEFDB">
                <a:alpha val="100000"/>
              </a:srgbClr>
            </a:solidFill>
            <a:ln w="5420" cap="flat">
              <a:solidFill>
                <a:srgbClr val="5959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85" name="pg3885"/>
            <p:cNvSpPr/>
            <p:nvPr/>
          </p:nvSpPr>
          <p:spPr>
            <a:xfrm>
              <a:off x="3130649" y="4843237"/>
              <a:ext cx="34081" cy="26658"/>
            </a:xfrm>
            <a:custGeom>
              <a:avLst/>
              <a:pathLst>
                <a:path w="34081" h="26658">
                  <a:moveTo>
                    <a:pt x="0" y="26658"/>
                  </a:moveTo>
                  <a:lnTo>
                    <a:pt x="23068" y="6655"/>
                  </a:lnTo>
                  <a:lnTo>
                    <a:pt x="27905" y="0"/>
                  </a:lnTo>
                  <a:lnTo>
                    <a:pt x="34081" y="292"/>
                  </a:lnTo>
                  <a:lnTo>
                    <a:pt x="23781" y="11500"/>
                  </a:lnTo>
                  <a:lnTo>
                    <a:pt x="5286" y="25414"/>
                  </a:lnTo>
                  <a:close/>
                </a:path>
              </a:pathLst>
            </a:custGeom>
            <a:solidFill>
              <a:srgbClr val="FFEFDB">
                <a:alpha val="100000"/>
              </a:srgbClr>
            </a:solidFill>
            <a:ln w="5420" cap="flat">
              <a:solidFill>
                <a:srgbClr val="5959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86" name="pg3886"/>
            <p:cNvSpPr/>
            <p:nvPr/>
          </p:nvSpPr>
          <p:spPr>
            <a:xfrm>
              <a:off x="2885373" y="5122184"/>
              <a:ext cx="25027" cy="140921"/>
            </a:xfrm>
            <a:custGeom>
              <a:avLst/>
              <a:pathLst>
                <a:path w="25027" h="140921">
                  <a:moveTo>
                    <a:pt x="23564" y="140921"/>
                  </a:moveTo>
                  <a:lnTo>
                    <a:pt x="14800" y="112719"/>
                  </a:lnTo>
                  <a:lnTo>
                    <a:pt x="537" y="48898"/>
                  </a:lnTo>
                  <a:lnTo>
                    <a:pt x="0" y="12522"/>
                  </a:lnTo>
                  <a:lnTo>
                    <a:pt x="2242" y="0"/>
                  </a:lnTo>
                  <a:lnTo>
                    <a:pt x="5922" y="51374"/>
                  </a:lnTo>
                  <a:lnTo>
                    <a:pt x="21688" y="116618"/>
                  </a:lnTo>
                  <a:lnTo>
                    <a:pt x="25027" y="134882"/>
                  </a:lnTo>
                  <a:close/>
                </a:path>
              </a:pathLst>
            </a:custGeom>
            <a:solidFill>
              <a:srgbClr val="FFEFDB">
                <a:alpha val="100000"/>
              </a:srgbClr>
            </a:solidFill>
            <a:ln w="5420" cap="flat">
              <a:solidFill>
                <a:srgbClr val="5959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87" name="pg3887"/>
            <p:cNvSpPr/>
            <p:nvPr/>
          </p:nvSpPr>
          <p:spPr>
            <a:xfrm>
              <a:off x="5637481" y="3252585"/>
              <a:ext cx="5178" cy="13666"/>
            </a:xfrm>
            <a:custGeom>
              <a:avLst/>
              <a:pathLst>
                <a:path w="5178" h="13666">
                  <a:moveTo>
                    <a:pt x="1095" y="13666"/>
                  </a:moveTo>
                  <a:lnTo>
                    <a:pt x="0" y="7385"/>
                  </a:lnTo>
                  <a:lnTo>
                    <a:pt x="2056" y="165"/>
                  </a:lnTo>
                  <a:lnTo>
                    <a:pt x="4139" y="0"/>
                  </a:lnTo>
                  <a:lnTo>
                    <a:pt x="5178" y="3841"/>
                  </a:lnTo>
                  <a:lnTo>
                    <a:pt x="4030" y="11259"/>
                  </a:lnTo>
                  <a:close/>
                </a:path>
              </a:pathLst>
            </a:custGeom>
            <a:solidFill>
              <a:srgbClr val="FFEFDB">
                <a:alpha val="100000"/>
              </a:srgbClr>
            </a:solidFill>
            <a:ln w="5420" cap="flat">
              <a:solidFill>
                <a:srgbClr val="5959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88" name="pg3888"/>
            <p:cNvSpPr/>
            <p:nvPr/>
          </p:nvSpPr>
          <p:spPr>
            <a:xfrm>
              <a:off x="5335877" y="3489988"/>
              <a:ext cx="15498" cy="28227"/>
            </a:xfrm>
            <a:custGeom>
              <a:avLst/>
              <a:pathLst>
                <a:path w="15498" h="28227">
                  <a:moveTo>
                    <a:pt x="284" y="28227"/>
                  </a:moveTo>
                  <a:lnTo>
                    <a:pt x="0" y="24442"/>
                  </a:lnTo>
                  <a:lnTo>
                    <a:pt x="15498" y="0"/>
                  </a:lnTo>
                  <a:lnTo>
                    <a:pt x="12697" y="8541"/>
                  </a:lnTo>
                  <a:close/>
                </a:path>
              </a:pathLst>
            </a:custGeom>
            <a:solidFill>
              <a:srgbClr val="FFEFDB">
                <a:alpha val="100000"/>
              </a:srgbClr>
            </a:solidFill>
            <a:ln w="5420" cap="flat">
              <a:solidFill>
                <a:srgbClr val="5959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89" name="pg3889"/>
            <p:cNvSpPr/>
            <p:nvPr/>
          </p:nvSpPr>
          <p:spPr>
            <a:xfrm>
              <a:off x="5216776" y="3678353"/>
              <a:ext cx="29698" cy="55407"/>
            </a:xfrm>
            <a:custGeom>
              <a:avLst/>
              <a:pathLst>
                <a:path w="29698" h="55407">
                  <a:moveTo>
                    <a:pt x="0" y="55407"/>
                  </a:moveTo>
                  <a:lnTo>
                    <a:pt x="16143" y="29364"/>
                  </a:lnTo>
                  <a:lnTo>
                    <a:pt x="25518" y="7544"/>
                  </a:lnTo>
                  <a:lnTo>
                    <a:pt x="29698" y="0"/>
                  </a:lnTo>
                  <a:lnTo>
                    <a:pt x="25642" y="15291"/>
                  </a:lnTo>
                  <a:lnTo>
                    <a:pt x="18552" y="29351"/>
                  </a:lnTo>
                  <a:lnTo>
                    <a:pt x="4811" y="53298"/>
                  </a:lnTo>
                  <a:close/>
                </a:path>
              </a:pathLst>
            </a:custGeom>
            <a:solidFill>
              <a:srgbClr val="FFEFDB">
                <a:alpha val="100000"/>
              </a:srgbClr>
            </a:solidFill>
            <a:ln w="5420" cap="flat">
              <a:solidFill>
                <a:srgbClr val="5959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90" name="pg3890"/>
            <p:cNvSpPr/>
            <p:nvPr/>
          </p:nvSpPr>
          <p:spPr>
            <a:xfrm>
              <a:off x="5079677" y="4146288"/>
              <a:ext cx="13513" cy="6191"/>
            </a:xfrm>
            <a:custGeom>
              <a:avLst/>
              <a:pathLst>
                <a:path w="13513" h="6191">
                  <a:moveTo>
                    <a:pt x="11157" y="6191"/>
                  </a:moveTo>
                  <a:lnTo>
                    <a:pt x="6997" y="4756"/>
                  </a:lnTo>
                  <a:lnTo>
                    <a:pt x="1266" y="2013"/>
                  </a:lnTo>
                  <a:lnTo>
                    <a:pt x="0" y="0"/>
                  </a:lnTo>
                  <a:lnTo>
                    <a:pt x="5467" y="730"/>
                  </a:lnTo>
                  <a:lnTo>
                    <a:pt x="13513" y="5886"/>
                  </a:lnTo>
                  <a:close/>
                </a:path>
              </a:pathLst>
            </a:custGeom>
            <a:solidFill>
              <a:srgbClr val="FFEFDB">
                <a:alpha val="100000"/>
              </a:srgbClr>
            </a:solidFill>
            <a:ln w="5420" cap="flat">
              <a:solidFill>
                <a:srgbClr val="5959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91" name="pg3891"/>
            <p:cNvSpPr/>
            <p:nvPr/>
          </p:nvSpPr>
          <p:spPr>
            <a:xfrm>
              <a:off x="4577198" y="5440364"/>
              <a:ext cx="10779" cy="15615"/>
            </a:xfrm>
            <a:custGeom>
              <a:avLst/>
              <a:pathLst>
                <a:path w="10779" h="15615">
                  <a:moveTo>
                    <a:pt x="6020" y="15615"/>
                  </a:moveTo>
                  <a:lnTo>
                    <a:pt x="4511" y="14790"/>
                  </a:lnTo>
                  <a:lnTo>
                    <a:pt x="4511" y="10890"/>
                  </a:lnTo>
                  <a:lnTo>
                    <a:pt x="0" y="2260"/>
                  </a:lnTo>
                  <a:lnTo>
                    <a:pt x="170" y="0"/>
                  </a:lnTo>
                  <a:lnTo>
                    <a:pt x="10516" y="8446"/>
                  </a:lnTo>
                  <a:lnTo>
                    <a:pt x="10779" y="10713"/>
                  </a:lnTo>
                  <a:lnTo>
                    <a:pt x="9193" y="12942"/>
                  </a:lnTo>
                  <a:close/>
                </a:path>
              </a:pathLst>
            </a:custGeom>
            <a:solidFill>
              <a:srgbClr val="FFEFDB">
                <a:alpha val="100000"/>
              </a:srgbClr>
            </a:solidFill>
            <a:ln w="5420" cap="flat">
              <a:solidFill>
                <a:srgbClr val="5959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92" name="pg3892"/>
            <p:cNvSpPr/>
            <p:nvPr/>
          </p:nvSpPr>
          <p:spPr>
            <a:xfrm>
              <a:off x="4637878" y="5427841"/>
              <a:ext cx="6681" cy="5543"/>
            </a:xfrm>
            <a:custGeom>
              <a:avLst/>
              <a:pathLst>
                <a:path w="6681" h="5543">
                  <a:moveTo>
                    <a:pt x="0" y="5543"/>
                  </a:moveTo>
                  <a:lnTo>
                    <a:pt x="1002" y="3695"/>
                  </a:lnTo>
                  <a:lnTo>
                    <a:pt x="5178" y="0"/>
                  </a:lnTo>
                  <a:lnTo>
                    <a:pt x="6681" y="1435"/>
                  </a:lnTo>
                  <a:lnTo>
                    <a:pt x="6516" y="3283"/>
                  </a:lnTo>
                  <a:lnTo>
                    <a:pt x="2005" y="5543"/>
                  </a:lnTo>
                  <a:close/>
                </a:path>
              </a:pathLst>
            </a:custGeom>
            <a:solidFill>
              <a:srgbClr val="FFEFDB">
                <a:alpha val="100000"/>
              </a:srgbClr>
            </a:solidFill>
            <a:ln w="5420" cap="flat">
              <a:solidFill>
                <a:srgbClr val="5959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93" name="pg3893"/>
            <p:cNvSpPr/>
            <p:nvPr/>
          </p:nvSpPr>
          <p:spPr>
            <a:xfrm>
              <a:off x="4657267" y="5415509"/>
              <a:ext cx="5348" cy="5550"/>
            </a:xfrm>
            <a:custGeom>
              <a:avLst/>
              <a:pathLst>
                <a:path w="5348" h="5550">
                  <a:moveTo>
                    <a:pt x="0" y="5550"/>
                  </a:moveTo>
                  <a:lnTo>
                    <a:pt x="4175" y="0"/>
                  </a:lnTo>
                  <a:lnTo>
                    <a:pt x="5348" y="412"/>
                  </a:lnTo>
                  <a:lnTo>
                    <a:pt x="2842" y="4934"/>
                  </a:lnTo>
                  <a:close/>
                </a:path>
              </a:pathLst>
            </a:custGeom>
            <a:solidFill>
              <a:srgbClr val="FFEFDB">
                <a:alpha val="100000"/>
              </a:srgbClr>
            </a:solidFill>
            <a:ln w="5420" cap="flat">
              <a:solidFill>
                <a:srgbClr val="5959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94" name="pg3894"/>
            <p:cNvSpPr/>
            <p:nvPr/>
          </p:nvSpPr>
          <p:spPr>
            <a:xfrm>
              <a:off x="4607290" y="5439132"/>
              <a:ext cx="21895" cy="8630"/>
            </a:xfrm>
            <a:custGeom>
              <a:avLst/>
              <a:pathLst>
                <a:path w="21895" h="8630">
                  <a:moveTo>
                    <a:pt x="5012" y="8630"/>
                  </a:moveTo>
                  <a:lnTo>
                    <a:pt x="0" y="6369"/>
                  </a:lnTo>
                  <a:lnTo>
                    <a:pt x="5513" y="3289"/>
                  </a:lnTo>
                  <a:lnTo>
                    <a:pt x="21895" y="0"/>
                  </a:lnTo>
                  <a:lnTo>
                    <a:pt x="15709" y="4108"/>
                  </a:lnTo>
                  <a:lnTo>
                    <a:pt x="9860" y="5550"/>
                  </a:lnTo>
                  <a:close/>
                </a:path>
              </a:pathLst>
            </a:custGeom>
            <a:solidFill>
              <a:srgbClr val="FFEFDB">
                <a:alpha val="100000"/>
              </a:srgbClr>
            </a:solidFill>
            <a:ln w="5420" cap="flat">
              <a:solidFill>
                <a:srgbClr val="5959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95" name="pg3895"/>
            <p:cNvSpPr/>
            <p:nvPr/>
          </p:nvSpPr>
          <p:spPr>
            <a:xfrm>
              <a:off x="4570537" y="4631229"/>
              <a:ext cx="6945" cy="31688"/>
            </a:xfrm>
            <a:custGeom>
              <a:avLst/>
              <a:pathLst>
                <a:path w="6945" h="31688">
                  <a:moveTo>
                    <a:pt x="2237" y="31688"/>
                  </a:moveTo>
                  <a:lnTo>
                    <a:pt x="201" y="20467"/>
                  </a:lnTo>
                  <a:lnTo>
                    <a:pt x="0" y="9570"/>
                  </a:lnTo>
                  <a:lnTo>
                    <a:pt x="3565" y="3124"/>
                  </a:lnTo>
                  <a:lnTo>
                    <a:pt x="6945" y="0"/>
                  </a:lnTo>
                  <a:close/>
                </a:path>
              </a:pathLst>
            </a:custGeom>
            <a:solidFill>
              <a:srgbClr val="FFEFDB">
                <a:alpha val="100000"/>
              </a:srgbClr>
            </a:solidFill>
            <a:ln w="5420" cap="flat">
              <a:solidFill>
                <a:srgbClr val="5959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96" name="pg3896"/>
            <p:cNvSpPr/>
            <p:nvPr/>
          </p:nvSpPr>
          <p:spPr>
            <a:xfrm>
              <a:off x="4554992" y="5448277"/>
              <a:ext cx="10567" cy="12891"/>
            </a:xfrm>
            <a:custGeom>
              <a:avLst/>
              <a:pathLst>
                <a:path w="10567" h="12891">
                  <a:moveTo>
                    <a:pt x="0" y="12891"/>
                  </a:moveTo>
                  <a:lnTo>
                    <a:pt x="5529" y="7772"/>
                  </a:lnTo>
                  <a:lnTo>
                    <a:pt x="7322" y="0"/>
                  </a:lnTo>
                  <a:lnTo>
                    <a:pt x="10567" y="6070"/>
                  </a:lnTo>
                  <a:lnTo>
                    <a:pt x="10505" y="9754"/>
                  </a:lnTo>
                  <a:lnTo>
                    <a:pt x="6857" y="11608"/>
                  </a:lnTo>
                  <a:close/>
                </a:path>
              </a:pathLst>
            </a:custGeom>
            <a:solidFill>
              <a:srgbClr val="FFEFDB">
                <a:alpha val="100000"/>
              </a:srgbClr>
            </a:solidFill>
            <a:ln w="5420" cap="flat">
              <a:solidFill>
                <a:srgbClr val="5959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97" name="pg3897"/>
            <p:cNvSpPr/>
            <p:nvPr/>
          </p:nvSpPr>
          <p:spPr>
            <a:xfrm>
              <a:off x="4681421" y="5037121"/>
              <a:ext cx="28195" cy="83983"/>
            </a:xfrm>
            <a:custGeom>
              <a:avLst/>
              <a:pathLst>
                <a:path w="28195" h="83983">
                  <a:moveTo>
                    <a:pt x="28195" y="83983"/>
                  </a:moveTo>
                  <a:lnTo>
                    <a:pt x="18464" y="61770"/>
                  </a:lnTo>
                  <a:lnTo>
                    <a:pt x="6438" y="26938"/>
                  </a:lnTo>
                  <a:lnTo>
                    <a:pt x="0" y="0"/>
                  </a:lnTo>
                  <a:lnTo>
                    <a:pt x="4356" y="7283"/>
                  </a:lnTo>
                  <a:lnTo>
                    <a:pt x="8614" y="22359"/>
                  </a:lnTo>
                  <a:lnTo>
                    <a:pt x="26474" y="74407"/>
                  </a:lnTo>
                  <a:close/>
                </a:path>
              </a:pathLst>
            </a:custGeom>
            <a:solidFill>
              <a:srgbClr val="FFEFDB">
                <a:alpha val="100000"/>
              </a:srgbClr>
            </a:solidFill>
            <a:ln w="5420" cap="flat">
              <a:solidFill>
                <a:srgbClr val="5959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98" name="pg3898"/>
            <p:cNvSpPr/>
            <p:nvPr/>
          </p:nvSpPr>
          <p:spPr>
            <a:xfrm>
              <a:off x="4535949" y="5462902"/>
              <a:ext cx="7699" cy="4470"/>
            </a:xfrm>
            <a:custGeom>
              <a:avLst/>
              <a:pathLst>
                <a:path w="7699" h="4470">
                  <a:moveTo>
                    <a:pt x="232" y="4470"/>
                  </a:moveTo>
                  <a:lnTo>
                    <a:pt x="0" y="2457"/>
                  </a:lnTo>
                  <a:lnTo>
                    <a:pt x="4630" y="0"/>
                  </a:lnTo>
                  <a:lnTo>
                    <a:pt x="7699" y="165"/>
                  </a:lnTo>
                  <a:lnTo>
                    <a:pt x="7586" y="2889"/>
                  </a:lnTo>
                  <a:lnTo>
                    <a:pt x="2919" y="4178"/>
                  </a:lnTo>
                  <a:close/>
                </a:path>
              </a:pathLst>
            </a:custGeom>
            <a:solidFill>
              <a:srgbClr val="FFEFDB">
                <a:alpha val="100000"/>
              </a:srgbClr>
            </a:solidFill>
            <a:ln w="5420" cap="flat">
              <a:solidFill>
                <a:srgbClr val="5959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99" name="pg3899"/>
            <p:cNvSpPr/>
            <p:nvPr/>
          </p:nvSpPr>
          <p:spPr>
            <a:xfrm>
              <a:off x="3781115" y="4789697"/>
              <a:ext cx="7508" cy="12059"/>
            </a:xfrm>
            <a:custGeom>
              <a:avLst/>
              <a:pathLst>
                <a:path w="7508" h="12059">
                  <a:moveTo>
                    <a:pt x="0" y="12059"/>
                  </a:moveTo>
                  <a:lnTo>
                    <a:pt x="263" y="9462"/>
                  </a:lnTo>
                  <a:lnTo>
                    <a:pt x="4490" y="2648"/>
                  </a:lnTo>
                  <a:lnTo>
                    <a:pt x="7508" y="0"/>
                  </a:lnTo>
                  <a:lnTo>
                    <a:pt x="5746" y="5251"/>
                  </a:lnTo>
                  <a:close/>
                </a:path>
              </a:pathLst>
            </a:custGeom>
            <a:solidFill>
              <a:srgbClr val="FFEFDB">
                <a:alpha val="100000"/>
              </a:srgbClr>
            </a:solidFill>
            <a:ln w="5420" cap="flat">
              <a:solidFill>
                <a:srgbClr val="5959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00" name="pg3900"/>
            <p:cNvSpPr/>
            <p:nvPr/>
          </p:nvSpPr>
          <p:spPr>
            <a:xfrm>
              <a:off x="3804479" y="4723202"/>
              <a:ext cx="17435" cy="7734"/>
            </a:xfrm>
            <a:custGeom>
              <a:avLst/>
              <a:pathLst>
                <a:path w="17435" h="7734">
                  <a:moveTo>
                    <a:pt x="16107" y="7734"/>
                  </a:moveTo>
                  <a:lnTo>
                    <a:pt x="6733" y="5029"/>
                  </a:lnTo>
                  <a:lnTo>
                    <a:pt x="1033" y="2514"/>
                  </a:lnTo>
                  <a:lnTo>
                    <a:pt x="0" y="0"/>
                  </a:lnTo>
                  <a:lnTo>
                    <a:pt x="15756" y="4565"/>
                  </a:lnTo>
                  <a:lnTo>
                    <a:pt x="17435" y="6286"/>
                  </a:lnTo>
                  <a:close/>
                </a:path>
              </a:pathLst>
            </a:custGeom>
            <a:solidFill>
              <a:srgbClr val="FFEFDB">
                <a:alpha val="100000"/>
              </a:srgbClr>
            </a:solidFill>
            <a:ln w="5420" cap="flat">
              <a:solidFill>
                <a:srgbClr val="5959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01" name="pg3901"/>
            <p:cNvSpPr/>
            <p:nvPr/>
          </p:nvSpPr>
          <p:spPr>
            <a:xfrm>
              <a:off x="3847510" y="4721970"/>
              <a:ext cx="25921" cy="5569"/>
            </a:xfrm>
            <a:custGeom>
              <a:avLst/>
              <a:pathLst>
                <a:path w="25921" h="5569">
                  <a:moveTo>
                    <a:pt x="16609" y="5569"/>
                  </a:moveTo>
                  <a:lnTo>
                    <a:pt x="2806" y="5308"/>
                  </a:lnTo>
                  <a:lnTo>
                    <a:pt x="0" y="4330"/>
                  </a:lnTo>
                  <a:lnTo>
                    <a:pt x="5539" y="2470"/>
                  </a:lnTo>
                  <a:lnTo>
                    <a:pt x="21895" y="0"/>
                  </a:lnTo>
                  <a:lnTo>
                    <a:pt x="25921" y="2781"/>
                  </a:lnTo>
                  <a:close/>
                </a:path>
              </a:pathLst>
            </a:custGeom>
            <a:solidFill>
              <a:srgbClr val="FFEFDB">
                <a:alpha val="100000"/>
              </a:srgbClr>
            </a:solidFill>
            <a:ln w="5420" cap="flat">
              <a:solidFill>
                <a:srgbClr val="5959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02" name="pg3902"/>
            <p:cNvSpPr/>
            <p:nvPr/>
          </p:nvSpPr>
          <p:spPr>
            <a:xfrm>
              <a:off x="3738952" y="4735636"/>
              <a:ext cx="16650" cy="17044"/>
            </a:xfrm>
            <a:custGeom>
              <a:avLst/>
              <a:pathLst>
                <a:path w="16650" h="17044">
                  <a:moveTo>
                    <a:pt x="12862" y="17044"/>
                  </a:moveTo>
                  <a:lnTo>
                    <a:pt x="7679" y="14034"/>
                  </a:lnTo>
                  <a:lnTo>
                    <a:pt x="0" y="13761"/>
                  </a:lnTo>
                  <a:lnTo>
                    <a:pt x="3379" y="11697"/>
                  </a:lnTo>
                  <a:lnTo>
                    <a:pt x="5751" y="9684"/>
                  </a:lnTo>
                  <a:lnTo>
                    <a:pt x="6935" y="7518"/>
                  </a:lnTo>
                  <a:lnTo>
                    <a:pt x="16650" y="0"/>
                  </a:lnTo>
                  <a:lnTo>
                    <a:pt x="13896" y="5518"/>
                  </a:lnTo>
                  <a:lnTo>
                    <a:pt x="12490" y="10998"/>
                  </a:lnTo>
                  <a:close/>
                </a:path>
              </a:pathLst>
            </a:custGeom>
            <a:solidFill>
              <a:srgbClr val="FFEFDB">
                <a:alpha val="100000"/>
              </a:srgbClr>
            </a:solidFill>
            <a:ln w="5420" cap="flat">
              <a:solidFill>
                <a:srgbClr val="5959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03" name="pg3903"/>
            <p:cNvSpPr/>
            <p:nvPr/>
          </p:nvSpPr>
          <p:spPr>
            <a:xfrm>
              <a:off x="3789234" y="4750191"/>
              <a:ext cx="5746" cy="36527"/>
            </a:xfrm>
            <a:custGeom>
              <a:avLst/>
              <a:pathLst>
                <a:path w="5746" h="36527">
                  <a:moveTo>
                    <a:pt x="1188" y="36527"/>
                  </a:moveTo>
                  <a:lnTo>
                    <a:pt x="4118" y="16695"/>
                  </a:lnTo>
                  <a:lnTo>
                    <a:pt x="0" y="0"/>
                  </a:lnTo>
                  <a:lnTo>
                    <a:pt x="4340" y="7328"/>
                  </a:lnTo>
                  <a:lnTo>
                    <a:pt x="5746" y="16047"/>
                  </a:lnTo>
                  <a:lnTo>
                    <a:pt x="4175" y="32386"/>
                  </a:lnTo>
                  <a:close/>
                </a:path>
              </a:pathLst>
            </a:custGeom>
            <a:solidFill>
              <a:srgbClr val="FFEFDB">
                <a:alpha val="100000"/>
              </a:srgbClr>
            </a:solidFill>
            <a:ln w="5420" cap="flat">
              <a:solidFill>
                <a:srgbClr val="5959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04" name="pg3904"/>
            <p:cNvSpPr/>
            <p:nvPr/>
          </p:nvSpPr>
          <p:spPr>
            <a:xfrm>
              <a:off x="4186131" y="4792371"/>
              <a:ext cx="40173" cy="16358"/>
            </a:xfrm>
            <a:custGeom>
              <a:avLst/>
              <a:pathLst>
                <a:path w="40173" h="16358">
                  <a:moveTo>
                    <a:pt x="11482" y="16358"/>
                  </a:moveTo>
                  <a:lnTo>
                    <a:pt x="0" y="12954"/>
                  </a:lnTo>
                  <a:lnTo>
                    <a:pt x="7136" y="12307"/>
                  </a:lnTo>
                  <a:lnTo>
                    <a:pt x="12299" y="13685"/>
                  </a:lnTo>
                  <a:lnTo>
                    <a:pt x="25373" y="6991"/>
                  </a:lnTo>
                  <a:lnTo>
                    <a:pt x="32231" y="1924"/>
                  </a:lnTo>
                  <a:lnTo>
                    <a:pt x="40173" y="0"/>
                  </a:lnTo>
                  <a:lnTo>
                    <a:pt x="22102" y="11678"/>
                  </a:lnTo>
                  <a:close/>
                </a:path>
              </a:pathLst>
            </a:custGeom>
            <a:solidFill>
              <a:srgbClr val="FFEFDB">
                <a:alpha val="100000"/>
              </a:srgbClr>
            </a:solidFill>
            <a:ln w="5420" cap="flat">
              <a:solidFill>
                <a:srgbClr val="5959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05" name="pg3905"/>
            <p:cNvSpPr/>
            <p:nvPr/>
          </p:nvSpPr>
          <p:spPr>
            <a:xfrm>
              <a:off x="5923277" y="2903466"/>
              <a:ext cx="8449" cy="10395"/>
            </a:xfrm>
            <a:custGeom>
              <a:avLst/>
              <a:pathLst>
                <a:path w="8449" h="10395">
                  <a:moveTo>
                    <a:pt x="4428" y="10395"/>
                  </a:moveTo>
                  <a:lnTo>
                    <a:pt x="139" y="9563"/>
                  </a:lnTo>
                  <a:lnTo>
                    <a:pt x="0" y="3149"/>
                  </a:lnTo>
                  <a:lnTo>
                    <a:pt x="1297" y="971"/>
                  </a:lnTo>
                  <a:lnTo>
                    <a:pt x="2780" y="0"/>
                  </a:lnTo>
                  <a:lnTo>
                    <a:pt x="4981" y="1803"/>
                  </a:lnTo>
                  <a:lnTo>
                    <a:pt x="8449" y="7823"/>
                  </a:lnTo>
                  <a:close/>
                </a:path>
              </a:pathLst>
            </a:custGeom>
            <a:solidFill>
              <a:srgbClr val="FFEFDB">
                <a:alpha val="100000"/>
              </a:srgbClr>
            </a:solidFill>
            <a:ln w="5420" cap="flat">
              <a:solidFill>
                <a:srgbClr val="5959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06" name="pg3906"/>
            <p:cNvSpPr/>
            <p:nvPr/>
          </p:nvSpPr>
          <p:spPr>
            <a:xfrm>
              <a:off x="2399291" y="4782381"/>
              <a:ext cx="513697" cy="755524"/>
            </a:xfrm>
            <a:custGeom>
              <a:avLst/>
              <a:pathLst>
                <a:path w="513697" h="755524">
                  <a:moveTo>
                    <a:pt x="961" y="1759"/>
                  </a:moveTo>
                  <a:lnTo>
                    <a:pt x="26210" y="3480"/>
                  </a:lnTo>
                  <a:lnTo>
                    <a:pt x="41104" y="2895"/>
                  </a:lnTo>
                  <a:lnTo>
                    <a:pt x="45646" y="0"/>
                  </a:lnTo>
                  <a:lnTo>
                    <a:pt x="48008" y="152"/>
                  </a:lnTo>
                  <a:lnTo>
                    <a:pt x="48194" y="3340"/>
                  </a:lnTo>
                  <a:lnTo>
                    <a:pt x="51935" y="4692"/>
                  </a:lnTo>
                  <a:lnTo>
                    <a:pt x="59227" y="4210"/>
                  </a:lnTo>
                  <a:lnTo>
                    <a:pt x="65578" y="8668"/>
                  </a:lnTo>
                  <a:lnTo>
                    <a:pt x="73712" y="22778"/>
                  </a:lnTo>
                  <a:lnTo>
                    <a:pt x="101747" y="45379"/>
                  </a:lnTo>
                  <a:lnTo>
                    <a:pt x="104108" y="53133"/>
                  </a:lnTo>
                  <a:lnTo>
                    <a:pt x="113865" y="64316"/>
                  </a:lnTo>
                  <a:lnTo>
                    <a:pt x="131807" y="81507"/>
                  </a:lnTo>
                  <a:lnTo>
                    <a:pt x="141962" y="96329"/>
                  </a:lnTo>
                  <a:lnTo>
                    <a:pt x="144324" y="108782"/>
                  </a:lnTo>
                  <a:lnTo>
                    <a:pt x="153491" y="128481"/>
                  </a:lnTo>
                  <a:lnTo>
                    <a:pt x="169449" y="155419"/>
                  </a:lnTo>
                  <a:lnTo>
                    <a:pt x="176560" y="169942"/>
                  </a:lnTo>
                  <a:lnTo>
                    <a:pt x="174824" y="172038"/>
                  </a:lnTo>
                  <a:lnTo>
                    <a:pt x="176079" y="179620"/>
                  </a:lnTo>
                  <a:lnTo>
                    <a:pt x="180338" y="192683"/>
                  </a:lnTo>
                  <a:lnTo>
                    <a:pt x="188249" y="203745"/>
                  </a:lnTo>
                  <a:lnTo>
                    <a:pt x="199820" y="212807"/>
                  </a:lnTo>
                  <a:lnTo>
                    <a:pt x="211520" y="229077"/>
                  </a:lnTo>
                  <a:lnTo>
                    <a:pt x="223349" y="252561"/>
                  </a:lnTo>
                  <a:lnTo>
                    <a:pt x="237679" y="270425"/>
                  </a:lnTo>
                  <a:lnTo>
                    <a:pt x="254500" y="282655"/>
                  </a:lnTo>
                  <a:lnTo>
                    <a:pt x="264024" y="294042"/>
                  </a:lnTo>
                  <a:lnTo>
                    <a:pt x="266251" y="304571"/>
                  </a:lnTo>
                  <a:lnTo>
                    <a:pt x="266086" y="313588"/>
                  </a:lnTo>
                  <a:lnTo>
                    <a:pt x="263522" y="321094"/>
                  </a:lnTo>
                  <a:lnTo>
                    <a:pt x="264608" y="328226"/>
                  </a:lnTo>
                  <a:lnTo>
                    <a:pt x="269336" y="334964"/>
                  </a:lnTo>
                  <a:lnTo>
                    <a:pt x="270912" y="343232"/>
                  </a:lnTo>
                  <a:lnTo>
                    <a:pt x="269062" y="354732"/>
                  </a:lnTo>
                  <a:lnTo>
                    <a:pt x="269191" y="357990"/>
                  </a:lnTo>
                  <a:lnTo>
                    <a:pt x="270561" y="360587"/>
                  </a:lnTo>
                  <a:lnTo>
                    <a:pt x="285496" y="380350"/>
                  </a:lnTo>
                  <a:lnTo>
                    <a:pt x="293170" y="396321"/>
                  </a:lnTo>
                  <a:lnTo>
                    <a:pt x="299262" y="421811"/>
                  </a:lnTo>
                  <a:lnTo>
                    <a:pt x="299293" y="422040"/>
                  </a:lnTo>
                  <a:lnTo>
                    <a:pt x="306099" y="437287"/>
                  </a:lnTo>
                  <a:lnTo>
                    <a:pt x="315887" y="443523"/>
                  </a:lnTo>
                  <a:lnTo>
                    <a:pt x="330925" y="445829"/>
                  </a:lnTo>
                  <a:lnTo>
                    <a:pt x="342351" y="451138"/>
                  </a:lnTo>
                  <a:lnTo>
                    <a:pt x="350165" y="459457"/>
                  </a:lnTo>
                  <a:lnTo>
                    <a:pt x="360019" y="464480"/>
                  </a:lnTo>
                  <a:lnTo>
                    <a:pt x="371916" y="466207"/>
                  </a:lnTo>
                  <a:lnTo>
                    <a:pt x="383321" y="471694"/>
                  </a:lnTo>
                  <a:lnTo>
                    <a:pt x="394230" y="480953"/>
                  </a:lnTo>
                  <a:lnTo>
                    <a:pt x="414575" y="487030"/>
                  </a:lnTo>
                  <a:lnTo>
                    <a:pt x="444357" y="489945"/>
                  </a:lnTo>
                  <a:lnTo>
                    <a:pt x="467022" y="497470"/>
                  </a:lnTo>
                  <a:lnTo>
                    <a:pt x="482577" y="509612"/>
                  </a:lnTo>
                  <a:lnTo>
                    <a:pt x="489419" y="512082"/>
                  </a:lnTo>
                  <a:lnTo>
                    <a:pt x="491269" y="512254"/>
                  </a:lnTo>
                  <a:lnTo>
                    <a:pt x="492158" y="510399"/>
                  </a:lnTo>
                  <a:lnTo>
                    <a:pt x="493331" y="506964"/>
                  </a:lnTo>
                  <a:lnTo>
                    <a:pt x="499352" y="503008"/>
                  </a:lnTo>
                  <a:lnTo>
                    <a:pt x="513697" y="500423"/>
                  </a:lnTo>
                  <a:lnTo>
                    <a:pt x="511770" y="527285"/>
                  </a:lnTo>
                  <a:lnTo>
                    <a:pt x="505372" y="549327"/>
                  </a:lnTo>
                  <a:lnTo>
                    <a:pt x="484293" y="595152"/>
                  </a:lnTo>
                  <a:lnTo>
                    <a:pt x="475508" y="623576"/>
                  </a:lnTo>
                  <a:lnTo>
                    <a:pt x="458511" y="704804"/>
                  </a:lnTo>
                  <a:lnTo>
                    <a:pt x="453534" y="755524"/>
                  </a:lnTo>
                  <a:lnTo>
                    <a:pt x="0" y="755524"/>
                  </a:lnTo>
                  <a:lnTo>
                    <a:pt x="0" y="1556"/>
                  </a:lnTo>
                  <a:close/>
                </a:path>
              </a:pathLst>
            </a:custGeom>
            <a:solidFill>
              <a:srgbClr val="FFEFDB">
                <a:alpha val="100000"/>
              </a:srgbClr>
            </a:solidFill>
            <a:ln w="5420" cap="flat">
              <a:solidFill>
                <a:srgbClr val="5959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07" name="pg3907"/>
            <p:cNvSpPr/>
            <p:nvPr/>
          </p:nvSpPr>
          <p:spPr>
            <a:xfrm>
              <a:off x="4173090" y="2540116"/>
              <a:ext cx="1519164" cy="699069"/>
            </a:xfrm>
            <a:custGeom>
              <a:avLst/>
              <a:pathLst>
                <a:path w="1519164" h="699069">
                  <a:moveTo>
                    <a:pt x="1509975" y="5632"/>
                  </a:moveTo>
                  <a:lnTo>
                    <a:pt x="1494849" y="16263"/>
                  </a:lnTo>
                  <a:lnTo>
                    <a:pt x="1478746" y="33041"/>
                  </a:lnTo>
                  <a:lnTo>
                    <a:pt x="1440965" y="45729"/>
                  </a:lnTo>
                  <a:lnTo>
                    <a:pt x="1426940" y="48955"/>
                  </a:lnTo>
                  <a:lnTo>
                    <a:pt x="1413994" y="47234"/>
                  </a:lnTo>
                  <a:lnTo>
                    <a:pt x="1398238" y="57559"/>
                  </a:lnTo>
                  <a:lnTo>
                    <a:pt x="1379593" y="63872"/>
                  </a:lnTo>
                  <a:lnTo>
                    <a:pt x="1374089" y="73474"/>
                  </a:lnTo>
                  <a:lnTo>
                    <a:pt x="1329270" y="99193"/>
                  </a:lnTo>
                  <a:lnTo>
                    <a:pt x="1312066" y="102431"/>
                  </a:lnTo>
                  <a:lnTo>
                    <a:pt x="1297426" y="109283"/>
                  </a:lnTo>
                  <a:lnTo>
                    <a:pt x="1293095" y="120917"/>
                  </a:lnTo>
                  <a:lnTo>
                    <a:pt x="1280026" y="127934"/>
                  </a:lnTo>
                  <a:lnTo>
                    <a:pt x="1276399" y="133307"/>
                  </a:lnTo>
                  <a:lnTo>
                    <a:pt x="1265407" y="149583"/>
                  </a:lnTo>
                  <a:lnTo>
                    <a:pt x="1244974" y="170603"/>
                  </a:lnTo>
                  <a:lnTo>
                    <a:pt x="1220075" y="174121"/>
                  </a:lnTo>
                  <a:lnTo>
                    <a:pt x="1210975" y="181436"/>
                  </a:lnTo>
                  <a:lnTo>
                    <a:pt x="1200438" y="193242"/>
                  </a:lnTo>
                  <a:lnTo>
                    <a:pt x="1185576" y="201345"/>
                  </a:lnTo>
                  <a:lnTo>
                    <a:pt x="1156233" y="197547"/>
                  </a:lnTo>
                  <a:lnTo>
                    <a:pt x="1163370" y="202513"/>
                  </a:lnTo>
                  <a:lnTo>
                    <a:pt x="1189622" y="210255"/>
                  </a:lnTo>
                  <a:lnTo>
                    <a:pt x="1192351" y="221730"/>
                  </a:lnTo>
                  <a:lnTo>
                    <a:pt x="1179199" y="224473"/>
                  </a:lnTo>
                  <a:lnTo>
                    <a:pt x="1151660" y="239771"/>
                  </a:lnTo>
                  <a:lnTo>
                    <a:pt x="1114556" y="266113"/>
                  </a:lnTo>
                  <a:lnTo>
                    <a:pt x="1108887" y="266735"/>
                  </a:lnTo>
                  <a:lnTo>
                    <a:pt x="1098918" y="266106"/>
                  </a:lnTo>
                  <a:lnTo>
                    <a:pt x="1084154" y="270501"/>
                  </a:lnTo>
                  <a:lnTo>
                    <a:pt x="1064759" y="279702"/>
                  </a:lnTo>
                  <a:lnTo>
                    <a:pt x="1041277" y="296232"/>
                  </a:lnTo>
                  <a:lnTo>
                    <a:pt x="999930" y="332023"/>
                  </a:lnTo>
                  <a:lnTo>
                    <a:pt x="997031" y="335802"/>
                  </a:lnTo>
                  <a:lnTo>
                    <a:pt x="991042" y="342438"/>
                  </a:lnTo>
                  <a:lnTo>
                    <a:pt x="975771" y="349512"/>
                  </a:lnTo>
                  <a:lnTo>
                    <a:pt x="961911" y="357139"/>
                  </a:lnTo>
                  <a:lnTo>
                    <a:pt x="958248" y="365166"/>
                  </a:lnTo>
                  <a:lnTo>
                    <a:pt x="951607" y="368824"/>
                  </a:lnTo>
                  <a:lnTo>
                    <a:pt x="928740" y="389177"/>
                  </a:lnTo>
                  <a:lnTo>
                    <a:pt x="915877" y="406513"/>
                  </a:lnTo>
                  <a:lnTo>
                    <a:pt x="904198" y="424656"/>
                  </a:lnTo>
                  <a:lnTo>
                    <a:pt x="891129" y="444946"/>
                  </a:lnTo>
                  <a:lnTo>
                    <a:pt x="864314" y="445200"/>
                  </a:lnTo>
                  <a:lnTo>
                    <a:pt x="843850" y="445117"/>
                  </a:lnTo>
                  <a:lnTo>
                    <a:pt x="808942" y="444971"/>
                  </a:lnTo>
                  <a:lnTo>
                    <a:pt x="779020" y="444851"/>
                  </a:lnTo>
                  <a:lnTo>
                    <a:pt x="743508" y="444705"/>
                  </a:lnTo>
                  <a:lnTo>
                    <a:pt x="717742" y="444597"/>
                  </a:lnTo>
                  <a:lnTo>
                    <a:pt x="689996" y="445448"/>
                  </a:lnTo>
                  <a:lnTo>
                    <a:pt x="676751" y="450858"/>
                  </a:lnTo>
                  <a:lnTo>
                    <a:pt x="660142" y="458167"/>
                  </a:lnTo>
                  <a:lnTo>
                    <a:pt x="642215" y="466048"/>
                  </a:lnTo>
                  <a:lnTo>
                    <a:pt x="651615" y="483626"/>
                  </a:lnTo>
                  <a:lnTo>
                    <a:pt x="654137" y="490561"/>
                  </a:lnTo>
                  <a:lnTo>
                    <a:pt x="653414" y="512927"/>
                  </a:lnTo>
                  <a:lnTo>
                    <a:pt x="655326" y="515372"/>
                  </a:lnTo>
                  <a:lnTo>
                    <a:pt x="657331" y="518693"/>
                  </a:lnTo>
                  <a:lnTo>
                    <a:pt x="657636" y="524472"/>
                  </a:lnTo>
                  <a:lnTo>
                    <a:pt x="659171" y="527114"/>
                  </a:lnTo>
                  <a:lnTo>
                    <a:pt x="662442" y="529247"/>
                  </a:lnTo>
                  <a:lnTo>
                    <a:pt x="666121" y="531756"/>
                  </a:lnTo>
                  <a:lnTo>
                    <a:pt x="668783" y="535153"/>
                  </a:lnTo>
                  <a:lnTo>
                    <a:pt x="669392" y="538544"/>
                  </a:lnTo>
                  <a:lnTo>
                    <a:pt x="666834" y="544450"/>
                  </a:lnTo>
                  <a:lnTo>
                    <a:pt x="656520" y="552433"/>
                  </a:lnTo>
                  <a:lnTo>
                    <a:pt x="642019" y="559431"/>
                  </a:lnTo>
                  <a:lnTo>
                    <a:pt x="613178" y="572055"/>
                  </a:lnTo>
                  <a:lnTo>
                    <a:pt x="579758" y="586687"/>
                  </a:lnTo>
                  <a:lnTo>
                    <a:pt x="550788" y="599368"/>
                  </a:lnTo>
                  <a:lnTo>
                    <a:pt x="528370" y="609180"/>
                  </a:lnTo>
                  <a:lnTo>
                    <a:pt x="482326" y="617797"/>
                  </a:lnTo>
                  <a:lnTo>
                    <a:pt x="445749" y="624637"/>
                  </a:lnTo>
                  <a:lnTo>
                    <a:pt x="419352" y="629577"/>
                  </a:lnTo>
                  <a:lnTo>
                    <a:pt x="395043" y="643326"/>
                  </a:lnTo>
                  <a:lnTo>
                    <a:pt x="368202" y="658497"/>
                  </a:lnTo>
                  <a:lnTo>
                    <a:pt x="345634" y="671255"/>
                  </a:lnTo>
                  <a:lnTo>
                    <a:pt x="320323" y="685562"/>
                  </a:lnTo>
                  <a:lnTo>
                    <a:pt x="296432" y="699069"/>
                  </a:lnTo>
                  <a:lnTo>
                    <a:pt x="269870" y="699025"/>
                  </a:lnTo>
                  <a:lnTo>
                    <a:pt x="251225" y="688902"/>
                  </a:lnTo>
                  <a:lnTo>
                    <a:pt x="233893" y="678507"/>
                  </a:lnTo>
                  <a:lnTo>
                    <a:pt x="222043" y="659919"/>
                  </a:lnTo>
                  <a:lnTo>
                    <a:pt x="221227" y="638322"/>
                  </a:lnTo>
                  <a:lnTo>
                    <a:pt x="225474" y="624179"/>
                  </a:lnTo>
                  <a:lnTo>
                    <a:pt x="229324" y="617727"/>
                  </a:lnTo>
                  <a:lnTo>
                    <a:pt x="236673" y="613638"/>
                  </a:lnTo>
                  <a:lnTo>
                    <a:pt x="251060" y="606684"/>
                  </a:lnTo>
                  <a:lnTo>
                    <a:pt x="264139" y="592605"/>
                  </a:lnTo>
                  <a:lnTo>
                    <a:pt x="274625" y="584204"/>
                  </a:lnTo>
                  <a:lnTo>
                    <a:pt x="285187" y="575535"/>
                  </a:lnTo>
                  <a:lnTo>
                    <a:pt x="291218" y="560606"/>
                  </a:lnTo>
                  <a:lnTo>
                    <a:pt x="298742" y="524465"/>
                  </a:lnTo>
                  <a:lnTo>
                    <a:pt x="299698" y="517277"/>
                  </a:lnTo>
                  <a:lnTo>
                    <a:pt x="310644" y="492491"/>
                  </a:lnTo>
                  <a:lnTo>
                    <a:pt x="322752" y="465070"/>
                  </a:lnTo>
                  <a:lnTo>
                    <a:pt x="328312" y="452477"/>
                  </a:lnTo>
                  <a:lnTo>
                    <a:pt x="322095" y="419792"/>
                  </a:lnTo>
                  <a:lnTo>
                    <a:pt x="317419" y="394676"/>
                  </a:lnTo>
                  <a:lnTo>
                    <a:pt x="313135" y="371669"/>
                  </a:lnTo>
                  <a:lnTo>
                    <a:pt x="308313" y="345746"/>
                  </a:lnTo>
                  <a:lnTo>
                    <a:pt x="303926" y="322148"/>
                  </a:lnTo>
                  <a:lnTo>
                    <a:pt x="299786" y="299916"/>
                  </a:lnTo>
                  <a:lnTo>
                    <a:pt x="295637" y="277600"/>
                  </a:lnTo>
                  <a:lnTo>
                    <a:pt x="291564" y="255723"/>
                  </a:lnTo>
                  <a:lnTo>
                    <a:pt x="288371" y="240032"/>
                  </a:lnTo>
                  <a:lnTo>
                    <a:pt x="284578" y="221438"/>
                  </a:lnTo>
                  <a:lnTo>
                    <a:pt x="262424" y="208388"/>
                  </a:lnTo>
                  <a:lnTo>
                    <a:pt x="245603" y="199249"/>
                  </a:lnTo>
                  <a:lnTo>
                    <a:pt x="218090" y="184320"/>
                  </a:lnTo>
                  <a:lnTo>
                    <a:pt x="195016" y="171797"/>
                  </a:lnTo>
                  <a:lnTo>
                    <a:pt x="174340" y="160340"/>
                  </a:lnTo>
                  <a:lnTo>
                    <a:pt x="187378" y="137250"/>
                  </a:lnTo>
                  <a:lnTo>
                    <a:pt x="186251" y="133472"/>
                  </a:lnTo>
                  <a:lnTo>
                    <a:pt x="181528" y="128925"/>
                  </a:lnTo>
                  <a:lnTo>
                    <a:pt x="171875" y="121362"/>
                  </a:lnTo>
                  <a:lnTo>
                    <a:pt x="166232" y="120593"/>
                  </a:lnTo>
                  <a:lnTo>
                    <a:pt x="156294" y="122372"/>
                  </a:lnTo>
                  <a:lnTo>
                    <a:pt x="140434" y="127077"/>
                  </a:lnTo>
                  <a:lnTo>
                    <a:pt x="133582" y="125515"/>
                  </a:lnTo>
                  <a:lnTo>
                    <a:pt x="128140" y="117437"/>
                  </a:lnTo>
                  <a:lnTo>
                    <a:pt x="121877" y="107099"/>
                  </a:lnTo>
                  <a:lnTo>
                    <a:pt x="119825" y="99021"/>
                  </a:lnTo>
                  <a:lnTo>
                    <a:pt x="119040" y="88333"/>
                  </a:lnTo>
                  <a:lnTo>
                    <a:pt x="115304" y="78713"/>
                  </a:lnTo>
                  <a:lnTo>
                    <a:pt x="117671" y="73664"/>
                  </a:lnTo>
                  <a:lnTo>
                    <a:pt x="118192" y="71149"/>
                  </a:lnTo>
                  <a:lnTo>
                    <a:pt x="117981" y="67987"/>
                  </a:lnTo>
                  <a:lnTo>
                    <a:pt x="115412" y="65967"/>
                  </a:lnTo>
                  <a:lnTo>
                    <a:pt x="110890" y="65085"/>
                  </a:lnTo>
                  <a:lnTo>
                    <a:pt x="95594" y="69123"/>
                  </a:lnTo>
                  <a:lnTo>
                    <a:pt x="88716" y="69498"/>
                  </a:lnTo>
                  <a:lnTo>
                    <a:pt x="84613" y="71772"/>
                  </a:lnTo>
                  <a:lnTo>
                    <a:pt x="78148" y="76490"/>
                  </a:lnTo>
                  <a:lnTo>
                    <a:pt x="71776" y="77074"/>
                  </a:lnTo>
                  <a:lnTo>
                    <a:pt x="60769" y="65904"/>
                  </a:lnTo>
                  <a:lnTo>
                    <a:pt x="48743" y="53673"/>
                  </a:lnTo>
                  <a:lnTo>
                    <a:pt x="43700" y="36825"/>
                  </a:lnTo>
                  <a:lnTo>
                    <a:pt x="38522" y="19521"/>
                  </a:lnTo>
                  <a:lnTo>
                    <a:pt x="17980" y="9112"/>
                  </a:lnTo>
                  <a:lnTo>
                    <a:pt x="0" y="0"/>
                  </a:lnTo>
                  <a:lnTo>
                    <a:pt x="1519164" y="0"/>
                  </a:lnTo>
                  <a:close/>
                </a:path>
              </a:pathLst>
            </a:custGeom>
            <a:solidFill>
              <a:srgbClr val="FFEFDB">
                <a:alpha val="100000"/>
              </a:srgbClr>
            </a:solidFill>
            <a:ln w="5420" cap="flat">
              <a:solidFill>
                <a:srgbClr val="5959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08" name="pg3908"/>
            <p:cNvSpPr/>
            <p:nvPr/>
          </p:nvSpPr>
          <p:spPr>
            <a:xfrm>
              <a:off x="6018224" y="2540116"/>
              <a:ext cx="296962" cy="257863"/>
            </a:xfrm>
            <a:custGeom>
              <a:avLst/>
              <a:pathLst>
                <a:path w="296962" h="257863">
                  <a:moveTo>
                    <a:pt x="67195" y="242946"/>
                  </a:moveTo>
                  <a:lnTo>
                    <a:pt x="62725" y="241575"/>
                  </a:lnTo>
                  <a:lnTo>
                    <a:pt x="58875" y="240501"/>
                  </a:lnTo>
                  <a:lnTo>
                    <a:pt x="56643" y="242330"/>
                  </a:lnTo>
                  <a:lnTo>
                    <a:pt x="54529" y="244775"/>
                  </a:lnTo>
                  <a:lnTo>
                    <a:pt x="51924" y="246611"/>
                  </a:lnTo>
                  <a:lnTo>
                    <a:pt x="46457" y="244013"/>
                  </a:lnTo>
                  <a:lnTo>
                    <a:pt x="42979" y="239282"/>
                  </a:lnTo>
                  <a:lnTo>
                    <a:pt x="37393" y="234405"/>
                  </a:lnTo>
                  <a:lnTo>
                    <a:pt x="35279" y="230735"/>
                  </a:lnTo>
                  <a:lnTo>
                    <a:pt x="36401" y="226467"/>
                  </a:lnTo>
                  <a:lnTo>
                    <a:pt x="38881" y="222346"/>
                  </a:lnTo>
                  <a:lnTo>
                    <a:pt x="40002" y="217462"/>
                  </a:lnTo>
                  <a:lnTo>
                    <a:pt x="37269" y="211829"/>
                  </a:lnTo>
                  <a:lnTo>
                    <a:pt x="34783" y="208623"/>
                  </a:lnTo>
                  <a:lnTo>
                    <a:pt x="33047" y="204958"/>
                  </a:lnTo>
                  <a:lnTo>
                    <a:pt x="33667" y="201453"/>
                  </a:lnTo>
                  <a:lnTo>
                    <a:pt x="37145" y="199770"/>
                  </a:lnTo>
                  <a:lnTo>
                    <a:pt x="40375" y="197630"/>
                  </a:lnTo>
                  <a:lnTo>
                    <a:pt x="41491" y="193058"/>
                  </a:lnTo>
                  <a:lnTo>
                    <a:pt x="39501" y="188174"/>
                  </a:lnTo>
                  <a:lnTo>
                    <a:pt x="33791" y="186187"/>
                  </a:lnTo>
                  <a:lnTo>
                    <a:pt x="29073" y="186949"/>
                  </a:lnTo>
                  <a:lnTo>
                    <a:pt x="22241" y="185882"/>
                  </a:lnTo>
                  <a:lnTo>
                    <a:pt x="15663" y="182834"/>
                  </a:lnTo>
                  <a:lnTo>
                    <a:pt x="11316" y="179322"/>
                  </a:lnTo>
                  <a:lnTo>
                    <a:pt x="7963" y="177334"/>
                  </a:lnTo>
                  <a:lnTo>
                    <a:pt x="5353" y="177334"/>
                  </a:lnTo>
                  <a:lnTo>
                    <a:pt x="2247" y="175353"/>
                  </a:lnTo>
                  <a:lnTo>
                    <a:pt x="387" y="171993"/>
                  </a:lnTo>
                  <a:lnTo>
                    <a:pt x="635" y="166500"/>
                  </a:lnTo>
                  <a:lnTo>
                    <a:pt x="1503" y="163147"/>
                  </a:lnTo>
                  <a:lnTo>
                    <a:pt x="3239" y="160245"/>
                  </a:lnTo>
                  <a:lnTo>
                    <a:pt x="3363" y="157038"/>
                  </a:lnTo>
                  <a:lnTo>
                    <a:pt x="2619" y="154746"/>
                  </a:lnTo>
                  <a:lnTo>
                    <a:pt x="2500" y="152923"/>
                  </a:lnTo>
                  <a:lnTo>
                    <a:pt x="2991" y="150631"/>
                  </a:lnTo>
                  <a:lnTo>
                    <a:pt x="4113" y="146052"/>
                  </a:lnTo>
                  <a:lnTo>
                    <a:pt x="2247" y="142699"/>
                  </a:lnTo>
                  <a:lnTo>
                    <a:pt x="2056" y="131078"/>
                  </a:lnTo>
                  <a:lnTo>
                    <a:pt x="1689" y="109334"/>
                  </a:lnTo>
                  <a:lnTo>
                    <a:pt x="1415" y="92677"/>
                  </a:lnTo>
                  <a:lnTo>
                    <a:pt x="1069" y="71740"/>
                  </a:lnTo>
                  <a:lnTo>
                    <a:pt x="867" y="56493"/>
                  </a:lnTo>
                  <a:lnTo>
                    <a:pt x="588" y="35130"/>
                  </a:lnTo>
                  <a:lnTo>
                    <a:pt x="325" y="14859"/>
                  </a:lnTo>
                  <a:lnTo>
                    <a:pt x="0" y="0"/>
                  </a:lnTo>
                  <a:lnTo>
                    <a:pt x="276472" y="0"/>
                  </a:lnTo>
                  <a:lnTo>
                    <a:pt x="276633" y="57"/>
                  </a:lnTo>
                  <a:lnTo>
                    <a:pt x="276810" y="0"/>
                  </a:lnTo>
                  <a:lnTo>
                    <a:pt x="296962" y="0"/>
                  </a:lnTo>
                  <a:lnTo>
                    <a:pt x="296962" y="192012"/>
                  </a:lnTo>
                  <a:lnTo>
                    <a:pt x="290901" y="195833"/>
                  </a:lnTo>
                  <a:lnTo>
                    <a:pt x="267083" y="205085"/>
                  </a:lnTo>
                  <a:lnTo>
                    <a:pt x="239280" y="222746"/>
                  </a:lnTo>
                  <a:lnTo>
                    <a:pt x="203354" y="237625"/>
                  </a:lnTo>
                  <a:lnTo>
                    <a:pt x="195825" y="237682"/>
                  </a:lnTo>
                  <a:lnTo>
                    <a:pt x="179510" y="225438"/>
                  </a:lnTo>
                  <a:lnTo>
                    <a:pt x="184073" y="219863"/>
                  </a:lnTo>
                  <a:lnTo>
                    <a:pt x="188316" y="212306"/>
                  </a:lnTo>
                  <a:lnTo>
                    <a:pt x="184260" y="214484"/>
                  </a:lnTo>
                  <a:lnTo>
                    <a:pt x="181629" y="217761"/>
                  </a:lnTo>
                  <a:lnTo>
                    <a:pt x="171790" y="223019"/>
                  </a:lnTo>
                  <a:lnTo>
                    <a:pt x="179769" y="233199"/>
                  </a:lnTo>
                  <a:lnTo>
                    <a:pt x="175914" y="237015"/>
                  </a:lnTo>
                  <a:lnTo>
                    <a:pt x="164503" y="242032"/>
                  </a:lnTo>
                  <a:lnTo>
                    <a:pt x="153878" y="249290"/>
                  </a:lnTo>
                  <a:lnTo>
                    <a:pt x="144577" y="254142"/>
                  </a:lnTo>
                  <a:lnTo>
                    <a:pt x="137052" y="247970"/>
                  </a:lnTo>
                  <a:lnTo>
                    <a:pt x="116283" y="255768"/>
                  </a:lnTo>
                  <a:lnTo>
                    <a:pt x="98791" y="257863"/>
                  </a:lnTo>
                  <a:lnTo>
                    <a:pt x="95008" y="253913"/>
                  </a:lnTo>
                  <a:lnTo>
                    <a:pt x="93897" y="247677"/>
                  </a:lnTo>
                  <a:lnTo>
                    <a:pt x="87773" y="246172"/>
                  </a:lnTo>
                  <a:lnTo>
                    <a:pt x="76394" y="247893"/>
                  </a:lnTo>
                  <a:lnTo>
                    <a:pt x="72079" y="244578"/>
                  </a:lnTo>
                  <a:close/>
                </a:path>
              </a:pathLst>
            </a:custGeom>
            <a:solidFill>
              <a:srgbClr val="FFEFDB">
                <a:alpha val="100000"/>
              </a:srgbClr>
            </a:solidFill>
            <a:ln w="5420" cap="flat">
              <a:solidFill>
                <a:srgbClr val="5959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09" name="pg3909"/>
            <p:cNvSpPr/>
            <p:nvPr/>
          </p:nvSpPr>
          <p:spPr>
            <a:xfrm>
              <a:off x="5287647" y="2540116"/>
              <a:ext cx="534180" cy="266113"/>
            </a:xfrm>
            <a:custGeom>
              <a:avLst/>
              <a:pathLst>
                <a:path w="534180" h="266113">
                  <a:moveTo>
                    <a:pt x="528260" y="7169"/>
                  </a:moveTo>
                  <a:lnTo>
                    <a:pt x="511940" y="26932"/>
                  </a:lnTo>
                  <a:lnTo>
                    <a:pt x="497548" y="44357"/>
                  </a:lnTo>
                  <a:lnTo>
                    <a:pt x="494318" y="62240"/>
                  </a:lnTo>
                  <a:lnTo>
                    <a:pt x="491254" y="79195"/>
                  </a:lnTo>
                  <a:lnTo>
                    <a:pt x="479347" y="92099"/>
                  </a:lnTo>
                  <a:lnTo>
                    <a:pt x="472087" y="103930"/>
                  </a:lnTo>
                  <a:lnTo>
                    <a:pt x="468847" y="117050"/>
                  </a:lnTo>
                  <a:lnTo>
                    <a:pt x="466139" y="129097"/>
                  </a:lnTo>
                  <a:lnTo>
                    <a:pt x="465932" y="139181"/>
                  </a:lnTo>
                  <a:lnTo>
                    <a:pt x="467973" y="144471"/>
                  </a:lnTo>
                  <a:lnTo>
                    <a:pt x="467012" y="148770"/>
                  </a:lnTo>
                  <a:lnTo>
                    <a:pt x="463074" y="153717"/>
                  </a:lnTo>
                  <a:lnTo>
                    <a:pt x="455199" y="162322"/>
                  </a:lnTo>
                  <a:lnTo>
                    <a:pt x="453798" y="170603"/>
                  </a:lnTo>
                  <a:lnTo>
                    <a:pt x="448982" y="174686"/>
                  </a:lnTo>
                  <a:lnTo>
                    <a:pt x="435246" y="182859"/>
                  </a:lnTo>
                  <a:lnTo>
                    <a:pt x="424042" y="194906"/>
                  </a:lnTo>
                  <a:lnTo>
                    <a:pt x="423495" y="201726"/>
                  </a:lnTo>
                  <a:lnTo>
                    <a:pt x="425112" y="207391"/>
                  </a:lnTo>
                  <a:lnTo>
                    <a:pt x="425360" y="210909"/>
                  </a:lnTo>
                  <a:lnTo>
                    <a:pt x="423122" y="213360"/>
                  </a:lnTo>
                  <a:lnTo>
                    <a:pt x="418637" y="213201"/>
                  </a:lnTo>
                  <a:lnTo>
                    <a:pt x="413784" y="213970"/>
                  </a:lnTo>
                  <a:lnTo>
                    <a:pt x="409697" y="218993"/>
                  </a:lnTo>
                  <a:lnTo>
                    <a:pt x="409800" y="226207"/>
                  </a:lnTo>
                  <a:lnTo>
                    <a:pt x="406813" y="231408"/>
                  </a:lnTo>
                  <a:lnTo>
                    <a:pt x="403325" y="232481"/>
                  </a:lnTo>
                  <a:lnTo>
                    <a:pt x="400338" y="228804"/>
                  </a:lnTo>
                  <a:lnTo>
                    <a:pt x="396746" y="223292"/>
                  </a:lnTo>
                  <a:lnTo>
                    <a:pt x="392540" y="222752"/>
                  </a:lnTo>
                  <a:lnTo>
                    <a:pt x="386153" y="226410"/>
                  </a:lnTo>
                  <a:lnTo>
                    <a:pt x="378277" y="232430"/>
                  </a:lnTo>
                  <a:lnTo>
                    <a:pt x="371192" y="232754"/>
                  </a:lnTo>
                  <a:lnTo>
                    <a:pt x="357890" y="228887"/>
                  </a:lnTo>
                  <a:lnTo>
                    <a:pt x="348180" y="240559"/>
                  </a:lnTo>
                  <a:lnTo>
                    <a:pt x="337757" y="265630"/>
                  </a:lnTo>
                  <a:lnTo>
                    <a:pt x="293717" y="265693"/>
                  </a:lnTo>
                  <a:lnTo>
                    <a:pt x="249678" y="265757"/>
                  </a:lnTo>
                  <a:lnTo>
                    <a:pt x="205634" y="265820"/>
                  </a:lnTo>
                  <a:lnTo>
                    <a:pt x="161594" y="265884"/>
                  </a:lnTo>
                  <a:lnTo>
                    <a:pt x="117555" y="265941"/>
                  </a:lnTo>
                  <a:lnTo>
                    <a:pt x="73516" y="266005"/>
                  </a:lnTo>
                  <a:lnTo>
                    <a:pt x="29476" y="266068"/>
                  </a:lnTo>
                  <a:lnTo>
                    <a:pt x="4831" y="266106"/>
                  </a:lnTo>
                  <a:lnTo>
                    <a:pt x="0" y="266113"/>
                  </a:lnTo>
                  <a:lnTo>
                    <a:pt x="15089" y="261204"/>
                  </a:lnTo>
                  <a:lnTo>
                    <a:pt x="46550" y="242127"/>
                  </a:lnTo>
                  <a:lnTo>
                    <a:pt x="69753" y="235218"/>
                  </a:lnTo>
                  <a:lnTo>
                    <a:pt x="99933" y="215182"/>
                  </a:lnTo>
                  <a:lnTo>
                    <a:pt x="121792" y="211328"/>
                  </a:lnTo>
                  <a:lnTo>
                    <a:pt x="125952" y="206921"/>
                  </a:lnTo>
                  <a:lnTo>
                    <a:pt x="129616" y="190302"/>
                  </a:lnTo>
                  <a:lnTo>
                    <a:pt x="131616" y="184377"/>
                  </a:lnTo>
                  <a:lnTo>
                    <a:pt x="141823" y="168056"/>
                  </a:lnTo>
                  <a:lnTo>
                    <a:pt x="154080" y="154289"/>
                  </a:lnTo>
                  <a:lnTo>
                    <a:pt x="163971" y="135250"/>
                  </a:lnTo>
                  <a:lnTo>
                    <a:pt x="181924" y="123083"/>
                  </a:lnTo>
                  <a:lnTo>
                    <a:pt x="209070" y="112909"/>
                  </a:lnTo>
                  <a:lnTo>
                    <a:pt x="234180" y="90689"/>
                  </a:lnTo>
                  <a:lnTo>
                    <a:pt x="247942" y="83914"/>
                  </a:lnTo>
                  <a:lnTo>
                    <a:pt x="261280" y="79062"/>
                  </a:lnTo>
                  <a:lnTo>
                    <a:pt x="266881" y="70032"/>
                  </a:lnTo>
                  <a:lnTo>
                    <a:pt x="275129" y="64869"/>
                  </a:lnTo>
                  <a:lnTo>
                    <a:pt x="297180" y="54372"/>
                  </a:lnTo>
                  <a:lnTo>
                    <a:pt x="321484" y="51533"/>
                  </a:lnTo>
                  <a:lnTo>
                    <a:pt x="346046" y="42820"/>
                  </a:lnTo>
                  <a:lnTo>
                    <a:pt x="364887" y="38203"/>
                  </a:lnTo>
                  <a:lnTo>
                    <a:pt x="376442" y="30030"/>
                  </a:lnTo>
                  <a:lnTo>
                    <a:pt x="393243" y="25725"/>
                  </a:lnTo>
                  <a:lnTo>
                    <a:pt x="443385" y="2273"/>
                  </a:lnTo>
                  <a:lnTo>
                    <a:pt x="446265" y="0"/>
                  </a:lnTo>
                  <a:lnTo>
                    <a:pt x="534180" y="0"/>
                  </a:lnTo>
                  <a:close/>
                </a:path>
              </a:pathLst>
            </a:custGeom>
            <a:solidFill>
              <a:srgbClr val="FFEFDB">
                <a:alpha val="100000"/>
              </a:srgbClr>
            </a:solidFill>
            <a:ln w="5420" cap="flat">
              <a:solidFill>
                <a:srgbClr val="5959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10" name="pg3910"/>
            <p:cNvSpPr/>
            <p:nvPr/>
          </p:nvSpPr>
          <p:spPr>
            <a:xfrm>
              <a:off x="6188919" y="2797057"/>
              <a:ext cx="126268" cy="202407"/>
            </a:xfrm>
            <a:custGeom>
              <a:avLst/>
              <a:pathLst>
                <a:path w="126268" h="202407">
                  <a:moveTo>
                    <a:pt x="117079" y="175208"/>
                  </a:moveTo>
                  <a:lnTo>
                    <a:pt x="108057" y="174662"/>
                  </a:lnTo>
                  <a:lnTo>
                    <a:pt x="101406" y="175266"/>
                  </a:lnTo>
                  <a:lnTo>
                    <a:pt x="91386" y="182892"/>
                  </a:lnTo>
                  <a:lnTo>
                    <a:pt x="89830" y="198305"/>
                  </a:lnTo>
                  <a:lnTo>
                    <a:pt x="85406" y="196266"/>
                  </a:lnTo>
                  <a:lnTo>
                    <a:pt x="80916" y="196768"/>
                  </a:lnTo>
                  <a:lnTo>
                    <a:pt x="78595" y="201607"/>
                  </a:lnTo>
                  <a:lnTo>
                    <a:pt x="75288" y="202407"/>
                  </a:lnTo>
                  <a:lnTo>
                    <a:pt x="66529" y="197829"/>
                  </a:lnTo>
                  <a:lnTo>
                    <a:pt x="56214" y="200331"/>
                  </a:lnTo>
                  <a:lnTo>
                    <a:pt x="48147" y="196857"/>
                  </a:lnTo>
                  <a:lnTo>
                    <a:pt x="37863" y="174275"/>
                  </a:lnTo>
                  <a:lnTo>
                    <a:pt x="32401" y="166362"/>
                  </a:lnTo>
                  <a:lnTo>
                    <a:pt x="22717" y="163810"/>
                  </a:lnTo>
                  <a:lnTo>
                    <a:pt x="20205" y="168585"/>
                  </a:lnTo>
                  <a:lnTo>
                    <a:pt x="16448" y="173259"/>
                  </a:lnTo>
                  <a:lnTo>
                    <a:pt x="7126" y="163943"/>
                  </a:lnTo>
                  <a:lnTo>
                    <a:pt x="56" y="129365"/>
                  </a:lnTo>
                  <a:lnTo>
                    <a:pt x="0" y="121021"/>
                  </a:lnTo>
                  <a:lnTo>
                    <a:pt x="9896" y="91936"/>
                  </a:lnTo>
                  <a:lnTo>
                    <a:pt x="34401" y="65753"/>
                  </a:lnTo>
                  <a:lnTo>
                    <a:pt x="26577" y="64877"/>
                  </a:lnTo>
                  <a:lnTo>
                    <a:pt x="4940" y="83033"/>
                  </a:lnTo>
                  <a:lnTo>
                    <a:pt x="7172" y="78638"/>
                  </a:lnTo>
                  <a:lnTo>
                    <a:pt x="10841" y="74059"/>
                  </a:lnTo>
                  <a:lnTo>
                    <a:pt x="18138" y="66674"/>
                  </a:lnTo>
                  <a:lnTo>
                    <a:pt x="29213" y="59733"/>
                  </a:lnTo>
                  <a:lnTo>
                    <a:pt x="43961" y="55688"/>
                  </a:lnTo>
                  <a:lnTo>
                    <a:pt x="54106" y="55072"/>
                  </a:lnTo>
                  <a:lnTo>
                    <a:pt x="61098" y="51236"/>
                  </a:lnTo>
                  <a:lnTo>
                    <a:pt x="71231" y="44441"/>
                  </a:lnTo>
                  <a:lnTo>
                    <a:pt x="73112" y="40834"/>
                  </a:lnTo>
                  <a:lnTo>
                    <a:pt x="64126" y="44981"/>
                  </a:lnTo>
                  <a:lnTo>
                    <a:pt x="49196" y="49064"/>
                  </a:lnTo>
                  <a:lnTo>
                    <a:pt x="53026" y="43711"/>
                  </a:lnTo>
                  <a:lnTo>
                    <a:pt x="56762" y="40847"/>
                  </a:lnTo>
                  <a:lnTo>
                    <a:pt x="126268" y="0"/>
                  </a:lnTo>
                  <a:lnTo>
                    <a:pt x="126268" y="168132"/>
                  </a:lnTo>
                  <a:close/>
                </a:path>
              </a:pathLst>
            </a:custGeom>
            <a:solidFill>
              <a:srgbClr val="FFEFDB">
                <a:alpha val="100000"/>
              </a:srgbClr>
            </a:solidFill>
            <a:ln w="5420" cap="flat">
              <a:solidFill>
                <a:srgbClr val="5959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11" name="pg3911"/>
            <p:cNvSpPr/>
            <p:nvPr/>
          </p:nvSpPr>
          <p:spPr>
            <a:xfrm>
              <a:off x="6175048" y="2885799"/>
              <a:ext cx="12040" cy="17520"/>
            </a:xfrm>
            <a:custGeom>
              <a:avLst/>
              <a:pathLst>
                <a:path w="12040" h="17520">
                  <a:moveTo>
                    <a:pt x="0" y="17520"/>
                  </a:moveTo>
                  <a:lnTo>
                    <a:pt x="1291" y="13062"/>
                  </a:lnTo>
                  <a:lnTo>
                    <a:pt x="7792" y="1695"/>
                  </a:lnTo>
                  <a:lnTo>
                    <a:pt x="12040" y="0"/>
                  </a:lnTo>
                  <a:lnTo>
                    <a:pt x="5327" y="12973"/>
                  </a:lnTo>
                  <a:close/>
                </a:path>
              </a:pathLst>
            </a:custGeom>
            <a:solidFill>
              <a:srgbClr val="FFEFDB">
                <a:alpha val="100000"/>
              </a:srgbClr>
            </a:solidFill>
            <a:ln w="5420" cap="flat">
              <a:solidFill>
                <a:srgbClr val="5959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12" name="pg3912"/>
            <p:cNvSpPr/>
            <p:nvPr/>
          </p:nvSpPr>
          <p:spPr>
            <a:xfrm>
              <a:off x="6114410" y="2832043"/>
              <a:ext cx="16050" cy="22950"/>
            </a:xfrm>
            <a:custGeom>
              <a:avLst/>
              <a:pathLst>
                <a:path w="16050" h="22950">
                  <a:moveTo>
                    <a:pt x="0" y="22950"/>
                  </a:moveTo>
                  <a:lnTo>
                    <a:pt x="5539" y="5391"/>
                  </a:lnTo>
                  <a:lnTo>
                    <a:pt x="10046" y="0"/>
                  </a:lnTo>
                  <a:lnTo>
                    <a:pt x="16050" y="1816"/>
                  </a:lnTo>
                  <a:lnTo>
                    <a:pt x="15208" y="12427"/>
                  </a:lnTo>
                  <a:lnTo>
                    <a:pt x="14242" y="16072"/>
                  </a:lnTo>
                  <a:close/>
                </a:path>
              </a:pathLst>
            </a:custGeom>
            <a:solidFill>
              <a:srgbClr val="FFEFDB">
                <a:alpha val="100000"/>
              </a:srgbClr>
            </a:solidFill>
            <a:ln w="5420" cap="flat">
              <a:solidFill>
                <a:srgbClr val="5959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13" name="pg3913"/>
            <p:cNvSpPr/>
            <p:nvPr/>
          </p:nvSpPr>
          <p:spPr>
            <a:xfrm>
              <a:off x="5366847" y="2715076"/>
              <a:ext cx="51274" cy="34247"/>
            </a:xfrm>
            <a:custGeom>
              <a:avLst/>
              <a:pathLst>
                <a:path w="51274" h="34247">
                  <a:moveTo>
                    <a:pt x="33548" y="33244"/>
                  </a:moveTo>
                  <a:lnTo>
                    <a:pt x="19601" y="30837"/>
                  </a:lnTo>
                  <a:lnTo>
                    <a:pt x="4268" y="34177"/>
                  </a:lnTo>
                  <a:lnTo>
                    <a:pt x="0" y="34247"/>
                  </a:lnTo>
                  <a:lnTo>
                    <a:pt x="11389" y="24582"/>
                  </a:lnTo>
                  <a:lnTo>
                    <a:pt x="28903" y="18638"/>
                  </a:lnTo>
                  <a:lnTo>
                    <a:pt x="46364" y="463"/>
                  </a:lnTo>
                  <a:lnTo>
                    <a:pt x="51274" y="0"/>
                  </a:lnTo>
                  <a:lnTo>
                    <a:pt x="44628" y="20587"/>
                  </a:lnTo>
                  <a:lnTo>
                    <a:pt x="43274" y="27948"/>
                  </a:lnTo>
                  <a:lnTo>
                    <a:pt x="41703" y="30646"/>
                  </a:lnTo>
                  <a:close/>
                </a:path>
              </a:pathLst>
            </a:custGeom>
            <a:solidFill>
              <a:srgbClr val="FFEFDB">
                <a:alpha val="100000"/>
              </a:srgbClr>
            </a:solidFill>
            <a:ln w="5420" cap="flat">
              <a:solidFill>
                <a:srgbClr val="5959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14" name="pg3914"/>
            <p:cNvSpPr/>
            <p:nvPr/>
          </p:nvSpPr>
          <p:spPr>
            <a:xfrm>
              <a:off x="5377730" y="2716409"/>
              <a:ext cx="30200" cy="16853"/>
            </a:xfrm>
            <a:custGeom>
              <a:avLst/>
              <a:pathLst>
                <a:path w="30200" h="16853">
                  <a:moveTo>
                    <a:pt x="4423" y="16853"/>
                  </a:moveTo>
                  <a:lnTo>
                    <a:pt x="0" y="15723"/>
                  </a:lnTo>
                  <a:lnTo>
                    <a:pt x="14082" y="2946"/>
                  </a:lnTo>
                  <a:lnTo>
                    <a:pt x="30200" y="0"/>
                  </a:lnTo>
                  <a:lnTo>
                    <a:pt x="17187" y="14174"/>
                  </a:lnTo>
                  <a:close/>
                </a:path>
              </a:pathLst>
            </a:custGeom>
            <a:solidFill>
              <a:srgbClr val="FFEFDB">
                <a:alpha val="100000"/>
              </a:srgbClr>
            </a:solidFill>
            <a:ln w="5420" cap="flat">
              <a:solidFill>
                <a:srgbClr val="5959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15" name="pg3915"/>
            <p:cNvSpPr/>
            <p:nvPr/>
          </p:nvSpPr>
          <p:spPr>
            <a:xfrm>
              <a:off x="5667831" y="2547127"/>
              <a:ext cx="30784" cy="17069"/>
            </a:xfrm>
            <a:custGeom>
              <a:avLst/>
              <a:pathLst>
                <a:path w="30784" h="17069">
                  <a:moveTo>
                    <a:pt x="0" y="17069"/>
                  </a:moveTo>
                  <a:lnTo>
                    <a:pt x="2294" y="12554"/>
                  </a:lnTo>
                  <a:lnTo>
                    <a:pt x="15430" y="4508"/>
                  </a:lnTo>
                  <a:lnTo>
                    <a:pt x="25084" y="0"/>
                  </a:lnTo>
                  <a:lnTo>
                    <a:pt x="30784" y="95"/>
                  </a:lnTo>
                  <a:lnTo>
                    <a:pt x="21502" y="9957"/>
                  </a:lnTo>
                  <a:lnTo>
                    <a:pt x="9622" y="16015"/>
                  </a:lnTo>
                  <a:close/>
                </a:path>
              </a:pathLst>
            </a:custGeom>
            <a:solidFill>
              <a:srgbClr val="FFEFDB">
                <a:alpha val="100000"/>
              </a:srgbClr>
            </a:solidFill>
            <a:ln w="5420" cap="flat">
              <a:solidFill>
                <a:srgbClr val="5959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16" name="pg3916"/>
            <p:cNvSpPr/>
            <p:nvPr/>
          </p:nvSpPr>
          <p:spPr>
            <a:xfrm>
              <a:off x="4939342" y="5500509"/>
              <a:ext cx="49258" cy="37397"/>
            </a:xfrm>
            <a:custGeom>
              <a:avLst/>
              <a:pathLst>
                <a:path w="49258" h="37397">
                  <a:moveTo>
                    <a:pt x="36380" y="7931"/>
                  </a:moveTo>
                  <a:lnTo>
                    <a:pt x="25890" y="16136"/>
                  </a:lnTo>
                  <a:lnTo>
                    <a:pt x="33512" y="21991"/>
                  </a:lnTo>
                  <a:lnTo>
                    <a:pt x="40695" y="9258"/>
                  </a:lnTo>
                  <a:lnTo>
                    <a:pt x="46395" y="19603"/>
                  </a:lnTo>
                  <a:lnTo>
                    <a:pt x="49258" y="37397"/>
                  </a:lnTo>
                  <a:lnTo>
                    <a:pt x="16879" y="37397"/>
                  </a:lnTo>
                  <a:lnTo>
                    <a:pt x="15627" y="32145"/>
                  </a:lnTo>
                  <a:lnTo>
                    <a:pt x="9084" y="25573"/>
                  </a:lnTo>
                  <a:lnTo>
                    <a:pt x="0" y="8807"/>
                  </a:lnTo>
                  <a:lnTo>
                    <a:pt x="5276" y="4483"/>
                  </a:lnTo>
                  <a:lnTo>
                    <a:pt x="12309" y="5924"/>
                  </a:lnTo>
                  <a:lnTo>
                    <a:pt x="15911" y="3905"/>
                  </a:lnTo>
                  <a:lnTo>
                    <a:pt x="25662" y="2292"/>
                  </a:lnTo>
                  <a:lnTo>
                    <a:pt x="31585" y="0"/>
                  </a:lnTo>
                  <a:lnTo>
                    <a:pt x="36215" y="4953"/>
                  </a:lnTo>
                  <a:close/>
                </a:path>
              </a:pathLst>
            </a:custGeom>
            <a:solidFill>
              <a:srgbClr val="FFEFDB">
                <a:alpha val="100000"/>
              </a:srgbClr>
            </a:solidFill>
            <a:ln w="5420" cap="flat">
              <a:solidFill>
                <a:srgbClr val="5959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17" name="pg3917"/>
            <p:cNvSpPr/>
            <p:nvPr/>
          </p:nvSpPr>
          <p:spPr>
            <a:xfrm>
              <a:off x="4945285" y="5155530"/>
              <a:ext cx="95830" cy="135860"/>
            </a:xfrm>
            <a:custGeom>
              <a:avLst/>
              <a:pathLst>
                <a:path w="95830" h="135860">
                  <a:moveTo>
                    <a:pt x="73800" y="135860"/>
                  </a:moveTo>
                  <a:lnTo>
                    <a:pt x="64612" y="122835"/>
                  </a:lnTo>
                  <a:lnTo>
                    <a:pt x="57211" y="119050"/>
                  </a:lnTo>
                  <a:lnTo>
                    <a:pt x="68772" y="109842"/>
                  </a:lnTo>
                  <a:lnTo>
                    <a:pt x="73764" y="101930"/>
                  </a:lnTo>
                  <a:lnTo>
                    <a:pt x="73660" y="84669"/>
                  </a:lnTo>
                  <a:lnTo>
                    <a:pt x="76482" y="75214"/>
                  </a:lnTo>
                  <a:lnTo>
                    <a:pt x="75526" y="67028"/>
                  </a:lnTo>
                  <a:lnTo>
                    <a:pt x="78073" y="58671"/>
                  </a:lnTo>
                  <a:lnTo>
                    <a:pt x="74627" y="49285"/>
                  </a:lnTo>
                  <a:lnTo>
                    <a:pt x="64963" y="41842"/>
                  </a:lnTo>
                  <a:lnTo>
                    <a:pt x="45842" y="12237"/>
                  </a:lnTo>
                  <a:lnTo>
                    <a:pt x="15637" y="5048"/>
                  </a:lnTo>
                  <a:lnTo>
                    <a:pt x="0" y="4750"/>
                  </a:lnTo>
                  <a:lnTo>
                    <a:pt x="8593" y="0"/>
                  </a:lnTo>
                  <a:lnTo>
                    <a:pt x="16531" y="577"/>
                  </a:lnTo>
                  <a:lnTo>
                    <a:pt x="28748" y="3403"/>
                  </a:lnTo>
                  <a:lnTo>
                    <a:pt x="43377" y="4769"/>
                  </a:lnTo>
                  <a:lnTo>
                    <a:pt x="52318" y="13481"/>
                  </a:lnTo>
                  <a:lnTo>
                    <a:pt x="60855" y="25033"/>
                  </a:lnTo>
                  <a:lnTo>
                    <a:pt x="68565" y="29707"/>
                  </a:lnTo>
                  <a:lnTo>
                    <a:pt x="71738" y="32679"/>
                  </a:lnTo>
                  <a:lnTo>
                    <a:pt x="71381" y="36032"/>
                  </a:lnTo>
                  <a:lnTo>
                    <a:pt x="72663" y="39181"/>
                  </a:lnTo>
                  <a:lnTo>
                    <a:pt x="82724" y="44586"/>
                  </a:lnTo>
                  <a:lnTo>
                    <a:pt x="92858" y="53311"/>
                  </a:lnTo>
                  <a:lnTo>
                    <a:pt x="95830" y="78897"/>
                  </a:lnTo>
                  <a:lnTo>
                    <a:pt x="82177" y="91007"/>
                  </a:lnTo>
                  <a:lnTo>
                    <a:pt x="79665" y="128055"/>
                  </a:lnTo>
                  <a:lnTo>
                    <a:pt x="76001" y="134723"/>
                  </a:lnTo>
                  <a:close/>
                </a:path>
              </a:pathLst>
            </a:custGeom>
            <a:solidFill>
              <a:srgbClr val="FFEFDB">
                <a:alpha val="100000"/>
              </a:srgbClr>
            </a:solidFill>
            <a:ln w="5420" cap="flat">
              <a:solidFill>
                <a:srgbClr val="5959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18" name="pg3918"/>
            <p:cNvSpPr/>
            <p:nvPr/>
          </p:nvSpPr>
          <p:spPr>
            <a:xfrm>
              <a:off x="4893261" y="5381534"/>
              <a:ext cx="74105" cy="118987"/>
            </a:xfrm>
            <a:custGeom>
              <a:avLst/>
              <a:pathLst>
                <a:path w="74105" h="118987">
                  <a:moveTo>
                    <a:pt x="72947" y="80116"/>
                  </a:moveTo>
                  <a:lnTo>
                    <a:pt x="74105" y="91896"/>
                  </a:lnTo>
                  <a:lnTo>
                    <a:pt x="73035" y="96094"/>
                  </a:lnTo>
                  <a:lnTo>
                    <a:pt x="61583" y="103968"/>
                  </a:lnTo>
                  <a:lnTo>
                    <a:pt x="58643" y="108369"/>
                  </a:lnTo>
                  <a:lnTo>
                    <a:pt x="47847" y="112808"/>
                  </a:lnTo>
                  <a:lnTo>
                    <a:pt x="41315" y="118987"/>
                  </a:lnTo>
                  <a:lnTo>
                    <a:pt x="38044" y="108947"/>
                  </a:lnTo>
                  <a:lnTo>
                    <a:pt x="31703" y="102742"/>
                  </a:lnTo>
                  <a:lnTo>
                    <a:pt x="30639" y="92194"/>
                  </a:lnTo>
                  <a:lnTo>
                    <a:pt x="25792" y="95757"/>
                  </a:lnTo>
                  <a:lnTo>
                    <a:pt x="18805" y="93585"/>
                  </a:lnTo>
                  <a:lnTo>
                    <a:pt x="7281" y="85596"/>
                  </a:lnTo>
                  <a:lnTo>
                    <a:pt x="0" y="74750"/>
                  </a:lnTo>
                  <a:lnTo>
                    <a:pt x="10201" y="72870"/>
                  </a:lnTo>
                  <a:lnTo>
                    <a:pt x="12309" y="79608"/>
                  </a:lnTo>
                  <a:lnTo>
                    <a:pt x="20381" y="71340"/>
                  </a:lnTo>
                  <a:lnTo>
                    <a:pt x="18546" y="66983"/>
                  </a:lnTo>
                  <a:lnTo>
                    <a:pt x="17089" y="66425"/>
                  </a:lnTo>
                  <a:lnTo>
                    <a:pt x="14443" y="58321"/>
                  </a:lnTo>
                  <a:lnTo>
                    <a:pt x="26587" y="37098"/>
                  </a:lnTo>
                  <a:lnTo>
                    <a:pt x="29207" y="23407"/>
                  </a:lnTo>
                  <a:lnTo>
                    <a:pt x="23699" y="1441"/>
                  </a:lnTo>
                  <a:lnTo>
                    <a:pt x="28841" y="0"/>
                  </a:lnTo>
                  <a:lnTo>
                    <a:pt x="42545" y="7703"/>
                  </a:lnTo>
                  <a:lnTo>
                    <a:pt x="48685" y="15285"/>
                  </a:lnTo>
                  <a:lnTo>
                    <a:pt x="48886" y="25693"/>
                  </a:lnTo>
                  <a:lnTo>
                    <a:pt x="54648" y="33752"/>
                  </a:lnTo>
                  <a:lnTo>
                    <a:pt x="62989" y="53057"/>
                  </a:lnTo>
                  <a:lnTo>
                    <a:pt x="73180" y="64367"/>
                  </a:lnTo>
                  <a:close/>
                </a:path>
              </a:pathLst>
            </a:custGeom>
            <a:solidFill>
              <a:srgbClr val="FFEFDB">
                <a:alpha val="100000"/>
              </a:srgbClr>
            </a:solidFill>
            <a:ln w="5420" cap="flat">
              <a:solidFill>
                <a:srgbClr val="5959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19" name="pg3919"/>
            <p:cNvSpPr/>
            <p:nvPr/>
          </p:nvSpPr>
          <p:spPr>
            <a:xfrm>
              <a:off x="4835016" y="5174016"/>
              <a:ext cx="112522" cy="38661"/>
            </a:xfrm>
            <a:custGeom>
              <a:avLst/>
              <a:pathLst>
                <a:path w="112522" h="38661">
                  <a:moveTo>
                    <a:pt x="64973" y="13005"/>
                  </a:moveTo>
                  <a:lnTo>
                    <a:pt x="71841" y="12453"/>
                  </a:lnTo>
                  <a:lnTo>
                    <a:pt x="75960" y="9792"/>
                  </a:lnTo>
                  <a:lnTo>
                    <a:pt x="94931" y="10878"/>
                  </a:lnTo>
                  <a:lnTo>
                    <a:pt x="110248" y="6985"/>
                  </a:lnTo>
                  <a:lnTo>
                    <a:pt x="112522" y="13894"/>
                  </a:lnTo>
                  <a:lnTo>
                    <a:pt x="112134" y="17501"/>
                  </a:lnTo>
                  <a:lnTo>
                    <a:pt x="79562" y="20886"/>
                  </a:lnTo>
                  <a:lnTo>
                    <a:pt x="49682" y="31028"/>
                  </a:lnTo>
                  <a:lnTo>
                    <a:pt x="33305" y="37899"/>
                  </a:lnTo>
                  <a:lnTo>
                    <a:pt x="25611" y="38661"/>
                  </a:lnTo>
                  <a:lnTo>
                    <a:pt x="19730" y="35047"/>
                  </a:lnTo>
                  <a:lnTo>
                    <a:pt x="0" y="14104"/>
                  </a:lnTo>
                  <a:lnTo>
                    <a:pt x="5276" y="16193"/>
                  </a:lnTo>
                  <a:lnTo>
                    <a:pt x="19854" y="28030"/>
                  </a:lnTo>
                  <a:lnTo>
                    <a:pt x="28908" y="25871"/>
                  </a:lnTo>
                  <a:lnTo>
                    <a:pt x="37295" y="18047"/>
                  </a:lnTo>
                  <a:lnTo>
                    <a:pt x="38577" y="12135"/>
                  </a:lnTo>
                  <a:lnTo>
                    <a:pt x="37326" y="9335"/>
                  </a:lnTo>
                  <a:lnTo>
                    <a:pt x="41119" y="0"/>
                  </a:lnTo>
                  <a:lnTo>
                    <a:pt x="52152" y="8960"/>
                  </a:lnTo>
                  <a:close/>
                </a:path>
              </a:pathLst>
            </a:custGeom>
            <a:solidFill>
              <a:srgbClr val="FFEFDB">
                <a:alpha val="100000"/>
              </a:srgbClr>
            </a:solidFill>
            <a:ln w="5420" cap="flat">
              <a:solidFill>
                <a:srgbClr val="5959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20" name="pg3920"/>
            <p:cNvSpPr/>
            <p:nvPr/>
          </p:nvSpPr>
          <p:spPr>
            <a:xfrm>
              <a:off x="4985696" y="5397055"/>
              <a:ext cx="30985" cy="11691"/>
            </a:xfrm>
            <a:custGeom>
              <a:avLst/>
              <a:pathLst>
                <a:path w="30985" h="11691">
                  <a:moveTo>
                    <a:pt x="10733" y="11691"/>
                  </a:moveTo>
                  <a:lnTo>
                    <a:pt x="2191" y="9030"/>
                  </a:lnTo>
                  <a:lnTo>
                    <a:pt x="0" y="6890"/>
                  </a:lnTo>
                  <a:lnTo>
                    <a:pt x="3658" y="3295"/>
                  </a:lnTo>
                  <a:lnTo>
                    <a:pt x="11710" y="298"/>
                  </a:lnTo>
                  <a:lnTo>
                    <a:pt x="24639" y="0"/>
                  </a:lnTo>
                  <a:lnTo>
                    <a:pt x="30303" y="3543"/>
                  </a:lnTo>
                  <a:lnTo>
                    <a:pt x="30985" y="5093"/>
                  </a:lnTo>
                  <a:lnTo>
                    <a:pt x="22686" y="8992"/>
                  </a:lnTo>
                  <a:close/>
                </a:path>
              </a:pathLst>
            </a:custGeom>
            <a:solidFill>
              <a:srgbClr val="FFEFDB">
                <a:alpha val="100000"/>
              </a:srgbClr>
            </a:solidFill>
            <a:ln w="5420" cap="flat">
              <a:solidFill>
                <a:srgbClr val="5959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21" name="pg3921"/>
            <p:cNvSpPr/>
            <p:nvPr/>
          </p:nvSpPr>
          <p:spPr>
            <a:xfrm>
              <a:off x="5304944" y="5521433"/>
              <a:ext cx="12277" cy="16472"/>
            </a:xfrm>
            <a:custGeom>
              <a:avLst/>
              <a:pathLst>
                <a:path w="12277" h="16472">
                  <a:moveTo>
                    <a:pt x="7008" y="16472"/>
                  </a:moveTo>
                  <a:lnTo>
                    <a:pt x="0" y="16472"/>
                  </a:lnTo>
                  <a:lnTo>
                    <a:pt x="1962" y="2806"/>
                  </a:lnTo>
                  <a:lnTo>
                    <a:pt x="7771" y="0"/>
                  </a:lnTo>
                  <a:lnTo>
                    <a:pt x="10050" y="152"/>
                  </a:lnTo>
                  <a:lnTo>
                    <a:pt x="12277" y="7620"/>
                  </a:lnTo>
                  <a:close/>
                </a:path>
              </a:pathLst>
            </a:custGeom>
            <a:solidFill>
              <a:srgbClr val="FFEFDB">
                <a:alpha val="100000"/>
              </a:srgbClr>
            </a:solidFill>
            <a:ln w="5420" cap="flat">
              <a:solidFill>
                <a:srgbClr val="5959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22" name="pg3922"/>
            <p:cNvSpPr/>
            <p:nvPr/>
          </p:nvSpPr>
          <p:spPr>
            <a:xfrm>
              <a:off x="5068380" y="5334383"/>
              <a:ext cx="70456" cy="119063"/>
            </a:xfrm>
            <a:custGeom>
              <a:avLst/>
              <a:pathLst>
                <a:path w="70456" h="119063">
                  <a:moveTo>
                    <a:pt x="31373" y="24747"/>
                  </a:moveTo>
                  <a:lnTo>
                    <a:pt x="46235" y="30285"/>
                  </a:lnTo>
                  <a:lnTo>
                    <a:pt x="62302" y="48650"/>
                  </a:lnTo>
                  <a:lnTo>
                    <a:pt x="69221" y="55191"/>
                  </a:lnTo>
                  <a:lnTo>
                    <a:pt x="70456" y="61147"/>
                  </a:lnTo>
                  <a:lnTo>
                    <a:pt x="67748" y="88340"/>
                  </a:lnTo>
                  <a:lnTo>
                    <a:pt x="64136" y="104711"/>
                  </a:lnTo>
                  <a:lnTo>
                    <a:pt x="64679" y="119063"/>
                  </a:lnTo>
                  <a:lnTo>
                    <a:pt x="60906" y="114815"/>
                  </a:lnTo>
                  <a:lnTo>
                    <a:pt x="57093" y="105416"/>
                  </a:lnTo>
                  <a:lnTo>
                    <a:pt x="50840" y="100012"/>
                  </a:lnTo>
                  <a:lnTo>
                    <a:pt x="48757" y="97180"/>
                  </a:lnTo>
                  <a:lnTo>
                    <a:pt x="59997" y="96557"/>
                  </a:lnTo>
                  <a:lnTo>
                    <a:pt x="60994" y="81761"/>
                  </a:lnTo>
                  <a:lnTo>
                    <a:pt x="66477" y="70089"/>
                  </a:lnTo>
                  <a:lnTo>
                    <a:pt x="65645" y="57947"/>
                  </a:lnTo>
                  <a:lnTo>
                    <a:pt x="52529" y="44579"/>
                  </a:lnTo>
                  <a:lnTo>
                    <a:pt x="43538" y="32812"/>
                  </a:lnTo>
                  <a:lnTo>
                    <a:pt x="29714" y="29046"/>
                  </a:lnTo>
                  <a:lnTo>
                    <a:pt x="16929" y="17330"/>
                  </a:lnTo>
                  <a:lnTo>
                    <a:pt x="9301" y="15888"/>
                  </a:lnTo>
                  <a:lnTo>
                    <a:pt x="0" y="17952"/>
                  </a:lnTo>
                  <a:lnTo>
                    <a:pt x="3359" y="10967"/>
                  </a:lnTo>
                  <a:lnTo>
                    <a:pt x="5684" y="1727"/>
                  </a:lnTo>
                  <a:lnTo>
                    <a:pt x="7389" y="0"/>
                  </a:lnTo>
                  <a:lnTo>
                    <a:pt x="13952" y="10078"/>
                  </a:lnTo>
                  <a:close/>
                </a:path>
              </a:pathLst>
            </a:custGeom>
            <a:solidFill>
              <a:srgbClr val="FFEFDB">
                <a:alpha val="100000"/>
              </a:srgbClr>
            </a:solidFill>
            <a:ln w="5420" cap="flat">
              <a:solidFill>
                <a:srgbClr val="5959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23" name="pg3923"/>
            <p:cNvSpPr/>
            <p:nvPr/>
          </p:nvSpPr>
          <p:spPr>
            <a:xfrm>
              <a:off x="5178096" y="5447191"/>
              <a:ext cx="46804" cy="72629"/>
            </a:xfrm>
            <a:custGeom>
              <a:avLst/>
              <a:pathLst>
                <a:path w="46804" h="72629">
                  <a:moveTo>
                    <a:pt x="46804" y="71314"/>
                  </a:moveTo>
                  <a:lnTo>
                    <a:pt x="39713" y="69974"/>
                  </a:lnTo>
                  <a:lnTo>
                    <a:pt x="29249" y="72559"/>
                  </a:lnTo>
                  <a:lnTo>
                    <a:pt x="25482" y="72629"/>
                  </a:lnTo>
                  <a:lnTo>
                    <a:pt x="27828" y="68101"/>
                  </a:lnTo>
                  <a:lnTo>
                    <a:pt x="35094" y="61979"/>
                  </a:lnTo>
                  <a:lnTo>
                    <a:pt x="35460" y="56150"/>
                  </a:lnTo>
                  <a:lnTo>
                    <a:pt x="26469" y="47742"/>
                  </a:lnTo>
                  <a:lnTo>
                    <a:pt x="16004" y="26824"/>
                  </a:lnTo>
                  <a:lnTo>
                    <a:pt x="11105" y="21864"/>
                  </a:lnTo>
                  <a:lnTo>
                    <a:pt x="8779" y="14002"/>
                  </a:lnTo>
                  <a:lnTo>
                    <a:pt x="0" y="5569"/>
                  </a:lnTo>
                  <a:lnTo>
                    <a:pt x="1834" y="1060"/>
                  </a:lnTo>
                  <a:lnTo>
                    <a:pt x="3638" y="0"/>
                  </a:lnTo>
                  <a:lnTo>
                    <a:pt x="9575" y="2165"/>
                  </a:lnTo>
                  <a:lnTo>
                    <a:pt x="23022" y="32253"/>
                  </a:lnTo>
                  <a:lnTo>
                    <a:pt x="23900" y="35136"/>
                  </a:lnTo>
                  <a:lnTo>
                    <a:pt x="46101" y="64704"/>
                  </a:lnTo>
                  <a:close/>
                </a:path>
              </a:pathLst>
            </a:custGeom>
            <a:solidFill>
              <a:srgbClr val="FFEFDB">
                <a:alpha val="100000"/>
              </a:srgbClr>
            </a:solidFill>
            <a:ln w="5420" cap="flat">
              <a:solidFill>
                <a:srgbClr val="5959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24" name="pt3924"/>
            <p:cNvSpPr/>
            <p:nvPr/>
          </p:nvSpPr>
          <p:spPr>
            <a:xfrm>
              <a:off x="5411954" y="3276309"/>
              <a:ext cx="63202" cy="63202"/>
            </a:xfrm>
            <a:prstGeom prst="ellipse">
              <a:avLst/>
            </a:prstGeom>
            <a:solidFill>
              <a:srgbClr val="3A73A1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25" name="pt3925"/>
            <p:cNvSpPr/>
            <p:nvPr/>
          </p:nvSpPr>
          <p:spPr>
            <a:xfrm>
              <a:off x="3286560" y="4746129"/>
              <a:ext cx="63202" cy="63202"/>
            </a:xfrm>
            <a:prstGeom prst="ellipse">
              <a:avLst/>
            </a:prstGeom>
            <a:solidFill>
              <a:srgbClr val="6DD1B1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26" name="pt3926"/>
            <p:cNvSpPr/>
            <p:nvPr/>
          </p:nvSpPr>
          <p:spPr>
            <a:xfrm>
              <a:off x="2878450" y="4973596"/>
              <a:ext cx="63202" cy="63202"/>
            </a:xfrm>
            <a:prstGeom prst="ellipse">
              <a:avLst/>
            </a:prstGeom>
            <a:solidFill>
              <a:srgbClr val="88D9BC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27" name="pt3927"/>
            <p:cNvSpPr/>
            <p:nvPr/>
          </p:nvSpPr>
          <p:spPr>
            <a:xfrm>
              <a:off x="5154968" y="3735383"/>
              <a:ext cx="63202" cy="63202"/>
            </a:xfrm>
            <a:prstGeom prst="ellipse">
              <a:avLst/>
            </a:prstGeom>
            <a:solidFill>
              <a:srgbClr val="3A649E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28" name="pt3928"/>
            <p:cNvSpPr/>
            <p:nvPr/>
          </p:nvSpPr>
          <p:spPr>
            <a:xfrm>
              <a:off x="3815690" y="4677487"/>
              <a:ext cx="63202" cy="63202"/>
            </a:xfrm>
            <a:prstGeom prst="ellipse">
              <a:avLst/>
            </a:prstGeom>
            <a:solidFill>
              <a:srgbClr val="9BDFC4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29" name="pt3929"/>
            <p:cNvSpPr/>
            <p:nvPr/>
          </p:nvSpPr>
          <p:spPr>
            <a:xfrm>
              <a:off x="5234441" y="3545894"/>
              <a:ext cx="63202" cy="63202"/>
            </a:xfrm>
            <a:prstGeom prst="ellipse">
              <a:avLst/>
            </a:prstGeom>
            <a:solidFill>
              <a:srgbClr val="3598A9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30" name="pt3930"/>
            <p:cNvSpPr/>
            <p:nvPr/>
          </p:nvSpPr>
          <p:spPr>
            <a:xfrm>
              <a:off x="3635685" y="4800931"/>
              <a:ext cx="63202" cy="63202"/>
            </a:xfrm>
            <a:prstGeom prst="ellipse">
              <a:avLst/>
            </a:prstGeom>
            <a:solidFill>
              <a:srgbClr val="43A6AA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31" name="pt3931"/>
            <p:cNvSpPr/>
            <p:nvPr/>
          </p:nvSpPr>
          <p:spPr>
            <a:xfrm>
              <a:off x="5803938" y="2901996"/>
              <a:ext cx="63202" cy="63202"/>
            </a:xfrm>
            <a:prstGeom prst="ellipse">
              <a:avLst/>
            </a:prstGeom>
            <a:solidFill>
              <a:srgbClr val="2B203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32" name="pt3932"/>
            <p:cNvSpPr/>
            <p:nvPr/>
          </p:nvSpPr>
          <p:spPr>
            <a:xfrm>
              <a:off x="5602232" y="3222656"/>
              <a:ext cx="63202" cy="63202"/>
            </a:xfrm>
            <a:prstGeom prst="ellipse">
              <a:avLst/>
            </a:prstGeom>
            <a:solidFill>
              <a:srgbClr val="1B142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33" name="pt3933"/>
            <p:cNvSpPr/>
            <p:nvPr/>
          </p:nvSpPr>
          <p:spPr>
            <a:xfrm>
              <a:off x="4189184" y="4765547"/>
              <a:ext cx="63202" cy="63202"/>
            </a:xfrm>
            <a:prstGeom prst="ellipse">
              <a:avLst/>
            </a:prstGeom>
            <a:solidFill>
              <a:srgbClr val="8FDCBF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34" name="pt3934"/>
            <p:cNvSpPr/>
            <p:nvPr/>
          </p:nvSpPr>
          <p:spPr>
            <a:xfrm>
              <a:off x="4913887" y="4211118"/>
              <a:ext cx="63202" cy="63202"/>
            </a:xfrm>
            <a:prstGeom prst="ellipse">
              <a:avLst/>
            </a:prstGeom>
            <a:solidFill>
              <a:srgbClr val="378CA7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35" name="pt3935"/>
            <p:cNvSpPr/>
            <p:nvPr/>
          </p:nvSpPr>
          <p:spPr>
            <a:xfrm>
              <a:off x="4598477" y="4463619"/>
              <a:ext cx="63202" cy="63202"/>
            </a:xfrm>
            <a:prstGeom prst="ellipse">
              <a:avLst/>
            </a:prstGeom>
            <a:solidFill>
              <a:srgbClr val="3594A8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36" name="pt3936"/>
            <p:cNvSpPr/>
            <p:nvPr/>
          </p:nvSpPr>
          <p:spPr>
            <a:xfrm>
              <a:off x="4706891" y="4368015"/>
              <a:ext cx="63202" cy="63202"/>
            </a:xfrm>
            <a:prstGeom prst="ellipse">
              <a:avLst/>
            </a:prstGeom>
            <a:solidFill>
              <a:srgbClr val="5DC9AC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37" name="pt3937"/>
            <p:cNvSpPr/>
            <p:nvPr/>
          </p:nvSpPr>
          <p:spPr>
            <a:xfrm>
              <a:off x="5170525" y="3498927"/>
              <a:ext cx="63202" cy="63202"/>
            </a:xfrm>
            <a:prstGeom prst="ellipse">
              <a:avLst/>
            </a:prstGeom>
            <a:solidFill>
              <a:srgbClr val="A2E2C8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38" name="pt3938"/>
            <p:cNvSpPr/>
            <p:nvPr/>
          </p:nvSpPr>
          <p:spPr>
            <a:xfrm>
              <a:off x="4143523" y="4766403"/>
              <a:ext cx="63202" cy="63202"/>
            </a:xfrm>
            <a:prstGeom prst="ellipse">
              <a:avLst/>
            </a:prstGeom>
            <a:solidFill>
              <a:srgbClr val="8DDBBE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39" name="pt3939"/>
            <p:cNvSpPr/>
            <p:nvPr/>
          </p:nvSpPr>
          <p:spPr>
            <a:xfrm>
              <a:off x="4544041" y="4668741"/>
              <a:ext cx="63202" cy="63202"/>
            </a:xfrm>
            <a:prstGeom prst="ellipse">
              <a:avLst/>
            </a:prstGeom>
            <a:solidFill>
              <a:srgbClr val="378FA7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40" name="pt3940"/>
            <p:cNvSpPr/>
            <p:nvPr/>
          </p:nvSpPr>
          <p:spPr>
            <a:xfrm>
              <a:off x="3690881" y="4772296"/>
              <a:ext cx="63202" cy="63202"/>
            </a:xfrm>
            <a:prstGeom prst="ellipse">
              <a:avLst/>
            </a:prstGeom>
            <a:solidFill>
              <a:srgbClr val="51B7AB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41" name="pt3941"/>
            <p:cNvSpPr/>
            <p:nvPr/>
          </p:nvSpPr>
          <p:spPr>
            <a:xfrm>
              <a:off x="5016032" y="3641698"/>
              <a:ext cx="63202" cy="63202"/>
            </a:xfrm>
            <a:prstGeom prst="ellipse">
              <a:avLst/>
            </a:prstGeom>
            <a:solidFill>
              <a:srgbClr val="BFEBD5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42" name="pt3942"/>
            <p:cNvSpPr/>
            <p:nvPr/>
          </p:nvSpPr>
          <p:spPr>
            <a:xfrm>
              <a:off x="4551789" y="4536931"/>
              <a:ext cx="63202" cy="63202"/>
            </a:xfrm>
            <a:prstGeom prst="ellipse">
              <a:avLst/>
            </a:prstGeom>
            <a:solidFill>
              <a:srgbClr val="389BA9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43" name="pt3943"/>
            <p:cNvSpPr/>
            <p:nvPr/>
          </p:nvSpPr>
          <p:spPr>
            <a:xfrm>
              <a:off x="3457033" y="4801454"/>
              <a:ext cx="63202" cy="63202"/>
            </a:xfrm>
            <a:prstGeom prst="ellipse">
              <a:avLst/>
            </a:prstGeom>
            <a:solidFill>
              <a:srgbClr val="3888A6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44" name="pt3944"/>
            <p:cNvSpPr/>
            <p:nvPr/>
          </p:nvSpPr>
          <p:spPr>
            <a:xfrm>
              <a:off x="4795350" y="4267713"/>
              <a:ext cx="63202" cy="63202"/>
            </a:xfrm>
            <a:prstGeom prst="ellipse">
              <a:avLst/>
            </a:prstGeom>
            <a:solidFill>
              <a:srgbClr val="3B72A1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45" name="pt3945"/>
            <p:cNvSpPr/>
            <p:nvPr/>
          </p:nvSpPr>
          <p:spPr>
            <a:xfrm>
              <a:off x="5763373" y="2927118"/>
              <a:ext cx="63202" cy="63202"/>
            </a:xfrm>
            <a:prstGeom prst="ellipse">
              <a:avLst/>
            </a:prstGeom>
            <a:solidFill>
              <a:srgbClr val="3A325F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46" name="pt3946"/>
            <p:cNvSpPr/>
            <p:nvPr/>
          </p:nvSpPr>
          <p:spPr>
            <a:xfrm>
              <a:off x="3223042" y="4753931"/>
              <a:ext cx="63202" cy="63202"/>
            </a:xfrm>
            <a:prstGeom prst="ellipse">
              <a:avLst/>
            </a:prstGeom>
            <a:solidFill>
              <a:srgbClr val="81D7B9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47" name="pt3947"/>
            <p:cNvSpPr/>
            <p:nvPr/>
          </p:nvSpPr>
          <p:spPr>
            <a:xfrm>
              <a:off x="6187218" y="2929573"/>
              <a:ext cx="63202" cy="63202"/>
            </a:xfrm>
            <a:prstGeom prst="ellipse">
              <a:avLst/>
            </a:prstGeom>
            <a:solidFill>
              <a:srgbClr val="382A55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48" name="pt3948"/>
            <p:cNvSpPr/>
            <p:nvPr/>
          </p:nvSpPr>
          <p:spPr>
            <a:xfrm>
              <a:off x="4558922" y="4541579"/>
              <a:ext cx="63202" cy="63202"/>
            </a:xfrm>
            <a:prstGeom prst="ellipse">
              <a:avLst/>
            </a:prstGeom>
            <a:solidFill>
              <a:srgbClr val="379AA9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49" name="pt3949"/>
            <p:cNvSpPr/>
            <p:nvPr/>
          </p:nvSpPr>
          <p:spPr>
            <a:xfrm>
              <a:off x="5665872" y="3067530"/>
              <a:ext cx="63202" cy="63202"/>
            </a:xfrm>
            <a:prstGeom prst="ellipse">
              <a:avLst/>
            </a:prstGeom>
            <a:solidFill>
              <a:srgbClr val="3DA0AA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50" name="pt3950"/>
            <p:cNvSpPr/>
            <p:nvPr/>
          </p:nvSpPr>
          <p:spPr>
            <a:xfrm>
              <a:off x="3541256" y="4824822"/>
              <a:ext cx="63202" cy="63202"/>
            </a:xfrm>
            <a:prstGeom prst="ellipse">
              <a:avLst/>
            </a:prstGeom>
            <a:solidFill>
              <a:srgbClr val="45A8AA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51" name="pt3951"/>
            <p:cNvSpPr/>
            <p:nvPr/>
          </p:nvSpPr>
          <p:spPr>
            <a:xfrm>
              <a:off x="4587926" y="4467164"/>
              <a:ext cx="63202" cy="63202"/>
            </a:xfrm>
            <a:prstGeom prst="ellipse">
              <a:avLst/>
            </a:prstGeom>
            <a:solidFill>
              <a:srgbClr val="3A79A3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52" name="pt3952"/>
            <p:cNvSpPr/>
            <p:nvPr/>
          </p:nvSpPr>
          <p:spPr>
            <a:xfrm>
              <a:off x="5657937" y="3028251"/>
              <a:ext cx="63202" cy="63202"/>
            </a:xfrm>
            <a:prstGeom prst="ellipse">
              <a:avLst/>
            </a:prstGeom>
            <a:solidFill>
              <a:srgbClr val="3A79A2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53" name="pt3953"/>
            <p:cNvSpPr/>
            <p:nvPr/>
          </p:nvSpPr>
          <p:spPr>
            <a:xfrm>
              <a:off x="2979067" y="4895874"/>
              <a:ext cx="63202" cy="63202"/>
            </a:xfrm>
            <a:prstGeom prst="ellipse">
              <a:avLst/>
            </a:prstGeom>
            <a:solidFill>
              <a:srgbClr val="80D7B8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54" name="pt3954"/>
            <p:cNvSpPr/>
            <p:nvPr/>
          </p:nvSpPr>
          <p:spPr>
            <a:xfrm>
              <a:off x="4922163" y="4187507"/>
              <a:ext cx="63202" cy="63202"/>
            </a:xfrm>
            <a:prstGeom prst="ellipse">
              <a:avLst/>
            </a:prstGeom>
            <a:solidFill>
              <a:srgbClr val="3A649E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55" name="pt3955"/>
            <p:cNvSpPr/>
            <p:nvPr/>
          </p:nvSpPr>
          <p:spPr>
            <a:xfrm>
              <a:off x="5059838" y="3807278"/>
              <a:ext cx="63202" cy="63202"/>
            </a:xfrm>
            <a:prstGeom prst="ellipse">
              <a:avLst/>
            </a:prstGeom>
            <a:solidFill>
              <a:srgbClr val="3EA0AA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56" name="pt3956"/>
            <p:cNvSpPr/>
            <p:nvPr/>
          </p:nvSpPr>
          <p:spPr>
            <a:xfrm>
              <a:off x="2851349" y="4946495"/>
              <a:ext cx="117405" cy="117405"/>
            </a:xfrm>
            <a:prstGeom prst="ellipse">
              <a:avLst/>
            </a:prstGeom>
            <a:solidFill>
              <a:srgbClr val="88D9BC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57" name="pt3957"/>
            <p:cNvSpPr/>
            <p:nvPr/>
          </p:nvSpPr>
          <p:spPr>
            <a:xfrm>
              <a:off x="5776837" y="2874895"/>
              <a:ext cx="117405" cy="117405"/>
            </a:xfrm>
            <a:prstGeom prst="ellipse">
              <a:avLst/>
            </a:prstGeom>
            <a:solidFill>
              <a:srgbClr val="2B203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58" name="pt3958"/>
            <p:cNvSpPr/>
            <p:nvPr/>
          </p:nvSpPr>
          <p:spPr>
            <a:xfrm>
              <a:off x="4516940" y="4641639"/>
              <a:ext cx="117405" cy="117405"/>
            </a:xfrm>
            <a:prstGeom prst="ellipse">
              <a:avLst/>
            </a:prstGeom>
            <a:solidFill>
              <a:srgbClr val="378FA7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59" name="pt3959"/>
            <p:cNvSpPr/>
            <p:nvPr/>
          </p:nvSpPr>
          <p:spPr>
            <a:xfrm>
              <a:off x="3514155" y="4797720"/>
              <a:ext cx="117405" cy="117405"/>
            </a:xfrm>
            <a:prstGeom prst="ellipse">
              <a:avLst/>
            </a:prstGeom>
            <a:solidFill>
              <a:srgbClr val="45A8AA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60" name="pt3960"/>
            <p:cNvSpPr/>
            <p:nvPr/>
          </p:nvSpPr>
          <p:spPr>
            <a:xfrm>
              <a:off x="5630836" y="3001150"/>
              <a:ext cx="117405" cy="117405"/>
            </a:xfrm>
            <a:prstGeom prst="ellipse">
              <a:avLst/>
            </a:prstGeom>
            <a:solidFill>
              <a:srgbClr val="3A79A2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61" name="pl3961"/>
            <p:cNvSpPr/>
            <p:nvPr/>
          </p:nvSpPr>
          <p:spPr>
            <a:xfrm>
              <a:off x="2850450" y="4909125"/>
              <a:ext cx="52361" cy="84403"/>
            </a:xfrm>
            <a:custGeom>
              <a:avLst/>
              <a:pathLst>
                <a:path w="52361" h="84403">
                  <a:moveTo>
                    <a:pt x="0" y="0"/>
                  </a:moveTo>
                  <a:lnTo>
                    <a:pt x="52361" y="84403"/>
                  </a:lnTo>
                </a:path>
              </a:pathLst>
            </a:custGeom>
            <a:ln w="1355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62" name="pl3962"/>
            <p:cNvSpPr/>
            <p:nvPr/>
          </p:nvSpPr>
          <p:spPr>
            <a:xfrm>
              <a:off x="5709614" y="2782754"/>
              <a:ext cx="116850" cy="139972"/>
            </a:xfrm>
            <a:custGeom>
              <a:avLst/>
              <a:pathLst>
                <a:path w="116850" h="139972">
                  <a:moveTo>
                    <a:pt x="0" y="0"/>
                  </a:moveTo>
                  <a:lnTo>
                    <a:pt x="116850" y="139972"/>
                  </a:lnTo>
                </a:path>
              </a:pathLst>
            </a:custGeom>
            <a:ln w="1355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63" name="pl3963"/>
            <p:cNvSpPr/>
            <p:nvPr/>
          </p:nvSpPr>
          <p:spPr>
            <a:xfrm>
              <a:off x="4513403" y="4609217"/>
              <a:ext cx="54423" cy="79682"/>
            </a:xfrm>
            <a:custGeom>
              <a:avLst/>
              <a:pathLst>
                <a:path w="54423" h="79682">
                  <a:moveTo>
                    <a:pt x="0" y="0"/>
                  </a:moveTo>
                  <a:lnTo>
                    <a:pt x="54423" y="79682"/>
                  </a:lnTo>
                </a:path>
              </a:pathLst>
            </a:custGeom>
            <a:ln w="1355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64" name="pl3964"/>
            <p:cNvSpPr/>
            <p:nvPr/>
          </p:nvSpPr>
          <p:spPr>
            <a:xfrm>
              <a:off x="3511647" y="4762436"/>
              <a:ext cx="53683" cy="82428"/>
            </a:xfrm>
            <a:custGeom>
              <a:avLst/>
              <a:pathLst>
                <a:path w="53683" h="82428">
                  <a:moveTo>
                    <a:pt x="0" y="0"/>
                  </a:moveTo>
                  <a:lnTo>
                    <a:pt x="53683" y="82428"/>
                  </a:lnTo>
                </a:path>
              </a:pathLst>
            </a:custGeom>
            <a:ln w="1355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65" name="pg3965"/>
            <p:cNvSpPr/>
            <p:nvPr/>
          </p:nvSpPr>
          <p:spPr>
            <a:xfrm>
              <a:off x="2291935" y="4760424"/>
              <a:ext cx="558515" cy="191932"/>
            </a:xfrm>
            <a:custGeom>
              <a:avLst/>
              <a:pathLst>
                <a:path w="558515" h="191932">
                  <a:moveTo>
                    <a:pt x="27431" y="191932"/>
                  </a:moveTo>
                  <a:lnTo>
                    <a:pt x="531083" y="191932"/>
                  </a:lnTo>
                  <a:lnTo>
                    <a:pt x="529978" y="191910"/>
                  </a:lnTo>
                  <a:lnTo>
                    <a:pt x="534390" y="191732"/>
                  </a:lnTo>
                  <a:lnTo>
                    <a:pt x="538715" y="190849"/>
                  </a:lnTo>
                  <a:lnTo>
                    <a:pt x="542843" y="189284"/>
                  </a:lnTo>
                  <a:lnTo>
                    <a:pt x="546666" y="187076"/>
                  </a:lnTo>
                  <a:lnTo>
                    <a:pt x="550086" y="184284"/>
                  </a:lnTo>
                  <a:lnTo>
                    <a:pt x="553013" y="180980"/>
                  </a:lnTo>
                  <a:lnTo>
                    <a:pt x="555373" y="177248"/>
                  </a:lnTo>
                  <a:lnTo>
                    <a:pt x="557103" y="173187"/>
                  </a:lnTo>
                  <a:lnTo>
                    <a:pt x="558160" y="168900"/>
                  </a:lnTo>
                  <a:lnTo>
                    <a:pt x="558515" y="164500"/>
                  </a:lnTo>
                  <a:lnTo>
                    <a:pt x="558515" y="27432"/>
                  </a:lnTo>
                  <a:lnTo>
                    <a:pt x="558160" y="23031"/>
                  </a:lnTo>
                  <a:lnTo>
                    <a:pt x="557103" y="18745"/>
                  </a:lnTo>
                  <a:lnTo>
                    <a:pt x="555373" y="14683"/>
                  </a:lnTo>
                  <a:lnTo>
                    <a:pt x="553013" y="10952"/>
                  </a:lnTo>
                  <a:lnTo>
                    <a:pt x="550086" y="7647"/>
                  </a:lnTo>
                  <a:lnTo>
                    <a:pt x="546666" y="4855"/>
                  </a:lnTo>
                  <a:lnTo>
                    <a:pt x="542843" y="2648"/>
                  </a:lnTo>
                  <a:lnTo>
                    <a:pt x="538715" y="1083"/>
                  </a:lnTo>
                  <a:lnTo>
                    <a:pt x="534390" y="200"/>
                  </a:lnTo>
                  <a:lnTo>
                    <a:pt x="531083" y="0"/>
                  </a:lnTo>
                  <a:lnTo>
                    <a:pt x="27431" y="0"/>
                  </a:lnTo>
                  <a:lnTo>
                    <a:pt x="30738" y="200"/>
                  </a:lnTo>
                  <a:lnTo>
                    <a:pt x="26327" y="22"/>
                  </a:lnTo>
                  <a:lnTo>
                    <a:pt x="21944" y="554"/>
                  </a:lnTo>
                  <a:lnTo>
                    <a:pt x="17704" y="1782"/>
                  </a:lnTo>
                  <a:lnTo>
                    <a:pt x="13716" y="3675"/>
                  </a:lnTo>
                  <a:lnTo>
                    <a:pt x="10082" y="6183"/>
                  </a:lnTo>
                  <a:lnTo>
                    <a:pt x="6898" y="9241"/>
                  </a:lnTo>
                  <a:lnTo>
                    <a:pt x="4246" y="12770"/>
                  </a:lnTo>
                  <a:lnTo>
                    <a:pt x="2195" y="16679"/>
                  </a:lnTo>
                  <a:lnTo>
                    <a:pt x="797" y="20867"/>
                  </a:lnTo>
                  <a:lnTo>
                    <a:pt x="88" y="25224"/>
                  </a:lnTo>
                  <a:lnTo>
                    <a:pt x="0" y="27432"/>
                  </a:lnTo>
                  <a:lnTo>
                    <a:pt x="0" y="164500"/>
                  </a:lnTo>
                  <a:lnTo>
                    <a:pt x="88" y="162293"/>
                  </a:lnTo>
                  <a:lnTo>
                    <a:pt x="88" y="166707"/>
                  </a:lnTo>
                  <a:lnTo>
                    <a:pt x="797" y="171065"/>
                  </a:lnTo>
                  <a:lnTo>
                    <a:pt x="2195" y="175252"/>
                  </a:lnTo>
                  <a:lnTo>
                    <a:pt x="4246" y="179162"/>
                  </a:lnTo>
                  <a:lnTo>
                    <a:pt x="6898" y="182691"/>
                  </a:lnTo>
                  <a:lnTo>
                    <a:pt x="10082" y="185749"/>
                  </a:lnTo>
                  <a:lnTo>
                    <a:pt x="13716" y="188257"/>
                  </a:lnTo>
                  <a:lnTo>
                    <a:pt x="17704" y="190149"/>
                  </a:lnTo>
                  <a:lnTo>
                    <a:pt x="21944" y="191378"/>
                  </a:lnTo>
                  <a:lnTo>
                    <a:pt x="26327" y="19191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6775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66" name="tx3966"/>
            <p:cNvSpPr/>
            <p:nvPr/>
          </p:nvSpPr>
          <p:spPr>
            <a:xfrm>
              <a:off x="2337655" y="4806144"/>
              <a:ext cx="467075" cy="10049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3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3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W1_TX</a:t>
              </a:r>
            </a:p>
          </p:txBody>
        </p:sp>
        <p:sp>
          <p:nvSpPr>
            <p:cNvPr id="3967" name="pg3967"/>
            <p:cNvSpPr/>
            <p:nvPr/>
          </p:nvSpPr>
          <p:spPr>
            <a:xfrm>
              <a:off x="5375552" y="2590822"/>
              <a:ext cx="589605" cy="191932"/>
            </a:xfrm>
            <a:custGeom>
              <a:avLst/>
              <a:pathLst>
                <a:path w="589605" h="191932">
                  <a:moveTo>
                    <a:pt x="27432" y="191932"/>
                  </a:moveTo>
                  <a:lnTo>
                    <a:pt x="562173" y="191932"/>
                  </a:lnTo>
                  <a:lnTo>
                    <a:pt x="561068" y="191910"/>
                  </a:lnTo>
                  <a:lnTo>
                    <a:pt x="565479" y="191732"/>
                  </a:lnTo>
                  <a:lnTo>
                    <a:pt x="569805" y="190849"/>
                  </a:lnTo>
                  <a:lnTo>
                    <a:pt x="573933" y="189284"/>
                  </a:lnTo>
                  <a:lnTo>
                    <a:pt x="577756" y="187076"/>
                  </a:lnTo>
                  <a:lnTo>
                    <a:pt x="581175" y="184284"/>
                  </a:lnTo>
                  <a:lnTo>
                    <a:pt x="584103" y="180980"/>
                  </a:lnTo>
                  <a:lnTo>
                    <a:pt x="586462" y="177248"/>
                  </a:lnTo>
                  <a:lnTo>
                    <a:pt x="588193" y="173187"/>
                  </a:lnTo>
                  <a:lnTo>
                    <a:pt x="589249" y="168900"/>
                  </a:lnTo>
                  <a:lnTo>
                    <a:pt x="589605" y="164500"/>
                  </a:lnTo>
                  <a:lnTo>
                    <a:pt x="589605" y="27432"/>
                  </a:lnTo>
                  <a:lnTo>
                    <a:pt x="589249" y="23031"/>
                  </a:lnTo>
                  <a:lnTo>
                    <a:pt x="588193" y="18745"/>
                  </a:lnTo>
                  <a:lnTo>
                    <a:pt x="586462" y="14683"/>
                  </a:lnTo>
                  <a:lnTo>
                    <a:pt x="584103" y="10952"/>
                  </a:lnTo>
                  <a:lnTo>
                    <a:pt x="581175" y="7647"/>
                  </a:lnTo>
                  <a:lnTo>
                    <a:pt x="577756" y="4855"/>
                  </a:lnTo>
                  <a:lnTo>
                    <a:pt x="573933" y="2648"/>
                  </a:lnTo>
                  <a:lnTo>
                    <a:pt x="569805" y="1083"/>
                  </a:lnTo>
                  <a:lnTo>
                    <a:pt x="565479" y="200"/>
                  </a:lnTo>
                  <a:lnTo>
                    <a:pt x="562173" y="0"/>
                  </a:lnTo>
                  <a:lnTo>
                    <a:pt x="27432" y="0"/>
                  </a:lnTo>
                  <a:lnTo>
                    <a:pt x="30738" y="200"/>
                  </a:lnTo>
                  <a:lnTo>
                    <a:pt x="26327" y="22"/>
                  </a:lnTo>
                  <a:lnTo>
                    <a:pt x="21944" y="554"/>
                  </a:lnTo>
                  <a:lnTo>
                    <a:pt x="17704" y="1782"/>
                  </a:lnTo>
                  <a:lnTo>
                    <a:pt x="13715" y="3675"/>
                  </a:lnTo>
                  <a:lnTo>
                    <a:pt x="10082" y="6183"/>
                  </a:lnTo>
                  <a:lnTo>
                    <a:pt x="6898" y="9241"/>
                  </a:lnTo>
                  <a:lnTo>
                    <a:pt x="4246" y="12770"/>
                  </a:lnTo>
                  <a:lnTo>
                    <a:pt x="2195" y="16679"/>
                  </a:lnTo>
                  <a:lnTo>
                    <a:pt x="797" y="20867"/>
                  </a:lnTo>
                  <a:lnTo>
                    <a:pt x="88" y="25224"/>
                  </a:lnTo>
                  <a:lnTo>
                    <a:pt x="0" y="27432"/>
                  </a:lnTo>
                  <a:lnTo>
                    <a:pt x="0" y="164500"/>
                  </a:lnTo>
                  <a:lnTo>
                    <a:pt x="88" y="162293"/>
                  </a:lnTo>
                  <a:lnTo>
                    <a:pt x="88" y="166707"/>
                  </a:lnTo>
                  <a:lnTo>
                    <a:pt x="797" y="171065"/>
                  </a:lnTo>
                  <a:lnTo>
                    <a:pt x="2195" y="175252"/>
                  </a:lnTo>
                  <a:lnTo>
                    <a:pt x="4246" y="179162"/>
                  </a:lnTo>
                  <a:lnTo>
                    <a:pt x="6898" y="182691"/>
                  </a:lnTo>
                  <a:lnTo>
                    <a:pt x="10082" y="185749"/>
                  </a:lnTo>
                  <a:lnTo>
                    <a:pt x="13715" y="188257"/>
                  </a:lnTo>
                  <a:lnTo>
                    <a:pt x="17704" y="190149"/>
                  </a:lnTo>
                  <a:lnTo>
                    <a:pt x="21944" y="191378"/>
                  </a:lnTo>
                  <a:lnTo>
                    <a:pt x="26327" y="19191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6775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68" name="tx3968"/>
            <p:cNvSpPr/>
            <p:nvPr/>
          </p:nvSpPr>
          <p:spPr>
            <a:xfrm>
              <a:off x="5421272" y="2636542"/>
              <a:ext cx="498165" cy="10049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3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3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W6_ME</a:t>
              </a:r>
            </a:p>
          </p:txBody>
        </p:sp>
        <p:sp>
          <p:nvSpPr>
            <p:cNvPr id="3969" name="pg3969"/>
            <p:cNvSpPr/>
            <p:nvPr/>
          </p:nvSpPr>
          <p:spPr>
            <a:xfrm>
              <a:off x="3970432" y="4460317"/>
              <a:ext cx="542970" cy="191932"/>
            </a:xfrm>
            <a:custGeom>
              <a:avLst/>
              <a:pathLst>
                <a:path w="542970" h="191932">
                  <a:moveTo>
                    <a:pt x="27431" y="191932"/>
                  </a:moveTo>
                  <a:lnTo>
                    <a:pt x="515538" y="191932"/>
                  </a:lnTo>
                  <a:lnTo>
                    <a:pt x="514434" y="191910"/>
                  </a:lnTo>
                  <a:lnTo>
                    <a:pt x="518845" y="191732"/>
                  </a:lnTo>
                  <a:lnTo>
                    <a:pt x="523170" y="190849"/>
                  </a:lnTo>
                  <a:lnTo>
                    <a:pt x="527298" y="189284"/>
                  </a:lnTo>
                  <a:lnTo>
                    <a:pt x="531121" y="187076"/>
                  </a:lnTo>
                  <a:lnTo>
                    <a:pt x="534541" y="184284"/>
                  </a:lnTo>
                  <a:lnTo>
                    <a:pt x="537469" y="180980"/>
                  </a:lnTo>
                  <a:lnTo>
                    <a:pt x="539828" y="177248"/>
                  </a:lnTo>
                  <a:lnTo>
                    <a:pt x="541558" y="173187"/>
                  </a:lnTo>
                  <a:lnTo>
                    <a:pt x="542615" y="168900"/>
                  </a:lnTo>
                  <a:lnTo>
                    <a:pt x="542970" y="164500"/>
                  </a:lnTo>
                  <a:lnTo>
                    <a:pt x="542970" y="27431"/>
                  </a:lnTo>
                  <a:lnTo>
                    <a:pt x="542615" y="23031"/>
                  </a:lnTo>
                  <a:lnTo>
                    <a:pt x="541558" y="18745"/>
                  </a:lnTo>
                  <a:lnTo>
                    <a:pt x="539828" y="14683"/>
                  </a:lnTo>
                  <a:lnTo>
                    <a:pt x="537469" y="10952"/>
                  </a:lnTo>
                  <a:lnTo>
                    <a:pt x="534541" y="7647"/>
                  </a:lnTo>
                  <a:lnTo>
                    <a:pt x="531121" y="4855"/>
                  </a:lnTo>
                  <a:lnTo>
                    <a:pt x="527298" y="2648"/>
                  </a:lnTo>
                  <a:lnTo>
                    <a:pt x="523170" y="1083"/>
                  </a:lnTo>
                  <a:lnTo>
                    <a:pt x="518845" y="200"/>
                  </a:lnTo>
                  <a:lnTo>
                    <a:pt x="515538" y="0"/>
                  </a:lnTo>
                  <a:lnTo>
                    <a:pt x="27431" y="0"/>
                  </a:lnTo>
                  <a:lnTo>
                    <a:pt x="30738" y="200"/>
                  </a:lnTo>
                  <a:lnTo>
                    <a:pt x="26327" y="22"/>
                  </a:lnTo>
                  <a:lnTo>
                    <a:pt x="21944" y="554"/>
                  </a:lnTo>
                  <a:lnTo>
                    <a:pt x="17704" y="1782"/>
                  </a:lnTo>
                  <a:lnTo>
                    <a:pt x="13715" y="3675"/>
                  </a:lnTo>
                  <a:lnTo>
                    <a:pt x="10082" y="6183"/>
                  </a:lnTo>
                  <a:lnTo>
                    <a:pt x="6898" y="9241"/>
                  </a:lnTo>
                  <a:lnTo>
                    <a:pt x="4246" y="12770"/>
                  </a:lnTo>
                  <a:lnTo>
                    <a:pt x="2195" y="16679"/>
                  </a:lnTo>
                  <a:lnTo>
                    <a:pt x="797" y="20867"/>
                  </a:lnTo>
                  <a:lnTo>
                    <a:pt x="88" y="25224"/>
                  </a:lnTo>
                  <a:lnTo>
                    <a:pt x="0" y="27431"/>
                  </a:lnTo>
                  <a:lnTo>
                    <a:pt x="0" y="164500"/>
                  </a:lnTo>
                  <a:lnTo>
                    <a:pt x="88" y="162293"/>
                  </a:lnTo>
                  <a:lnTo>
                    <a:pt x="88" y="166707"/>
                  </a:lnTo>
                  <a:lnTo>
                    <a:pt x="797" y="171065"/>
                  </a:lnTo>
                  <a:lnTo>
                    <a:pt x="2195" y="175252"/>
                  </a:lnTo>
                  <a:lnTo>
                    <a:pt x="4246" y="179162"/>
                  </a:lnTo>
                  <a:lnTo>
                    <a:pt x="6898" y="182691"/>
                  </a:lnTo>
                  <a:lnTo>
                    <a:pt x="10082" y="185749"/>
                  </a:lnTo>
                  <a:lnTo>
                    <a:pt x="13715" y="188257"/>
                  </a:lnTo>
                  <a:lnTo>
                    <a:pt x="17704" y="190149"/>
                  </a:lnTo>
                  <a:lnTo>
                    <a:pt x="21944" y="191378"/>
                  </a:lnTo>
                  <a:lnTo>
                    <a:pt x="26327" y="19191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6775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70" name="tx3970"/>
            <p:cNvSpPr/>
            <p:nvPr/>
          </p:nvSpPr>
          <p:spPr>
            <a:xfrm>
              <a:off x="4016152" y="4506037"/>
              <a:ext cx="451530" cy="10049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3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3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W3_FL</a:t>
              </a:r>
            </a:p>
          </p:txBody>
        </p:sp>
        <p:sp>
          <p:nvSpPr>
            <p:cNvPr id="3971" name="pg3971"/>
            <p:cNvSpPr/>
            <p:nvPr/>
          </p:nvSpPr>
          <p:spPr>
            <a:xfrm>
              <a:off x="2960812" y="4613743"/>
              <a:ext cx="550834" cy="191932"/>
            </a:xfrm>
            <a:custGeom>
              <a:avLst/>
              <a:pathLst>
                <a:path w="550834" h="191932">
                  <a:moveTo>
                    <a:pt x="27432" y="191932"/>
                  </a:moveTo>
                  <a:lnTo>
                    <a:pt x="523402" y="191932"/>
                  </a:lnTo>
                  <a:lnTo>
                    <a:pt x="522297" y="191910"/>
                  </a:lnTo>
                  <a:lnTo>
                    <a:pt x="526709" y="191732"/>
                  </a:lnTo>
                  <a:lnTo>
                    <a:pt x="531034" y="190849"/>
                  </a:lnTo>
                  <a:lnTo>
                    <a:pt x="535162" y="189284"/>
                  </a:lnTo>
                  <a:lnTo>
                    <a:pt x="538985" y="187076"/>
                  </a:lnTo>
                  <a:lnTo>
                    <a:pt x="542405" y="184284"/>
                  </a:lnTo>
                  <a:lnTo>
                    <a:pt x="545332" y="180980"/>
                  </a:lnTo>
                  <a:lnTo>
                    <a:pt x="547692" y="177248"/>
                  </a:lnTo>
                  <a:lnTo>
                    <a:pt x="549422" y="173187"/>
                  </a:lnTo>
                  <a:lnTo>
                    <a:pt x="550479" y="168900"/>
                  </a:lnTo>
                  <a:lnTo>
                    <a:pt x="550834" y="164500"/>
                  </a:lnTo>
                  <a:lnTo>
                    <a:pt x="550834" y="27432"/>
                  </a:lnTo>
                  <a:lnTo>
                    <a:pt x="550479" y="23031"/>
                  </a:lnTo>
                  <a:lnTo>
                    <a:pt x="549422" y="18745"/>
                  </a:lnTo>
                  <a:lnTo>
                    <a:pt x="547692" y="14683"/>
                  </a:lnTo>
                  <a:lnTo>
                    <a:pt x="545332" y="10952"/>
                  </a:lnTo>
                  <a:lnTo>
                    <a:pt x="542405" y="7647"/>
                  </a:lnTo>
                  <a:lnTo>
                    <a:pt x="538985" y="4855"/>
                  </a:lnTo>
                  <a:lnTo>
                    <a:pt x="535162" y="2648"/>
                  </a:lnTo>
                  <a:lnTo>
                    <a:pt x="531034" y="1083"/>
                  </a:lnTo>
                  <a:lnTo>
                    <a:pt x="526709" y="200"/>
                  </a:lnTo>
                  <a:lnTo>
                    <a:pt x="523402" y="0"/>
                  </a:lnTo>
                  <a:lnTo>
                    <a:pt x="27432" y="0"/>
                  </a:lnTo>
                  <a:lnTo>
                    <a:pt x="30738" y="200"/>
                  </a:lnTo>
                  <a:lnTo>
                    <a:pt x="26327" y="22"/>
                  </a:lnTo>
                  <a:lnTo>
                    <a:pt x="21944" y="554"/>
                  </a:lnTo>
                  <a:lnTo>
                    <a:pt x="17704" y="1782"/>
                  </a:lnTo>
                  <a:lnTo>
                    <a:pt x="13716" y="3675"/>
                  </a:lnTo>
                  <a:lnTo>
                    <a:pt x="10082" y="6183"/>
                  </a:lnTo>
                  <a:lnTo>
                    <a:pt x="6898" y="9241"/>
                  </a:lnTo>
                  <a:lnTo>
                    <a:pt x="4246" y="12770"/>
                  </a:lnTo>
                  <a:lnTo>
                    <a:pt x="2195" y="16679"/>
                  </a:lnTo>
                  <a:lnTo>
                    <a:pt x="797" y="20867"/>
                  </a:lnTo>
                  <a:lnTo>
                    <a:pt x="88" y="25224"/>
                  </a:lnTo>
                  <a:lnTo>
                    <a:pt x="0" y="27432"/>
                  </a:lnTo>
                  <a:lnTo>
                    <a:pt x="0" y="164500"/>
                  </a:lnTo>
                  <a:lnTo>
                    <a:pt x="88" y="162293"/>
                  </a:lnTo>
                  <a:lnTo>
                    <a:pt x="88" y="166707"/>
                  </a:lnTo>
                  <a:lnTo>
                    <a:pt x="797" y="171065"/>
                  </a:lnTo>
                  <a:lnTo>
                    <a:pt x="2195" y="175252"/>
                  </a:lnTo>
                  <a:lnTo>
                    <a:pt x="4246" y="179162"/>
                  </a:lnTo>
                  <a:lnTo>
                    <a:pt x="6898" y="182691"/>
                  </a:lnTo>
                  <a:lnTo>
                    <a:pt x="10082" y="185749"/>
                  </a:lnTo>
                  <a:lnTo>
                    <a:pt x="13716" y="188257"/>
                  </a:lnTo>
                  <a:lnTo>
                    <a:pt x="17704" y="190149"/>
                  </a:lnTo>
                  <a:lnTo>
                    <a:pt x="21944" y="191378"/>
                  </a:lnTo>
                  <a:lnTo>
                    <a:pt x="26327" y="19191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6775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72" name="tx3972"/>
            <p:cNvSpPr/>
            <p:nvPr/>
          </p:nvSpPr>
          <p:spPr>
            <a:xfrm>
              <a:off x="3006532" y="4659463"/>
              <a:ext cx="459394" cy="10049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3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3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W2_LA</a:t>
              </a:r>
            </a:p>
          </p:txBody>
        </p:sp>
        <p:sp>
          <p:nvSpPr>
            <p:cNvPr id="3973" name="pg3973"/>
            <p:cNvSpPr/>
            <p:nvPr/>
          </p:nvSpPr>
          <p:spPr>
            <a:xfrm>
              <a:off x="5014188" y="2874023"/>
              <a:ext cx="581741" cy="191932"/>
            </a:xfrm>
            <a:custGeom>
              <a:avLst/>
              <a:pathLst>
                <a:path w="581741" h="191932">
                  <a:moveTo>
                    <a:pt x="27432" y="191932"/>
                  </a:moveTo>
                  <a:lnTo>
                    <a:pt x="554309" y="191932"/>
                  </a:lnTo>
                  <a:lnTo>
                    <a:pt x="553204" y="191910"/>
                  </a:lnTo>
                  <a:lnTo>
                    <a:pt x="557615" y="191732"/>
                  </a:lnTo>
                  <a:lnTo>
                    <a:pt x="561941" y="190849"/>
                  </a:lnTo>
                  <a:lnTo>
                    <a:pt x="566069" y="189284"/>
                  </a:lnTo>
                  <a:lnTo>
                    <a:pt x="569892" y="187076"/>
                  </a:lnTo>
                  <a:lnTo>
                    <a:pt x="573312" y="184284"/>
                  </a:lnTo>
                  <a:lnTo>
                    <a:pt x="576239" y="180980"/>
                  </a:lnTo>
                  <a:lnTo>
                    <a:pt x="578599" y="177248"/>
                  </a:lnTo>
                  <a:lnTo>
                    <a:pt x="580329" y="173187"/>
                  </a:lnTo>
                  <a:lnTo>
                    <a:pt x="581386" y="168900"/>
                  </a:lnTo>
                  <a:lnTo>
                    <a:pt x="581741" y="164500"/>
                  </a:lnTo>
                  <a:lnTo>
                    <a:pt x="581741" y="27432"/>
                  </a:lnTo>
                  <a:lnTo>
                    <a:pt x="581386" y="23031"/>
                  </a:lnTo>
                  <a:lnTo>
                    <a:pt x="580329" y="18745"/>
                  </a:lnTo>
                  <a:lnTo>
                    <a:pt x="578599" y="14683"/>
                  </a:lnTo>
                  <a:lnTo>
                    <a:pt x="576239" y="10952"/>
                  </a:lnTo>
                  <a:lnTo>
                    <a:pt x="573312" y="7647"/>
                  </a:lnTo>
                  <a:lnTo>
                    <a:pt x="569892" y="4855"/>
                  </a:lnTo>
                  <a:lnTo>
                    <a:pt x="566069" y="2648"/>
                  </a:lnTo>
                  <a:lnTo>
                    <a:pt x="561941" y="1083"/>
                  </a:lnTo>
                  <a:lnTo>
                    <a:pt x="557615" y="200"/>
                  </a:lnTo>
                  <a:lnTo>
                    <a:pt x="554309" y="0"/>
                  </a:lnTo>
                  <a:lnTo>
                    <a:pt x="27432" y="0"/>
                  </a:lnTo>
                  <a:lnTo>
                    <a:pt x="30738" y="200"/>
                  </a:lnTo>
                  <a:lnTo>
                    <a:pt x="26327" y="22"/>
                  </a:lnTo>
                  <a:lnTo>
                    <a:pt x="21944" y="554"/>
                  </a:lnTo>
                  <a:lnTo>
                    <a:pt x="17704" y="1782"/>
                  </a:lnTo>
                  <a:lnTo>
                    <a:pt x="13715" y="3675"/>
                  </a:lnTo>
                  <a:lnTo>
                    <a:pt x="10082" y="6183"/>
                  </a:lnTo>
                  <a:lnTo>
                    <a:pt x="6898" y="9241"/>
                  </a:lnTo>
                  <a:lnTo>
                    <a:pt x="4246" y="12770"/>
                  </a:lnTo>
                  <a:lnTo>
                    <a:pt x="2195" y="16679"/>
                  </a:lnTo>
                  <a:lnTo>
                    <a:pt x="797" y="20867"/>
                  </a:lnTo>
                  <a:lnTo>
                    <a:pt x="88" y="25224"/>
                  </a:lnTo>
                  <a:lnTo>
                    <a:pt x="0" y="27432"/>
                  </a:lnTo>
                  <a:lnTo>
                    <a:pt x="0" y="164500"/>
                  </a:lnTo>
                  <a:lnTo>
                    <a:pt x="88" y="162293"/>
                  </a:lnTo>
                  <a:lnTo>
                    <a:pt x="88" y="166707"/>
                  </a:lnTo>
                  <a:lnTo>
                    <a:pt x="797" y="171065"/>
                  </a:lnTo>
                  <a:lnTo>
                    <a:pt x="2195" y="175252"/>
                  </a:lnTo>
                  <a:lnTo>
                    <a:pt x="4246" y="179162"/>
                  </a:lnTo>
                  <a:lnTo>
                    <a:pt x="6898" y="182691"/>
                  </a:lnTo>
                  <a:lnTo>
                    <a:pt x="10082" y="185749"/>
                  </a:lnTo>
                  <a:lnTo>
                    <a:pt x="13715" y="188257"/>
                  </a:lnTo>
                  <a:lnTo>
                    <a:pt x="17704" y="190149"/>
                  </a:lnTo>
                  <a:lnTo>
                    <a:pt x="21944" y="191378"/>
                  </a:lnTo>
                  <a:lnTo>
                    <a:pt x="26327" y="19191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6775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74" name="tx3974"/>
            <p:cNvSpPr/>
            <p:nvPr/>
          </p:nvSpPr>
          <p:spPr>
            <a:xfrm>
              <a:off x="5059908" y="2919743"/>
              <a:ext cx="490301" cy="10049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3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3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W5_NH</a:t>
              </a:r>
            </a:p>
          </p:txBody>
        </p:sp>
        <p:sp>
          <p:nvSpPr>
            <p:cNvPr id="3975" name="rc3975"/>
            <p:cNvSpPr/>
            <p:nvPr/>
          </p:nvSpPr>
          <p:spPr>
            <a:xfrm>
              <a:off x="2201917" y="2354586"/>
              <a:ext cx="4342247" cy="3366361"/>
            </a:xfrm>
            <a:prstGeom prst="rect">
              <a:avLst/>
            </a:prstGeom>
            <a:ln w="13550" cap="rnd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76" name="tx3976"/>
            <p:cNvSpPr/>
            <p:nvPr/>
          </p:nvSpPr>
          <p:spPr>
            <a:xfrm>
              <a:off x="1889564" y="5366840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25</a:t>
              </a:r>
            </a:p>
          </p:txBody>
        </p:sp>
        <p:sp>
          <p:nvSpPr>
            <p:cNvPr id="3977" name="tx3977"/>
            <p:cNvSpPr/>
            <p:nvPr/>
          </p:nvSpPr>
          <p:spPr>
            <a:xfrm>
              <a:off x="2013922" y="5348460"/>
              <a:ext cx="44714" cy="9848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Symbol"/>
                  <a:cs typeface="Symbol"/>
                </a:rPr>
                <a:t>°</a:t>
              </a:r>
            </a:p>
          </p:txBody>
        </p:sp>
        <p:sp>
          <p:nvSpPr>
            <p:cNvPr id="3978" name="tx3978"/>
            <p:cNvSpPr/>
            <p:nvPr/>
          </p:nvSpPr>
          <p:spPr>
            <a:xfrm>
              <a:off x="2058636" y="5366840"/>
              <a:ext cx="80650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N</a:t>
              </a:r>
            </a:p>
          </p:txBody>
        </p:sp>
        <p:sp>
          <p:nvSpPr>
            <p:cNvPr id="3979" name="tx3979"/>
            <p:cNvSpPr/>
            <p:nvPr/>
          </p:nvSpPr>
          <p:spPr>
            <a:xfrm>
              <a:off x="1889564" y="4716468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30</a:t>
              </a:r>
            </a:p>
          </p:txBody>
        </p:sp>
        <p:sp>
          <p:nvSpPr>
            <p:cNvPr id="3980" name="tx3980"/>
            <p:cNvSpPr/>
            <p:nvPr/>
          </p:nvSpPr>
          <p:spPr>
            <a:xfrm>
              <a:off x="2013922" y="4698089"/>
              <a:ext cx="44714" cy="9848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Symbol"/>
                  <a:cs typeface="Symbol"/>
                </a:rPr>
                <a:t>°</a:t>
              </a:r>
            </a:p>
          </p:txBody>
        </p:sp>
        <p:sp>
          <p:nvSpPr>
            <p:cNvPr id="3981" name="tx3981"/>
            <p:cNvSpPr/>
            <p:nvPr/>
          </p:nvSpPr>
          <p:spPr>
            <a:xfrm>
              <a:off x="2058636" y="4716468"/>
              <a:ext cx="80650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N</a:t>
              </a:r>
            </a:p>
          </p:txBody>
        </p:sp>
        <p:sp>
          <p:nvSpPr>
            <p:cNvPr id="3982" name="tx3982"/>
            <p:cNvSpPr/>
            <p:nvPr/>
          </p:nvSpPr>
          <p:spPr>
            <a:xfrm>
              <a:off x="1889564" y="4066188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35</a:t>
              </a:r>
            </a:p>
          </p:txBody>
        </p:sp>
        <p:sp>
          <p:nvSpPr>
            <p:cNvPr id="3983" name="tx3983"/>
            <p:cNvSpPr/>
            <p:nvPr/>
          </p:nvSpPr>
          <p:spPr>
            <a:xfrm>
              <a:off x="2013922" y="4047809"/>
              <a:ext cx="44714" cy="9848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Symbol"/>
                  <a:cs typeface="Symbol"/>
                </a:rPr>
                <a:t>°</a:t>
              </a:r>
            </a:p>
          </p:txBody>
        </p:sp>
        <p:sp>
          <p:nvSpPr>
            <p:cNvPr id="3984" name="tx3984"/>
            <p:cNvSpPr/>
            <p:nvPr/>
          </p:nvSpPr>
          <p:spPr>
            <a:xfrm>
              <a:off x="2058636" y="4066188"/>
              <a:ext cx="80650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N</a:t>
              </a:r>
            </a:p>
          </p:txBody>
        </p:sp>
        <p:sp>
          <p:nvSpPr>
            <p:cNvPr id="3985" name="tx3985"/>
            <p:cNvSpPr/>
            <p:nvPr/>
          </p:nvSpPr>
          <p:spPr>
            <a:xfrm>
              <a:off x="1889564" y="3415908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40</a:t>
              </a:r>
            </a:p>
          </p:txBody>
        </p:sp>
        <p:sp>
          <p:nvSpPr>
            <p:cNvPr id="3986" name="tx3986"/>
            <p:cNvSpPr/>
            <p:nvPr/>
          </p:nvSpPr>
          <p:spPr>
            <a:xfrm>
              <a:off x="2013922" y="3397529"/>
              <a:ext cx="44714" cy="9848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Symbol"/>
                  <a:cs typeface="Symbol"/>
                </a:rPr>
                <a:t>°</a:t>
              </a:r>
            </a:p>
          </p:txBody>
        </p:sp>
        <p:sp>
          <p:nvSpPr>
            <p:cNvPr id="3987" name="tx3987"/>
            <p:cNvSpPr/>
            <p:nvPr/>
          </p:nvSpPr>
          <p:spPr>
            <a:xfrm>
              <a:off x="2058636" y="3415908"/>
              <a:ext cx="80650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N</a:t>
              </a:r>
            </a:p>
          </p:txBody>
        </p:sp>
        <p:sp>
          <p:nvSpPr>
            <p:cNvPr id="3988" name="tx3988"/>
            <p:cNvSpPr/>
            <p:nvPr/>
          </p:nvSpPr>
          <p:spPr>
            <a:xfrm>
              <a:off x="1889564" y="2765720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45</a:t>
              </a:r>
            </a:p>
          </p:txBody>
        </p:sp>
        <p:sp>
          <p:nvSpPr>
            <p:cNvPr id="3989" name="tx3989"/>
            <p:cNvSpPr/>
            <p:nvPr/>
          </p:nvSpPr>
          <p:spPr>
            <a:xfrm>
              <a:off x="2013922" y="2747340"/>
              <a:ext cx="44714" cy="9848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Symbol"/>
                  <a:cs typeface="Symbol"/>
                </a:rPr>
                <a:t>°</a:t>
              </a:r>
            </a:p>
          </p:txBody>
        </p:sp>
        <p:sp>
          <p:nvSpPr>
            <p:cNvPr id="3990" name="tx3990"/>
            <p:cNvSpPr/>
            <p:nvPr/>
          </p:nvSpPr>
          <p:spPr>
            <a:xfrm>
              <a:off x="2058636" y="2765720"/>
              <a:ext cx="80650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N</a:t>
              </a:r>
            </a:p>
          </p:txBody>
        </p:sp>
        <p:sp>
          <p:nvSpPr>
            <p:cNvPr id="3991" name="pl3991"/>
            <p:cNvSpPr/>
            <p:nvPr/>
          </p:nvSpPr>
          <p:spPr>
            <a:xfrm>
              <a:off x="2167122" y="5407850"/>
              <a:ext cx="34794" cy="0"/>
            </a:xfrm>
            <a:custGeom>
              <a:avLst/>
              <a:pathLst>
                <a:path w="34794" h="0">
                  <a:moveTo>
                    <a:pt x="0" y="0"/>
                  </a:moveTo>
                  <a:lnTo>
                    <a:pt x="34794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92" name="pl3992"/>
            <p:cNvSpPr/>
            <p:nvPr/>
          </p:nvSpPr>
          <p:spPr>
            <a:xfrm>
              <a:off x="2167122" y="4757570"/>
              <a:ext cx="34794" cy="0"/>
            </a:xfrm>
            <a:custGeom>
              <a:avLst/>
              <a:pathLst>
                <a:path w="34794" h="0">
                  <a:moveTo>
                    <a:pt x="0" y="0"/>
                  </a:moveTo>
                  <a:lnTo>
                    <a:pt x="34794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93" name="pl3993"/>
            <p:cNvSpPr/>
            <p:nvPr/>
          </p:nvSpPr>
          <p:spPr>
            <a:xfrm>
              <a:off x="2167122" y="4107291"/>
              <a:ext cx="34794" cy="0"/>
            </a:xfrm>
            <a:custGeom>
              <a:avLst/>
              <a:pathLst>
                <a:path w="34794" h="0">
                  <a:moveTo>
                    <a:pt x="0" y="0"/>
                  </a:moveTo>
                  <a:lnTo>
                    <a:pt x="34794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94" name="pl3994"/>
            <p:cNvSpPr/>
            <p:nvPr/>
          </p:nvSpPr>
          <p:spPr>
            <a:xfrm>
              <a:off x="2167122" y="3457011"/>
              <a:ext cx="34794" cy="0"/>
            </a:xfrm>
            <a:custGeom>
              <a:avLst/>
              <a:pathLst>
                <a:path w="34794" h="0">
                  <a:moveTo>
                    <a:pt x="0" y="0"/>
                  </a:moveTo>
                  <a:lnTo>
                    <a:pt x="34794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95" name="pl3995"/>
            <p:cNvSpPr/>
            <p:nvPr/>
          </p:nvSpPr>
          <p:spPr>
            <a:xfrm>
              <a:off x="2167122" y="2806731"/>
              <a:ext cx="34794" cy="0"/>
            </a:xfrm>
            <a:custGeom>
              <a:avLst/>
              <a:pathLst>
                <a:path w="34794" h="0">
                  <a:moveTo>
                    <a:pt x="0" y="0"/>
                  </a:moveTo>
                  <a:lnTo>
                    <a:pt x="34794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96" name="pl3996"/>
            <p:cNvSpPr/>
            <p:nvPr/>
          </p:nvSpPr>
          <p:spPr>
            <a:xfrm>
              <a:off x="2610961" y="5720948"/>
              <a:ext cx="0" cy="34794"/>
            </a:xfrm>
            <a:custGeom>
              <a:avLst/>
              <a:pathLst>
                <a:path w="0" h="34794">
                  <a:moveTo>
                    <a:pt x="0" y="34794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97" name="pl3997"/>
            <p:cNvSpPr/>
            <p:nvPr/>
          </p:nvSpPr>
          <p:spPr>
            <a:xfrm>
              <a:off x="3140137" y="5720948"/>
              <a:ext cx="0" cy="34794"/>
            </a:xfrm>
            <a:custGeom>
              <a:avLst/>
              <a:pathLst>
                <a:path w="0" h="34794">
                  <a:moveTo>
                    <a:pt x="0" y="34794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98" name="pl3998"/>
            <p:cNvSpPr/>
            <p:nvPr/>
          </p:nvSpPr>
          <p:spPr>
            <a:xfrm>
              <a:off x="3669312" y="5720948"/>
              <a:ext cx="0" cy="34794"/>
            </a:xfrm>
            <a:custGeom>
              <a:avLst/>
              <a:pathLst>
                <a:path w="0" h="34794">
                  <a:moveTo>
                    <a:pt x="0" y="34794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99" name="pl3999"/>
            <p:cNvSpPr/>
            <p:nvPr/>
          </p:nvSpPr>
          <p:spPr>
            <a:xfrm>
              <a:off x="4198487" y="5720948"/>
              <a:ext cx="0" cy="34794"/>
            </a:xfrm>
            <a:custGeom>
              <a:avLst/>
              <a:pathLst>
                <a:path w="0" h="34794">
                  <a:moveTo>
                    <a:pt x="0" y="34794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00" name="pl4000"/>
            <p:cNvSpPr/>
            <p:nvPr/>
          </p:nvSpPr>
          <p:spPr>
            <a:xfrm>
              <a:off x="4727662" y="5720948"/>
              <a:ext cx="0" cy="34794"/>
            </a:xfrm>
            <a:custGeom>
              <a:avLst/>
              <a:pathLst>
                <a:path w="0" h="34794">
                  <a:moveTo>
                    <a:pt x="0" y="34794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01" name="pl4001"/>
            <p:cNvSpPr/>
            <p:nvPr/>
          </p:nvSpPr>
          <p:spPr>
            <a:xfrm>
              <a:off x="5256837" y="5720948"/>
              <a:ext cx="0" cy="34794"/>
            </a:xfrm>
            <a:custGeom>
              <a:avLst/>
              <a:pathLst>
                <a:path w="0" h="34794">
                  <a:moveTo>
                    <a:pt x="0" y="34794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02" name="pl4002"/>
            <p:cNvSpPr/>
            <p:nvPr/>
          </p:nvSpPr>
          <p:spPr>
            <a:xfrm>
              <a:off x="5786012" y="5720948"/>
              <a:ext cx="0" cy="34794"/>
            </a:xfrm>
            <a:custGeom>
              <a:avLst/>
              <a:pathLst>
                <a:path w="0" h="34794">
                  <a:moveTo>
                    <a:pt x="0" y="34794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03" name="pl4003"/>
            <p:cNvSpPr/>
            <p:nvPr/>
          </p:nvSpPr>
          <p:spPr>
            <a:xfrm>
              <a:off x="6315187" y="5720948"/>
              <a:ext cx="0" cy="34794"/>
            </a:xfrm>
            <a:custGeom>
              <a:avLst/>
              <a:pathLst>
                <a:path w="0" h="34794">
                  <a:moveTo>
                    <a:pt x="0" y="34794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04" name="tx4004"/>
            <p:cNvSpPr/>
            <p:nvPr/>
          </p:nvSpPr>
          <p:spPr>
            <a:xfrm>
              <a:off x="2442620" y="5783578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100</a:t>
              </a:r>
            </a:p>
          </p:txBody>
        </p:sp>
        <p:sp>
          <p:nvSpPr>
            <p:cNvPr id="4005" name="tx4005"/>
            <p:cNvSpPr/>
            <p:nvPr/>
          </p:nvSpPr>
          <p:spPr>
            <a:xfrm>
              <a:off x="2629158" y="5765198"/>
              <a:ext cx="44714" cy="9848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Symbol"/>
                  <a:cs typeface="Symbol"/>
                </a:rPr>
                <a:t>°</a:t>
              </a:r>
            </a:p>
          </p:txBody>
        </p:sp>
        <p:sp>
          <p:nvSpPr>
            <p:cNvPr id="4006" name="tx4006"/>
            <p:cNvSpPr/>
            <p:nvPr/>
          </p:nvSpPr>
          <p:spPr>
            <a:xfrm>
              <a:off x="2673872" y="5783578"/>
              <a:ext cx="105430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W</a:t>
              </a:r>
            </a:p>
          </p:txBody>
        </p:sp>
        <p:sp>
          <p:nvSpPr>
            <p:cNvPr id="4007" name="tx4007"/>
            <p:cNvSpPr/>
            <p:nvPr/>
          </p:nvSpPr>
          <p:spPr>
            <a:xfrm>
              <a:off x="2987386" y="5783578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 95</a:t>
              </a:r>
            </a:p>
          </p:txBody>
        </p:sp>
        <p:sp>
          <p:nvSpPr>
            <p:cNvPr id="4008" name="tx4008"/>
            <p:cNvSpPr/>
            <p:nvPr/>
          </p:nvSpPr>
          <p:spPr>
            <a:xfrm>
              <a:off x="3142743" y="5765198"/>
              <a:ext cx="44714" cy="9848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Symbol"/>
                  <a:cs typeface="Symbol"/>
                </a:rPr>
                <a:t>°</a:t>
              </a:r>
            </a:p>
          </p:txBody>
        </p:sp>
        <p:sp>
          <p:nvSpPr>
            <p:cNvPr id="4009" name="tx4009"/>
            <p:cNvSpPr/>
            <p:nvPr/>
          </p:nvSpPr>
          <p:spPr>
            <a:xfrm>
              <a:off x="3187457" y="5783578"/>
              <a:ext cx="105430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W</a:t>
              </a:r>
            </a:p>
          </p:txBody>
        </p:sp>
        <p:sp>
          <p:nvSpPr>
            <p:cNvPr id="4010" name="tx4010"/>
            <p:cNvSpPr/>
            <p:nvPr/>
          </p:nvSpPr>
          <p:spPr>
            <a:xfrm>
              <a:off x="3516561" y="5783578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 90</a:t>
              </a:r>
            </a:p>
          </p:txBody>
        </p:sp>
        <p:sp>
          <p:nvSpPr>
            <p:cNvPr id="4011" name="tx4011"/>
            <p:cNvSpPr/>
            <p:nvPr/>
          </p:nvSpPr>
          <p:spPr>
            <a:xfrm>
              <a:off x="3671918" y="5765198"/>
              <a:ext cx="44714" cy="9848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Symbol"/>
                  <a:cs typeface="Symbol"/>
                </a:rPr>
                <a:t>°</a:t>
              </a:r>
            </a:p>
          </p:txBody>
        </p:sp>
        <p:sp>
          <p:nvSpPr>
            <p:cNvPr id="4012" name="tx4012"/>
            <p:cNvSpPr/>
            <p:nvPr/>
          </p:nvSpPr>
          <p:spPr>
            <a:xfrm>
              <a:off x="3716632" y="5783578"/>
              <a:ext cx="105430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W</a:t>
              </a:r>
            </a:p>
          </p:txBody>
        </p:sp>
        <p:sp>
          <p:nvSpPr>
            <p:cNvPr id="4013" name="tx4013"/>
            <p:cNvSpPr/>
            <p:nvPr/>
          </p:nvSpPr>
          <p:spPr>
            <a:xfrm>
              <a:off x="4045736" y="5783578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 85</a:t>
              </a:r>
            </a:p>
          </p:txBody>
        </p:sp>
        <p:sp>
          <p:nvSpPr>
            <p:cNvPr id="4014" name="tx4014"/>
            <p:cNvSpPr/>
            <p:nvPr/>
          </p:nvSpPr>
          <p:spPr>
            <a:xfrm>
              <a:off x="4201093" y="5765198"/>
              <a:ext cx="44714" cy="9848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Symbol"/>
                  <a:cs typeface="Symbol"/>
                </a:rPr>
                <a:t>°</a:t>
              </a:r>
            </a:p>
          </p:txBody>
        </p:sp>
        <p:sp>
          <p:nvSpPr>
            <p:cNvPr id="4015" name="tx4015"/>
            <p:cNvSpPr/>
            <p:nvPr/>
          </p:nvSpPr>
          <p:spPr>
            <a:xfrm>
              <a:off x="4245807" y="5783578"/>
              <a:ext cx="105430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W</a:t>
              </a:r>
            </a:p>
          </p:txBody>
        </p:sp>
        <p:sp>
          <p:nvSpPr>
            <p:cNvPr id="4016" name="tx4016"/>
            <p:cNvSpPr/>
            <p:nvPr/>
          </p:nvSpPr>
          <p:spPr>
            <a:xfrm>
              <a:off x="4574911" y="5783578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 80</a:t>
              </a:r>
            </a:p>
          </p:txBody>
        </p:sp>
        <p:sp>
          <p:nvSpPr>
            <p:cNvPr id="4017" name="tx4017"/>
            <p:cNvSpPr/>
            <p:nvPr/>
          </p:nvSpPr>
          <p:spPr>
            <a:xfrm>
              <a:off x="4730268" y="5765198"/>
              <a:ext cx="44714" cy="9848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Symbol"/>
                  <a:cs typeface="Symbol"/>
                </a:rPr>
                <a:t>°</a:t>
              </a:r>
            </a:p>
          </p:txBody>
        </p:sp>
        <p:sp>
          <p:nvSpPr>
            <p:cNvPr id="4018" name="tx4018"/>
            <p:cNvSpPr/>
            <p:nvPr/>
          </p:nvSpPr>
          <p:spPr>
            <a:xfrm>
              <a:off x="4774982" y="5783578"/>
              <a:ext cx="105430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W</a:t>
              </a:r>
            </a:p>
          </p:txBody>
        </p:sp>
        <p:sp>
          <p:nvSpPr>
            <p:cNvPr id="4019" name="tx4019"/>
            <p:cNvSpPr/>
            <p:nvPr/>
          </p:nvSpPr>
          <p:spPr>
            <a:xfrm>
              <a:off x="5104086" y="5783578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 75</a:t>
              </a:r>
            </a:p>
          </p:txBody>
        </p:sp>
        <p:sp>
          <p:nvSpPr>
            <p:cNvPr id="4020" name="tx4020"/>
            <p:cNvSpPr/>
            <p:nvPr/>
          </p:nvSpPr>
          <p:spPr>
            <a:xfrm>
              <a:off x="5259443" y="5765198"/>
              <a:ext cx="44714" cy="9848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Symbol"/>
                  <a:cs typeface="Symbol"/>
                </a:rPr>
                <a:t>°</a:t>
              </a:r>
            </a:p>
          </p:txBody>
        </p:sp>
        <p:sp>
          <p:nvSpPr>
            <p:cNvPr id="4021" name="tx4021"/>
            <p:cNvSpPr/>
            <p:nvPr/>
          </p:nvSpPr>
          <p:spPr>
            <a:xfrm>
              <a:off x="5304157" y="5783578"/>
              <a:ext cx="105430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W</a:t>
              </a:r>
            </a:p>
          </p:txBody>
        </p:sp>
        <p:sp>
          <p:nvSpPr>
            <p:cNvPr id="4022" name="tx4022"/>
            <p:cNvSpPr/>
            <p:nvPr/>
          </p:nvSpPr>
          <p:spPr>
            <a:xfrm>
              <a:off x="5633261" y="5783578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 70</a:t>
              </a:r>
            </a:p>
          </p:txBody>
        </p:sp>
        <p:sp>
          <p:nvSpPr>
            <p:cNvPr id="4023" name="tx4023"/>
            <p:cNvSpPr/>
            <p:nvPr/>
          </p:nvSpPr>
          <p:spPr>
            <a:xfrm>
              <a:off x="5788618" y="5765198"/>
              <a:ext cx="44714" cy="9848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Symbol"/>
                  <a:cs typeface="Symbol"/>
                </a:rPr>
                <a:t>°</a:t>
              </a:r>
            </a:p>
          </p:txBody>
        </p:sp>
        <p:sp>
          <p:nvSpPr>
            <p:cNvPr id="4024" name="tx4024"/>
            <p:cNvSpPr/>
            <p:nvPr/>
          </p:nvSpPr>
          <p:spPr>
            <a:xfrm>
              <a:off x="5833332" y="5783578"/>
              <a:ext cx="105430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W</a:t>
              </a:r>
            </a:p>
          </p:txBody>
        </p:sp>
        <p:sp>
          <p:nvSpPr>
            <p:cNvPr id="4025" name="tx4025"/>
            <p:cNvSpPr/>
            <p:nvPr/>
          </p:nvSpPr>
          <p:spPr>
            <a:xfrm>
              <a:off x="6162436" y="5783578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 65</a:t>
              </a:r>
            </a:p>
          </p:txBody>
        </p:sp>
        <p:sp>
          <p:nvSpPr>
            <p:cNvPr id="4026" name="tx4026"/>
            <p:cNvSpPr/>
            <p:nvPr/>
          </p:nvSpPr>
          <p:spPr>
            <a:xfrm>
              <a:off x="6317793" y="5765198"/>
              <a:ext cx="44714" cy="9848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Symbol"/>
                  <a:cs typeface="Symbol"/>
                </a:rPr>
                <a:t>°</a:t>
              </a:r>
            </a:p>
          </p:txBody>
        </p:sp>
        <p:sp>
          <p:nvSpPr>
            <p:cNvPr id="4027" name="tx4027"/>
            <p:cNvSpPr/>
            <p:nvPr/>
          </p:nvSpPr>
          <p:spPr>
            <a:xfrm>
              <a:off x="6362507" y="5783578"/>
              <a:ext cx="105430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W</a:t>
              </a:r>
            </a:p>
          </p:txBody>
        </p:sp>
        <p:sp>
          <p:nvSpPr>
            <p:cNvPr id="4028" name="tx4028"/>
            <p:cNvSpPr/>
            <p:nvPr/>
          </p:nvSpPr>
          <p:spPr>
            <a:xfrm>
              <a:off x="4066122" y="5925448"/>
              <a:ext cx="613836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Longitude</a:t>
              </a:r>
            </a:p>
          </p:txBody>
        </p:sp>
        <p:sp>
          <p:nvSpPr>
            <p:cNvPr id="4029" name="tx4029"/>
            <p:cNvSpPr/>
            <p:nvPr/>
          </p:nvSpPr>
          <p:spPr>
            <a:xfrm rot="-5400000">
              <a:off x="1525174" y="3987658"/>
              <a:ext cx="497159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Latitude</a:t>
              </a:r>
            </a:p>
          </p:txBody>
        </p:sp>
        <p:sp>
          <p:nvSpPr>
            <p:cNvPr id="4030" name="rc4030"/>
            <p:cNvSpPr/>
            <p:nvPr/>
          </p:nvSpPr>
          <p:spPr>
            <a:xfrm>
              <a:off x="6683342" y="3243743"/>
              <a:ext cx="737012" cy="1588048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4031" name="tx4031"/>
            <p:cNvSpPr/>
            <p:nvPr/>
          </p:nvSpPr>
          <p:spPr>
            <a:xfrm>
              <a:off x="6752931" y="3328785"/>
              <a:ext cx="59783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Genomic </a:t>
              </a:r>
            </a:p>
          </p:txBody>
        </p:sp>
        <p:sp>
          <p:nvSpPr>
            <p:cNvPr id="4032" name="tx4032"/>
            <p:cNvSpPr/>
            <p:nvPr/>
          </p:nvSpPr>
          <p:spPr>
            <a:xfrm>
              <a:off x="6752931" y="3479661"/>
              <a:ext cx="372526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Offset</a:t>
              </a:r>
            </a:p>
          </p:txBody>
        </p:sp>
        <p:pic>
          <p:nvPicPr>
            <p:cNvPr id="4033" name="pic4033"/>
            <p:cNvPicPr/>
            <p:nvPr/>
          </p:nvPicPr>
          <p:blipFill>
            <a:blip r:embed="rId2" cstate="print"/>
            <a:stretch>
              <a:fillRect/>
            </a:stretch>
          </p:blipFill>
          <p:spPr>
            <a:xfrm>
              <a:off x="6752931" y="3664922"/>
              <a:ext cx="219455" cy="1097280"/>
            </a:xfrm>
            <a:prstGeom prst="rect">
              <a:avLst/>
            </a:prstGeom>
          </p:spPr>
        </p:pic>
        <p:sp>
          <p:nvSpPr>
            <p:cNvPr id="4034" name="pl4034"/>
            <p:cNvSpPr/>
            <p:nvPr/>
          </p:nvSpPr>
          <p:spPr>
            <a:xfrm>
              <a:off x="6928496" y="4760373"/>
              <a:ext cx="43891" cy="0"/>
            </a:xfrm>
            <a:custGeom>
              <a:avLst/>
              <a:pathLst>
                <a:path w="43891" h="0">
                  <a:moveTo>
                    <a:pt x="0" y="0"/>
                  </a:moveTo>
                  <a:lnTo>
                    <a:pt x="43891" y="0"/>
                  </a:lnTo>
                </a:path>
              </a:pathLst>
            </a:custGeom>
            <a:ln w="4762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35" name="pl4035"/>
            <p:cNvSpPr/>
            <p:nvPr/>
          </p:nvSpPr>
          <p:spPr>
            <a:xfrm>
              <a:off x="6928496" y="4486967"/>
              <a:ext cx="43891" cy="0"/>
            </a:xfrm>
            <a:custGeom>
              <a:avLst/>
              <a:pathLst>
                <a:path w="43891" h="0">
                  <a:moveTo>
                    <a:pt x="0" y="0"/>
                  </a:moveTo>
                  <a:lnTo>
                    <a:pt x="43891" y="0"/>
                  </a:lnTo>
                </a:path>
              </a:pathLst>
            </a:custGeom>
            <a:ln w="4762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36" name="pl4036"/>
            <p:cNvSpPr/>
            <p:nvPr/>
          </p:nvSpPr>
          <p:spPr>
            <a:xfrm>
              <a:off x="6928496" y="4213562"/>
              <a:ext cx="43891" cy="0"/>
            </a:xfrm>
            <a:custGeom>
              <a:avLst/>
              <a:pathLst>
                <a:path w="43891" h="0">
                  <a:moveTo>
                    <a:pt x="0" y="0"/>
                  </a:moveTo>
                  <a:lnTo>
                    <a:pt x="43891" y="0"/>
                  </a:lnTo>
                </a:path>
              </a:pathLst>
            </a:custGeom>
            <a:ln w="4762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37" name="pl4037"/>
            <p:cNvSpPr/>
            <p:nvPr/>
          </p:nvSpPr>
          <p:spPr>
            <a:xfrm>
              <a:off x="6928496" y="3940156"/>
              <a:ext cx="43891" cy="0"/>
            </a:xfrm>
            <a:custGeom>
              <a:avLst/>
              <a:pathLst>
                <a:path w="43891" h="0">
                  <a:moveTo>
                    <a:pt x="0" y="0"/>
                  </a:moveTo>
                  <a:lnTo>
                    <a:pt x="43891" y="0"/>
                  </a:lnTo>
                </a:path>
              </a:pathLst>
            </a:custGeom>
            <a:ln w="4762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38" name="pl4038"/>
            <p:cNvSpPr/>
            <p:nvPr/>
          </p:nvSpPr>
          <p:spPr>
            <a:xfrm>
              <a:off x="6928496" y="3666751"/>
              <a:ext cx="43891" cy="0"/>
            </a:xfrm>
            <a:custGeom>
              <a:avLst/>
              <a:pathLst>
                <a:path w="43891" h="0">
                  <a:moveTo>
                    <a:pt x="0" y="0"/>
                  </a:moveTo>
                  <a:lnTo>
                    <a:pt x="43891" y="0"/>
                  </a:lnTo>
                </a:path>
              </a:pathLst>
            </a:custGeom>
            <a:ln w="4762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39" name="pl4039"/>
            <p:cNvSpPr/>
            <p:nvPr/>
          </p:nvSpPr>
          <p:spPr>
            <a:xfrm>
              <a:off x="6752931" y="4760373"/>
              <a:ext cx="43891" cy="0"/>
            </a:xfrm>
            <a:custGeom>
              <a:avLst/>
              <a:pathLst>
                <a:path w="43891" h="0">
                  <a:moveTo>
                    <a:pt x="43891" y="0"/>
                  </a:moveTo>
                  <a:lnTo>
                    <a:pt x="0" y="0"/>
                  </a:lnTo>
                </a:path>
              </a:pathLst>
            </a:custGeom>
            <a:ln w="4762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40" name="pl4040"/>
            <p:cNvSpPr/>
            <p:nvPr/>
          </p:nvSpPr>
          <p:spPr>
            <a:xfrm>
              <a:off x="6752931" y="4486967"/>
              <a:ext cx="43891" cy="0"/>
            </a:xfrm>
            <a:custGeom>
              <a:avLst/>
              <a:pathLst>
                <a:path w="43891" h="0">
                  <a:moveTo>
                    <a:pt x="43891" y="0"/>
                  </a:moveTo>
                  <a:lnTo>
                    <a:pt x="0" y="0"/>
                  </a:lnTo>
                </a:path>
              </a:pathLst>
            </a:custGeom>
            <a:ln w="4762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41" name="pl4041"/>
            <p:cNvSpPr/>
            <p:nvPr/>
          </p:nvSpPr>
          <p:spPr>
            <a:xfrm>
              <a:off x="6752931" y="4213562"/>
              <a:ext cx="43891" cy="0"/>
            </a:xfrm>
            <a:custGeom>
              <a:avLst/>
              <a:pathLst>
                <a:path w="43891" h="0">
                  <a:moveTo>
                    <a:pt x="43891" y="0"/>
                  </a:moveTo>
                  <a:lnTo>
                    <a:pt x="0" y="0"/>
                  </a:lnTo>
                </a:path>
              </a:pathLst>
            </a:custGeom>
            <a:ln w="4762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42" name="pl4042"/>
            <p:cNvSpPr/>
            <p:nvPr/>
          </p:nvSpPr>
          <p:spPr>
            <a:xfrm>
              <a:off x="6752931" y="3940156"/>
              <a:ext cx="43891" cy="0"/>
            </a:xfrm>
            <a:custGeom>
              <a:avLst/>
              <a:pathLst>
                <a:path w="43891" h="0">
                  <a:moveTo>
                    <a:pt x="43891" y="0"/>
                  </a:moveTo>
                  <a:lnTo>
                    <a:pt x="0" y="0"/>
                  </a:lnTo>
                </a:path>
              </a:pathLst>
            </a:custGeom>
            <a:ln w="4762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43" name="pl4043"/>
            <p:cNvSpPr/>
            <p:nvPr/>
          </p:nvSpPr>
          <p:spPr>
            <a:xfrm>
              <a:off x="6752931" y="3666751"/>
              <a:ext cx="43891" cy="0"/>
            </a:xfrm>
            <a:custGeom>
              <a:avLst/>
              <a:pathLst>
                <a:path w="43891" h="0">
                  <a:moveTo>
                    <a:pt x="43891" y="0"/>
                  </a:moveTo>
                  <a:lnTo>
                    <a:pt x="0" y="0"/>
                  </a:lnTo>
                </a:path>
              </a:pathLst>
            </a:custGeom>
            <a:ln w="4762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44" name="tx4044"/>
            <p:cNvSpPr/>
            <p:nvPr/>
          </p:nvSpPr>
          <p:spPr>
            <a:xfrm>
              <a:off x="7041976" y="472032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4045" name="tx4045"/>
            <p:cNvSpPr/>
            <p:nvPr/>
          </p:nvSpPr>
          <p:spPr>
            <a:xfrm>
              <a:off x="7041976" y="4446917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4046" name="tx4046"/>
            <p:cNvSpPr/>
            <p:nvPr/>
          </p:nvSpPr>
          <p:spPr>
            <a:xfrm>
              <a:off x="7041976" y="4173511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4047" name="tx4047"/>
            <p:cNvSpPr/>
            <p:nvPr/>
          </p:nvSpPr>
          <p:spPr>
            <a:xfrm>
              <a:off x="7041976" y="390010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4048" name="tx4048"/>
            <p:cNvSpPr/>
            <p:nvPr/>
          </p:nvSpPr>
          <p:spPr>
            <a:xfrm>
              <a:off x="7041976" y="3626700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4049" name="tx4049"/>
            <p:cNvSpPr/>
            <p:nvPr/>
          </p:nvSpPr>
          <p:spPr>
            <a:xfrm>
              <a:off x="2201917" y="1669789"/>
              <a:ext cx="2541117" cy="21863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2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24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Genomic Offset to </a:t>
              </a:r>
            </a:p>
          </p:txBody>
        </p:sp>
        <p:sp>
          <p:nvSpPr>
            <p:cNvPr id="4050" name="tx4050"/>
            <p:cNvSpPr/>
            <p:nvPr/>
          </p:nvSpPr>
          <p:spPr>
            <a:xfrm>
              <a:off x="2201917" y="1998973"/>
              <a:ext cx="2218883" cy="21863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2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24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Lewisetta (RDA)</a:t>
              </a:r>
            </a:p>
          </p:txBody>
        </p:sp>
      </p:grp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rc4"/>
            <p:cNvSpPr/>
            <p:nvPr/>
          </p:nvSpPr>
          <p:spPr>
            <a:xfrm>
              <a:off x="1754045" y="1600200"/>
              <a:ext cx="5635909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13550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rc5"/>
            <p:cNvSpPr/>
            <p:nvPr/>
          </p:nvSpPr>
          <p:spPr>
            <a:xfrm>
              <a:off x="2301906" y="1669789"/>
              <a:ext cx="4149766" cy="4051159"/>
            </a:xfrm>
            <a:prstGeom prst="rect">
              <a:avLst/>
            </a:prstGeom>
            <a:solidFill>
              <a:srgbClr val="F0F8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2384234" y="1669789"/>
              <a:ext cx="0" cy="4051159"/>
            </a:xfrm>
            <a:custGeom>
              <a:avLst/>
              <a:pathLst>
                <a:path w="0" h="4051159">
                  <a:moveTo>
                    <a:pt x="0" y="4051159"/>
                  </a:moveTo>
                  <a:lnTo>
                    <a:pt x="0" y="4027755"/>
                  </a:lnTo>
                  <a:lnTo>
                    <a:pt x="0" y="3970809"/>
                  </a:lnTo>
                  <a:lnTo>
                    <a:pt x="0" y="3913864"/>
                  </a:lnTo>
                  <a:lnTo>
                    <a:pt x="0" y="3856918"/>
                  </a:lnTo>
                  <a:lnTo>
                    <a:pt x="0" y="3799972"/>
                  </a:lnTo>
                  <a:lnTo>
                    <a:pt x="0" y="3743027"/>
                  </a:lnTo>
                  <a:lnTo>
                    <a:pt x="0" y="3686081"/>
                  </a:lnTo>
                  <a:lnTo>
                    <a:pt x="0" y="3629136"/>
                  </a:lnTo>
                  <a:lnTo>
                    <a:pt x="0" y="3572190"/>
                  </a:lnTo>
                  <a:lnTo>
                    <a:pt x="0" y="3515244"/>
                  </a:lnTo>
                  <a:lnTo>
                    <a:pt x="0" y="3458299"/>
                  </a:lnTo>
                  <a:lnTo>
                    <a:pt x="0" y="3401353"/>
                  </a:lnTo>
                  <a:lnTo>
                    <a:pt x="0" y="3344407"/>
                  </a:lnTo>
                  <a:lnTo>
                    <a:pt x="0" y="3287462"/>
                  </a:lnTo>
                  <a:lnTo>
                    <a:pt x="0" y="3230516"/>
                  </a:lnTo>
                  <a:lnTo>
                    <a:pt x="0" y="3173571"/>
                  </a:lnTo>
                  <a:lnTo>
                    <a:pt x="0" y="3116625"/>
                  </a:lnTo>
                  <a:lnTo>
                    <a:pt x="0" y="3059679"/>
                  </a:lnTo>
                  <a:lnTo>
                    <a:pt x="0" y="3002734"/>
                  </a:lnTo>
                  <a:lnTo>
                    <a:pt x="0" y="2945788"/>
                  </a:lnTo>
                  <a:lnTo>
                    <a:pt x="0" y="2888843"/>
                  </a:lnTo>
                  <a:lnTo>
                    <a:pt x="0" y="2831897"/>
                  </a:lnTo>
                  <a:lnTo>
                    <a:pt x="0" y="2774951"/>
                  </a:lnTo>
                  <a:lnTo>
                    <a:pt x="0" y="2718006"/>
                  </a:lnTo>
                  <a:lnTo>
                    <a:pt x="0" y="2661060"/>
                  </a:lnTo>
                  <a:lnTo>
                    <a:pt x="0" y="2604115"/>
                  </a:lnTo>
                  <a:lnTo>
                    <a:pt x="0" y="2547169"/>
                  </a:lnTo>
                  <a:lnTo>
                    <a:pt x="0" y="2490223"/>
                  </a:lnTo>
                  <a:lnTo>
                    <a:pt x="0" y="2433278"/>
                  </a:lnTo>
                  <a:lnTo>
                    <a:pt x="0" y="2376332"/>
                  </a:lnTo>
                  <a:lnTo>
                    <a:pt x="0" y="2319386"/>
                  </a:lnTo>
                  <a:lnTo>
                    <a:pt x="0" y="2262441"/>
                  </a:lnTo>
                  <a:lnTo>
                    <a:pt x="0" y="2205495"/>
                  </a:lnTo>
                  <a:lnTo>
                    <a:pt x="0" y="2148550"/>
                  </a:lnTo>
                  <a:lnTo>
                    <a:pt x="0" y="2091604"/>
                  </a:lnTo>
                  <a:lnTo>
                    <a:pt x="0" y="2034658"/>
                  </a:lnTo>
                  <a:lnTo>
                    <a:pt x="0" y="1977713"/>
                  </a:lnTo>
                  <a:lnTo>
                    <a:pt x="0" y="1920767"/>
                  </a:lnTo>
                  <a:lnTo>
                    <a:pt x="0" y="1863822"/>
                  </a:lnTo>
                  <a:lnTo>
                    <a:pt x="0" y="1806876"/>
                  </a:lnTo>
                  <a:lnTo>
                    <a:pt x="0" y="1749930"/>
                  </a:lnTo>
                  <a:lnTo>
                    <a:pt x="0" y="1692985"/>
                  </a:lnTo>
                  <a:lnTo>
                    <a:pt x="0" y="1636039"/>
                  </a:lnTo>
                  <a:lnTo>
                    <a:pt x="0" y="1579094"/>
                  </a:lnTo>
                  <a:lnTo>
                    <a:pt x="0" y="1522148"/>
                  </a:lnTo>
                  <a:lnTo>
                    <a:pt x="0" y="1465202"/>
                  </a:lnTo>
                  <a:lnTo>
                    <a:pt x="0" y="1408257"/>
                  </a:lnTo>
                  <a:lnTo>
                    <a:pt x="0" y="1351311"/>
                  </a:lnTo>
                  <a:lnTo>
                    <a:pt x="0" y="1294366"/>
                  </a:lnTo>
                  <a:lnTo>
                    <a:pt x="0" y="1237420"/>
                  </a:lnTo>
                  <a:lnTo>
                    <a:pt x="0" y="1180474"/>
                  </a:lnTo>
                  <a:lnTo>
                    <a:pt x="0" y="1123529"/>
                  </a:lnTo>
                  <a:lnTo>
                    <a:pt x="0" y="1066583"/>
                  </a:lnTo>
                  <a:lnTo>
                    <a:pt x="0" y="1009637"/>
                  </a:lnTo>
                  <a:lnTo>
                    <a:pt x="0" y="952692"/>
                  </a:lnTo>
                  <a:lnTo>
                    <a:pt x="0" y="895746"/>
                  </a:lnTo>
                  <a:lnTo>
                    <a:pt x="0" y="838801"/>
                  </a:lnTo>
                  <a:lnTo>
                    <a:pt x="0" y="781855"/>
                  </a:lnTo>
                  <a:lnTo>
                    <a:pt x="0" y="724909"/>
                  </a:lnTo>
                  <a:lnTo>
                    <a:pt x="0" y="667964"/>
                  </a:lnTo>
                  <a:lnTo>
                    <a:pt x="0" y="611018"/>
                  </a:lnTo>
                  <a:lnTo>
                    <a:pt x="0" y="554073"/>
                  </a:lnTo>
                  <a:lnTo>
                    <a:pt x="0" y="497127"/>
                  </a:lnTo>
                  <a:lnTo>
                    <a:pt x="0" y="440181"/>
                  </a:lnTo>
                  <a:lnTo>
                    <a:pt x="0" y="383236"/>
                  </a:lnTo>
                  <a:lnTo>
                    <a:pt x="0" y="326290"/>
                  </a:lnTo>
                  <a:lnTo>
                    <a:pt x="0" y="269345"/>
                  </a:lnTo>
                  <a:lnTo>
                    <a:pt x="0" y="212399"/>
                  </a:lnTo>
                  <a:lnTo>
                    <a:pt x="0" y="155453"/>
                  </a:lnTo>
                  <a:lnTo>
                    <a:pt x="0" y="98508"/>
                  </a:lnTo>
                  <a:lnTo>
                    <a:pt x="0" y="41562"/>
                  </a:ln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rnd">
              <a:solidFill>
                <a:srgbClr val="F0F8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3124860" y="1669789"/>
              <a:ext cx="0" cy="4051159"/>
            </a:xfrm>
            <a:custGeom>
              <a:avLst/>
              <a:pathLst>
                <a:path w="0" h="4051159">
                  <a:moveTo>
                    <a:pt x="0" y="4051159"/>
                  </a:moveTo>
                  <a:lnTo>
                    <a:pt x="0" y="4027755"/>
                  </a:lnTo>
                  <a:lnTo>
                    <a:pt x="0" y="3970809"/>
                  </a:lnTo>
                  <a:lnTo>
                    <a:pt x="0" y="3913864"/>
                  </a:lnTo>
                  <a:lnTo>
                    <a:pt x="0" y="3856918"/>
                  </a:lnTo>
                  <a:lnTo>
                    <a:pt x="0" y="3799972"/>
                  </a:lnTo>
                  <a:lnTo>
                    <a:pt x="0" y="3743027"/>
                  </a:lnTo>
                  <a:lnTo>
                    <a:pt x="0" y="3686081"/>
                  </a:lnTo>
                  <a:lnTo>
                    <a:pt x="0" y="3629136"/>
                  </a:lnTo>
                  <a:lnTo>
                    <a:pt x="0" y="3572190"/>
                  </a:lnTo>
                  <a:lnTo>
                    <a:pt x="0" y="3515244"/>
                  </a:lnTo>
                  <a:lnTo>
                    <a:pt x="0" y="3458299"/>
                  </a:lnTo>
                  <a:lnTo>
                    <a:pt x="0" y="3401353"/>
                  </a:lnTo>
                  <a:lnTo>
                    <a:pt x="0" y="3344407"/>
                  </a:lnTo>
                  <a:lnTo>
                    <a:pt x="0" y="3287462"/>
                  </a:lnTo>
                  <a:lnTo>
                    <a:pt x="0" y="3230516"/>
                  </a:lnTo>
                  <a:lnTo>
                    <a:pt x="0" y="3173571"/>
                  </a:lnTo>
                  <a:lnTo>
                    <a:pt x="0" y="3116625"/>
                  </a:lnTo>
                  <a:lnTo>
                    <a:pt x="0" y="3059679"/>
                  </a:lnTo>
                  <a:lnTo>
                    <a:pt x="0" y="3002734"/>
                  </a:lnTo>
                  <a:lnTo>
                    <a:pt x="0" y="2945788"/>
                  </a:lnTo>
                  <a:lnTo>
                    <a:pt x="0" y="2888843"/>
                  </a:lnTo>
                  <a:lnTo>
                    <a:pt x="0" y="2831897"/>
                  </a:lnTo>
                  <a:lnTo>
                    <a:pt x="0" y="2774951"/>
                  </a:lnTo>
                  <a:lnTo>
                    <a:pt x="0" y="2718006"/>
                  </a:lnTo>
                  <a:lnTo>
                    <a:pt x="0" y="2661060"/>
                  </a:lnTo>
                  <a:lnTo>
                    <a:pt x="0" y="2604115"/>
                  </a:lnTo>
                  <a:lnTo>
                    <a:pt x="0" y="2547169"/>
                  </a:lnTo>
                  <a:lnTo>
                    <a:pt x="0" y="2490223"/>
                  </a:lnTo>
                  <a:lnTo>
                    <a:pt x="0" y="2433278"/>
                  </a:lnTo>
                  <a:lnTo>
                    <a:pt x="0" y="2376332"/>
                  </a:lnTo>
                  <a:lnTo>
                    <a:pt x="0" y="2319386"/>
                  </a:lnTo>
                  <a:lnTo>
                    <a:pt x="0" y="2262441"/>
                  </a:lnTo>
                  <a:lnTo>
                    <a:pt x="0" y="2205495"/>
                  </a:lnTo>
                  <a:lnTo>
                    <a:pt x="0" y="2148550"/>
                  </a:lnTo>
                  <a:lnTo>
                    <a:pt x="0" y="2091604"/>
                  </a:lnTo>
                  <a:lnTo>
                    <a:pt x="0" y="2034658"/>
                  </a:lnTo>
                  <a:lnTo>
                    <a:pt x="0" y="1977713"/>
                  </a:lnTo>
                  <a:lnTo>
                    <a:pt x="0" y="1920767"/>
                  </a:lnTo>
                  <a:lnTo>
                    <a:pt x="0" y="1863822"/>
                  </a:lnTo>
                  <a:lnTo>
                    <a:pt x="0" y="1806876"/>
                  </a:lnTo>
                  <a:lnTo>
                    <a:pt x="0" y="1749930"/>
                  </a:lnTo>
                  <a:lnTo>
                    <a:pt x="0" y="1692985"/>
                  </a:lnTo>
                  <a:lnTo>
                    <a:pt x="0" y="1636039"/>
                  </a:lnTo>
                  <a:lnTo>
                    <a:pt x="0" y="1579094"/>
                  </a:lnTo>
                  <a:lnTo>
                    <a:pt x="0" y="1522148"/>
                  </a:lnTo>
                  <a:lnTo>
                    <a:pt x="0" y="1465202"/>
                  </a:lnTo>
                  <a:lnTo>
                    <a:pt x="0" y="1408257"/>
                  </a:lnTo>
                  <a:lnTo>
                    <a:pt x="0" y="1351311"/>
                  </a:lnTo>
                  <a:lnTo>
                    <a:pt x="0" y="1294366"/>
                  </a:lnTo>
                  <a:lnTo>
                    <a:pt x="0" y="1237420"/>
                  </a:lnTo>
                  <a:lnTo>
                    <a:pt x="0" y="1180474"/>
                  </a:lnTo>
                  <a:lnTo>
                    <a:pt x="0" y="1123529"/>
                  </a:lnTo>
                  <a:lnTo>
                    <a:pt x="0" y="1066583"/>
                  </a:lnTo>
                  <a:lnTo>
                    <a:pt x="0" y="1009637"/>
                  </a:lnTo>
                  <a:lnTo>
                    <a:pt x="0" y="952692"/>
                  </a:lnTo>
                  <a:lnTo>
                    <a:pt x="0" y="895746"/>
                  </a:lnTo>
                  <a:lnTo>
                    <a:pt x="0" y="838801"/>
                  </a:lnTo>
                  <a:lnTo>
                    <a:pt x="0" y="781855"/>
                  </a:lnTo>
                  <a:lnTo>
                    <a:pt x="0" y="724909"/>
                  </a:lnTo>
                  <a:lnTo>
                    <a:pt x="0" y="667964"/>
                  </a:lnTo>
                  <a:lnTo>
                    <a:pt x="0" y="611018"/>
                  </a:lnTo>
                  <a:lnTo>
                    <a:pt x="0" y="554073"/>
                  </a:lnTo>
                  <a:lnTo>
                    <a:pt x="0" y="497127"/>
                  </a:lnTo>
                  <a:lnTo>
                    <a:pt x="0" y="440181"/>
                  </a:lnTo>
                  <a:lnTo>
                    <a:pt x="0" y="383236"/>
                  </a:lnTo>
                  <a:lnTo>
                    <a:pt x="0" y="326290"/>
                  </a:lnTo>
                  <a:lnTo>
                    <a:pt x="0" y="269345"/>
                  </a:lnTo>
                  <a:lnTo>
                    <a:pt x="0" y="212399"/>
                  </a:lnTo>
                  <a:lnTo>
                    <a:pt x="0" y="155453"/>
                  </a:lnTo>
                  <a:lnTo>
                    <a:pt x="0" y="98508"/>
                  </a:lnTo>
                  <a:lnTo>
                    <a:pt x="0" y="41562"/>
                  </a:ln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rnd">
              <a:solidFill>
                <a:srgbClr val="F0F8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3865485" y="1669789"/>
              <a:ext cx="0" cy="4051159"/>
            </a:xfrm>
            <a:custGeom>
              <a:avLst/>
              <a:pathLst>
                <a:path w="0" h="4051159">
                  <a:moveTo>
                    <a:pt x="0" y="4051159"/>
                  </a:moveTo>
                  <a:lnTo>
                    <a:pt x="0" y="4027755"/>
                  </a:lnTo>
                  <a:lnTo>
                    <a:pt x="0" y="3970809"/>
                  </a:lnTo>
                  <a:lnTo>
                    <a:pt x="0" y="3913864"/>
                  </a:lnTo>
                  <a:lnTo>
                    <a:pt x="0" y="3856918"/>
                  </a:lnTo>
                  <a:lnTo>
                    <a:pt x="0" y="3799972"/>
                  </a:lnTo>
                  <a:lnTo>
                    <a:pt x="0" y="3743027"/>
                  </a:lnTo>
                  <a:lnTo>
                    <a:pt x="0" y="3686081"/>
                  </a:lnTo>
                  <a:lnTo>
                    <a:pt x="0" y="3629136"/>
                  </a:lnTo>
                  <a:lnTo>
                    <a:pt x="0" y="3572190"/>
                  </a:lnTo>
                  <a:lnTo>
                    <a:pt x="0" y="3515244"/>
                  </a:lnTo>
                  <a:lnTo>
                    <a:pt x="0" y="3458299"/>
                  </a:lnTo>
                  <a:lnTo>
                    <a:pt x="0" y="3401353"/>
                  </a:lnTo>
                  <a:lnTo>
                    <a:pt x="0" y="3344407"/>
                  </a:lnTo>
                  <a:lnTo>
                    <a:pt x="0" y="3287462"/>
                  </a:lnTo>
                  <a:lnTo>
                    <a:pt x="0" y="3230516"/>
                  </a:lnTo>
                  <a:lnTo>
                    <a:pt x="0" y="3173571"/>
                  </a:lnTo>
                  <a:lnTo>
                    <a:pt x="0" y="3116625"/>
                  </a:lnTo>
                  <a:lnTo>
                    <a:pt x="0" y="3059679"/>
                  </a:lnTo>
                  <a:lnTo>
                    <a:pt x="0" y="3002734"/>
                  </a:lnTo>
                  <a:lnTo>
                    <a:pt x="0" y="2945788"/>
                  </a:lnTo>
                  <a:lnTo>
                    <a:pt x="0" y="2888843"/>
                  </a:lnTo>
                  <a:lnTo>
                    <a:pt x="0" y="2831897"/>
                  </a:lnTo>
                  <a:lnTo>
                    <a:pt x="0" y="2774951"/>
                  </a:lnTo>
                  <a:lnTo>
                    <a:pt x="0" y="2718006"/>
                  </a:lnTo>
                  <a:lnTo>
                    <a:pt x="0" y="2661060"/>
                  </a:lnTo>
                  <a:lnTo>
                    <a:pt x="0" y="2604115"/>
                  </a:lnTo>
                  <a:lnTo>
                    <a:pt x="0" y="2547169"/>
                  </a:lnTo>
                  <a:lnTo>
                    <a:pt x="0" y="2490223"/>
                  </a:lnTo>
                  <a:lnTo>
                    <a:pt x="0" y="2433278"/>
                  </a:lnTo>
                  <a:lnTo>
                    <a:pt x="0" y="2376332"/>
                  </a:lnTo>
                  <a:lnTo>
                    <a:pt x="0" y="2319386"/>
                  </a:lnTo>
                  <a:lnTo>
                    <a:pt x="0" y="2262441"/>
                  </a:lnTo>
                  <a:lnTo>
                    <a:pt x="0" y="2205495"/>
                  </a:lnTo>
                  <a:lnTo>
                    <a:pt x="0" y="2148550"/>
                  </a:lnTo>
                  <a:lnTo>
                    <a:pt x="0" y="2091604"/>
                  </a:lnTo>
                  <a:lnTo>
                    <a:pt x="0" y="2034658"/>
                  </a:lnTo>
                  <a:lnTo>
                    <a:pt x="0" y="1977713"/>
                  </a:lnTo>
                  <a:lnTo>
                    <a:pt x="0" y="1920767"/>
                  </a:lnTo>
                  <a:lnTo>
                    <a:pt x="0" y="1863822"/>
                  </a:lnTo>
                  <a:lnTo>
                    <a:pt x="0" y="1806876"/>
                  </a:lnTo>
                  <a:lnTo>
                    <a:pt x="0" y="1749930"/>
                  </a:lnTo>
                  <a:lnTo>
                    <a:pt x="0" y="1692985"/>
                  </a:lnTo>
                  <a:lnTo>
                    <a:pt x="0" y="1636039"/>
                  </a:lnTo>
                  <a:lnTo>
                    <a:pt x="0" y="1579094"/>
                  </a:lnTo>
                  <a:lnTo>
                    <a:pt x="0" y="1522148"/>
                  </a:lnTo>
                  <a:lnTo>
                    <a:pt x="0" y="1465202"/>
                  </a:lnTo>
                  <a:lnTo>
                    <a:pt x="0" y="1408257"/>
                  </a:lnTo>
                  <a:lnTo>
                    <a:pt x="0" y="1351311"/>
                  </a:lnTo>
                  <a:lnTo>
                    <a:pt x="0" y="1294366"/>
                  </a:lnTo>
                  <a:lnTo>
                    <a:pt x="0" y="1237420"/>
                  </a:lnTo>
                  <a:lnTo>
                    <a:pt x="0" y="1180474"/>
                  </a:lnTo>
                  <a:lnTo>
                    <a:pt x="0" y="1123529"/>
                  </a:lnTo>
                  <a:lnTo>
                    <a:pt x="0" y="1066583"/>
                  </a:lnTo>
                  <a:lnTo>
                    <a:pt x="0" y="1009637"/>
                  </a:lnTo>
                  <a:lnTo>
                    <a:pt x="0" y="952692"/>
                  </a:lnTo>
                  <a:lnTo>
                    <a:pt x="0" y="895746"/>
                  </a:lnTo>
                  <a:lnTo>
                    <a:pt x="0" y="838801"/>
                  </a:lnTo>
                  <a:lnTo>
                    <a:pt x="0" y="781855"/>
                  </a:lnTo>
                  <a:lnTo>
                    <a:pt x="0" y="724909"/>
                  </a:lnTo>
                  <a:lnTo>
                    <a:pt x="0" y="667964"/>
                  </a:lnTo>
                  <a:lnTo>
                    <a:pt x="0" y="611018"/>
                  </a:lnTo>
                  <a:lnTo>
                    <a:pt x="0" y="554073"/>
                  </a:lnTo>
                  <a:lnTo>
                    <a:pt x="0" y="497127"/>
                  </a:lnTo>
                  <a:lnTo>
                    <a:pt x="0" y="440181"/>
                  </a:lnTo>
                  <a:lnTo>
                    <a:pt x="0" y="383236"/>
                  </a:lnTo>
                  <a:lnTo>
                    <a:pt x="0" y="326290"/>
                  </a:lnTo>
                  <a:lnTo>
                    <a:pt x="0" y="269345"/>
                  </a:lnTo>
                  <a:lnTo>
                    <a:pt x="0" y="212399"/>
                  </a:lnTo>
                  <a:lnTo>
                    <a:pt x="0" y="155453"/>
                  </a:lnTo>
                  <a:lnTo>
                    <a:pt x="0" y="98508"/>
                  </a:lnTo>
                  <a:lnTo>
                    <a:pt x="0" y="41562"/>
                  </a:ln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rnd">
              <a:solidFill>
                <a:srgbClr val="F0F8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4606110" y="1669789"/>
              <a:ext cx="0" cy="4051159"/>
            </a:xfrm>
            <a:custGeom>
              <a:avLst/>
              <a:pathLst>
                <a:path w="0" h="4051159">
                  <a:moveTo>
                    <a:pt x="0" y="4051159"/>
                  </a:moveTo>
                  <a:lnTo>
                    <a:pt x="0" y="4027755"/>
                  </a:lnTo>
                  <a:lnTo>
                    <a:pt x="0" y="3970809"/>
                  </a:lnTo>
                  <a:lnTo>
                    <a:pt x="0" y="3913864"/>
                  </a:lnTo>
                  <a:lnTo>
                    <a:pt x="0" y="3856918"/>
                  </a:lnTo>
                  <a:lnTo>
                    <a:pt x="0" y="3799972"/>
                  </a:lnTo>
                  <a:lnTo>
                    <a:pt x="0" y="3743027"/>
                  </a:lnTo>
                  <a:lnTo>
                    <a:pt x="0" y="3686081"/>
                  </a:lnTo>
                  <a:lnTo>
                    <a:pt x="0" y="3629136"/>
                  </a:lnTo>
                  <a:lnTo>
                    <a:pt x="0" y="3572190"/>
                  </a:lnTo>
                  <a:lnTo>
                    <a:pt x="0" y="3515244"/>
                  </a:lnTo>
                  <a:lnTo>
                    <a:pt x="0" y="3458299"/>
                  </a:lnTo>
                  <a:lnTo>
                    <a:pt x="0" y="3401353"/>
                  </a:lnTo>
                  <a:lnTo>
                    <a:pt x="0" y="3344407"/>
                  </a:lnTo>
                  <a:lnTo>
                    <a:pt x="0" y="3287462"/>
                  </a:lnTo>
                  <a:lnTo>
                    <a:pt x="0" y="3230516"/>
                  </a:lnTo>
                  <a:lnTo>
                    <a:pt x="0" y="3173571"/>
                  </a:lnTo>
                  <a:lnTo>
                    <a:pt x="0" y="3116625"/>
                  </a:lnTo>
                  <a:lnTo>
                    <a:pt x="0" y="3059679"/>
                  </a:lnTo>
                  <a:lnTo>
                    <a:pt x="0" y="3002734"/>
                  </a:lnTo>
                  <a:lnTo>
                    <a:pt x="0" y="2945788"/>
                  </a:lnTo>
                  <a:lnTo>
                    <a:pt x="0" y="2888843"/>
                  </a:lnTo>
                  <a:lnTo>
                    <a:pt x="0" y="2831897"/>
                  </a:lnTo>
                  <a:lnTo>
                    <a:pt x="0" y="2774951"/>
                  </a:lnTo>
                  <a:lnTo>
                    <a:pt x="0" y="2718006"/>
                  </a:lnTo>
                  <a:lnTo>
                    <a:pt x="0" y="2661060"/>
                  </a:lnTo>
                  <a:lnTo>
                    <a:pt x="0" y="2604115"/>
                  </a:lnTo>
                  <a:lnTo>
                    <a:pt x="0" y="2547169"/>
                  </a:lnTo>
                  <a:lnTo>
                    <a:pt x="0" y="2490223"/>
                  </a:lnTo>
                  <a:lnTo>
                    <a:pt x="0" y="2433278"/>
                  </a:lnTo>
                  <a:lnTo>
                    <a:pt x="0" y="2376332"/>
                  </a:lnTo>
                  <a:lnTo>
                    <a:pt x="0" y="2319386"/>
                  </a:lnTo>
                  <a:lnTo>
                    <a:pt x="0" y="2262441"/>
                  </a:lnTo>
                  <a:lnTo>
                    <a:pt x="0" y="2205495"/>
                  </a:lnTo>
                  <a:lnTo>
                    <a:pt x="0" y="2148550"/>
                  </a:lnTo>
                  <a:lnTo>
                    <a:pt x="0" y="2091604"/>
                  </a:lnTo>
                  <a:lnTo>
                    <a:pt x="0" y="2034658"/>
                  </a:lnTo>
                  <a:lnTo>
                    <a:pt x="0" y="1977713"/>
                  </a:lnTo>
                  <a:lnTo>
                    <a:pt x="0" y="1920767"/>
                  </a:lnTo>
                  <a:lnTo>
                    <a:pt x="0" y="1863822"/>
                  </a:lnTo>
                  <a:lnTo>
                    <a:pt x="0" y="1806876"/>
                  </a:lnTo>
                  <a:lnTo>
                    <a:pt x="0" y="1749930"/>
                  </a:lnTo>
                  <a:lnTo>
                    <a:pt x="0" y="1692985"/>
                  </a:lnTo>
                  <a:lnTo>
                    <a:pt x="0" y="1636039"/>
                  </a:lnTo>
                  <a:lnTo>
                    <a:pt x="0" y="1579094"/>
                  </a:lnTo>
                  <a:lnTo>
                    <a:pt x="0" y="1522148"/>
                  </a:lnTo>
                  <a:lnTo>
                    <a:pt x="0" y="1465202"/>
                  </a:lnTo>
                  <a:lnTo>
                    <a:pt x="0" y="1408257"/>
                  </a:lnTo>
                  <a:lnTo>
                    <a:pt x="0" y="1351311"/>
                  </a:lnTo>
                  <a:lnTo>
                    <a:pt x="0" y="1294366"/>
                  </a:lnTo>
                  <a:lnTo>
                    <a:pt x="0" y="1237420"/>
                  </a:lnTo>
                  <a:lnTo>
                    <a:pt x="0" y="1180474"/>
                  </a:lnTo>
                  <a:lnTo>
                    <a:pt x="0" y="1123529"/>
                  </a:lnTo>
                  <a:lnTo>
                    <a:pt x="0" y="1066583"/>
                  </a:lnTo>
                  <a:lnTo>
                    <a:pt x="0" y="1009637"/>
                  </a:lnTo>
                  <a:lnTo>
                    <a:pt x="0" y="952692"/>
                  </a:lnTo>
                  <a:lnTo>
                    <a:pt x="0" y="895746"/>
                  </a:lnTo>
                  <a:lnTo>
                    <a:pt x="0" y="838801"/>
                  </a:lnTo>
                  <a:lnTo>
                    <a:pt x="0" y="781855"/>
                  </a:lnTo>
                  <a:lnTo>
                    <a:pt x="0" y="724909"/>
                  </a:lnTo>
                  <a:lnTo>
                    <a:pt x="0" y="667964"/>
                  </a:lnTo>
                  <a:lnTo>
                    <a:pt x="0" y="611018"/>
                  </a:lnTo>
                  <a:lnTo>
                    <a:pt x="0" y="554073"/>
                  </a:lnTo>
                  <a:lnTo>
                    <a:pt x="0" y="497127"/>
                  </a:lnTo>
                  <a:lnTo>
                    <a:pt x="0" y="440181"/>
                  </a:lnTo>
                  <a:lnTo>
                    <a:pt x="0" y="383236"/>
                  </a:lnTo>
                  <a:lnTo>
                    <a:pt x="0" y="326290"/>
                  </a:lnTo>
                  <a:lnTo>
                    <a:pt x="0" y="269345"/>
                  </a:lnTo>
                  <a:lnTo>
                    <a:pt x="0" y="212399"/>
                  </a:lnTo>
                  <a:lnTo>
                    <a:pt x="0" y="155453"/>
                  </a:lnTo>
                  <a:lnTo>
                    <a:pt x="0" y="98508"/>
                  </a:lnTo>
                  <a:lnTo>
                    <a:pt x="0" y="41562"/>
                  </a:ln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rnd">
              <a:solidFill>
                <a:srgbClr val="F0F8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5346735" y="1669789"/>
              <a:ext cx="0" cy="4051159"/>
            </a:xfrm>
            <a:custGeom>
              <a:avLst/>
              <a:pathLst>
                <a:path w="0" h="4051159">
                  <a:moveTo>
                    <a:pt x="0" y="4051159"/>
                  </a:moveTo>
                  <a:lnTo>
                    <a:pt x="0" y="4027755"/>
                  </a:lnTo>
                  <a:lnTo>
                    <a:pt x="0" y="3970809"/>
                  </a:lnTo>
                  <a:lnTo>
                    <a:pt x="0" y="3913864"/>
                  </a:lnTo>
                  <a:lnTo>
                    <a:pt x="0" y="3856918"/>
                  </a:lnTo>
                  <a:lnTo>
                    <a:pt x="0" y="3799972"/>
                  </a:lnTo>
                  <a:lnTo>
                    <a:pt x="0" y="3743027"/>
                  </a:lnTo>
                  <a:lnTo>
                    <a:pt x="0" y="3686081"/>
                  </a:lnTo>
                  <a:lnTo>
                    <a:pt x="0" y="3629136"/>
                  </a:lnTo>
                  <a:lnTo>
                    <a:pt x="0" y="3572190"/>
                  </a:lnTo>
                  <a:lnTo>
                    <a:pt x="0" y="3515244"/>
                  </a:lnTo>
                  <a:lnTo>
                    <a:pt x="0" y="3458299"/>
                  </a:lnTo>
                  <a:lnTo>
                    <a:pt x="0" y="3401353"/>
                  </a:lnTo>
                  <a:lnTo>
                    <a:pt x="0" y="3344407"/>
                  </a:lnTo>
                  <a:lnTo>
                    <a:pt x="0" y="3287462"/>
                  </a:lnTo>
                  <a:lnTo>
                    <a:pt x="0" y="3230516"/>
                  </a:lnTo>
                  <a:lnTo>
                    <a:pt x="0" y="3173571"/>
                  </a:lnTo>
                  <a:lnTo>
                    <a:pt x="0" y="3116625"/>
                  </a:lnTo>
                  <a:lnTo>
                    <a:pt x="0" y="3059679"/>
                  </a:lnTo>
                  <a:lnTo>
                    <a:pt x="0" y="3002734"/>
                  </a:lnTo>
                  <a:lnTo>
                    <a:pt x="0" y="2945788"/>
                  </a:lnTo>
                  <a:lnTo>
                    <a:pt x="0" y="2888843"/>
                  </a:lnTo>
                  <a:lnTo>
                    <a:pt x="0" y="2831897"/>
                  </a:lnTo>
                  <a:lnTo>
                    <a:pt x="0" y="2774951"/>
                  </a:lnTo>
                  <a:lnTo>
                    <a:pt x="0" y="2718006"/>
                  </a:lnTo>
                  <a:lnTo>
                    <a:pt x="0" y="2661060"/>
                  </a:lnTo>
                  <a:lnTo>
                    <a:pt x="0" y="2604115"/>
                  </a:lnTo>
                  <a:lnTo>
                    <a:pt x="0" y="2547169"/>
                  </a:lnTo>
                  <a:lnTo>
                    <a:pt x="0" y="2490223"/>
                  </a:lnTo>
                  <a:lnTo>
                    <a:pt x="0" y="2433278"/>
                  </a:lnTo>
                  <a:lnTo>
                    <a:pt x="0" y="2376332"/>
                  </a:lnTo>
                  <a:lnTo>
                    <a:pt x="0" y="2319386"/>
                  </a:lnTo>
                  <a:lnTo>
                    <a:pt x="0" y="2262441"/>
                  </a:lnTo>
                  <a:lnTo>
                    <a:pt x="0" y="2205495"/>
                  </a:lnTo>
                  <a:lnTo>
                    <a:pt x="0" y="2148550"/>
                  </a:lnTo>
                  <a:lnTo>
                    <a:pt x="0" y="2091604"/>
                  </a:lnTo>
                  <a:lnTo>
                    <a:pt x="0" y="2034658"/>
                  </a:lnTo>
                  <a:lnTo>
                    <a:pt x="0" y="1977713"/>
                  </a:lnTo>
                  <a:lnTo>
                    <a:pt x="0" y="1920767"/>
                  </a:lnTo>
                  <a:lnTo>
                    <a:pt x="0" y="1863822"/>
                  </a:lnTo>
                  <a:lnTo>
                    <a:pt x="0" y="1806876"/>
                  </a:lnTo>
                  <a:lnTo>
                    <a:pt x="0" y="1749930"/>
                  </a:lnTo>
                  <a:lnTo>
                    <a:pt x="0" y="1692985"/>
                  </a:lnTo>
                  <a:lnTo>
                    <a:pt x="0" y="1636039"/>
                  </a:lnTo>
                  <a:lnTo>
                    <a:pt x="0" y="1579094"/>
                  </a:lnTo>
                  <a:lnTo>
                    <a:pt x="0" y="1522148"/>
                  </a:lnTo>
                  <a:lnTo>
                    <a:pt x="0" y="1465202"/>
                  </a:lnTo>
                  <a:lnTo>
                    <a:pt x="0" y="1408257"/>
                  </a:lnTo>
                  <a:lnTo>
                    <a:pt x="0" y="1351311"/>
                  </a:lnTo>
                  <a:lnTo>
                    <a:pt x="0" y="1294366"/>
                  </a:lnTo>
                  <a:lnTo>
                    <a:pt x="0" y="1237420"/>
                  </a:lnTo>
                  <a:lnTo>
                    <a:pt x="0" y="1180474"/>
                  </a:lnTo>
                  <a:lnTo>
                    <a:pt x="0" y="1123529"/>
                  </a:lnTo>
                  <a:lnTo>
                    <a:pt x="0" y="1066583"/>
                  </a:lnTo>
                  <a:lnTo>
                    <a:pt x="0" y="1009637"/>
                  </a:lnTo>
                  <a:lnTo>
                    <a:pt x="0" y="952692"/>
                  </a:lnTo>
                  <a:lnTo>
                    <a:pt x="0" y="895746"/>
                  </a:lnTo>
                  <a:lnTo>
                    <a:pt x="0" y="838801"/>
                  </a:lnTo>
                  <a:lnTo>
                    <a:pt x="0" y="781855"/>
                  </a:lnTo>
                  <a:lnTo>
                    <a:pt x="0" y="724909"/>
                  </a:lnTo>
                  <a:lnTo>
                    <a:pt x="0" y="667964"/>
                  </a:lnTo>
                  <a:lnTo>
                    <a:pt x="0" y="611018"/>
                  </a:lnTo>
                  <a:lnTo>
                    <a:pt x="0" y="554073"/>
                  </a:lnTo>
                  <a:lnTo>
                    <a:pt x="0" y="497127"/>
                  </a:lnTo>
                  <a:lnTo>
                    <a:pt x="0" y="440181"/>
                  </a:lnTo>
                  <a:lnTo>
                    <a:pt x="0" y="383236"/>
                  </a:lnTo>
                  <a:lnTo>
                    <a:pt x="0" y="326290"/>
                  </a:lnTo>
                  <a:lnTo>
                    <a:pt x="0" y="269345"/>
                  </a:lnTo>
                  <a:lnTo>
                    <a:pt x="0" y="212399"/>
                  </a:lnTo>
                  <a:lnTo>
                    <a:pt x="0" y="155453"/>
                  </a:lnTo>
                  <a:lnTo>
                    <a:pt x="0" y="98508"/>
                  </a:lnTo>
                  <a:lnTo>
                    <a:pt x="0" y="41562"/>
                  </a:ln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rnd">
              <a:solidFill>
                <a:srgbClr val="F0F8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6087361" y="1669789"/>
              <a:ext cx="0" cy="4051159"/>
            </a:xfrm>
            <a:custGeom>
              <a:avLst/>
              <a:pathLst>
                <a:path w="0" h="4051159">
                  <a:moveTo>
                    <a:pt x="0" y="4051159"/>
                  </a:moveTo>
                  <a:lnTo>
                    <a:pt x="0" y="4027755"/>
                  </a:lnTo>
                  <a:lnTo>
                    <a:pt x="0" y="3970809"/>
                  </a:lnTo>
                  <a:lnTo>
                    <a:pt x="0" y="3913864"/>
                  </a:lnTo>
                  <a:lnTo>
                    <a:pt x="0" y="3856918"/>
                  </a:lnTo>
                  <a:lnTo>
                    <a:pt x="0" y="3799972"/>
                  </a:lnTo>
                  <a:lnTo>
                    <a:pt x="0" y="3743027"/>
                  </a:lnTo>
                  <a:lnTo>
                    <a:pt x="0" y="3686081"/>
                  </a:lnTo>
                  <a:lnTo>
                    <a:pt x="0" y="3629136"/>
                  </a:lnTo>
                  <a:lnTo>
                    <a:pt x="0" y="3572190"/>
                  </a:lnTo>
                  <a:lnTo>
                    <a:pt x="0" y="3515244"/>
                  </a:lnTo>
                  <a:lnTo>
                    <a:pt x="0" y="3458299"/>
                  </a:lnTo>
                  <a:lnTo>
                    <a:pt x="0" y="3401353"/>
                  </a:lnTo>
                  <a:lnTo>
                    <a:pt x="0" y="3344407"/>
                  </a:lnTo>
                  <a:lnTo>
                    <a:pt x="0" y="3287462"/>
                  </a:lnTo>
                  <a:lnTo>
                    <a:pt x="0" y="3230516"/>
                  </a:lnTo>
                  <a:lnTo>
                    <a:pt x="0" y="3173571"/>
                  </a:lnTo>
                  <a:lnTo>
                    <a:pt x="0" y="3116625"/>
                  </a:lnTo>
                  <a:lnTo>
                    <a:pt x="0" y="3059679"/>
                  </a:lnTo>
                  <a:lnTo>
                    <a:pt x="0" y="3002734"/>
                  </a:lnTo>
                  <a:lnTo>
                    <a:pt x="0" y="2945788"/>
                  </a:lnTo>
                  <a:lnTo>
                    <a:pt x="0" y="2888843"/>
                  </a:lnTo>
                  <a:lnTo>
                    <a:pt x="0" y="2831897"/>
                  </a:lnTo>
                  <a:lnTo>
                    <a:pt x="0" y="2774951"/>
                  </a:lnTo>
                  <a:lnTo>
                    <a:pt x="0" y="2718006"/>
                  </a:lnTo>
                  <a:lnTo>
                    <a:pt x="0" y="2661060"/>
                  </a:lnTo>
                  <a:lnTo>
                    <a:pt x="0" y="2604115"/>
                  </a:lnTo>
                  <a:lnTo>
                    <a:pt x="0" y="2547169"/>
                  </a:lnTo>
                  <a:lnTo>
                    <a:pt x="0" y="2490223"/>
                  </a:lnTo>
                  <a:lnTo>
                    <a:pt x="0" y="2433278"/>
                  </a:lnTo>
                  <a:lnTo>
                    <a:pt x="0" y="2376332"/>
                  </a:lnTo>
                  <a:lnTo>
                    <a:pt x="0" y="2319386"/>
                  </a:lnTo>
                  <a:lnTo>
                    <a:pt x="0" y="2262441"/>
                  </a:lnTo>
                  <a:lnTo>
                    <a:pt x="0" y="2205495"/>
                  </a:lnTo>
                  <a:lnTo>
                    <a:pt x="0" y="2148550"/>
                  </a:lnTo>
                  <a:lnTo>
                    <a:pt x="0" y="2091604"/>
                  </a:lnTo>
                  <a:lnTo>
                    <a:pt x="0" y="2034658"/>
                  </a:lnTo>
                  <a:lnTo>
                    <a:pt x="0" y="1977713"/>
                  </a:lnTo>
                  <a:lnTo>
                    <a:pt x="0" y="1920767"/>
                  </a:lnTo>
                  <a:lnTo>
                    <a:pt x="0" y="1863822"/>
                  </a:lnTo>
                  <a:lnTo>
                    <a:pt x="0" y="1806876"/>
                  </a:lnTo>
                  <a:lnTo>
                    <a:pt x="0" y="1749930"/>
                  </a:lnTo>
                  <a:lnTo>
                    <a:pt x="0" y="1692985"/>
                  </a:lnTo>
                  <a:lnTo>
                    <a:pt x="0" y="1636039"/>
                  </a:lnTo>
                  <a:lnTo>
                    <a:pt x="0" y="1579094"/>
                  </a:lnTo>
                  <a:lnTo>
                    <a:pt x="0" y="1522148"/>
                  </a:lnTo>
                  <a:lnTo>
                    <a:pt x="0" y="1465202"/>
                  </a:lnTo>
                  <a:lnTo>
                    <a:pt x="0" y="1408257"/>
                  </a:lnTo>
                  <a:lnTo>
                    <a:pt x="0" y="1351311"/>
                  </a:lnTo>
                  <a:lnTo>
                    <a:pt x="0" y="1294366"/>
                  </a:lnTo>
                  <a:lnTo>
                    <a:pt x="0" y="1237420"/>
                  </a:lnTo>
                  <a:lnTo>
                    <a:pt x="0" y="1180474"/>
                  </a:lnTo>
                  <a:lnTo>
                    <a:pt x="0" y="1123529"/>
                  </a:lnTo>
                  <a:lnTo>
                    <a:pt x="0" y="1066583"/>
                  </a:lnTo>
                  <a:lnTo>
                    <a:pt x="0" y="1009637"/>
                  </a:lnTo>
                  <a:lnTo>
                    <a:pt x="0" y="952692"/>
                  </a:lnTo>
                  <a:lnTo>
                    <a:pt x="0" y="895746"/>
                  </a:lnTo>
                  <a:lnTo>
                    <a:pt x="0" y="838801"/>
                  </a:lnTo>
                  <a:lnTo>
                    <a:pt x="0" y="781855"/>
                  </a:lnTo>
                  <a:lnTo>
                    <a:pt x="0" y="724909"/>
                  </a:lnTo>
                  <a:lnTo>
                    <a:pt x="0" y="667964"/>
                  </a:lnTo>
                  <a:lnTo>
                    <a:pt x="0" y="611018"/>
                  </a:lnTo>
                  <a:lnTo>
                    <a:pt x="0" y="554073"/>
                  </a:lnTo>
                  <a:lnTo>
                    <a:pt x="0" y="497127"/>
                  </a:lnTo>
                  <a:lnTo>
                    <a:pt x="0" y="440181"/>
                  </a:lnTo>
                  <a:lnTo>
                    <a:pt x="0" y="383236"/>
                  </a:lnTo>
                  <a:lnTo>
                    <a:pt x="0" y="326290"/>
                  </a:lnTo>
                  <a:lnTo>
                    <a:pt x="0" y="269345"/>
                  </a:lnTo>
                  <a:lnTo>
                    <a:pt x="0" y="212399"/>
                  </a:lnTo>
                  <a:lnTo>
                    <a:pt x="0" y="155453"/>
                  </a:lnTo>
                  <a:lnTo>
                    <a:pt x="0" y="98508"/>
                  </a:lnTo>
                  <a:lnTo>
                    <a:pt x="0" y="41562"/>
                  </a:ln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rnd">
              <a:solidFill>
                <a:srgbClr val="F0F8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2301906" y="5555180"/>
              <a:ext cx="4149766" cy="0"/>
            </a:xfrm>
            <a:custGeom>
              <a:avLst/>
              <a:pathLst>
                <a:path w="4149766" h="0">
                  <a:moveTo>
                    <a:pt x="0" y="0"/>
                  </a:moveTo>
                  <a:lnTo>
                    <a:pt x="22479" y="0"/>
                  </a:lnTo>
                  <a:lnTo>
                    <a:pt x="74847" y="0"/>
                  </a:lnTo>
                  <a:lnTo>
                    <a:pt x="127214" y="0"/>
                  </a:lnTo>
                  <a:lnTo>
                    <a:pt x="179582" y="0"/>
                  </a:lnTo>
                  <a:lnTo>
                    <a:pt x="231949" y="0"/>
                  </a:lnTo>
                  <a:lnTo>
                    <a:pt x="284316" y="0"/>
                  </a:lnTo>
                  <a:lnTo>
                    <a:pt x="336684" y="0"/>
                  </a:lnTo>
                  <a:lnTo>
                    <a:pt x="389051" y="0"/>
                  </a:lnTo>
                  <a:lnTo>
                    <a:pt x="441419" y="0"/>
                  </a:lnTo>
                  <a:lnTo>
                    <a:pt x="493786" y="0"/>
                  </a:lnTo>
                  <a:lnTo>
                    <a:pt x="546154" y="0"/>
                  </a:lnTo>
                  <a:lnTo>
                    <a:pt x="598521" y="0"/>
                  </a:lnTo>
                  <a:lnTo>
                    <a:pt x="650889" y="0"/>
                  </a:lnTo>
                  <a:lnTo>
                    <a:pt x="703256" y="0"/>
                  </a:lnTo>
                  <a:lnTo>
                    <a:pt x="755623" y="0"/>
                  </a:lnTo>
                  <a:lnTo>
                    <a:pt x="807991" y="0"/>
                  </a:lnTo>
                  <a:lnTo>
                    <a:pt x="860358" y="0"/>
                  </a:lnTo>
                  <a:lnTo>
                    <a:pt x="912726" y="0"/>
                  </a:lnTo>
                  <a:lnTo>
                    <a:pt x="965093" y="0"/>
                  </a:lnTo>
                  <a:lnTo>
                    <a:pt x="1017461" y="0"/>
                  </a:lnTo>
                  <a:lnTo>
                    <a:pt x="1069828" y="0"/>
                  </a:lnTo>
                  <a:lnTo>
                    <a:pt x="1122196" y="0"/>
                  </a:lnTo>
                  <a:lnTo>
                    <a:pt x="1174563" y="0"/>
                  </a:lnTo>
                  <a:lnTo>
                    <a:pt x="1226930" y="0"/>
                  </a:lnTo>
                  <a:lnTo>
                    <a:pt x="1279298" y="0"/>
                  </a:lnTo>
                  <a:lnTo>
                    <a:pt x="1331665" y="0"/>
                  </a:lnTo>
                  <a:lnTo>
                    <a:pt x="1384033" y="0"/>
                  </a:lnTo>
                  <a:lnTo>
                    <a:pt x="1436400" y="0"/>
                  </a:lnTo>
                  <a:lnTo>
                    <a:pt x="1488768" y="0"/>
                  </a:lnTo>
                  <a:lnTo>
                    <a:pt x="1541135" y="0"/>
                  </a:lnTo>
                  <a:lnTo>
                    <a:pt x="1593503" y="0"/>
                  </a:lnTo>
                  <a:lnTo>
                    <a:pt x="1645870" y="0"/>
                  </a:lnTo>
                  <a:lnTo>
                    <a:pt x="1698237" y="0"/>
                  </a:lnTo>
                  <a:lnTo>
                    <a:pt x="1750605" y="0"/>
                  </a:lnTo>
                  <a:lnTo>
                    <a:pt x="1802972" y="0"/>
                  </a:lnTo>
                  <a:lnTo>
                    <a:pt x="1855340" y="0"/>
                  </a:lnTo>
                  <a:lnTo>
                    <a:pt x="1907707" y="0"/>
                  </a:lnTo>
                  <a:lnTo>
                    <a:pt x="1960075" y="0"/>
                  </a:lnTo>
                  <a:lnTo>
                    <a:pt x="2012442" y="0"/>
                  </a:lnTo>
                  <a:lnTo>
                    <a:pt x="2064810" y="0"/>
                  </a:lnTo>
                  <a:lnTo>
                    <a:pt x="2117177" y="0"/>
                  </a:lnTo>
                  <a:lnTo>
                    <a:pt x="2169544" y="0"/>
                  </a:lnTo>
                  <a:lnTo>
                    <a:pt x="2221912" y="0"/>
                  </a:lnTo>
                  <a:lnTo>
                    <a:pt x="2274279" y="0"/>
                  </a:lnTo>
                  <a:lnTo>
                    <a:pt x="2326647" y="0"/>
                  </a:lnTo>
                  <a:lnTo>
                    <a:pt x="2379014" y="0"/>
                  </a:lnTo>
                  <a:lnTo>
                    <a:pt x="2431382" y="0"/>
                  </a:lnTo>
                  <a:lnTo>
                    <a:pt x="2483749" y="0"/>
                  </a:lnTo>
                  <a:lnTo>
                    <a:pt x="2536117" y="0"/>
                  </a:lnTo>
                  <a:lnTo>
                    <a:pt x="2588484" y="0"/>
                  </a:lnTo>
                  <a:lnTo>
                    <a:pt x="2640851" y="0"/>
                  </a:lnTo>
                  <a:lnTo>
                    <a:pt x="2693219" y="0"/>
                  </a:lnTo>
                  <a:lnTo>
                    <a:pt x="2745586" y="0"/>
                  </a:lnTo>
                  <a:lnTo>
                    <a:pt x="2797954" y="0"/>
                  </a:lnTo>
                  <a:lnTo>
                    <a:pt x="2850321" y="0"/>
                  </a:lnTo>
                  <a:lnTo>
                    <a:pt x="2902689" y="0"/>
                  </a:lnTo>
                  <a:lnTo>
                    <a:pt x="2955056" y="0"/>
                  </a:lnTo>
                  <a:lnTo>
                    <a:pt x="3007424" y="0"/>
                  </a:lnTo>
                  <a:lnTo>
                    <a:pt x="3059791" y="0"/>
                  </a:lnTo>
                  <a:lnTo>
                    <a:pt x="3112158" y="0"/>
                  </a:lnTo>
                  <a:lnTo>
                    <a:pt x="3164526" y="0"/>
                  </a:lnTo>
                  <a:lnTo>
                    <a:pt x="3216893" y="0"/>
                  </a:lnTo>
                  <a:lnTo>
                    <a:pt x="3269261" y="0"/>
                  </a:lnTo>
                  <a:lnTo>
                    <a:pt x="3321628" y="0"/>
                  </a:lnTo>
                  <a:lnTo>
                    <a:pt x="3373996" y="0"/>
                  </a:lnTo>
                  <a:lnTo>
                    <a:pt x="3426363" y="0"/>
                  </a:lnTo>
                  <a:lnTo>
                    <a:pt x="3478730" y="0"/>
                  </a:lnTo>
                  <a:lnTo>
                    <a:pt x="3531098" y="0"/>
                  </a:lnTo>
                  <a:lnTo>
                    <a:pt x="3583465" y="0"/>
                  </a:lnTo>
                  <a:lnTo>
                    <a:pt x="3635833" y="0"/>
                  </a:lnTo>
                  <a:lnTo>
                    <a:pt x="3688200" y="0"/>
                  </a:lnTo>
                  <a:lnTo>
                    <a:pt x="3740568" y="0"/>
                  </a:lnTo>
                  <a:lnTo>
                    <a:pt x="3792935" y="0"/>
                  </a:lnTo>
                  <a:lnTo>
                    <a:pt x="3845303" y="0"/>
                  </a:lnTo>
                  <a:lnTo>
                    <a:pt x="3897670" y="0"/>
                  </a:lnTo>
                  <a:lnTo>
                    <a:pt x="3950037" y="0"/>
                  </a:lnTo>
                  <a:lnTo>
                    <a:pt x="4002405" y="0"/>
                  </a:lnTo>
                  <a:lnTo>
                    <a:pt x="4054772" y="0"/>
                  </a:lnTo>
                  <a:lnTo>
                    <a:pt x="4107140" y="0"/>
                  </a:lnTo>
                  <a:lnTo>
                    <a:pt x="4149766" y="0"/>
                  </a:lnTo>
                  <a:lnTo>
                    <a:pt x="4149766" y="0"/>
                  </a:lnTo>
                </a:path>
              </a:pathLst>
            </a:custGeom>
            <a:ln w="13550" cap="rnd">
              <a:solidFill>
                <a:srgbClr val="F0F8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2301906" y="4615577"/>
              <a:ext cx="4149766" cy="0"/>
            </a:xfrm>
            <a:custGeom>
              <a:avLst/>
              <a:pathLst>
                <a:path w="4149766" h="0">
                  <a:moveTo>
                    <a:pt x="0" y="0"/>
                  </a:moveTo>
                  <a:lnTo>
                    <a:pt x="22479" y="0"/>
                  </a:lnTo>
                  <a:lnTo>
                    <a:pt x="74847" y="0"/>
                  </a:lnTo>
                  <a:lnTo>
                    <a:pt x="127214" y="0"/>
                  </a:lnTo>
                  <a:lnTo>
                    <a:pt x="179582" y="0"/>
                  </a:lnTo>
                  <a:lnTo>
                    <a:pt x="231949" y="0"/>
                  </a:lnTo>
                  <a:lnTo>
                    <a:pt x="284316" y="0"/>
                  </a:lnTo>
                  <a:lnTo>
                    <a:pt x="336684" y="0"/>
                  </a:lnTo>
                  <a:lnTo>
                    <a:pt x="389051" y="0"/>
                  </a:lnTo>
                  <a:lnTo>
                    <a:pt x="441419" y="0"/>
                  </a:lnTo>
                  <a:lnTo>
                    <a:pt x="493786" y="0"/>
                  </a:lnTo>
                  <a:lnTo>
                    <a:pt x="546154" y="0"/>
                  </a:lnTo>
                  <a:lnTo>
                    <a:pt x="598521" y="0"/>
                  </a:lnTo>
                  <a:lnTo>
                    <a:pt x="650889" y="0"/>
                  </a:lnTo>
                  <a:lnTo>
                    <a:pt x="703256" y="0"/>
                  </a:lnTo>
                  <a:lnTo>
                    <a:pt x="755623" y="0"/>
                  </a:lnTo>
                  <a:lnTo>
                    <a:pt x="807991" y="0"/>
                  </a:lnTo>
                  <a:lnTo>
                    <a:pt x="860358" y="0"/>
                  </a:lnTo>
                  <a:lnTo>
                    <a:pt x="912726" y="0"/>
                  </a:lnTo>
                  <a:lnTo>
                    <a:pt x="965093" y="0"/>
                  </a:lnTo>
                  <a:lnTo>
                    <a:pt x="1017461" y="0"/>
                  </a:lnTo>
                  <a:lnTo>
                    <a:pt x="1069828" y="0"/>
                  </a:lnTo>
                  <a:lnTo>
                    <a:pt x="1122196" y="0"/>
                  </a:lnTo>
                  <a:lnTo>
                    <a:pt x="1174563" y="0"/>
                  </a:lnTo>
                  <a:lnTo>
                    <a:pt x="1226930" y="0"/>
                  </a:lnTo>
                  <a:lnTo>
                    <a:pt x="1279298" y="0"/>
                  </a:lnTo>
                  <a:lnTo>
                    <a:pt x="1331665" y="0"/>
                  </a:lnTo>
                  <a:lnTo>
                    <a:pt x="1384033" y="0"/>
                  </a:lnTo>
                  <a:lnTo>
                    <a:pt x="1436400" y="0"/>
                  </a:lnTo>
                  <a:lnTo>
                    <a:pt x="1488768" y="0"/>
                  </a:lnTo>
                  <a:lnTo>
                    <a:pt x="1541135" y="0"/>
                  </a:lnTo>
                  <a:lnTo>
                    <a:pt x="1593503" y="0"/>
                  </a:lnTo>
                  <a:lnTo>
                    <a:pt x="1645870" y="0"/>
                  </a:lnTo>
                  <a:lnTo>
                    <a:pt x="1698237" y="0"/>
                  </a:lnTo>
                  <a:lnTo>
                    <a:pt x="1750605" y="0"/>
                  </a:lnTo>
                  <a:lnTo>
                    <a:pt x="1802972" y="0"/>
                  </a:lnTo>
                  <a:lnTo>
                    <a:pt x="1855340" y="0"/>
                  </a:lnTo>
                  <a:lnTo>
                    <a:pt x="1907707" y="0"/>
                  </a:lnTo>
                  <a:lnTo>
                    <a:pt x="1960075" y="0"/>
                  </a:lnTo>
                  <a:lnTo>
                    <a:pt x="2012442" y="0"/>
                  </a:lnTo>
                  <a:lnTo>
                    <a:pt x="2064810" y="0"/>
                  </a:lnTo>
                  <a:lnTo>
                    <a:pt x="2117177" y="0"/>
                  </a:lnTo>
                  <a:lnTo>
                    <a:pt x="2169544" y="0"/>
                  </a:lnTo>
                  <a:lnTo>
                    <a:pt x="2221912" y="0"/>
                  </a:lnTo>
                  <a:lnTo>
                    <a:pt x="2274279" y="0"/>
                  </a:lnTo>
                  <a:lnTo>
                    <a:pt x="2326647" y="0"/>
                  </a:lnTo>
                  <a:lnTo>
                    <a:pt x="2379014" y="0"/>
                  </a:lnTo>
                  <a:lnTo>
                    <a:pt x="2431382" y="0"/>
                  </a:lnTo>
                  <a:lnTo>
                    <a:pt x="2483749" y="0"/>
                  </a:lnTo>
                  <a:lnTo>
                    <a:pt x="2536117" y="0"/>
                  </a:lnTo>
                  <a:lnTo>
                    <a:pt x="2588484" y="0"/>
                  </a:lnTo>
                  <a:lnTo>
                    <a:pt x="2640851" y="0"/>
                  </a:lnTo>
                  <a:lnTo>
                    <a:pt x="2693219" y="0"/>
                  </a:lnTo>
                  <a:lnTo>
                    <a:pt x="2745586" y="0"/>
                  </a:lnTo>
                  <a:lnTo>
                    <a:pt x="2797954" y="0"/>
                  </a:lnTo>
                  <a:lnTo>
                    <a:pt x="2850321" y="0"/>
                  </a:lnTo>
                  <a:lnTo>
                    <a:pt x="2902689" y="0"/>
                  </a:lnTo>
                  <a:lnTo>
                    <a:pt x="2955056" y="0"/>
                  </a:lnTo>
                  <a:lnTo>
                    <a:pt x="3007424" y="0"/>
                  </a:lnTo>
                  <a:lnTo>
                    <a:pt x="3059791" y="0"/>
                  </a:lnTo>
                  <a:lnTo>
                    <a:pt x="3112158" y="0"/>
                  </a:lnTo>
                  <a:lnTo>
                    <a:pt x="3164526" y="0"/>
                  </a:lnTo>
                  <a:lnTo>
                    <a:pt x="3216893" y="0"/>
                  </a:lnTo>
                  <a:lnTo>
                    <a:pt x="3269261" y="0"/>
                  </a:lnTo>
                  <a:lnTo>
                    <a:pt x="3321628" y="0"/>
                  </a:lnTo>
                  <a:lnTo>
                    <a:pt x="3373996" y="0"/>
                  </a:lnTo>
                  <a:lnTo>
                    <a:pt x="3426363" y="0"/>
                  </a:lnTo>
                  <a:lnTo>
                    <a:pt x="3478730" y="0"/>
                  </a:lnTo>
                  <a:lnTo>
                    <a:pt x="3531098" y="0"/>
                  </a:lnTo>
                  <a:lnTo>
                    <a:pt x="3583465" y="0"/>
                  </a:lnTo>
                  <a:lnTo>
                    <a:pt x="3635833" y="0"/>
                  </a:lnTo>
                  <a:lnTo>
                    <a:pt x="3688200" y="0"/>
                  </a:lnTo>
                  <a:lnTo>
                    <a:pt x="3740568" y="0"/>
                  </a:lnTo>
                  <a:lnTo>
                    <a:pt x="3792935" y="0"/>
                  </a:lnTo>
                  <a:lnTo>
                    <a:pt x="3845303" y="0"/>
                  </a:lnTo>
                  <a:lnTo>
                    <a:pt x="3897670" y="0"/>
                  </a:lnTo>
                  <a:lnTo>
                    <a:pt x="3950037" y="0"/>
                  </a:lnTo>
                  <a:lnTo>
                    <a:pt x="4002405" y="0"/>
                  </a:lnTo>
                  <a:lnTo>
                    <a:pt x="4054772" y="0"/>
                  </a:lnTo>
                  <a:lnTo>
                    <a:pt x="4107140" y="0"/>
                  </a:lnTo>
                  <a:lnTo>
                    <a:pt x="4149766" y="0"/>
                  </a:lnTo>
                  <a:lnTo>
                    <a:pt x="4149766" y="0"/>
                  </a:lnTo>
                </a:path>
              </a:pathLst>
            </a:custGeom>
            <a:ln w="13550" cap="rnd">
              <a:solidFill>
                <a:srgbClr val="F0F8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2301906" y="3675975"/>
              <a:ext cx="4149766" cy="0"/>
            </a:xfrm>
            <a:custGeom>
              <a:avLst/>
              <a:pathLst>
                <a:path w="4149766" h="0">
                  <a:moveTo>
                    <a:pt x="0" y="0"/>
                  </a:moveTo>
                  <a:lnTo>
                    <a:pt x="22479" y="0"/>
                  </a:lnTo>
                  <a:lnTo>
                    <a:pt x="74847" y="0"/>
                  </a:lnTo>
                  <a:lnTo>
                    <a:pt x="127214" y="0"/>
                  </a:lnTo>
                  <a:lnTo>
                    <a:pt x="179582" y="0"/>
                  </a:lnTo>
                  <a:lnTo>
                    <a:pt x="231949" y="0"/>
                  </a:lnTo>
                  <a:lnTo>
                    <a:pt x="284316" y="0"/>
                  </a:lnTo>
                  <a:lnTo>
                    <a:pt x="336684" y="0"/>
                  </a:lnTo>
                  <a:lnTo>
                    <a:pt x="389051" y="0"/>
                  </a:lnTo>
                  <a:lnTo>
                    <a:pt x="441419" y="0"/>
                  </a:lnTo>
                  <a:lnTo>
                    <a:pt x="493786" y="0"/>
                  </a:lnTo>
                  <a:lnTo>
                    <a:pt x="546154" y="0"/>
                  </a:lnTo>
                  <a:lnTo>
                    <a:pt x="598521" y="0"/>
                  </a:lnTo>
                  <a:lnTo>
                    <a:pt x="650889" y="0"/>
                  </a:lnTo>
                  <a:lnTo>
                    <a:pt x="703256" y="0"/>
                  </a:lnTo>
                  <a:lnTo>
                    <a:pt x="755623" y="0"/>
                  </a:lnTo>
                  <a:lnTo>
                    <a:pt x="807991" y="0"/>
                  </a:lnTo>
                  <a:lnTo>
                    <a:pt x="860358" y="0"/>
                  </a:lnTo>
                  <a:lnTo>
                    <a:pt x="912726" y="0"/>
                  </a:lnTo>
                  <a:lnTo>
                    <a:pt x="965093" y="0"/>
                  </a:lnTo>
                  <a:lnTo>
                    <a:pt x="1017461" y="0"/>
                  </a:lnTo>
                  <a:lnTo>
                    <a:pt x="1069828" y="0"/>
                  </a:lnTo>
                  <a:lnTo>
                    <a:pt x="1122196" y="0"/>
                  </a:lnTo>
                  <a:lnTo>
                    <a:pt x="1174563" y="0"/>
                  </a:lnTo>
                  <a:lnTo>
                    <a:pt x="1226930" y="0"/>
                  </a:lnTo>
                  <a:lnTo>
                    <a:pt x="1279298" y="0"/>
                  </a:lnTo>
                  <a:lnTo>
                    <a:pt x="1331665" y="0"/>
                  </a:lnTo>
                  <a:lnTo>
                    <a:pt x="1384033" y="0"/>
                  </a:lnTo>
                  <a:lnTo>
                    <a:pt x="1436400" y="0"/>
                  </a:lnTo>
                  <a:lnTo>
                    <a:pt x="1488768" y="0"/>
                  </a:lnTo>
                  <a:lnTo>
                    <a:pt x="1541135" y="0"/>
                  </a:lnTo>
                  <a:lnTo>
                    <a:pt x="1593503" y="0"/>
                  </a:lnTo>
                  <a:lnTo>
                    <a:pt x="1645870" y="0"/>
                  </a:lnTo>
                  <a:lnTo>
                    <a:pt x="1698237" y="0"/>
                  </a:lnTo>
                  <a:lnTo>
                    <a:pt x="1750605" y="0"/>
                  </a:lnTo>
                  <a:lnTo>
                    <a:pt x="1802972" y="0"/>
                  </a:lnTo>
                  <a:lnTo>
                    <a:pt x="1855340" y="0"/>
                  </a:lnTo>
                  <a:lnTo>
                    <a:pt x="1907707" y="0"/>
                  </a:lnTo>
                  <a:lnTo>
                    <a:pt x="1960075" y="0"/>
                  </a:lnTo>
                  <a:lnTo>
                    <a:pt x="2012442" y="0"/>
                  </a:lnTo>
                  <a:lnTo>
                    <a:pt x="2064810" y="0"/>
                  </a:lnTo>
                  <a:lnTo>
                    <a:pt x="2117177" y="0"/>
                  </a:lnTo>
                  <a:lnTo>
                    <a:pt x="2169544" y="0"/>
                  </a:lnTo>
                  <a:lnTo>
                    <a:pt x="2221912" y="0"/>
                  </a:lnTo>
                  <a:lnTo>
                    <a:pt x="2274279" y="0"/>
                  </a:lnTo>
                  <a:lnTo>
                    <a:pt x="2326647" y="0"/>
                  </a:lnTo>
                  <a:lnTo>
                    <a:pt x="2379014" y="0"/>
                  </a:lnTo>
                  <a:lnTo>
                    <a:pt x="2431382" y="0"/>
                  </a:lnTo>
                  <a:lnTo>
                    <a:pt x="2483749" y="0"/>
                  </a:lnTo>
                  <a:lnTo>
                    <a:pt x="2536117" y="0"/>
                  </a:lnTo>
                  <a:lnTo>
                    <a:pt x="2588484" y="0"/>
                  </a:lnTo>
                  <a:lnTo>
                    <a:pt x="2640851" y="0"/>
                  </a:lnTo>
                  <a:lnTo>
                    <a:pt x="2693219" y="0"/>
                  </a:lnTo>
                  <a:lnTo>
                    <a:pt x="2745586" y="0"/>
                  </a:lnTo>
                  <a:lnTo>
                    <a:pt x="2797954" y="0"/>
                  </a:lnTo>
                  <a:lnTo>
                    <a:pt x="2850321" y="0"/>
                  </a:lnTo>
                  <a:lnTo>
                    <a:pt x="2902689" y="0"/>
                  </a:lnTo>
                  <a:lnTo>
                    <a:pt x="2955056" y="0"/>
                  </a:lnTo>
                  <a:lnTo>
                    <a:pt x="3007424" y="0"/>
                  </a:lnTo>
                  <a:lnTo>
                    <a:pt x="3059791" y="0"/>
                  </a:lnTo>
                  <a:lnTo>
                    <a:pt x="3112158" y="0"/>
                  </a:lnTo>
                  <a:lnTo>
                    <a:pt x="3164526" y="0"/>
                  </a:lnTo>
                  <a:lnTo>
                    <a:pt x="3216893" y="0"/>
                  </a:lnTo>
                  <a:lnTo>
                    <a:pt x="3269261" y="0"/>
                  </a:lnTo>
                  <a:lnTo>
                    <a:pt x="3321628" y="0"/>
                  </a:lnTo>
                  <a:lnTo>
                    <a:pt x="3373996" y="0"/>
                  </a:lnTo>
                  <a:lnTo>
                    <a:pt x="3426363" y="0"/>
                  </a:lnTo>
                  <a:lnTo>
                    <a:pt x="3478730" y="0"/>
                  </a:lnTo>
                  <a:lnTo>
                    <a:pt x="3531098" y="0"/>
                  </a:lnTo>
                  <a:lnTo>
                    <a:pt x="3583465" y="0"/>
                  </a:lnTo>
                  <a:lnTo>
                    <a:pt x="3635833" y="0"/>
                  </a:lnTo>
                  <a:lnTo>
                    <a:pt x="3688200" y="0"/>
                  </a:lnTo>
                  <a:lnTo>
                    <a:pt x="3740568" y="0"/>
                  </a:lnTo>
                  <a:lnTo>
                    <a:pt x="3792935" y="0"/>
                  </a:lnTo>
                  <a:lnTo>
                    <a:pt x="3845303" y="0"/>
                  </a:lnTo>
                  <a:lnTo>
                    <a:pt x="3897670" y="0"/>
                  </a:lnTo>
                  <a:lnTo>
                    <a:pt x="3950037" y="0"/>
                  </a:lnTo>
                  <a:lnTo>
                    <a:pt x="4002405" y="0"/>
                  </a:lnTo>
                  <a:lnTo>
                    <a:pt x="4054772" y="0"/>
                  </a:lnTo>
                  <a:lnTo>
                    <a:pt x="4107140" y="0"/>
                  </a:lnTo>
                  <a:lnTo>
                    <a:pt x="4149766" y="0"/>
                  </a:lnTo>
                  <a:lnTo>
                    <a:pt x="4149766" y="0"/>
                  </a:lnTo>
                </a:path>
              </a:pathLst>
            </a:custGeom>
            <a:ln w="13550" cap="rnd">
              <a:solidFill>
                <a:srgbClr val="F0F8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2301906" y="2736372"/>
              <a:ext cx="4149766" cy="0"/>
            </a:xfrm>
            <a:custGeom>
              <a:avLst/>
              <a:pathLst>
                <a:path w="4149766" h="0">
                  <a:moveTo>
                    <a:pt x="0" y="0"/>
                  </a:moveTo>
                  <a:lnTo>
                    <a:pt x="22479" y="0"/>
                  </a:lnTo>
                  <a:lnTo>
                    <a:pt x="74847" y="0"/>
                  </a:lnTo>
                  <a:lnTo>
                    <a:pt x="127214" y="0"/>
                  </a:lnTo>
                  <a:lnTo>
                    <a:pt x="179582" y="0"/>
                  </a:lnTo>
                  <a:lnTo>
                    <a:pt x="231949" y="0"/>
                  </a:lnTo>
                  <a:lnTo>
                    <a:pt x="284316" y="0"/>
                  </a:lnTo>
                  <a:lnTo>
                    <a:pt x="336684" y="0"/>
                  </a:lnTo>
                  <a:lnTo>
                    <a:pt x="389051" y="0"/>
                  </a:lnTo>
                  <a:lnTo>
                    <a:pt x="441419" y="0"/>
                  </a:lnTo>
                  <a:lnTo>
                    <a:pt x="493786" y="0"/>
                  </a:lnTo>
                  <a:lnTo>
                    <a:pt x="546154" y="0"/>
                  </a:lnTo>
                  <a:lnTo>
                    <a:pt x="598521" y="0"/>
                  </a:lnTo>
                  <a:lnTo>
                    <a:pt x="650889" y="0"/>
                  </a:lnTo>
                  <a:lnTo>
                    <a:pt x="703256" y="0"/>
                  </a:lnTo>
                  <a:lnTo>
                    <a:pt x="755623" y="0"/>
                  </a:lnTo>
                  <a:lnTo>
                    <a:pt x="807991" y="0"/>
                  </a:lnTo>
                  <a:lnTo>
                    <a:pt x="860358" y="0"/>
                  </a:lnTo>
                  <a:lnTo>
                    <a:pt x="912726" y="0"/>
                  </a:lnTo>
                  <a:lnTo>
                    <a:pt x="965093" y="0"/>
                  </a:lnTo>
                  <a:lnTo>
                    <a:pt x="1017461" y="0"/>
                  </a:lnTo>
                  <a:lnTo>
                    <a:pt x="1069828" y="0"/>
                  </a:lnTo>
                  <a:lnTo>
                    <a:pt x="1122196" y="0"/>
                  </a:lnTo>
                  <a:lnTo>
                    <a:pt x="1174563" y="0"/>
                  </a:lnTo>
                  <a:lnTo>
                    <a:pt x="1226930" y="0"/>
                  </a:lnTo>
                  <a:lnTo>
                    <a:pt x="1279298" y="0"/>
                  </a:lnTo>
                  <a:lnTo>
                    <a:pt x="1331665" y="0"/>
                  </a:lnTo>
                  <a:lnTo>
                    <a:pt x="1384033" y="0"/>
                  </a:lnTo>
                  <a:lnTo>
                    <a:pt x="1436400" y="0"/>
                  </a:lnTo>
                  <a:lnTo>
                    <a:pt x="1488768" y="0"/>
                  </a:lnTo>
                  <a:lnTo>
                    <a:pt x="1541135" y="0"/>
                  </a:lnTo>
                  <a:lnTo>
                    <a:pt x="1593503" y="0"/>
                  </a:lnTo>
                  <a:lnTo>
                    <a:pt x="1645870" y="0"/>
                  </a:lnTo>
                  <a:lnTo>
                    <a:pt x="1698237" y="0"/>
                  </a:lnTo>
                  <a:lnTo>
                    <a:pt x="1750605" y="0"/>
                  </a:lnTo>
                  <a:lnTo>
                    <a:pt x="1802972" y="0"/>
                  </a:lnTo>
                  <a:lnTo>
                    <a:pt x="1855340" y="0"/>
                  </a:lnTo>
                  <a:lnTo>
                    <a:pt x="1907707" y="0"/>
                  </a:lnTo>
                  <a:lnTo>
                    <a:pt x="1960075" y="0"/>
                  </a:lnTo>
                  <a:lnTo>
                    <a:pt x="2012442" y="0"/>
                  </a:lnTo>
                  <a:lnTo>
                    <a:pt x="2064810" y="0"/>
                  </a:lnTo>
                  <a:lnTo>
                    <a:pt x="2117177" y="0"/>
                  </a:lnTo>
                  <a:lnTo>
                    <a:pt x="2169544" y="0"/>
                  </a:lnTo>
                  <a:lnTo>
                    <a:pt x="2221912" y="0"/>
                  </a:lnTo>
                  <a:lnTo>
                    <a:pt x="2274279" y="0"/>
                  </a:lnTo>
                  <a:lnTo>
                    <a:pt x="2326647" y="0"/>
                  </a:lnTo>
                  <a:lnTo>
                    <a:pt x="2379014" y="0"/>
                  </a:lnTo>
                  <a:lnTo>
                    <a:pt x="2431382" y="0"/>
                  </a:lnTo>
                  <a:lnTo>
                    <a:pt x="2483749" y="0"/>
                  </a:lnTo>
                  <a:lnTo>
                    <a:pt x="2536117" y="0"/>
                  </a:lnTo>
                  <a:lnTo>
                    <a:pt x="2588484" y="0"/>
                  </a:lnTo>
                  <a:lnTo>
                    <a:pt x="2640851" y="0"/>
                  </a:lnTo>
                  <a:lnTo>
                    <a:pt x="2693219" y="0"/>
                  </a:lnTo>
                  <a:lnTo>
                    <a:pt x="2745586" y="0"/>
                  </a:lnTo>
                  <a:lnTo>
                    <a:pt x="2797954" y="0"/>
                  </a:lnTo>
                  <a:lnTo>
                    <a:pt x="2850321" y="0"/>
                  </a:lnTo>
                  <a:lnTo>
                    <a:pt x="2902689" y="0"/>
                  </a:lnTo>
                  <a:lnTo>
                    <a:pt x="2955056" y="0"/>
                  </a:lnTo>
                  <a:lnTo>
                    <a:pt x="3007424" y="0"/>
                  </a:lnTo>
                  <a:lnTo>
                    <a:pt x="3059791" y="0"/>
                  </a:lnTo>
                  <a:lnTo>
                    <a:pt x="3112158" y="0"/>
                  </a:lnTo>
                  <a:lnTo>
                    <a:pt x="3164526" y="0"/>
                  </a:lnTo>
                  <a:lnTo>
                    <a:pt x="3216893" y="0"/>
                  </a:lnTo>
                  <a:lnTo>
                    <a:pt x="3269261" y="0"/>
                  </a:lnTo>
                  <a:lnTo>
                    <a:pt x="3321628" y="0"/>
                  </a:lnTo>
                  <a:lnTo>
                    <a:pt x="3373996" y="0"/>
                  </a:lnTo>
                  <a:lnTo>
                    <a:pt x="3426363" y="0"/>
                  </a:lnTo>
                  <a:lnTo>
                    <a:pt x="3478730" y="0"/>
                  </a:lnTo>
                  <a:lnTo>
                    <a:pt x="3531098" y="0"/>
                  </a:lnTo>
                  <a:lnTo>
                    <a:pt x="3583465" y="0"/>
                  </a:lnTo>
                  <a:lnTo>
                    <a:pt x="3635833" y="0"/>
                  </a:lnTo>
                  <a:lnTo>
                    <a:pt x="3688200" y="0"/>
                  </a:lnTo>
                  <a:lnTo>
                    <a:pt x="3740568" y="0"/>
                  </a:lnTo>
                  <a:lnTo>
                    <a:pt x="3792935" y="0"/>
                  </a:lnTo>
                  <a:lnTo>
                    <a:pt x="3845303" y="0"/>
                  </a:lnTo>
                  <a:lnTo>
                    <a:pt x="3897670" y="0"/>
                  </a:lnTo>
                  <a:lnTo>
                    <a:pt x="3950037" y="0"/>
                  </a:lnTo>
                  <a:lnTo>
                    <a:pt x="4002405" y="0"/>
                  </a:lnTo>
                  <a:lnTo>
                    <a:pt x="4054772" y="0"/>
                  </a:lnTo>
                  <a:lnTo>
                    <a:pt x="4107140" y="0"/>
                  </a:lnTo>
                  <a:lnTo>
                    <a:pt x="4149766" y="0"/>
                  </a:lnTo>
                  <a:lnTo>
                    <a:pt x="4149766" y="0"/>
                  </a:lnTo>
                </a:path>
              </a:pathLst>
            </a:custGeom>
            <a:ln w="13550" cap="rnd">
              <a:solidFill>
                <a:srgbClr val="F0F8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2301906" y="1796770"/>
              <a:ext cx="4149766" cy="0"/>
            </a:xfrm>
            <a:custGeom>
              <a:avLst/>
              <a:pathLst>
                <a:path w="4149766" h="0">
                  <a:moveTo>
                    <a:pt x="0" y="0"/>
                  </a:moveTo>
                  <a:lnTo>
                    <a:pt x="22479" y="0"/>
                  </a:lnTo>
                  <a:lnTo>
                    <a:pt x="74847" y="0"/>
                  </a:lnTo>
                  <a:lnTo>
                    <a:pt x="127214" y="0"/>
                  </a:lnTo>
                  <a:lnTo>
                    <a:pt x="179582" y="0"/>
                  </a:lnTo>
                  <a:lnTo>
                    <a:pt x="231949" y="0"/>
                  </a:lnTo>
                  <a:lnTo>
                    <a:pt x="284316" y="0"/>
                  </a:lnTo>
                  <a:lnTo>
                    <a:pt x="336684" y="0"/>
                  </a:lnTo>
                  <a:lnTo>
                    <a:pt x="389051" y="0"/>
                  </a:lnTo>
                  <a:lnTo>
                    <a:pt x="441419" y="0"/>
                  </a:lnTo>
                  <a:lnTo>
                    <a:pt x="493786" y="0"/>
                  </a:lnTo>
                  <a:lnTo>
                    <a:pt x="546154" y="0"/>
                  </a:lnTo>
                  <a:lnTo>
                    <a:pt x="598521" y="0"/>
                  </a:lnTo>
                  <a:lnTo>
                    <a:pt x="650889" y="0"/>
                  </a:lnTo>
                  <a:lnTo>
                    <a:pt x="703256" y="0"/>
                  </a:lnTo>
                  <a:lnTo>
                    <a:pt x="755623" y="0"/>
                  </a:lnTo>
                  <a:lnTo>
                    <a:pt x="807991" y="0"/>
                  </a:lnTo>
                  <a:lnTo>
                    <a:pt x="860358" y="0"/>
                  </a:lnTo>
                  <a:lnTo>
                    <a:pt x="912726" y="0"/>
                  </a:lnTo>
                  <a:lnTo>
                    <a:pt x="965093" y="0"/>
                  </a:lnTo>
                  <a:lnTo>
                    <a:pt x="1017461" y="0"/>
                  </a:lnTo>
                  <a:lnTo>
                    <a:pt x="1069828" y="0"/>
                  </a:lnTo>
                  <a:lnTo>
                    <a:pt x="1122196" y="0"/>
                  </a:lnTo>
                  <a:lnTo>
                    <a:pt x="1174563" y="0"/>
                  </a:lnTo>
                  <a:lnTo>
                    <a:pt x="1226930" y="0"/>
                  </a:lnTo>
                  <a:lnTo>
                    <a:pt x="1279298" y="0"/>
                  </a:lnTo>
                  <a:lnTo>
                    <a:pt x="1331665" y="0"/>
                  </a:lnTo>
                  <a:lnTo>
                    <a:pt x="1384033" y="0"/>
                  </a:lnTo>
                  <a:lnTo>
                    <a:pt x="1436400" y="0"/>
                  </a:lnTo>
                  <a:lnTo>
                    <a:pt x="1488768" y="0"/>
                  </a:lnTo>
                  <a:lnTo>
                    <a:pt x="1541135" y="0"/>
                  </a:lnTo>
                  <a:lnTo>
                    <a:pt x="1593503" y="0"/>
                  </a:lnTo>
                  <a:lnTo>
                    <a:pt x="1645870" y="0"/>
                  </a:lnTo>
                  <a:lnTo>
                    <a:pt x="1698237" y="0"/>
                  </a:lnTo>
                  <a:lnTo>
                    <a:pt x="1750605" y="0"/>
                  </a:lnTo>
                  <a:lnTo>
                    <a:pt x="1802972" y="0"/>
                  </a:lnTo>
                  <a:lnTo>
                    <a:pt x="1855340" y="0"/>
                  </a:lnTo>
                  <a:lnTo>
                    <a:pt x="1907707" y="0"/>
                  </a:lnTo>
                  <a:lnTo>
                    <a:pt x="1960075" y="0"/>
                  </a:lnTo>
                  <a:lnTo>
                    <a:pt x="2012442" y="0"/>
                  </a:lnTo>
                  <a:lnTo>
                    <a:pt x="2064810" y="0"/>
                  </a:lnTo>
                  <a:lnTo>
                    <a:pt x="2117177" y="0"/>
                  </a:lnTo>
                  <a:lnTo>
                    <a:pt x="2169544" y="0"/>
                  </a:lnTo>
                  <a:lnTo>
                    <a:pt x="2221912" y="0"/>
                  </a:lnTo>
                  <a:lnTo>
                    <a:pt x="2274279" y="0"/>
                  </a:lnTo>
                  <a:lnTo>
                    <a:pt x="2326647" y="0"/>
                  </a:lnTo>
                  <a:lnTo>
                    <a:pt x="2379014" y="0"/>
                  </a:lnTo>
                  <a:lnTo>
                    <a:pt x="2431382" y="0"/>
                  </a:lnTo>
                  <a:lnTo>
                    <a:pt x="2483749" y="0"/>
                  </a:lnTo>
                  <a:lnTo>
                    <a:pt x="2536117" y="0"/>
                  </a:lnTo>
                  <a:lnTo>
                    <a:pt x="2588484" y="0"/>
                  </a:lnTo>
                  <a:lnTo>
                    <a:pt x="2640851" y="0"/>
                  </a:lnTo>
                  <a:lnTo>
                    <a:pt x="2693219" y="0"/>
                  </a:lnTo>
                  <a:lnTo>
                    <a:pt x="2745586" y="0"/>
                  </a:lnTo>
                  <a:lnTo>
                    <a:pt x="2797954" y="0"/>
                  </a:lnTo>
                  <a:lnTo>
                    <a:pt x="2850321" y="0"/>
                  </a:lnTo>
                  <a:lnTo>
                    <a:pt x="2902689" y="0"/>
                  </a:lnTo>
                  <a:lnTo>
                    <a:pt x="2955056" y="0"/>
                  </a:lnTo>
                  <a:lnTo>
                    <a:pt x="3007424" y="0"/>
                  </a:lnTo>
                  <a:lnTo>
                    <a:pt x="3059791" y="0"/>
                  </a:lnTo>
                  <a:lnTo>
                    <a:pt x="3112158" y="0"/>
                  </a:lnTo>
                  <a:lnTo>
                    <a:pt x="3164526" y="0"/>
                  </a:lnTo>
                  <a:lnTo>
                    <a:pt x="3216893" y="0"/>
                  </a:lnTo>
                  <a:lnTo>
                    <a:pt x="3269261" y="0"/>
                  </a:lnTo>
                  <a:lnTo>
                    <a:pt x="3321628" y="0"/>
                  </a:lnTo>
                  <a:lnTo>
                    <a:pt x="3373996" y="0"/>
                  </a:lnTo>
                  <a:lnTo>
                    <a:pt x="3426363" y="0"/>
                  </a:lnTo>
                  <a:lnTo>
                    <a:pt x="3478730" y="0"/>
                  </a:lnTo>
                  <a:lnTo>
                    <a:pt x="3531098" y="0"/>
                  </a:lnTo>
                  <a:lnTo>
                    <a:pt x="3583465" y="0"/>
                  </a:lnTo>
                  <a:lnTo>
                    <a:pt x="3635833" y="0"/>
                  </a:lnTo>
                  <a:lnTo>
                    <a:pt x="3688200" y="0"/>
                  </a:lnTo>
                  <a:lnTo>
                    <a:pt x="3740568" y="0"/>
                  </a:lnTo>
                  <a:lnTo>
                    <a:pt x="3792935" y="0"/>
                  </a:lnTo>
                  <a:lnTo>
                    <a:pt x="3845303" y="0"/>
                  </a:lnTo>
                  <a:lnTo>
                    <a:pt x="3897670" y="0"/>
                  </a:lnTo>
                  <a:lnTo>
                    <a:pt x="3950037" y="0"/>
                  </a:lnTo>
                  <a:lnTo>
                    <a:pt x="4002405" y="0"/>
                  </a:lnTo>
                  <a:lnTo>
                    <a:pt x="4054772" y="0"/>
                  </a:lnTo>
                  <a:lnTo>
                    <a:pt x="4107140" y="0"/>
                  </a:lnTo>
                  <a:lnTo>
                    <a:pt x="4149766" y="0"/>
                  </a:lnTo>
                  <a:lnTo>
                    <a:pt x="4149766" y="0"/>
                  </a:lnTo>
                </a:path>
              </a:pathLst>
            </a:custGeom>
            <a:ln w="13550" cap="rnd">
              <a:solidFill>
                <a:srgbClr val="F0F8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g17"/>
            <p:cNvSpPr/>
            <p:nvPr/>
          </p:nvSpPr>
          <p:spPr>
            <a:xfrm>
              <a:off x="4171236" y="1756539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55BDAB">
                <a:alpha val="100000"/>
              </a:srgbClr>
            </a:solidFill>
            <a:ln w="5420" cap="flat">
              <a:solidFill>
                <a:srgbClr val="5BC7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g18"/>
            <p:cNvSpPr/>
            <p:nvPr/>
          </p:nvSpPr>
          <p:spPr>
            <a:xfrm>
              <a:off x="4252673" y="1756539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54BBAB">
                <a:alpha val="100000"/>
              </a:srgbClr>
            </a:solidFill>
            <a:ln w="5420" cap="flat">
              <a:solidFill>
                <a:srgbClr val="5AC5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g19"/>
            <p:cNvSpPr/>
            <p:nvPr/>
          </p:nvSpPr>
          <p:spPr>
            <a:xfrm>
              <a:off x="4334110" y="1756539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50B7AB">
                <a:alpha val="100000"/>
              </a:srgbClr>
            </a:solidFill>
            <a:ln w="5420" cap="flat">
              <a:solidFill>
                <a:srgbClr val="57C0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g20"/>
            <p:cNvSpPr/>
            <p:nvPr/>
          </p:nvSpPr>
          <p:spPr>
            <a:xfrm>
              <a:off x="4415547" y="1756539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4EB3AB">
                <a:alpha val="100000"/>
              </a:srgbClr>
            </a:solidFill>
            <a:ln w="5420" cap="flat">
              <a:solidFill>
                <a:srgbClr val="55BD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g21"/>
            <p:cNvSpPr/>
            <p:nvPr/>
          </p:nvSpPr>
          <p:spPr>
            <a:xfrm>
              <a:off x="4496984" y="1756539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4BAFAB">
                <a:alpha val="100000"/>
              </a:srgbClr>
            </a:solidFill>
            <a:ln w="5420" cap="flat">
              <a:solidFill>
                <a:srgbClr val="53BA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g22"/>
            <p:cNvSpPr/>
            <p:nvPr/>
          </p:nvSpPr>
          <p:spPr>
            <a:xfrm>
              <a:off x="4578421" y="1756539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47ABAA">
                <a:alpha val="100000"/>
              </a:srgbClr>
            </a:solidFill>
            <a:ln w="5420" cap="flat">
              <a:solidFill>
                <a:srgbClr val="50B6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pg23"/>
            <p:cNvSpPr/>
            <p:nvPr/>
          </p:nvSpPr>
          <p:spPr>
            <a:xfrm>
              <a:off x="4659858" y="1756539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44A7AA">
                <a:alpha val="100000"/>
              </a:srgbClr>
            </a:solidFill>
            <a:ln w="5420" cap="flat">
              <a:solidFill>
                <a:srgbClr val="4DB3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g24"/>
            <p:cNvSpPr/>
            <p:nvPr/>
          </p:nvSpPr>
          <p:spPr>
            <a:xfrm>
              <a:off x="5067044" y="1756539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692A8">
                <a:alpha val="100000"/>
              </a:srgbClr>
            </a:solidFill>
            <a:ln w="5420" cap="flat">
              <a:solidFill>
                <a:srgbClr val="3EA1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g25"/>
            <p:cNvSpPr/>
            <p:nvPr/>
          </p:nvSpPr>
          <p:spPr>
            <a:xfrm>
              <a:off x="5148481" y="1756539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78CA7">
                <a:alpha val="100000"/>
              </a:srgbClr>
            </a:solidFill>
            <a:ln w="5420" cap="flat">
              <a:solidFill>
                <a:srgbClr val="399B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" name="pg26"/>
            <p:cNvSpPr/>
            <p:nvPr/>
          </p:nvSpPr>
          <p:spPr>
            <a:xfrm>
              <a:off x="5229918" y="1756539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888A6">
                <a:alpha val="100000"/>
              </a:srgbClr>
            </a:solidFill>
            <a:ln w="5420" cap="flat">
              <a:solidFill>
                <a:srgbClr val="3699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" name="pg27"/>
            <p:cNvSpPr/>
            <p:nvPr/>
          </p:nvSpPr>
          <p:spPr>
            <a:xfrm>
              <a:off x="5311355" y="1756539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985A5">
                <a:alpha val="100000"/>
              </a:srgbClr>
            </a:solidFill>
            <a:ln w="5420" cap="flat">
              <a:solidFill>
                <a:srgbClr val="3496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" name="pg28"/>
            <p:cNvSpPr/>
            <p:nvPr/>
          </p:nvSpPr>
          <p:spPr>
            <a:xfrm>
              <a:off x="5392793" y="1756539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981A4">
                <a:alpha val="100000"/>
              </a:srgbClr>
            </a:solidFill>
            <a:ln w="5420" cap="flat">
              <a:solidFill>
                <a:srgbClr val="3693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" name="pg29"/>
            <p:cNvSpPr/>
            <p:nvPr/>
          </p:nvSpPr>
          <p:spPr>
            <a:xfrm>
              <a:off x="4089798" y="1859855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5AC5AC">
                <a:alpha val="100000"/>
              </a:srgbClr>
            </a:solidFill>
            <a:ln w="5420" cap="flat">
              <a:solidFill>
                <a:srgbClr val="5FCD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" name="pg30"/>
            <p:cNvSpPr/>
            <p:nvPr/>
          </p:nvSpPr>
          <p:spPr>
            <a:xfrm>
              <a:off x="4171236" y="1859855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5AC4AC">
                <a:alpha val="100000"/>
              </a:srgbClr>
            </a:solidFill>
            <a:ln w="5420" cap="flat">
              <a:solidFill>
                <a:srgbClr val="5FCC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" name="pg31"/>
            <p:cNvSpPr/>
            <p:nvPr/>
          </p:nvSpPr>
          <p:spPr>
            <a:xfrm>
              <a:off x="4252673" y="1859855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59C3AC">
                <a:alpha val="100000"/>
              </a:srgbClr>
            </a:solidFill>
            <a:ln w="5420" cap="flat">
              <a:solidFill>
                <a:srgbClr val="5ECB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" name="pg32"/>
            <p:cNvSpPr/>
            <p:nvPr/>
          </p:nvSpPr>
          <p:spPr>
            <a:xfrm>
              <a:off x="4334110" y="1859855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55BDAB">
                <a:alpha val="100000"/>
              </a:srgbClr>
            </a:solidFill>
            <a:ln w="5420" cap="flat">
              <a:solidFill>
                <a:srgbClr val="5BC6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" name="pg33"/>
            <p:cNvSpPr/>
            <p:nvPr/>
          </p:nvSpPr>
          <p:spPr>
            <a:xfrm>
              <a:off x="4415547" y="1859855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52B9AB">
                <a:alpha val="100000"/>
              </a:srgbClr>
            </a:solidFill>
            <a:ln w="5420" cap="flat">
              <a:solidFill>
                <a:srgbClr val="59C3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" name="pg34"/>
            <p:cNvSpPr/>
            <p:nvPr/>
          </p:nvSpPr>
          <p:spPr>
            <a:xfrm>
              <a:off x="4496984" y="1859855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4EB4AB">
                <a:alpha val="100000"/>
              </a:srgbClr>
            </a:solidFill>
            <a:ln w="5420" cap="flat">
              <a:solidFill>
                <a:srgbClr val="56BE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" name="pg35"/>
            <p:cNvSpPr/>
            <p:nvPr/>
          </p:nvSpPr>
          <p:spPr>
            <a:xfrm>
              <a:off x="4578421" y="1859855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4BAFAB">
                <a:alpha val="100000"/>
              </a:srgbClr>
            </a:solidFill>
            <a:ln w="5420" cap="flat">
              <a:solidFill>
                <a:srgbClr val="53BA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" name="pg36"/>
            <p:cNvSpPr/>
            <p:nvPr/>
          </p:nvSpPr>
          <p:spPr>
            <a:xfrm>
              <a:off x="4659858" y="1859855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47ABAA">
                <a:alpha val="100000"/>
              </a:srgbClr>
            </a:solidFill>
            <a:ln w="5420" cap="flat">
              <a:solidFill>
                <a:srgbClr val="50B6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" name="pg37"/>
            <p:cNvSpPr/>
            <p:nvPr/>
          </p:nvSpPr>
          <p:spPr>
            <a:xfrm>
              <a:off x="5067044" y="1859855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596A9">
                <a:alpha val="100000"/>
              </a:srgbClr>
            </a:solidFill>
            <a:ln w="5420" cap="flat">
              <a:solidFill>
                <a:srgbClr val="40A3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" name="pg38"/>
            <p:cNvSpPr/>
            <p:nvPr/>
          </p:nvSpPr>
          <p:spPr>
            <a:xfrm>
              <a:off x="5148481" y="1859855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78FA7">
                <a:alpha val="100000"/>
              </a:srgbClr>
            </a:solidFill>
            <a:ln w="5420" cap="flat">
              <a:solidFill>
                <a:srgbClr val="3B9E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" name="pg39"/>
            <p:cNvSpPr/>
            <p:nvPr/>
          </p:nvSpPr>
          <p:spPr>
            <a:xfrm>
              <a:off x="5229918" y="1859855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88BA7">
                <a:alpha val="100000"/>
              </a:srgbClr>
            </a:solidFill>
            <a:ln w="5420" cap="flat">
              <a:solidFill>
                <a:srgbClr val="389B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" name="pg40"/>
            <p:cNvSpPr/>
            <p:nvPr/>
          </p:nvSpPr>
          <p:spPr>
            <a:xfrm>
              <a:off x="5311355" y="1859855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888A6">
                <a:alpha val="100000"/>
              </a:srgbClr>
            </a:solidFill>
            <a:ln w="5420" cap="flat">
              <a:solidFill>
                <a:srgbClr val="3598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" name="pg41"/>
            <p:cNvSpPr/>
            <p:nvPr/>
          </p:nvSpPr>
          <p:spPr>
            <a:xfrm>
              <a:off x="5392793" y="1859855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984A5">
                <a:alpha val="100000"/>
              </a:srgbClr>
            </a:solidFill>
            <a:ln w="5420" cap="flat">
              <a:solidFill>
                <a:srgbClr val="3595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" name="pg42"/>
            <p:cNvSpPr/>
            <p:nvPr/>
          </p:nvSpPr>
          <p:spPr>
            <a:xfrm>
              <a:off x="3682613" y="1963171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57C0AB">
                <a:alpha val="100000"/>
              </a:srgbClr>
            </a:solidFill>
            <a:ln w="5420" cap="flat">
              <a:solidFill>
                <a:srgbClr val="5CC8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" name="pg43"/>
            <p:cNvSpPr/>
            <p:nvPr/>
          </p:nvSpPr>
          <p:spPr>
            <a:xfrm>
              <a:off x="3764050" y="1963171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58C2AC">
                <a:alpha val="100000"/>
              </a:srgbClr>
            </a:solidFill>
            <a:ln w="5420" cap="flat">
              <a:solidFill>
                <a:srgbClr val="5ECB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" name="pg44"/>
            <p:cNvSpPr/>
            <p:nvPr/>
          </p:nvSpPr>
          <p:spPr>
            <a:xfrm>
              <a:off x="3845487" y="1963171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5AC5AC">
                <a:alpha val="100000"/>
              </a:srgbClr>
            </a:solidFill>
            <a:ln w="5420" cap="flat">
              <a:solidFill>
                <a:srgbClr val="5FCD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" name="pg45"/>
            <p:cNvSpPr/>
            <p:nvPr/>
          </p:nvSpPr>
          <p:spPr>
            <a:xfrm>
              <a:off x="3926924" y="1963171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5CC8AC">
                <a:alpha val="100000"/>
              </a:srgbClr>
            </a:solidFill>
            <a:ln w="5420" cap="flat">
              <a:solidFill>
                <a:srgbClr val="66D0A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" name="pg46"/>
            <p:cNvSpPr/>
            <p:nvPr/>
          </p:nvSpPr>
          <p:spPr>
            <a:xfrm>
              <a:off x="4008361" y="1963171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5ECBAC">
                <a:alpha val="100000"/>
              </a:srgbClr>
            </a:solidFill>
            <a:ln w="5420" cap="flat">
              <a:solidFill>
                <a:srgbClr val="6DD1B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" name="pg47"/>
            <p:cNvSpPr/>
            <p:nvPr/>
          </p:nvSpPr>
          <p:spPr>
            <a:xfrm>
              <a:off x="4089798" y="1963171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5FCCAC">
                <a:alpha val="100000"/>
              </a:srgbClr>
            </a:solidFill>
            <a:ln w="5420" cap="flat">
              <a:solidFill>
                <a:srgbClr val="6ED2B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" name="pg48"/>
            <p:cNvSpPr/>
            <p:nvPr/>
          </p:nvSpPr>
          <p:spPr>
            <a:xfrm>
              <a:off x="4171236" y="1963171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5FCCAC">
                <a:alpha val="100000"/>
              </a:srgbClr>
            </a:solidFill>
            <a:ln w="5420" cap="flat">
              <a:solidFill>
                <a:srgbClr val="6FD2B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" name="pg49"/>
            <p:cNvSpPr/>
            <p:nvPr/>
          </p:nvSpPr>
          <p:spPr>
            <a:xfrm>
              <a:off x="4252673" y="1963171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5ECBAC">
                <a:alpha val="100000"/>
              </a:srgbClr>
            </a:solidFill>
            <a:ln w="5420" cap="flat">
              <a:solidFill>
                <a:srgbClr val="6DD1B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" name="pg50"/>
            <p:cNvSpPr/>
            <p:nvPr/>
          </p:nvSpPr>
          <p:spPr>
            <a:xfrm>
              <a:off x="4334110" y="1963171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5AC4AC">
                <a:alpha val="100000"/>
              </a:srgbClr>
            </a:solidFill>
            <a:ln w="5420" cap="flat">
              <a:solidFill>
                <a:srgbClr val="5FCC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" name="pg51"/>
            <p:cNvSpPr/>
            <p:nvPr/>
          </p:nvSpPr>
          <p:spPr>
            <a:xfrm>
              <a:off x="4415547" y="1963171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56BFAB">
                <a:alpha val="100000"/>
              </a:srgbClr>
            </a:solidFill>
            <a:ln w="5420" cap="flat">
              <a:solidFill>
                <a:srgbClr val="5CC7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" name="pg52"/>
            <p:cNvSpPr/>
            <p:nvPr/>
          </p:nvSpPr>
          <p:spPr>
            <a:xfrm>
              <a:off x="4496984" y="1963171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52B8AB">
                <a:alpha val="100000"/>
              </a:srgbClr>
            </a:solidFill>
            <a:ln w="5420" cap="flat">
              <a:solidFill>
                <a:srgbClr val="58C2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" name="pg53"/>
            <p:cNvSpPr/>
            <p:nvPr/>
          </p:nvSpPr>
          <p:spPr>
            <a:xfrm>
              <a:off x="4578421" y="1963171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4DB2AB">
                <a:alpha val="100000"/>
              </a:srgbClr>
            </a:solidFill>
            <a:ln w="5420" cap="flat">
              <a:solidFill>
                <a:srgbClr val="55BD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" name="pg54"/>
            <p:cNvSpPr/>
            <p:nvPr/>
          </p:nvSpPr>
          <p:spPr>
            <a:xfrm>
              <a:off x="4985607" y="1963171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99BA9">
                <a:alpha val="100000"/>
              </a:srgbClr>
            </a:solidFill>
            <a:ln w="5420" cap="flat">
              <a:solidFill>
                <a:srgbClr val="45A8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" name="pg55"/>
            <p:cNvSpPr/>
            <p:nvPr/>
          </p:nvSpPr>
          <p:spPr>
            <a:xfrm>
              <a:off x="5067044" y="1963171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598A9">
                <a:alpha val="100000"/>
              </a:srgbClr>
            </a:solidFill>
            <a:ln w="5420" cap="flat">
              <a:solidFill>
                <a:srgbClr val="42A5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" name="pg56"/>
            <p:cNvSpPr/>
            <p:nvPr/>
          </p:nvSpPr>
          <p:spPr>
            <a:xfrm>
              <a:off x="5148481" y="1963171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691A8">
                <a:alpha val="100000"/>
              </a:srgbClr>
            </a:solidFill>
            <a:ln w="5420" cap="flat">
              <a:solidFill>
                <a:srgbClr val="3DA0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" name="pg57"/>
            <p:cNvSpPr/>
            <p:nvPr/>
          </p:nvSpPr>
          <p:spPr>
            <a:xfrm>
              <a:off x="5229918" y="1963171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78EA7">
                <a:alpha val="100000"/>
              </a:srgbClr>
            </a:solidFill>
            <a:ln w="5420" cap="flat">
              <a:solidFill>
                <a:srgbClr val="3A9D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" name="pg58"/>
            <p:cNvSpPr/>
            <p:nvPr/>
          </p:nvSpPr>
          <p:spPr>
            <a:xfrm>
              <a:off x="5311355" y="1963171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88AA6">
                <a:alpha val="100000"/>
              </a:srgbClr>
            </a:solidFill>
            <a:ln w="5420" cap="flat">
              <a:solidFill>
                <a:srgbClr val="389A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" name="pg59"/>
            <p:cNvSpPr/>
            <p:nvPr/>
          </p:nvSpPr>
          <p:spPr>
            <a:xfrm>
              <a:off x="5392793" y="1963171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887A6">
                <a:alpha val="100000"/>
              </a:srgbClr>
            </a:solidFill>
            <a:ln w="5420" cap="flat">
              <a:solidFill>
                <a:srgbClr val="3598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" name="pg60"/>
            <p:cNvSpPr/>
            <p:nvPr/>
          </p:nvSpPr>
          <p:spPr>
            <a:xfrm>
              <a:off x="3601176" y="2066487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56BFAB">
                <a:alpha val="100000"/>
              </a:srgbClr>
            </a:solidFill>
            <a:ln w="5420" cap="flat">
              <a:solidFill>
                <a:srgbClr val="5CC8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" name="pg61"/>
            <p:cNvSpPr/>
            <p:nvPr/>
          </p:nvSpPr>
          <p:spPr>
            <a:xfrm>
              <a:off x="3682613" y="2066487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58C1AC">
                <a:alpha val="100000"/>
              </a:srgbClr>
            </a:solidFill>
            <a:ln w="5420" cap="flat">
              <a:solidFill>
                <a:srgbClr val="5DCA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" name="pg62"/>
            <p:cNvSpPr/>
            <p:nvPr/>
          </p:nvSpPr>
          <p:spPr>
            <a:xfrm>
              <a:off x="3764050" y="2066487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5AC5AC">
                <a:alpha val="100000"/>
              </a:srgbClr>
            </a:solidFill>
            <a:ln w="5420" cap="flat">
              <a:solidFill>
                <a:srgbClr val="60CD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" name="pg63"/>
            <p:cNvSpPr/>
            <p:nvPr/>
          </p:nvSpPr>
          <p:spPr>
            <a:xfrm>
              <a:off x="3845487" y="2066487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5DC9AC">
                <a:alpha val="100000"/>
              </a:srgbClr>
            </a:solidFill>
            <a:ln w="5420" cap="flat">
              <a:solidFill>
                <a:srgbClr val="68D0A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" name="pg64"/>
            <p:cNvSpPr/>
            <p:nvPr/>
          </p:nvSpPr>
          <p:spPr>
            <a:xfrm>
              <a:off x="3926924" y="2066487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60CDAC">
                <a:alpha val="100000"/>
              </a:srgbClr>
            </a:solidFill>
            <a:ln w="5420" cap="flat">
              <a:solidFill>
                <a:srgbClr val="71D3B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" name="pg65"/>
            <p:cNvSpPr/>
            <p:nvPr/>
          </p:nvSpPr>
          <p:spPr>
            <a:xfrm>
              <a:off x="4008361" y="2066487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68D0AF">
                <a:alpha val="100000"/>
              </a:srgbClr>
            </a:solidFill>
            <a:ln w="5420" cap="flat">
              <a:solidFill>
                <a:srgbClr val="79D5B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" name="pg66"/>
            <p:cNvSpPr/>
            <p:nvPr/>
          </p:nvSpPr>
          <p:spPr>
            <a:xfrm>
              <a:off x="4089798" y="2066487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70D2B2">
                <a:alpha val="100000"/>
              </a:srgbClr>
            </a:solidFill>
            <a:ln w="5420" cap="flat">
              <a:solidFill>
                <a:srgbClr val="7FD7B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" name="pg67"/>
            <p:cNvSpPr/>
            <p:nvPr/>
          </p:nvSpPr>
          <p:spPr>
            <a:xfrm>
              <a:off x="4171236" y="2066487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73D3B3">
                <a:alpha val="100000"/>
              </a:srgbClr>
            </a:solidFill>
            <a:ln w="5420" cap="flat">
              <a:solidFill>
                <a:srgbClr val="82D7B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" name="pg68"/>
            <p:cNvSpPr/>
            <p:nvPr/>
          </p:nvSpPr>
          <p:spPr>
            <a:xfrm>
              <a:off x="4252673" y="2066487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70D2B2">
                <a:alpha val="100000"/>
              </a:srgbClr>
            </a:solidFill>
            <a:ln w="5420" cap="flat">
              <a:solidFill>
                <a:srgbClr val="80D7B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" name="pg69"/>
            <p:cNvSpPr/>
            <p:nvPr/>
          </p:nvSpPr>
          <p:spPr>
            <a:xfrm>
              <a:off x="4334110" y="2066487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5ECBAC">
                <a:alpha val="100000"/>
              </a:srgbClr>
            </a:solidFill>
            <a:ln w="5420" cap="flat">
              <a:solidFill>
                <a:srgbClr val="6CD1B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" name="pg70"/>
            <p:cNvSpPr/>
            <p:nvPr/>
          </p:nvSpPr>
          <p:spPr>
            <a:xfrm>
              <a:off x="4415547" y="2066487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59C3AC">
                <a:alpha val="100000"/>
              </a:srgbClr>
            </a:solidFill>
            <a:ln w="5420" cap="flat">
              <a:solidFill>
                <a:srgbClr val="5FCC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" name="pg71"/>
            <p:cNvSpPr/>
            <p:nvPr/>
          </p:nvSpPr>
          <p:spPr>
            <a:xfrm>
              <a:off x="4496984" y="2066487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54BCAB">
                <a:alpha val="100000"/>
              </a:srgbClr>
            </a:solidFill>
            <a:ln w="5420" cap="flat">
              <a:solidFill>
                <a:srgbClr val="5AC5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" name="pg72"/>
            <p:cNvSpPr/>
            <p:nvPr/>
          </p:nvSpPr>
          <p:spPr>
            <a:xfrm>
              <a:off x="4904170" y="2066487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C9FAA">
                <a:alpha val="100000"/>
              </a:srgbClr>
            </a:solidFill>
            <a:ln w="5420" cap="flat">
              <a:solidFill>
                <a:srgbClr val="48AC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" name="pg73"/>
            <p:cNvSpPr/>
            <p:nvPr/>
          </p:nvSpPr>
          <p:spPr>
            <a:xfrm>
              <a:off x="4985607" y="2066487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99CA9">
                <a:alpha val="100000"/>
              </a:srgbClr>
            </a:solidFill>
            <a:ln w="5420" cap="flat">
              <a:solidFill>
                <a:srgbClr val="45A9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" name="pg74"/>
            <p:cNvSpPr/>
            <p:nvPr/>
          </p:nvSpPr>
          <p:spPr>
            <a:xfrm>
              <a:off x="5067044" y="2066487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699A9">
                <a:alpha val="100000"/>
              </a:srgbClr>
            </a:solidFill>
            <a:ln w="5420" cap="flat">
              <a:solidFill>
                <a:srgbClr val="43A6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" name="pg75"/>
            <p:cNvSpPr/>
            <p:nvPr/>
          </p:nvSpPr>
          <p:spPr>
            <a:xfrm>
              <a:off x="5148481" y="2066487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693A8">
                <a:alpha val="100000"/>
              </a:srgbClr>
            </a:solidFill>
            <a:ln w="5420" cap="flat">
              <a:solidFill>
                <a:srgbClr val="3EA1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" name="pg76"/>
            <p:cNvSpPr/>
            <p:nvPr/>
          </p:nvSpPr>
          <p:spPr>
            <a:xfrm>
              <a:off x="5229918" y="2066487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78FA7">
                <a:alpha val="100000"/>
              </a:srgbClr>
            </a:solidFill>
            <a:ln w="5420" cap="flat">
              <a:solidFill>
                <a:srgbClr val="3C9E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" name="pg77"/>
            <p:cNvSpPr/>
            <p:nvPr/>
          </p:nvSpPr>
          <p:spPr>
            <a:xfrm>
              <a:off x="5311355" y="2066487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78CA7">
                <a:alpha val="100000"/>
              </a:srgbClr>
            </a:solidFill>
            <a:ln w="5420" cap="flat">
              <a:solidFill>
                <a:srgbClr val="399C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" name="pg78"/>
            <p:cNvSpPr/>
            <p:nvPr/>
          </p:nvSpPr>
          <p:spPr>
            <a:xfrm>
              <a:off x="5392793" y="2066487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88AA6">
                <a:alpha val="100000"/>
              </a:srgbClr>
            </a:solidFill>
            <a:ln w="5420" cap="flat">
              <a:solidFill>
                <a:srgbClr val="379A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" name="pg79"/>
            <p:cNvSpPr/>
            <p:nvPr/>
          </p:nvSpPr>
          <p:spPr>
            <a:xfrm>
              <a:off x="3438301" y="2169803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52B9AB">
                <a:alpha val="100000"/>
              </a:srgbClr>
            </a:solidFill>
            <a:ln w="5420" cap="flat">
              <a:solidFill>
                <a:srgbClr val="59C3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" name="pg80"/>
            <p:cNvSpPr/>
            <p:nvPr/>
          </p:nvSpPr>
          <p:spPr>
            <a:xfrm>
              <a:off x="3519738" y="2169803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55BEAB">
                <a:alpha val="100000"/>
              </a:srgbClr>
            </a:solidFill>
            <a:ln w="5420" cap="flat">
              <a:solidFill>
                <a:srgbClr val="5BC7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" name="pg81"/>
            <p:cNvSpPr/>
            <p:nvPr/>
          </p:nvSpPr>
          <p:spPr>
            <a:xfrm>
              <a:off x="3601176" y="2169803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57C1AC">
                <a:alpha val="100000"/>
              </a:srgbClr>
            </a:solidFill>
            <a:ln w="5420" cap="flat">
              <a:solidFill>
                <a:srgbClr val="5DCA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" name="pg82"/>
            <p:cNvSpPr/>
            <p:nvPr/>
          </p:nvSpPr>
          <p:spPr>
            <a:xfrm>
              <a:off x="3682613" y="2169803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5AC5AC">
                <a:alpha val="100000"/>
              </a:srgbClr>
            </a:solidFill>
            <a:ln w="5420" cap="flat">
              <a:solidFill>
                <a:srgbClr val="5FCD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" name="pg83"/>
            <p:cNvSpPr/>
            <p:nvPr/>
          </p:nvSpPr>
          <p:spPr>
            <a:xfrm>
              <a:off x="3764050" y="2169803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5DCAAC">
                <a:alpha val="100000"/>
              </a:srgbClr>
            </a:solidFill>
            <a:ln w="5420" cap="flat">
              <a:solidFill>
                <a:srgbClr val="69D0A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" name="pg84"/>
            <p:cNvSpPr/>
            <p:nvPr/>
          </p:nvSpPr>
          <p:spPr>
            <a:xfrm>
              <a:off x="3845487" y="2169803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63CFAD">
                <a:alpha val="100000"/>
              </a:srgbClr>
            </a:solidFill>
            <a:ln w="5420" cap="flat">
              <a:solidFill>
                <a:srgbClr val="75D4B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" name="pg85"/>
            <p:cNvSpPr/>
            <p:nvPr/>
          </p:nvSpPr>
          <p:spPr>
            <a:xfrm>
              <a:off x="3926924" y="2169803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72D3B3">
                <a:alpha val="100000"/>
              </a:srgbClr>
            </a:solidFill>
            <a:ln w="5420" cap="flat">
              <a:solidFill>
                <a:srgbClr val="81D7B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" name="pg86"/>
            <p:cNvSpPr/>
            <p:nvPr/>
          </p:nvSpPr>
          <p:spPr>
            <a:xfrm>
              <a:off x="4008361" y="2169803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81D7B9">
                <a:alpha val="100000"/>
              </a:srgbClr>
            </a:solidFill>
            <a:ln w="5420" cap="flat">
              <a:solidFill>
                <a:srgbClr val="8DDBB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" name="pg87"/>
            <p:cNvSpPr/>
            <p:nvPr/>
          </p:nvSpPr>
          <p:spPr>
            <a:xfrm>
              <a:off x="4089798" y="2169803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8DDBBE">
                <a:alpha val="100000"/>
              </a:srgbClr>
            </a:solidFill>
            <a:ln w="5420" cap="flat">
              <a:solidFill>
                <a:srgbClr val="98DEC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" name="pg88"/>
            <p:cNvSpPr/>
            <p:nvPr/>
          </p:nvSpPr>
          <p:spPr>
            <a:xfrm>
              <a:off x="4171236" y="2169803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94DDC1">
                <a:alpha val="100000"/>
              </a:srgbClr>
            </a:solidFill>
            <a:ln w="5420" cap="flat">
              <a:solidFill>
                <a:srgbClr val="9EE0C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" name="pg89"/>
            <p:cNvSpPr/>
            <p:nvPr/>
          </p:nvSpPr>
          <p:spPr>
            <a:xfrm>
              <a:off x="4252673" y="2169803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94DDC1">
                <a:alpha val="100000"/>
              </a:srgbClr>
            </a:solidFill>
            <a:ln w="5420" cap="flat">
              <a:solidFill>
                <a:srgbClr val="9DE0C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" name="pg90"/>
            <p:cNvSpPr/>
            <p:nvPr/>
          </p:nvSpPr>
          <p:spPr>
            <a:xfrm>
              <a:off x="4334110" y="2169803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70D2B2">
                <a:alpha val="100000"/>
              </a:srgbClr>
            </a:solidFill>
            <a:ln w="5420" cap="flat">
              <a:solidFill>
                <a:srgbClr val="80D7B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" name="pg91"/>
            <p:cNvSpPr/>
            <p:nvPr/>
          </p:nvSpPr>
          <p:spPr>
            <a:xfrm>
              <a:off x="4822733" y="2169803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C9EAA">
                <a:alpha val="100000"/>
              </a:srgbClr>
            </a:solidFill>
            <a:ln w="5420" cap="flat">
              <a:solidFill>
                <a:srgbClr val="47AB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" name="pg92"/>
            <p:cNvSpPr/>
            <p:nvPr/>
          </p:nvSpPr>
          <p:spPr>
            <a:xfrm>
              <a:off x="4904170" y="2169803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99CA9">
                <a:alpha val="100000"/>
              </a:srgbClr>
            </a:solidFill>
            <a:ln w="5420" cap="flat">
              <a:solidFill>
                <a:srgbClr val="45A9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" name="pg93"/>
            <p:cNvSpPr/>
            <p:nvPr/>
          </p:nvSpPr>
          <p:spPr>
            <a:xfrm>
              <a:off x="4985607" y="2169803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79AA9">
                <a:alpha val="100000"/>
              </a:srgbClr>
            </a:solidFill>
            <a:ln w="5420" cap="flat">
              <a:solidFill>
                <a:srgbClr val="44A7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" name="pg94"/>
            <p:cNvSpPr/>
            <p:nvPr/>
          </p:nvSpPr>
          <p:spPr>
            <a:xfrm>
              <a:off x="5067044" y="2169803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598A9">
                <a:alpha val="100000"/>
              </a:srgbClr>
            </a:solidFill>
            <a:ln w="5420" cap="flat">
              <a:solidFill>
                <a:srgbClr val="42A5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" name="pg95"/>
            <p:cNvSpPr/>
            <p:nvPr/>
          </p:nvSpPr>
          <p:spPr>
            <a:xfrm>
              <a:off x="5148481" y="2169803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593A8">
                <a:alpha val="100000"/>
              </a:srgbClr>
            </a:solidFill>
            <a:ln w="5420" cap="flat">
              <a:solidFill>
                <a:srgbClr val="3FA2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" name="pg96"/>
            <p:cNvSpPr/>
            <p:nvPr/>
          </p:nvSpPr>
          <p:spPr>
            <a:xfrm>
              <a:off x="5229918" y="2169803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691A8">
                <a:alpha val="100000"/>
              </a:srgbClr>
            </a:solidFill>
            <a:ln w="5420" cap="flat">
              <a:solidFill>
                <a:srgbClr val="3DA0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7" name="pg97"/>
            <p:cNvSpPr/>
            <p:nvPr/>
          </p:nvSpPr>
          <p:spPr>
            <a:xfrm>
              <a:off x="3275427" y="2273120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51B8AB">
                <a:alpha val="100000"/>
              </a:srgbClr>
            </a:solidFill>
            <a:ln w="5420" cap="flat">
              <a:solidFill>
                <a:srgbClr val="58C2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8" name="pg98"/>
            <p:cNvSpPr/>
            <p:nvPr/>
          </p:nvSpPr>
          <p:spPr>
            <a:xfrm>
              <a:off x="3356864" y="2273120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52B9AB">
                <a:alpha val="100000"/>
              </a:srgbClr>
            </a:solidFill>
            <a:ln w="5420" cap="flat">
              <a:solidFill>
                <a:srgbClr val="59C2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9" name="pg99"/>
            <p:cNvSpPr/>
            <p:nvPr/>
          </p:nvSpPr>
          <p:spPr>
            <a:xfrm>
              <a:off x="3438301" y="2273120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53BAAB">
                <a:alpha val="100000"/>
              </a:srgbClr>
            </a:solidFill>
            <a:ln w="5420" cap="flat">
              <a:solidFill>
                <a:srgbClr val="59C4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0" name="pg100"/>
            <p:cNvSpPr/>
            <p:nvPr/>
          </p:nvSpPr>
          <p:spPr>
            <a:xfrm>
              <a:off x="3519738" y="2273120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55BEAB">
                <a:alpha val="100000"/>
              </a:srgbClr>
            </a:solidFill>
            <a:ln w="5420" cap="flat">
              <a:solidFill>
                <a:srgbClr val="5BC7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1" name="pg101"/>
            <p:cNvSpPr/>
            <p:nvPr/>
          </p:nvSpPr>
          <p:spPr>
            <a:xfrm>
              <a:off x="3601176" y="2273120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57C1AC">
                <a:alpha val="100000"/>
              </a:srgbClr>
            </a:solidFill>
            <a:ln w="5420" cap="flat">
              <a:solidFill>
                <a:srgbClr val="5DC9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2" name="pg102"/>
            <p:cNvSpPr/>
            <p:nvPr/>
          </p:nvSpPr>
          <p:spPr>
            <a:xfrm>
              <a:off x="3682613" y="2273120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5AC4AC">
                <a:alpha val="100000"/>
              </a:srgbClr>
            </a:solidFill>
            <a:ln w="5420" cap="flat">
              <a:solidFill>
                <a:srgbClr val="5FCD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3" name="pg103"/>
            <p:cNvSpPr/>
            <p:nvPr/>
          </p:nvSpPr>
          <p:spPr>
            <a:xfrm>
              <a:off x="3764050" y="2273120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5DC9AC">
                <a:alpha val="100000"/>
              </a:srgbClr>
            </a:solidFill>
            <a:ln w="5420" cap="flat">
              <a:solidFill>
                <a:srgbClr val="67D0A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4" name="pg104"/>
            <p:cNvSpPr/>
            <p:nvPr/>
          </p:nvSpPr>
          <p:spPr>
            <a:xfrm>
              <a:off x="3845487" y="2273120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61CEAC">
                <a:alpha val="100000"/>
              </a:srgbClr>
            </a:solidFill>
            <a:ln w="5420" cap="flat">
              <a:solidFill>
                <a:srgbClr val="74D3B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5" name="pg105"/>
            <p:cNvSpPr/>
            <p:nvPr/>
          </p:nvSpPr>
          <p:spPr>
            <a:xfrm>
              <a:off x="3926924" y="2273120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71D3B2">
                <a:alpha val="100000"/>
              </a:srgbClr>
            </a:solidFill>
            <a:ln w="5420" cap="flat">
              <a:solidFill>
                <a:srgbClr val="80D7B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6" name="pg106"/>
            <p:cNvSpPr/>
            <p:nvPr/>
          </p:nvSpPr>
          <p:spPr>
            <a:xfrm>
              <a:off x="4008361" y="2273120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80D7B8">
                <a:alpha val="100000"/>
              </a:srgbClr>
            </a:solidFill>
            <a:ln w="5420" cap="flat">
              <a:solidFill>
                <a:srgbClr val="8DDBB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7" name="pg107"/>
            <p:cNvSpPr/>
            <p:nvPr/>
          </p:nvSpPr>
          <p:spPr>
            <a:xfrm>
              <a:off x="4089798" y="2273120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8DDBBE">
                <a:alpha val="100000"/>
              </a:srgbClr>
            </a:solidFill>
            <a:ln w="5420" cap="flat">
              <a:solidFill>
                <a:srgbClr val="98DEC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8" name="pg108"/>
            <p:cNvSpPr/>
            <p:nvPr/>
          </p:nvSpPr>
          <p:spPr>
            <a:xfrm>
              <a:off x="4171236" y="2273120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96DEC2">
                <a:alpha val="100000"/>
              </a:srgbClr>
            </a:solidFill>
            <a:ln w="5420" cap="flat">
              <a:solidFill>
                <a:srgbClr val="9FE1C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9" name="pg109"/>
            <p:cNvSpPr/>
            <p:nvPr/>
          </p:nvSpPr>
          <p:spPr>
            <a:xfrm>
              <a:off x="4252673" y="2273120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95DDC2">
                <a:alpha val="100000"/>
              </a:srgbClr>
            </a:solidFill>
            <a:ln w="5420" cap="flat">
              <a:solidFill>
                <a:srgbClr val="9FE0C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0" name="pg110"/>
            <p:cNvSpPr/>
            <p:nvPr/>
          </p:nvSpPr>
          <p:spPr>
            <a:xfrm>
              <a:off x="4334110" y="2273120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68D0AF">
                <a:alpha val="100000"/>
              </a:srgbClr>
            </a:solidFill>
            <a:ln w="5420" cap="flat">
              <a:solidFill>
                <a:srgbClr val="79D5B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1" name="pg111"/>
            <p:cNvSpPr/>
            <p:nvPr/>
          </p:nvSpPr>
          <p:spPr>
            <a:xfrm>
              <a:off x="4415547" y="2273120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57C1AC">
                <a:alpha val="100000"/>
              </a:srgbClr>
            </a:solidFill>
            <a:ln w="5420" cap="flat">
              <a:solidFill>
                <a:srgbClr val="5DC9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2" name="pg112"/>
            <p:cNvSpPr/>
            <p:nvPr/>
          </p:nvSpPr>
          <p:spPr>
            <a:xfrm>
              <a:off x="4496984" y="2273120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4CB1AB">
                <a:alpha val="100000"/>
              </a:srgbClr>
            </a:solidFill>
            <a:ln w="5420" cap="flat">
              <a:solidFill>
                <a:srgbClr val="54BC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3" name="pg113"/>
            <p:cNvSpPr/>
            <p:nvPr/>
          </p:nvSpPr>
          <p:spPr>
            <a:xfrm>
              <a:off x="4578421" y="2273120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43A6AA">
                <a:alpha val="100000"/>
              </a:srgbClr>
            </a:solidFill>
            <a:ln w="5420" cap="flat">
              <a:solidFill>
                <a:srgbClr val="4DB2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4" name="pg114"/>
            <p:cNvSpPr/>
            <p:nvPr/>
          </p:nvSpPr>
          <p:spPr>
            <a:xfrm>
              <a:off x="4741296" y="2273120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99CA9">
                <a:alpha val="100000"/>
              </a:srgbClr>
            </a:solidFill>
            <a:ln w="5420" cap="flat">
              <a:solidFill>
                <a:srgbClr val="45A9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5" name="pg115"/>
            <p:cNvSpPr/>
            <p:nvPr/>
          </p:nvSpPr>
          <p:spPr>
            <a:xfrm>
              <a:off x="4822733" y="2273120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79AA9">
                <a:alpha val="100000"/>
              </a:srgbClr>
            </a:solidFill>
            <a:ln w="5420" cap="flat">
              <a:solidFill>
                <a:srgbClr val="44A7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6" name="pg116"/>
            <p:cNvSpPr/>
            <p:nvPr/>
          </p:nvSpPr>
          <p:spPr>
            <a:xfrm>
              <a:off x="4904170" y="2273120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698A9">
                <a:alpha val="100000"/>
              </a:srgbClr>
            </a:solidFill>
            <a:ln w="5420" cap="flat">
              <a:solidFill>
                <a:srgbClr val="43A6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7" name="pg117"/>
            <p:cNvSpPr/>
            <p:nvPr/>
          </p:nvSpPr>
          <p:spPr>
            <a:xfrm>
              <a:off x="4985607" y="2273120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497A9">
                <a:alpha val="100000"/>
              </a:srgbClr>
            </a:solidFill>
            <a:ln w="5420" cap="flat">
              <a:solidFill>
                <a:srgbClr val="42A5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8" name="pg118"/>
            <p:cNvSpPr/>
            <p:nvPr/>
          </p:nvSpPr>
          <p:spPr>
            <a:xfrm>
              <a:off x="5067044" y="2273120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496A9">
                <a:alpha val="100000"/>
              </a:srgbClr>
            </a:solidFill>
            <a:ln w="5420" cap="flat">
              <a:solidFill>
                <a:srgbClr val="41A4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9" name="pg119"/>
            <p:cNvSpPr/>
            <p:nvPr/>
          </p:nvSpPr>
          <p:spPr>
            <a:xfrm>
              <a:off x="5148481" y="2273120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593A8">
                <a:alpha val="100000"/>
              </a:srgbClr>
            </a:solidFill>
            <a:ln w="5420" cap="flat">
              <a:solidFill>
                <a:srgbClr val="3FA1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0" name="pg120"/>
            <p:cNvSpPr/>
            <p:nvPr/>
          </p:nvSpPr>
          <p:spPr>
            <a:xfrm>
              <a:off x="5229918" y="2273120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692A8">
                <a:alpha val="100000"/>
              </a:srgbClr>
            </a:solidFill>
            <a:ln w="5420" cap="flat">
              <a:solidFill>
                <a:srgbClr val="3EA0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1" name="pg121"/>
            <p:cNvSpPr/>
            <p:nvPr/>
          </p:nvSpPr>
          <p:spPr>
            <a:xfrm>
              <a:off x="3275427" y="2376436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53BAAB">
                <a:alpha val="100000"/>
              </a:srgbClr>
            </a:solidFill>
            <a:ln w="5420" cap="flat">
              <a:solidFill>
                <a:srgbClr val="59C3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2" name="pg122"/>
            <p:cNvSpPr/>
            <p:nvPr/>
          </p:nvSpPr>
          <p:spPr>
            <a:xfrm>
              <a:off x="3356864" y="2376436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53BAAB">
                <a:alpha val="100000"/>
              </a:srgbClr>
            </a:solidFill>
            <a:ln w="5420" cap="flat">
              <a:solidFill>
                <a:srgbClr val="59C4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3" name="pg123"/>
            <p:cNvSpPr/>
            <p:nvPr/>
          </p:nvSpPr>
          <p:spPr>
            <a:xfrm>
              <a:off x="3438301" y="2376436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53BBAB">
                <a:alpha val="100000"/>
              </a:srgbClr>
            </a:solidFill>
            <a:ln w="5420" cap="flat">
              <a:solidFill>
                <a:srgbClr val="5AC4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4" name="pg124"/>
            <p:cNvSpPr/>
            <p:nvPr/>
          </p:nvSpPr>
          <p:spPr>
            <a:xfrm>
              <a:off x="3519738" y="2376436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55BEAB">
                <a:alpha val="100000"/>
              </a:srgbClr>
            </a:solidFill>
            <a:ln w="5420" cap="flat">
              <a:solidFill>
                <a:srgbClr val="5BC7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5" name="pg125"/>
            <p:cNvSpPr/>
            <p:nvPr/>
          </p:nvSpPr>
          <p:spPr>
            <a:xfrm>
              <a:off x="3601176" y="2376436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57C0AB">
                <a:alpha val="100000"/>
              </a:srgbClr>
            </a:solidFill>
            <a:ln w="5420" cap="flat">
              <a:solidFill>
                <a:srgbClr val="5DC9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6" name="pg126"/>
            <p:cNvSpPr/>
            <p:nvPr/>
          </p:nvSpPr>
          <p:spPr>
            <a:xfrm>
              <a:off x="3682613" y="2376436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59C3AC">
                <a:alpha val="100000"/>
              </a:srgbClr>
            </a:solidFill>
            <a:ln w="5420" cap="flat">
              <a:solidFill>
                <a:srgbClr val="5ECB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7" name="pg127"/>
            <p:cNvSpPr/>
            <p:nvPr/>
          </p:nvSpPr>
          <p:spPr>
            <a:xfrm>
              <a:off x="3764050" y="2376436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5BC7AC">
                <a:alpha val="100000"/>
              </a:srgbClr>
            </a:solidFill>
            <a:ln w="5420" cap="flat">
              <a:solidFill>
                <a:srgbClr val="62CFA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8" name="pg128"/>
            <p:cNvSpPr/>
            <p:nvPr/>
          </p:nvSpPr>
          <p:spPr>
            <a:xfrm>
              <a:off x="3845487" y="2376436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5ECBAC">
                <a:alpha val="100000"/>
              </a:srgbClr>
            </a:solidFill>
            <a:ln w="5420" cap="flat">
              <a:solidFill>
                <a:srgbClr val="6DD1B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9" name="pg129"/>
            <p:cNvSpPr/>
            <p:nvPr/>
          </p:nvSpPr>
          <p:spPr>
            <a:xfrm>
              <a:off x="3926924" y="2376436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67D0AE">
                <a:alpha val="100000"/>
              </a:srgbClr>
            </a:solidFill>
            <a:ln w="5420" cap="flat">
              <a:solidFill>
                <a:srgbClr val="78D5B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0" name="pg130"/>
            <p:cNvSpPr/>
            <p:nvPr/>
          </p:nvSpPr>
          <p:spPr>
            <a:xfrm>
              <a:off x="4008361" y="2376436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75D4B4">
                <a:alpha val="100000"/>
              </a:srgbClr>
            </a:solidFill>
            <a:ln w="5420" cap="flat">
              <a:solidFill>
                <a:srgbClr val="83D8B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1" name="pg131"/>
            <p:cNvSpPr/>
            <p:nvPr/>
          </p:nvSpPr>
          <p:spPr>
            <a:xfrm>
              <a:off x="4089798" y="2376436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80D7B8">
                <a:alpha val="100000"/>
              </a:srgbClr>
            </a:solidFill>
            <a:ln w="5420" cap="flat">
              <a:solidFill>
                <a:srgbClr val="8DDBB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2" name="pg132"/>
            <p:cNvSpPr/>
            <p:nvPr/>
          </p:nvSpPr>
          <p:spPr>
            <a:xfrm>
              <a:off x="4171236" y="2376436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86D9BB">
                <a:alpha val="100000"/>
              </a:srgbClr>
            </a:solidFill>
            <a:ln w="5420" cap="flat">
              <a:solidFill>
                <a:srgbClr val="92DCC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3" name="pg133"/>
            <p:cNvSpPr/>
            <p:nvPr/>
          </p:nvSpPr>
          <p:spPr>
            <a:xfrm>
              <a:off x="4252673" y="2376436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82D8B9">
                <a:alpha val="100000"/>
              </a:srgbClr>
            </a:solidFill>
            <a:ln w="5420" cap="flat">
              <a:solidFill>
                <a:srgbClr val="8EDBB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4" name="pg134"/>
            <p:cNvSpPr/>
            <p:nvPr/>
          </p:nvSpPr>
          <p:spPr>
            <a:xfrm>
              <a:off x="4334110" y="2376436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5AC5AC">
                <a:alpha val="100000"/>
              </a:srgbClr>
            </a:solidFill>
            <a:ln w="5420" cap="flat">
              <a:solidFill>
                <a:srgbClr val="5FCD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5" name="pg135"/>
            <p:cNvSpPr/>
            <p:nvPr/>
          </p:nvSpPr>
          <p:spPr>
            <a:xfrm>
              <a:off x="4415547" y="2376436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4DB3AB">
                <a:alpha val="100000"/>
              </a:srgbClr>
            </a:solidFill>
            <a:ln w="5420" cap="flat">
              <a:solidFill>
                <a:srgbClr val="55BD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6" name="pg136"/>
            <p:cNvSpPr/>
            <p:nvPr/>
          </p:nvSpPr>
          <p:spPr>
            <a:xfrm>
              <a:off x="4496984" y="2376436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41A3AA">
                <a:alpha val="100000"/>
              </a:srgbClr>
            </a:solidFill>
            <a:ln w="5420" cap="flat">
              <a:solidFill>
                <a:srgbClr val="4BAF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7" name="pg137"/>
            <p:cNvSpPr/>
            <p:nvPr/>
          </p:nvSpPr>
          <p:spPr>
            <a:xfrm>
              <a:off x="4578421" y="2376436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79AA9">
                <a:alpha val="100000"/>
              </a:srgbClr>
            </a:solidFill>
            <a:ln w="5420" cap="flat">
              <a:solidFill>
                <a:srgbClr val="44A7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8" name="pg138"/>
            <p:cNvSpPr/>
            <p:nvPr/>
          </p:nvSpPr>
          <p:spPr>
            <a:xfrm>
              <a:off x="4659858" y="2376436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595A9">
                <a:alpha val="100000"/>
              </a:srgbClr>
            </a:solidFill>
            <a:ln w="5420" cap="flat">
              <a:solidFill>
                <a:srgbClr val="40A3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9" name="pg139"/>
            <p:cNvSpPr/>
            <p:nvPr/>
          </p:nvSpPr>
          <p:spPr>
            <a:xfrm>
              <a:off x="4741296" y="2376436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594A8">
                <a:alpha val="100000"/>
              </a:srgbClr>
            </a:solidFill>
            <a:ln w="5420" cap="flat">
              <a:solidFill>
                <a:srgbClr val="3FA2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0" name="pg140"/>
            <p:cNvSpPr/>
            <p:nvPr/>
          </p:nvSpPr>
          <p:spPr>
            <a:xfrm>
              <a:off x="4822733" y="2376436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594A8">
                <a:alpha val="100000"/>
              </a:srgbClr>
            </a:solidFill>
            <a:ln w="5420" cap="flat">
              <a:solidFill>
                <a:srgbClr val="3FA2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1" name="pg141"/>
            <p:cNvSpPr/>
            <p:nvPr/>
          </p:nvSpPr>
          <p:spPr>
            <a:xfrm>
              <a:off x="4904170" y="2376436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594A8">
                <a:alpha val="100000"/>
              </a:srgbClr>
            </a:solidFill>
            <a:ln w="5420" cap="flat">
              <a:solidFill>
                <a:srgbClr val="40A2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2" name="pg142"/>
            <p:cNvSpPr/>
            <p:nvPr/>
          </p:nvSpPr>
          <p:spPr>
            <a:xfrm>
              <a:off x="4985607" y="2376436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595A8">
                <a:alpha val="100000"/>
              </a:srgbClr>
            </a:solidFill>
            <a:ln w="5420" cap="flat">
              <a:solidFill>
                <a:srgbClr val="40A2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3" name="pg143"/>
            <p:cNvSpPr/>
            <p:nvPr/>
          </p:nvSpPr>
          <p:spPr>
            <a:xfrm>
              <a:off x="5067044" y="2376436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594A8">
                <a:alpha val="100000"/>
              </a:srgbClr>
            </a:solidFill>
            <a:ln w="5420" cap="flat">
              <a:solidFill>
                <a:srgbClr val="3FA2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4" name="pg144"/>
            <p:cNvSpPr/>
            <p:nvPr/>
          </p:nvSpPr>
          <p:spPr>
            <a:xfrm>
              <a:off x="5148481" y="2376436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593A8">
                <a:alpha val="100000"/>
              </a:srgbClr>
            </a:solidFill>
            <a:ln w="5420" cap="flat">
              <a:solidFill>
                <a:srgbClr val="3FA1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5" name="pg145"/>
            <p:cNvSpPr/>
            <p:nvPr/>
          </p:nvSpPr>
          <p:spPr>
            <a:xfrm>
              <a:off x="3275427" y="2479752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54BCAB">
                <a:alpha val="100000"/>
              </a:srgbClr>
            </a:solidFill>
            <a:ln w="5420" cap="flat">
              <a:solidFill>
                <a:srgbClr val="5BC6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6" name="pg146"/>
            <p:cNvSpPr/>
            <p:nvPr/>
          </p:nvSpPr>
          <p:spPr>
            <a:xfrm>
              <a:off x="3356864" y="2479752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54BCAB">
                <a:alpha val="100000"/>
              </a:srgbClr>
            </a:solidFill>
            <a:ln w="5420" cap="flat">
              <a:solidFill>
                <a:srgbClr val="5AC5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7" name="pg147"/>
            <p:cNvSpPr/>
            <p:nvPr/>
          </p:nvSpPr>
          <p:spPr>
            <a:xfrm>
              <a:off x="3438301" y="2479752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54BCAB">
                <a:alpha val="100000"/>
              </a:srgbClr>
            </a:solidFill>
            <a:ln w="5420" cap="flat">
              <a:solidFill>
                <a:srgbClr val="5AC5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8" name="pg148"/>
            <p:cNvSpPr/>
            <p:nvPr/>
          </p:nvSpPr>
          <p:spPr>
            <a:xfrm>
              <a:off x="3519738" y="2479752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55BDAB">
                <a:alpha val="100000"/>
              </a:srgbClr>
            </a:solidFill>
            <a:ln w="5420" cap="flat">
              <a:solidFill>
                <a:srgbClr val="5BC6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9" name="pg149"/>
            <p:cNvSpPr/>
            <p:nvPr/>
          </p:nvSpPr>
          <p:spPr>
            <a:xfrm>
              <a:off x="3601176" y="2479752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56BEAB">
                <a:alpha val="100000"/>
              </a:srgbClr>
            </a:solidFill>
            <a:ln w="5420" cap="flat">
              <a:solidFill>
                <a:srgbClr val="5CC7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0" name="pg150"/>
            <p:cNvSpPr/>
            <p:nvPr/>
          </p:nvSpPr>
          <p:spPr>
            <a:xfrm>
              <a:off x="3682613" y="2479752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57C0AC">
                <a:alpha val="100000"/>
              </a:srgbClr>
            </a:solidFill>
            <a:ln w="5420" cap="flat">
              <a:solidFill>
                <a:srgbClr val="5DC9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1" name="pg151"/>
            <p:cNvSpPr/>
            <p:nvPr/>
          </p:nvSpPr>
          <p:spPr>
            <a:xfrm>
              <a:off x="3764050" y="2479752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59C3AC">
                <a:alpha val="100000"/>
              </a:srgbClr>
            </a:solidFill>
            <a:ln w="5420" cap="flat">
              <a:solidFill>
                <a:srgbClr val="5ECB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2" name="pg152"/>
            <p:cNvSpPr/>
            <p:nvPr/>
          </p:nvSpPr>
          <p:spPr>
            <a:xfrm>
              <a:off x="3845487" y="2479752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5BC6AC">
                <a:alpha val="100000"/>
              </a:srgbClr>
            </a:solidFill>
            <a:ln w="5420" cap="flat">
              <a:solidFill>
                <a:srgbClr val="61CE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3" name="pg153"/>
            <p:cNvSpPr/>
            <p:nvPr/>
          </p:nvSpPr>
          <p:spPr>
            <a:xfrm>
              <a:off x="3926924" y="2479752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5DCAAC">
                <a:alpha val="100000"/>
              </a:srgbClr>
            </a:solidFill>
            <a:ln w="5420" cap="flat">
              <a:solidFill>
                <a:srgbClr val="69D0A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4" name="pg154"/>
            <p:cNvSpPr/>
            <p:nvPr/>
          </p:nvSpPr>
          <p:spPr>
            <a:xfrm>
              <a:off x="4008361" y="2479752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60CEAC">
                <a:alpha val="100000"/>
              </a:srgbClr>
            </a:solidFill>
            <a:ln w="5420" cap="flat">
              <a:solidFill>
                <a:srgbClr val="72D3B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5" name="pg155"/>
            <p:cNvSpPr/>
            <p:nvPr/>
          </p:nvSpPr>
          <p:spPr>
            <a:xfrm>
              <a:off x="4089798" y="2479752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69D0AF">
                <a:alpha val="100000"/>
              </a:srgbClr>
            </a:solidFill>
            <a:ln w="5420" cap="flat">
              <a:solidFill>
                <a:srgbClr val="7AD5B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6" name="pg156"/>
            <p:cNvSpPr/>
            <p:nvPr/>
          </p:nvSpPr>
          <p:spPr>
            <a:xfrm>
              <a:off x="4171236" y="2479752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65CFAE">
                <a:alpha val="100000"/>
              </a:srgbClr>
            </a:solidFill>
            <a:ln w="5420" cap="flat">
              <a:solidFill>
                <a:srgbClr val="76D4B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7" name="pg157"/>
            <p:cNvSpPr/>
            <p:nvPr/>
          </p:nvSpPr>
          <p:spPr>
            <a:xfrm>
              <a:off x="4252673" y="2479752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5FCCAC">
                <a:alpha val="100000"/>
              </a:srgbClr>
            </a:solidFill>
            <a:ln w="5420" cap="flat">
              <a:solidFill>
                <a:srgbClr val="6ED2B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8" name="pg158"/>
            <p:cNvSpPr/>
            <p:nvPr/>
          </p:nvSpPr>
          <p:spPr>
            <a:xfrm>
              <a:off x="4334110" y="2479752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4DB3AB">
                <a:alpha val="100000"/>
              </a:srgbClr>
            </a:solidFill>
            <a:ln w="5420" cap="flat">
              <a:solidFill>
                <a:srgbClr val="55BD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9" name="pg159"/>
            <p:cNvSpPr/>
            <p:nvPr/>
          </p:nvSpPr>
          <p:spPr>
            <a:xfrm>
              <a:off x="4415547" y="2479752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40A2AA">
                <a:alpha val="100000"/>
              </a:srgbClr>
            </a:solidFill>
            <a:ln w="5420" cap="flat">
              <a:solidFill>
                <a:srgbClr val="4AAF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0" name="pg160"/>
            <p:cNvSpPr/>
            <p:nvPr/>
          </p:nvSpPr>
          <p:spPr>
            <a:xfrm>
              <a:off x="4496984" y="2479752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595A9">
                <a:alpha val="100000"/>
              </a:srgbClr>
            </a:solidFill>
            <a:ln w="5420" cap="flat">
              <a:solidFill>
                <a:srgbClr val="40A3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1" name="pg161"/>
            <p:cNvSpPr/>
            <p:nvPr/>
          </p:nvSpPr>
          <p:spPr>
            <a:xfrm>
              <a:off x="4578421" y="2479752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78EA7">
                <a:alpha val="100000"/>
              </a:srgbClr>
            </a:solidFill>
            <a:ln w="5420" cap="flat">
              <a:solidFill>
                <a:srgbClr val="3B9D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2" name="pg162"/>
            <p:cNvSpPr/>
            <p:nvPr/>
          </p:nvSpPr>
          <p:spPr>
            <a:xfrm>
              <a:off x="4659858" y="2479752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78CA7">
                <a:alpha val="100000"/>
              </a:srgbClr>
            </a:solidFill>
            <a:ln w="5420" cap="flat">
              <a:solidFill>
                <a:srgbClr val="399C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3" name="pg163"/>
            <p:cNvSpPr/>
            <p:nvPr/>
          </p:nvSpPr>
          <p:spPr>
            <a:xfrm>
              <a:off x="4741296" y="2479752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78DA7">
                <a:alpha val="100000"/>
              </a:srgbClr>
            </a:solidFill>
            <a:ln w="5420" cap="flat">
              <a:solidFill>
                <a:srgbClr val="3A9C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4" name="pg164"/>
            <p:cNvSpPr/>
            <p:nvPr/>
          </p:nvSpPr>
          <p:spPr>
            <a:xfrm>
              <a:off x="4822733" y="2479752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78FA7">
                <a:alpha val="100000"/>
              </a:srgbClr>
            </a:solidFill>
            <a:ln w="5420" cap="flat">
              <a:solidFill>
                <a:srgbClr val="3B9E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5" name="pg165"/>
            <p:cNvSpPr/>
            <p:nvPr/>
          </p:nvSpPr>
          <p:spPr>
            <a:xfrm>
              <a:off x="4904170" y="2479752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691A8">
                <a:alpha val="100000"/>
              </a:srgbClr>
            </a:solidFill>
            <a:ln w="5420" cap="flat">
              <a:solidFill>
                <a:srgbClr val="3D9F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6" name="pg166"/>
            <p:cNvSpPr/>
            <p:nvPr/>
          </p:nvSpPr>
          <p:spPr>
            <a:xfrm>
              <a:off x="4985607" y="2479752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692A8">
                <a:alpha val="100000"/>
              </a:srgbClr>
            </a:solidFill>
            <a:ln w="5420" cap="flat">
              <a:solidFill>
                <a:srgbClr val="3EA0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7" name="pg167"/>
            <p:cNvSpPr/>
            <p:nvPr/>
          </p:nvSpPr>
          <p:spPr>
            <a:xfrm>
              <a:off x="5067044" y="2479752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692A8">
                <a:alpha val="100000"/>
              </a:srgbClr>
            </a:solidFill>
            <a:ln w="5420" cap="flat">
              <a:solidFill>
                <a:srgbClr val="3EA1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8" name="pg168"/>
            <p:cNvSpPr/>
            <p:nvPr/>
          </p:nvSpPr>
          <p:spPr>
            <a:xfrm>
              <a:off x="3031116" y="2583068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58C2AC">
                <a:alpha val="100000"/>
              </a:srgbClr>
            </a:solidFill>
            <a:ln w="5420" cap="flat">
              <a:solidFill>
                <a:srgbClr val="5ECA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9" name="pg169"/>
            <p:cNvSpPr/>
            <p:nvPr/>
          </p:nvSpPr>
          <p:spPr>
            <a:xfrm>
              <a:off x="3112553" y="2583068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58C1AC">
                <a:alpha val="100000"/>
              </a:srgbClr>
            </a:solidFill>
            <a:ln w="5420" cap="flat">
              <a:solidFill>
                <a:srgbClr val="5DCA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0" name="pg170"/>
            <p:cNvSpPr/>
            <p:nvPr/>
          </p:nvSpPr>
          <p:spPr>
            <a:xfrm>
              <a:off x="3275427" y="2583068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57BFAB">
                <a:alpha val="100000"/>
              </a:srgbClr>
            </a:solidFill>
            <a:ln w="5420" cap="flat">
              <a:solidFill>
                <a:srgbClr val="5CC8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1" name="pg171"/>
            <p:cNvSpPr/>
            <p:nvPr/>
          </p:nvSpPr>
          <p:spPr>
            <a:xfrm>
              <a:off x="3356864" y="2583068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56BFAB">
                <a:alpha val="100000"/>
              </a:srgbClr>
            </a:solidFill>
            <a:ln w="5420" cap="flat">
              <a:solidFill>
                <a:srgbClr val="5CC7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2" name="pg172"/>
            <p:cNvSpPr/>
            <p:nvPr/>
          </p:nvSpPr>
          <p:spPr>
            <a:xfrm>
              <a:off x="3438301" y="2583068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55BEAB">
                <a:alpha val="100000"/>
              </a:srgbClr>
            </a:solidFill>
            <a:ln w="5420" cap="flat">
              <a:solidFill>
                <a:srgbClr val="5BC7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3" name="pg173"/>
            <p:cNvSpPr/>
            <p:nvPr/>
          </p:nvSpPr>
          <p:spPr>
            <a:xfrm>
              <a:off x="3519738" y="2583068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54BCAB">
                <a:alpha val="100000"/>
              </a:srgbClr>
            </a:solidFill>
            <a:ln w="5420" cap="flat">
              <a:solidFill>
                <a:srgbClr val="5BC6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4" name="pg174"/>
            <p:cNvSpPr/>
            <p:nvPr/>
          </p:nvSpPr>
          <p:spPr>
            <a:xfrm>
              <a:off x="3601176" y="2583068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55BDAB">
                <a:alpha val="100000"/>
              </a:srgbClr>
            </a:solidFill>
            <a:ln w="5420" cap="flat">
              <a:solidFill>
                <a:srgbClr val="5BC6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5" name="pg175"/>
            <p:cNvSpPr/>
            <p:nvPr/>
          </p:nvSpPr>
          <p:spPr>
            <a:xfrm>
              <a:off x="3682613" y="2583068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55BDAB">
                <a:alpha val="100000"/>
              </a:srgbClr>
            </a:solidFill>
            <a:ln w="5420" cap="flat">
              <a:solidFill>
                <a:srgbClr val="5BC6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6" name="pg176"/>
            <p:cNvSpPr/>
            <p:nvPr/>
          </p:nvSpPr>
          <p:spPr>
            <a:xfrm>
              <a:off x="3764050" y="2583068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56BFAB">
                <a:alpha val="100000"/>
              </a:srgbClr>
            </a:solidFill>
            <a:ln w="5420" cap="flat">
              <a:solidFill>
                <a:srgbClr val="5CC8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7" name="pg177"/>
            <p:cNvSpPr/>
            <p:nvPr/>
          </p:nvSpPr>
          <p:spPr>
            <a:xfrm>
              <a:off x="3845487" y="2583068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57C0AC">
                <a:alpha val="100000"/>
              </a:srgbClr>
            </a:solidFill>
            <a:ln w="5420" cap="flat">
              <a:solidFill>
                <a:srgbClr val="5DC9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8" name="pg178"/>
            <p:cNvSpPr/>
            <p:nvPr/>
          </p:nvSpPr>
          <p:spPr>
            <a:xfrm>
              <a:off x="4089798" y="2583068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59C4AC">
                <a:alpha val="100000"/>
              </a:srgbClr>
            </a:solidFill>
            <a:ln w="5420" cap="flat">
              <a:solidFill>
                <a:srgbClr val="5FCC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9" name="pg179"/>
            <p:cNvSpPr/>
            <p:nvPr/>
          </p:nvSpPr>
          <p:spPr>
            <a:xfrm>
              <a:off x="4171236" y="2583068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58C1AC">
                <a:alpha val="100000"/>
              </a:srgbClr>
            </a:solidFill>
            <a:ln w="5420" cap="flat">
              <a:solidFill>
                <a:srgbClr val="5DCA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0" name="pg180"/>
            <p:cNvSpPr/>
            <p:nvPr/>
          </p:nvSpPr>
          <p:spPr>
            <a:xfrm>
              <a:off x="4252673" y="2583068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54BCAB">
                <a:alpha val="100000"/>
              </a:srgbClr>
            </a:solidFill>
            <a:ln w="5420" cap="flat">
              <a:solidFill>
                <a:srgbClr val="5AC5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1" name="pg181"/>
            <p:cNvSpPr/>
            <p:nvPr/>
          </p:nvSpPr>
          <p:spPr>
            <a:xfrm>
              <a:off x="4334110" y="2583068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42A5AA">
                <a:alpha val="100000"/>
              </a:srgbClr>
            </a:solidFill>
            <a:ln w="5420" cap="flat">
              <a:solidFill>
                <a:srgbClr val="4CB1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2" name="pg182"/>
            <p:cNvSpPr/>
            <p:nvPr/>
          </p:nvSpPr>
          <p:spPr>
            <a:xfrm>
              <a:off x="4415547" y="2583068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598A9">
                <a:alpha val="100000"/>
              </a:srgbClr>
            </a:solidFill>
            <a:ln w="5420" cap="flat">
              <a:solidFill>
                <a:srgbClr val="42A5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3" name="pg183"/>
            <p:cNvSpPr/>
            <p:nvPr/>
          </p:nvSpPr>
          <p:spPr>
            <a:xfrm>
              <a:off x="4496984" y="2583068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78DA7">
                <a:alpha val="100000"/>
              </a:srgbClr>
            </a:solidFill>
            <a:ln w="5420" cap="flat">
              <a:solidFill>
                <a:srgbClr val="3A9D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4" name="pg184"/>
            <p:cNvSpPr/>
            <p:nvPr/>
          </p:nvSpPr>
          <p:spPr>
            <a:xfrm>
              <a:off x="4578421" y="2583068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888A6">
                <a:alpha val="100000"/>
              </a:srgbClr>
            </a:solidFill>
            <a:ln w="5420" cap="flat">
              <a:solidFill>
                <a:srgbClr val="3699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5" name="pg185"/>
            <p:cNvSpPr/>
            <p:nvPr/>
          </p:nvSpPr>
          <p:spPr>
            <a:xfrm>
              <a:off x="4659858" y="2583068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888A6">
                <a:alpha val="100000"/>
              </a:srgbClr>
            </a:solidFill>
            <a:ln w="5420" cap="flat">
              <a:solidFill>
                <a:srgbClr val="3598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6" name="pg186"/>
            <p:cNvSpPr/>
            <p:nvPr/>
          </p:nvSpPr>
          <p:spPr>
            <a:xfrm>
              <a:off x="4741296" y="2583068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88AA6">
                <a:alpha val="100000"/>
              </a:srgbClr>
            </a:solidFill>
            <a:ln w="5420" cap="flat">
              <a:solidFill>
                <a:srgbClr val="379A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7" name="pg187"/>
            <p:cNvSpPr/>
            <p:nvPr/>
          </p:nvSpPr>
          <p:spPr>
            <a:xfrm>
              <a:off x="4822733" y="2583068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78CA7">
                <a:alpha val="100000"/>
              </a:srgbClr>
            </a:solidFill>
            <a:ln w="5420" cap="flat">
              <a:solidFill>
                <a:srgbClr val="399C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8" name="pg188"/>
            <p:cNvSpPr/>
            <p:nvPr/>
          </p:nvSpPr>
          <p:spPr>
            <a:xfrm>
              <a:off x="4904170" y="2583068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78FA7">
                <a:alpha val="100000"/>
              </a:srgbClr>
            </a:solidFill>
            <a:ln w="5420" cap="flat">
              <a:solidFill>
                <a:srgbClr val="3B9E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9" name="pg189"/>
            <p:cNvSpPr/>
            <p:nvPr/>
          </p:nvSpPr>
          <p:spPr>
            <a:xfrm>
              <a:off x="4985607" y="2583068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690A8">
                <a:alpha val="100000"/>
              </a:srgbClr>
            </a:solidFill>
            <a:ln w="5420" cap="flat">
              <a:solidFill>
                <a:srgbClr val="3C9F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0" name="pg190"/>
            <p:cNvSpPr/>
            <p:nvPr/>
          </p:nvSpPr>
          <p:spPr>
            <a:xfrm>
              <a:off x="2949678" y="2686384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5BC6AC">
                <a:alpha val="100000"/>
              </a:srgbClr>
            </a:solidFill>
            <a:ln w="5420" cap="flat">
              <a:solidFill>
                <a:srgbClr val="61CE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1" name="pg191"/>
            <p:cNvSpPr/>
            <p:nvPr/>
          </p:nvSpPr>
          <p:spPr>
            <a:xfrm>
              <a:off x="3031116" y="2686384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5BC7AC">
                <a:alpha val="100000"/>
              </a:srgbClr>
            </a:solidFill>
            <a:ln w="5420" cap="flat">
              <a:solidFill>
                <a:srgbClr val="62CEA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2" name="pg192"/>
            <p:cNvSpPr/>
            <p:nvPr/>
          </p:nvSpPr>
          <p:spPr>
            <a:xfrm>
              <a:off x="3112553" y="2686384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5BC6AC">
                <a:alpha val="100000"/>
              </a:srgbClr>
            </a:solidFill>
            <a:ln w="5420" cap="flat">
              <a:solidFill>
                <a:srgbClr val="61CE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3" name="pg193"/>
            <p:cNvSpPr/>
            <p:nvPr/>
          </p:nvSpPr>
          <p:spPr>
            <a:xfrm>
              <a:off x="3193990" y="2686384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5AC5AC">
                <a:alpha val="100000"/>
              </a:srgbClr>
            </a:solidFill>
            <a:ln w="5420" cap="flat">
              <a:solidFill>
                <a:srgbClr val="60CD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4" name="pg194"/>
            <p:cNvSpPr/>
            <p:nvPr/>
          </p:nvSpPr>
          <p:spPr>
            <a:xfrm>
              <a:off x="3275427" y="2686384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59C4AC">
                <a:alpha val="100000"/>
              </a:srgbClr>
            </a:solidFill>
            <a:ln w="5420" cap="flat">
              <a:solidFill>
                <a:srgbClr val="5FCC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5" name="pg195"/>
            <p:cNvSpPr/>
            <p:nvPr/>
          </p:nvSpPr>
          <p:spPr>
            <a:xfrm>
              <a:off x="3356864" y="2686384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58C2AC">
                <a:alpha val="100000"/>
              </a:srgbClr>
            </a:solidFill>
            <a:ln w="5420" cap="flat">
              <a:solidFill>
                <a:srgbClr val="5ECA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6" name="pg196"/>
            <p:cNvSpPr/>
            <p:nvPr/>
          </p:nvSpPr>
          <p:spPr>
            <a:xfrm>
              <a:off x="3438301" y="2686384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57C0AB">
                <a:alpha val="100000"/>
              </a:srgbClr>
            </a:solidFill>
            <a:ln w="5420" cap="flat">
              <a:solidFill>
                <a:srgbClr val="5DC9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7" name="pg197"/>
            <p:cNvSpPr/>
            <p:nvPr/>
          </p:nvSpPr>
          <p:spPr>
            <a:xfrm>
              <a:off x="3519738" y="2686384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54BCAB">
                <a:alpha val="100000"/>
              </a:srgbClr>
            </a:solidFill>
            <a:ln w="5420" cap="flat">
              <a:solidFill>
                <a:srgbClr val="5BC6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8" name="pg198"/>
            <p:cNvSpPr/>
            <p:nvPr/>
          </p:nvSpPr>
          <p:spPr>
            <a:xfrm>
              <a:off x="3601176" y="2686384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54BBAB">
                <a:alpha val="100000"/>
              </a:srgbClr>
            </a:solidFill>
            <a:ln w="5420" cap="flat">
              <a:solidFill>
                <a:srgbClr val="5AC5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9" name="pg199"/>
            <p:cNvSpPr/>
            <p:nvPr/>
          </p:nvSpPr>
          <p:spPr>
            <a:xfrm>
              <a:off x="3682613" y="2686384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53BBAB">
                <a:alpha val="100000"/>
              </a:srgbClr>
            </a:solidFill>
            <a:ln w="5420" cap="flat">
              <a:solidFill>
                <a:srgbClr val="5AC4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0" name="pg200"/>
            <p:cNvSpPr/>
            <p:nvPr/>
          </p:nvSpPr>
          <p:spPr>
            <a:xfrm>
              <a:off x="3764050" y="2686384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53BAAB">
                <a:alpha val="100000"/>
              </a:srgbClr>
            </a:solidFill>
            <a:ln w="5420" cap="flat">
              <a:solidFill>
                <a:srgbClr val="5AC4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1" name="pg201"/>
            <p:cNvSpPr/>
            <p:nvPr/>
          </p:nvSpPr>
          <p:spPr>
            <a:xfrm>
              <a:off x="3845487" y="2686384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53BBAB">
                <a:alpha val="100000"/>
              </a:srgbClr>
            </a:solidFill>
            <a:ln w="5420" cap="flat">
              <a:solidFill>
                <a:srgbClr val="5AC4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2" name="pg202"/>
            <p:cNvSpPr/>
            <p:nvPr/>
          </p:nvSpPr>
          <p:spPr>
            <a:xfrm>
              <a:off x="4171236" y="2686384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50B6AB">
                <a:alpha val="100000"/>
              </a:srgbClr>
            </a:solidFill>
            <a:ln w="5420" cap="flat">
              <a:solidFill>
                <a:srgbClr val="57C0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3" name="pg203"/>
            <p:cNvSpPr/>
            <p:nvPr/>
          </p:nvSpPr>
          <p:spPr>
            <a:xfrm>
              <a:off x="4252673" y="2686384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4BB0AB">
                <a:alpha val="100000"/>
              </a:srgbClr>
            </a:solidFill>
            <a:ln w="5420" cap="flat">
              <a:solidFill>
                <a:srgbClr val="53BB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4" name="pg204"/>
            <p:cNvSpPr/>
            <p:nvPr/>
          </p:nvSpPr>
          <p:spPr>
            <a:xfrm>
              <a:off x="4334110" y="2686384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C9EAA">
                <a:alpha val="100000"/>
              </a:srgbClr>
            </a:solidFill>
            <a:ln w="5420" cap="flat">
              <a:solidFill>
                <a:srgbClr val="47AB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5" name="pg205"/>
            <p:cNvSpPr/>
            <p:nvPr/>
          </p:nvSpPr>
          <p:spPr>
            <a:xfrm>
              <a:off x="4415547" y="2686384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595A9">
                <a:alpha val="100000"/>
              </a:srgbClr>
            </a:solidFill>
            <a:ln w="5420" cap="flat">
              <a:solidFill>
                <a:srgbClr val="40A3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6" name="pg206"/>
            <p:cNvSpPr/>
            <p:nvPr/>
          </p:nvSpPr>
          <p:spPr>
            <a:xfrm>
              <a:off x="4496984" y="2686384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78DA7">
                <a:alpha val="100000"/>
              </a:srgbClr>
            </a:solidFill>
            <a:ln w="5420" cap="flat">
              <a:solidFill>
                <a:srgbClr val="3A9C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7" name="pg207"/>
            <p:cNvSpPr/>
            <p:nvPr/>
          </p:nvSpPr>
          <p:spPr>
            <a:xfrm>
              <a:off x="4578421" y="2686384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889A6">
                <a:alpha val="100000"/>
              </a:srgbClr>
            </a:solidFill>
            <a:ln w="5420" cap="flat">
              <a:solidFill>
                <a:srgbClr val="3699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8" name="pg208"/>
            <p:cNvSpPr/>
            <p:nvPr/>
          </p:nvSpPr>
          <p:spPr>
            <a:xfrm>
              <a:off x="4659858" y="2686384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889A6">
                <a:alpha val="100000"/>
              </a:srgbClr>
            </a:solidFill>
            <a:ln w="5420" cap="flat">
              <a:solidFill>
                <a:srgbClr val="3699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9" name="pg209"/>
            <p:cNvSpPr/>
            <p:nvPr/>
          </p:nvSpPr>
          <p:spPr>
            <a:xfrm>
              <a:off x="4741296" y="2686384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88AA6">
                <a:alpha val="100000"/>
              </a:srgbClr>
            </a:solidFill>
            <a:ln w="5420" cap="flat">
              <a:solidFill>
                <a:srgbClr val="379A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0" name="pg210"/>
            <p:cNvSpPr/>
            <p:nvPr/>
          </p:nvSpPr>
          <p:spPr>
            <a:xfrm>
              <a:off x="4822733" y="2686384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78CA7">
                <a:alpha val="100000"/>
              </a:srgbClr>
            </a:solidFill>
            <a:ln w="5420" cap="flat">
              <a:solidFill>
                <a:srgbClr val="399C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1" name="pg211"/>
            <p:cNvSpPr/>
            <p:nvPr/>
          </p:nvSpPr>
          <p:spPr>
            <a:xfrm>
              <a:off x="4904170" y="2686384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78EA7">
                <a:alpha val="100000"/>
              </a:srgbClr>
            </a:solidFill>
            <a:ln w="5420" cap="flat">
              <a:solidFill>
                <a:srgbClr val="3B9D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2" name="pg212"/>
            <p:cNvSpPr/>
            <p:nvPr/>
          </p:nvSpPr>
          <p:spPr>
            <a:xfrm>
              <a:off x="2868241" y="2789700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5FCCAC">
                <a:alpha val="100000"/>
              </a:srgbClr>
            </a:solidFill>
            <a:ln w="5420" cap="flat">
              <a:solidFill>
                <a:srgbClr val="6ED2B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3" name="pg213"/>
            <p:cNvSpPr/>
            <p:nvPr/>
          </p:nvSpPr>
          <p:spPr>
            <a:xfrm>
              <a:off x="2949678" y="2789700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5FCDAC">
                <a:alpha val="100000"/>
              </a:srgbClr>
            </a:solidFill>
            <a:ln w="5420" cap="flat">
              <a:solidFill>
                <a:srgbClr val="70D2B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4" name="pg214"/>
            <p:cNvSpPr/>
            <p:nvPr/>
          </p:nvSpPr>
          <p:spPr>
            <a:xfrm>
              <a:off x="3031116" y="2789700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60CDAC">
                <a:alpha val="100000"/>
              </a:srgbClr>
            </a:solidFill>
            <a:ln w="5420" cap="flat">
              <a:solidFill>
                <a:srgbClr val="71D3B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5" name="pg215"/>
            <p:cNvSpPr/>
            <p:nvPr/>
          </p:nvSpPr>
          <p:spPr>
            <a:xfrm>
              <a:off x="3112553" y="2789700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5FCDAC">
                <a:alpha val="100000"/>
              </a:srgbClr>
            </a:solidFill>
            <a:ln w="5420" cap="flat">
              <a:solidFill>
                <a:srgbClr val="70D2B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6" name="pg216"/>
            <p:cNvSpPr/>
            <p:nvPr/>
          </p:nvSpPr>
          <p:spPr>
            <a:xfrm>
              <a:off x="3193990" y="2789700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5ECBAC">
                <a:alpha val="100000"/>
              </a:srgbClr>
            </a:solidFill>
            <a:ln w="5420" cap="flat">
              <a:solidFill>
                <a:srgbClr val="6DD1B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7" name="pg217"/>
            <p:cNvSpPr/>
            <p:nvPr/>
          </p:nvSpPr>
          <p:spPr>
            <a:xfrm>
              <a:off x="3275427" y="2789700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5DC9AC">
                <a:alpha val="100000"/>
              </a:srgbClr>
            </a:solidFill>
            <a:ln w="5420" cap="flat">
              <a:solidFill>
                <a:srgbClr val="68D0A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8" name="pg218"/>
            <p:cNvSpPr/>
            <p:nvPr/>
          </p:nvSpPr>
          <p:spPr>
            <a:xfrm>
              <a:off x="3356864" y="2789700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5BC6AC">
                <a:alpha val="100000"/>
              </a:srgbClr>
            </a:solidFill>
            <a:ln w="5420" cap="flat">
              <a:solidFill>
                <a:srgbClr val="61CE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9" name="pg219"/>
            <p:cNvSpPr/>
            <p:nvPr/>
          </p:nvSpPr>
          <p:spPr>
            <a:xfrm>
              <a:off x="3438301" y="2789700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59C3AC">
                <a:alpha val="100000"/>
              </a:srgbClr>
            </a:solidFill>
            <a:ln w="5420" cap="flat">
              <a:solidFill>
                <a:srgbClr val="5FCC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0" name="pg220"/>
            <p:cNvSpPr/>
            <p:nvPr/>
          </p:nvSpPr>
          <p:spPr>
            <a:xfrm>
              <a:off x="3519738" y="2789700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55BDAB">
                <a:alpha val="100000"/>
              </a:srgbClr>
            </a:solidFill>
            <a:ln w="5420" cap="flat">
              <a:solidFill>
                <a:srgbClr val="5BC6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1" name="pg221"/>
            <p:cNvSpPr/>
            <p:nvPr/>
          </p:nvSpPr>
          <p:spPr>
            <a:xfrm>
              <a:off x="3601176" y="2789700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53BAAB">
                <a:alpha val="100000"/>
              </a:srgbClr>
            </a:solidFill>
            <a:ln w="5420" cap="flat">
              <a:solidFill>
                <a:srgbClr val="59C4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2" name="pg222"/>
            <p:cNvSpPr/>
            <p:nvPr/>
          </p:nvSpPr>
          <p:spPr>
            <a:xfrm>
              <a:off x="3682613" y="2789700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52B8AB">
                <a:alpha val="100000"/>
              </a:srgbClr>
            </a:solidFill>
            <a:ln w="5420" cap="flat">
              <a:solidFill>
                <a:srgbClr val="58C2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3" name="pg223"/>
            <p:cNvSpPr/>
            <p:nvPr/>
          </p:nvSpPr>
          <p:spPr>
            <a:xfrm>
              <a:off x="3764050" y="2789700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50B7AB">
                <a:alpha val="100000"/>
              </a:srgbClr>
            </a:solidFill>
            <a:ln w="5420" cap="flat">
              <a:solidFill>
                <a:srgbClr val="57C1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4" name="pg224"/>
            <p:cNvSpPr/>
            <p:nvPr/>
          </p:nvSpPr>
          <p:spPr>
            <a:xfrm>
              <a:off x="3845487" y="2789700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50B6AB">
                <a:alpha val="100000"/>
              </a:srgbClr>
            </a:solidFill>
            <a:ln w="5420" cap="flat">
              <a:solidFill>
                <a:srgbClr val="57C0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5" name="pg225"/>
            <p:cNvSpPr/>
            <p:nvPr/>
          </p:nvSpPr>
          <p:spPr>
            <a:xfrm>
              <a:off x="4171236" y="2789700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49ADAB">
                <a:alpha val="100000"/>
              </a:srgbClr>
            </a:solidFill>
            <a:ln w="5420" cap="flat">
              <a:solidFill>
                <a:srgbClr val="51B8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6" name="pg226"/>
            <p:cNvSpPr/>
            <p:nvPr/>
          </p:nvSpPr>
          <p:spPr>
            <a:xfrm>
              <a:off x="4252673" y="2789700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45A9AA">
                <a:alpha val="100000"/>
              </a:srgbClr>
            </a:solidFill>
            <a:ln w="5420" cap="flat">
              <a:solidFill>
                <a:srgbClr val="4EB4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7" name="pg227"/>
            <p:cNvSpPr/>
            <p:nvPr/>
          </p:nvSpPr>
          <p:spPr>
            <a:xfrm>
              <a:off x="4334110" y="2789700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99CA9">
                <a:alpha val="100000"/>
              </a:srgbClr>
            </a:solidFill>
            <a:ln w="5420" cap="flat">
              <a:solidFill>
                <a:srgbClr val="45A9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8" name="pg228"/>
            <p:cNvSpPr/>
            <p:nvPr/>
          </p:nvSpPr>
          <p:spPr>
            <a:xfrm>
              <a:off x="4415547" y="2789700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595A9">
                <a:alpha val="100000"/>
              </a:srgbClr>
            </a:solidFill>
            <a:ln w="5420" cap="flat">
              <a:solidFill>
                <a:srgbClr val="40A3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9" name="pg229"/>
            <p:cNvSpPr/>
            <p:nvPr/>
          </p:nvSpPr>
          <p:spPr>
            <a:xfrm>
              <a:off x="4496984" y="2789700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690A8">
                <a:alpha val="100000"/>
              </a:srgbClr>
            </a:solidFill>
            <a:ln w="5420" cap="flat">
              <a:solidFill>
                <a:srgbClr val="3C9F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0" name="pg230"/>
            <p:cNvSpPr/>
            <p:nvPr/>
          </p:nvSpPr>
          <p:spPr>
            <a:xfrm>
              <a:off x="4578421" y="2789700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78DA7">
                <a:alpha val="100000"/>
              </a:srgbClr>
            </a:solidFill>
            <a:ln w="5420" cap="flat">
              <a:solidFill>
                <a:srgbClr val="3A9C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1" name="pg231"/>
            <p:cNvSpPr/>
            <p:nvPr/>
          </p:nvSpPr>
          <p:spPr>
            <a:xfrm>
              <a:off x="4659858" y="2789700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78CA7">
                <a:alpha val="100000"/>
              </a:srgbClr>
            </a:solidFill>
            <a:ln w="5420" cap="flat">
              <a:solidFill>
                <a:srgbClr val="399B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2" name="pg232"/>
            <p:cNvSpPr/>
            <p:nvPr/>
          </p:nvSpPr>
          <p:spPr>
            <a:xfrm>
              <a:off x="4741296" y="2789700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78CA7">
                <a:alpha val="100000"/>
              </a:srgbClr>
            </a:solidFill>
            <a:ln w="5420" cap="flat">
              <a:solidFill>
                <a:srgbClr val="399C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3" name="pg233"/>
            <p:cNvSpPr/>
            <p:nvPr/>
          </p:nvSpPr>
          <p:spPr>
            <a:xfrm>
              <a:off x="4822733" y="2789700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78DA7">
                <a:alpha val="100000"/>
              </a:srgbClr>
            </a:solidFill>
            <a:ln w="5420" cap="flat">
              <a:solidFill>
                <a:srgbClr val="3A9D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4" name="pg234"/>
            <p:cNvSpPr/>
            <p:nvPr/>
          </p:nvSpPr>
          <p:spPr>
            <a:xfrm>
              <a:off x="2786804" y="2893016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67D0AE">
                <a:alpha val="100000"/>
              </a:srgbClr>
            </a:solidFill>
            <a:ln w="5420" cap="flat">
              <a:solidFill>
                <a:srgbClr val="78D5B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5" name="pg235"/>
            <p:cNvSpPr/>
            <p:nvPr/>
          </p:nvSpPr>
          <p:spPr>
            <a:xfrm>
              <a:off x="2868241" y="2893016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6CD1B0">
                <a:alpha val="100000"/>
              </a:srgbClr>
            </a:solidFill>
            <a:ln w="5420" cap="flat">
              <a:solidFill>
                <a:srgbClr val="7CD6B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6" name="pg236"/>
            <p:cNvSpPr/>
            <p:nvPr/>
          </p:nvSpPr>
          <p:spPr>
            <a:xfrm>
              <a:off x="2949678" y="2893016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70D2B2">
                <a:alpha val="100000"/>
              </a:srgbClr>
            </a:solidFill>
            <a:ln w="5420" cap="flat">
              <a:solidFill>
                <a:srgbClr val="80D7B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7" name="pg237"/>
            <p:cNvSpPr/>
            <p:nvPr/>
          </p:nvSpPr>
          <p:spPr>
            <a:xfrm>
              <a:off x="3031116" y="2893016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72D3B3">
                <a:alpha val="100000"/>
              </a:srgbClr>
            </a:solidFill>
            <a:ln w="5420" cap="flat">
              <a:solidFill>
                <a:srgbClr val="82D7B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8" name="pg238"/>
            <p:cNvSpPr/>
            <p:nvPr/>
          </p:nvSpPr>
          <p:spPr>
            <a:xfrm>
              <a:off x="3112553" y="2893016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71D3B2">
                <a:alpha val="100000"/>
              </a:srgbClr>
            </a:solidFill>
            <a:ln w="5420" cap="flat">
              <a:solidFill>
                <a:srgbClr val="81D7B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9" name="pg239"/>
            <p:cNvSpPr/>
            <p:nvPr/>
          </p:nvSpPr>
          <p:spPr>
            <a:xfrm>
              <a:off x="3193990" y="2893016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6DD2B1">
                <a:alpha val="100000"/>
              </a:srgbClr>
            </a:solidFill>
            <a:ln w="5420" cap="flat">
              <a:solidFill>
                <a:srgbClr val="7DD6B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0" name="pg240"/>
            <p:cNvSpPr/>
            <p:nvPr/>
          </p:nvSpPr>
          <p:spPr>
            <a:xfrm>
              <a:off x="3275427" y="2893016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66CFAE">
                <a:alpha val="100000"/>
              </a:srgbClr>
            </a:solidFill>
            <a:ln w="5420" cap="flat">
              <a:solidFill>
                <a:srgbClr val="77D4B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1" name="pg241"/>
            <p:cNvSpPr/>
            <p:nvPr/>
          </p:nvSpPr>
          <p:spPr>
            <a:xfrm>
              <a:off x="3356864" y="2893016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5FCCAC">
                <a:alpha val="100000"/>
              </a:srgbClr>
            </a:solidFill>
            <a:ln w="5420" cap="flat">
              <a:solidFill>
                <a:srgbClr val="6FD2B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2" name="pg242"/>
            <p:cNvSpPr/>
            <p:nvPr/>
          </p:nvSpPr>
          <p:spPr>
            <a:xfrm>
              <a:off x="3438301" y="2893016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5CC8AC">
                <a:alpha val="100000"/>
              </a:srgbClr>
            </a:solidFill>
            <a:ln w="5420" cap="flat">
              <a:solidFill>
                <a:srgbClr val="64CFA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3" name="pg243"/>
            <p:cNvSpPr/>
            <p:nvPr/>
          </p:nvSpPr>
          <p:spPr>
            <a:xfrm>
              <a:off x="3519738" y="2893016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56BEAB">
                <a:alpha val="100000"/>
              </a:srgbClr>
            </a:solidFill>
            <a:ln w="5420" cap="flat">
              <a:solidFill>
                <a:srgbClr val="5CC7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4" name="pg244"/>
            <p:cNvSpPr/>
            <p:nvPr/>
          </p:nvSpPr>
          <p:spPr>
            <a:xfrm>
              <a:off x="3601176" y="2893016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53BAAB">
                <a:alpha val="100000"/>
              </a:srgbClr>
            </a:solidFill>
            <a:ln w="5420" cap="flat">
              <a:solidFill>
                <a:srgbClr val="59C4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5" name="pg245"/>
            <p:cNvSpPr/>
            <p:nvPr/>
          </p:nvSpPr>
          <p:spPr>
            <a:xfrm>
              <a:off x="3682613" y="2893016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50B7AB">
                <a:alpha val="100000"/>
              </a:srgbClr>
            </a:solidFill>
            <a:ln w="5420" cap="flat">
              <a:solidFill>
                <a:srgbClr val="57C1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6" name="pg246"/>
            <p:cNvSpPr/>
            <p:nvPr/>
          </p:nvSpPr>
          <p:spPr>
            <a:xfrm>
              <a:off x="3764050" y="2893016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4EB4AB">
                <a:alpha val="100000"/>
              </a:srgbClr>
            </a:solidFill>
            <a:ln w="5420" cap="flat">
              <a:solidFill>
                <a:srgbClr val="56BE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7" name="pg247"/>
            <p:cNvSpPr/>
            <p:nvPr/>
          </p:nvSpPr>
          <p:spPr>
            <a:xfrm>
              <a:off x="3845487" y="2893016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4CB2AB">
                <a:alpha val="100000"/>
              </a:srgbClr>
            </a:solidFill>
            <a:ln w="5420" cap="flat">
              <a:solidFill>
                <a:srgbClr val="54BC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8" name="pg248"/>
            <p:cNvSpPr/>
            <p:nvPr/>
          </p:nvSpPr>
          <p:spPr>
            <a:xfrm>
              <a:off x="3926924" y="2893016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4BAFAB">
                <a:alpha val="100000"/>
              </a:srgbClr>
            </a:solidFill>
            <a:ln w="5420" cap="flat">
              <a:solidFill>
                <a:srgbClr val="53BA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9" name="pg249"/>
            <p:cNvSpPr/>
            <p:nvPr/>
          </p:nvSpPr>
          <p:spPr>
            <a:xfrm>
              <a:off x="4252673" y="2893016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41A4AA">
                <a:alpha val="100000"/>
              </a:srgbClr>
            </a:solidFill>
            <a:ln w="5420" cap="flat">
              <a:solidFill>
                <a:srgbClr val="4BB0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0" name="pg250"/>
            <p:cNvSpPr/>
            <p:nvPr/>
          </p:nvSpPr>
          <p:spPr>
            <a:xfrm>
              <a:off x="4334110" y="2893016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89BA9">
                <a:alpha val="100000"/>
              </a:srgbClr>
            </a:solidFill>
            <a:ln w="5420" cap="flat">
              <a:solidFill>
                <a:srgbClr val="45A8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1" name="pg251"/>
            <p:cNvSpPr/>
            <p:nvPr/>
          </p:nvSpPr>
          <p:spPr>
            <a:xfrm>
              <a:off x="4415547" y="2893016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497A9">
                <a:alpha val="100000"/>
              </a:srgbClr>
            </a:solidFill>
            <a:ln w="5420" cap="flat">
              <a:solidFill>
                <a:srgbClr val="41A4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2" name="pg252"/>
            <p:cNvSpPr/>
            <p:nvPr/>
          </p:nvSpPr>
          <p:spPr>
            <a:xfrm>
              <a:off x="4496984" y="2893016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693A8">
                <a:alpha val="100000"/>
              </a:srgbClr>
            </a:solidFill>
            <a:ln w="5420" cap="flat">
              <a:solidFill>
                <a:srgbClr val="3EA1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3" name="pg253"/>
            <p:cNvSpPr/>
            <p:nvPr/>
          </p:nvSpPr>
          <p:spPr>
            <a:xfrm>
              <a:off x="4578421" y="2893016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690A8">
                <a:alpha val="100000"/>
              </a:srgbClr>
            </a:solidFill>
            <a:ln w="5420" cap="flat">
              <a:solidFill>
                <a:srgbClr val="3C9F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4" name="pg254"/>
            <p:cNvSpPr/>
            <p:nvPr/>
          </p:nvSpPr>
          <p:spPr>
            <a:xfrm>
              <a:off x="4659858" y="2893016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78FA7">
                <a:alpha val="100000"/>
              </a:srgbClr>
            </a:solidFill>
            <a:ln w="5420" cap="flat">
              <a:solidFill>
                <a:srgbClr val="3B9E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5" name="pg255"/>
            <p:cNvSpPr/>
            <p:nvPr/>
          </p:nvSpPr>
          <p:spPr>
            <a:xfrm>
              <a:off x="4741296" y="2893016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78FA7">
                <a:alpha val="100000"/>
              </a:srgbClr>
            </a:solidFill>
            <a:ln w="5420" cap="flat">
              <a:solidFill>
                <a:srgbClr val="3B9E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6" name="pg256"/>
            <p:cNvSpPr/>
            <p:nvPr/>
          </p:nvSpPr>
          <p:spPr>
            <a:xfrm>
              <a:off x="2786804" y="2996333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75D4B4">
                <a:alpha val="100000"/>
              </a:srgbClr>
            </a:solidFill>
            <a:ln w="5420" cap="flat">
              <a:solidFill>
                <a:srgbClr val="84D8B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7" name="pg257"/>
            <p:cNvSpPr/>
            <p:nvPr/>
          </p:nvSpPr>
          <p:spPr>
            <a:xfrm>
              <a:off x="2868241" y="2996333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7DD6B7">
                <a:alpha val="100000"/>
              </a:srgbClr>
            </a:solidFill>
            <a:ln w="5420" cap="flat">
              <a:solidFill>
                <a:srgbClr val="8BDAB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8" name="pg258"/>
            <p:cNvSpPr/>
            <p:nvPr/>
          </p:nvSpPr>
          <p:spPr>
            <a:xfrm>
              <a:off x="2949678" y="2996333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84D8BA">
                <a:alpha val="100000"/>
              </a:srgbClr>
            </a:solidFill>
            <a:ln w="5420" cap="flat">
              <a:solidFill>
                <a:srgbClr val="90DCB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9" name="pg259"/>
            <p:cNvSpPr/>
            <p:nvPr/>
          </p:nvSpPr>
          <p:spPr>
            <a:xfrm>
              <a:off x="3031116" y="2996333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87D9BB">
                <a:alpha val="100000"/>
              </a:srgbClr>
            </a:solidFill>
            <a:ln w="5420" cap="flat">
              <a:solidFill>
                <a:srgbClr val="93DDC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0" name="pg260"/>
            <p:cNvSpPr/>
            <p:nvPr/>
          </p:nvSpPr>
          <p:spPr>
            <a:xfrm>
              <a:off x="3112553" y="2996333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87D9BB">
                <a:alpha val="100000"/>
              </a:srgbClr>
            </a:solidFill>
            <a:ln w="5420" cap="flat">
              <a:solidFill>
                <a:srgbClr val="92DDC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1" name="pg261"/>
            <p:cNvSpPr/>
            <p:nvPr/>
          </p:nvSpPr>
          <p:spPr>
            <a:xfrm>
              <a:off x="3193990" y="2996333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82D8B9">
                <a:alpha val="100000"/>
              </a:srgbClr>
            </a:solidFill>
            <a:ln w="5420" cap="flat">
              <a:solidFill>
                <a:srgbClr val="8FDBB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2" name="pg262"/>
            <p:cNvSpPr/>
            <p:nvPr/>
          </p:nvSpPr>
          <p:spPr>
            <a:xfrm>
              <a:off x="3275427" y="2996333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7AD5B6">
                <a:alpha val="100000"/>
              </a:srgbClr>
            </a:solidFill>
            <a:ln w="5420" cap="flat">
              <a:solidFill>
                <a:srgbClr val="88D9B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3" name="pg263"/>
            <p:cNvSpPr/>
            <p:nvPr/>
          </p:nvSpPr>
          <p:spPr>
            <a:xfrm>
              <a:off x="3356864" y="2996333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6DD2B1">
                <a:alpha val="100000"/>
              </a:srgbClr>
            </a:solidFill>
            <a:ln w="5420" cap="flat">
              <a:solidFill>
                <a:srgbClr val="7DD6B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4" name="pg264"/>
            <p:cNvSpPr/>
            <p:nvPr/>
          </p:nvSpPr>
          <p:spPr>
            <a:xfrm>
              <a:off x="3438301" y="2996333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5FCDAC">
                <a:alpha val="100000"/>
              </a:srgbClr>
            </a:solidFill>
            <a:ln w="5420" cap="flat">
              <a:solidFill>
                <a:srgbClr val="70D2B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5" name="pg265"/>
            <p:cNvSpPr/>
            <p:nvPr/>
          </p:nvSpPr>
          <p:spPr>
            <a:xfrm>
              <a:off x="3519738" y="2996333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57C0AC">
                <a:alpha val="100000"/>
              </a:srgbClr>
            </a:solidFill>
            <a:ln w="5420" cap="flat">
              <a:solidFill>
                <a:srgbClr val="5DC9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6" name="pg266"/>
            <p:cNvSpPr/>
            <p:nvPr/>
          </p:nvSpPr>
          <p:spPr>
            <a:xfrm>
              <a:off x="3601176" y="2996333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53BBAB">
                <a:alpha val="100000"/>
              </a:srgbClr>
            </a:solidFill>
            <a:ln w="5420" cap="flat">
              <a:solidFill>
                <a:srgbClr val="5AC4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7" name="pg267"/>
            <p:cNvSpPr/>
            <p:nvPr/>
          </p:nvSpPr>
          <p:spPr>
            <a:xfrm>
              <a:off x="3682613" y="2996333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50B6AB">
                <a:alpha val="100000"/>
              </a:srgbClr>
            </a:solidFill>
            <a:ln w="5420" cap="flat">
              <a:solidFill>
                <a:srgbClr val="57C0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8" name="pg268"/>
            <p:cNvSpPr/>
            <p:nvPr/>
          </p:nvSpPr>
          <p:spPr>
            <a:xfrm>
              <a:off x="3764050" y="2996333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4CB2AB">
                <a:alpha val="100000"/>
              </a:srgbClr>
            </a:solidFill>
            <a:ln w="5420" cap="flat">
              <a:solidFill>
                <a:srgbClr val="54BC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9" name="pg269"/>
            <p:cNvSpPr/>
            <p:nvPr/>
          </p:nvSpPr>
          <p:spPr>
            <a:xfrm>
              <a:off x="3845487" y="2996333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4AAEAB">
                <a:alpha val="100000"/>
              </a:srgbClr>
            </a:solidFill>
            <a:ln w="5420" cap="flat">
              <a:solidFill>
                <a:srgbClr val="52B9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0" name="pg270"/>
            <p:cNvSpPr/>
            <p:nvPr/>
          </p:nvSpPr>
          <p:spPr>
            <a:xfrm>
              <a:off x="3926924" y="2996333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47ABAA">
                <a:alpha val="100000"/>
              </a:srgbClr>
            </a:solidFill>
            <a:ln w="5420" cap="flat">
              <a:solidFill>
                <a:srgbClr val="50B6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1" name="pg271"/>
            <p:cNvSpPr/>
            <p:nvPr/>
          </p:nvSpPr>
          <p:spPr>
            <a:xfrm>
              <a:off x="4252673" y="2996333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D9FAA">
                <a:alpha val="100000"/>
              </a:srgbClr>
            </a:solidFill>
            <a:ln w="5420" cap="flat">
              <a:solidFill>
                <a:srgbClr val="48AC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2" name="pg272"/>
            <p:cNvSpPr/>
            <p:nvPr/>
          </p:nvSpPr>
          <p:spPr>
            <a:xfrm>
              <a:off x="4334110" y="2996333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79AA9">
                <a:alpha val="100000"/>
              </a:srgbClr>
            </a:solidFill>
            <a:ln w="5420" cap="flat">
              <a:solidFill>
                <a:srgbClr val="44A7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3" name="pg273"/>
            <p:cNvSpPr/>
            <p:nvPr/>
          </p:nvSpPr>
          <p:spPr>
            <a:xfrm>
              <a:off x="4415547" y="2996333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497A9">
                <a:alpha val="100000"/>
              </a:srgbClr>
            </a:solidFill>
            <a:ln w="5420" cap="flat">
              <a:solidFill>
                <a:srgbClr val="41A4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4" name="pg274"/>
            <p:cNvSpPr/>
            <p:nvPr/>
          </p:nvSpPr>
          <p:spPr>
            <a:xfrm>
              <a:off x="4496984" y="2996333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594A8">
                <a:alpha val="100000"/>
              </a:srgbClr>
            </a:solidFill>
            <a:ln w="5420" cap="flat">
              <a:solidFill>
                <a:srgbClr val="3FA2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5" name="pg275"/>
            <p:cNvSpPr/>
            <p:nvPr/>
          </p:nvSpPr>
          <p:spPr>
            <a:xfrm>
              <a:off x="4578421" y="2996333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692A8">
                <a:alpha val="100000"/>
              </a:srgbClr>
            </a:solidFill>
            <a:ln w="5420" cap="flat">
              <a:solidFill>
                <a:srgbClr val="3EA1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6" name="pg276"/>
            <p:cNvSpPr/>
            <p:nvPr/>
          </p:nvSpPr>
          <p:spPr>
            <a:xfrm>
              <a:off x="4659858" y="2996333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691A8">
                <a:alpha val="100000"/>
              </a:srgbClr>
            </a:solidFill>
            <a:ln w="5420" cap="flat">
              <a:solidFill>
                <a:srgbClr val="3DA0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7" name="pg277"/>
            <p:cNvSpPr/>
            <p:nvPr/>
          </p:nvSpPr>
          <p:spPr>
            <a:xfrm>
              <a:off x="2705367" y="3099649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77D4B5">
                <a:alpha val="100000"/>
              </a:srgbClr>
            </a:solidFill>
            <a:ln w="5420" cap="flat">
              <a:solidFill>
                <a:srgbClr val="85D9B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8" name="pg278"/>
            <p:cNvSpPr/>
            <p:nvPr/>
          </p:nvSpPr>
          <p:spPr>
            <a:xfrm>
              <a:off x="2786804" y="3099649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83D8BA">
                <a:alpha val="100000"/>
              </a:srgbClr>
            </a:solidFill>
            <a:ln w="5420" cap="flat">
              <a:solidFill>
                <a:srgbClr val="8FDCB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9" name="pg279"/>
            <p:cNvSpPr/>
            <p:nvPr/>
          </p:nvSpPr>
          <p:spPr>
            <a:xfrm>
              <a:off x="2868241" y="3099649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8DDBBE">
                <a:alpha val="100000"/>
              </a:srgbClr>
            </a:solidFill>
            <a:ln w="5420" cap="flat">
              <a:solidFill>
                <a:srgbClr val="98DEC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0" name="pg280"/>
            <p:cNvSpPr/>
            <p:nvPr/>
          </p:nvSpPr>
          <p:spPr>
            <a:xfrm>
              <a:off x="2949678" y="3099649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96DEC2">
                <a:alpha val="100000"/>
              </a:srgbClr>
            </a:solidFill>
            <a:ln w="5420" cap="flat">
              <a:solidFill>
                <a:srgbClr val="9FE1C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1" name="pg281"/>
            <p:cNvSpPr/>
            <p:nvPr/>
          </p:nvSpPr>
          <p:spPr>
            <a:xfrm>
              <a:off x="3031116" y="3099649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9BDFC4">
                <a:alpha val="100000"/>
              </a:srgbClr>
            </a:solidFill>
            <a:ln w="5420" cap="flat">
              <a:solidFill>
                <a:srgbClr val="A3E2C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2" name="pg282"/>
            <p:cNvSpPr/>
            <p:nvPr/>
          </p:nvSpPr>
          <p:spPr>
            <a:xfrm>
              <a:off x="3112553" y="3099649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9BDFC4">
                <a:alpha val="100000"/>
              </a:srgbClr>
            </a:solidFill>
            <a:ln w="5420" cap="flat">
              <a:solidFill>
                <a:srgbClr val="A4E2C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3" name="pg283"/>
            <p:cNvSpPr/>
            <p:nvPr/>
          </p:nvSpPr>
          <p:spPr>
            <a:xfrm>
              <a:off x="3193990" y="3099649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97DEC2">
                <a:alpha val="100000"/>
              </a:srgbClr>
            </a:solidFill>
            <a:ln w="5420" cap="flat">
              <a:solidFill>
                <a:srgbClr val="A0E1C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4" name="pg284"/>
            <p:cNvSpPr/>
            <p:nvPr/>
          </p:nvSpPr>
          <p:spPr>
            <a:xfrm>
              <a:off x="3275427" y="3099649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8DDBBE">
                <a:alpha val="100000"/>
              </a:srgbClr>
            </a:solidFill>
            <a:ln w="5420" cap="flat">
              <a:solidFill>
                <a:srgbClr val="98DEC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5" name="pg285"/>
            <p:cNvSpPr/>
            <p:nvPr/>
          </p:nvSpPr>
          <p:spPr>
            <a:xfrm>
              <a:off x="3356864" y="3099649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7FD7B8">
                <a:alpha val="100000"/>
              </a:srgbClr>
            </a:solidFill>
            <a:ln w="5420" cap="flat">
              <a:solidFill>
                <a:srgbClr val="8CDBB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6" name="pg286"/>
            <p:cNvSpPr/>
            <p:nvPr/>
          </p:nvSpPr>
          <p:spPr>
            <a:xfrm>
              <a:off x="3438301" y="3099649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6CD1B0">
                <a:alpha val="100000"/>
              </a:srgbClr>
            </a:solidFill>
            <a:ln w="5420" cap="flat">
              <a:solidFill>
                <a:srgbClr val="7CD6B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7" name="pg287"/>
            <p:cNvSpPr/>
            <p:nvPr/>
          </p:nvSpPr>
          <p:spPr>
            <a:xfrm>
              <a:off x="3519738" y="3099649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58C2AC">
                <a:alpha val="100000"/>
              </a:srgbClr>
            </a:solidFill>
            <a:ln w="5420" cap="flat">
              <a:solidFill>
                <a:srgbClr val="5ECB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8" name="pg288"/>
            <p:cNvSpPr/>
            <p:nvPr/>
          </p:nvSpPr>
          <p:spPr>
            <a:xfrm>
              <a:off x="3601176" y="3099649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53BBAB">
                <a:alpha val="100000"/>
              </a:srgbClr>
            </a:solidFill>
            <a:ln w="5420" cap="flat">
              <a:solidFill>
                <a:srgbClr val="5AC4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9" name="pg289"/>
            <p:cNvSpPr/>
            <p:nvPr/>
          </p:nvSpPr>
          <p:spPr>
            <a:xfrm>
              <a:off x="3682613" y="3099649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4FB5AB">
                <a:alpha val="100000"/>
              </a:srgbClr>
            </a:solidFill>
            <a:ln w="5420" cap="flat">
              <a:solidFill>
                <a:srgbClr val="56BF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0" name="pg290"/>
            <p:cNvSpPr/>
            <p:nvPr/>
          </p:nvSpPr>
          <p:spPr>
            <a:xfrm>
              <a:off x="3764050" y="3099649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4BAFAB">
                <a:alpha val="100000"/>
              </a:srgbClr>
            </a:solidFill>
            <a:ln w="5420" cap="flat">
              <a:solidFill>
                <a:srgbClr val="53BA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1" name="pg291"/>
            <p:cNvSpPr/>
            <p:nvPr/>
          </p:nvSpPr>
          <p:spPr>
            <a:xfrm>
              <a:off x="3845487" y="3099649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47ABAA">
                <a:alpha val="100000"/>
              </a:srgbClr>
            </a:solidFill>
            <a:ln w="5420" cap="flat">
              <a:solidFill>
                <a:srgbClr val="50B6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2" name="pg292"/>
            <p:cNvSpPr/>
            <p:nvPr/>
          </p:nvSpPr>
          <p:spPr>
            <a:xfrm>
              <a:off x="3926924" y="3099649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44A7AA">
                <a:alpha val="100000"/>
              </a:srgbClr>
            </a:solidFill>
            <a:ln w="5420" cap="flat">
              <a:solidFill>
                <a:srgbClr val="4DB3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3" name="pg293"/>
            <p:cNvSpPr/>
            <p:nvPr/>
          </p:nvSpPr>
          <p:spPr>
            <a:xfrm>
              <a:off x="4008361" y="3099649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41A4AA">
                <a:alpha val="100000"/>
              </a:srgbClr>
            </a:solidFill>
            <a:ln w="5420" cap="flat">
              <a:solidFill>
                <a:srgbClr val="4BB0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4" name="pg294"/>
            <p:cNvSpPr/>
            <p:nvPr/>
          </p:nvSpPr>
          <p:spPr>
            <a:xfrm>
              <a:off x="4252673" y="3099649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99BA9">
                <a:alpha val="100000"/>
              </a:srgbClr>
            </a:solidFill>
            <a:ln w="5420" cap="flat">
              <a:solidFill>
                <a:srgbClr val="45A8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5" name="pg295"/>
            <p:cNvSpPr/>
            <p:nvPr/>
          </p:nvSpPr>
          <p:spPr>
            <a:xfrm>
              <a:off x="4334110" y="3099649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598A9">
                <a:alpha val="100000"/>
              </a:srgbClr>
            </a:solidFill>
            <a:ln w="5420" cap="flat">
              <a:solidFill>
                <a:srgbClr val="42A5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6" name="pg296"/>
            <p:cNvSpPr/>
            <p:nvPr/>
          </p:nvSpPr>
          <p:spPr>
            <a:xfrm>
              <a:off x="4415547" y="3099649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496A9">
                <a:alpha val="100000"/>
              </a:srgbClr>
            </a:solidFill>
            <a:ln w="5420" cap="flat">
              <a:solidFill>
                <a:srgbClr val="41A4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7" name="pg297"/>
            <p:cNvSpPr/>
            <p:nvPr/>
          </p:nvSpPr>
          <p:spPr>
            <a:xfrm>
              <a:off x="4496984" y="3099649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594A8">
                <a:alpha val="100000"/>
              </a:srgbClr>
            </a:solidFill>
            <a:ln w="5420" cap="flat">
              <a:solidFill>
                <a:srgbClr val="3FA2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8" name="pg298"/>
            <p:cNvSpPr/>
            <p:nvPr/>
          </p:nvSpPr>
          <p:spPr>
            <a:xfrm>
              <a:off x="4578421" y="3099649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693A8">
                <a:alpha val="100000"/>
              </a:srgbClr>
            </a:solidFill>
            <a:ln w="5420" cap="flat">
              <a:solidFill>
                <a:srgbClr val="3EA1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9" name="pg299"/>
            <p:cNvSpPr/>
            <p:nvPr/>
          </p:nvSpPr>
          <p:spPr>
            <a:xfrm>
              <a:off x="4659858" y="3099649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691A8">
                <a:alpha val="100000"/>
              </a:srgbClr>
            </a:solidFill>
            <a:ln w="5420" cap="flat">
              <a:solidFill>
                <a:srgbClr val="3DA0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0" name="pg300"/>
            <p:cNvSpPr/>
            <p:nvPr/>
          </p:nvSpPr>
          <p:spPr>
            <a:xfrm>
              <a:off x="2705367" y="3202965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84D8BA">
                <a:alpha val="100000"/>
              </a:srgbClr>
            </a:solidFill>
            <a:ln w="5420" cap="flat">
              <a:solidFill>
                <a:srgbClr val="90DCB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1" name="pg301"/>
            <p:cNvSpPr/>
            <p:nvPr/>
          </p:nvSpPr>
          <p:spPr>
            <a:xfrm>
              <a:off x="2786804" y="3202965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93DDC1">
                <a:alpha val="100000"/>
              </a:srgbClr>
            </a:solidFill>
            <a:ln w="5420" cap="flat">
              <a:solidFill>
                <a:srgbClr val="9DE0C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2" name="pg302"/>
            <p:cNvSpPr/>
            <p:nvPr/>
          </p:nvSpPr>
          <p:spPr>
            <a:xfrm>
              <a:off x="2868241" y="3202965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A1E1C7">
                <a:alpha val="100000"/>
              </a:srgbClr>
            </a:solidFill>
            <a:ln w="5420" cap="flat">
              <a:solidFill>
                <a:srgbClr val="A9E4C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3" name="pg303"/>
            <p:cNvSpPr/>
            <p:nvPr/>
          </p:nvSpPr>
          <p:spPr>
            <a:xfrm>
              <a:off x="2949678" y="3202965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ADE5CD">
                <a:alpha val="100000"/>
              </a:srgbClr>
            </a:solidFill>
            <a:ln w="5420" cap="flat">
              <a:solidFill>
                <a:srgbClr val="B3E7D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4" name="pg304"/>
            <p:cNvSpPr/>
            <p:nvPr/>
          </p:nvSpPr>
          <p:spPr>
            <a:xfrm>
              <a:off x="3031116" y="3202965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B5E8D0">
                <a:alpha val="100000"/>
              </a:srgbClr>
            </a:solidFill>
            <a:ln w="5420" cap="flat">
              <a:solidFill>
                <a:srgbClr val="BAE9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5" name="pg305"/>
            <p:cNvSpPr/>
            <p:nvPr/>
          </p:nvSpPr>
          <p:spPr>
            <a:xfrm>
              <a:off x="3112553" y="3202965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B7E8D2">
                <a:alpha val="100000"/>
              </a:srgbClr>
            </a:solidFill>
            <a:ln w="5420" cap="flat">
              <a:solidFill>
                <a:srgbClr val="BCEAD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6" name="pg306"/>
            <p:cNvSpPr/>
            <p:nvPr/>
          </p:nvSpPr>
          <p:spPr>
            <a:xfrm>
              <a:off x="3193990" y="3202965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B3E7D0">
                <a:alpha val="100000"/>
              </a:srgbClr>
            </a:solidFill>
            <a:ln w="5420" cap="flat">
              <a:solidFill>
                <a:srgbClr val="B9E9D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7" name="pg307"/>
            <p:cNvSpPr/>
            <p:nvPr/>
          </p:nvSpPr>
          <p:spPr>
            <a:xfrm>
              <a:off x="3275427" y="3202965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A8E3CA">
                <a:alpha val="100000"/>
              </a:srgbClr>
            </a:solidFill>
            <a:ln w="5420" cap="flat">
              <a:solidFill>
                <a:srgbClr val="AFE6C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8" name="pg308"/>
            <p:cNvSpPr/>
            <p:nvPr/>
          </p:nvSpPr>
          <p:spPr>
            <a:xfrm>
              <a:off x="3356864" y="3202965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95DDC2">
                <a:alpha val="100000"/>
              </a:srgbClr>
            </a:solidFill>
            <a:ln w="5420" cap="flat">
              <a:solidFill>
                <a:srgbClr val="9FE0C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9" name="pg309"/>
            <p:cNvSpPr/>
            <p:nvPr/>
          </p:nvSpPr>
          <p:spPr>
            <a:xfrm>
              <a:off x="3438301" y="3202965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7DD6B7">
                <a:alpha val="100000"/>
              </a:srgbClr>
            </a:solidFill>
            <a:ln w="5420" cap="flat">
              <a:solidFill>
                <a:srgbClr val="8ADAB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0" name="pg310"/>
            <p:cNvSpPr/>
            <p:nvPr/>
          </p:nvSpPr>
          <p:spPr>
            <a:xfrm>
              <a:off x="3519738" y="3202965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59C3AC">
                <a:alpha val="100000"/>
              </a:srgbClr>
            </a:solidFill>
            <a:ln w="5420" cap="flat">
              <a:solidFill>
                <a:srgbClr val="5ECB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1" name="pg311"/>
            <p:cNvSpPr/>
            <p:nvPr/>
          </p:nvSpPr>
          <p:spPr>
            <a:xfrm>
              <a:off x="3601176" y="3202965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52B8AB">
                <a:alpha val="100000"/>
              </a:srgbClr>
            </a:solidFill>
            <a:ln w="5420" cap="flat">
              <a:solidFill>
                <a:srgbClr val="58C2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2" name="pg312"/>
            <p:cNvSpPr/>
            <p:nvPr/>
          </p:nvSpPr>
          <p:spPr>
            <a:xfrm>
              <a:off x="3682613" y="3202965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4BAFAB">
                <a:alpha val="100000"/>
              </a:srgbClr>
            </a:solidFill>
            <a:ln w="5420" cap="flat">
              <a:solidFill>
                <a:srgbClr val="53BA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3" name="pg313"/>
            <p:cNvSpPr/>
            <p:nvPr/>
          </p:nvSpPr>
          <p:spPr>
            <a:xfrm>
              <a:off x="3764050" y="3202965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45A8AA">
                <a:alpha val="100000"/>
              </a:srgbClr>
            </a:solidFill>
            <a:ln w="5420" cap="flat">
              <a:solidFill>
                <a:srgbClr val="4EB3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4" name="pg314"/>
            <p:cNvSpPr/>
            <p:nvPr/>
          </p:nvSpPr>
          <p:spPr>
            <a:xfrm>
              <a:off x="3845487" y="3202965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FA2AA">
                <a:alpha val="100000"/>
              </a:srgbClr>
            </a:solidFill>
            <a:ln w="5420" cap="flat">
              <a:solidFill>
                <a:srgbClr val="4AAE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5" name="pg315"/>
            <p:cNvSpPr/>
            <p:nvPr/>
          </p:nvSpPr>
          <p:spPr>
            <a:xfrm>
              <a:off x="3926924" y="3202965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A9DA9">
                <a:alpha val="100000"/>
              </a:srgbClr>
            </a:solidFill>
            <a:ln w="5420" cap="flat">
              <a:solidFill>
                <a:srgbClr val="46AA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6" name="pg316"/>
            <p:cNvSpPr/>
            <p:nvPr/>
          </p:nvSpPr>
          <p:spPr>
            <a:xfrm>
              <a:off x="4008361" y="3202965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699A9">
                <a:alpha val="100000"/>
              </a:srgbClr>
            </a:solidFill>
            <a:ln w="5420" cap="flat">
              <a:solidFill>
                <a:srgbClr val="43A6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7" name="pg317"/>
            <p:cNvSpPr/>
            <p:nvPr/>
          </p:nvSpPr>
          <p:spPr>
            <a:xfrm>
              <a:off x="4089798" y="3202965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496A9">
                <a:alpha val="100000"/>
              </a:srgbClr>
            </a:solidFill>
            <a:ln w="5420" cap="flat">
              <a:solidFill>
                <a:srgbClr val="41A4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8" name="pg318"/>
            <p:cNvSpPr/>
            <p:nvPr/>
          </p:nvSpPr>
          <p:spPr>
            <a:xfrm>
              <a:off x="4334110" y="3202965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690A7">
                <a:alpha val="100000"/>
              </a:srgbClr>
            </a:solidFill>
            <a:ln w="5420" cap="flat">
              <a:solidFill>
                <a:srgbClr val="3C9F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9" name="pg319"/>
            <p:cNvSpPr/>
            <p:nvPr/>
          </p:nvSpPr>
          <p:spPr>
            <a:xfrm>
              <a:off x="4415547" y="3202965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78FA7">
                <a:alpha val="100000"/>
              </a:srgbClr>
            </a:solidFill>
            <a:ln w="5420" cap="flat">
              <a:solidFill>
                <a:srgbClr val="3B9E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0" name="pg320"/>
            <p:cNvSpPr/>
            <p:nvPr/>
          </p:nvSpPr>
          <p:spPr>
            <a:xfrm>
              <a:off x="4496984" y="3202965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78FA7">
                <a:alpha val="100000"/>
              </a:srgbClr>
            </a:solidFill>
            <a:ln w="5420" cap="flat">
              <a:solidFill>
                <a:srgbClr val="3B9E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1" name="pg321"/>
            <p:cNvSpPr/>
            <p:nvPr/>
          </p:nvSpPr>
          <p:spPr>
            <a:xfrm>
              <a:off x="4578421" y="3202965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78EA7">
                <a:alpha val="100000"/>
              </a:srgbClr>
            </a:solidFill>
            <a:ln w="5420" cap="flat">
              <a:solidFill>
                <a:srgbClr val="3B9D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2" name="pg322"/>
            <p:cNvSpPr/>
            <p:nvPr/>
          </p:nvSpPr>
          <p:spPr>
            <a:xfrm>
              <a:off x="4659858" y="3202965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78EA7">
                <a:alpha val="100000"/>
              </a:srgbClr>
            </a:solidFill>
            <a:ln w="5420" cap="flat">
              <a:solidFill>
                <a:srgbClr val="3A9D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3" name="pg323"/>
            <p:cNvSpPr/>
            <p:nvPr/>
          </p:nvSpPr>
          <p:spPr>
            <a:xfrm>
              <a:off x="2705367" y="3306281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83D8B9">
                <a:alpha val="100000"/>
              </a:srgbClr>
            </a:solidFill>
            <a:ln w="5420" cap="flat">
              <a:solidFill>
                <a:srgbClr val="8FDBB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4" name="pg324"/>
            <p:cNvSpPr/>
            <p:nvPr/>
          </p:nvSpPr>
          <p:spPr>
            <a:xfrm>
              <a:off x="2786804" y="3306281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92DDC0">
                <a:alpha val="100000"/>
              </a:srgbClr>
            </a:solidFill>
            <a:ln w="5420" cap="flat">
              <a:solidFill>
                <a:srgbClr val="9CE0C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5" name="pg325"/>
            <p:cNvSpPr/>
            <p:nvPr/>
          </p:nvSpPr>
          <p:spPr>
            <a:xfrm>
              <a:off x="2868241" y="3306281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A1E1C7">
                <a:alpha val="100000"/>
              </a:srgbClr>
            </a:solidFill>
            <a:ln w="5420" cap="flat">
              <a:solidFill>
                <a:srgbClr val="A9E4C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6" name="pg326"/>
            <p:cNvSpPr/>
            <p:nvPr/>
          </p:nvSpPr>
          <p:spPr>
            <a:xfrm>
              <a:off x="2949678" y="3306281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ADE5CD">
                <a:alpha val="100000"/>
              </a:srgbClr>
            </a:solidFill>
            <a:ln w="5420" cap="flat">
              <a:solidFill>
                <a:srgbClr val="B4E7D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7" name="pg327"/>
            <p:cNvSpPr/>
            <p:nvPr/>
          </p:nvSpPr>
          <p:spPr>
            <a:xfrm>
              <a:off x="3031116" y="3306281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B6E8D1">
                <a:alpha val="100000"/>
              </a:srgbClr>
            </a:solidFill>
            <a:ln w="5420" cap="flat">
              <a:solidFill>
                <a:srgbClr val="BBEA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8" name="pg328"/>
            <p:cNvSpPr/>
            <p:nvPr/>
          </p:nvSpPr>
          <p:spPr>
            <a:xfrm>
              <a:off x="3112553" y="3306281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B9E9D2">
                <a:alpha val="100000"/>
              </a:srgbClr>
            </a:solidFill>
            <a:ln w="5420" cap="flat">
              <a:solidFill>
                <a:srgbClr val="BDEAD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9" name="pg329"/>
            <p:cNvSpPr/>
            <p:nvPr/>
          </p:nvSpPr>
          <p:spPr>
            <a:xfrm>
              <a:off x="3193990" y="3306281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B4E7D0">
                <a:alpha val="100000"/>
              </a:srgbClr>
            </a:solidFill>
            <a:ln w="5420" cap="flat">
              <a:solidFill>
                <a:srgbClr val="B9E9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0" name="pg330"/>
            <p:cNvSpPr/>
            <p:nvPr/>
          </p:nvSpPr>
          <p:spPr>
            <a:xfrm>
              <a:off x="3275427" y="3306281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A8E3CA">
                <a:alpha val="100000"/>
              </a:srgbClr>
            </a:solidFill>
            <a:ln w="5420" cap="flat">
              <a:solidFill>
                <a:srgbClr val="AFE6C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1" name="pg331"/>
            <p:cNvSpPr/>
            <p:nvPr/>
          </p:nvSpPr>
          <p:spPr>
            <a:xfrm>
              <a:off x="3356864" y="3306281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94DDC1">
                <a:alpha val="100000"/>
              </a:srgbClr>
            </a:solidFill>
            <a:ln w="5420" cap="flat">
              <a:solidFill>
                <a:srgbClr val="9EE0C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2" name="pg332"/>
            <p:cNvSpPr/>
            <p:nvPr/>
          </p:nvSpPr>
          <p:spPr>
            <a:xfrm>
              <a:off x="3438301" y="3306281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7AD5B6">
                <a:alpha val="100000"/>
              </a:srgbClr>
            </a:solidFill>
            <a:ln w="5420" cap="flat">
              <a:solidFill>
                <a:srgbClr val="87D9B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3" name="pg333"/>
            <p:cNvSpPr/>
            <p:nvPr/>
          </p:nvSpPr>
          <p:spPr>
            <a:xfrm>
              <a:off x="3519738" y="3306281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56BFAB">
                <a:alpha val="100000"/>
              </a:srgbClr>
            </a:solidFill>
            <a:ln w="5420" cap="flat">
              <a:solidFill>
                <a:srgbClr val="5CC8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4" name="pg334"/>
            <p:cNvSpPr/>
            <p:nvPr/>
          </p:nvSpPr>
          <p:spPr>
            <a:xfrm>
              <a:off x="3601176" y="3306281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4EB4AB">
                <a:alpha val="100000"/>
              </a:srgbClr>
            </a:solidFill>
            <a:ln w="5420" cap="flat">
              <a:solidFill>
                <a:srgbClr val="56BE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5" name="pg335"/>
            <p:cNvSpPr/>
            <p:nvPr/>
          </p:nvSpPr>
          <p:spPr>
            <a:xfrm>
              <a:off x="3682613" y="3306281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47AAAA">
                <a:alpha val="100000"/>
              </a:srgbClr>
            </a:solidFill>
            <a:ln w="5420" cap="flat">
              <a:solidFill>
                <a:srgbClr val="4FB6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6" name="pg336"/>
            <p:cNvSpPr/>
            <p:nvPr/>
          </p:nvSpPr>
          <p:spPr>
            <a:xfrm>
              <a:off x="3764050" y="3306281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FA2AA">
                <a:alpha val="100000"/>
              </a:srgbClr>
            </a:solidFill>
            <a:ln w="5420" cap="flat">
              <a:solidFill>
                <a:srgbClr val="4AAE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7" name="pg337"/>
            <p:cNvSpPr/>
            <p:nvPr/>
          </p:nvSpPr>
          <p:spPr>
            <a:xfrm>
              <a:off x="3845487" y="3306281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89BA9">
                <a:alpha val="100000"/>
              </a:srgbClr>
            </a:solidFill>
            <a:ln w="5420" cap="flat">
              <a:solidFill>
                <a:srgbClr val="45A8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8" name="pg338"/>
            <p:cNvSpPr/>
            <p:nvPr/>
          </p:nvSpPr>
          <p:spPr>
            <a:xfrm>
              <a:off x="3926924" y="3306281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596A9">
                <a:alpha val="100000"/>
              </a:srgbClr>
            </a:solidFill>
            <a:ln w="5420" cap="flat">
              <a:solidFill>
                <a:srgbClr val="40A3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9" name="pg339"/>
            <p:cNvSpPr/>
            <p:nvPr/>
          </p:nvSpPr>
          <p:spPr>
            <a:xfrm>
              <a:off x="4008361" y="3306281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691A8">
                <a:alpha val="100000"/>
              </a:srgbClr>
            </a:solidFill>
            <a:ln w="5420" cap="flat">
              <a:solidFill>
                <a:srgbClr val="3DA0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0" name="pg340"/>
            <p:cNvSpPr/>
            <p:nvPr/>
          </p:nvSpPr>
          <p:spPr>
            <a:xfrm>
              <a:off x="4089798" y="3306281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78EA7">
                <a:alpha val="100000"/>
              </a:srgbClr>
            </a:solidFill>
            <a:ln w="5420" cap="flat">
              <a:solidFill>
                <a:srgbClr val="3A9D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1" name="pg341"/>
            <p:cNvSpPr/>
            <p:nvPr/>
          </p:nvSpPr>
          <p:spPr>
            <a:xfrm>
              <a:off x="4252673" y="3306281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889A6">
                <a:alpha val="100000"/>
              </a:srgbClr>
            </a:solidFill>
            <a:ln w="5420" cap="flat">
              <a:solidFill>
                <a:srgbClr val="379A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2" name="pg342"/>
            <p:cNvSpPr/>
            <p:nvPr/>
          </p:nvSpPr>
          <p:spPr>
            <a:xfrm>
              <a:off x="4334110" y="3306281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889A6">
                <a:alpha val="100000"/>
              </a:srgbClr>
            </a:solidFill>
            <a:ln w="5420" cap="flat">
              <a:solidFill>
                <a:srgbClr val="379A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3" name="pg343"/>
            <p:cNvSpPr/>
            <p:nvPr/>
          </p:nvSpPr>
          <p:spPr>
            <a:xfrm>
              <a:off x="4415547" y="3306281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88AA6">
                <a:alpha val="100000"/>
              </a:srgbClr>
            </a:solidFill>
            <a:ln w="5420" cap="flat">
              <a:solidFill>
                <a:srgbClr val="379A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4" name="pg344"/>
            <p:cNvSpPr/>
            <p:nvPr/>
          </p:nvSpPr>
          <p:spPr>
            <a:xfrm>
              <a:off x="4496984" y="3306281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88AA6">
                <a:alpha val="100000"/>
              </a:srgbClr>
            </a:solidFill>
            <a:ln w="5420" cap="flat">
              <a:solidFill>
                <a:srgbClr val="379A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5" name="pg345"/>
            <p:cNvSpPr/>
            <p:nvPr/>
          </p:nvSpPr>
          <p:spPr>
            <a:xfrm>
              <a:off x="4578421" y="3306281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88AA6">
                <a:alpha val="100000"/>
              </a:srgbClr>
            </a:solidFill>
            <a:ln w="5420" cap="flat">
              <a:solidFill>
                <a:srgbClr val="379A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6" name="pg346"/>
            <p:cNvSpPr/>
            <p:nvPr/>
          </p:nvSpPr>
          <p:spPr>
            <a:xfrm>
              <a:off x="4659858" y="3306281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88AA6">
                <a:alpha val="100000"/>
              </a:srgbClr>
            </a:solidFill>
            <a:ln w="5420" cap="flat">
              <a:solidFill>
                <a:srgbClr val="389A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7" name="pg347"/>
            <p:cNvSpPr/>
            <p:nvPr/>
          </p:nvSpPr>
          <p:spPr>
            <a:xfrm>
              <a:off x="2786804" y="3409597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8ADABD">
                <a:alpha val="100000"/>
              </a:srgbClr>
            </a:solidFill>
            <a:ln w="5420" cap="flat">
              <a:solidFill>
                <a:srgbClr val="95DDC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8" name="pg348"/>
            <p:cNvSpPr/>
            <p:nvPr/>
          </p:nvSpPr>
          <p:spPr>
            <a:xfrm>
              <a:off x="2868241" y="3409597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98DEC3">
                <a:alpha val="100000"/>
              </a:srgbClr>
            </a:solidFill>
            <a:ln w="5420" cap="flat">
              <a:solidFill>
                <a:srgbClr val="A2E1C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9" name="pg349"/>
            <p:cNvSpPr/>
            <p:nvPr/>
          </p:nvSpPr>
          <p:spPr>
            <a:xfrm>
              <a:off x="2949678" y="3409597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A4E2C8">
                <a:alpha val="100000"/>
              </a:srgbClr>
            </a:solidFill>
            <a:ln w="5420" cap="flat">
              <a:solidFill>
                <a:srgbClr val="ACE5C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0" name="pg350"/>
            <p:cNvSpPr/>
            <p:nvPr/>
          </p:nvSpPr>
          <p:spPr>
            <a:xfrm>
              <a:off x="3031116" y="3409597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ACE5CC">
                <a:alpha val="100000"/>
              </a:srgbClr>
            </a:solidFill>
            <a:ln w="5420" cap="flat">
              <a:solidFill>
                <a:srgbClr val="B2E7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1" name="pg351"/>
            <p:cNvSpPr/>
            <p:nvPr/>
          </p:nvSpPr>
          <p:spPr>
            <a:xfrm>
              <a:off x="3112553" y="3409597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AEE5CD">
                <a:alpha val="100000"/>
              </a:srgbClr>
            </a:solidFill>
            <a:ln w="5420" cap="flat">
              <a:solidFill>
                <a:srgbClr val="B4E7D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2" name="pg352"/>
            <p:cNvSpPr/>
            <p:nvPr/>
          </p:nvSpPr>
          <p:spPr>
            <a:xfrm>
              <a:off x="3193990" y="3409597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A9E4CB">
                <a:alpha val="100000"/>
              </a:srgbClr>
            </a:solidFill>
            <a:ln w="5420" cap="flat">
              <a:solidFill>
                <a:srgbClr val="B0E6C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3" name="pg353"/>
            <p:cNvSpPr/>
            <p:nvPr/>
          </p:nvSpPr>
          <p:spPr>
            <a:xfrm>
              <a:off x="3275427" y="3409597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9CDFC5">
                <a:alpha val="100000"/>
              </a:srgbClr>
            </a:solidFill>
            <a:ln w="5420" cap="flat">
              <a:solidFill>
                <a:srgbClr val="A4E2C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4" name="pg354"/>
            <p:cNvSpPr/>
            <p:nvPr/>
          </p:nvSpPr>
          <p:spPr>
            <a:xfrm>
              <a:off x="3356864" y="3409597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87D9BB">
                <a:alpha val="100000"/>
              </a:srgbClr>
            </a:solidFill>
            <a:ln w="5420" cap="flat">
              <a:solidFill>
                <a:srgbClr val="93DDC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5" name="pg355"/>
            <p:cNvSpPr/>
            <p:nvPr/>
          </p:nvSpPr>
          <p:spPr>
            <a:xfrm>
              <a:off x="3438301" y="3409597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6BD1B0">
                <a:alpha val="100000"/>
              </a:srgbClr>
            </a:solidFill>
            <a:ln w="5420" cap="flat">
              <a:solidFill>
                <a:srgbClr val="7BD6B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6" name="pg356"/>
            <p:cNvSpPr/>
            <p:nvPr/>
          </p:nvSpPr>
          <p:spPr>
            <a:xfrm>
              <a:off x="3519738" y="3409597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52B9AB">
                <a:alpha val="100000"/>
              </a:srgbClr>
            </a:solidFill>
            <a:ln w="5420" cap="flat">
              <a:solidFill>
                <a:srgbClr val="59C3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7" name="pg357"/>
            <p:cNvSpPr/>
            <p:nvPr/>
          </p:nvSpPr>
          <p:spPr>
            <a:xfrm>
              <a:off x="3601176" y="3409597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49ADAB">
                <a:alpha val="100000"/>
              </a:srgbClr>
            </a:solidFill>
            <a:ln w="5420" cap="flat">
              <a:solidFill>
                <a:srgbClr val="51B8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8" name="pg358"/>
            <p:cNvSpPr/>
            <p:nvPr/>
          </p:nvSpPr>
          <p:spPr>
            <a:xfrm>
              <a:off x="3682613" y="3409597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40A3AA">
                <a:alpha val="100000"/>
              </a:srgbClr>
            </a:solidFill>
            <a:ln w="5420" cap="flat">
              <a:solidFill>
                <a:srgbClr val="4AAF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9" name="pg359"/>
            <p:cNvSpPr/>
            <p:nvPr/>
          </p:nvSpPr>
          <p:spPr>
            <a:xfrm>
              <a:off x="3764050" y="3409597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79AA9">
                <a:alpha val="100000"/>
              </a:srgbClr>
            </a:solidFill>
            <a:ln w="5420" cap="flat">
              <a:solidFill>
                <a:srgbClr val="44A7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0" name="pg360"/>
            <p:cNvSpPr/>
            <p:nvPr/>
          </p:nvSpPr>
          <p:spPr>
            <a:xfrm>
              <a:off x="3845487" y="3409597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692A8">
                <a:alpha val="100000"/>
              </a:srgbClr>
            </a:solidFill>
            <a:ln w="5420" cap="flat">
              <a:solidFill>
                <a:srgbClr val="3EA1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1" name="pg361"/>
            <p:cNvSpPr/>
            <p:nvPr/>
          </p:nvSpPr>
          <p:spPr>
            <a:xfrm>
              <a:off x="3926924" y="3409597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78CA7">
                <a:alpha val="100000"/>
              </a:srgbClr>
            </a:solidFill>
            <a:ln w="5420" cap="flat">
              <a:solidFill>
                <a:srgbClr val="399C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2" name="pg362"/>
            <p:cNvSpPr/>
            <p:nvPr/>
          </p:nvSpPr>
          <p:spPr>
            <a:xfrm>
              <a:off x="4008361" y="3409597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887A6">
                <a:alpha val="100000"/>
              </a:srgbClr>
            </a:solidFill>
            <a:ln w="5420" cap="flat">
              <a:solidFill>
                <a:srgbClr val="3598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3" name="pg363"/>
            <p:cNvSpPr/>
            <p:nvPr/>
          </p:nvSpPr>
          <p:spPr>
            <a:xfrm>
              <a:off x="4089798" y="3409597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984A5">
                <a:alpha val="100000"/>
              </a:srgbClr>
            </a:solidFill>
            <a:ln w="5420" cap="flat">
              <a:solidFill>
                <a:srgbClr val="3595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4" name="pg364"/>
            <p:cNvSpPr/>
            <p:nvPr/>
          </p:nvSpPr>
          <p:spPr>
            <a:xfrm>
              <a:off x="4171236" y="3409597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981A4">
                <a:alpha val="100000"/>
              </a:srgbClr>
            </a:solidFill>
            <a:ln w="5420" cap="flat">
              <a:solidFill>
                <a:srgbClr val="3693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5" name="pg365"/>
            <p:cNvSpPr/>
            <p:nvPr/>
          </p:nvSpPr>
          <p:spPr>
            <a:xfrm>
              <a:off x="4252673" y="3409597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981A4">
                <a:alpha val="100000"/>
              </a:srgbClr>
            </a:solidFill>
            <a:ln w="5420" cap="flat">
              <a:solidFill>
                <a:srgbClr val="3693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6" name="pg366"/>
            <p:cNvSpPr/>
            <p:nvPr/>
          </p:nvSpPr>
          <p:spPr>
            <a:xfrm>
              <a:off x="4334110" y="3409597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982A5">
                <a:alpha val="100000"/>
              </a:srgbClr>
            </a:solidFill>
            <a:ln w="5420" cap="flat">
              <a:solidFill>
                <a:srgbClr val="3593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7" name="pg367"/>
            <p:cNvSpPr/>
            <p:nvPr/>
          </p:nvSpPr>
          <p:spPr>
            <a:xfrm>
              <a:off x="4415547" y="3409597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983A5">
                <a:alpha val="100000"/>
              </a:srgbClr>
            </a:solidFill>
            <a:ln w="5420" cap="flat">
              <a:solidFill>
                <a:srgbClr val="3594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8" name="pg368"/>
            <p:cNvSpPr/>
            <p:nvPr/>
          </p:nvSpPr>
          <p:spPr>
            <a:xfrm>
              <a:off x="4496984" y="3409597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984A5">
                <a:alpha val="100000"/>
              </a:srgbClr>
            </a:solidFill>
            <a:ln w="5420" cap="flat">
              <a:solidFill>
                <a:srgbClr val="3595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9" name="pg369"/>
            <p:cNvSpPr/>
            <p:nvPr/>
          </p:nvSpPr>
          <p:spPr>
            <a:xfrm>
              <a:off x="4578421" y="3409597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985A5">
                <a:alpha val="100000"/>
              </a:srgbClr>
            </a:solidFill>
            <a:ln w="5420" cap="flat">
              <a:solidFill>
                <a:srgbClr val="3496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0" name="pg370"/>
            <p:cNvSpPr/>
            <p:nvPr/>
          </p:nvSpPr>
          <p:spPr>
            <a:xfrm>
              <a:off x="4659858" y="3409597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987A6">
                <a:alpha val="100000"/>
              </a:srgbClr>
            </a:solidFill>
            <a:ln w="5420" cap="flat">
              <a:solidFill>
                <a:srgbClr val="3598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1" name="pg371"/>
            <p:cNvSpPr/>
            <p:nvPr/>
          </p:nvSpPr>
          <p:spPr>
            <a:xfrm>
              <a:off x="2868241" y="3512913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87D9BB">
                <a:alpha val="100000"/>
              </a:srgbClr>
            </a:solidFill>
            <a:ln w="5420" cap="flat">
              <a:solidFill>
                <a:srgbClr val="93DDC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2" name="pg372"/>
            <p:cNvSpPr/>
            <p:nvPr/>
          </p:nvSpPr>
          <p:spPr>
            <a:xfrm>
              <a:off x="2949678" y="3512913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91DCC0">
                <a:alpha val="100000"/>
              </a:srgbClr>
            </a:solidFill>
            <a:ln w="5420" cap="flat">
              <a:solidFill>
                <a:srgbClr val="9BDFC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3" name="pg373"/>
            <p:cNvSpPr/>
            <p:nvPr/>
          </p:nvSpPr>
          <p:spPr>
            <a:xfrm>
              <a:off x="3031116" y="3512913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97DEC3">
                <a:alpha val="100000"/>
              </a:srgbClr>
            </a:solidFill>
            <a:ln w="5420" cap="flat">
              <a:solidFill>
                <a:srgbClr val="A1E1C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4" name="pg374"/>
            <p:cNvSpPr/>
            <p:nvPr/>
          </p:nvSpPr>
          <p:spPr>
            <a:xfrm>
              <a:off x="3112553" y="3512913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98DEC3">
                <a:alpha val="100000"/>
              </a:srgbClr>
            </a:solidFill>
            <a:ln w="5420" cap="flat">
              <a:solidFill>
                <a:srgbClr val="A1E1C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5" name="pg375"/>
            <p:cNvSpPr/>
            <p:nvPr/>
          </p:nvSpPr>
          <p:spPr>
            <a:xfrm>
              <a:off x="3193990" y="3512913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91DCC0">
                <a:alpha val="100000"/>
              </a:srgbClr>
            </a:solidFill>
            <a:ln w="5420" cap="flat">
              <a:solidFill>
                <a:srgbClr val="9CDFC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6" name="pg376"/>
            <p:cNvSpPr/>
            <p:nvPr/>
          </p:nvSpPr>
          <p:spPr>
            <a:xfrm>
              <a:off x="3275427" y="3512913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83D8BA">
                <a:alpha val="100000"/>
              </a:srgbClr>
            </a:solidFill>
            <a:ln w="5420" cap="flat">
              <a:solidFill>
                <a:srgbClr val="90DCB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7" name="pg377"/>
            <p:cNvSpPr/>
            <p:nvPr/>
          </p:nvSpPr>
          <p:spPr>
            <a:xfrm>
              <a:off x="3356864" y="3512913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6DD2B1">
                <a:alpha val="100000"/>
              </a:srgbClr>
            </a:solidFill>
            <a:ln w="5420" cap="flat">
              <a:solidFill>
                <a:srgbClr val="7DD6B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8" name="pg378"/>
            <p:cNvSpPr/>
            <p:nvPr/>
          </p:nvSpPr>
          <p:spPr>
            <a:xfrm>
              <a:off x="3438301" y="3512913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5CC8AC">
                <a:alpha val="100000"/>
              </a:srgbClr>
            </a:solidFill>
            <a:ln w="5420" cap="flat">
              <a:solidFill>
                <a:srgbClr val="65CFA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9" name="pg379"/>
            <p:cNvSpPr/>
            <p:nvPr/>
          </p:nvSpPr>
          <p:spPr>
            <a:xfrm>
              <a:off x="3519738" y="3512913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4BB0AB">
                <a:alpha val="100000"/>
              </a:srgbClr>
            </a:solidFill>
            <a:ln w="5420" cap="flat">
              <a:solidFill>
                <a:srgbClr val="53BB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0" name="pg380"/>
            <p:cNvSpPr/>
            <p:nvPr/>
          </p:nvSpPr>
          <p:spPr>
            <a:xfrm>
              <a:off x="3601176" y="3512913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41A4AA">
                <a:alpha val="100000"/>
              </a:srgbClr>
            </a:solidFill>
            <a:ln w="5420" cap="flat">
              <a:solidFill>
                <a:srgbClr val="4BB0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1" name="pg381"/>
            <p:cNvSpPr/>
            <p:nvPr/>
          </p:nvSpPr>
          <p:spPr>
            <a:xfrm>
              <a:off x="3682613" y="3512913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79AA9">
                <a:alpha val="100000"/>
              </a:srgbClr>
            </a:solidFill>
            <a:ln w="5420" cap="flat">
              <a:solidFill>
                <a:srgbClr val="44A7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2" name="pg382"/>
            <p:cNvSpPr/>
            <p:nvPr/>
          </p:nvSpPr>
          <p:spPr>
            <a:xfrm>
              <a:off x="3764050" y="3512913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690A8">
                <a:alpha val="100000"/>
              </a:srgbClr>
            </a:solidFill>
            <a:ln w="5420" cap="flat">
              <a:solidFill>
                <a:srgbClr val="3C9F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3" name="pg383"/>
            <p:cNvSpPr/>
            <p:nvPr/>
          </p:nvSpPr>
          <p:spPr>
            <a:xfrm>
              <a:off x="3845487" y="3512913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887A6">
                <a:alpha val="100000"/>
              </a:srgbClr>
            </a:solidFill>
            <a:ln w="5420" cap="flat">
              <a:solidFill>
                <a:srgbClr val="3598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4" name="pg384"/>
            <p:cNvSpPr/>
            <p:nvPr/>
          </p:nvSpPr>
          <p:spPr>
            <a:xfrm>
              <a:off x="3926924" y="3512913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A81A4">
                <a:alpha val="100000"/>
              </a:srgbClr>
            </a:solidFill>
            <a:ln w="5420" cap="flat">
              <a:solidFill>
                <a:srgbClr val="3692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5" name="pg385"/>
            <p:cNvSpPr/>
            <p:nvPr/>
          </p:nvSpPr>
          <p:spPr>
            <a:xfrm>
              <a:off x="4008361" y="3512913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A7CA3">
                <a:alpha val="100000"/>
              </a:srgbClr>
            </a:solidFill>
            <a:ln w="5420" cap="flat">
              <a:solidFill>
                <a:srgbClr val="378E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6" name="pg386"/>
            <p:cNvSpPr/>
            <p:nvPr/>
          </p:nvSpPr>
          <p:spPr>
            <a:xfrm>
              <a:off x="4089798" y="3512913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A78A2">
                <a:alpha val="100000"/>
              </a:srgbClr>
            </a:solidFill>
            <a:ln w="5420" cap="flat">
              <a:solidFill>
                <a:srgbClr val="388BA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7" name="pg387"/>
            <p:cNvSpPr/>
            <p:nvPr/>
          </p:nvSpPr>
          <p:spPr>
            <a:xfrm>
              <a:off x="4171236" y="3512913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A77A2">
                <a:alpha val="100000"/>
              </a:srgbClr>
            </a:solidFill>
            <a:ln w="5420" cap="flat">
              <a:solidFill>
                <a:srgbClr val="388AA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8" name="pg388"/>
            <p:cNvSpPr/>
            <p:nvPr/>
          </p:nvSpPr>
          <p:spPr>
            <a:xfrm>
              <a:off x="4252673" y="3512913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A77A2">
                <a:alpha val="100000"/>
              </a:srgbClr>
            </a:solidFill>
            <a:ln w="5420" cap="flat">
              <a:solidFill>
                <a:srgbClr val="388AA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9" name="pg389"/>
            <p:cNvSpPr/>
            <p:nvPr/>
          </p:nvSpPr>
          <p:spPr>
            <a:xfrm>
              <a:off x="4334110" y="3512913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A7AA3">
                <a:alpha val="100000"/>
              </a:srgbClr>
            </a:solidFill>
            <a:ln w="5420" cap="flat">
              <a:solidFill>
                <a:srgbClr val="378C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0" name="pg390"/>
            <p:cNvSpPr/>
            <p:nvPr/>
          </p:nvSpPr>
          <p:spPr>
            <a:xfrm>
              <a:off x="4415547" y="3512913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A7CA3">
                <a:alpha val="100000"/>
              </a:srgbClr>
            </a:solidFill>
            <a:ln w="5420" cap="flat">
              <a:solidFill>
                <a:srgbClr val="378E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1" name="pg391"/>
            <p:cNvSpPr/>
            <p:nvPr/>
          </p:nvSpPr>
          <p:spPr>
            <a:xfrm>
              <a:off x="4496984" y="3512913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A7EA4">
                <a:alpha val="100000"/>
              </a:srgbClr>
            </a:solidFill>
            <a:ln w="5420" cap="flat">
              <a:solidFill>
                <a:srgbClr val="368F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2" name="pg392"/>
            <p:cNvSpPr/>
            <p:nvPr/>
          </p:nvSpPr>
          <p:spPr>
            <a:xfrm>
              <a:off x="4578421" y="3512913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A80A4">
                <a:alpha val="100000"/>
              </a:srgbClr>
            </a:solidFill>
            <a:ln w="5420" cap="flat">
              <a:solidFill>
                <a:srgbClr val="3692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3" name="pg393"/>
            <p:cNvSpPr/>
            <p:nvPr/>
          </p:nvSpPr>
          <p:spPr>
            <a:xfrm>
              <a:off x="2868241" y="3616229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72D3B3">
                <a:alpha val="100000"/>
              </a:srgbClr>
            </a:solidFill>
            <a:ln w="5420" cap="flat">
              <a:solidFill>
                <a:srgbClr val="81D7B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4" name="pg394"/>
            <p:cNvSpPr/>
            <p:nvPr/>
          </p:nvSpPr>
          <p:spPr>
            <a:xfrm>
              <a:off x="2949678" y="3616229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76D4B4">
                <a:alpha val="100000"/>
              </a:srgbClr>
            </a:solidFill>
            <a:ln w="5420" cap="flat">
              <a:solidFill>
                <a:srgbClr val="84D8B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5" name="pg395"/>
            <p:cNvSpPr/>
            <p:nvPr/>
          </p:nvSpPr>
          <p:spPr>
            <a:xfrm>
              <a:off x="3031116" y="3616229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79D5B6">
                <a:alpha val="100000"/>
              </a:srgbClr>
            </a:solidFill>
            <a:ln w="5420" cap="flat">
              <a:solidFill>
                <a:srgbClr val="87D9B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6" name="pg396"/>
            <p:cNvSpPr/>
            <p:nvPr/>
          </p:nvSpPr>
          <p:spPr>
            <a:xfrm>
              <a:off x="3112553" y="3616229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78D4B5">
                <a:alpha val="100000"/>
              </a:srgbClr>
            </a:solidFill>
            <a:ln w="5420" cap="flat">
              <a:solidFill>
                <a:srgbClr val="86D9B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7" name="pg397"/>
            <p:cNvSpPr/>
            <p:nvPr/>
          </p:nvSpPr>
          <p:spPr>
            <a:xfrm>
              <a:off x="3193990" y="3616229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6FD2B2">
                <a:alpha val="100000"/>
              </a:srgbClr>
            </a:solidFill>
            <a:ln w="5420" cap="flat">
              <a:solidFill>
                <a:srgbClr val="7FD7B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8" name="pg398"/>
            <p:cNvSpPr/>
            <p:nvPr/>
          </p:nvSpPr>
          <p:spPr>
            <a:xfrm>
              <a:off x="3275427" y="3616229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60CEAC">
                <a:alpha val="100000"/>
              </a:srgbClr>
            </a:solidFill>
            <a:ln w="5420" cap="flat">
              <a:solidFill>
                <a:srgbClr val="72D3B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9" name="pg399"/>
            <p:cNvSpPr/>
            <p:nvPr/>
          </p:nvSpPr>
          <p:spPr>
            <a:xfrm>
              <a:off x="3356864" y="3616229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5BC6AC">
                <a:alpha val="100000"/>
              </a:srgbClr>
            </a:solidFill>
            <a:ln w="5420" cap="flat">
              <a:solidFill>
                <a:srgbClr val="60CE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0" name="pg400"/>
            <p:cNvSpPr/>
            <p:nvPr/>
          </p:nvSpPr>
          <p:spPr>
            <a:xfrm>
              <a:off x="3438301" y="3616229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54BCAB">
                <a:alpha val="100000"/>
              </a:srgbClr>
            </a:solidFill>
            <a:ln w="5420" cap="flat">
              <a:solidFill>
                <a:srgbClr val="5AC5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1" name="pg401"/>
            <p:cNvSpPr/>
            <p:nvPr/>
          </p:nvSpPr>
          <p:spPr>
            <a:xfrm>
              <a:off x="3519738" y="3616229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42A5AA">
                <a:alpha val="100000"/>
              </a:srgbClr>
            </a:solidFill>
            <a:ln w="5420" cap="flat">
              <a:solidFill>
                <a:srgbClr val="4CB1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2" name="pg402"/>
            <p:cNvSpPr/>
            <p:nvPr/>
          </p:nvSpPr>
          <p:spPr>
            <a:xfrm>
              <a:off x="3601176" y="3616229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89AA9">
                <a:alpha val="100000"/>
              </a:srgbClr>
            </a:solidFill>
            <a:ln w="5420" cap="flat">
              <a:solidFill>
                <a:srgbClr val="44A7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3" name="pg403"/>
            <p:cNvSpPr/>
            <p:nvPr/>
          </p:nvSpPr>
          <p:spPr>
            <a:xfrm>
              <a:off x="3682613" y="3616229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78FA7">
                <a:alpha val="100000"/>
              </a:srgbClr>
            </a:solidFill>
            <a:ln w="5420" cap="flat">
              <a:solidFill>
                <a:srgbClr val="3B9E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4" name="pg404"/>
            <p:cNvSpPr/>
            <p:nvPr/>
          </p:nvSpPr>
          <p:spPr>
            <a:xfrm>
              <a:off x="3764050" y="3616229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985A5">
                <a:alpha val="100000"/>
              </a:srgbClr>
            </a:solidFill>
            <a:ln w="5420" cap="flat">
              <a:solidFill>
                <a:srgbClr val="3596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5" name="pg405"/>
            <p:cNvSpPr/>
            <p:nvPr/>
          </p:nvSpPr>
          <p:spPr>
            <a:xfrm>
              <a:off x="3845487" y="3616229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A7BA3">
                <a:alpha val="100000"/>
              </a:srgbClr>
            </a:solidFill>
            <a:ln w="5420" cap="flat">
              <a:solidFill>
                <a:srgbClr val="378D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6" name="pg406"/>
            <p:cNvSpPr/>
            <p:nvPr/>
          </p:nvSpPr>
          <p:spPr>
            <a:xfrm>
              <a:off x="3926924" y="3616229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A74A1">
                <a:alpha val="100000"/>
              </a:srgbClr>
            </a:solidFill>
            <a:ln w="5420" cap="flat">
              <a:solidFill>
                <a:srgbClr val="3987A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7" name="pg407"/>
            <p:cNvSpPr/>
            <p:nvPr/>
          </p:nvSpPr>
          <p:spPr>
            <a:xfrm>
              <a:off x="4008361" y="3616229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A6FA0">
                <a:alpha val="100000"/>
              </a:srgbClr>
            </a:solidFill>
            <a:ln w="5420" cap="flat">
              <a:solidFill>
                <a:srgbClr val="3982A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8" name="pg408"/>
            <p:cNvSpPr/>
            <p:nvPr/>
          </p:nvSpPr>
          <p:spPr>
            <a:xfrm>
              <a:off x="4089798" y="3616229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A6CA0">
                <a:alpha val="100000"/>
              </a:srgbClr>
            </a:solidFill>
            <a:ln w="5420" cap="flat">
              <a:solidFill>
                <a:srgbClr val="3A80A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9" name="pg409"/>
            <p:cNvSpPr/>
            <p:nvPr/>
          </p:nvSpPr>
          <p:spPr>
            <a:xfrm>
              <a:off x="4171236" y="3616229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A6B9F">
                <a:alpha val="100000"/>
              </a:srgbClr>
            </a:solidFill>
            <a:ln w="5420" cap="flat">
              <a:solidFill>
                <a:srgbClr val="3A7FA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0" name="pg410"/>
            <p:cNvSpPr/>
            <p:nvPr/>
          </p:nvSpPr>
          <p:spPr>
            <a:xfrm>
              <a:off x="4252673" y="3616229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A6CA0">
                <a:alpha val="100000"/>
              </a:srgbClr>
            </a:solidFill>
            <a:ln w="5420" cap="flat">
              <a:solidFill>
                <a:srgbClr val="3A80A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1" name="pg411"/>
            <p:cNvSpPr/>
            <p:nvPr/>
          </p:nvSpPr>
          <p:spPr>
            <a:xfrm>
              <a:off x="4334110" y="3616229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B71A1">
                <a:alpha val="100000"/>
              </a:srgbClr>
            </a:solidFill>
            <a:ln w="5420" cap="flat">
              <a:solidFill>
                <a:srgbClr val="3984A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2" name="pg412"/>
            <p:cNvSpPr/>
            <p:nvPr/>
          </p:nvSpPr>
          <p:spPr>
            <a:xfrm>
              <a:off x="4415547" y="3616229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A74A1">
                <a:alpha val="100000"/>
              </a:srgbClr>
            </a:solidFill>
            <a:ln w="5420" cap="flat">
              <a:solidFill>
                <a:srgbClr val="3887A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3" name="pg413"/>
            <p:cNvSpPr/>
            <p:nvPr/>
          </p:nvSpPr>
          <p:spPr>
            <a:xfrm>
              <a:off x="4496984" y="3616229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A78A2">
                <a:alpha val="100000"/>
              </a:srgbClr>
            </a:solidFill>
            <a:ln w="5420" cap="flat">
              <a:solidFill>
                <a:srgbClr val="388AA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4" name="pg414"/>
            <p:cNvSpPr/>
            <p:nvPr/>
          </p:nvSpPr>
          <p:spPr>
            <a:xfrm>
              <a:off x="3031116" y="3719546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5DCAAC">
                <a:alpha val="100000"/>
              </a:srgbClr>
            </a:solidFill>
            <a:ln w="5420" cap="flat">
              <a:solidFill>
                <a:srgbClr val="6AD1A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5" name="pg415"/>
            <p:cNvSpPr/>
            <p:nvPr/>
          </p:nvSpPr>
          <p:spPr>
            <a:xfrm>
              <a:off x="3112553" y="3719546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5CC8AC">
                <a:alpha val="100000"/>
              </a:srgbClr>
            </a:solidFill>
            <a:ln w="5420" cap="flat">
              <a:solidFill>
                <a:srgbClr val="65CFA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6" name="pg416"/>
            <p:cNvSpPr/>
            <p:nvPr/>
          </p:nvSpPr>
          <p:spPr>
            <a:xfrm>
              <a:off x="3193990" y="3719546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5AC4AC">
                <a:alpha val="100000"/>
              </a:srgbClr>
            </a:solidFill>
            <a:ln w="5420" cap="flat">
              <a:solidFill>
                <a:srgbClr val="5FCD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7" name="pg417"/>
            <p:cNvSpPr/>
            <p:nvPr/>
          </p:nvSpPr>
          <p:spPr>
            <a:xfrm>
              <a:off x="3275427" y="3719546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56BFAB">
                <a:alpha val="100000"/>
              </a:srgbClr>
            </a:solidFill>
            <a:ln w="5420" cap="flat">
              <a:solidFill>
                <a:srgbClr val="5CC8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8" name="pg418"/>
            <p:cNvSpPr/>
            <p:nvPr/>
          </p:nvSpPr>
          <p:spPr>
            <a:xfrm>
              <a:off x="3356864" y="3719546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51B7AB">
                <a:alpha val="100000"/>
              </a:srgbClr>
            </a:solidFill>
            <a:ln w="5420" cap="flat">
              <a:solidFill>
                <a:srgbClr val="58C1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9" name="pg419"/>
            <p:cNvSpPr/>
            <p:nvPr/>
          </p:nvSpPr>
          <p:spPr>
            <a:xfrm>
              <a:off x="3438301" y="3719546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4AAFAB">
                <a:alpha val="100000"/>
              </a:srgbClr>
            </a:solidFill>
            <a:ln w="5420" cap="flat">
              <a:solidFill>
                <a:srgbClr val="52BA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0" name="pg420"/>
            <p:cNvSpPr/>
            <p:nvPr/>
          </p:nvSpPr>
          <p:spPr>
            <a:xfrm>
              <a:off x="3519738" y="3719546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89BA9">
                <a:alpha val="100000"/>
              </a:srgbClr>
            </a:solidFill>
            <a:ln w="5420" cap="flat">
              <a:solidFill>
                <a:srgbClr val="45A8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1" name="pg421"/>
            <p:cNvSpPr/>
            <p:nvPr/>
          </p:nvSpPr>
          <p:spPr>
            <a:xfrm>
              <a:off x="3601176" y="3719546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690A8">
                <a:alpha val="100000"/>
              </a:srgbClr>
            </a:solidFill>
            <a:ln w="5420" cap="flat">
              <a:solidFill>
                <a:srgbClr val="3C9F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2" name="pg422"/>
            <p:cNvSpPr/>
            <p:nvPr/>
          </p:nvSpPr>
          <p:spPr>
            <a:xfrm>
              <a:off x="3682613" y="3719546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984A5">
                <a:alpha val="100000"/>
              </a:srgbClr>
            </a:solidFill>
            <a:ln w="5420" cap="flat">
              <a:solidFill>
                <a:srgbClr val="3595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3" name="pg423"/>
            <p:cNvSpPr/>
            <p:nvPr/>
          </p:nvSpPr>
          <p:spPr>
            <a:xfrm>
              <a:off x="3764050" y="3719546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A79A3">
                <a:alpha val="100000"/>
              </a:srgbClr>
            </a:solidFill>
            <a:ln w="5420" cap="flat">
              <a:solidFill>
                <a:srgbClr val="378C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4" name="pg424"/>
            <p:cNvSpPr/>
            <p:nvPr/>
          </p:nvSpPr>
          <p:spPr>
            <a:xfrm>
              <a:off x="3845487" y="3719546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B70A0">
                <a:alpha val="100000"/>
              </a:srgbClr>
            </a:solidFill>
            <a:ln w="5420" cap="flat">
              <a:solidFill>
                <a:srgbClr val="3983A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5" name="pg425"/>
            <p:cNvSpPr/>
            <p:nvPr/>
          </p:nvSpPr>
          <p:spPr>
            <a:xfrm>
              <a:off x="3926924" y="3719546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A689F">
                <a:alpha val="100000"/>
              </a:srgbClr>
            </a:solidFill>
            <a:ln w="5420" cap="flat">
              <a:solidFill>
                <a:srgbClr val="3A7CA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6" name="pg426"/>
            <p:cNvSpPr/>
            <p:nvPr/>
          </p:nvSpPr>
          <p:spPr>
            <a:xfrm>
              <a:off x="4008361" y="3719546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A629D">
                <a:alpha val="100000"/>
              </a:srgbClr>
            </a:solidFill>
            <a:ln w="5420" cap="flat">
              <a:solidFill>
                <a:srgbClr val="3A77A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7" name="pg427"/>
            <p:cNvSpPr/>
            <p:nvPr/>
          </p:nvSpPr>
          <p:spPr>
            <a:xfrm>
              <a:off x="4089798" y="3719546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9609D">
                <a:alpha val="100000"/>
              </a:srgbClr>
            </a:solidFill>
            <a:ln w="5420" cap="flat">
              <a:solidFill>
                <a:srgbClr val="3A75A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8" name="pg428"/>
            <p:cNvSpPr/>
            <p:nvPr/>
          </p:nvSpPr>
          <p:spPr>
            <a:xfrm>
              <a:off x="4171236" y="3719546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9609D">
                <a:alpha val="100000"/>
              </a:srgbClr>
            </a:solidFill>
            <a:ln w="5420" cap="flat">
              <a:solidFill>
                <a:srgbClr val="3A75A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9" name="pg429"/>
            <p:cNvSpPr/>
            <p:nvPr/>
          </p:nvSpPr>
          <p:spPr>
            <a:xfrm>
              <a:off x="4252673" y="3719546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A629D">
                <a:alpha val="100000"/>
              </a:srgbClr>
            </a:solidFill>
            <a:ln w="5420" cap="flat">
              <a:solidFill>
                <a:srgbClr val="3A77A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0" name="pg430"/>
            <p:cNvSpPr/>
            <p:nvPr/>
          </p:nvSpPr>
          <p:spPr>
            <a:xfrm>
              <a:off x="4334110" y="3719546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A699F">
                <a:alpha val="100000"/>
              </a:srgbClr>
            </a:solidFill>
            <a:ln w="5420" cap="flat">
              <a:solidFill>
                <a:srgbClr val="3A7DA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1" name="pg431"/>
            <p:cNvSpPr/>
            <p:nvPr/>
          </p:nvSpPr>
          <p:spPr>
            <a:xfrm>
              <a:off x="4415547" y="3719546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A6DA0">
                <a:alpha val="100000"/>
              </a:srgbClr>
            </a:solidFill>
            <a:ln w="5420" cap="flat">
              <a:solidFill>
                <a:srgbClr val="3981A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2" name="pg432"/>
            <p:cNvSpPr/>
            <p:nvPr/>
          </p:nvSpPr>
          <p:spPr>
            <a:xfrm>
              <a:off x="3112553" y="3822862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52BAAB">
                <a:alpha val="100000"/>
              </a:srgbClr>
            </a:solidFill>
            <a:ln w="5420" cap="flat">
              <a:solidFill>
                <a:srgbClr val="59C3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3" name="pg433"/>
            <p:cNvSpPr/>
            <p:nvPr/>
          </p:nvSpPr>
          <p:spPr>
            <a:xfrm>
              <a:off x="3193990" y="3822862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50B6AB">
                <a:alpha val="100000"/>
              </a:srgbClr>
            </a:solidFill>
            <a:ln w="5420" cap="flat">
              <a:solidFill>
                <a:srgbClr val="57C0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4" name="pg434"/>
            <p:cNvSpPr/>
            <p:nvPr/>
          </p:nvSpPr>
          <p:spPr>
            <a:xfrm>
              <a:off x="3275427" y="3822862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4CB1AB">
                <a:alpha val="100000"/>
              </a:srgbClr>
            </a:solidFill>
            <a:ln w="5420" cap="flat">
              <a:solidFill>
                <a:srgbClr val="54BC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5" name="pg435"/>
            <p:cNvSpPr/>
            <p:nvPr/>
          </p:nvSpPr>
          <p:spPr>
            <a:xfrm>
              <a:off x="3356864" y="3822862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47ABAA">
                <a:alpha val="100000"/>
              </a:srgbClr>
            </a:solidFill>
            <a:ln w="5420" cap="flat">
              <a:solidFill>
                <a:srgbClr val="50B6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6" name="pg436"/>
            <p:cNvSpPr/>
            <p:nvPr/>
          </p:nvSpPr>
          <p:spPr>
            <a:xfrm>
              <a:off x="3438301" y="3822862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41A3AA">
                <a:alpha val="100000"/>
              </a:srgbClr>
            </a:solidFill>
            <a:ln w="5420" cap="flat">
              <a:solidFill>
                <a:srgbClr val="4BB0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7" name="pg437"/>
            <p:cNvSpPr/>
            <p:nvPr/>
          </p:nvSpPr>
          <p:spPr>
            <a:xfrm>
              <a:off x="3519738" y="3822862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692A8">
                <a:alpha val="100000"/>
              </a:srgbClr>
            </a:solidFill>
            <a:ln w="5420" cap="flat">
              <a:solidFill>
                <a:srgbClr val="3EA0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8" name="pg438"/>
            <p:cNvSpPr/>
            <p:nvPr/>
          </p:nvSpPr>
          <p:spPr>
            <a:xfrm>
              <a:off x="3601176" y="3822862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987A6">
                <a:alpha val="100000"/>
              </a:srgbClr>
            </a:solidFill>
            <a:ln w="5420" cap="flat">
              <a:solidFill>
                <a:srgbClr val="3598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9" name="pg439"/>
            <p:cNvSpPr/>
            <p:nvPr/>
          </p:nvSpPr>
          <p:spPr>
            <a:xfrm>
              <a:off x="3682613" y="3822862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A7CA3">
                <a:alpha val="100000"/>
              </a:srgbClr>
            </a:solidFill>
            <a:ln w="5420" cap="flat">
              <a:solidFill>
                <a:srgbClr val="378E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0" name="pg440"/>
            <p:cNvSpPr/>
            <p:nvPr/>
          </p:nvSpPr>
          <p:spPr>
            <a:xfrm>
              <a:off x="3764050" y="3822862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B70A1">
                <a:alpha val="100000"/>
              </a:srgbClr>
            </a:solidFill>
            <a:ln w="5420" cap="flat">
              <a:solidFill>
                <a:srgbClr val="3983A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1" name="pg441"/>
            <p:cNvSpPr/>
            <p:nvPr/>
          </p:nvSpPr>
          <p:spPr>
            <a:xfrm>
              <a:off x="3845487" y="3822862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A669E">
                <a:alpha val="100000"/>
              </a:srgbClr>
            </a:solidFill>
            <a:ln w="5420" cap="flat">
              <a:solidFill>
                <a:srgbClr val="3A7AA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2" name="pg442"/>
            <p:cNvSpPr/>
            <p:nvPr/>
          </p:nvSpPr>
          <p:spPr>
            <a:xfrm>
              <a:off x="3926924" y="3822862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95D9C">
                <a:alpha val="100000"/>
              </a:srgbClr>
            </a:solidFill>
            <a:ln w="5420" cap="flat">
              <a:solidFill>
                <a:srgbClr val="3B73A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3" name="pg443"/>
            <p:cNvSpPr/>
            <p:nvPr/>
          </p:nvSpPr>
          <p:spPr>
            <a:xfrm>
              <a:off x="4008361" y="3822862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A5895">
                <a:alpha val="100000"/>
              </a:srgbClr>
            </a:solidFill>
            <a:ln w="5420" cap="flat">
              <a:solidFill>
                <a:srgbClr val="3A6EA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4" name="pg444"/>
            <p:cNvSpPr/>
            <p:nvPr/>
          </p:nvSpPr>
          <p:spPr>
            <a:xfrm>
              <a:off x="4089798" y="3822862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B5692">
                <a:alpha val="100000"/>
              </a:srgbClr>
            </a:solidFill>
            <a:ln w="5420" cap="flat">
              <a:solidFill>
                <a:srgbClr val="3A6C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5" name="pg445"/>
            <p:cNvSpPr/>
            <p:nvPr/>
          </p:nvSpPr>
          <p:spPr>
            <a:xfrm>
              <a:off x="4171236" y="3822862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A5693">
                <a:alpha val="100000"/>
              </a:srgbClr>
            </a:solidFill>
            <a:ln w="5420" cap="flat">
              <a:solidFill>
                <a:srgbClr val="3A6CA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6" name="pg446"/>
            <p:cNvSpPr/>
            <p:nvPr/>
          </p:nvSpPr>
          <p:spPr>
            <a:xfrm>
              <a:off x="4252673" y="3822862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A5997">
                <a:alpha val="100000"/>
              </a:srgbClr>
            </a:solidFill>
            <a:ln w="5420" cap="flat">
              <a:solidFill>
                <a:srgbClr val="3A6FA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7" name="pg447"/>
            <p:cNvSpPr/>
            <p:nvPr/>
          </p:nvSpPr>
          <p:spPr>
            <a:xfrm>
              <a:off x="4334110" y="3822862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A639D">
                <a:alpha val="100000"/>
              </a:srgbClr>
            </a:solidFill>
            <a:ln w="5420" cap="flat">
              <a:solidFill>
                <a:srgbClr val="3A77A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8" name="pg448"/>
            <p:cNvSpPr/>
            <p:nvPr/>
          </p:nvSpPr>
          <p:spPr>
            <a:xfrm>
              <a:off x="3193990" y="3926178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46AAAA">
                <a:alpha val="100000"/>
              </a:srgbClr>
            </a:solidFill>
            <a:ln w="5420" cap="flat">
              <a:solidFill>
                <a:srgbClr val="4FB5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9" name="pg449"/>
            <p:cNvSpPr/>
            <p:nvPr/>
          </p:nvSpPr>
          <p:spPr>
            <a:xfrm>
              <a:off x="3275427" y="3926178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43A6AA">
                <a:alpha val="100000"/>
              </a:srgbClr>
            </a:solidFill>
            <a:ln w="5420" cap="flat">
              <a:solidFill>
                <a:srgbClr val="4CB2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0" name="pg450"/>
            <p:cNvSpPr/>
            <p:nvPr/>
          </p:nvSpPr>
          <p:spPr>
            <a:xfrm>
              <a:off x="3356864" y="3926178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EA1AA">
                <a:alpha val="100000"/>
              </a:srgbClr>
            </a:solidFill>
            <a:ln w="5420" cap="flat">
              <a:solidFill>
                <a:srgbClr val="49AD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1" name="pg451"/>
            <p:cNvSpPr/>
            <p:nvPr/>
          </p:nvSpPr>
          <p:spPr>
            <a:xfrm>
              <a:off x="3438301" y="3926178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89BA9">
                <a:alpha val="100000"/>
              </a:srgbClr>
            </a:solidFill>
            <a:ln w="5420" cap="flat">
              <a:solidFill>
                <a:srgbClr val="44A8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2" name="pg452"/>
            <p:cNvSpPr/>
            <p:nvPr/>
          </p:nvSpPr>
          <p:spPr>
            <a:xfrm>
              <a:off x="3519738" y="3926178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88BA6">
                <a:alpha val="100000"/>
              </a:srgbClr>
            </a:solidFill>
            <a:ln w="5420" cap="flat">
              <a:solidFill>
                <a:srgbClr val="389B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3" name="pg453"/>
            <p:cNvSpPr/>
            <p:nvPr/>
          </p:nvSpPr>
          <p:spPr>
            <a:xfrm>
              <a:off x="3601176" y="3926178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981A4">
                <a:alpha val="100000"/>
              </a:srgbClr>
            </a:solidFill>
            <a:ln w="5420" cap="flat">
              <a:solidFill>
                <a:srgbClr val="3692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4" name="pg454"/>
            <p:cNvSpPr/>
            <p:nvPr/>
          </p:nvSpPr>
          <p:spPr>
            <a:xfrm>
              <a:off x="3682613" y="3926178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A76A2">
                <a:alpha val="100000"/>
              </a:srgbClr>
            </a:solidFill>
            <a:ln w="5420" cap="flat">
              <a:solidFill>
                <a:srgbClr val="3888A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5" name="pg455"/>
            <p:cNvSpPr/>
            <p:nvPr/>
          </p:nvSpPr>
          <p:spPr>
            <a:xfrm>
              <a:off x="3764050" y="3926178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A6A9F">
                <a:alpha val="100000"/>
              </a:srgbClr>
            </a:solidFill>
            <a:ln w="5420" cap="flat">
              <a:solidFill>
                <a:srgbClr val="3A7EA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6" name="pg456"/>
            <p:cNvSpPr/>
            <p:nvPr/>
          </p:nvSpPr>
          <p:spPr>
            <a:xfrm>
              <a:off x="3845487" y="3926178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95F9D">
                <a:alpha val="100000"/>
              </a:srgbClr>
            </a:solidFill>
            <a:ln w="5420" cap="flat">
              <a:solidFill>
                <a:srgbClr val="3A75A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7" name="pg457"/>
            <p:cNvSpPr/>
            <p:nvPr/>
          </p:nvSpPr>
          <p:spPr>
            <a:xfrm>
              <a:off x="3926924" y="3926178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A5793">
                <a:alpha val="100000"/>
              </a:srgbClr>
            </a:solidFill>
            <a:ln w="5420" cap="flat">
              <a:solidFill>
                <a:srgbClr val="3A6DA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8" name="pg458"/>
            <p:cNvSpPr/>
            <p:nvPr/>
          </p:nvSpPr>
          <p:spPr>
            <a:xfrm>
              <a:off x="4008361" y="3926178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B528C">
                <a:alpha val="100000"/>
              </a:srgbClr>
            </a:solidFill>
            <a:ln w="5420" cap="flat">
              <a:solidFill>
                <a:srgbClr val="3A68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9" name="pg459"/>
            <p:cNvSpPr/>
            <p:nvPr/>
          </p:nvSpPr>
          <p:spPr>
            <a:xfrm>
              <a:off x="4089798" y="3926178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B5089">
                <a:alpha val="100000"/>
              </a:srgbClr>
            </a:solidFill>
            <a:ln w="5420" cap="flat">
              <a:solidFill>
                <a:srgbClr val="3A66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0" name="pg460"/>
            <p:cNvSpPr/>
            <p:nvPr/>
          </p:nvSpPr>
          <p:spPr>
            <a:xfrm>
              <a:off x="4171236" y="3926178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B518A">
                <a:alpha val="100000"/>
              </a:srgbClr>
            </a:solidFill>
            <a:ln w="5420" cap="flat">
              <a:solidFill>
                <a:srgbClr val="3A67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1" name="pg461"/>
            <p:cNvSpPr/>
            <p:nvPr/>
          </p:nvSpPr>
          <p:spPr>
            <a:xfrm>
              <a:off x="4252673" y="3926178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B548F">
                <a:alpha val="100000"/>
              </a:srgbClr>
            </a:solidFill>
            <a:ln w="5420" cap="flat">
              <a:solidFill>
                <a:srgbClr val="3A6A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2" name="pg462"/>
            <p:cNvSpPr/>
            <p:nvPr/>
          </p:nvSpPr>
          <p:spPr>
            <a:xfrm>
              <a:off x="4334110" y="3926178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95D9C">
                <a:alpha val="100000"/>
              </a:srgbClr>
            </a:solidFill>
            <a:ln w="5420" cap="flat">
              <a:solidFill>
                <a:srgbClr val="3B73A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3" name="pg463"/>
            <p:cNvSpPr/>
            <p:nvPr/>
          </p:nvSpPr>
          <p:spPr>
            <a:xfrm>
              <a:off x="2868241" y="4029494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44A7AA">
                <a:alpha val="100000"/>
              </a:srgbClr>
            </a:solidFill>
            <a:ln w="5420" cap="flat">
              <a:solidFill>
                <a:srgbClr val="4DB3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4" name="pg464"/>
            <p:cNvSpPr/>
            <p:nvPr/>
          </p:nvSpPr>
          <p:spPr>
            <a:xfrm>
              <a:off x="2949678" y="4029494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43A6AA">
                <a:alpha val="100000"/>
              </a:srgbClr>
            </a:solidFill>
            <a:ln w="5420" cap="flat">
              <a:solidFill>
                <a:srgbClr val="4CB1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5" name="pg465"/>
            <p:cNvSpPr/>
            <p:nvPr/>
          </p:nvSpPr>
          <p:spPr>
            <a:xfrm>
              <a:off x="3031116" y="4029494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41A3AA">
                <a:alpha val="100000"/>
              </a:srgbClr>
            </a:solidFill>
            <a:ln w="5420" cap="flat">
              <a:solidFill>
                <a:srgbClr val="4BAF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6" name="pg466"/>
            <p:cNvSpPr/>
            <p:nvPr/>
          </p:nvSpPr>
          <p:spPr>
            <a:xfrm>
              <a:off x="3112553" y="4029494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40A3AA">
                <a:alpha val="100000"/>
              </a:srgbClr>
            </a:solidFill>
            <a:ln w="5420" cap="flat">
              <a:solidFill>
                <a:srgbClr val="4BAF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7" name="pg467"/>
            <p:cNvSpPr/>
            <p:nvPr/>
          </p:nvSpPr>
          <p:spPr>
            <a:xfrm>
              <a:off x="3193990" y="4029494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EA1AA">
                <a:alpha val="100000"/>
              </a:srgbClr>
            </a:solidFill>
            <a:ln w="5420" cap="flat">
              <a:solidFill>
                <a:srgbClr val="49AD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8" name="pg468"/>
            <p:cNvSpPr/>
            <p:nvPr/>
          </p:nvSpPr>
          <p:spPr>
            <a:xfrm>
              <a:off x="3275427" y="4029494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B9DA9">
                <a:alpha val="100000"/>
              </a:srgbClr>
            </a:solidFill>
            <a:ln w="5420" cap="flat">
              <a:solidFill>
                <a:srgbClr val="46AA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9" name="pg469"/>
            <p:cNvSpPr/>
            <p:nvPr/>
          </p:nvSpPr>
          <p:spPr>
            <a:xfrm>
              <a:off x="3356864" y="4029494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799A9">
                <a:alpha val="100000"/>
              </a:srgbClr>
            </a:solidFill>
            <a:ln w="5420" cap="flat">
              <a:solidFill>
                <a:srgbClr val="43A7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0" name="pg470"/>
            <p:cNvSpPr/>
            <p:nvPr/>
          </p:nvSpPr>
          <p:spPr>
            <a:xfrm>
              <a:off x="3438301" y="4029494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595A8">
                <a:alpha val="100000"/>
              </a:srgbClr>
            </a:solidFill>
            <a:ln w="5420" cap="flat">
              <a:solidFill>
                <a:srgbClr val="40A2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1" name="pg471"/>
            <p:cNvSpPr/>
            <p:nvPr/>
          </p:nvSpPr>
          <p:spPr>
            <a:xfrm>
              <a:off x="3519738" y="4029494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887A6">
                <a:alpha val="100000"/>
              </a:srgbClr>
            </a:solidFill>
            <a:ln w="5420" cap="flat">
              <a:solidFill>
                <a:srgbClr val="3598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2" name="pg472"/>
            <p:cNvSpPr/>
            <p:nvPr/>
          </p:nvSpPr>
          <p:spPr>
            <a:xfrm>
              <a:off x="3601176" y="4029494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A7EA4">
                <a:alpha val="100000"/>
              </a:srgbClr>
            </a:solidFill>
            <a:ln w="5420" cap="flat">
              <a:solidFill>
                <a:srgbClr val="3690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3" name="pg473"/>
            <p:cNvSpPr/>
            <p:nvPr/>
          </p:nvSpPr>
          <p:spPr>
            <a:xfrm>
              <a:off x="3682613" y="4029494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A74A1">
                <a:alpha val="100000"/>
              </a:srgbClr>
            </a:solidFill>
            <a:ln w="5420" cap="flat">
              <a:solidFill>
                <a:srgbClr val="3987A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4" name="pg474"/>
            <p:cNvSpPr/>
            <p:nvPr/>
          </p:nvSpPr>
          <p:spPr>
            <a:xfrm>
              <a:off x="3764050" y="4029494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A699F">
                <a:alpha val="100000"/>
              </a:srgbClr>
            </a:solidFill>
            <a:ln w="5420" cap="flat">
              <a:solidFill>
                <a:srgbClr val="3A7DA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5" name="pg475"/>
            <p:cNvSpPr/>
            <p:nvPr/>
          </p:nvSpPr>
          <p:spPr>
            <a:xfrm>
              <a:off x="3845487" y="4029494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95E9C">
                <a:alpha val="100000"/>
              </a:srgbClr>
            </a:solidFill>
            <a:ln w="5420" cap="flat">
              <a:solidFill>
                <a:srgbClr val="3A73A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6" name="pg476"/>
            <p:cNvSpPr/>
            <p:nvPr/>
          </p:nvSpPr>
          <p:spPr>
            <a:xfrm>
              <a:off x="3926924" y="4029494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B5591">
                <a:alpha val="100000"/>
              </a:srgbClr>
            </a:solidFill>
            <a:ln w="5420" cap="flat">
              <a:solidFill>
                <a:srgbClr val="3A6B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7" name="pg477"/>
            <p:cNvSpPr/>
            <p:nvPr/>
          </p:nvSpPr>
          <p:spPr>
            <a:xfrm>
              <a:off x="4008361" y="4029494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B5089">
                <a:alpha val="100000"/>
              </a:srgbClr>
            </a:solidFill>
            <a:ln w="5420" cap="flat">
              <a:solidFill>
                <a:srgbClr val="3A66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8" name="pg478"/>
            <p:cNvSpPr/>
            <p:nvPr/>
          </p:nvSpPr>
          <p:spPr>
            <a:xfrm>
              <a:off x="4089798" y="4029494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B4E86">
                <a:alpha val="100000"/>
              </a:srgbClr>
            </a:solidFill>
            <a:ln w="5420" cap="flat">
              <a:solidFill>
                <a:srgbClr val="3A64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9" name="pg479"/>
            <p:cNvSpPr/>
            <p:nvPr/>
          </p:nvSpPr>
          <p:spPr>
            <a:xfrm>
              <a:off x="4171236" y="4029494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B4F88">
                <a:alpha val="100000"/>
              </a:srgbClr>
            </a:solidFill>
            <a:ln w="5420" cap="flat">
              <a:solidFill>
                <a:srgbClr val="3A65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0" name="pg480"/>
            <p:cNvSpPr/>
            <p:nvPr/>
          </p:nvSpPr>
          <p:spPr>
            <a:xfrm>
              <a:off x="4252673" y="4029494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B538D">
                <a:alpha val="100000"/>
              </a:srgbClr>
            </a:solidFill>
            <a:ln w="5420" cap="flat">
              <a:solidFill>
                <a:srgbClr val="3A69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1" name="pg481"/>
            <p:cNvSpPr/>
            <p:nvPr/>
          </p:nvSpPr>
          <p:spPr>
            <a:xfrm>
              <a:off x="2786804" y="4132810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41A4AA">
                <a:alpha val="100000"/>
              </a:srgbClr>
            </a:solidFill>
            <a:ln w="5420" cap="flat">
              <a:solidFill>
                <a:srgbClr val="4BB0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2" name="pg482"/>
            <p:cNvSpPr/>
            <p:nvPr/>
          </p:nvSpPr>
          <p:spPr>
            <a:xfrm>
              <a:off x="2868241" y="4132810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40A3AA">
                <a:alpha val="100000"/>
              </a:srgbClr>
            </a:solidFill>
            <a:ln w="5420" cap="flat">
              <a:solidFill>
                <a:srgbClr val="4AAF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3" name="pg483"/>
            <p:cNvSpPr/>
            <p:nvPr/>
          </p:nvSpPr>
          <p:spPr>
            <a:xfrm>
              <a:off x="2949678" y="4132810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FA1AA">
                <a:alpha val="100000"/>
              </a:srgbClr>
            </a:solidFill>
            <a:ln w="5420" cap="flat">
              <a:solidFill>
                <a:srgbClr val="49AE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4" name="pg484"/>
            <p:cNvSpPr/>
            <p:nvPr/>
          </p:nvSpPr>
          <p:spPr>
            <a:xfrm>
              <a:off x="3031116" y="4132810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D9FAA">
                <a:alpha val="100000"/>
              </a:srgbClr>
            </a:solidFill>
            <a:ln w="5420" cap="flat">
              <a:solidFill>
                <a:srgbClr val="48AC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5" name="pg485"/>
            <p:cNvSpPr/>
            <p:nvPr/>
          </p:nvSpPr>
          <p:spPr>
            <a:xfrm>
              <a:off x="3112553" y="4132810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A9DA9">
                <a:alpha val="100000"/>
              </a:srgbClr>
            </a:solidFill>
            <a:ln w="5420" cap="flat">
              <a:solidFill>
                <a:srgbClr val="46AA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6" name="pg486"/>
            <p:cNvSpPr/>
            <p:nvPr/>
          </p:nvSpPr>
          <p:spPr>
            <a:xfrm>
              <a:off x="3193990" y="4132810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89AA9">
                <a:alpha val="100000"/>
              </a:srgbClr>
            </a:solidFill>
            <a:ln w="5420" cap="flat">
              <a:solidFill>
                <a:srgbClr val="44A7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7" name="pg487"/>
            <p:cNvSpPr/>
            <p:nvPr/>
          </p:nvSpPr>
          <p:spPr>
            <a:xfrm>
              <a:off x="3275427" y="4132810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598A9">
                <a:alpha val="100000"/>
              </a:srgbClr>
            </a:solidFill>
            <a:ln w="5420" cap="flat">
              <a:solidFill>
                <a:srgbClr val="42A5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8" name="pg488"/>
            <p:cNvSpPr/>
            <p:nvPr/>
          </p:nvSpPr>
          <p:spPr>
            <a:xfrm>
              <a:off x="3356864" y="4132810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595A9">
                <a:alpha val="100000"/>
              </a:srgbClr>
            </a:solidFill>
            <a:ln w="5420" cap="flat">
              <a:solidFill>
                <a:srgbClr val="40A2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9" name="pg489"/>
            <p:cNvSpPr/>
            <p:nvPr/>
          </p:nvSpPr>
          <p:spPr>
            <a:xfrm>
              <a:off x="3438301" y="4132810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691A8">
                <a:alpha val="100000"/>
              </a:srgbClr>
            </a:solidFill>
            <a:ln w="5420" cap="flat">
              <a:solidFill>
                <a:srgbClr val="3DA0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0" name="pg490"/>
            <p:cNvSpPr/>
            <p:nvPr/>
          </p:nvSpPr>
          <p:spPr>
            <a:xfrm>
              <a:off x="3519738" y="4132810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987A6">
                <a:alpha val="100000"/>
              </a:srgbClr>
            </a:solidFill>
            <a:ln w="5420" cap="flat">
              <a:solidFill>
                <a:srgbClr val="3598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1" name="pg491"/>
            <p:cNvSpPr/>
            <p:nvPr/>
          </p:nvSpPr>
          <p:spPr>
            <a:xfrm>
              <a:off x="3601176" y="4132810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A7FA4">
                <a:alpha val="100000"/>
              </a:srgbClr>
            </a:solidFill>
            <a:ln w="5420" cap="flat">
              <a:solidFill>
                <a:srgbClr val="3691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2" name="pg492"/>
            <p:cNvSpPr/>
            <p:nvPr/>
          </p:nvSpPr>
          <p:spPr>
            <a:xfrm>
              <a:off x="3682613" y="4132810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A76A2">
                <a:alpha val="100000"/>
              </a:srgbClr>
            </a:solidFill>
            <a:ln w="5420" cap="flat">
              <a:solidFill>
                <a:srgbClr val="3889A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3" name="pg493"/>
            <p:cNvSpPr/>
            <p:nvPr/>
          </p:nvSpPr>
          <p:spPr>
            <a:xfrm>
              <a:off x="3764050" y="4132810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A6B9F">
                <a:alpha val="100000"/>
              </a:srgbClr>
            </a:solidFill>
            <a:ln w="5420" cap="flat">
              <a:solidFill>
                <a:srgbClr val="3A7FA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4" name="pg494"/>
            <p:cNvSpPr/>
            <p:nvPr/>
          </p:nvSpPr>
          <p:spPr>
            <a:xfrm>
              <a:off x="3845487" y="4132810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A619D">
                <a:alpha val="100000"/>
              </a:srgbClr>
            </a:solidFill>
            <a:ln w="5420" cap="flat">
              <a:solidFill>
                <a:srgbClr val="3A76A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5" name="pg495"/>
            <p:cNvSpPr/>
            <p:nvPr/>
          </p:nvSpPr>
          <p:spPr>
            <a:xfrm>
              <a:off x="3926924" y="4132810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A5895">
                <a:alpha val="100000"/>
              </a:srgbClr>
            </a:solidFill>
            <a:ln w="5420" cap="flat">
              <a:solidFill>
                <a:srgbClr val="3A6EA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6" name="pg496"/>
            <p:cNvSpPr/>
            <p:nvPr/>
          </p:nvSpPr>
          <p:spPr>
            <a:xfrm>
              <a:off x="4008361" y="4132810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B538E">
                <a:alpha val="100000"/>
              </a:srgbClr>
            </a:solidFill>
            <a:ln w="5420" cap="flat">
              <a:solidFill>
                <a:srgbClr val="3A69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7" name="pg497"/>
            <p:cNvSpPr/>
            <p:nvPr/>
          </p:nvSpPr>
          <p:spPr>
            <a:xfrm>
              <a:off x="4089798" y="4132810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B518B">
                <a:alpha val="100000"/>
              </a:srgbClr>
            </a:solidFill>
            <a:ln w="5420" cap="flat">
              <a:solidFill>
                <a:srgbClr val="3A67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8" name="pg498"/>
            <p:cNvSpPr/>
            <p:nvPr/>
          </p:nvSpPr>
          <p:spPr>
            <a:xfrm>
              <a:off x="4171236" y="4132810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B528C">
                <a:alpha val="100000"/>
              </a:srgbClr>
            </a:solidFill>
            <a:ln w="5420" cap="flat">
              <a:solidFill>
                <a:srgbClr val="3A68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9" name="pg499"/>
            <p:cNvSpPr/>
            <p:nvPr/>
          </p:nvSpPr>
          <p:spPr>
            <a:xfrm>
              <a:off x="4252673" y="4132810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B5590">
                <a:alpha val="100000"/>
              </a:srgbClr>
            </a:solidFill>
            <a:ln w="5420" cap="flat">
              <a:solidFill>
                <a:srgbClr val="3A6B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0" name="pg500"/>
            <p:cNvSpPr/>
            <p:nvPr/>
          </p:nvSpPr>
          <p:spPr>
            <a:xfrm>
              <a:off x="2786804" y="4236126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89BA9">
                <a:alpha val="100000"/>
              </a:srgbClr>
            </a:solidFill>
            <a:ln w="5420" cap="flat">
              <a:solidFill>
                <a:srgbClr val="45A8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1" name="pg501"/>
            <p:cNvSpPr/>
            <p:nvPr/>
          </p:nvSpPr>
          <p:spPr>
            <a:xfrm>
              <a:off x="2868241" y="4236126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79AA9">
                <a:alpha val="100000"/>
              </a:srgbClr>
            </a:solidFill>
            <a:ln w="5420" cap="flat">
              <a:solidFill>
                <a:srgbClr val="44A7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2" name="pg502"/>
            <p:cNvSpPr/>
            <p:nvPr/>
          </p:nvSpPr>
          <p:spPr>
            <a:xfrm>
              <a:off x="2949678" y="4236126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698A9">
                <a:alpha val="100000"/>
              </a:srgbClr>
            </a:solidFill>
            <a:ln w="5420" cap="flat">
              <a:solidFill>
                <a:srgbClr val="43A6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3" name="pg503"/>
            <p:cNvSpPr/>
            <p:nvPr/>
          </p:nvSpPr>
          <p:spPr>
            <a:xfrm>
              <a:off x="3031116" y="4236126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497A9">
                <a:alpha val="100000"/>
              </a:srgbClr>
            </a:solidFill>
            <a:ln w="5420" cap="flat">
              <a:solidFill>
                <a:srgbClr val="41A4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4" name="pg504"/>
            <p:cNvSpPr/>
            <p:nvPr/>
          </p:nvSpPr>
          <p:spPr>
            <a:xfrm>
              <a:off x="3112553" y="4236126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595A9">
                <a:alpha val="100000"/>
              </a:srgbClr>
            </a:solidFill>
            <a:ln w="5420" cap="flat">
              <a:solidFill>
                <a:srgbClr val="40A3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5" name="pg505"/>
            <p:cNvSpPr/>
            <p:nvPr/>
          </p:nvSpPr>
          <p:spPr>
            <a:xfrm>
              <a:off x="3193990" y="4236126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594A8">
                <a:alpha val="100000"/>
              </a:srgbClr>
            </a:solidFill>
            <a:ln w="5420" cap="flat">
              <a:solidFill>
                <a:srgbClr val="3FA2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6" name="pg506"/>
            <p:cNvSpPr/>
            <p:nvPr/>
          </p:nvSpPr>
          <p:spPr>
            <a:xfrm>
              <a:off x="3275427" y="4236126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692A8">
                <a:alpha val="100000"/>
              </a:srgbClr>
            </a:solidFill>
            <a:ln w="5420" cap="flat">
              <a:solidFill>
                <a:srgbClr val="3EA1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7" name="pg507"/>
            <p:cNvSpPr/>
            <p:nvPr/>
          </p:nvSpPr>
          <p:spPr>
            <a:xfrm>
              <a:off x="3356864" y="4236126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691A8">
                <a:alpha val="100000"/>
              </a:srgbClr>
            </a:solidFill>
            <a:ln w="5420" cap="flat">
              <a:solidFill>
                <a:srgbClr val="3DA0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8" name="pg508"/>
            <p:cNvSpPr/>
            <p:nvPr/>
          </p:nvSpPr>
          <p:spPr>
            <a:xfrm>
              <a:off x="3438301" y="4236126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690A8">
                <a:alpha val="100000"/>
              </a:srgbClr>
            </a:solidFill>
            <a:ln w="5420" cap="flat">
              <a:solidFill>
                <a:srgbClr val="3C9F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9" name="pg509"/>
            <p:cNvSpPr/>
            <p:nvPr/>
          </p:nvSpPr>
          <p:spPr>
            <a:xfrm>
              <a:off x="3519738" y="4236126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78CA7">
                <a:alpha val="100000"/>
              </a:srgbClr>
            </a:solidFill>
            <a:ln w="5420" cap="flat">
              <a:solidFill>
                <a:srgbClr val="399C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0" name="pg510"/>
            <p:cNvSpPr/>
            <p:nvPr/>
          </p:nvSpPr>
          <p:spPr>
            <a:xfrm>
              <a:off x="3601176" y="4236126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887A6">
                <a:alpha val="100000"/>
              </a:srgbClr>
            </a:solidFill>
            <a:ln w="5420" cap="flat">
              <a:solidFill>
                <a:srgbClr val="3598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1" name="pg511"/>
            <p:cNvSpPr/>
            <p:nvPr/>
          </p:nvSpPr>
          <p:spPr>
            <a:xfrm>
              <a:off x="3682613" y="4236126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A81A4">
                <a:alpha val="100000"/>
              </a:srgbClr>
            </a:solidFill>
            <a:ln w="5420" cap="flat">
              <a:solidFill>
                <a:srgbClr val="3692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2" name="pg512"/>
            <p:cNvSpPr/>
            <p:nvPr/>
          </p:nvSpPr>
          <p:spPr>
            <a:xfrm>
              <a:off x="3764050" y="4236126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A78A2">
                <a:alpha val="100000"/>
              </a:srgbClr>
            </a:solidFill>
            <a:ln w="5420" cap="flat">
              <a:solidFill>
                <a:srgbClr val="388BA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3" name="pg513"/>
            <p:cNvSpPr/>
            <p:nvPr/>
          </p:nvSpPr>
          <p:spPr>
            <a:xfrm>
              <a:off x="3845487" y="4236126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B70A0">
                <a:alpha val="100000"/>
              </a:srgbClr>
            </a:solidFill>
            <a:ln w="5420" cap="flat">
              <a:solidFill>
                <a:srgbClr val="3983A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4" name="pg514"/>
            <p:cNvSpPr/>
            <p:nvPr/>
          </p:nvSpPr>
          <p:spPr>
            <a:xfrm>
              <a:off x="3926924" y="4236126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A699F">
                <a:alpha val="100000"/>
              </a:srgbClr>
            </a:solidFill>
            <a:ln w="5420" cap="flat">
              <a:solidFill>
                <a:srgbClr val="3A7DA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5" name="pg515"/>
            <p:cNvSpPr/>
            <p:nvPr/>
          </p:nvSpPr>
          <p:spPr>
            <a:xfrm>
              <a:off x="4008361" y="4236126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A639E">
                <a:alpha val="100000"/>
              </a:srgbClr>
            </a:solidFill>
            <a:ln w="5420" cap="flat">
              <a:solidFill>
                <a:srgbClr val="3A78A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6" name="pg516"/>
            <p:cNvSpPr/>
            <p:nvPr/>
          </p:nvSpPr>
          <p:spPr>
            <a:xfrm>
              <a:off x="4089798" y="4236126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9609D">
                <a:alpha val="100000"/>
              </a:srgbClr>
            </a:solidFill>
            <a:ln w="5420" cap="flat">
              <a:solidFill>
                <a:srgbClr val="3A76A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7" name="pg517"/>
            <p:cNvSpPr/>
            <p:nvPr/>
          </p:nvSpPr>
          <p:spPr>
            <a:xfrm>
              <a:off x="4171236" y="4236126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95E9C">
                <a:alpha val="100000"/>
              </a:srgbClr>
            </a:solidFill>
            <a:ln w="5420" cap="flat">
              <a:solidFill>
                <a:srgbClr val="3A74A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8" name="pg518"/>
            <p:cNvSpPr/>
            <p:nvPr/>
          </p:nvSpPr>
          <p:spPr>
            <a:xfrm>
              <a:off x="2786804" y="4339442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598A9">
                <a:alpha val="100000"/>
              </a:srgbClr>
            </a:solidFill>
            <a:ln w="5420" cap="flat">
              <a:solidFill>
                <a:srgbClr val="42A6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9" name="pg519"/>
            <p:cNvSpPr/>
            <p:nvPr/>
          </p:nvSpPr>
          <p:spPr>
            <a:xfrm>
              <a:off x="2868241" y="4339442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497A9">
                <a:alpha val="100000"/>
              </a:srgbClr>
            </a:solidFill>
            <a:ln w="5420" cap="flat">
              <a:solidFill>
                <a:srgbClr val="42A5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0" name="pg520"/>
            <p:cNvSpPr/>
            <p:nvPr/>
          </p:nvSpPr>
          <p:spPr>
            <a:xfrm>
              <a:off x="2949678" y="4339442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496A9">
                <a:alpha val="100000"/>
              </a:srgbClr>
            </a:solidFill>
            <a:ln w="5420" cap="flat">
              <a:solidFill>
                <a:srgbClr val="41A3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1" name="pg521"/>
            <p:cNvSpPr/>
            <p:nvPr/>
          </p:nvSpPr>
          <p:spPr>
            <a:xfrm>
              <a:off x="3031116" y="4339442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595A8">
                <a:alpha val="100000"/>
              </a:srgbClr>
            </a:solidFill>
            <a:ln w="5420" cap="flat">
              <a:solidFill>
                <a:srgbClr val="40A2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2" name="pg522"/>
            <p:cNvSpPr/>
            <p:nvPr/>
          </p:nvSpPr>
          <p:spPr>
            <a:xfrm>
              <a:off x="3112553" y="4339442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593A8">
                <a:alpha val="100000"/>
              </a:srgbClr>
            </a:solidFill>
            <a:ln w="5420" cap="flat">
              <a:solidFill>
                <a:srgbClr val="3FA1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3" name="pg523"/>
            <p:cNvSpPr/>
            <p:nvPr/>
          </p:nvSpPr>
          <p:spPr>
            <a:xfrm>
              <a:off x="3193990" y="4339442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692A8">
                <a:alpha val="100000"/>
              </a:srgbClr>
            </a:solidFill>
            <a:ln w="5420" cap="flat">
              <a:solidFill>
                <a:srgbClr val="3EA1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4" name="pg524"/>
            <p:cNvSpPr/>
            <p:nvPr/>
          </p:nvSpPr>
          <p:spPr>
            <a:xfrm>
              <a:off x="3275427" y="4339442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692A8">
                <a:alpha val="100000"/>
              </a:srgbClr>
            </a:solidFill>
            <a:ln w="5420" cap="flat">
              <a:solidFill>
                <a:srgbClr val="3EA0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5" name="pg525"/>
            <p:cNvSpPr/>
            <p:nvPr/>
          </p:nvSpPr>
          <p:spPr>
            <a:xfrm>
              <a:off x="3356864" y="4339442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692A8">
                <a:alpha val="100000"/>
              </a:srgbClr>
            </a:solidFill>
            <a:ln w="5420" cap="flat">
              <a:solidFill>
                <a:srgbClr val="3DA0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6" name="pg526"/>
            <p:cNvSpPr/>
            <p:nvPr/>
          </p:nvSpPr>
          <p:spPr>
            <a:xfrm>
              <a:off x="3438301" y="4339442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691A8">
                <a:alpha val="100000"/>
              </a:srgbClr>
            </a:solidFill>
            <a:ln w="5420" cap="flat">
              <a:solidFill>
                <a:srgbClr val="3DA0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7" name="pg527"/>
            <p:cNvSpPr/>
            <p:nvPr/>
          </p:nvSpPr>
          <p:spPr>
            <a:xfrm>
              <a:off x="3519738" y="4339442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78FA7">
                <a:alpha val="100000"/>
              </a:srgbClr>
            </a:solidFill>
            <a:ln w="5420" cap="flat">
              <a:solidFill>
                <a:srgbClr val="3B9E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8" name="pg528"/>
            <p:cNvSpPr/>
            <p:nvPr/>
          </p:nvSpPr>
          <p:spPr>
            <a:xfrm>
              <a:off x="3601176" y="4339442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88BA7">
                <a:alpha val="100000"/>
              </a:srgbClr>
            </a:solidFill>
            <a:ln w="5420" cap="flat">
              <a:solidFill>
                <a:srgbClr val="389B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9" name="pg529"/>
            <p:cNvSpPr/>
            <p:nvPr/>
          </p:nvSpPr>
          <p:spPr>
            <a:xfrm>
              <a:off x="3682613" y="4339442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986A5">
                <a:alpha val="100000"/>
              </a:srgbClr>
            </a:solidFill>
            <a:ln w="5420" cap="flat">
              <a:solidFill>
                <a:srgbClr val="3497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0" name="pg530"/>
            <p:cNvSpPr/>
            <p:nvPr/>
          </p:nvSpPr>
          <p:spPr>
            <a:xfrm>
              <a:off x="3764050" y="4339442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A7FA4">
                <a:alpha val="100000"/>
              </a:srgbClr>
            </a:solidFill>
            <a:ln w="5420" cap="flat">
              <a:solidFill>
                <a:srgbClr val="3691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1" name="pg531"/>
            <p:cNvSpPr/>
            <p:nvPr/>
          </p:nvSpPr>
          <p:spPr>
            <a:xfrm>
              <a:off x="3845487" y="4339442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A78A2">
                <a:alpha val="100000"/>
              </a:srgbClr>
            </a:solidFill>
            <a:ln w="5420" cap="flat">
              <a:solidFill>
                <a:srgbClr val="388AA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2" name="pg532"/>
            <p:cNvSpPr/>
            <p:nvPr/>
          </p:nvSpPr>
          <p:spPr>
            <a:xfrm>
              <a:off x="3926924" y="4339442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B71A1">
                <a:alpha val="100000"/>
              </a:srgbClr>
            </a:solidFill>
            <a:ln w="5420" cap="flat">
              <a:solidFill>
                <a:srgbClr val="3985A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3" name="pg533"/>
            <p:cNvSpPr/>
            <p:nvPr/>
          </p:nvSpPr>
          <p:spPr>
            <a:xfrm>
              <a:off x="4008361" y="4339442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A6CA0">
                <a:alpha val="100000"/>
              </a:srgbClr>
            </a:solidFill>
            <a:ln w="5420" cap="flat">
              <a:solidFill>
                <a:srgbClr val="3A80A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4" name="pg534"/>
            <p:cNvSpPr/>
            <p:nvPr/>
          </p:nvSpPr>
          <p:spPr>
            <a:xfrm>
              <a:off x="4089798" y="4339442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A699F">
                <a:alpha val="100000"/>
              </a:srgbClr>
            </a:solidFill>
            <a:ln w="5420" cap="flat">
              <a:solidFill>
                <a:srgbClr val="3A7DA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5" name="pg535"/>
            <p:cNvSpPr/>
            <p:nvPr/>
          </p:nvSpPr>
          <p:spPr>
            <a:xfrm>
              <a:off x="2868241" y="4442758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595A9">
                <a:alpha val="100000"/>
              </a:srgbClr>
            </a:solidFill>
            <a:ln w="5420" cap="flat">
              <a:solidFill>
                <a:srgbClr val="40A3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6" name="pg536"/>
            <p:cNvSpPr/>
            <p:nvPr/>
          </p:nvSpPr>
          <p:spPr>
            <a:xfrm>
              <a:off x="2949678" y="4442758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594A8">
                <a:alpha val="100000"/>
              </a:srgbClr>
            </a:solidFill>
            <a:ln w="5420" cap="flat">
              <a:solidFill>
                <a:srgbClr val="3FA2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7" name="pg537"/>
            <p:cNvSpPr/>
            <p:nvPr/>
          </p:nvSpPr>
          <p:spPr>
            <a:xfrm>
              <a:off x="3031116" y="4442758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593A8">
                <a:alpha val="100000"/>
              </a:srgbClr>
            </a:solidFill>
            <a:ln w="5420" cap="flat">
              <a:solidFill>
                <a:srgbClr val="3FA1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8" name="pg538"/>
            <p:cNvSpPr/>
            <p:nvPr/>
          </p:nvSpPr>
          <p:spPr>
            <a:xfrm>
              <a:off x="3112553" y="4442758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692A8">
                <a:alpha val="100000"/>
              </a:srgbClr>
            </a:solidFill>
            <a:ln w="5420" cap="flat">
              <a:solidFill>
                <a:srgbClr val="3EA1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9" name="pg539"/>
            <p:cNvSpPr/>
            <p:nvPr/>
          </p:nvSpPr>
          <p:spPr>
            <a:xfrm>
              <a:off x="3193990" y="4442758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692A8">
                <a:alpha val="100000"/>
              </a:srgbClr>
            </a:solidFill>
            <a:ln w="5420" cap="flat">
              <a:solidFill>
                <a:srgbClr val="3EA0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0" name="pg540"/>
            <p:cNvSpPr/>
            <p:nvPr/>
          </p:nvSpPr>
          <p:spPr>
            <a:xfrm>
              <a:off x="3275427" y="4442758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692A8">
                <a:alpha val="100000"/>
              </a:srgbClr>
            </a:solidFill>
            <a:ln w="5420" cap="flat">
              <a:solidFill>
                <a:srgbClr val="3DA0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1" name="pg541"/>
            <p:cNvSpPr/>
            <p:nvPr/>
          </p:nvSpPr>
          <p:spPr>
            <a:xfrm>
              <a:off x="3356864" y="4442758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692A8">
                <a:alpha val="100000"/>
              </a:srgbClr>
            </a:solidFill>
            <a:ln w="5420" cap="flat">
              <a:solidFill>
                <a:srgbClr val="3EA0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2" name="pg542"/>
            <p:cNvSpPr/>
            <p:nvPr/>
          </p:nvSpPr>
          <p:spPr>
            <a:xfrm>
              <a:off x="3438301" y="4442758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692A8">
                <a:alpha val="100000"/>
              </a:srgbClr>
            </a:solidFill>
            <a:ln w="5420" cap="flat">
              <a:solidFill>
                <a:srgbClr val="3EA0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3" name="pg543"/>
            <p:cNvSpPr/>
            <p:nvPr/>
          </p:nvSpPr>
          <p:spPr>
            <a:xfrm>
              <a:off x="3519738" y="4442758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690A8">
                <a:alpha val="100000"/>
              </a:srgbClr>
            </a:solidFill>
            <a:ln w="5420" cap="flat">
              <a:solidFill>
                <a:srgbClr val="3C9F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4" name="pg544"/>
            <p:cNvSpPr/>
            <p:nvPr/>
          </p:nvSpPr>
          <p:spPr>
            <a:xfrm>
              <a:off x="3601176" y="4442758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78DA7">
                <a:alpha val="100000"/>
              </a:srgbClr>
            </a:solidFill>
            <a:ln w="5420" cap="flat">
              <a:solidFill>
                <a:srgbClr val="3A9D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5" name="pg545"/>
            <p:cNvSpPr/>
            <p:nvPr/>
          </p:nvSpPr>
          <p:spPr>
            <a:xfrm>
              <a:off x="3682613" y="4442758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889A6">
                <a:alpha val="100000"/>
              </a:srgbClr>
            </a:solidFill>
            <a:ln w="5420" cap="flat">
              <a:solidFill>
                <a:srgbClr val="3699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6" name="pg546"/>
            <p:cNvSpPr/>
            <p:nvPr/>
          </p:nvSpPr>
          <p:spPr>
            <a:xfrm>
              <a:off x="3764050" y="4442758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984A5">
                <a:alpha val="100000"/>
              </a:srgbClr>
            </a:solidFill>
            <a:ln w="5420" cap="flat">
              <a:solidFill>
                <a:srgbClr val="3595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7" name="pg547"/>
            <p:cNvSpPr/>
            <p:nvPr/>
          </p:nvSpPr>
          <p:spPr>
            <a:xfrm>
              <a:off x="3845487" y="4442758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A7EA4">
                <a:alpha val="100000"/>
              </a:srgbClr>
            </a:solidFill>
            <a:ln w="5420" cap="flat">
              <a:solidFill>
                <a:srgbClr val="3690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8" name="pg548"/>
            <p:cNvSpPr/>
            <p:nvPr/>
          </p:nvSpPr>
          <p:spPr>
            <a:xfrm>
              <a:off x="3926924" y="4442758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A78A2">
                <a:alpha val="100000"/>
              </a:srgbClr>
            </a:solidFill>
            <a:ln w="5420" cap="flat">
              <a:solidFill>
                <a:srgbClr val="388BA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9" name="pg549"/>
            <p:cNvSpPr/>
            <p:nvPr/>
          </p:nvSpPr>
          <p:spPr>
            <a:xfrm>
              <a:off x="4008361" y="4442758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A74A1">
                <a:alpha val="100000"/>
              </a:srgbClr>
            </a:solidFill>
            <a:ln w="5420" cap="flat">
              <a:solidFill>
                <a:srgbClr val="3987A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0" name="pg550"/>
            <p:cNvSpPr/>
            <p:nvPr/>
          </p:nvSpPr>
          <p:spPr>
            <a:xfrm>
              <a:off x="3112553" y="4546075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692A8">
                <a:alpha val="100000"/>
              </a:srgbClr>
            </a:solidFill>
            <a:ln w="5420" cap="flat">
              <a:solidFill>
                <a:srgbClr val="3EA0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1" name="pg551"/>
            <p:cNvSpPr/>
            <p:nvPr/>
          </p:nvSpPr>
          <p:spPr>
            <a:xfrm>
              <a:off x="3193990" y="4546075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691A8">
                <a:alpha val="100000"/>
              </a:srgbClr>
            </a:solidFill>
            <a:ln w="5420" cap="flat">
              <a:solidFill>
                <a:srgbClr val="3DA0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2" name="pg552"/>
            <p:cNvSpPr/>
            <p:nvPr/>
          </p:nvSpPr>
          <p:spPr>
            <a:xfrm>
              <a:off x="3275427" y="4546075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691A8">
                <a:alpha val="100000"/>
              </a:srgbClr>
            </a:solidFill>
            <a:ln w="5420" cap="flat">
              <a:solidFill>
                <a:srgbClr val="3DA0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3" name="pg553"/>
            <p:cNvSpPr/>
            <p:nvPr/>
          </p:nvSpPr>
          <p:spPr>
            <a:xfrm>
              <a:off x="3356864" y="4546075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692A8">
                <a:alpha val="100000"/>
              </a:srgbClr>
            </a:solidFill>
            <a:ln w="5420" cap="flat">
              <a:solidFill>
                <a:srgbClr val="3DA0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4" name="pg554"/>
            <p:cNvSpPr/>
            <p:nvPr/>
          </p:nvSpPr>
          <p:spPr>
            <a:xfrm>
              <a:off x="3438301" y="4546075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692A8">
                <a:alpha val="100000"/>
              </a:srgbClr>
            </a:solidFill>
            <a:ln w="5420" cap="flat">
              <a:solidFill>
                <a:srgbClr val="3EA0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5" name="pg555"/>
            <p:cNvSpPr/>
            <p:nvPr/>
          </p:nvSpPr>
          <p:spPr>
            <a:xfrm>
              <a:off x="3519738" y="4546075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690A8">
                <a:alpha val="100000"/>
              </a:srgbClr>
            </a:solidFill>
            <a:ln w="5420" cap="flat">
              <a:solidFill>
                <a:srgbClr val="3C9F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6" name="pg556"/>
            <p:cNvSpPr/>
            <p:nvPr/>
          </p:nvSpPr>
          <p:spPr>
            <a:xfrm>
              <a:off x="3601176" y="4546075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78EA7">
                <a:alpha val="100000"/>
              </a:srgbClr>
            </a:solidFill>
            <a:ln w="5420" cap="flat">
              <a:solidFill>
                <a:srgbClr val="3B9D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7" name="pg557"/>
            <p:cNvSpPr/>
            <p:nvPr/>
          </p:nvSpPr>
          <p:spPr>
            <a:xfrm>
              <a:off x="3682613" y="4546075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88BA6">
                <a:alpha val="100000"/>
              </a:srgbClr>
            </a:solidFill>
            <a:ln w="5420" cap="flat">
              <a:solidFill>
                <a:srgbClr val="389A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8" name="pg558"/>
            <p:cNvSpPr/>
            <p:nvPr/>
          </p:nvSpPr>
          <p:spPr>
            <a:xfrm>
              <a:off x="3764050" y="4546075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986A5">
                <a:alpha val="100000"/>
              </a:srgbClr>
            </a:solidFill>
            <a:ln w="5420" cap="flat">
              <a:solidFill>
                <a:srgbClr val="3497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9" name="pg559"/>
            <p:cNvSpPr/>
            <p:nvPr/>
          </p:nvSpPr>
          <p:spPr>
            <a:xfrm>
              <a:off x="3845487" y="4546075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982A4">
                <a:alpha val="100000"/>
              </a:srgbClr>
            </a:solidFill>
            <a:ln w="5420" cap="flat">
              <a:solidFill>
                <a:srgbClr val="3593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0" name="pg560"/>
            <p:cNvSpPr/>
            <p:nvPr/>
          </p:nvSpPr>
          <p:spPr>
            <a:xfrm>
              <a:off x="3926924" y="4546075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A7DA3">
                <a:alpha val="100000"/>
              </a:srgbClr>
            </a:solidFill>
            <a:ln w="5420" cap="flat">
              <a:solidFill>
                <a:srgbClr val="378F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1" name="pg561"/>
            <p:cNvSpPr/>
            <p:nvPr/>
          </p:nvSpPr>
          <p:spPr>
            <a:xfrm>
              <a:off x="4008361" y="4546075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A7AA3">
                <a:alpha val="100000"/>
              </a:srgbClr>
            </a:solidFill>
            <a:ln w="5420" cap="flat">
              <a:solidFill>
                <a:srgbClr val="378C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2" name="pg562"/>
            <p:cNvSpPr/>
            <p:nvPr/>
          </p:nvSpPr>
          <p:spPr>
            <a:xfrm>
              <a:off x="3275427" y="4649391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691A8">
                <a:alpha val="100000"/>
              </a:srgbClr>
            </a:solidFill>
            <a:ln w="5420" cap="flat">
              <a:solidFill>
                <a:srgbClr val="3DA0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3" name="pg563"/>
            <p:cNvSpPr/>
            <p:nvPr/>
          </p:nvSpPr>
          <p:spPr>
            <a:xfrm>
              <a:off x="3356864" y="4649391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691A8">
                <a:alpha val="100000"/>
              </a:srgbClr>
            </a:solidFill>
            <a:ln w="5420" cap="flat">
              <a:solidFill>
                <a:srgbClr val="3DA0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4" name="pg564"/>
            <p:cNvSpPr/>
            <p:nvPr/>
          </p:nvSpPr>
          <p:spPr>
            <a:xfrm>
              <a:off x="3438301" y="4649391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691A8">
                <a:alpha val="100000"/>
              </a:srgbClr>
            </a:solidFill>
            <a:ln w="5420" cap="flat">
              <a:solidFill>
                <a:srgbClr val="3DA0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5" name="pg565"/>
            <p:cNvSpPr/>
            <p:nvPr/>
          </p:nvSpPr>
          <p:spPr>
            <a:xfrm>
              <a:off x="3519738" y="4649391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690A7">
                <a:alpha val="100000"/>
              </a:srgbClr>
            </a:solidFill>
            <a:ln w="5420" cap="flat">
              <a:solidFill>
                <a:srgbClr val="3C9E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6" name="pg566"/>
            <p:cNvSpPr/>
            <p:nvPr/>
          </p:nvSpPr>
          <p:spPr>
            <a:xfrm>
              <a:off x="3601176" y="4649391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78EA7">
                <a:alpha val="100000"/>
              </a:srgbClr>
            </a:solidFill>
            <a:ln w="5420" cap="flat">
              <a:solidFill>
                <a:srgbClr val="3A9D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7" name="pg567"/>
            <p:cNvSpPr/>
            <p:nvPr/>
          </p:nvSpPr>
          <p:spPr>
            <a:xfrm>
              <a:off x="3682613" y="4649391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88BA6">
                <a:alpha val="100000"/>
              </a:srgbClr>
            </a:solidFill>
            <a:ln w="5420" cap="flat">
              <a:solidFill>
                <a:srgbClr val="389B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8" name="pg568"/>
            <p:cNvSpPr/>
            <p:nvPr/>
          </p:nvSpPr>
          <p:spPr>
            <a:xfrm>
              <a:off x="3764050" y="4649391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888A6">
                <a:alpha val="100000"/>
              </a:srgbClr>
            </a:solidFill>
            <a:ln w="5420" cap="flat">
              <a:solidFill>
                <a:srgbClr val="3598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9" name="pg569"/>
            <p:cNvSpPr/>
            <p:nvPr/>
          </p:nvSpPr>
          <p:spPr>
            <a:xfrm>
              <a:off x="3845487" y="4649391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984A5">
                <a:alpha val="100000"/>
              </a:srgbClr>
            </a:solidFill>
            <a:ln w="5420" cap="flat">
              <a:solidFill>
                <a:srgbClr val="3595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0" name="pg570"/>
            <p:cNvSpPr/>
            <p:nvPr/>
          </p:nvSpPr>
          <p:spPr>
            <a:xfrm>
              <a:off x="3926924" y="4649391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A80A4">
                <a:alpha val="100000"/>
              </a:srgbClr>
            </a:solidFill>
            <a:ln w="5420" cap="flat">
              <a:solidFill>
                <a:srgbClr val="3692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1" name="pg571"/>
            <p:cNvSpPr/>
            <p:nvPr/>
          </p:nvSpPr>
          <p:spPr>
            <a:xfrm>
              <a:off x="4008361" y="4649391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A7DA4">
                <a:alpha val="100000"/>
              </a:srgbClr>
            </a:solidFill>
            <a:ln w="5420" cap="flat">
              <a:solidFill>
                <a:srgbClr val="378F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2" name="pg572"/>
            <p:cNvSpPr/>
            <p:nvPr/>
          </p:nvSpPr>
          <p:spPr>
            <a:xfrm>
              <a:off x="3356864" y="4752707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690A8">
                <a:alpha val="100000"/>
              </a:srgbClr>
            </a:solidFill>
            <a:ln w="5420" cap="flat">
              <a:solidFill>
                <a:srgbClr val="3C9F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3" name="pg573"/>
            <p:cNvSpPr/>
            <p:nvPr/>
          </p:nvSpPr>
          <p:spPr>
            <a:xfrm>
              <a:off x="3438301" y="4752707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690A8">
                <a:alpha val="100000"/>
              </a:srgbClr>
            </a:solidFill>
            <a:ln w="5420" cap="flat">
              <a:solidFill>
                <a:srgbClr val="3C9F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4" name="pg574"/>
            <p:cNvSpPr/>
            <p:nvPr/>
          </p:nvSpPr>
          <p:spPr>
            <a:xfrm>
              <a:off x="3519738" y="4752707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78EA7">
                <a:alpha val="100000"/>
              </a:srgbClr>
            </a:solidFill>
            <a:ln w="5420" cap="flat">
              <a:solidFill>
                <a:srgbClr val="3B9E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5" name="pg575"/>
            <p:cNvSpPr/>
            <p:nvPr/>
          </p:nvSpPr>
          <p:spPr>
            <a:xfrm>
              <a:off x="3601176" y="4752707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78DA7">
                <a:alpha val="100000"/>
              </a:srgbClr>
            </a:solidFill>
            <a:ln w="5420" cap="flat">
              <a:solidFill>
                <a:srgbClr val="3A9C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6" name="pg576"/>
            <p:cNvSpPr/>
            <p:nvPr/>
          </p:nvSpPr>
          <p:spPr>
            <a:xfrm>
              <a:off x="3682613" y="4752707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88BA6">
                <a:alpha val="100000"/>
              </a:srgbClr>
            </a:solidFill>
            <a:ln w="5420" cap="flat">
              <a:solidFill>
                <a:srgbClr val="389A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7" name="pg577"/>
            <p:cNvSpPr/>
            <p:nvPr/>
          </p:nvSpPr>
          <p:spPr>
            <a:xfrm>
              <a:off x="3764050" y="4752707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888A6">
                <a:alpha val="100000"/>
              </a:srgbClr>
            </a:solidFill>
            <a:ln w="5420" cap="flat">
              <a:solidFill>
                <a:srgbClr val="3698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8" name="pg578"/>
            <p:cNvSpPr/>
            <p:nvPr/>
          </p:nvSpPr>
          <p:spPr>
            <a:xfrm>
              <a:off x="3845487" y="4752707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985A5">
                <a:alpha val="100000"/>
              </a:srgbClr>
            </a:solidFill>
            <a:ln w="5420" cap="flat">
              <a:solidFill>
                <a:srgbClr val="3496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9" name="pg579"/>
            <p:cNvSpPr/>
            <p:nvPr/>
          </p:nvSpPr>
          <p:spPr>
            <a:xfrm>
              <a:off x="3926924" y="4752707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982A5">
                <a:alpha val="100000"/>
              </a:srgbClr>
            </a:solidFill>
            <a:ln w="5420" cap="flat">
              <a:solidFill>
                <a:srgbClr val="3594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0" name="pg580"/>
            <p:cNvSpPr/>
            <p:nvPr/>
          </p:nvSpPr>
          <p:spPr>
            <a:xfrm>
              <a:off x="4008361" y="4752707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A80A4">
                <a:alpha val="100000"/>
              </a:srgbClr>
            </a:solidFill>
            <a:ln w="5420" cap="flat">
              <a:solidFill>
                <a:srgbClr val="3691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1" name="pg581"/>
            <p:cNvSpPr/>
            <p:nvPr/>
          </p:nvSpPr>
          <p:spPr>
            <a:xfrm>
              <a:off x="3438301" y="4856023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78FA7">
                <a:alpha val="100000"/>
              </a:srgbClr>
            </a:solidFill>
            <a:ln w="5420" cap="flat">
              <a:solidFill>
                <a:srgbClr val="3B9E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2" name="pg582"/>
            <p:cNvSpPr/>
            <p:nvPr/>
          </p:nvSpPr>
          <p:spPr>
            <a:xfrm>
              <a:off x="3519738" y="4856023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78DA7">
                <a:alpha val="100000"/>
              </a:srgbClr>
            </a:solidFill>
            <a:ln w="5420" cap="flat">
              <a:solidFill>
                <a:srgbClr val="3A9D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3" name="pg583"/>
            <p:cNvSpPr/>
            <p:nvPr/>
          </p:nvSpPr>
          <p:spPr>
            <a:xfrm>
              <a:off x="3601176" y="4856023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78CA7">
                <a:alpha val="100000"/>
              </a:srgbClr>
            </a:solidFill>
            <a:ln w="5420" cap="flat">
              <a:solidFill>
                <a:srgbClr val="399C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4" name="pg584"/>
            <p:cNvSpPr/>
            <p:nvPr/>
          </p:nvSpPr>
          <p:spPr>
            <a:xfrm>
              <a:off x="3682613" y="4856023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88AA6">
                <a:alpha val="100000"/>
              </a:srgbClr>
            </a:solidFill>
            <a:ln w="5420" cap="flat">
              <a:solidFill>
                <a:srgbClr val="379A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5" name="pg585"/>
            <p:cNvSpPr/>
            <p:nvPr/>
          </p:nvSpPr>
          <p:spPr>
            <a:xfrm>
              <a:off x="3764050" y="4856023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888A6">
                <a:alpha val="100000"/>
              </a:srgbClr>
            </a:solidFill>
            <a:ln w="5420" cap="flat">
              <a:solidFill>
                <a:srgbClr val="3698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6" name="pg586"/>
            <p:cNvSpPr/>
            <p:nvPr/>
          </p:nvSpPr>
          <p:spPr>
            <a:xfrm>
              <a:off x="3845487" y="4856023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986A5">
                <a:alpha val="100000"/>
              </a:srgbClr>
            </a:solidFill>
            <a:ln w="5420" cap="flat">
              <a:solidFill>
                <a:srgbClr val="3497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7" name="pg587"/>
            <p:cNvSpPr/>
            <p:nvPr/>
          </p:nvSpPr>
          <p:spPr>
            <a:xfrm>
              <a:off x="3926924" y="4856023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984A5">
                <a:alpha val="100000"/>
              </a:srgbClr>
            </a:solidFill>
            <a:ln w="5420" cap="flat">
              <a:solidFill>
                <a:srgbClr val="3595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8" name="pg588"/>
            <p:cNvSpPr/>
            <p:nvPr/>
          </p:nvSpPr>
          <p:spPr>
            <a:xfrm>
              <a:off x="4008361" y="4856023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982A4">
                <a:alpha val="100000"/>
              </a:srgbClr>
            </a:solidFill>
            <a:ln w="5420" cap="flat">
              <a:solidFill>
                <a:srgbClr val="3593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9" name="pg589"/>
            <p:cNvSpPr/>
            <p:nvPr/>
          </p:nvSpPr>
          <p:spPr>
            <a:xfrm>
              <a:off x="4089798" y="4856023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A80A4">
                <a:alpha val="100000"/>
              </a:srgbClr>
            </a:solidFill>
            <a:ln w="5420" cap="flat">
              <a:solidFill>
                <a:srgbClr val="3692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0" name="pg590"/>
            <p:cNvSpPr/>
            <p:nvPr/>
          </p:nvSpPr>
          <p:spPr>
            <a:xfrm>
              <a:off x="3682613" y="4959339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889A6">
                <a:alpha val="100000"/>
              </a:srgbClr>
            </a:solidFill>
            <a:ln w="5420" cap="flat">
              <a:solidFill>
                <a:srgbClr val="3799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1" name="pg591"/>
            <p:cNvSpPr/>
            <p:nvPr/>
          </p:nvSpPr>
          <p:spPr>
            <a:xfrm>
              <a:off x="3764050" y="4959339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888A6">
                <a:alpha val="100000"/>
              </a:srgbClr>
            </a:solidFill>
            <a:ln w="5420" cap="flat">
              <a:solidFill>
                <a:srgbClr val="3598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2" name="pg592"/>
            <p:cNvSpPr/>
            <p:nvPr/>
          </p:nvSpPr>
          <p:spPr>
            <a:xfrm>
              <a:off x="3845487" y="4959339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986A5">
                <a:alpha val="100000"/>
              </a:srgbClr>
            </a:solidFill>
            <a:ln w="5420" cap="flat">
              <a:solidFill>
                <a:srgbClr val="3497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3" name="pg593"/>
            <p:cNvSpPr/>
            <p:nvPr/>
          </p:nvSpPr>
          <p:spPr>
            <a:xfrm>
              <a:off x="3926924" y="4959339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984A5">
                <a:alpha val="100000"/>
              </a:srgbClr>
            </a:solidFill>
            <a:ln w="5420" cap="flat">
              <a:solidFill>
                <a:srgbClr val="3595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4" name="pg594"/>
            <p:cNvSpPr/>
            <p:nvPr/>
          </p:nvSpPr>
          <p:spPr>
            <a:xfrm>
              <a:off x="4008361" y="4959339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983A5">
                <a:alpha val="100000"/>
              </a:srgbClr>
            </a:solidFill>
            <a:ln w="5420" cap="flat">
              <a:solidFill>
                <a:srgbClr val="3594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5" name="pg595"/>
            <p:cNvSpPr/>
            <p:nvPr/>
          </p:nvSpPr>
          <p:spPr>
            <a:xfrm>
              <a:off x="4089798" y="4959339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981A4">
                <a:alpha val="100000"/>
              </a:srgbClr>
            </a:solidFill>
            <a:ln w="5420" cap="flat">
              <a:solidFill>
                <a:srgbClr val="3693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6" name="pg596"/>
            <p:cNvSpPr/>
            <p:nvPr/>
          </p:nvSpPr>
          <p:spPr>
            <a:xfrm>
              <a:off x="3275427" y="5062655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78CA7">
                <a:alpha val="100000"/>
              </a:srgbClr>
            </a:solidFill>
            <a:ln w="5420" cap="flat">
              <a:solidFill>
                <a:srgbClr val="399C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7" name="pg597"/>
            <p:cNvSpPr/>
            <p:nvPr/>
          </p:nvSpPr>
          <p:spPr>
            <a:xfrm>
              <a:off x="3601176" y="5062655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889A6">
                <a:alpha val="100000"/>
              </a:srgbClr>
            </a:solidFill>
            <a:ln w="5420" cap="flat">
              <a:solidFill>
                <a:srgbClr val="379A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8" name="pg598"/>
            <p:cNvSpPr/>
            <p:nvPr/>
          </p:nvSpPr>
          <p:spPr>
            <a:xfrm>
              <a:off x="3682613" y="5062655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889A6">
                <a:alpha val="100000"/>
              </a:srgbClr>
            </a:solidFill>
            <a:ln w="5420" cap="flat">
              <a:solidFill>
                <a:srgbClr val="3699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9" name="pg599"/>
            <p:cNvSpPr/>
            <p:nvPr/>
          </p:nvSpPr>
          <p:spPr>
            <a:xfrm>
              <a:off x="3764050" y="5062655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887A6">
                <a:alpha val="100000"/>
              </a:srgbClr>
            </a:solidFill>
            <a:ln w="5420" cap="flat">
              <a:solidFill>
                <a:srgbClr val="3598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0" name="pg600"/>
            <p:cNvSpPr/>
            <p:nvPr/>
          </p:nvSpPr>
          <p:spPr>
            <a:xfrm>
              <a:off x="3845487" y="5062655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986A5">
                <a:alpha val="100000"/>
              </a:srgbClr>
            </a:solidFill>
            <a:ln w="5420" cap="flat">
              <a:solidFill>
                <a:srgbClr val="3497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1" name="pg601"/>
            <p:cNvSpPr/>
            <p:nvPr/>
          </p:nvSpPr>
          <p:spPr>
            <a:xfrm>
              <a:off x="3926924" y="5062655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985A5">
                <a:alpha val="100000"/>
              </a:srgbClr>
            </a:solidFill>
            <a:ln w="5420" cap="flat">
              <a:solidFill>
                <a:srgbClr val="3596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2" name="pg602"/>
            <p:cNvSpPr/>
            <p:nvPr/>
          </p:nvSpPr>
          <p:spPr>
            <a:xfrm>
              <a:off x="4008361" y="5062655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983A5">
                <a:alpha val="100000"/>
              </a:srgbClr>
            </a:solidFill>
            <a:ln w="5420" cap="flat">
              <a:solidFill>
                <a:srgbClr val="3594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3" name="pg603"/>
            <p:cNvSpPr/>
            <p:nvPr/>
          </p:nvSpPr>
          <p:spPr>
            <a:xfrm>
              <a:off x="4089798" y="5062655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982A5">
                <a:alpha val="100000"/>
              </a:srgbClr>
            </a:solidFill>
            <a:ln w="5420" cap="flat">
              <a:solidFill>
                <a:srgbClr val="3593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4" name="pg604"/>
            <p:cNvSpPr/>
            <p:nvPr/>
          </p:nvSpPr>
          <p:spPr>
            <a:xfrm>
              <a:off x="3193990" y="5165971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88CA7">
                <a:alpha val="100000"/>
              </a:srgbClr>
            </a:solidFill>
            <a:ln w="5420" cap="flat">
              <a:solidFill>
                <a:srgbClr val="399B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5" name="pg605"/>
            <p:cNvSpPr/>
            <p:nvPr/>
          </p:nvSpPr>
          <p:spPr>
            <a:xfrm>
              <a:off x="3275427" y="5165971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88CA7">
                <a:alpha val="100000"/>
              </a:srgbClr>
            </a:solidFill>
            <a:ln w="5420" cap="flat">
              <a:solidFill>
                <a:srgbClr val="399B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6" name="pg606"/>
            <p:cNvSpPr/>
            <p:nvPr/>
          </p:nvSpPr>
          <p:spPr>
            <a:xfrm>
              <a:off x="3356864" y="5165971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88BA7">
                <a:alpha val="100000"/>
              </a:srgbClr>
            </a:solidFill>
            <a:ln w="5420" cap="flat">
              <a:solidFill>
                <a:srgbClr val="389B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7" name="pg607"/>
            <p:cNvSpPr/>
            <p:nvPr/>
          </p:nvSpPr>
          <p:spPr>
            <a:xfrm>
              <a:off x="3438301" y="5165971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88BA6">
                <a:alpha val="100000"/>
              </a:srgbClr>
            </a:solidFill>
            <a:ln w="5420" cap="flat">
              <a:solidFill>
                <a:srgbClr val="389B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8" name="pg608"/>
            <p:cNvSpPr/>
            <p:nvPr/>
          </p:nvSpPr>
          <p:spPr>
            <a:xfrm>
              <a:off x="3519738" y="5165971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889A6">
                <a:alpha val="100000"/>
              </a:srgbClr>
            </a:solidFill>
            <a:ln w="5420" cap="flat">
              <a:solidFill>
                <a:srgbClr val="379A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9" name="pg609"/>
            <p:cNvSpPr/>
            <p:nvPr/>
          </p:nvSpPr>
          <p:spPr>
            <a:xfrm>
              <a:off x="3601176" y="5165971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889A6">
                <a:alpha val="100000"/>
              </a:srgbClr>
            </a:solidFill>
            <a:ln w="5420" cap="flat">
              <a:solidFill>
                <a:srgbClr val="3699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0" name="pg610"/>
            <p:cNvSpPr/>
            <p:nvPr/>
          </p:nvSpPr>
          <p:spPr>
            <a:xfrm>
              <a:off x="3682613" y="5165971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888A6">
                <a:alpha val="100000"/>
              </a:srgbClr>
            </a:solidFill>
            <a:ln w="5420" cap="flat">
              <a:solidFill>
                <a:srgbClr val="3598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1" name="pg611"/>
            <p:cNvSpPr/>
            <p:nvPr/>
          </p:nvSpPr>
          <p:spPr>
            <a:xfrm>
              <a:off x="3764050" y="5165971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987A6">
                <a:alpha val="100000"/>
              </a:srgbClr>
            </a:solidFill>
            <a:ln w="5420" cap="flat">
              <a:solidFill>
                <a:srgbClr val="3597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2" name="pg612"/>
            <p:cNvSpPr/>
            <p:nvPr/>
          </p:nvSpPr>
          <p:spPr>
            <a:xfrm>
              <a:off x="3845487" y="5165971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986A5">
                <a:alpha val="100000"/>
              </a:srgbClr>
            </a:solidFill>
            <a:ln w="5420" cap="flat">
              <a:solidFill>
                <a:srgbClr val="3497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3" name="pg613"/>
            <p:cNvSpPr/>
            <p:nvPr/>
          </p:nvSpPr>
          <p:spPr>
            <a:xfrm>
              <a:off x="3926924" y="5165971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985A5">
                <a:alpha val="100000"/>
              </a:srgbClr>
            </a:solidFill>
            <a:ln w="5420" cap="flat">
              <a:solidFill>
                <a:srgbClr val="3596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4" name="pg614"/>
            <p:cNvSpPr/>
            <p:nvPr/>
          </p:nvSpPr>
          <p:spPr>
            <a:xfrm>
              <a:off x="4008361" y="5165971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984A5">
                <a:alpha val="100000"/>
              </a:srgbClr>
            </a:solidFill>
            <a:ln w="5420" cap="flat">
              <a:solidFill>
                <a:srgbClr val="3595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5" name="pg615"/>
            <p:cNvSpPr/>
            <p:nvPr/>
          </p:nvSpPr>
          <p:spPr>
            <a:xfrm>
              <a:off x="4089798" y="5165971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983A5">
                <a:alpha val="100000"/>
              </a:srgbClr>
            </a:solidFill>
            <a:ln w="5420" cap="flat">
              <a:solidFill>
                <a:srgbClr val="3594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6" name="pg616"/>
            <p:cNvSpPr/>
            <p:nvPr/>
          </p:nvSpPr>
          <p:spPr>
            <a:xfrm>
              <a:off x="3112553" y="5269288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889A6">
                <a:alpha val="100000"/>
              </a:srgbClr>
            </a:solidFill>
            <a:ln w="5420" cap="flat">
              <a:solidFill>
                <a:srgbClr val="3699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7" name="pg617"/>
            <p:cNvSpPr/>
            <p:nvPr/>
          </p:nvSpPr>
          <p:spPr>
            <a:xfrm>
              <a:off x="3193990" y="5269288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889A6">
                <a:alpha val="100000"/>
              </a:srgbClr>
            </a:solidFill>
            <a:ln w="5420" cap="flat">
              <a:solidFill>
                <a:srgbClr val="3699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8" name="pg618"/>
            <p:cNvSpPr/>
            <p:nvPr/>
          </p:nvSpPr>
          <p:spPr>
            <a:xfrm>
              <a:off x="3275427" y="5269288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889A6">
                <a:alpha val="100000"/>
              </a:srgbClr>
            </a:solidFill>
            <a:ln w="5420" cap="flat">
              <a:solidFill>
                <a:srgbClr val="3699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9" name="pg619"/>
            <p:cNvSpPr/>
            <p:nvPr/>
          </p:nvSpPr>
          <p:spPr>
            <a:xfrm>
              <a:off x="3356864" y="5269288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888A6">
                <a:alpha val="100000"/>
              </a:srgbClr>
            </a:solidFill>
            <a:ln w="5420" cap="flat">
              <a:solidFill>
                <a:srgbClr val="3699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0" name="pg620"/>
            <p:cNvSpPr/>
            <p:nvPr/>
          </p:nvSpPr>
          <p:spPr>
            <a:xfrm>
              <a:off x="3438301" y="5269288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888A6">
                <a:alpha val="100000"/>
              </a:srgbClr>
            </a:solidFill>
            <a:ln w="5420" cap="flat">
              <a:solidFill>
                <a:srgbClr val="3699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1" name="pg621"/>
            <p:cNvSpPr/>
            <p:nvPr/>
          </p:nvSpPr>
          <p:spPr>
            <a:xfrm>
              <a:off x="3519738" y="5269288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887A6">
                <a:alpha val="100000"/>
              </a:srgbClr>
            </a:solidFill>
            <a:ln w="5420" cap="flat">
              <a:solidFill>
                <a:srgbClr val="3598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2" name="pg622"/>
            <p:cNvSpPr/>
            <p:nvPr/>
          </p:nvSpPr>
          <p:spPr>
            <a:xfrm>
              <a:off x="3601176" y="5269288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987A6">
                <a:alpha val="100000"/>
              </a:srgbClr>
            </a:solidFill>
            <a:ln w="5420" cap="flat">
              <a:solidFill>
                <a:srgbClr val="3598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3" name="pg623"/>
            <p:cNvSpPr/>
            <p:nvPr/>
          </p:nvSpPr>
          <p:spPr>
            <a:xfrm>
              <a:off x="3682613" y="5269288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986A5">
                <a:alpha val="100000"/>
              </a:srgbClr>
            </a:solidFill>
            <a:ln w="5420" cap="flat">
              <a:solidFill>
                <a:srgbClr val="3497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4" name="pg624"/>
            <p:cNvSpPr/>
            <p:nvPr/>
          </p:nvSpPr>
          <p:spPr>
            <a:xfrm>
              <a:off x="3764050" y="5269288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986A5">
                <a:alpha val="100000"/>
              </a:srgbClr>
            </a:solidFill>
            <a:ln w="5420" cap="flat">
              <a:solidFill>
                <a:srgbClr val="3496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5" name="pg625"/>
            <p:cNvSpPr/>
            <p:nvPr/>
          </p:nvSpPr>
          <p:spPr>
            <a:xfrm>
              <a:off x="3845487" y="5269288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985A5">
                <a:alpha val="100000"/>
              </a:srgbClr>
            </a:solidFill>
            <a:ln w="5420" cap="flat">
              <a:solidFill>
                <a:srgbClr val="3496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6" name="pg626"/>
            <p:cNvSpPr/>
            <p:nvPr/>
          </p:nvSpPr>
          <p:spPr>
            <a:xfrm>
              <a:off x="3926924" y="5269288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984A5">
                <a:alpha val="100000"/>
              </a:srgbClr>
            </a:solidFill>
            <a:ln w="5420" cap="flat">
              <a:solidFill>
                <a:srgbClr val="3595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7" name="pg627"/>
            <p:cNvSpPr/>
            <p:nvPr/>
          </p:nvSpPr>
          <p:spPr>
            <a:xfrm>
              <a:off x="4008361" y="5269288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984A5">
                <a:alpha val="100000"/>
              </a:srgbClr>
            </a:solidFill>
            <a:ln w="5420" cap="flat">
              <a:solidFill>
                <a:srgbClr val="3595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8" name="pg628"/>
            <p:cNvSpPr/>
            <p:nvPr/>
          </p:nvSpPr>
          <p:spPr>
            <a:xfrm>
              <a:off x="4089798" y="5269288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983A5">
                <a:alpha val="100000"/>
              </a:srgbClr>
            </a:solidFill>
            <a:ln w="5420" cap="flat">
              <a:solidFill>
                <a:srgbClr val="3594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9" name="pg629"/>
            <p:cNvSpPr/>
            <p:nvPr/>
          </p:nvSpPr>
          <p:spPr>
            <a:xfrm>
              <a:off x="4171236" y="5269288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982A5">
                <a:alpha val="100000"/>
              </a:srgbClr>
            </a:solidFill>
            <a:ln w="5420" cap="flat">
              <a:solidFill>
                <a:srgbClr val="3593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0" name="pg630"/>
            <p:cNvSpPr/>
            <p:nvPr/>
          </p:nvSpPr>
          <p:spPr>
            <a:xfrm>
              <a:off x="3112553" y="5372604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887A6">
                <a:alpha val="100000"/>
              </a:srgbClr>
            </a:solidFill>
            <a:ln w="5420" cap="flat">
              <a:solidFill>
                <a:srgbClr val="3598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1" name="pg631"/>
            <p:cNvSpPr/>
            <p:nvPr/>
          </p:nvSpPr>
          <p:spPr>
            <a:xfrm>
              <a:off x="3193990" y="5372604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887A6">
                <a:alpha val="100000"/>
              </a:srgbClr>
            </a:solidFill>
            <a:ln w="5420" cap="flat">
              <a:solidFill>
                <a:srgbClr val="3598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2" name="pg632"/>
            <p:cNvSpPr/>
            <p:nvPr/>
          </p:nvSpPr>
          <p:spPr>
            <a:xfrm>
              <a:off x="3275427" y="5372604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887A6">
                <a:alpha val="100000"/>
              </a:srgbClr>
            </a:solidFill>
            <a:ln w="5420" cap="flat">
              <a:solidFill>
                <a:srgbClr val="3598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3" name="pg633"/>
            <p:cNvSpPr/>
            <p:nvPr/>
          </p:nvSpPr>
          <p:spPr>
            <a:xfrm>
              <a:off x="3356864" y="5372604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887A6">
                <a:alpha val="100000"/>
              </a:srgbClr>
            </a:solidFill>
            <a:ln w="5420" cap="flat">
              <a:solidFill>
                <a:srgbClr val="3598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4" name="pg634"/>
            <p:cNvSpPr/>
            <p:nvPr/>
          </p:nvSpPr>
          <p:spPr>
            <a:xfrm>
              <a:off x="3438301" y="5372604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987A6">
                <a:alpha val="100000"/>
              </a:srgbClr>
            </a:solidFill>
            <a:ln w="5420" cap="flat">
              <a:solidFill>
                <a:srgbClr val="3598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5" name="pg635"/>
            <p:cNvSpPr/>
            <p:nvPr/>
          </p:nvSpPr>
          <p:spPr>
            <a:xfrm>
              <a:off x="3519738" y="5372604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986A5">
                <a:alpha val="100000"/>
              </a:srgbClr>
            </a:solidFill>
            <a:ln w="5420" cap="flat">
              <a:solidFill>
                <a:srgbClr val="3497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6" name="pg636"/>
            <p:cNvSpPr/>
            <p:nvPr/>
          </p:nvSpPr>
          <p:spPr>
            <a:xfrm>
              <a:off x="3601176" y="5372604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986A5">
                <a:alpha val="100000"/>
              </a:srgbClr>
            </a:solidFill>
            <a:ln w="5420" cap="flat">
              <a:solidFill>
                <a:srgbClr val="3497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7" name="pg637"/>
            <p:cNvSpPr/>
            <p:nvPr/>
          </p:nvSpPr>
          <p:spPr>
            <a:xfrm>
              <a:off x="3682613" y="5372604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985A5">
                <a:alpha val="100000"/>
              </a:srgbClr>
            </a:solidFill>
            <a:ln w="5420" cap="flat">
              <a:solidFill>
                <a:srgbClr val="3496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8" name="pg638"/>
            <p:cNvSpPr/>
            <p:nvPr/>
          </p:nvSpPr>
          <p:spPr>
            <a:xfrm>
              <a:off x="3764050" y="5372604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985A5">
                <a:alpha val="100000"/>
              </a:srgbClr>
            </a:solidFill>
            <a:ln w="5420" cap="flat">
              <a:solidFill>
                <a:srgbClr val="3496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9" name="pg639"/>
            <p:cNvSpPr/>
            <p:nvPr/>
          </p:nvSpPr>
          <p:spPr>
            <a:xfrm>
              <a:off x="3845487" y="5372604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984A5">
                <a:alpha val="100000"/>
              </a:srgbClr>
            </a:solidFill>
            <a:ln w="5420" cap="flat">
              <a:solidFill>
                <a:srgbClr val="3595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0" name="pg640"/>
            <p:cNvSpPr/>
            <p:nvPr/>
          </p:nvSpPr>
          <p:spPr>
            <a:xfrm>
              <a:off x="3926924" y="5372604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984A5">
                <a:alpha val="100000"/>
              </a:srgbClr>
            </a:solidFill>
            <a:ln w="5420" cap="flat">
              <a:solidFill>
                <a:srgbClr val="3595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1" name="pg641"/>
            <p:cNvSpPr/>
            <p:nvPr/>
          </p:nvSpPr>
          <p:spPr>
            <a:xfrm>
              <a:off x="4008361" y="5372604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983A5">
                <a:alpha val="100000"/>
              </a:srgbClr>
            </a:solidFill>
            <a:ln w="5420" cap="flat">
              <a:solidFill>
                <a:srgbClr val="3594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2" name="pg642"/>
            <p:cNvSpPr/>
            <p:nvPr/>
          </p:nvSpPr>
          <p:spPr>
            <a:xfrm>
              <a:off x="4089798" y="5372604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983A5">
                <a:alpha val="100000"/>
              </a:srgbClr>
            </a:solidFill>
            <a:ln w="5420" cap="flat">
              <a:solidFill>
                <a:srgbClr val="3594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3" name="pg643"/>
            <p:cNvSpPr/>
            <p:nvPr/>
          </p:nvSpPr>
          <p:spPr>
            <a:xfrm>
              <a:off x="4171236" y="5372604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982A5">
                <a:alpha val="100000"/>
              </a:srgbClr>
            </a:solidFill>
            <a:ln w="5420" cap="flat">
              <a:solidFill>
                <a:srgbClr val="3593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4" name="pg644"/>
            <p:cNvSpPr/>
            <p:nvPr/>
          </p:nvSpPr>
          <p:spPr>
            <a:xfrm>
              <a:off x="4252673" y="5372604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982A4">
                <a:alpha val="100000"/>
              </a:srgbClr>
            </a:solidFill>
            <a:ln w="5420" cap="flat">
              <a:solidFill>
                <a:srgbClr val="3593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5" name="pg645"/>
            <p:cNvSpPr/>
            <p:nvPr/>
          </p:nvSpPr>
          <p:spPr>
            <a:xfrm>
              <a:off x="3112553" y="5475920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986A5">
                <a:alpha val="100000"/>
              </a:srgbClr>
            </a:solidFill>
            <a:ln w="5420" cap="flat">
              <a:solidFill>
                <a:srgbClr val="3496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6" name="pg646"/>
            <p:cNvSpPr/>
            <p:nvPr/>
          </p:nvSpPr>
          <p:spPr>
            <a:xfrm>
              <a:off x="3193990" y="5475920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986A5">
                <a:alpha val="100000"/>
              </a:srgbClr>
            </a:solidFill>
            <a:ln w="5420" cap="flat">
              <a:solidFill>
                <a:srgbClr val="3496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7" name="pg647"/>
            <p:cNvSpPr/>
            <p:nvPr/>
          </p:nvSpPr>
          <p:spPr>
            <a:xfrm>
              <a:off x="3275427" y="5475920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986A5">
                <a:alpha val="100000"/>
              </a:srgbClr>
            </a:solidFill>
            <a:ln w="5420" cap="flat">
              <a:solidFill>
                <a:srgbClr val="3496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8" name="pg648"/>
            <p:cNvSpPr/>
            <p:nvPr/>
          </p:nvSpPr>
          <p:spPr>
            <a:xfrm>
              <a:off x="3356864" y="5475920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986A5">
                <a:alpha val="100000"/>
              </a:srgbClr>
            </a:solidFill>
            <a:ln w="5420" cap="flat">
              <a:solidFill>
                <a:srgbClr val="3496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9" name="pg649"/>
            <p:cNvSpPr/>
            <p:nvPr/>
          </p:nvSpPr>
          <p:spPr>
            <a:xfrm>
              <a:off x="3438301" y="5475920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985A5">
                <a:alpha val="100000"/>
              </a:srgbClr>
            </a:solidFill>
            <a:ln w="5420" cap="flat">
              <a:solidFill>
                <a:srgbClr val="3496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0" name="pg650"/>
            <p:cNvSpPr/>
            <p:nvPr/>
          </p:nvSpPr>
          <p:spPr>
            <a:xfrm>
              <a:off x="3519738" y="5475920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985A5">
                <a:alpha val="100000"/>
              </a:srgbClr>
            </a:solidFill>
            <a:ln w="5420" cap="flat">
              <a:solidFill>
                <a:srgbClr val="3496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1" name="pg651"/>
            <p:cNvSpPr/>
            <p:nvPr/>
          </p:nvSpPr>
          <p:spPr>
            <a:xfrm>
              <a:off x="3601176" y="5475920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985A5">
                <a:alpha val="100000"/>
              </a:srgbClr>
            </a:solidFill>
            <a:ln w="5420" cap="flat">
              <a:solidFill>
                <a:srgbClr val="3496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2" name="pg652"/>
            <p:cNvSpPr/>
            <p:nvPr/>
          </p:nvSpPr>
          <p:spPr>
            <a:xfrm>
              <a:off x="3682613" y="5475920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984A5">
                <a:alpha val="100000"/>
              </a:srgbClr>
            </a:solidFill>
            <a:ln w="5420" cap="flat">
              <a:solidFill>
                <a:srgbClr val="3595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3" name="pg653"/>
            <p:cNvSpPr/>
            <p:nvPr/>
          </p:nvSpPr>
          <p:spPr>
            <a:xfrm>
              <a:off x="3764050" y="5475920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984A5">
                <a:alpha val="100000"/>
              </a:srgbClr>
            </a:solidFill>
            <a:ln w="5420" cap="flat">
              <a:solidFill>
                <a:srgbClr val="3595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4" name="pg654"/>
            <p:cNvSpPr/>
            <p:nvPr/>
          </p:nvSpPr>
          <p:spPr>
            <a:xfrm>
              <a:off x="3845487" y="5475920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984A5">
                <a:alpha val="100000"/>
              </a:srgbClr>
            </a:solidFill>
            <a:ln w="5420" cap="flat">
              <a:solidFill>
                <a:srgbClr val="3595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5" name="pg655"/>
            <p:cNvSpPr/>
            <p:nvPr/>
          </p:nvSpPr>
          <p:spPr>
            <a:xfrm>
              <a:off x="3926924" y="5475920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983A5">
                <a:alpha val="100000"/>
              </a:srgbClr>
            </a:solidFill>
            <a:ln w="5420" cap="flat">
              <a:solidFill>
                <a:srgbClr val="3594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6" name="pg656"/>
            <p:cNvSpPr/>
            <p:nvPr/>
          </p:nvSpPr>
          <p:spPr>
            <a:xfrm>
              <a:off x="4008361" y="5475920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983A5">
                <a:alpha val="100000"/>
              </a:srgbClr>
            </a:solidFill>
            <a:ln w="5420" cap="flat">
              <a:solidFill>
                <a:srgbClr val="3594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7" name="pg657"/>
            <p:cNvSpPr/>
            <p:nvPr/>
          </p:nvSpPr>
          <p:spPr>
            <a:xfrm>
              <a:off x="4089798" y="5475920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982A5">
                <a:alpha val="100000"/>
              </a:srgbClr>
            </a:solidFill>
            <a:ln w="5420" cap="flat">
              <a:solidFill>
                <a:srgbClr val="3594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8" name="pg658"/>
            <p:cNvSpPr/>
            <p:nvPr/>
          </p:nvSpPr>
          <p:spPr>
            <a:xfrm>
              <a:off x="4171236" y="5475920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982A5">
                <a:alpha val="100000"/>
              </a:srgbClr>
            </a:solidFill>
            <a:ln w="5420" cap="flat">
              <a:solidFill>
                <a:srgbClr val="3593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9" name="pg659"/>
            <p:cNvSpPr/>
            <p:nvPr/>
          </p:nvSpPr>
          <p:spPr>
            <a:xfrm>
              <a:off x="4252673" y="5475920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982A4">
                <a:alpha val="100000"/>
              </a:srgbClr>
            </a:solidFill>
            <a:ln w="5420" cap="flat">
              <a:solidFill>
                <a:srgbClr val="3593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0" name="pg660"/>
            <p:cNvSpPr/>
            <p:nvPr/>
          </p:nvSpPr>
          <p:spPr>
            <a:xfrm>
              <a:off x="5284534" y="1853932"/>
              <a:ext cx="27605" cy="141906"/>
            </a:xfrm>
            <a:custGeom>
              <a:avLst/>
              <a:pathLst>
                <a:path w="27605" h="141906">
                  <a:moveTo>
                    <a:pt x="25965" y="15142"/>
                  </a:moveTo>
                  <a:lnTo>
                    <a:pt x="3001" y="141906"/>
                  </a:lnTo>
                  <a:lnTo>
                    <a:pt x="0" y="103414"/>
                  </a:lnTo>
                  <a:lnTo>
                    <a:pt x="9634" y="0"/>
                  </a:lnTo>
                  <a:lnTo>
                    <a:pt x="27605" y="0"/>
                  </a:lnTo>
                  <a:close/>
                </a:path>
              </a:pathLst>
            </a:custGeom>
            <a:solidFill>
              <a:srgbClr val="FFEFDB">
                <a:alpha val="100000"/>
              </a:srgbClr>
            </a:solidFill>
            <a:ln w="5420" cap="flat">
              <a:solidFill>
                <a:srgbClr val="5959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1" name="pg661"/>
            <p:cNvSpPr/>
            <p:nvPr/>
          </p:nvSpPr>
          <p:spPr>
            <a:xfrm>
              <a:off x="4217860" y="1853932"/>
              <a:ext cx="1042192" cy="937770"/>
            </a:xfrm>
            <a:custGeom>
              <a:avLst/>
              <a:pathLst>
                <a:path w="1042192" h="937770">
                  <a:moveTo>
                    <a:pt x="1041757" y="966"/>
                  </a:moveTo>
                  <a:lnTo>
                    <a:pt x="998433" y="199714"/>
                  </a:lnTo>
                  <a:lnTo>
                    <a:pt x="938872" y="305648"/>
                  </a:lnTo>
                  <a:lnTo>
                    <a:pt x="884012" y="378917"/>
                  </a:lnTo>
                  <a:lnTo>
                    <a:pt x="827417" y="366805"/>
                  </a:lnTo>
                  <a:lnTo>
                    <a:pt x="840146" y="425026"/>
                  </a:lnTo>
                  <a:lnTo>
                    <a:pt x="824596" y="455352"/>
                  </a:lnTo>
                  <a:lnTo>
                    <a:pt x="811288" y="518619"/>
                  </a:lnTo>
                  <a:lnTo>
                    <a:pt x="777548" y="560552"/>
                  </a:lnTo>
                  <a:lnTo>
                    <a:pt x="745832" y="556515"/>
                  </a:lnTo>
                  <a:lnTo>
                    <a:pt x="700266" y="585419"/>
                  </a:lnTo>
                  <a:lnTo>
                    <a:pt x="682293" y="607532"/>
                  </a:lnTo>
                  <a:lnTo>
                    <a:pt x="680955" y="649879"/>
                  </a:lnTo>
                  <a:lnTo>
                    <a:pt x="650470" y="687132"/>
                  </a:lnTo>
                  <a:lnTo>
                    <a:pt x="540461" y="880650"/>
                  </a:lnTo>
                  <a:lnTo>
                    <a:pt x="444953" y="937770"/>
                  </a:lnTo>
                  <a:lnTo>
                    <a:pt x="422098" y="929465"/>
                  </a:lnTo>
                  <a:lnTo>
                    <a:pt x="447268" y="838120"/>
                  </a:lnTo>
                  <a:lnTo>
                    <a:pt x="464518" y="745766"/>
                  </a:lnTo>
                  <a:lnTo>
                    <a:pt x="406548" y="705576"/>
                  </a:lnTo>
                  <a:lnTo>
                    <a:pt x="351073" y="684334"/>
                  </a:lnTo>
                  <a:lnTo>
                    <a:pt x="287426" y="687132"/>
                  </a:lnTo>
                  <a:lnTo>
                    <a:pt x="217124" y="615332"/>
                  </a:lnTo>
                  <a:lnTo>
                    <a:pt x="126499" y="563121"/>
                  </a:lnTo>
                  <a:lnTo>
                    <a:pt x="0" y="421860"/>
                  </a:lnTo>
                  <a:lnTo>
                    <a:pt x="3688" y="382679"/>
                  </a:lnTo>
                  <a:lnTo>
                    <a:pt x="506" y="316935"/>
                  </a:lnTo>
                  <a:lnTo>
                    <a:pt x="38947" y="213064"/>
                  </a:lnTo>
                  <a:lnTo>
                    <a:pt x="75798" y="140438"/>
                  </a:lnTo>
                  <a:lnTo>
                    <a:pt x="126680" y="102817"/>
                  </a:lnTo>
                  <a:lnTo>
                    <a:pt x="274335" y="64508"/>
                  </a:lnTo>
                  <a:lnTo>
                    <a:pt x="311366" y="6884"/>
                  </a:lnTo>
                  <a:lnTo>
                    <a:pt x="314479" y="0"/>
                  </a:lnTo>
                  <a:lnTo>
                    <a:pt x="1042192" y="0"/>
                  </a:lnTo>
                  <a:close/>
                </a:path>
              </a:pathLst>
            </a:custGeom>
            <a:solidFill>
              <a:srgbClr val="FFEFDB">
                <a:alpha val="100000"/>
              </a:srgbClr>
            </a:solidFill>
            <a:ln w="5420" cap="flat">
              <a:solidFill>
                <a:srgbClr val="5959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2" name="pg662"/>
            <p:cNvSpPr/>
            <p:nvPr/>
          </p:nvSpPr>
          <p:spPr>
            <a:xfrm>
              <a:off x="2490532" y="1853932"/>
              <a:ext cx="2088998" cy="3682871"/>
            </a:xfrm>
            <a:custGeom>
              <a:avLst/>
              <a:pathLst>
                <a:path w="2088998" h="3682871">
                  <a:moveTo>
                    <a:pt x="1987487" y="41706"/>
                  </a:moveTo>
                  <a:lnTo>
                    <a:pt x="1877912" y="69968"/>
                  </a:lnTo>
                  <a:lnTo>
                    <a:pt x="1818858" y="101074"/>
                  </a:lnTo>
                  <a:lnTo>
                    <a:pt x="1771628" y="148650"/>
                  </a:lnTo>
                  <a:lnTo>
                    <a:pt x="1743674" y="208385"/>
                  </a:lnTo>
                  <a:lnTo>
                    <a:pt x="1680388" y="280369"/>
                  </a:lnTo>
                  <a:lnTo>
                    <a:pt x="1684836" y="328588"/>
                  </a:lnTo>
                  <a:lnTo>
                    <a:pt x="1695432" y="362859"/>
                  </a:lnTo>
                  <a:lnTo>
                    <a:pt x="1690550" y="434293"/>
                  </a:lnTo>
                  <a:lnTo>
                    <a:pt x="1730583" y="503937"/>
                  </a:lnTo>
                  <a:lnTo>
                    <a:pt x="1809961" y="618039"/>
                  </a:lnTo>
                  <a:lnTo>
                    <a:pt x="1825114" y="795269"/>
                  </a:lnTo>
                  <a:lnTo>
                    <a:pt x="1885687" y="913867"/>
                  </a:lnTo>
                  <a:lnTo>
                    <a:pt x="1978519" y="1052146"/>
                  </a:lnTo>
                  <a:lnTo>
                    <a:pt x="2049905" y="1091464"/>
                  </a:lnTo>
                  <a:lnTo>
                    <a:pt x="2053377" y="1142895"/>
                  </a:lnTo>
                  <a:lnTo>
                    <a:pt x="2020432" y="1227817"/>
                  </a:lnTo>
                  <a:lnTo>
                    <a:pt x="1977000" y="1266630"/>
                  </a:lnTo>
                  <a:lnTo>
                    <a:pt x="2033487" y="1258877"/>
                  </a:lnTo>
                  <a:lnTo>
                    <a:pt x="2061622" y="1278284"/>
                  </a:lnTo>
                  <a:lnTo>
                    <a:pt x="2088998" y="1349121"/>
                  </a:lnTo>
                  <a:lnTo>
                    <a:pt x="2086864" y="1421426"/>
                  </a:lnTo>
                  <a:lnTo>
                    <a:pt x="2077606" y="1462167"/>
                  </a:lnTo>
                  <a:lnTo>
                    <a:pt x="2060501" y="1478408"/>
                  </a:lnTo>
                  <a:lnTo>
                    <a:pt x="2061224" y="1436796"/>
                  </a:lnTo>
                  <a:lnTo>
                    <a:pt x="2049110" y="1422344"/>
                  </a:lnTo>
                  <a:lnTo>
                    <a:pt x="2029111" y="1440374"/>
                  </a:lnTo>
                  <a:lnTo>
                    <a:pt x="2016165" y="1460928"/>
                  </a:lnTo>
                  <a:lnTo>
                    <a:pt x="2010776" y="1541905"/>
                  </a:lnTo>
                  <a:lnTo>
                    <a:pt x="1997071" y="1582370"/>
                  </a:lnTo>
                  <a:lnTo>
                    <a:pt x="1948612" y="1594390"/>
                  </a:lnTo>
                  <a:lnTo>
                    <a:pt x="1899466" y="1700646"/>
                  </a:lnTo>
                  <a:lnTo>
                    <a:pt x="1853755" y="1760931"/>
                  </a:lnTo>
                  <a:lnTo>
                    <a:pt x="1673879" y="2168566"/>
                  </a:lnTo>
                  <a:lnTo>
                    <a:pt x="1680750" y="2236697"/>
                  </a:lnTo>
                  <a:lnTo>
                    <a:pt x="1647841" y="2258627"/>
                  </a:lnTo>
                  <a:lnTo>
                    <a:pt x="1598008" y="2276474"/>
                  </a:lnTo>
                  <a:lnTo>
                    <a:pt x="1547596" y="2317214"/>
                  </a:lnTo>
                  <a:lnTo>
                    <a:pt x="1514145" y="2362130"/>
                  </a:lnTo>
                  <a:lnTo>
                    <a:pt x="1483081" y="2482929"/>
                  </a:lnTo>
                  <a:lnTo>
                    <a:pt x="1423556" y="2618915"/>
                  </a:lnTo>
                  <a:lnTo>
                    <a:pt x="1386416" y="2562254"/>
                  </a:lnTo>
                  <a:lnTo>
                    <a:pt x="1376905" y="2513760"/>
                  </a:lnTo>
                  <a:lnTo>
                    <a:pt x="1393432" y="2387272"/>
                  </a:lnTo>
                  <a:lnTo>
                    <a:pt x="1457803" y="2179898"/>
                  </a:lnTo>
                  <a:lnTo>
                    <a:pt x="1528719" y="2050978"/>
                  </a:lnTo>
                  <a:lnTo>
                    <a:pt x="1582819" y="1989868"/>
                  </a:lnTo>
                  <a:lnTo>
                    <a:pt x="1627300" y="1865306"/>
                  </a:lnTo>
                  <a:lnTo>
                    <a:pt x="1571103" y="1846725"/>
                  </a:lnTo>
                  <a:lnTo>
                    <a:pt x="1485432" y="1848744"/>
                  </a:lnTo>
                  <a:lnTo>
                    <a:pt x="1501560" y="1791257"/>
                  </a:lnTo>
                  <a:lnTo>
                    <a:pt x="1526549" y="1740607"/>
                  </a:lnTo>
                  <a:lnTo>
                    <a:pt x="1481888" y="1690140"/>
                  </a:lnTo>
                  <a:lnTo>
                    <a:pt x="1455452" y="1683717"/>
                  </a:lnTo>
                  <a:lnTo>
                    <a:pt x="1428221" y="1663025"/>
                  </a:lnTo>
                  <a:lnTo>
                    <a:pt x="1460153" y="1621000"/>
                  </a:lnTo>
                  <a:lnTo>
                    <a:pt x="1475740" y="1576589"/>
                  </a:lnTo>
                  <a:lnTo>
                    <a:pt x="1466229" y="1522544"/>
                  </a:lnTo>
                  <a:lnTo>
                    <a:pt x="1479609" y="1481849"/>
                  </a:lnTo>
                  <a:lnTo>
                    <a:pt x="1457296" y="1487997"/>
                  </a:lnTo>
                  <a:lnTo>
                    <a:pt x="1421422" y="1531077"/>
                  </a:lnTo>
                  <a:lnTo>
                    <a:pt x="1399110" y="1548282"/>
                  </a:lnTo>
                  <a:lnTo>
                    <a:pt x="1385512" y="1510156"/>
                  </a:lnTo>
                  <a:lnTo>
                    <a:pt x="1369998" y="1518782"/>
                  </a:lnTo>
                  <a:lnTo>
                    <a:pt x="1359909" y="1544979"/>
                  </a:lnTo>
                  <a:lnTo>
                    <a:pt x="1337017" y="1559385"/>
                  </a:lnTo>
                  <a:lnTo>
                    <a:pt x="1288667" y="1523553"/>
                  </a:lnTo>
                  <a:lnTo>
                    <a:pt x="1218184" y="1482537"/>
                  </a:lnTo>
                  <a:lnTo>
                    <a:pt x="1178947" y="1411975"/>
                  </a:lnTo>
                  <a:lnTo>
                    <a:pt x="1156562" y="1357287"/>
                  </a:lnTo>
                  <a:lnTo>
                    <a:pt x="1179309" y="1258326"/>
                  </a:lnTo>
                  <a:lnTo>
                    <a:pt x="1228021" y="1240755"/>
                  </a:lnTo>
                  <a:lnTo>
                    <a:pt x="1291307" y="1256812"/>
                  </a:lnTo>
                  <a:lnTo>
                    <a:pt x="1374265" y="1256675"/>
                  </a:lnTo>
                  <a:lnTo>
                    <a:pt x="1362404" y="1234699"/>
                  </a:lnTo>
                  <a:lnTo>
                    <a:pt x="1332786" y="1238323"/>
                  </a:lnTo>
                  <a:lnTo>
                    <a:pt x="1245343" y="1158035"/>
                  </a:lnTo>
                  <a:lnTo>
                    <a:pt x="1217208" y="1109541"/>
                  </a:lnTo>
                  <a:lnTo>
                    <a:pt x="1168821" y="1096236"/>
                  </a:lnTo>
                  <a:lnTo>
                    <a:pt x="1146762" y="1142849"/>
                  </a:lnTo>
                  <a:lnTo>
                    <a:pt x="1122279" y="1155236"/>
                  </a:lnTo>
                  <a:lnTo>
                    <a:pt x="1152512" y="1053247"/>
                  </a:lnTo>
                  <a:lnTo>
                    <a:pt x="1192038" y="1049072"/>
                  </a:lnTo>
                  <a:lnTo>
                    <a:pt x="1250406" y="1020811"/>
                  </a:lnTo>
                  <a:lnTo>
                    <a:pt x="1233445" y="961764"/>
                  </a:lnTo>
                  <a:lnTo>
                    <a:pt x="1196595" y="935934"/>
                  </a:lnTo>
                  <a:lnTo>
                    <a:pt x="1130054" y="968325"/>
                  </a:lnTo>
                  <a:lnTo>
                    <a:pt x="1130850" y="926804"/>
                  </a:lnTo>
                  <a:lnTo>
                    <a:pt x="1143326" y="873631"/>
                  </a:lnTo>
                  <a:lnTo>
                    <a:pt x="1193485" y="873814"/>
                  </a:lnTo>
                  <a:lnTo>
                    <a:pt x="1237423" y="891156"/>
                  </a:lnTo>
                  <a:lnTo>
                    <a:pt x="1274816" y="805271"/>
                  </a:lnTo>
                  <a:lnTo>
                    <a:pt x="1276480" y="766916"/>
                  </a:lnTo>
                  <a:lnTo>
                    <a:pt x="1214351" y="822659"/>
                  </a:lnTo>
                  <a:lnTo>
                    <a:pt x="1200392" y="702410"/>
                  </a:lnTo>
                  <a:lnTo>
                    <a:pt x="1261544" y="586428"/>
                  </a:lnTo>
                  <a:lnTo>
                    <a:pt x="1319876" y="535869"/>
                  </a:lnTo>
                  <a:lnTo>
                    <a:pt x="1392745" y="537337"/>
                  </a:lnTo>
                  <a:lnTo>
                    <a:pt x="1466807" y="529171"/>
                  </a:lnTo>
                  <a:lnTo>
                    <a:pt x="1420338" y="507929"/>
                  </a:lnTo>
                  <a:lnTo>
                    <a:pt x="1372638" y="496413"/>
                  </a:lnTo>
                  <a:lnTo>
                    <a:pt x="1408476" y="450580"/>
                  </a:lnTo>
                  <a:lnTo>
                    <a:pt x="1439034" y="442368"/>
                  </a:lnTo>
                  <a:lnTo>
                    <a:pt x="1469050" y="402407"/>
                  </a:lnTo>
                  <a:lnTo>
                    <a:pt x="1396868" y="408326"/>
                  </a:lnTo>
                  <a:lnTo>
                    <a:pt x="1405366" y="332717"/>
                  </a:lnTo>
                  <a:lnTo>
                    <a:pt x="1370287" y="348086"/>
                  </a:lnTo>
                  <a:lnTo>
                    <a:pt x="1328302" y="355198"/>
                  </a:lnTo>
                  <a:lnTo>
                    <a:pt x="1311956" y="387267"/>
                  </a:lnTo>
                  <a:lnTo>
                    <a:pt x="1315175" y="440533"/>
                  </a:lnTo>
                  <a:lnTo>
                    <a:pt x="1302915" y="475492"/>
                  </a:lnTo>
                  <a:lnTo>
                    <a:pt x="1270260" y="503570"/>
                  </a:lnTo>
                  <a:lnTo>
                    <a:pt x="1215111" y="525455"/>
                  </a:lnTo>
                  <a:lnTo>
                    <a:pt x="1209758" y="487513"/>
                  </a:lnTo>
                  <a:lnTo>
                    <a:pt x="1191532" y="470308"/>
                  </a:lnTo>
                  <a:lnTo>
                    <a:pt x="1184733" y="551560"/>
                  </a:lnTo>
                  <a:lnTo>
                    <a:pt x="1170268" y="579179"/>
                  </a:lnTo>
                  <a:lnTo>
                    <a:pt x="1129946" y="502928"/>
                  </a:lnTo>
                  <a:lnTo>
                    <a:pt x="1117831" y="518298"/>
                  </a:lnTo>
                  <a:lnTo>
                    <a:pt x="1119386" y="539952"/>
                  </a:lnTo>
                  <a:lnTo>
                    <a:pt x="1109080" y="577390"/>
                  </a:lnTo>
                  <a:lnTo>
                    <a:pt x="1074507" y="596888"/>
                  </a:lnTo>
                  <a:lnTo>
                    <a:pt x="1076641" y="644878"/>
                  </a:lnTo>
                  <a:lnTo>
                    <a:pt x="1063225" y="671029"/>
                  </a:lnTo>
                  <a:lnTo>
                    <a:pt x="952492" y="629371"/>
                  </a:lnTo>
                  <a:lnTo>
                    <a:pt x="949889" y="643501"/>
                  </a:lnTo>
                  <a:lnTo>
                    <a:pt x="1012524" y="733333"/>
                  </a:lnTo>
                  <a:lnTo>
                    <a:pt x="1058270" y="764026"/>
                  </a:lnTo>
                  <a:lnTo>
                    <a:pt x="1063839" y="813024"/>
                  </a:lnTo>
                  <a:lnTo>
                    <a:pt x="1024566" y="853673"/>
                  </a:lnTo>
                  <a:lnTo>
                    <a:pt x="970393" y="818576"/>
                  </a:lnTo>
                  <a:lnTo>
                    <a:pt x="961280" y="821145"/>
                  </a:lnTo>
                  <a:lnTo>
                    <a:pt x="990717" y="881338"/>
                  </a:lnTo>
                  <a:lnTo>
                    <a:pt x="1009269" y="933916"/>
                  </a:lnTo>
                  <a:lnTo>
                    <a:pt x="990175" y="977960"/>
                  </a:lnTo>
                  <a:lnTo>
                    <a:pt x="993140" y="1032189"/>
                  </a:lnTo>
                  <a:lnTo>
                    <a:pt x="989017" y="1081371"/>
                  </a:lnTo>
                  <a:lnTo>
                    <a:pt x="977337" y="1124268"/>
                  </a:lnTo>
                  <a:lnTo>
                    <a:pt x="1003663" y="1322006"/>
                  </a:lnTo>
                  <a:lnTo>
                    <a:pt x="1035379" y="1375777"/>
                  </a:lnTo>
                  <a:lnTo>
                    <a:pt x="1066552" y="1427207"/>
                  </a:lnTo>
                  <a:lnTo>
                    <a:pt x="1083078" y="1475334"/>
                  </a:lnTo>
                  <a:lnTo>
                    <a:pt x="1049989" y="1482354"/>
                  </a:lnTo>
                  <a:lnTo>
                    <a:pt x="997299" y="1442760"/>
                  </a:lnTo>
                  <a:lnTo>
                    <a:pt x="951010" y="1412572"/>
                  </a:lnTo>
                  <a:lnTo>
                    <a:pt x="895861" y="1316042"/>
                  </a:lnTo>
                  <a:lnTo>
                    <a:pt x="886747" y="1277504"/>
                  </a:lnTo>
                  <a:lnTo>
                    <a:pt x="873295" y="1247040"/>
                  </a:lnTo>
                  <a:lnTo>
                    <a:pt x="879804" y="1317006"/>
                  </a:lnTo>
                  <a:lnTo>
                    <a:pt x="899477" y="1395138"/>
                  </a:lnTo>
                  <a:lnTo>
                    <a:pt x="1072193" y="1569983"/>
                  </a:lnTo>
                  <a:lnTo>
                    <a:pt x="1104089" y="1637058"/>
                  </a:lnTo>
                  <a:lnTo>
                    <a:pt x="1128391" y="1689773"/>
                  </a:lnTo>
                  <a:lnTo>
                    <a:pt x="1122279" y="1740286"/>
                  </a:lnTo>
                  <a:lnTo>
                    <a:pt x="1077256" y="1704546"/>
                  </a:lnTo>
                  <a:lnTo>
                    <a:pt x="1038416" y="1658988"/>
                  </a:lnTo>
                  <a:lnTo>
                    <a:pt x="935315" y="1607512"/>
                  </a:lnTo>
                  <a:lnTo>
                    <a:pt x="805308" y="1574983"/>
                  </a:lnTo>
                  <a:lnTo>
                    <a:pt x="732004" y="1455331"/>
                  </a:lnTo>
                  <a:lnTo>
                    <a:pt x="732258" y="1505247"/>
                  </a:lnTo>
                  <a:lnTo>
                    <a:pt x="715984" y="1547594"/>
                  </a:lnTo>
                  <a:lnTo>
                    <a:pt x="671178" y="1495980"/>
                  </a:lnTo>
                  <a:lnTo>
                    <a:pt x="642934" y="1451936"/>
                  </a:lnTo>
                  <a:lnTo>
                    <a:pt x="633459" y="1403671"/>
                  </a:lnTo>
                  <a:lnTo>
                    <a:pt x="577515" y="1406974"/>
                  </a:lnTo>
                  <a:lnTo>
                    <a:pt x="518858" y="1448908"/>
                  </a:lnTo>
                  <a:lnTo>
                    <a:pt x="462117" y="1438952"/>
                  </a:lnTo>
                  <a:lnTo>
                    <a:pt x="455391" y="1357104"/>
                  </a:lnTo>
                  <a:lnTo>
                    <a:pt x="470724" y="1313748"/>
                  </a:lnTo>
                  <a:lnTo>
                    <a:pt x="534408" y="1211209"/>
                  </a:lnTo>
                  <a:lnTo>
                    <a:pt x="594403" y="1158861"/>
                  </a:lnTo>
                  <a:lnTo>
                    <a:pt x="620875" y="1091281"/>
                  </a:lnTo>
                  <a:lnTo>
                    <a:pt x="611834" y="986493"/>
                  </a:lnTo>
                  <a:lnTo>
                    <a:pt x="600551" y="1093116"/>
                  </a:lnTo>
                  <a:lnTo>
                    <a:pt x="566268" y="1145969"/>
                  </a:lnTo>
                  <a:lnTo>
                    <a:pt x="512384" y="1186342"/>
                  </a:lnTo>
                  <a:lnTo>
                    <a:pt x="441468" y="1258280"/>
                  </a:lnTo>
                  <a:lnTo>
                    <a:pt x="424146" y="1324805"/>
                  </a:lnTo>
                  <a:lnTo>
                    <a:pt x="402014" y="1449367"/>
                  </a:lnTo>
                  <a:lnTo>
                    <a:pt x="431957" y="1491529"/>
                  </a:lnTo>
                  <a:lnTo>
                    <a:pt x="462551" y="1502540"/>
                  </a:lnTo>
                  <a:lnTo>
                    <a:pt x="552924" y="1474279"/>
                  </a:lnTo>
                  <a:lnTo>
                    <a:pt x="599683" y="1486896"/>
                  </a:lnTo>
                  <a:lnTo>
                    <a:pt x="703689" y="1636874"/>
                  </a:lnTo>
                  <a:lnTo>
                    <a:pt x="897343" y="1696196"/>
                  </a:lnTo>
                  <a:lnTo>
                    <a:pt x="967970" y="1733266"/>
                  </a:lnTo>
                  <a:lnTo>
                    <a:pt x="1025542" y="1811536"/>
                  </a:lnTo>
                  <a:lnTo>
                    <a:pt x="1112081" y="1856589"/>
                  </a:lnTo>
                  <a:lnTo>
                    <a:pt x="1179237" y="1922058"/>
                  </a:lnTo>
                  <a:lnTo>
                    <a:pt x="1181045" y="1964772"/>
                  </a:lnTo>
                  <a:lnTo>
                    <a:pt x="1157792" y="2015285"/>
                  </a:lnTo>
                  <a:lnTo>
                    <a:pt x="1148606" y="2083644"/>
                  </a:lnTo>
                  <a:lnTo>
                    <a:pt x="1120073" y="2126771"/>
                  </a:lnTo>
                  <a:lnTo>
                    <a:pt x="1051580" y="2131726"/>
                  </a:lnTo>
                  <a:lnTo>
                    <a:pt x="1010209" y="2120623"/>
                  </a:lnTo>
                  <a:lnTo>
                    <a:pt x="787804" y="1880308"/>
                  </a:lnTo>
                  <a:lnTo>
                    <a:pt x="761261" y="1858195"/>
                  </a:lnTo>
                  <a:lnTo>
                    <a:pt x="678772" y="1732349"/>
                  </a:lnTo>
                  <a:lnTo>
                    <a:pt x="581999" y="1664952"/>
                  </a:lnTo>
                  <a:lnTo>
                    <a:pt x="552056" y="1666374"/>
                  </a:lnTo>
                  <a:lnTo>
                    <a:pt x="689802" y="1791028"/>
                  </a:lnTo>
                  <a:lnTo>
                    <a:pt x="746036" y="1878198"/>
                  </a:lnTo>
                  <a:lnTo>
                    <a:pt x="845087" y="2000420"/>
                  </a:lnTo>
                  <a:lnTo>
                    <a:pt x="915895" y="2052171"/>
                  </a:lnTo>
                  <a:lnTo>
                    <a:pt x="968006" y="2132918"/>
                  </a:lnTo>
                  <a:lnTo>
                    <a:pt x="1016429" y="2170769"/>
                  </a:lnTo>
                  <a:lnTo>
                    <a:pt x="1148642" y="2224676"/>
                  </a:lnTo>
                  <a:lnTo>
                    <a:pt x="1102679" y="2263398"/>
                  </a:lnTo>
                  <a:lnTo>
                    <a:pt x="1176054" y="2296385"/>
                  </a:lnTo>
                  <a:lnTo>
                    <a:pt x="1186542" y="2357037"/>
                  </a:lnTo>
                  <a:lnTo>
                    <a:pt x="1179815" y="2426177"/>
                  </a:lnTo>
                  <a:lnTo>
                    <a:pt x="1077979" y="2398833"/>
                  </a:lnTo>
                  <a:lnTo>
                    <a:pt x="1074652" y="2449759"/>
                  </a:lnTo>
                  <a:lnTo>
                    <a:pt x="1083765" y="2479810"/>
                  </a:lnTo>
                  <a:lnTo>
                    <a:pt x="1038778" y="2504630"/>
                  </a:lnTo>
                  <a:lnTo>
                    <a:pt x="976216" y="2470955"/>
                  </a:lnTo>
                  <a:lnTo>
                    <a:pt x="813770" y="2286751"/>
                  </a:lnTo>
                  <a:lnTo>
                    <a:pt x="815144" y="2311388"/>
                  </a:lnTo>
                  <a:lnTo>
                    <a:pt x="828307" y="2339970"/>
                  </a:lnTo>
                  <a:lnTo>
                    <a:pt x="922513" y="2458568"/>
                  </a:lnTo>
                  <a:lnTo>
                    <a:pt x="1006593" y="2529680"/>
                  </a:lnTo>
                  <a:lnTo>
                    <a:pt x="1077871" y="2561796"/>
                  </a:lnTo>
                  <a:lnTo>
                    <a:pt x="1132803" y="2621392"/>
                  </a:lnTo>
                  <a:lnTo>
                    <a:pt x="1152186" y="2657453"/>
                  </a:lnTo>
                  <a:lnTo>
                    <a:pt x="1165133" y="2712141"/>
                  </a:lnTo>
                  <a:lnTo>
                    <a:pt x="1124413" y="2749303"/>
                  </a:lnTo>
                  <a:lnTo>
                    <a:pt x="1078051" y="2769811"/>
                  </a:lnTo>
                  <a:lnTo>
                    <a:pt x="1032775" y="2732741"/>
                  </a:lnTo>
                  <a:lnTo>
                    <a:pt x="999577" y="2693698"/>
                  </a:lnTo>
                  <a:lnTo>
                    <a:pt x="928878" y="2627403"/>
                  </a:lnTo>
                  <a:lnTo>
                    <a:pt x="907686" y="2553308"/>
                  </a:lnTo>
                  <a:lnTo>
                    <a:pt x="853911" y="2557116"/>
                  </a:lnTo>
                  <a:lnTo>
                    <a:pt x="629156" y="2463156"/>
                  </a:lnTo>
                  <a:lnTo>
                    <a:pt x="448520" y="2452328"/>
                  </a:lnTo>
                  <a:lnTo>
                    <a:pt x="466168" y="2471230"/>
                  </a:lnTo>
                  <a:lnTo>
                    <a:pt x="489023" y="2483801"/>
                  </a:lnTo>
                  <a:lnTo>
                    <a:pt x="632881" y="2506970"/>
                  </a:lnTo>
                  <a:lnTo>
                    <a:pt x="689730" y="2550234"/>
                  </a:lnTo>
                  <a:lnTo>
                    <a:pt x="808056" y="2588635"/>
                  </a:lnTo>
                  <a:lnTo>
                    <a:pt x="877345" y="2599141"/>
                  </a:lnTo>
                  <a:lnTo>
                    <a:pt x="905444" y="2717096"/>
                  </a:lnTo>
                  <a:lnTo>
                    <a:pt x="1001204" y="2798256"/>
                  </a:lnTo>
                  <a:lnTo>
                    <a:pt x="1013645" y="2858403"/>
                  </a:lnTo>
                  <a:lnTo>
                    <a:pt x="1079028" y="2865148"/>
                  </a:lnTo>
                  <a:lnTo>
                    <a:pt x="1194063" y="2806147"/>
                  </a:lnTo>
                  <a:lnTo>
                    <a:pt x="1268307" y="2826839"/>
                  </a:lnTo>
                  <a:lnTo>
                    <a:pt x="1375386" y="2843722"/>
                  </a:lnTo>
                  <a:lnTo>
                    <a:pt x="1399869" y="2891345"/>
                  </a:lnTo>
                  <a:lnTo>
                    <a:pt x="1418240" y="2981956"/>
                  </a:lnTo>
                  <a:lnTo>
                    <a:pt x="1456103" y="3083899"/>
                  </a:lnTo>
                  <a:lnTo>
                    <a:pt x="1554287" y="3485845"/>
                  </a:lnTo>
                  <a:lnTo>
                    <a:pt x="1642687" y="3682871"/>
                  </a:lnTo>
                  <a:lnTo>
                    <a:pt x="1615976" y="3682871"/>
                  </a:lnTo>
                  <a:lnTo>
                    <a:pt x="1576238" y="3603800"/>
                  </a:lnTo>
                  <a:lnTo>
                    <a:pt x="1515845" y="3446573"/>
                  </a:lnTo>
                  <a:lnTo>
                    <a:pt x="1453789" y="3168959"/>
                  </a:lnTo>
                  <a:lnTo>
                    <a:pt x="1435779" y="3106793"/>
                  </a:lnTo>
                  <a:lnTo>
                    <a:pt x="1414588" y="3081972"/>
                  </a:lnTo>
                  <a:lnTo>
                    <a:pt x="1400629" y="3102159"/>
                  </a:lnTo>
                  <a:lnTo>
                    <a:pt x="1394625" y="3137532"/>
                  </a:lnTo>
                  <a:lnTo>
                    <a:pt x="1404751" y="3164692"/>
                  </a:lnTo>
                  <a:lnTo>
                    <a:pt x="1380305" y="3256083"/>
                  </a:lnTo>
                  <a:lnTo>
                    <a:pt x="1390901" y="3298016"/>
                  </a:lnTo>
                  <a:lnTo>
                    <a:pt x="1430608" y="3341372"/>
                  </a:lnTo>
                  <a:lnTo>
                    <a:pt x="1473751" y="3449555"/>
                  </a:lnTo>
                  <a:lnTo>
                    <a:pt x="1508214" y="3595221"/>
                  </a:lnTo>
                  <a:lnTo>
                    <a:pt x="1461600" y="3536174"/>
                  </a:lnTo>
                  <a:lnTo>
                    <a:pt x="1411839" y="3504885"/>
                  </a:lnTo>
                  <a:lnTo>
                    <a:pt x="1334413" y="3480890"/>
                  </a:lnTo>
                  <a:lnTo>
                    <a:pt x="1265450" y="3438819"/>
                  </a:lnTo>
                  <a:lnTo>
                    <a:pt x="1270477" y="3499150"/>
                  </a:lnTo>
                  <a:lnTo>
                    <a:pt x="1263859" y="3564298"/>
                  </a:lnTo>
                  <a:lnTo>
                    <a:pt x="1210699" y="3544433"/>
                  </a:lnTo>
                  <a:lnTo>
                    <a:pt x="1174535" y="3522824"/>
                  </a:lnTo>
                  <a:lnTo>
                    <a:pt x="1206540" y="3592239"/>
                  </a:lnTo>
                  <a:lnTo>
                    <a:pt x="1137070" y="3571410"/>
                  </a:lnTo>
                  <a:lnTo>
                    <a:pt x="1090781" y="3575768"/>
                  </a:lnTo>
                  <a:lnTo>
                    <a:pt x="1060693" y="3637384"/>
                  </a:lnTo>
                  <a:lnTo>
                    <a:pt x="1020335" y="3674775"/>
                  </a:lnTo>
                  <a:lnTo>
                    <a:pt x="980297" y="3682871"/>
                  </a:lnTo>
                  <a:lnTo>
                    <a:pt x="954427" y="3682871"/>
                  </a:lnTo>
                  <a:lnTo>
                    <a:pt x="872137" y="3630502"/>
                  </a:lnTo>
                  <a:lnTo>
                    <a:pt x="843460" y="3562096"/>
                  </a:lnTo>
                  <a:lnTo>
                    <a:pt x="831598" y="3485937"/>
                  </a:lnTo>
                  <a:lnTo>
                    <a:pt x="826861" y="3575997"/>
                  </a:lnTo>
                  <a:lnTo>
                    <a:pt x="842628" y="3669774"/>
                  </a:lnTo>
                  <a:lnTo>
                    <a:pt x="841612" y="3682871"/>
                  </a:lnTo>
                  <a:lnTo>
                    <a:pt x="0" y="3682871"/>
                  </a:lnTo>
                  <a:lnTo>
                    <a:pt x="0" y="0"/>
                  </a:lnTo>
                  <a:lnTo>
                    <a:pt x="2024089" y="0"/>
                  </a:lnTo>
                  <a:close/>
                </a:path>
              </a:pathLst>
            </a:custGeom>
            <a:solidFill>
              <a:srgbClr val="FFEFDB">
                <a:alpha val="100000"/>
              </a:srgbClr>
            </a:solidFill>
            <a:ln w="5420" cap="flat">
              <a:solidFill>
                <a:srgbClr val="5959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3" name="pg663"/>
            <p:cNvSpPr/>
            <p:nvPr/>
          </p:nvSpPr>
          <p:spPr>
            <a:xfrm>
              <a:off x="5159228" y="2035019"/>
              <a:ext cx="108453" cy="203932"/>
            </a:xfrm>
            <a:custGeom>
              <a:avLst/>
              <a:pathLst>
                <a:path w="108453" h="203932">
                  <a:moveTo>
                    <a:pt x="1988" y="203932"/>
                  </a:moveTo>
                  <a:lnTo>
                    <a:pt x="0" y="176588"/>
                  </a:lnTo>
                  <a:lnTo>
                    <a:pt x="108453" y="0"/>
                  </a:lnTo>
                  <a:lnTo>
                    <a:pt x="88853" y="61707"/>
                  </a:lnTo>
                  <a:close/>
                </a:path>
              </a:pathLst>
            </a:custGeom>
            <a:solidFill>
              <a:srgbClr val="FFEFDB">
                <a:alpha val="100000"/>
              </a:srgbClr>
            </a:solidFill>
            <a:ln w="5420" cap="flat">
              <a:solidFill>
                <a:srgbClr val="5959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4" name="pg664"/>
            <p:cNvSpPr/>
            <p:nvPr/>
          </p:nvSpPr>
          <p:spPr>
            <a:xfrm>
              <a:off x="4325772" y="3395883"/>
              <a:ext cx="207830" cy="400294"/>
            </a:xfrm>
            <a:custGeom>
              <a:avLst/>
              <a:pathLst>
                <a:path w="207830" h="400294">
                  <a:moveTo>
                    <a:pt x="0" y="400294"/>
                  </a:moveTo>
                  <a:lnTo>
                    <a:pt x="112974" y="212144"/>
                  </a:lnTo>
                  <a:lnTo>
                    <a:pt x="178574" y="54504"/>
                  </a:lnTo>
                  <a:lnTo>
                    <a:pt x="207830" y="0"/>
                  </a:lnTo>
                  <a:lnTo>
                    <a:pt x="179442" y="110476"/>
                  </a:lnTo>
                  <a:lnTo>
                    <a:pt x="129826" y="212052"/>
                  </a:lnTo>
                  <a:lnTo>
                    <a:pt x="33668" y="385062"/>
                  </a:lnTo>
                  <a:close/>
                </a:path>
              </a:pathLst>
            </a:custGeom>
            <a:solidFill>
              <a:srgbClr val="FFEFDB">
                <a:alpha val="100000"/>
              </a:srgbClr>
            </a:solidFill>
            <a:ln w="5420" cap="flat">
              <a:solidFill>
                <a:srgbClr val="5959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5" name="pt665"/>
            <p:cNvSpPr/>
            <p:nvPr/>
          </p:nvSpPr>
          <p:spPr>
            <a:xfrm>
              <a:off x="4042131" y="3963949"/>
              <a:ext cx="144506" cy="144506"/>
            </a:xfrm>
            <a:prstGeom prst="ellipse">
              <a:avLst/>
            </a:prstGeom>
            <a:solidFill>
              <a:srgbClr val="3B4E86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6" name="pt666"/>
            <p:cNvSpPr/>
            <p:nvPr/>
          </p:nvSpPr>
          <p:spPr>
            <a:xfrm>
              <a:off x="4598279" y="2594972"/>
              <a:ext cx="144506" cy="144506"/>
            </a:xfrm>
            <a:prstGeom prst="ellipse">
              <a:avLst/>
            </a:prstGeom>
            <a:solidFill>
              <a:srgbClr val="3987A6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7" name="pt667"/>
            <p:cNvSpPr/>
            <p:nvPr/>
          </p:nvSpPr>
          <p:spPr>
            <a:xfrm>
              <a:off x="4150995" y="2255653"/>
              <a:ext cx="144506" cy="144506"/>
            </a:xfrm>
            <a:prstGeom prst="ellipse">
              <a:avLst/>
            </a:prstGeom>
            <a:solidFill>
              <a:srgbClr val="99DFC3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8" name="pt668"/>
            <p:cNvSpPr/>
            <p:nvPr/>
          </p:nvSpPr>
          <p:spPr>
            <a:xfrm>
              <a:off x="3069870" y="3287113"/>
              <a:ext cx="144506" cy="144506"/>
            </a:xfrm>
            <a:prstGeom prst="ellipse">
              <a:avLst/>
            </a:prstGeom>
            <a:solidFill>
              <a:srgbClr val="BAE9D3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9" name="pt669"/>
            <p:cNvSpPr/>
            <p:nvPr/>
          </p:nvSpPr>
          <p:spPr>
            <a:xfrm>
              <a:off x="3376420" y="4483362"/>
              <a:ext cx="144506" cy="144506"/>
            </a:xfrm>
            <a:prstGeom prst="ellipse">
              <a:avLst/>
            </a:prstGeom>
            <a:solidFill>
              <a:srgbClr val="3692A8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0" name="pt670"/>
            <p:cNvSpPr/>
            <p:nvPr/>
          </p:nvSpPr>
          <p:spPr>
            <a:xfrm>
              <a:off x="3322218" y="4429159"/>
              <a:ext cx="252911" cy="252911"/>
            </a:xfrm>
            <a:prstGeom prst="ellipse">
              <a:avLst/>
            </a:prstGeom>
            <a:solidFill>
              <a:srgbClr val="3692A8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1" name="pt671"/>
            <p:cNvSpPr/>
            <p:nvPr/>
          </p:nvSpPr>
          <p:spPr>
            <a:xfrm>
              <a:off x="3396934" y="3568029"/>
              <a:ext cx="252911" cy="252911"/>
            </a:xfrm>
            <a:prstGeom prst="ellipse">
              <a:avLst/>
            </a:prstGeom>
            <a:solidFill>
              <a:srgbClr val="C7EDD9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2" name="pt672"/>
            <p:cNvSpPr/>
            <p:nvPr/>
          </p:nvSpPr>
          <p:spPr>
            <a:xfrm>
              <a:off x="3369184" y="4256773"/>
              <a:ext cx="252911" cy="252911"/>
            </a:xfrm>
            <a:prstGeom prst="ellipse">
              <a:avLst/>
            </a:prstGeom>
            <a:solidFill>
              <a:srgbClr val="3690A8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3" name="pg673"/>
            <p:cNvSpPr/>
            <p:nvPr/>
          </p:nvSpPr>
          <p:spPr>
            <a:xfrm>
              <a:off x="3241457" y="3539977"/>
              <a:ext cx="267615" cy="231762"/>
            </a:xfrm>
            <a:custGeom>
              <a:avLst/>
              <a:pathLst>
                <a:path w="267615" h="231762">
                  <a:moveTo>
                    <a:pt x="133807" y="0"/>
                  </a:moveTo>
                  <a:lnTo>
                    <a:pt x="267615" y="231762"/>
                  </a:lnTo>
                  <a:lnTo>
                    <a:pt x="0" y="231762"/>
                  </a:lnTo>
                  <a:close/>
                </a:path>
              </a:pathLst>
            </a:custGeom>
            <a:solidFill>
              <a:srgbClr val="FF1493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4" name="pl674"/>
            <p:cNvSpPr/>
            <p:nvPr/>
          </p:nvSpPr>
          <p:spPr>
            <a:xfrm>
              <a:off x="3462317" y="4204808"/>
              <a:ext cx="1082337" cy="346440"/>
            </a:xfrm>
            <a:custGeom>
              <a:avLst/>
              <a:pathLst>
                <a:path w="1082337" h="346440">
                  <a:moveTo>
                    <a:pt x="1082337" y="0"/>
                  </a:moveTo>
                  <a:lnTo>
                    <a:pt x="0" y="346440"/>
                  </a:lnTo>
                </a:path>
              </a:pathLst>
            </a:custGeom>
            <a:ln w="1355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5" name="pl675"/>
            <p:cNvSpPr/>
            <p:nvPr/>
          </p:nvSpPr>
          <p:spPr>
            <a:xfrm>
              <a:off x="3536580" y="3232292"/>
              <a:ext cx="1087890" cy="456656"/>
            </a:xfrm>
            <a:custGeom>
              <a:avLst/>
              <a:pathLst>
                <a:path w="1087890" h="456656">
                  <a:moveTo>
                    <a:pt x="1087890" y="0"/>
                  </a:moveTo>
                  <a:lnTo>
                    <a:pt x="0" y="456656"/>
                  </a:lnTo>
                </a:path>
              </a:pathLst>
            </a:custGeom>
            <a:ln w="1355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6" name="pl676"/>
            <p:cNvSpPr/>
            <p:nvPr/>
          </p:nvSpPr>
          <p:spPr>
            <a:xfrm>
              <a:off x="3508637" y="3790304"/>
              <a:ext cx="1281079" cy="586969"/>
            </a:xfrm>
            <a:custGeom>
              <a:avLst/>
              <a:pathLst>
                <a:path w="1281079" h="586969">
                  <a:moveTo>
                    <a:pt x="1281079" y="0"/>
                  </a:moveTo>
                  <a:lnTo>
                    <a:pt x="0" y="586969"/>
                  </a:lnTo>
                </a:path>
              </a:pathLst>
            </a:custGeom>
            <a:ln w="1355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7" name="pg677"/>
            <p:cNvSpPr/>
            <p:nvPr/>
          </p:nvSpPr>
          <p:spPr>
            <a:xfrm>
              <a:off x="4544654" y="4036692"/>
              <a:ext cx="1193383" cy="324612"/>
            </a:xfrm>
            <a:custGeom>
              <a:avLst/>
              <a:pathLst>
                <a:path w="1193383" h="324612">
                  <a:moveTo>
                    <a:pt x="27432" y="324612"/>
                  </a:moveTo>
                  <a:lnTo>
                    <a:pt x="1165951" y="324612"/>
                  </a:lnTo>
                  <a:lnTo>
                    <a:pt x="1164846" y="324589"/>
                  </a:lnTo>
                  <a:lnTo>
                    <a:pt x="1169258" y="324411"/>
                  </a:lnTo>
                  <a:lnTo>
                    <a:pt x="1173583" y="323528"/>
                  </a:lnTo>
                  <a:lnTo>
                    <a:pt x="1177711" y="321963"/>
                  </a:lnTo>
                  <a:lnTo>
                    <a:pt x="1181534" y="319756"/>
                  </a:lnTo>
                  <a:lnTo>
                    <a:pt x="1184954" y="316964"/>
                  </a:lnTo>
                  <a:lnTo>
                    <a:pt x="1187881" y="313659"/>
                  </a:lnTo>
                  <a:lnTo>
                    <a:pt x="1190241" y="309928"/>
                  </a:lnTo>
                  <a:lnTo>
                    <a:pt x="1191971" y="305866"/>
                  </a:lnTo>
                  <a:lnTo>
                    <a:pt x="1193028" y="301580"/>
                  </a:lnTo>
                  <a:lnTo>
                    <a:pt x="1193383" y="297180"/>
                  </a:lnTo>
                  <a:lnTo>
                    <a:pt x="1193383" y="27432"/>
                  </a:lnTo>
                  <a:lnTo>
                    <a:pt x="1193028" y="23031"/>
                  </a:lnTo>
                  <a:lnTo>
                    <a:pt x="1191971" y="18745"/>
                  </a:lnTo>
                  <a:lnTo>
                    <a:pt x="1190241" y="14683"/>
                  </a:lnTo>
                  <a:lnTo>
                    <a:pt x="1187881" y="10952"/>
                  </a:lnTo>
                  <a:lnTo>
                    <a:pt x="1184954" y="7647"/>
                  </a:lnTo>
                  <a:lnTo>
                    <a:pt x="1181534" y="4855"/>
                  </a:lnTo>
                  <a:lnTo>
                    <a:pt x="1177711" y="2648"/>
                  </a:lnTo>
                  <a:lnTo>
                    <a:pt x="1173583" y="1083"/>
                  </a:lnTo>
                  <a:lnTo>
                    <a:pt x="1169258" y="200"/>
                  </a:lnTo>
                  <a:lnTo>
                    <a:pt x="1165951" y="0"/>
                  </a:lnTo>
                  <a:lnTo>
                    <a:pt x="27432" y="0"/>
                  </a:lnTo>
                  <a:lnTo>
                    <a:pt x="30738" y="200"/>
                  </a:lnTo>
                  <a:lnTo>
                    <a:pt x="26327" y="22"/>
                  </a:lnTo>
                  <a:lnTo>
                    <a:pt x="21944" y="554"/>
                  </a:lnTo>
                  <a:lnTo>
                    <a:pt x="17704" y="1782"/>
                  </a:lnTo>
                  <a:lnTo>
                    <a:pt x="13715" y="3675"/>
                  </a:lnTo>
                  <a:lnTo>
                    <a:pt x="10082" y="6183"/>
                  </a:lnTo>
                  <a:lnTo>
                    <a:pt x="6898" y="9241"/>
                  </a:lnTo>
                  <a:lnTo>
                    <a:pt x="4246" y="12770"/>
                  </a:lnTo>
                  <a:lnTo>
                    <a:pt x="2195" y="16679"/>
                  </a:lnTo>
                  <a:lnTo>
                    <a:pt x="797" y="20867"/>
                  </a:lnTo>
                  <a:lnTo>
                    <a:pt x="88" y="25224"/>
                  </a:lnTo>
                  <a:lnTo>
                    <a:pt x="0" y="27432"/>
                  </a:lnTo>
                  <a:lnTo>
                    <a:pt x="0" y="297180"/>
                  </a:lnTo>
                  <a:lnTo>
                    <a:pt x="88" y="294972"/>
                  </a:lnTo>
                  <a:lnTo>
                    <a:pt x="88" y="299387"/>
                  </a:lnTo>
                  <a:lnTo>
                    <a:pt x="797" y="303744"/>
                  </a:lnTo>
                  <a:lnTo>
                    <a:pt x="2195" y="307932"/>
                  </a:lnTo>
                  <a:lnTo>
                    <a:pt x="4246" y="311841"/>
                  </a:lnTo>
                  <a:lnTo>
                    <a:pt x="6898" y="315370"/>
                  </a:lnTo>
                  <a:lnTo>
                    <a:pt x="10082" y="318428"/>
                  </a:lnTo>
                  <a:lnTo>
                    <a:pt x="13715" y="320936"/>
                  </a:lnTo>
                  <a:lnTo>
                    <a:pt x="17704" y="322829"/>
                  </a:lnTo>
                  <a:lnTo>
                    <a:pt x="21944" y="324057"/>
                  </a:lnTo>
                  <a:lnTo>
                    <a:pt x="26327" y="324589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6775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8" name="tx678"/>
            <p:cNvSpPr/>
            <p:nvPr/>
          </p:nvSpPr>
          <p:spPr>
            <a:xfrm>
              <a:off x="4590374" y="4082412"/>
              <a:ext cx="1101943" cy="23317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256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256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W4_VA</a:t>
              </a:r>
            </a:p>
          </p:txBody>
        </p:sp>
        <p:sp>
          <p:nvSpPr>
            <p:cNvPr id="679" name="pg679"/>
            <p:cNvSpPr/>
            <p:nvPr/>
          </p:nvSpPr>
          <p:spPr>
            <a:xfrm>
              <a:off x="4624470" y="3062367"/>
              <a:ext cx="1500987" cy="324612"/>
            </a:xfrm>
            <a:custGeom>
              <a:avLst/>
              <a:pathLst>
                <a:path w="1500987" h="324612">
                  <a:moveTo>
                    <a:pt x="27432" y="324612"/>
                  </a:moveTo>
                  <a:lnTo>
                    <a:pt x="1473555" y="324612"/>
                  </a:lnTo>
                  <a:lnTo>
                    <a:pt x="1472451" y="324589"/>
                  </a:lnTo>
                  <a:lnTo>
                    <a:pt x="1476862" y="324411"/>
                  </a:lnTo>
                  <a:lnTo>
                    <a:pt x="1481187" y="323528"/>
                  </a:lnTo>
                  <a:lnTo>
                    <a:pt x="1485315" y="321963"/>
                  </a:lnTo>
                  <a:lnTo>
                    <a:pt x="1489138" y="319756"/>
                  </a:lnTo>
                  <a:lnTo>
                    <a:pt x="1492558" y="316964"/>
                  </a:lnTo>
                  <a:lnTo>
                    <a:pt x="1495485" y="313659"/>
                  </a:lnTo>
                  <a:lnTo>
                    <a:pt x="1497845" y="309928"/>
                  </a:lnTo>
                  <a:lnTo>
                    <a:pt x="1499575" y="305866"/>
                  </a:lnTo>
                  <a:lnTo>
                    <a:pt x="1500632" y="301580"/>
                  </a:lnTo>
                  <a:lnTo>
                    <a:pt x="1500987" y="297179"/>
                  </a:lnTo>
                  <a:lnTo>
                    <a:pt x="1500987" y="27432"/>
                  </a:lnTo>
                  <a:lnTo>
                    <a:pt x="1500632" y="23031"/>
                  </a:lnTo>
                  <a:lnTo>
                    <a:pt x="1499575" y="18745"/>
                  </a:lnTo>
                  <a:lnTo>
                    <a:pt x="1497845" y="14683"/>
                  </a:lnTo>
                  <a:lnTo>
                    <a:pt x="1495485" y="10952"/>
                  </a:lnTo>
                  <a:lnTo>
                    <a:pt x="1492558" y="7647"/>
                  </a:lnTo>
                  <a:lnTo>
                    <a:pt x="1489138" y="4855"/>
                  </a:lnTo>
                  <a:lnTo>
                    <a:pt x="1485315" y="2648"/>
                  </a:lnTo>
                  <a:lnTo>
                    <a:pt x="1481187" y="1083"/>
                  </a:lnTo>
                  <a:lnTo>
                    <a:pt x="1476862" y="200"/>
                  </a:lnTo>
                  <a:lnTo>
                    <a:pt x="1473555" y="0"/>
                  </a:lnTo>
                  <a:lnTo>
                    <a:pt x="27432" y="0"/>
                  </a:lnTo>
                  <a:lnTo>
                    <a:pt x="30738" y="200"/>
                  </a:lnTo>
                  <a:lnTo>
                    <a:pt x="26327" y="22"/>
                  </a:lnTo>
                  <a:lnTo>
                    <a:pt x="21944" y="554"/>
                  </a:lnTo>
                  <a:lnTo>
                    <a:pt x="17704" y="1782"/>
                  </a:lnTo>
                  <a:lnTo>
                    <a:pt x="13715" y="3675"/>
                  </a:lnTo>
                  <a:lnTo>
                    <a:pt x="10082" y="6183"/>
                  </a:lnTo>
                  <a:lnTo>
                    <a:pt x="6898" y="9241"/>
                  </a:lnTo>
                  <a:lnTo>
                    <a:pt x="4246" y="12770"/>
                  </a:lnTo>
                  <a:lnTo>
                    <a:pt x="2195" y="16679"/>
                  </a:lnTo>
                  <a:lnTo>
                    <a:pt x="797" y="20867"/>
                  </a:lnTo>
                  <a:lnTo>
                    <a:pt x="88" y="25224"/>
                  </a:lnTo>
                  <a:lnTo>
                    <a:pt x="0" y="27432"/>
                  </a:lnTo>
                  <a:lnTo>
                    <a:pt x="0" y="297179"/>
                  </a:lnTo>
                  <a:lnTo>
                    <a:pt x="88" y="294972"/>
                  </a:lnTo>
                  <a:lnTo>
                    <a:pt x="88" y="299387"/>
                  </a:lnTo>
                  <a:lnTo>
                    <a:pt x="797" y="303744"/>
                  </a:lnTo>
                  <a:lnTo>
                    <a:pt x="2195" y="307932"/>
                  </a:lnTo>
                  <a:lnTo>
                    <a:pt x="4246" y="311841"/>
                  </a:lnTo>
                  <a:lnTo>
                    <a:pt x="6898" y="315370"/>
                  </a:lnTo>
                  <a:lnTo>
                    <a:pt x="10082" y="318428"/>
                  </a:lnTo>
                  <a:lnTo>
                    <a:pt x="13715" y="320936"/>
                  </a:lnTo>
                  <a:lnTo>
                    <a:pt x="17704" y="322829"/>
                  </a:lnTo>
                  <a:lnTo>
                    <a:pt x="21944" y="324057"/>
                  </a:lnTo>
                  <a:lnTo>
                    <a:pt x="26327" y="324589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6775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0" name="tx680"/>
            <p:cNvSpPr/>
            <p:nvPr/>
          </p:nvSpPr>
          <p:spPr>
            <a:xfrm>
              <a:off x="4670190" y="3108087"/>
              <a:ext cx="1409547" cy="23317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256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256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S1_LOLA</a:t>
              </a:r>
            </a:p>
          </p:txBody>
        </p:sp>
        <p:sp>
          <p:nvSpPr>
            <p:cNvPr id="681" name="pg681"/>
            <p:cNvSpPr/>
            <p:nvPr/>
          </p:nvSpPr>
          <p:spPr>
            <a:xfrm>
              <a:off x="4789717" y="3620852"/>
              <a:ext cx="1554937" cy="324612"/>
            </a:xfrm>
            <a:custGeom>
              <a:avLst/>
              <a:pathLst>
                <a:path w="1554937" h="324612">
                  <a:moveTo>
                    <a:pt x="27431" y="324612"/>
                  </a:moveTo>
                  <a:lnTo>
                    <a:pt x="1527505" y="324612"/>
                  </a:lnTo>
                  <a:lnTo>
                    <a:pt x="1526400" y="324589"/>
                  </a:lnTo>
                  <a:lnTo>
                    <a:pt x="1530811" y="324411"/>
                  </a:lnTo>
                  <a:lnTo>
                    <a:pt x="1535137" y="323528"/>
                  </a:lnTo>
                  <a:lnTo>
                    <a:pt x="1539265" y="321963"/>
                  </a:lnTo>
                  <a:lnTo>
                    <a:pt x="1543088" y="319756"/>
                  </a:lnTo>
                  <a:lnTo>
                    <a:pt x="1546508" y="316964"/>
                  </a:lnTo>
                  <a:lnTo>
                    <a:pt x="1549435" y="313659"/>
                  </a:lnTo>
                  <a:lnTo>
                    <a:pt x="1551795" y="309928"/>
                  </a:lnTo>
                  <a:lnTo>
                    <a:pt x="1553525" y="305866"/>
                  </a:lnTo>
                  <a:lnTo>
                    <a:pt x="1554581" y="301580"/>
                  </a:lnTo>
                  <a:lnTo>
                    <a:pt x="1554937" y="297180"/>
                  </a:lnTo>
                  <a:lnTo>
                    <a:pt x="1554937" y="27432"/>
                  </a:lnTo>
                  <a:lnTo>
                    <a:pt x="1554581" y="23031"/>
                  </a:lnTo>
                  <a:lnTo>
                    <a:pt x="1553525" y="18745"/>
                  </a:lnTo>
                  <a:lnTo>
                    <a:pt x="1551795" y="14683"/>
                  </a:lnTo>
                  <a:lnTo>
                    <a:pt x="1549435" y="10952"/>
                  </a:lnTo>
                  <a:lnTo>
                    <a:pt x="1546508" y="7647"/>
                  </a:lnTo>
                  <a:lnTo>
                    <a:pt x="1543088" y="4855"/>
                  </a:lnTo>
                  <a:lnTo>
                    <a:pt x="1539265" y="2648"/>
                  </a:lnTo>
                  <a:lnTo>
                    <a:pt x="1535137" y="1083"/>
                  </a:lnTo>
                  <a:lnTo>
                    <a:pt x="1530811" y="200"/>
                  </a:lnTo>
                  <a:lnTo>
                    <a:pt x="1527505" y="0"/>
                  </a:lnTo>
                  <a:lnTo>
                    <a:pt x="27431" y="0"/>
                  </a:lnTo>
                  <a:lnTo>
                    <a:pt x="30738" y="200"/>
                  </a:lnTo>
                  <a:lnTo>
                    <a:pt x="26327" y="22"/>
                  </a:lnTo>
                  <a:lnTo>
                    <a:pt x="21944" y="554"/>
                  </a:lnTo>
                  <a:lnTo>
                    <a:pt x="17704" y="1782"/>
                  </a:lnTo>
                  <a:lnTo>
                    <a:pt x="13715" y="3675"/>
                  </a:lnTo>
                  <a:lnTo>
                    <a:pt x="10082" y="6183"/>
                  </a:lnTo>
                  <a:lnTo>
                    <a:pt x="6898" y="9241"/>
                  </a:lnTo>
                  <a:lnTo>
                    <a:pt x="4246" y="12770"/>
                  </a:lnTo>
                  <a:lnTo>
                    <a:pt x="2195" y="16679"/>
                  </a:lnTo>
                  <a:lnTo>
                    <a:pt x="797" y="20867"/>
                  </a:lnTo>
                  <a:lnTo>
                    <a:pt x="88" y="25224"/>
                  </a:lnTo>
                  <a:lnTo>
                    <a:pt x="0" y="27432"/>
                  </a:lnTo>
                  <a:lnTo>
                    <a:pt x="0" y="297180"/>
                  </a:lnTo>
                  <a:lnTo>
                    <a:pt x="88" y="294972"/>
                  </a:lnTo>
                  <a:lnTo>
                    <a:pt x="88" y="299387"/>
                  </a:lnTo>
                  <a:lnTo>
                    <a:pt x="797" y="303744"/>
                  </a:lnTo>
                  <a:lnTo>
                    <a:pt x="2195" y="307932"/>
                  </a:lnTo>
                  <a:lnTo>
                    <a:pt x="4246" y="311841"/>
                  </a:lnTo>
                  <a:lnTo>
                    <a:pt x="6898" y="315370"/>
                  </a:lnTo>
                  <a:lnTo>
                    <a:pt x="10082" y="318428"/>
                  </a:lnTo>
                  <a:lnTo>
                    <a:pt x="13715" y="320936"/>
                  </a:lnTo>
                  <a:lnTo>
                    <a:pt x="17704" y="322829"/>
                  </a:lnTo>
                  <a:lnTo>
                    <a:pt x="21944" y="324057"/>
                  </a:lnTo>
                  <a:lnTo>
                    <a:pt x="26327" y="324589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6775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2" name="tx682"/>
            <p:cNvSpPr/>
            <p:nvPr/>
          </p:nvSpPr>
          <p:spPr>
            <a:xfrm>
              <a:off x="4835437" y="3666572"/>
              <a:ext cx="1463497" cy="23317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256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256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S2_DEBY</a:t>
              </a:r>
            </a:p>
          </p:txBody>
        </p:sp>
        <p:sp>
          <p:nvSpPr>
            <p:cNvPr id="683" name="rc683"/>
            <p:cNvSpPr/>
            <p:nvPr/>
          </p:nvSpPr>
          <p:spPr>
            <a:xfrm>
              <a:off x="2301906" y="1669789"/>
              <a:ext cx="4149766" cy="4051159"/>
            </a:xfrm>
            <a:prstGeom prst="rect">
              <a:avLst/>
            </a:prstGeom>
            <a:ln w="13550" cap="rnd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4" name="tx684"/>
            <p:cNvSpPr/>
            <p:nvPr/>
          </p:nvSpPr>
          <p:spPr>
            <a:xfrm>
              <a:off x="1989553" y="5514078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36</a:t>
              </a:r>
            </a:p>
          </p:txBody>
        </p:sp>
        <p:sp>
          <p:nvSpPr>
            <p:cNvPr id="685" name="tx685"/>
            <p:cNvSpPr/>
            <p:nvPr/>
          </p:nvSpPr>
          <p:spPr>
            <a:xfrm>
              <a:off x="2113912" y="5495698"/>
              <a:ext cx="44714" cy="9848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Symbol"/>
                  <a:cs typeface="Symbol"/>
                </a:rPr>
                <a:t>°</a:t>
              </a:r>
            </a:p>
          </p:txBody>
        </p:sp>
        <p:sp>
          <p:nvSpPr>
            <p:cNvPr id="686" name="tx686"/>
            <p:cNvSpPr/>
            <p:nvPr/>
          </p:nvSpPr>
          <p:spPr>
            <a:xfrm>
              <a:off x="2158626" y="5514078"/>
              <a:ext cx="80650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N</a:t>
              </a:r>
            </a:p>
          </p:txBody>
        </p:sp>
        <p:sp>
          <p:nvSpPr>
            <p:cNvPr id="687" name="tx687"/>
            <p:cNvSpPr/>
            <p:nvPr/>
          </p:nvSpPr>
          <p:spPr>
            <a:xfrm>
              <a:off x="1989553" y="4574475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37</a:t>
              </a:r>
            </a:p>
          </p:txBody>
        </p:sp>
        <p:sp>
          <p:nvSpPr>
            <p:cNvPr id="688" name="tx688"/>
            <p:cNvSpPr/>
            <p:nvPr/>
          </p:nvSpPr>
          <p:spPr>
            <a:xfrm>
              <a:off x="2113912" y="4556096"/>
              <a:ext cx="44714" cy="9848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Symbol"/>
                  <a:cs typeface="Symbol"/>
                </a:rPr>
                <a:t>°</a:t>
              </a:r>
            </a:p>
          </p:txBody>
        </p:sp>
        <p:sp>
          <p:nvSpPr>
            <p:cNvPr id="689" name="tx689"/>
            <p:cNvSpPr/>
            <p:nvPr/>
          </p:nvSpPr>
          <p:spPr>
            <a:xfrm>
              <a:off x="2158626" y="4574475"/>
              <a:ext cx="80650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N</a:t>
              </a:r>
            </a:p>
          </p:txBody>
        </p:sp>
        <p:sp>
          <p:nvSpPr>
            <p:cNvPr id="690" name="tx690"/>
            <p:cNvSpPr/>
            <p:nvPr/>
          </p:nvSpPr>
          <p:spPr>
            <a:xfrm>
              <a:off x="1989553" y="3634827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38</a:t>
              </a:r>
            </a:p>
          </p:txBody>
        </p:sp>
        <p:sp>
          <p:nvSpPr>
            <p:cNvPr id="691" name="tx691"/>
            <p:cNvSpPr/>
            <p:nvPr/>
          </p:nvSpPr>
          <p:spPr>
            <a:xfrm>
              <a:off x="2113912" y="3616447"/>
              <a:ext cx="44714" cy="9848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Symbol"/>
                  <a:cs typeface="Symbol"/>
                </a:rPr>
                <a:t>°</a:t>
              </a:r>
            </a:p>
          </p:txBody>
        </p:sp>
        <p:sp>
          <p:nvSpPr>
            <p:cNvPr id="692" name="tx692"/>
            <p:cNvSpPr/>
            <p:nvPr/>
          </p:nvSpPr>
          <p:spPr>
            <a:xfrm>
              <a:off x="2158626" y="3634827"/>
              <a:ext cx="80650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N</a:t>
              </a:r>
            </a:p>
          </p:txBody>
        </p:sp>
        <p:sp>
          <p:nvSpPr>
            <p:cNvPr id="693" name="tx693"/>
            <p:cNvSpPr/>
            <p:nvPr/>
          </p:nvSpPr>
          <p:spPr>
            <a:xfrm>
              <a:off x="1989553" y="2695270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39</a:t>
              </a:r>
            </a:p>
          </p:txBody>
        </p:sp>
        <p:sp>
          <p:nvSpPr>
            <p:cNvPr id="694" name="tx694"/>
            <p:cNvSpPr/>
            <p:nvPr/>
          </p:nvSpPr>
          <p:spPr>
            <a:xfrm>
              <a:off x="2113912" y="2676890"/>
              <a:ext cx="44714" cy="9848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Symbol"/>
                  <a:cs typeface="Symbol"/>
                </a:rPr>
                <a:t>°</a:t>
              </a:r>
            </a:p>
          </p:txBody>
        </p:sp>
        <p:sp>
          <p:nvSpPr>
            <p:cNvPr id="695" name="tx695"/>
            <p:cNvSpPr/>
            <p:nvPr/>
          </p:nvSpPr>
          <p:spPr>
            <a:xfrm>
              <a:off x="2158626" y="2695270"/>
              <a:ext cx="80650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N</a:t>
              </a:r>
            </a:p>
          </p:txBody>
        </p:sp>
        <p:sp>
          <p:nvSpPr>
            <p:cNvPr id="696" name="tx696"/>
            <p:cNvSpPr/>
            <p:nvPr/>
          </p:nvSpPr>
          <p:spPr>
            <a:xfrm>
              <a:off x="1989553" y="1755667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40</a:t>
              </a:r>
            </a:p>
          </p:txBody>
        </p:sp>
        <p:sp>
          <p:nvSpPr>
            <p:cNvPr id="697" name="tx697"/>
            <p:cNvSpPr/>
            <p:nvPr/>
          </p:nvSpPr>
          <p:spPr>
            <a:xfrm>
              <a:off x="2113912" y="1737288"/>
              <a:ext cx="44714" cy="9848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Symbol"/>
                  <a:cs typeface="Symbol"/>
                </a:rPr>
                <a:t>°</a:t>
              </a:r>
            </a:p>
          </p:txBody>
        </p:sp>
        <p:sp>
          <p:nvSpPr>
            <p:cNvPr id="698" name="tx698"/>
            <p:cNvSpPr/>
            <p:nvPr/>
          </p:nvSpPr>
          <p:spPr>
            <a:xfrm>
              <a:off x="2158626" y="1755667"/>
              <a:ext cx="80650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N</a:t>
              </a:r>
            </a:p>
          </p:txBody>
        </p:sp>
        <p:sp>
          <p:nvSpPr>
            <p:cNvPr id="699" name="pl699"/>
            <p:cNvSpPr/>
            <p:nvPr/>
          </p:nvSpPr>
          <p:spPr>
            <a:xfrm>
              <a:off x="2267112" y="5555180"/>
              <a:ext cx="34794" cy="0"/>
            </a:xfrm>
            <a:custGeom>
              <a:avLst/>
              <a:pathLst>
                <a:path w="34794" h="0">
                  <a:moveTo>
                    <a:pt x="0" y="0"/>
                  </a:moveTo>
                  <a:lnTo>
                    <a:pt x="34794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0" name="pl700"/>
            <p:cNvSpPr/>
            <p:nvPr/>
          </p:nvSpPr>
          <p:spPr>
            <a:xfrm>
              <a:off x="2267112" y="4615577"/>
              <a:ext cx="34794" cy="0"/>
            </a:xfrm>
            <a:custGeom>
              <a:avLst/>
              <a:pathLst>
                <a:path w="34794" h="0">
                  <a:moveTo>
                    <a:pt x="0" y="0"/>
                  </a:moveTo>
                  <a:lnTo>
                    <a:pt x="34794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1" name="pl701"/>
            <p:cNvSpPr/>
            <p:nvPr/>
          </p:nvSpPr>
          <p:spPr>
            <a:xfrm>
              <a:off x="2267112" y="3675975"/>
              <a:ext cx="34794" cy="0"/>
            </a:xfrm>
            <a:custGeom>
              <a:avLst/>
              <a:pathLst>
                <a:path w="34794" h="0">
                  <a:moveTo>
                    <a:pt x="0" y="0"/>
                  </a:moveTo>
                  <a:lnTo>
                    <a:pt x="34794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2" name="pl702"/>
            <p:cNvSpPr/>
            <p:nvPr/>
          </p:nvSpPr>
          <p:spPr>
            <a:xfrm>
              <a:off x="2267112" y="2736372"/>
              <a:ext cx="34794" cy="0"/>
            </a:xfrm>
            <a:custGeom>
              <a:avLst/>
              <a:pathLst>
                <a:path w="34794" h="0">
                  <a:moveTo>
                    <a:pt x="0" y="0"/>
                  </a:moveTo>
                  <a:lnTo>
                    <a:pt x="34794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3" name="pl703"/>
            <p:cNvSpPr/>
            <p:nvPr/>
          </p:nvSpPr>
          <p:spPr>
            <a:xfrm>
              <a:off x="2267112" y="1796770"/>
              <a:ext cx="34794" cy="0"/>
            </a:xfrm>
            <a:custGeom>
              <a:avLst/>
              <a:pathLst>
                <a:path w="34794" h="0">
                  <a:moveTo>
                    <a:pt x="0" y="0"/>
                  </a:moveTo>
                  <a:lnTo>
                    <a:pt x="34794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4" name="pl704"/>
            <p:cNvSpPr/>
            <p:nvPr/>
          </p:nvSpPr>
          <p:spPr>
            <a:xfrm>
              <a:off x="2384234" y="5720948"/>
              <a:ext cx="0" cy="34794"/>
            </a:xfrm>
            <a:custGeom>
              <a:avLst/>
              <a:pathLst>
                <a:path w="0" h="34794">
                  <a:moveTo>
                    <a:pt x="0" y="34794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5" name="pl705"/>
            <p:cNvSpPr/>
            <p:nvPr/>
          </p:nvSpPr>
          <p:spPr>
            <a:xfrm>
              <a:off x="3124860" y="5720948"/>
              <a:ext cx="0" cy="34794"/>
            </a:xfrm>
            <a:custGeom>
              <a:avLst/>
              <a:pathLst>
                <a:path w="0" h="34794">
                  <a:moveTo>
                    <a:pt x="0" y="34794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6" name="pl706"/>
            <p:cNvSpPr/>
            <p:nvPr/>
          </p:nvSpPr>
          <p:spPr>
            <a:xfrm>
              <a:off x="3865485" y="5720948"/>
              <a:ext cx="0" cy="34794"/>
            </a:xfrm>
            <a:custGeom>
              <a:avLst/>
              <a:pathLst>
                <a:path w="0" h="34794">
                  <a:moveTo>
                    <a:pt x="0" y="34794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7" name="pl707"/>
            <p:cNvSpPr/>
            <p:nvPr/>
          </p:nvSpPr>
          <p:spPr>
            <a:xfrm>
              <a:off x="4606110" y="5720948"/>
              <a:ext cx="0" cy="34794"/>
            </a:xfrm>
            <a:custGeom>
              <a:avLst/>
              <a:pathLst>
                <a:path w="0" h="34794">
                  <a:moveTo>
                    <a:pt x="0" y="34794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8" name="pl708"/>
            <p:cNvSpPr/>
            <p:nvPr/>
          </p:nvSpPr>
          <p:spPr>
            <a:xfrm>
              <a:off x="5346735" y="5720948"/>
              <a:ext cx="0" cy="34794"/>
            </a:xfrm>
            <a:custGeom>
              <a:avLst/>
              <a:pathLst>
                <a:path w="0" h="34794">
                  <a:moveTo>
                    <a:pt x="0" y="34794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9" name="pl709"/>
            <p:cNvSpPr/>
            <p:nvPr/>
          </p:nvSpPr>
          <p:spPr>
            <a:xfrm>
              <a:off x="6087361" y="5720948"/>
              <a:ext cx="0" cy="34794"/>
            </a:xfrm>
            <a:custGeom>
              <a:avLst/>
              <a:pathLst>
                <a:path w="0" h="34794">
                  <a:moveTo>
                    <a:pt x="0" y="34794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0" name="tx710"/>
            <p:cNvSpPr/>
            <p:nvPr/>
          </p:nvSpPr>
          <p:spPr>
            <a:xfrm>
              <a:off x="2246983" y="5783578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78</a:t>
              </a:r>
            </a:p>
          </p:txBody>
        </p:sp>
        <p:sp>
          <p:nvSpPr>
            <p:cNvPr id="711" name="tx711"/>
            <p:cNvSpPr/>
            <p:nvPr/>
          </p:nvSpPr>
          <p:spPr>
            <a:xfrm>
              <a:off x="2371341" y="5765198"/>
              <a:ext cx="44714" cy="9848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Symbol"/>
                  <a:cs typeface="Symbol"/>
                </a:rPr>
                <a:t>°</a:t>
              </a:r>
            </a:p>
          </p:txBody>
        </p:sp>
        <p:sp>
          <p:nvSpPr>
            <p:cNvPr id="712" name="tx712"/>
            <p:cNvSpPr/>
            <p:nvPr/>
          </p:nvSpPr>
          <p:spPr>
            <a:xfrm>
              <a:off x="2416055" y="5783578"/>
              <a:ext cx="105430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W</a:t>
              </a:r>
            </a:p>
          </p:txBody>
        </p:sp>
        <p:sp>
          <p:nvSpPr>
            <p:cNvPr id="713" name="tx713"/>
            <p:cNvSpPr/>
            <p:nvPr/>
          </p:nvSpPr>
          <p:spPr>
            <a:xfrm>
              <a:off x="2987608" y="5783578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77</a:t>
              </a:r>
            </a:p>
          </p:txBody>
        </p:sp>
        <p:sp>
          <p:nvSpPr>
            <p:cNvPr id="714" name="tx714"/>
            <p:cNvSpPr/>
            <p:nvPr/>
          </p:nvSpPr>
          <p:spPr>
            <a:xfrm>
              <a:off x="3111967" y="5765198"/>
              <a:ext cx="44714" cy="9848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Symbol"/>
                  <a:cs typeface="Symbol"/>
                </a:rPr>
                <a:t>°</a:t>
              </a:r>
            </a:p>
          </p:txBody>
        </p:sp>
        <p:sp>
          <p:nvSpPr>
            <p:cNvPr id="715" name="tx715"/>
            <p:cNvSpPr/>
            <p:nvPr/>
          </p:nvSpPr>
          <p:spPr>
            <a:xfrm>
              <a:off x="3156681" y="5783578"/>
              <a:ext cx="105430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W</a:t>
              </a:r>
            </a:p>
          </p:txBody>
        </p:sp>
        <p:sp>
          <p:nvSpPr>
            <p:cNvPr id="716" name="tx716"/>
            <p:cNvSpPr/>
            <p:nvPr/>
          </p:nvSpPr>
          <p:spPr>
            <a:xfrm>
              <a:off x="3728233" y="5783578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76</a:t>
              </a:r>
            </a:p>
          </p:txBody>
        </p:sp>
        <p:sp>
          <p:nvSpPr>
            <p:cNvPr id="717" name="tx717"/>
            <p:cNvSpPr/>
            <p:nvPr/>
          </p:nvSpPr>
          <p:spPr>
            <a:xfrm>
              <a:off x="3852592" y="5765198"/>
              <a:ext cx="44714" cy="9848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Symbol"/>
                  <a:cs typeface="Symbol"/>
                </a:rPr>
                <a:t>°</a:t>
              </a:r>
            </a:p>
          </p:txBody>
        </p:sp>
        <p:sp>
          <p:nvSpPr>
            <p:cNvPr id="718" name="tx718"/>
            <p:cNvSpPr/>
            <p:nvPr/>
          </p:nvSpPr>
          <p:spPr>
            <a:xfrm>
              <a:off x="3897306" y="5783578"/>
              <a:ext cx="105430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W</a:t>
              </a:r>
            </a:p>
          </p:txBody>
        </p:sp>
        <p:sp>
          <p:nvSpPr>
            <p:cNvPr id="719" name="tx719"/>
            <p:cNvSpPr/>
            <p:nvPr/>
          </p:nvSpPr>
          <p:spPr>
            <a:xfrm>
              <a:off x="4468859" y="5783578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75</a:t>
              </a:r>
            </a:p>
          </p:txBody>
        </p:sp>
        <p:sp>
          <p:nvSpPr>
            <p:cNvPr id="720" name="tx720"/>
            <p:cNvSpPr/>
            <p:nvPr/>
          </p:nvSpPr>
          <p:spPr>
            <a:xfrm>
              <a:off x="4593217" y="5765198"/>
              <a:ext cx="44714" cy="9848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Symbol"/>
                  <a:cs typeface="Symbol"/>
                </a:rPr>
                <a:t>°</a:t>
              </a:r>
            </a:p>
          </p:txBody>
        </p:sp>
        <p:sp>
          <p:nvSpPr>
            <p:cNvPr id="721" name="tx721"/>
            <p:cNvSpPr/>
            <p:nvPr/>
          </p:nvSpPr>
          <p:spPr>
            <a:xfrm>
              <a:off x="4637931" y="5783578"/>
              <a:ext cx="105430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W</a:t>
              </a:r>
            </a:p>
          </p:txBody>
        </p:sp>
        <p:sp>
          <p:nvSpPr>
            <p:cNvPr id="722" name="tx722"/>
            <p:cNvSpPr/>
            <p:nvPr/>
          </p:nvSpPr>
          <p:spPr>
            <a:xfrm>
              <a:off x="5209484" y="5783578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74</a:t>
              </a:r>
            </a:p>
          </p:txBody>
        </p:sp>
        <p:sp>
          <p:nvSpPr>
            <p:cNvPr id="723" name="tx723"/>
            <p:cNvSpPr/>
            <p:nvPr/>
          </p:nvSpPr>
          <p:spPr>
            <a:xfrm>
              <a:off x="5333842" y="5765198"/>
              <a:ext cx="44714" cy="9848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Symbol"/>
                  <a:cs typeface="Symbol"/>
                </a:rPr>
                <a:t>°</a:t>
              </a:r>
            </a:p>
          </p:txBody>
        </p:sp>
        <p:sp>
          <p:nvSpPr>
            <p:cNvPr id="724" name="tx724"/>
            <p:cNvSpPr/>
            <p:nvPr/>
          </p:nvSpPr>
          <p:spPr>
            <a:xfrm>
              <a:off x="5378557" y="5783578"/>
              <a:ext cx="105430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W</a:t>
              </a:r>
            </a:p>
          </p:txBody>
        </p:sp>
        <p:sp>
          <p:nvSpPr>
            <p:cNvPr id="725" name="tx725"/>
            <p:cNvSpPr/>
            <p:nvPr/>
          </p:nvSpPr>
          <p:spPr>
            <a:xfrm>
              <a:off x="5950109" y="5783578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73</a:t>
              </a:r>
            </a:p>
          </p:txBody>
        </p:sp>
        <p:sp>
          <p:nvSpPr>
            <p:cNvPr id="726" name="tx726"/>
            <p:cNvSpPr/>
            <p:nvPr/>
          </p:nvSpPr>
          <p:spPr>
            <a:xfrm>
              <a:off x="6074468" y="5765198"/>
              <a:ext cx="44714" cy="9848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Symbol"/>
                  <a:cs typeface="Symbol"/>
                </a:rPr>
                <a:t>°</a:t>
              </a:r>
            </a:p>
          </p:txBody>
        </p:sp>
        <p:sp>
          <p:nvSpPr>
            <p:cNvPr id="727" name="tx727"/>
            <p:cNvSpPr/>
            <p:nvPr/>
          </p:nvSpPr>
          <p:spPr>
            <a:xfrm>
              <a:off x="6119182" y="5783578"/>
              <a:ext cx="105430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W</a:t>
              </a:r>
            </a:p>
          </p:txBody>
        </p:sp>
        <p:sp>
          <p:nvSpPr>
            <p:cNvPr id="728" name="tx728"/>
            <p:cNvSpPr/>
            <p:nvPr/>
          </p:nvSpPr>
          <p:spPr>
            <a:xfrm>
              <a:off x="3801860" y="5925448"/>
              <a:ext cx="1149858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Longitude_manual</a:t>
              </a:r>
            </a:p>
          </p:txBody>
        </p:sp>
        <p:sp>
          <p:nvSpPr>
            <p:cNvPr id="729" name="tx729"/>
            <p:cNvSpPr/>
            <p:nvPr/>
          </p:nvSpPr>
          <p:spPr>
            <a:xfrm rot="-5400000">
              <a:off x="1357153" y="3645259"/>
              <a:ext cx="1033180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Latitude_manual</a:t>
              </a:r>
            </a:p>
          </p:txBody>
        </p:sp>
        <p:sp>
          <p:nvSpPr>
            <p:cNvPr id="730" name="rc730"/>
            <p:cNvSpPr/>
            <p:nvPr/>
          </p:nvSpPr>
          <p:spPr>
            <a:xfrm>
              <a:off x="6590850" y="2976782"/>
              <a:ext cx="729514" cy="143717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31" name="tx731"/>
            <p:cNvSpPr/>
            <p:nvPr/>
          </p:nvSpPr>
          <p:spPr>
            <a:xfrm>
              <a:off x="6660439" y="3061824"/>
              <a:ext cx="590336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var1.pred</a:t>
              </a:r>
            </a:p>
          </p:txBody>
        </p:sp>
        <p:pic>
          <p:nvPicPr>
            <p:cNvPr id="732" name="pic732"/>
            <p:cNvPicPr/>
            <p:nvPr/>
          </p:nvPicPr>
          <p:blipFill>
            <a:blip r:embed="rId2" cstate="print"/>
            <a:stretch>
              <a:fillRect/>
            </a:stretch>
          </p:blipFill>
          <p:spPr>
            <a:xfrm>
              <a:off x="6660439" y="3247085"/>
              <a:ext cx="219455" cy="1097280"/>
            </a:xfrm>
            <a:prstGeom prst="rect">
              <a:avLst/>
            </a:prstGeom>
          </p:spPr>
        </p:pic>
        <p:sp>
          <p:nvSpPr>
            <p:cNvPr id="733" name="pl733"/>
            <p:cNvSpPr/>
            <p:nvPr/>
          </p:nvSpPr>
          <p:spPr>
            <a:xfrm>
              <a:off x="6836004" y="4342536"/>
              <a:ext cx="43891" cy="0"/>
            </a:xfrm>
            <a:custGeom>
              <a:avLst/>
              <a:pathLst>
                <a:path w="43891" h="0">
                  <a:moveTo>
                    <a:pt x="0" y="0"/>
                  </a:moveTo>
                  <a:lnTo>
                    <a:pt x="43891" y="0"/>
                  </a:lnTo>
                </a:path>
              </a:pathLst>
            </a:custGeom>
            <a:ln w="4762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4" name="pl734"/>
            <p:cNvSpPr/>
            <p:nvPr/>
          </p:nvSpPr>
          <p:spPr>
            <a:xfrm>
              <a:off x="6836004" y="4069131"/>
              <a:ext cx="43891" cy="0"/>
            </a:xfrm>
            <a:custGeom>
              <a:avLst/>
              <a:pathLst>
                <a:path w="43891" h="0">
                  <a:moveTo>
                    <a:pt x="0" y="0"/>
                  </a:moveTo>
                  <a:lnTo>
                    <a:pt x="43891" y="0"/>
                  </a:lnTo>
                </a:path>
              </a:pathLst>
            </a:custGeom>
            <a:ln w="4762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5" name="pl735"/>
            <p:cNvSpPr/>
            <p:nvPr/>
          </p:nvSpPr>
          <p:spPr>
            <a:xfrm>
              <a:off x="6836004" y="3795725"/>
              <a:ext cx="43891" cy="0"/>
            </a:xfrm>
            <a:custGeom>
              <a:avLst/>
              <a:pathLst>
                <a:path w="43891" h="0">
                  <a:moveTo>
                    <a:pt x="0" y="0"/>
                  </a:moveTo>
                  <a:lnTo>
                    <a:pt x="43891" y="0"/>
                  </a:lnTo>
                </a:path>
              </a:pathLst>
            </a:custGeom>
            <a:ln w="4762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6" name="pl736"/>
            <p:cNvSpPr/>
            <p:nvPr/>
          </p:nvSpPr>
          <p:spPr>
            <a:xfrm>
              <a:off x="6836004" y="3522319"/>
              <a:ext cx="43891" cy="0"/>
            </a:xfrm>
            <a:custGeom>
              <a:avLst/>
              <a:pathLst>
                <a:path w="43891" h="0">
                  <a:moveTo>
                    <a:pt x="0" y="0"/>
                  </a:moveTo>
                  <a:lnTo>
                    <a:pt x="43891" y="0"/>
                  </a:lnTo>
                </a:path>
              </a:pathLst>
            </a:custGeom>
            <a:ln w="4762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7" name="pl737"/>
            <p:cNvSpPr/>
            <p:nvPr/>
          </p:nvSpPr>
          <p:spPr>
            <a:xfrm>
              <a:off x="6836004" y="3248914"/>
              <a:ext cx="43891" cy="0"/>
            </a:xfrm>
            <a:custGeom>
              <a:avLst/>
              <a:pathLst>
                <a:path w="43891" h="0">
                  <a:moveTo>
                    <a:pt x="0" y="0"/>
                  </a:moveTo>
                  <a:lnTo>
                    <a:pt x="43891" y="0"/>
                  </a:lnTo>
                </a:path>
              </a:pathLst>
            </a:custGeom>
            <a:ln w="4762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8" name="pl738"/>
            <p:cNvSpPr/>
            <p:nvPr/>
          </p:nvSpPr>
          <p:spPr>
            <a:xfrm>
              <a:off x="6660439" y="4342536"/>
              <a:ext cx="43891" cy="0"/>
            </a:xfrm>
            <a:custGeom>
              <a:avLst/>
              <a:pathLst>
                <a:path w="43891" h="0">
                  <a:moveTo>
                    <a:pt x="43891" y="0"/>
                  </a:moveTo>
                  <a:lnTo>
                    <a:pt x="0" y="0"/>
                  </a:lnTo>
                </a:path>
              </a:pathLst>
            </a:custGeom>
            <a:ln w="4762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9" name="pl739"/>
            <p:cNvSpPr/>
            <p:nvPr/>
          </p:nvSpPr>
          <p:spPr>
            <a:xfrm>
              <a:off x="6660439" y="4069131"/>
              <a:ext cx="43891" cy="0"/>
            </a:xfrm>
            <a:custGeom>
              <a:avLst/>
              <a:pathLst>
                <a:path w="43891" h="0">
                  <a:moveTo>
                    <a:pt x="43891" y="0"/>
                  </a:moveTo>
                  <a:lnTo>
                    <a:pt x="0" y="0"/>
                  </a:lnTo>
                </a:path>
              </a:pathLst>
            </a:custGeom>
            <a:ln w="4762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0" name="pl740"/>
            <p:cNvSpPr/>
            <p:nvPr/>
          </p:nvSpPr>
          <p:spPr>
            <a:xfrm>
              <a:off x="6660439" y="3795725"/>
              <a:ext cx="43891" cy="0"/>
            </a:xfrm>
            <a:custGeom>
              <a:avLst/>
              <a:pathLst>
                <a:path w="43891" h="0">
                  <a:moveTo>
                    <a:pt x="43891" y="0"/>
                  </a:moveTo>
                  <a:lnTo>
                    <a:pt x="0" y="0"/>
                  </a:lnTo>
                </a:path>
              </a:pathLst>
            </a:custGeom>
            <a:ln w="4762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1" name="pl741"/>
            <p:cNvSpPr/>
            <p:nvPr/>
          </p:nvSpPr>
          <p:spPr>
            <a:xfrm>
              <a:off x="6660439" y="3522319"/>
              <a:ext cx="43891" cy="0"/>
            </a:xfrm>
            <a:custGeom>
              <a:avLst/>
              <a:pathLst>
                <a:path w="43891" h="0">
                  <a:moveTo>
                    <a:pt x="43891" y="0"/>
                  </a:moveTo>
                  <a:lnTo>
                    <a:pt x="0" y="0"/>
                  </a:lnTo>
                </a:path>
              </a:pathLst>
            </a:custGeom>
            <a:ln w="4762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2" name="pl742"/>
            <p:cNvSpPr/>
            <p:nvPr/>
          </p:nvSpPr>
          <p:spPr>
            <a:xfrm>
              <a:off x="6660439" y="3248914"/>
              <a:ext cx="43891" cy="0"/>
            </a:xfrm>
            <a:custGeom>
              <a:avLst/>
              <a:pathLst>
                <a:path w="43891" h="0">
                  <a:moveTo>
                    <a:pt x="43891" y="0"/>
                  </a:moveTo>
                  <a:lnTo>
                    <a:pt x="0" y="0"/>
                  </a:lnTo>
                </a:path>
              </a:pathLst>
            </a:custGeom>
            <a:ln w="4762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3" name="tx743"/>
            <p:cNvSpPr/>
            <p:nvPr/>
          </p:nvSpPr>
          <p:spPr>
            <a:xfrm>
              <a:off x="6949485" y="4302486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744" name="tx744"/>
            <p:cNvSpPr/>
            <p:nvPr/>
          </p:nvSpPr>
          <p:spPr>
            <a:xfrm>
              <a:off x="6949485" y="4029080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745" name="tx745"/>
            <p:cNvSpPr/>
            <p:nvPr/>
          </p:nvSpPr>
          <p:spPr>
            <a:xfrm>
              <a:off x="6949485" y="3755674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746" name="tx746"/>
            <p:cNvSpPr/>
            <p:nvPr/>
          </p:nvSpPr>
          <p:spPr>
            <a:xfrm>
              <a:off x="6949485" y="348226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747" name="tx747"/>
            <p:cNvSpPr/>
            <p:nvPr/>
          </p:nvSpPr>
          <p:spPr>
            <a:xfrm>
              <a:off x="6949485" y="3208863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</p:grp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rc4"/>
            <p:cNvSpPr/>
            <p:nvPr/>
          </p:nvSpPr>
          <p:spPr>
            <a:xfrm>
              <a:off x="1654055" y="1600200"/>
              <a:ext cx="5835888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13550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rc5"/>
            <p:cNvSpPr/>
            <p:nvPr/>
          </p:nvSpPr>
          <p:spPr>
            <a:xfrm>
              <a:off x="2201917" y="2354586"/>
              <a:ext cx="4342247" cy="3366361"/>
            </a:xfrm>
            <a:prstGeom prst="rect">
              <a:avLst/>
            </a:prstGeom>
            <a:solidFill>
              <a:srgbClr val="F0F8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2610961" y="2354586"/>
              <a:ext cx="0" cy="3366361"/>
            </a:xfrm>
            <a:custGeom>
              <a:avLst/>
              <a:pathLst>
                <a:path w="0" h="3366361">
                  <a:moveTo>
                    <a:pt x="0" y="3366361"/>
                  </a:moveTo>
                  <a:lnTo>
                    <a:pt x="0" y="3348846"/>
                  </a:lnTo>
                  <a:lnTo>
                    <a:pt x="0" y="3309435"/>
                  </a:lnTo>
                  <a:lnTo>
                    <a:pt x="0" y="3270024"/>
                  </a:lnTo>
                  <a:lnTo>
                    <a:pt x="0" y="3230613"/>
                  </a:lnTo>
                  <a:lnTo>
                    <a:pt x="0" y="3191202"/>
                  </a:lnTo>
                  <a:lnTo>
                    <a:pt x="0" y="3151791"/>
                  </a:lnTo>
                  <a:lnTo>
                    <a:pt x="0" y="3112380"/>
                  </a:lnTo>
                  <a:lnTo>
                    <a:pt x="0" y="3072969"/>
                  </a:lnTo>
                  <a:lnTo>
                    <a:pt x="0" y="3033559"/>
                  </a:lnTo>
                  <a:lnTo>
                    <a:pt x="0" y="2994148"/>
                  </a:lnTo>
                  <a:lnTo>
                    <a:pt x="0" y="2954737"/>
                  </a:lnTo>
                  <a:lnTo>
                    <a:pt x="0" y="2915326"/>
                  </a:lnTo>
                  <a:lnTo>
                    <a:pt x="0" y="2875915"/>
                  </a:lnTo>
                  <a:lnTo>
                    <a:pt x="0" y="2836504"/>
                  </a:lnTo>
                  <a:lnTo>
                    <a:pt x="0" y="2797093"/>
                  </a:lnTo>
                  <a:lnTo>
                    <a:pt x="0" y="2757682"/>
                  </a:lnTo>
                  <a:lnTo>
                    <a:pt x="0" y="2718271"/>
                  </a:lnTo>
                  <a:lnTo>
                    <a:pt x="0" y="2678860"/>
                  </a:lnTo>
                  <a:lnTo>
                    <a:pt x="0" y="2639450"/>
                  </a:lnTo>
                  <a:lnTo>
                    <a:pt x="0" y="2600039"/>
                  </a:lnTo>
                  <a:lnTo>
                    <a:pt x="0" y="2560628"/>
                  </a:lnTo>
                  <a:lnTo>
                    <a:pt x="0" y="2521217"/>
                  </a:lnTo>
                  <a:lnTo>
                    <a:pt x="0" y="2481806"/>
                  </a:lnTo>
                  <a:lnTo>
                    <a:pt x="0" y="2442395"/>
                  </a:lnTo>
                  <a:lnTo>
                    <a:pt x="0" y="2402984"/>
                  </a:lnTo>
                  <a:lnTo>
                    <a:pt x="0" y="2363573"/>
                  </a:lnTo>
                  <a:lnTo>
                    <a:pt x="0" y="2324162"/>
                  </a:lnTo>
                  <a:lnTo>
                    <a:pt x="0" y="2284751"/>
                  </a:lnTo>
                  <a:lnTo>
                    <a:pt x="0" y="2245340"/>
                  </a:lnTo>
                  <a:lnTo>
                    <a:pt x="0" y="2205930"/>
                  </a:lnTo>
                  <a:lnTo>
                    <a:pt x="0" y="2166519"/>
                  </a:lnTo>
                  <a:lnTo>
                    <a:pt x="0" y="2127108"/>
                  </a:lnTo>
                  <a:lnTo>
                    <a:pt x="0" y="2087697"/>
                  </a:lnTo>
                  <a:lnTo>
                    <a:pt x="0" y="2048286"/>
                  </a:lnTo>
                  <a:lnTo>
                    <a:pt x="0" y="2008875"/>
                  </a:lnTo>
                  <a:lnTo>
                    <a:pt x="0" y="1969464"/>
                  </a:lnTo>
                  <a:lnTo>
                    <a:pt x="0" y="1930053"/>
                  </a:lnTo>
                  <a:lnTo>
                    <a:pt x="0" y="1890642"/>
                  </a:lnTo>
                  <a:lnTo>
                    <a:pt x="0" y="1851231"/>
                  </a:lnTo>
                  <a:lnTo>
                    <a:pt x="0" y="1811821"/>
                  </a:lnTo>
                  <a:lnTo>
                    <a:pt x="0" y="1772410"/>
                  </a:lnTo>
                  <a:lnTo>
                    <a:pt x="0" y="1732999"/>
                  </a:lnTo>
                  <a:lnTo>
                    <a:pt x="0" y="1693588"/>
                  </a:lnTo>
                  <a:lnTo>
                    <a:pt x="0" y="1654177"/>
                  </a:lnTo>
                  <a:lnTo>
                    <a:pt x="0" y="1614766"/>
                  </a:lnTo>
                  <a:lnTo>
                    <a:pt x="0" y="1575355"/>
                  </a:lnTo>
                  <a:lnTo>
                    <a:pt x="0" y="1535944"/>
                  </a:lnTo>
                  <a:lnTo>
                    <a:pt x="0" y="1496533"/>
                  </a:lnTo>
                  <a:lnTo>
                    <a:pt x="0" y="1457122"/>
                  </a:lnTo>
                  <a:lnTo>
                    <a:pt x="0" y="1417711"/>
                  </a:lnTo>
                  <a:lnTo>
                    <a:pt x="0" y="1378301"/>
                  </a:lnTo>
                  <a:lnTo>
                    <a:pt x="0" y="1338890"/>
                  </a:lnTo>
                  <a:lnTo>
                    <a:pt x="0" y="1299479"/>
                  </a:lnTo>
                  <a:lnTo>
                    <a:pt x="0" y="1260068"/>
                  </a:lnTo>
                  <a:lnTo>
                    <a:pt x="0" y="1220657"/>
                  </a:lnTo>
                  <a:lnTo>
                    <a:pt x="0" y="1181246"/>
                  </a:lnTo>
                  <a:lnTo>
                    <a:pt x="0" y="1141835"/>
                  </a:lnTo>
                  <a:lnTo>
                    <a:pt x="0" y="1102424"/>
                  </a:lnTo>
                  <a:lnTo>
                    <a:pt x="0" y="1063013"/>
                  </a:lnTo>
                  <a:lnTo>
                    <a:pt x="0" y="1023602"/>
                  </a:lnTo>
                  <a:lnTo>
                    <a:pt x="0" y="984192"/>
                  </a:lnTo>
                  <a:lnTo>
                    <a:pt x="0" y="944781"/>
                  </a:lnTo>
                  <a:lnTo>
                    <a:pt x="0" y="905370"/>
                  </a:lnTo>
                  <a:lnTo>
                    <a:pt x="0" y="865959"/>
                  </a:lnTo>
                  <a:lnTo>
                    <a:pt x="0" y="826548"/>
                  </a:lnTo>
                  <a:lnTo>
                    <a:pt x="0" y="787137"/>
                  </a:lnTo>
                  <a:lnTo>
                    <a:pt x="0" y="747726"/>
                  </a:lnTo>
                  <a:lnTo>
                    <a:pt x="0" y="708315"/>
                  </a:lnTo>
                  <a:lnTo>
                    <a:pt x="0" y="668904"/>
                  </a:lnTo>
                  <a:lnTo>
                    <a:pt x="0" y="629493"/>
                  </a:lnTo>
                  <a:lnTo>
                    <a:pt x="0" y="590082"/>
                  </a:lnTo>
                  <a:lnTo>
                    <a:pt x="0" y="550672"/>
                  </a:lnTo>
                  <a:lnTo>
                    <a:pt x="0" y="511261"/>
                  </a:lnTo>
                  <a:lnTo>
                    <a:pt x="0" y="471850"/>
                  </a:lnTo>
                  <a:lnTo>
                    <a:pt x="0" y="432439"/>
                  </a:lnTo>
                  <a:lnTo>
                    <a:pt x="0" y="393028"/>
                  </a:lnTo>
                  <a:lnTo>
                    <a:pt x="0" y="353617"/>
                  </a:lnTo>
                  <a:lnTo>
                    <a:pt x="0" y="314206"/>
                  </a:lnTo>
                  <a:lnTo>
                    <a:pt x="0" y="274795"/>
                  </a:lnTo>
                  <a:lnTo>
                    <a:pt x="0" y="235384"/>
                  </a:lnTo>
                  <a:lnTo>
                    <a:pt x="0" y="195973"/>
                  </a:lnTo>
                  <a:lnTo>
                    <a:pt x="0" y="156563"/>
                  </a:lnTo>
                  <a:lnTo>
                    <a:pt x="0" y="117152"/>
                  </a:lnTo>
                  <a:lnTo>
                    <a:pt x="0" y="77741"/>
                  </a:lnTo>
                  <a:lnTo>
                    <a:pt x="0" y="38330"/>
                  </a:ln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rnd">
              <a:solidFill>
                <a:srgbClr val="F0F8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3140137" y="2354586"/>
              <a:ext cx="0" cy="3366361"/>
            </a:xfrm>
            <a:custGeom>
              <a:avLst/>
              <a:pathLst>
                <a:path w="0" h="3366361">
                  <a:moveTo>
                    <a:pt x="0" y="3366361"/>
                  </a:moveTo>
                  <a:lnTo>
                    <a:pt x="0" y="3348846"/>
                  </a:lnTo>
                  <a:lnTo>
                    <a:pt x="0" y="3309435"/>
                  </a:lnTo>
                  <a:lnTo>
                    <a:pt x="0" y="3270024"/>
                  </a:lnTo>
                  <a:lnTo>
                    <a:pt x="0" y="3230613"/>
                  </a:lnTo>
                  <a:lnTo>
                    <a:pt x="0" y="3191202"/>
                  </a:lnTo>
                  <a:lnTo>
                    <a:pt x="0" y="3151791"/>
                  </a:lnTo>
                  <a:lnTo>
                    <a:pt x="0" y="3112380"/>
                  </a:lnTo>
                  <a:lnTo>
                    <a:pt x="0" y="3072969"/>
                  </a:lnTo>
                  <a:lnTo>
                    <a:pt x="0" y="3033559"/>
                  </a:lnTo>
                  <a:lnTo>
                    <a:pt x="0" y="2994148"/>
                  </a:lnTo>
                  <a:lnTo>
                    <a:pt x="0" y="2954737"/>
                  </a:lnTo>
                  <a:lnTo>
                    <a:pt x="0" y="2915326"/>
                  </a:lnTo>
                  <a:lnTo>
                    <a:pt x="0" y="2875915"/>
                  </a:lnTo>
                  <a:lnTo>
                    <a:pt x="0" y="2836504"/>
                  </a:lnTo>
                  <a:lnTo>
                    <a:pt x="0" y="2797093"/>
                  </a:lnTo>
                  <a:lnTo>
                    <a:pt x="0" y="2757682"/>
                  </a:lnTo>
                  <a:lnTo>
                    <a:pt x="0" y="2718271"/>
                  </a:lnTo>
                  <a:lnTo>
                    <a:pt x="0" y="2678860"/>
                  </a:lnTo>
                  <a:lnTo>
                    <a:pt x="0" y="2639450"/>
                  </a:lnTo>
                  <a:lnTo>
                    <a:pt x="0" y="2600039"/>
                  </a:lnTo>
                  <a:lnTo>
                    <a:pt x="0" y="2560628"/>
                  </a:lnTo>
                  <a:lnTo>
                    <a:pt x="0" y="2521217"/>
                  </a:lnTo>
                  <a:lnTo>
                    <a:pt x="0" y="2481806"/>
                  </a:lnTo>
                  <a:lnTo>
                    <a:pt x="0" y="2442395"/>
                  </a:lnTo>
                  <a:lnTo>
                    <a:pt x="0" y="2402984"/>
                  </a:lnTo>
                  <a:lnTo>
                    <a:pt x="0" y="2363573"/>
                  </a:lnTo>
                  <a:lnTo>
                    <a:pt x="0" y="2324162"/>
                  </a:lnTo>
                  <a:lnTo>
                    <a:pt x="0" y="2284751"/>
                  </a:lnTo>
                  <a:lnTo>
                    <a:pt x="0" y="2245340"/>
                  </a:lnTo>
                  <a:lnTo>
                    <a:pt x="0" y="2205930"/>
                  </a:lnTo>
                  <a:lnTo>
                    <a:pt x="0" y="2166519"/>
                  </a:lnTo>
                  <a:lnTo>
                    <a:pt x="0" y="2127108"/>
                  </a:lnTo>
                  <a:lnTo>
                    <a:pt x="0" y="2087697"/>
                  </a:lnTo>
                  <a:lnTo>
                    <a:pt x="0" y="2048286"/>
                  </a:lnTo>
                  <a:lnTo>
                    <a:pt x="0" y="2008875"/>
                  </a:lnTo>
                  <a:lnTo>
                    <a:pt x="0" y="1969464"/>
                  </a:lnTo>
                  <a:lnTo>
                    <a:pt x="0" y="1930053"/>
                  </a:lnTo>
                  <a:lnTo>
                    <a:pt x="0" y="1890642"/>
                  </a:lnTo>
                  <a:lnTo>
                    <a:pt x="0" y="1851231"/>
                  </a:lnTo>
                  <a:lnTo>
                    <a:pt x="0" y="1811821"/>
                  </a:lnTo>
                  <a:lnTo>
                    <a:pt x="0" y="1772410"/>
                  </a:lnTo>
                  <a:lnTo>
                    <a:pt x="0" y="1732999"/>
                  </a:lnTo>
                  <a:lnTo>
                    <a:pt x="0" y="1693588"/>
                  </a:lnTo>
                  <a:lnTo>
                    <a:pt x="0" y="1654177"/>
                  </a:lnTo>
                  <a:lnTo>
                    <a:pt x="0" y="1614766"/>
                  </a:lnTo>
                  <a:lnTo>
                    <a:pt x="0" y="1575355"/>
                  </a:lnTo>
                  <a:lnTo>
                    <a:pt x="0" y="1535944"/>
                  </a:lnTo>
                  <a:lnTo>
                    <a:pt x="0" y="1496533"/>
                  </a:lnTo>
                  <a:lnTo>
                    <a:pt x="0" y="1457122"/>
                  </a:lnTo>
                  <a:lnTo>
                    <a:pt x="0" y="1417711"/>
                  </a:lnTo>
                  <a:lnTo>
                    <a:pt x="0" y="1378301"/>
                  </a:lnTo>
                  <a:lnTo>
                    <a:pt x="0" y="1338890"/>
                  </a:lnTo>
                  <a:lnTo>
                    <a:pt x="0" y="1299479"/>
                  </a:lnTo>
                  <a:lnTo>
                    <a:pt x="0" y="1260068"/>
                  </a:lnTo>
                  <a:lnTo>
                    <a:pt x="0" y="1220657"/>
                  </a:lnTo>
                  <a:lnTo>
                    <a:pt x="0" y="1181246"/>
                  </a:lnTo>
                  <a:lnTo>
                    <a:pt x="0" y="1141835"/>
                  </a:lnTo>
                  <a:lnTo>
                    <a:pt x="0" y="1102424"/>
                  </a:lnTo>
                  <a:lnTo>
                    <a:pt x="0" y="1063013"/>
                  </a:lnTo>
                  <a:lnTo>
                    <a:pt x="0" y="1023602"/>
                  </a:lnTo>
                  <a:lnTo>
                    <a:pt x="0" y="984192"/>
                  </a:lnTo>
                  <a:lnTo>
                    <a:pt x="0" y="944781"/>
                  </a:lnTo>
                  <a:lnTo>
                    <a:pt x="0" y="905370"/>
                  </a:lnTo>
                  <a:lnTo>
                    <a:pt x="0" y="865959"/>
                  </a:lnTo>
                  <a:lnTo>
                    <a:pt x="0" y="826548"/>
                  </a:lnTo>
                  <a:lnTo>
                    <a:pt x="0" y="787137"/>
                  </a:lnTo>
                  <a:lnTo>
                    <a:pt x="0" y="747726"/>
                  </a:lnTo>
                  <a:lnTo>
                    <a:pt x="0" y="708315"/>
                  </a:lnTo>
                  <a:lnTo>
                    <a:pt x="0" y="668904"/>
                  </a:lnTo>
                  <a:lnTo>
                    <a:pt x="0" y="629493"/>
                  </a:lnTo>
                  <a:lnTo>
                    <a:pt x="0" y="590082"/>
                  </a:lnTo>
                  <a:lnTo>
                    <a:pt x="0" y="550672"/>
                  </a:lnTo>
                  <a:lnTo>
                    <a:pt x="0" y="511261"/>
                  </a:lnTo>
                  <a:lnTo>
                    <a:pt x="0" y="471850"/>
                  </a:lnTo>
                  <a:lnTo>
                    <a:pt x="0" y="432439"/>
                  </a:lnTo>
                  <a:lnTo>
                    <a:pt x="0" y="393028"/>
                  </a:lnTo>
                  <a:lnTo>
                    <a:pt x="0" y="353617"/>
                  </a:lnTo>
                  <a:lnTo>
                    <a:pt x="0" y="314206"/>
                  </a:lnTo>
                  <a:lnTo>
                    <a:pt x="0" y="274795"/>
                  </a:lnTo>
                  <a:lnTo>
                    <a:pt x="0" y="235384"/>
                  </a:lnTo>
                  <a:lnTo>
                    <a:pt x="0" y="195973"/>
                  </a:lnTo>
                  <a:lnTo>
                    <a:pt x="0" y="156563"/>
                  </a:lnTo>
                  <a:lnTo>
                    <a:pt x="0" y="117152"/>
                  </a:lnTo>
                  <a:lnTo>
                    <a:pt x="0" y="77741"/>
                  </a:lnTo>
                  <a:lnTo>
                    <a:pt x="0" y="38330"/>
                  </a:ln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rnd">
              <a:solidFill>
                <a:srgbClr val="F0F8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3669312" y="2354586"/>
              <a:ext cx="0" cy="3366361"/>
            </a:xfrm>
            <a:custGeom>
              <a:avLst/>
              <a:pathLst>
                <a:path w="0" h="3366361">
                  <a:moveTo>
                    <a:pt x="0" y="3366361"/>
                  </a:moveTo>
                  <a:lnTo>
                    <a:pt x="0" y="3348846"/>
                  </a:lnTo>
                  <a:lnTo>
                    <a:pt x="0" y="3309435"/>
                  </a:lnTo>
                  <a:lnTo>
                    <a:pt x="0" y="3270024"/>
                  </a:lnTo>
                  <a:lnTo>
                    <a:pt x="0" y="3230613"/>
                  </a:lnTo>
                  <a:lnTo>
                    <a:pt x="0" y="3191202"/>
                  </a:lnTo>
                  <a:lnTo>
                    <a:pt x="0" y="3151791"/>
                  </a:lnTo>
                  <a:lnTo>
                    <a:pt x="0" y="3112380"/>
                  </a:lnTo>
                  <a:lnTo>
                    <a:pt x="0" y="3072969"/>
                  </a:lnTo>
                  <a:lnTo>
                    <a:pt x="0" y="3033559"/>
                  </a:lnTo>
                  <a:lnTo>
                    <a:pt x="0" y="2994148"/>
                  </a:lnTo>
                  <a:lnTo>
                    <a:pt x="0" y="2954737"/>
                  </a:lnTo>
                  <a:lnTo>
                    <a:pt x="0" y="2915326"/>
                  </a:lnTo>
                  <a:lnTo>
                    <a:pt x="0" y="2875915"/>
                  </a:lnTo>
                  <a:lnTo>
                    <a:pt x="0" y="2836504"/>
                  </a:lnTo>
                  <a:lnTo>
                    <a:pt x="0" y="2797093"/>
                  </a:lnTo>
                  <a:lnTo>
                    <a:pt x="0" y="2757682"/>
                  </a:lnTo>
                  <a:lnTo>
                    <a:pt x="0" y="2718271"/>
                  </a:lnTo>
                  <a:lnTo>
                    <a:pt x="0" y="2678860"/>
                  </a:lnTo>
                  <a:lnTo>
                    <a:pt x="0" y="2639450"/>
                  </a:lnTo>
                  <a:lnTo>
                    <a:pt x="0" y="2600039"/>
                  </a:lnTo>
                  <a:lnTo>
                    <a:pt x="0" y="2560628"/>
                  </a:lnTo>
                  <a:lnTo>
                    <a:pt x="0" y="2521217"/>
                  </a:lnTo>
                  <a:lnTo>
                    <a:pt x="0" y="2481806"/>
                  </a:lnTo>
                  <a:lnTo>
                    <a:pt x="0" y="2442395"/>
                  </a:lnTo>
                  <a:lnTo>
                    <a:pt x="0" y="2402984"/>
                  </a:lnTo>
                  <a:lnTo>
                    <a:pt x="0" y="2363573"/>
                  </a:lnTo>
                  <a:lnTo>
                    <a:pt x="0" y="2324162"/>
                  </a:lnTo>
                  <a:lnTo>
                    <a:pt x="0" y="2284751"/>
                  </a:lnTo>
                  <a:lnTo>
                    <a:pt x="0" y="2245340"/>
                  </a:lnTo>
                  <a:lnTo>
                    <a:pt x="0" y="2205930"/>
                  </a:lnTo>
                  <a:lnTo>
                    <a:pt x="0" y="2166519"/>
                  </a:lnTo>
                  <a:lnTo>
                    <a:pt x="0" y="2127108"/>
                  </a:lnTo>
                  <a:lnTo>
                    <a:pt x="0" y="2087697"/>
                  </a:lnTo>
                  <a:lnTo>
                    <a:pt x="0" y="2048286"/>
                  </a:lnTo>
                  <a:lnTo>
                    <a:pt x="0" y="2008875"/>
                  </a:lnTo>
                  <a:lnTo>
                    <a:pt x="0" y="1969464"/>
                  </a:lnTo>
                  <a:lnTo>
                    <a:pt x="0" y="1930053"/>
                  </a:lnTo>
                  <a:lnTo>
                    <a:pt x="0" y="1890642"/>
                  </a:lnTo>
                  <a:lnTo>
                    <a:pt x="0" y="1851231"/>
                  </a:lnTo>
                  <a:lnTo>
                    <a:pt x="0" y="1811821"/>
                  </a:lnTo>
                  <a:lnTo>
                    <a:pt x="0" y="1772410"/>
                  </a:lnTo>
                  <a:lnTo>
                    <a:pt x="0" y="1732999"/>
                  </a:lnTo>
                  <a:lnTo>
                    <a:pt x="0" y="1693588"/>
                  </a:lnTo>
                  <a:lnTo>
                    <a:pt x="0" y="1654177"/>
                  </a:lnTo>
                  <a:lnTo>
                    <a:pt x="0" y="1614766"/>
                  </a:lnTo>
                  <a:lnTo>
                    <a:pt x="0" y="1575355"/>
                  </a:lnTo>
                  <a:lnTo>
                    <a:pt x="0" y="1535944"/>
                  </a:lnTo>
                  <a:lnTo>
                    <a:pt x="0" y="1496533"/>
                  </a:lnTo>
                  <a:lnTo>
                    <a:pt x="0" y="1457122"/>
                  </a:lnTo>
                  <a:lnTo>
                    <a:pt x="0" y="1417711"/>
                  </a:lnTo>
                  <a:lnTo>
                    <a:pt x="0" y="1378301"/>
                  </a:lnTo>
                  <a:lnTo>
                    <a:pt x="0" y="1338890"/>
                  </a:lnTo>
                  <a:lnTo>
                    <a:pt x="0" y="1299479"/>
                  </a:lnTo>
                  <a:lnTo>
                    <a:pt x="0" y="1260068"/>
                  </a:lnTo>
                  <a:lnTo>
                    <a:pt x="0" y="1220657"/>
                  </a:lnTo>
                  <a:lnTo>
                    <a:pt x="0" y="1181246"/>
                  </a:lnTo>
                  <a:lnTo>
                    <a:pt x="0" y="1141835"/>
                  </a:lnTo>
                  <a:lnTo>
                    <a:pt x="0" y="1102424"/>
                  </a:lnTo>
                  <a:lnTo>
                    <a:pt x="0" y="1063013"/>
                  </a:lnTo>
                  <a:lnTo>
                    <a:pt x="0" y="1023602"/>
                  </a:lnTo>
                  <a:lnTo>
                    <a:pt x="0" y="984192"/>
                  </a:lnTo>
                  <a:lnTo>
                    <a:pt x="0" y="944781"/>
                  </a:lnTo>
                  <a:lnTo>
                    <a:pt x="0" y="905370"/>
                  </a:lnTo>
                  <a:lnTo>
                    <a:pt x="0" y="865959"/>
                  </a:lnTo>
                  <a:lnTo>
                    <a:pt x="0" y="826548"/>
                  </a:lnTo>
                  <a:lnTo>
                    <a:pt x="0" y="787137"/>
                  </a:lnTo>
                  <a:lnTo>
                    <a:pt x="0" y="747726"/>
                  </a:lnTo>
                  <a:lnTo>
                    <a:pt x="0" y="708315"/>
                  </a:lnTo>
                  <a:lnTo>
                    <a:pt x="0" y="668904"/>
                  </a:lnTo>
                  <a:lnTo>
                    <a:pt x="0" y="629493"/>
                  </a:lnTo>
                  <a:lnTo>
                    <a:pt x="0" y="590082"/>
                  </a:lnTo>
                  <a:lnTo>
                    <a:pt x="0" y="550672"/>
                  </a:lnTo>
                  <a:lnTo>
                    <a:pt x="0" y="511261"/>
                  </a:lnTo>
                  <a:lnTo>
                    <a:pt x="0" y="471850"/>
                  </a:lnTo>
                  <a:lnTo>
                    <a:pt x="0" y="432439"/>
                  </a:lnTo>
                  <a:lnTo>
                    <a:pt x="0" y="393028"/>
                  </a:lnTo>
                  <a:lnTo>
                    <a:pt x="0" y="353617"/>
                  </a:lnTo>
                  <a:lnTo>
                    <a:pt x="0" y="314206"/>
                  </a:lnTo>
                  <a:lnTo>
                    <a:pt x="0" y="274795"/>
                  </a:lnTo>
                  <a:lnTo>
                    <a:pt x="0" y="235384"/>
                  </a:lnTo>
                  <a:lnTo>
                    <a:pt x="0" y="195973"/>
                  </a:lnTo>
                  <a:lnTo>
                    <a:pt x="0" y="156563"/>
                  </a:lnTo>
                  <a:lnTo>
                    <a:pt x="0" y="117152"/>
                  </a:lnTo>
                  <a:lnTo>
                    <a:pt x="0" y="77741"/>
                  </a:lnTo>
                  <a:lnTo>
                    <a:pt x="0" y="38330"/>
                  </a:ln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rnd">
              <a:solidFill>
                <a:srgbClr val="F0F8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4198487" y="2354586"/>
              <a:ext cx="0" cy="3366361"/>
            </a:xfrm>
            <a:custGeom>
              <a:avLst/>
              <a:pathLst>
                <a:path w="0" h="3366361">
                  <a:moveTo>
                    <a:pt x="0" y="3366361"/>
                  </a:moveTo>
                  <a:lnTo>
                    <a:pt x="0" y="3348846"/>
                  </a:lnTo>
                  <a:lnTo>
                    <a:pt x="0" y="3309435"/>
                  </a:lnTo>
                  <a:lnTo>
                    <a:pt x="0" y="3270024"/>
                  </a:lnTo>
                  <a:lnTo>
                    <a:pt x="0" y="3230613"/>
                  </a:lnTo>
                  <a:lnTo>
                    <a:pt x="0" y="3191202"/>
                  </a:lnTo>
                  <a:lnTo>
                    <a:pt x="0" y="3151791"/>
                  </a:lnTo>
                  <a:lnTo>
                    <a:pt x="0" y="3112380"/>
                  </a:lnTo>
                  <a:lnTo>
                    <a:pt x="0" y="3072969"/>
                  </a:lnTo>
                  <a:lnTo>
                    <a:pt x="0" y="3033559"/>
                  </a:lnTo>
                  <a:lnTo>
                    <a:pt x="0" y="2994148"/>
                  </a:lnTo>
                  <a:lnTo>
                    <a:pt x="0" y="2954737"/>
                  </a:lnTo>
                  <a:lnTo>
                    <a:pt x="0" y="2915326"/>
                  </a:lnTo>
                  <a:lnTo>
                    <a:pt x="0" y="2875915"/>
                  </a:lnTo>
                  <a:lnTo>
                    <a:pt x="0" y="2836504"/>
                  </a:lnTo>
                  <a:lnTo>
                    <a:pt x="0" y="2797093"/>
                  </a:lnTo>
                  <a:lnTo>
                    <a:pt x="0" y="2757682"/>
                  </a:lnTo>
                  <a:lnTo>
                    <a:pt x="0" y="2718271"/>
                  </a:lnTo>
                  <a:lnTo>
                    <a:pt x="0" y="2678860"/>
                  </a:lnTo>
                  <a:lnTo>
                    <a:pt x="0" y="2639450"/>
                  </a:lnTo>
                  <a:lnTo>
                    <a:pt x="0" y="2600039"/>
                  </a:lnTo>
                  <a:lnTo>
                    <a:pt x="0" y="2560628"/>
                  </a:lnTo>
                  <a:lnTo>
                    <a:pt x="0" y="2521217"/>
                  </a:lnTo>
                  <a:lnTo>
                    <a:pt x="0" y="2481806"/>
                  </a:lnTo>
                  <a:lnTo>
                    <a:pt x="0" y="2442395"/>
                  </a:lnTo>
                  <a:lnTo>
                    <a:pt x="0" y="2402984"/>
                  </a:lnTo>
                  <a:lnTo>
                    <a:pt x="0" y="2363573"/>
                  </a:lnTo>
                  <a:lnTo>
                    <a:pt x="0" y="2324162"/>
                  </a:lnTo>
                  <a:lnTo>
                    <a:pt x="0" y="2284751"/>
                  </a:lnTo>
                  <a:lnTo>
                    <a:pt x="0" y="2245340"/>
                  </a:lnTo>
                  <a:lnTo>
                    <a:pt x="0" y="2205930"/>
                  </a:lnTo>
                  <a:lnTo>
                    <a:pt x="0" y="2166519"/>
                  </a:lnTo>
                  <a:lnTo>
                    <a:pt x="0" y="2127108"/>
                  </a:lnTo>
                  <a:lnTo>
                    <a:pt x="0" y="2087697"/>
                  </a:lnTo>
                  <a:lnTo>
                    <a:pt x="0" y="2048286"/>
                  </a:lnTo>
                  <a:lnTo>
                    <a:pt x="0" y="2008875"/>
                  </a:lnTo>
                  <a:lnTo>
                    <a:pt x="0" y="1969464"/>
                  </a:lnTo>
                  <a:lnTo>
                    <a:pt x="0" y="1930053"/>
                  </a:lnTo>
                  <a:lnTo>
                    <a:pt x="0" y="1890642"/>
                  </a:lnTo>
                  <a:lnTo>
                    <a:pt x="0" y="1851231"/>
                  </a:lnTo>
                  <a:lnTo>
                    <a:pt x="0" y="1811821"/>
                  </a:lnTo>
                  <a:lnTo>
                    <a:pt x="0" y="1772410"/>
                  </a:lnTo>
                  <a:lnTo>
                    <a:pt x="0" y="1732999"/>
                  </a:lnTo>
                  <a:lnTo>
                    <a:pt x="0" y="1693588"/>
                  </a:lnTo>
                  <a:lnTo>
                    <a:pt x="0" y="1654177"/>
                  </a:lnTo>
                  <a:lnTo>
                    <a:pt x="0" y="1614766"/>
                  </a:lnTo>
                  <a:lnTo>
                    <a:pt x="0" y="1575355"/>
                  </a:lnTo>
                  <a:lnTo>
                    <a:pt x="0" y="1535944"/>
                  </a:lnTo>
                  <a:lnTo>
                    <a:pt x="0" y="1496533"/>
                  </a:lnTo>
                  <a:lnTo>
                    <a:pt x="0" y="1457122"/>
                  </a:lnTo>
                  <a:lnTo>
                    <a:pt x="0" y="1417711"/>
                  </a:lnTo>
                  <a:lnTo>
                    <a:pt x="0" y="1378301"/>
                  </a:lnTo>
                  <a:lnTo>
                    <a:pt x="0" y="1338890"/>
                  </a:lnTo>
                  <a:lnTo>
                    <a:pt x="0" y="1299479"/>
                  </a:lnTo>
                  <a:lnTo>
                    <a:pt x="0" y="1260068"/>
                  </a:lnTo>
                  <a:lnTo>
                    <a:pt x="0" y="1220657"/>
                  </a:lnTo>
                  <a:lnTo>
                    <a:pt x="0" y="1181246"/>
                  </a:lnTo>
                  <a:lnTo>
                    <a:pt x="0" y="1141835"/>
                  </a:lnTo>
                  <a:lnTo>
                    <a:pt x="0" y="1102424"/>
                  </a:lnTo>
                  <a:lnTo>
                    <a:pt x="0" y="1063013"/>
                  </a:lnTo>
                  <a:lnTo>
                    <a:pt x="0" y="1023602"/>
                  </a:lnTo>
                  <a:lnTo>
                    <a:pt x="0" y="984192"/>
                  </a:lnTo>
                  <a:lnTo>
                    <a:pt x="0" y="944781"/>
                  </a:lnTo>
                  <a:lnTo>
                    <a:pt x="0" y="905370"/>
                  </a:lnTo>
                  <a:lnTo>
                    <a:pt x="0" y="865959"/>
                  </a:lnTo>
                  <a:lnTo>
                    <a:pt x="0" y="826548"/>
                  </a:lnTo>
                  <a:lnTo>
                    <a:pt x="0" y="787137"/>
                  </a:lnTo>
                  <a:lnTo>
                    <a:pt x="0" y="747726"/>
                  </a:lnTo>
                  <a:lnTo>
                    <a:pt x="0" y="708315"/>
                  </a:lnTo>
                  <a:lnTo>
                    <a:pt x="0" y="668904"/>
                  </a:lnTo>
                  <a:lnTo>
                    <a:pt x="0" y="629493"/>
                  </a:lnTo>
                  <a:lnTo>
                    <a:pt x="0" y="590082"/>
                  </a:lnTo>
                  <a:lnTo>
                    <a:pt x="0" y="550672"/>
                  </a:lnTo>
                  <a:lnTo>
                    <a:pt x="0" y="511261"/>
                  </a:lnTo>
                  <a:lnTo>
                    <a:pt x="0" y="471850"/>
                  </a:lnTo>
                  <a:lnTo>
                    <a:pt x="0" y="432439"/>
                  </a:lnTo>
                  <a:lnTo>
                    <a:pt x="0" y="393028"/>
                  </a:lnTo>
                  <a:lnTo>
                    <a:pt x="0" y="353617"/>
                  </a:lnTo>
                  <a:lnTo>
                    <a:pt x="0" y="314206"/>
                  </a:lnTo>
                  <a:lnTo>
                    <a:pt x="0" y="274795"/>
                  </a:lnTo>
                  <a:lnTo>
                    <a:pt x="0" y="235384"/>
                  </a:lnTo>
                  <a:lnTo>
                    <a:pt x="0" y="195973"/>
                  </a:lnTo>
                  <a:lnTo>
                    <a:pt x="0" y="156563"/>
                  </a:lnTo>
                  <a:lnTo>
                    <a:pt x="0" y="117152"/>
                  </a:lnTo>
                  <a:lnTo>
                    <a:pt x="0" y="77741"/>
                  </a:lnTo>
                  <a:lnTo>
                    <a:pt x="0" y="38330"/>
                  </a:ln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rnd">
              <a:solidFill>
                <a:srgbClr val="F0F8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4727662" y="2354586"/>
              <a:ext cx="0" cy="3366361"/>
            </a:xfrm>
            <a:custGeom>
              <a:avLst/>
              <a:pathLst>
                <a:path w="0" h="3366361">
                  <a:moveTo>
                    <a:pt x="0" y="3366361"/>
                  </a:moveTo>
                  <a:lnTo>
                    <a:pt x="0" y="3348846"/>
                  </a:lnTo>
                  <a:lnTo>
                    <a:pt x="0" y="3309435"/>
                  </a:lnTo>
                  <a:lnTo>
                    <a:pt x="0" y="3270024"/>
                  </a:lnTo>
                  <a:lnTo>
                    <a:pt x="0" y="3230613"/>
                  </a:lnTo>
                  <a:lnTo>
                    <a:pt x="0" y="3191202"/>
                  </a:lnTo>
                  <a:lnTo>
                    <a:pt x="0" y="3151791"/>
                  </a:lnTo>
                  <a:lnTo>
                    <a:pt x="0" y="3112380"/>
                  </a:lnTo>
                  <a:lnTo>
                    <a:pt x="0" y="3072969"/>
                  </a:lnTo>
                  <a:lnTo>
                    <a:pt x="0" y="3033559"/>
                  </a:lnTo>
                  <a:lnTo>
                    <a:pt x="0" y="2994148"/>
                  </a:lnTo>
                  <a:lnTo>
                    <a:pt x="0" y="2954737"/>
                  </a:lnTo>
                  <a:lnTo>
                    <a:pt x="0" y="2915326"/>
                  </a:lnTo>
                  <a:lnTo>
                    <a:pt x="0" y="2875915"/>
                  </a:lnTo>
                  <a:lnTo>
                    <a:pt x="0" y="2836504"/>
                  </a:lnTo>
                  <a:lnTo>
                    <a:pt x="0" y="2797093"/>
                  </a:lnTo>
                  <a:lnTo>
                    <a:pt x="0" y="2757682"/>
                  </a:lnTo>
                  <a:lnTo>
                    <a:pt x="0" y="2718271"/>
                  </a:lnTo>
                  <a:lnTo>
                    <a:pt x="0" y="2678860"/>
                  </a:lnTo>
                  <a:lnTo>
                    <a:pt x="0" y="2639450"/>
                  </a:lnTo>
                  <a:lnTo>
                    <a:pt x="0" y="2600039"/>
                  </a:lnTo>
                  <a:lnTo>
                    <a:pt x="0" y="2560628"/>
                  </a:lnTo>
                  <a:lnTo>
                    <a:pt x="0" y="2521217"/>
                  </a:lnTo>
                  <a:lnTo>
                    <a:pt x="0" y="2481806"/>
                  </a:lnTo>
                  <a:lnTo>
                    <a:pt x="0" y="2442395"/>
                  </a:lnTo>
                  <a:lnTo>
                    <a:pt x="0" y="2402984"/>
                  </a:lnTo>
                  <a:lnTo>
                    <a:pt x="0" y="2363573"/>
                  </a:lnTo>
                  <a:lnTo>
                    <a:pt x="0" y="2324162"/>
                  </a:lnTo>
                  <a:lnTo>
                    <a:pt x="0" y="2284751"/>
                  </a:lnTo>
                  <a:lnTo>
                    <a:pt x="0" y="2245340"/>
                  </a:lnTo>
                  <a:lnTo>
                    <a:pt x="0" y="2205930"/>
                  </a:lnTo>
                  <a:lnTo>
                    <a:pt x="0" y="2166519"/>
                  </a:lnTo>
                  <a:lnTo>
                    <a:pt x="0" y="2127108"/>
                  </a:lnTo>
                  <a:lnTo>
                    <a:pt x="0" y="2087697"/>
                  </a:lnTo>
                  <a:lnTo>
                    <a:pt x="0" y="2048286"/>
                  </a:lnTo>
                  <a:lnTo>
                    <a:pt x="0" y="2008875"/>
                  </a:lnTo>
                  <a:lnTo>
                    <a:pt x="0" y="1969464"/>
                  </a:lnTo>
                  <a:lnTo>
                    <a:pt x="0" y="1930053"/>
                  </a:lnTo>
                  <a:lnTo>
                    <a:pt x="0" y="1890642"/>
                  </a:lnTo>
                  <a:lnTo>
                    <a:pt x="0" y="1851231"/>
                  </a:lnTo>
                  <a:lnTo>
                    <a:pt x="0" y="1811821"/>
                  </a:lnTo>
                  <a:lnTo>
                    <a:pt x="0" y="1772410"/>
                  </a:lnTo>
                  <a:lnTo>
                    <a:pt x="0" y="1732999"/>
                  </a:lnTo>
                  <a:lnTo>
                    <a:pt x="0" y="1693588"/>
                  </a:lnTo>
                  <a:lnTo>
                    <a:pt x="0" y="1654177"/>
                  </a:lnTo>
                  <a:lnTo>
                    <a:pt x="0" y="1614766"/>
                  </a:lnTo>
                  <a:lnTo>
                    <a:pt x="0" y="1575355"/>
                  </a:lnTo>
                  <a:lnTo>
                    <a:pt x="0" y="1535944"/>
                  </a:lnTo>
                  <a:lnTo>
                    <a:pt x="0" y="1496533"/>
                  </a:lnTo>
                  <a:lnTo>
                    <a:pt x="0" y="1457122"/>
                  </a:lnTo>
                  <a:lnTo>
                    <a:pt x="0" y="1417711"/>
                  </a:lnTo>
                  <a:lnTo>
                    <a:pt x="0" y="1378301"/>
                  </a:lnTo>
                  <a:lnTo>
                    <a:pt x="0" y="1338890"/>
                  </a:lnTo>
                  <a:lnTo>
                    <a:pt x="0" y="1299479"/>
                  </a:lnTo>
                  <a:lnTo>
                    <a:pt x="0" y="1260068"/>
                  </a:lnTo>
                  <a:lnTo>
                    <a:pt x="0" y="1220657"/>
                  </a:lnTo>
                  <a:lnTo>
                    <a:pt x="0" y="1181246"/>
                  </a:lnTo>
                  <a:lnTo>
                    <a:pt x="0" y="1141835"/>
                  </a:lnTo>
                  <a:lnTo>
                    <a:pt x="0" y="1102424"/>
                  </a:lnTo>
                  <a:lnTo>
                    <a:pt x="0" y="1063013"/>
                  </a:lnTo>
                  <a:lnTo>
                    <a:pt x="0" y="1023602"/>
                  </a:lnTo>
                  <a:lnTo>
                    <a:pt x="0" y="984192"/>
                  </a:lnTo>
                  <a:lnTo>
                    <a:pt x="0" y="944781"/>
                  </a:lnTo>
                  <a:lnTo>
                    <a:pt x="0" y="905370"/>
                  </a:lnTo>
                  <a:lnTo>
                    <a:pt x="0" y="865959"/>
                  </a:lnTo>
                  <a:lnTo>
                    <a:pt x="0" y="826548"/>
                  </a:lnTo>
                  <a:lnTo>
                    <a:pt x="0" y="787137"/>
                  </a:lnTo>
                  <a:lnTo>
                    <a:pt x="0" y="747726"/>
                  </a:lnTo>
                  <a:lnTo>
                    <a:pt x="0" y="708315"/>
                  </a:lnTo>
                  <a:lnTo>
                    <a:pt x="0" y="668904"/>
                  </a:lnTo>
                  <a:lnTo>
                    <a:pt x="0" y="629493"/>
                  </a:lnTo>
                  <a:lnTo>
                    <a:pt x="0" y="590082"/>
                  </a:lnTo>
                  <a:lnTo>
                    <a:pt x="0" y="550672"/>
                  </a:lnTo>
                  <a:lnTo>
                    <a:pt x="0" y="511261"/>
                  </a:lnTo>
                  <a:lnTo>
                    <a:pt x="0" y="471850"/>
                  </a:lnTo>
                  <a:lnTo>
                    <a:pt x="0" y="432439"/>
                  </a:lnTo>
                  <a:lnTo>
                    <a:pt x="0" y="393028"/>
                  </a:lnTo>
                  <a:lnTo>
                    <a:pt x="0" y="353617"/>
                  </a:lnTo>
                  <a:lnTo>
                    <a:pt x="0" y="314206"/>
                  </a:lnTo>
                  <a:lnTo>
                    <a:pt x="0" y="274795"/>
                  </a:lnTo>
                  <a:lnTo>
                    <a:pt x="0" y="235384"/>
                  </a:lnTo>
                  <a:lnTo>
                    <a:pt x="0" y="195973"/>
                  </a:lnTo>
                  <a:lnTo>
                    <a:pt x="0" y="156563"/>
                  </a:lnTo>
                  <a:lnTo>
                    <a:pt x="0" y="117152"/>
                  </a:lnTo>
                  <a:lnTo>
                    <a:pt x="0" y="77741"/>
                  </a:lnTo>
                  <a:lnTo>
                    <a:pt x="0" y="38330"/>
                  </a:ln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rnd">
              <a:solidFill>
                <a:srgbClr val="F0F8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5256837" y="2354586"/>
              <a:ext cx="0" cy="3366361"/>
            </a:xfrm>
            <a:custGeom>
              <a:avLst/>
              <a:pathLst>
                <a:path w="0" h="3366361">
                  <a:moveTo>
                    <a:pt x="0" y="3366361"/>
                  </a:moveTo>
                  <a:lnTo>
                    <a:pt x="0" y="3348846"/>
                  </a:lnTo>
                  <a:lnTo>
                    <a:pt x="0" y="3309435"/>
                  </a:lnTo>
                  <a:lnTo>
                    <a:pt x="0" y="3270024"/>
                  </a:lnTo>
                  <a:lnTo>
                    <a:pt x="0" y="3230613"/>
                  </a:lnTo>
                  <a:lnTo>
                    <a:pt x="0" y="3191202"/>
                  </a:lnTo>
                  <a:lnTo>
                    <a:pt x="0" y="3151791"/>
                  </a:lnTo>
                  <a:lnTo>
                    <a:pt x="0" y="3112380"/>
                  </a:lnTo>
                  <a:lnTo>
                    <a:pt x="0" y="3072969"/>
                  </a:lnTo>
                  <a:lnTo>
                    <a:pt x="0" y="3033559"/>
                  </a:lnTo>
                  <a:lnTo>
                    <a:pt x="0" y="2994148"/>
                  </a:lnTo>
                  <a:lnTo>
                    <a:pt x="0" y="2954737"/>
                  </a:lnTo>
                  <a:lnTo>
                    <a:pt x="0" y="2915326"/>
                  </a:lnTo>
                  <a:lnTo>
                    <a:pt x="0" y="2875915"/>
                  </a:lnTo>
                  <a:lnTo>
                    <a:pt x="0" y="2836504"/>
                  </a:lnTo>
                  <a:lnTo>
                    <a:pt x="0" y="2797093"/>
                  </a:lnTo>
                  <a:lnTo>
                    <a:pt x="0" y="2757682"/>
                  </a:lnTo>
                  <a:lnTo>
                    <a:pt x="0" y="2718271"/>
                  </a:lnTo>
                  <a:lnTo>
                    <a:pt x="0" y="2678860"/>
                  </a:lnTo>
                  <a:lnTo>
                    <a:pt x="0" y="2639450"/>
                  </a:lnTo>
                  <a:lnTo>
                    <a:pt x="0" y="2600039"/>
                  </a:lnTo>
                  <a:lnTo>
                    <a:pt x="0" y="2560628"/>
                  </a:lnTo>
                  <a:lnTo>
                    <a:pt x="0" y="2521217"/>
                  </a:lnTo>
                  <a:lnTo>
                    <a:pt x="0" y="2481806"/>
                  </a:lnTo>
                  <a:lnTo>
                    <a:pt x="0" y="2442395"/>
                  </a:lnTo>
                  <a:lnTo>
                    <a:pt x="0" y="2402984"/>
                  </a:lnTo>
                  <a:lnTo>
                    <a:pt x="0" y="2363573"/>
                  </a:lnTo>
                  <a:lnTo>
                    <a:pt x="0" y="2324162"/>
                  </a:lnTo>
                  <a:lnTo>
                    <a:pt x="0" y="2284751"/>
                  </a:lnTo>
                  <a:lnTo>
                    <a:pt x="0" y="2245340"/>
                  </a:lnTo>
                  <a:lnTo>
                    <a:pt x="0" y="2205930"/>
                  </a:lnTo>
                  <a:lnTo>
                    <a:pt x="0" y="2166519"/>
                  </a:lnTo>
                  <a:lnTo>
                    <a:pt x="0" y="2127108"/>
                  </a:lnTo>
                  <a:lnTo>
                    <a:pt x="0" y="2087697"/>
                  </a:lnTo>
                  <a:lnTo>
                    <a:pt x="0" y="2048286"/>
                  </a:lnTo>
                  <a:lnTo>
                    <a:pt x="0" y="2008875"/>
                  </a:lnTo>
                  <a:lnTo>
                    <a:pt x="0" y="1969464"/>
                  </a:lnTo>
                  <a:lnTo>
                    <a:pt x="0" y="1930053"/>
                  </a:lnTo>
                  <a:lnTo>
                    <a:pt x="0" y="1890642"/>
                  </a:lnTo>
                  <a:lnTo>
                    <a:pt x="0" y="1851231"/>
                  </a:lnTo>
                  <a:lnTo>
                    <a:pt x="0" y="1811821"/>
                  </a:lnTo>
                  <a:lnTo>
                    <a:pt x="0" y="1772410"/>
                  </a:lnTo>
                  <a:lnTo>
                    <a:pt x="0" y="1732999"/>
                  </a:lnTo>
                  <a:lnTo>
                    <a:pt x="0" y="1693588"/>
                  </a:lnTo>
                  <a:lnTo>
                    <a:pt x="0" y="1654177"/>
                  </a:lnTo>
                  <a:lnTo>
                    <a:pt x="0" y="1614766"/>
                  </a:lnTo>
                  <a:lnTo>
                    <a:pt x="0" y="1575355"/>
                  </a:lnTo>
                  <a:lnTo>
                    <a:pt x="0" y="1535944"/>
                  </a:lnTo>
                  <a:lnTo>
                    <a:pt x="0" y="1496533"/>
                  </a:lnTo>
                  <a:lnTo>
                    <a:pt x="0" y="1457122"/>
                  </a:lnTo>
                  <a:lnTo>
                    <a:pt x="0" y="1417711"/>
                  </a:lnTo>
                  <a:lnTo>
                    <a:pt x="0" y="1378301"/>
                  </a:lnTo>
                  <a:lnTo>
                    <a:pt x="0" y="1338890"/>
                  </a:lnTo>
                  <a:lnTo>
                    <a:pt x="0" y="1299479"/>
                  </a:lnTo>
                  <a:lnTo>
                    <a:pt x="0" y="1260068"/>
                  </a:lnTo>
                  <a:lnTo>
                    <a:pt x="0" y="1220657"/>
                  </a:lnTo>
                  <a:lnTo>
                    <a:pt x="0" y="1181246"/>
                  </a:lnTo>
                  <a:lnTo>
                    <a:pt x="0" y="1141835"/>
                  </a:lnTo>
                  <a:lnTo>
                    <a:pt x="0" y="1102424"/>
                  </a:lnTo>
                  <a:lnTo>
                    <a:pt x="0" y="1063013"/>
                  </a:lnTo>
                  <a:lnTo>
                    <a:pt x="0" y="1023602"/>
                  </a:lnTo>
                  <a:lnTo>
                    <a:pt x="0" y="984192"/>
                  </a:lnTo>
                  <a:lnTo>
                    <a:pt x="0" y="944781"/>
                  </a:lnTo>
                  <a:lnTo>
                    <a:pt x="0" y="905370"/>
                  </a:lnTo>
                  <a:lnTo>
                    <a:pt x="0" y="865959"/>
                  </a:lnTo>
                  <a:lnTo>
                    <a:pt x="0" y="826548"/>
                  </a:lnTo>
                  <a:lnTo>
                    <a:pt x="0" y="787137"/>
                  </a:lnTo>
                  <a:lnTo>
                    <a:pt x="0" y="747726"/>
                  </a:lnTo>
                  <a:lnTo>
                    <a:pt x="0" y="708315"/>
                  </a:lnTo>
                  <a:lnTo>
                    <a:pt x="0" y="668904"/>
                  </a:lnTo>
                  <a:lnTo>
                    <a:pt x="0" y="629493"/>
                  </a:lnTo>
                  <a:lnTo>
                    <a:pt x="0" y="590082"/>
                  </a:lnTo>
                  <a:lnTo>
                    <a:pt x="0" y="550672"/>
                  </a:lnTo>
                  <a:lnTo>
                    <a:pt x="0" y="511261"/>
                  </a:lnTo>
                  <a:lnTo>
                    <a:pt x="0" y="471850"/>
                  </a:lnTo>
                  <a:lnTo>
                    <a:pt x="0" y="432439"/>
                  </a:lnTo>
                  <a:lnTo>
                    <a:pt x="0" y="393028"/>
                  </a:lnTo>
                  <a:lnTo>
                    <a:pt x="0" y="353617"/>
                  </a:lnTo>
                  <a:lnTo>
                    <a:pt x="0" y="314206"/>
                  </a:lnTo>
                  <a:lnTo>
                    <a:pt x="0" y="274795"/>
                  </a:lnTo>
                  <a:lnTo>
                    <a:pt x="0" y="235384"/>
                  </a:lnTo>
                  <a:lnTo>
                    <a:pt x="0" y="195973"/>
                  </a:lnTo>
                  <a:lnTo>
                    <a:pt x="0" y="156563"/>
                  </a:lnTo>
                  <a:lnTo>
                    <a:pt x="0" y="117152"/>
                  </a:lnTo>
                  <a:lnTo>
                    <a:pt x="0" y="77741"/>
                  </a:lnTo>
                  <a:lnTo>
                    <a:pt x="0" y="38330"/>
                  </a:ln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rnd">
              <a:solidFill>
                <a:srgbClr val="F0F8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5786012" y="2354586"/>
              <a:ext cx="0" cy="3366361"/>
            </a:xfrm>
            <a:custGeom>
              <a:avLst/>
              <a:pathLst>
                <a:path w="0" h="3366361">
                  <a:moveTo>
                    <a:pt x="0" y="3366361"/>
                  </a:moveTo>
                  <a:lnTo>
                    <a:pt x="0" y="3348846"/>
                  </a:lnTo>
                  <a:lnTo>
                    <a:pt x="0" y="3309435"/>
                  </a:lnTo>
                  <a:lnTo>
                    <a:pt x="0" y="3270024"/>
                  </a:lnTo>
                  <a:lnTo>
                    <a:pt x="0" y="3230613"/>
                  </a:lnTo>
                  <a:lnTo>
                    <a:pt x="0" y="3191202"/>
                  </a:lnTo>
                  <a:lnTo>
                    <a:pt x="0" y="3151791"/>
                  </a:lnTo>
                  <a:lnTo>
                    <a:pt x="0" y="3112380"/>
                  </a:lnTo>
                  <a:lnTo>
                    <a:pt x="0" y="3072969"/>
                  </a:lnTo>
                  <a:lnTo>
                    <a:pt x="0" y="3033559"/>
                  </a:lnTo>
                  <a:lnTo>
                    <a:pt x="0" y="2994148"/>
                  </a:lnTo>
                  <a:lnTo>
                    <a:pt x="0" y="2954737"/>
                  </a:lnTo>
                  <a:lnTo>
                    <a:pt x="0" y="2915326"/>
                  </a:lnTo>
                  <a:lnTo>
                    <a:pt x="0" y="2875915"/>
                  </a:lnTo>
                  <a:lnTo>
                    <a:pt x="0" y="2836504"/>
                  </a:lnTo>
                  <a:lnTo>
                    <a:pt x="0" y="2797093"/>
                  </a:lnTo>
                  <a:lnTo>
                    <a:pt x="0" y="2757682"/>
                  </a:lnTo>
                  <a:lnTo>
                    <a:pt x="0" y="2718271"/>
                  </a:lnTo>
                  <a:lnTo>
                    <a:pt x="0" y="2678860"/>
                  </a:lnTo>
                  <a:lnTo>
                    <a:pt x="0" y="2639450"/>
                  </a:lnTo>
                  <a:lnTo>
                    <a:pt x="0" y="2600039"/>
                  </a:lnTo>
                  <a:lnTo>
                    <a:pt x="0" y="2560628"/>
                  </a:lnTo>
                  <a:lnTo>
                    <a:pt x="0" y="2521217"/>
                  </a:lnTo>
                  <a:lnTo>
                    <a:pt x="0" y="2481806"/>
                  </a:lnTo>
                  <a:lnTo>
                    <a:pt x="0" y="2442395"/>
                  </a:lnTo>
                  <a:lnTo>
                    <a:pt x="0" y="2402984"/>
                  </a:lnTo>
                  <a:lnTo>
                    <a:pt x="0" y="2363573"/>
                  </a:lnTo>
                  <a:lnTo>
                    <a:pt x="0" y="2324162"/>
                  </a:lnTo>
                  <a:lnTo>
                    <a:pt x="0" y="2284751"/>
                  </a:lnTo>
                  <a:lnTo>
                    <a:pt x="0" y="2245340"/>
                  </a:lnTo>
                  <a:lnTo>
                    <a:pt x="0" y="2205930"/>
                  </a:lnTo>
                  <a:lnTo>
                    <a:pt x="0" y="2166519"/>
                  </a:lnTo>
                  <a:lnTo>
                    <a:pt x="0" y="2127108"/>
                  </a:lnTo>
                  <a:lnTo>
                    <a:pt x="0" y="2087697"/>
                  </a:lnTo>
                  <a:lnTo>
                    <a:pt x="0" y="2048286"/>
                  </a:lnTo>
                  <a:lnTo>
                    <a:pt x="0" y="2008875"/>
                  </a:lnTo>
                  <a:lnTo>
                    <a:pt x="0" y="1969464"/>
                  </a:lnTo>
                  <a:lnTo>
                    <a:pt x="0" y="1930053"/>
                  </a:lnTo>
                  <a:lnTo>
                    <a:pt x="0" y="1890642"/>
                  </a:lnTo>
                  <a:lnTo>
                    <a:pt x="0" y="1851231"/>
                  </a:lnTo>
                  <a:lnTo>
                    <a:pt x="0" y="1811821"/>
                  </a:lnTo>
                  <a:lnTo>
                    <a:pt x="0" y="1772410"/>
                  </a:lnTo>
                  <a:lnTo>
                    <a:pt x="0" y="1732999"/>
                  </a:lnTo>
                  <a:lnTo>
                    <a:pt x="0" y="1693588"/>
                  </a:lnTo>
                  <a:lnTo>
                    <a:pt x="0" y="1654177"/>
                  </a:lnTo>
                  <a:lnTo>
                    <a:pt x="0" y="1614766"/>
                  </a:lnTo>
                  <a:lnTo>
                    <a:pt x="0" y="1575355"/>
                  </a:lnTo>
                  <a:lnTo>
                    <a:pt x="0" y="1535944"/>
                  </a:lnTo>
                  <a:lnTo>
                    <a:pt x="0" y="1496533"/>
                  </a:lnTo>
                  <a:lnTo>
                    <a:pt x="0" y="1457122"/>
                  </a:lnTo>
                  <a:lnTo>
                    <a:pt x="0" y="1417711"/>
                  </a:lnTo>
                  <a:lnTo>
                    <a:pt x="0" y="1378301"/>
                  </a:lnTo>
                  <a:lnTo>
                    <a:pt x="0" y="1338890"/>
                  </a:lnTo>
                  <a:lnTo>
                    <a:pt x="0" y="1299479"/>
                  </a:lnTo>
                  <a:lnTo>
                    <a:pt x="0" y="1260068"/>
                  </a:lnTo>
                  <a:lnTo>
                    <a:pt x="0" y="1220657"/>
                  </a:lnTo>
                  <a:lnTo>
                    <a:pt x="0" y="1181246"/>
                  </a:lnTo>
                  <a:lnTo>
                    <a:pt x="0" y="1141835"/>
                  </a:lnTo>
                  <a:lnTo>
                    <a:pt x="0" y="1102424"/>
                  </a:lnTo>
                  <a:lnTo>
                    <a:pt x="0" y="1063013"/>
                  </a:lnTo>
                  <a:lnTo>
                    <a:pt x="0" y="1023602"/>
                  </a:lnTo>
                  <a:lnTo>
                    <a:pt x="0" y="984192"/>
                  </a:lnTo>
                  <a:lnTo>
                    <a:pt x="0" y="944781"/>
                  </a:lnTo>
                  <a:lnTo>
                    <a:pt x="0" y="905370"/>
                  </a:lnTo>
                  <a:lnTo>
                    <a:pt x="0" y="865959"/>
                  </a:lnTo>
                  <a:lnTo>
                    <a:pt x="0" y="826548"/>
                  </a:lnTo>
                  <a:lnTo>
                    <a:pt x="0" y="787137"/>
                  </a:lnTo>
                  <a:lnTo>
                    <a:pt x="0" y="747726"/>
                  </a:lnTo>
                  <a:lnTo>
                    <a:pt x="0" y="708315"/>
                  </a:lnTo>
                  <a:lnTo>
                    <a:pt x="0" y="668904"/>
                  </a:lnTo>
                  <a:lnTo>
                    <a:pt x="0" y="629493"/>
                  </a:lnTo>
                  <a:lnTo>
                    <a:pt x="0" y="590082"/>
                  </a:lnTo>
                  <a:lnTo>
                    <a:pt x="0" y="550672"/>
                  </a:lnTo>
                  <a:lnTo>
                    <a:pt x="0" y="511261"/>
                  </a:lnTo>
                  <a:lnTo>
                    <a:pt x="0" y="471850"/>
                  </a:lnTo>
                  <a:lnTo>
                    <a:pt x="0" y="432439"/>
                  </a:lnTo>
                  <a:lnTo>
                    <a:pt x="0" y="393028"/>
                  </a:lnTo>
                  <a:lnTo>
                    <a:pt x="0" y="353617"/>
                  </a:lnTo>
                  <a:lnTo>
                    <a:pt x="0" y="314206"/>
                  </a:lnTo>
                  <a:lnTo>
                    <a:pt x="0" y="274795"/>
                  </a:lnTo>
                  <a:lnTo>
                    <a:pt x="0" y="235384"/>
                  </a:lnTo>
                  <a:lnTo>
                    <a:pt x="0" y="195973"/>
                  </a:lnTo>
                  <a:lnTo>
                    <a:pt x="0" y="156563"/>
                  </a:lnTo>
                  <a:lnTo>
                    <a:pt x="0" y="117152"/>
                  </a:lnTo>
                  <a:lnTo>
                    <a:pt x="0" y="77741"/>
                  </a:lnTo>
                  <a:lnTo>
                    <a:pt x="0" y="38330"/>
                  </a:ln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rnd">
              <a:solidFill>
                <a:srgbClr val="F0F8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6315187" y="2354586"/>
              <a:ext cx="0" cy="3366361"/>
            </a:xfrm>
            <a:custGeom>
              <a:avLst/>
              <a:pathLst>
                <a:path w="0" h="3366361">
                  <a:moveTo>
                    <a:pt x="0" y="3366361"/>
                  </a:moveTo>
                  <a:lnTo>
                    <a:pt x="0" y="3348846"/>
                  </a:lnTo>
                  <a:lnTo>
                    <a:pt x="0" y="3309435"/>
                  </a:lnTo>
                  <a:lnTo>
                    <a:pt x="0" y="3270024"/>
                  </a:lnTo>
                  <a:lnTo>
                    <a:pt x="0" y="3230613"/>
                  </a:lnTo>
                  <a:lnTo>
                    <a:pt x="0" y="3191202"/>
                  </a:lnTo>
                  <a:lnTo>
                    <a:pt x="0" y="3151791"/>
                  </a:lnTo>
                  <a:lnTo>
                    <a:pt x="0" y="3112380"/>
                  </a:lnTo>
                  <a:lnTo>
                    <a:pt x="0" y="3072969"/>
                  </a:lnTo>
                  <a:lnTo>
                    <a:pt x="0" y="3033559"/>
                  </a:lnTo>
                  <a:lnTo>
                    <a:pt x="0" y="2994148"/>
                  </a:lnTo>
                  <a:lnTo>
                    <a:pt x="0" y="2954737"/>
                  </a:lnTo>
                  <a:lnTo>
                    <a:pt x="0" y="2915326"/>
                  </a:lnTo>
                  <a:lnTo>
                    <a:pt x="0" y="2875915"/>
                  </a:lnTo>
                  <a:lnTo>
                    <a:pt x="0" y="2836504"/>
                  </a:lnTo>
                  <a:lnTo>
                    <a:pt x="0" y="2797093"/>
                  </a:lnTo>
                  <a:lnTo>
                    <a:pt x="0" y="2757682"/>
                  </a:lnTo>
                  <a:lnTo>
                    <a:pt x="0" y="2718271"/>
                  </a:lnTo>
                  <a:lnTo>
                    <a:pt x="0" y="2678860"/>
                  </a:lnTo>
                  <a:lnTo>
                    <a:pt x="0" y="2639450"/>
                  </a:lnTo>
                  <a:lnTo>
                    <a:pt x="0" y="2600039"/>
                  </a:lnTo>
                  <a:lnTo>
                    <a:pt x="0" y="2560628"/>
                  </a:lnTo>
                  <a:lnTo>
                    <a:pt x="0" y="2521217"/>
                  </a:lnTo>
                  <a:lnTo>
                    <a:pt x="0" y="2481806"/>
                  </a:lnTo>
                  <a:lnTo>
                    <a:pt x="0" y="2442395"/>
                  </a:lnTo>
                  <a:lnTo>
                    <a:pt x="0" y="2402984"/>
                  </a:lnTo>
                  <a:lnTo>
                    <a:pt x="0" y="2363573"/>
                  </a:lnTo>
                  <a:lnTo>
                    <a:pt x="0" y="2324162"/>
                  </a:lnTo>
                  <a:lnTo>
                    <a:pt x="0" y="2284751"/>
                  </a:lnTo>
                  <a:lnTo>
                    <a:pt x="0" y="2245340"/>
                  </a:lnTo>
                  <a:lnTo>
                    <a:pt x="0" y="2205930"/>
                  </a:lnTo>
                  <a:lnTo>
                    <a:pt x="0" y="2166519"/>
                  </a:lnTo>
                  <a:lnTo>
                    <a:pt x="0" y="2127108"/>
                  </a:lnTo>
                  <a:lnTo>
                    <a:pt x="0" y="2087697"/>
                  </a:lnTo>
                  <a:lnTo>
                    <a:pt x="0" y="2048286"/>
                  </a:lnTo>
                  <a:lnTo>
                    <a:pt x="0" y="2008875"/>
                  </a:lnTo>
                  <a:lnTo>
                    <a:pt x="0" y="1969464"/>
                  </a:lnTo>
                  <a:lnTo>
                    <a:pt x="0" y="1930053"/>
                  </a:lnTo>
                  <a:lnTo>
                    <a:pt x="0" y="1890642"/>
                  </a:lnTo>
                  <a:lnTo>
                    <a:pt x="0" y="1851231"/>
                  </a:lnTo>
                  <a:lnTo>
                    <a:pt x="0" y="1811821"/>
                  </a:lnTo>
                  <a:lnTo>
                    <a:pt x="0" y="1772410"/>
                  </a:lnTo>
                  <a:lnTo>
                    <a:pt x="0" y="1732999"/>
                  </a:lnTo>
                  <a:lnTo>
                    <a:pt x="0" y="1693588"/>
                  </a:lnTo>
                  <a:lnTo>
                    <a:pt x="0" y="1654177"/>
                  </a:lnTo>
                  <a:lnTo>
                    <a:pt x="0" y="1614766"/>
                  </a:lnTo>
                  <a:lnTo>
                    <a:pt x="0" y="1575355"/>
                  </a:lnTo>
                  <a:lnTo>
                    <a:pt x="0" y="1535944"/>
                  </a:lnTo>
                  <a:lnTo>
                    <a:pt x="0" y="1496533"/>
                  </a:lnTo>
                  <a:lnTo>
                    <a:pt x="0" y="1457122"/>
                  </a:lnTo>
                  <a:lnTo>
                    <a:pt x="0" y="1417711"/>
                  </a:lnTo>
                  <a:lnTo>
                    <a:pt x="0" y="1378301"/>
                  </a:lnTo>
                  <a:lnTo>
                    <a:pt x="0" y="1338890"/>
                  </a:lnTo>
                  <a:lnTo>
                    <a:pt x="0" y="1299479"/>
                  </a:lnTo>
                  <a:lnTo>
                    <a:pt x="0" y="1260068"/>
                  </a:lnTo>
                  <a:lnTo>
                    <a:pt x="0" y="1220657"/>
                  </a:lnTo>
                  <a:lnTo>
                    <a:pt x="0" y="1181246"/>
                  </a:lnTo>
                  <a:lnTo>
                    <a:pt x="0" y="1141835"/>
                  </a:lnTo>
                  <a:lnTo>
                    <a:pt x="0" y="1102424"/>
                  </a:lnTo>
                  <a:lnTo>
                    <a:pt x="0" y="1063013"/>
                  </a:lnTo>
                  <a:lnTo>
                    <a:pt x="0" y="1023602"/>
                  </a:lnTo>
                  <a:lnTo>
                    <a:pt x="0" y="984192"/>
                  </a:lnTo>
                  <a:lnTo>
                    <a:pt x="0" y="944781"/>
                  </a:lnTo>
                  <a:lnTo>
                    <a:pt x="0" y="905370"/>
                  </a:lnTo>
                  <a:lnTo>
                    <a:pt x="0" y="865959"/>
                  </a:lnTo>
                  <a:lnTo>
                    <a:pt x="0" y="826548"/>
                  </a:lnTo>
                  <a:lnTo>
                    <a:pt x="0" y="787137"/>
                  </a:lnTo>
                  <a:lnTo>
                    <a:pt x="0" y="747726"/>
                  </a:lnTo>
                  <a:lnTo>
                    <a:pt x="0" y="708315"/>
                  </a:lnTo>
                  <a:lnTo>
                    <a:pt x="0" y="668904"/>
                  </a:lnTo>
                  <a:lnTo>
                    <a:pt x="0" y="629493"/>
                  </a:lnTo>
                  <a:lnTo>
                    <a:pt x="0" y="590082"/>
                  </a:lnTo>
                  <a:lnTo>
                    <a:pt x="0" y="550672"/>
                  </a:lnTo>
                  <a:lnTo>
                    <a:pt x="0" y="511261"/>
                  </a:lnTo>
                  <a:lnTo>
                    <a:pt x="0" y="471850"/>
                  </a:lnTo>
                  <a:lnTo>
                    <a:pt x="0" y="432439"/>
                  </a:lnTo>
                  <a:lnTo>
                    <a:pt x="0" y="393028"/>
                  </a:lnTo>
                  <a:lnTo>
                    <a:pt x="0" y="353617"/>
                  </a:lnTo>
                  <a:lnTo>
                    <a:pt x="0" y="314206"/>
                  </a:lnTo>
                  <a:lnTo>
                    <a:pt x="0" y="274795"/>
                  </a:lnTo>
                  <a:lnTo>
                    <a:pt x="0" y="235384"/>
                  </a:lnTo>
                  <a:lnTo>
                    <a:pt x="0" y="195973"/>
                  </a:lnTo>
                  <a:lnTo>
                    <a:pt x="0" y="156563"/>
                  </a:lnTo>
                  <a:lnTo>
                    <a:pt x="0" y="117152"/>
                  </a:lnTo>
                  <a:lnTo>
                    <a:pt x="0" y="77741"/>
                  </a:lnTo>
                  <a:lnTo>
                    <a:pt x="0" y="38330"/>
                  </a:ln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rnd">
              <a:solidFill>
                <a:srgbClr val="F0F8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2201917" y="5407850"/>
              <a:ext cx="4342247" cy="0"/>
            </a:xfrm>
            <a:custGeom>
              <a:avLst/>
              <a:pathLst>
                <a:path w="4342247" h="0">
                  <a:moveTo>
                    <a:pt x="0" y="0"/>
                  </a:moveTo>
                  <a:lnTo>
                    <a:pt x="24190" y="0"/>
                  </a:lnTo>
                  <a:lnTo>
                    <a:pt x="72297" y="0"/>
                  </a:lnTo>
                  <a:lnTo>
                    <a:pt x="120403" y="0"/>
                  </a:lnTo>
                  <a:lnTo>
                    <a:pt x="168510" y="0"/>
                  </a:lnTo>
                  <a:lnTo>
                    <a:pt x="216617" y="0"/>
                  </a:lnTo>
                  <a:lnTo>
                    <a:pt x="264724" y="0"/>
                  </a:lnTo>
                  <a:lnTo>
                    <a:pt x="312831" y="0"/>
                  </a:lnTo>
                  <a:lnTo>
                    <a:pt x="360938" y="0"/>
                  </a:lnTo>
                  <a:lnTo>
                    <a:pt x="409044" y="0"/>
                  </a:lnTo>
                  <a:lnTo>
                    <a:pt x="457151" y="0"/>
                  </a:lnTo>
                  <a:lnTo>
                    <a:pt x="505258" y="0"/>
                  </a:lnTo>
                  <a:lnTo>
                    <a:pt x="553365" y="0"/>
                  </a:lnTo>
                  <a:lnTo>
                    <a:pt x="601472" y="0"/>
                  </a:lnTo>
                  <a:lnTo>
                    <a:pt x="649579" y="0"/>
                  </a:lnTo>
                  <a:lnTo>
                    <a:pt x="697685" y="0"/>
                  </a:lnTo>
                  <a:lnTo>
                    <a:pt x="745792" y="0"/>
                  </a:lnTo>
                  <a:lnTo>
                    <a:pt x="793899" y="0"/>
                  </a:lnTo>
                  <a:lnTo>
                    <a:pt x="842006" y="0"/>
                  </a:lnTo>
                  <a:lnTo>
                    <a:pt x="890113" y="0"/>
                  </a:lnTo>
                  <a:lnTo>
                    <a:pt x="938219" y="0"/>
                  </a:lnTo>
                  <a:lnTo>
                    <a:pt x="986326" y="0"/>
                  </a:lnTo>
                  <a:lnTo>
                    <a:pt x="1034433" y="0"/>
                  </a:lnTo>
                  <a:lnTo>
                    <a:pt x="1082540" y="0"/>
                  </a:lnTo>
                  <a:lnTo>
                    <a:pt x="1130647" y="0"/>
                  </a:lnTo>
                  <a:lnTo>
                    <a:pt x="1178754" y="0"/>
                  </a:lnTo>
                  <a:lnTo>
                    <a:pt x="1226860" y="0"/>
                  </a:lnTo>
                  <a:lnTo>
                    <a:pt x="1274967" y="0"/>
                  </a:lnTo>
                  <a:lnTo>
                    <a:pt x="1323074" y="0"/>
                  </a:lnTo>
                  <a:lnTo>
                    <a:pt x="1371181" y="0"/>
                  </a:lnTo>
                  <a:lnTo>
                    <a:pt x="1419288" y="0"/>
                  </a:lnTo>
                  <a:lnTo>
                    <a:pt x="1467394" y="0"/>
                  </a:lnTo>
                  <a:lnTo>
                    <a:pt x="1515501" y="0"/>
                  </a:lnTo>
                  <a:lnTo>
                    <a:pt x="1563608" y="0"/>
                  </a:lnTo>
                  <a:lnTo>
                    <a:pt x="1611715" y="0"/>
                  </a:lnTo>
                  <a:lnTo>
                    <a:pt x="1659822" y="0"/>
                  </a:lnTo>
                  <a:lnTo>
                    <a:pt x="1707929" y="0"/>
                  </a:lnTo>
                  <a:lnTo>
                    <a:pt x="1756035" y="0"/>
                  </a:lnTo>
                  <a:lnTo>
                    <a:pt x="1804142" y="0"/>
                  </a:lnTo>
                  <a:lnTo>
                    <a:pt x="1852249" y="0"/>
                  </a:lnTo>
                  <a:lnTo>
                    <a:pt x="1900356" y="0"/>
                  </a:lnTo>
                  <a:lnTo>
                    <a:pt x="1948463" y="0"/>
                  </a:lnTo>
                  <a:lnTo>
                    <a:pt x="1996570" y="0"/>
                  </a:lnTo>
                  <a:lnTo>
                    <a:pt x="2044676" y="0"/>
                  </a:lnTo>
                  <a:lnTo>
                    <a:pt x="2092783" y="0"/>
                  </a:lnTo>
                  <a:lnTo>
                    <a:pt x="2140890" y="0"/>
                  </a:lnTo>
                  <a:lnTo>
                    <a:pt x="2188997" y="0"/>
                  </a:lnTo>
                  <a:lnTo>
                    <a:pt x="2237104" y="0"/>
                  </a:lnTo>
                  <a:lnTo>
                    <a:pt x="2285210" y="0"/>
                  </a:lnTo>
                  <a:lnTo>
                    <a:pt x="2333317" y="0"/>
                  </a:lnTo>
                  <a:lnTo>
                    <a:pt x="2381424" y="0"/>
                  </a:lnTo>
                  <a:lnTo>
                    <a:pt x="2429531" y="0"/>
                  </a:lnTo>
                  <a:lnTo>
                    <a:pt x="2477638" y="0"/>
                  </a:lnTo>
                  <a:lnTo>
                    <a:pt x="2525745" y="0"/>
                  </a:lnTo>
                  <a:lnTo>
                    <a:pt x="2573851" y="0"/>
                  </a:lnTo>
                  <a:lnTo>
                    <a:pt x="2621958" y="0"/>
                  </a:lnTo>
                  <a:lnTo>
                    <a:pt x="2670065" y="0"/>
                  </a:lnTo>
                  <a:lnTo>
                    <a:pt x="2718172" y="0"/>
                  </a:lnTo>
                  <a:lnTo>
                    <a:pt x="2766279" y="0"/>
                  </a:lnTo>
                  <a:lnTo>
                    <a:pt x="2814386" y="0"/>
                  </a:lnTo>
                  <a:lnTo>
                    <a:pt x="2862492" y="0"/>
                  </a:lnTo>
                  <a:lnTo>
                    <a:pt x="2910599" y="0"/>
                  </a:lnTo>
                  <a:lnTo>
                    <a:pt x="2958706" y="0"/>
                  </a:lnTo>
                  <a:lnTo>
                    <a:pt x="3006813" y="0"/>
                  </a:lnTo>
                  <a:lnTo>
                    <a:pt x="3054920" y="0"/>
                  </a:lnTo>
                  <a:lnTo>
                    <a:pt x="3103026" y="0"/>
                  </a:lnTo>
                  <a:lnTo>
                    <a:pt x="3151133" y="0"/>
                  </a:lnTo>
                  <a:lnTo>
                    <a:pt x="3199240" y="0"/>
                  </a:lnTo>
                  <a:lnTo>
                    <a:pt x="3247347" y="0"/>
                  </a:lnTo>
                  <a:lnTo>
                    <a:pt x="3295454" y="0"/>
                  </a:lnTo>
                  <a:lnTo>
                    <a:pt x="3343561" y="0"/>
                  </a:lnTo>
                  <a:lnTo>
                    <a:pt x="3391667" y="0"/>
                  </a:lnTo>
                  <a:lnTo>
                    <a:pt x="3439774" y="0"/>
                  </a:lnTo>
                  <a:lnTo>
                    <a:pt x="3487881" y="0"/>
                  </a:lnTo>
                  <a:lnTo>
                    <a:pt x="3535988" y="0"/>
                  </a:lnTo>
                  <a:lnTo>
                    <a:pt x="3584095" y="0"/>
                  </a:lnTo>
                  <a:lnTo>
                    <a:pt x="3632202" y="0"/>
                  </a:lnTo>
                  <a:lnTo>
                    <a:pt x="3680308" y="0"/>
                  </a:lnTo>
                  <a:lnTo>
                    <a:pt x="3728415" y="0"/>
                  </a:lnTo>
                  <a:lnTo>
                    <a:pt x="3776522" y="0"/>
                  </a:lnTo>
                  <a:lnTo>
                    <a:pt x="3824629" y="0"/>
                  </a:lnTo>
                  <a:lnTo>
                    <a:pt x="3872736" y="0"/>
                  </a:lnTo>
                  <a:lnTo>
                    <a:pt x="3920842" y="0"/>
                  </a:lnTo>
                  <a:lnTo>
                    <a:pt x="3968949" y="0"/>
                  </a:lnTo>
                  <a:lnTo>
                    <a:pt x="4017056" y="0"/>
                  </a:lnTo>
                  <a:lnTo>
                    <a:pt x="4065163" y="0"/>
                  </a:lnTo>
                  <a:lnTo>
                    <a:pt x="4113270" y="0"/>
                  </a:lnTo>
                  <a:lnTo>
                    <a:pt x="4161377" y="0"/>
                  </a:lnTo>
                  <a:lnTo>
                    <a:pt x="4209483" y="0"/>
                  </a:lnTo>
                  <a:lnTo>
                    <a:pt x="4257590" y="0"/>
                  </a:lnTo>
                  <a:lnTo>
                    <a:pt x="4305697" y="0"/>
                  </a:lnTo>
                  <a:lnTo>
                    <a:pt x="4342247" y="0"/>
                  </a:lnTo>
                  <a:lnTo>
                    <a:pt x="4342247" y="0"/>
                  </a:lnTo>
                </a:path>
              </a:pathLst>
            </a:custGeom>
            <a:ln w="13550" cap="rnd">
              <a:solidFill>
                <a:srgbClr val="F0F8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2201917" y="4757570"/>
              <a:ext cx="4342247" cy="0"/>
            </a:xfrm>
            <a:custGeom>
              <a:avLst/>
              <a:pathLst>
                <a:path w="4342247" h="0">
                  <a:moveTo>
                    <a:pt x="0" y="0"/>
                  </a:moveTo>
                  <a:lnTo>
                    <a:pt x="24190" y="0"/>
                  </a:lnTo>
                  <a:lnTo>
                    <a:pt x="72297" y="0"/>
                  </a:lnTo>
                  <a:lnTo>
                    <a:pt x="120403" y="0"/>
                  </a:lnTo>
                  <a:lnTo>
                    <a:pt x="168510" y="0"/>
                  </a:lnTo>
                  <a:lnTo>
                    <a:pt x="216617" y="0"/>
                  </a:lnTo>
                  <a:lnTo>
                    <a:pt x="264724" y="0"/>
                  </a:lnTo>
                  <a:lnTo>
                    <a:pt x="312831" y="0"/>
                  </a:lnTo>
                  <a:lnTo>
                    <a:pt x="360938" y="0"/>
                  </a:lnTo>
                  <a:lnTo>
                    <a:pt x="409044" y="0"/>
                  </a:lnTo>
                  <a:lnTo>
                    <a:pt x="457151" y="0"/>
                  </a:lnTo>
                  <a:lnTo>
                    <a:pt x="505258" y="0"/>
                  </a:lnTo>
                  <a:lnTo>
                    <a:pt x="553365" y="0"/>
                  </a:lnTo>
                  <a:lnTo>
                    <a:pt x="601472" y="0"/>
                  </a:lnTo>
                  <a:lnTo>
                    <a:pt x="649579" y="0"/>
                  </a:lnTo>
                  <a:lnTo>
                    <a:pt x="697685" y="0"/>
                  </a:lnTo>
                  <a:lnTo>
                    <a:pt x="745792" y="0"/>
                  </a:lnTo>
                  <a:lnTo>
                    <a:pt x="793899" y="0"/>
                  </a:lnTo>
                  <a:lnTo>
                    <a:pt x="842006" y="0"/>
                  </a:lnTo>
                  <a:lnTo>
                    <a:pt x="890113" y="0"/>
                  </a:lnTo>
                  <a:lnTo>
                    <a:pt x="938219" y="0"/>
                  </a:lnTo>
                  <a:lnTo>
                    <a:pt x="986326" y="0"/>
                  </a:lnTo>
                  <a:lnTo>
                    <a:pt x="1034433" y="0"/>
                  </a:lnTo>
                  <a:lnTo>
                    <a:pt x="1082540" y="0"/>
                  </a:lnTo>
                  <a:lnTo>
                    <a:pt x="1130647" y="0"/>
                  </a:lnTo>
                  <a:lnTo>
                    <a:pt x="1178754" y="0"/>
                  </a:lnTo>
                  <a:lnTo>
                    <a:pt x="1226860" y="0"/>
                  </a:lnTo>
                  <a:lnTo>
                    <a:pt x="1274967" y="0"/>
                  </a:lnTo>
                  <a:lnTo>
                    <a:pt x="1323074" y="0"/>
                  </a:lnTo>
                  <a:lnTo>
                    <a:pt x="1371181" y="0"/>
                  </a:lnTo>
                  <a:lnTo>
                    <a:pt x="1419288" y="0"/>
                  </a:lnTo>
                  <a:lnTo>
                    <a:pt x="1467394" y="0"/>
                  </a:lnTo>
                  <a:lnTo>
                    <a:pt x="1515501" y="0"/>
                  </a:lnTo>
                  <a:lnTo>
                    <a:pt x="1563608" y="0"/>
                  </a:lnTo>
                  <a:lnTo>
                    <a:pt x="1611715" y="0"/>
                  </a:lnTo>
                  <a:lnTo>
                    <a:pt x="1659822" y="0"/>
                  </a:lnTo>
                  <a:lnTo>
                    <a:pt x="1707929" y="0"/>
                  </a:lnTo>
                  <a:lnTo>
                    <a:pt x="1756035" y="0"/>
                  </a:lnTo>
                  <a:lnTo>
                    <a:pt x="1804142" y="0"/>
                  </a:lnTo>
                  <a:lnTo>
                    <a:pt x="1852249" y="0"/>
                  </a:lnTo>
                  <a:lnTo>
                    <a:pt x="1900356" y="0"/>
                  </a:lnTo>
                  <a:lnTo>
                    <a:pt x="1948463" y="0"/>
                  </a:lnTo>
                  <a:lnTo>
                    <a:pt x="1996570" y="0"/>
                  </a:lnTo>
                  <a:lnTo>
                    <a:pt x="2044676" y="0"/>
                  </a:lnTo>
                  <a:lnTo>
                    <a:pt x="2092783" y="0"/>
                  </a:lnTo>
                  <a:lnTo>
                    <a:pt x="2140890" y="0"/>
                  </a:lnTo>
                  <a:lnTo>
                    <a:pt x="2188997" y="0"/>
                  </a:lnTo>
                  <a:lnTo>
                    <a:pt x="2237104" y="0"/>
                  </a:lnTo>
                  <a:lnTo>
                    <a:pt x="2285210" y="0"/>
                  </a:lnTo>
                  <a:lnTo>
                    <a:pt x="2333317" y="0"/>
                  </a:lnTo>
                  <a:lnTo>
                    <a:pt x="2381424" y="0"/>
                  </a:lnTo>
                  <a:lnTo>
                    <a:pt x="2429531" y="0"/>
                  </a:lnTo>
                  <a:lnTo>
                    <a:pt x="2477638" y="0"/>
                  </a:lnTo>
                  <a:lnTo>
                    <a:pt x="2525745" y="0"/>
                  </a:lnTo>
                  <a:lnTo>
                    <a:pt x="2573851" y="0"/>
                  </a:lnTo>
                  <a:lnTo>
                    <a:pt x="2621958" y="0"/>
                  </a:lnTo>
                  <a:lnTo>
                    <a:pt x="2670065" y="0"/>
                  </a:lnTo>
                  <a:lnTo>
                    <a:pt x="2718172" y="0"/>
                  </a:lnTo>
                  <a:lnTo>
                    <a:pt x="2766279" y="0"/>
                  </a:lnTo>
                  <a:lnTo>
                    <a:pt x="2814386" y="0"/>
                  </a:lnTo>
                  <a:lnTo>
                    <a:pt x="2862492" y="0"/>
                  </a:lnTo>
                  <a:lnTo>
                    <a:pt x="2910599" y="0"/>
                  </a:lnTo>
                  <a:lnTo>
                    <a:pt x="2958706" y="0"/>
                  </a:lnTo>
                  <a:lnTo>
                    <a:pt x="3006813" y="0"/>
                  </a:lnTo>
                  <a:lnTo>
                    <a:pt x="3054920" y="0"/>
                  </a:lnTo>
                  <a:lnTo>
                    <a:pt x="3103026" y="0"/>
                  </a:lnTo>
                  <a:lnTo>
                    <a:pt x="3151133" y="0"/>
                  </a:lnTo>
                  <a:lnTo>
                    <a:pt x="3199240" y="0"/>
                  </a:lnTo>
                  <a:lnTo>
                    <a:pt x="3247347" y="0"/>
                  </a:lnTo>
                  <a:lnTo>
                    <a:pt x="3295454" y="0"/>
                  </a:lnTo>
                  <a:lnTo>
                    <a:pt x="3343561" y="0"/>
                  </a:lnTo>
                  <a:lnTo>
                    <a:pt x="3391667" y="0"/>
                  </a:lnTo>
                  <a:lnTo>
                    <a:pt x="3439774" y="0"/>
                  </a:lnTo>
                  <a:lnTo>
                    <a:pt x="3487881" y="0"/>
                  </a:lnTo>
                  <a:lnTo>
                    <a:pt x="3535988" y="0"/>
                  </a:lnTo>
                  <a:lnTo>
                    <a:pt x="3584095" y="0"/>
                  </a:lnTo>
                  <a:lnTo>
                    <a:pt x="3632202" y="0"/>
                  </a:lnTo>
                  <a:lnTo>
                    <a:pt x="3680308" y="0"/>
                  </a:lnTo>
                  <a:lnTo>
                    <a:pt x="3728415" y="0"/>
                  </a:lnTo>
                  <a:lnTo>
                    <a:pt x="3776522" y="0"/>
                  </a:lnTo>
                  <a:lnTo>
                    <a:pt x="3824629" y="0"/>
                  </a:lnTo>
                  <a:lnTo>
                    <a:pt x="3872736" y="0"/>
                  </a:lnTo>
                  <a:lnTo>
                    <a:pt x="3920842" y="0"/>
                  </a:lnTo>
                  <a:lnTo>
                    <a:pt x="3968949" y="0"/>
                  </a:lnTo>
                  <a:lnTo>
                    <a:pt x="4017056" y="0"/>
                  </a:lnTo>
                  <a:lnTo>
                    <a:pt x="4065163" y="0"/>
                  </a:lnTo>
                  <a:lnTo>
                    <a:pt x="4113270" y="0"/>
                  </a:lnTo>
                  <a:lnTo>
                    <a:pt x="4161377" y="0"/>
                  </a:lnTo>
                  <a:lnTo>
                    <a:pt x="4209483" y="0"/>
                  </a:lnTo>
                  <a:lnTo>
                    <a:pt x="4257590" y="0"/>
                  </a:lnTo>
                  <a:lnTo>
                    <a:pt x="4305697" y="0"/>
                  </a:lnTo>
                  <a:lnTo>
                    <a:pt x="4342247" y="0"/>
                  </a:lnTo>
                  <a:lnTo>
                    <a:pt x="4342247" y="0"/>
                  </a:lnTo>
                </a:path>
              </a:pathLst>
            </a:custGeom>
            <a:ln w="13550" cap="rnd">
              <a:solidFill>
                <a:srgbClr val="F0F8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2201917" y="4107291"/>
              <a:ext cx="4342247" cy="0"/>
            </a:xfrm>
            <a:custGeom>
              <a:avLst/>
              <a:pathLst>
                <a:path w="4342247" h="0">
                  <a:moveTo>
                    <a:pt x="0" y="0"/>
                  </a:moveTo>
                  <a:lnTo>
                    <a:pt x="24190" y="0"/>
                  </a:lnTo>
                  <a:lnTo>
                    <a:pt x="72297" y="0"/>
                  </a:lnTo>
                  <a:lnTo>
                    <a:pt x="120403" y="0"/>
                  </a:lnTo>
                  <a:lnTo>
                    <a:pt x="168510" y="0"/>
                  </a:lnTo>
                  <a:lnTo>
                    <a:pt x="216617" y="0"/>
                  </a:lnTo>
                  <a:lnTo>
                    <a:pt x="264724" y="0"/>
                  </a:lnTo>
                  <a:lnTo>
                    <a:pt x="312831" y="0"/>
                  </a:lnTo>
                  <a:lnTo>
                    <a:pt x="360938" y="0"/>
                  </a:lnTo>
                  <a:lnTo>
                    <a:pt x="409044" y="0"/>
                  </a:lnTo>
                  <a:lnTo>
                    <a:pt x="457151" y="0"/>
                  </a:lnTo>
                  <a:lnTo>
                    <a:pt x="505258" y="0"/>
                  </a:lnTo>
                  <a:lnTo>
                    <a:pt x="553365" y="0"/>
                  </a:lnTo>
                  <a:lnTo>
                    <a:pt x="601472" y="0"/>
                  </a:lnTo>
                  <a:lnTo>
                    <a:pt x="649579" y="0"/>
                  </a:lnTo>
                  <a:lnTo>
                    <a:pt x="697685" y="0"/>
                  </a:lnTo>
                  <a:lnTo>
                    <a:pt x="745792" y="0"/>
                  </a:lnTo>
                  <a:lnTo>
                    <a:pt x="793899" y="0"/>
                  </a:lnTo>
                  <a:lnTo>
                    <a:pt x="842006" y="0"/>
                  </a:lnTo>
                  <a:lnTo>
                    <a:pt x="890113" y="0"/>
                  </a:lnTo>
                  <a:lnTo>
                    <a:pt x="938219" y="0"/>
                  </a:lnTo>
                  <a:lnTo>
                    <a:pt x="986326" y="0"/>
                  </a:lnTo>
                  <a:lnTo>
                    <a:pt x="1034433" y="0"/>
                  </a:lnTo>
                  <a:lnTo>
                    <a:pt x="1082540" y="0"/>
                  </a:lnTo>
                  <a:lnTo>
                    <a:pt x="1130647" y="0"/>
                  </a:lnTo>
                  <a:lnTo>
                    <a:pt x="1178754" y="0"/>
                  </a:lnTo>
                  <a:lnTo>
                    <a:pt x="1226860" y="0"/>
                  </a:lnTo>
                  <a:lnTo>
                    <a:pt x="1274967" y="0"/>
                  </a:lnTo>
                  <a:lnTo>
                    <a:pt x="1323074" y="0"/>
                  </a:lnTo>
                  <a:lnTo>
                    <a:pt x="1371181" y="0"/>
                  </a:lnTo>
                  <a:lnTo>
                    <a:pt x="1419288" y="0"/>
                  </a:lnTo>
                  <a:lnTo>
                    <a:pt x="1467394" y="0"/>
                  </a:lnTo>
                  <a:lnTo>
                    <a:pt x="1515501" y="0"/>
                  </a:lnTo>
                  <a:lnTo>
                    <a:pt x="1563608" y="0"/>
                  </a:lnTo>
                  <a:lnTo>
                    <a:pt x="1611715" y="0"/>
                  </a:lnTo>
                  <a:lnTo>
                    <a:pt x="1659822" y="0"/>
                  </a:lnTo>
                  <a:lnTo>
                    <a:pt x="1707929" y="0"/>
                  </a:lnTo>
                  <a:lnTo>
                    <a:pt x="1756035" y="0"/>
                  </a:lnTo>
                  <a:lnTo>
                    <a:pt x="1804142" y="0"/>
                  </a:lnTo>
                  <a:lnTo>
                    <a:pt x="1852249" y="0"/>
                  </a:lnTo>
                  <a:lnTo>
                    <a:pt x="1900356" y="0"/>
                  </a:lnTo>
                  <a:lnTo>
                    <a:pt x="1948463" y="0"/>
                  </a:lnTo>
                  <a:lnTo>
                    <a:pt x="1996570" y="0"/>
                  </a:lnTo>
                  <a:lnTo>
                    <a:pt x="2044676" y="0"/>
                  </a:lnTo>
                  <a:lnTo>
                    <a:pt x="2092783" y="0"/>
                  </a:lnTo>
                  <a:lnTo>
                    <a:pt x="2140890" y="0"/>
                  </a:lnTo>
                  <a:lnTo>
                    <a:pt x="2188997" y="0"/>
                  </a:lnTo>
                  <a:lnTo>
                    <a:pt x="2237104" y="0"/>
                  </a:lnTo>
                  <a:lnTo>
                    <a:pt x="2285210" y="0"/>
                  </a:lnTo>
                  <a:lnTo>
                    <a:pt x="2333317" y="0"/>
                  </a:lnTo>
                  <a:lnTo>
                    <a:pt x="2381424" y="0"/>
                  </a:lnTo>
                  <a:lnTo>
                    <a:pt x="2429531" y="0"/>
                  </a:lnTo>
                  <a:lnTo>
                    <a:pt x="2477638" y="0"/>
                  </a:lnTo>
                  <a:lnTo>
                    <a:pt x="2525745" y="0"/>
                  </a:lnTo>
                  <a:lnTo>
                    <a:pt x="2573851" y="0"/>
                  </a:lnTo>
                  <a:lnTo>
                    <a:pt x="2621958" y="0"/>
                  </a:lnTo>
                  <a:lnTo>
                    <a:pt x="2670065" y="0"/>
                  </a:lnTo>
                  <a:lnTo>
                    <a:pt x="2718172" y="0"/>
                  </a:lnTo>
                  <a:lnTo>
                    <a:pt x="2766279" y="0"/>
                  </a:lnTo>
                  <a:lnTo>
                    <a:pt x="2814386" y="0"/>
                  </a:lnTo>
                  <a:lnTo>
                    <a:pt x="2862492" y="0"/>
                  </a:lnTo>
                  <a:lnTo>
                    <a:pt x="2910599" y="0"/>
                  </a:lnTo>
                  <a:lnTo>
                    <a:pt x="2958706" y="0"/>
                  </a:lnTo>
                  <a:lnTo>
                    <a:pt x="3006813" y="0"/>
                  </a:lnTo>
                  <a:lnTo>
                    <a:pt x="3054920" y="0"/>
                  </a:lnTo>
                  <a:lnTo>
                    <a:pt x="3103026" y="0"/>
                  </a:lnTo>
                  <a:lnTo>
                    <a:pt x="3151133" y="0"/>
                  </a:lnTo>
                  <a:lnTo>
                    <a:pt x="3199240" y="0"/>
                  </a:lnTo>
                  <a:lnTo>
                    <a:pt x="3247347" y="0"/>
                  </a:lnTo>
                  <a:lnTo>
                    <a:pt x="3295454" y="0"/>
                  </a:lnTo>
                  <a:lnTo>
                    <a:pt x="3343561" y="0"/>
                  </a:lnTo>
                  <a:lnTo>
                    <a:pt x="3391667" y="0"/>
                  </a:lnTo>
                  <a:lnTo>
                    <a:pt x="3439774" y="0"/>
                  </a:lnTo>
                  <a:lnTo>
                    <a:pt x="3487881" y="0"/>
                  </a:lnTo>
                  <a:lnTo>
                    <a:pt x="3535988" y="0"/>
                  </a:lnTo>
                  <a:lnTo>
                    <a:pt x="3584095" y="0"/>
                  </a:lnTo>
                  <a:lnTo>
                    <a:pt x="3632202" y="0"/>
                  </a:lnTo>
                  <a:lnTo>
                    <a:pt x="3680308" y="0"/>
                  </a:lnTo>
                  <a:lnTo>
                    <a:pt x="3728415" y="0"/>
                  </a:lnTo>
                  <a:lnTo>
                    <a:pt x="3776522" y="0"/>
                  </a:lnTo>
                  <a:lnTo>
                    <a:pt x="3824629" y="0"/>
                  </a:lnTo>
                  <a:lnTo>
                    <a:pt x="3872736" y="0"/>
                  </a:lnTo>
                  <a:lnTo>
                    <a:pt x="3920842" y="0"/>
                  </a:lnTo>
                  <a:lnTo>
                    <a:pt x="3968949" y="0"/>
                  </a:lnTo>
                  <a:lnTo>
                    <a:pt x="4017056" y="0"/>
                  </a:lnTo>
                  <a:lnTo>
                    <a:pt x="4065163" y="0"/>
                  </a:lnTo>
                  <a:lnTo>
                    <a:pt x="4113270" y="0"/>
                  </a:lnTo>
                  <a:lnTo>
                    <a:pt x="4161377" y="0"/>
                  </a:lnTo>
                  <a:lnTo>
                    <a:pt x="4209483" y="0"/>
                  </a:lnTo>
                  <a:lnTo>
                    <a:pt x="4257590" y="0"/>
                  </a:lnTo>
                  <a:lnTo>
                    <a:pt x="4305697" y="0"/>
                  </a:lnTo>
                  <a:lnTo>
                    <a:pt x="4342247" y="0"/>
                  </a:lnTo>
                  <a:lnTo>
                    <a:pt x="4342247" y="0"/>
                  </a:lnTo>
                </a:path>
              </a:pathLst>
            </a:custGeom>
            <a:ln w="13550" cap="rnd">
              <a:solidFill>
                <a:srgbClr val="F0F8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2201917" y="3457011"/>
              <a:ext cx="4342247" cy="0"/>
            </a:xfrm>
            <a:custGeom>
              <a:avLst/>
              <a:pathLst>
                <a:path w="4342247" h="0">
                  <a:moveTo>
                    <a:pt x="0" y="0"/>
                  </a:moveTo>
                  <a:lnTo>
                    <a:pt x="24190" y="0"/>
                  </a:lnTo>
                  <a:lnTo>
                    <a:pt x="72297" y="0"/>
                  </a:lnTo>
                  <a:lnTo>
                    <a:pt x="120403" y="0"/>
                  </a:lnTo>
                  <a:lnTo>
                    <a:pt x="168510" y="0"/>
                  </a:lnTo>
                  <a:lnTo>
                    <a:pt x="216617" y="0"/>
                  </a:lnTo>
                  <a:lnTo>
                    <a:pt x="264724" y="0"/>
                  </a:lnTo>
                  <a:lnTo>
                    <a:pt x="312831" y="0"/>
                  </a:lnTo>
                  <a:lnTo>
                    <a:pt x="360938" y="0"/>
                  </a:lnTo>
                  <a:lnTo>
                    <a:pt x="409044" y="0"/>
                  </a:lnTo>
                  <a:lnTo>
                    <a:pt x="457151" y="0"/>
                  </a:lnTo>
                  <a:lnTo>
                    <a:pt x="505258" y="0"/>
                  </a:lnTo>
                  <a:lnTo>
                    <a:pt x="553365" y="0"/>
                  </a:lnTo>
                  <a:lnTo>
                    <a:pt x="601472" y="0"/>
                  </a:lnTo>
                  <a:lnTo>
                    <a:pt x="649579" y="0"/>
                  </a:lnTo>
                  <a:lnTo>
                    <a:pt x="697685" y="0"/>
                  </a:lnTo>
                  <a:lnTo>
                    <a:pt x="745792" y="0"/>
                  </a:lnTo>
                  <a:lnTo>
                    <a:pt x="793899" y="0"/>
                  </a:lnTo>
                  <a:lnTo>
                    <a:pt x="842006" y="0"/>
                  </a:lnTo>
                  <a:lnTo>
                    <a:pt x="890113" y="0"/>
                  </a:lnTo>
                  <a:lnTo>
                    <a:pt x="938219" y="0"/>
                  </a:lnTo>
                  <a:lnTo>
                    <a:pt x="986326" y="0"/>
                  </a:lnTo>
                  <a:lnTo>
                    <a:pt x="1034433" y="0"/>
                  </a:lnTo>
                  <a:lnTo>
                    <a:pt x="1082540" y="0"/>
                  </a:lnTo>
                  <a:lnTo>
                    <a:pt x="1130647" y="0"/>
                  </a:lnTo>
                  <a:lnTo>
                    <a:pt x="1178754" y="0"/>
                  </a:lnTo>
                  <a:lnTo>
                    <a:pt x="1226860" y="0"/>
                  </a:lnTo>
                  <a:lnTo>
                    <a:pt x="1274967" y="0"/>
                  </a:lnTo>
                  <a:lnTo>
                    <a:pt x="1323074" y="0"/>
                  </a:lnTo>
                  <a:lnTo>
                    <a:pt x="1371181" y="0"/>
                  </a:lnTo>
                  <a:lnTo>
                    <a:pt x="1419288" y="0"/>
                  </a:lnTo>
                  <a:lnTo>
                    <a:pt x="1467394" y="0"/>
                  </a:lnTo>
                  <a:lnTo>
                    <a:pt x="1515501" y="0"/>
                  </a:lnTo>
                  <a:lnTo>
                    <a:pt x="1563608" y="0"/>
                  </a:lnTo>
                  <a:lnTo>
                    <a:pt x="1611715" y="0"/>
                  </a:lnTo>
                  <a:lnTo>
                    <a:pt x="1659822" y="0"/>
                  </a:lnTo>
                  <a:lnTo>
                    <a:pt x="1707929" y="0"/>
                  </a:lnTo>
                  <a:lnTo>
                    <a:pt x="1756035" y="0"/>
                  </a:lnTo>
                  <a:lnTo>
                    <a:pt x="1804142" y="0"/>
                  </a:lnTo>
                  <a:lnTo>
                    <a:pt x="1852249" y="0"/>
                  </a:lnTo>
                  <a:lnTo>
                    <a:pt x="1900356" y="0"/>
                  </a:lnTo>
                  <a:lnTo>
                    <a:pt x="1948463" y="0"/>
                  </a:lnTo>
                  <a:lnTo>
                    <a:pt x="1996570" y="0"/>
                  </a:lnTo>
                  <a:lnTo>
                    <a:pt x="2044676" y="0"/>
                  </a:lnTo>
                  <a:lnTo>
                    <a:pt x="2092783" y="0"/>
                  </a:lnTo>
                  <a:lnTo>
                    <a:pt x="2140890" y="0"/>
                  </a:lnTo>
                  <a:lnTo>
                    <a:pt x="2188997" y="0"/>
                  </a:lnTo>
                  <a:lnTo>
                    <a:pt x="2237104" y="0"/>
                  </a:lnTo>
                  <a:lnTo>
                    <a:pt x="2285210" y="0"/>
                  </a:lnTo>
                  <a:lnTo>
                    <a:pt x="2333317" y="0"/>
                  </a:lnTo>
                  <a:lnTo>
                    <a:pt x="2381424" y="0"/>
                  </a:lnTo>
                  <a:lnTo>
                    <a:pt x="2429531" y="0"/>
                  </a:lnTo>
                  <a:lnTo>
                    <a:pt x="2477638" y="0"/>
                  </a:lnTo>
                  <a:lnTo>
                    <a:pt x="2525745" y="0"/>
                  </a:lnTo>
                  <a:lnTo>
                    <a:pt x="2573851" y="0"/>
                  </a:lnTo>
                  <a:lnTo>
                    <a:pt x="2621958" y="0"/>
                  </a:lnTo>
                  <a:lnTo>
                    <a:pt x="2670065" y="0"/>
                  </a:lnTo>
                  <a:lnTo>
                    <a:pt x="2718172" y="0"/>
                  </a:lnTo>
                  <a:lnTo>
                    <a:pt x="2766279" y="0"/>
                  </a:lnTo>
                  <a:lnTo>
                    <a:pt x="2814386" y="0"/>
                  </a:lnTo>
                  <a:lnTo>
                    <a:pt x="2862492" y="0"/>
                  </a:lnTo>
                  <a:lnTo>
                    <a:pt x="2910599" y="0"/>
                  </a:lnTo>
                  <a:lnTo>
                    <a:pt x="2958706" y="0"/>
                  </a:lnTo>
                  <a:lnTo>
                    <a:pt x="3006813" y="0"/>
                  </a:lnTo>
                  <a:lnTo>
                    <a:pt x="3054920" y="0"/>
                  </a:lnTo>
                  <a:lnTo>
                    <a:pt x="3103026" y="0"/>
                  </a:lnTo>
                  <a:lnTo>
                    <a:pt x="3151133" y="0"/>
                  </a:lnTo>
                  <a:lnTo>
                    <a:pt x="3199240" y="0"/>
                  </a:lnTo>
                  <a:lnTo>
                    <a:pt x="3247347" y="0"/>
                  </a:lnTo>
                  <a:lnTo>
                    <a:pt x="3295454" y="0"/>
                  </a:lnTo>
                  <a:lnTo>
                    <a:pt x="3343561" y="0"/>
                  </a:lnTo>
                  <a:lnTo>
                    <a:pt x="3391667" y="0"/>
                  </a:lnTo>
                  <a:lnTo>
                    <a:pt x="3439774" y="0"/>
                  </a:lnTo>
                  <a:lnTo>
                    <a:pt x="3487881" y="0"/>
                  </a:lnTo>
                  <a:lnTo>
                    <a:pt x="3535988" y="0"/>
                  </a:lnTo>
                  <a:lnTo>
                    <a:pt x="3584095" y="0"/>
                  </a:lnTo>
                  <a:lnTo>
                    <a:pt x="3632202" y="0"/>
                  </a:lnTo>
                  <a:lnTo>
                    <a:pt x="3680308" y="0"/>
                  </a:lnTo>
                  <a:lnTo>
                    <a:pt x="3728415" y="0"/>
                  </a:lnTo>
                  <a:lnTo>
                    <a:pt x="3776522" y="0"/>
                  </a:lnTo>
                  <a:lnTo>
                    <a:pt x="3824629" y="0"/>
                  </a:lnTo>
                  <a:lnTo>
                    <a:pt x="3872736" y="0"/>
                  </a:lnTo>
                  <a:lnTo>
                    <a:pt x="3920842" y="0"/>
                  </a:lnTo>
                  <a:lnTo>
                    <a:pt x="3968949" y="0"/>
                  </a:lnTo>
                  <a:lnTo>
                    <a:pt x="4017056" y="0"/>
                  </a:lnTo>
                  <a:lnTo>
                    <a:pt x="4065163" y="0"/>
                  </a:lnTo>
                  <a:lnTo>
                    <a:pt x="4113270" y="0"/>
                  </a:lnTo>
                  <a:lnTo>
                    <a:pt x="4161377" y="0"/>
                  </a:lnTo>
                  <a:lnTo>
                    <a:pt x="4209483" y="0"/>
                  </a:lnTo>
                  <a:lnTo>
                    <a:pt x="4257590" y="0"/>
                  </a:lnTo>
                  <a:lnTo>
                    <a:pt x="4305697" y="0"/>
                  </a:lnTo>
                  <a:lnTo>
                    <a:pt x="4342247" y="0"/>
                  </a:lnTo>
                  <a:lnTo>
                    <a:pt x="4342247" y="0"/>
                  </a:lnTo>
                </a:path>
              </a:pathLst>
            </a:custGeom>
            <a:ln w="13550" cap="rnd">
              <a:solidFill>
                <a:srgbClr val="F0F8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2201917" y="2806731"/>
              <a:ext cx="4342247" cy="0"/>
            </a:xfrm>
            <a:custGeom>
              <a:avLst/>
              <a:pathLst>
                <a:path w="4342247" h="0">
                  <a:moveTo>
                    <a:pt x="0" y="0"/>
                  </a:moveTo>
                  <a:lnTo>
                    <a:pt x="24190" y="0"/>
                  </a:lnTo>
                  <a:lnTo>
                    <a:pt x="72297" y="0"/>
                  </a:lnTo>
                  <a:lnTo>
                    <a:pt x="120403" y="0"/>
                  </a:lnTo>
                  <a:lnTo>
                    <a:pt x="168510" y="0"/>
                  </a:lnTo>
                  <a:lnTo>
                    <a:pt x="216617" y="0"/>
                  </a:lnTo>
                  <a:lnTo>
                    <a:pt x="264724" y="0"/>
                  </a:lnTo>
                  <a:lnTo>
                    <a:pt x="312831" y="0"/>
                  </a:lnTo>
                  <a:lnTo>
                    <a:pt x="360938" y="0"/>
                  </a:lnTo>
                  <a:lnTo>
                    <a:pt x="409044" y="0"/>
                  </a:lnTo>
                  <a:lnTo>
                    <a:pt x="457151" y="0"/>
                  </a:lnTo>
                  <a:lnTo>
                    <a:pt x="505258" y="0"/>
                  </a:lnTo>
                  <a:lnTo>
                    <a:pt x="553365" y="0"/>
                  </a:lnTo>
                  <a:lnTo>
                    <a:pt x="601472" y="0"/>
                  </a:lnTo>
                  <a:lnTo>
                    <a:pt x="649579" y="0"/>
                  </a:lnTo>
                  <a:lnTo>
                    <a:pt x="697685" y="0"/>
                  </a:lnTo>
                  <a:lnTo>
                    <a:pt x="745792" y="0"/>
                  </a:lnTo>
                  <a:lnTo>
                    <a:pt x="793899" y="0"/>
                  </a:lnTo>
                  <a:lnTo>
                    <a:pt x="842006" y="0"/>
                  </a:lnTo>
                  <a:lnTo>
                    <a:pt x="890113" y="0"/>
                  </a:lnTo>
                  <a:lnTo>
                    <a:pt x="938219" y="0"/>
                  </a:lnTo>
                  <a:lnTo>
                    <a:pt x="986326" y="0"/>
                  </a:lnTo>
                  <a:lnTo>
                    <a:pt x="1034433" y="0"/>
                  </a:lnTo>
                  <a:lnTo>
                    <a:pt x="1082540" y="0"/>
                  </a:lnTo>
                  <a:lnTo>
                    <a:pt x="1130647" y="0"/>
                  </a:lnTo>
                  <a:lnTo>
                    <a:pt x="1178754" y="0"/>
                  </a:lnTo>
                  <a:lnTo>
                    <a:pt x="1226860" y="0"/>
                  </a:lnTo>
                  <a:lnTo>
                    <a:pt x="1274967" y="0"/>
                  </a:lnTo>
                  <a:lnTo>
                    <a:pt x="1323074" y="0"/>
                  </a:lnTo>
                  <a:lnTo>
                    <a:pt x="1371181" y="0"/>
                  </a:lnTo>
                  <a:lnTo>
                    <a:pt x="1419288" y="0"/>
                  </a:lnTo>
                  <a:lnTo>
                    <a:pt x="1467394" y="0"/>
                  </a:lnTo>
                  <a:lnTo>
                    <a:pt x="1515501" y="0"/>
                  </a:lnTo>
                  <a:lnTo>
                    <a:pt x="1563608" y="0"/>
                  </a:lnTo>
                  <a:lnTo>
                    <a:pt x="1611715" y="0"/>
                  </a:lnTo>
                  <a:lnTo>
                    <a:pt x="1659822" y="0"/>
                  </a:lnTo>
                  <a:lnTo>
                    <a:pt x="1707929" y="0"/>
                  </a:lnTo>
                  <a:lnTo>
                    <a:pt x="1756035" y="0"/>
                  </a:lnTo>
                  <a:lnTo>
                    <a:pt x="1804142" y="0"/>
                  </a:lnTo>
                  <a:lnTo>
                    <a:pt x="1852249" y="0"/>
                  </a:lnTo>
                  <a:lnTo>
                    <a:pt x="1900356" y="0"/>
                  </a:lnTo>
                  <a:lnTo>
                    <a:pt x="1948463" y="0"/>
                  </a:lnTo>
                  <a:lnTo>
                    <a:pt x="1996570" y="0"/>
                  </a:lnTo>
                  <a:lnTo>
                    <a:pt x="2044676" y="0"/>
                  </a:lnTo>
                  <a:lnTo>
                    <a:pt x="2092783" y="0"/>
                  </a:lnTo>
                  <a:lnTo>
                    <a:pt x="2140890" y="0"/>
                  </a:lnTo>
                  <a:lnTo>
                    <a:pt x="2188997" y="0"/>
                  </a:lnTo>
                  <a:lnTo>
                    <a:pt x="2237104" y="0"/>
                  </a:lnTo>
                  <a:lnTo>
                    <a:pt x="2285210" y="0"/>
                  </a:lnTo>
                  <a:lnTo>
                    <a:pt x="2333317" y="0"/>
                  </a:lnTo>
                  <a:lnTo>
                    <a:pt x="2381424" y="0"/>
                  </a:lnTo>
                  <a:lnTo>
                    <a:pt x="2429531" y="0"/>
                  </a:lnTo>
                  <a:lnTo>
                    <a:pt x="2477638" y="0"/>
                  </a:lnTo>
                  <a:lnTo>
                    <a:pt x="2525745" y="0"/>
                  </a:lnTo>
                  <a:lnTo>
                    <a:pt x="2573851" y="0"/>
                  </a:lnTo>
                  <a:lnTo>
                    <a:pt x="2621958" y="0"/>
                  </a:lnTo>
                  <a:lnTo>
                    <a:pt x="2670065" y="0"/>
                  </a:lnTo>
                  <a:lnTo>
                    <a:pt x="2718172" y="0"/>
                  </a:lnTo>
                  <a:lnTo>
                    <a:pt x="2766279" y="0"/>
                  </a:lnTo>
                  <a:lnTo>
                    <a:pt x="2814386" y="0"/>
                  </a:lnTo>
                  <a:lnTo>
                    <a:pt x="2862492" y="0"/>
                  </a:lnTo>
                  <a:lnTo>
                    <a:pt x="2910599" y="0"/>
                  </a:lnTo>
                  <a:lnTo>
                    <a:pt x="2958706" y="0"/>
                  </a:lnTo>
                  <a:lnTo>
                    <a:pt x="3006813" y="0"/>
                  </a:lnTo>
                  <a:lnTo>
                    <a:pt x="3054920" y="0"/>
                  </a:lnTo>
                  <a:lnTo>
                    <a:pt x="3103026" y="0"/>
                  </a:lnTo>
                  <a:lnTo>
                    <a:pt x="3151133" y="0"/>
                  </a:lnTo>
                  <a:lnTo>
                    <a:pt x="3199240" y="0"/>
                  </a:lnTo>
                  <a:lnTo>
                    <a:pt x="3247347" y="0"/>
                  </a:lnTo>
                  <a:lnTo>
                    <a:pt x="3295454" y="0"/>
                  </a:lnTo>
                  <a:lnTo>
                    <a:pt x="3343561" y="0"/>
                  </a:lnTo>
                  <a:lnTo>
                    <a:pt x="3391667" y="0"/>
                  </a:lnTo>
                  <a:lnTo>
                    <a:pt x="3439774" y="0"/>
                  </a:lnTo>
                  <a:lnTo>
                    <a:pt x="3487881" y="0"/>
                  </a:lnTo>
                  <a:lnTo>
                    <a:pt x="3535988" y="0"/>
                  </a:lnTo>
                  <a:lnTo>
                    <a:pt x="3584095" y="0"/>
                  </a:lnTo>
                  <a:lnTo>
                    <a:pt x="3632202" y="0"/>
                  </a:lnTo>
                  <a:lnTo>
                    <a:pt x="3680308" y="0"/>
                  </a:lnTo>
                  <a:lnTo>
                    <a:pt x="3728415" y="0"/>
                  </a:lnTo>
                  <a:lnTo>
                    <a:pt x="3776522" y="0"/>
                  </a:lnTo>
                  <a:lnTo>
                    <a:pt x="3824629" y="0"/>
                  </a:lnTo>
                  <a:lnTo>
                    <a:pt x="3872736" y="0"/>
                  </a:lnTo>
                  <a:lnTo>
                    <a:pt x="3920842" y="0"/>
                  </a:lnTo>
                  <a:lnTo>
                    <a:pt x="3968949" y="0"/>
                  </a:lnTo>
                  <a:lnTo>
                    <a:pt x="4017056" y="0"/>
                  </a:lnTo>
                  <a:lnTo>
                    <a:pt x="4065163" y="0"/>
                  </a:lnTo>
                  <a:lnTo>
                    <a:pt x="4113270" y="0"/>
                  </a:lnTo>
                  <a:lnTo>
                    <a:pt x="4161377" y="0"/>
                  </a:lnTo>
                  <a:lnTo>
                    <a:pt x="4209483" y="0"/>
                  </a:lnTo>
                  <a:lnTo>
                    <a:pt x="4257590" y="0"/>
                  </a:lnTo>
                  <a:lnTo>
                    <a:pt x="4305697" y="0"/>
                  </a:lnTo>
                  <a:lnTo>
                    <a:pt x="4342247" y="0"/>
                  </a:lnTo>
                  <a:lnTo>
                    <a:pt x="4342247" y="0"/>
                  </a:lnTo>
                </a:path>
              </a:pathLst>
            </a:custGeom>
            <a:ln w="13550" cap="rnd">
              <a:solidFill>
                <a:srgbClr val="F0F8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g19"/>
            <p:cNvSpPr/>
            <p:nvPr/>
          </p:nvSpPr>
          <p:spPr>
            <a:xfrm>
              <a:off x="5671824" y="250760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DB3AB">
                <a:alpha val="100000"/>
              </a:srgbClr>
            </a:solidFill>
            <a:ln w="5420" cap="flat">
              <a:solidFill>
                <a:srgbClr val="4DB3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g20"/>
            <p:cNvSpPr/>
            <p:nvPr/>
          </p:nvSpPr>
          <p:spPr>
            <a:xfrm>
              <a:off x="5683461" y="250760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DB2AB">
                <a:alpha val="100000"/>
              </a:srgbClr>
            </a:solidFill>
            <a:ln w="5420" cap="flat">
              <a:solidFill>
                <a:srgbClr val="4DB2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g21"/>
            <p:cNvSpPr/>
            <p:nvPr/>
          </p:nvSpPr>
          <p:spPr>
            <a:xfrm>
              <a:off x="5695098" y="250760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DB2AB">
                <a:alpha val="100000"/>
              </a:srgbClr>
            </a:solidFill>
            <a:ln w="5420" cap="flat">
              <a:solidFill>
                <a:srgbClr val="4DB2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g22"/>
            <p:cNvSpPr/>
            <p:nvPr/>
          </p:nvSpPr>
          <p:spPr>
            <a:xfrm>
              <a:off x="5718373" y="250760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DB2AB">
                <a:alpha val="100000"/>
              </a:srgbClr>
            </a:solidFill>
            <a:ln w="5420" cap="flat">
              <a:solidFill>
                <a:srgbClr val="4DB2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pg23"/>
            <p:cNvSpPr/>
            <p:nvPr/>
          </p:nvSpPr>
          <p:spPr>
            <a:xfrm>
              <a:off x="5730010" y="250760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CB2AB">
                <a:alpha val="100000"/>
              </a:srgbClr>
            </a:solidFill>
            <a:ln w="5420" cap="flat">
              <a:solidFill>
                <a:srgbClr val="4CB2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g24"/>
            <p:cNvSpPr/>
            <p:nvPr/>
          </p:nvSpPr>
          <p:spPr>
            <a:xfrm>
              <a:off x="5741648" y="250760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CB1AB">
                <a:alpha val="100000"/>
              </a:srgbClr>
            </a:solidFill>
            <a:ln w="5420" cap="flat">
              <a:solidFill>
                <a:srgbClr val="4CB1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g25"/>
            <p:cNvSpPr/>
            <p:nvPr/>
          </p:nvSpPr>
          <p:spPr>
            <a:xfrm>
              <a:off x="6276965" y="250760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9ADAB">
                <a:alpha val="100000"/>
              </a:srgbClr>
            </a:solidFill>
            <a:ln w="5420" cap="flat">
              <a:solidFill>
                <a:srgbClr val="49AD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" name="pg26"/>
            <p:cNvSpPr/>
            <p:nvPr/>
          </p:nvSpPr>
          <p:spPr>
            <a:xfrm>
              <a:off x="6288602" y="250760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9ADAB">
                <a:alpha val="100000"/>
              </a:srgbClr>
            </a:solidFill>
            <a:ln w="5420" cap="flat">
              <a:solidFill>
                <a:srgbClr val="49AD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" name="pg27"/>
            <p:cNvSpPr/>
            <p:nvPr/>
          </p:nvSpPr>
          <p:spPr>
            <a:xfrm>
              <a:off x="6300240" y="250760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9ADAB">
                <a:alpha val="100000"/>
              </a:srgbClr>
            </a:solidFill>
            <a:ln w="5420" cap="flat">
              <a:solidFill>
                <a:srgbClr val="49AD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" name="pg28"/>
            <p:cNvSpPr/>
            <p:nvPr/>
          </p:nvSpPr>
          <p:spPr>
            <a:xfrm>
              <a:off x="5648549" y="252190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DB3AB">
                <a:alpha val="100000"/>
              </a:srgbClr>
            </a:solidFill>
            <a:ln w="5420" cap="flat">
              <a:solidFill>
                <a:srgbClr val="4DB3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" name="pg29"/>
            <p:cNvSpPr/>
            <p:nvPr/>
          </p:nvSpPr>
          <p:spPr>
            <a:xfrm>
              <a:off x="5660186" y="252190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DB3AB">
                <a:alpha val="100000"/>
              </a:srgbClr>
            </a:solidFill>
            <a:ln w="5420" cap="flat">
              <a:solidFill>
                <a:srgbClr val="4DB3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" name="pg30"/>
            <p:cNvSpPr/>
            <p:nvPr/>
          </p:nvSpPr>
          <p:spPr>
            <a:xfrm>
              <a:off x="5671824" y="252190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DB3AB">
                <a:alpha val="100000"/>
              </a:srgbClr>
            </a:solidFill>
            <a:ln w="5420" cap="flat">
              <a:solidFill>
                <a:srgbClr val="4DB3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" name="pg31"/>
            <p:cNvSpPr/>
            <p:nvPr/>
          </p:nvSpPr>
          <p:spPr>
            <a:xfrm>
              <a:off x="5683461" y="252190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DB2AB">
                <a:alpha val="100000"/>
              </a:srgbClr>
            </a:solidFill>
            <a:ln w="5420" cap="flat">
              <a:solidFill>
                <a:srgbClr val="4DB2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" name="pg32"/>
            <p:cNvSpPr/>
            <p:nvPr/>
          </p:nvSpPr>
          <p:spPr>
            <a:xfrm>
              <a:off x="5695098" y="252190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DB2AB">
                <a:alpha val="100000"/>
              </a:srgbClr>
            </a:solidFill>
            <a:ln w="5420" cap="flat">
              <a:solidFill>
                <a:srgbClr val="4DB2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" name="pg33"/>
            <p:cNvSpPr/>
            <p:nvPr/>
          </p:nvSpPr>
          <p:spPr>
            <a:xfrm>
              <a:off x="5706736" y="252190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DB2AB">
                <a:alpha val="100000"/>
              </a:srgbClr>
            </a:solidFill>
            <a:ln w="5420" cap="flat">
              <a:solidFill>
                <a:srgbClr val="4DB2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" name="pg34"/>
            <p:cNvSpPr/>
            <p:nvPr/>
          </p:nvSpPr>
          <p:spPr>
            <a:xfrm>
              <a:off x="5718373" y="252190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CB2AB">
                <a:alpha val="100000"/>
              </a:srgbClr>
            </a:solidFill>
            <a:ln w="5420" cap="flat">
              <a:solidFill>
                <a:srgbClr val="4CB2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" name="pg35"/>
            <p:cNvSpPr/>
            <p:nvPr/>
          </p:nvSpPr>
          <p:spPr>
            <a:xfrm>
              <a:off x="5730010" y="252190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CB1AB">
                <a:alpha val="100000"/>
              </a:srgbClr>
            </a:solidFill>
            <a:ln w="5420" cap="flat">
              <a:solidFill>
                <a:srgbClr val="4CB1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" name="pg36"/>
            <p:cNvSpPr/>
            <p:nvPr/>
          </p:nvSpPr>
          <p:spPr>
            <a:xfrm>
              <a:off x="5741648" y="252190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CB1AB">
                <a:alpha val="100000"/>
              </a:srgbClr>
            </a:solidFill>
            <a:ln w="5420" cap="flat">
              <a:solidFill>
                <a:srgbClr val="4CB1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" name="pg37"/>
            <p:cNvSpPr/>
            <p:nvPr/>
          </p:nvSpPr>
          <p:spPr>
            <a:xfrm>
              <a:off x="6265328" y="252190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9ADAB">
                <a:alpha val="100000"/>
              </a:srgbClr>
            </a:solidFill>
            <a:ln w="5420" cap="flat">
              <a:solidFill>
                <a:srgbClr val="49AD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" name="pg38"/>
            <p:cNvSpPr/>
            <p:nvPr/>
          </p:nvSpPr>
          <p:spPr>
            <a:xfrm>
              <a:off x="6276965" y="252190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9ADAB">
                <a:alpha val="100000"/>
              </a:srgbClr>
            </a:solidFill>
            <a:ln w="5420" cap="flat">
              <a:solidFill>
                <a:srgbClr val="49AD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" name="pg39"/>
            <p:cNvSpPr/>
            <p:nvPr/>
          </p:nvSpPr>
          <p:spPr>
            <a:xfrm>
              <a:off x="6288602" y="252190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9ADAB">
                <a:alpha val="100000"/>
              </a:srgbClr>
            </a:solidFill>
            <a:ln w="5420" cap="flat">
              <a:solidFill>
                <a:srgbClr val="49AD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" name="pg40"/>
            <p:cNvSpPr/>
            <p:nvPr/>
          </p:nvSpPr>
          <p:spPr>
            <a:xfrm>
              <a:off x="6300240" y="252190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9ADAB">
                <a:alpha val="100000"/>
              </a:srgbClr>
            </a:solidFill>
            <a:ln w="5420" cap="flat">
              <a:solidFill>
                <a:srgbClr val="49AD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" name="pg41"/>
            <p:cNvSpPr/>
            <p:nvPr/>
          </p:nvSpPr>
          <p:spPr>
            <a:xfrm>
              <a:off x="6311877" y="252190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9ADAB">
                <a:alpha val="100000"/>
              </a:srgbClr>
            </a:solidFill>
            <a:ln w="5420" cap="flat">
              <a:solidFill>
                <a:srgbClr val="49AD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" name="pg42"/>
            <p:cNvSpPr/>
            <p:nvPr/>
          </p:nvSpPr>
          <p:spPr>
            <a:xfrm>
              <a:off x="5636912" y="253620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EB3AB">
                <a:alpha val="100000"/>
              </a:srgbClr>
            </a:solidFill>
            <a:ln w="5420" cap="flat">
              <a:solidFill>
                <a:srgbClr val="4EB3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" name="pg43"/>
            <p:cNvSpPr/>
            <p:nvPr/>
          </p:nvSpPr>
          <p:spPr>
            <a:xfrm>
              <a:off x="5648549" y="253620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DB3AB">
                <a:alpha val="100000"/>
              </a:srgbClr>
            </a:solidFill>
            <a:ln w="5420" cap="flat">
              <a:solidFill>
                <a:srgbClr val="4DB3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" name="pg44"/>
            <p:cNvSpPr/>
            <p:nvPr/>
          </p:nvSpPr>
          <p:spPr>
            <a:xfrm>
              <a:off x="5660186" y="253620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DB3AB">
                <a:alpha val="100000"/>
              </a:srgbClr>
            </a:solidFill>
            <a:ln w="5420" cap="flat">
              <a:solidFill>
                <a:srgbClr val="4DB3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" name="pg45"/>
            <p:cNvSpPr/>
            <p:nvPr/>
          </p:nvSpPr>
          <p:spPr>
            <a:xfrm>
              <a:off x="5671824" y="253620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DB2AB">
                <a:alpha val="100000"/>
              </a:srgbClr>
            </a:solidFill>
            <a:ln w="5420" cap="flat">
              <a:solidFill>
                <a:srgbClr val="4DB2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" name="pg46"/>
            <p:cNvSpPr/>
            <p:nvPr/>
          </p:nvSpPr>
          <p:spPr>
            <a:xfrm>
              <a:off x="5683461" y="253620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DB2AB">
                <a:alpha val="100000"/>
              </a:srgbClr>
            </a:solidFill>
            <a:ln w="5420" cap="flat">
              <a:solidFill>
                <a:srgbClr val="4DB2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" name="pg47"/>
            <p:cNvSpPr/>
            <p:nvPr/>
          </p:nvSpPr>
          <p:spPr>
            <a:xfrm>
              <a:off x="5695098" y="253620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DB2AB">
                <a:alpha val="100000"/>
              </a:srgbClr>
            </a:solidFill>
            <a:ln w="5420" cap="flat">
              <a:solidFill>
                <a:srgbClr val="4DB2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" name="pg48"/>
            <p:cNvSpPr/>
            <p:nvPr/>
          </p:nvSpPr>
          <p:spPr>
            <a:xfrm>
              <a:off x="5706736" y="253620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CB2AB">
                <a:alpha val="100000"/>
              </a:srgbClr>
            </a:solidFill>
            <a:ln w="5420" cap="flat">
              <a:solidFill>
                <a:srgbClr val="4CB2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" name="pg49"/>
            <p:cNvSpPr/>
            <p:nvPr/>
          </p:nvSpPr>
          <p:spPr>
            <a:xfrm>
              <a:off x="5718373" y="253620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CB1AB">
                <a:alpha val="100000"/>
              </a:srgbClr>
            </a:solidFill>
            <a:ln w="5420" cap="flat">
              <a:solidFill>
                <a:srgbClr val="4CB1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" name="pg50"/>
            <p:cNvSpPr/>
            <p:nvPr/>
          </p:nvSpPr>
          <p:spPr>
            <a:xfrm>
              <a:off x="5730010" y="253620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CB1AB">
                <a:alpha val="100000"/>
              </a:srgbClr>
            </a:solidFill>
            <a:ln w="5420" cap="flat">
              <a:solidFill>
                <a:srgbClr val="4CB1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" name="pg51"/>
            <p:cNvSpPr/>
            <p:nvPr/>
          </p:nvSpPr>
          <p:spPr>
            <a:xfrm>
              <a:off x="5741648" y="253620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CB1AB">
                <a:alpha val="100000"/>
              </a:srgbClr>
            </a:solidFill>
            <a:ln w="5420" cap="flat">
              <a:solidFill>
                <a:srgbClr val="4CB1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" name="pg52"/>
            <p:cNvSpPr/>
            <p:nvPr/>
          </p:nvSpPr>
          <p:spPr>
            <a:xfrm>
              <a:off x="5753285" y="253620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CB1AB">
                <a:alpha val="100000"/>
              </a:srgbClr>
            </a:solidFill>
            <a:ln w="5420" cap="flat">
              <a:solidFill>
                <a:srgbClr val="4CB1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" name="pg53"/>
            <p:cNvSpPr/>
            <p:nvPr/>
          </p:nvSpPr>
          <p:spPr>
            <a:xfrm>
              <a:off x="6265328" y="253620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8ACAB">
                <a:alpha val="100000"/>
              </a:srgbClr>
            </a:solidFill>
            <a:ln w="5420" cap="flat">
              <a:solidFill>
                <a:srgbClr val="48AC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" name="pg54"/>
            <p:cNvSpPr/>
            <p:nvPr/>
          </p:nvSpPr>
          <p:spPr>
            <a:xfrm>
              <a:off x="6276965" y="253620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8ACAB">
                <a:alpha val="100000"/>
              </a:srgbClr>
            </a:solidFill>
            <a:ln w="5420" cap="flat">
              <a:solidFill>
                <a:srgbClr val="48AC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" name="pg55"/>
            <p:cNvSpPr/>
            <p:nvPr/>
          </p:nvSpPr>
          <p:spPr>
            <a:xfrm>
              <a:off x="6288602" y="253620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8ACAB">
                <a:alpha val="100000"/>
              </a:srgbClr>
            </a:solidFill>
            <a:ln w="5420" cap="flat">
              <a:solidFill>
                <a:srgbClr val="48AC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" name="pg56"/>
            <p:cNvSpPr/>
            <p:nvPr/>
          </p:nvSpPr>
          <p:spPr>
            <a:xfrm>
              <a:off x="6300240" y="253620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8ACAB">
                <a:alpha val="100000"/>
              </a:srgbClr>
            </a:solidFill>
            <a:ln w="5420" cap="flat">
              <a:solidFill>
                <a:srgbClr val="48AC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" name="pg57"/>
            <p:cNvSpPr/>
            <p:nvPr/>
          </p:nvSpPr>
          <p:spPr>
            <a:xfrm>
              <a:off x="6311877" y="253620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8ACAB">
                <a:alpha val="100000"/>
              </a:srgbClr>
            </a:solidFill>
            <a:ln w="5420" cap="flat">
              <a:solidFill>
                <a:srgbClr val="48AC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" name="pg58"/>
            <p:cNvSpPr/>
            <p:nvPr/>
          </p:nvSpPr>
          <p:spPr>
            <a:xfrm>
              <a:off x="5578725" y="255050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EB4AB">
                <a:alpha val="100000"/>
              </a:srgbClr>
            </a:solidFill>
            <a:ln w="5420" cap="flat">
              <a:solidFill>
                <a:srgbClr val="4EB4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" name="pg59"/>
            <p:cNvSpPr/>
            <p:nvPr/>
          </p:nvSpPr>
          <p:spPr>
            <a:xfrm>
              <a:off x="5590363" y="255050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EB4AB">
                <a:alpha val="100000"/>
              </a:srgbClr>
            </a:solidFill>
            <a:ln w="5420" cap="flat">
              <a:solidFill>
                <a:srgbClr val="4EB4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" name="pg60"/>
            <p:cNvSpPr/>
            <p:nvPr/>
          </p:nvSpPr>
          <p:spPr>
            <a:xfrm>
              <a:off x="5602000" y="255050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EB4AB">
                <a:alpha val="100000"/>
              </a:srgbClr>
            </a:solidFill>
            <a:ln w="5420" cap="flat">
              <a:solidFill>
                <a:srgbClr val="4EB4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" name="pg61"/>
            <p:cNvSpPr/>
            <p:nvPr/>
          </p:nvSpPr>
          <p:spPr>
            <a:xfrm>
              <a:off x="5613637" y="255050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EB3AB">
                <a:alpha val="100000"/>
              </a:srgbClr>
            </a:solidFill>
            <a:ln w="5420" cap="flat">
              <a:solidFill>
                <a:srgbClr val="4EB3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" name="pg62"/>
            <p:cNvSpPr/>
            <p:nvPr/>
          </p:nvSpPr>
          <p:spPr>
            <a:xfrm>
              <a:off x="5625275" y="255050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EB3AB">
                <a:alpha val="100000"/>
              </a:srgbClr>
            </a:solidFill>
            <a:ln w="5420" cap="flat">
              <a:solidFill>
                <a:srgbClr val="4EB3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" name="pg63"/>
            <p:cNvSpPr/>
            <p:nvPr/>
          </p:nvSpPr>
          <p:spPr>
            <a:xfrm>
              <a:off x="5636912" y="255050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EB3AB">
                <a:alpha val="100000"/>
              </a:srgbClr>
            </a:solidFill>
            <a:ln w="5420" cap="flat">
              <a:solidFill>
                <a:srgbClr val="4EB3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" name="pg64"/>
            <p:cNvSpPr/>
            <p:nvPr/>
          </p:nvSpPr>
          <p:spPr>
            <a:xfrm>
              <a:off x="5648549" y="255050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DB3AB">
                <a:alpha val="100000"/>
              </a:srgbClr>
            </a:solidFill>
            <a:ln w="5420" cap="flat">
              <a:solidFill>
                <a:srgbClr val="4DB3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" name="pg65"/>
            <p:cNvSpPr/>
            <p:nvPr/>
          </p:nvSpPr>
          <p:spPr>
            <a:xfrm>
              <a:off x="5660186" y="255050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DB3AB">
                <a:alpha val="100000"/>
              </a:srgbClr>
            </a:solidFill>
            <a:ln w="5420" cap="flat">
              <a:solidFill>
                <a:srgbClr val="4DB3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" name="pg66"/>
            <p:cNvSpPr/>
            <p:nvPr/>
          </p:nvSpPr>
          <p:spPr>
            <a:xfrm>
              <a:off x="5671824" y="255050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DB2AB">
                <a:alpha val="100000"/>
              </a:srgbClr>
            </a:solidFill>
            <a:ln w="5420" cap="flat">
              <a:solidFill>
                <a:srgbClr val="4DB2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" name="pg67"/>
            <p:cNvSpPr/>
            <p:nvPr/>
          </p:nvSpPr>
          <p:spPr>
            <a:xfrm>
              <a:off x="5683461" y="255050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DB2AB">
                <a:alpha val="100000"/>
              </a:srgbClr>
            </a:solidFill>
            <a:ln w="5420" cap="flat">
              <a:solidFill>
                <a:srgbClr val="4DB2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" name="pg68"/>
            <p:cNvSpPr/>
            <p:nvPr/>
          </p:nvSpPr>
          <p:spPr>
            <a:xfrm>
              <a:off x="5695098" y="255050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DB2AB">
                <a:alpha val="100000"/>
              </a:srgbClr>
            </a:solidFill>
            <a:ln w="5420" cap="flat">
              <a:solidFill>
                <a:srgbClr val="4DB2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" name="pg69"/>
            <p:cNvSpPr/>
            <p:nvPr/>
          </p:nvSpPr>
          <p:spPr>
            <a:xfrm>
              <a:off x="5706736" y="255050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CB1AB">
                <a:alpha val="100000"/>
              </a:srgbClr>
            </a:solidFill>
            <a:ln w="5420" cap="flat">
              <a:solidFill>
                <a:srgbClr val="4CB1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" name="pg70"/>
            <p:cNvSpPr/>
            <p:nvPr/>
          </p:nvSpPr>
          <p:spPr>
            <a:xfrm>
              <a:off x="5718373" y="255050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CB1AB">
                <a:alpha val="100000"/>
              </a:srgbClr>
            </a:solidFill>
            <a:ln w="5420" cap="flat">
              <a:solidFill>
                <a:srgbClr val="4CB1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" name="pg71"/>
            <p:cNvSpPr/>
            <p:nvPr/>
          </p:nvSpPr>
          <p:spPr>
            <a:xfrm>
              <a:off x="5730010" y="255050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CB1AB">
                <a:alpha val="100000"/>
              </a:srgbClr>
            </a:solidFill>
            <a:ln w="5420" cap="flat">
              <a:solidFill>
                <a:srgbClr val="4CB1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" name="pg72"/>
            <p:cNvSpPr/>
            <p:nvPr/>
          </p:nvSpPr>
          <p:spPr>
            <a:xfrm>
              <a:off x="5741648" y="255050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CB1AB">
                <a:alpha val="100000"/>
              </a:srgbClr>
            </a:solidFill>
            <a:ln w="5420" cap="flat">
              <a:solidFill>
                <a:srgbClr val="4CB1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" name="pg73"/>
            <p:cNvSpPr/>
            <p:nvPr/>
          </p:nvSpPr>
          <p:spPr>
            <a:xfrm>
              <a:off x="6276965" y="255050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8ACAA">
                <a:alpha val="100000"/>
              </a:srgbClr>
            </a:solidFill>
            <a:ln w="5420" cap="flat">
              <a:solidFill>
                <a:srgbClr val="48AC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" name="pg74"/>
            <p:cNvSpPr/>
            <p:nvPr/>
          </p:nvSpPr>
          <p:spPr>
            <a:xfrm>
              <a:off x="6288602" y="255050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8ACAA">
                <a:alpha val="100000"/>
              </a:srgbClr>
            </a:solidFill>
            <a:ln w="5420" cap="flat">
              <a:solidFill>
                <a:srgbClr val="48AC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" name="pg75"/>
            <p:cNvSpPr/>
            <p:nvPr/>
          </p:nvSpPr>
          <p:spPr>
            <a:xfrm>
              <a:off x="6300240" y="255050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8ACAA">
                <a:alpha val="100000"/>
              </a:srgbClr>
            </a:solidFill>
            <a:ln w="5420" cap="flat">
              <a:solidFill>
                <a:srgbClr val="48AC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" name="pg76"/>
            <p:cNvSpPr/>
            <p:nvPr/>
          </p:nvSpPr>
          <p:spPr>
            <a:xfrm>
              <a:off x="5543813" y="256480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FB5AB">
                <a:alpha val="100000"/>
              </a:srgbClr>
            </a:solidFill>
            <a:ln w="5420" cap="flat">
              <a:solidFill>
                <a:srgbClr val="4FB5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" name="pg77"/>
            <p:cNvSpPr/>
            <p:nvPr/>
          </p:nvSpPr>
          <p:spPr>
            <a:xfrm>
              <a:off x="5555451" y="256480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FB5AB">
                <a:alpha val="100000"/>
              </a:srgbClr>
            </a:solidFill>
            <a:ln w="5420" cap="flat">
              <a:solidFill>
                <a:srgbClr val="4FB5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" name="pg78"/>
            <p:cNvSpPr/>
            <p:nvPr/>
          </p:nvSpPr>
          <p:spPr>
            <a:xfrm>
              <a:off x="5567088" y="256480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FB4AB">
                <a:alpha val="100000"/>
              </a:srgbClr>
            </a:solidFill>
            <a:ln w="5420" cap="flat">
              <a:solidFill>
                <a:srgbClr val="4FB4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" name="pg79"/>
            <p:cNvSpPr/>
            <p:nvPr/>
          </p:nvSpPr>
          <p:spPr>
            <a:xfrm>
              <a:off x="5578725" y="256480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EB4AB">
                <a:alpha val="100000"/>
              </a:srgbClr>
            </a:solidFill>
            <a:ln w="5420" cap="flat">
              <a:solidFill>
                <a:srgbClr val="4EB4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" name="pg80"/>
            <p:cNvSpPr/>
            <p:nvPr/>
          </p:nvSpPr>
          <p:spPr>
            <a:xfrm>
              <a:off x="5590363" y="256480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EB4AB">
                <a:alpha val="100000"/>
              </a:srgbClr>
            </a:solidFill>
            <a:ln w="5420" cap="flat">
              <a:solidFill>
                <a:srgbClr val="4EB4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" name="pg81"/>
            <p:cNvSpPr/>
            <p:nvPr/>
          </p:nvSpPr>
          <p:spPr>
            <a:xfrm>
              <a:off x="5602000" y="256480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EB4AB">
                <a:alpha val="100000"/>
              </a:srgbClr>
            </a:solidFill>
            <a:ln w="5420" cap="flat">
              <a:solidFill>
                <a:srgbClr val="4EB4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" name="pg82"/>
            <p:cNvSpPr/>
            <p:nvPr/>
          </p:nvSpPr>
          <p:spPr>
            <a:xfrm>
              <a:off x="5613637" y="256480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EB3AB">
                <a:alpha val="100000"/>
              </a:srgbClr>
            </a:solidFill>
            <a:ln w="5420" cap="flat">
              <a:solidFill>
                <a:srgbClr val="4EB3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" name="pg83"/>
            <p:cNvSpPr/>
            <p:nvPr/>
          </p:nvSpPr>
          <p:spPr>
            <a:xfrm>
              <a:off x="5625275" y="256480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EB3AB">
                <a:alpha val="100000"/>
              </a:srgbClr>
            </a:solidFill>
            <a:ln w="5420" cap="flat">
              <a:solidFill>
                <a:srgbClr val="4EB3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" name="pg84"/>
            <p:cNvSpPr/>
            <p:nvPr/>
          </p:nvSpPr>
          <p:spPr>
            <a:xfrm>
              <a:off x="5636912" y="256480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DB3AB">
                <a:alpha val="100000"/>
              </a:srgbClr>
            </a:solidFill>
            <a:ln w="5420" cap="flat">
              <a:solidFill>
                <a:srgbClr val="4DB3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" name="pg85"/>
            <p:cNvSpPr/>
            <p:nvPr/>
          </p:nvSpPr>
          <p:spPr>
            <a:xfrm>
              <a:off x="5648549" y="256480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DB3AB">
                <a:alpha val="100000"/>
              </a:srgbClr>
            </a:solidFill>
            <a:ln w="5420" cap="flat">
              <a:solidFill>
                <a:srgbClr val="4DB3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" name="pg86"/>
            <p:cNvSpPr/>
            <p:nvPr/>
          </p:nvSpPr>
          <p:spPr>
            <a:xfrm>
              <a:off x="5660186" y="256480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DB2AB">
                <a:alpha val="100000"/>
              </a:srgbClr>
            </a:solidFill>
            <a:ln w="5420" cap="flat">
              <a:solidFill>
                <a:srgbClr val="4DB2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" name="pg87"/>
            <p:cNvSpPr/>
            <p:nvPr/>
          </p:nvSpPr>
          <p:spPr>
            <a:xfrm>
              <a:off x="5671824" y="256480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DB2AB">
                <a:alpha val="100000"/>
              </a:srgbClr>
            </a:solidFill>
            <a:ln w="5420" cap="flat">
              <a:solidFill>
                <a:srgbClr val="4DB2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" name="pg88"/>
            <p:cNvSpPr/>
            <p:nvPr/>
          </p:nvSpPr>
          <p:spPr>
            <a:xfrm>
              <a:off x="5683461" y="256480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DB2AB">
                <a:alpha val="100000"/>
              </a:srgbClr>
            </a:solidFill>
            <a:ln w="5420" cap="flat">
              <a:solidFill>
                <a:srgbClr val="4DB2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" name="pg89"/>
            <p:cNvSpPr/>
            <p:nvPr/>
          </p:nvSpPr>
          <p:spPr>
            <a:xfrm>
              <a:off x="5695098" y="256480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CB2AB">
                <a:alpha val="100000"/>
              </a:srgbClr>
            </a:solidFill>
            <a:ln w="5420" cap="flat">
              <a:solidFill>
                <a:srgbClr val="4CB2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" name="pg90"/>
            <p:cNvSpPr/>
            <p:nvPr/>
          </p:nvSpPr>
          <p:spPr>
            <a:xfrm>
              <a:off x="5706736" y="256480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CB1AB">
                <a:alpha val="100000"/>
              </a:srgbClr>
            </a:solidFill>
            <a:ln w="5420" cap="flat">
              <a:solidFill>
                <a:srgbClr val="4CB1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" name="pg91"/>
            <p:cNvSpPr/>
            <p:nvPr/>
          </p:nvSpPr>
          <p:spPr>
            <a:xfrm>
              <a:off x="5718373" y="256480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CB1AB">
                <a:alpha val="100000"/>
              </a:srgbClr>
            </a:solidFill>
            <a:ln w="5420" cap="flat">
              <a:solidFill>
                <a:srgbClr val="4CB1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" name="pg92"/>
            <p:cNvSpPr/>
            <p:nvPr/>
          </p:nvSpPr>
          <p:spPr>
            <a:xfrm>
              <a:off x="5730010" y="256480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CB1AB">
                <a:alpha val="100000"/>
              </a:srgbClr>
            </a:solidFill>
            <a:ln w="5420" cap="flat">
              <a:solidFill>
                <a:srgbClr val="4CB1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" name="pg93"/>
            <p:cNvSpPr/>
            <p:nvPr/>
          </p:nvSpPr>
          <p:spPr>
            <a:xfrm>
              <a:off x="6288602" y="256480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8ACAA">
                <a:alpha val="100000"/>
              </a:srgbClr>
            </a:solidFill>
            <a:ln w="5420" cap="flat">
              <a:solidFill>
                <a:srgbClr val="48AC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" name="pg94"/>
            <p:cNvSpPr/>
            <p:nvPr/>
          </p:nvSpPr>
          <p:spPr>
            <a:xfrm>
              <a:off x="5532176" y="257910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FB5AB">
                <a:alpha val="100000"/>
              </a:srgbClr>
            </a:solidFill>
            <a:ln w="5420" cap="flat">
              <a:solidFill>
                <a:srgbClr val="4FB5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" name="pg95"/>
            <p:cNvSpPr/>
            <p:nvPr/>
          </p:nvSpPr>
          <p:spPr>
            <a:xfrm>
              <a:off x="5543813" y="257910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FB5AB">
                <a:alpha val="100000"/>
              </a:srgbClr>
            </a:solidFill>
            <a:ln w="5420" cap="flat">
              <a:solidFill>
                <a:srgbClr val="4FB5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" name="pg96"/>
            <p:cNvSpPr/>
            <p:nvPr/>
          </p:nvSpPr>
          <p:spPr>
            <a:xfrm>
              <a:off x="5555451" y="257910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FB5AB">
                <a:alpha val="100000"/>
              </a:srgbClr>
            </a:solidFill>
            <a:ln w="5420" cap="flat">
              <a:solidFill>
                <a:srgbClr val="4FB5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7" name="pg97"/>
            <p:cNvSpPr/>
            <p:nvPr/>
          </p:nvSpPr>
          <p:spPr>
            <a:xfrm>
              <a:off x="5567088" y="257910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FB4AB">
                <a:alpha val="100000"/>
              </a:srgbClr>
            </a:solidFill>
            <a:ln w="5420" cap="flat">
              <a:solidFill>
                <a:srgbClr val="4FB4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8" name="pg98"/>
            <p:cNvSpPr/>
            <p:nvPr/>
          </p:nvSpPr>
          <p:spPr>
            <a:xfrm>
              <a:off x="5578725" y="257910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EB4AB">
                <a:alpha val="100000"/>
              </a:srgbClr>
            </a:solidFill>
            <a:ln w="5420" cap="flat">
              <a:solidFill>
                <a:srgbClr val="4EB4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9" name="pg99"/>
            <p:cNvSpPr/>
            <p:nvPr/>
          </p:nvSpPr>
          <p:spPr>
            <a:xfrm>
              <a:off x="5590363" y="257910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EB4AB">
                <a:alpha val="100000"/>
              </a:srgbClr>
            </a:solidFill>
            <a:ln w="5420" cap="flat">
              <a:solidFill>
                <a:srgbClr val="4EB4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0" name="pg100"/>
            <p:cNvSpPr/>
            <p:nvPr/>
          </p:nvSpPr>
          <p:spPr>
            <a:xfrm>
              <a:off x="5602000" y="257910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EB4AB">
                <a:alpha val="100000"/>
              </a:srgbClr>
            </a:solidFill>
            <a:ln w="5420" cap="flat">
              <a:solidFill>
                <a:srgbClr val="4EB4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1" name="pg101"/>
            <p:cNvSpPr/>
            <p:nvPr/>
          </p:nvSpPr>
          <p:spPr>
            <a:xfrm>
              <a:off x="5613637" y="257910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EB3AB">
                <a:alpha val="100000"/>
              </a:srgbClr>
            </a:solidFill>
            <a:ln w="5420" cap="flat">
              <a:solidFill>
                <a:srgbClr val="4EB3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2" name="pg102"/>
            <p:cNvSpPr/>
            <p:nvPr/>
          </p:nvSpPr>
          <p:spPr>
            <a:xfrm>
              <a:off x="5625275" y="257910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EB3AB">
                <a:alpha val="100000"/>
              </a:srgbClr>
            </a:solidFill>
            <a:ln w="5420" cap="flat">
              <a:solidFill>
                <a:srgbClr val="4EB3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3" name="pg103"/>
            <p:cNvSpPr/>
            <p:nvPr/>
          </p:nvSpPr>
          <p:spPr>
            <a:xfrm>
              <a:off x="5636912" y="257910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DB3AB">
                <a:alpha val="100000"/>
              </a:srgbClr>
            </a:solidFill>
            <a:ln w="5420" cap="flat">
              <a:solidFill>
                <a:srgbClr val="4DB3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4" name="pg104"/>
            <p:cNvSpPr/>
            <p:nvPr/>
          </p:nvSpPr>
          <p:spPr>
            <a:xfrm>
              <a:off x="5648549" y="257910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DB3AB">
                <a:alpha val="100000"/>
              </a:srgbClr>
            </a:solidFill>
            <a:ln w="5420" cap="flat">
              <a:solidFill>
                <a:srgbClr val="4DB3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5" name="pg105"/>
            <p:cNvSpPr/>
            <p:nvPr/>
          </p:nvSpPr>
          <p:spPr>
            <a:xfrm>
              <a:off x="5660186" y="257910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DB2AB">
                <a:alpha val="100000"/>
              </a:srgbClr>
            </a:solidFill>
            <a:ln w="5420" cap="flat">
              <a:solidFill>
                <a:srgbClr val="4DB2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6" name="pg106"/>
            <p:cNvSpPr/>
            <p:nvPr/>
          </p:nvSpPr>
          <p:spPr>
            <a:xfrm>
              <a:off x="5671824" y="257910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DB2AB">
                <a:alpha val="100000"/>
              </a:srgbClr>
            </a:solidFill>
            <a:ln w="5420" cap="flat">
              <a:solidFill>
                <a:srgbClr val="4DB2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7" name="pg107"/>
            <p:cNvSpPr/>
            <p:nvPr/>
          </p:nvSpPr>
          <p:spPr>
            <a:xfrm>
              <a:off x="5683461" y="257910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CB2AB">
                <a:alpha val="100000"/>
              </a:srgbClr>
            </a:solidFill>
            <a:ln w="5420" cap="flat">
              <a:solidFill>
                <a:srgbClr val="4CB2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8" name="pg108"/>
            <p:cNvSpPr/>
            <p:nvPr/>
          </p:nvSpPr>
          <p:spPr>
            <a:xfrm>
              <a:off x="5695098" y="257910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CB1AB">
                <a:alpha val="100000"/>
              </a:srgbClr>
            </a:solidFill>
            <a:ln w="5420" cap="flat">
              <a:solidFill>
                <a:srgbClr val="4CB1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9" name="pg109"/>
            <p:cNvSpPr/>
            <p:nvPr/>
          </p:nvSpPr>
          <p:spPr>
            <a:xfrm>
              <a:off x="5508901" y="259340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0B6AB">
                <a:alpha val="100000"/>
              </a:srgbClr>
            </a:solidFill>
            <a:ln w="5420" cap="flat">
              <a:solidFill>
                <a:srgbClr val="50B6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0" name="pg110"/>
            <p:cNvSpPr/>
            <p:nvPr/>
          </p:nvSpPr>
          <p:spPr>
            <a:xfrm>
              <a:off x="5520539" y="259340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FB5AB">
                <a:alpha val="100000"/>
              </a:srgbClr>
            </a:solidFill>
            <a:ln w="5420" cap="flat">
              <a:solidFill>
                <a:srgbClr val="4FB5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1" name="pg111"/>
            <p:cNvSpPr/>
            <p:nvPr/>
          </p:nvSpPr>
          <p:spPr>
            <a:xfrm>
              <a:off x="5532176" y="259340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FB5AB">
                <a:alpha val="100000"/>
              </a:srgbClr>
            </a:solidFill>
            <a:ln w="5420" cap="flat">
              <a:solidFill>
                <a:srgbClr val="4FB5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2" name="pg112"/>
            <p:cNvSpPr/>
            <p:nvPr/>
          </p:nvSpPr>
          <p:spPr>
            <a:xfrm>
              <a:off x="5543813" y="259340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FB5AB">
                <a:alpha val="100000"/>
              </a:srgbClr>
            </a:solidFill>
            <a:ln w="5420" cap="flat">
              <a:solidFill>
                <a:srgbClr val="4FB5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3" name="pg113"/>
            <p:cNvSpPr/>
            <p:nvPr/>
          </p:nvSpPr>
          <p:spPr>
            <a:xfrm>
              <a:off x="5555451" y="259340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FB5AB">
                <a:alpha val="100000"/>
              </a:srgbClr>
            </a:solidFill>
            <a:ln w="5420" cap="flat">
              <a:solidFill>
                <a:srgbClr val="4FB5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4" name="pg114"/>
            <p:cNvSpPr/>
            <p:nvPr/>
          </p:nvSpPr>
          <p:spPr>
            <a:xfrm>
              <a:off x="5567088" y="259340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FB4AB">
                <a:alpha val="100000"/>
              </a:srgbClr>
            </a:solidFill>
            <a:ln w="5420" cap="flat">
              <a:solidFill>
                <a:srgbClr val="4FB4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5" name="pg115"/>
            <p:cNvSpPr/>
            <p:nvPr/>
          </p:nvSpPr>
          <p:spPr>
            <a:xfrm>
              <a:off x="5578725" y="259340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EB4AB">
                <a:alpha val="100000"/>
              </a:srgbClr>
            </a:solidFill>
            <a:ln w="5420" cap="flat">
              <a:solidFill>
                <a:srgbClr val="4EB4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6" name="pg116"/>
            <p:cNvSpPr/>
            <p:nvPr/>
          </p:nvSpPr>
          <p:spPr>
            <a:xfrm>
              <a:off x="5590363" y="259340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EB4AB">
                <a:alpha val="100000"/>
              </a:srgbClr>
            </a:solidFill>
            <a:ln w="5420" cap="flat">
              <a:solidFill>
                <a:srgbClr val="4EB4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7" name="pg117"/>
            <p:cNvSpPr/>
            <p:nvPr/>
          </p:nvSpPr>
          <p:spPr>
            <a:xfrm>
              <a:off x="5602000" y="259340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EB4AB">
                <a:alpha val="100000"/>
              </a:srgbClr>
            </a:solidFill>
            <a:ln w="5420" cap="flat">
              <a:solidFill>
                <a:srgbClr val="4EB4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8" name="pg118"/>
            <p:cNvSpPr/>
            <p:nvPr/>
          </p:nvSpPr>
          <p:spPr>
            <a:xfrm>
              <a:off x="5613637" y="259340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EB3AB">
                <a:alpha val="100000"/>
              </a:srgbClr>
            </a:solidFill>
            <a:ln w="5420" cap="flat">
              <a:solidFill>
                <a:srgbClr val="4EB3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9" name="pg119"/>
            <p:cNvSpPr/>
            <p:nvPr/>
          </p:nvSpPr>
          <p:spPr>
            <a:xfrm>
              <a:off x="5625275" y="259340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EB3AB">
                <a:alpha val="100000"/>
              </a:srgbClr>
            </a:solidFill>
            <a:ln w="5420" cap="flat">
              <a:solidFill>
                <a:srgbClr val="4EB3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0" name="pg120"/>
            <p:cNvSpPr/>
            <p:nvPr/>
          </p:nvSpPr>
          <p:spPr>
            <a:xfrm>
              <a:off x="5636912" y="259340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DB3AB">
                <a:alpha val="100000"/>
              </a:srgbClr>
            </a:solidFill>
            <a:ln w="5420" cap="flat">
              <a:solidFill>
                <a:srgbClr val="4DB3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1" name="pg121"/>
            <p:cNvSpPr/>
            <p:nvPr/>
          </p:nvSpPr>
          <p:spPr>
            <a:xfrm>
              <a:off x="5648549" y="259340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DB3AB">
                <a:alpha val="100000"/>
              </a:srgbClr>
            </a:solidFill>
            <a:ln w="5420" cap="flat">
              <a:solidFill>
                <a:srgbClr val="4DB3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2" name="pg122"/>
            <p:cNvSpPr/>
            <p:nvPr/>
          </p:nvSpPr>
          <p:spPr>
            <a:xfrm>
              <a:off x="5660186" y="259340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DB2AB">
                <a:alpha val="100000"/>
              </a:srgbClr>
            </a:solidFill>
            <a:ln w="5420" cap="flat">
              <a:solidFill>
                <a:srgbClr val="4DB2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3" name="pg123"/>
            <p:cNvSpPr/>
            <p:nvPr/>
          </p:nvSpPr>
          <p:spPr>
            <a:xfrm>
              <a:off x="5473989" y="260770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0B6AB">
                <a:alpha val="100000"/>
              </a:srgbClr>
            </a:solidFill>
            <a:ln w="5420" cap="flat">
              <a:solidFill>
                <a:srgbClr val="50B6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4" name="pg124"/>
            <p:cNvSpPr/>
            <p:nvPr/>
          </p:nvSpPr>
          <p:spPr>
            <a:xfrm>
              <a:off x="5485627" y="260770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0B6AB">
                <a:alpha val="100000"/>
              </a:srgbClr>
            </a:solidFill>
            <a:ln w="5420" cap="flat">
              <a:solidFill>
                <a:srgbClr val="50B6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5" name="pg125"/>
            <p:cNvSpPr/>
            <p:nvPr/>
          </p:nvSpPr>
          <p:spPr>
            <a:xfrm>
              <a:off x="5497264" y="260770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0B6AB">
                <a:alpha val="100000"/>
              </a:srgbClr>
            </a:solidFill>
            <a:ln w="5420" cap="flat">
              <a:solidFill>
                <a:srgbClr val="50B6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6" name="pg126"/>
            <p:cNvSpPr/>
            <p:nvPr/>
          </p:nvSpPr>
          <p:spPr>
            <a:xfrm>
              <a:off x="5508901" y="260770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0B6AB">
                <a:alpha val="100000"/>
              </a:srgbClr>
            </a:solidFill>
            <a:ln w="5420" cap="flat">
              <a:solidFill>
                <a:srgbClr val="50B6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7" name="pg127"/>
            <p:cNvSpPr/>
            <p:nvPr/>
          </p:nvSpPr>
          <p:spPr>
            <a:xfrm>
              <a:off x="5520539" y="260770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FB6AB">
                <a:alpha val="100000"/>
              </a:srgbClr>
            </a:solidFill>
            <a:ln w="5420" cap="flat">
              <a:solidFill>
                <a:srgbClr val="4FB6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8" name="pg128"/>
            <p:cNvSpPr/>
            <p:nvPr/>
          </p:nvSpPr>
          <p:spPr>
            <a:xfrm>
              <a:off x="5532176" y="260770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FB5AB">
                <a:alpha val="100000"/>
              </a:srgbClr>
            </a:solidFill>
            <a:ln w="5420" cap="flat">
              <a:solidFill>
                <a:srgbClr val="4FB5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9" name="pg129"/>
            <p:cNvSpPr/>
            <p:nvPr/>
          </p:nvSpPr>
          <p:spPr>
            <a:xfrm>
              <a:off x="5543813" y="260770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FB5AB">
                <a:alpha val="100000"/>
              </a:srgbClr>
            </a:solidFill>
            <a:ln w="5420" cap="flat">
              <a:solidFill>
                <a:srgbClr val="4FB5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0" name="pg130"/>
            <p:cNvSpPr/>
            <p:nvPr/>
          </p:nvSpPr>
          <p:spPr>
            <a:xfrm>
              <a:off x="5555451" y="260770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FB5AB">
                <a:alpha val="100000"/>
              </a:srgbClr>
            </a:solidFill>
            <a:ln w="5420" cap="flat">
              <a:solidFill>
                <a:srgbClr val="4FB5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1" name="pg131"/>
            <p:cNvSpPr/>
            <p:nvPr/>
          </p:nvSpPr>
          <p:spPr>
            <a:xfrm>
              <a:off x="5567088" y="260770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FB4AB">
                <a:alpha val="100000"/>
              </a:srgbClr>
            </a:solidFill>
            <a:ln w="5420" cap="flat">
              <a:solidFill>
                <a:srgbClr val="4FB4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2" name="pg132"/>
            <p:cNvSpPr/>
            <p:nvPr/>
          </p:nvSpPr>
          <p:spPr>
            <a:xfrm>
              <a:off x="5578725" y="260770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EB4AB">
                <a:alpha val="100000"/>
              </a:srgbClr>
            </a:solidFill>
            <a:ln w="5420" cap="flat">
              <a:solidFill>
                <a:srgbClr val="4EB4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3" name="pg133"/>
            <p:cNvSpPr/>
            <p:nvPr/>
          </p:nvSpPr>
          <p:spPr>
            <a:xfrm>
              <a:off x="5590363" y="260770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EB4AB">
                <a:alpha val="100000"/>
              </a:srgbClr>
            </a:solidFill>
            <a:ln w="5420" cap="flat">
              <a:solidFill>
                <a:srgbClr val="4EB4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4" name="pg134"/>
            <p:cNvSpPr/>
            <p:nvPr/>
          </p:nvSpPr>
          <p:spPr>
            <a:xfrm>
              <a:off x="5602000" y="260770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EB4AB">
                <a:alpha val="100000"/>
              </a:srgbClr>
            </a:solidFill>
            <a:ln w="5420" cap="flat">
              <a:solidFill>
                <a:srgbClr val="4EB4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5" name="pg135"/>
            <p:cNvSpPr/>
            <p:nvPr/>
          </p:nvSpPr>
          <p:spPr>
            <a:xfrm>
              <a:off x="5613637" y="260770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EB3AB">
                <a:alpha val="100000"/>
              </a:srgbClr>
            </a:solidFill>
            <a:ln w="5420" cap="flat">
              <a:solidFill>
                <a:srgbClr val="4EB3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6" name="pg136"/>
            <p:cNvSpPr/>
            <p:nvPr/>
          </p:nvSpPr>
          <p:spPr>
            <a:xfrm>
              <a:off x="5625275" y="260770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EB3AB">
                <a:alpha val="100000"/>
              </a:srgbClr>
            </a:solidFill>
            <a:ln w="5420" cap="flat">
              <a:solidFill>
                <a:srgbClr val="4EB3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7" name="pg137"/>
            <p:cNvSpPr/>
            <p:nvPr/>
          </p:nvSpPr>
          <p:spPr>
            <a:xfrm>
              <a:off x="5450715" y="262200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0B7AB">
                <a:alpha val="100000"/>
              </a:srgbClr>
            </a:solidFill>
            <a:ln w="5420" cap="flat">
              <a:solidFill>
                <a:srgbClr val="50B7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8" name="pg138"/>
            <p:cNvSpPr/>
            <p:nvPr/>
          </p:nvSpPr>
          <p:spPr>
            <a:xfrm>
              <a:off x="5462352" y="262200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0B7AB">
                <a:alpha val="100000"/>
              </a:srgbClr>
            </a:solidFill>
            <a:ln w="5420" cap="flat">
              <a:solidFill>
                <a:srgbClr val="50B7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9" name="pg139"/>
            <p:cNvSpPr/>
            <p:nvPr/>
          </p:nvSpPr>
          <p:spPr>
            <a:xfrm>
              <a:off x="5473989" y="262200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0B7AB">
                <a:alpha val="100000"/>
              </a:srgbClr>
            </a:solidFill>
            <a:ln w="5420" cap="flat">
              <a:solidFill>
                <a:srgbClr val="50B7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0" name="pg140"/>
            <p:cNvSpPr/>
            <p:nvPr/>
          </p:nvSpPr>
          <p:spPr>
            <a:xfrm>
              <a:off x="5485627" y="262200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0B6AB">
                <a:alpha val="100000"/>
              </a:srgbClr>
            </a:solidFill>
            <a:ln w="5420" cap="flat">
              <a:solidFill>
                <a:srgbClr val="50B6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1" name="pg141"/>
            <p:cNvSpPr/>
            <p:nvPr/>
          </p:nvSpPr>
          <p:spPr>
            <a:xfrm>
              <a:off x="5497264" y="262200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0B6AB">
                <a:alpha val="100000"/>
              </a:srgbClr>
            </a:solidFill>
            <a:ln w="5420" cap="flat">
              <a:solidFill>
                <a:srgbClr val="50B6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2" name="pg142"/>
            <p:cNvSpPr/>
            <p:nvPr/>
          </p:nvSpPr>
          <p:spPr>
            <a:xfrm>
              <a:off x="5508901" y="262200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0B6AB">
                <a:alpha val="100000"/>
              </a:srgbClr>
            </a:solidFill>
            <a:ln w="5420" cap="flat">
              <a:solidFill>
                <a:srgbClr val="50B6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3" name="pg143"/>
            <p:cNvSpPr/>
            <p:nvPr/>
          </p:nvSpPr>
          <p:spPr>
            <a:xfrm>
              <a:off x="5520539" y="262200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FB6AB">
                <a:alpha val="100000"/>
              </a:srgbClr>
            </a:solidFill>
            <a:ln w="5420" cap="flat">
              <a:solidFill>
                <a:srgbClr val="4FB6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4" name="pg144"/>
            <p:cNvSpPr/>
            <p:nvPr/>
          </p:nvSpPr>
          <p:spPr>
            <a:xfrm>
              <a:off x="5532176" y="262200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FB5AB">
                <a:alpha val="100000"/>
              </a:srgbClr>
            </a:solidFill>
            <a:ln w="5420" cap="flat">
              <a:solidFill>
                <a:srgbClr val="4FB5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5" name="pg145"/>
            <p:cNvSpPr/>
            <p:nvPr/>
          </p:nvSpPr>
          <p:spPr>
            <a:xfrm>
              <a:off x="5543813" y="262200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FB5AB">
                <a:alpha val="100000"/>
              </a:srgbClr>
            </a:solidFill>
            <a:ln w="5420" cap="flat">
              <a:solidFill>
                <a:srgbClr val="4FB5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6" name="pg146"/>
            <p:cNvSpPr/>
            <p:nvPr/>
          </p:nvSpPr>
          <p:spPr>
            <a:xfrm>
              <a:off x="5555451" y="262200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FB5AB">
                <a:alpha val="100000"/>
              </a:srgbClr>
            </a:solidFill>
            <a:ln w="5420" cap="flat">
              <a:solidFill>
                <a:srgbClr val="4FB5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7" name="pg147"/>
            <p:cNvSpPr/>
            <p:nvPr/>
          </p:nvSpPr>
          <p:spPr>
            <a:xfrm>
              <a:off x="5567088" y="262200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FB4AB">
                <a:alpha val="100000"/>
              </a:srgbClr>
            </a:solidFill>
            <a:ln w="5420" cap="flat">
              <a:solidFill>
                <a:srgbClr val="4FB4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8" name="pg148"/>
            <p:cNvSpPr/>
            <p:nvPr/>
          </p:nvSpPr>
          <p:spPr>
            <a:xfrm>
              <a:off x="5578725" y="262200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EB4AB">
                <a:alpha val="100000"/>
              </a:srgbClr>
            </a:solidFill>
            <a:ln w="5420" cap="flat">
              <a:solidFill>
                <a:srgbClr val="4EB4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9" name="pg149"/>
            <p:cNvSpPr/>
            <p:nvPr/>
          </p:nvSpPr>
          <p:spPr>
            <a:xfrm>
              <a:off x="5439077" y="263630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1B7AB">
                <a:alpha val="100000"/>
              </a:srgbClr>
            </a:solidFill>
            <a:ln w="5420" cap="flat">
              <a:solidFill>
                <a:srgbClr val="51B7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0" name="pg150"/>
            <p:cNvSpPr/>
            <p:nvPr/>
          </p:nvSpPr>
          <p:spPr>
            <a:xfrm>
              <a:off x="5450715" y="263630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1B7AB">
                <a:alpha val="100000"/>
              </a:srgbClr>
            </a:solidFill>
            <a:ln w="5420" cap="flat">
              <a:solidFill>
                <a:srgbClr val="51B7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1" name="pg151"/>
            <p:cNvSpPr/>
            <p:nvPr/>
          </p:nvSpPr>
          <p:spPr>
            <a:xfrm>
              <a:off x="5462352" y="263630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0B7AB">
                <a:alpha val="100000"/>
              </a:srgbClr>
            </a:solidFill>
            <a:ln w="5420" cap="flat">
              <a:solidFill>
                <a:srgbClr val="50B7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2" name="pg152"/>
            <p:cNvSpPr/>
            <p:nvPr/>
          </p:nvSpPr>
          <p:spPr>
            <a:xfrm>
              <a:off x="5473989" y="263630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0B7AB">
                <a:alpha val="100000"/>
              </a:srgbClr>
            </a:solidFill>
            <a:ln w="5420" cap="flat">
              <a:solidFill>
                <a:srgbClr val="50B7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3" name="pg153"/>
            <p:cNvSpPr/>
            <p:nvPr/>
          </p:nvSpPr>
          <p:spPr>
            <a:xfrm>
              <a:off x="5485627" y="263630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0B6AB">
                <a:alpha val="100000"/>
              </a:srgbClr>
            </a:solidFill>
            <a:ln w="5420" cap="flat">
              <a:solidFill>
                <a:srgbClr val="50B6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4" name="pg154"/>
            <p:cNvSpPr/>
            <p:nvPr/>
          </p:nvSpPr>
          <p:spPr>
            <a:xfrm>
              <a:off x="5497264" y="263630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0B6AB">
                <a:alpha val="100000"/>
              </a:srgbClr>
            </a:solidFill>
            <a:ln w="5420" cap="flat">
              <a:solidFill>
                <a:srgbClr val="50B6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5" name="pg155"/>
            <p:cNvSpPr/>
            <p:nvPr/>
          </p:nvSpPr>
          <p:spPr>
            <a:xfrm>
              <a:off x="5508901" y="263630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0B6AB">
                <a:alpha val="100000"/>
              </a:srgbClr>
            </a:solidFill>
            <a:ln w="5420" cap="flat">
              <a:solidFill>
                <a:srgbClr val="50B6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6" name="pg156"/>
            <p:cNvSpPr/>
            <p:nvPr/>
          </p:nvSpPr>
          <p:spPr>
            <a:xfrm>
              <a:off x="5520539" y="263630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0B6AB">
                <a:alpha val="100000"/>
              </a:srgbClr>
            </a:solidFill>
            <a:ln w="5420" cap="flat">
              <a:solidFill>
                <a:srgbClr val="50B6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7" name="pg157"/>
            <p:cNvSpPr/>
            <p:nvPr/>
          </p:nvSpPr>
          <p:spPr>
            <a:xfrm>
              <a:off x="5532176" y="263630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FB5AB">
                <a:alpha val="100000"/>
              </a:srgbClr>
            </a:solidFill>
            <a:ln w="5420" cap="flat">
              <a:solidFill>
                <a:srgbClr val="4FB5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8" name="pg158"/>
            <p:cNvSpPr/>
            <p:nvPr/>
          </p:nvSpPr>
          <p:spPr>
            <a:xfrm>
              <a:off x="5543813" y="263630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FB5AB">
                <a:alpha val="100000"/>
              </a:srgbClr>
            </a:solidFill>
            <a:ln w="5420" cap="flat">
              <a:solidFill>
                <a:srgbClr val="4FB5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9" name="pg159"/>
            <p:cNvSpPr/>
            <p:nvPr/>
          </p:nvSpPr>
          <p:spPr>
            <a:xfrm>
              <a:off x="5555451" y="263630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FB5AB">
                <a:alpha val="100000"/>
              </a:srgbClr>
            </a:solidFill>
            <a:ln w="5420" cap="flat">
              <a:solidFill>
                <a:srgbClr val="4FB5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0" name="pg160"/>
            <p:cNvSpPr/>
            <p:nvPr/>
          </p:nvSpPr>
          <p:spPr>
            <a:xfrm>
              <a:off x="5427440" y="265060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1B8AB">
                <a:alpha val="100000"/>
              </a:srgbClr>
            </a:solidFill>
            <a:ln w="5420" cap="flat">
              <a:solidFill>
                <a:srgbClr val="51B8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1" name="pg161"/>
            <p:cNvSpPr/>
            <p:nvPr/>
          </p:nvSpPr>
          <p:spPr>
            <a:xfrm>
              <a:off x="5439077" y="265060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1B8AB">
                <a:alpha val="100000"/>
              </a:srgbClr>
            </a:solidFill>
            <a:ln w="5420" cap="flat">
              <a:solidFill>
                <a:srgbClr val="51B8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2" name="pg162"/>
            <p:cNvSpPr/>
            <p:nvPr/>
          </p:nvSpPr>
          <p:spPr>
            <a:xfrm>
              <a:off x="5450715" y="265060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1B7AB">
                <a:alpha val="100000"/>
              </a:srgbClr>
            </a:solidFill>
            <a:ln w="5420" cap="flat">
              <a:solidFill>
                <a:srgbClr val="51B7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3" name="pg163"/>
            <p:cNvSpPr/>
            <p:nvPr/>
          </p:nvSpPr>
          <p:spPr>
            <a:xfrm>
              <a:off x="5462352" y="265060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1B7AB">
                <a:alpha val="100000"/>
              </a:srgbClr>
            </a:solidFill>
            <a:ln w="5420" cap="flat">
              <a:solidFill>
                <a:srgbClr val="51B7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4" name="pg164"/>
            <p:cNvSpPr/>
            <p:nvPr/>
          </p:nvSpPr>
          <p:spPr>
            <a:xfrm>
              <a:off x="5473989" y="265060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0B7AB">
                <a:alpha val="100000"/>
              </a:srgbClr>
            </a:solidFill>
            <a:ln w="5420" cap="flat">
              <a:solidFill>
                <a:srgbClr val="50B7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5" name="pg165"/>
            <p:cNvSpPr/>
            <p:nvPr/>
          </p:nvSpPr>
          <p:spPr>
            <a:xfrm>
              <a:off x="5485627" y="265060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0B7AB">
                <a:alpha val="100000"/>
              </a:srgbClr>
            </a:solidFill>
            <a:ln w="5420" cap="flat">
              <a:solidFill>
                <a:srgbClr val="50B7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6" name="pg166"/>
            <p:cNvSpPr/>
            <p:nvPr/>
          </p:nvSpPr>
          <p:spPr>
            <a:xfrm>
              <a:off x="5497264" y="265060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0B6AB">
                <a:alpha val="100000"/>
              </a:srgbClr>
            </a:solidFill>
            <a:ln w="5420" cap="flat">
              <a:solidFill>
                <a:srgbClr val="50B6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7" name="pg167"/>
            <p:cNvSpPr/>
            <p:nvPr/>
          </p:nvSpPr>
          <p:spPr>
            <a:xfrm>
              <a:off x="5508901" y="265060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0B6AB">
                <a:alpha val="100000"/>
              </a:srgbClr>
            </a:solidFill>
            <a:ln w="5420" cap="flat">
              <a:solidFill>
                <a:srgbClr val="50B6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8" name="pg168"/>
            <p:cNvSpPr/>
            <p:nvPr/>
          </p:nvSpPr>
          <p:spPr>
            <a:xfrm>
              <a:off x="5520539" y="265060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0B6AB">
                <a:alpha val="100000"/>
              </a:srgbClr>
            </a:solidFill>
            <a:ln w="5420" cap="flat">
              <a:solidFill>
                <a:srgbClr val="50B6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9" name="pg169"/>
            <p:cNvSpPr/>
            <p:nvPr/>
          </p:nvSpPr>
          <p:spPr>
            <a:xfrm>
              <a:off x="5532176" y="265060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0B6AB">
                <a:alpha val="100000"/>
              </a:srgbClr>
            </a:solidFill>
            <a:ln w="5420" cap="flat">
              <a:solidFill>
                <a:srgbClr val="50B6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0" name="pg170"/>
            <p:cNvSpPr/>
            <p:nvPr/>
          </p:nvSpPr>
          <p:spPr>
            <a:xfrm>
              <a:off x="5415803" y="266490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1B8AB">
                <a:alpha val="100000"/>
              </a:srgbClr>
            </a:solidFill>
            <a:ln w="5420" cap="flat">
              <a:solidFill>
                <a:srgbClr val="51B8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1" name="pg171"/>
            <p:cNvSpPr/>
            <p:nvPr/>
          </p:nvSpPr>
          <p:spPr>
            <a:xfrm>
              <a:off x="5427440" y="266490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1B8AB">
                <a:alpha val="100000"/>
              </a:srgbClr>
            </a:solidFill>
            <a:ln w="5420" cap="flat">
              <a:solidFill>
                <a:srgbClr val="51B8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2" name="pg172"/>
            <p:cNvSpPr/>
            <p:nvPr/>
          </p:nvSpPr>
          <p:spPr>
            <a:xfrm>
              <a:off x="5439077" y="266490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1B8AB">
                <a:alpha val="100000"/>
              </a:srgbClr>
            </a:solidFill>
            <a:ln w="5420" cap="flat">
              <a:solidFill>
                <a:srgbClr val="51B8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3" name="pg173"/>
            <p:cNvSpPr/>
            <p:nvPr/>
          </p:nvSpPr>
          <p:spPr>
            <a:xfrm>
              <a:off x="5450715" y="266490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1B8AB">
                <a:alpha val="100000"/>
              </a:srgbClr>
            </a:solidFill>
            <a:ln w="5420" cap="flat">
              <a:solidFill>
                <a:srgbClr val="51B8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4" name="pg174"/>
            <p:cNvSpPr/>
            <p:nvPr/>
          </p:nvSpPr>
          <p:spPr>
            <a:xfrm>
              <a:off x="5462352" y="266490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1B7AB">
                <a:alpha val="100000"/>
              </a:srgbClr>
            </a:solidFill>
            <a:ln w="5420" cap="flat">
              <a:solidFill>
                <a:srgbClr val="51B7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5" name="pg175"/>
            <p:cNvSpPr/>
            <p:nvPr/>
          </p:nvSpPr>
          <p:spPr>
            <a:xfrm>
              <a:off x="5473989" y="266490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1B7AB">
                <a:alpha val="100000"/>
              </a:srgbClr>
            </a:solidFill>
            <a:ln w="5420" cap="flat">
              <a:solidFill>
                <a:srgbClr val="51B7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6" name="pg176"/>
            <p:cNvSpPr/>
            <p:nvPr/>
          </p:nvSpPr>
          <p:spPr>
            <a:xfrm>
              <a:off x="5485627" y="266490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0B7AB">
                <a:alpha val="100000"/>
              </a:srgbClr>
            </a:solidFill>
            <a:ln w="5420" cap="flat">
              <a:solidFill>
                <a:srgbClr val="50B7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7" name="pg177"/>
            <p:cNvSpPr/>
            <p:nvPr/>
          </p:nvSpPr>
          <p:spPr>
            <a:xfrm>
              <a:off x="5497264" y="266490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0B7AB">
                <a:alpha val="100000"/>
              </a:srgbClr>
            </a:solidFill>
            <a:ln w="5420" cap="flat">
              <a:solidFill>
                <a:srgbClr val="50B7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8" name="pg178"/>
            <p:cNvSpPr/>
            <p:nvPr/>
          </p:nvSpPr>
          <p:spPr>
            <a:xfrm>
              <a:off x="5508901" y="266490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0B6AB">
                <a:alpha val="100000"/>
              </a:srgbClr>
            </a:solidFill>
            <a:ln w="5420" cap="flat">
              <a:solidFill>
                <a:srgbClr val="50B6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9" name="pg179"/>
            <p:cNvSpPr/>
            <p:nvPr/>
          </p:nvSpPr>
          <p:spPr>
            <a:xfrm>
              <a:off x="5380891" y="267921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2B9AB">
                <a:alpha val="100000"/>
              </a:srgbClr>
            </a:solidFill>
            <a:ln w="5420" cap="flat">
              <a:solidFill>
                <a:srgbClr val="52B9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0" name="pg180"/>
            <p:cNvSpPr/>
            <p:nvPr/>
          </p:nvSpPr>
          <p:spPr>
            <a:xfrm>
              <a:off x="5392528" y="267921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2B9AB">
                <a:alpha val="100000"/>
              </a:srgbClr>
            </a:solidFill>
            <a:ln w="5420" cap="flat">
              <a:solidFill>
                <a:srgbClr val="52B9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1" name="pg181"/>
            <p:cNvSpPr/>
            <p:nvPr/>
          </p:nvSpPr>
          <p:spPr>
            <a:xfrm>
              <a:off x="5404165" y="267921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2B9AB">
                <a:alpha val="100000"/>
              </a:srgbClr>
            </a:solidFill>
            <a:ln w="5420" cap="flat">
              <a:solidFill>
                <a:srgbClr val="52B9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2" name="pg182"/>
            <p:cNvSpPr/>
            <p:nvPr/>
          </p:nvSpPr>
          <p:spPr>
            <a:xfrm>
              <a:off x="5415803" y="267921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2B9AB">
                <a:alpha val="100000"/>
              </a:srgbClr>
            </a:solidFill>
            <a:ln w="5420" cap="flat">
              <a:solidFill>
                <a:srgbClr val="52B9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3" name="pg183"/>
            <p:cNvSpPr/>
            <p:nvPr/>
          </p:nvSpPr>
          <p:spPr>
            <a:xfrm>
              <a:off x="5427440" y="267921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1B8AB">
                <a:alpha val="100000"/>
              </a:srgbClr>
            </a:solidFill>
            <a:ln w="5420" cap="flat">
              <a:solidFill>
                <a:srgbClr val="51B8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4" name="pg184"/>
            <p:cNvSpPr/>
            <p:nvPr/>
          </p:nvSpPr>
          <p:spPr>
            <a:xfrm>
              <a:off x="5439077" y="267921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1B8AB">
                <a:alpha val="100000"/>
              </a:srgbClr>
            </a:solidFill>
            <a:ln w="5420" cap="flat">
              <a:solidFill>
                <a:srgbClr val="51B8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5" name="pg185"/>
            <p:cNvSpPr/>
            <p:nvPr/>
          </p:nvSpPr>
          <p:spPr>
            <a:xfrm>
              <a:off x="5450715" y="267921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1B8AB">
                <a:alpha val="100000"/>
              </a:srgbClr>
            </a:solidFill>
            <a:ln w="5420" cap="flat">
              <a:solidFill>
                <a:srgbClr val="51B8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6" name="pg186"/>
            <p:cNvSpPr/>
            <p:nvPr/>
          </p:nvSpPr>
          <p:spPr>
            <a:xfrm>
              <a:off x="5462352" y="267921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1B8AB">
                <a:alpha val="100000"/>
              </a:srgbClr>
            </a:solidFill>
            <a:ln w="5420" cap="flat">
              <a:solidFill>
                <a:srgbClr val="51B8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7" name="pg187"/>
            <p:cNvSpPr/>
            <p:nvPr/>
          </p:nvSpPr>
          <p:spPr>
            <a:xfrm>
              <a:off x="5473989" y="267921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1B7AB">
                <a:alpha val="100000"/>
              </a:srgbClr>
            </a:solidFill>
            <a:ln w="5420" cap="flat">
              <a:solidFill>
                <a:srgbClr val="51B7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8" name="pg188"/>
            <p:cNvSpPr/>
            <p:nvPr/>
          </p:nvSpPr>
          <p:spPr>
            <a:xfrm>
              <a:off x="5485627" y="267921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1B7AB">
                <a:alpha val="100000"/>
              </a:srgbClr>
            </a:solidFill>
            <a:ln w="5420" cap="flat">
              <a:solidFill>
                <a:srgbClr val="51B7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9" name="pg189"/>
            <p:cNvSpPr/>
            <p:nvPr/>
          </p:nvSpPr>
          <p:spPr>
            <a:xfrm>
              <a:off x="5369253" y="269351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2B9AB">
                <a:alpha val="100000"/>
              </a:srgbClr>
            </a:solidFill>
            <a:ln w="5420" cap="flat">
              <a:solidFill>
                <a:srgbClr val="52B9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0" name="pg190"/>
            <p:cNvSpPr/>
            <p:nvPr/>
          </p:nvSpPr>
          <p:spPr>
            <a:xfrm>
              <a:off x="5380891" y="269351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2B9AB">
                <a:alpha val="100000"/>
              </a:srgbClr>
            </a:solidFill>
            <a:ln w="5420" cap="flat">
              <a:solidFill>
                <a:srgbClr val="52B9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1" name="pg191"/>
            <p:cNvSpPr/>
            <p:nvPr/>
          </p:nvSpPr>
          <p:spPr>
            <a:xfrm>
              <a:off x="5392528" y="269351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2B9AB">
                <a:alpha val="100000"/>
              </a:srgbClr>
            </a:solidFill>
            <a:ln w="5420" cap="flat">
              <a:solidFill>
                <a:srgbClr val="52B9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2" name="pg192"/>
            <p:cNvSpPr/>
            <p:nvPr/>
          </p:nvSpPr>
          <p:spPr>
            <a:xfrm>
              <a:off x="5404165" y="269351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2B9AB">
                <a:alpha val="100000"/>
              </a:srgbClr>
            </a:solidFill>
            <a:ln w="5420" cap="flat">
              <a:solidFill>
                <a:srgbClr val="52B9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3" name="pg193"/>
            <p:cNvSpPr/>
            <p:nvPr/>
          </p:nvSpPr>
          <p:spPr>
            <a:xfrm>
              <a:off x="5415803" y="269351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2B9AB">
                <a:alpha val="100000"/>
              </a:srgbClr>
            </a:solidFill>
            <a:ln w="5420" cap="flat">
              <a:solidFill>
                <a:srgbClr val="52B9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4" name="pg194"/>
            <p:cNvSpPr/>
            <p:nvPr/>
          </p:nvSpPr>
          <p:spPr>
            <a:xfrm>
              <a:off x="5427440" y="269351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2B9AB">
                <a:alpha val="100000"/>
              </a:srgbClr>
            </a:solidFill>
            <a:ln w="5420" cap="flat">
              <a:solidFill>
                <a:srgbClr val="52B9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5" name="pg195"/>
            <p:cNvSpPr/>
            <p:nvPr/>
          </p:nvSpPr>
          <p:spPr>
            <a:xfrm>
              <a:off x="5439077" y="269351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2B8AB">
                <a:alpha val="100000"/>
              </a:srgbClr>
            </a:solidFill>
            <a:ln w="5420" cap="flat">
              <a:solidFill>
                <a:srgbClr val="52B8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6" name="pg196"/>
            <p:cNvSpPr/>
            <p:nvPr/>
          </p:nvSpPr>
          <p:spPr>
            <a:xfrm>
              <a:off x="5450715" y="269351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1B8AB">
                <a:alpha val="100000"/>
              </a:srgbClr>
            </a:solidFill>
            <a:ln w="5420" cap="flat">
              <a:solidFill>
                <a:srgbClr val="51B8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7" name="pg197"/>
            <p:cNvSpPr/>
            <p:nvPr/>
          </p:nvSpPr>
          <p:spPr>
            <a:xfrm>
              <a:off x="5462352" y="269351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1B8AB">
                <a:alpha val="100000"/>
              </a:srgbClr>
            </a:solidFill>
            <a:ln w="5420" cap="flat">
              <a:solidFill>
                <a:srgbClr val="51B8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8" name="pg198"/>
            <p:cNvSpPr/>
            <p:nvPr/>
          </p:nvSpPr>
          <p:spPr>
            <a:xfrm>
              <a:off x="6311877" y="269351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4A8AA">
                <a:alpha val="100000"/>
              </a:srgbClr>
            </a:solidFill>
            <a:ln w="5420" cap="flat">
              <a:solidFill>
                <a:srgbClr val="44A8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9" name="pg199"/>
            <p:cNvSpPr/>
            <p:nvPr/>
          </p:nvSpPr>
          <p:spPr>
            <a:xfrm>
              <a:off x="5311067" y="270781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3BAAB">
                <a:alpha val="100000"/>
              </a:srgbClr>
            </a:solidFill>
            <a:ln w="5420" cap="flat">
              <a:solidFill>
                <a:srgbClr val="53BA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0" name="pg200"/>
            <p:cNvSpPr/>
            <p:nvPr/>
          </p:nvSpPr>
          <p:spPr>
            <a:xfrm>
              <a:off x="5322704" y="270781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3BAAB">
                <a:alpha val="100000"/>
              </a:srgbClr>
            </a:solidFill>
            <a:ln w="5420" cap="flat">
              <a:solidFill>
                <a:srgbClr val="53BA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1" name="pg201"/>
            <p:cNvSpPr/>
            <p:nvPr/>
          </p:nvSpPr>
          <p:spPr>
            <a:xfrm>
              <a:off x="5334341" y="270781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3BAAB">
                <a:alpha val="100000"/>
              </a:srgbClr>
            </a:solidFill>
            <a:ln w="5420" cap="flat">
              <a:solidFill>
                <a:srgbClr val="53BA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2" name="pg202"/>
            <p:cNvSpPr/>
            <p:nvPr/>
          </p:nvSpPr>
          <p:spPr>
            <a:xfrm>
              <a:off x="5345979" y="270781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3BAAB">
                <a:alpha val="100000"/>
              </a:srgbClr>
            </a:solidFill>
            <a:ln w="5420" cap="flat">
              <a:solidFill>
                <a:srgbClr val="53BA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3" name="pg203"/>
            <p:cNvSpPr/>
            <p:nvPr/>
          </p:nvSpPr>
          <p:spPr>
            <a:xfrm>
              <a:off x="5357616" y="270781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2BAAB">
                <a:alpha val="100000"/>
              </a:srgbClr>
            </a:solidFill>
            <a:ln w="5420" cap="flat">
              <a:solidFill>
                <a:srgbClr val="52BA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4" name="pg204"/>
            <p:cNvSpPr/>
            <p:nvPr/>
          </p:nvSpPr>
          <p:spPr>
            <a:xfrm>
              <a:off x="5369253" y="270781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2BAAB">
                <a:alpha val="100000"/>
              </a:srgbClr>
            </a:solidFill>
            <a:ln w="5420" cap="flat">
              <a:solidFill>
                <a:srgbClr val="52BA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5" name="pg205"/>
            <p:cNvSpPr/>
            <p:nvPr/>
          </p:nvSpPr>
          <p:spPr>
            <a:xfrm>
              <a:off x="5380891" y="270781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2B9AB">
                <a:alpha val="100000"/>
              </a:srgbClr>
            </a:solidFill>
            <a:ln w="5420" cap="flat">
              <a:solidFill>
                <a:srgbClr val="52B9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6" name="pg206"/>
            <p:cNvSpPr/>
            <p:nvPr/>
          </p:nvSpPr>
          <p:spPr>
            <a:xfrm>
              <a:off x="5392528" y="270781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2B9AB">
                <a:alpha val="100000"/>
              </a:srgbClr>
            </a:solidFill>
            <a:ln w="5420" cap="flat">
              <a:solidFill>
                <a:srgbClr val="52B9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7" name="pg207"/>
            <p:cNvSpPr/>
            <p:nvPr/>
          </p:nvSpPr>
          <p:spPr>
            <a:xfrm>
              <a:off x="5404165" y="270781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2B9AB">
                <a:alpha val="100000"/>
              </a:srgbClr>
            </a:solidFill>
            <a:ln w="5420" cap="flat">
              <a:solidFill>
                <a:srgbClr val="52B9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8" name="pg208"/>
            <p:cNvSpPr/>
            <p:nvPr/>
          </p:nvSpPr>
          <p:spPr>
            <a:xfrm>
              <a:off x="5415803" y="270781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2B9AB">
                <a:alpha val="100000"/>
              </a:srgbClr>
            </a:solidFill>
            <a:ln w="5420" cap="flat">
              <a:solidFill>
                <a:srgbClr val="52B9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9" name="pg209"/>
            <p:cNvSpPr/>
            <p:nvPr/>
          </p:nvSpPr>
          <p:spPr>
            <a:xfrm>
              <a:off x="5427440" y="270781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2B9AB">
                <a:alpha val="100000"/>
              </a:srgbClr>
            </a:solidFill>
            <a:ln w="5420" cap="flat">
              <a:solidFill>
                <a:srgbClr val="52B9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0" name="pg210"/>
            <p:cNvSpPr/>
            <p:nvPr/>
          </p:nvSpPr>
          <p:spPr>
            <a:xfrm>
              <a:off x="5439077" y="270781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2B9AB">
                <a:alpha val="100000"/>
              </a:srgbClr>
            </a:solidFill>
            <a:ln w="5420" cap="flat">
              <a:solidFill>
                <a:srgbClr val="52B9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1" name="pg211"/>
            <p:cNvSpPr/>
            <p:nvPr/>
          </p:nvSpPr>
          <p:spPr>
            <a:xfrm>
              <a:off x="5450715" y="270781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1B8AB">
                <a:alpha val="100000"/>
              </a:srgbClr>
            </a:solidFill>
            <a:ln w="5420" cap="flat">
              <a:solidFill>
                <a:srgbClr val="51B8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2" name="pg212"/>
            <p:cNvSpPr/>
            <p:nvPr/>
          </p:nvSpPr>
          <p:spPr>
            <a:xfrm>
              <a:off x="6276965" y="270781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4A7AA">
                <a:alpha val="100000"/>
              </a:srgbClr>
            </a:solidFill>
            <a:ln w="5420" cap="flat">
              <a:solidFill>
                <a:srgbClr val="44A7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3" name="pg213"/>
            <p:cNvSpPr/>
            <p:nvPr/>
          </p:nvSpPr>
          <p:spPr>
            <a:xfrm>
              <a:off x="6288602" y="270781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4A7AA">
                <a:alpha val="100000"/>
              </a:srgbClr>
            </a:solidFill>
            <a:ln w="5420" cap="flat">
              <a:solidFill>
                <a:srgbClr val="44A7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4" name="pg214"/>
            <p:cNvSpPr/>
            <p:nvPr/>
          </p:nvSpPr>
          <p:spPr>
            <a:xfrm>
              <a:off x="6300240" y="270781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4A7AA">
                <a:alpha val="100000"/>
              </a:srgbClr>
            </a:solidFill>
            <a:ln w="5420" cap="flat">
              <a:solidFill>
                <a:srgbClr val="44A7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5" name="pg215"/>
            <p:cNvSpPr/>
            <p:nvPr/>
          </p:nvSpPr>
          <p:spPr>
            <a:xfrm>
              <a:off x="6311877" y="270781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4A7AA">
                <a:alpha val="100000"/>
              </a:srgbClr>
            </a:solidFill>
            <a:ln w="5420" cap="flat">
              <a:solidFill>
                <a:srgbClr val="44A7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6" name="pg216"/>
            <p:cNvSpPr/>
            <p:nvPr/>
          </p:nvSpPr>
          <p:spPr>
            <a:xfrm>
              <a:off x="6323514" y="270781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4A7AA">
                <a:alpha val="100000"/>
              </a:srgbClr>
            </a:solidFill>
            <a:ln w="5420" cap="flat">
              <a:solidFill>
                <a:srgbClr val="44A7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7" name="pg217"/>
            <p:cNvSpPr/>
            <p:nvPr/>
          </p:nvSpPr>
          <p:spPr>
            <a:xfrm>
              <a:off x="5299429" y="272211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3BAAB">
                <a:alpha val="100000"/>
              </a:srgbClr>
            </a:solidFill>
            <a:ln w="5420" cap="flat">
              <a:solidFill>
                <a:srgbClr val="53BA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8" name="pg218"/>
            <p:cNvSpPr/>
            <p:nvPr/>
          </p:nvSpPr>
          <p:spPr>
            <a:xfrm>
              <a:off x="5311067" y="272211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3BAAB">
                <a:alpha val="100000"/>
              </a:srgbClr>
            </a:solidFill>
            <a:ln w="5420" cap="flat">
              <a:solidFill>
                <a:srgbClr val="53BA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9" name="pg219"/>
            <p:cNvSpPr/>
            <p:nvPr/>
          </p:nvSpPr>
          <p:spPr>
            <a:xfrm>
              <a:off x="5322704" y="272211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3BAAB">
                <a:alpha val="100000"/>
              </a:srgbClr>
            </a:solidFill>
            <a:ln w="5420" cap="flat">
              <a:solidFill>
                <a:srgbClr val="53BA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0" name="pg220"/>
            <p:cNvSpPr/>
            <p:nvPr/>
          </p:nvSpPr>
          <p:spPr>
            <a:xfrm>
              <a:off x="5334341" y="272211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3BAAB">
                <a:alpha val="100000"/>
              </a:srgbClr>
            </a:solidFill>
            <a:ln w="5420" cap="flat">
              <a:solidFill>
                <a:srgbClr val="53BA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1" name="pg221"/>
            <p:cNvSpPr/>
            <p:nvPr/>
          </p:nvSpPr>
          <p:spPr>
            <a:xfrm>
              <a:off x="5345979" y="272211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3BAAB">
                <a:alpha val="100000"/>
              </a:srgbClr>
            </a:solidFill>
            <a:ln w="5420" cap="flat">
              <a:solidFill>
                <a:srgbClr val="53BA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2" name="pg222"/>
            <p:cNvSpPr/>
            <p:nvPr/>
          </p:nvSpPr>
          <p:spPr>
            <a:xfrm>
              <a:off x="5357616" y="272211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3BAAB">
                <a:alpha val="100000"/>
              </a:srgbClr>
            </a:solidFill>
            <a:ln w="5420" cap="flat">
              <a:solidFill>
                <a:srgbClr val="53BA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3" name="pg223"/>
            <p:cNvSpPr/>
            <p:nvPr/>
          </p:nvSpPr>
          <p:spPr>
            <a:xfrm>
              <a:off x="5369253" y="272211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3BAAB">
                <a:alpha val="100000"/>
              </a:srgbClr>
            </a:solidFill>
            <a:ln w="5420" cap="flat">
              <a:solidFill>
                <a:srgbClr val="53BA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4" name="pg224"/>
            <p:cNvSpPr/>
            <p:nvPr/>
          </p:nvSpPr>
          <p:spPr>
            <a:xfrm>
              <a:off x="5380891" y="272211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2BAAB">
                <a:alpha val="100000"/>
              </a:srgbClr>
            </a:solidFill>
            <a:ln w="5420" cap="flat">
              <a:solidFill>
                <a:srgbClr val="52BA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5" name="pg225"/>
            <p:cNvSpPr/>
            <p:nvPr/>
          </p:nvSpPr>
          <p:spPr>
            <a:xfrm>
              <a:off x="5392528" y="272211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2BAAB">
                <a:alpha val="100000"/>
              </a:srgbClr>
            </a:solidFill>
            <a:ln w="5420" cap="flat">
              <a:solidFill>
                <a:srgbClr val="52BA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6" name="pg226"/>
            <p:cNvSpPr/>
            <p:nvPr/>
          </p:nvSpPr>
          <p:spPr>
            <a:xfrm>
              <a:off x="5404165" y="272211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2B9AB">
                <a:alpha val="100000"/>
              </a:srgbClr>
            </a:solidFill>
            <a:ln w="5420" cap="flat">
              <a:solidFill>
                <a:srgbClr val="52B9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7" name="pg227"/>
            <p:cNvSpPr/>
            <p:nvPr/>
          </p:nvSpPr>
          <p:spPr>
            <a:xfrm>
              <a:off x="5415803" y="272211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2B9AB">
                <a:alpha val="100000"/>
              </a:srgbClr>
            </a:solidFill>
            <a:ln w="5420" cap="flat">
              <a:solidFill>
                <a:srgbClr val="52B9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8" name="pg228"/>
            <p:cNvSpPr/>
            <p:nvPr/>
          </p:nvSpPr>
          <p:spPr>
            <a:xfrm>
              <a:off x="5427440" y="272211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2B9AB">
                <a:alpha val="100000"/>
              </a:srgbClr>
            </a:solidFill>
            <a:ln w="5420" cap="flat">
              <a:solidFill>
                <a:srgbClr val="52B9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9" name="pg229"/>
            <p:cNvSpPr/>
            <p:nvPr/>
          </p:nvSpPr>
          <p:spPr>
            <a:xfrm>
              <a:off x="5439077" y="272211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2B9AB">
                <a:alpha val="100000"/>
              </a:srgbClr>
            </a:solidFill>
            <a:ln w="5420" cap="flat">
              <a:solidFill>
                <a:srgbClr val="52B9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0" name="pg230"/>
            <p:cNvSpPr/>
            <p:nvPr/>
          </p:nvSpPr>
          <p:spPr>
            <a:xfrm>
              <a:off x="6183866" y="272211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3A6AA">
                <a:alpha val="100000"/>
              </a:srgbClr>
            </a:solidFill>
            <a:ln w="5420" cap="flat">
              <a:solidFill>
                <a:srgbClr val="43A6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1" name="pg231"/>
            <p:cNvSpPr/>
            <p:nvPr/>
          </p:nvSpPr>
          <p:spPr>
            <a:xfrm>
              <a:off x="6195504" y="272211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3A6AA">
                <a:alpha val="100000"/>
              </a:srgbClr>
            </a:solidFill>
            <a:ln w="5420" cap="flat">
              <a:solidFill>
                <a:srgbClr val="43A6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2" name="pg232"/>
            <p:cNvSpPr/>
            <p:nvPr/>
          </p:nvSpPr>
          <p:spPr>
            <a:xfrm>
              <a:off x="6207141" y="272211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3A6AA">
                <a:alpha val="100000"/>
              </a:srgbClr>
            </a:solidFill>
            <a:ln w="5420" cap="flat">
              <a:solidFill>
                <a:srgbClr val="43A6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3" name="pg233"/>
            <p:cNvSpPr/>
            <p:nvPr/>
          </p:nvSpPr>
          <p:spPr>
            <a:xfrm>
              <a:off x="6218778" y="272211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3A6AA">
                <a:alpha val="100000"/>
              </a:srgbClr>
            </a:solidFill>
            <a:ln w="5420" cap="flat">
              <a:solidFill>
                <a:srgbClr val="43A6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4" name="pg234"/>
            <p:cNvSpPr/>
            <p:nvPr/>
          </p:nvSpPr>
          <p:spPr>
            <a:xfrm>
              <a:off x="6253690" y="272211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3A6AA">
                <a:alpha val="100000"/>
              </a:srgbClr>
            </a:solidFill>
            <a:ln w="5420" cap="flat">
              <a:solidFill>
                <a:srgbClr val="43A6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5" name="pg235"/>
            <p:cNvSpPr/>
            <p:nvPr/>
          </p:nvSpPr>
          <p:spPr>
            <a:xfrm>
              <a:off x="6265328" y="272211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3A6AA">
                <a:alpha val="100000"/>
              </a:srgbClr>
            </a:solidFill>
            <a:ln w="5420" cap="flat">
              <a:solidFill>
                <a:srgbClr val="43A6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6" name="pg236"/>
            <p:cNvSpPr/>
            <p:nvPr/>
          </p:nvSpPr>
          <p:spPr>
            <a:xfrm>
              <a:off x="6276965" y="272211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3A6AA">
                <a:alpha val="100000"/>
              </a:srgbClr>
            </a:solidFill>
            <a:ln w="5420" cap="flat">
              <a:solidFill>
                <a:srgbClr val="43A6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7" name="pg237"/>
            <p:cNvSpPr/>
            <p:nvPr/>
          </p:nvSpPr>
          <p:spPr>
            <a:xfrm>
              <a:off x="6288602" y="272211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3A6AA">
                <a:alpha val="100000"/>
              </a:srgbClr>
            </a:solidFill>
            <a:ln w="5420" cap="flat">
              <a:solidFill>
                <a:srgbClr val="43A6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8" name="pg238"/>
            <p:cNvSpPr/>
            <p:nvPr/>
          </p:nvSpPr>
          <p:spPr>
            <a:xfrm>
              <a:off x="6300240" y="272211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3A7AA">
                <a:alpha val="100000"/>
              </a:srgbClr>
            </a:solidFill>
            <a:ln w="5420" cap="flat">
              <a:solidFill>
                <a:srgbClr val="43A7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9" name="pg239"/>
            <p:cNvSpPr/>
            <p:nvPr/>
          </p:nvSpPr>
          <p:spPr>
            <a:xfrm>
              <a:off x="6311877" y="272211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3A7AA">
                <a:alpha val="100000"/>
              </a:srgbClr>
            </a:solidFill>
            <a:ln w="5420" cap="flat">
              <a:solidFill>
                <a:srgbClr val="43A7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0" name="pg240"/>
            <p:cNvSpPr/>
            <p:nvPr/>
          </p:nvSpPr>
          <p:spPr>
            <a:xfrm>
              <a:off x="6323514" y="272211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4A7AA">
                <a:alpha val="100000"/>
              </a:srgbClr>
            </a:solidFill>
            <a:ln w="5420" cap="flat">
              <a:solidFill>
                <a:srgbClr val="44A7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1" name="pg241"/>
            <p:cNvSpPr/>
            <p:nvPr/>
          </p:nvSpPr>
          <p:spPr>
            <a:xfrm>
              <a:off x="6335152" y="272211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4A7AA">
                <a:alpha val="100000"/>
              </a:srgbClr>
            </a:solidFill>
            <a:ln w="5420" cap="flat">
              <a:solidFill>
                <a:srgbClr val="44A7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2" name="pg242"/>
            <p:cNvSpPr/>
            <p:nvPr/>
          </p:nvSpPr>
          <p:spPr>
            <a:xfrm>
              <a:off x="5299429" y="273641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3BBAB">
                <a:alpha val="100000"/>
              </a:srgbClr>
            </a:solidFill>
            <a:ln w="5420" cap="flat">
              <a:solidFill>
                <a:srgbClr val="53BB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3" name="pg243"/>
            <p:cNvSpPr/>
            <p:nvPr/>
          </p:nvSpPr>
          <p:spPr>
            <a:xfrm>
              <a:off x="5311067" y="273641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3BBAB">
                <a:alpha val="100000"/>
              </a:srgbClr>
            </a:solidFill>
            <a:ln w="5420" cap="flat">
              <a:solidFill>
                <a:srgbClr val="53BB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4" name="pg244"/>
            <p:cNvSpPr/>
            <p:nvPr/>
          </p:nvSpPr>
          <p:spPr>
            <a:xfrm>
              <a:off x="5322704" y="273641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3BBAB">
                <a:alpha val="100000"/>
              </a:srgbClr>
            </a:solidFill>
            <a:ln w="5420" cap="flat">
              <a:solidFill>
                <a:srgbClr val="53BB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5" name="pg245"/>
            <p:cNvSpPr/>
            <p:nvPr/>
          </p:nvSpPr>
          <p:spPr>
            <a:xfrm>
              <a:off x="5334341" y="273641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3BAAB">
                <a:alpha val="100000"/>
              </a:srgbClr>
            </a:solidFill>
            <a:ln w="5420" cap="flat">
              <a:solidFill>
                <a:srgbClr val="53BA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6" name="pg246"/>
            <p:cNvSpPr/>
            <p:nvPr/>
          </p:nvSpPr>
          <p:spPr>
            <a:xfrm>
              <a:off x="5345979" y="273641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3BAAB">
                <a:alpha val="100000"/>
              </a:srgbClr>
            </a:solidFill>
            <a:ln w="5420" cap="flat">
              <a:solidFill>
                <a:srgbClr val="53BA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7" name="pg247"/>
            <p:cNvSpPr/>
            <p:nvPr/>
          </p:nvSpPr>
          <p:spPr>
            <a:xfrm>
              <a:off x="5357616" y="273641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3BAAB">
                <a:alpha val="100000"/>
              </a:srgbClr>
            </a:solidFill>
            <a:ln w="5420" cap="flat">
              <a:solidFill>
                <a:srgbClr val="53BA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8" name="pg248"/>
            <p:cNvSpPr/>
            <p:nvPr/>
          </p:nvSpPr>
          <p:spPr>
            <a:xfrm>
              <a:off x="5369253" y="273641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3BAAB">
                <a:alpha val="100000"/>
              </a:srgbClr>
            </a:solidFill>
            <a:ln w="5420" cap="flat">
              <a:solidFill>
                <a:srgbClr val="53BA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9" name="pg249"/>
            <p:cNvSpPr/>
            <p:nvPr/>
          </p:nvSpPr>
          <p:spPr>
            <a:xfrm>
              <a:off x="5380891" y="273641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3BAAB">
                <a:alpha val="100000"/>
              </a:srgbClr>
            </a:solidFill>
            <a:ln w="5420" cap="flat">
              <a:solidFill>
                <a:srgbClr val="53BA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0" name="pg250"/>
            <p:cNvSpPr/>
            <p:nvPr/>
          </p:nvSpPr>
          <p:spPr>
            <a:xfrm>
              <a:off x="5392528" y="273641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3BAAB">
                <a:alpha val="100000"/>
              </a:srgbClr>
            </a:solidFill>
            <a:ln w="5420" cap="flat">
              <a:solidFill>
                <a:srgbClr val="53BA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1" name="pg251"/>
            <p:cNvSpPr/>
            <p:nvPr/>
          </p:nvSpPr>
          <p:spPr>
            <a:xfrm>
              <a:off x="5404165" y="273641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2BAAB">
                <a:alpha val="100000"/>
              </a:srgbClr>
            </a:solidFill>
            <a:ln w="5420" cap="flat">
              <a:solidFill>
                <a:srgbClr val="52BA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2" name="pg252"/>
            <p:cNvSpPr/>
            <p:nvPr/>
          </p:nvSpPr>
          <p:spPr>
            <a:xfrm>
              <a:off x="5415803" y="273641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2BAAB">
                <a:alpha val="100000"/>
              </a:srgbClr>
            </a:solidFill>
            <a:ln w="5420" cap="flat">
              <a:solidFill>
                <a:srgbClr val="52BA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3" name="pg253"/>
            <p:cNvSpPr/>
            <p:nvPr/>
          </p:nvSpPr>
          <p:spPr>
            <a:xfrm>
              <a:off x="5427440" y="273641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2B9AB">
                <a:alpha val="100000"/>
              </a:srgbClr>
            </a:solidFill>
            <a:ln w="5420" cap="flat">
              <a:solidFill>
                <a:srgbClr val="52B9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4" name="pg254"/>
            <p:cNvSpPr/>
            <p:nvPr/>
          </p:nvSpPr>
          <p:spPr>
            <a:xfrm>
              <a:off x="6172229" y="273641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3A6AA">
                <a:alpha val="100000"/>
              </a:srgbClr>
            </a:solidFill>
            <a:ln w="5420" cap="flat">
              <a:solidFill>
                <a:srgbClr val="43A6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5" name="pg255"/>
            <p:cNvSpPr/>
            <p:nvPr/>
          </p:nvSpPr>
          <p:spPr>
            <a:xfrm>
              <a:off x="6183866" y="273641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3A6AA">
                <a:alpha val="100000"/>
              </a:srgbClr>
            </a:solidFill>
            <a:ln w="5420" cap="flat">
              <a:solidFill>
                <a:srgbClr val="43A6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6" name="pg256"/>
            <p:cNvSpPr/>
            <p:nvPr/>
          </p:nvSpPr>
          <p:spPr>
            <a:xfrm>
              <a:off x="6195504" y="273641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3A6AA">
                <a:alpha val="100000"/>
              </a:srgbClr>
            </a:solidFill>
            <a:ln w="5420" cap="flat">
              <a:solidFill>
                <a:srgbClr val="43A6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7" name="pg257"/>
            <p:cNvSpPr/>
            <p:nvPr/>
          </p:nvSpPr>
          <p:spPr>
            <a:xfrm>
              <a:off x="6207141" y="273641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3A6AA">
                <a:alpha val="100000"/>
              </a:srgbClr>
            </a:solidFill>
            <a:ln w="5420" cap="flat">
              <a:solidFill>
                <a:srgbClr val="43A6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8" name="pg258"/>
            <p:cNvSpPr/>
            <p:nvPr/>
          </p:nvSpPr>
          <p:spPr>
            <a:xfrm>
              <a:off x="6218778" y="273641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3A6AA">
                <a:alpha val="100000"/>
              </a:srgbClr>
            </a:solidFill>
            <a:ln w="5420" cap="flat">
              <a:solidFill>
                <a:srgbClr val="43A6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9" name="pg259"/>
            <p:cNvSpPr/>
            <p:nvPr/>
          </p:nvSpPr>
          <p:spPr>
            <a:xfrm>
              <a:off x="6230416" y="273641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2A6AA">
                <a:alpha val="100000"/>
              </a:srgbClr>
            </a:solidFill>
            <a:ln w="5420" cap="flat">
              <a:solidFill>
                <a:srgbClr val="42A6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0" name="pg260"/>
            <p:cNvSpPr/>
            <p:nvPr/>
          </p:nvSpPr>
          <p:spPr>
            <a:xfrm>
              <a:off x="6242053" y="273641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3A6AA">
                <a:alpha val="100000"/>
              </a:srgbClr>
            </a:solidFill>
            <a:ln w="5420" cap="flat">
              <a:solidFill>
                <a:srgbClr val="43A6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1" name="pg261"/>
            <p:cNvSpPr/>
            <p:nvPr/>
          </p:nvSpPr>
          <p:spPr>
            <a:xfrm>
              <a:off x="6253690" y="273641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3A6AA">
                <a:alpha val="100000"/>
              </a:srgbClr>
            </a:solidFill>
            <a:ln w="5420" cap="flat">
              <a:solidFill>
                <a:srgbClr val="43A6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2" name="pg262"/>
            <p:cNvSpPr/>
            <p:nvPr/>
          </p:nvSpPr>
          <p:spPr>
            <a:xfrm>
              <a:off x="6265328" y="273641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3A6AA">
                <a:alpha val="100000"/>
              </a:srgbClr>
            </a:solidFill>
            <a:ln w="5420" cap="flat">
              <a:solidFill>
                <a:srgbClr val="43A6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3" name="pg263"/>
            <p:cNvSpPr/>
            <p:nvPr/>
          </p:nvSpPr>
          <p:spPr>
            <a:xfrm>
              <a:off x="6276965" y="273641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3A6AA">
                <a:alpha val="100000"/>
              </a:srgbClr>
            </a:solidFill>
            <a:ln w="5420" cap="flat">
              <a:solidFill>
                <a:srgbClr val="43A6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4" name="pg264"/>
            <p:cNvSpPr/>
            <p:nvPr/>
          </p:nvSpPr>
          <p:spPr>
            <a:xfrm>
              <a:off x="6288602" y="273641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3A6AA">
                <a:alpha val="100000"/>
              </a:srgbClr>
            </a:solidFill>
            <a:ln w="5420" cap="flat">
              <a:solidFill>
                <a:srgbClr val="43A6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5" name="pg265"/>
            <p:cNvSpPr/>
            <p:nvPr/>
          </p:nvSpPr>
          <p:spPr>
            <a:xfrm>
              <a:off x="6300240" y="273641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3A6AA">
                <a:alpha val="100000"/>
              </a:srgbClr>
            </a:solidFill>
            <a:ln w="5420" cap="flat">
              <a:solidFill>
                <a:srgbClr val="43A6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6" name="pg266"/>
            <p:cNvSpPr/>
            <p:nvPr/>
          </p:nvSpPr>
          <p:spPr>
            <a:xfrm>
              <a:off x="6311877" y="273641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3A6AA">
                <a:alpha val="100000"/>
              </a:srgbClr>
            </a:solidFill>
            <a:ln w="5420" cap="flat">
              <a:solidFill>
                <a:srgbClr val="43A6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7" name="pg267"/>
            <p:cNvSpPr/>
            <p:nvPr/>
          </p:nvSpPr>
          <p:spPr>
            <a:xfrm>
              <a:off x="6323514" y="273641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3A6AA">
                <a:alpha val="100000"/>
              </a:srgbClr>
            </a:solidFill>
            <a:ln w="5420" cap="flat">
              <a:solidFill>
                <a:srgbClr val="43A6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8" name="pg268"/>
            <p:cNvSpPr/>
            <p:nvPr/>
          </p:nvSpPr>
          <p:spPr>
            <a:xfrm>
              <a:off x="5299429" y="275071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3BBAB">
                <a:alpha val="100000"/>
              </a:srgbClr>
            </a:solidFill>
            <a:ln w="5420" cap="flat">
              <a:solidFill>
                <a:srgbClr val="53BB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9" name="pg269"/>
            <p:cNvSpPr/>
            <p:nvPr/>
          </p:nvSpPr>
          <p:spPr>
            <a:xfrm>
              <a:off x="5311067" y="275071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3BBAB">
                <a:alpha val="100000"/>
              </a:srgbClr>
            </a:solidFill>
            <a:ln w="5420" cap="flat">
              <a:solidFill>
                <a:srgbClr val="53BB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0" name="pg270"/>
            <p:cNvSpPr/>
            <p:nvPr/>
          </p:nvSpPr>
          <p:spPr>
            <a:xfrm>
              <a:off x="5322704" y="275071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3BBAB">
                <a:alpha val="100000"/>
              </a:srgbClr>
            </a:solidFill>
            <a:ln w="5420" cap="flat">
              <a:solidFill>
                <a:srgbClr val="53BB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1" name="pg271"/>
            <p:cNvSpPr/>
            <p:nvPr/>
          </p:nvSpPr>
          <p:spPr>
            <a:xfrm>
              <a:off x="5334341" y="275071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3BBAB">
                <a:alpha val="100000"/>
              </a:srgbClr>
            </a:solidFill>
            <a:ln w="5420" cap="flat">
              <a:solidFill>
                <a:srgbClr val="53BB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2" name="pg272"/>
            <p:cNvSpPr/>
            <p:nvPr/>
          </p:nvSpPr>
          <p:spPr>
            <a:xfrm>
              <a:off x="5345979" y="275071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3BBAB">
                <a:alpha val="100000"/>
              </a:srgbClr>
            </a:solidFill>
            <a:ln w="5420" cap="flat">
              <a:solidFill>
                <a:srgbClr val="53BB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3" name="pg273"/>
            <p:cNvSpPr/>
            <p:nvPr/>
          </p:nvSpPr>
          <p:spPr>
            <a:xfrm>
              <a:off x="5357616" y="275071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3BAAB">
                <a:alpha val="100000"/>
              </a:srgbClr>
            </a:solidFill>
            <a:ln w="5420" cap="flat">
              <a:solidFill>
                <a:srgbClr val="53BA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4" name="pg274"/>
            <p:cNvSpPr/>
            <p:nvPr/>
          </p:nvSpPr>
          <p:spPr>
            <a:xfrm>
              <a:off x="5369253" y="275071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3BAAB">
                <a:alpha val="100000"/>
              </a:srgbClr>
            </a:solidFill>
            <a:ln w="5420" cap="flat">
              <a:solidFill>
                <a:srgbClr val="53BA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5" name="pg275"/>
            <p:cNvSpPr/>
            <p:nvPr/>
          </p:nvSpPr>
          <p:spPr>
            <a:xfrm>
              <a:off x="5380891" y="275071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3BAAB">
                <a:alpha val="100000"/>
              </a:srgbClr>
            </a:solidFill>
            <a:ln w="5420" cap="flat">
              <a:solidFill>
                <a:srgbClr val="53BA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6" name="pg276"/>
            <p:cNvSpPr/>
            <p:nvPr/>
          </p:nvSpPr>
          <p:spPr>
            <a:xfrm>
              <a:off x="5392528" y="275071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3BAAB">
                <a:alpha val="100000"/>
              </a:srgbClr>
            </a:solidFill>
            <a:ln w="5420" cap="flat">
              <a:solidFill>
                <a:srgbClr val="53BA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7" name="pg277"/>
            <p:cNvSpPr/>
            <p:nvPr/>
          </p:nvSpPr>
          <p:spPr>
            <a:xfrm>
              <a:off x="5404165" y="275071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3BAAB">
                <a:alpha val="100000"/>
              </a:srgbClr>
            </a:solidFill>
            <a:ln w="5420" cap="flat">
              <a:solidFill>
                <a:srgbClr val="53BA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8" name="pg278"/>
            <p:cNvSpPr/>
            <p:nvPr/>
          </p:nvSpPr>
          <p:spPr>
            <a:xfrm>
              <a:off x="5415803" y="275071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3BAAB">
                <a:alpha val="100000"/>
              </a:srgbClr>
            </a:solidFill>
            <a:ln w="5420" cap="flat">
              <a:solidFill>
                <a:srgbClr val="53BA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9" name="pg279"/>
            <p:cNvSpPr/>
            <p:nvPr/>
          </p:nvSpPr>
          <p:spPr>
            <a:xfrm>
              <a:off x="5427440" y="275071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2BAAB">
                <a:alpha val="100000"/>
              </a:srgbClr>
            </a:solidFill>
            <a:ln w="5420" cap="flat">
              <a:solidFill>
                <a:srgbClr val="52BA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0" name="pg280"/>
            <p:cNvSpPr/>
            <p:nvPr/>
          </p:nvSpPr>
          <p:spPr>
            <a:xfrm>
              <a:off x="6079130" y="275071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3A7AA">
                <a:alpha val="100000"/>
              </a:srgbClr>
            </a:solidFill>
            <a:ln w="5420" cap="flat">
              <a:solidFill>
                <a:srgbClr val="43A7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1" name="pg281"/>
            <p:cNvSpPr/>
            <p:nvPr/>
          </p:nvSpPr>
          <p:spPr>
            <a:xfrm>
              <a:off x="6090768" y="275071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3A6AA">
                <a:alpha val="100000"/>
              </a:srgbClr>
            </a:solidFill>
            <a:ln w="5420" cap="flat">
              <a:solidFill>
                <a:srgbClr val="43A6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2" name="pg282"/>
            <p:cNvSpPr/>
            <p:nvPr/>
          </p:nvSpPr>
          <p:spPr>
            <a:xfrm>
              <a:off x="6102405" y="275071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3A6AA">
                <a:alpha val="100000"/>
              </a:srgbClr>
            </a:solidFill>
            <a:ln w="5420" cap="flat">
              <a:solidFill>
                <a:srgbClr val="43A6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3" name="pg283"/>
            <p:cNvSpPr/>
            <p:nvPr/>
          </p:nvSpPr>
          <p:spPr>
            <a:xfrm>
              <a:off x="6114042" y="275071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3A6AA">
                <a:alpha val="100000"/>
              </a:srgbClr>
            </a:solidFill>
            <a:ln w="5420" cap="flat">
              <a:solidFill>
                <a:srgbClr val="43A6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4" name="pg284"/>
            <p:cNvSpPr/>
            <p:nvPr/>
          </p:nvSpPr>
          <p:spPr>
            <a:xfrm>
              <a:off x="6148954" y="275071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2A5AA">
                <a:alpha val="100000"/>
              </a:srgbClr>
            </a:solidFill>
            <a:ln w="5420" cap="flat">
              <a:solidFill>
                <a:srgbClr val="42A5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5" name="pg285"/>
            <p:cNvSpPr/>
            <p:nvPr/>
          </p:nvSpPr>
          <p:spPr>
            <a:xfrm>
              <a:off x="6160592" y="275071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2A5AA">
                <a:alpha val="100000"/>
              </a:srgbClr>
            </a:solidFill>
            <a:ln w="5420" cap="flat">
              <a:solidFill>
                <a:srgbClr val="42A5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6" name="pg286"/>
            <p:cNvSpPr/>
            <p:nvPr/>
          </p:nvSpPr>
          <p:spPr>
            <a:xfrm>
              <a:off x="6172229" y="275071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2A5AA">
                <a:alpha val="100000"/>
              </a:srgbClr>
            </a:solidFill>
            <a:ln w="5420" cap="flat">
              <a:solidFill>
                <a:srgbClr val="42A5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7" name="pg287"/>
            <p:cNvSpPr/>
            <p:nvPr/>
          </p:nvSpPr>
          <p:spPr>
            <a:xfrm>
              <a:off x="6183866" y="275071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2A5AA">
                <a:alpha val="100000"/>
              </a:srgbClr>
            </a:solidFill>
            <a:ln w="5420" cap="flat">
              <a:solidFill>
                <a:srgbClr val="42A5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8" name="pg288"/>
            <p:cNvSpPr/>
            <p:nvPr/>
          </p:nvSpPr>
          <p:spPr>
            <a:xfrm>
              <a:off x="6195504" y="275071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2A5AA">
                <a:alpha val="100000"/>
              </a:srgbClr>
            </a:solidFill>
            <a:ln w="5420" cap="flat">
              <a:solidFill>
                <a:srgbClr val="42A5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9" name="pg289"/>
            <p:cNvSpPr/>
            <p:nvPr/>
          </p:nvSpPr>
          <p:spPr>
            <a:xfrm>
              <a:off x="6207141" y="275071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2A5AA">
                <a:alpha val="100000"/>
              </a:srgbClr>
            </a:solidFill>
            <a:ln w="5420" cap="flat">
              <a:solidFill>
                <a:srgbClr val="42A5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0" name="pg290"/>
            <p:cNvSpPr/>
            <p:nvPr/>
          </p:nvSpPr>
          <p:spPr>
            <a:xfrm>
              <a:off x="6218778" y="275071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2A5AA">
                <a:alpha val="100000"/>
              </a:srgbClr>
            </a:solidFill>
            <a:ln w="5420" cap="flat">
              <a:solidFill>
                <a:srgbClr val="42A5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1" name="pg291"/>
            <p:cNvSpPr/>
            <p:nvPr/>
          </p:nvSpPr>
          <p:spPr>
            <a:xfrm>
              <a:off x="6230416" y="275071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2A5AA">
                <a:alpha val="100000"/>
              </a:srgbClr>
            </a:solidFill>
            <a:ln w="5420" cap="flat">
              <a:solidFill>
                <a:srgbClr val="42A5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2" name="pg292"/>
            <p:cNvSpPr/>
            <p:nvPr/>
          </p:nvSpPr>
          <p:spPr>
            <a:xfrm>
              <a:off x="6242053" y="275071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2A5AA">
                <a:alpha val="100000"/>
              </a:srgbClr>
            </a:solidFill>
            <a:ln w="5420" cap="flat">
              <a:solidFill>
                <a:srgbClr val="42A5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3" name="pg293"/>
            <p:cNvSpPr/>
            <p:nvPr/>
          </p:nvSpPr>
          <p:spPr>
            <a:xfrm>
              <a:off x="6253690" y="275071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2A5AA">
                <a:alpha val="100000"/>
              </a:srgbClr>
            </a:solidFill>
            <a:ln w="5420" cap="flat">
              <a:solidFill>
                <a:srgbClr val="42A5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4" name="pg294"/>
            <p:cNvSpPr/>
            <p:nvPr/>
          </p:nvSpPr>
          <p:spPr>
            <a:xfrm>
              <a:off x="6265328" y="275071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2A5AA">
                <a:alpha val="100000"/>
              </a:srgbClr>
            </a:solidFill>
            <a:ln w="5420" cap="flat">
              <a:solidFill>
                <a:srgbClr val="42A5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5" name="pg295"/>
            <p:cNvSpPr/>
            <p:nvPr/>
          </p:nvSpPr>
          <p:spPr>
            <a:xfrm>
              <a:off x="6276965" y="275071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2A5AA">
                <a:alpha val="100000"/>
              </a:srgbClr>
            </a:solidFill>
            <a:ln w="5420" cap="flat">
              <a:solidFill>
                <a:srgbClr val="42A5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6" name="pg296"/>
            <p:cNvSpPr/>
            <p:nvPr/>
          </p:nvSpPr>
          <p:spPr>
            <a:xfrm>
              <a:off x="6288602" y="275071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2A5AA">
                <a:alpha val="100000"/>
              </a:srgbClr>
            </a:solidFill>
            <a:ln w="5420" cap="flat">
              <a:solidFill>
                <a:srgbClr val="42A5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7" name="pg297"/>
            <p:cNvSpPr/>
            <p:nvPr/>
          </p:nvSpPr>
          <p:spPr>
            <a:xfrm>
              <a:off x="6300240" y="275071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2A5AA">
                <a:alpha val="100000"/>
              </a:srgbClr>
            </a:solidFill>
            <a:ln w="5420" cap="flat">
              <a:solidFill>
                <a:srgbClr val="42A5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8" name="pg298"/>
            <p:cNvSpPr/>
            <p:nvPr/>
          </p:nvSpPr>
          <p:spPr>
            <a:xfrm>
              <a:off x="6311877" y="275071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2A5AA">
                <a:alpha val="100000"/>
              </a:srgbClr>
            </a:solidFill>
            <a:ln w="5420" cap="flat">
              <a:solidFill>
                <a:srgbClr val="42A5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9" name="pg299"/>
            <p:cNvSpPr/>
            <p:nvPr/>
          </p:nvSpPr>
          <p:spPr>
            <a:xfrm>
              <a:off x="6323514" y="275071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2A6AA">
                <a:alpha val="100000"/>
              </a:srgbClr>
            </a:solidFill>
            <a:ln w="5420" cap="flat">
              <a:solidFill>
                <a:srgbClr val="42A6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0" name="pg300"/>
            <p:cNvSpPr/>
            <p:nvPr/>
          </p:nvSpPr>
          <p:spPr>
            <a:xfrm>
              <a:off x="5287792" y="276501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4BBAB">
                <a:alpha val="100000"/>
              </a:srgbClr>
            </a:solidFill>
            <a:ln w="5420" cap="flat">
              <a:solidFill>
                <a:srgbClr val="54BB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1" name="pg301"/>
            <p:cNvSpPr/>
            <p:nvPr/>
          </p:nvSpPr>
          <p:spPr>
            <a:xfrm>
              <a:off x="5299429" y="276501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4BBAB">
                <a:alpha val="100000"/>
              </a:srgbClr>
            </a:solidFill>
            <a:ln w="5420" cap="flat">
              <a:solidFill>
                <a:srgbClr val="54BB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2" name="pg302"/>
            <p:cNvSpPr/>
            <p:nvPr/>
          </p:nvSpPr>
          <p:spPr>
            <a:xfrm>
              <a:off x="5311067" y="276501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3BBAB">
                <a:alpha val="100000"/>
              </a:srgbClr>
            </a:solidFill>
            <a:ln w="5420" cap="flat">
              <a:solidFill>
                <a:srgbClr val="53BB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3" name="pg303"/>
            <p:cNvSpPr/>
            <p:nvPr/>
          </p:nvSpPr>
          <p:spPr>
            <a:xfrm>
              <a:off x="5322704" y="276501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3BBAB">
                <a:alpha val="100000"/>
              </a:srgbClr>
            </a:solidFill>
            <a:ln w="5420" cap="flat">
              <a:solidFill>
                <a:srgbClr val="53BB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4" name="pg304"/>
            <p:cNvSpPr/>
            <p:nvPr/>
          </p:nvSpPr>
          <p:spPr>
            <a:xfrm>
              <a:off x="5334341" y="276501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3BBAB">
                <a:alpha val="100000"/>
              </a:srgbClr>
            </a:solidFill>
            <a:ln w="5420" cap="flat">
              <a:solidFill>
                <a:srgbClr val="53BB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5" name="pg305"/>
            <p:cNvSpPr/>
            <p:nvPr/>
          </p:nvSpPr>
          <p:spPr>
            <a:xfrm>
              <a:off x="5345979" y="276501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3BBAB">
                <a:alpha val="100000"/>
              </a:srgbClr>
            </a:solidFill>
            <a:ln w="5420" cap="flat">
              <a:solidFill>
                <a:srgbClr val="53BB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6" name="pg306"/>
            <p:cNvSpPr/>
            <p:nvPr/>
          </p:nvSpPr>
          <p:spPr>
            <a:xfrm>
              <a:off x="5357616" y="276501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3BBAB">
                <a:alpha val="100000"/>
              </a:srgbClr>
            </a:solidFill>
            <a:ln w="5420" cap="flat">
              <a:solidFill>
                <a:srgbClr val="53BB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7" name="pg307"/>
            <p:cNvSpPr/>
            <p:nvPr/>
          </p:nvSpPr>
          <p:spPr>
            <a:xfrm>
              <a:off x="5369253" y="276501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3BBAB">
                <a:alpha val="100000"/>
              </a:srgbClr>
            </a:solidFill>
            <a:ln w="5420" cap="flat">
              <a:solidFill>
                <a:srgbClr val="53BB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8" name="pg308"/>
            <p:cNvSpPr/>
            <p:nvPr/>
          </p:nvSpPr>
          <p:spPr>
            <a:xfrm>
              <a:off x="5380891" y="276501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3BBAB">
                <a:alpha val="100000"/>
              </a:srgbClr>
            </a:solidFill>
            <a:ln w="5420" cap="flat">
              <a:solidFill>
                <a:srgbClr val="53BB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9" name="pg309"/>
            <p:cNvSpPr/>
            <p:nvPr/>
          </p:nvSpPr>
          <p:spPr>
            <a:xfrm>
              <a:off x="5392528" y="276501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3BAAB">
                <a:alpha val="100000"/>
              </a:srgbClr>
            </a:solidFill>
            <a:ln w="5420" cap="flat">
              <a:solidFill>
                <a:srgbClr val="53BA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0" name="pg310"/>
            <p:cNvSpPr/>
            <p:nvPr/>
          </p:nvSpPr>
          <p:spPr>
            <a:xfrm>
              <a:off x="5404165" y="276501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3BAAB">
                <a:alpha val="100000"/>
              </a:srgbClr>
            </a:solidFill>
            <a:ln w="5420" cap="flat">
              <a:solidFill>
                <a:srgbClr val="53BA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1" name="pg311"/>
            <p:cNvSpPr/>
            <p:nvPr/>
          </p:nvSpPr>
          <p:spPr>
            <a:xfrm>
              <a:off x="5415803" y="276501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3BAAB">
                <a:alpha val="100000"/>
              </a:srgbClr>
            </a:solidFill>
            <a:ln w="5420" cap="flat">
              <a:solidFill>
                <a:srgbClr val="53BA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2" name="pg312"/>
            <p:cNvSpPr/>
            <p:nvPr/>
          </p:nvSpPr>
          <p:spPr>
            <a:xfrm>
              <a:off x="6067493" y="276501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3A6AA">
                <a:alpha val="100000"/>
              </a:srgbClr>
            </a:solidFill>
            <a:ln w="5420" cap="flat">
              <a:solidFill>
                <a:srgbClr val="43A6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3" name="pg313"/>
            <p:cNvSpPr/>
            <p:nvPr/>
          </p:nvSpPr>
          <p:spPr>
            <a:xfrm>
              <a:off x="6079130" y="276501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3A6AA">
                <a:alpha val="100000"/>
              </a:srgbClr>
            </a:solidFill>
            <a:ln w="5420" cap="flat">
              <a:solidFill>
                <a:srgbClr val="43A6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4" name="pg314"/>
            <p:cNvSpPr/>
            <p:nvPr/>
          </p:nvSpPr>
          <p:spPr>
            <a:xfrm>
              <a:off x="6090768" y="276501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3A6AA">
                <a:alpha val="100000"/>
              </a:srgbClr>
            </a:solidFill>
            <a:ln w="5420" cap="flat">
              <a:solidFill>
                <a:srgbClr val="43A6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5" name="pg315"/>
            <p:cNvSpPr/>
            <p:nvPr/>
          </p:nvSpPr>
          <p:spPr>
            <a:xfrm>
              <a:off x="6102405" y="276501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3A6AA">
                <a:alpha val="100000"/>
              </a:srgbClr>
            </a:solidFill>
            <a:ln w="5420" cap="flat">
              <a:solidFill>
                <a:srgbClr val="43A6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6" name="pg316"/>
            <p:cNvSpPr/>
            <p:nvPr/>
          </p:nvSpPr>
          <p:spPr>
            <a:xfrm>
              <a:off x="6114042" y="276501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3A6AA">
                <a:alpha val="100000"/>
              </a:srgbClr>
            </a:solidFill>
            <a:ln w="5420" cap="flat">
              <a:solidFill>
                <a:srgbClr val="43A6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7" name="pg317"/>
            <p:cNvSpPr/>
            <p:nvPr/>
          </p:nvSpPr>
          <p:spPr>
            <a:xfrm>
              <a:off x="6125680" y="276501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2A5AA">
                <a:alpha val="100000"/>
              </a:srgbClr>
            </a:solidFill>
            <a:ln w="5420" cap="flat">
              <a:solidFill>
                <a:srgbClr val="42A5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8" name="pg318"/>
            <p:cNvSpPr/>
            <p:nvPr/>
          </p:nvSpPr>
          <p:spPr>
            <a:xfrm>
              <a:off x="6137317" y="276501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2A5AA">
                <a:alpha val="100000"/>
              </a:srgbClr>
            </a:solidFill>
            <a:ln w="5420" cap="flat">
              <a:solidFill>
                <a:srgbClr val="42A5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9" name="pg319"/>
            <p:cNvSpPr/>
            <p:nvPr/>
          </p:nvSpPr>
          <p:spPr>
            <a:xfrm>
              <a:off x="6148954" y="276501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2A5AA">
                <a:alpha val="100000"/>
              </a:srgbClr>
            </a:solidFill>
            <a:ln w="5420" cap="flat">
              <a:solidFill>
                <a:srgbClr val="42A5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0" name="pg320"/>
            <p:cNvSpPr/>
            <p:nvPr/>
          </p:nvSpPr>
          <p:spPr>
            <a:xfrm>
              <a:off x="6160592" y="276501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2A5AA">
                <a:alpha val="100000"/>
              </a:srgbClr>
            </a:solidFill>
            <a:ln w="5420" cap="flat">
              <a:solidFill>
                <a:srgbClr val="42A5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1" name="pg321"/>
            <p:cNvSpPr/>
            <p:nvPr/>
          </p:nvSpPr>
          <p:spPr>
            <a:xfrm>
              <a:off x="6172229" y="276501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2A5AA">
                <a:alpha val="100000"/>
              </a:srgbClr>
            </a:solidFill>
            <a:ln w="5420" cap="flat">
              <a:solidFill>
                <a:srgbClr val="42A5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2" name="pg322"/>
            <p:cNvSpPr/>
            <p:nvPr/>
          </p:nvSpPr>
          <p:spPr>
            <a:xfrm>
              <a:off x="6183866" y="276501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1A4AA">
                <a:alpha val="100000"/>
              </a:srgbClr>
            </a:solidFill>
            <a:ln w="5420" cap="flat">
              <a:solidFill>
                <a:srgbClr val="41A4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3" name="pg323"/>
            <p:cNvSpPr/>
            <p:nvPr/>
          </p:nvSpPr>
          <p:spPr>
            <a:xfrm>
              <a:off x="6195504" y="276501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1A4AA">
                <a:alpha val="100000"/>
              </a:srgbClr>
            </a:solidFill>
            <a:ln w="5420" cap="flat">
              <a:solidFill>
                <a:srgbClr val="41A4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4" name="pg324"/>
            <p:cNvSpPr/>
            <p:nvPr/>
          </p:nvSpPr>
          <p:spPr>
            <a:xfrm>
              <a:off x="6207141" y="276501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1A4AA">
                <a:alpha val="100000"/>
              </a:srgbClr>
            </a:solidFill>
            <a:ln w="5420" cap="flat">
              <a:solidFill>
                <a:srgbClr val="41A4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5" name="pg325"/>
            <p:cNvSpPr/>
            <p:nvPr/>
          </p:nvSpPr>
          <p:spPr>
            <a:xfrm>
              <a:off x="6218778" y="276501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1A4AA">
                <a:alpha val="100000"/>
              </a:srgbClr>
            </a:solidFill>
            <a:ln w="5420" cap="flat">
              <a:solidFill>
                <a:srgbClr val="41A4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6" name="pg326"/>
            <p:cNvSpPr/>
            <p:nvPr/>
          </p:nvSpPr>
          <p:spPr>
            <a:xfrm>
              <a:off x="6230416" y="276501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1A4AA">
                <a:alpha val="100000"/>
              </a:srgbClr>
            </a:solidFill>
            <a:ln w="5420" cap="flat">
              <a:solidFill>
                <a:srgbClr val="41A4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7" name="pg327"/>
            <p:cNvSpPr/>
            <p:nvPr/>
          </p:nvSpPr>
          <p:spPr>
            <a:xfrm>
              <a:off x="6242053" y="276501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1A4AA">
                <a:alpha val="100000"/>
              </a:srgbClr>
            </a:solidFill>
            <a:ln w="5420" cap="flat">
              <a:solidFill>
                <a:srgbClr val="41A4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8" name="pg328"/>
            <p:cNvSpPr/>
            <p:nvPr/>
          </p:nvSpPr>
          <p:spPr>
            <a:xfrm>
              <a:off x="6253690" y="276501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1A4AA">
                <a:alpha val="100000"/>
              </a:srgbClr>
            </a:solidFill>
            <a:ln w="5420" cap="flat">
              <a:solidFill>
                <a:srgbClr val="41A4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9" name="pg329"/>
            <p:cNvSpPr/>
            <p:nvPr/>
          </p:nvSpPr>
          <p:spPr>
            <a:xfrm>
              <a:off x="6265328" y="276501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1A4AA">
                <a:alpha val="100000"/>
              </a:srgbClr>
            </a:solidFill>
            <a:ln w="5420" cap="flat">
              <a:solidFill>
                <a:srgbClr val="41A4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0" name="pg330"/>
            <p:cNvSpPr/>
            <p:nvPr/>
          </p:nvSpPr>
          <p:spPr>
            <a:xfrm>
              <a:off x="6276965" y="276501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1A4AA">
                <a:alpha val="100000"/>
              </a:srgbClr>
            </a:solidFill>
            <a:ln w="5420" cap="flat">
              <a:solidFill>
                <a:srgbClr val="41A4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1" name="pg331"/>
            <p:cNvSpPr/>
            <p:nvPr/>
          </p:nvSpPr>
          <p:spPr>
            <a:xfrm>
              <a:off x="6288602" y="276501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1A4AA">
                <a:alpha val="100000"/>
              </a:srgbClr>
            </a:solidFill>
            <a:ln w="5420" cap="flat">
              <a:solidFill>
                <a:srgbClr val="41A4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2" name="pg332"/>
            <p:cNvSpPr/>
            <p:nvPr/>
          </p:nvSpPr>
          <p:spPr>
            <a:xfrm>
              <a:off x="6300240" y="276501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2A5AA">
                <a:alpha val="100000"/>
              </a:srgbClr>
            </a:solidFill>
            <a:ln w="5420" cap="flat">
              <a:solidFill>
                <a:srgbClr val="42A5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3" name="pg333"/>
            <p:cNvSpPr/>
            <p:nvPr/>
          </p:nvSpPr>
          <p:spPr>
            <a:xfrm>
              <a:off x="6311877" y="276501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2A5AA">
                <a:alpha val="100000"/>
              </a:srgbClr>
            </a:solidFill>
            <a:ln w="5420" cap="flat">
              <a:solidFill>
                <a:srgbClr val="42A5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4" name="pg334"/>
            <p:cNvSpPr/>
            <p:nvPr/>
          </p:nvSpPr>
          <p:spPr>
            <a:xfrm>
              <a:off x="6323514" y="276501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2A5AA">
                <a:alpha val="100000"/>
              </a:srgbClr>
            </a:solidFill>
            <a:ln w="5420" cap="flat">
              <a:solidFill>
                <a:srgbClr val="42A5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5" name="pg335"/>
            <p:cNvSpPr/>
            <p:nvPr/>
          </p:nvSpPr>
          <p:spPr>
            <a:xfrm>
              <a:off x="5264517" y="277931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4BCAB">
                <a:alpha val="100000"/>
              </a:srgbClr>
            </a:solidFill>
            <a:ln w="5420" cap="flat">
              <a:solidFill>
                <a:srgbClr val="54BC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6" name="pg336"/>
            <p:cNvSpPr/>
            <p:nvPr/>
          </p:nvSpPr>
          <p:spPr>
            <a:xfrm>
              <a:off x="5276155" y="277931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4BBAB">
                <a:alpha val="100000"/>
              </a:srgbClr>
            </a:solidFill>
            <a:ln w="5420" cap="flat">
              <a:solidFill>
                <a:srgbClr val="54BB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7" name="pg337"/>
            <p:cNvSpPr/>
            <p:nvPr/>
          </p:nvSpPr>
          <p:spPr>
            <a:xfrm>
              <a:off x="5287792" y="277931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4BBAB">
                <a:alpha val="100000"/>
              </a:srgbClr>
            </a:solidFill>
            <a:ln w="5420" cap="flat">
              <a:solidFill>
                <a:srgbClr val="54BB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8" name="pg338"/>
            <p:cNvSpPr/>
            <p:nvPr/>
          </p:nvSpPr>
          <p:spPr>
            <a:xfrm>
              <a:off x="5299429" y="277931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4BBAB">
                <a:alpha val="100000"/>
              </a:srgbClr>
            </a:solidFill>
            <a:ln w="5420" cap="flat">
              <a:solidFill>
                <a:srgbClr val="54BB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9" name="pg339"/>
            <p:cNvSpPr/>
            <p:nvPr/>
          </p:nvSpPr>
          <p:spPr>
            <a:xfrm>
              <a:off x="5311067" y="277931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4BBAB">
                <a:alpha val="100000"/>
              </a:srgbClr>
            </a:solidFill>
            <a:ln w="5420" cap="flat">
              <a:solidFill>
                <a:srgbClr val="54BB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0" name="pg340"/>
            <p:cNvSpPr/>
            <p:nvPr/>
          </p:nvSpPr>
          <p:spPr>
            <a:xfrm>
              <a:off x="5322704" y="277931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4BBAB">
                <a:alpha val="100000"/>
              </a:srgbClr>
            </a:solidFill>
            <a:ln w="5420" cap="flat">
              <a:solidFill>
                <a:srgbClr val="54BB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1" name="pg341"/>
            <p:cNvSpPr/>
            <p:nvPr/>
          </p:nvSpPr>
          <p:spPr>
            <a:xfrm>
              <a:off x="5334341" y="277931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4BBAB">
                <a:alpha val="100000"/>
              </a:srgbClr>
            </a:solidFill>
            <a:ln w="5420" cap="flat">
              <a:solidFill>
                <a:srgbClr val="54BB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2" name="pg342"/>
            <p:cNvSpPr/>
            <p:nvPr/>
          </p:nvSpPr>
          <p:spPr>
            <a:xfrm>
              <a:off x="5345979" y="277931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4BBAB">
                <a:alpha val="100000"/>
              </a:srgbClr>
            </a:solidFill>
            <a:ln w="5420" cap="flat">
              <a:solidFill>
                <a:srgbClr val="54BB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3" name="pg343"/>
            <p:cNvSpPr/>
            <p:nvPr/>
          </p:nvSpPr>
          <p:spPr>
            <a:xfrm>
              <a:off x="5357616" y="277931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3BBAB">
                <a:alpha val="100000"/>
              </a:srgbClr>
            </a:solidFill>
            <a:ln w="5420" cap="flat">
              <a:solidFill>
                <a:srgbClr val="53BB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4" name="pg344"/>
            <p:cNvSpPr/>
            <p:nvPr/>
          </p:nvSpPr>
          <p:spPr>
            <a:xfrm>
              <a:off x="5369253" y="277931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3BBAB">
                <a:alpha val="100000"/>
              </a:srgbClr>
            </a:solidFill>
            <a:ln w="5420" cap="flat">
              <a:solidFill>
                <a:srgbClr val="53BB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5" name="pg345"/>
            <p:cNvSpPr/>
            <p:nvPr/>
          </p:nvSpPr>
          <p:spPr>
            <a:xfrm>
              <a:off x="5380891" y="277931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3BBAB">
                <a:alpha val="100000"/>
              </a:srgbClr>
            </a:solidFill>
            <a:ln w="5420" cap="flat">
              <a:solidFill>
                <a:srgbClr val="53BB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6" name="pg346"/>
            <p:cNvSpPr/>
            <p:nvPr/>
          </p:nvSpPr>
          <p:spPr>
            <a:xfrm>
              <a:off x="6067493" y="277931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3A6AA">
                <a:alpha val="100000"/>
              </a:srgbClr>
            </a:solidFill>
            <a:ln w="5420" cap="flat">
              <a:solidFill>
                <a:srgbClr val="43A6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7" name="pg347"/>
            <p:cNvSpPr/>
            <p:nvPr/>
          </p:nvSpPr>
          <p:spPr>
            <a:xfrm>
              <a:off x="6079130" y="277931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3A6AA">
                <a:alpha val="100000"/>
              </a:srgbClr>
            </a:solidFill>
            <a:ln w="5420" cap="flat">
              <a:solidFill>
                <a:srgbClr val="43A6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8" name="pg348"/>
            <p:cNvSpPr/>
            <p:nvPr/>
          </p:nvSpPr>
          <p:spPr>
            <a:xfrm>
              <a:off x="6090768" y="277931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2A5AA">
                <a:alpha val="100000"/>
              </a:srgbClr>
            </a:solidFill>
            <a:ln w="5420" cap="flat">
              <a:solidFill>
                <a:srgbClr val="42A5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9" name="pg349"/>
            <p:cNvSpPr/>
            <p:nvPr/>
          </p:nvSpPr>
          <p:spPr>
            <a:xfrm>
              <a:off x="6102405" y="277931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2A5AA">
                <a:alpha val="100000"/>
              </a:srgbClr>
            </a:solidFill>
            <a:ln w="5420" cap="flat">
              <a:solidFill>
                <a:srgbClr val="42A5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0" name="pg350"/>
            <p:cNvSpPr/>
            <p:nvPr/>
          </p:nvSpPr>
          <p:spPr>
            <a:xfrm>
              <a:off x="6114042" y="277931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2A5AA">
                <a:alpha val="100000"/>
              </a:srgbClr>
            </a:solidFill>
            <a:ln w="5420" cap="flat">
              <a:solidFill>
                <a:srgbClr val="42A5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1" name="pg351"/>
            <p:cNvSpPr/>
            <p:nvPr/>
          </p:nvSpPr>
          <p:spPr>
            <a:xfrm>
              <a:off x="6125680" y="277931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2A5AA">
                <a:alpha val="100000"/>
              </a:srgbClr>
            </a:solidFill>
            <a:ln w="5420" cap="flat">
              <a:solidFill>
                <a:srgbClr val="42A5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2" name="pg352"/>
            <p:cNvSpPr/>
            <p:nvPr/>
          </p:nvSpPr>
          <p:spPr>
            <a:xfrm>
              <a:off x="6137317" y="277931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2A5AA">
                <a:alpha val="100000"/>
              </a:srgbClr>
            </a:solidFill>
            <a:ln w="5420" cap="flat">
              <a:solidFill>
                <a:srgbClr val="42A5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3" name="pg353"/>
            <p:cNvSpPr/>
            <p:nvPr/>
          </p:nvSpPr>
          <p:spPr>
            <a:xfrm>
              <a:off x="6148954" y="277931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1A4AA">
                <a:alpha val="100000"/>
              </a:srgbClr>
            </a:solidFill>
            <a:ln w="5420" cap="flat">
              <a:solidFill>
                <a:srgbClr val="41A4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4" name="pg354"/>
            <p:cNvSpPr/>
            <p:nvPr/>
          </p:nvSpPr>
          <p:spPr>
            <a:xfrm>
              <a:off x="6160592" y="277931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1A4AA">
                <a:alpha val="100000"/>
              </a:srgbClr>
            </a:solidFill>
            <a:ln w="5420" cap="flat">
              <a:solidFill>
                <a:srgbClr val="41A4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5" name="pg355"/>
            <p:cNvSpPr/>
            <p:nvPr/>
          </p:nvSpPr>
          <p:spPr>
            <a:xfrm>
              <a:off x="6172229" y="277931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1A4AA">
                <a:alpha val="100000"/>
              </a:srgbClr>
            </a:solidFill>
            <a:ln w="5420" cap="flat">
              <a:solidFill>
                <a:srgbClr val="41A4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6" name="pg356"/>
            <p:cNvSpPr/>
            <p:nvPr/>
          </p:nvSpPr>
          <p:spPr>
            <a:xfrm>
              <a:off x="6183866" y="277931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1A4AA">
                <a:alpha val="100000"/>
              </a:srgbClr>
            </a:solidFill>
            <a:ln w="5420" cap="flat">
              <a:solidFill>
                <a:srgbClr val="41A4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7" name="pg357"/>
            <p:cNvSpPr/>
            <p:nvPr/>
          </p:nvSpPr>
          <p:spPr>
            <a:xfrm>
              <a:off x="6195504" y="277931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1A4AA">
                <a:alpha val="100000"/>
              </a:srgbClr>
            </a:solidFill>
            <a:ln w="5420" cap="flat">
              <a:solidFill>
                <a:srgbClr val="41A4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8" name="pg358"/>
            <p:cNvSpPr/>
            <p:nvPr/>
          </p:nvSpPr>
          <p:spPr>
            <a:xfrm>
              <a:off x="6207141" y="277931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1A3AA">
                <a:alpha val="100000"/>
              </a:srgbClr>
            </a:solidFill>
            <a:ln w="5420" cap="flat">
              <a:solidFill>
                <a:srgbClr val="41A3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9" name="pg359"/>
            <p:cNvSpPr/>
            <p:nvPr/>
          </p:nvSpPr>
          <p:spPr>
            <a:xfrm>
              <a:off x="6218778" y="277931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1A3AA">
                <a:alpha val="100000"/>
              </a:srgbClr>
            </a:solidFill>
            <a:ln w="5420" cap="flat">
              <a:solidFill>
                <a:srgbClr val="41A3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0" name="pg360"/>
            <p:cNvSpPr/>
            <p:nvPr/>
          </p:nvSpPr>
          <p:spPr>
            <a:xfrm>
              <a:off x="6230416" y="277931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0A3AA">
                <a:alpha val="100000"/>
              </a:srgbClr>
            </a:solidFill>
            <a:ln w="5420" cap="flat">
              <a:solidFill>
                <a:srgbClr val="40A3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1" name="pg361"/>
            <p:cNvSpPr/>
            <p:nvPr/>
          </p:nvSpPr>
          <p:spPr>
            <a:xfrm>
              <a:off x="6242053" y="277931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0A3AA">
                <a:alpha val="100000"/>
              </a:srgbClr>
            </a:solidFill>
            <a:ln w="5420" cap="flat">
              <a:solidFill>
                <a:srgbClr val="40A3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2" name="pg362"/>
            <p:cNvSpPr/>
            <p:nvPr/>
          </p:nvSpPr>
          <p:spPr>
            <a:xfrm>
              <a:off x="6253690" y="277931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0A3AA">
                <a:alpha val="100000"/>
              </a:srgbClr>
            </a:solidFill>
            <a:ln w="5420" cap="flat">
              <a:solidFill>
                <a:srgbClr val="40A3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3" name="pg363"/>
            <p:cNvSpPr/>
            <p:nvPr/>
          </p:nvSpPr>
          <p:spPr>
            <a:xfrm>
              <a:off x="6265328" y="277931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1A3AA">
                <a:alpha val="100000"/>
              </a:srgbClr>
            </a:solidFill>
            <a:ln w="5420" cap="flat">
              <a:solidFill>
                <a:srgbClr val="41A3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4" name="pg364"/>
            <p:cNvSpPr/>
            <p:nvPr/>
          </p:nvSpPr>
          <p:spPr>
            <a:xfrm>
              <a:off x="6276965" y="277931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1A4AA">
                <a:alpha val="100000"/>
              </a:srgbClr>
            </a:solidFill>
            <a:ln w="5420" cap="flat">
              <a:solidFill>
                <a:srgbClr val="41A4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5" name="pg365"/>
            <p:cNvSpPr/>
            <p:nvPr/>
          </p:nvSpPr>
          <p:spPr>
            <a:xfrm>
              <a:off x="6288602" y="277931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1A4AA">
                <a:alpha val="100000"/>
              </a:srgbClr>
            </a:solidFill>
            <a:ln w="5420" cap="flat">
              <a:solidFill>
                <a:srgbClr val="41A4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6" name="pg366"/>
            <p:cNvSpPr/>
            <p:nvPr/>
          </p:nvSpPr>
          <p:spPr>
            <a:xfrm>
              <a:off x="6300240" y="277931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1A4AA">
                <a:alpha val="100000"/>
              </a:srgbClr>
            </a:solidFill>
            <a:ln w="5420" cap="flat">
              <a:solidFill>
                <a:srgbClr val="41A4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7" name="pg367"/>
            <p:cNvSpPr/>
            <p:nvPr/>
          </p:nvSpPr>
          <p:spPr>
            <a:xfrm>
              <a:off x="6311877" y="277931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1A4AA">
                <a:alpha val="100000"/>
              </a:srgbClr>
            </a:solidFill>
            <a:ln w="5420" cap="flat">
              <a:solidFill>
                <a:srgbClr val="41A4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8" name="pg368"/>
            <p:cNvSpPr/>
            <p:nvPr/>
          </p:nvSpPr>
          <p:spPr>
            <a:xfrm>
              <a:off x="6323514" y="277931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1A4AA">
                <a:alpha val="100000"/>
              </a:srgbClr>
            </a:solidFill>
            <a:ln w="5420" cap="flat">
              <a:solidFill>
                <a:srgbClr val="41A4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9" name="pg369"/>
            <p:cNvSpPr/>
            <p:nvPr/>
          </p:nvSpPr>
          <p:spPr>
            <a:xfrm>
              <a:off x="5264517" y="279361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4BCAB">
                <a:alpha val="100000"/>
              </a:srgbClr>
            </a:solidFill>
            <a:ln w="5420" cap="flat">
              <a:solidFill>
                <a:srgbClr val="54BC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0" name="pg370"/>
            <p:cNvSpPr/>
            <p:nvPr/>
          </p:nvSpPr>
          <p:spPr>
            <a:xfrm>
              <a:off x="5276155" y="279361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4BCAB">
                <a:alpha val="100000"/>
              </a:srgbClr>
            </a:solidFill>
            <a:ln w="5420" cap="flat">
              <a:solidFill>
                <a:srgbClr val="54BC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1" name="pg371"/>
            <p:cNvSpPr/>
            <p:nvPr/>
          </p:nvSpPr>
          <p:spPr>
            <a:xfrm>
              <a:off x="5287792" y="279361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4BCAB">
                <a:alpha val="100000"/>
              </a:srgbClr>
            </a:solidFill>
            <a:ln w="5420" cap="flat">
              <a:solidFill>
                <a:srgbClr val="54BC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2" name="pg372"/>
            <p:cNvSpPr/>
            <p:nvPr/>
          </p:nvSpPr>
          <p:spPr>
            <a:xfrm>
              <a:off x="5299429" y="279361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4BCAB">
                <a:alpha val="100000"/>
              </a:srgbClr>
            </a:solidFill>
            <a:ln w="5420" cap="flat">
              <a:solidFill>
                <a:srgbClr val="54BC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3" name="pg373"/>
            <p:cNvSpPr/>
            <p:nvPr/>
          </p:nvSpPr>
          <p:spPr>
            <a:xfrm>
              <a:off x="5311067" y="279361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4BCAB">
                <a:alpha val="100000"/>
              </a:srgbClr>
            </a:solidFill>
            <a:ln w="5420" cap="flat">
              <a:solidFill>
                <a:srgbClr val="54BC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4" name="pg374"/>
            <p:cNvSpPr/>
            <p:nvPr/>
          </p:nvSpPr>
          <p:spPr>
            <a:xfrm>
              <a:off x="5322704" y="279361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4BCAB">
                <a:alpha val="100000"/>
              </a:srgbClr>
            </a:solidFill>
            <a:ln w="5420" cap="flat">
              <a:solidFill>
                <a:srgbClr val="54BC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5" name="pg375"/>
            <p:cNvSpPr/>
            <p:nvPr/>
          </p:nvSpPr>
          <p:spPr>
            <a:xfrm>
              <a:off x="5334341" y="279361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4BCAB">
                <a:alpha val="100000"/>
              </a:srgbClr>
            </a:solidFill>
            <a:ln w="5420" cap="flat">
              <a:solidFill>
                <a:srgbClr val="54BC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6" name="pg376"/>
            <p:cNvSpPr/>
            <p:nvPr/>
          </p:nvSpPr>
          <p:spPr>
            <a:xfrm>
              <a:off x="5345979" y="279361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4BCAB">
                <a:alpha val="100000"/>
              </a:srgbClr>
            </a:solidFill>
            <a:ln w="5420" cap="flat">
              <a:solidFill>
                <a:srgbClr val="54BC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7" name="pg377"/>
            <p:cNvSpPr/>
            <p:nvPr/>
          </p:nvSpPr>
          <p:spPr>
            <a:xfrm>
              <a:off x="5357616" y="279361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4BCAB">
                <a:alpha val="100000"/>
              </a:srgbClr>
            </a:solidFill>
            <a:ln w="5420" cap="flat">
              <a:solidFill>
                <a:srgbClr val="54BC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8" name="pg378"/>
            <p:cNvSpPr/>
            <p:nvPr/>
          </p:nvSpPr>
          <p:spPr>
            <a:xfrm>
              <a:off x="6067493" y="279361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2A5AA">
                <a:alpha val="100000"/>
              </a:srgbClr>
            </a:solidFill>
            <a:ln w="5420" cap="flat">
              <a:solidFill>
                <a:srgbClr val="42A5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9" name="pg379"/>
            <p:cNvSpPr/>
            <p:nvPr/>
          </p:nvSpPr>
          <p:spPr>
            <a:xfrm>
              <a:off x="6079130" y="279361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2A5AA">
                <a:alpha val="100000"/>
              </a:srgbClr>
            </a:solidFill>
            <a:ln w="5420" cap="flat">
              <a:solidFill>
                <a:srgbClr val="42A5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0" name="pg380"/>
            <p:cNvSpPr/>
            <p:nvPr/>
          </p:nvSpPr>
          <p:spPr>
            <a:xfrm>
              <a:off x="6090768" y="279361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1A4AA">
                <a:alpha val="100000"/>
              </a:srgbClr>
            </a:solidFill>
            <a:ln w="5420" cap="flat">
              <a:solidFill>
                <a:srgbClr val="41A4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1" name="pg381"/>
            <p:cNvSpPr/>
            <p:nvPr/>
          </p:nvSpPr>
          <p:spPr>
            <a:xfrm>
              <a:off x="6102405" y="279361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1A4AA">
                <a:alpha val="100000"/>
              </a:srgbClr>
            </a:solidFill>
            <a:ln w="5420" cap="flat">
              <a:solidFill>
                <a:srgbClr val="41A4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2" name="pg382"/>
            <p:cNvSpPr/>
            <p:nvPr/>
          </p:nvSpPr>
          <p:spPr>
            <a:xfrm>
              <a:off x="6114042" y="279361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1A4AA">
                <a:alpha val="100000"/>
              </a:srgbClr>
            </a:solidFill>
            <a:ln w="5420" cap="flat">
              <a:solidFill>
                <a:srgbClr val="41A4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3" name="pg383"/>
            <p:cNvSpPr/>
            <p:nvPr/>
          </p:nvSpPr>
          <p:spPr>
            <a:xfrm>
              <a:off x="6125680" y="279361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1A4AA">
                <a:alpha val="100000"/>
              </a:srgbClr>
            </a:solidFill>
            <a:ln w="5420" cap="flat">
              <a:solidFill>
                <a:srgbClr val="41A4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4" name="pg384"/>
            <p:cNvSpPr/>
            <p:nvPr/>
          </p:nvSpPr>
          <p:spPr>
            <a:xfrm>
              <a:off x="6137317" y="279361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0A3AA">
                <a:alpha val="100000"/>
              </a:srgbClr>
            </a:solidFill>
            <a:ln w="5420" cap="flat">
              <a:solidFill>
                <a:srgbClr val="40A3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5" name="pg385"/>
            <p:cNvSpPr/>
            <p:nvPr/>
          </p:nvSpPr>
          <p:spPr>
            <a:xfrm>
              <a:off x="6148954" y="279361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0A3AA">
                <a:alpha val="100000"/>
              </a:srgbClr>
            </a:solidFill>
            <a:ln w="5420" cap="flat">
              <a:solidFill>
                <a:srgbClr val="40A3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6" name="pg386"/>
            <p:cNvSpPr/>
            <p:nvPr/>
          </p:nvSpPr>
          <p:spPr>
            <a:xfrm>
              <a:off x="6160592" y="279361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0A2AA">
                <a:alpha val="100000"/>
              </a:srgbClr>
            </a:solidFill>
            <a:ln w="5420" cap="flat">
              <a:solidFill>
                <a:srgbClr val="40A2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7" name="pg387"/>
            <p:cNvSpPr/>
            <p:nvPr/>
          </p:nvSpPr>
          <p:spPr>
            <a:xfrm>
              <a:off x="6172229" y="279361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FA2AA">
                <a:alpha val="100000"/>
              </a:srgbClr>
            </a:solidFill>
            <a:ln w="5420" cap="flat">
              <a:solidFill>
                <a:srgbClr val="3FA2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8" name="pg388"/>
            <p:cNvSpPr/>
            <p:nvPr/>
          </p:nvSpPr>
          <p:spPr>
            <a:xfrm>
              <a:off x="6183866" y="279361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FA2AA">
                <a:alpha val="100000"/>
              </a:srgbClr>
            </a:solidFill>
            <a:ln w="5420" cap="flat">
              <a:solidFill>
                <a:srgbClr val="3FA2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9" name="pg389"/>
            <p:cNvSpPr/>
            <p:nvPr/>
          </p:nvSpPr>
          <p:spPr>
            <a:xfrm>
              <a:off x="6195504" y="279361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FA2AA">
                <a:alpha val="100000"/>
              </a:srgbClr>
            </a:solidFill>
            <a:ln w="5420" cap="flat">
              <a:solidFill>
                <a:srgbClr val="3FA2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0" name="pg390"/>
            <p:cNvSpPr/>
            <p:nvPr/>
          </p:nvSpPr>
          <p:spPr>
            <a:xfrm>
              <a:off x="6207141" y="279361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FA2AA">
                <a:alpha val="100000"/>
              </a:srgbClr>
            </a:solidFill>
            <a:ln w="5420" cap="flat">
              <a:solidFill>
                <a:srgbClr val="3FA2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1" name="pg391"/>
            <p:cNvSpPr/>
            <p:nvPr/>
          </p:nvSpPr>
          <p:spPr>
            <a:xfrm>
              <a:off x="6218778" y="279361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FA2AA">
                <a:alpha val="100000"/>
              </a:srgbClr>
            </a:solidFill>
            <a:ln w="5420" cap="flat">
              <a:solidFill>
                <a:srgbClr val="3FA2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2" name="pg392"/>
            <p:cNvSpPr/>
            <p:nvPr/>
          </p:nvSpPr>
          <p:spPr>
            <a:xfrm>
              <a:off x="6230416" y="279361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FA2AA">
                <a:alpha val="100000"/>
              </a:srgbClr>
            </a:solidFill>
            <a:ln w="5420" cap="flat">
              <a:solidFill>
                <a:srgbClr val="3FA2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3" name="pg393"/>
            <p:cNvSpPr/>
            <p:nvPr/>
          </p:nvSpPr>
          <p:spPr>
            <a:xfrm>
              <a:off x="6242053" y="279361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FA2AA">
                <a:alpha val="100000"/>
              </a:srgbClr>
            </a:solidFill>
            <a:ln w="5420" cap="flat">
              <a:solidFill>
                <a:srgbClr val="3FA2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4" name="pg394"/>
            <p:cNvSpPr/>
            <p:nvPr/>
          </p:nvSpPr>
          <p:spPr>
            <a:xfrm>
              <a:off x="6253690" y="279361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FA2AA">
                <a:alpha val="100000"/>
              </a:srgbClr>
            </a:solidFill>
            <a:ln w="5420" cap="flat">
              <a:solidFill>
                <a:srgbClr val="3FA2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5" name="pg395"/>
            <p:cNvSpPr/>
            <p:nvPr/>
          </p:nvSpPr>
          <p:spPr>
            <a:xfrm>
              <a:off x="6265328" y="279361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FA2AA">
                <a:alpha val="100000"/>
              </a:srgbClr>
            </a:solidFill>
            <a:ln w="5420" cap="flat">
              <a:solidFill>
                <a:srgbClr val="3FA2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6" name="pg396"/>
            <p:cNvSpPr/>
            <p:nvPr/>
          </p:nvSpPr>
          <p:spPr>
            <a:xfrm>
              <a:off x="6276965" y="279361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FA2AA">
                <a:alpha val="100000"/>
              </a:srgbClr>
            </a:solidFill>
            <a:ln w="5420" cap="flat">
              <a:solidFill>
                <a:srgbClr val="3FA2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7" name="pg397"/>
            <p:cNvSpPr/>
            <p:nvPr/>
          </p:nvSpPr>
          <p:spPr>
            <a:xfrm>
              <a:off x="6288602" y="279361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FA2AA">
                <a:alpha val="100000"/>
              </a:srgbClr>
            </a:solidFill>
            <a:ln w="5420" cap="flat">
              <a:solidFill>
                <a:srgbClr val="3FA2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8" name="pg398"/>
            <p:cNvSpPr/>
            <p:nvPr/>
          </p:nvSpPr>
          <p:spPr>
            <a:xfrm>
              <a:off x="6300240" y="279361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0A2AA">
                <a:alpha val="100000"/>
              </a:srgbClr>
            </a:solidFill>
            <a:ln w="5420" cap="flat">
              <a:solidFill>
                <a:srgbClr val="40A2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9" name="pg399"/>
            <p:cNvSpPr/>
            <p:nvPr/>
          </p:nvSpPr>
          <p:spPr>
            <a:xfrm>
              <a:off x="6311877" y="279361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0A3AA">
                <a:alpha val="100000"/>
              </a:srgbClr>
            </a:solidFill>
            <a:ln w="5420" cap="flat">
              <a:solidFill>
                <a:srgbClr val="40A3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0" name="pg400"/>
            <p:cNvSpPr/>
            <p:nvPr/>
          </p:nvSpPr>
          <p:spPr>
            <a:xfrm>
              <a:off x="6323514" y="279361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0A3AA">
                <a:alpha val="100000"/>
              </a:srgbClr>
            </a:solidFill>
            <a:ln w="5420" cap="flat">
              <a:solidFill>
                <a:srgbClr val="40A3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1" name="pg401"/>
            <p:cNvSpPr/>
            <p:nvPr/>
          </p:nvSpPr>
          <p:spPr>
            <a:xfrm>
              <a:off x="6335152" y="279361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0A3AA">
                <a:alpha val="100000"/>
              </a:srgbClr>
            </a:solidFill>
            <a:ln w="5420" cap="flat">
              <a:solidFill>
                <a:srgbClr val="40A3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2" name="pg402"/>
            <p:cNvSpPr/>
            <p:nvPr/>
          </p:nvSpPr>
          <p:spPr>
            <a:xfrm>
              <a:off x="5264517" y="280791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4BCAB">
                <a:alpha val="100000"/>
              </a:srgbClr>
            </a:solidFill>
            <a:ln w="5420" cap="flat">
              <a:solidFill>
                <a:srgbClr val="54BC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3" name="pg403"/>
            <p:cNvSpPr/>
            <p:nvPr/>
          </p:nvSpPr>
          <p:spPr>
            <a:xfrm>
              <a:off x="5276155" y="280791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4BCAB">
                <a:alpha val="100000"/>
              </a:srgbClr>
            </a:solidFill>
            <a:ln w="5420" cap="flat">
              <a:solidFill>
                <a:srgbClr val="54BC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4" name="pg404"/>
            <p:cNvSpPr/>
            <p:nvPr/>
          </p:nvSpPr>
          <p:spPr>
            <a:xfrm>
              <a:off x="5287792" y="280791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4BCAB">
                <a:alpha val="100000"/>
              </a:srgbClr>
            </a:solidFill>
            <a:ln w="5420" cap="flat">
              <a:solidFill>
                <a:srgbClr val="54BC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5" name="pg405"/>
            <p:cNvSpPr/>
            <p:nvPr/>
          </p:nvSpPr>
          <p:spPr>
            <a:xfrm>
              <a:off x="5299429" y="280791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4BCAB">
                <a:alpha val="100000"/>
              </a:srgbClr>
            </a:solidFill>
            <a:ln w="5420" cap="flat">
              <a:solidFill>
                <a:srgbClr val="54BC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6" name="pg406"/>
            <p:cNvSpPr/>
            <p:nvPr/>
          </p:nvSpPr>
          <p:spPr>
            <a:xfrm>
              <a:off x="5311067" y="280791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4BCAB">
                <a:alpha val="100000"/>
              </a:srgbClr>
            </a:solidFill>
            <a:ln w="5420" cap="flat">
              <a:solidFill>
                <a:srgbClr val="54BC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7" name="pg407"/>
            <p:cNvSpPr/>
            <p:nvPr/>
          </p:nvSpPr>
          <p:spPr>
            <a:xfrm>
              <a:off x="5322704" y="280791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4BCAB">
                <a:alpha val="100000"/>
              </a:srgbClr>
            </a:solidFill>
            <a:ln w="5420" cap="flat">
              <a:solidFill>
                <a:srgbClr val="54BC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8" name="pg408"/>
            <p:cNvSpPr/>
            <p:nvPr/>
          </p:nvSpPr>
          <p:spPr>
            <a:xfrm>
              <a:off x="6055856" y="280791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2A5AA">
                <a:alpha val="100000"/>
              </a:srgbClr>
            </a:solidFill>
            <a:ln w="5420" cap="flat">
              <a:solidFill>
                <a:srgbClr val="42A5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9" name="pg409"/>
            <p:cNvSpPr/>
            <p:nvPr/>
          </p:nvSpPr>
          <p:spPr>
            <a:xfrm>
              <a:off x="6067493" y="280791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1A4AA">
                <a:alpha val="100000"/>
              </a:srgbClr>
            </a:solidFill>
            <a:ln w="5420" cap="flat">
              <a:solidFill>
                <a:srgbClr val="41A4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0" name="pg410"/>
            <p:cNvSpPr/>
            <p:nvPr/>
          </p:nvSpPr>
          <p:spPr>
            <a:xfrm>
              <a:off x="6079130" y="280791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1A4AA">
                <a:alpha val="100000"/>
              </a:srgbClr>
            </a:solidFill>
            <a:ln w="5420" cap="flat">
              <a:solidFill>
                <a:srgbClr val="41A4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1" name="pg411"/>
            <p:cNvSpPr/>
            <p:nvPr/>
          </p:nvSpPr>
          <p:spPr>
            <a:xfrm>
              <a:off x="6090768" y="280791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1A4AA">
                <a:alpha val="100000"/>
              </a:srgbClr>
            </a:solidFill>
            <a:ln w="5420" cap="flat">
              <a:solidFill>
                <a:srgbClr val="41A4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2" name="pg412"/>
            <p:cNvSpPr/>
            <p:nvPr/>
          </p:nvSpPr>
          <p:spPr>
            <a:xfrm>
              <a:off x="6102405" y="280791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1A4AA">
                <a:alpha val="100000"/>
              </a:srgbClr>
            </a:solidFill>
            <a:ln w="5420" cap="flat">
              <a:solidFill>
                <a:srgbClr val="41A4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3" name="pg413"/>
            <p:cNvSpPr/>
            <p:nvPr/>
          </p:nvSpPr>
          <p:spPr>
            <a:xfrm>
              <a:off x="6114042" y="280791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0A3AA">
                <a:alpha val="100000"/>
              </a:srgbClr>
            </a:solidFill>
            <a:ln w="5420" cap="flat">
              <a:solidFill>
                <a:srgbClr val="40A3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4" name="pg414"/>
            <p:cNvSpPr/>
            <p:nvPr/>
          </p:nvSpPr>
          <p:spPr>
            <a:xfrm>
              <a:off x="6125680" y="280791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0A3AA">
                <a:alpha val="100000"/>
              </a:srgbClr>
            </a:solidFill>
            <a:ln w="5420" cap="flat">
              <a:solidFill>
                <a:srgbClr val="40A3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5" name="pg415"/>
            <p:cNvSpPr/>
            <p:nvPr/>
          </p:nvSpPr>
          <p:spPr>
            <a:xfrm>
              <a:off x="6137317" y="280791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0A3AA">
                <a:alpha val="100000"/>
              </a:srgbClr>
            </a:solidFill>
            <a:ln w="5420" cap="flat">
              <a:solidFill>
                <a:srgbClr val="40A3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6" name="pg416"/>
            <p:cNvSpPr/>
            <p:nvPr/>
          </p:nvSpPr>
          <p:spPr>
            <a:xfrm>
              <a:off x="6148954" y="280791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FA2AA">
                <a:alpha val="100000"/>
              </a:srgbClr>
            </a:solidFill>
            <a:ln w="5420" cap="flat">
              <a:solidFill>
                <a:srgbClr val="3FA2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7" name="pg417"/>
            <p:cNvSpPr/>
            <p:nvPr/>
          </p:nvSpPr>
          <p:spPr>
            <a:xfrm>
              <a:off x="6160592" y="280791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FA2AA">
                <a:alpha val="100000"/>
              </a:srgbClr>
            </a:solidFill>
            <a:ln w="5420" cap="flat">
              <a:solidFill>
                <a:srgbClr val="3FA2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8" name="pg418"/>
            <p:cNvSpPr/>
            <p:nvPr/>
          </p:nvSpPr>
          <p:spPr>
            <a:xfrm>
              <a:off x="6172229" y="280791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FA2AA">
                <a:alpha val="100000"/>
              </a:srgbClr>
            </a:solidFill>
            <a:ln w="5420" cap="flat">
              <a:solidFill>
                <a:srgbClr val="3FA2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9" name="pg419"/>
            <p:cNvSpPr/>
            <p:nvPr/>
          </p:nvSpPr>
          <p:spPr>
            <a:xfrm>
              <a:off x="6230416" y="280791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EA1AA">
                <a:alpha val="100000"/>
              </a:srgbClr>
            </a:solidFill>
            <a:ln w="5420" cap="flat">
              <a:solidFill>
                <a:srgbClr val="3EA1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0" name="pg420"/>
            <p:cNvSpPr/>
            <p:nvPr/>
          </p:nvSpPr>
          <p:spPr>
            <a:xfrm>
              <a:off x="6242053" y="280791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EA1AA">
                <a:alpha val="100000"/>
              </a:srgbClr>
            </a:solidFill>
            <a:ln w="5420" cap="flat">
              <a:solidFill>
                <a:srgbClr val="3EA1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1" name="pg421"/>
            <p:cNvSpPr/>
            <p:nvPr/>
          </p:nvSpPr>
          <p:spPr>
            <a:xfrm>
              <a:off x="6253690" y="280791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EA1AA">
                <a:alpha val="100000"/>
              </a:srgbClr>
            </a:solidFill>
            <a:ln w="5420" cap="flat">
              <a:solidFill>
                <a:srgbClr val="3EA1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2" name="pg422"/>
            <p:cNvSpPr/>
            <p:nvPr/>
          </p:nvSpPr>
          <p:spPr>
            <a:xfrm>
              <a:off x="6265328" y="280791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EA1AA">
                <a:alpha val="100000"/>
              </a:srgbClr>
            </a:solidFill>
            <a:ln w="5420" cap="flat">
              <a:solidFill>
                <a:srgbClr val="3EA1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3" name="pg423"/>
            <p:cNvSpPr/>
            <p:nvPr/>
          </p:nvSpPr>
          <p:spPr>
            <a:xfrm>
              <a:off x="6276965" y="280791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EA1AA">
                <a:alpha val="100000"/>
              </a:srgbClr>
            </a:solidFill>
            <a:ln w="5420" cap="flat">
              <a:solidFill>
                <a:srgbClr val="3EA1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4" name="pg424"/>
            <p:cNvSpPr/>
            <p:nvPr/>
          </p:nvSpPr>
          <p:spPr>
            <a:xfrm>
              <a:off x="6288602" y="280791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FA1AA">
                <a:alpha val="100000"/>
              </a:srgbClr>
            </a:solidFill>
            <a:ln w="5420" cap="flat">
              <a:solidFill>
                <a:srgbClr val="3FA1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5" name="pg425"/>
            <p:cNvSpPr/>
            <p:nvPr/>
          </p:nvSpPr>
          <p:spPr>
            <a:xfrm>
              <a:off x="6300240" y="280791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FA1AA">
                <a:alpha val="100000"/>
              </a:srgbClr>
            </a:solidFill>
            <a:ln w="5420" cap="flat">
              <a:solidFill>
                <a:srgbClr val="3FA1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6" name="pg426"/>
            <p:cNvSpPr/>
            <p:nvPr/>
          </p:nvSpPr>
          <p:spPr>
            <a:xfrm>
              <a:off x="6311877" y="280791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FA2AA">
                <a:alpha val="100000"/>
              </a:srgbClr>
            </a:solidFill>
            <a:ln w="5420" cap="flat">
              <a:solidFill>
                <a:srgbClr val="3FA2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7" name="pg427"/>
            <p:cNvSpPr/>
            <p:nvPr/>
          </p:nvSpPr>
          <p:spPr>
            <a:xfrm>
              <a:off x="6323514" y="280791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FA2AA">
                <a:alpha val="100000"/>
              </a:srgbClr>
            </a:solidFill>
            <a:ln w="5420" cap="flat">
              <a:solidFill>
                <a:srgbClr val="3FA2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8" name="pg428"/>
            <p:cNvSpPr/>
            <p:nvPr/>
          </p:nvSpPr>
          <p:spPr>
            <a:xfrm>
              <a:off x="5264517" y="282221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4BCAB">
                <a:alpha val="100000"/>
              </a:srgbClr>
            </a:solidFill>
            <a:ln w="5420" cap="flat">
              <a:solidFill>
                <a:srgbClr val="54BC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9" name="pg429"/>
            <p:cNvSpPr/>
            <p:nvPr/>
          </p:nvSpPr>
          <p:spPr>
            <a:xfrm>
              <a:off x="5276155" y="282221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4BDAB">
                <a:alpha val="100000"/>
              </a:srgbClr>
            </a:solidFill>
            <a:ln w="5420" cap="flat">
              <a:solidFill>
                <a:srgbClr val="54BD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0" name="pg430"/>
            <p:cNvSpPr/>
            <p:nvPr/>
          </p:nvSpPr>
          <p:spPr>
            <a:xfrm>
              <a:off x="5287792" y="282221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4BDAB">
                <a:alpha val="100000"/>
              </a:srgbClr>
            </a:solidFill>
            <a:ln w="5420" cap="flat">
              <a:solidFill>
                <a:srgbClr val="54BD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1" name="pg431"/>
            <p:cNvSpPr/>
            <p:nvPr/>
          </p:nvSpPr>
          <p:spPr>
            <a:xfrm>
              <a:off x="5299429" y="282221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4BDAB">
                <a:alpha val="100000"/>
              </a:srgbClr>
            </a:solidFill>
            <a:ln w="5420" cap="flat">
              <a:solidFill>
                <a:srgbClr val="54BD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2" name="pg432"/>
            <p:cNvSpPr/>
            <p:nvPr/>
          </p:nvSpPr>
          <p:spPr>
            <a:xfrm>
              <a:off x="6009306" y="282221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1A4AA">
                <a:alpha val="100000"/>
              </a:srgbClr>
            </a:solidFill>
            <a:ln w="5420" cap="flat">
              <a:solidFill>
                <a:srgbClr val="41A4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3" name="pg433"/>
            <p:cNvSpPr/>
            <p:nvPr/>
          </p:nvSpPr>
          <p:spPr>
            <a:xfrm>
              <a:off x="6020944" y="282221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1A4AA">
                <a:alpha val="100000"/>
              </a:srgbClr>
            </a:solidFill>
            <a:ln w="5420" cap="flat">
              <a:solidFill>
                <a:srgbClr val="41A4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4" name="pg434"/>
            <p:cNvSpPr/>
            <p:nvPr/>
          </p:nvSpPr>
          <p:spPr>
            <a:xfrm>
              <a:off x="6032581" y="282221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1A4AA">
                <a:alpha val="100000"/>
              </a:srgbClr>
            </a:solidFill>
            <a:ln w="5420" cap="flat">
              <a:solidFill>
                <a:srgbClr val="41A4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5" name="pg435"/>
            <p:cNvSpPr/>
            <p:nvPr/>
          </p:nvSpPr>
          <p:spPr>
            <a:xfrm>
              <a:off x="6044218" y="282221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1A4AA">
                <a:alpha val="100000"/>
              </a:srgbClr>
            </a:solidFill>
            <a:ln w="5420" cap="flat">
              <a:solidFill>
                <a:srgbClr val="41A4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6" name="pg436"/>
            <p:cNvSpPr/>
            <p:nvPr/>
          </p:nvSpPr>
          <p:spPr>
            <a:xfrm>
              <a:off x="6055856" y="282221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1A4AA">
                <a:alpha val="100000"/>
              </a:srgbClr>
            </a:solidFill>
            <a:ln w="5420" cap="flat">
              <a:solidFill>
                <a:srgbClr val="41A4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7" name="pg437"/>
            <p:cNvSpPr/>
            <p:nvPr/>
          </p:nvSpPr>
          <p:spPr>
            <a:xfrm>
              <a:off x="6067493" y="282221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1A4AA">
                <a:alpha val="100000"/>
              </a:srgbClr>
            </a:solidFill>
            <a:ln w="5420" cap="flat">
              <a:solidFill>
                <a:srgbClr val="41A4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8" name="pg438"/>
            <p:cNvSpPr/>
            <p:nvPr/>
          </p:nvSpPr>
          <p:spPr>
            <a:xfrm>
              <a:off x="6079130" y="282221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1A4AA">
                <a:alpha val="100000"/>
              </a:srgbClr>
            </a:solidFill>
            <a:ln w="5420" cap="flat">
              <a:solidFill>
                <a:srgbClr val="41A4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9" name="pg439"/>
            <p:cNvSpPr/>
            <p:nvPr/>
          </p:nvSpPr>
          <p:spPr>
            <a:xfrm>
              <a:off x="6090768" y="282221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0A3AA">
                <a:alpha val="100000"/>
              </a:srgbClr>
            </a:solidFill>
            <a:ln w="5420" cap="flat">
              <a:solidFill>
                <a:srgbClr val="40A3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0" name="pg440"/>
            <p:cNvSpPr/>
            <p:nvPr/>
          </p:nvSpPr>
          <p:spPr>
            <a:xfrm>
              <a:off x="6102405" y="282221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0A3AA">
                <a:alpha val="100000"/>
              </a:srgbClr>
            </a:solidFill>
            <a:ln w="5420" cap="flat">
              <a:solidFill>
                <a:srgbClr val="40A3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1" name="pg441"/>
            <p:cNvSpPr/>
            <p:nvPr/>
          </p:nvSpPr>
          <p:spPr>
            <a:xfrm>
              <a:off x="6114042" y="282221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0A3AA">
                <a:alpha val="100000"/>
              </a:srgbClr>
            </a:solidFill>
            <a:ln w="5420" cap="flat">
              <a:solidFill>
                <a:srgbClr val="40A3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2" name="pg442"/>
            <p:cNvSpPr/>
            <p:nvPr/>
          </p:nvSpPr>
          <p:spPr>
            <a:xfrm>
              <a:off x="6207141" y="282221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DA0AA">
                <a:alpha val="100000"/>
              </a:srgbClr>
            </a:solidFill>
            <a:ln w="5420" cap="flat">
              <a:solidFill>
                <a:srgbClr val="3DA0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3" name="pg443"/>
            <p:cNvSpPr/>
            <p:nvPr/>
          </p:nvSpPr>
          <p:spPr>
            <a:xfrm>
              <a:off x="6218778" y="282221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DA0AA">
                <a:alpha val="100000"/>
              </a:srgbClr>
            </a:solidFill>
            <a:ln w="5420" cap="flat">
              <a:solidFill>
                <a:srgbClr val="3DA0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4" name="pg444"/>
            <p:cNvSpPr/>
            <p:nvPr/>
          </p:nvSpPr>
          <p:spPr>
            <a:xfrm>
              <a:off x="6230416" y="282221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D9FAA">
                <a:alpha val="100000"/>
              </a:srgbClr>
            </a:solidFill>
            <a:ln w="5420" cap="flat">
              <a:solidFill>
                <a:srgbClr val="3D9F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5" name="pg445"/>
            <p:cNvSpPr/>
            <p:nvPr/>
          </p:nvSpPr>
          <p:spPr>
            <a:xfrm>
              <a:off x="6242053" y="282221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DA0AA">
                <a:alpha val="100000"/>
              </a:srgbClr>
            </a:solidFill>
            <a:ln w="5420" cap="flat">
              <a:solidFill>
                <a:srgbClr val="3DA0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6" name="pg446"/>
            <p:cNvSpPr/>
            <p:nvPr/>
          </p:nvSpPr>
          <p:spPr>
            <a:xfrm>
              <a:off x="6253690" y="282221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DA0AA">
                <a:alpha val="100000"/>
              </a:srgbClr>
            </a:solidFill>
            <a:ln w="5420" cap="flat">
              <a:solidFill>
                <a:srgbClr val="3DA0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7" name="pg447"/>
            <p:cNvSpPr/>
            <p:nvPr/>
          </p:nvSpPr>
          <p:spPr>
            <a:xfrm>
              <a:off x="6265328" y="282221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DA0AA">
                <a:alpha val="100000"/>
              </a:srgbClr>
            </a:solidFill>
            <a:ln w="5420" cap="flat">
              <a:solidFill>
                <a:srgbClr val="3DA0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8" name="pg448"/>
            <p:cNvSpPr/>
            <p:nvPr/>
          </p:nvSpPr>
          <p:spPr>
            <a:xfrm>
              <a:off x="6276965" y="282221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DA0AA">
                <a:alpha val="100000"/>
              </a:srgbClr>
            </a:solidFill>
            <a:ln w="5420" cap="flat">
              <a:solidFill>
                <a:srgbClr val="3DA0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9" name="pg449"/>
            <p:cNvSpPr/>
            <p:nvPr/>
          </p:nvSpPr>
          <p:spPr>
            <a:xfrm>
              <a:off x="6288602" y="282221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EA0AA">
                <a:alpha val="100000"/>
              </a:srgbClr>
            </a:solidFill>
            <a:ln w="5420" cap="flat">
              <a:solidFill>
                <a:srgbClr val="3EA0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0" name="pg450"/>
            <p:cNvSpPr/>
            <p:nvPr/>
          </p:nvSpPr>
          <p:spPr>
            <a:xfrm>
              <a:off x="6300240" y="282221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EA1AA">
                <a:alpha val="100000"/>
              </a:srgbClr>
            </a:solidFill>
            <a:ln w="5420" cap="flat">
              <a:solidFill>
                <a:srgbClr val="3EA1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1" name="pg451"/>
            <p:cNvSpPr/>
            <p:nvPr/>
          </p:nvSpPr>
          <p:spPr>
            <a:xfrm>
              <a:off x="6311877" y="282221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EA1AA">
                <a:alpha val="100000"/>
              </a:srgbClr>
            </a:solidFill>
            <a:ln w="5420" cap="flat">
              <a:solidFill>
                <a:srgbClr val="3EA1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2" name="pg452"/>
            <p:cNvSpPr/>
            <p:nvPr/>
          </p:nvSpPr>
          <p:spPr>
            <a:xfrm>
              <a:off x="5892933" y="283651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9EAA">
                <a:alpha val="100000"/>
              </a:srgbClr>
            </a:solidFill>
            <a:ln w="5420" cap="flat">
              <a:solidFill>
                <a:srgbClr val="3B9E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3" name="pg453"/>
            <p:cNvSpPr/>
            <p:nvPr/>
          </p:nvSpPr>
          <p:spPr>
            <a:xfrm>
              <a:off x="5904570" y="283651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9EAA">
                <a:alpha val="100000"/>
              </a:srgbClr>
            </a:solidFill>
            <a:ln w="5420" cap="flat">
              <a:solidFill>
                <a:srgbClr val="3C9E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4" name="pg454"/>
            <p:cNvSpPr/>
            <p:nvPr/>
          </p:nvSpPr>
          <p:spPr>
            <a:xfrm>
              <a:off x="5916208" y="283651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DA0AA">
                <a:alpha val="100000"/>
              </a:srgbClr>
            </a:solidFill>
            <a:ln w="5420" cap="flat">
              <a:solidFill>
                <a:srgbClr val="3DA0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5" name="pg455"/>
            <p:cNvSpPr/>
            <p:nvPr/>
          </p:nvSpPr>
          <p:spPr>
            <a:xfrm>
              <a:off x="5927845" y="283651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EA0AA">
                <a:alpha val="100000"/>
              </a:srgbClr>
            </a:solidFill>
            <a:ln w="5420" cap="flat">
              <a:solidFill>
                <a:srgbClr val="3EA0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6" name="pg456"/>
            <p:cNvSpPr/>
            <p:nvPr/>
          </p:nvSpPr>
          <p:spPr>
            <a:xfrm>
              <a:off x="5939482" y="283651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EA1AA">
                <a:alpha val="100000"/>
              </a:srgbClr>
            </a:solidFill>
            <a:ln w="5420" cap="flat">
              <a:solidFill>
                <a:srgbClr val="3EA1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7" name="pg457"/>
            <p:cNvSpPr/>
            <p:nvPr/>
          </p:nvSpPr>
          <p:spPr>
            <a:xfrm>
              <a:off x="5951120" y="283651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FA2AA">
                <a:alpha val="100000"/>
              </a:srgbClr>
            </a:solidFill>
            <a:ln w="5420" cap="flat">
              <a:solidFill>
                <a:srgbClr val="3FA2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8" name="pg458"/>
            <p:cNvSpPr/>
            <p:nvPr/>
          </p:nvSpPr>
          <p:spPr>
            <a:xfrm>
              <a:off x="5962757" y="283651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FA2AA">
                <a:alpha val="100000"/>
              </a:srgbClr>
            </a:solidFill>
            <a:ln w="5420" cap="flat">
              <a:solidFill>
                <a:srgbClr val="3FA2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9" name="pg459"/>
            <p:cNvSpPr/>
            <p:nvPr/>
          </p:nvSpPr>
          <p:spPr>
            <a:xfrm>
              <a:off x="5974394" y="283651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0A3AA">
                <a:alpha val="100000"/>
              </a:srgbClr>
            </a:solidFill>
            <a:ln w="5420" cap="flat">
              <a:solidFill>
                <a:srgbClr val="40A3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0" name="pg460"/>
            <p:cNvSpPr/>
            <p:nvPr/>
          </p:nvSpPr>
          <p:spPr>
            <a:xfrm>
              <a:off x="5986032" y="283651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0A3AA">
                <a:alpha val="100000"/>
              </a:srgbClr>
            </a:solidFill>
            <a:ln w="5420" cap="flat">
              <a:solidFill>
                <a:srgbClr val="40A3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1" name="pg461"/>
            <p:cNvSpPr/>
            <p:nvPr/>
          </p:nvSpPr>
          <p:spPr>
            <a:xfrm>
              <a:off x="5997669" y="283651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1A3AA">
                <a:alpha val="100000"/>
              </a:srgbClr>
            </a:solidFill>
            <a:ln w="5420" cap="flat">
              <a:solidFill>
                <a:srgbClr val="41A3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2" name="pg462"/>
            <p:cNvSpPr/>
            <p:nvPr/>
          </p:nvSpPr>
          <p:spPr>
            <a:xfrm>
              <a:off x="6009306" y="283651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1A4AA">
                <a:alpha val="100000"/>
              </a:srgbClr>
            </a:solidFill>
            <a:ln w="5420" cap="flat">
              <a:solidFill>
                <a:srgbClr val="41A4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3" name="pg463"/>
            <p:cNvSpPr/>
            <p:nvPr/>
          </p:nvSpPr>
          <p:spPr>
            <a:xfrm>
              <a:off x="6020944" y="283651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1A4AA">
                <a:alpha val="100000"/>
              </a:srgbClr>
            </a:solidFill>
            <a:ln w="5420" cap="flat">
              <a:solidFill>
                <a:srgbClr val="41A4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4" name="pg464"/>
            <p:cNvSpPr/>
            <p:nvPr/>
          </p:nvSpPr>
          <p:spPr>
            <a:xfrm>
              <a:off x="6032581" y="283651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1A4AA">
                <a:alpha val="100000"/>
              </a:srgbClr>
            </a:solidFill>
            <a:ln w="5420" cap="flat">
              <a:solidFill>
                <a:srgbClr val="41A4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5" name="pg465"/>
            <p:cNvSpPr/>
            <p:nvPr/>
          </p:nvSpPr>
          <p:spPr>
            <a:xfrm>
              <a:off x="6044218" y="283651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1A4AA">
                <a:alpha val="100000"/>
              </a:srgbClr>
            </a:solidFill>
            <a:ln w="5420" cap="flat">
              <a:solidFill>
                <a:srgbClr val="41A4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6" name="pg466"/>
            <p:cNvSpPr/>
            <p:nvPr/>
          </p:nvSpPr>
          <p:spPr>
            <a:xfrm>
              <a:off x="6055856" y="283651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1A4AA">
                <a:alpha val="100000"/>
              </a:srgbClr>
            </a:solidFill>
            <a:ln w="5420" cap="flat">
              <a:solidFill>
                <a:srgbClr val="41A4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7" name="pg467"/>
            <p:cNvSpPr/>
            <p:nvPr/>
          </p:nvSpPr>
          <p:spPr>
            <a:xfrm>
              <a:off x="6067493" y="283651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1A3AA">
                <a:alpha val="100000"/>
              </a:srgbClr>
            </a:solidFill>
            <a:ln w="5420" cap="flat">
              <a:solidFill>
                <a:srgbClr val="41A3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8" name="pg468"/>
            <p:cNvSpPr/>
            <p:nvPr/>
          </p:nvSpPr>
          <p:spPr>
            <a:xfrm>
              <a:off x="6079130" y="283651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0A3AA">
                <a:alpha val="100000"/>
              </a:srgbClr>
            </a:solidFill>
            <a:ln w="5420" cap="flat">
              <a:solidFill>
                <a:srgbClr val="40A3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9" name="pg469"/>
            <p:cNvSpPr/>
            <p:nvPr/>
          </p:nvSpPr>
          <p:spPr>
            <a:xfrm>
              <a:off x="6090768" y="283651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0A3AA">
                <a:alpha val="100000"/>
              </a:srgbClr>
            </a:solidFill>
            <a:ln w="5420" cap="flat">
              <a:solidFill>
                <a:srgbClr val="40A3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0" name="pg470"/>
            <p:cNvSpPr/>
            <p:nvPr/>
          </p:nvSpPr>
          <p:spPr>
            <a:xfrm>
              <a:off x="6102405" y="283651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0A2AA">
                <a:alpha val="100000"/>
              </a:srgbClr>
            </a:solidFill>
            <a:ln w="5420" cap="flat">
              <a:solidFill>
                <a:srgbClr val="40A2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1" name="pg471"/>
            <p:cNvSpPr/>
            <p:nvPr/>
          </p:nvSpPr>
          <p:spPr>
            <a:xfrm>
              <a:off x="6114042" y="283651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FA2AA">
                <a:alpha val="100000"/>
              </a:srgbClr>
            </a:solidFill>
            <a:ln w="5420" cap="flat">
              <a:solidFill>
                <a:srgbClr val="3FA2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2" name="pg472"/>
            <p:cNvSpPr/>
            <p:nvPr/>
          </p:nvSpPr>
          <p:spPr>
            <a:xfrm>
              <a:off x="6183866" y="283651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9FAA">
                <a:alpha val="100000"/>
              </a:srgbClr>
            </a:solidFill>
            <a:ln w="5420" cap="flat">
              <a:solidFill>
                <a:srgbClr val="3C9F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3" name="pg473"/>
            <p:cNvSpPr/>
            <p:nvPr/>
          </p:nvSpPr>
          <p:spPr>
            <a:xfrm>
              <a:off x="6195504" y="283651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9FAA">
                <a:alpha val="100000"/>
              </a:srgbClr>
            </a:solidFill>
            <a:ln w="5420" cap="flat">
              <a:solidFill>
                <a:srgbClr val="3C9F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4" name="pg474"/>
            <p:cNvSpPr/>
            <p:nvPr/>
          </p:nvSpPr>
          <p:spPr>
            <a:xfrm>
              <a:off x="6207141" y="283651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9FAA">
                <a:alpha val="100000"/>
              </a:srgbClr>
            </a:solidFill>
            <a:ln w="5420" cap="flat">
              <a:solidFill>
                <a:srgbClr val="3C9F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5" name="pg475"/>
            <p:cNvSpPr/>
            <p:nvPr/>
          </p:nvSpPr>
          <p:spPr>
            <a:xfrm>
              <a:off x="6218778" y="283651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9EAA">
                <a:alpha val="100000"/>
              </a:srgbClr>
            </a:solidFill>
            <a:ln w="5420" cap="flat">
              <a:solidFill>
                <a:srgbClr val="3C9E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6" name="pg476"/>
            <p:cNvSpPr/>
            <p:nvPr/>
          </p:nvSpPr>
          <p:spPr>
            <a:xfrm>
              <a:off x="6230416" y="283651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9EAA">
                <a:alpha val="100000"/>
              </a:srgbClr>
            </a:solidFill>
            <a:ln w="5420" cap="flat">
              <a:solidFill>
                <a:srgbClr val="3C9E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7" name="pg477"/>
            <p:cNvSpPr/>
            <p:nvPr/>
          </p:nvSpPr>
          <p:spPr>
            <a:xfrm>
              <a:off x="6242053" y="283651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9EAA">
                <a:alpha val="100000"/>
              </a:srgbClr>
            </a:solidFill>
            <a:ln w="5420" cap="flat">
              <a:solidFill>
                <a:srgbClr val="3C9E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8" name="pg478"/>
            <p:cNvSpPr/>
            <p:nvPr/>
          </p:nvSpPr>
          <p:spPr>
            <a:xfrm>
              <a:off x="6253690" y="283651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9FAA">
                <a:alpha val="100000"/>
              </a:srgbClr>
            </a:solidFill>
            <a:ln w="5420" cap="flat">
              <a:solidFill>
                <a:srgbClr val="3C9F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9" name="pg479"/>
            <p:cNvSpPr/>
            <p:nvPr/>
          </p:nvSpPr>
          <p:spPr>
            <a:xfrm>
              <a:off x="6265328" y="283651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9FAA">
                <a:alpha val="100000"/>
              </a:srgbClr>
            </a:solidFill>
            <a:ln w="5420" cap="flat">
              <a:solidFill>
                <a:srgbClr val="3C9F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0" name="pg480"/>
            <p:cNvSpPr/>
            <p:nvPr/>
          </p:nvSpPr>
          <p:spPr>
            <a:xfrm>
              <a:off x="6276965" y="283651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D9FAA">
                <a:alpha val="100000"/>
              </a:srgbClr>
            </a:solidFill>
            <a:ln w="5420" cap="flat">
              <a:solidFill>
                <a:srgbClr val="3D9F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1" name="pg481"/>
            <p:cNvSpPr/>
            <p:nvPr/>
          </p:nvSpPr>
          <p:spPr>
            <a:xfrm>
              <a:off x="6288602" y="283651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DA0AA">
                <a:alpha val="100000"/>
              </a:srgbClr>
            </a:solidFill>
            <a:ln w="5420" cap="flat">
              <a:solidFill>
                <a:srgbClr val="3DA0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2" name="pg482"/>
            <p:cNvSpPr/>
            <p:nvPr/>
          </p:nvSpPr>
          <p:spPr>
            <a:xfrm>
              <a:off x="5881296" y="285081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9BA9">
                <a:alpha val="100000"/>
              </a:srgbClr>
            </a:solidFill>
            <a:ln w="5420" cap="flat">
              <a:solidFill>
                <a:srgbClr val="399B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3" name="pg483"/>
            <p:cNvSpPr/>
            <p:nvPr/>
          </p:nvSpPr>
          <p:spPr>
            <a:xfrm>
              <a:off x="5892933" y="285081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9CA9">
                <a:alpha val="100000"/>
              </a:srgbClr>
            </a:solidFill>
            <a:ln w="5420" cap="flat">
              <a:solidFill>
                <a:srgbClr val="3A9C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4" name="pg484"/>
            <p:cNvSpPr/>
            <p:nvPr/>
          </p:nvSpPr>
          <p:spPr>
            <a:xfrm>
              <a:off x="5904570" y="285081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9DA9">
                <a:alpha val="100000"/>
              </a:srgbClr>
            </a:solidFill>
            <a:ln w="5420" cap="flat">
              <a:solidFill>
                <a:srgbClr val="3A9D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5" name="pg485"/>
            <p:cNvSpPr/>
            <p:nvPr/>
          </p:nvSpPr>
          <p:spPr>
            <a:xfrm>
              <a:off x="5916208" y="285081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9FAA">
                <a:alpha val="100000"/>
              </a:srgbClr>
            </a:solidFill>
            <a:ln w="5420" cap="flat">
              <a:solidFill>
                <a:srgbClr val="3C9F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6" name="pg486"/>
            <p:cNvSpPr/>
            <p:nvPr/>
          </p:nvSpPr>
          <p:spPr>
            <a:xfrm>
              <a:off x="5927845" y="285081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D9FAA">
                <a:alpha val="100000"/>
              </a:srgbClr>
            </a:solidFill>
            <a:ln w="5420" cap="flat">
              <a:solidFill>
                <a:srgbClr val="3D9F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7" name="pg487"/>
            <p:cNvSpPr/>
            <p:nvPr/>
          </p:nvSpPr>
          <p:spPr>
            <a:xfrm>
              <a:off x="5939482" y="285081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EA0AA">
                <a:alpha val="100000"/>
              </a:srgbClr>
            </a:solidFill>
            <a:ln w="5420" cap="flat">
              <a:solidFill>
                <a:srgbClr val="3EA0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8" name="pg488"/>
            <p:cNvSpPr/>
            <p:nvPr/>
          </p:nvSpPr>
          <p:spPr>
            <a:xfrm>
              <a:off x="5951120" y="285081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EA1AA">
                <a:alpha val="100000"/>
              </a:srgbClr>
            </a:solidFill>
            <a:ln w="5420" cap="flat">
              <a:solidFill>
                <a:srgbClr val="3EA1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9" name="pg489"/>
            <p:cNvSpPr/>
            <p:nvPr/>
          </p:nvSpPr>
          <p:spPr>
            <a:xfrm>
              <a:off x="5962757" y="285081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FA2AA">
                <a:alpha val="100000"/>
              </a:srgbClr>
            </a:solidFill>
            <a:ln w="5420" cap="flat">
              <a:solidFill>
                <a:srgbClr val="3FA2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0" name="pg490"/>
            <p:cNvSpPr/>
            <p:nvPr/>
          </p:nvSpPr>
          <p:spPr>
            <a:xfrm>
              <a:off x="5974394" y="285081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FA2AA">
                <a:alpha val="100000"/>
              </a:srgbClr>
            </a:solidFill>
            <a:ln w="5420" cap="flat">
              <a:solidFill>
                <a:srgbClr val="3FA2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1" name="pg491"/>
            <p:cNvSpPr/>
            <p:nvPr/>
          </p:nvSpPr>
          <p:spPr>
            <a:xfrm>
              <a:off x="5986032" y="285081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0A3AA">
                <a:alpha val="100000"/>
              </a:srgbClr>
            </a:solidFill>
            <a:ln w="5420" cap="flat">
              <a:solidFill>
                <a:srgbClr val="40A3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2" name="pg492"/>
            <p:cNvSpPr/>
            <p:nvPr/>
          </p:nvSpPr>
          <p:spPr>
            <a:xfrm>
              <a:off x="5997669" y="285081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0A3AA">
                <a:alpha val="100000"/>
              </a:srgbClr>
            </a:solidFill>
            <a:ln w="5420" cap="flat">
              <a:solidFill>
                <a:srgbClr val="40A3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3" name="pg493"/>
            <p:cNvSpPr/>
            <p:nvPr/>
          </p:nvSpPr>
          <p:spPr>
            <a:xfrm>
              <a:off x="6009306" y="285081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1A3AA">
                <a:alpha val="100000"/>
              </a:srgbClr>
            </a:solidFill>
            <a:ln w="5420" cap="flat">
              <a:solidFill>
                <a:srgbClr val="41A3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4" name="pg494"/>
            <p:cNvSpPr/>
            <p:nvPr/>
          </p:nvSpPr>
          <p:spPr>
            <a:xfrm>
              <a:off x="6020944" y="285081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1A4AA">
                <a:alpha val="100000"/>
              </a:srgbClr>
            </a:solidFill>
            <a:ln w="5420" cap="flat">
              <a:solidFill>
                <a:srgbClr val="41A4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5" name="pg495"/>
            <p:cNvSpPr/>
            <p:nvPr/>
          </p:nvSpPr>
          <p:spPr>
            <a:xfrm>
              <a:off x="6032581" y="285081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1A4AA">
                <a:alpha val="100000"/>
              </a:srgbClr>
            </a:solidFill>
            <a:ln w="5420" cap="flat">
              <a:solidFill>
                <a:srgbClr val="41A4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6" name="pg496"/>
            <p:cNvSpPr/>
            <p:nvPr/>
          </p:nvSpPr>
          <p:spPr>
            <a:xfrm>
              <a:off x="6044218" y="285081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1A4AA">
                <a:alpha val="100000"/>
              </a:srgbClr>
            </a:solidFill>
            <a:ln w="5420" cap="flat">
              <a:solidFill>
                <a:srgbClr val="41A4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7" name="pg497"/>
            <p:cNvSpPr/>
            <p:nvPr/>
          </p:nvSpPr>
          <p:spPr>
            <a:xfrm>
              <a:off x="6055856" y="285081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0A3AA">
                <a:alpha val="100000"/>
              </a:srgbClr>
            </a:solidFill>
            <a:ln w="5420" cap="flat">
              <a:solidFill>
                <a:srgbClr val="40A3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8" name="pg498"/>
            <p:cNvSpPr/>
            <p:nvPr/>
          </p:nvSpPr>
          <p:spPr>
            <a:xfrm>
              <a:off x="6067493" y="285081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0A3AA">
                <a:alpha val="100000"/>
              </a:srgbClr>
            </a:solidFill>
            <a:ln w="5420" cap="flat">
              <a:solidFill>
                <a:srgbClr val="40A3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9" name="pg499"/>
            <p:cNvSpPr/>
            <p:nvPr/>
          </p:nvSpPr>
          <p:spPr>
            <a:xfrm>
              <a:off x="6079130" y="285081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0A3AA">
                <a:alpha val="100000"/>
              </a:srgbClr>
            </a:solidFill>
            <a:ln w="5420" cap="flat">
              <a:solidFill>
                <a:srgbClr val="40A3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0" name="pg500"/>
            <p:cNvSpPr/>
            <p:nvPr/>
          </p:nvSpPr>
          <p:spPr>
            <a:xfrm>
              <a:off x="6090768" y="285081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FA2AA">
                <a:alpha val="100000"/>
              </a:srgbClr>
            </a:solidFill>
            <a:ln w="5420" cap="flat">
              <a:solidFill>
                <a:srgbClr val="3FA2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1" name="pg501"/>
            <p:cNvSpPr/>
            <p:nvPr/>
          </p:nvSpPr>
          <p:spPr>
            <a:xfrm>
              <a:off x="6102405" y="285081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FA2AA">
                <a:alpha val="100000"/>
              </a:srgbClr>
            </a:solidFill>
            <a:ln w="5420" cap="flat">
              <a:solidFill>
                <a:srgbClr val="3FA2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2" name="pg502"/>
            <p:cNvSpPr/>
            <p:nvPr/>
          </p:nvSpPr>
          <p:spPr>
            <a:xfrm>
              <a:off x="6172229" y="285081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9EAA">
                <a:alpha val="100000"/>
              </a:srgbClr>
            </a:solidFill>
            <a:ln w="5420" cap="flat">
              <a:solidFill>
                <a:srgbClr val="3C9E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3" name="pg503"/>
            <p:cNvSpPr/>
            <p:nvPr/>
          </p:nvSpPr>
          <p:spPr>
            <a:xfrm>
              <a:off x="6183866" y="285081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9EAA">
                <a:alpha val="100000"/>
              </a:srgbClr>
            </a:solidFill>
            <a:ln w="5420" cap="flat">
              <a:solidFill>
                <a:srgbClr val="3B9E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4" name="pg504"/>
            <p:cNvSpPr/>
            <p:nvPr/>
          </p:nvSpPr>
          <p:spPr>
            <a:xfrm>
              <a:off x="6195504" y="285081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9EAA">
                <a:alpha val="100000"/>
              </a:srgbClr>
            </a:solidFill>
            <a:ln w="5420" cap="flat">
              <a:solidFill>
                <a:srgbClr val="3B9E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5" name="pg505"/>
            <p:cNvSpPr/>
            <p:nvPr/>
          </p:nvSpPr>
          <p:spPr>
            <a:xfrm>
              <a:off x="6207141" y="285081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9DA9">
                <a:alpha val="100000"/>
              </a:srgbClr>
            </a:solidFill>
            <a:ln w="5420" cap="flat">
              <a:solidFill>
                <a:srgbClr val="3B9D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6" name="pg506"/>
            <p:cNvSpPr/>
            <p:nvPr/>
          </p:nvSpPr>
          <p:spPr>
            <a:xfrm>
              <a:off x="6218778" y="285081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9DA9">
                <a:alpha val="100000"/>
              </a:srgbClr>
            </a:solidFill>
            <a:ln w="5420" cap="flat">
              <a:solidFill>
                <a:srgbClr val="3B9D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7" name="pg507"/>
            <p:cNvSpPr/>
            <p:nvPr/>
          </p:nvSpPr>
          <p:spPr>
            <a:xfrm>
              <a:off x="6230416" y="285081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9DA9">
                <a:alpha val="100000"/>
              </a:srgbClr>
            </a:solidFill>
            <a:ln w="5420" cap="flat">
              <a:solidFill>
                <a:srgbClr val="3B9D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8" name="pg508"/>
            <p:cNvSpPr/>
            <p:nvPr/>
          </p:nvSpPr>
          <p:spPr>
            <a:xfrm>
              <a:off x="6242053" y="285081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9DA9">
                <a:alpha val="100000"/>
              </a:srgbClr>
            </a:solidFill>
            <a:ln w="5420" cap="flat">
              <a:solidFill>
                <a:srgbClr val="3B9D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9" name="pg509"/>
            <p:cNvSpPr/>
            <p:nvPr/>
          </p:nvSpPr>
          <p:spPr>
            <a:xfrm>
              <a:off x="6253690" y="285081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9DA9">
                <a:alpha val="100000"/>
              </a:srgbClr>
            </a:solidFill>
            <a:ln w="5420" cap="flat">
              <a:solidFill>
                <a:srgbClr val="3B9D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0" name="pg510"/>
            <p:cNvSpPr/>
            <p:nvPr/>
          </p:nvSpPr>
          <p:spPr>
            <a:xfrm>
              <a:off x="6265328" y="285081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9EAA">
                <a:alpha val="100000"/>
              </a:srgbClr>
            </a:solidFill>
            <a:ln w="5420" cap="flat">
              <a:solidFill>
                <a:srgbClr val="3B9E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1" name="pg511"/>
            <p:cNvSpPr/>
            <p:nvPr/>
          </p:nvSpPr>
          <p:spPr>
            <a:xfrm>
              <a:off x="6276965" y="285081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9EAA">
                <a:alpha val="100000"/>
              </a:srgbClr>
            </a:solidFill>
            <a:ln w="5420" cap="flat">
              <a:solidFill>
                <a:srgbClr val="3C9E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2" name="pg512"/>
            <p:cNvSpPr/>
            <p:nvPr/>
          </p:nvSpPr>
          <p:spPr>
            <a:xfrm>
              <a:off x="5869658" y="286511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699A9">
                <a:alpha val="100000"/>
              </a:srgbClr>
            </a:solidFill>
            <a:ln w="5420" cap="flat">
              <a:solidFill>
                <a:srgbClr val="3699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3" name="pg513"/>
            <p:cNvSpPr/>
            <p:nvPr/>
          </p:nvSpPr>
          <p:spPr>
            <a:xfrm>
              <a:off x="5881296" y="286511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99A9">
                <a:alpha val="100000"/>
              </a:srgbClr>
            </a:solidFill>
            <a:ln w="5420" cap="flat">
              <a:solidFill>
                <a:srgbClr val="3799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4" name="pg514"/>
            <p:cNvSpPr/>
            <p:nvPr/>
          </p:nvSpPr>
          <p:spPr>
            <a:xfrm>
              <a:off x="5892933" y="286511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89AA9">
                <a:alpha val="100000"/>
              </a:srgbClr>
            </a:solidFill>
            <a:ln w="5420" cap="flat">
              <a:solidFill>
                <a:srgbClr val="389A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5" name="pg515"/>
            <p:cNvSpPr/>
            <p:nvPr/>
          </p:nvSpPr>
          <p:spPr>
            <a:xfrm>
              <a:off x="5904570" y="286511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9BA9">
                <a:alpha val="100000"/>
              </a:srgbClr>
            </a:solidFill>
            <a:ln w="5420" cap="flat">
              <a:solidFill>
                <a:srgbClr val="399B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6" name="pg516"/>
            <p:cNvSpPr/>
            <p:nvPr/>
          </p:nvSpPr>
          <p:spPr>
            <a:xfrm>
              <a:off x="5916208" y="286511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9EAA">
                <a:alpha val="100000"/>
              </a:srgbClr>
            </a:solidFill>
            <a:ln w="5420" cap="flat">
              <a:solidFill>
                <a:srgbClr val="3B9E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7" name="pg517"/>
            <p:cNvSpPr/>
            <p:nvPr/>
          </p:nvSpPr>
          <p:spPr>
            <a:xfrm>
              <a:off x="5927845" y="286511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9FAA">
                <a:alpha val="100000"/>
              </a:srgbClr>
            </a:solidFill>
            <a:ln w="5420" cap="flat">
              <a:solidFill>
                <a:srgbClr val="3C9F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8" name="pg518"/>
            <p:cNvSpPr/>
            <p:nvPr/>
          </p:nvSpPr>
          <p:spPr>
            <a:xfrm>
              <a:off x="5939482" y="286511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DA0AA">
                <a:alpha val="100000"/>
              </a:srgbClr>
            </a:solidFill>
            <a:ln w="5420" cap="flat">
              <a:solidFill>
                <a:srgbClr val="3DA0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9" name="pg519"/>
            <p:cNvSpPr/>
            <p:nvPr/>
          </p:nvSpPr>
          <p:spPr>
            <a:xfrm>
              <a:off x="5951120" y="286511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EA0AA">
                <a:alpha val="100000"/>
              </a:srgbClr>
            </a:solidFill>
            <a:ln w="5420" cap="flat">
              <a:solidFill>
                <a:srgbClr val="3EA0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0" name="pg520"/>
            <p:cNvSpPr/>
            <p:nvPr/>
          </p:nvSpPr>
          <p:spPr>
            <a:xfrm>
              <a:off x="5962757" y="286511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EA1AA">
                <a:alpha val="100000"/>
              </a:srgbClr>
            </a:solidFill>
            <a:ln w="5420" cap="flat">
              <a:solidFill>
                <a:srgbClr val="3EA1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1" name="pg521"/>
            <p:cNvSpPr/>
            <p:nvPr/>
          </p:nvSpPr>
          <p:spPr>
            <a:xfrm>
              <a:off x="5974394" y="286511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FA2AA">
                <a:alpha val="100000"/>
              </a:srgbClr>
            </a:solidFill>
            <a:ln w="5420" cap="flat">
              <a:solidFill>
                <a:srgbClr val="3FA2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2" name="pg522"/>
            <p:cNvSpPr/>
            <p:nvPr/>
          </p:nvSpPr>
          <p:spPr>
            <a:xfrm>
              <a:off x="5986032" y="286511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0A2AA">
                <a:alpha val="100000"/>
              </a:srgbClr>
            </a:solidFill>
            <a:ln w="5420" cap="flat">
              <a:solidFill>
                <a:srgbClr val="40A2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3" name="pg523"/>
            <p:cNvSpPr/>
            <p:nvPr/>
          </p:nvSpPr>
          <p:spPr>
            <a:xfrm>
              <a:off x="5997669" y="286511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0A3AA">
                <a:alpha val="100000"/>
              </a:srgbClr>
            </a:solidFill>
            <a:ln w="5420" cap="flat">
              <a:solidFill>
                <a:srgbClr val="40A3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4" name="pg524"/>
            <p:cNvSpPr/>
            <p:nvPr/>
          </p:nvSpPr>
          <p:spPr>
            <a:xfrm>
              <a:off x="6009306" y="286511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0A3AA">
                <a:alpha val="100000"/>
              </a:srgbClr>
            </a:solidFill>
            <a:ln w="5420" cap="flat">
              <a:solidFill>
                <a:srgbClr val="40A3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5" name="pg525"/>
            <p:cNvSpPr/>
            <p:nvPr/>
          </p:nvSpPr>
          <p:spPr>
            <a:xfrm>
              <a:off x="6020944" y="286511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0A3AA">
                <a:alpha val="100000"/>
              </a:srgbClr>
            </a:solidFill>
            <a:ln w="5420" cap="flat">
              <a:solidFill>
                <a:srgbClr val="40A3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6" name="pg526"/>
            <p:cNvSpPr/>
            <p:nvPr/>
          </p:nvSpPr>
          <p:spPr>
            <a:xfrm>
              <a:off x="6032581" y="286511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1A3AA">
                <a:alpha val="100000"/>
              </a:srgbClr>
            </a:solidFill>
            <a:ln w="5420" cap="flat">
              <a:solidFill>
                <a:srgbClr val="41A3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7" name="pg527"/>
            <p:cNvSpPr/>
            <p:nvPr/>
          </p:nvSpPr>
          <p:spPr>
            <a:xfrm>
              <a:off x="6044218" y="286511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0A3AA">
                <a:alpha val="100000"/>
              </a:srgbClr>
            </a:solidFill>
            <a:ln w="5420" cap="flat">
              <a:solidFill>
                <a:srgbClr val="40A3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8" name="pg528"/>
            <p:cNvSpPr/>
            <p:nvPr/>
          </p:nvSpPr>
          <p:spPr>
            <a:xfrm>
              <a:off x="6055856" y="286511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0A3AA">
                <a:alpha val="100000"/>
              </a:srgbClr>
            </a:solidFill>
            <a:ln w="5420" cap="flat">
              <a:solidFill>
                <a:srgbClr val="40A3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9" name="pg529"/>
            <p:cNvSpPr/>
            <p:nvPr/>
          </p:nvSpPr>
          <p:spPr>
            <a:xfrm>
              <a:off x="6067493" y="286511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0A3AA">
                <a:alpha val="100000"/>
              </a:srgbClr>
            </a:solidFill>
            <a:ln w="5420" cap="flat">
              <a:solidFill>
                <a:srgbClr val="40A3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0" name="pg530"/>
            <p:cNvSpPr/>
            <p:nvPr/>
          </p:nvSpPr>
          <p:spPr>
            <a:xfrm>
              <a:off x="6079130" y="286511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FA2AA">
                <a:alpha val="100000"/>
              </a:srgbClr>
            </a:solidFill>
            <a:ln w="5420" cap="flat">
              <a:solidFill>
                <a:srgbClr val="3FA2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1" name="pg531"/>
            <p:cNvSpPr/>
            <p:nvPr/>
          </p:nvSpPr>
          <p:spPr>
            <a:xfrm>
              <a:off x="6090768" y="286511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FA2AA">
                <a:alpha val="100000"/>
              </a:srgbClr>
            </a:solidFill>
            <a:ln w="5420" cap="flat">
              <a:solidFill>
                <a:srgbClr val="3FA2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2" name="pg532"/>
            <p:cNvSpPr/>
            <p:nvPr/>
          </p:nvSpPr>
          <p:spPr>
            <a:xfrm>
              <a:off x="6172229" y="286511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9DA9">
                <a:alpha val="100000"/>
              </a:srgbClr>
            </a:solidFill>
            <a:ln w="5420" cap="flat">
              <a:solidFill>
                <a:srgbClr val="3A9D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3" name="pg533"/>
            <p:cNvSpPr/>
            <p:nvPr/>
          </p:nvSpPr>
          <p:spPr>
            <a:xfrm>
              <a:off x="6183866" y="286511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9DA9">
                <a:alpha val="100000"/>
              </a:srgbClr>
            </a:solidFill>
            <a:ln w="5420" cap="flat">
              <a:solidFill>
                <a:srgbClr val="3A9D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4" name="pg534"/>
            <p:cNvSpPr/>
            <p:nvPr/>
          </p:nvSpPr>
          <p:spPr>
            <a:xfrm>
              <a:off x="6195504" y="286511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9CA9">
                <a:alpha val="100000"/>
              </a:srgbClr>
            </a:solidFill>
            <a:ln w="5420" cap="flat">
              <a:solidFill>
                <a:srgbClr val="3A9C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5" name="pg535"/>
            <p:cNvSpPr/>
            <p:nvPr/>
          </p:nvSpPr>
          <p:spPr>
            <a:xfrm>
              <a:off x="6207141" y="286511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9CA9">
                <a:alpha val="100000"/>
              </a:srgbClr>
            </a:solidFill>
            <a:ln w="5420" cap="flat">
              <a:solidFill>
                <a:srgbClr val="3A9C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6" name="pg536"/>
            <p:cNvSpPr/>
            <p:nvPr/>
          </p:nvSpPr>
          <p:spPr>
            <a:xfrm>
              <a:off x="6218778" y="286511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9CA9">
                <a:alpha val="100000"/>
              </a:srgbClr>
            </a:solidFill>
            <a:ln w="5420" cap="flat">
              <a:solidFill>
                <a:srgbClr val="3A9C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7" name="pg537"/>
            <p:cNvSpPr/>
            <p:nvPr/>
          </p:nvSpPr>
          <p:spPr>
            <a:xfrm>
              <a:off x="6230416" y="286511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9CA9">
                <a:alpha val="100000"/>
              </a:srgbClr>
            </a:solidFill>
            <a:ln w="5420" cap="flat">
              <a:solidFill>
                <a:srgbClr val="3A9C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8" name="pg538"/>
            <p:cNvSpPr/>
            <p:nvPr/>
          </p:nvSpPr>
          <p:spPr>
            <a:xfrm>
              <a:off x="6242053" y="286511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9CA9">
                <a:alpha val="100000"/>
              </a:srgbClr>
            </a:solidFill>
            <a:ln w="5420" cap="flat">
              <a:solidFill>
                <a:srgbClr val="3A9C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9" name="pg539"/>
            <p:cNvSpPr/>
            <p:nvPr/>
          </p:nvSpPr>
          <p:spPr>
            <a:xfrm>
              <a:off x="6253690" y="286511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9CA9">
                <a:alpha val="100000"/>
              </a:srgbClr>
            </a:solidFill>
            <a:ln w="5420" cap="flat">
              <a:solidFill>
                <a:srgbClr val="3A9C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0" name="pg540"/>
            <p:cNvSpPr/>
            <p:nvPr/>
          </p:nvSpPr>
          <p:spPr>
            <a:xfrm>
              <a:off x="5869658" y="287941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496A9">
                <a:alpha val="100000"/>
              </a:srgbClr>
            </a:solidFill>
            <a:ln w="5420" cap="flat">
              <a:solidFill>
                <a:srgbClr val="3496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1" name="pg541"/>
            <p:cNvSpPr/>
            <p:nvPr/>
          </p:nvSpPr>
          <p:spPr>
            <a:xfrm>
              <a:off x="5881296" y="287941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497A9">
                <a:alpha val="100000"/>
              </a:srgbClr>
            </a:solidFill>
            <a:ln w="5420" cap="flat">
              <a:solidFill>
                <a:srgbClr val="3497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2" name="pg542"/>
            <p:cNvSpPr/>
            <p:nvPr/>
          </p:nvSpPr>
          <p:spPr>
            <a:xfrm>
              <a:off x="5892933" y="287941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699A9">
                <a:alpha val="100000"/>
              </a:srgbClr>
            </a:solidFill>
            <a:ln w="5420" cap="flat">
              <a:solidFill>
                <a:srgbClr val="3699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3" name="pg543"/>
            <p:cNvSpPr/>
            <p:nvPr/>
          </p:nvSpPr>
          <p:spPr>
            <a:xfrm>
              <a:off x="5904570" y="287941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9AA9">
                <a:alpha val="100000"/>
              </a:srgbClr>
            </a:solidFill>
            <a:ln w="5420" cap="flat">
              <a:solidFill>
                <a:srgbClr val="379A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4" name="pg544"/>
            <p:cNvSpPr/>
            <p:nvPr/>
          </p:nvSpPr>
          <p:spPr>
            <a:xfrm>
              <a:off x="5916208" y="287941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9DA9">
                <a:alpha val="100000"/>
              </a:srgbClr>
            </a:solidFill>
            <a:ln w="5420" cap="flat">
              <a:solidFill>
                <a:srgbClr val="3A9D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5" name="pg545"/>
            <p:cNvSpPr/>
            <p:nvPr/>
          </p:nvSpPr>
          <p:spPr>
            <a:xfrm>
              <a:off x="5927845" y="287941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9EAA">
                <a:alpha val="100000"/>
              </a:srgbClr>
            </a:solidFill>
            <a:ln w="5420" cap="flat">
              <a:solidFill>
                <a:srgbClr val="3B9E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6" name="pg546"/>
            <p:cNvSpPr/>
            <p:nvPr/>
          </p:nvSpPr>
          <p:spPr>
            <a:xfrm>
              <a:off x="5939482" y="287941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9FAA">
                <a:alpha val="100000"/>
              </a:srgbClr>
            </a:solidFill>
            <a:ln w="5420" cap="flat">
              <a:solidFill>
                <a:srgbClr val="3C9F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7" name="pg547"/>
            <p:cNvSpPr/>
            <p:nvPr/>
          </p:nvSpPr>
          <p:spPr>
            <a:xfrm>
              <a:off x="5951120" y="287941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DA0AA">
                <a:alpha val="100000"/>
              </a:srgbClr>
            </a:solidFill>
            <a:ln w="5420" cap="flat">
              <a:solidFill>
                <a:srgbClr val="3DA0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8" name="pg548"/>
            <p:cNvSpPr/>
            <p:nvPr/>
          </p:nvSpPr>
          <p:spPr>
            <a:xfrm>
              <a:off x="5962757" y="287941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EA1AA">
                <a:alpha val="100000"/>
              </a:srgbClr>
            </a:solidFill>
            <a:ln w="5420" cap="flat">
              <a:solidFill>
                <a:srgbClr val="3EA1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9" name="pg549"/>
            <p:cNvSpPr/>
            <p:nvPr/>
          </p:nvSpPr>
          <p:spPr>
            <a:xfrm>
              <a:off x="5974394" y="287941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FA2AA">
                <a:alpha val="100000"/>
              </a:srgbClr>
            </a:solidFill>
            <a:ln w="5420" cap="flat">
              <a:solidFill>
                <a:srgbClr val="3FA2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0" name="pg550"/>
            <p:cNvSpPr/>
            <p:nvPr/>
          </p:nvSpPr>
          <p:spPr>
            <a:xfrm>
              <a:off x="5986032" y="287941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FA2AA">
                <a:alpha val="100000"/>
              </a:srgbClr>
            </a:solidFill>
            <a:ln w="5420" cap="flat">
              <a:solidFill>
                <a:srgbClr val="3FA2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1" name="pg551"/>
            <p:cNvSpPr/>
            <p:nvPr/>
          </p:nvSpPr>
          <p:spPr>
            <a:xfrm>
              <a:off x="5997669" y="287941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0A3AA">
                <a:alpha val="100000"/>
              </a:srgbClr>
            </a:solidFill>
            <a:ln w="5420" cap="flat">
              <a:solidFill>
                <a:srgbClr val="40A3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2" name="pg552"/>
            <p:cNvSpPr/>
            <p:nvPr/>
          </p:nvSpPr>
          <p:spPr>
            <a:xfrm>
              <a:off x="6009306" y="287941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0A3AA">
                <a:alpha val="100000"/>
              </a:srgbClr>
            </a:solidFill>
            <a:ln w="5420" cap="flat">
              <a:solidFill>
                <a:srgbClr val="40A3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3" name="pg553"/>
            <p:cNvSpPr/>
            <p:nvPr/>
          </p:nvSpPr>
          <p:spPr>
            <a:xfrm>
              <a:off x="6020944" y="287941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0A3AA">
                <a:alpha val="100000"/>
              </a:srgbClr>
            </a:solidFill>
            <a:ln w="5420" cap="flat">
              <a:solidFill>
                <a:srgbClr val="40A3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4" name="pg554"/>
            <p:cNvSpPr/>
            <p:nvPr/>
          </p:nvSpPr>
          <p:spPr>
            <a:xfrm>
              <a:off x="6032581" y="287941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0A3AA">
                <a:alpha val="100000"/>
              </a:srgbClr>
            </a:solidFill>
            <a:ln w="5420" cap="flat">
              <a:solidFill>
                <a:srgbClr val="40A3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5" name="pg555"/>
            <p:cNvSpPr/>
            <p:nvPr/>
          </p:nvSpPr>
          <p:spPr>
            <a:xfrm>
              <a:off x="6044218" y="287941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0A3AA">
                <a:alpha val="100000"/>
              </a:srgbClr>
            </a:solidFill>
            <a:ln w="5420" cap="flat">
              <a:solidFill>
                <a:srgbClr val="40A3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6" name="pg556"/>
            <p:cNvSpPr/>
            <p:nvPr/>
          </p:nvSpPr>
          <p:spPr>
            <a:xfrm>
              <a:off x="6172229" y="287941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9CA9">
                <a:alpha val="100000"/>
              </a:srgbClr>
            </a:solidFill>
            <a:ln w="5420" cap="flat">
              <a:solidFill>
                <a:srgbClr val="399C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7" name="pg557"/>
            <p:cNvSpPr/>
            <p:nvPr/>
          </p:nvSpPr>
          <p:spPr>
            <a:xfrm>
              <a:off x="6183866" y="287941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9CA9">
                <a:alpha val="100000"/>
              </a:srgbClr>
            </a:solidFill>
            <a:ln w="5420" cap="flat">
              <a:solidFill>
                <a:srgbClr val="399C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8" name="pg558"/>
            <p:cNvSpPr/>
            <p:nvPr/>
          </p:nvSpPr>
          <p:spPr>
            <a:xfrm>
              <a:off x="6195504" y="287941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9BA9">
                <a:alpha val="100000"/>
              </a:srgbClr>
            </a:solidFill>
            <a:ln w="5420" cap="flat">
              <a:solidFill>
                <a:srgbClr val="399B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9" name="pg559"/>
            <p:cNvSpPr/>
            <p:nvPr/>
          </p:nvSpPr>
          <p:spPr>
            <a:xfrm>
              <a:off x="6207141" y="287941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89BA9">
                <a:alpha val="100000"/>
              </a:srgbClr>
            </a:solidFill>
            <a:ln w="5420" cap="flat">
              <a:solidFill>
                <a:srgbClr val="389B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0" name="pg560"/>
            <p:cNvSpPr/>
            <p:nvPr/>
          </p:nvSpPr>
          <p:spPr>
            <a:xfrm>
              <a:off x="6218778" y="287941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89BA9">
                <a:alpha val="100000"/>
              </a:srgbClr>
            </a:solidFill>
            <a:ln w="5420" cap="flat">
              <a:solidFill>
                <a:srgbClr val="389B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1" name="pg561"/>
            <p:cNvSpPr/>
            <p:nvPr/>
          </p:nvSpPr>
          <p:spPr>
            <a:xfrm>
              <a:off x="6230416" y="287941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89BA9">
                <a:alpha val="100000"/>
              </a:srgbClr>
            </a:solidFill>
            <a:ln w="5420" cap="flat">
              <a:solidFill>
                <a:srgbClr val="389B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2" name="pg562"/>
            <p:cNvSpPr/>
            <p:nvPr/>
          </p:nvSpPr>
          <p:spPr>
            <a:xfrm>
              <a:off x="5858021" y="289371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692A8">
                <a:alpha val="100000"/>
              </a:srgbClr>
            </a:solidFill>
            <a:ln w="5420" cap="flat">
              <a:solidFill>
                <a:srgbClr val="3692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3" name="pg563"/>
            <p:cNvSpPr/>
            <p:nvPr/>
          </p:nvSpPr>
          <p:spPr>
            <a:xfrm>
              <a:off x="5869658" y="289371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594A8">
                <a:alpha val="100000"/>
              </a:srgbClr>
            </a:solidFill>
            <a:ln w="5420" cap="flat">
              <a:solidFill>
                <a:srgbClr val="3594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4" name="pg564"/>
            <p:cNvSpPr/>
            <p:nvPr/>
          </p:nvSpPr>
          <p:spPr>
            <a:xfrm>
              <a:off x="5881296" y="289371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595A9">
                <a:alpha val="100000"/>
              </a:srgbClr>
            </a:solidFill>
            <a:ln w="5420" cap="flat">
              <a:solidFill>
                <a:srgbClr val="3595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5" name="pg565"/>
            <p:cNvSpPr/>
            <p:nvPr/>
          </p:nvSpPr>
          <p:spPr>
            <a:xfrm>
              <a:off x="5892933" y="289371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497A9">
                <a:alpha val="100000"/>
              </a:srgbClr>
            </a:solidFill>
            <a:ln w="5420" cap="flat">
              <a:solidFill>
                <a:srgbClr val="3497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6" name="pg566"/>
            <p:cNvSpPr/>
            <p:nvPr/>
          </p:nvSpPr>
          <p:spPr>
            <a:xfrm>
              <a:off x="5904570" y="289371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699A9">
                <a:alpha val="100000"/>
              </a:srgbClr>
            </a:solidFill>
            <a:ln w="5420" cap="flat">
              <a:solidFill>
                <a:srgbClr val="3699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7" name="pg567"/>
            <p:cNvSpPr/>
            <p:nvPr/>
          </p:nvSpPr>
          <p:spPr>
            <a:xfrm>
              <a:off x="5916208" y="289371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9CA9">
                <a:alpha val="100000"/>
              </a:srgbClr>
            </a:solidFill>
            <a:ln w="5420" cap="flat">
              <a:solidFill>
                <a:srgbClr val="399C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8" name="pg568"/>
            <p:cNvSpPr/>
            <p:nvPr/>
          </p:nvSpPr>
          <p:spPr>
            <a:xfrm>
              <a:off x="5927845" y="289371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9DA9">
                <a:alpha val="100000"/>
              </a:srgbClr>
            </a:solidFill>
            <a:ln w="5420" cap="flat">
              <a:solidFill>
                <a:srgbClr val="3B9D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9" name="pg569"/>
            <p:cNvSpPr/>
            <p:nvPr/>
          </p:nvSpPr>
          <p:spPr>
            <a:xfrm>
              <a:off x="5939482" y="289371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9EAA">
                <a:alpha val="100000"/>
              </a:srgbClr>
            </a:solidFill>
            <a:ln w="5420" cap="flat">
              <a:solidFill>
                <a:srgbClr val="3C9E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0" name="pg570"/>
            <p:cNvSpPr/>
            <p:nvPr/>
          </p:nvSpPr>
          <p:spPr>
            <a:xfrm>
              <a:off x="5951120" y="289371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DA0AA">
                <a:alpha val="100000"/>
              </a:srgbClr>
            </a:solidFill>
            <a:ln w="5420" cap="flat">
              <a:solidFill>
                <a:srgbClr val="3DA0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1" name="pg571"/>
            <p:cNvSpPr/>
            <p:nvPr/>
          </p:nvSpPr>
          <p:spPr>
            <a:xfrm>
              <a:off x="5962757" y="289371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EA1AA">
                <a:alpha val="100000"/>
              </a:srgbClr>
            </a:solidFill>
            <a:ln w="5420" cap="flat">
              <a:solidFill>
                <a:srgbClr val="3EA1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2" name="pg572"/>
            <p:cNvSpPr/>
            <p:nvPr/>
          </p:nvSpPr>
          <p:spPr>
            <a:xfrm>
              <a:off x="5974394" y="289371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FA1AA">
                <a:alpha val="100000"/>
              </a:srgbClr>
            </a:solidFill>
            <a:ln w="5420" cap="flat">
              <a:solidFill>
                <a:srgbClr val="3FA1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3" name="pg573"/>
            <p:cNvSpPr/>
            <p:nvPr/>
          </p:nvSpPr>
          <p:spPr>
            <a:xfrm>
              <a:off x="5986032" y="289371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FA2AA">
                <a:alpha val="100000"/>
              </a:srgbClr>
            </a:solidFill>
            <a:ln w="5420" cap="flat">
              <a:solidFill>
                <a:srgbClr val="3FA2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4" name="pg574"/>
            <p:cNvSpPr/>
            <p:nvPr/>
          </p:nvSpPr>
          <p:spPr>
            <a:xfrm>
              <a:off x="5997669" y="289371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0A3AA">
                <a:alpha val="100000"/>
              </a:srgbClr>
            </a:solidFill>
            <a:ln w="5420" cap="flat">
              <a:solidFill>
                <a:srgbClr val="40A3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5" name="pg575"/>
            <p:cNvSpPr/>
            <p:nvPr/>
          </p:nvSpPr>
          <p:spPr>
            <a:xfrm>
              <a:off x="6009306" y="289371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0A3AA">
                <a:alpha val="100000"/>
              </a:srgbClr>
            </a:solidFill>
            <a:ln w="5420" cap="flat">
              <a:solidFill>
                <a:srgbClr val="40A3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6" name="pg576"/>
            <p:cNvSpPr/>
            <p:nvPr/>
          </p:nvSpPr>
          <p:spPr>
            <a:xfrm>
              <a:off x="6160592" y="289371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9BA9">
                <a:alpha val="100000"/>
              </a:srgbClr>
            </a:solidFill>
            <a:ln w="5420" cap="flat">
              <a:solidFill>
                <a:srgbClr val="399B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7" name="pg577"/>
            <p:cNvSpPr/>
            <p:nvPr/>
          </p:nvSpPr>
          <p:spPr>
            <a:xfrm>
              <a:off x="6172229" y="289371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89BA9">
                <a:alpha val="100000"/>
              </a:srgbClr>
            </a:solidFill>
            <a:ln w="5420" cap="flat">
              <a:solidFill>
                <a:srgbClr val="389B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8" name="pg578"/>
            <p:cNvSpPr/>
            <p:nvPr/>
          </p:nvSpPr>
          <p:spPr>
            <a:xfrm>
              <a:off x="6183866" y="289371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89AA9">
                <a:alpha val="100000"/>
              </a:srgbClr>
            </a:solidFill>
            <a:ln w="5420" cap="flat">
              <a:solidFill>
                <a:srgbClr val="389A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9" name="pg579"/>
            <p:cNvSpPr/>
            <p:nvPr/>
          </p:nvSpPr>
          <p:spPr>
            <a:xfrm>
              <a:off x="6195504" y="289371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9AA9">
                <a:alpha val="100000"/>
              </a:srgbClr>
            </a:solidFill>
            <a:ln w="5420" cap="flat">
              <a:solidFill>
                <a:srgbClr val="379A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0" name="pg580"/>
            <p:cNvSpPr/>
            <p:nvPr/>
          </p:nvSpPr>
          <p:spPr>
            <a:xfrm>
              <a:off x="6207141" y="289371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9AA9">
                <a:alpha val="100000"/>
              </a:srgbClr>
            </a:solidFill>
            <a:ln w="5420" cap="flat">
              <a:solidFill>
                <a:srgbClr val="379A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1" name="pg581"/>
            <p:cNvSpPr/>
            <p:nvPr/>
          </p:nvSpPr>
          <p:spPr>
            <a:xfrm>
              <a:off x="6218778" y="289371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9AA9">
                <a:alpha val="100000"/>
              </a:srgbClr>
            </a:solidFill>
            <a:ln w="5420" cap="flat">
              <a:solidFill>
                <a:srgbClr val="379A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2" name="pg582"/>
            <p:cNvSpPr/>
            <p:nvPr/>
          </p:nvSpPr>
          <p:spPr>
            <a:xfrm>
              <a:off x="5799834" y="290801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692A8">
                <a:alpha val="100000"/>
              </a:srgbClr>
            </a:solidFill>
            <a:ln w="5420" cap="flat">
              <a:solidFill>
                <a:srgbClr val="3692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3" name="pg583"/>
            <p:cNvSpPr/>
            <p:nvPr/>
          </p:nvSpPr>
          <p:spPr>
            <a:xfrm>
              <a:off x="5811472" y="290801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8FA7">
                <a:alpha val="100000"/>
              </a:srgbClr>
            </a:solidFill>
            <a:ln w="5420" cap="flat">
              <a:solidFill>
                <a:srgbClr val="378F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4" name="pg584"/>
            <p:cNvSpPr/>
            <p:nvPr/>
          </p:nvSpPr>
          <p:spPr>
            <a:xfrm>
              <a:off x="5823109" y="290801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8CA7">
                <a:alpha val="100000"/>
              </a:srgbClr>
            </a:solidFill>
            <a:ln w="5420" cap="flat">
              <a:solidFill>
                <a:srgbClr val="378C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5" name="pg585"/>
            <p:cNvSpPr/>
            <p:nvPr/>
          </p:nvSpPr>
          <p:spPr>
            <a:xfrm>
              <a:off x="5834746" y="290801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8CA7">
                <a:alpha val="100000"/>
              </a:srgbClr>
            </a:solidFill>
            <a:ln w="5420" cap="flat">
              <a:solidFill>
                <a:srgbClr val="378C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6" name="pg586"/>
            <p:cNvSpPr/>
            <p:nvPr/>
          </p:nvSpPr>
          <p:spPr>
            <a:xfrm>
              <a:off x="5846384" y="290801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8DA7">
                <a:alpha val="100000"/>
              </a:srgbClr>
            </a:solidFill>
            <a:ln w="5420" cap="flat">
              <a:solidFill>
                <a:srgbClr val="378D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7" name="pg587"/>
            <p:cNvSpPr/>
            <p:nvPr/>
          </p:nvSpPr>
          <p:spPr>
            <a:xfrm>
              <a:off x="5858021" y="290801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8FA7">
                <a:alpha val="100000"/>
              </a:srgbClr>
            </a:solidFill>
            <a:ln w="5420" cap="flat">
              <a:solidFill>
                <a:srgbClr val="378F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8" name="pg588"/>
            <p:cNvSpPr/>
            <p:nvPr/>
          </p:nvSpPr>
          <p:spPr>
            <a:xfrm>
              <a:off x="5869658" y="290801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691A8">
                <a:alpha val="100000"/>
              </a:srgbClr>
            </a:solidFill>
            <a:ln w="5420" cap="flat">
              <a:solidFill>
                <a:srgbClr val="3691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9" name="pg589"/>
            <p:cNvSpPr/>
            <p:nvPr/>
          </p:nvSpPr>
          <p:spPr>
            <a:xfrm>
              <a:off x="5881296" y="290801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594A8">
                <a:alpha val="100000"/>
              </a:srgbClr>
            </a:solidFill>
            <a:ln w="5420" cap="flat">
              <a:solidFill>
                <a:srgbClr val="3594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0" name="pg590"/>
            <p:cNvSpPr/>
            <p:nvPr/>
          </p:nvSpPr>
          <p:spPr>
            <a:xfrm>
              <a:off x="5892933" y="290801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496A9">
                <a:alpha val="100000"/>
              </a:srgbClr>
            </a:solidFill>
            <a:ln w="5420" cap="flat">
              <a:solidFill>
                <a:srgbClr val="3496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1" name="pg591"/>
            <p:cNvSpPr/>
            <p:nvPr/>
          </p:nvSpPr>
          <p:spPr>
            <a:xfrm>
              <a:off x="5904570" y="290801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598A9">
                <a:alpha val="100000"/>
              </a:srgbClr>
            </a:solidFill>
            <a:ln w="5420" cap="flat">
              <a:solidFill>
                <a:srgbClr val="3598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2" name="pg592"/>
            <p:cNvSpPr/>
            <p:nvPr/>
          </p:nvSpPr>
          <p:spPr>
            <a:xfrm>
              <a:off x="5916208" y="290801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9BA9">
                <a:alpha val="100000"/>
              </a:srgbClr>
            </a:solidFill>
            <a:ln w="5420" cap="flat">
              <a:solidFill>
                <a:srgbClr val="399B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3" name="pg593"/>
            <p:cNvSpPr/>
            <p:nvPr/>
          </p:nvSpPr>
          <p:spPr>
            <a:xfrm>
              <a:off x="5927845" y="290801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9DA9">
                <a:alpha val="100000"/>
              </a:srgbClr>
            </a:solidFill>
            <a:ln w="5420" cap="flat">
              <a:solidFill>
                <a:srgbClr val="3A9D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4" name="pg594"/>
            <p:cNvSpPr/>
            <p:nvPr/>
          </p:nvSpPr>
          <p:spPr>
            <a:xfrm>
              <a:off x="5939482" y="290801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9EAA">
                <a:alpha val="100000"/>
              </a:srgbClr>
            </a:solidFill>
            <a:ln w="5420" cap="flat">
              <a:solidFill>
                <a:srgbClr val="3C9E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5" name="pg595"/>
            <p:cNvSpPr/>
            <p:nvPr/>
          </p:nvSpPr>
          <p:spPr>
            <a:xfrm>
              <a:off x="5951120" y="290801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D9FAA">
                <a:alpha val="100000"/>
              </a:srgbClr>
            </a:solidFill>
            <a:ln w="5420" cap="flat">
              <a:solidFill>
                <a:srgbClr val="3D9F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6" name="pg596"/>
            <p:cNvSpPr/>
            <p:nvPr/>
          </p:nvSpPr>
          <p:spPr>
            <a:xfrm>
              <a:off x="5974394" y="290801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FA1AA">
                <a:alpha val="100000"/>
              </a:srgbClr>
            </a:solidFill>
            <a:ln w="5420" cap="flat">
              <a:solidFill>
                <a:srgbClr val="3FA1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7" name="pg597"/>
            <p:cNvSpPr/>
            <p:nvPr/>
          </p:nvSpPr>
          <p:spPr>
            <a:xfrm>
              <a:off x="5986032" y="290801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FA2AA">
                <a:alpha val="100000"/>
              </a:srgbClr>
            </a:solidFill>
            <a:ln w="5420" cap="flat">
              <a:solidFill>
                <a:srgbClr val="3FA2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8" name="pg598"/>
            <p:cNvSpPr/>
            <p:nvPr/>
          </p:nvSpPr>
          <p:spPr>
            <a:xfrm>
              <a:off x="5997669" y="290801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0A3AA">
                <a:alpha val="100000"/>
              </a:srgbClr>
            </a:solidFill>
            <a:ln w="5420" cap="flat">
              <a:solidFill>
                <a:srgbClr val="40A3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9" name="pg599"/>
            <p:cNvSpPr/>
            <p:nvPr/>
          </p:nvSpPr>
          <p:spPr>
            <a:xfrm>
              <a:off x="6160592" y="290801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89BA9">
                <a:alpha val="100000"/>
              </a:srgbClr>
            </a:solidFill>
            <a:ln w="5420" cap="flat">
              <a:solidFill>
                <a:srgbClr val="389B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0" name="pg600"/>
            <p:cNvSpPr/>
            <p:nvPr/>
          </p:nvSpPr>
          <p:spPr>
            <a:xfrm>
              <a:off x="6172229" y="290801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9AA9">
                <a:alpha val="100000"/>
              </a:srgbClr>
            </a:solidFill>
            <a:ln w="5420" cap="flat">
              <a:solidFill>
                <a:srgbClr val="379A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1" name="pg601"/>
            <p:cNvSpPr/>
            <p:nvPr/>
          </p:nvSpPr>
          <p:spPr>
            <a:xfrm>
              <a:off x="6183866" y="290801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99A9">
                <a:alpha val="100000"/>
              </a:srgbClr>
            </a:solidFill>
            <a:ln w="5420" cap="flat">
              <a:solidFill>
                <a:srgbClr val="3799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2" name="pg602"/>
            <p:cNvSpPr/>
            <p:nvPr/>
          </p:nvSpPr>
          <p:spPr>
            <a:xfrm>
              <a:off x="6195504" y="290801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699A9">
                <a:alpha val="100000"/>
              </a:srgbClr>
            </a:solidFill>
            <a:ln w="5420" cap="flat">
              <a:solidFill>
                <a:srgbClr val="3699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3" name="pg603"/>
            <p:cNvSpPr/>
            <p:nvPr/>
          </p:nvSpPr>
          <p:spPr>
            <a:xfrm>
              <a:off x="6207141" y="290801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699A9">
                <a:alpha val="100000"/>
              </a:srgbClr>
            </a:solidFill>
            <a:ln w="5420" cap="flat">
              <a:solidFill>
                <a:srgbClr val="3699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4" name="pg604"/>
            <p:cNvSpPr/>
            <p:nvPr/>
          </p:nvSpPr>
          <p:spPr>
            <a:xfrm>
              <a:off x="5764922" y="292232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9FAA">
                <a:alpha val="100000"/>
              </a:srgbClr>
            </a:solidFill>
            <a:ln w="5420" cap="flat">
              <a:solidFill>
                <a:srgbClr val="3C9F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5" name="pg605"/>
            <p:cNvSpPr/>
            <p:nvPr/>
          </p:nvSpPr>
          <p:spPr>
            <a:xfrm>
              <a:off x="5776560" y="292232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9DA9">
                <a:alpha val="100000"/>
              </a:srgbClr>
            </a:solidFill>
            <a:ln w="5420" cap="flat">
              <a:solidFill>
                <a:srgbClr val="3B9D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6" name="pg606"/>
            <p:cNvSpPr/>
            <p:nvPr/>
          </p:nvSpPr>
          <p:spPr>
            <a:xfrm>
              <a:off x="5788197" y="292232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89BA9">
                <a:alpha val="100000"/>
              </a:srgbClr>
            </a:solidFill>
            <a:ln w="5420" cap="flat">
              <a:solidFill>
                <a:srgbClr val="389B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7" name="pg607"/>
            <p:cNvSpPr/>
            <p:nvPr/>
          </p:nvSpPr>
          <p:spPr>
            <a:xfrm>
              <a:off x="5799834" y="292232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691A8">
                <a:alpha val="100000"/>
              </a:srgbClr>
            </a:solidFill>
            <a:ln w="5420" cap="flat">
              <a:solidFill>
                <a:srgbClr val="3691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8" name="pg608"/>
            <p:cNvSpPr/>
            <p:nvPr/>
          </p:nvSpPr>
          <p:spPr>
            <a:xfrm>
              <a:off x="5811472" y="292232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8CA7">
                <a:alpha val="100000"/>
              </a:srgbClr>
            </a:solidFill>
            <a:ln w="5420" cap="flat">
              <a:solidFill>
                <a:srgbClr val="378C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9" name="pg609"/>
            <p:cNvSpPr/>
            <p:nvPr/>
          </p:nvSpPr>
          <p:spPr>
            <a:xfrm>
              <a:off x="5823109" y="292232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889A6">
                <a:alpha val="100000"/>
              </a:srgbClr>
            </a:solidFill>
            <a:ln w="5420" cap="flat">
              <a:solidFill>
                <a:srgbClr val="3889A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0" name="pg610"/>
            <p:cNvSpPr/>
            <p:nvPr/>
          </p:nvSpPr>
          <p:spPr>
            <a:xfrm>
              <a:off x="5834746" y="292232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889A6">
                <a:alpha val="100000"/>
              </a:srgbClr>
            </a:solidFill>
            <a:ln w="5420" cap="flat">
              <a:solidFill>
                <a:srgbClr val="3889A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1" name="pg611"/>
            <p:cNvSpPr/>
            <p:nvPr/>
          </p:nvSpPr>
          <p:spPr>
            <a:xfrm>
              <a:off x="5846384" y="292232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88AA6">
                <a:alpha val="100000"/>
              </a:srgbClr>
            </a:solidFill>
            <a:ln w="5420" cap="flat">
              <a:solidFill>
                <a:srgbClr val="388AA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2" name="pg612"/>
            <p:cNvSpPr/>
            <p:nvPr/>
          </p:nvSpPr>
          <p:spPr>
            <a:xfrm>
              <a:off x="5858021" y="292232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8DA7">
                <a:alpha val="100000"/>
              </a:srgbClr>
            </a:solidFill>
            <a:ln w="5420" cap="flat">
              <a:solidFill>
                <a:srgbClr val="378D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3" name="pg613"/>
            <p:cNvSpPr/>
            <p:nvPr/>
          </p:nvSpPr>
          <p:spPr>
            <a:xfrm>
              <a:off x="5869658" y="292232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690A8">
                <a:alpha val="100000"/>
              </a:srgbClr>
            </a:solidFill>
            <a:ln w="5420" cap="flat">
              <a:solidFill>
                <a:srgbClr val="3690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4" name="pg614"/>
            <p:cNvSpPr/>
            <p:nvPr/>
          </p:nvSpPr>
          <p:spPr>
            <a:xfrm>
              <a:off x="5881296" y="292232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693A8">
                <a:alpha val="100000"/>
              </a:srgbClr>
            </a:solidFill>
            <a:ln w="5420" cap="flat">
              <a:solidFill>
                <a:srgbClr val="3693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5" name="pg615"/>
            <p:cNvSpPr/>
            <p:nvPr/>
          </p:nvSpPr>
          <p:spPr>
            <a:xfrm>
              <a:off x="5892933" y="292232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595A9">
                <a:alpha val="100000"/>
              </a:srgbClr>
            </a:solidFill>
            <a:ln w="5420" cap="flat">
              <a:solidFill>
                <a:srgbClr val="3595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6" name="pg616"/>
            <p:cNvSpPr/>
            <p:nvPr/>
          </p:nvSpPr>
          <p:spPr>
            <a:xfrm>
              <a:off x="5904570" y="292232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598A9">
                <a:alpha val="100000"/>
              </a:srgbClr>
            </a:solidFill>
            <a:ln w="5420" cap="flat">
              <a:solidFill>
                <a:srgbClr val="3598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7" name="pg617"/>
            <p:cNvSpPr/>
            <p:nvPr/>
          </p:nvSpPr>
          <p:spPr>
            <a:xfrm>
              <a:off x="5927845" y="292232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9DA9">
                <a:alpha val="100000"/>
              </a:srgbClr>
            </a:solidFill>
            <a:ln w="5420" cap="flat">
              <a:solidFill>
                <a:srgbClr val="3A9D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8" name="pg618"/>
            <p:cNvSpPr/>
            <p:nvPr/>
          </p:nvSpPr>
          <p:spPr>
            <a:xfrm>
              <a:off x="5939482" y="292232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9EAA">
                <a:alpha val="100000"/>
              </a:srgbClr>
            </a:solidFill>
            <a:ln w="5420" cap="flat">
              <a:solidFill>
                <a:srgbClr val="3C9E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9" name="pg619"/>
            <p:cNvSpPr/>
            <p:nvPr/>
          </p:nvSpPr>
          <p:spPr>
            <a:xfrm>
              <a:off x="6160592" y="292232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9AA9">
                <a:alpha val="100000"/>
              </a:srgbClr>
            </a:solidFill>
            <a:ln w="5420" cap="flat">
              <a:solidFill>
                <a:srgbClr val="379A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0" name="pg620"/>
            <p:cNvSpPr/>
            <p:nvPr/>
          </p:nvSpPr>
          <p:spPr>
            <a:xfrm>
              <a:off x="6172229" y="292232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699A9">
                <a:alpha val="100000"/>
              </a:srgbClr>
            </a:solidFill>
            <a:ln w="5420" cap="flat">
              <a:solidFill>
                <a:srgbClr val="3699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1" name="pg621"/>
            <p:cNvSpPr/>
            <p:nvPr/>
          </p:nvSpPr>
          <p:spPr>
            <a:xfrm>
              <a:off x="6183866" y="292232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699A9">
                <a:alpha val="100000"/>
              </a:srgbClr>
            </a:solidFill>
            <a:ln w="5420" cap="flat">
              <a:solidFill>
                <a:srgbClr val="3699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2" name="pg622"/>
            <p:cNvSpPr/>
            <p:nvPr/>
          </p:nvSpPr>
          <p:spPr>
            <a:xfrm>
              <a:off x="6195504" y="292232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598A9">
                <a:alpha val="100000"/>
              </a:srgbClr>
            </a:solidFill>
            <a:ln w="5420" cap="flat">
              <a:solidFill>
                <a:srgbClr val="3598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3" name="pg623"/>
            <p:cNvSpPr/>
            <p:nvPr/>
          </p:nvSpPr>
          <p:spPr>
            <a:xfrm>
              <a:off x="6207141" y="292232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598A9">
                <a:alpha val="100000"/>
              </a:srgbClr>
            </a:solidFill>
            <a:ln w="5420" cap="flat">
              <a:solidFill>
                <a:srgbClr val="3598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4" name="pg624"/>
            <p:cNvSpPr/>
            <p:nvPr/>
          </p:nvSpPr>
          <p:spPr>
            <a:xfrm>
              <a:off x="5753285" y="293662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0A3AA">
                <a:alpha val="100000"/>
              </a:srgbClr>
            </a:solidFill>
            <a:ln w="5420" cap="flat">
              <a:solidFill>
                <a:srgbClr val="40A3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5" name="pg625"/>
            <p:cNvSpPr/>
            <p:nvPr/>
          </p:nvSpPr>
          <p:spPr>
            <a:xfrm>
              <a:off x="5764922" y="293662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EA1AA">
                <a:alpha val="100000"/>
              </a:srgbClr>
            </a:solidFill>
            <a:ln w="5420" cap="flat">
              <a:solidFill>
                <a:srgbClr val="3EA1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6" name="pg626"/>
            <p:cNvSpPr/>
            <p:nvPr/>
          </p:nvSpPr>
          <p:spPr>
            <a:xfrm>
              <a:off x="5776560" y="293662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DA0AA">
                <a:alpha val="100000"/>
              </a:srgbClr>
            </a:solidFill>
            <a:ln w="5420" cap="flat">
              <a:solidFill>
                <a:srgbClr val="3DA0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7" name="pg627"/>
            <p:cNvSpPr/>
            <p:nvPr/>
          </p:nvSpPr>
          <p:spPr>
            <a:xfrm>
              <a:off x="5788197" y="293662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DA0AA">
                <a:alpha val="100000"/>
              </a:srgbClr>
            </a:solidFill>
            <a:ln w="5420" cap="flat">
              <a:solidFill>
                <a:srgbClr val="3DA0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8" name="pg628"/>
            <p:cNvSpPr/>
            <p:nvPr/>
          </p:nvSpPr>
          <p:spPr>
            <a:xfrm>
              <a:off x="5799834" y="293662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89BA9">
                <a:alpha val="100000"/>
              </a:srgbClr>
            </a:solidFill>
            <a:ln w="5420" cap="flat">
              <a:solidFill>
                <a:srgbClr val="389B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9" name="pg629"/>
            <p:cNvSpPr/>
            <p:nvPr/>
          </p:nvSpPr>
          <p:spPr>
            <a:xfrm>
              <a:off x="5811472" y="293662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593A8">
                <a:alpha val="100000"/>
              </a:srgbClr>
            </a:solidFill>
            <a:ln w="5420" cap="flat">
              <a:solidFill>
                <a:srgbClr val="3593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0" name="pg630"/>
            <p:cNvSpPr/>
            <p:nvPr/>
          </p:nvSpPr>
          <p:spPr>
            <a:xfrm>
              <a:off x="5823109" y="293662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8EA7">
                <a:alpha val="100000"/>
              </a:srgbClr>
            </a:solidFill>
            <a:ln w="5420" cap="flat">
              <a:solidFill>
                <a:srgbClr val="378E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1" name="pg631"/>
            <p:cNvSpPr/>
            <p:nvPr/>
          </p:nvSpPr>
          <p:spPr>
            <a:xfrm>
              <a:off x="5834746" y="293662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8CA7">
                <a:alpha val="100000"/>
              </a:srgbClr>
            </a:solidFill>
            <a:ln w="5420" cap="flat">
              <a:solidFill>
                <a:srgbClr val="378C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2" name="pg632"/>
            <p:cNvSpPr/>
            <p:nvPr/>
          </p:nvSpPr>
          <p:spPr>
            <a:xfrm>
              <a:off x="5846384" y="293662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8DA7">
                <a:alpha val="100000"/>
              </a:srgbClr>
            </a:solidFill>
            <a:ln w="5420" cap="flat">
              <a:solidFill>
                <a:srgbClr val="378D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3" name="pg633"/>
            <p:cNvSpPr/>
            <p:nvPr/>
          </p:nvSpPr>
          <p:spPr>
            <a:xfrm>
              <a:off x="5858021" y="293662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690A7">
                <a:alpha val="100000"/>
              </a:srgbClr>
            </a:solidFill>
            <a:ln w="5420" cap="flat">
              <a:solidFill>
                <a:srgbClr val="3690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4" name="pg634"/>
            <p:cNvSpPr/>
            <p:nvPr/>
          </p:nvSpPr>
          <p:spPr>
            <a:xfrm>
              <a:off x="5869658" y="293662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692A8">
                <a:alpha val="100000"/>
              </a:srgbClr>
            </a:solidFill>
            <a:ln w="5420" cap="flat">
              <a:solidFill>
                <a:srgbClr val="3692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5" name="pg635"/>
            <p:cNvSpPr/>
            <p:nvPr/>
          </p:nvSpPr>
          <p:spPr>
            <a:xfrm>
              <a:off x="5881296" y="293662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595A9">
                <a:alpha val="100000"/>
              </a:srgbClr>
            </a:solidFill>
            <a:ln w="5420" cap="flat">
              <a:solidFill>
                <a:srgbClr val="3595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6" name="pg636"/>
            <p:cNvSpPr/>
            <p:nvPr/>
          </p:nvSpPr>
          <p:spPr>
            <a:xfrm>
              <a:off x="5892933" y="293662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497A9">
                <a:alpha val="100000"/>
              </a:srgbClr>
            </a:solidFill>
            <a:ln w="5420" cap="flat">
              <a:solidFill>
                <a:srgbClr val="3497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7" name="pg637"/>
            <p:cNvSpPr/>
            <p:nvPr/>
          </p:nvSpPr>
          <p:spPr>
            <a:xfrm>
              <a:off x="6160592" y="293662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699A9">
                <a:alpha val="100000"/>
              </a:srgbClr>
            </a:solidFill>
            <a:ln w="5420" cap="flat">
              <a:solidFill>
                <a:srgbClr val="3699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8" name="pg638"/>
            <p:cNvSpPr/>
            <p:nvPr/>
          </p:nvSpPr>
          <p:spPr>
            <a:xfrm>
              <a:off x="6172229" y="293662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598A9">
                <a:alpha val="100000"/>
              </a:srgbClr>
            </a:solidFill>
            <a:ln w="5420" cap="flat">
              <a:solidFill>
                <a:srgbClr val="3598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9" name="pg639"/>
            <p:cNvSpPr/>
            <p:nvPr/>
          </p:nvSpPr>
          <p:spPr>
            <a:xfrm>
              <a:off x="6183866" y="293662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597A9">
                <a:alpha val="100000"/>
              </a:srgbClr>
            </a:solidFill>
            <a:ln w="5420" cap="flat">
              <a:solidFill>
                <a:srgbClr val="3597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0" name="pg640"/>
            <p:cNvSpPr/>
            <p:nvPr/>
          </p:nvSpPr>
          <p:spPr>
            <a:xfrm>
              <a:off x="6195504" y="293662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497A9">
                <a:alpha val="100000"/>
              </a:srgbClr>
            </a:solidFill>
            <a:ln w="5420" cap="flat">
              <a:solidFill>
                <a:srgbClr val="3497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1" name="pg641"/>
            <p:cNvSpPr/>
            <p:nvPr/>
          </p:nvSpPr>
          <p:spPr>
            <a:xfrm>
              <a:off x="6207141" y="293662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497A9">
                <a:alpha val="100000"/>
              </a:srgbClr>
            </a:solidFill>
            <a:ln w="5420" cap="flat">
              <a:solidFill>
                <a:srgbClr val="3497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2" name="pg642"/>
            <p:cNvSpPr/>
            <p:nvPr/>
          </p:nvSpPr>
          <p:spPr>
            <a:xfrm>
              <a:off x="6218778" y="293662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497A9">
                <a:alpha val="100000"/>
              </a:srgbClr>
            </a:solidFill>
            <a:ln w="5420" cap="flat">
              <a:solidFill>
                <a:srgbClr val="3497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3" name="pg643"/>
            <p:cNvSpPr/>
            <p:nvPr/>
          </p:nvSpPr>
          <p:spPr>
            <a:xfrm>
              <a:off x="6230416" y="293662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497A9">
                <a:alpha val="100000"/>
              </a:srgbClr>
            </a:solidFill>
            <a:ln w="5420" cap="flat">
              <a:solidFill>
                <a:srgbClr val="3497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4" name="pg644"/>
            <p:cNvSpPr/>
            <p:nvPr/>
          </p:nvSpPr>
          <p:spPr>
            <a:xfrm>
              <a:off x="6276965" y="293662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99A9">
                <a:alpha val="100000"/>
              </a:srgbClr>
            </a:solidFill>
            <a:ln w="5420" cap="flat">
              <a:solidFill>
                <a:srgbClr val="3799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5" name="pg645"/>
            <p:cNvSpPr/>
            <p:nvPr/>
          </p:nvSpPr>
          <p:spPr>
            <a:xfrm>
              <a:off x="6288602" y="293662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9AA9">
                <a:alpha val="100000"/>
              </a:srgbClr>
            </a:solidFill>
            <a:ln w="5420" cap="flat">
              <a:solidFill>
                <a:srgbClr val="379A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6" name="pg646"/>
            <p:cNvSpPr/>
            <p:nvPr/>
          </p:nvSpPr>
          <p:spPr>
            <a:xfrm>
              <a:off x="6300240" y="293662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89BA9">
                <a:alpha val="100000"/>
              </a:srgbClr>
            </a:solidFill>
            <a:ln w="5420" cap="flat">
              <a:solidFill>
                <a:srgbClr val="389B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7" name="pg647"/>
            <p:cNvSpPr/>
            <p:nvPr/>
          </p:nvSpPr>
          <p:spPr>
            <a:xfrm>
              <a:off x="6311877" y="293662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9CA9">
                <a:alpha val="100000"/>
              </a:srgbClr>
            </a:solidFill>
            <a:ln w="5420" cap="flat">
              <a:solidFill>
                <a:srgbClr val="399C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8" name="pg648"/>
            <p:cNvSpPr/>
            <p:nvPr/>
          </p:nvSpPr>
          <p:spPr>
            <a:xfrm>
              <a:off x="6323514" y="293662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9CA9">
                <a:alpha val="100000"/>
              </a:srgbClr>
            </a:solidFill>
            <a:ln w="5420" cap="flat">
              <a:solidFill>
                <a:srgbClr val="3A9C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9" name="pg649"/>
            <p:cNvSpPr/>
            <p:nvPr/>
          </p:nvSpPr>
          <p:spPr>
            <a:xfrm>
              <a:off x="5741648" y="295092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5A8AA">
                <a:alpha val="100000"/>
              </a:srgbClr>
            </a:solidFill>
            <a:ln w="5420" cap="flat">
              <a:solidFill>
                <a:srgbClr val="45A8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0" name="pg650"/>
            <p:cNvSpPr/>
            <p:nvPr/>
          </p:nvSpPr>
          <p:spPr>
            <a:xfrm>
              <a:off x="5753285" y="295092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2A5AA">
                <a:alpha val="100000"/>
              </a:srgbClr>
            </a:solidFill>
            <a:ln w="5420" cap="flat">
              <a:solidFill>
                <a:srgbClr val="42A5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1" name="pg651"/>
            <p:cNvSpPr/>
            <p:nvPr/>
          </p:nvSpPr>
          <p:spPr>
            <a:xfrm>
              <a:off x="5764922" y="295092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FA2AA">
                <a:alpha val="100000"/>
              </a:srgbClr>
            </a:solidFill>
            <a:ln w="5420" cap="flat">
              <a:solidFill>
                <a:srgbClr val="3FA2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2" name="pg652"/>
            <p:cNvSpPr/>
            <p:nvPr/>
          </p:nvSpPr>
          <p:spPr>
            <a:xfrm>
              <a:off x="5776560" y="295092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EA1AA">
                <a:alpha val="100000"/>
              </a:srgbClr>
            </a:solidFill>
            <a:ln w="5420" cap="flat">
              <a:solidFill>
                <a:srgbClr val="3EA1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3" name="pg653"/>
            <p:cNvSpPr/>
            <p:nvPr/>
          </p:nvSpPr>
          <p:spPr>
            <a:xfrm>
              <a:off x="5788197" y="295092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EA0AA">
                <a:alpha val="100000"/>
              </a:srgbClr>
            </a:solidFill>
            <a:ln w="5420" cap="flat">
              <a:solidFill>
                <a:srgbClr val="3EA0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4" name="pg654"/>
            <p:cNvSpPr/>
            <p:nvPr/>
          </p:nvSpPr>
          <p:spPr>
            <a:xfrm>
              <a:off x="5799834" y="295092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9EAA">
                <a:alpha val="100000"/>
              </a:srgbClr>
            </a:solidFill>
            <a:ln w="5420" cap="flat">
              <a:solidFill>
                <a:srgbClr val="3C9E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5" name="pg655"/>
            <p:cNvSpPr/>
            <p:nvPr/>
          </p:nvSpPr>
          <p:spPr>
            <a:xfrm>
              <a:off x="5811472" y="295092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9AA9">
                <a:alpha val="100000"/>
              </a:srgbClr>
            </a:solidFill>
            <a:ln w="5420" cap="flat">
              <a:solidFill>
                <a:srgbClr val="379A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6" name="pg656"/>
            <p:cNvSpPr/>
            <p:nvPr/>
          </p:nvSpPr>
          <p:spPr>
            <a:xfrm>
              <a:off x="5823109" y="295092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496A9">
                <a:alpha val="100000"/>
              </a:srgbClr>
            </a:solidFill>
            <a:ln w="5420" cap="flat">
              <a:solidFill>
                <a:srgbClr val="3496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7" name="pg657"/>
            <p:cNvSpPr/>
            <p:nvPr/>
          </p:nvSpPr>
          <p:spPr>
            <a:xfrm>
              <a:off x="5834746" y="295092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593A8">
                <a:alpha val="100000"/>
              </a:srgbClr>
            </a:solidFill>
            <a:ln w="5420" cap="flat">
              <a:solidFill>
                <a:srgbClr val="3593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8" name="pg658"/>
            <p:cNvSpPr/>
            <p:nvPr/>
          </p:nvSpPr>
          <p:spPr>
            <a:xfrm>
              <a:off x="5846384" y="295092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593A8">
                <a:alpha val="100000"/>
              </a:srgbClr>
            </a:solidFill>
            <a:ln w="5420" cap="flat">
              <a:solidFill>
                <a:srgbClr val="3593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9" name="pg659"/>
            <p:cNvSpPr/>
            <p:nvPr/>
          </p:nvSpPr>
          <p:spPr>
            <a:xfrm>
              <a:off x="5858021" y="295092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594A8">
                <a:alpha val="100000"/>
              </a:srgbClr>
            </a:solidFill>
            <a:ln w="5420" cap="flat">
              <a:solidFill>
                <a:srgbClr val="3594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0" name="pg660"/>
            <p:cNvSpPr/>
            <p:nvPr/>
          </p:nvSpPr>
          <p:spPr>
            <a:xfrm>
              <a:off x="5869658" y="295092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496A9">
                <a:alpha val="100000"/>
              </a:srgbClr>
            </a:solidFill>
            <a:ln w="5420" cap="flat">
              <a:solidFill>
                <a:srgbClr val="3496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1" name="pg661"/>
            <p:cNvSpPr/>
            <p:nvPr/>
          </p:nvSpPr>
          <p:spPr>
            <a:xfrm>
              <a:off x="5881296" y="295092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497A9">
                <a:alpha val="100000"/>
              </a:srgbClr>
            </a:solidFill>
            <a:ln w="5420" cap="flat">
              <a:solidFill>
                <a:srgbClr val="3497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2" name="pg662"/>
            <p:cNvSpPr/>
            <p:nvPr/>
          </p:nvSpPr>
          <p:spPr>
            <a:xfrm>
              <a:off x="6172229" y="295092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598A9">
                <a:alpha val="100000"/>
              </a:srgbClr>
            </a:solidFill>
            <a:ln w="5420" cap="flat">
              <a:solidFill>
                <a:srgbClr val="3598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3" name="pg663"/>
            <p:cNvSpPr/>
            <p:nvPr/>
          </p:nvSpPr>
          <p:spPr>
            <a:xfrm>
              <a:off x="6183866" y="295092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497A9">
                <a:alpha val="100000"/>
              </a:srgbClr>
            </a:solidFill>
            <a:ln w="5420" cap="flat">
              <a:solidFill>
                <a:srgbClr val="3497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4" name="pg664"/>
            <p:cNvSpPr/>
            <p:nvPr/>
          </p:nvSpPr>
          <p:spPr>
            <a:xfrm>
              <a:off x="6195504" y="295092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497A9">
                <a:alpha val="100000"/>
              </a:srgbClr>
            </a:solidFill>
            <a:ln w="5420" cap="flat">
              <a:solidFill>
                <a:srgbClr val="3497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5" name="pg665"/>
            <p:cNvSpPr/>
            <p:nvPr/>
          </p:nvSpPr>
          <p:spPr>
            <a:xfrm>
              <a:off x="6207141" y="295092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497A9">
                <a:alpha val="100000"/>
              </a:srgbClr>
            </a:solidFill>
            <a:ln w="5420" cap="flat">
              <a:solidFill>
                <a:srgbClr val="3497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6" name="pg666"/>
            <p:cNvSpPr/>
            <p:nvPr/>
          </p:nvSpPr>
          <p:spPr>
            <a:xfrm>
              <a:off x="6218778" y="295092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497A9">
                <a:alpha val="100000"/>
              </a:srgbClr>
            </a:solidFill>
            <a:ln w="5420" cap="flat">
              <a:solidFill>
                <a:srgbClr val="3497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7" name="pg667"/>
            <p:cNvSpPr/>
            <p:nvPr/>
          </p:nvSpPr>
          <p:spPr>
            <a:xfrm>
              <a:off x="6230416" y="295092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497A9">
                <a:alpha val="100000"/>
              </a:srgbClr>
            </a:solidFill>
            <a:ln w="5420" cap="flat">
              <a:solidFill>
                <a:srgbClr val="3497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8" name="pg668"/>
            <p:cNvSpPr/>
            <p:nvPr/>
          </p:nvSpPr>
          <p:spPr>
            <a:xfrm>
              <a:off x="6242053" y="295092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497A9">
                <a:alpha val="100000"/>
              </a:srgbClr>
            </a:solidFill>
            <a:ln w="5420" cap="flat">
              <a:solidFill>
                <a:srgbClr val="3497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9" name="pg669"/>
            <p:cNvSpPr/>
            <p:nvPr/>
          </p:nvSpPr>
          <p:spPr>
            <a:xfrm>
              <a:off x="6265328" y="295092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699A9">
                <a:alpha val="100000"/>
              </a:srgbClr>
            </a:solidFill>
            <a:ln w="5420" cap="flat">
              <a:solidFill>
                <a:srgbClr val="3699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0" name="pg670"/>
            <p:cNvSpPr/>
            <p:nvPr/>
          </p:nvSpPr>
          <p:spPr>
            <a:xfrm>
              <a:off x="6276965" y="295092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99A9">
                <a:alpha val="100000"/>
              </a:srgbClr>
            </a:solidFill>
            <a:ln w="5420" cap="flat">
              <a:solidFill>
                <a:srgbClr val="3799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1" name="pg671"/>
            <p:cNvSpPr/>
            <p:nvPr/>
          </p:nvSpPr>
          <p:spPr>
            <a:xfrm>
              <a:off x="6288602" y="295092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9AA9">
                <a:alpha val="100000"/>
              </a:srgbClr>
            </a:solidFill>
            <a:ln w="5420" cap="flat">
              <a:solidFill>
                <a:srgbClr val="379A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2" name="pg672"/>
            <p:cNvSpPr/>
            <p:nvPr/>
          </p:nvSpPr>
          <p:spPr>
            <a:xfrm>
              <a:off x="6300240" y="295092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89BA9">
                <a:alpha val="100000"/>
              </a:srgbClr>
            </a:solidFill>
            <a:ln w="5420" cap="flat">
              <a:solidFill>
                <a:srgbClr val="389B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3" name="pg673"/>
            <p:cNvSpPr/>
            <p:nvPr/>
          </p:nvSpPr>
          <p:spPr>
            <a:xfrm>
              <a:off x="6311877" y="295092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9CA9">
                <a:alpha val="100000"/>
              </a:srgbClr>
            </a:solidFill>
            <a:ln w="5420" cap="flat">
              <a:solidFill>
                <a:srgbClr val="399C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4" name="pg674"/>
            <p:cNvSpPr/>
            <p:nvPr/>
          </p:nvSpPr>
          <p:spPr>
            <a:xfrm>
              <a:off x="6323514" y="295092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9CA9">
                <a:alpha val="100000"/>
              </a:srgbClr>
            </a:solidFill>
            <a:ln w="5420" cap="flat">
              <a:solidFill>
                <a:srgbClr val="3A9C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5" name="pg675"/>
            <p:cNvSpPr/>
            <p:nvPr/>
          </p:nvSpPr>
          <p:spPr>
            <a:xfrm>
              <a:off x="6335152" y="295092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9DA9">
                <a:alpha val="100000"/>
              </a:srgbClr>
            </a:solidFill>
            <a:ln w="5420" cap="flat">
              <a:solidFill>
                <a:srgbClr val="3A9D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6" name="pg676"/>
            <p:cNvSpPr/>
            <p:nvPr/>
          </p:nvSpPr>
          <p:spPr>
            <a:xfrm>
              <a:off x="5730010" y="296522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CB1AB">
                <a:alpha val="100000"/>
              </a:srgbClr>
            </a:solidFill>
            <a:ln w="5420" cap="flat">
              <a:solidFill>
                <a:srgbClr val="4CB1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7" name="pg677"/>
            <p:cNvSpPr/>
            <p:nvPr/>
          </p:nvSpPr>
          <p:spPr>
            <a:xfrm>
              <a:off x="5741648" y="296522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8ACAA">
                <a:alpha val="100000"/>
              </a:srgbClr>
            </a:solidFill>
            <a:ln w="5420" cap="flat">
              <a:solidFill>
                <a:srgbClr val="48AC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8" name="pg678"/>
            <p:cNvSpPr/>
            <p:nvPr/>
          </p:nvSpPr>
          <p:spPr>
            <a:xfrm>
              <a:off x="5753285" y="296522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4A8AA">
                <a:alpha val="100000"/>
              </a:srgbClr>
            </a:solidFill>
            <a:ln w="5420" cap="flat">
              <a:solidFill>
                <a:srgbClr val="44A8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9" name="pg679"/>
            <p:cNvSpPr/>
            <p:nvPr/>
          </p:nvSpPr>
          <p:spPr>
            <a:xfrm>
              <a:off x="5764922" y="296522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1A4AA">
                <a:alpha val="100000"/>
              </a:srgbClr>
            </a:solidFill>
            <a:ln w="5420" cap="flat">
              <a:solidFill>
                <a:srgbClr val="41A4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0" name="pg680"/>
            <p:cNvSpPr/>
            <p:nvPr/>
          </p:nvSpPr>
          <p:spPr>
            <a:xfrm>
              <a:off x="5776560" y="296522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FA2AA">
                <a:alpha val="100000"/>
              </a:srgbClr>
            </a:solidFill>
            <a:ln w="5420" cap="flat">
              <a:solidFill>
                <a:srgbClr val="3FA2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1" name="pg681"/>
            <p:cNvSpPr/>
            <p:nvPr/>
          </p:nvSpPr>
          <p:spPr>
            <a:xfrm>
              <a:off x="5788197" y="296522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EA1AA">
                <a:alpha val="100000"/>
              </a:srgbClr>
            </a:solidFill>
            <a:ln w="5420" cap="flat">
              <a:solidFill>
                <a:srgbClr val="3EA1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2" name="pg682"/>
            <p:cNvSpPr/>
            <p:nvPr/>
          </p:nvSpPr>
          <p:spPr>
            <a:xfrm>
              <a:off x="5799834" y="296522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9FAA">
                <a:alpha val="100000"/>
              </a:srgbClr>
            </a:solidFill>
            <a:ln w="5420" cap="flat">
              <a:solidFill>
                <a:srgbClr val="3C9F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3" name="pg683"/>
            <p:cNvSpPr/>
            <p:nvPr/>
          </p:nvSpPr>
          <p:spPr>
            <a:xfrm>
              <a:off x="5811472" y="296522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9DA9">
                <a:alpha val="100000"/>
              </a:srgbClr>
            </a:solidFill>
            <a:ln w="5420" cap="flat">
              <a:solidFill>
                <a:srgbClr val="3A9D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4" name="pg684"/>
            <p:cNvSpPr/>
            <p:nvPr/>
          </p:nvSpPr>
          <p:spPr>
            <a:xfrm>
              <a:off x="5823109" y="296522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89BA9">
                <a:alpha val="100000"/>
              </a:srgbClr>
            </a:solidFill>
            <a:ln w="5420" cap="flat">
              <a:solidFill>
                <a:srgbClr val="389B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5" name="pg685"/>
            <p:cNvSpPr/>
            <p:nvPr/>
          </p:nvSpPr>
          <p:spPr>
            <a:xfrm>
              <a:off x="5834746" y="296522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699A9">
                <a:alpha val="100000"/>
              </a:srgbClr>
            </a:solidFill>
            <a:ln w="5420" cap="flat">
              <a:solidFill>
                <a:srgbClr val="3699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6" name="pg686"/>
            <p:cNvSpPr/>
            <p:nvPr/>
          </p:nvSpPr>
          <p:spPr>
            <a:xfrm>
              <a:off x="5846384" y="296522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598A9">
                <a:alpha val="100000"/>
              </a:srgbClr>
            </a:solidFill>
            <a:ln w="5420" cap="flat">
              <a:solidFill>
                <a:srgbClr val="3598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7" name="pg687"/>
            <p:cNvSpPr/>
            <p:nvPr/>
          </p:nvSpPr>
          <p:spPr>
            <a:xfrm>
              <a:off x="6172229" y="296522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598A9">
                <a:alpha val="100000"/>
              </a:srgbClr>
            </a:solidFill>
            <a:ln w="5420" cap="flat">
              <a:solidFill>
                <a:srgbClr val="3598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8" name="pg688"/>
            <p:cNvSpPr/>
            <p:nvPr/>
          </p:nvSpPr>
          <p:spPr>
            <a:xfrm>
              <a:off x="6183866" y="296522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598A9">
                <a:alpha val="100000"/>
              </a:srgbClr>
            </a:solidFill>
            <a:ln w="5420" cap="flat">
              <a:solidFill>
                <a:srgbClr val="3598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9" name="pg689"/>
            <p:cNvSpPr/>
            <p:nvPr/>
          </p:nvSpPr>
          <p:spPr>
            <a:xfrm>
              <a:off x="6195504" y="296522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497A9">
                <a:alpha val="100000"/>
              </a:srgbClr>
            </a:solidFill>
            <a:ln w="5420" cap="flat">
              <a:solidFill>
                <a:srgbClr val="3497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0" name="pg690"/>
            <p:cNvSpPr/>
            <p:nvPr/>
          </p:nvSpPr>
          <p:spPr>
            <a:xfrm>
              <a:off x="6207141" y="296522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497A9">
                <a:alpha val="100000"/>
              </a:srgbClr>
            </a:solidFill>
            <a:ln w="5420" cap="flat">
              <a:solidFill>
                <a:srgbClr val="3497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1" name="pg691"/>
            <p:cNvSpPr/>
            <p:nvPr/>
          </p:nvSpPr>
          <p:spPr>
            <a:xfrm>
              <a:off x="6218778" y="296522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497A9">
                <a:alpha val="100000"/>
              </a:srgbClr>
            </a:solidFill>
            <a:ln w="5420" cap="flat">
              <a:solidFill>
                <a:srgbClr val="3497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2" name="pg692"/>
            <p:cNvSpPr/>
            <p:nvPr/>
          </p:nvSpPr>
          <p:spPr>
            <a:xfrm>
              <a:off x="6230416" y="296522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497A9">
                <a:alpha val="100000"/>
              </a:srgbClr>
            </a:solidFill>
            <a:ln w="5420" cap="flat">
              <a:solidFill>
                <a:srgbClr val="3497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3" name="pg693"/>
            <p:cNvSpPr/>
            <p:nvPr/>
          </p:nvSpPr>
          <p:spPr>
            <a:xfrm>
              <a:off x="6242053" y="296522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497A9">
                <a:alpha val="100000"/>
              </a:srgbClr>
            </a:solidFill>
            <a:ln w="5420" cap="flat">
              <a:solidFill>
                <a:srgbClr val="3497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4" name="pg694"/>
            <p:cNvSpPr/>
            <p:nvPr/>
          </p:nvSpPr>
          <p:spPr>
            <a:xfrm>
              <a:off x="6253690" y="296522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598A9">
                <a:alpha val="100000"/>
              </a:srgbClr>
            </a:solidFill>
            <a:ln w="5420" cap="flat">
              <a:solidFill>
                <a:srgbClr val="3598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5" name="pg695"/>
            <p:cNvSpPr/>
            <p:nvPr/>
          </p:nvSpPr>
          <p:spPr>
            <a:xfrm>
              <a:off x="6265328" y="296522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699A9">
                <a:alpha val="100000"/>
              </a:srgbClr>
            </a:solidFill>
            <a:ln w="5420" cap="flat">
              <a:solidFill>
                <a:srgbClr val="3699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6" name="pg696"/>
            <p:cNvSpPr/>
            <p:nvPr/>
          </p:nvSpPr>
          <p:spPr>
            <a:xfrm>
              <a:off x="6276965" y="296522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9AA9">
                <a:alpha val="100000"/>
              </a:srgbClr>
            </a:solidFill>
            <a:ln w="5420" cap="flat">
              <a:solidFill>
                <a:srgbClr val="379A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7" name="pg697"/>
            <p:cNvSpPr/>
            <p:nvPr/>
          </p:nvSpPr>
          <p:spPr>
            <a:xfrm>
              <a:off x="6288602" y="296522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89AA9">
                <a:alpha val="100000"/>
              </a:srgbClr>
            </a:solidFill>
            <a:ln w="5420" cap="flat">
              <a:solidFill>
                <a:srgbClr val="389A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8" name="pg698"/>
            <p:cNvSpPr/>
            <p:nvPr/>
          </p:nvSpPr>
          <p:spPr>
            <a:xfrm>
              <a:off x="6300240" y="296522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89BA9">
                <a:alpha val="100000"/>
              </a:srgbClr>
            </a:solidFill>
            <a:ln w="5420" cap="flat">
              <a:solidFill>
                <a:srgbClr val="389B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9" name="pg699"/>
            <p:cNvSpPr/>
            <p:nvPr/>
          </p:nvSpPr>
          <p:spPr>
            <a:xfrm>
              <a:off x="6311877" y="296522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9CA9">
                <a:alpha val="100000"/>
              </a:srgbClr>
            </a:solidFill>
            <a:ln w="5420" cap="flat">
              <a:solidFill>
                <a:srgbClr val="399C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0" name="pg700"/>
            <p:cNvSpPr/>
            <p:nvPr/>
          </p:nvSpPr>
          <p:spPr>
            <a:xfrm>
              <a:off x="6323514" y="296522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9DA9">
                <a:alpha val="100000"/>
              </a:srgbClr>
            </a:solidFill>
            <a:ln w="5420" cap="flat">
              <a:solidFill>
                <a:srgbClr val="3A9D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1" name="pg701"/>
            <p:cNvSpPr/>
            <p:nvPr/>
          </p:nvSpPr>
          <p:spPr>
            <a:xfrm>
              <a:off x="6335152" y="296522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9DA9">
                <a:alpha val="100000"/>
              </a:srgbClr>
            </a:solidFill>
            <a:ln w="5420" cap="flat">
              <a:solidFill>
                <a:srgbClr val="3B9D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2" name="pg702"/>
            <p:cNvSpPr/>
            <p:nvPr/>
          </p:nvSpPr>
          <p:spPr>
            <a:xfrm>
              <a:off x="5718373" y="297952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5BEAB">
                <a:alpha val="100000"/>
              </a:srgbClr>
            </a:solidFill>
            <a:ln w="5420" cap="flat">
              <a:solidFill>
                <a:srgbClr val="55BE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3" name="pg703"/>
            <p:cNvSpPr/>
            <p:nvPr/>
          </p:nvSpPr>
          <p:spPr>
            <a:xfrm>
              <a:off x="5730010" y="297952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1B8AB">
                <a:alpha val="100000"/>
              </a:srgbClr>
            </a:solidFill>
            <a:ln w="5420" cap="flat">
              <a:solidFill>
                <a:srgbClr val="51B8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4" name="pg704"/>
            <p:cNvSpPr/>
            <p:nvPr/>
          </p:nvSpPr>
          <p:spPr>
            <a:xfrm>
              <a:off x="5741648" y="297952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DB2AB">
                <a:alpha val="100000"/>
              </a:srgbClr>
            </a:solidFill>
            <a:ln w="5420" cap="flat">
              <a:solidFill>
                <a:srgbClr val="4DB2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5" name="pg705"/>
            <p:cNvSpPr/>
            <p:nvPr/>
          </p:nvSpPr>
          <p:spPr>
            <a:xfrm>
              <a:off x="5753285" y="297952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9ADAB">
                <a:alpha val="100000"/>
              </a:srgbClr>
            </a:solidFill>
            <a:ln w="5420" cap="flat">
              <a:solidFill>
                <a:srgbClr val="49AD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6" name="pg706"/>
            <p:cNvSpPr/>
            <p:nvPr/>
          </p:nvSpPr>
          <p:spPr>
            <a:xfrm>
              <a:off x="5764922" y="297952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5A9AA">
                <a:alpha val="100000"/>
              </a:srgbClr>
            </a:solidFill>
            <a:ln w="5420" cap="flat">
              <a:solidFill>
                <a:srgbClr val="45A9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7" name="pg707"/>
            <p:cNvSpPr/>
            <p:nvPr/>
          </p:nvSpPr>
          <p:spPr>
            <a:xfrm>
              <a:off x="5776560" y="297952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3A6AA">
                <a:alpha val="100000"/>
              </a:srgbClr>
            </a:solidFill>
            <a:ln w="5420" cap="flat">
              <a:solidFill>
                <a:srgbClr val="43A6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8" name="pg708"/>
            <p:cNvSpPr/>
            <p:nvPr/>
          </p:nvSpPr>
          <p:spPr>
            <a:xfrm>
              <a:off x="5788197" y="297952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1A4AA">
                <a:alpha val="100000"/>
              </a:srgbClr>
            </a:solidFill>
            <a:ln w="5420" cap="flat">
              <a:solidFill>
                <a:srgbClr val="41A4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9" name="pg709"/>
            <p:cNvSpPr/>
            <p:nvPr/>
          </p:nvSpPr>
          <p:spPr>
            <a:xfrm>
              <a:off x="5799834" y="297952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FA1AA">
                <a:alpha val="100000"/>
              </a:srgbClr>
            </a:solidFill>
            <a:ln w="5420" cap="flat">
              <a:solidFill>
                <a:srgbClr val="3FA1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0" name="pg710"/>
            <p:cNvSpPr/>
            <p:nvPr/>
          </p:nvSpPr>
          <p:spPr>
            <a:xfrm>
              <a:off x="5811472" y="297952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DA0AA">
                <a:alpha val="100000"/>
              </a:srgbClr>
            </a:solidFill>
            <a:ln w="5420" cap="flat">
              <a:solidFill>
                <a:srgbClr val="3DA0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1" name="pg711"/>
            <p:cNvSpPr/>
            <p:nvPr/>
          </p:nvSpPr>
          <p:spPr>
            <a:xfrm>
              <a:off x="6183866" y="297952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598A9">
                <a:alpha val="100000"/>
              </a:srgbClr>
            </a:solidFill>
            <a:ln w="5420" cap="flat">
              <a:solidFill>
                <a:srgbClr val="3598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2" name="pg712"/>
            <p:cNvSpPr/>
            <p:nvPr/>
          </p:nvSpPr>
          <p:spPr>
            <a:xfrm>
              <a:off x="6195504" y="297952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598A9">
                <a:alpha val="100000"/>
              </a:srgbClr>
            </a:solidFill>
            <a:ln w="5420" cap="flat">
              <a:solidFill>
                <a:srgbClr val="3598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3" name="pg713"/>
            <p:cNvSpPr/>
            <p:nvPr/>
          </p:nvSpPr>
          <p:spPr>
            <a:xfrm>
              <a:off x="6207141" y="297952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598A9">
                <a:alpha val="100000"/>
              </a:srgbClr>
            </a:solidFill>
            <a:ln w="5420" cap="flat">
              <a:solidFill>
                <a:srgbClr val="3598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4" name="pg714"/>
            <p:cNvSpPr/>
            <p:nvPr/>
          </p:nvSpPr>
          <p:spPr>
            <a:xfrm>
              <a:off x="6218778" y="297952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598A9">
                <a:alpha val="100000"/>
              </a:srgbClr>
            </a:solidFill>
            <a:ln w="5420" cap="flat">
              <a:solidFill>
                <a:srgbClr val="3598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5" name="pg715"/>
            <p:cNvSpPr/>
            <p:nvPr/>
          </p:nvSpPr>
          <p:spPr>
            <a:xfrm>
              <a:off x="6230416" y="297952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598A9">
                <a:alpha val="100000"/>
              </a:srgbClr>
            </a:solidFill>
            <a:ln w="5420" cap="flat">
              <a:solidFill>
                <a:srgbClr val="3598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6" name="pg716"/>
            <p:cNvSpPr/>
            <p:nvPr/>
          </p:nvSpPr>
          <p:spPr>
            <a:xfrm>
              <a:off x="6242053" y="297952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598A9">
                <a:alpha val="100000"/>
              </a:srgbClr>
            </a:solidFill>
            <a:ln w="5420" cap="flat">
              <a:solidFill>
                <a:srgbClr val="3598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7" name="pg717"/>
            <p:cNvSpPr/>
            <p:nvPr/>
          </p:nvSpPr>
          <p:spPr>
            <a:xfrm>
              <a:off x="6253690" y="297952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598A9">
                <a:alpha val="100000"/>
              </a:srgbClr>
            </a:solidFill>
            <a:ln w="5420" cap="flat">
              <a:solidFill>
                <a:srgbClr val="3598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8" name="pg718"/>
            <p:cNvSpPr/>
            <p:nvPr/>
          </p:nvSpPr>
          <p:spPr>
            <a:xfrm>
              <a:off x="6265328" y="297952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99A9">
                <a:alpha val="100000"/>
              </a:srgbClr>
            </a:solidFill>
            <a:ln w="5420" cap="flat">
              <a:solidFill>
                <a:srgbClr val="3799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9" name="pg719"/>
            <p:cNvSpPr/>
            <p:nvPr/>
          </p:nvSpPr>
          <p:spPr>
            <a:xfrm>
              <a:off x="6276965" y="297952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9AA9">
                <a:alpha val="100000"/>
              </a:srgbClr>
            </a:solidFill>
            <a:ln w="5420" cap="flat">
              <a:solidFill>
                <a:srgbClr val="379A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0" name="pg720"/>
            <p:cNvSpPr/>
            <p:nvPr/>
          </p:nvSpPr>
          <p:spPr>
            <a:xfrm>
              <a:off x="6288602" y="297952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89BA9">
                <a:alpha val="100000"/>
              </a:srgbClr>
            </a:solidFill>
            <a:ln w="5420" cap="flat">
              <a:solidFill>
                <a:srgbClr val="389B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1" name="pg721"/>
            <p:cNvSpPr/>
            <p:nvPr/>
          </p:nvSpPr>
          <p:spPr>
            <a:xfrm>
              <a:off x="6300240" y="297952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9BA9">
                <a:alpha val="100000"/>
              </a:srgbClr>
            </a:solidFill>
            <a:ln w="5420" cap="flat">
              <a:solidFill>
                <a:srgbClr val="399B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2" name="pg722"/>
            <p:cNvSpPr/>
            <p:nvPr/>
          </p:nvSpPr>
          <p:spPr>
            <a:xfrm>
              <a:off x="6311877" y="297952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9CA9">
                <a:alpha val="100000"/>
              </a:srgbClr>
            </a:solidFill>
            <a:ln w="5420" cap="flat">
              <a:solidFill>
                <a:srgbClr val="399C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3" name="pg723"/>
            <p:cNvSpPr/>
            <p:nvPr/>
          </p:nvSpPr>
          <p:spPr>
            <a:xfrm>
              <a:off x="6323514" y="297952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9DA9">
                <a:alpha val="100000"/>
              </a:srgbClr>
            </a:solidFill>
            <a:ln w="5420" cap="flat">
              <a:solidFill>
                <a:srgbClr val="3A9D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4" name="pg724"/>
            <p:cNvSpPr/>
            <p:nvPr/>
          </p:nvSpPr>
          <p:spPr>
            <a:xfrm>
              <a:off x="5706736" y="299382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ECBAC">
                <a:alpha val="100000"/>
              </a:srgbClr>
            </a:solidFill>
            <a:ln w="5420" cap="flat">
              <a:solidFill>
                <a:srgbClr val="5ECB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5" name="pg725"/>
            <p:cNvSpPr/>
            <p:nvPr/>
          </p:nvSpPr>
          <p:spPr>
            <a:xfrm>
              <a:off x="5718373" y="299382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BC6AC">
                <a:alpha val="100000"/>
              </a:srgbClr>
            </a:solidFill>
            <a:ln w="5420" cap="flat">
              <a:solidFill>
                <a:srgbClr val="5BC6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6" name="pg726"/>
            <p:cNvSpPr/>
            <p:nvPr/>
          </p:nvSpPr>
          <p:spPr>
            <a:xfrm>
              <a:off x="5730010" y="299382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7C0AC">
                <a:alpha val="100000"/>
              </a:srgbClr>
            </a:solidFill>
            <a:ln w="5420" cap="flat">
              <a:solidFill>
                <a:srgbClr val="57C0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7" name="pg727"/>
            <p:cNvSpPr/>
            <p:nvPr/>
          </p:nvSpPr>
          <p:spPr>
            <a:xfrm>
              <a:off x="5741648" y="299382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3BAAB">
                <a:alpha val="100000"/>
              </a:srgbClr>
            </a:solidFill>
            <a:ln w="5420" cap="flat">
              <a:solidFill>
                <a:srgbClr val="53BA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8" name="pg728"/>
            <p:cNvSpPr/>
            <p:nvPr/>
          </p:nvSpPr>
          <p:spPr>
            <a:xfrm>
              <a:off x="5753285" y="299382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FB5AB">
                <a:alpha val="100000"/>
              </a:srgbClr>
            </a:solidFill>
            <a:ln w="5420" cap="flat">
              <a:solidFill>
                <a:srgbClr val="4FB5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9" name="pg729"/>
            <p:cNvSpPr/>
            <p:nvPr/>
          </p:nvSpPr>
          <p:spPr>
            <a:xfrm>
              <a:off x="5764922" y="299382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BB0AB">
                <a:alpha val="100000"/>
              </a:srgbClr>
            </a:solidFill>
            <a:ln w="5420" cap="flat">
              <a:solidFill>
                <a:srgbClr val="4BB0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0" name="pg730"/>
            <p:cNvSpPr/>
            <p:nvPr/>
          </p:nvSpPr>
          <p:spPr>
            <a:xfrm>
              <a:off x="5776560" y="299382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8ACAA">
                <a:alpha val="100000"/>
              </a:srgbClr>
            </a:solidFill>
            <a:ln w="5420" cap="flat">
              <a:solidFill>
                <a:srgbClr val="48AC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1" name="pg731"/>
            <p:cNvSpPr/>
            <p:nvPr/>
          </p:nvSpPr>
          <p:spPr>
            <a:xfrm>
              <a:off x="6195504" y="299382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698A9">
                <a:alpha val="100000"/>
              </a:srgbClr>
            </a:solidFill>
            <a:ln w="5420" cap="flat">
              <a:solidFill>
                <a:srgbClr val="3698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2" name="pg732"/>
            <p:cNvSpPr/>
            <p:nvPr/>
          </p:nvSpPr>
          <p:spPr>
            <a:xfrm>
              <a:off x="6207141" y="299382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598A9">
                <a:alpha val="100000"/>
              </a:srgbClr>
            </a:solidFill>
            <a:ln w="5420" cap="flat">
              <a:solidFill>
                <a:srgbClr val="3598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3" name="pg733"/>
            <p:cNvSpPr/>
            <p:nvPr/>
          </p:nvSpPr>
          <p:spPr>
            <a:xfrm>
              <a:off x="6218778" y="299382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598A9">
                <a:alpha val="100000"/>
              </a:srgbClr>
            </a:solidFill>
            <a:ln w="5420" cap="flat">
              <a:solidFill>
                <a:srgbClr val="3598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4" name="pg734"/>
            <p:cNvSpPr/>
            <p:nvPr/>
          </p:nvSpPr>
          <p:spPr>
            <a:xfrm>
              <a:off x="6230416" y="299382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698A9">
                <a:alpha val="100000"/>
              </a:srgbClr>
            </a:solidFill>
            <a:ln w="5420" cap="flat">
              <a:solidFill>
                <a:srgbClr val="3698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5" name="pg735"/>
            <p:cNvSpPr/>
            <p:nvPr/>
          </p:nvSpPr>
          <p:spPr>
            <a:xfrm>
              <a:off x="6242053" y="299382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699A9">
                <a:alpha val="100000"/>
              </a:srgbClr>
            </a:solidFill>
            <a:ln w="5420" cap="flat">
              <a:solidFill>
                <a:srgbClr val="3699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6" name="pg736"/>
            <p:cNvSpPr/>
            <p:nvPr/>
          </p:nvSpPr>
          <p:spPr>
            <a:xfrm>
              <a:off x="6253690" y="299382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699A9">
                <a:alpha val="100000"/>
              </a:srgbClr>
            </a:solidFill>
            <a:ln w="5420" cap="flat">
              <a:solidFill>
                <a:srgbClr val="3699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7" name="pg737"/>
            <p:cNvSpPr/>
            <p:nvPr/>
          </p:nvSpPr>
          <p:spPr>
            <a:xfrm>
              <a:off x="6265328" y="299382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9AA9">
                <a:alpha val="100000"/>
              </a:srgbClr>
            </a:solidFill>
            <a:ln w="5420" cap="flat">
              <a:solidFill>
                <a:srgbClr val="379A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8" name="pg738"/>
            <p:cNvSpPr/>
            <p:nvPr/>
          </p:nvSpPr>
          <p:spPr>
            <a:xfrm>
              <a:off x="6276965" y="299382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89BA9">
                <a:alpha val="100000"/>
              </a:srgbClr>
            </a:solidFill>
            <a:ln w="5420" cap="flat">
              <a:solidFill>
                <a:srgbClr val="389B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9" name="pg739"/>
            <p:cNvSpPr/>
            <p:nvPr/>
          </p:nvSpPr>
          <p:spPr>
            <a:xfrm>
              <a:off x="6288602" y="299382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9BA9">
                <a:alpha val="100000"/>
              </a:srgbClr>
            </a:solidFill>
            <a:ln w="5420" cap="flat">
              <a:solidFill>
                <a:srgbClr val="399B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0" name="pg740"/>
            <p:cNvSpPr/>
            <p:nvPr/>
          </p:nvSpPr>
          <p:spPr>
            <a:xfrm>
              <a:off x="6300240" y="299382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9CA9">
                <a:alpha val="100000"/>
              </a:srgbClr>
            </a:solidFill>
            <a:ln w="5420" cap="flat">
              <a:solidFill>
                <a:srgbClr val="399C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1" name="pg741"/>
            <p:cNvSpPr/>
            <p:nvPr/>
          </p:nvSpPr>
          <p:spPr>
            <a:xfrm>
              <a:off x="6311877" y="299382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9CA9">
                <a:alpha val="100000"/>
              </a:srgbClr>
            </a:solidFill>
            <a:ln w="5420" cap="flat">
              <a:solidFill>
                <a:srgbClr val="3A9C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2" name="pg742"/>
            <p:cNvSpPr/>
            <p:nvPr/>
          </p:nvSpPr>
          <p:spPr>
            <a:xfrm>
              <a:off x="5706736" y="300812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1D2B2">
                <a:alpha val="100000"/>
              </a:srgbClr>
            </a:solidFill>
            <a:ln w="5420" cap="flat">
              <a:solidFill>
                <a:srgbClr val="71D2B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3" name="pg743"/>
            <p:cNvSpPr/>
            <p:nvPr/>
          </p:nvSpPr>
          <p:spPr>
            <a:xfrm>
              <a:off x="5718373" y="300812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4CFAD">
                <a:alpha val="100000"/>
              </a:srgbClr>
            </a:solidFill>
            <a:ln w="5420" cap="flat">
              <a:solidFill>
                <a:srgbClr val="64CFA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4" name="pg744"/>
            <p:cNvSpPr/>
            <p:nvPr/>
          </p:nvSpPr>
          <p:spPr>
            <a:xfrm>
              <a:off x="5730010" y="300812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DCAAC">
                <a:alpha val="100000"/>
              </a:srgbClr>
            </a:solidFill>
            <a:ln w="5420" cap="flat">
              <a:solidFill>
                <a:srgbClr val="5DCA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5" name="pg745"/>
            <p:cNvSpPr/>
            <p:nvPr/>
          </p:nvSpPr>
          <p:spPr>
            <a:xfrm>
              <a:off x="5741648" y="300812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9C4AC">
                <a:alpha val="100000"/>
              </a:srgbClr>
            </a:solidFill>
            <a:ln w="5420" cap="flat">
              <a:solidFill>
                <a:srgbClr val="59C4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6" name="pg746"/>
            <p:cNvSpPr/>
            <p:nvPr/>
          </p:nvSpPr>
          <p:spPr>
            <a:xfrm>
              <a:off x="5753285" y="300812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5BEAB">
                <a:alpha val="100000"/>
              </a:srgbClr>
            </a:solidFill>
            <a:ln w="5420" cap="flat">
              <a:solidFill>
                <a:srgbClr val="55BE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7" name="pg747"/>
            <p:cNvSpPr/>
            <p:nvPr/>
          </p:nvSpPr>
          <p:spPr>
            <a:xfrm>
              <a:off x="5764922" y="300812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2B8AB">
                <a:alpha val="100000"/>
              </a:srgbClr>
            </a:solidFill>
            <a:ln w="5420" cap="flat">
              <a:solidFill>
                <a:srgbClr val="52B8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8" name="pg748"/>
            <p:cNvSpPr/>
            <p:nvPr/>
          </p:nvSpPr>
          <p:spPr>
            <a:xfrm>
              <a:off x="6218778" y="300812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99A9">
                <a:alpha val="100000"/>
              </a:srgbClr>
            </a:solidFill>
            <a:ln w="5420" cap="flat">
              <a:solidFill>
                <a:srgbClr val="3799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9" name="pg749"/>
            <p:cNvSpPr/>
            <p:nvPr/>
          </p:nvSpPr>
          <p:spPr>
            <a:xfrm>
              <a:off x="6230416" y="300812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99A9">
                <a:alpha val="100000"/>
              </a:srgbClr>
            </a:solidFill>
            <a:ln w="5420" cap="flat">
              <a:solidFill>
                <a:srgbClr val="3799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0" name="pg750"/>
            <p:cNvSpPr/>
            <p:nvPr/>
          </p:nvSpPr>
          <p:spPr>
            <a:xfrm>
              <a:off x="6242053" y="300812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9AA9">
                <a:alpha val="100000"/>
              </a:srgbClr>
            </a:solidFill>
            <a:ln w="5420" cap="flat">
              <a:solidFill>
                <a:srgbClr val="379A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1" name="pg751"/>
            <p:cNvSpPr/>
            <p:nvPr/>
          </p:nvSpPr>
          <p:spPr>
            <a:xfrm>
              <a:off x="6253690" y="300812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9AA9">
                <a:alpha val="100000"/>
              </a:srgbClr>
            </a:solidFill>
            <a:ln w="5420" cap="flat">
              <a:solidFill>
                <a:srgbClr val="379A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2" name="pg752"/>
            <p:cNvSpPr/>
            <p:nvPr/>
          </p:nvSpPr>
          <p:spPr>
            <a:xfrm>
              <a:off x="6265328" y="300812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89BA9">
                <a:alpha val="100000"/>
              </a:srgbClr>
            </a:solidFill>
            <a:ln w="5420" cap="flat">
              <a:solidFill>
                <a:srgbClr val="389B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3" name="pg753"/>
            <p:cNvSpPr/>
            <p:nvPr/>
          </p:nvSpPr>
          <p:spPr>
            <a:xfrm>
              <a:off x="6276965" y="300812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9BA9">
                <a:alpha val="100000"/>
              </a:srgbClr>
            </a:solidFill>
            <a:ln w="5420" cap="flat">
              <a:solidFill>
                <a:srgbClr val="399B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4" name="pg754"/>
            <p:cNvSpPr/>
            <p:nvPr/>
          </p:nvSpPr>
          <p:spPr>
            <a:xfrm>
              <a:off x="6288602" y="300812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9CA9">
                <a:alpha val="100000"/>
              </a:srgbClr>
            </a:solidFill>
            <a:ln w="5420" cap="flat">
              <a:solidFill>
                <a:srgbClr val="399C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5" name="pg755"/>
            <p:cNvSpPr/>
            <p:nvPr/>
          </p:nvSpPr>
          <p:spPr>
            <a:xfrm>
              <a:off x="5695098" y="302242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8CDBBE">
                <a:alpha val="100000"/>
              </a:srgbClr>
            </a:solidFill>
            <a:ln w="5420" cap="flat">
              <a:solidFill>
                <a:srgbClr val="8CDBB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6" name="pg756"/>
            <p:cNvSpPr/>
            <p:nvPr/>
          </p:nvSpPr>
          <p:spPr>
            <a:xfrm>
              <a:off x="5706736" y="302242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85D8BA">
                <a:alpha val="100000"/>
              </a:srgbClr>
            </a:solidFill>
            <a:ln w="5420" cap="flat">
              <a:solidFill>
                <a:srgbClr val="85D8B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7" name="pg757"/>
            <p:cNvSpPr/>
            <p:nvPr/>
          </p:nvSpPr>
          <p:spPr>
            <a:xfrm>
              <a:off x="5718373" y="302242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AD5B6">
                <a:alpha val="100000"/>
              </a:srgbClr>
            </a:solidFill>
            <a:ln w="5420" cap="flat">
              <a:solidFill>
                <a:srgbClr val="7AD5B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8" name="pg758"/>
            <p:cNvSpPr/>
            <p:nvPr/>
          </p:nvSpPr>
          <p:spPr>
            <a:xfrm>
              <a:off x="5730010" y="302242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DD1B1">
                <a:alpha val="100000"/>
              </a:srgbClr>
            </a:solidFill>
            <a:ln w="5420" cap="flat">
              <a:solidFill>
                <a:srgbClr val="6DD1B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9" name="pg759"/>
            <p:cNvSpPr/>
            <p:nvPr/>
          </p:nvSpPr>
          <p:spPr>
            <a:xfrm>
              <a:off x="5741648" y="302242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FCDAC">
                <a:alpha val="100000"/>
              </a:srgbClr>
            </a:solidFill>
            <a:ln w="5420" cap="flat">
              <a:solidFill>
                <a:srgbClr val="5FCD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0" name="pg760"/>
            <p:cNvSpPr/>
            <p:nvPr/>
          </p:nvSpPr>
          <p:spPr>
            <a:xfrm>
              <a:off x="5753285" y="302242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BC7AC">
                <a:alpha val="100000"/>
              </a:srgbClr>
            </a:solidFill>
            <a:ln w="5420" cap="flat">
              <a:solidFill>
                <a:srgbClr val="5BC7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1" name="pg761"/>
            <p:cNvSpPr/>
            <p:nvPr/>
          </p:nvSpPr>
          <p:spPr>
            <a:xfrm>
              <a:off x="6242053" y="302242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89BA9">
                <a:alpha val="100000"/>
              </a:srgbClr>
            </a:solidFill>
            <a:ln w="5420" cap="flat">
              <a:solidFill>
                <a:srgbClr val="389B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2" name="pg762"/>
            <p:cNvSpPr/>
            <p:nvPr/>
          </p:nvSpPr>
          <p:spPr>
            <a:xfrm>
              <a:off x="6253690" y="302242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89BA9">
                <a:alpha val="100000"/>
              </a:srgbClr>
            </a:solidFill>
            <a:ln w="5420" cap="flat">
              <a:solidFill>
                <a:srgbClr val="389B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3" name="pg763"/>
            <p:cNvSpPr/>
            <p:nvPr/>
          </p:nvSpPr>
          <p:spPr>
            <a:xfrm>
              <a:off x="6265328" y="302242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9CA9">
                <a:alpha val="100000"/>
              </a:srgbClr>
            </a:solidFill>
            <a:ln w="5420" cap="flat">
              <a:solidFill>
                <a:srgbClr val="399C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4" name="pg764"/>
            <p:cNvSpPr/>
            <p:nvPr/>
          </p:nvSpPr>
          <p:spPr>
            <a:xfrm>
              <a:off x="5683461" y="303672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9CE0C5">
                <a:alpha val="100000"/>
              </a:srgbClr>
            </a:solidFill>
            <a:ln w="5420" cap="flat">
              <a:solidFill>
                <a:srgbClr val="9CE0C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5" name="pg765"/>
            <p:cNvSpPr/>
            <p:nvPr/>
          </p:nvSpPr>
          <p:spPr>
            <a:xfrm>
              <a:off x="5695098" y="303672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99DFC3">
                <a:alpha val="100000"/>
              </a:srgbClr>
            </a:solidFill>
            <a:ln w="5420" cap="flat">
              <a:solidFill>
                <a:srgbClr val="99DFC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6" name="pg766"/>
            <p:cNvSpPr/>
            <p:nvPr/>
          </p:nvSpPr>
          <p:spPr>
            <a:xfrm>
              <a:off x="5706736" y="303672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93DDC1">
                <a:alpha val="100000"/>
              </a:srgbClr>
            </a:solidFill>
            <a:ln w="5420" cap="flat">
              <a:solidFill>
                <a:srgbClr val="93DDC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7" name="pg767"/>
            <p:cNvSpPr/>
            <p:nvPr/>
          </p:nvSpPr>
          <p:spPr>
            <a:xfrm>
              <a:off x="5718373" y="303672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8ADABD">
                <a:alpha val="100000"/>
              </a:srgbClr>
            </a:solidFill>
            <a:ln w="5420" cap="flat">
              <a:solidFill>
                <a:srgbClr val="8ADAB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8" name="pg768"/>
            <p:cNvSpPr/>
            <p:nvPr/>
          </p:nvSpPr>
          <p:spPr>
            <a:xfrm>
              <a:off x="5730010" y="303672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FD6B8">
                <a:alpha val="100000"/>
              </a:srgbClr>
            </a:solidFill>
            <a:ln w="5420" cap="flat">
              <a:solidFill>
                <a:srgbClr val="7FD6B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9" name="pg769"/>
            <p:cNvSpPr/>
            <p:nvPr/>
          </p:nvSpPr>
          <p:spPr>
            <a:xfrm>
              <a:off x="5741648" y="303672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1D3B2">
                <a:alpha val="100000"/>
              </a:srgbClr>
            </a:solidFill>
            <a:ln w="5420" cap="flat">
              <a:solidFill>
                <a:srgbClr val="71D3B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0" name="pg770"/>
            <p:cNvSpPr/>
            <p:nvPr/>
          </p:nvSpPr>
          <p:spPr>
            <a:xfrm>
              <a:off x="5683461" y="305102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A2E2C8">
                <a:alpha val="100000"/>
              </a:srgbClr>
            </a:solidFill>
            <a:ln w="5420" cap="flat">
              <a:solidFill>
                <a:srgbClr val="A2E2C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1" name="pg771"/>
            <p:cNvSpPr/>
            <p:nvPr/>
          </p:nvSpPr>
          <p:spPr>
            <a:xfrm>
              <a:off x="5695098" y="305102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A0E1C6">
                <a:alpha val="100000"/>
              </a:srgbClr>
            </a:solidFill>
            <a:ln w="5420" cap="flat">
              <a:solidFill>
                <a:srgbClr val="A0E1C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2" name="pg772"/>
            <p:cNvSpPr/>
            <p:nvPr/>
          </p:nvSpPr>
          <p:spPr>
            <a:xfrm>
              <a:off x="5706736" y="305102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9BDFC4">
                <a:alpha val="100000"/>
              </a:srgbClr>
            </a:solidFill>
            <a:ln w="5420" cap="flat">
              <a:solidFill>
                <a:srgbClr val="9BDFC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3" name="pg773"/>
            <p:cNvSpPr/>
            <p:nvPr/>
          </p:nvSpPr>
          <p:spPr>
            <a:xfrm>
              <a:off x="5718373" y="305102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94DDC1">
                <a:alpha val="100000"/>
              </a:srgbClr>
            </a:solidFill>
            <a:ln w="5420" cap="flat">
              <a:solidFill>
                <a:srgbClr val="94DDC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4" name="pg774"/>
            <p:cNvSpPr/>
            <p:nvPr/>
          </p:nvSpPr>
          <p:spPr>
            <a:xfrm>
              <a:off x="5730010" y="305102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8ADABD">
                <a:alpha val="100000"/>
              </a:srgbClr>
            </a:solidFill>
            <a:ln w="5420" cap="flat">
              <a:solidFill>
                <a:srgbClr val="8ADAB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5" name="pg775"/>
            <p:cNvSpPr/>
            <p:nvPr/>
          </p:nvSpPr>
          <p:spPr>
            <a:xfrm>
              <a:off x="5671824" y="306532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A2E2C8">
                <a:alpha val="100000"/>
              </a:srgbClr>
            </a:solidFill>
            <a:ln w="5420" cap="flat">
              <a:solidFill>
                <a:srgbClr val="A2E2C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6" name="pg776"/>
            <p:cNvSpPr/>
            <p:nvPr/>
          </p:nvSpPr>
          <p:spPr>
            <a:xfrm>
              <a:off x="5683461" y="306532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A3E2C8">
                <a:alpha val="100000"/>
              </a:srgbClr>
            </a:solidFill>
            <a:ln w="5420" cap="flat">
              <a:solidFill>
                <a:srgbClr val="A3E2C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7" name="pg777"/>
            <p:cNvSpPr/>
            <p:nvPr/>
          </p:nvSpPr>
          <p:spPr>
            <a:xfrm>
              <a:off x="5695098" y="306532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A2E2C8">
                <a:alpha val="100000"/>
              </a:srgbClr>
            </a:solidFill>
            <a:ln w="5420" cap="flat">
              <a:solidFill>
                <a:srgbClr val="A2E2C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8" name="pg778"/>
            <p:cNvSpPr/>
            <p:nvPr/>
          </p:nvSpPr>
          <p:spPr>
            <a:xfrm>
              <a:off x="5706736" y="306532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9FE1C6">
                <a:alpha val="100000"/>
              </a:srgbClr>
            </a:solidFill>
            <a:ln w="5420" cap="flat">
              <a:solidFill>
                <a:srgbClr val="9FE1C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9" name="pg779"/>
            <p:cNvSpPr/>
            <p:nvPr/>
          </p:nvSpPr>
          <p:spPr>
            <a:xfrm>
              <a:off x="5718373" y="306532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9ADFC4">
                <a:alpha val="100000"/>
              </a:srgbClr>
            </a:solidFill>
            <a:ln w="5420" cap="flat">
              <a:solidFill>
                <a:srgbClr val="9ADFC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0" name="pg780"/>
            <p:cNvSpPr/>
            <p:nvPr/>
          </p:nvSpPr>
          <p:spPr>
            <a:xfrm>
              <a:off x="5730010" y="306532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92DCC0">
                <a:alpha val="100000"/>
              </a:srgbClr>
            </a:solidFill>
            <a:ln w="5420" cap="flat">
              <a:solidFill>
                <a:srgbClr val="92DCC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1" name="pg781"/>
            <p:cNvSpPr/>
            <p:nvPr/>
          </p:nvSpPr>
          <p:spPr>
            <a:xfrm>
              <a:off x="5671824" y="307962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AAE4CB">
                <a:alpha val="100000"/>
              </a:srgbClr>
            </a:solidFill>
            <a:ln w="5420" cap="flat">
              <a:solidFill>
                <a:srgbClr val="AAE4C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2" name="pg782"/>
            <p:cNvSpPr/>
            <p:nvPr/>
          </p:nvSpPr>
          <p:spPr>
            <a:xfrm>
              <a:off x="5683461" y="307962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B4E7D0">
                <a:alpha val="100000"/>
              </a:srgbClr>
            </a:solidFill>
            <a:ln w="5420" cap="flat">
              <a:solidFill>
                <a:srgbClr val="B4E7D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3" name="pg783"/>
            <p:cNvSpPr/>
            <p:nvPr/>
          </p:nvSpPr>
          <p:spPr>
            <a:xfrm>
              <a:off x="5695098" y="307962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B3E7CF">
                <a:alpha val="100000"/>
              </a:srgbClr>
            </a:solidFill>
            <a:ln w="5420" cap="flat">
              <a:solidFill>
                <a:srgbClr val="B3E7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4" name="pg784"/>
            <p:cNvSpPr/>
            <p:nvPr/>
          </p:nvSpPr>
          <p:spPr>
            <a:xfrm>
              <a:off x="5706736" y="307962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ADE5CD">
                <a:alpha val="100000"/>
              </a:srgbClr>
            </a:solidFill>
            <a:ln w="5420" cap="flat">
              <a:solidFill>
                <a:srgbClr val="ADE5C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5" name="pg785"/>
            <p:cNvSpPr/>
            <p:nvPr/>
          </p:nvSpPr>
          <p:spPr>
            <a:xfrm>
              <a:off x="5718373" y="307962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A5E3C9">
                <a:alpha val="100000"/>
              </a:srgbClr>
            </a:solidFill>
            <a:ln w="5420" cap="flat">
              <a:solidFill>
                <a:srgbClr val="A5E3C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6" name="pg786"/>
            <p:cNvSpPr/>
            <p:nvPr/>
          </p:nvSpPr>
          <p:spPr>
            <a:xfrm>
              <a:off x="5730010" y="307962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9CE0C5">
                <a:alpha val="100000"/>
              </a:srgbClr>
            </a:solidFill>
            <a:ln w="5420" cap="flat">
              <a:solidFill>
                <a:srgbClr val="9CE0C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7" name="pg787"/>
            <p:cNvSpPr/>
            <p:nvPr/>
          </p:nvSpPr>
          <p:spPr>
            <a:xfrm>
              <a:off x="5671824" y="309392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ABE4CC">
                <a:alpha val="100000"/>
              </a:srgbClr>
            </a:solidFill>
            <a:ln w="5420" cap="flat">
              <a:solidFill>
                <a:srgbClr val="ABE4C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8" name="pg788"/>
            <p:cNvSpPr/>
            <p:nvPr/>
          </p:nvSpPr>
          <p:spPr>
            <a:xfrm>
              <a:off x="5683461" y="309392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B4E7D0">
                <a:alpha val="100000"/>
              </a:srgbClr>
            </a:solidFill>
            <a:ln w="5420" cap="flat">
              <a:solidFill>
                <a:srgbClr val="B4E7D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9" name="pg789"/>
            <p:cNvSpPr/>
            <p:nvPr/>
          </p:nvSpPr>
          <p:spPr>
            <a:xfrm>
              <a:off x="5695098" y="309392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B3E7D0">
                <a:alpha val="100000"/>
              </a:srgbClr>
            </a:solidFill>
            <a:ln w="5420" cap="flat">
              <a:solidFill>
                <a:srgbClr val="B3E7D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0" name="pg790"/>
            <p:cNvSpPr/>
            <p:nvPr/>
          </p:nvSpPr>
          <p:spPr>
            <a:xfrm>
              <a:off x="5706736" y="309392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AEE5CD">
                <a:alpha val="100000"/>
              </a:srgbClr>
            </a:solidFill>
            <a:ln w="5420" cap="flat">
              <a:solidFill>
                <a:srgbClr val="AEE5C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1" name="pg791"/>
            <p:cNvSpPr/>
            <p:nvPr/>
          </p:nvSpPr>
          <p:spPr>
            <a:xfrm>
              <a:off x="5718373" y="309392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A6E3C9">
                <a:alpha val="100000"/>
              </a:srgbClr>
            </a:solidFill>
            <a:ln w="5420" cap="flat">
              <a:solidFill>
                <a:srgbClr val="A6E3C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2" name="pg792"/>
            <p:cNvSpPr/>
            <p:nvPr/>
          </p:nvSpPr>
          <p:spPr>
            <a:xfrm>
              <a:off x="5730010" y="309392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9CE0C5">
                <a:alpha val="100000"/>
              </a:srgbClr>
            </a:solidFill>
            <a:ln w="5420" cap="flat">
              <a:solidFill>
                <a:srgbClr val="9CE0C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3" name="pg793"/>
            <p:cNvSpPr/>
            <p:nvPr/>
          </p:nvSpPr>
          <p:spPr>
            <a:xfrm>
              <a:off x="5671824" y="310822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A2E1C7">
                <a:alpha val="100000"/>
              </a:srgbClr>
            </a:solidFill>
            <a:ln w="5420" cap="flat">
              <a:solidFill>
                <a:srgbClr val="A2E1C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4" name="pg794"/>
            <p:cNvSpPr/>
            <p:nvPr/>
          </p:nvSpPr>
          <p:spPr>
            <a:xfrm>
              <a:off x="5683461" y="310822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ACE5CC">
                <a:alpha val="100000"/>
              </a:srgbClr>
            </a:solidFill>
            <a:ln w="5420" cap="flat">
              <a:solidFill>
                <a:srgbClr val="ACE5C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5" name="pg795"/>
            <p:cNvSpPr/>
            <p:nvPr/>
          </p:nvSpPr>
          <p:spPr>
            <a:xfrm>
              <a:off x="5695098" y="310822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ABE4CC">
                <a:alpha val="100000"/>
              </a:srgbClr>
            </a:solidFill>
            <a:ln w="5420" cap="flat">
              <a:solidFill>
                <a:srgbClr val="ABE4C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6" name="pg796"/>
            <p:cNvSpPr/>
            <p:nvPr/>
          </p:nvSpPr>
          <p:spPr>
            <a:xfrm>
              <a:off x="5706736" y="310822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A7E3CA">
                <a:alpha val="100000"/>
              </a:srgbClr>
            </a:solidFill>
            <a:ln w="5420" cap="flat">
              <a:solidFill>
                <a:srgbClr val="A7E3C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7" name="pg797"/>
            <p:cNvSpPr/>
            <p:nvPr/>
          </p:nvSpPr>
          <p:spPr>
            <a:xfrm>
              <a:off x="5718373" y="310822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A0E1C6">
                <a:alpha val="100000"/>
              </a:srgbClr>
            </a:solidFill>
            <a:ln w="5420" cap="flat">
              <a:solidFill>
                <a:srgbClr val="A0E1C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8" name="pg798"/>
            <p:cNvSpPr/>
            <p:nvPr/>
          </p:nvSpPr>
          <p:spPr>
            <a:xfrm>
              <a:off x="5730010" y="310822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97DEC3">
                <a:alpha val="100000"/>
              </a:srgbClr>
            </a:solidFill>
            <a:ln w="5420" cap="flat">
              <a:solidFill>
                <a:srgbClr val="97DEC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9" name="pg799"/>
            <p:cNvSpPr/>
            <p:nvPr/>
          </p:nvSpPr>
          <p:spPr>
            <a:xfrm>
              <a:off x="5741648" y="310822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90DCBF">
                <a:alpha val="100000"/>
              </a:srgbClr>
            </a:solidFill>
            <a:ln w="5420" cap="flat">
              <a:solidFill>
                <a:srgbClr val="90DCB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0" name="pg800"/>
            <p:cNvSpPr/>
            <p:nvPr/>
          </p:nvSpPr>
          <p:spPr>
            <a:xfrm>
              <a:off x="5660186" y="312252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8DDBBE">
                <a:alpha val="100000"/>
              </a:srgbClr>
            </a:solidFill>
            <a:ln w="5420" cap="flat">
              <a:solidFill>
                <a:srgbClr val="8DDBB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1" name="pg801"/>
            <p:cNvSpPr/>
            <p:nvPr/>
          </p:nvSpPr>
          <p:spPr>
            <a:xfrm>
              <a:off x="5671824" y="312252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95DDC1">
                <a:alpha val="100000"/>
              </a:srgbClr>
            </a:solidFill>
            <a:ln w="5420" cap="flat">
              <a:solidFill>
                <a:srgbClr val="95DDC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2" name="pg802"/>
            <p:cNvSpPr/>
            <p:nvPr/>
          </p:nvSpPr>
          <p:spPr>
            <a:xfrm>
              <a:off x="5683461" y="312252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9DE0C5">
                <a:alpha val="100000"/>
              </a:srgbClr>
            </a:solidFill>
            <a:ln w="5420" cap="flat">
              <a:solidFill>
                <a:srgbClr val="9DE0C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3" name="pg803"/>
            <p:cNvSpPr/>
            <p:nvPr/>
          </p:nvSpPr>
          <p:spPr>
            <a:xfrm>
              <a:off x="5695098" y="312252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9DE0C5">
                <a:alpha val="100000"/>
              </a:srgbClr>
            </a:solidFill>
            <a:ln w="5420" cap="flat">
              <a:solidFill>
                <a:srgbClr val="9DE0C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4" name="pg804"/>
            <p:cNvSpPr/>
            <p:nvPr/>
          </p:nvSpPr>
          <p:spPr>
            <a:xfrm>
              <a:off x="5706736" y="312252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9ADFC4">
                <a:alpha val="100000"/>
              </a:srgbClr>
            </a:solidFill>
            <a:ln w="5420" cap="flat">
              <a:solidFill>
                <a:srgbClr val="9ADFC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5" name="pg805"/>
            <p:cNvSpPr/>
            <p:nvPr/>
          </p:nvSpPr>
          <p:spPr>
            <a:xfrm>
              <a:off x="5718373" y="312252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95DDC1">
                <a:alpha val="100000"/>
              </a:srgbClr>
            </a:solidFill>
            <a:ln w="5420" cap="flat">
              <a:solidFill>
                <a:srgbClr val="95DDC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6" name="pg806"/>
            <p:cNvSpPr/>
            <p:nvPr/>
          </p:nvSpPr>
          <p:spPr>
            <a:xfrm>
              <a:off x="5730010" y="312252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8EDBBE">
                <a:alpha val="100000"/>
              </a:srgbClr>
            </a:solidFill>
            <a:ln w="5420" cap="flat">
              <a:solidFill>
                <a:srgbClr val="8EDBB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7" name="pg807"/>
            <p:cNvSpPr/>
            <p:nvPr/>
          </p:nvSpPr>
          <p:spPr>
            <a:xfrm>
              <a:off x="5648549" y="313682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2D3B3">
                <a:alpha val="100000"/>
              </a:srgbClr>
            </a:solidFill>
            <a:ln w="5420" cap="flat">
              <a:solidFill>
                <a:srgbClr val="72D3B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8" name="pg808"/>
            <p:cNvSpPr/>
            <p:nvPr/>
          </p:nvSpPr>
          <p:spPr>
            <a:xfrm>
              <a:off x="5660186" y="313682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AD5B6">
                <a:alpha val="100000"/>
              </a:srgbClr>
            </a:solidFill>
            <a:ln w="5420" cap="flat">
              <a:solidFill>
                <a:srgbClr val="7AD5B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9" name="pg809"/>
            <p:cNvSpPr/>
            <p:nvPr/>
          </p:nvSpPr>
          <p:spPr>
            <a:xfrm>
              <a:off x="5671824" y="313682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81D7B9">
                <a:alpha val="100000"/>
              </a:srgbClr>
            </a:solidFill>
            <a:ln w="5420" cap="flat">
              <a:solidFill>
                <a:srgbClr val="81D7B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0" name="pg810"/>
            <p:cNvSpPr/>
            <p:nvPr/>
          </p:nvSpPr>
          <p:spPr>
            <a:xfrm>
              <a:off x="5683461" y="313682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8BDABD">
                <a:alpha val="100000"/>
              </a:srgbClr>
            </a:solidFill>
            <a:ln w="5420" cap="flat">
              <a:solidFill>
                <a:srgbClr val="8BDAB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1" name="pg811"/>
            <p:cNvSpPr/>
            <p:nvPr/>
          </p:nvSpPr>
          <p:spPr>
            <a:xfrm>
              <a:off x="5695098" y="313682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8BDABD">
                <a:alpha val="100000"/>
              </a:srgbClr>
            </a:solidFill>
            <a:ln w="5420" cap="flat">
              <a:solidFill>
                <a:srgbClr val="8BDAB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2" name="pg812"/>
            <p:cNvSpPr/>
            <p:nvPr/>
          </p:nvSpPr>
          <p:spPr>
            <a:xfrm>
              <a:off x="5706736" y="313682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8ADABC">
                <a:alpha val="100000"/>
              </a:srgbClr>
            </a:solidFill>
            <a:ln w="5420" cap="flat">
              <a:solidFill>
                <a:srgbClr val="8ADAB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3" name="pg813"/>
            <p:cNvSpPr/>
            <p:nvPr/>
          </p:nvSpPr>
          <p:spPr>
            <a:xfrm>
              <a:off x="5718373" y="313682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86D9BB">
                <a:alpha val="100000"/>
              </a:srgbClr>
            </a:solidFill>
            <a:ln w="5420" cap="flat">
              <a:solidFill>
                <a:srgbClr val="86D9B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4" name="pg814"/>
            <p:cNvSpPr/>
            <p:nvPr/>
          </p:nvSpPr>
          <p:spPr>
            <a:xfrm>
              <a:off x="5648549" y="315112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ECBAC">
                <a:alpha val="100000"/>
              </a:srgbClr>
            </a:solidFill>
            <a:ln w="5420" cap="flat">
              <a:solidFill>
                <a:srgbClr val="5ECB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5" name="pg815"/>
            <p:cNvSpPr/>
            <p:nvPr/>
          </p:nvSpPr>
          <p:spPr>
            <a:xfrm>
              <a:off x="5660186" y="315112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0CDAC">
                <a:alpha val="100000"/>
              </a:srgbClr>
            </a:solidFill>
            <a:ln w="5420" cap="flat">
              <a:solidFill>
                <a:srgbClr val="60CD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6" name="pg816"/>
            <p:cNvSpPr/>
            <p:nvPr/>
          </p:nvSpPr>
          <p:spPr>
            <a:xfrm>
              <a:off x="5671824" y="315112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7D0AF">
                <a:alpha val="100000"/>
              </a:srgbClr>
            </a:solidFill>
            <a:ln w="5420" cap="flat">
              <a:solidFill>
                <a:srgbClr val="67D0A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7" name="pg817"/>
            <p:cNvSpPr/>
            <p:nvPr/>
          </p:nvSpPr>
          <p:spPr>
            <a:xfrm>
              <a:off x="5683461" y="315112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3D3B3">
                <a:alpha val="100000"/>
              </a:srgbClr>
            </a:solidFill>
            <a:ln w="5420" cap="flat">
              <a:solidFill>
                <a:srgbClr val="73D3B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8" name="pg818"/>
            <p:cNvSpPr/>
            <p:nvPr/>
          </p:nvSpPr>
          <p:spPr>
            <a:xfrm>
              <a:off x="5695098" y="315112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5D4B4">
                <a:alpha val="100000"/>
              </a:srgbClr>
            </a:solidFill>
            <a:ln w="5420" cap="flat">
              <a:solidFill>
                <a:srgbClr val="75D4B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9" name="pg819"/>
            <p:cNvSpPr/>
            <p:nvPr/>
          </p:nvSpPr>
          <p:spPr>
            <a:xfrm>
              <a:off x="5706736" y="315112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5D4B4">
                <a:alpha val="100000"/>
              </a:srgbClr>
            </a:solidFill>
            <a:ln w="5420" cap="flat">
              <a:solidFill>
                <a:srgbClr val="75D4B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0" name="pg820"/>
            <p:cNvSpPr/>
            <p:nvPr/>
          </p:nvSpPr>
          <p:spPr>
            <a:xfrm>
              <a:off x="5718373" y="315112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4D3B3">
                <a:alpha val="100000"/>
              </a:srgbClr>
            </a:solidFill>
            <a:ln w="5420" cap="flat">
              <a:solidFill>
                <a:srgbClr val="74D3B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1" name="pg821"/>
            <p:cNvSpPr/>
            <p:nvPr/>
          </p:nvSpPr>
          <p:spPr>
            <a:xfrm>
              <a:off x="5741648" y="315112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9D0AF">
                <a:alpha val="100000"/>
              </a:srgbClr>
            </a:solidFill>
            <a:ln w="5420" cap="flat">
              <a:solidFill>
                <a:srgbClr val="69D0A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2" name="pg822"/>
            <p:cNvSpPr/>
            <p:nvPr/>
          </p:nvSpPr>
          <p:spPr>
            <a:xfrm>
              <a:off x="5753285" y="315112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7D0AE">
                <a:alpha val="100000"/>
              </a:srgbClr>
            </a:solidFill>
            <a:ln w="5420" cap="flat">
              <a:solidFill>
                <a:srgbClr val="67D0A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3" name="pg823"/>
            <p:cNvSpPr/>
            <p:nvPr/>
          </p:nvSpPr>
          <p:spPr>
            <a:xfrm>
              <a:off x="5764922" y="315112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2CFAD">
                <a:alpha val="100000"/>
              </a:srgbClr>
            </a:solidFill>
            <a:ln w="5420" cap="flat">
              <a:solidFill>
                <a:srgbClr val="62CFA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4" name="pg824"/>
            <p:cNvSpPr/>
            <p:nvPr/>
          </p:nvSpPr>
          <p:spPr>
            <a:xfrm>
              <a:off x="5776560" y="315112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FCCAC">
                <a:alpha val="100000"/>
              </a:srgbClr>
            </a:solidFill>
            <a:ln w="5420" cap="flat">
              <a:solidFill>
                <a:srgbClr val="5FCC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5" name="pg825"/>
            <p:cNvSpPr/>
            <p:nvPr/>
          </p:nvSpPr>
          <p:spPr>
            <a:xfrm>
              <a:off x="5648549" y="316543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7C0AC">
                <a:alpha val="100000"/>
              </a:srgbClr>
            </a:solidFill>
            <a:ln w="5420" cap="flat">
              <a:solidFill>
                <a:srgbClr val="57C0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6" name="pg826"/>
            <p:cNvSpPr/>
            <p:nvPr/>
          </p:nvSpPr>
          <p:spPr>
            <a:xfrm>
              <a:off x="5660186" y="316543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7C1AC">
                <a:alpha val="100000"/>
              </a:srgbClr>
            </a:solidFill>
            <a:ln w="5420" cap="flat">
              <a:solidFill>
                <a:srgbClr val="57C1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7" name="pg827"/>
            <p:cNvSpPr/>
            <p:nvPr/>
          </p:nvSpPr>
          <p:spPr>
            <a:xfrm>
              <a:off x="5671824" y="316543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AC4AC">
                <a:alpha val="100000"/>
              </a:srgbClr>
            </a:solidFill>
            <a:ln w="5420" cap="flat">
              <a:solidFill>
                <a:srgbClr val="5AC4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8" name="pg828"/>
            <p:cNvSpPr/>
            <p:nvPr/>
          </p:nvSpPr>
          <p:spPr>
            <a:xfrm>
              <a:off x="5683461" y="316543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DCAAC">
                <a:alpha val="100000"/>
              </a:srgbClr>
            </a:solidFill>
            <a:ln w="5420" cap="flat">
              <a:solidFill>
                <a:srgbClr val="5DCA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9" name="pg829"/>
            <p:cNvSpPr/>
            <p:nvPr/>
          </p:nvSpPr>
          <p:spPr>
            <a:xfrm>
              <a:off x="5695098" y="316543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ECBAC">
                <a:alpha val="100000"/>
              </a:srgbClr>
            </a:solidFill>
            <a:ln w="5420" cap="flat">
              <a:solidFill>
                <a:srgbClr val="5ECB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0" name="pg830"/>
            <p:cNvSpPr/>
            <p:nvPr/>
          </p:nvSpPr>
          <p:spPr>
            <a:xfrm>
              <a:off x="5706736" y="316543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FCDAC">
                <a:alpha val="100000"/>
              </a:srgbClr>
            </a:solidFill>
            <a:ln w="5420" cap="flat">
              <a:solidFill>
                <a:srgbClr val="5FCD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1" name="pg831"/>
            <p:cNvSpPr/>
            <p:nvPr/>
          </p:nvSpPr>
          <p:spPr>
            <a:xfrm>
              <a:off x="5718373" y="316543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FCDAC">
                <a:alpha val="100000"/>
              </a:srgbClr>
            </a:solidFill>
            <a:ln w="5420" cap="flat">
              <a:solidFill>
                <a:srgbClr val="5FCD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2" name="pg832"/>
            <p:cNvSpPr/>
            <p:nvPr/>
          </p:nvSpPr>
          <p:spPr>
            <a:xfrm>
              <a:off x="5730010" y="316543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FCDAC">
                <a:alpha val="100000"/>
              </a:srgbClr>
            </a:solidFill>
            <a:ln w="5420" cap="flat">
              <a:solidFill>
                <a:srgbClr val="5FCD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3" name="pg833"/>
            <p:cNvSpPr/>
            <p:nvPr/>
          </p:nvSpPr>
          <p:spPr>
            <a:xfrm>
              <a:off x="5741648" y="316543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FCCAC">
                <a:alpha val="100000"/>
              </a:srgbClr>
            </a:solidFill>
            <a:ln w="5420" cap="flat">
              <a:solidFill>
                <a:srgbClr val="5FCC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4" name="pg834"/>
            <p:cNvSpPr/>
            <p:nvPr/>
          </p:nvSpPr>
          <p:spPr>
            <a:xfrm>
              <a:off x="5753285" y="316543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ECBAC">
                <a:alpha val="100000"/>
              </a:srgbClr>
            </a:solidFill>
            <a:ln w="5420" cap="flat">
              <a:solidFill>
                <a:srgbClr val="5ECB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5" name="pg835"/>
            <p:cNvSpPr/>
            <p:nvPr/>
          </p:nvSpPr>
          <p:spPr>
            <a:xfrm>
              <a:off x="5764922" y="316543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ECAAC">
                <a:alpha val="100000"/>
              </a:srgbClr>
            </a:solidFill>
            <a:ln w="5420" cap="flat">
              <a:solidFill>
                <a:srgbClr val="5ECA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6" name="pg836"/>
            <p:cNvSpPr/>
            <p:nvPr/>
          </p:nvSpPr>
          <p:spPr>
            <a:xfrm>
              <a:off x="5776560" y="316543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DC9AC">
                <a:alpha val="100000"/>
              </a:srgbClr>
            </a:solidFill>
            <a:ln w="5420" cap="flat">
              <a:solidFill>
                <a:srgbClr val="5DC9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7" name="pg837"/>
            <p:cNvSpPr/>
            <p:nvPr/>
          </p:nvSpPr>
          <p:spPr>
            <a:xfrm>
              <a:off x="5788197" y="316543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CC7AC">
                <a:alpha val="100000"/>
              </a:srgbClr>
            </a:solidFill>
            <a:ln w="5420" cap="flat">
              <a:solidFill>
                <a:srgbClr val="5CC7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8" name="pg838"/>
            <p:cNvSpPr/>
            <p:nvPr/>
          </p:nvSpPr>
          <p:spPr>
            <a:xfrm>
              <a:off x="5671824" y="317973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1B7AB">
                <a:alpha val="100000"/>
              </a:srgbClr>
            </a:solidFill>
            <a:ln w="5420" cap="flat">
              <a:solidFill>
                <a:srgbClr val="51B7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9" name="pg839"/>
            <p:cNvSpPr/>
            <p:nvPr/>
          </p:nvSpPr>
          <p:spPr>
            <a:xfrm>
              <a:off x="5683461" y="317973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5BDAB">
                <a:alpha val="100000"/>
              </a:srgbClr>
            </a:solidFill>
            <a:ln w="5420" cap="flat">
              <a:solidFill>
                <a:srgbClr val="55BD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0" name="pg840"/>
            <p:cNvSpPr/>
            <p:nvPr/>
          </p:nvSpPr>
          <p:spPr>
            <a:xfrm>
              <a:off x="5695098" y="317973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7C0AC">
                <a:alpha val="100000"/>
              </a:srgbClr>
            </a:solidFill>
            <a:ln w="5420" cap="flat">
              <a:solidFill>
                <a:srgbClr val="57C0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1" name="pg841"/>
            <p:cNvSpPr/>
            <p:nvPr/>
          </p:nvSpPr>
          <p:spPr>
            <a:xfrm>
              <a:off x="5706736" y="317973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9C2AC">
                <a:alpha val="100000"/>
              </a:srgbClr>
            </a:solidFill>
            <a:ln w="5420" cap="flat">
              <a:solidFill>
                <a:srgbClr val="59C2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2" name="pg842"/>
            <p:cNvSpPr/>
            <p:nvPr/>
          </p:nvSpPr>
          <p:spPr>
            <a:xfrm>
              <a:off x="5718373" y="317973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AC4AC">
                <a:alpha val="100000"/>
              </a:srgbClr>
            </a:solidFill>
            <a:ln w="5420" cap="flat">
              <a:solidFill>
                <a:srgbClr val="5AC4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3" name="pg843"/>
            <p:cNvSpPr/>
            <p:nvPr/>
          </p:nvSpPr>
          <p:spPr>
            <a:xfrm>
              <a:off x="5730010" y="317973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AC5AC">
                <a:alpha val="100000"/>
              </a:srgbClr>
            </a:solidFill>
            <a:ln w="5420" cap="flat">
              <a:solidFill>
                <a:srgbClr val="5AC5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4" name="pg844"/>
            <p:cNvSpPr/>
            <p:nvPr/>
          </p:nvSpPr>
          <p:spPr>
            <a:xfrm>
              <a:off x="5741648" y="317973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BC5AC">
                <a:alpha val="100000"/>
              </a:srgbClr>
            </a:solidFill>
            <a:ln w="5420" cap="flat">
              <a:solidFill>
                <a:srgbClr val="5BC5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5" name="pg845"/>
            <p:cNvSpPr/>
            <p:nvPr/>
          </p:nvSpPr>
          <p:spPr>
            <a:xfrm>
              <a:off x="5753285" y="317973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BC5AC">
                <a:alpha val="100000"/>
              </a:srgbClr>
            </a:solidFill>
            <a:ln w="5420" cap="flat">
              <a:solidFill>
                <a:srgbClr val="5BC5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6" name="pg846"/>
            <p:cNvSpPr/>
            <p:nvPr/>
          </p:nvSpPr>
          <p:spPr>
            <a:xfrm>
              <a:off x="5764922" y="317973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AC5AC">
                <a:alpha val="100000"/>
              </a:srgbClr>
            </a:solidFill>
            <a:ln w="5420" cap="flat">
              <a:solidFill>
                <a:srgbClr val="5AC5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7" name="pg847"/>
            <p:cNvSpPr/>
            <p:nvPr/>
          </p:nvSpPr>
          <p:spPr>
            <a:xfrm>
              <a:off x="5776560" y="317973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AC5AC">
                <a:alpha val="100000"/>
              </a:srgbClr>
            </a:solidFill>
            <a:ln w="5420" cap="flat">
              <a:solidFill>
                <a:srgbClr val="5AC5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8" name="pg848"/>
            <p:cNvSpPr/>
            <p:nvPr/>
          </p:nvSpPr>
          <p:spPr>
            <a:xfrm>
              <a:off x="5788197" y="317973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9C4AC">
                <a:alpha val="100000"/>
              </a:srgbClr>
            </a:solidFill>
            <a:ln w="5420" cap="flat">
              <a:solidFill>
                <a:srgbClr val="59C4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9" name="pg849"/>
            <p:cNvSpPr/>
            <p:nvPr/>
          </p:nvSpPr>
          <p:spPr>
            <a:xfrm>
              <a:off x="5799834" y="317973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8C2AC">
                <a:alpha val="100000"/>
              </a:srgbClr>
            </a:solidFill>
            <a:ln w="5420" cap="flat">
              <a:solidFill>
                <a:srgbClr val="58C2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0" name="pg850"/>
            <p:cNvSpPr/>
            <p:nvPr/>
          </p:nvSpPr>
          <p:spPr>
            <a:xfrm>
              <a:off x="5625275" y="319403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9AA9">
                <a:alpha val="100000"/>
              </a:srgbClr>
            </a:solidFill>
            <a:ln w="5420" cap="flat">
              <a:solidFill>
                <a:srgbClr val="379A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1" name="pg851"/>
            <p:cNvSpPr/>
            <p:nvPr/>
          </p:nvSpPr>
          <p:spPr>
            <a:xfrm>
              <a:off x="5636912" y="319403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9CA9">
                <a:alpha val="100000"/>
              </a:srgbClr>
            </a:solidFill>
            <a:ln w="5420" cap="flat">
              <a:solidFill>
                <a:srgbClr val="3A9C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2" name="pg852"/>
            <p:cNvSpPr/>
            <p:nvPr/>
          </p:nvSpPr>
          <p:spPr>
            <a:xfrm>
              <a:off x="5648549" y="319403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9DA9">
                <a:alpha val="100000"/>
              </a:srgbClr>
            </a:solidFill>
            <a:ln w="5420" cap="flat">
              <a:solidFill>
                <a:srgbClr val="3A9D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3" name="pg853"/>
            <p:cNvSpPr/>
            <p:nvPr/>
          </p:nvSpPr>
          <p:spPr>
            <a:xfrm>
              <a:off x="5660186" y="319403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D9FAA">
                <a:alpha val="100000"/>
              </a:srgbClr>
            </a:solidFill>
            <a:ln w="5420" cap="flat">
              <a:solidFill>
                <a:srgbClr val="3D9F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4" name="pg854"/>
            <p:cNvSpPr/>
            <p:nvPr/>
          </p:nvSpPr>
          <p:spPr>
            <a:xfrm>
              <a:off x="5695098" y="319403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FB5AB">
                <a:alpha val="100000"/>
              </a:srgbClr>
            </a:solidFill>
            <a:ln w="5420" cap="flat">
              <a:solidFill>
                <a:srgbClr val="4FB5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5" name="pg855"/>
            <p:cNvSpPr/>
            <p:nvPr/>
          </p:nvSpPr>
          <p:spPr>
            <a:xfrm>
              <a:off x="5706736" y="319403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2B8AB">
                <a:alpha val="100000"/>
              </a:srgbClr>
            </a:solidFill>
            <a:ln w="5420" cap="flat">
              <a:solidFill>
                <a:srgbClr val="52B8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6" name="pg856"/>
            <p:cNvSpPr/>
            <p:nvPr/>
          </p:nvSpPr>
          <p:spPr>
            <a:xfrm>
              <a:off x="5718373" y="319403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4BBAB">
                <a:alpha val="100000"/>
              </a:srgbClr>
            </a:solidFill>
            <a:ln w="5420" cap="flat">
              <a:solidFill>
                <a:srgbClr val="54BB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7" name="pg857"/>
            <p:cNvSpPr/>
            <p:nvPr/>
          </p:nvSpPr>
          <p:spPr>
            <a:xfrm>
              <a:off x="5730010" y="319403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5BDAB">
                <a:alpha val="100000"/>
              </a:srgbClr>
            </a:solidFill>
            <a:ln w="5420" cap="flat">
              <a:solidFill>
                <a:srgbClr val="55BD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8" name="pg858"/>
            <p:cNvSpPr/>
            <p:nvPr/>
          </p:nvSpPr>
          <p:spPr>
            <a:xfrm>
              <a:off x="5741648" y="319403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6BFAB">
                <a:alpha val="100000"/>
              </a:srgbClr>
            </a:solidFill>
            <a:ln w="5420" cap="flat">
              <a:solidFill>
                <a:srgbClr val="56BF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9" name="pg859"/>
            <p:cNvSpPr/>
            <p:nvPr/>
          </p:nvSpPr>
          <p:spPr>
            <a:xfrm>
              <a:off x="5753285" y="319403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7C0AB">
                <a:alpha val="100000"/>
              </a:srgbClr>
            </a:solidFill>
            <a:ln w="5420" cap="flat">
              <a:solidFill>
                <a:srgbClr val="57C0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0" name="pg860"/>
            <p:cNvSpPr/>
            <p:nvPr/>
          </p:nvSpPr>
          <p:spPr>
            <a:xfrm>
              <a:off x="5764922" y="319403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7C0AC">
                <a:alpha val="100000"/>
              </a:srgbClr>
            </a:solidFill>
            <a:ln w="5420" cap="flat">
              <a:solidFill>
                <a:srgbClr val="57C0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1" name="pg861"/>
            <p:cNvSpPr/>
            <p:nvPr/>
          </p:nvSpPr>
          <p:spPr>
            <a:xfrm>
              <a:off x="5776560" y="319403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7C0AC">
                <a:alpha val="100000"/>
              </a:srgbClr>
            </a:solidFill>
            <a:ln w="5420" cap="flat">
              <a:solidFill>
                <a:srgbClr val="57C0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2" name="pg862"/>
            <p:cNvSpPr/>
            <p:nvPr/>
          </p:nvSpPr>
          <p:spPr>
            <a:xfrm>
              <a:off x="5788197" y="319403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7C0AC">
                <a:alpha val="100000"/>
              </a:srgbClr>
            </a:solidFill>
            <a:ln w="5420" cap="flat">
              <a:solidFill>
                <a:srgbClr val="57C0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3" name="pg863"/>
            <p:cNvSpPr/>
            <p:nvPr/>
          </p:nvSpPr>
          <p:spPr>
            <a:xfrm>
              <a:off x="5799834" y="319403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7BFAB">
                <a:alpha val="100000"/>
              </a:srgbClr>
            </a:solidFill>
            <a:ln w="5420" cap="flat">
              <a:solidFill>
                <a:srgbClr val="57BF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4" name="pg864"/>
            <p:cNvSpPr/>
            <p:nvPr/>
          </p:nvSpPr>
          <p:spPr>
            <a:xfrm>
              <a:off x="5613637" y="320833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8DA7">
                <a:alpha val="100000"/>
              </a:srgbClr>
            </a:solidFill>
            <a:ln w="5420" cap="flat">
              <a:solidFill>
                <a:srgbClr val="378D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5" name="pg865"/>
            <p:cNvSpPr/>
            <p:nvPr/>
          </p:nvSpPr>
          <p:spPr>
            <a:xfrm>
              <a:off x="5625275" y="320833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8CA7">
                <a:alpha val="100000"/>
              </a:srgbClr>
            </a:solidFill>
            <a:ln w="5420" cap="flat">
              <a:solidFill>
                <a:srgbClr val="378C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6" name="pg866"/>
            <p:cNvSpPr/>
            <p:nvPr/>
          </p:nvSpPr>
          <p:spPr>
            <a:xfrm>
              <a:off x="5636912" y="320833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8DA7">
                <a:alpha val="100000"/>
              </a:srgbClr>
            </a:solidFill>
            <a:ln w="5420" cap="flat">
              <a:solidFill>
                <a:srgbClr val="378D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7" name="pg867"/>
            <p:cNvSpPr/>
            <p:nvPr/>
          </p:nvSpPr>
          <p:spPr>
            <a:xfrm>
              <a:off x="5648549" y="320833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690A8">
                <a:alpha val="100000"/>
              </a:srgbClr>
            </a:solidFill>
            <a:ln w="5420" cap="flat">
              <a:solidFill>
                <a:srgbClr val="3690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8" name="pg868"/>
            <p:cNvSpPr/>
            <p:nvPr/>
          </p:nvSpPr>
          <p:spPr>
            <a:xfrm>
              <a:off x="5660186" y="320833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595A9">
                <a:alpha val="100000"/>
              </a:srgbClr>
            </a:solidFill>
            <a:ln w="5420" cap="flat">
              <a:solidFill>
                <a:srgbClr val="3595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9" name="pg869"/>
            <p:cNvSpPr/>
            <p:nvPr/>
          </p:nvSpPr>
          <p:spPr>
            <a:xfrm>
              <a:off x="5671824" y="320833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89AA9">
                <a:alpha val="100000"/>
              </a:srgbClr>
            </a:solidFill>
            <a:ln w="5420" cap="flat">
              <a:solidFill>
                <a:srgbClr val="389A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0" name="pg870"/>
            <p:cNvSpPr/>
            <p:nvPr/>
          </p:nvSpPr>
          <p:spPr>
            <a:xfrm>
              <a:off x="5683461" y="320833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3A6AA">
                <a:alpha val="100000"/>
              </a:srgbClr>
            </a:solidFill>
            <a:ln w="5420" cap="flat">
              <a:solidFill>
                <a:srgbClr val="43A6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1" name="pg871"/>
            <p:cNvSpPr/>
            <p:nvPr/>
          </p:nvSpPr>
          <p:spPr>
            <a:xfrm>
              <a:off x="5695098" y="320833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7ABAA">
                <a:alpha val="100000"/>
              </a:srgbClr>
            </a:solidFill>
            <a:ln w="5420" cap="flat">
              <a:solidFill>
                <a:srgbClr val="47AB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2" name="pg872"/>
            <p:cNvSpPr/>
            <p:nvPr/>
          </p:nvSpPr>
          <p:spPr>
            <a:xfrm>
              <a:off x="5706736" y="320833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BAFAB">
                <a:alpha val="100000"/>
              </a:srgbClr>
            </a:solidFill>
            <a:ln w="5420" cap="flat">
              <a:solidFill>
                <a:srgbClr val="4BAF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3" name="pg873"/>
            <p:cNvSpPr/>
            <p:nvPr/>
          </p:nvSpPr>
          <p:spPr>
            <a:xfrm>
              <a:off x="5718373" y="320833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DB3AB">
                <a:alpha val="100000"/>
              </a:srgbClr>
            </a:solidFill>
            <a:ln w="5420" cap="flat">
              <a:solidFill>
                <a:srgbClr val="4DB3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4" name="pg874"/>
            <p:cNvSpPr/>
            <p:nvPr/>
          </p:nvSpPr>
          <p:spPr>
            <a:xfrm>
              <a:off x="5730010" y="320833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0B6AB">
                <a:alpha val="100000"/>
              </a:srgbClr>
            </a:solidFill>
            <a:ln w="5420" cap="flat">
              <a:solidFill>
                <a:srgbClr val="50B6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5" name="pg875"/>
            <p:cNvSpPr/>
            <p:nvPr/>
          </p:nvSpPr>
          <p:spPr>
            <a:xfrm>
              <a:off x="5741648" y="320833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1B8AB">
                <a:alpha val="100000"/>
              </a:srgbClr>
            </a:solidFill>
            <a:ln w="5420" cap="flat">
              <a:solidFill>
                <a:srgbClr val="51B8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6" name="pg876"/>
            <p:cNvSpPr/>
            <p:nvPr/>
          </p:nvSpPr>
          <p:spPr>
            <a:xfrm>
              <a:off x="5753285" y="320833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3BAAB">
                <a:alpha val="100000"/>
              </a:srgbClr>
            </a:solidFill>
            <a:ln w="5420" cap="flat">
              <a:solidFill>
                <a:srgbClr val="53BA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7" name="pg877"/>
            <p:cNvSpPr/>
            <p:nvPr/>
          </p:nvSpPr>
          <p:spPr>
            <a:xfrm>
              <a:off x="5764922" y="320833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4BBAB">
                <a:alpha val="100000"/>
              </a:srgbClr>
            </a:solidFill>
            <a:ln w="5420" cap="flat">
              <a:solidFill>
                <a:srgbClr val="54BB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8" name="pg878"/>
            <p:cNvSpPr/>
            <p:nvPr/>
          </p:nvSpPr>
          <p:spPr>
            <a:xfrm>
              <a:off x="5776560" y="320833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4BCAB">
                <a:alpha val="100000"/>
              </a:srgbClr>
            </a:solidFill>
            <a:ln w="5420" cap="flat">
              <a:solidFill>
                <a:srgbClr val="54BC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9" name="pg879"/>
            <p:cNvSpPr/>
            <p:nvPr/>
          </p:nvSpPr>
          <p:spPr>
            <a:xfrm>
              <a:off x="5788197" y="320833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5BDAB">
                <a:alpha val="100000"/>
              </a:srgbClr>
            </a:solidFill>
            <a:ln w="5420" cap="flat">
              <a:solidFill>
                <a:srgbClr val="55BD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0" name="pg880"/>
            <p:cNvSpPr/>
            <p:nvPr/>
          </p:nvSpPr>
          <p:spPr>
            <a:xfrm>
              <a:off x="5799834" y="320833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5BDAB">
                <a:alpha val="100000"/>
              </a:srgbClr>
            </a:solidFill>
            <a:ln w="5420" cap="flat">
              <a:solidFill>
                <a:srgbClr val="55BD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1" name="pg881"/>
            <p:cNvSpPr/>
            <p:nvPr/>
          </p:nvSpPr>
          <p:spPr>
            <a:xfrm>
              <a:off x="5811472" y="320833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4BCAB">
                <a:alpha val="100000"/>
              </a:srgbClr>
            </a:solidFill>
            <a:ln w="5420" cap="flat">
              <a:solidFill>
                <a:srgbClr val="54BC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2" name="pg882"/>
            <p:cNvSpPr/>
            <p:nvPr/>
          </p:nvSpPr>
          <p:spPr>
            <a:xfrm>
              <a:off x="5613637" y="322263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8A2">
                <a:alpha val="100000"/>
              </a:srgbClr>
            </a:solidFill>
            <a:ln w="5420" cap="flat">
              <a:solidFill>
                <a:srgbClr val="3A78A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3" name="pg883"/>
            <p:cNvSpPr/>
            <p:nvPr/>
          </p:nvSpPr>
          <p:spPr>
            <a:xfrm>
              <a:off x="5625275" y="322263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5A2">
                <a:alpha val="100000"/>
              </a:srgbClr>
            </a:solidFill>
            <a:ln w="5420" cap="flat">
              <a:solidFill>
                <a:srgbClr val="3A75A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4" name="pg884"/>
            <p:cNvSpPr/>
            <p:nvPr/>
          </p:nvSpPr>
          <p:spPr>
            <a:xfrm>
              <a:off x="5636912" y="322263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6A2">
                <a:alpha val="100000"/>
              </a:srgbClr>
            </a:solidFill>
            <a:ln w="5420" cap="flat">
              <a:solidFill>
                <a:srgbClr val="3A76A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5" name="pg885"/>
            <p:cNvSpPr/>
            <p:nvPr/>
          </p:nvSpPr>
          <p:spPr>
            <a:xfrm>
              <a:off x="5648549" y="322263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9A3">
                <a:alpha val="100000"/>
              </a:srgbClr>
            </a:solidFill>
            <a:ln w="5420" cap="flat">
              <a:solidFill>
                <a:srgbClr val="3A79A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6" name="pg886"/>
            <p:cNvSpPr/>
            <p:nvPr/>
          </p:nvSpPr>
          <p:spPr>
            <a:xfrm>
              <a:off x="5660186" y="322263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EA4">
                <a:alpha val="100000"/>
              </a:srgbClr>
            </a:solidFill>
            <a:ln w="5420" cap="flat">
              <a:solidFill>
                <a:srgbClr val="3A7EA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7" name="pg887"/>
            <p:cNvSpPr/>
            <p:nvPr/>
          </p:nvSpPr>
          <p:spPr>
            <a:xfrm>
              <a:off x="5671824" y="322263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85A5">
                <a:alpha val="100000"/>
              </a:srgbClr>
            </a:solidFill>
            <a:ln w="5420" cap="flat">
              <a:solidFill>
                <a:srgbClr val="3985A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8" name="pg888"/>
            <p:cNvSpPr/>
            <p:nvPr/>
          </p:nvSpPr>
          <p:spPr>
            <a:xfrm>
              <a:off x="5683461" y="322263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594A8">
                <a:alpha val="100000"/>
              </a:srgbClr>
            </a:solidFill>
            <a:ln w="5420" cap="flat">
              <a:solidFill>
                <a:srgbClr val="3594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9" name="pg889"/>
            <p:cNvSpPr/>
            <p:nvPr/>
          </p:nvSpPr>
          <p:spPr>
            <a:xfrm>
              <a:off x="5695098" y="322263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89BA9">
                <a:alpha val="100000"/>
              </a:srgbClr>
            </a:solidFill>
            <a:ln w="5420" cap="flat">
              <a:solidFill>
                <a:srgbClr val="389B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0" name="pg890"/>
            <p:cNvSpPr/>
            <p:nvPr/>
          </p:nvSpPr>
          <p:spPr>
            <a:xfrm>
              <a:off x="5706736" y="322263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EA1AA">
                <a:alpha val="100000"/>
              </a:srgbClr>
            </a:solidFill>
            <a:ln w="5420" cap="flat">
              <a:solidFill>
                <a:srgbClr val="3EA1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1" name="pg891"/>
            <p:cNvSpPr/>
            <p:nvPr/>
          </p:nvSpPr>
          <p:spPr>
            <a:xfrm>
              <a:off x="5718373" y="322263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3A6AA">
                <a:alpha val="100000"/>
              </a:srgbClr>
            </a:solidFill>
            <a:ln w="5420" cap="flat">
              <a:solidFill>
                <a:srgbClr val="43A6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2" name="pg892"/>
            <p:cNvSpPr/>
            <p:nvPr/>
          </p:nvSpPr>
          <p:spPr>
            <a:xfrm>
              <a:off x="5730010" y="322263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7AAAA">
                <a:alpha val="100000"/>
              </a:srgbClr>
            </a:solidFill>
            <a:ln w="5420" cap="flat">
              <a:solidFill>
                <a:srgbClr val="47AA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3" name="pg893"/>
            <p:cNvSpPr/>
            <p:nvPr/>
          </p:nvSpPr>
          <p:spPr>
            <a:xfrm>
              <a:off x="5741648" y="322263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9AEAB">
                <a:alpha val="100000"/>
              </a:srgbClr>
            </a:solidFill>
            <a:ln w="5420" cap="flat">
              <a:solidFill>
                <a:srgbClr val="49AE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4" name="pg894"/>
            <p:cNvSpPr/>
            <p:nvPr/>
          </p:nvSpPr>
          <p:spPr>
            <a:xfrm>
              <a:off x="5753285" y="322263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CB1AB">
                <a:alpha val="100000"/>
              </a:srgbClr>
            </a:solidFill>
            <a:ln w="5420" cap="flat">
              <a:solidFill>
                <a:srgbClr val="4CB1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5" name="pg895"/>
            <p:cNvSpPr/>
            <p:nvPr/>
          </p:nvSpPr>
          <p:spPr>
            <a:xfrm>
              <a:off x="5764922" y="322263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EB3AB">
                <a:alpha val="100000"/>
              </a:srgbClr>
            </a:solidFill>
            <a:ln w="5420" cap="flat">
              <a:solidFill>
                <a:srgbClr val="4EB3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6" name="pg896"/>
            <p:cNvSpPr/>
            <p:nvPr/>
          </p:nvSpPr>
          <p:spPr>
            <a:xfrm>
              <a:off x="5776560" y="322263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FB5AB">
                <a:alpha val="100000"/>
              </a:srgbClr>
            </a:solidFill>
            <a:ln w="5420" cap="flat">
              <a:solidFill>
                <a:srgbClr val="4FB5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7" name="pg897"/>
            <p:cNvSpPr/>
            <p:nvPr/>
          </p:nvSpPr>
          <p:spPr>
            <a:xfrm>
              <a:off x="5788197" y="322263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0B6AB">
                <a:alpha val="100000"/>
              </a:srgbClr>
            </a:solidFill>
            <a:ln w="5420" cap="flat">
              <a:solidFill>
                <a:srgbClr val="50B6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8" name="pg898"/>
            <p:cNvSpPr/>
            <p:nvPr/>
          </p:nvSpPr>
          <p:spPr>
            <a:xfrm>
              <a:off x="5799834" y="322263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1B8AB">
                <a:alpha val="100000"/>
              </a:srgbClr>
            </a:solidFill>
            <a:ln w="5420" cap="flat">
              <a:solidFill>
                <a:srgbClr val="51B8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9" name="pg899"/>
            <p:cNvSpPr/>
            <p:nvPr/>
          </p:nvSpPr>
          <p:spPr>
            <a:xfrm>
              <a:off x="5811472" y="322263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2B9AB">
                <a:alpha val="100000"/>
              </a:srgbClr>
            </a:solidFill>
            <a:ln w="5420" cap="flat">
              <a:solidFill>
                <a:srgbClr val="52B9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0" name="pg900"/>
            <p:cNvSpPr/>
            <p:nvPr/>
          </p:nvSpPr>
          <p:spPr>
            <a:xfrm>
              <a:off x="5613637" y="323693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3A1">
                <a:alpha val="100000"/>
              </a:srgbClr>
            </a:solidFill>
            <a:ln w="5420" cap="flat">
              <a:solidFill>
                <a:srgbClr val="3A73A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1" name="pg901"/>
            <p:cNvSpPr/>
            <p:nvPr/>
          </p:nvSpPr>
          <p:spPr>
            <a:xfrm>
              <a:off x="5625275" y="323693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71A1">
                <a:alpha val="100000"/>
              </a:srgbClr>
            </a:solidFill>
            <a:ln w="5420" cap="flat">
              <a:solidFill>
                <a:srgbClr val="3B71A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2" name="pg902"/>
            <p:cNvSpPr/>
            <p:nvPr/>
          </p:nvSpPr>
          <p:spPr>
            <a:xfrm>
              <a:off x="5636912" y="323693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71A1">
                <a:alpha val="100000"/>
              </a:srgbClr>
            </a:solidFill>
            <a:ln w="5420" cap="flat">
              <a:solidFill>
                <a:srgbClr val="3B71A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3" name="pg903"/>
            <p:cNvSpPr/>
            <p:nvPr/>
          </p:nvSpPr>
          <p:spPr>
            <a:xfrm>
              <a:off x="5648549" y="323693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5A2">
                <a:alpha val="100000"/>
              </a:srgbClr>
            </a:solidFill>
            <a:ln w="5420" cap="flat">
              <a:solidFill>
                <a:srgbClr val="3A75A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4" name="pg904"/>
            <p:cNvSpPr/>
            <p:nvPr/>
          </p:nvSpPr>
          <p:spPr>
            <a:xfrm>
              <a:off x="5660186" y="323693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AA3">
                <a:alpha val="100000"/>
              </a:srgbClr>
            </a:solidFill>
            <a:ln w="5420" cap="flat">
              <a:solidFill>
                <a:srgbClr val="3A7AA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5" name="pg905"/>
            <p:cNvSpPr/>
            <p:nvPr/>
          </p:nvSpPr>
          <p:spPr>
            <a:xfrm>
              <a:off x="5671824" y="323693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80A4">
                <a:alpha val="100000"/>
              </a:srgbClr>
            </a:solidFill>
            <a:ln w="5420" cap="flat">
              <a:solidFill>
                <a:srgbClr val="3A80A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6" name="pg906"/>
            <p:cNvSpPr/>
            <p:nvPr/>
          </p:nvSpPr>
          <p:spPr>
            <a:xfrm>
              <a:off x="5683461" y="323693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8FA7">
                <a:alpha val="100000"/>
              </a:srgbClr>
            </a:solidFill>
            <a:ln w="5420" cap="flat">
              <a:solidFill>
                <a:srgbClr val="378F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7" name="pg907"/>
            <p:cNvSpPr/>
            <p:nvPr/>
          </p:nvSpPr>
          <p:spPr>
            <a:xfrm>
              <a:off x="5695098" y="323693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496A9">
                <a:alpha val="100000"/>
              </a:srgbClr>
            </a:solidFill>
            <a:ln w="5420" cap="flat">
              <a:solidFill>
                <a:srgbClr val="3496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8" name="pg908"/>
            <p:cNvSpPr/>
            <p:nvPr/>
          </p:nvSpPr>
          <p:spPr>
            <a:xfrm>
              <a:off x="5706736" y="323693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9CA9">
                <a:alpha val="100000"/>
              </a:srgbClr>
            </a:solidFill>
            <a:ln w="5420" cap="flat">
              <a:solidFill>
                <a:srgbClr val="3A9C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9" name="pg909"/>
            <p:cNvSpPr/>
            <p:nvPr/>
          </p:nvSpPr>
          <p:spPr>
            <a:xfrm>
              <a:off x="5718373" y="323693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FA2AA">
                <a:alpha val="100000"/>
              </a:srgbClr>
            </a:solidFill>
            <a:ln w="5420" cap="flat">
              <a:solidFill>
                <a:srgbClr val="3FA2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0" name="pg910"/>
            <p:cNvSpPr/>
            <p:nvPr/>
          </p:nvSpPr>
          <p:spPr>
            <a:xfrm>
              <a:off x="5730010" y="323693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3A6AA">
                <a:alpha val="100000"/>
              </a:srgbClr>
            </a:solidFill>
            <a:ln w="5420" cap="flat">
              <a:solidFill>
                <a:srgbClr val="43A6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1" name="pg911"/>
            <p:cNvSpPr/>
            <p:nvPr/>
          </p:nvSpPr>
          <p:spPr>
            <a:xfrm>
              <a:off x="5741648" y="323693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6AAAA">
                <a:alpha val="100000"/>
              </a:srgbClr>
            </a:solidFill>
            <a:ln w="5420" cap="flat">
              <a:solidFill>
                <a:srgbClr val="46AA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2" name="pg912"/>
            <p:cNvSpPr/>
            <p:nvPr/>
          </p:nvSpPr>
          <p:spPr>
            <a:xfrm>
              <a:off x="5753285" y="323693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9ADAB">
                <a:alpha val="100000"/>
              </a:srgbClr>
            </a:solidFill>
            <a:ln w="5420" cap="flat">
              <a:solidFill>
                <a:srgbClr val="49AD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3" name="pg913"/>
            <p:cNvSpPr/>
            <p:nvPr/>
          </p:nvSpPr>
          <p:spPr>
            <a:xfrm>
              <a:off x="5764922" y="323693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BB0AB">
                <a:alpha val="100000"/>
              </a:srgbClr>
            </a:solidFill>
            <a:ln w="5420" cap="flat">
              <a:solidFill>
                <a:srgbClr val="4BB0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4" name="pg914"/>
            <p:cNvSpPr/>
            <p:nvPr/>
          </p:nvSpPr>
          <p:spPr>
            <a:xfrm>
              <a:off x="5776560" y="323693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DB2AB">
                <a:alpha val="100000"/>
              </a:srgbClr>
            </a:solidFill>
            <a:ln w="5420" cap="flat">
              <a:solidFill>
                <a:srgbClr val="4DB2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5" name="pg915"/>
            <p:cNvSpPr/>
            <p:nvPr/>
          </p:nvSpPr>
          <p:spPr>
            <a:xfrm>
              <a:off x="5788197" y="323693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EB4AB">
                <a:alpha val="100000"/>
              </a:srgbClr>
            </a:solidFill>
            <a:ln w="5420" cap="flat">
              <a:solidFill>
                <a:srgbClr val="4EB4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6" name="pg916"/>
            <p:cNvSpPr/>
            <p:nvPr/>
          </p:nvSpPr>
          <p:spPr>
            <a:xfrm>
              <a:off x="5799834" y="323693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0B6AB">
                <a:alpha val="100000"/>
              </a:srgbClr>
            </a:solidFill>
            <a:ln w="5420" cap="flat">
              <a:solidFill>
                <a:srgbClr val="50B6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7" name="pg917"/>
            <p:cNvSpPr/>
            <p:nvPr/>
          </p:nvSpPr>
          <p:spPr>
            <a:xfrm>
              <a:off x="5811472" y="323693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1B7AB">
                <a:alpha val="100000"/>
              </a:srgbClr>
            </a:solidFill>
            <a:ln w="5420" cap="flat">
              <a:solidFill>
                <a:srgbClr val="51B7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8" name="pg918"/>
            <p:cNvSpPr/>
            <p:nvPr/>
          </p:nvSpPr>
          <p:spPr>
            <a:xfrm>
              <a:off x="5473989" y="325123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DD2B1">
                <a:alpha val="100000"/>
              </a:srgbClr>
            </a:solidFill>
            <a:ln w="5420" cap="flat">
              <a:solidFill>
                <a:srgbClr val="6DD2B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9" name="pg919"/>
            <p:cNvSpPr/>
            <p:nvPr/>
          </p:nvSpPr>
          <p:spPr>
            <a:xfrm>
              <a:off x="5520539" y="325123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2BAAB">
                <a:alpha val="100000"/>
              </a:srgbClr>
            </a:solidFill>
            <a:ln w="5420" cap="flat">
              <a:solidFill>
                <a:srgbClr val="52BA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0" name="pg920"/>
            <p:cNvSpPr/>
            <p:nvPr/>
          </p:nvSpPr>
          <p:spPr>
            <a:xfrm>
              <a:off x="5532176" y="325123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DB2AB">
                <a:alpha val="100000"/>
              </a:srgbClr>
            </a:solidFill>
            <a:ln w="5420" cap="flat">
              <a:solidFill>
                <a:srgbClr val="4DB2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1" name="pg921"/>
            <p:cNvSpPr/>
            <p:nvPr/>
          </p:nvSpPr>
          <p:spPr>
            <a:xfrm>
              <a:off x="5543813" y="325123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6A9AA">
                <a:alpha val="100000"/>
              </a:srgbClr>
            </a:solidFill>
            <a:ln w="5420" cap="flat">
              <a:solidFill>
                <a:srgbClr val="46A9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2" name="pg922"/>
            <p:cNvSpPr/>
            <p:nvPr/>
          </p:nvSpPr>
          <p:spPr>
            <a:xfrm>
              <a:off x="5555451" y="325123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EA1AA">
                <a:alpha val="100000"/>
              </a:srgbClr>
            </a:solidFill>
            <a:ln w="5420" cap="flat">
              <a:solidFill>
                <a:srgbClr val="3EA1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3" name="pg923"/>
            <p:cNvSpPr/>
            <p:nvPr/>
          </p:nvSpPr>
          <p:spPr>
            <a:xfrm>
              <a:off x="5567088" y="325123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8FA7">
                <a:alpha val="100000"/>
              </a:srgbClr>
            </a:solidFill>
            <a:ln w="5420" cap="flat">
              <a:solidFill>
                <a:srgbClr val="378F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4" name="pg924"/>
            <p:cNvSpPr/>
            <p:nvPr/>
          </p:nvSpPr>
          <p:spPr>
            <a:xfrm>
              <a:off x="5578725" y="325123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86A5">
                <a:alpha val="100000"/>
              </a:srgbClr>
            </a:solidFill>
            <a:ln w="5420" cap="flat">
              <a:solidFill>
                <a:srgbClr val="3986A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5" name="pg925"/>
            <p:cNvSpPr/>
            <p:nvPr/>
          </p:nvSpPr>
          <p:spPr>
            <a:xfrm>
              <a:off x="5590363" y="325123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EA4">
                <a:alpha val="100000"/>
              </a:srgbClr>
            </a:solidFill>
            <a:ln w="5420" cap="flat">
              <a:solidFill>
                <a:srgbClr val="3A7EA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6" name="pg926"/>
            <p:cNvSpPr/>
            <p:nvPr/>
          </p:nvSpPr>
          <p:spPr>
            <a:xfrm>
              <a:off x="5602000" y="325123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8A2">
                <a:alpha val="100000"/>
              </a:srgbClr>
            </a:solidFill>
            <a:ln w="5420" cap="flat">
              <a:solidFill>
                <a:srgbClr val="3A78A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7" name="pg927"/>
            <p:cNvSpPr/>
            <p:nvPr/>
          </p:nvSpPr>
          <p:spPr>
            <a:xfrm>
              <a:off x="5613637" y="325123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3A1">
                <a:alpha val="100000"/>
              </a:srgbClr>
            </a:solidFill>
            <a:ln w="5420" cap="flat">
              <a:solidFill>
                <a:srgbClr val="3A73A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8" name="pg928"/>
            <p:cNvSpPr/>
            <p:nvPr/>
          </p:nvSpPr>
          <p:spPr>
            <a:xfrm>
              <a:off x="5625275" y="325123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71A1">
                <a:alpha val="100000"/>
              </a:srgbClr>
            </a:solidFill>
            <a:ln w="5420" cap="flat">
              <a:solidFill>
                <a:srgbClr val="3B71A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9" name="pg929"/>
            <p:cNvSpPr/>
            <p:nvPr/>
          </p:nvSpPr>
          <p:spPr>
            <a:xfrm>
              <a:off x="5636912" y="325123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72A1">
                <a:alpha val="100000"/>
              </a:srgbClr>
            </a:solidFill>
            <a:ln w="5420" cap="flat">
              <a:solidFill>
                <a:srgbClr val="3B72A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0" name="pg930"/>
            <p:cNvSpPr/>
            <p:nvPr/>
          </p:nvSpPr>
          <p:spPr>
            <a:xfrm>
              <a:off x="5648549" y="325123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5A2">
                <a:alpha val="100000"/>
              </a:srgbClr>
            </a:solidFill>
            <a:ln w="5420" cap="flat">
              <a:solidFill>
                <a:srgbClr val="3A75A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1" name="pg931"/>
            <p:cNvSpPr/>
            <p:nvPr/>
          </p:nvSpPr>
          <p:spPr>
            <a:xfrm>
              <a:off x="5660186" y="325123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9A3">
                <a:alpha val="100000"/>
              </a:srgbClr>
            </a:solidFill>
            <a:ln w="5420" cap="flat">
              <a:solidFill>
                <a:srgbClr val="3A79A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2" name="pg932"/>
            <p:cNvSpPr/>
            <p:nvPr/>
          </p:nvSpPr>
          <p:spPr>
            <a:xfrm>
              <a:off x="5671824" y="325123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FA4">
                <a:alpha val="100000"/>
              </a:srgbClr>
            </a:solidFill>
            <a:ln w="5420" cap="flat">
              <a:solidFill>
                <a:srgbClr val="3A7FA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3" name="pg933"/>
            <p:cNvSpPr/>
            <p:nvPr/>
          </p:nvSpPr>
          <p:spPr>
            <a:xfrm>
              <a:off x="5683461" y="325123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8DA7">
                <a:alpha val="100000"/>
              </a:srgbClr>
            </a:solidFill>
            <a:ln w="5420" cap="flat">
              <a:solidFill>
                <a:srgbClr val="378D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4" name="pg934"/>
            <p:cNvSpPr/>
            <p:nvPr/>
          </p:nvSpPr>
          <p:spPr>
            <a:xfrm>
              <a:off x="5695098" y="325123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594A8">
                <a:alpha val="100000"/>
              </a:srgbClr>
            </a:solidFill>
            <a:ln w="5420" cap="flat">
              <a:solidFill>
                <a:srgbClr val="3594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5" name="pg935"/>
            <p:cNvSpPr/>
            <p:nvPr/>
          </p:nvSpPr>
          <p:spPr>
            <a:xfrm>
              <a:off x="5706736" y="325123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9AA9">
                <a:alpha val="100000"/>
              </a:srgbClr>
            </a:solidFill>
            <a:ln w="5420" cap="flat">
              <a:solidFill>
                <a:srgbClr val="379A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6" name="pg936"/>
            <p:cNvSpPr/>
            <p:nvPr/>
          </p:nvSpPr>
          <p:spPr>
            <a:xfrm>
              <a:off x="5718373" y="325123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D9FAA">
                <a:alpha val="100000"/>
              </a:srgbClr>
            </a:solidFill>
            <a:ln w="5420" cap="flat">
              <a:solidFill>
                <a:srgbClr val="3D9F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7" name="pg937"/>
            <p:cNvSpPr/>
            <p:nvPr/>
          </p:nvSpPr>
          <p:spPr>
            <a:xfrm>
              <a:off x="5730010" y="325123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1A4AA">
                <a:alpha val="100000"/>
              </a:srgbClr>
            </a:solidFill>
            <a:ln w="5420" cap="flat">
              <a:solidFill>
                <a:srgbClr val="41A4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8" name="pg938"/>
            <p:cNvSpPr/>
            <p:nvPr/>
          </p:nvSpPr>
          <p:spPr>
            <a:xfrm>
              <a:off x="5741648" y="325123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4A8AA">
                <a:alpha val="100000"/>
              </a:srgbClr>
            </a:solidFill>
            <a:ln w="5420" cap="flat">
              <a:solidFill>
                <a:srgbClr val="44A8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9" name="pg939"/>
            <p:cNvSpPr/>
            <p:nvPr/>
          </p:nvSpPr>
          <p:spPr>
            <a:xfrm>
              <a:off x="5753285" y="325123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7ABAA">
                <a:alpha val="100000"/>
              </a:srgbClr>
            </a:solidFill>
            <a:ln w="5420" cap="flat">
              <a:solidFill>
                <a:srgbClr val="47AB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0" name="pg940"/>
            <p:cNvSpPr/>
            <p:nvPr/>
          </p:nvSpPr>
          <p:spPr>
            <a:xfrm>
              <a:off x="5764922" y="325123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9AEAB">
                <a:alpha val="100000"/>
              </a:srgbClr>
            </a:solidFill>
            <a:ln w="5420" cap="flat">
              <a:solidFill>
                <a:srgbClr val="49AE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1" name="pg941"/>
            <p:cNvSpPr/>
            <p:nvPr/>
          </p:nvSpPr>
          <p:spPr>
            <a:xfrm>
              <a:off x="5776560" y="325123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BB0AB">
                <a:alpha val="100000"/>
              </a:srgbClr>
            </a:solidFill>
            <a:ln w="5420" cap="flat">
              <a:solidFill>
                <a:srgbClr val="4BB0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2" name="pg942"/>
            <p:cNvSpPr/>
            <p:nvPr/>
          </p:nvSpPr>
          <p:spPr>
            <a:xfrm>
              <a:off x="5788197" y="325123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DB2AB">
                <a:alpha val="100000"/>
              </a:srgbClr>
            </a:solidFill>
            <a:ln w="5420" cap="flat">
              <a:solidFill>
                <a:srgbClr val="4DB2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3" name="pg943"/>
            <p:cNvSpPr/>
            <p:nvPr/>
          </p:nvSpPr>
          <p:spPr>
            <a:xfrm>
              <a:off x="5799834" y="325123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FB5AB">
                <a:alpha val="100000"/>
              </a:srgbClr>
            </a:solidFill>
            <a:ln w="5420" cap="flat">
              <a:solidFill>
                <a:srgbClr val="4FB5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4" name="pg944"/>
            <p:cNvSpPr/>
            <p:nvPr/>
          </p:nvSpPr>
          <p:spPr>
            <a:xfrm>
              <a:off x="5345979" y="326553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CD1B0">
                <a:alpha val="100000"/>
              </a:srgbClr>
            </a:solidFill>
            <a:ln w="5420" cap="flat">
              <a:solidFill>
                <a:srgbClr val="6CD1B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5" name="pg945"/>
            <p:cNvSpPr/>
            <p:nvPr/>
          </p:nvSpPr>
          <p:spPr>
            <a:xfrm>
              <a:off x="5357616" y="326553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1D3B2">
                <a:alpha val="100000"/>
              </a:srgbClr>
            </a:solidFill>
            <a:ln w="5420" cap="flat">
              <a:solidFill>
                <a:srgbClr val="71D3B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6" name="pg946"/>
            <p:cNvSpPr/>
            <p:nvPr/>
          </p:nvSpPr>
          <p:spPr>
            <a:xfrm>
              <a:off x="5369253" y="326553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7D4B5">
                <a:alpha val="100000"/>
              </a:srgbClr>
            </a:solidFill>
            <a:ln w="5420" cap="flat">
              <a:solidFill>
                <a:srgbClr val="77D4B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7" name="pg947"/>
            <p:cNvSpPr/>
            <p:nvPr/>
          </p:nvSpPr>
          <p:spPr>
            <a:xfrm>
              <a:off x="5439077" y="326553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8DDBBE">
                <a:alpha val="100000"/>
              </a:srgbClr>
            </a:solidFill>
            <a:ln w="5420" cap="flat">
              <a:solidFill>
                <a:srgbClr val="8DDBB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8" name="pg948"/>
            <p:cNvSpPr/>
            <p:nvPr/>
          </p:nvSpPr>
          <p:spPr>
            <a:xfrm>
              <a:off x="5450715" y="326553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87D9BB">
                <a:alpha val="100000"/>
              </a:srgbClr>
            </a:solidFill>
            <a:ln w="5420" cap="flat">
              <a:solidFill>
                <a:srgbClr val="87D9B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9" name="pg949"/>
            <p:cNvSpPr/>
            <p:nvPr/>
          </p:nvSpPr>
          <p:spPr>
            <a:xfrm>
              <a:off x="5462352" y="326553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81D7B9">
                <a:alpha val="100000"/>
              </a:srgbClr>
            </a:solidFill>
            <a:ln w="5420" cap="flat">
              <a:solidFill>
                <a:srgbClr val="81D7B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0" name="pg950"/>
            <p:cNvSpPr/>
            <p:nvPr/>
          </p:nvSpPr>
          <p:spPr>
            <a:xfrm>
              <a:off x="5473989" y="326553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7D4B5">
                <a:alpha val="100000"/>
              </a:srgbClr>
            </a:solidFill>
            <a:ln w="5420" cap="flat">
              <a:solidFill>
                <a:srgbClr val="77D4B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1" name="pg951"/>
            <p:cNvSpPr/>
            <p:nvPr/>
          </p:nvSpPr>
          <p:spPr>
            <a:xfrm>
              <a:off x="5485627" y="326553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AD1B0">
                <a:alpha val="100000"/>
              </a:srgbClr>
            </a:solidFill>
            <a:ln w="5420" cap="flat">
              <a:solidFill>
                <a:srgbClr val="6AD1B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2" name="pg952"/>
            <p:cNvSpPr/>
            <p:nvPr/>
          </p:nvSpPr>
          <p:spPr>
            <a:xfrm>
              <a:off x="5497264" y="326553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FCCAC">
                <a:alpha val="100000"/>
              </a:srgbClr>
            </a:solidFill>
            <a:ln w="5420" cap="flat">
              <a:solidFill>
                <a:srgbClr val="5FCC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3" name="pg953"/>
            <p:cNvSpPr/>
            <p:nvPr/>
          </p:nvSpPr>
          <p:spPr>
            <a:xfrm>
              <a:off x="5508901" y="326553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AC5AC">
                <a:alpha val="100000"/>
              </a:srgbClr>
            </a:solidFill>
            <a:ln w="5420" cap="flat">
              <a:solidFill>
                <a:srgbClr val="5AC5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4" name="pg954"/>
            <p:cNvSpPr/>
            <p:nvPr/>
          </p:nvSpPr>
          <p:spPr>
            <a:xfrm>
              <a:off x="5520539" y="326553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5BDAB">
                <a:alpha val="100000"/>
              </a:srgbClr>
            </a:solidFill>
            <a:ln w="5420" cap="flat">
              <a:solidFill>
                <a:srgbClr val="55BD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5" name="pg955"/>
            <p:cNvSpPr/>
            <p:nvPr/>
          </p:nvSpPr>
          <p:spPr>
            <a:xfrm>
              <a:off x="5532176" y="326553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FB4AB">
                <a:alpha val="100000"/>
              </a:srgbClr>
            </a:solidFill>
            <a:ln w="5420" cap="flat">
              <a:solidFill>
                <a:srgbClr val="4FB4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6" name="pg956"/>
            <p:cNvSpPr/>
            <p:nvPr/>
          </p:nvSpPr>
          <p:spPr>
            <a:xfrm>
              <a:off x="5543813" y="326553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8ACAA">
                <a:alpha val="100000"/>
              </a:srgbClr>
            </a:solidFill>
            <a:ln w="5420" cap="flat">
              <a:solidFill>
                <a:srgbClr val="48AC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7" name="pg957"/>
            <p:cNvSpPr/>
            <p:nvPr/>
          </p:nvSpPr>
          <p:spPr>
            <a:xfrm>
              <a:off x="5555451" y="326553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0A3AA">
                <a:alpha val="100000"/>
              </a:srgbClr>
            </a:solidFill>
            <a:ln w="5420" cap="flat">
              <a:solidFill>
                <a:srgbClr val="40A3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8" name="pg958"/>
            <p:cNvSpPr/>
            <p:nvPr/>
          </p:nvSpPr>
          <p:spPr>
            <a:xfrm>
              <a:off x="5567088" y="326553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692A8">
                <a:alpha val="100000"/>
              </a:srgbClr>
            </a:solidFill>
            <a:ln w="5420" cap="flat">
              <a:solidFill>
                <a:srgbClr val="3692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9" name="pg959"/>
            <p:cNvSpPr/>
            <p:nvPr/>
          </p:nvSpPr>
          <p:spPr>
            <a:xfrm>
              <a:off x="5578725" y="326553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889A6">
                <a:alpha val="100000"/>
              </a:srgbClr>
            </a:solidFill>
            <a:ln w="5420" cap="flat">
              <a:solidFill>
                <a:srgbClr val="3889A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0" name="pg960"/>
            <p:cNvSpPr/>
            <p:nvPr/>
          </p:nvSpPr>
          <p:spPr>
            <a:xfrm>
              <a:off x="5590363" y="326553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82A4">
                <a:alpha val="100000"/>
              </a:srgbClr>
            </a:solidFill>
            <a:ln w="5420" cap="flat">
              <a:solidFill>
                <a:srgbClr val="3982A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1" name="pg961"/>
            <p:cNvSpPr/>
            <p:nvPr/>
          </p:nvSpPr>
          <p:spPr>
            <a:xfrm>
              <a:off x="5602000" y="326553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CA3">
                <a:alpha val="100000"/>
              </a:srgbClr>
            </a:solidFill>
            <a:ln w="5420" cap="flat">
              <a:solidFill>
                <a:srgbClr val="3A7CA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2" name="pg962"/>
            <p:cNvSpPr/>
            <p:nvPr/>
          </p:nvSpPr>
          <p:spPr>
            <a:xfrm>
              <a:off x="5613637" y="326553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8A2">
                <a:alpha val="100000"/>
              </a:srgbClr>
            </a:solidFill>
            <a:ln w="5420" cap="flat">
              <a:solidFill>
                <a:srgbClr val="3A78A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3" name="pg963"/>
            <p:cNvSpPr/>
            <p:nvPr/>
          </p:nvSpPr>
          <p:spPr>
            <a:xfrm>
              <a:off x="5625275" y="326553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6A2">
                <a:alpha val="100000"/>
              </a:srgbClr>
            </a:solidFill>
            <a:ln w="5420" cap="flat">
              <a:solidFill>
                <a:srgbClr val="3A76A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4" name="pg964"/>
            <p:cNvSpPr/>
            <p:nvPr/>
          </p:nvSpPr>
          <p:spPr>
            <a:xfrm>
              <a:off x="5636912" y="326553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6A2">
                <a:alpha val="100000"/>
              </a:srgbClr>
            </a:solidFill>
            <a:ln w="5420" cap="flat">
              <a:solidFill>
                <a:srgbClr val="3A76A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5" name="pg965"/>
            <p:cNvSpPr/>
            <p:nvPr/>
          </p:nvSpPr>
          <p:spPr>
            <a:xfrm>
              <a:off x="5648549" y="326553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8A2">
                <a:alpha val="100000"/>
              </a:srgbClr>
            </a:solidFill>
            <a:ln w="5420" cap="flat">
              <a:solidFill>
                <a:srgbClr val="3A78A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6" name="pg966"/>
            <p:cNvSpPr/>
            <p:nvPr/>
          </p:nvSpPr>
          <p:spPr>
            <a:xfrm>
              <a:off x="5660186" y="326553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CA3">
                <a:alpha val="100000"/>
              </a:srgbClr>
            </a:solidFill>
            <a:ln w="5420" cap="flat">
              <a:solidFill>
                <a:srgbClr val="3A7CA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7" name="pg967"/>
            <p:cNvSpPr/>
            <p:nvPr/>
          </p:nvSpPr>
          <p:spPr>
            <a:xfrm>
              <a:off x="5671824" y="326553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82A4">
                <a:alpha val="100000"/>
              </a:srgbClr>
            </a:solidFill>
            <a:ln w="5420" cap="flat">
              <a:solidFill>
                <a:srgbClr val="3982A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8" name="pg968"/>
            <p:cNvSpPr/>
            <p:nvPr/>
          </p:nvSpPr>
          <p:spPr>
            <a:xfrm>
              <a:off x="5683461" y="326553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8EA7">
                <a:alpha val="100000"/>
              </a:srgbClr>
            </a:solidFill>
            <a:ln w="5420" cap="flat">
              <a:solidFill>
                <a:srgbClr val="378E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9" name="pg969"/>
            <p:cNvSpPr/>
            <p:nvPr/>
          </p:nvSpPr>
          <p:spPr>
            <a:xfrm>
              <a:off x="5695098" y="326553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594A8">
                <a:alpha val="100000"/>
              </a:srgbClr>
            </a:solidFill>
            <a:ln w="5420" cap="flat">
              <a:solidFill>
                <a:srgbClr val="3594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70" name="pg970"/>
            <p:cNvSpPr/>
            <p:nvPr/>
          </p:nvSpPr>
          <p:spPr>
            <a:xfrm>
              <a:off x="5706736" y="326553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99A9">
                <a:alpha val="100000"/>
              </a:srgbClr>
            </a:solidFill>
            <a:ln w="5420" cap="flat">
              <a:solidFill>
                <a:srgbClr val="3799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71" name="pg971"/>
            <p:cNvSpPr/>
            <p:nvPr/>
          </p:nvSpPr>
          <p:spPr>
            <a:xfrm>
              <a:off x="5718373" y="326553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9EAA">
                <a:alpha val="100000"/>
              </a:srgbClr>
            </a:solidFill>
            <a:ln w="5420" cap="flat">
              <a:solidFill>
                <a:srgbClr val="3B9E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72" name="pg972"/>
            <p:cNvSpPr/>
            <p:nvPr/>
          </p:nvSpPr>
          <p:spPr>
            <a:xfrm>
              <a:off x="5730010" y="326553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0A2AA">
                <a:alpha val="100000"/>
              </a:srgbClr>
            </a:solidFill>
            <a:ln w="5420" cap="flat">
              <a:solidFill>
                <a:srgbClr val="40A2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73" name="pg973"/>
            <p:cNvSpPr/>
            <p:nvPr/>
          </p:nvSpPr>
          <p:spPr>
            <a:xfrm>
              <a:off x="5741648" y="326553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3A6AA">
                <a:alpha val="100000"/>
              </a:srgbClr>
            </a:solidFill>
            <a:ln w="5420" cap="flat">
              <a:solidFill>
                <a:srgbClr val="43A6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74" name="pg974"/>
            <p:cNvSpPr/>
            <p:nvPr/>
          </p:nvSpPr>
          <p:spPr>
            <a:xfrm>
              <a:off x="5753285" y="326553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6A9AA">
                <a:alpha val="100000"/>
              </a:srgbClr>
            </a:solidFill>
            <a:ln w="5420" cap="flat">
              <a:solidFill>
                <a:srgbClr val="46A9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75" name="pg975"/>
            <p:cNvSpPr/>
            <p:nvPr/>
          </p:nvSpPr>
          <p:spPr>
            <a:xfrm>
              <a:off x="5764922" y="326553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8ACAA">
                <a:alpha val="100000"/>
              </a:srgbClr>
            </a:solidFill>
            <a:ln w="5420" cap="flat">
              <a:solidFill>
                <a:srgbClr val="48AC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76" name="pg976"/>
            <p:cNvSpPr/>
            <p:nvPr/>
          </p:nvSpPr>
          <p:spPr>
            <a:xfrm>
              <a:off x="5334341" y="327983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9D0AF">
                <a:alpha val="100000"/>
              </a:srgbClr>
            </a:solidFill>
            <a:ln w="5420" cap="flat">
              <a:solidFill>
                <a:srgbClr val="69D0A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77" name="pg977"/>
            <p:cNvSpPr/>
            <p:nvPr/>
          </p:nvSpPr>
          <p:spPr>
            <a:xfrm>
              <a:off x="5345979" y="327983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ED2B1">
                <a:alpha val="100000"/>
              </a:srgbClr>
            </a:solidFill>
            <a:ln w="5420" cap="flat">
              <a:solidFill>
                <a:srgbClr val="6ED2B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78" name="pg978"/>
            <p:cNvSpPr/>
            <p:nvPr/>
          </p:nvSpPr>
          <p:spPr>
            <a:xfrm>
              <a:off x="5357616" y="327983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4D4B4">
                <a:alpha val="100000"/>
              </a:srgbClr>
            </a:solidFill>
            <a:ln w="5420" cap="flat">
              <a:solidFill>
                <a:srgbClr val="74D4B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79" name="pg979"/>
            <p:cNvSpPr/>
            <p:nvPr/>
          </p:nvSpPr>
          <p:spPr>
            <a:xfrm>
              <a:off x="5369253" y="327983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AD5B6">
                <a:alpha val="100000"/>
              </a:srgbClr>
            </a:solidFill>
            <a:ln w="5420" cap="flat">
              <a:solidFill>
                <a:srgbClr val="7AD5B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80" name="pg980"/>
            <p:cNvSpPr/>
            <p:nvPr/>
          </p:nvSpPr>
          <p:spPr>
            <a:xfrm>
              <a:off x="5380891" y="327983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80D7B8">
                <a:alpha val="100000"/>
              </a:srgbClr>
            </a:solidFill>
            <a:ln w="5420" cap="flat">
              <a:solidFill>
                <a:srgbClr val="80D7B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81" name="pg981"/>
            <p:cNvSpPr/>
            <p:nvPr/>
          </p:nvSpPr>
          <p:spPr>
            <a:xfrm>
              <a:off x="5415803" y="327983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8FDCBF">
                <a:alpha val="100000"/>
              </a:srgbClr>
            </a:solidFill>
            <a:ln w="5420" cap="flat">
              <a:solidFill>
                <a:srgbClr val="8FDCB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82" name="pg982"/>
            <p:cNvSpPr/>
            <p:nvPr/>
          </p:nvSpPr>
          <p:spPr>
            <a:xfrm>
              <a:off x="5427440" y="327983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92DCC0">
                <a:alpha val="100000"/>
              </a:srgbClr>
            </a:solidFill>
            <a:ln w="5420" cap="flat">
              <a:solidFill>
                <a:srgbClr val="92DCC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83" name="pg983"/>
            <p:cNvSpPr/>
            <p:nvPr/>
          </p:nvSpPr>
          <p:spPr>
            <a:xfrm>
              <a:off x="5439077" y="327983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93DDC1">
                <a:alpha val="100000"/>
              </a:srgbClr>
            </a:solidFill>
            <a:ln w="5420" cap="flat">
              <a:solidFill>
                <a:srgbClr val="93DDC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84" name="pg984"/>
            <p:cNvSpPr/>
            <p:nvPr/>
          </p:nvSpPr>
          <p:spPr>
            <a:xfrm>
              <a:off x="5450715" y="327983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8FDCBF">
                <a:alpha val="100000"/>
              </a:srgbClr>
            </a:solidFill>
            <a:ln w="5420" cap="flat">
              <a:solidFill>
                <a:srgbClr val="8FDCB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85" name="pg985"/>
            <p:cNvSpPr/>
            <p:nvPr/>
          </p:nvSpPr>
          <p:spPr>
            <a:xfrm>
              <a:off x="5462352" y="327983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89DABC">
                <a:alpha val="100000"/>
              </a:srgbClr>
            </a:solidFill>
            <a:ln w="5420" cap="flat">
              <a:solidFill>
                <a:srgbClr val="89DAB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86" name="pg986"/>
            <p:cNvSpPr/>
            <p:nvPr/>
          </p:nvSpPr>
          <p:spPr>
            <a:xfrm>
              <a:off x="5473989" y="327983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80D7B8">
                <a:alpha val="100000"/>
              </a:srgbClr>
            </a:solidFill>
            <a:ln w="5420" cap="flat">
              <a:solidFill>
                <a:srgbClr val="80D7B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87" name="pg987"/>
            <p:cNvSpPr/>
            <p:nvPr/>
          </p:nvSpPr>
          <p:spPr>
            <a:xfrm>
              <a:off x="5485627" y="327983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3D3B3">
                <a:alpha val="100000"/>
              </a:srgbClr>
            </a:solidFill>
            <a:ln w="5420" cap="flat">
              <a:solidFill>
                <a:srgbClr val="73D3B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88" name="pg988"/>
            <p:cNvSpPr/>
            <p:nvPr/>
          </p:nvSpPr>
          <p:spPr>
            <a:xfrm>
              <a:off x="5497264" y="327983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3CFAD">
                <a:alpha val="100000"/>
              </a:srgbClr>
            </a:solidFill>
            <a:ln w="5420" cap="flat">
              <a:solidFill>
                <a:srgbClr val="63CFA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89" name="pg989"/>
            <p:cNvSpPr/>
            <p:nvPr/>
          </p:nvSpPr>
          <p:spPr>
            <a:xfrm>
              <a:off x="5508901" y="327983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CC8AC">
                <a:alpha val="100000"/>
              </a:srgbClr>
            </a:solidFill>
            <a:ln w="5420" cap="flat">
              <a:solidFill>
                <a:srgbClr val="5CC8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90" name="pg990"/>
            <p:cNvSpPr/>
            <p:nvPr/>
          </p:nvSpPr>
          <p:spPr>
            <a:xfrm>
              <a:off x="5520539" y="327983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7C0AC">
                <a:alpha val="100000"/>
              </a:srgbClr>
            </a:solidFill>
            <a:ln w="5420" cap="flat">
              <a:solidFill>
                <a:srgbClr val="57C0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91" name="pg991"/>
            <p:cNvSpPr/>
            <p:nvPr/>
          </p:nvSpPr>
          <p:spPr>
            <a:xfrm>
              <a:off x="5532176" y="327983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1B8AB">
                <a:alpha val="100000"/>
              </a:srgbClr>
            </a:solidFill>
            <a:ln w="5420" cap="flat">
              <a:solidFill>
                <a:srgbClr val="51B8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92" name="pg992"/>
            <p:cNvSpPr/>
            <p:nvPr/>
          </p:nvSpPr>
          <p:spPr>
            <a:xfrm>
              <a:off x="5543813" y="327983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AAFAB">
                <a:alpha val="100000"/>
              </a:srgbClr>
            </a:solidFill>
            <a:ln w="5420" cap="flat">
              <a:solidFill>
                <a:srgbClr val="4AAF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93" name="pg993"/>
            <p:cNvSpPr/>
            <p:nvPr/>
          </p:nvSpPr>
          <p:spPr>
            <a:xfrm>
              <a:off x="5555451" y="327983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3A6AA">
                <a:alpha val="100000"/>
              </a:srgbClr>
            </a:solidFill>
            <a:ln w="5420" cap="flat">
              <a:solidFill>
                <a:srgbClr val="43A6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94" name="pg994"/>
            <p:cNvSpPr/>
            <p:nvPr/>
          </p:nvSpPr>
          <p:spPr>
            <a:xfrm>
              <a:off x="5567088" y="327983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496A9">
                <a:alpha val="100000"/>
              </a:srgbClr>
            </a:solidFill>
            <a:ln w="5420" cap="flat">
              <a:solidFill>
                <a:srgbClr val="3496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95" name="pg995"/>
            <p:cNvSpPr/>
            <p:nvPr/>
          </p:nvSpPr>
          <p:spPr>
            <a:xfrm>
              <a:off x="5578725" y="327983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8EA7">
                <a:alpha val="100000"/>
              </a:srgbClr>
            </a:solidFill>
            <a:ln w="5420" cap="flat">
              <a:solidFill>
                <a:srgbClr val="378E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96" name="pg996"/>
            <p:cNvSpPr/>
            <p:nvPr/>
          </p:nvSpPr>
          <p:spPr>
            <a:xfrm>
              <a:off x="5590363" y="327983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887A6">
                <a:alpha val="100000"/>
              </a:srgbClr>
            </a:solidFill>
            <a:ln w="5420" cap="flat">
              <a:solidFill>
                <a:srgbClr val="3887A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97" name="pg997"/>
            <p:cNvSpPr/>
            <p:nvPr/>
          </p:nvSpPr>
          <p:spPr>
            <a:xfrm>
              <a:off x="5602000" y="327983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82A5">
                <a:alpha val="100000"/>
              </a:srgbClr>
            </a:solidFill>
            <a:ln w="5420" cap="flat">
              <a:solidFill>
                <a:srgbClr val="3982A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98" name="pg998"/>
            <p:cNvSpPr/>
            <p:nvPr/>
          </p:nvSpPr>
          <p:spPr>
            <a:xfrm>
              <a:off x="5613637" y="327983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EA4">
                <a:alpha val="100000"/>
              </a:srgbClr>
            </a:solidFill>
            <a:ln w="5420" cap="flat">
              <a:solidFill>
                <a:srgbClr val="3A7EA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99" name="pg999"/>
            <p:cNvSpPr/>
            <p:nvPr/>
          </p:nvSpPr>
          <p:spPr>
            <a:xfrm>
              <a:off x="5625275" y="327983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DA3">
                <a:alpha val="100000"/>
              </a:srgbClr>
            </a:solidFill>
            <a:ln w="5420" cap="flat">
              <a:solidFill>
                <a:srgbClr val="3A7DA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00" name="pg1000"/>
            <p:cNvSpPr/>
            <p:nvPr/>
          </p:nvSpPr>
          <p:spPr>
            <a:xfrm>
              <a:off x="5636912" y="327983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DA3">
                <a:alpha val="100000"/>
              </a:srgbClr>
            </a:solidFill>
            <a:ln w="5420" cap="flat">
              <a:solidFill>
                <a:srgbClr val="3A7DA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01" name="pg1001"/>
            <p:cNvSpPr/>
            <p:nvPr/>
          </p:nvSpPr>
          <p:spPr>
            <a:xfrm>
              <a:off x="5648549" y="327983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EA4">
                <a:alpha val="100000"/>
              </a:srgbClr>
            </a:solidFill>
            <a:ln w="5420" cap="flat">
              <a:solidFill>
                <a:srgbClr val="3A7EA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02" name="pg1002"/>
            <p:cNvSpPr/>
            <p:nvPr/>
          </p:nvSpPr>
          <p:spPr>
            <a:xfrm>
              <a:off x="5660186" y="327983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82A4">
                <a:alpha val="100000"/>
              </a:srgbClr>
            </a:solidFill>
            <a:ln w="5420" cap="flat">
              <a:solidFill>
                <a:srgbClr val="3982A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03" name="pg1003"/>
            <p:cNvSpPr/>
            <p:nvPr/>
          </p:nvSpPr>
          <p:spPr>
            <a:xfrm>
              <a:off x="5671824" y="327983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85A5">
                <a:alpha val="100000"/>
              </a:srgbClr>
            </a:solidFill>
            <a:ln w="5420" cap="flat">
              <a:solidFill>
                <a:srgbClr val="3985A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04" name="pg1004"/>
            <p:cNvSpPr/>
            <p:nvPr/>
          </p:nvSpPr>
          <p:spPr>
            <a:xfrm>
              <a:off x="5683461" y="327983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8EA7">
                <a:alpha val="100000"/>
              </a:srgbClr>
            </a:solidFill>
            <a:ln w="5420" cap="flat">
              <a:solidFill>
                <a:srgbClr val="378E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05" name="pg1005"/>
            <p:cNvSpPr/>
            <p:nvPr/>
          </p:nvSpPr>
          <p:spPr>
            <a:xfrm>
              <a:off x="5706736" y="327983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9AA9">
                <a:alpha val="100000"/>
              </a:srgbClr>
            </a:solidFill>
            <a:ln w="5420" cap="flat">
              <a:solidFill>
                <a:srgbClr val="379A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06" name="pg1006"/>
            <p:cNvSpPr/>
            <p:nvPr/>
          </p:nvSpPr>
          <p:spPr>
            <a:xfrm>
              <a:off x="5718373" y="327983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9EAA">
                <a:alpha val="100000"/>
              </a:srgbClr>
            </a:solidFill>
            <a:ln w="5420" cap="flat">
              <a:solidFill>
                <a:srgbClr val="3B9E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07" name="pg1007"/>
            <p:cNvSpPr/>
            <p:nvPr/>
          </p:nvSpPr>
          <p:spPr>
            <a:xfrm>
              <a:off x="5334341" y="329413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AD1B0">
                <a:alpha val="100000"/>
              </a:srgbClr>
            </a:solidFill>
            <a:ln w="5420" cap="flat">
              <a:solidFill>
                <a:srgbClr val="6AD1B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08" name="pg1008"/>
            <p:cNvSpPr/>
            <p:nvPr/>
          </p:nvSpPr>
          <p:spPr>
            <a:xfrm>
              <a:off x="5345979" y="329413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FD2B2">
                <a:alpha val="100000"/>
              </a:srgbClr>
            </a:solidFill>
            <a:ln w="5420" cap="flat">
              <a:solidFill>
                <a:srgbClr val="6FD2B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09" name="pg1009"/>
            <p:cNvSpPr/>
            <p:nvPr/>
          </p:nvSpPr>
          <p:spPr>
            <a:xfrm>
              <a:off x="5357616" y="329413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6D4B4">
                <a:alpha val="100000"/>
              </a:srgbClr>
            </a:solidFill>
            <a:ln w="5420" cap="flat">
              <a:solidFill>
                <a:srgbClr val="76D4B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10" name="pg1010"/>
            <p:cNvSpPr/>
            <p:nvPr/>
          </p:nvSpPr>
          <p:spPr>
            <a:xfrm>
              <a:off x="5369253" y="329413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CD6B7">
                <a:alpha val="100000"/>
              </a:srgbClr>
            </a:solidFill>
            <a:ln w="5420" cap="flat">
              <a:solidFill>
                <a:srgbClr val="7CD6B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11" name="pg1011"/>
            <p:cNvSpPr/>
            <p:nvPr/>
          </p:nvSpPr>
          <p:spPr>
            <a:xfrm>
              <a:off x="5380891" y="329413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82D8B9">
                <a:alpha val="100000"/>
              </a:srgbClr>
            </a:solidFill>
            <a:ln w="5420" cap="flat">
              <a:solidFill>
                <a:srgbClr val="82D8B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12" name="pg1012"/>
            <p:cNvSpPr/>
            <p:nvPr/>
          </p:nvSpPr>
          <p:spPr>
            <a:xfrm>
              <a:off x="5392528" y="329413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88D9BC">
                <a:alpha val="100000"/>
              </a:srgbClr>
            </a:solidFill>
            <a:ln w="5420" cap="flat">
              <a:solidFill>
                <a:srgbClr val="88D9B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13" name="pg1013"/>
            <p:cNvSpPr/>
            <p:nvPr/>
          </p:nvSpPr>
          <p:spPr>
            <a:xfrm>
              <a:off x="5404165" y="329413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8DDBBE">
                <a:alpha val="100000"/>
              </a:srgbClr>
            </a:solidFill>
            <a:ln w="5420" cap="flat">
              <a:solidFill>
                <a:srgbClr val="8DDBB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14" name="pg1014"/>
            <p:cNvSpPr/>
            <p:nvPr/>
          </p:nvSpPr>
          <p:spPr>
            <a:xfrm>
              <a:off x="5415803" y="329413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92DCC0">
                <a:alpha val="100000"/>
              </a:srgbClr>
            </a:solidFill>
            <a:ln w="5420" cap="flat">
              <a:solidFill>
                <a:srgbClr val="92DCC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15" name="pg1015"/>
            <p:cNvSpPr/>
            <p:nvPr/>
          </p:nvSpPr>
          <p:spPr>
            <a:xfrm>
              <a:off x="5427440" y="329413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95DDC2">
                <a:alpha val="100000"/>
              </a:srgbClr>
            </a:solidFill>
            <a:ln w="5420" cap="flat">
              <a:solidFill>
                <a:srgbClr val="95DDC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16" name="pg1016"/>
            <p:cNvSpPr/>
            <p:nvPr/>
          </p:nvSpPr>
          <p:spPr>
            <a:xfrm>
              <a:off x="5439077" y="329413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97DEC2">
                <a:alpha val="100000"/>
              </a:srgbClr>
            </a:solidFill>
            <a:ln w="5420" cap="flat">
              <a:solidFill>
                <a:srgbClr val="97DEC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17" name="pg1017"/>
            <p:cNvSpPr/>
            <p:nvPr/>
          </p:nvSpPr>
          <p:spPr>
            <a:xfrm>
              <a:off x="5450715" y="329413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94DDC1">
                <a:alpha val="100000"/>
              </a:srgbClr>
            </a:solidFill>
            <a:ln w="5420" cap="flat">
              <a:solidFill>
                <a:srgbClr val="94DDC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18" name="pg1018"/>
            <p:cNvSpPr/>
            <p:nvPr/>
          </p:nvSpPr>
          <p:spPr>
            <a:xfrm>
              <a:off x="5462352" y="329413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8EDBBE">
                <a:alpha val="100000"/>
              </a:srgbClr>
            </a:solidFill>
            <a:ln w="5420" cap="flat">
              <a:solidFill>
                <a:srgbClr val="8EDBB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19" name="pg1019"/>
            <p:cNvSpPr/>
            <p:nvPr/>
          </p:nvSpPr>
          <p:spPr>
            <a:xfrm>
              <a:off x="5473989" y="329413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85D8BA">
                <a:alpha val="100000"/>
              </a:srgbClr>
            </a:solidFill>
            <a:ln w="5420" cap="flat">
              <a:solidFill>
                <a:srgbClr val="85D8B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20" name="pg1020"/>
            <p:cNvSpPr/>
            <p:nvPr/>
          </p:nvSpPr>
          <p:spPr>
            <a:xfrm>
              <a:off x="5485627" y="329413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9D5B5">
                <a:alpha val="100000"/>
              </a:srgbClr>
            </a:solidFill>
            <a:ln w="5420" cap="flat">
              <a:solidFill>
                <a:srgbClr val="79D5B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21" name="pg1021"/>
            <p:cNvSpPr/>
            <p:nvPr/>
          </p:nvSpPr>
          <p:spPr>
            <a:xfrm>
              <a:off x="5497264" y="329413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9D0AF">
                <a:alpha val="100000"/>
              </a:srgbClr>
            </a:solidFill>
            <a:ln w="5420" cap="flat">
              <a:solidFill>
                <a:srgbClr val="69D0A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22" name="pg1022"/>
            <p:cNvSpPr/>
            <p:nvPr/>
          </p:nvSpPr>
          <p:spPr>
            <a:xfrm>
              <a:off x="5508901" y="329413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ECAAC">
                <a:alpha val="100000"/>
              </a:srgbClr>
            </a:solidFill>
            <a:ln w="5420" cap="flat">
              <a:solidFill>
                <a:srgbClr val="5ECA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23" name="pg1023"/>
            <p:cNvSpPr/>
            <p:nvPr/>
          </p:nvSpPr>
          <p:spPr>
            <a:xfrm>
              <a:off x="5520539" y="329413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9C3AC">
                <a:alpha val="100000"/>
              </a:srgbClr>
            </a:solidFill>
            <a:ln w="5420" cap="flat">
              <a:solidFill>
                <a:srgbClr val="59C3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24" name="pg1024"/>
            <p:cNvSpPr/>
            <p:nvPr/>
          </p:nvSpPr>
          <p:spPr>
            <a:xfrm>
              <a:off x="5532176" y="329413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3BBAB">
                <a:alpha val="100000"/>
              </a:srgbClr>
            </a:solidFill>
            <a:ln w="5420" cap="flat">
              <a:solidFill>
                <a:srgbClr val="53BB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25" name="pg1025"/>
            <p:cNvSpPr/>
            <p:nvPr/>
          </p:nvSpPr>
          <p:spPr>
            <a:xfrm>
              <a:off x="5543813" y="329413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DB2AB">
                <a:alpha val="100000"/>
              </a:srgbClr>
            </a:solidFill>
            <a:ln w="5420" cap="flat">
              <a:solidFill>
                <a:srgbClr val="4DB2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26" name="pg1026"/>
            <p:cNvSpPr/>
            <p:nvPr/>
          </p:nvSpPr>
          <p:spPr>
            <a:xfrm>
              <a:off x="5555451" y="329413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7AAAA">
                <a:alpha val="100000"/>
              </a:srgbClr>
            </a:solidFill>
            <a:ln w="5420" cap="flat">
              <a:solidFill>
                <a:srgbClr val="47AA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27" name="pg1027"/>
            <p:cNvSpPr/>
            <p:nvPr/>
          </p:nvSpPr>
          <p:spPr>
            <a:xfrm>
              <a:off x="5567088" y="329413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9BA9">
                <a:alpha val="100000"/>
              </a:srgbClr>
            </a:solidFill>
            <a:ln w="5420" cap="flat">
              <a:solidFill>
                <a:srgbClr val="399B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28" name="pg1028"/>
            <p:cNvSpPr/>
            <p:nvPr/>
          </p:nvSpPr>
          <p:spPr>
            <a:xfrm>
              <a:off x="5578725" y="329413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595A9">
                <a:alpha val="100000"/>
              </a:srgbClr>
            </a:solidFill>
            <a:ln w="5420" cap="flat">
              <a:solidFill>
                <a:srgbClr val="3595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29" name="pg1029"/>
            <p:cNvSpPr/>
            <p:nvPr/>
          </p:nvSpPr>
          <p:spPr>
            <a:xfrm>
              <a:off x="5590363" y="329413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8FA7">
                <a:alpha val="100000"/>
              </a:srgbClr>
            </a:solidFill>
            <a:ln w="5420" cap="flat">
              <a:solidFill>
                <a:srgbClr val="378F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30" name="pg1030"/>
            <p:cNvSpPr/>
            <p:nvPr/>
          </p:nvSpPr>
          <p:spPr>
            <a:xfrm>
              <a:off x="5602000" y="329413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88AA6">
                <a:alpha val="100000"/>
              </a:srgbClr>
            </a:solidFill>
            <a:ln w="5420" cap="flat">
              <a:solidFill>
                <a:srgbClr val="388AA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31" name="pg1031"/>
            <p:cNvSpPr/>
            <p:nvPr/>
          </p:nvSpPr>
          <p:spPr>
            <a:xfrm>
              <a:off x="5613637" y="329413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86A6">
                <a:alpha val="100000"/>
              </a:srgbClr>
            </a:solidFill>
            <a:ln w="5420" cap="flat">
              <a:solidFill>
                <a:srgbClr val="3986A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32" name="pg1032"/>
            <p:cNvSpPr/>
            <p:nvPr/>
          </p:nvSpPr>
          <p:spPr>
            <a:xfrm>
              <a:off x="5625275" y="329413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85A5">
                <a:alpha val="100000"/>
              </a:srgbClr>
            </a:solidFill>
            <a:ln w="5420" cap="flat">
              <a:solidFill>
                <a:srgbClr val="3985A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33" name="pg1033"/>
            <p:cNvSpPr/>
            <p:nvPr/>
          </p:nvSpPr>
          <p:spPr>
            <a:xfrm>
              <a:off x="5636912" y="329413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83A5">
                <a:alpha val="100000"/>
              </a:srgbClr>
            </a:solidFill>
            <a:ln w="5420" cap="flat">
              <a:solidFill>
                <a:srgbClr val="3983A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34" name="pg1034"/>
            <p:cNvSpPr/>
            <p:nvPr/>
          </p:nvSpPr>
          <p:spPr>
            <a:xfrm>
              <a:off x="5345979" y="330843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FD2B2">
                <a:alpha val="100000"/>
              </a:srgbClr>
            </a:solidFill>
            <a:ln w="5420" cap="flat">
              <a:solidFill>
                <a:srgbClr val="6FD2B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35" name="pg1035"/>
            <p:cNvSpPr/>
            <p:nvPr/>
          </p:nvSpPr>
          <p:spPr>
            <a:xfrm>
              <a:off x="5357616" y="330843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5D4B4">
                <a:alpha val="100000"/>
              </a:srgbClr>
            </a:solidFill>
            <a:ln w="5420" cap="flat">
              <a:solidFill>
                <a:srgbClr val="75D4B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36" name="pg1036"/>
            <p:cNvSpPr/>
            <p:nvPr/>
          </p:nvSpPr>
          <p:spPr>
            <a:xfrm>
              <a:off x="5369253" y="330843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CD6B7">
                <a:alpha val="100000"/>
              </a:srgbClr>
            </a:solidFill>
            <a:ln w="5420" cap="flat">
              <a:solidFill>
                <a:srgbClr val="7CD6B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37" name="pg1037"/>
            <p:cNvSpPr/>
            <p:nvPr/>
          </p:nvSpPr>
          <p:spPr>
            <a:xfrm>
              <a:off x="5380891" y="330843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82D8B9">
                <a:alpha val="100000"/>
              </a:srgbClr>
            </a:solidFill>
            <a:ln w="5420" cap="flat">
              <a:solidFill>
                <a:srgbClr val="82D8B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38" name="pg1038"/>
            <p:cNvSpPr/>
            <p:nvPr/>
          </p:nvSpPr>
          <p:spPr>
            <a:xfrm>
              <a:off x="5392528" y="330843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88D9BC">
                <a:alpha val="100000"/>
              </a:srgbClr>
            </a:solidFill>
            <a:ln w="5420" cap="flat">
              <a:solidFill>
                <a:srgbClr val="88D9B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39" name="pg1039"/>
            <p:cNvSpPr/>
            <p:nvPr/>
          </p:nvSpPr>
          <p:spPr>
            <a:xfrm>
              <a:off x="5404165" y="330843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8EDBBE">
                <a:alpha val="100000"/>
              </a:srgbClr>
            </a:solidFill>
            <a:ln w="5420" cap="flat">
              <a:solidFill>
                <a:srgbClr val="8EDBB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40" name="pg1040"/>
            <p:cNvSpPr/>
            <p:nvPr/>
          </p:nvSpPr>
          <p:spPr>
            <a:xfrm>
              <a:off x="5415803" y="330843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92DCC0">
                <a:alpha val="100000"/>
              </a:srgbClr>
            </a:solidFill>
            <a:ln w="5420" cap="flat">
              <a:solidFill>
                <a:srgbClr val="92DCC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41" name="pg1041"/>
            <p:cNvSpPr/>
            <p:nvPr/>
          </p:nvSpPr>
          <p:spPr>
            <a:xfrm>
              <a:off x="5427440" y="330843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96DEC2">
                <a:alpha val="100000"/>
              </a:srgbClr>
            </a:solidFill>
            <a:ln w="5420" cap="flat">
              <a:solidFill>
                <a:srgbClr val="96DEC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42" name="pg1042"/>
            <p:cNvSpPr/>
            <p:nvPr/>
          </p:nvSpPr>
          <p:spPr>
            <a:xfrm>
              <a:off x="5439077" y="330843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97DEC3">
                <a:alpha val="100000"/>
              </a:srgbClr>
            </a:solidFill>
            <a:ln w="5420" cap="flat">
              <a:solidFill>
                <a:srgbClr val="97DEC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43" name="pg1043"/>
            <p:cNvSpPr/>
            <p:nvPr/>
          </p:nvSpPr>
          <p:spPr>
            <a:xfrm>
              <a:off x="5450715" y="330843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94DDC1">
                <a:alpha val="100000"/>
              </a:srgbClr>
            </a:solidFill>
            <a:ln w="5420" cap="flat">
              <a:solidFill>
                <a:srgbClr val="94DDC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44" name="pg1044"/>
            <p:cNvSpPr/>
            <p:nvPr/>
          </p:nvSpPr>
          <p:spPr>
            <a:xfrm>
              <a:off x="5462352" y="330843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8EDBBF">
                <a:alpha val="100000"/>
              </a:srgbClr>
            </a:solidFill>
            <a:ln w="5420" cap="flat">
              <a:solidFill>
                <a:srgbClr val="8EDBB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45" name="pg1045"/>
            <p:cNvSpPr/>
            <p:nvPr/>
          </p:nvSpPr>
          <p:spPr>
            <a:xfrm>
              <a:off x="5473989" y="330843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86D9BB">
                <a:alpha val="100000"/>
              </a:srgbClr>
            </a:solidFill>
            <a:ln w="5420" cap="flat">
              <a:solidFill>
                <a:srgbClr val="86D9B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46" name="pg1046"/>
            <p:cNvSpPr/>
            <p:nvPr/>
          </p:nvSpPr>
          <p:spPr>
            <a:xfrm>
              <a:off x="5485627" y="330843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AD5B6">
                <a:alpha val="100000"/>
              </a:srgbClr>
            </a:solidFill>
            <a:ln w="5420" cap="flat">
              <a:solidFill>
                <a:srgbClr val="7AD5B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47" name="pg1047"/>
            <p:cNvSpPr/>
            <p:nvPr/>
          </p:nvSpPr>
          <p:spPr>
            <a:xfrm>
              <a:off x="5497264" y="330843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CD1B0">
                <a:alpha val="100000"/>
              </a:srgbClr>
            </a:solidFill>
            <a:ln w="5420" cap="flat">
              <a:solidFill>
                <a:srgbClr val="6CD1B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48" name="pg1048"/>
            <p:cNvSpPr/>
            <p:nvPr/>
          </p:nvSpPr>
          <p:spPr>
            <a:xfrm>
              <a:off x="5508901" y="330843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FCCAC">
                <a:alpha val="100000"/>
              </a:srgbClr>
            </a:solidFill>
            <a:ln w="5420" cap="flat">
              <a:solidFill>
                <a:srgbClr val="5FCC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49" name="pg1049"/>
            <p:cNvSpPr/>
            <p:nvPr/>
          </p:nvSpPr>
          <p:spPr>
            <a:xfrm>
              <a:off x="5520539" y="330843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AC5AC">
                <a:alpha val="100000"/>
              </a:srgbClr>
            </a:solidFill>
            <a:ln w="5420" cap="flat">
              <a:solidFill>
                <a:srgbClr val="5AC5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50" name="pg1050"/>
            <p:cNvSpPr/>
            <p:nvPr/>
          </p:nvSpPr>
          <p:spPr>
            <a:xfrm>
              <a:off x="5532176" y="330843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5BDAB">
                <a:alpha val="100000"/>
              </a:srgbClr>
            </a:solidFill>
            <a:ln w="5420" cap="flat">
              <a:solidFill>
                <a:srgbClr val="55BD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51" name="pg1051"/>
            <p:cNvSpPr/>
            <p:nvPr/>
          </p:nvSpPr>
          <p:spPr>
            <a:xfrm>
              <a:off x="5543813" y="330843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0B6AB">
                <a:alpha val="100000"/>
              </a:srgbClr>
            </a:solidFill>
            <a:ln w="5420" cap="flat">
              <a:solidFill>
                <a:srgbClr val="50B6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52" name="pg1052"/>
            <p:cNvSpPr/>
            <p:nvPr/>
          </p:nvSpPr>
          <p:spPr>
            <a:xfrm>
              <a:off x="5555451" y="330843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AAEAB">
                <a:alpha val="100000"/>
              </a:srgbClr>
            </a:solidFill>
            <a:ln w="5420" cap="flat">
              <a:solidFill>
                <a:srgbClr val="4AAE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53" name="pg1053"/>
            <p:cNvSpPr/>
            <p:nvPr/>
          </p:nvSpPr>
          <p:spPr>
            <a:xfrm>
              <a:off x="5567088" y="330843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DA0AA">
                <a:alpha val="100000"/>
              </a:srgbClr>
            </a:solidFill>
            <a:ln w="5420" cap="flat">
              <a:solidFill>
                <a:srgbClr val="3DA0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54" name="pg1054"/>
            <p:cNvSpPr/>
            <p:nvPr/>
          </p:nvSpPr>
          <p:spPr>
            <a:xfrm>
              <a:off x="5590363" y="330843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595A9">
                <a:alpha val="100000"/>
              </a:srgbClr>
            </a:solidFill>
            <a:ln w="5420" cap="flat">
              <a:solidFill>
                <a:srgbClr val="3595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55" name="pg1055"/>
            <p:cNvSpPr/>
            <p:nvPr/>
          </p:nvSpPr>
          <p:spPr>
            <a:xfrm>
              <a:off x="5345979" y="332273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DD2B1">
                <a:alpha val="100000"/>
              </a:srgbClr>
            </a:solidFill>
            <a:ln w="5420" cap="flat">
              <a:solidFill>
                <a:srgbClr val="6DD2B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56" name="pg1056"/>
            <p:cNvSpPr/>
            <p:nvPr/>
          </p:nvSpPr>
          <p:spPr>
            <a:xfrm>
              <a:off x="5357616" y="332273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4D3B3">
                <a:alpha val="100000"/>
              </a:srgbClr>
            </a:solidFill>
            <a:ln w="5420" cap="flat">
              <a:solidFill>
                <a:srgbClr val="74D3B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57" name="pg1057"/>
            <p:cNvSpPr/>
            <p:nvPr/>
          </p:nvSpPr>
          <p:spPr>
            <a:xfrm>
              <a:off x="5369253" y="332273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AD5B6">
                <a:alpha val="100000"/>
              </a:srgbClr>
            </a:solidFill>
            <a:ln w="5420" cap="flat">
              <a:solidFill>
                <a:srgbClr val="7AD5B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58" name="pg1058"/>
            <p:cNvSpPr/>
            <p:nvPr/>
          </p:nvSpPr>
          <p:spPr>
            <a:xfrm>
              <a:off x="5380891" y="332273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80D7B8">
                <a:alpha val="100000"/>
              </a:srgbClr>
            </a:solidFill>
            <a:ln w="5420" cap="flat">
              <a:solidFill>
                <a:srgbClr val="80D7B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59" name="pg1059"/>
            <p:cNvSpPr/>
            <p:nvPr/>
          </p:nvSpPr>
          <p:spPr>
            <a:xfrm>
              <a:off x="5392528" y="332273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86D9BB">
                <a:alpha val="100000"/>
              </a:srgbClr>
            </a:solidFill>
            <a:ln w="5420" cap="flat">
              <a:solidFill>
                <a:srgbClr val="86D9B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60" name="pg1060"/>
            <p:cNvSpPr/>
            <p:nvPr/>
          </p:nvSpPr>
          <p:spPr>
            <a:xfrm>
              <a:off x="5404165" y="332273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8BDABD">
                <a:alpha val="100000"/>
              </a:srgbClr>
            </a:solidFill>
            <a:ln w="5420" cap="flat">
              <a:solidFill>
                <a:srgbClr val="8BDAB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61" name="pg1061"/>
            <p:cNvSpPr/>
            <p:nvPr/>
          </p:nvSpPr>
          <p:spPr>
            <a:xfrm>
              <a:off x="5415803" y="332273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8FDCBF">
                <a:alpha val="100000"/>
              </a:srgbClr>
            </a:solidFill>
            <a:ln w="5420" cap="flat">
              <a:solidFill>
                <a:srgbClr val="8FDCB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62" name="pg1062"/>
            <p:cNvSpPr/>
            <p:nvPr/>
          </p:nvSpPr>
          <p:spPr>
            <a:xfrm>
              <a:off x="5427440" y="332273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92DDC0">
                <a:alpha val="100000"/>
              </a:srgbClr>
            </a:solidFill>
            <a:ln w="5420" cap="flat">
              <a:solidFill>
                <a:srgbClr val="92DDC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63" name="pg1063"/>
            <p:cNvSpPr/>
            <p:nvPr/>
          </p:nvSpPr>
          <p:spPr>
            <a:xfrm>
              <a:off x="5439077" y="332273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94DDC1">
                <a:alpha val="100000"/>
              </a:srgbClr>
            </a:solidFill>
            <a:ln w="5420" cap="flat">
              <a:solidFill>
                <a:srgbClr val="94DDC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64" name="pg1064"/>
            <p:cNvSpPr/>
            <p:nvPr/>
          </p:nvSpPr>
          <p:spPr>
            <a:xfrm>
              <a:off x="5450715" y="332273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90DCBF">
                <a:alpha val="100000"/>
              </a:srgbClr>
            </a:solidFill>
            <a:ln w="5420" cap="flat">
              <a:solidFill>
                <a:srgbClr val="90DCB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65" name="pg1065"/>
            <p:cNvSpPr/>
            <p:nvPr/>
          </p:nvSpPr>
          <p:spPr>
            <a:xfrm>
              <a:off x="5462352" y="332273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8CDABD">
                <a:alpha val="100000"/>
              </a:srgbClr>
            </a:solidFill>
            <a:ln w="5420" cap="flat">
              <a:solidFill>
                <a:srgbClr val="8CDAB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66" name="pg1066"/>
            <p:cNvSpPr/>
            <p:nvPr/>
          </p:nvSpPr>
          <p:spPr>
            <a:xfrm>
              <a:off x="5334341" y="333703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5CFAE">
                <a:alpha val="100000"/>
              </a:srgbClr>
            </a:solidFill>
            <a:ln w="5420" cap="flat">
              <a:solidFill>
                <a:srgbClr val="65CFA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67" name="pg1067"/>
            <p:cNvSpPr/>
            <p:nvPr/>
          </p:nvSpPr>
          <p:spPr>
            <a:xfrm>
              <a:off x="5345979" y="333703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AD1B0">
                <a:alpha val="100000"/>
              </a:srgbClr>
            </a:solidFill>
            <a:ln w="5420" cap="flat">
              <a:solidFill>
                <a:srgbClr val="6AD1B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68" name="pg1068"/>
            <p:cNvSpPr/>
            <p:nvPr/>
          </p:nvSpPr>
          <p:spPr>
            <a:xfrm>
              <a:off x="5357616" y="333703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0D2B2">
                <a:alpha val="100000"/>
              </a:srgbClr>
            </a:solidFill>
            <a:ln w="5420" cap="flat">
              <a:solidFill>
                <a:srgbClr val="70D2B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69" name="pg1069"/>
            <p:cNvSpPr/>
            <p:nvPr/>
          </p:nvSpPr>
          <p:spPr>
            <a:xfrm>
              <a:off x="5369253" y="333703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6D4B4">
                <a:alpha val="100000"/>
              </a:srgbClr>
            </a:solidFill>
            <a:ln w="5420" cap="flat">
              <a:solidFill>
                <a:srgbClr val="76D4B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70" name="pg1070"/>
            <p:cNvSpPr/>
            <p:nvPr/>
          </p:nvSpPr>
          <p:spPr>
            <a:xfrm>
              <a:off x="5380891" y="333703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CD6B7">
                <a:alpha val="100000"/>
              </a:srgbClr>
            </a:solidFill>
            <a:ln w="5420" cap="flat">
              <a:solidFill>
                <a:srgbClr val="7CD6B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71" name="pg1071"/>
            <p:cNvSpPr/>
            <p:nvPr/>
          </p:nvSpPr>
          <p:spPr>
            <a:xfrm>
              <a:off x="5392528" y="333703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81D7B9">
                <a:alpha val="100000"/>
              </a:srgbClr>
            </a:solidFill>
            <a:ln w="5420" cap="flat">
              <a:solidFill>
                <a:srgbClr val="81D7B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72" name="pg1072"/>
            <p:cNvSpPr/>
            <p:nvPr/>
          </p:nvSpPr>
          <p:spPr>
            <a:xfrm>
              <a:off x="5404165" y="333703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86D9BB">
                <a:alpha val="100000"/>
              </a:srgbClr>
            </a:solidFill>
            <a:ln w="5420" cap="flat">
              <a:solidFill>
                <a:srgbClr val="86D9B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73" name="pg1073"/>
            <p:cNvSpPr/>
            <p:nvPr/>
          </p:nvSpPr>
          <p:spPr>
            <a:xfrm>
              <a:off x="5415803" y="333703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8ADABD">
                <a:alpha val="100000"/>
              </a:srgbClr>
            </a:solidFill>
            <a:ln w="5420" cap="flat">
              <a:solidFill>
                <a:srgbClr val="8ADAB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74" name="pg1074"/>
            <p:cNvSpPr/>
            <p:nvPr/>
          </p:nvSpPr>
          <p:spPr>
            <a:xfrm>
              <a:off x="5427440" y="333703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8CDBBE">
                <a:alpha val="100000"/>
              </a:srgbClr>
            </a:solidFill>
            <a:ln w="5420" cap="flat">
              <a:solidFill>
                <a:srgbClr val="8CDBB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75" name="pg1075"/>
            <p:cNvSpPr/>
            <p:nvPr/>
          </p:nvSpPr>
          <p:spPr>
            <a:xfrm>
              <a:off x="5322704" y="335133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ECAAC">
                <a:alpha val="100000"/>
              </a:srgbClr>
            </a:solidFill>
            <a:ln w="5420" cap="flat">
              <a:solidFill>
                <a:srgbClr val="5ECA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76" name="pg1076"/>
            <p:cNvSpPr/>
            <p:nvPr/>
          </p:nvSpPr>
          <p:spPr>
            <a:xfrm>
              <a:off x="5334341" y="335133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1CEAC">
                <a:alpha val="100000"/>
              </a:srgbClr>
            </a:solidFill>
            <a:ln w="5420" cap="flat">
              <a:solidFill>
                <a:srgbClr val="61CE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77" name="pg1077"/>
            <p:cNvSpPr/>
            <p:nvPr/>
          </p:nvSpPr>
          <p:spPr>
            <a:xfrm>
              <a:off x="5345979" y="335133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6D0AE">
                <a:alpha val="100000"/>
              </a:srgbClr>
            </a:solidFill>
            <a:ln w="5420" cap="flat">
              <a:solidFill>
                <a:srgbClr val="66D0A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78" name="pg1078"/>
            <p:cNvSpPr/>
            <p:nvPr/>
          </p:nvSpPr>
          <p:spPr>
            <a:xfrm>
              <a:off x="5357616" y="335133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CD1B0">
                <a:alpha val="100000"/>
              </a:srgbClr>
            </a:solidFill>
            <a:ln w="5420" cap="flat">
              <a:solidFill>
                <a:srgbClr val="6CD1B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79" name="pg1079"/>
            <p:cNvSpPr/>
            <p:nvPr/>
          </p:nvSpPr>
          <p:spPr>
            <a:xfrm>
              <a:off x="5369253" y="335133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1D3B2">
                <a:alpha val="100000"/>
              </a:srgbClr>
            </a:solidFill>
            <a:ln w="5420" cap="flat">
              <a:solidFill>
                <a:srgbClr val="71D3B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80" name="pg1080"/>
            <p:cNvSpPr/>
            <p:nvPr/>
          </p:nvSpPr>
          <p:spPr>
            <a:xfrm>
              <a:off x="5380891" y="335133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7D4B4">
                <a:alpha val="100000"/>
              </a:srgbClr>
            </a:solidFill>
            <a:ln w="5420" cap="flat">
              <a:solidFill>
                <a:srgbClr val="77D4B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81" name="pg1081"/>
            <p:cNvSpPr/>
            <p:nvPr/>
          </p:nvSpPr>
          <p:spPr>
            <a:xfrm>
              <a:off x="5392528" y="335133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BD6B6">
                <a:alpha val="100000"/>
              </a:srgbClr>
            </a:solidFill>
            <a:ln w="5420" cap="flat">
              <a:solidFill>
                <a:srgbClr val="7BD6B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82" name="pg1082"/>
            <p:cNvSpPr/>
            <p:nvPr/>
          </p:nvSpPr>
          <p:spPr>
            <a:xfrm>
              <a:off x="5404165" y="335133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80D7B8">
                <a:alpha val="100000"/>
              </a:srgbClr>
            </a:solidFill>
            <a:ln w="5420" cap="flat">
              <a:solidFill>
                <a:srgbClr val="80D7B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83" name="pg1083"/>
            <p:cNvSpPr/>
            <p:nvPr/>
          </p:nvSpPr>
          <p:spPr>
            <a:xfrm>
              <a:off x="5311067" y="336563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BC6AC">
                <a:alpha val="100000"/>
              </a:srgbClr>
            </a:solidFill>
            <a:ln w="5420" cap="flat">
              <a:solidFill>
                <a:srgbClr val="5BC6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84" name="pg1084"/>
            <p:cNvSpPr/>
            <p:nvPr/>
          </p:nvSpPr>
          <p:spPr>
            <a:xfrm>
              <a:off x="5322704" y="336563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CC8AC">
                <a:alpha val="100000"/>
              </a:srgbClr>
            </a:solidFill>
            <a:ln w="5420" cap="flat">
              <a:solidFill>
                <a:srgbClr val="5CC8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85" name="pg1085"/>
            <p:cNvSpPr/>
            <p:nvPr/>
          </p:nvSpPr>
          <p:spPr>
            <a:xfrm>
              <a:off x="5334341" y="336563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ECBAC">
                <a:alpha val="100000"/>
              </a:srgbClr>
            </a:solidFill>
            <a:ln w="5420" cap="flat">
              <a:solidFill>
                <a:srgbClr val="5ECB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86" name="pg1086"/>
            <p:cNvSpPr/>
            <p:nvPr/>
          </p:nvSpPr>
          <p:spPr>
            <a:xfrm>
              <a:off x="5345979" y="336563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FCDAC">
                <a:alpha val="100000"/>
              </a:srgbClr>
            </a:solidFill>
            <a:ln w="5420" cap="flat">
              <a:solidFill>
                <a:srgbClr val="5FCD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87" name="pg1087"/>
            <p:cNvSpPr/>
            <p:nvPr/>
          </p:nvSpPr>
          <p:spPr>
            <a:xfrm>
              <a:off x="5357616" y="336563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1CEAC">
                <a:alpha val="100000"/>
              </a:srgbClr>
            </a:solidFill>
            <a:ln w="5420" cap="flat">
              <a:solidFill>
                <a:srgbClr val="61CE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88" name="pg1088"/>
            <p:cNvSpPr/>
            <p:nvPr/>
          </p:nvSpPr>
          <p:spPr>
            <a:xfrm>
              <a:off x="5369253" y="336563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6D0AE">
                <a:alpha val="100000"/>
              </a:srgbClr>
            </a:solidFill>
            <a:ln w="5420" cap="flat">
              <a:solidFill>
                <a:srgbClr val="66D0A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89" name="pg1089"/>
            <p:cNvSpPr/>
            <p:nvPr/>
          </p:nvSpPr>
          <p:spPr>
            <a:xfrm>
              <a:off x="5380891" y="336563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AD1B0">
                <a:alpha val="100000"/>
              </a:srgbClr>
            </a:solidFill>
            <a:ln w="5420" cap="flat">
              <a:solidFill>
                <a:srgbClr val="6AD1B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90" name="pg1090"/>
            <p:cNvSpPr/>
            <p:nvPr/>
          </p:nvSpPr>
          <p:spPr>
            <a:xfrm>
              <a:off x="5311067" y="337993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AC5AC">
                <a:alpha val="100000"/>
              </a:srgbClr>
            </a:solidFill>
            <a:ln w="5420" cap="flat">
              <a:solidFill>
                <a:srgbClr val="5AC5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91" name="pg1091"/>
            <p:cNvSpPr/>
            <p:nvPr/>
          </p:nvSpPr>
          <p:spPr>
            <a:xfrm>
              <a:off x="5322704" y="337993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BC6AC">
                <a:alpha val="100000"/>
              </a:srgbClr>
            </a:solidFill>
            <a:ln w="5420" cap="flat">
              <a:solidFill>
                <a:srgbClr val="5BC6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92" name="pg1092"/>
            <p:cNvSpPr/>
            <p:nvPr/>
          </p:nvSpPr>
          <p:spPr>
            <a:xfrm>
              <a:off x="5334341" y="337993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DCAAC">
                <a:alpha val="100000"/>
              </a:srgbClr>
            </a:solidFill>
            <a:ln w="5420" cap="flat">
              <a:solidFill>
                <a:srgbClr val="5DCA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93" name="pg1093"/>
            <p:cNvSpPr/>
            <p:nvPr/>
          </p:nvSpPr>
          <p:spPr>
            <a:xfrm>
              <a:off x="5345979" y="337993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ECBAC">
                <a:alpha val="100000"/>
              </a:srgbClr>
            </a:solidFill>
            <a:ln w="5420" cap="flat">
              <a:solidFill>
                <a:srgbClr val="5ECB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94" name="pg1094"/>
            <p:cNvSpPr/>
            <p:nvPr/>
          </p:nvSpPr>
          <p:spPr>
            <a:xfrm>
              <a:off x="5357616" y="337993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FCDAC">
                <a:alpha val="100000"/>
              </a:srgbClr>
            </a:solidFill>
            <a:ln w="5420" cap="flat">
              <a:solidFill>
                <a:srgbClr val="5FCD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95" name="pg1095"/>
            <p:cNvSpPr/>
            <p:nvPr/>
          </p:nvSpPr>
          <p:spPr>
            <a:xfrm>
              <a:off x="5369253" y="337993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0CEAC">
                <a:alpha val="100000"/>
              </a:srgbClr>
            </a:solidFill>
            <a:ln w="5420" cap="flat">
              <a:solidFill>
                <a:srgbClr val="60CE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96" name="pg1096"/>
            <p:cNvSpPr/>
            <p:nvPr/>
          </p:nvSpPr>
          <p:spPr>
            <a:xfrm>
              <a:off x="5380891" y="337993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3CFAD">
                <a:alpha val="100000"/>
              </a:srgbClr>
            </a:solidFill>
            <a:ln w="5420" cap="flat">
              <a:solidFill>
                <a:srgbClr val="63CFA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97" name="pg1097"/>
            <p:cNvSpPr/>
            <p:nvPr/>
          </p:nvSpPr>
          <p:spPr>
            <a:xfrm>
              <a:off x="5311067" y="339424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AC4AC">
                <a:alpha val="100000"/>
              </a:srgbClr>
            </a:solidFill>
            <a:ln w="5420" cap="flat">
              <a:solidFill>
                <a:srgbClr val="5AC4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98" name="pg1098"/>
            <p:cNvSpPr/>
            <p:nvPr/>
          </p:nvSpPr>
          <p:spPr>
            <a:xfrm>
              <a:off x="5322704" y="339424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AC5AC">
                <a:alpha val="100000"/>
              </a:srgbClr>
            </a:solidFill>
            <a:ln w="5420" cap="flat">
              <a:solidFill>
                <a:srgbClr val="5AC5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99" name="pg1099"/>
            <p:cNvSpPr/>
            <p:nvPr/>
          </p:nvSpPr>
          <p:spPr>
            <a:xfrm>
              <a:off x="5334341" y="339424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CC8AC">
                <a:alpha val="100000"/>
              </a:srgbClr>
            </a:solidFill>
            <a:ln w="5420" cap="flat">
              <a:solidFill>
                <a:srgbClr val="5CC8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00" name="pg1100"/>
            <p:cNvSpPr/>
            <p:nvPr/>
          </p:nvSpPr>
          <p:spPr>
            <a:xfrm>
              <a:off x="5345979" y="339424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DCAAC">
                <a:alpha val="100000"/>
              </a:srgbClr>
            </a:solidFill>
            <a:ln w="5420" cap="flat">
              <a:solidFill>
                <a:srgbClr val="5DCA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01" name="pg1101"/>
            <p:cNvSpPr/>
            <p:nvPr/>
          </p:nvSpPr>
          <p:spPr>
            <a:xfrm>
              <a:off x="5357616" y="339424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ECBAC">
                <a:alpha val="100000"/>
              </a:srgbClr>
            </a:solidFill>
            <a:ln w="5420" cap="flat">
              <a:solidFill>
                <a:srgbClr val="5ECB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02" name="pg1102"/>
            <p:cNvSpPr/>
            <p:nvPr/>
          </p:nvSpPr>
          <p:spPr>
            <a:xfrm>
              <a:off x="5369253" y="339424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FCCAC">
                <a:alpha val="100000"/>
              </a:srgbClr>
            </a:solidFill>
            <a:ln w="5420" cap="flat">
              <a:solidFill>
                <a:srgbClr val="5FCC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03" name="pg1103"/>
            <p:cNvSpPr/>
            <p:nvPr/>
          </p:nvSpPr>
          <p:spPr>
            <a:xfrm>
              <a:off x="5380891" y="339424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FCDAC">
                <a:alpha val="100000"/>
              </a:srgbClr>
            </a:solidFill>
            <a:ln w="5420" cap="flat">
              <a:solidFill>
                <a:srgbClr val="5FCD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04" name="pg1104"/>
            <p:cNvSpPr/>
            <p:nvPr/>
          </p:nvSpPr>
          <p:spPr>
            <a:xfrm>
              <a:off x="5311067" y="340854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9C3AC">
                <a:alpha val="100000"/>
              </a:srgbClr>
            </a:solidFill>
            <a:ln w="5420" cap="flat">
              <a:solidFill>
                <a:srgbClr val="59C3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05" name="pg1105"/>
            <p:cNvSpPr/>
            <p:nvPr/>
          </p:nvSpPr>
          <p:spPr>
            <a:xfrm>
              <a:off x="5322704" y="340854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AC4AC">
                <a:alpha val="100000"/>
              </a:srgbClr>
            </a:solidFill>
            <a:ln w="5420" cap="flat">
              <a:solidFill>
                <a:srgbClr val="5AC4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06" name="pg1106"/>
            <p:cNvSpPr/>
            <p:nvPr/>
          </p:nvSpPr>
          <p:spPr>
            <a:xfrm>
              <a:off x="5334341" y="340854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CC7AC">
                <a:alpha val="100000"/>
              </a:srgbClr>
            </a:solidFill>
            <a:ln w="5420" cap="flat">
              <a:solidFill>
                <a:srgbClr val="5CC7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07" name="pg1107"/>
            <p:cNvSpPr/>
            <p:nvPr/>
          </p:nvSpPr>
          <p:spPr>
            <a:xfrm>
              <a:off x="5345979" y="340854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DC9AC">
                <a:alpha val="100000"/>
              </a:srgbClr>
            </a:solidFill>
            <a:ln w="5420" cap="flat">
              <a:solidFill>
                <a:srgbClr val="5DC9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08" name="pg1108"/>
            <p:cNvSpPr/>
            <p:nvPr/>
          </p:nvSpPr>
          <p:spPr>
            <a:xfrm>
              <a:off x="5357616" y="340854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DCAAC">
                <a:alpha val="100000"/>
              </a:srgbClr>
            </a:solidFill>
            <a:ln w="5420" cap="flat">
              <a:solidFill>
                <a:srgbClr val="5DCA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09" name="pg1109"/>
            <p:cNvSpPr/>
            <p:nvPr/>
          </p:nvSpPr>
          <p:spPr>
            <a:xfrm>
              <a:off x="5369253" y="340854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ECBAC">
                <a:alpha val="100000"/>
              </a:srgbClr>
            </a:solidFill>
            <a:ln w="5420" cap="flat">
              <a:solidFill>
                <a:srgbClr val="5ECB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10" name="pg1110"/>
            <p:cNvSpPr/>
            <p:nvPr/>
          </p:nvSpPr>
          <p:spPr>
            <a:xfrm>
              <a:off x="5380891" y="340854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ECBAC">
                <a:alpha val="100000"/>
              </a:srgbClr>
            </a:solidFill>
            <a:ln w="5420" cap="flat">
              <a:solidFill>
                <a:srgbClr val="5ECB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11" name="pg1111"/>
            <p:cNvSpPr/>
            <p:nvPr/>
          </p:nvSpPr>
          <p:spPr>
            <a:xfrm>
              <a:off x="5241243" y="342284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FB4AB">
                <a:alpha val="100000"/>
              </a:srgbClr>
            </a:solidFill>
            <a:ln w="5420" cap="flat">
              <a:solidFill>
                <a:srgbClr val="4FB4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12" name="pg1112"/>
            <p:cNvSpPr/>
            <p:nvPr/>
          </p:nvSpPr>
          <p:spPr>
            <a:xfrm>
              <a:off x="5252880" y="342284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0B7AB">
                <a:alpha val="100000"/>
              </a:srgbClr>
            </a:solidFill>
            <a:ln w="5420" cap="flat">
              <a:solidFill>
                <a:srgbClr val="50B7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13" name="pg1113"/>
            <p:cNvSpPr/>
            <p:nvPr/>
          </p:nvSpPr>
          <p:spPr>
            <a:xfrm>
              <a:off x="5334341" y="342284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BC7AC">
                <a:alpha val="100000"/>
              </a:srgbClr>
            </a:solidFill>
            <a:ln w="5420" cap="flat">
              <a:solidFill>
                <a:srgbClr val="5BC7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14" name="pg1114"/>
            <p:cNvSpPr/>
            <p:nvPr/>
          </p:nvSpPr>
          <p:spPr>
            <a:xfrm>
              <a:off x="5345979" y="342284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CC8AC">
                <a:alpha val="100000"/>
              </a:srgbClr>
            </a:solidFill>
            <a:ln w="5420" cap="flat">
              <a:solidFill>
                <a:srgbClr val="5CC8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15" name="pg1115"/>
            <p:cNvSpPr/>
            <p:nvPr/>
          </p:nvSpPr>
          <p:spPr>
            <a:xfrm>
              <a:off x="5357616" y="342284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DC9AC">
                <a:alpha val="100000"/>
              </a:srgbClr>
            </a:solidFill>
            <a:ln w="5420" cap="flat">
              <a:solidFill>
                <a:srgbClr val="5DC9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16" name="pg1116"/>
            <p:cNvSpPr/>
            <p:nvPr/>
          </p:nvSpPr>
          <p:spPr>
            <a:xfrm>
              <a:off x="5369253" y="342284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DCAAC">
                <a:alpha val="100000"/>
              </a:srgbClr>
            </a:solidFill>
            <a:ln w="5420" cap="flat">
              <a:solidFill>
                <a:srgbClr val="5DCA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17" name="pg1117"/>
            <p:cNvSpPr/>
            <p:nvPr/>
          </p:nvSpPr>
          <p:spPr>
            <a:xfrm>
              <a:off x="5380891" y="342284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ECAAC">
                <a:alpha val="100000"/>
              </a:srgbClr>
            </a:solidFill>
            <a:ln w="5420" cap="flat">
              <a:solidFill>
                <a:srgbClr val="5ECA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18" name="pg1118"/>
            <p:cNvSpPr/>
            <p:nvPr/>
          </p:nvSpPr>
          <p:spPr>
            <a:xfrm>
              <a:off x="5217968" y="343714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8ADAB">
                <a:alpha val="100000"/>
              </a:srgbClr>
            </a:solidFill>
            <a:ln w="5420" cap="flat">
              <a:solidFill>
                <a:srgbClr val="48AD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19" name="pg1119"/>
            <p:cNvSpPr/>
            <p:nvPr/>
          </p:nvSpPr>
          <p:spPr>
            <a:xfrm>
              <a:off x="5229605" y="343714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BAFAB">
                <a:alpha val="100000"/>
              </a:srgbClr>
            </a:solidFill>
            <a:ln w="5420" cap="flat">
              <a:solidFill>
                <a:srgbClr val="4BAF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20" name="pg1120"/>
            <p:cNvSpPr/>
            <p:nvPr/>
          </p:nvSpPr>
          <p:spPr>
            <a:xfrm>
              <a:off x="5241243" y="343714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DB2AB">
                <a:alpha val="100000"/>
              </a:srgbClr>
            </a:solidFill>
            <a:ln w="5420" cap="flat">
              <a:solidFill>
                <a:srgbClr val="4DB2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21" name="pg1121"/>
            <p:cNvSpPr/>
            <p:nvPr/>
          </p:nvSpPr>
          <p:spPr>
            <a:xfrm>
              <a:off x="5252880" y="343714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FB5AB">
                <a:alpha val="100000"/>
              </a:srgbClr>
            </a:solidFill>
            <a:ln w="5420" cap="flat">
              <a:solidFill>
                <a:srgbClr val="4FB5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22" name="pg1122"/>
            <p:cNvSpPr/>
            <p:nvPr/>
          </p:nvSpPr>
          <p:spPr>
            <a:xfrm>
              <a:off x="5264517" y="343714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1B8AB">
                <a:alpha val="100000"/>
              </a:srgbClr>
            </a:solidFill>
            <a:ln w="5420" cap="flat">
              <a:solidFill>
                <a:srgbClr val="51B8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23" name="pg1123"/>
            <p:cNvSpPr/>
            <p:nvPr/>
          </p:nvSpPr>
          <p:spPr>
            <a:xfrm>
              <a:off x="5334341" y="343714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BC6AC">
                <a:alpha val="100000"/>
              </a:srgbClr>
            </a:solidFill>
            <a:ln w="5420" cap="flat">
              <a:solidFill>
                <a:srgbClr val="5BC6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24" name="pg1124"/>
            <p:cNvSpPr/>
            <p:nvPr/>
          </p:nvSpPr>
          <p:spPr>
            <a:xfrm>
              <a:off x="5345979" y="343714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CC8AC">
                <a:alpha val="100000"/>
              </a:srgbClr>
            </a:solidFill>
            <a:ln w="5420" cap="flat">
              <a:solidFill>
                <a:srgbClr val="5CC8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25" name="pg1125"/>
            <p:cNvSpPr/>
            <p:nvPr/>
          </p:nvSpPr>
          <p:spPr>
            <a:xfrm>
              <a:off x="5357616" y="343714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CC8AC">
                <a:alpha val="100000"/>
              </a:srgbClr>
            </a:solidFill>
            <a:ln w="5420" cap="flat">
              <a:solidFill>
                <a:srgbClr val="5CC8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26" name="pg1126"/>
            <p:cNvSpPr/>
            <p:nvPr/>
          </p:nvSpPr>
          <p:spPr>
            <a:xfrm>
              <a:off x="5369253" y="343714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DC9AC">
                <a:alpha val="100000"/>
              </a:srgbClr>
            </a:solidFill>
            <a:ln w="5420" cap="flat">
              <a:solidFill>
                <a:srgbClr val="5DC9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27" name="pg1127"/>
            <p:cNvSpPr/>
            <p:nvPr/>
          </p:nvSpPr>
          <p:spPr>
            <a:xfrm>
              <a:off x="5380891" y="343714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DCAAC">
                <a:alpha val="100000"/>
              </a:srgbClr>
            </a:solidFill>
            <a:ln w="5420" cap="flat">
              <a:solidFill>
                <a:srgbClr val="5DCA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28" name="pg1128"/>
            <p:cNvSpPr/>
            <p:nvPr/>
          </p:nvSpPr>
          <p:spPr>
            <a:xfrm>
              <a:off x="5194693" y="345144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FA2AA">
                <a:alpha val="100000"/>
              </a:srgbClr>
            </a:solidFill>
            <a:ln w="5420" cap="flat">
              <a:solidFill>
                <a:srgbClr val="3FA2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29" name="pg1129"/>
            <p:cNvSpPr/>
            <p:nvPr/>
          </p:nvSpPr>
          <p:spPr>
            <a:xfrm>
              <a:off x="5206331" y="345144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1A4AA">
                <a:alpha val="100000"/>
              </a:srgbClr>
            </a:solidFill>
            <a:ln w="5420" cap="flat">
              <a:solidFill>
                <a:srgbClr val="41A4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30" name="pg1130"/>
            <p:cNvSpPr/>
            <p:nvPr/>
          </p:nvSpPr>
          <p:spPr>
            <a:xfrm>
              <a:off x="5217968" y="345144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5A8AA">
                <a:alpha val="100000"/>
              </a:srgbClr>
            </a:solidFill>
            <a:ln w="5420" cap="flat">
              <a:solidFill>
                <a:srgbClr val="45A8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31" name="pg1131"/>
            <p:cNvSpPr/>
            <p:nvPr/>
          </p:nvSpPr>
          <p:spPr>
            <a:xfrm>
              <a:off x="5229605" y="345144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8ACAA">
                <a:alpha val="100000"/>
              </a:srgbClr>
            </a:solidFill>
            <a:ln w="5420" cap="flat">
              <a:solidFill>
                <a:srgbClr val="48AC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32" name="pg1132"/>
            <p:cNvSpPr/>
            <p:nvPr/>
          </p:nvSpPr>
          <p:spPr>
            <a:xfrm>
              <a:off x="5241243" y="345144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BB0AB">
                <a:alpha val="100000"/>
              </a:srgbClr>
            </a:solidFill>
            <a:ln w="5420" cap="flat">
              <a:solidFill>
                <a:srgbClr val="4BB0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33" name="pg1133"/>
            <p:cNvSpPr/>
            <p:nvPr/>
          </p:nvSpPr>
          <p:spPr>
            <a:xfrm>
              <a:off x="5252880" y="345144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EB3AB">
                <a:alpha val="100000"/>
              </a:srgbClr>
            </a:solidFill>
            <a:ln w="5420" cap="flat">
              <a:solidFill>
                <a:srgbClr val="4EB3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34" name="pg1134"/>
            <p:cNvSpPr/>
            <p:nvPr/>
          </p:nvSpPr>
          <p:spPr>
            <a:xfrm>
              <a:off x="5264517" y="345144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1B7AB">
                <a:alpha val="100000"/>
              </a:srgbClr>
            </a:solidFill>
            <a:ln w="5420" cap="flat">
              <a:solidFill>
                <a:srgbClr val="51B7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35" name="pg1135"/>
            <p:cNvSpPr/>
            <p:nvPr/>
          </p:nvSpPr>
          <p:spPr>
            <a:xfrm>
              <a:off x="5322704" y="345144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AC5AC">
                <a:alpha val="100000"/>
              </a:srgbClr>
            </a:solidFill>
            <a:ln w="5420" cap="flat">
              <a:solidFill>
                <a:srgbClr val="5AC5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36" name="pg1136"/>
            <p:cNvSpPr/>
            <p:nvPr/>
          </p:nvSpPr>
          <p:spPr>
            <a:xfrm>
              <a:off x="5334341" y="345144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BC7AC">
                <a:alpha val="100000"/>
              </a:srgbClr>
            </a:solidFill>
            <a:ln w="5420" cap="flat">
              <a:solidFill>
                <a:srgbClr val="5BC7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37" name="pg1137"/>
            <p:cNvSpPr/>
            <p:nvPr/>
          </p:nvSpPr>
          <p:spPr>
            <a:xfrm>
              <a:off x="5345979" y="345144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CC8AC">
                <a:alpha val="100000"/>
              </a:srgbClr>
            </a:solidFill>
            <a:ln w="5420" cap="flat">
              <a:solidFill>
                <a:srgbClr val="5CC8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38" name="pg1138"/>
            <p:cNvSpPr/>
            <p:nvPr/>
          </p:nvSpPr>
          <p:spPr>
            <a:xfrm>
              <a:off x="5357616" y="345144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DC9AC">
                <a:alpha val="100000"/>
              </a:srgbClr>
            </a:solidFill>
            <a:ln w="5420" cap="flat">
              <a:solidFill>
                <a:srgbClr val="5DC9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39" name="pg1139"/>
            <p:cNvSpPr/>
            <p:nvPr/>
          </p:nvSpPr>
          <p:spPr>
            <a:xfrm>
              <a:off x="5369253" y="345144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DC9AC">
                <a:alpha val="100000"/>
              </a:srgbClr>
            </a:solidFill>
            <a:ln w="5420" cap="flat">
              <a:solidFill>
                <a:srgbClr val="5DC9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40" name="pg1140"/>
            <p:cNvSpPr/>
            <p:nvPr/>
          </p:nvSpPr>
          <p:spPr>
            <a:xfrm>
              <a:off x="5183056" y="346574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9BA9">
                <a:alpha val="100000"/>
              </a:srgbClr>
            </a:solidFill>
            <a:ln w="5420" cap="flat">
              <a:solidFill>
                <a:srgbClr val="399B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41" name="pg1141"/>
            <p:cNvSpPr/>
            <p:nvPr/>
          </p:nvSpPr>
          <p:spPr>
            <a:xfrm>
              <a:off x="5194693" y="346574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9CA9">
                <a:alpha val="100000"/>
              </a:srgbClr>
            </a:solidFill>
            <a:ln w="5420" cap="flat">
              <a:solidFill>
                <a:srgbClr val="3A9C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42" name="pg1142"/>
            <p:cNvSpPr/>
            <p:nvPr/>
          </p:nvSpPr>
          <p:spPr>
            <a:xfrm>
              <a:off x="5206331" y="346574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9EAA">
                <a:alpha val="100000"/>
              </a:srgbClr>
            </a:solidFill>
            <a:ln w="5420" cap="flat">
              <a:solidFill>
                <a:srgbClr val="3B9E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43" name="pg1143"/>
            <p:cNvSpPr/>
            <p:nvPr/>
          </p:nvSpPr>
          <p:spPr>
            <a:xfrm>
              <a:off x="5217968" y="346574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1A4AA">
                <a:alpha val="100000"/>
              </a:srgbClr>
            </a:solidFill>
            <a:ln w="5420" cap="flat">
              <a:solidFill>
                <a:srgbClr val="41A4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44" name="pg1144"/>
            <p:cNvSpPr/>
            <p:nvPr/>
          </p:nvSpPr>
          <p:spPr>
            <a:xfrm>
              <a:off x="5229605" y="346574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5A8AA">
                <a:alpha val="100000"/>
              </a:srgbClr>
            </a:solidFill>
            <a:ln w="5420" cap="flat">
              <a:solidFill>
                <a:srgbClr val="45A8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45" name="pg1145"/>
            <p:cNvSpPr/>
            <p:nvPr/>
          </p:nvSpPr>
          <p:spPr>
            <a:xfrm>
              <a:off x="5241243" y="346574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9ADAB">
                <a:alpha val="100000"/>
              </a:srgbClr>
            </a:solidFill>
            <a:ln w="5420" cap="flat">
              <a:solidFill>
                <a:srgbClr val="49AD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46" name="pg1146"/>
            <p:cNvSpPr/>
            <p:nvPr/>
          </p:nvSpPr>
          <p:spPr>
            <a:xfrm>
              <a:off x="5252880" y="346574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DB2AB">
                <a:alpha val="100000"/>
              </a:srgbClr>
            </a:solidFill>
            <a:ln w="5420" cap="flat">
              <a:solidFill>
                <a:srgbClr val="4DB2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47" name="pg1147"/>
            <p:cNvSpPr/>
            <p:nvPr/>
          </p:nvSpPr>
          <p:spPr>
            <a:xfrm>
              <a:off x="5264517" y="346574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0B6AB">
                <a:alpha val="100000"/>
              </a:srgbClr>
            </a:solidFill>
            <a:ln w="5420" cap="flat">
              <a:solidFill>
                <a:srgbClr val="50B6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48" name="pg1148"/>
            <p:cNvSpPr/>
            <p:nvPr/>
          </p:nvSpPr>
          <p:spPr>
            <a:xfrm>
              <a:off x="5322704" y="346574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BC6AC">
                <a:alpha val="100000"/>
              </a:srgbClr>
            </a:solidFill>
            <a:ln w="5420" cap="flat">
              <a:solidFill>
                <a:srgbClr val="5BC6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49" name="pg1149"/>
            <p:cNvSpPr/>
            <p:nvPr/>
          </p:nvSpPr>
          <p:spPr>
            <a:xfrm>
              <a:off x="5334341" y="346574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CC8AC">
                <a:alpha val="100000"/>
              </a:srgbClr>
            </a:solidFill>
            <a:ln w="5420" cap="flat">
              <a:solidFill>
                <a:srgbClr val="5CC8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50" name="pg1150"/>
            <p:cNvSpPr/>
            <p:nvPr/>
          </p:nvSpPr>
          <p:spPr>
            <a:xfrm>
              <a:off x="5345979" y="346574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DC9AC">
                <a:alpha val="100000"/>
              </a:srgbClr>
            </a:solidFill>
            <a:ln w="5420" cap="flat">
              <a:solidFill>
                <a:srgbClr val="5DC9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51" name="pg1151"/>
            <p:cNvSpPr/>
            <p:nvPr/>
          </p:nvSpPr>
          <p:spPr>
            <a:xfrm>
              <a:off x="5357616" y="346574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DC9AC">
                <a:alpha val="100000"/>
              </a:srgbClr>
            </a:solidFill>
            <a:ln w="5420" cap="flat">
              <a:solidFill>
                <a:srgbClr val="5DC9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52" name="pg1152"/>
            <p:cNvSpPr/>
            <p:nvPr/>
          </p:nvSpPr>
          <p:spPr>
            <a:xfrm>
              <a:off x="5369253" y="346574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DC9AC">
                <a:alpha val="100000"/>
              </a:srgbClr>
            </a:solidFill>
            <a:ln w="5420" cap="flat">
              <a:solidFill>
                <a:srgbClr val="5DC9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53" name="pg1153"/>
            <p:cNvSpPr/>
            <p:nvPr/>
          </p:nvSpPr>
          <p:spPr>
            <a:xfrm>
              <a:off x="5124869" y="348004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FA1AA">
                <a:alpha val="100000"/>
              </a:srgbClr>
            </a:solidFill>
            <a:ln w="5420" cap="flat">
              <a:solidFill>
                <a:srgbClr val="3FA1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54" name="pg1154"/>
            <p:cNvSpPr/>
            <p:nvPr/>
          </p:nvSpPr>
          <p:spPr>
            <a:xfrm>
              <a:off x="5136507" y="348004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9FAA">
                <a:alpha val="100000"/>
              </a:srgbClr>
            </a:solidFill>
            <a:ln w="5420" cap="flat">
              <a:solidFill>
                <a:srgbClr val="3C9F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55" name="pg1155"/>
            <p:cNvSpPr/>
            <p:nvPr/>
          </p:nvSpPr>
          <p:spPr>
            <a:xfrm>
              <a:off x="5148144" y="348004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9CA9">
                <a:alpha val="100000"/>
              </a:srgbClr>
            </a:solidFill>
            <a:ln w="5420" cap="flat">
              <a:solidFill>
                <a:srgbClr val="399C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56" name="pg1156"/>
            <p:cNvSpPr/>
            <p:nvPr/>
          </p:nvSpPr>
          <p:spPr>
            <a:xfrm>
              <a:off x="5159781" y="348004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698A9">
                <a:alpha val="100000"/>
              </a:srgbClr>
            </a:solidFill>
            <a:ln w="5420" cap="flat">
              <a:solidFill>
                <a:srgbClr val="3698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57" name="pg1157"/>
            <p:cNvSpPr/>
            <p:nvPr/>
          </p:nvSpPr>
          <p:spPr>
            <a:xfrm>
              <a:off x="5171419" y="348004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596A9">
                <a:alpha val="100000"/>
              </a:srgbClr>
            </a:solidFill>
            <a:ln w="5420" cap="flat">
              <a:solidFill>
                <a:srgbClr val="3596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58" name="pg1158"/>
            <p:cNvSpPr/>
            <p:nvPr/>
          </p:nvSpPr>
          <p:spPr>
            <a:xfrm>
              <a:off x="5183056" y="348004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595A9">
                <a:alpha val="100000"/>
              </a:srgbClr>
            </a:solidFill>
            <a:ln w="5420" cap="flat">
              <a:solidFill>
                <a:srgbClr val="3595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59" name="pg1159"/>
            <p:cNvSpPr/>
            <p:nvPr/>
          </p:nvSpPr>
          <p:spPr>
            <a:xfrm>
              <a:off x="5194693" y="348004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595A9">
                <a:alpha val="100000"/>
              </a:srgbClr>
            </a:solidFill>
            <a:ln w="5420" cap="flat">
              <a:solidFill>
                <a:srgbClr val="3595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60" name="pg1160"/>
            <p:cNvSpPr/>
            <p:nvPr/>
          </p:nvSpPr>
          <p:spPr>
            <a:xfrm>
              <a:off x="5206331" y="348004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496A9">
                <a:alpha val="100000"/>
              </a:srgbClr>
            </a:solidFill>
            <a:ln w="5420" cap="flat">
              <a:solidFill>
                <a:srgbClr val="3496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61" name="pg1161"/>
            <p:cNvSpPr/>
            <p:nvPr/>
          </p:nvSpPr>
          <p:spPr>
            <a:xfrm>
              <a:off x="5217968" y="348004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9EAA">
                <a:alpha val="100000"/>
              </a:srgbClr>
            </a:solidFill>
            <a:ln w="5420" cap="flat">
              <a:solidFill>
                <a:srgbClr val="3C9E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62" name="pg1162"/>
            <p:cNvSpPr/>
            <p:nvPr/>
          </p:nvSpPr>
          <p:spPr>
            <a:xfrm>
              <a:off x="5229605" y="348004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1A4AA">
                <a:alpha val="100000"/>
              </a:srgbClr>
            </a:solidFill>
            <a:ln w="5420" cap="flat">
              <a:solidFill>
                <a:srgbClr val="41A4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63" name="pg1163"/>
            <p:cNvSpPr/>
            <p:nvPr/>
          </p:nvSpPr>
          <p:spPr>
            <a:xfrm>
              <a:off x="5241243" y="348004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7ABAA">
                <a:alpha val="100000"/>
              </a:srgbClr>
            </a:solidFill>
            <a:ln w="5420" cap="flat">
              <a:solidFill>
                <a:srgbClr val="47AB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64" name="pg1164"/>
            <p:cNvSpPr/>
            <p:nvPr/>
          </p:nvSpPr>
          <p:spPr>
            <a:xfrm>
              <a:off x="5252880" y="348004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CB2AB">
                <a:alpha val="100000"/>
              </a:srgbClr>
            </a:solidFill>
            <a:ln w="5420" cap="flat">
              <a:solidFill>
                <a:srgbClr val="4CB2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65" name="pg1165"/>
            <p:cNvSpPr/>
            <p:nvPr/>
          </p:nvSpPr>
          <p:spPr>
            <a:xfrm>
              <a:off x="5311067" y="348004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CC7AC">
                <a:alpha val="100000"/>
              </a:srgbClr>
            </a:solidFill>
            <a:ln w="5420" cap="flat">
              <a:solidFill>
                <a:srgbClr val="5CC7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66" name="pg1166"/>
            <p:cNvSpPr/>
            <p:nvPr/>
          </p:nvSpPr>
          <p:spPr>
            <a:xfrm>
              <a:off x="5322704" y="348004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CC8AC">
                <a:alpha val="100000"/>
              </a:srgbClr>
            </a:solidFill>
            <a:ln w="5420" cap="flat">
              <a:solidFill>
                <a:srgbClr val="5CC8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67" name="pg1167"/>
            <p:cNvSpPr/>
            <p:nvPr/>
          </p:nvSpPr>
          <p:spPr>
            <a:xfrm>
              <a:off x="5334341" y="348004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DCAAC">
                <a:alpha val="100000"/>
              </a:srgbClr>
            </a:solidFill>
            <a:ln w="5420" cap="flat">
              <a:solidFill>
                <a:srgbClr val="5DCA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68" name="pg1168"/>
            <p:cNvSpPr/>
            <p:nvPr/>
          </p:nvSpPr>
          <p:spPr>
            <a:xfrm>
              <a:off x="5345979" y="348004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ECAAC">
                <a:alpha val="100000"/>
              </a:srgbClr>
            </a:solidFill>
            <a:ln w="5420" cap="flat">
              <a:solidFill>
                <a:srgbClr val="5ECA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69" name="pg1169"/>
            <p:cNvSpPr/>
            <p:nvPr/>
          </p:nvSpPr>
          <p:spPr>
            <a:xfrm>
              <a:off x="5357616" y="348004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ECAAC">
                <a:alpha val="100000"/>
              </a:srgbClr>
            </a:solidFill>
            <a:ln w="5420" cap="flat">
              <a:solidFill>
                <a:srgbClr val="5ECA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70" name="pg1170"/>
            <p:cNvSpPr/>
            <p:nvPr/>
          </p:nvSpPr>
          <p:spPr>
            <a:xfrm>
              <a:off x="5369253" y="348004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ECAAC">
                <a:alpha val="100000"/>
              </a:srgbClr>
            </a:solidFill>
            <a:ln w="5420" cap="flat">
              <a:solidFill>
                <a:srgbClr val="5ECA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71" name="pg1171"/>
            <p:cNvSpPr/>
            <p:nvPr/>
          </p:nvSpPr>
          <p:spPr>
            <a:xfrm>
              <a:off x="5113232" y="349434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0A3AA">
                <a:alpha val="100000"/>
              </a:srgbClr>
            </a:solidFill>
            <a:ln w="5420" cap="flat">
              <a:solidFill>
                <a:srgbClr val="40A3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72" name="pg1172"/>
            <p:cNvSpPr/>
            <p:nvPr/>
          </p:nvSpPr>
          <p:spPr>
            <a:xfrm>
              <a:off x="5124869" y="349434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DA0AA">
                <a:alpha val="100000"/>
              </a:srgbClr>
            </a:solidFill>
            <a:ln w="5420" cap="flat">
              <a:solidFill>
                <a:srgbClr val="3DA0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73" name="pg1173"/>
            <p:cNvSpPr/>
            <p:nvPr/>
          </p:nvSpPr>
          <p:spPr>
            <a:xfrm>
              <a:off x="5136507" y="349434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9CA9">
                <a:alpha val="100000"/>
              </a:srgbClr>
            </a:solidFill>
            <a:ln w="5420" cap="flat">
              <a:solidFill>
                <a:srgbClr val="3A9C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74" name="pg1174"/>
            <p:cNvSpPr/>
            <p:nvPr/>
          </p:nvSpPr>
          <p:spPr>
            <a:xfrm>
              <a:off x="5148144" y="349434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598A9">
                <a:alpha val="100000"/>
              </a:srgbClr>
            </a:solidFill>
            <a:ln w="5420" cap="flat">
              <a:solidFill>
                <a:srgbClr val="3598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75" name="pg1175"/>
            <p:cNvSpPr/>
            <p:nvPr/>
          </p:nvSpPr>
          <p:spPr>
            <a:xfrm>
              <a:off x="5159781" y="349434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594A8">
                <a:alpha val="100000"/>
              </a:srgbClr>
            </a:solidFill>
            <a:ln w="5420" cap="flat">
              <a:solidFill>
                <a:srgbClr val="3594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76" name="pg1176"/>
            <p:cNvSpPr/>
            <p:nvPr/>
          </p:nvSpPr>
          <p:spPr>
            <a:xfrm>
              <a:off x="5171419" y="349434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690A7">
                <a:alpha val="100000"/>
              </a:srgbClr>
            </a:solidFill>
            <a:ln w="5420" cap="flat">
              <a:solidFill>
                <a:srgbClr val="3690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77" name="pg1177"/>
            <p:cNvSpPr/>
            <p:nvPr/>
          </p:nvSpPr>
          <p:spPr>
            <a:xfrm>
              <a:off x="5183056" y="349434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8DA7">
                <a:alpha val="100000"/>
              </a:srgbClr>
            </a:solidFill>
            <a:ln w="5420" cap="flat">
              <a:solidFill>
                <a:srgbClr val="378D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78" name="pg1178"/>
            <p:cNvSpPr/>
            <p:nvPr/>
          </p:nvSpPr>
          <p:spPr>
            <a:xfrm>
              <a:off x="5194693" y="349434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88BA7">
                <a:alpha val="100000"/>
              </a:srgbClr>
            </a:solidFill>
            <a:ln w="5420" cap="flat">
              <a:solidFill>
                <a:srgbClr val="388B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79" name="pg1179"/>
            <p:cNvSpPr/>
            <p:nvPr/>
          </p:nvSpPr>
          <p:spPr>
            <a:xfrm>
              <a:off x="5206331" y="349434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8DA7">
                <a:alpha val="100000"/>
              </a:srgbClr>
            </a:solidFill>
            <a:ln w="5420" cap="flat">
              <a:solidFill>
                <a:srgbClr val="378D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80" name="pg1180"/>
            <p:cNvSpPr/>
            <p:nvPr/>
          </p:nvSpPr>
          <p:spPr>
            <a:xfrm>
              <a:off x="5217968" y="349434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698A9">
                <a:alpha val="100000"/>
              </a:srgbClr>
            </a:solidFill>
            <a:ln w="5420" cap="flat">
              <a:solidFill>
                <a:srgbClr val="3698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81" name="pg1181"/>
            <p:cNvSpPr/>
            <p:nvPr/>
          </p:nvSpPr>
          <p:spPr>
            <a:xfrm>
              <a:off x="5229605" y="349434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EA1AA">
                <a:alpha val="100000"/>
              </a:srgbClr>
            </a:solidFill>
            <a:ln w="5420" cap="flat">
              <a:solidFill>
                <a:srgbClr val="3EA1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82" name="pg1182"/>
            <p:cNvSpPr/>
            <p:nvPr/>
          </p:nvSpPr>
          <p:spPr>
            <a:xfrm>
              <a:off x="5241243" y="349434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6AAAA">
                <a:alpha val="100000"/>
              </a:srgbClr>
            </a:solidFill>
            <a:ln w="5420" cap="flat">
              <a:solidFill>
                <a:srgbClr val="46AA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83" name="pg1183"/>
            <p:cNvSpPr/>
            <p:nvPr/>
          </p:nvSpPr>
          <p:spPr>
            <a:xfrm>
              <a:off x="5299429" y="349434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CC8AC">
                <a:alpha val="100000"/>
              </a:srgbClr>
            </a:solidFill>
            <a:ln w="5420" cap="flat">
              <a:solidFill>
                <a:srgbClr val="5CC8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84" name="pg1184"/>
            <p:cNvSpPr/>
            <p:nvPr/>
          </p:nvSpPr>
          <p:spPr>
            <a:xfrm>
              <a:off x="5311067" y="349434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DCAAC">
                <a:alpha val="100000"/>
              </a:srgbClr>
            </a:solidFill>
            <a:ln w="5420" cap="flat">
              <a:solidFill>
                <a:srgbClr val="5DCA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85" name="pg1185"/>
            <p:cNvSpPr/>
            <p:nvPr/>
          </p:nvSpPr>
          <p:spPr>
            <a:xfrm>
              <a:off x="5322704" y="349434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ECBAC">
                <a:alpha val="100000"/>
              </a:srgbClr>
            </a:solidFill>
            <a:ln w="5420" cap="flat">
              <a:solidFill>
                <a:srgbClr val="5ECB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86" name="pg1186"/>
            <p:cNvSpPr/>
            <p:nvPr/>
          </p:nvSpPr>
          <p:spPr>
            <a:xfrm>
              <a:off x="5334341" y="349434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FCCAC">
                <a:alpha val="100000"/>
              </a:srgbClr>
            </a:solidFill>
            <a:ln w="5420" cap="flat">
              <a:solidFill>
                <a:srgbClr val="5FCC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87" name="pg1187"/>
            <p:cNvSpPr/>
            <p:nvPr/>
          </p:nvSpPr>
          <p:spPr>
            <a:xfrm>
              <a:off x="5345979" y="349434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FCCAC">
                <a:alpha val="100000"/>
              </a:srgbClr>
            </a:solidFill>
            <a:ln w="5420" cap="flat">
              <a:solidFill>
                <a:srgbClr val="5FCC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88" name="pg1188"/>
            <p:cNvSpPr/>
            <p:nvPr/>
          </p:nvSpPr>
          <p:spPr>
            <a:xfrm>
              <a:off x="5357616" y="349434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FCCAC">
                <a:alpha val="100000"/>
              </a:srgbClr>
            </a:solidFill>
            <a:ln w="5420" cap="flat">
              <a:solidFill>
                <a:srgbClr val="5FCC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89" name="pg1189"/>
            <p:cNvSpPr/>
            <p:nvPr/>
          </p:nvSpPr>
          <p:spPr>
            <a:xfrm>
              <a:off x="5369253" y="349434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FCCAC">
                <a:alpha val="100000"/>
              </a:srgbClr>
            </a:solidFill>
            <a:ln w="5420" cap="flat">
              <a:solidFill>
                <a:srgbClr val="5FCC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90" name="pg1190"/>
            <p:cNvSpPr/>
            <p:nvPr/>
          </p:nvSpPr>
          <p:spPr>
            <a:xfrm>
              <a:off x="5089957" y="350864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8ACAA">
                <a:alpha val="100000"/>
              </a:srgbClr>
            </a:solidFill>
            <a:ln w="5420" cap="flat">
              <a:solidFill>
                <a:srgbClr val="48AC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91" name="pg1191"/>
            <p:cNvSpPr/>
            <p:nvPr/>
          </p:nvSpPr>
          <p:spPr>
            <a:xfrm>
              <a:off x="5101595" y="350864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3A6AA">
                <a:alpha val="100000"/>
              </a:srgbClr>
            </a:solidFill>
            <a:ln w="5420" cap="flat">
              <a:solidFill>
                <a:srgbClr val="43A6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92" name="pg1192"/>
            <p:cNvSpPr/>
            <p:nvPr/>
          </p:nvSpPr>
          <p:spPr>
            <a:xfrm>
              <a:off x="5113232" y="350864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0A3AA">
                <a:alpha val="100000"/>
              </a:srgbClr>
            </a:solidFill>
            <a:ln w="5420" cap="flat">
              <a:solidFill>
                <a:srgbClr val="40A3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93" name="pg1193"/>
            <p:cNvSpPr/>
            <p:nvPr/>
          </p:nvSpPr>
          <p:spPr>
            <a:xfrm>
              <a:off x="5124869" y="350864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9EAA">
                <a:alpha val="100000"/>
              </a:srgbClr>
            </a:solidFill>
            <a:ln w="5420" cap="flat">
              <a:solidFill>
                <a:srgbClr val="3C9E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94" name="pg1194"/>
            <p:cNvSpPr/>
            <p:nvPr/>
          </p:nvSpPr>
          <p:spPr>
            <a:xfrm>
              <a:off x="5136507" y="350864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699A9">
                <a:alpha val="100000"/>
              </a:srgbClr>
            </a:solidFill>
            <a:ln w="5420" cap="flat">
              <a:solidFill>
                <a:srgbClr val="3699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95" name="pg1195"/>
            <p:cNvSpPr/>
            <p:nvPr/>
          </p:nvSpPr>
          <p:spPr>
            <a:xfrm>
              <a:off x="5148144" y="350864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593A8">
                <a:alpha val="100000"/>
              </a:srgbClr>
            </a:solidFill>
            <a:ln w="5420" cap="flat">
              <a:solidFill>
                <a:srgbClr val="3593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96" name="pg1196"/>
            <p:cNvSpPr/>
            <p:nvPr/>
          </p:nvSpPr>
          <p:spPr>
            <a:xfrm>
              <a:off x="5159781" y="350864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8CA7">
                <a:alpha val="100000"/>
              </a:srgbClr>
            </a:solidFill>
            <a:ln w="5420" cap="flat">
              <a:solidFill>
                <a:srgbClr val="378C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97" name="pg1197"/>
            <p:cNvSpPr/>
            <p:nvPr/>
          </p:nvSpPr>
          <p:spPr>
            <a:xfrm>
              <a:off x="5171419" y="350864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85A5">
                <a:alpha val="100000"/>
              </a:srgbClr>
            </a:solidFill>
            <a:ln w="5420" cap="flat">
              <a:solidFill>
                <a:srgbClr val="3985A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98" name="pg1198"/>
            <p:cNvSpPr/>
            <p:nvPr/>
          </p:nvSpPr>
          <p:spPr>
            <a:xfrm>
              <a:off x="5183056" y="350864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FA4">
                <a:alpha val="100000"/>
              </a:srgbClr>
            </a:solidFill>
            <a:ln w="5420" cap="flat">
              <a:solidFill>
                <a:srgbClr val="3A7FA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99" name="pg1199"/>
            <p:cNvSpPr/>
            <p:nvPr/>
          </p:nvSpPr>
          <p:spPr>
            <a:xfrm>
              <a:off x="5194693" y="350864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BA3">
                <a:alpha val="100000"/>
              </a:srgbClr>
            </a:solidFill>
            <a:ln w="5420" cap="flat">
              <a:solidFill>
                <a:srgbClr val="3A7BA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00" name="pg1200"/>
            <p:cNvSpPr/>
            <p:nvPr/>
          </p:nvSpPr>
          <p:spPr>
            <a:xfrm>
              <a:off x="5206331" y="350864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BA3">
                <a:alpha val="100000"/>
              </a:srgbClr>
            </a:solidFill>
            <a:ln w="5420" cap="flat">
              <a:solidFill>
                <a:srgbClr val="3A7BA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01" name="pg1201"/>
            <p:cNvSpPr/>
            <p:nvPr/>
          </p:nvSpPr>
          <p:spPr>
            <a:xfrm>
              <a:off x="5217968" y="350864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8FA7">
                <a:alpha val="100000"/>
              </a:srgbClr>
            </a:solidFill>
            <a:ln w="5420" cap="flat">
              <a:solidFill>
                <a:srgbClr val="378F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02" name="pg1202"/>
            <p:cNvSpPr/>
            <p:nvPr/>
          </p:nvSpPr>
          <p:spPr>
            <a:xfrm>
              <a:off x="5287792" y="350864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FD2B1">
                <a:alpha val="100000"/>
              </a:srgbClr>
            </a:solidFill>
            <a:ln w="5420" cap="flat">
              <a:solidFill>
                <a:srgbClr val="6FD2B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03" name="pg1203"/>
            <p:cNvSpPr/>
            <p:nvPr/>
          </p:nvSpPr>
          <p:spPr>
            <a:xfrm>
              <a:off x="5299429" y="350864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2D3B3">
                <a:alpha val="100000"/>
              </a:srgbClr>
            </a:solidFill>
            <a:ln w="5420" cap="flat">
              <a:solidFill>
                <a:srgbClr val="72D3B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04" name="pg1204"/>
            <p:cNvSpPr/>
            <p:nvPr/>
          </p:nvSpPr>
          <p:spPr>
            <a:xfrm>
              <a:off x="5311067" y="350864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2D3B3">
                <a:alpha val="100000"/>
              </a:srgbClr>
            </a:solidFill>
            <a:ln w="5420" cap="flat">
              <a:solidFill>
                <a:srgbClr val="72D3B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05" name="pg1205"/>
            <p:cNvSpPr/>
            <p:nvPr/>
          </p:nvSpPr>
          <p:spPr>
            <a:xfrm>
              <a:off x="5322704" y="350864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1D3B2">
                <a:alpha val="100000"/>
              </a:srgbClr>
            </a:solidFill>
            <a:ln w="5420" cap="flat">
              <a:solidFill>
                <a:srgbClr val="71D3B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06" name="pg1206"/>
            <p:cNvSpPr/>
            <p:nvPr/>
          </p:nvSpPr>
          <p:spPr>
            <a:xfrm>
              <a:off x="5334341" y="350864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CD1B0">
                <a:alpha val="100000"/>
              </a:srgbClr>
            </a:solidFill>
            <a:ln w="5420" cap="flat">
              <a:solidFill>
                <a:srgbClr val="6CD1B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07" name="pg1207"/>
            <p:cNvSpPr/>
            <p:nvPr/>
          </p:nvSpPr>
          <p:spPr>
            <a:xfrm>
              <a:off x="5345979" y="350864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9D0AF">
                <a:alpha val="100000"/>
              </a:srgbClr>
            </a:solidFill>
            <a:ln w="5420" cap="flat">
              <a:solidFill>
                <a:srgbClr val="69D0A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08" name="pg1208"/>
            <p:cNvSpPr/>
            <p:nvPr/>
          </p:nvSpPr>
          <p:spPr>
            <a:xfrm>
              <a:off x="5066683" y="352294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BB0AB">
                <a:alpha val="100000"/>
              </a:srgbClr>
            </a:solidFill>
            <a:ln w="5420" cap="flat">
              <a:solidFill>
                <a:srgbClr val="4BB0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09" name="pg1209"/>
            <p:cNvSpPr/>
            <p:nvPr/>
          </p:nvSpPr>
          <p:spPr>
            <a:xfrm>
              <a:off x="5078320" y="352294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AAFAB">
                <a:alpha val="100000"/>
              </a:srgbClr>
            </a:solidFill>
            <a:ln w="5420" cap="flat">
              <a:solidFill>
                <a:srgbClr val="4AAF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10" name="pg1210"/>
            <p:cNvSpPr/>
            <p:nvPr/>
          </p:nvSpPr>
          <p:spPr>
            <a:xfrm>
              <a:off x="5089957" y="352294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9ADAB">
                <a:alpha val="100000"/>
              </a:srgbClr>
            </a:solidFill>
            <a:ln w="5420" cap="flat">
              <a:solidFill>
                <a:srgbClr val="49AD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11" name="pg1211"/>
            <p:cNvSpPr/>
            <p:nvPr/>
          </p:nvSpPr>
          <p:spPr>
            <a:xfrm>
              <a:off x="5101595" y="352294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4A7AA">
                <a:alpha val="100000"/>
              </a:srgbClr>
            </a:solidFill>
            <a:ln w="5420" cap="flat">
              <a:solidFill>
                <a:srgbClr val="44A7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12" name="pg1212"/>
            <p:cNvSpPr/>
            <p:nvPr/>
          </p:nvSpPr>
          <p:spPr>
            <a:xfrm>
              <a:off x="5113232" y="352294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1A4AA">
                <a:alpha val="100000"/>
              </a:srgbClr>
            </a:solidFill>
            <a:ln w="5420" cap="flat">
              <a:solidFill>
                <a:srgbClr val="41A4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13" name="pg1213"/>
            <p:cNvSpPr/>
            <p:nvPr/>
          </p:nvSpPr>
          <p:spPr>
            <a:xfrm>
              <a:off x="5124869" y="352294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DA0AA">
                <a:alpha val="100000"/>
              </a:srgbClr>
            </a:solidFill>
            <a:ln w="5420" cap="flat">
              <a:solidFill>
                <a:srgbClr val="3DA0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14" name="pg1214"/>
            <p:cNvSpPr/>
            <p:nvPr/>
          </p:nvSpPr>
          <p:spPr>
            <a:xfrm>
              <a:off x="5136507" y="352294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89AA9">
                <a:alpha val="100000"/>
              </a:srgbClr>
            </a:solidFill>
            <a:ln w="5420" cap="flat">
              <a:solidFill>
                <a:srgbClr val="389A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15" name="pg1215"/>
            <p:cNvSpPr/>
            <p:nvPr/>
          </p:nvSpPr>
          <p:spPr>
            <a:xfrm>
              <a:off x="5148144" y="352294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594A8">
                <a:alpha val="100000"/>
              </a:srgbClr>
            </a:solidFill>
            <a:ln w="5420" cap="flat">
              <a:solidFill>
                <a:srgbClr val="3594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16" name="pg1216"/>
            <p:cNvSpPr/>
            <p:nvPr/>
          </p:nvSpPr>
          <p:spPr>
            <a:xfrm>
              <a:off x="5159781" y="352294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8DA7">
                <a:alpha val="100000"/>
              </a:srgbClr>
            </a:solidFill>
            <a:ln w="5420" cap="flat">
              <a:solidFill>
                <a:srgbClr val="378D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17" name="pg1217"/>
            <p:cNvSpPr/>
            <p:nvPr/>
          </p:nvSpPr>
          <p:spPr>
            <a:xfrm>
              <a:off x="5171419" y="352294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86A5">
                <a:alpha val="100000"/>
              </a:srgbClr>
            </a:solidFill>
            <a:ln w="5420" cap="flat">
              <a:solidFill>
                <a:srgbClr val="3986A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18" name="pg1218"/>
            <p:cNvSpPr/>
            <p:nvPr/>
          </p:nvSpPr>
          <p:spPr>
            <a:xfrm>
              <a:off x="5183056" y="352294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FA4">
                <a:alpha val="100000"/>
              </a:srgbClr>
            </a:solidFill>
            <a:ln w="5420" cap="flat">
              <a:solidFill>
                <a:srgbClr val="3A7FA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19" name="pg1219"/>
            <p:cNvSpPr/>
            <p:nvPr/>
          </p:nvSpPr>
          <p:spPr>
            <a:xfrm>
              <a:off x="5194693" y="352294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AA3">
                <a:alpha val="100000"/>
              </a:srgbClr>
            </a:solidFill>
            <a:ln w="5420" cap="flat">
              <a:solidFill>
                <a:srgbClr val="3A7AA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20" name="pg1220"/>
            <p:cNvSpPr/>
            <p:nvPr/>
          </p:nvSpPr>
          <p:spPr>
            <a:xfrm>
              <a:off x="5206331" y="352294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AA3">
                <a:alpha val="100000"/>
              </a:srgbClr>
            </a:solidFill>
            <a:ln w="5420" cap="flat">
              <a:solidFill>
                <a:srgbClr val="3A7AA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21" name="pg1221"/>
            <p:cNvSpPr/>
            <p:nvPr/>
          </p:nvSpPr>
          <p:spPr>
            <a:xfrm>
              <a:off x="5217968" y="352294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594A8">
                <a:alpha val="100000"/>
              </a:srgbClr>
            </a:solidFill>
            <a:ln w="5420" cap="flat">
              <a:solidFill>
                <a:srgbClr val="3594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22" name="pg1222"/>
            <p:cNvSpPr/>
            <p:nvPr/>
          </p:nvSpPr>
          <p:spPr>
            <a:xfrm>
              <a:off x="5229605" y="352294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6AAAA">
                <a:alpha val="100000"/>
              </a:srgbClr>
            </a:solidFill>
            <a:ln w="5420" cap="flat">
              <a:solidFill>
                <a:srgbClr val="46AA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23" name="pg1223"/>
            <p:cNvSpPr/>
            <p:nvPr/>
          </p:nvSpPr>
          <p:spPr>
            <a:xfrm>
              <a:off x="5241243" y="352294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6BFAB">
                <a:alpha val="100000"/>
              </a:srgbClr>
            </a:solidFill>
            <a:ln w="5420" cap="flat">
              <a:solidFill>
                <a:srgbClr val="56BF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24" name="pg1224"/>
            <p:cNvSpPr/>
            <p:nvPr/>
          </p:nvSpPr>
          <p:spPr>
            <a:xfrm>
              <a:off x="5252880" y="352294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3CFAD">
                <a:alpha val="100000"/>
              </a:srgbClr>
            </a:solidFill>
            <a:ln w="5420" cap="flat">
              <a:solidFill>
                <a:srgbClr val="63CFA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25" name="pg1225"/>
            <p:cNvSpPr/>
            <p:nvPr/>
          </p:nvSpPr>
          <p:spPr>
            <a:xfrm>
              <a:off x="5276155" y="352294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86D9BB">
                <a:alpha val="100000"/>
              </a:srgbClr>
            </a:solidFill>
            <a:ln w="5420" cap="flat">
              <a:solidFill>
                <a:srgbClr val="86D9B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26" name="pg1226"/>
            <p:cNvSpPr/>
            <p:nvPr/>
          </p:nvSpPr>
          <p:spPr>
            <a:xfrm>
              <a:off x="5287792" y="352294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89DABC">
                <a:alpha val="100000"/>
              </a:srgbClr>
            </a:solidFill>
            <a:ln w="5420" cap="flat">
              <a:solidFill>
                <a:srgbClr val="89DAB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27" name="pg1227"/>
            <p:cNvSpPr/>
            <p:nvPr/>
          </p:nvSpPr>
          <p:spPr>
            <a:xfrm>
              <a:off x="5299429" y="352294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87D9BC">
                <a:alpha val="100000"/>
              </a:srgbClr>
            </a:solidFill>
            <a:ln w="5420" cap="flat">
              <a:solidFill>
                <a:srgbClr val="87D9B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28" name="pg1228"/>
            <p:cNvSpPr/>
            <p:nvPr/>
          </p:nvSpPr>
          <p:spPr>
            <a:xfrm>
              <a:off x="5311067" y="352294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84D8BA">
                <a:alpha val="100000"/>
              </a:srgbClr>
            </a:solidFill>
            <a:ln w="5420" cap="flat">
              <a:solidFill>
                <a:srgbClr val="84D8B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29" name="pg1229"/>
            <p:cNvSpPr/>
            <p:nvPr/>
          </p:nvSpPr>
          <p:spPr>
            <a:xfrm>
              <a:off x="5322704" y="352294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FD7B8">
                <a:alpha val="100000"/>
              </a:srgbClr>
            </a:solidFill>
            <a:ln w="5420" cap="flat">
              <a:solidFill>
                <a:srgbClr val="7FD7B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30" name="pg1230"/>
            <p:cNvSpPr/>
            <p:nvPr/>
          </p:nvSpPr>
          <p:spPr>
            <a:xfrm>
              <a:off x="5334341" y="352294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5D4B4">
                <a:alpha val="100000"/>
              </a:srgbClr>
            </a:solidFill>
            <a:ln w="5420" cap="flat">
              <a:solidFill>
                <a:srgbClr val="75D4B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31" name="pg1231"/>
            <p:cNvSpPr/>
            <p:nvPr/>
          </p:nvSpPr>
          <p:spPr>
            <a:xfrm>
              <a:off x="5345979" y="352294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0D2B2">
                <a:alpha val="100000"/>
              </a:srgbClr>
            </a:solidFill>
            <a:ln w="5420" cap="flat">
              <a:solidFill>
                <a:srgbClr val="70D2B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32" name="pg1232"/>
            <p:cNvSpPr/>
            <p:nvPr/>
          </p:nvSpPr>
          <p:spPr>
            <a:xfrm>
              <a:off x="5066683" y="353724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CB1AB">
                <a:alpha val="100000"/>
              </a:srgbClr>
            </a:solidFill>
            <a:ln w="5420" cap="flat">
              <a:solidFill>
                <a:srgbClr val="4CB1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33" name="pg1233"/>
            <p:cNvSpPr/>
            <p:nvPr/>
          </p:nvSpPr>
          <p:spPr>
            <a:xfrm>
              <a:off x="5078320" y="353724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BB0AB">
                <a:alpha val="100000"/>
              </a:srgbClr>
            </a:solidFill>
            <a:ln w="5420" cap="flat">
              <a:solidFill>
                <a:srgbClr val="4BB0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34" name="pg1234"/>
            <p:cNvSpPr/>
            <p:nvPr/>
          </p:nvSpPr>
          <p:spPr>
            <a:xfrm>
              <a:off x="5089957" y="353724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AAEAB">
                <a:alpha val="100000"/>
              </a:srgbClr>
            </a:solidFill>
            <a:ln w="5420" cap="flat">
              <a:solidFill>
                <a:srgbClr val="4AAE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35" name="pg1235"/>
            <p:cNvSpPr/>
            <p:nvPr/>
          </p:nvSpPr>
          <p:spPr>
            <a:xfrm>
              <a:off x="5101595" y="353724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6A9AA">
                <a:alpha val="100000"/>
              </a:srgbClr>
            </a:solidFill>
            <a:ln w="5420" cap="flat">
              <a:solidFill>
                <a:srgbClr val="46A9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36" name="pg1236"/>
            <p:cNvSpPr/>
            <p:nvPr/>
          </p:nvSpPr>
          <p:spPr>
            <a:xfrm>
              <a:off x="5113232" y="353724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3A6AA">
                <a:alpha val="100000"/>
              </a:srgbClr>
            </a:solidFill>
            <a:ln w="5420" cap="flat">
              <a:solidFill>
                <a:srgbClr val="43A6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37" name="pg1237"/>
            <p:cNvSpPr/>
            <p:nvPr/>
          </p:nvSpPr>
          <p:spPr>
            <a:xfrm>
              <a:off x="5124869" y="353724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FA2AA">
                <a:alpha val="100000"/>
              </a:srgbClr>
            </a:solidFill>
            <a:ln w="5420" cap="flat">
              <a:solidFill>
                <a:srgbClr val="3FA2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38" name="pg1238"/>
            <p:cNvSpPr/>
            <p:nvPr/>
          </p:nvSpPr>
          <p:spPr>
            <a:xfrm>
              <a:off x="5136507" y="353724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9EAA">
                <a:alpha val="100000"/>
              </a:srgbClr>
            </a:solidFill>
            <a:ln w="5420" cap="flat">
              <a:solidFill>
                <a:srgbClr val="3B9E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39" name="pg1239"/>
            <p:cNvSpPr/>
            <p:nvPr/>
          </p:nvSpPr>
          <p:spPr>
            <a:xfrm>
              <a:off x="5148144" y="353724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699A9">
                <a:alpha val="100000"/>
              </a:srgbClr>
            </a:solidFill>
            <a:ln w="5420" cap="flat">
              <a:solidFill>
                <a:srgbClr val="3699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40" name="pg1240"/>
            <p:cNvSpPr/>
            <p:nvPr/>
          </p:nvSpPr>
          <p:spPr>
            <a:xfrm>
              <a:off x="5159781" y="353724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692A8">
                <a:alpha val="100000"/>
              </a:srgbClr>
            </a:solidFill>
            <a:ln w="5420" cap="flat">
              <a:solidFill>
                <a:srgbClr val="3692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41" name="pg1241"/>
            <p:cNvSpPr/>
            <p:nvPr/>
          </p:nvSpPr>
          <p:spPr>
            <a:xfrm>
              <a:off x="5171419" y="353724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8CA7">
                <a:alpha val="100000"/>
              </a:srgbClr>
            </a:solidFill>
            <a:ln w="5420" cap="flat">
              <a:solidFill>
                <a:srgbClr val="378C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42" name="pg1242"/>
            <p:cNvSpPr/>
            <p:nvPr/>
          </p:nvSpPr>
          <p:spPr>
            <a:xfrm>
              <a:off x="5183056" y="353724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86A5">
                <a:alpha val="100000"/>
              </a:srgbClr>
            </a:solidFill>
            <a:ln w="5420" cap="flat">
              <a:solidFill>
                <a:srgbClr val="3986A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43" name="pg1243"/>
            <p:cNvSpPr/>
            <p:nvPr/>
          </p:nvSpPr>
          <p:spPr>
            <a:xfrm>
              <a:off x="5194693" y="353724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83A5">
                <a:alpha val="100000"/>
              </a:srgbClr>
            </a:solidFill>
            <a:ln w="5420" cap="flat">
              <a:solidFill>
                <a:srgbClr val="3983A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44" name="pg1244"/>
            <p:cNvSpPr/>
            <p:nvPr/>
          </p:nvSpPr>
          <p:spPr>
            <a:xfrm>
              <a:off x="5206331" y="353724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86A5">
                <a:alpha val="100000"/>
              </a:srgbClr>
            </a:solidFill>
            <a:ln w="5420" cap="flat">
              <a:solidFill>
                <a:srgbClr val="3986A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45" name="pg1245"/>
            <p:cNvSpPr/>
            <p:nvPr/>
          </p:nvSpPr>
          <p:spPr>
            <a:xfrm>
              <a:off x="5217968" y="353724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2A5AA">
                <a:alpha val="100000"/>
              </a:srgbClr>
            </a:solidFill>
            <a:ln w="5420" cap="flat">
              <a:solidFill>
                <a:srgbClr val="42A5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46" name="pg1246"/>
            <p:cNvSpPr/>
            <p:nvPr/>
          </p:nvSpPr>
          <p:spPr>
            <a:xfrm>
              <a:off x="5229605" y="353724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6BFAB">
                <a:alpha val="100000"/>
              </a:srgbClr>
            </a:solidFill>
            <a:ln w="5420" cap="flat">
              <a:solidFill>
                <a:srgbClr val="56BF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47" name="pg1247"/>
            <p:cNvSpPr/>
            <p:nvPr/>
          </p:nvSpPr>
          <p:spPr>
            <a:xfrm>
              <a:off x="5241243" y="353724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5D4B4">
                <a:alpha val="100000"/>
              </a:srgbClr>
            </a:solidFill>
            <a:ln w="5420" cap="flat">
              <a:solidFill>
                <a:srgbClr val="75D4B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48" name="pg1248"/>
            <p:cNvSpPr/>
            <p:nvPr/>
          </p:nvSpPr>
          <p:spPr>
            <a:xfrm>
              <a:off x="5252880" y="353724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97DEC2">
                <a:alpha val="100000"/>
              </a:srgbClr>
            </a:solidFill>
            <a:ln w="5420" cap="flat">
              <a:solidFill>
                <a:srgbClr val="97DEC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49" name="pg1249"/>
            <p:cNvSpPr/>
            <p:nvPr/>
          </p:nvSpPr>
          <p:spPr>
            <a:xfrm>
              <a:off x="5264517" y="353724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A5E3C9">
                <a:alpha val="100000"/>
              </a:srgbClr>
            </a:solidFill>
            <a:ln w="5420" cap="flat">
              <a:solidFill>
                <a:srgbClr val="A5E3C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50" name="pg1250"/>
            <p:cNvSpPr/>
            <p:nvPr/>
          </p:nvSpPr>
          <p:spPr>
            <a:xfrm>
              <a:off x="5276155" y="353724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A7E3CA">
                <a:alpha val="100000"/>
              </a:srgbClr>
            </a:solidFill>
            <a:ln w="5420" cap="flat">
              <a:solidFill>
                <a:srgbClr val="A7E3C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51" name="pg1251"/>
            <p:cNvSpPr/>
            <p:nvPr/>
          </p:nvSpPr>
          <p:spPr>
            <a:xfrm>
              <a:off x="5287792" y="353724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A3E2C8">
                <a:alpha val="100000"/>
              </a:srgbClr>
            </a:solidFill>
            <a:ln w="5420" cap="flat">
              <a:solidFill>
                <a:srgbClr val="A3E2C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52" name="pg1252"/>
            <p:cNvSpPr/>
            <p:nvPr/>
          </p:nvSpPr>
          <p:spPr>
            <a:xfrm>
              <a:off x="5299429" y="353724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9CE0C5">
                <a:alpha val="100000"/>
              </a:srgbClr>
            </a:solidFill>
            <a:ln w="5420" cap="flat">
              <a:solidFill>
                <a:srgbClr val="9CE0C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53" name="pg1253"/>
            <p:cNvSpPr/>
            <p:nvPr/>
          </p:nvSpPr>
          <p:spPr>
            <a:xfrm>
              <a:off x="5311067" y="353724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94DDC1">
                <a:alpha val="100000"/>
              </a:srgbClr>
            </a:solidFill>
            <a:ln w="5420" cap="flat">
              <a:solidFill>
                <a:srgbClr val="94DDC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54" name="pg1254"/>
            <p:cNvSpPr/>
            <p:nvPr/>
          </p:nvSpPr>
          <p:spPr>
            <a:xfrm>
              <a:off x="5322704" y="353724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8CDBBE">
                <a:alpha val="100000"/>
              </a:srgbClr>
            </a:solidFill>
            <a:ln w="5420" cap="flat">
              <a:solidFill>
                <a:srgbClr val="8CDBB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55" name="pg1255"/>
            <p:cNvSpPr/>
            <p:nvPr/>
          </p:nvSpPr>
          <p:spPr>
            <a:xfrm>
              <a:off x="5334341" y="353724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FD7B8">
                <a:alpha val="100000"/>
              </a:srgbClr>
            </a:solidFill>
            <a:ln w="5420" cap="flat">
              <a:solidFill>
                <a:srgbClr val="7FD7B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56" name="pg1256"/>
            <p:cNvSpPr/>
            <p:nvPr/>
          </p:nvSpPr>
          <p:spPr>
            <a:xfrm>
              <a:off x="5066683" y="355154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CB1AB">
                <a:alpha val="100000"/>
              </a:srgbClr>
            </a:solidFill>
            <a:ln w="5420" cap="flat">
              <a:solidFill>
                <a:srgbClr val="4CB1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57" name="pg1257"/>
            <p:cNvSpPr/>
            <p:nvPr/>
          </p:nvSpPr>
          <p:spPr>
            <a:xfrm>
              <a:off x="5078320" y="355154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CB0AB">
                <a:alpha val="100000"/>
              </a:srgbClr>
            </a:solidFill>
            <a:ln w="5420" cap="flat">
              <a:solidFill>
                <a:srgbClr val="4CB0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58" name="pg1258"/>
            <p:cNvSpPr/>
            <p:nvPr/>
          </p:nvSpPr>
          <p:spPr>
            <a:xfrm>
              <a:off x="5089957" y="355154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BAFAB">
                <a:alpha val="100000"/>
              </a:srgbClr>
            </a:solidFill>
            <a:ln w="5420" cap="flat">
              <a:solidFill>
                <a:srgbClr val="4BAF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59" name="pg1259"/>
            <p:cNvSpPr/>
            <p:nvPr/>
          </p:nvSpPr>
          <p:spPr>
            <a:xfrm>
              <a:off x="5101595" y="355154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8ACAA">
                <a:alpha val="100000"/>
              </a:srgbClr>
            </a:solidFill>
            <a:ln w="5420" cap="flat">
              <a:solidFill>
                <a:srgbClr val="48AC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60" name="pg1260"/>
            <p:cNvSpPr/>
            <p:nvPr/>
          </p:nvSpPr>
          <p:spPr>
            <a:xfrm>
              <a:off x="5113232" y="355154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6A9AA">
                <a:alpha val="100000"/>
              </a:srgbClr>
            </a:solidFill>
            <a:ln w="5420" cap="flat">
              <a:solidFill>
                <a:srgbClr val="46A9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61" name="pg1261"/>
            <p:cNvSpPr/>
            <p:nvPr/>
          </p:nvSpPr>
          <p:spPr>
            <a:xfrm>
              <a:off x="5124869" y="355154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3A6AA">
                <a:alpha val="100000"/>
              </a:srgbClr>
            </a:solidFill>
            <a:ln w="5420" cap="flat">
              <a:solidFill>
                <a:srgbClr val="43A6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62" name="pg1262"/>
            <p:cNvSpPr/>
            <p:nvPr/>
          </p:nvSpPr>
          <p:spPr>
            <a:xfrm>
              <a:off x="5136507" y="355154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0A3AA">
                <a:alpha val="100000"/>
              </a:srgbClr>
            </a:solidFill>
            <a:ln w="5420" cap="flat">
              <a:solidFill>
                <a:srgbClr val="40A3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63" name="pg1263"/>
            <p:cNvSpPr/>
            <p:nvPr/>
          </p:nvSpPr>
          <p:spPr>
            <a:xfrm>
              <a:off x="5148144" y="355154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9FAA">
                <a:alpha val="100000"/>
              </a:srgbClr>
            </a:solidFill>
            <a:ln w="5420" cap="flat">
              <a:solidFill>
                <a:srgbClr val="3C9F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64" name="pg1264"/>
            <p:cNvSpPr/>
            <p:nvPr/>
          </p:nvSpPr>
          <p:spPr>
            <a:xfrm>
              <a:off x="5159781" y="355154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89BA9">
                <a:alpha val="100000"/>
              </a:srgbClr>
            </a:solidFill>
            <a:ln w="5420" cap="flat">
              <a:solidFill>
                <a:srgbClr val="389B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65" name="pg1265"/>
            <p:cNvSpPr/>
            <p:nvPr/>
          </p:nvSpPr>
          <p:spPr>
            <a:xfrm>
              <a:off x="5171419" y="355154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497A9">
                <a:alpha val="100000"/>
              </a:srgbClr>
            </a:solidFill>
            <a:ln w="5420" cap="flat">
              <a:solidFill>
                <a:srgbClr val="3497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66" name="pg1266"/>
            <p:cNvSpPr/>
            <p:nvPr/>
          </p:nvSpPr>
          <p:spPr>
            <a:xfrm>
              <a:off x="5183056" y="355154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692A8">
                <a:alpha val="100000"/>
              </a:srgbClr>
            </a:solidFill>
            <a:ln w="5420" cap="flat">
              <a:solidFill>
                <a:srgbClr val="3692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67" name="pg1267"/>
            <p:cNvSpPr/>
            <p:nvPr/>
          </p:nvSpPr>
          <p:spPr>
            <a:xfrm>
              <a:off x="5194693" y="355154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595A9">
                <a:alpha val="100000"/>
              </a:srgbClr>
            </a:solidFill>
            <a:ln w="5420" cap="flat">
              <a:solidFill>
                <a:srgbClr val="3595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68" name="pg1268"/>
            <p:cNvSpPr/>
            <p:nvPr/>
          </p:nvSpPr>
          <p:spPr>
            <a:xfrm>
              <a:off x="5206331" y="355154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89BA9">
                <a:alpha val="100000"/>
              </a:srgbClr>
            </a:solidFill>
            <a:ln w="5420" cap="flat">
              <a:solidFill>
                <a:srgbClr val="389B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69" name="pg1269"/>
            <p:cNvSpPr/>
            <p:nvPr/>
          </p:nvSpPr>
          <p:spPr>
            <a:xfrm>
              <a:off x="5217968" y="355154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6BEAB">
                <a:alpha val="100000"/>
              </a:srgbClr>
            </a:solidFill>
            <a:ln w="5420" cap="flat">
              <a:solidFill>
                <a:srgbClr val="56BE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70" name="pg1270"/>
            <p:cNvSpPr/>
            <p:nvPr/>
          </p:nvSpPr>
          <p:spPr>
            <a:xfrm>
              <a:off x="5229605" y="355154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AD5B6">
                <a:alpha val="100000"/>
              </a:srgbClr>
            </a:solidFill>
            <a:ln w="5420" cap="flat">
              <a:solidFill>
                <a:srgbClr val="7AD5B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71" name="pg1271"/>
            <p:cNvSpPr/>
            <p:nvPr/>
          </p:nvSpPr>
          <p:spPr>
            <a:xfrm>
              <a:off x="5241243" y="355154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A9E4CB">
                <a:alpha val="100000"/>
              </a:srgbClr>
            </a:solidFill>
            <a:ln w="5420" cap="flat">
              <a:solidFill>
                <a:srgbClr val="A9E4C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72" name="pg1272"/>
            <p:cNvSpPr/>
            <p:nvPr/>
          </p:nvSpPr>
          <p:spPr>
            <a:xfrm>
              <a:off x="5252880" y="355154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C1ECD7">
                <a:alpha val="100000"/>
              </a:srgbClr>
            </a:solidFill>
            <a:ln w="5420" cap="flat">
              <a:solidFill>
                <a:srgbClr val="C1ECD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73" name="pg1273"/>
            <p:cNvSpPr/>
            <p:nvPr/>
          </p:nvSpPr>
          <p:spPr>
            <a:xfrm>
              <a:off x="5264517" y="355154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C7EDD9">
                <a:alpha val="100000"/>
              </a:srgbClr>
            </a:solidFill>
            <a:ln w="5420" cap="flat">
              <a:solidFill>
                <a:srgbClr val="C7EDD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74" name="pg1274"/>
            <p:cNvSpPr/>
            <p:nvPr/>
          </p:nvSpPr>
          <p:spPr>
            <a:xfrm>
              <a:off x="5276155" y="355154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C2ECD7">
                <a:alpha val="100000"/>
              </a:srgbClr>
            </a:solidFill>
            <a:ln w="5420" cap="flat">
              <a:solidFill>
                <a:srgbClr val="C2ECD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75" name="pg1275"/>
            <p:cNvSpPr/>
            <p:nvPr/>
          </p:nvSpPr>
          <p:spPr>
            <a:xfrm>
              <a:off x="5287792" y="355154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B8E8D2">
                <a:alpha val="100000"/>
              </a:srgbClr>
            </a:solidFill>
            <a:ln w="5420" cap="flat">
              <a:solidFill>
                <a:srgbClr val="B8E8D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76" name="pg1276"/>
            <p:cNvSpPr/>
            <p:nvPr/>
          </p:nvSpPr>
          <p:spPr>
            <a:xfrm>
              <a:off x="5299429" y="355154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ACE5CC">
                <a:alpha val="100000"/>
              </a:srgbClr>
            </a:solidFill>
            <a:ln w="5420" cap="flat">
              <a:solidFill>
                <a:srgbClr val="ACE5C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77" name="pg1277"/>
            <p:cNvSpPr/>
            <p:nvPr/>
          </p:nvSpPr>
          <p:spPr>
            <a:xfrm>
              <a:off x="5311067" y="355154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A1E1C7">
                <a:alpha val="100000"/>
              </a:srgbClr>
            </a:solidFill>
            <a:ln w="5420" cap="flat">
              <a:solidFill>
                <a:srgbClr val="A1E1C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78" name="pg1278"/>
            <p:cNvSpPr/>
            <p:nvPr/>
          </p:nvSpPr>
          <p:spPr>
            <a:xfrm>
              <a:off x="5322704" y="355154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96DEC2">
                <a:alpha val="100000"/>
              </a:srgbClr>
            </a:solidFill>
            <a:ln w="5420" cap="flat">
              <a:solidFill>
                <a:srgbClr val="96DEC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79" name="pg1279"/>
            <p:cNvSpPr/>
            <p:nvPr/>
          </p:nvSpPr>
          <p:spPr>
            <a:xfrm>
              <a:off x="5031771" y="356584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DB3AB">
                <a:alpha val="100000"/>
              </a:srgbClr>
            </a:solidFill>
            <a:ln w="5420" cap="flat">
              <a:solidFill>
                <a:srgbClr val="4DB3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80" name="pg1280"/>
            <p:cNvSpPr/>
            <p:nvPr/>
          </p:nvSpPr>
          <p:spPr>
            <a:xfrm>
              <a:off x="5043408" y="356584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DB2AB">
                <a:alpha val="100000"/>
              </a:srgbClr>
            </a:solidFill>
            <a:ln w="5420" cap="flat">
              <a:solidFill>
                <a:srgbClr val="4DB2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81" name="pg1281"/>
            <p:cNvSpPr/>
            <p:nvPr/>
          </p:nvSpPr>
          <p:spPr>
            <a:xfrm>
              <a:off x="5066683" y="356584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CB2AB">
                <a:alpha val="100000"/>
              </a:srgbClr>
            </a:solidFill>
            <a:ln w="5420" cap="flat">
              <a:solidFill>
                <a:srgbClr val="4CB2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82" name="pg1282"/>
            <p:cNvSpPr/>
            <p:nvPr/>
          </p:nvSpPr>
          <p:spPr>
            <a:xfrm>
              <a:off x="5078320" y="356584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CB1AB">
                <a:alpha val="100000"/>
              </a:srgbClr>
            </a:solidFill>
            <a:ln w="5420" cap="flat">
              <a:solidFill>
                <a:srgbClr val="4CB1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83" name="pg1283"/>
            <p:cNvSpPr/>
            <p:nvPr/>
          </p:nvSpPr>
          <p:spPr>
            <a:xfrm>
              <a:off x="5089957" y="356584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CB1AB">
                <a:alpha val="100000"/>
              </a:srgbClr>
            </a:solidFill>
            <a:ln w="5420" cap="flat">
              <a:solidFill>
                <a:srgbClr val="4CB1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84" name="pg1284"/>
            <p:cNvSpPr/>
            <p:nvPr/>
          </p:nvSpPr>
          <p:spPr>
            <a:xfrm>
              <a:off x="5101595" y="356584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AAEAB">
                <a:alpha val="100000"/>
              </a:srgbClr>
            </a:solidFill>
            <a:ln w="5420" cap="flat">
              <a:solidFill>
                <a:srgbClr val="4AAE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85" name="pg1285"/>
            <p:cNvSpPr/>
            <p:nvPr/>
          </p:nvSpPr>
          <p:spPr>
            <a:xfrm>
              <a:off x="5113232" y="356584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9ADAB">
                <a:alpha val="100000"/>
              </a:srgbClr>
            </a:solidFill>
            <a:ln w="5420" cap="flat">
              <a:solidFill>
                <a:srgbClr val="49AD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86" name="pg1286"/>
            <p:cNvSpPr/>
            <p:nvPr/>
          </p:nvSpPr>
          <p:spPr>
            <a:xfrm>
              <a:off x="5124869" y="356584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7ABAA">
                <a:alpha val="100000"/>
              </a:srgbClr>
            </a:solidFill>
            <a:ln w="5420" cap="flat">
              <a:solidFill>
                <a:srgbClr val="47AB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87" name="pg1287"/>
            <p:cNvSpPr/>
            <p:nvPr/>
          </p:nvSpPr>
          <p:spPr>
            <a:xfrm>
              <a:off x="5136507" y="356584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5A8AA">
                <a:alpha val="100000"/>
              </a:srgbClr>
            </a:solidFill>
            <a:ln w="5420" cap="flat">
              <a:solidFill>
                <a:srgbClr val="45A8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88" name="pg1288"/>
            <p:cNvSpPr/>
            <p:nvPr/>
          </p:nvSpPr>
          <p:spPr>
            <a:xfrm>
              <a:off x="5148144" y="356584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3A6AA">
                <a:alpha val="100000"/>
              </a:srgbClr>
            </a:solidFill>
            <a:ln w="5420" cap="flat">
              <a:solidFill>
                <a:srgbClr val="43A6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89" name="pg1289"/>
            <p:cNvSpPr/>
            <p:nvPr/>
          </p:nvSpPr>
          <p:spPr>
            <a:xfrm>
              <a:off x="5183056" y="356584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1A4AA">
                <a:alpha val="100000"/>
              </a:srgbClr>
            </a:solidFill>
            <a:ln w="5420" cap="flat">
              <a:solidFill>
                <a:srgbClr val="41A4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90" name="pg1290"/>
            <p:cNvSpPr/>
            <p:nvPr/>
          </p:nvSpPr>
          <p:spPr>
            <a:xfrm>
              <a:off x="5194693" y="356584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4A7AA">
                <a:alpha val="100000"/>
              </a:srgbClr>
            </a:solidFill>
            <a:ln w="5420" cap="flat">
              <a:solidFill>
                <a:srgbClr val="44A7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91" name="pg1291"/>
            <p:cNvSpPr/>
            <p:nvPr/>
          </p:nvSpPr>
          <p:spPr>
            <a:xfrm>
              <a:off x="5206331" y="356584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BB0AB">
                <a:alpha val="100000"/>
              </a:srgbClr>
            </a:solidFill>
            <a:ln w="5420" cap="flat">
              <a:solidFill>
                <a:srgbClr val="4BB0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92" name="pg1292"/>
            <p:cNvSpPr/>
            <p:nvPr/>
          </p:nvSpPr>
          <p:spPr>
            <a:xfrm>
              <a:off x="5217968" y="356584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DD1B1">
                <a:alpha val="100000"/>
              </a:srgbClr>
            </a:solidFill>
            <a:ln w="5420" cap="flat">
              <a:solidFill>
                <a:srgbClr val="6DD1B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93" name="pg1293"/>
            <p:cNvSpPr/>
            <p:nvPr/>
          </p:nvSpPr>
          <p:spPr>
            <a:xfrm>
              <a:off x="5229605" y="356584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A0E1C6">
                <a:alpha val="100000"/>
              </a:srgbClr>
            </a:solidFill>
            <a:ln w="5420" cap="flat">
              <a:solidFill>
                <a:srgbClr val="A0E1C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94" name="pg1294"/>
            <p:cNvSpPr/>
            <p:nvPr/>
          </p:nvSpPr>
          <p:spPr>
            <a:xfrm>
              <a:off x="5241243" y="356584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C4ECD8">
                <a:alpha val="100000"/>
              </a:srgbClr>
            </a:solidFill>
            <a:ln w="5420" cap="flat">
              <a:solidFill>
                <a:srgbClr val="C4ECD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95" name="pg1295"/>
            <p:cNvSpPr/>
            <p:nvPr/>
          </p:nvSpPr>
          <p:spPr>
            <a:xfrm>
              <a:off x="5252880" y="356584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D5F2E0">
                <a:alpha val="100000"/>
              </a:srgbClr>
            </a:solidFill>
            <a:ln w="5420" cap="flat">
              <a:solidFill>
                <a:srgbClr val="D5F2E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96" name="pg1296"/>
            <p:cNvSpPr/>
            <p:nvPr/>
          </p:nvSpPr>
          <p:spPr>
            <a:xfrm>
              <a:off x="5264517" y="356584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D7F3E1">
                <a:alpha val="100000"/>
              </a:srgbClr>
            </a:solidFill>
            <a:ln w="5420" cap="flat">
              <a:solidFill>
                <a:srgbClr val="D7F3E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97" name="pg1297"/>
            <p:cNvSpPr/>
            <p:nvPr/>
          </p:nvSpPr>
          <p:spPr>
            <a:xfrm>
              <a:off x="5276155" y="356584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CFF0DD">
                <a:alpha val="100000"/>
              </a:srgbClr>
            </a:solidFill>
            <a:ln w="5420" cap="flat">
              <a:solidFill>
                <a:srgbClr val="CFF0D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98" name="pg1298"/>
            <p:cNvSpPr/>
            <p:nvPr/>
          </p:nvSpPr>
          <p:spPr>
            <a:xfrm>
              <a:off x="5287792" y="356584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C2ECD7">
                <a:alpha val="100000"/>
              </a:srgbClr>
            </a:solidFill>
            <a:ln w="5420" cap="flat">
              <a:solidFill>
                <a:srgbClr val="C2ECD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99" name="pg1299"/>
            <p:cNvSpPr/>
            <p:nvPr/>
          </p:nvSpPr>
          <p:spPr>
            <a:xfrm>
              <a:off x="5299429" y="356584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B5E7D0">
                <a:alpha val="100000"/>
              </a:srgbClr>
            </a:solidFill>
            <a:ln w="5420" cap="flat">
              <a:solidFill>
                <a:srgbClr val="B5E7D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00" name="pg1300"/>
            <p:cNvSpPr/>
            <p:nvPr/>
          </p:nvSpPr>
          <p:spPr>
            <a:xfrm>
              <a:off x="5311067" y="356584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A8E3CA">
                <a:alpha val="100000"/>
              </a:srgbClr>
            </a:solidFill>
            <a:ln w="5420" cap="flat">
              <a:solidFill>
                <a:srgbClr val="A8E3C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01" name="pg1301"/>
            <p:cNvSpPr/>
            <p:nvPr/>
          </p:nvSpPr>
          <p:spPr>
            <a:xfrm>
              <a:off x="5020133" y="358014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DB2AB">
                <a:alpha val="100000"/>
              </a:srgbClr>
            </a:solidFill>
            <a:ln w="5420" cap="flat">
              <a:solidFill>
                <a:srgbClr val="4DB2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02" name="pg1302"/>
            <p:cNvSpPr/>
            <p:nvPr/>
          </p:nvSpPr>
          <p:spPr>
            <a:xfrm>
              <a:off x="5031771" y="358014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DB2AB">
                <a:alpha val="100000"/>
              </a:srgbClr>
            </a:solidFill>
            <a:ln w="5420" cap="flat">
              <a:solidFill>
                <a:srgbClr val="4DB2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03" name="pg1303"/>
            <p:cNvSpPr/>
            <p:nvPr/>
          </p:nvSpPr>
          <p:spPr>
            <a:xfrm>
              <a:off x="5043408" y="358014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CB2AB">
                <a:alpha val="100000"/>
              </a:srgbClr>
            </a:solidFill>
            <a:ln w="5420" cap="flat">
              <a:solidFill>
                <a:srgbClr val="4CB2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04" name="pg1304"/>
            <p:cNvSpPr/>
            <p:nvPr/>
          </p:nvSpPr>
          <p:spPr>
            <a:xfrm>
              <a:off x="5055045" y="358014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CB2AB">
                <a:alpha val="100000"/>
              </a:srgbClr>
            </a:solidFill>
            <a:ln w="5420" cap="flat">
              <a:solidFill>
                <a:srgbClr val="4CB2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05" name="pg1305"/>
            <p:cNvSpPr/>
            <p:nvPr/>
          </p:nvSpPr>
          <p:spPr>
            <a:xfrm>
              <a:off x="5066683" y="358014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CB2AB">
                <a:alpha val="100000"/>
              </a:srgbClr>
            </a:solidFill>
            <a:ln w="5420" cap="flat">
              <a:solidFill>
                <a:srgbClr val="4CB2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06" name="pg1306"/>
            <p:cNvSpPr/>
            <p:nvPr/>
          </p:nvSpPr>
          <p:spPr>
            <a:xfrm>
              <a:off x="5078320" y="358014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CB2AB">
                <a:alpha val="100000"/>
              </a:srgbClr>
            </a:solidFill>
            <a:ln w="5420" cap="flat">
              <a:solidFill>
                <a:srgbClr val="4CB2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07" name="pg1307"/>
            <p:cNvSpPr/>
            <p:nvPr/>
          </p:nvSpPr>
          <p:spPr>
            <a:xfrm>
              <a:off x="5089957" y="358014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CB2AB">
                <a:alpha val="100000"/>
              </a:srgbClr>
            </a:solidFill>
            <a:ln w="5420" cap="flat">
              <a:solidFill>
                <a:srgbClr val="4CB2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08" name="pg1308"/>
            <p:cNvSpPr/>
            <p:nvPr/>
          </p:nvSpPr>
          <p:spPr>
            <a:xfrm>
              <a:off x="5101595" y="358014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CB1AB">
                <a:alpha val="100000"/>
              </a:srgbClr>
            </a:solidFill>
            <a:ln w="5420" cap="flat">
              <a:solidFill>
                <a:srgbClr val="4CB1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09" name="pg1309"/>
            <p:cNvSpPr/>
            <p:nvPr/>
          </p:nvSpPr>
          <p:spPr>
            <a:xfrm>
              <a:off x="5113232" y="358014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BB0AB">
                <a:alpha val="100000"/>
              </a:srgbClr>
            </a:solidFill>
            <a:ln w="5420" cap="flat">
              <a:solidFill>
                <a:srgbClr val="4BB0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10" name="pg1310"/>
            <p:cNvSpPr/>
            <p:nvPr/>
          </p:nvSpPr>
          <p:spPr>
            <a:xfrm>
              <a:off x="5124869" y="358014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BAFAB">
                <a:alpha val="100000"/>
              </a:srgbClr>
            </a:solidFill>
            <a:ln w="5420" cap="flat">
              <a:solidFill>
                <a:srgbClr val="4BAF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11" name="pg1311"/>
            <p:cNvSpPr/>
            <p:nvPr/>
          </p:nvSpPr>
          <p:spPr>
            <a:xfrm>
              <a:off x="5136507" y="358014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AAEAB">
                <a:alpha val="100000"/>
              </a:srgbClr>
            </a:solidFill>
            <a:ln w="5420" cap="flat">
              <a:solidFill>
                <a:srgbClr val="4AAE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12" name="pg1312"/>
            <p:cNvSpPr/>
            <p:nvPr/>
          </p:nvSpPr>
          <p:spPr>
            <a:xfrm>
              <a:off x="5148144" y="358014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9ADAB">
                <a:alpha val="100000"/>
              </a:srgbClr>
            </a:solidFill>
            <a:ln w="5420" cap="flat">
              <a:solidFill>
                <a:srgbClr val="49AD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13" name="pg1313"/>
            <p:cNvSpPr/>
            <p:nvPr/>
          </p:nvSpPr>
          <p:spPr>
            <a:xfrm>
              <a:off x="5194693" y="358014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FB5AB">
                <a:alpha val="100000"/>
              </a:srgbClr>
            </a:solidFill>
            <a:ln w="5420" cap="flat">
              <a:solidFill>
                <a:srgbClr val="4FB5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14" name="pg1314"/>
            <p:cNvSpPr/>
            <p:nvPr/>
          </p:nvSpPr>
          <p:spPr>
            <a:xfrm>
              <a:off x="5206331" y="358014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6BFAB">
                <a:alpha val="100000"/>
              </a:srgbClr>
            </a:solidFill>
            <a:ln w="5420" cap="flat">
              <a:solidFill>
                <a:srgbClr val="56BF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15" name="pg1315"/>
            <p:cNvSpPr/>
            <p:nvPr/>
          </p:nvSpPr>
          <p:spPr>
            <a:xfrm>
              <a:off x="5217968" y="358014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84D8BA">
                <a:alpha val="100000"/>
              </a:srgbClr>
            </a:solidFill>
            <a:ln w="5420" cap="flat">
              <a:solidFill>
                <a:srgbClr val="84D8B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16" name="pg1316"/>
            <p:cNvSpPr/>
            <p:nvPr/>
          </p:nvSpPr>
          <p:spPr>
            <a:xfrm>
              <a:off x="5229605" y="358014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A9E4CB">
                <a:alpha val="100000"/>
              </a:srgbClr>
            </a:solidFill>
            <a:ln w="5420" cap="flat">
              <a:solidFill>
                <a:srgbClr val="A9E4C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17" name="pg1317"/>
            <p:cNvSpPr/>
            <p:nvPr/>
          </p:nvSpPr>
          <p:spPr>
            <a:xfrm>
              <a:off x="5241243" y="358014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C4ECD8">
                <a:alpha val="100000"/>
              </a:srgbClr>
            </a:solidFill>
            <a:ln w="5420" cap="flat">
              <a:solidFill>
                <a:srgbClr val="C4ECD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18" name="pg1318"/>
            <p:cNvSpPr/>
            <p:nvPr/>
          </p:nvSpPr>
          <p:spPr>
            <a:xfrm>
              <a:off x="5252880" y="358014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D2F1DF">
                <a:alpha val="100000"/>
              </a:srgbClr>
            </a:solidFill>
            <a:ln w="5420" cap="flat">
              <a:solidFill>
                <a:srgbClr val="D2F1D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19" name="pg1319"/>
            <p:cNvSpPr/>
            <p:nvPr/>
          </p:nvSpPr>
          <p:spPr>
            <a:xfrm>
              <a:off x="5264517" y="358014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D3F1E0">
                <a:alpha val="100000"/>
              </a:srgbClr>
            </a:solidFill>
            <a:ln w="5420" cap="flat">
              <a:solidFill>
                <a:srgbClr val="D3F1E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20" name="pg1320"/>
            <p:cNvSpPr/>
            <p:nvPr/>
          </p:nvSpPr>
          <p:spPr>
            <a:xfrm>
              <a:off x="5276155" y="358014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CDEFDC">
                <a:alpha val="100000"/>
              </a:srgbClr>
            </a:solidFill>
            <a:ln w="5420" cap="flat">
              <a:solidFill>
                <a:srgbClr val="CDEFD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21" name="pg1321"/>
            <p:cNvSpPr/>
            <p:nvPr/>
          </p:nvSpPr>
          <p:spPr>
            <a:xfrm>
              <a:off x="5287792" y="358014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C2ECD7">
                <a:alpha val="100000"/>
              </a:srgbClr>
            </a:solidFill>
            <a:ln w="5420" cap="flat">
              <a:solidFill>
                <a:srgbClr val="C2ECD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22" name="pg1322"/>
            <p:cNvSpPr/>
            <p:nvPr/>
          </p:nvSpPr>
          <p:spPr>
            <a:xfrm>
              <a:off x="5299429" y="358014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B5E8D1">
                <a:alpha val="100000"/>
              </a:srgbClr>
            </a:solidFill>
            <a:ln w="5420" cap="flat">
              <a:solidFill>
                <a:srgbClr val="B5E8D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23" name="pg1323"/>
            <p:cNvSpPr/>
            <p:nvPr/>
          </p:nvSpPr>
          <p:spPr>
            <a:xfrm>
              <a:off x="5008496" y="359444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CB1AB">
                <a:alpha val="100000"/>
              </a:srgbClr>
            </a:solidFill>
            <a:ln w="5420" cap="flat">
              <a:solidFill>
                <a:srgbClr val="4CB1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24" name="pg1324"/>
            <p:cNvSpPr/>
            <p:nvPr/>
          </p:nvSpPr>
          <p:spPr>
            <a:xfrm>
              <a:off x="5020133" y="359444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CB1AB">
                <a:alpha val="100000"/>
              </a:srgbClr>
            </a:solidFill>
            <a:ln w="5420" cap="flat">
              <a:solidFill>
                <a:srgbClr val="4CB1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25" name="pg1325"/>
            <p:cNvSpPr/>
            <p:nvPr/>
          </p:nvSpPr>
          <p:spPr>
            <a:xfrm>
              <a:off x="5031771" y="359444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CB0AB">
                <a:alpha val="100000"/>
              </a:srgbClr>
            </a:solidFill>
            <a:ln w="5420" cap="flat">
              <a:solidFill>
                <a:srgbClr val="4CB0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26" name="pg1326"/>
            <p:cNvSpPr/>
            <p:nvPr/>
          </p:nvSpPr>
          <p:spPr>
            <a:xfrm>
              <a:off x="5043408" y="359444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BB0AB">
                <a:alpha val="100000"/>
              </a:srgbClr>
            </a:solidFill>
            <a:ln w="5420" cap="flat">
              <a:solidFill>
                <a:srgbClr val="4BB0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27" name="pg1327"/>
            <p:cNvSpPr/>
            <p:nvPr/>
          </p:nvSpPr>
          <p:spPr>
            <a:xfrm>
              <a:off x="5055045" y="359444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CB1AB">
                <a:alpha val="100000"/>
              </a:srgbClr>
            </a:solidFill>
            <a:ln w="5420" cap="flat">
              <a:solidFill>
                <a:srgbClr val="4CB1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28" name="pg1328"/>
            <p:cNvSpPr/>
            <p:nvPr/>
          </p:nvSpPr>
          <p:spPr>
            <a:xfrm>
              <a:off x="5066683" y="359444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CB1AB">
                <a:alpha val="100000"/>
              </a:srgbClr>
            </a:solidFill>
            <a:ln w="5420" cap="flat">
              <a:solidFill>
                <a:srgbClr val="4CB1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29" name="pg1329"/>
            <p:cNvSpPr/>
            <p:nvPr/>
          </p:nvSpPr>
          <p:spPr>
            <a:xfrm>
              <a:off x="5078320" y="359444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CB1AB">
                <a:alpha val="100000"/>
              </a:srgbClr>
            </a:solidFill>
            <a:ln w="5420" cap="flat">
              <a:solidFill>
                <a:srgbClr val="4CB1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30" name="pg1330"/>
            <p:cNvSpPr/>
            <p:nvPr/>
          </p:nvSpPr>
          <p:spPr>
            <a:xfrm>
              <a:off x="5089957" y="359444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DB2AB">
                <a:alpha val="100000"/>
              </a:srgbClr>
            </a:solidFill>
            <a:ln w="5420" cap="flat">
              <a:solidFill>
                <a:srgbClr val="4DB2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31" name="pg1331"/>
            <p:cNvSpPr/>
            <p:nvPr/>
          </p:nvSpPr>
          <p:spPr>
            <a:xfrm>
              <a:off x="5101595" y="359444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DB3AB">
                <a:alpha val="100000"/>
              </a:srgbClr>
            </a:solidFill>
            <a:ln w="5420" cap="flat">
              <a:solidFill>
                <a:srgbClr val="4DB3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32" name="pg1332"/>
            <p:cNvSpPr/>
            <p:nvPr/>
          </p:nvSpPr>
          <p:spPr>
            <a:xfrm>
              <a:off x="5113232" y="359444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DB3AB">
                <a:alpha val="100000"/>
              </a:srgbClr>
            </a:solidFill>
            <a:ln w="5420" cap="flat">
              <a:solidFill>
                <a:srgbClr val="4DB3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33" name="pg1333"/>
            <p:cNvSpPr/>
            <p:nvPr/>
          </p:nvSpPr>
          <p:spPr>
            <a:xfrm>
              <a:off x="5124869" y="359444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EB3AB">
                <a:alpha val="100000"/>
              </a:srgbClr>
            </a:solidFill>
            <a:ln w="5420" cap="flat">
              <a:solidFill>
                <a:srgbClr val="4EB3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34" name="pg1334"/>
            <p:cNvSpPr/>
            <p:nvPr/>
          </p:nvSpPr>
          <p:spPr>
            <a:xfrm>
              <a:off x="5136507" y="359444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EB3AB">
                <a:alpha val="100000"/>
              </a:srgbClr>
            </a:solidFill>
            <a:ln w="5420" cap="flat">
              <a:solidFill>
                <a:srgbClr val="4EB3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35" name="pg1335"/>
            <p:cNvSpPr/>
            <p:nvPr/>
          </p:nvSpPr>
          <p:spPr>
            <a:xfrm>
              <a:off x="5148144" y="359444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EB3AB">
                <a:alpha val="100000"/>
              </a:srgbClr>
            </a:solidFill>
            <a:ln w="5420" cap="flat">
              <a:solidFill>
                <a:srgbClr val="4EB3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36" name="pg1336"/>
            <p:cNvSpPr/>
            <p:nvPr/>
          </p:nvSpPr>
          <p:spPr>
            <a:xfrm>
              <a:off x="5194693" y="359444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7C0AB">
                <a:alpha val="100000"/>
              </a:srgbClr>
            </a:solidFill>
            <a:ln w="5420" cap="flat">
              <a:solidFill>
                <a:srgbClr val="57C0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37" name="pg1337"/>
            <p:cNvSpPr/>
            <p:nvPr/>
          </p:nvSpPr>
          <p:spPr>
            <a:xfrm>
              <a:off x="5206331" y="359444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CC7AC">
                <a:alpha val="100000"/>
              </a:srgbClr>
            </a:solidFill>
            <a:ln w="5420" cap="flat">
              <a:solidFill>
                <a:srgbClr val="5CC7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38" name="pg1338"/>
            <p:cNvSpPr/>
            <p:nvPr/>
          </p:nvSpPr>
          <p:spPr>
            <a:xfrm>
              <a:off x="5217968" y="359444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87D9BC">
                <a:alpha val="100000"/>
              </a:srgbClr>
            </a:solidFill>
            <a:ln w="5420" cap="flat">
              <a:solidFill>
                <a:srgbClr val="87D9B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39" name="pg1339"/>
            <p:cNvSpPr/>
            <p:nvPr/>
          </p:nvSpPr>
          <p:spPr>
            <a:xfrm>
              <a:off x="5229605" y="359444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A2E1C7">
                <a:alpha val="100000"/>
              </a:srgbClr>
            </a:solidFill>
            <a:ln w="5420" cap="flat">
              <a:solidFill>
                <a:srgbClr val="A2E1C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40" name="pg1340"/>
            <p:cNvSpPr/>
            <p:nvPr/>
          </p:nvSpPr>
          <p:spPr>
            <a:xfrm>
              <a:off x="5241243" y="359444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B6E8D1">
                <a:alpha val="100000"/>
              </a:srgbClr>
            </a:solidFill>
            <a:ln w="5420" cap="flat">
              <a:solidFill>
                <a:srgbClr val="B6E8D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41" name="pg1341"/>
            <p:cNvSpPr/>
            <p:nvPr/>
          </p:nvSpPr>
          <p:spPr>
            <a:xfrm>
              <a:off x="5252880" y="359444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C2ECD7">
                <a:alpha val="100000"/>
              </a:srgbClr>
            </a:solidFill>
            <a:ln w="5420" cap="flat">
              <a:solidFill>
                <a:srgbClr val="C2ECD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42" name="pg1342"/>
            <p:cNvSpPr/>
            <p:nvPr/>
          </p:nvSpPr>
          <p:spPr>
            <a:xfrm>
              <a:off x="5264517" y="359444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C5EDD8">
                <a:alpha val="100000"/>
              </a:srgbClr>
            </a:solidFill>
            <a:ln w="5420" cap="flat">
              <a:solidFill>
                <a:srgbClr val="C5EDD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43" name="pg1343"/>
            <p:cNvSpPr/>
            <p:nvPr/>
          </p:nvSpPr>
          <p:spPr>
            <a:xfrm>
              <a:off x="5276155" y="359444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C1EBD6">
                <a:alpha val="100000"/>
              </a:srgbClr>
            </a:solidFill>
            <a:ln w="5420" cap="flat">
              <a:solidFill>
                <a:srgbClr val="C1EBD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44" name="pg1344"/>
            <p:cNvSpPr/>
            <p:nvPr/>
          </p:nvSpPr>
          <p:spPr>
            <a:xfrm>
              <a:off x="5287792" y="359444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B9E9D2">
                <a:alpha val="100000"/>
              </a:srgbClr>
            </a:solidFill>
            <a:ln w="5420" cap="flat">
              <a:solidFill>
                <a:srgbClr val="B9E9D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45" name="pg1345"/>
            <p:cNvSpPr/>
            <p:nvPr/>
          </p:nvSpPr>
          <p:spPr>
            <a:xfrm>
              <a:off x="4996859" y="360874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BB0AB">
                <a:alpha val="100000"/>
              </a:srgbClr>
            </a:solidFill>
            <a:ln w="5420" cap="flat">
              <a:solidFill>
                <a:srgbClr val="4BB0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46" name="pg1346"/>
            <p:cNvSpPr/>
            <p:nvPr/>
          </p:nvSpPr>
          <p:spPr>
            <a:xfrm>
              <a:off x="5008496" y="360874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BB0AB">
                <a:alpha val="100000"/>
              </a:srgbClr>
            </a:solidFill>
            <a:ln w="5420" cap="flat">
              <a:solidFill>
                <a:srgbClr val="4BB0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47" name="pg1347"/>
            <p:cNvSpPr/>
            <p:nvPr/>
          </p:nvSpPr>
          <p:spPr>
            <a:xfrm>
              <a:off x="5020133" y="360874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AAFAB">
                <a:alpha val="100000"/>
              </a:srgbClr>
            </a:solidFill>
            <a:ln w="5420" cap="flat">
              <a:solidFill>
                <a:srgbClr val="4AAF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48" name="pg1348"/>
            <p:cNvSpPr/>
            <p:nvPr/>
          </p:nvSpPr>
          <p:spPr>
            <a:xfrm>
              <a:off x="5031771" y="360874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AAEAB">
                <a:alpha val="100000"/>
              </a:srgbClr>
            </a:solidFill>
            <a:ln w="5420" cap="flat">
              <a:solidFill>
                <a:srgbClr val="4AAE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49" name="pg1349"/>
            <p:cNvSpPr/>
            <p:nvPr/>
          </p:nvSpPr>
          <p:spPr>
            <a:xfrm>
              <a:off x="5043408" y="360874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AAEAB">
                <a:alpha val="100000"/>
              </a:srgbClr>
            </a:solidFill>
            <a:ln w="5420" cap="flat">
              <a:solidFill>
                <a:srgbClr val="4AAE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50" name="pg1350"/>
            <p:cNvSpPr/>
            <p:nvPr/>
          </p:nvSpPr>
          <p:spPr>
            <a:xfrm>
              <a:off x="5055045" y="360874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AAFAB">
                <a:alpha val="100000"/>
              </a:srgbClr>
            </a:solidFill>
            <a:ln w="5420" cap="flat">
              <a:solidFill>
                <a:srgbClr val="4AAF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51" name="pg1351"/>
            <p:cNvSpPr/>
            <p:nvPr/>
          </p:nvSpPr>
          <p:spPr>
            <a:xfrm>
              <a:off x="5066683" y="360874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BB0AB">
                <a:alpha val="100000"/>
              </a:srgbClr>
            </a:solidFill>
            <a:ln w="5420" cap="flat">
              <a:solidFill>
                <a:srgbClr val="4BB0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52" name="pg1352"/>
            <p:cNvSpPr/>
            <p:nvPr/>
          </p:nvSpPr>
          <p:spPr>
            <a:xfrm>
              <a:off x="5078320" y="360874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CB1AB">
                <a:alpha val="100000"/>
              </a:srgbClr>
            </a:solidFill>
            <a:ln w="5420" cap="flat">
              <a:solidFill>
                <a:srgbClr val="4CB1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53" name="pg1353"/>
            <p:cNvSpPr/>
            <p:nvPr/>
          </p:nvSpPr>
          <p:spPr>
            <a:xfrm>
              <a:off x="5089957" y="360874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DB2AB">
                <a:alpha val="100000"/>
              </a:srgbClr>
            </a:solidFill>
            <a:ln w="5420" cap="flat">
              <a:solidFill>
                <a:srgbClr val="4DB2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54" name="pg1354"/>
            <p:cNvSpPr/>
            <p:nvPr/>
          </p:nvSpPr>
          <p:spPr>
            <a:xfrm>
              <a:off x="5101595" y="360874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EB4AB">
                <a:alpha val="100000"/>
              </a:srgbClr>
            </a:solidFill>
            <a:ln w="5420" cap="flat">
              <a:solidFill>
                <a:srgbClr val="4EB4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55" name="pg1355"/>
            <p:cNvSpPr/>
            <p:nvPr/>
          </p:nvSpPr>
          <p:spPr>
            <a:xfrm>
              <a:off x="5113232" y="360874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FB5AB">
                <a:alpha val="100000"/>
              </a:srgbClr>
            </a:solidFill>
            <a:ln w="5420" cap="flat">
              <a:solidFill>
                <a:srgbClr val="4FB5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56" name="pg1356"/>
            <p:cNvSpPr/>
            <p:nvPr/>
          </p:nvSpPr>
          <p:spPr>
            <a:xfrm>
              <a:off x="5124869" y="360874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0B6AB">
                <a:alpha val="100000"/>
              </a:srgbClr>
            </a:solidFill>
            <a:ln w="5420" cap="flat">
              <a:solidFill>
                <a:srgbClr val="50B6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57" name="pg1357"/>
            <p:cNvSpPr/>
            <p:nvPr/>
          </p:nvSpPr>
          <p:spPr>
            <a:xfrm>
              <a:off x="5136507" y="360874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1B7AB">
                <a:alpha val="100000"/>
              </a:srgbClr>
            </a:solidFill>
            <a:ln w="5420" cap="flat">
              <a:solidFill>
                <a:srgbClr val="51B7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58" name="pg1358"/>
            <p:cNvSpPr/>
            <p:nvPr/>
          </p:nvSpPr>
          <p:spPr>
            <a:xfrm>
              <a:off x="5148144" y="360874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1B8AB">
                <a:alpha val="100000"/>
              </a:srgbClr>
            </a:solidFill>
            <a:ln w="5420" cap="flat">
              <a:solidFill>
                <a:srgbClr val="51B8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59" name="pg1359"/>
            <p:cNvSpPr/>
            <p:nvPr/>
          </p:nvSpPr>
          <p:spPr>
            <a:xfrm>
              <a:off x="5159781" y="360874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3BAAB">
                <a:alpha val="100000"/>
              </a:srgbClr>
            </a:solidFill>
            <a:ln w="5420" cap="flat">
              <a:solidFill>
                <a:srgbClr val="53BA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60" name="pg1360"/>
            <p:cNvSpPr/>
            <p:nvPr/>
          </p:nvSpPr>
          <p:spPr>
            <a:xfrm>
              <a:off x="5206331" y="360874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FCCAC">
                <a:alpha val="100000"/>
              </a:srgbClr>
            </a:solidFill>
            <a:ln w="5420" cap="flat">
              <a:solidFill>
                <a:srgbClr val="5FCC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61" name="pg1361"/>
            <p:cNvSpPr/>
            <p:nvPr/>
          </p:nvSpPr>
          <p:spPr>
            <a:xfrm>
              <a:off x="5217968" y="360874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83D8BA">
                <a:alpha val="100000"/>
              </a:srgbClr>
            </a:solidFill>
            <a:ln w="5420" cap="flat">
              <a:solidFill>
                <a:srgbClr val="83D8B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62" name="pg1362"/>
            <p:cNvSpPr/>
            <p:nvPr/>
          </p:nvSpPr>
          <p:spPr>
            <a:xfrm>
              <a:off x="5229605" y="360874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96DEC2">
                <a:alpha val="100000"/>
              </a:srgbClr>
            </a:solidFill>
            <a:ln w="5420" cap="flat">
              <a:solidFill>
                <a:srgbClr val="96DEC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63" name="pg1363"/>
            <p:cNvSpPr/>
            <p:nvPr/>
          </p:nvSpPr>
          <p:spPr>
            <a:xfrm>
              <a:off x="5241243" y="360874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A5E2C9">
                <a:alpha val="100000"/>
              </a:srgbClr>
            </a:solidFill>
            <a:ln w="5420" cap="flat">
              <a:solidFill>
                <a:srgbClr val="A5E2C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64" name="pg1364"/>
            <p:cNvSpPr/>
            <p:nvPr/>
          </p:nvSpPr>
          <p:spPr>
            <a:xfrm>
              <a:off x="5252880" y="360874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AEE5CD">
                <a:alpha val="100000"/>
              </a:srgbClr>
            </a:solidFill>
            <a:ln w="5420" cap="flat">
              <a:solidFill>
                <a:srgbClr val="AEE5C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65" name="pg1365"/>
            <p:cNvSpPr/>
            <p:nvPr/>
          </p:nvSpPr>
          <p:spPr>
            <a:xfrm>
              <a:off x="5264517" y="360874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B2E7CF">
                <a:alpha val="100000"/>
              </a:srgbClr>
            </a:solidFill>
            <a:ln w="5420" cap="flat">
              <a:solidFill>
                <a:srgbClr val="B2E7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66" name="pg1366"/>
            <p:cNvSpPr/>
            <p:nvPr/>
          </p:nvSpPr>
          <p:spPr>
            <a:xfrm>
              <a:off x="5276155" y="360874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B1E6CF">
                <a:alpha val="100000"/>
              </a:srgbClr>
            </a:solidFill>
            <a:ln w="5420" cap="flat">
              <a:solidFill>
                <a:srgbClr val="B1E6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67" name="pg1367"/>
            <p:cNvSpPr/>
            <p:nvPr/>
          </p:nvSpPr>
          <p:spPr>
            <a:xfrm>
              <a:off x="4996859" y="362304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AAFAB">
                <a:alpha val="100000"/>
              </a:srgbClr>
            </a:solidFill>
            <a:ln w="5420" cap="flat">
              <a:solidFill>
                <a:srgbClr val="4AAF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68" name="pg1368"/>
            <p:cNvSpPr/>
            <p:nvPr/>
          </p:nvSpPr>
          <p:spPr>
            <a:xfrm>
              <a:off x="5008496" y="362304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9AEAB">
                <a:alpha val="100000"/>
              </a:srgbClr>
            </a:solidFill>
            <a:ln w="5420" cap="flat">
              <a:solidFill>
                <a:srgbClr val="49AE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69" name="pg1369"/>
            <p:cNvSpPr/>
            <p:nvPr/>
          </p:nvSpPr>
          <p:spPr>
            <a:xfrm>
              <a:off x="5020133" y="362304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8ADAB">
                <a:alpha val="100000"/>
              </a:srgbClr>
            </a:solidFill>
            <a:ln w="5420" cap="flat">
              <a:solidFill>
                <a:srgbClr val="48AD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70" name="pg1370"/>
            <p:cNvSpPr/>
            <p:nvPr/>
          </p:nvSpPr>
          <p:spPr>
            <a:xfrm>
              <a:off x="5031771" y="362304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8ACAA">
                <a:alpha val="100000"/>
              </a:srgbClr>
            </a:solidFill>
            <a:ln w="5420" cap="flat">
              <a:solidFill>
                <a:srgbClr val="48AC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71" name="pg1371"/>
            <p:cNvSpPr/>
            <p:nvPr/>
          </p:nvSpPr>
          <p:spPr>
            <a:xfrm>
              <a:off x="5043408" y="362304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8ACAA">
                <a:alpha val="100000"/>
              </a:srgbClr>
            </a:solidFill>
            <a:ln w="5420" cap="flat">
              <a:solidFill>
                <a:srgbClr val="48AC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72" name="pg1372"/>
            <p:cNvSpPr/>
            <p:nvPr/>
          </p:nvSpPr>
          <p:spPr>
            <a:xfrm>
              <a:off x="5055045" y="362304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8ADAB">
                <a:alpha val="100000"/>
              </a:srgbClr>
            </a:solidFill>
            <a:ln w="5420" cap="flat">
              <a:solidFill>
                <a:srgbClr val="48AD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73" name="pg1373"/>
            <p:cNvSpPr/>
            <p:nvPr/>
          </p:nvSpPr>
          <p:spPr>
            <a:xfrm>
              <a:off x="5066683" y="362304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9AEAB">
                <a:alpha val="100000"/>
              </a:srgbClr>
            </a:solidFill>
            <a:ln w="5420" cap="flat">
              <a:solidFill>
                <a:srgbClr val="49AE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74" name="pg1374"/>
            <p:cNvSpPr/>
            <p:nvPr/>
          </p:nvSpPr>
          <p:spPr>
            <a:xfrm>
              <a:off x="5078320" y="362304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BAFAB">
                <a:alpha val="100000"/>
              </a:srgbClr>
            </a:solidFill>
            <a:ln w="5420" cap="flat">
              <a:solidFill>
                <a:srgbClr val="4BAF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75" name="pg1375"/>
            <p:cNvSpPr/>
            <p:nvPr/>
          </p:nvSpPr>
          <p:spPr>
            <a:xfrm>
              <a:off x="5089957" y="362304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CB1AB">
                <a:alpha val="100000"/>
              </a:srgbClr>
            </a:solidFill>
            <a:ln w="5420" cap="flat">
              <a:solidFill>
                <a:srgbClr val="4CB1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76" name="pg1376"/>
            <p:cNvSpPr/>
            <p:nvPr/>
          </p:nvSpPr>
          <p:spPr>
            <a:xfrm>
              <a:off x="5101595" y="362304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FB5AB">
                <a:alpha val="100000"/>
              </a:srgbClr>
            </a:solidFill>
            <a:ln w="5420" cap="flat">
              <a:solidFill>
                <a:srgbClr val="4FB5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77" name="pg1377"/>
            <p:cNvSpPr/>
            <p:nvPr/>
          </p:nvSpPr>
          <p:spPr>
            <a:xfrm>
              <a:off x="5113232" y="362304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0B7AB">
                <a:alpha val="100000"/>
              </a:srgbClr>
            </a:solidFill>
            <a:ln w="5420" cap="flat">
              <a:solidFill>
                <a:srgbClr val="50B7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78" name="pg1378"/>
            <p:cNvSpPr/>
            <p:nvPr/>
          </p:nvSpPr>
          <p:spPr>
            <a:xfrm>
              <a:off x="5124869" y="362304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2B8AB">
                <a:alpha val="100000"/>
              </a:srgbClr>
            </a:solidFill>
            <a:ln w="5420" cap="flat">
              <a:solidFill>
                <a:srgbClr val="52B8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79" name="pg1379"/>
            <p:cNvSpPr/>
            <p:nvPr/>
          </p:nvSpPr>
          <p:spPr>
            <a:xfrm>
              <a:off x="5136507" y="362304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3BAAB">
                <a:alpha val="100000"/>
              </a:srgbClr>
            </a:solidFill>
            <a:ln w="5420" cap="flat">
              <a:solidFill>
                <a:srgbClr val="53BA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80" name="pg1380"/>
            <p:cNvSpPr/>
            <p:nvPr/>
          </p:nvSpPr>
          <p:spPr>
            <a:xfrm>
              <a:off x="5148144" y="362304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4BCAB">
                <a:alpha val="100000"/>
              </a:srgbClr>
            </a:solidFill>
            <a:ln w="5420" cap="flat">
              <a:solidFill>
                <a:srgbClr val="54BC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81" name="pg1381"/>
            <p:cNvSpPr/>
            <p:nvPr/>
          </p:nvSpPr>
          <p:spPr>
            <a:xfrm>
              <a:off x="5159781" y="362304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5BEAB">
                <a:alpha val="100000"/>
              </a:srgbClr>
            </a:solidFill>
            <a:ln w="5420" cap="flat">
              <a:solidFill>
                <a:srgbClr val="55BE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82" name="pg1382"/>
            <p:cNvSpPr/>
            <p:nvPr/>
          </p:nvSpPr>
          <p:spPr>
            <a:xfrm>
              <a:off x="5206331" y="362304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3CFAD">
                <a:alpha val="100000"/>
              </a:srgbClr>
            </a:solidFill>
            <a:ln w="5420" cap="flat">
              <a:solidFill>
                <a:srgbClr val="63CFA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83" name="pg1383"/>
            <p:cNvSpPr/>
            <p:nvPr/>
          </p:nvSpPr>
          <p:spPr>
            <a:xfrm>
              <a:off x="5217968" y="362304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BD6B6">
                <a:alpha val="100000"/>
              </a:srgbClr>
            </a:solidFill>
            <a:ln w="5420" cap="flat">
              <a:solidFill>
                <a:srgbClr val="7BD6B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84" name="pg1384"/>
            <p:cNvSpPr/>
            <p:nvPr/>
          </p:nvSpPr>
          <p:spPr>
            <a:xfrm>
              <a:off x="5229605" y="362304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89DABC">
                <a:alpha val="100000"/>
              </a:srgbClr>
            </a:solidFill>
            <a:ln w="5420" cap="flat">
              <a:solidFill>
                <a:srgbClr val="89DAB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85" name="pg1385"/>
            <p:cNvSpPr/>
            <p:nvPr/>
          </p:nvSpPr>
          <p:spPr>
            <a:xfrm>
              <a:off x="5241243" y="362304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94DDC1">
                <a:alpha val="100000"/>
              </a:srgbClr>
            </a:solidFill>
            <a:ln w="5420" cap="flat">
              <a:solidFill>
                <a:srgbClr val="94DDC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86" name="pg1386"/>
            <p:cNvSpPr/>
            <p:nvPr/>
          </p:nvSpPr>
          <p:spPr>
            <a:xfrm>
              <a:off x="5252880" y="362304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9CE0C5">
                <a:alpha val="100000"/>
              </a:srgbClr>
            </a:solidFill>
            <a:ln w="5420" cap="flat">
              <a:solidFill>
                <a:srgbClr val="9CE0C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87" name="pg1387"/>
            <p:cNvSpPr/>
            <p:nvPr/>
          </p:nvSpPr>
          <p:spPr>
            <a:xfrm>
              <a:off x="5264517" y="362304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A1E1C7">
                <a:alpha val="100000"/>
              </a:srgbClr>
            </a:solidFill>
            <a:ln w="5420" cap="flat">
              <a:solidFill>
                <a:srgbClr val="A1E1C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88" name="pg1388"/>
            <p:cNvSpPr/>
            <p:nvPr/>
          </p:nvSpPr>
          <p:spPr>
            <a:xfrm>
              <a:off x="4985221" y="363735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AAFAB">
                <a:alpha val="100000"/>
              </a:srgbClr>
            </a:solidFill>
            <a:ln w="5420" cap="flat">
              <a:solidFill>
                <a:srgbClr val="4AAF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89" name="pg1389"/>
            <p:cNvSpPr/>
            <p:nvPr/>
          </p:nvSpPr>
          <p:spPr>
            <a:xfrm>
              <a:off x="4996859" y="363735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9ADAB">
                <a:alpha val="100000"/>
              </a:srgbClr>
            </a:solidFill>
            <a:ln w="5420" cap="flat">
              <a:solidFill>
                <a:srgbClr val="49AD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90" name="pg1390"/>
            <p:cNvSpPr/>
            <p:nvPr/>
          </p:nvSpPr>
          <p:spPr>
            <a:xfrm>
              <a:off x="5008496" y="363735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7ABAA">
                <a:alpha val="100000"/>
              </a:srgbClr>
            </a:solidFill>
            <a:ln w="5420" cap="flat">
              <a:solidFill>
                <a:srgbClr val="47AB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91" name="pg1391"/>
            <p:cNvSpPr/>
            <p:nvPr/>
          </p:nvSpPr>
          <p:spPr>
            <a:xfrm>
              <a:off x="5020133" y="363735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6AAAA">
                <a:alpha val="100000"/>
              </a:srgbClr>
            </a:solidFill>
            <a:ln w="5420" cap="flat">
              <a:solidFill>
                <a:srgbClr val="46AA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92" name="pg1392"/>
            <p:cNvSpPr/>
            <p:nvPr/>
          </p:nvSpPr>
          <p:spPr>
            <a:xfrm>
              <a:off x="5031771" y="363735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6A9AA">
                <a:alpha val="100000"/>
              </a:srgbClr>
            </a:solidFill>
            <a:ln w="5420" cap="flat">
              <a:solidFill>
                <a:srgbClr val="46A9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93" name="pg1393"/>
            <p:cNvSpPr/>
            <p:nvPr/>
          </p:nvSpPr>
          <p:spPr>
            <a:xfrm>
              <a:off x="5043408" y="363735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6A9AA">
                <a:alpha val="100000"/>
              </a:srgbClr>
            </a:solidFill>
            <a:ln w="5420" cap="flat">
              <a:solidFill>
                <a:srgbClr val="46A9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94" name="pg1394"/>
            <p:cNvSpPr/>
            <p:nvPr/>
          </p:nvSpPr>
          <p:spPr>
            <a:xfrm>
              <a:off x="5055045" y="363735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6AAAA">
                <a:alpha val="100000"/>
              </a:srgbClr>
            </a:solidFill>
            <a:ln w="5420" cap="flat">
              <a:solidFill>
                <a:srgbClr val="46AA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95" name="pg1395"/>
            <p:cNvSpPr/>
            <p:nvPr/>
          </p:nvSpPr>
          <p:spPr>
            <a:xfrm>
              <a:off x="5066683" y="363735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7ABAA">
                <a:alpha val="100000"/>
              </a:srgbClr>
            </a:solidFill>
            <a:ln w="5420" cap="flat">
              <a:solidFill>
                <a:srgbClr val="47AB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96" name="pg1396"/>
            <p:cNvSpPr/>
            <p:nvPr/>
          </p:nvSpPr>
          <p:spPr>
            <a:xfrm>
              <a:off x="5078320" y="363735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9ADAB">
                <a:alpha val="100000"/>
              </a:srgbClr>
            </a:solidFill>
            <a:ln w="5420" cap="flat">
              <a:solidFill>
                <a:srgbClr val="49AD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97" name="pg1397"/>
            <p:cNvSpPr/>
            <p:nvPr/>
          </p:nvSpPr>
          <p:spPr>
            <a:xfrm>
              <a:off x="5089957" y="363735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BB0AB">
                <a:alpha val="100000"/>
              </a:srgbClr>
            </a:solidFill>
            <a:ln w="5420" cap="flat">
              <a:solidFill>
                <a:srgbClr val="4BB0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98" name="pg1398"/>
            <p:cNvSpPr/>
            <p:nvPr/>
          </p:nvSpPr>
          <p:spPr>
            <a:xfrm>
              <a:off x="5101595" y="363735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FB5AB">
                <a:alpha val="100000"/>
              </a:srgbClr>
            </a:solidFill>
            <a:ln w="5420" cap="flat">
              <a:solidFill>
                <a:srgbClr val="4FB5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99" name="pg1399"/>
            <p:cNvSpPr/>
            <p:nvPr/>
          </p:nvSpPr>
          <p:spPr>
            <a:xfrm>
              <a:off x="5113232" y="363735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1B8AB">
                <a:alpha val="100000"/>
              </a:srgbClr>
            </a:solidFill>
            <a:ln w="5420" cap="flat">
              <a:solidFill>
                <a:srgbClr val="51B8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00" name="pg1400"/>
            <p:cNvSpPr/>
            <p:nvPr/>
          </p:nvSpPr>
          <p:spPr>
            <a:xfrm>
              <a:off x="5124869" y="363735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3BAAB">
                <a:alpha val="100000"/>
              </a:srgbClr>
            </a:solidFill>
            <a:ln w="5420" cap="flat">
              <a:solidFill>
                <a:srgbClr val="53BA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01" name="pg1401"/>
            <p:cNvSpPr/>
            <p:nvPr/>
          </p:nvSpPr>
          <p:spPr>
            <a:xfrm>
              <a:off x="5136507" y="363735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4BCAB">
                <a:alpha val="100000"/>
              </a:srgbClr>
            </a:solidFill>
            <a:ln w="5420" cap="flat">
              <a:solidFill>
                <a:srgbClr val="54BC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02" name="pg1402"/>
            <p:cNvSpPr/>
            <p:nvPr/>
          </p:nvSpPr>
          <p:spPr>
            <a:xfrm>
              <a:off x="5148144" y="363735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6BFAB">
                <a:alpha val="100000"/>
              </a:srgbClr>
            </a:solidFill>
            <a:ln w="5420" cap="flat">
              <a:solidFill>
                <a:srgbClr val="56BF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03" name="pg1403"/>
            <p:cNvSpPr/>
            <p:nvPr/>
          </p:nvSpPr>
          <p:spPr>
            <a:xfrm>
              <a:off x="5159781" y="363735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7C1AC">
                <a:alpha val="100000"/>
              </a:srgbClr>
            </a:solidFill>
            <a:ln w="5420" cap="flat">
              <a:solidFill>
                <a:srgbClr val="57C1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04" name="pg1404"/>
            <p:cNvSpPr/>
            <p:nvPr/>
          </p:nvSpPr>
          <p:spPr>
            <a:xfrm>
              <a:off x="5171419" y="363735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9C3AC">
                <a:alpha val="100000"/>
              </a:srgbClr>
            </a:solidFill>
            <a:ln w="5420" cap="flat">
              <a:solidFill>
                <a:srgbClr val="59C3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05" name="pg1405"/>
            <p:cNvSpPr/>
            <p:nvPr/>
          </p:nvSpPr>
          <p:spPr>
            <a:xfrm>
              <a:off x="5206331" y="363735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2CFAD">
                <a:alpha val="100000"/>
              </a:srgbClr>
            </a:solidFill>
            <a:ln w="5420" cap="flat">
              <a:solidFill>
                <a:srgbClr val="62CFA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06" name="pg1406"/>
            <p:cNvSpPr/>
            <p:nvPr/>
          </p:nvSpPr>
          <p:spPr>
            <a:xfrm>
              <a:off x="5217968" y="363735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4D3B4">
                <a:alpha val="100000"/>
              </a:srgbClr>
            </a:solidFill>
            <a:ln w="5420" cap="flat">
              <a:solidFill>
                <a:srgbClr val="74D3B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07" name="pg1407"/>
            <p:cNvSpPr/>
            <p:nvPr/>
          </p:nvSpPr>
          <p:spPr>
            <a:xfrm>
              <a:off x="5229605" y="363735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ED6B8">
                <a:alpha val="100000"/>
              </a:srgbClr>
            </a:solidFill>
            <a:ln w="5420" cap="flat">
              <a:solidFill>
                <a:srgbClr val="7ED6B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08" name="pg1408"/>
            <p:cNvSpPr/>
            <p:nvPr/>
          </p:nvSpPr>
          <p:spPr>
            <a:xfrm>
              <a:off x="5241243" y="363735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87D9BB">
                <a:alpha val="100000"/>
              </a:srgbClr>
            </a:solidFill>
            <a:ln w="5420" cap="flat">
              <a:solidFill>
                <a:srgbClr val="87D9B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09" name="pg1409"/>
            <p:cNvSpPr/>
            <p:nvPr/>
          </p:nvSpPr>
          <p:spPr>
            <a:xfrm>
              <a:off x="5252880" y="363735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8DDBBE">
                <a:alpha val="100000"/>
              </a:srgbClr>
            </a:solidFill>
            <a:ln w="5420" cap="flat">
              <a:solidFill>
                <a:srgbClr val="8DDBB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10" name="pg1410"/>
            <p:cNvSpPr/>
            <p:nvPr/>
          </p:nvSpPr>
          <p:spPr>
            <a:xfrm>
              <a:off x="5264517" y="363735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90DCBF">
                <a:alpha val="100000"/>
              </a:srgbClr>
            </a:solidFill>
            <a:ln w="5420" cap="flat">
              <a:solidFill>
                <a:srgbClr val="90DCB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11" name="pg1411"/>
            <p:cNvSpPr/>
            <p:nvPr/>
          </p:nvSpPr>
          <p:spPr>
            <a:xfrm>
              <a:off x="4985221" y="365165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9AEAB">
                <a:alpha val="100000"/>
              </a:srgbClr>
            </a:solidFill>
            <a:ln w="5420" cap="flat">
              <a:solidFill>
                <a:srgbClr val="49AE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12" name="pg1412"/>
            <p:cNvSpPr/>
            <p:nvPr/>
          </p:nvSpPr>
          <p:spPr>
            <a:xfrm>
              <a:off x="4996859" y="365165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7ABAA">
                <a:alpha val="100000"/>
              </a:srgbClr>
            </a:solidFill>
            <a:ln w="5420" cap="flat">
              <a:solidFill>
                <a:srgbClr val="47AB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13" name="pg1413"/>
            <p:cNvSpPr/>
            <p:nvPr/>
          </p:nvSpPr>
          <p:spPr>
            <a:xfrm>
              <a:off x="5008496" y="365165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5A8AA">
                <a:alpha val="100000"/>
              </a:srgbClr>
            </a:solidFill>
            <a:ln w="5420" cap="flat">
              <a:solidFill>
                <a:srgbClr val="45A8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14" name="pg1414"/>
            <p:cNvSpPr/>
            <p:nvPr/>
          </p:nvSpPr>
          <p:spPr>
            <a:xfrm>
              <a:off x="5020133" y="365165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3A6AA">
                <a:alpha val="100000"/>
              </a:srgbClr>
            </a:solidFill>
            <a:ln w="5420" cap="flat">
              <a:solidFill>
                <a:srgbClr val="43A6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15" name="pg1415"/>
            <p:cNvSpPr/>
            <p:nvPr/>
          </p:nvSpPr>
          <p:spPr>
            <a:xfrm>
              <a:off x="5031771" y="365165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2A5AA">
                <a:alpha val="100000"/>
              </a:srgbClr>
            </a:solidFill>
            <a:ln w="5420" cap="flat">
              <a:solidFill>
                <a:srgbClr val="42A5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16" name="pg1416"/>
            <p:cNvSpPr/>
            <p:nvPr/>
          </p:nvSpPr>
          <p:spPr>
            <a:xfrm>
              <a:off x="5043408" y="365165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1A4AA">
                <a:alpha val="100000"/>
              </a:srgbClr>
            </a:solidFill>
            <a:ln w="5420" cap="flat">
              <a:solidFill>
                <a:srgbClr val="41A4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17" name="pg1417"/>
            <p:cNvSpPr/>
            <p:nvPr/>
          </p:nvSpPr>
          <p:spPr>
            <a:xfrm>
              <a:off x="5055045" y="365165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2A5AA">
                <a:alpha val="100000"/>
              </a:srgbClr>
            </a:solidFill>
            <a:ln w="5420" cap="flat">
              <a:solidFill>
                <a:srgbClr val="42A5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18" name="pg1418"/>
            <p:cNvSpPr/>
            <p:nvPr/>
          </p:nvSpPr>
          <p:spPr>
            <a:xfrm>
              <a:off x="5066683" y="365165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4A7AA">
                <a:alpha val="100000"/>
              </a:srgbClr>
            </a:solidFill>
            <a:ln w="5420" cap="flat">
              <a:solidFill>
                <a:srgbClr val="44A7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19" name="pg1419"/>
            <p:cNvSpPr/>
            <p:nvPr/>
          </p:nvSpPr>
          <p:spPr>
            <a:xfrm>
              <a:off x="5078320" y="365165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7AAAA">
                <a:alpha val="100000"/>
              </a:srgbClr>
            </a:solidFill>
            <a:ln w="5420" cap="flat">
              <a:solidFill>
                <a:srgbClr val="47AA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20" name="pg1420"/>
            <p:cNvSpPr/>
            <p:nvPr/>
          </p:nvSpPr>
          <p:spPr>
            <a:xfrm>
              <a:off x="5089957" y="365165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AAEAB">
                <a:alpha val="100000"/>
              </a:srgbClr>
            </a:solidFill>
            <a:ln w="5420" cap="flat">
              <a:solidFill>
                <a:srgbClr val="4AAE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21" name="pg1421"/>
            <p:cNvSpPr/>
            <p:nvPr/>
          </p:nvSpPr>
          <p:spPr>
            <a:xfrm>
              <a:off x="5101595" y="365165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0B6AB">
                <a:alpha val="100000"/>
              </a:srgbClr>
            </a:solidFill>
            <a:ln w="5420" cap="flat">
              <a:solidFill>
                <a:srgbClr val="50B6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22" name="pg1422"/>
            <p:cNvSpPr/>
            <p:nvPr/>
          </p:nvSpPr>
          <p:spPr>
            <a:xfrm>
              <a:off x="5113232" y="365165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3BAAB">
                <a:alpha val="100000"/>
              </a:srgbClr>
            </a:solidFill>
            <a:ln w="5420" cap="flat">
              <a:solidFill>
                <a:srgbClr val="53BA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23" name="pg1423"/>
            <p:cNvSpPr/>
            <p:nvPr/>
          </p:nvSpPr>
          <p:spPr>
            <a:xfrm>
              <a:off x="5124869" y="365165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5BEAB">
                <a:alpha val="100000"/>
              </a:srgbClr>
            </a:solidFill>
            <a:ln w="5420" cap="flat">
              <a:solidFill>
                <a:srgbClr val="55BE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24" name="pg1424"/>
            <p:cNvSpPr/>
            <p:nvPr/>
          </p:nvSpPr>
          <p:spPr>
            <a:xfrm>
              <a:off x="5136507" y="365165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7C0AC">
                <a:alpha val="100000"/>
              </a:srgbClr>
            </a:solidFill>
            <a:ln w="5420" cap="flat">
              <a:solidFill>
                <a:srgbClr val="57C0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25" name="pg1425"/>
            <p:cNvSpPr/>
            <p:nvPr/>
          </p:nvSpPr>
          <p:spPr>
            <a:xfrm>
              <a:off x="5148144" y="365165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9C3AC">
                <a:alpha val="100000"/>
              </a:srgbClr>
            </a:solidFill>
            <a:ln w="5420" cap="flat">
              <a:solidFill>
                <a:srgbClr val="59C3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26" name="pg1426"/>
            <p:cNvSpPr/>
            <p:nvPr/>
          </p:nvSpPr>
          <p:spPr>
            <a:xfrm>
              <a:off x="5159781" y="365165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AC5AC">
                <a:alpha val="100000"/>
              </a:srgbClr>
            </a:solidFill>
            <a:ln w="5420" cap="flat">
              <a:solidFill>
                <a:srgbClr val="5AC5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27" name="pg1427"/>
            <p:cNvSpPr/>
            <p:nvPr/>
          </p:nvSpPr>
          <p:spPr>
            <a:xfrm>
              <a:off x="5171419" y="365165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CC7AC">
                <a:alpha val="100000"/>
              </a:srgbClr>
            </a:solidFill>
            <a:ln w="5420" cap="flat">
              <a:solidFill>
                <a:srgbClr val="5CC7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28" name="pg1428"/>
            <p:cNvSpPr/>
            <p:nvPr/>
          </p:nvSpPr>
          <p:spPr>
            <a:xfrm>
              <a:off x="5183056" y="365165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DC9AC">
                <a:alpha val="100000"/>
              </a:srgbClr>
            </a:solidFill>
            <a:ln w="5420" cap="flat">
              <a:solidFill>
                <a:srgbClr val="5DC9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29" name="pg1429"/>
            <p:cNvSpPr/>
            <p:nvPr/>
          </p:nvSpPr>
          <p:spPr>
            <a:xfrm>
              <a:off x="5217968" y="365165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AD1B0">
                <a:alpha val="100000"/>
              </a:srgbClr>
            </a:solidFill>
            <a:ln w="5420" cap="flat">
              <a:solidFill>
                <a:srgbClr val="6AD1B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30" name="pg1430"/>
            <p:cNvSpPr/>
            <p:nvPr/>
          </p:nvSpPr>
          <p:spPr>
            <a:xfrm>
              <a:off x="5229605" y="365165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FD2B2">
                <a:alpha val="100000"/>
              </a:srgbClr>
            </a:solidFill>
            <a:ln w="5420" cap="flat">
              <a:solidFill>
                <a:srgbClr val="6FD2B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31" name="pg1431"/>
            <p:cNvSpPr/>
            <p:nvPr/>
          </p:nvSpPr>
          <p:spPr>
            <a:xfrm>
              <a:off x="5241243" y="365165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4D3B4">
                <a:alpha val="100000"/>
              </a:srgbClr>
            </a:solidFill>
            <a:ln w="5420" cap="flat">
              <a:solidFill>
                <a:srgbClr val="74D3B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32" name="pg1432"/>
            <p:cNvSpPr/>
            <p:nvPr/>
          </p:nvSpPr>
          <p:spPr>
            <a:xfrm>
              <a:off x="5252880" y="365165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8D5B5">
                <a:alpha val="100000"/>
              </a:srgbClr>
            </a:solidFill>
            <a:ln w="5420" cap="flat">
              <a:solidFill>
                <a:srgbClr val="78D5B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33" name="pg1433"/>
            <p:cNvSpPr/>
            <p:nvPr/>
          </p:nvSpPr>
          <p:spPr>
            <a:xfrm>
              <a:off x="5264517" y="365165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BD5B6">
                <a:alpha val="100000"/>
              </a:srgbClr>
            </a:solidFill>
            <a:ln w="5420" cap="flat">
              <a:solidFill>
                <a:srgbClr val="7BD5B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34" name="pg1434"/>
            <p:cNvSpPr/>
            <p:nvPr/>
          </p:nvSpPr>
          <p:spPr>
            <a:xfrm>
              <a:off x="4985221" y="366595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AAEAB">
                <a:alpha val="100000"/>
              </a:srgbClr>
            </a:solidFill>
            <a:ln w="5420" cap="flat">
              <a:solidFill>
                <a:srgbClr val="4AAE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35" name="pg1435"/>
            <p:cNvSpPr/>
            <p:nvPr/>
          </p:nvSpPr>
          <p:spPr>
            <a:xfrm>
              <a:off x="4996859" y="366595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7ABAA">
                <a:alpha val="100000"/>
              </a:srgbClr>
            </a:solidFill>
            <a:ln w="5420" cap="flat">
              <a:solidFill>
                <a:srgbClr val="47AB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36" name="pg1436"/>
            <p:cNvSpPr/>
            <p:nvPr/>
          </p:nvSpPr>
          <p:spPr>
            <a:xfrm>
              <a:off x="5008496" y="366595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5A9AA">
                <a:alpha val="100000"/>
              </a:srgbClr>
            </a:solidFill>
            <a:ln w="5420" cap="flat">
              <a:solidFill>
                <a:srgbClr val="45A9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37" name="pg1437"/>
            <p:cNvSpPr/>
            <p:nvPr/>
          </p:nvSpPr>
          <p:spPr>
            <a:xfrm>
              <a:off x="5020133" y="366595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3A6AA">
                <a:alpha val="100000"/>
              </a:srgbClr>
            </a:solidFill>
            <a:ln w="5420" cap="flat">
              <a:solidFill>
                <a:srgbClr val="43A6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38" name="pg1438"/>
            <p:cNvSpPr/>
            <p:nvPr/>
          </p:nvSpPr>
          <p:spPr>
            <a:xfrm>
              <a:off x="5031771" y="366595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2A5AA">
                <a:alpha val="100000"/>
              </a:srgbClr>
            </a:solidFill>
            <a:ln w="5420" cap="flat">
              <a:solidFill>
                <a:srgbClr val="42A5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39" name="pg1439"/>
            <p:cNvSpPr/>
            <p:nvPr/>
          </p:nvSpPr>
          <p:spPr>
            <a:xfrm>
              <a:off x="5043408" y="366595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1A4AA">
                <a:alpha val="100000"/>
              </a:srgbClr>
            </a:solidFill>
            <a:ln w="5420" cap="flat">
              <a:solidFill>
                <a:srgbClr val="41A4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40" name="pg1440"/>
            <p:cNvSpPr/>
            <p:nvPr/>
          </p:nvSpPr>
          <p:spPr>
            <a:xfrm>
              <a:off x="5055045" y="366595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2A5AA">
                <a:alpha val="100000"/>
              </a:srgbClr>
            </a:solidFill>
            <a:ln w="5420" cap="flat">
              <a:solidFill>
                <a:srgbClr val="42A5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41" name="pg1441"/>
            <p:cNvSpPr/>
            <p:nvPr/>
          </p:nvSpPr>
          <p:spPr>
            <a:xfrm>
              <a:off x="5066683" y="366595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4A7AA">
                <a:alpha val="100000"/>
              </a:srgbClr>
            </a:solidFill>
            <a:ln w="5420" cap="flat">
              <a:solidFill>
                <a:srgbClr val="44A7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42" name="pg1442"/>
            <p:cNvSpPr/>
            <p:nvPr/>
          </p:nvSpPr>
          <p:spPr>
            <a:xfrm>
              <a:off x="5078320" y="366595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7ABAA">
                <a:alpha val="100000"/>
              </a:srgbClr>
            </a:solidFill>
            <a:ln w="5420" cap="flat">
              <a:solidFill>
                <a:srgbClr val="47AB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43" name="pg1443"/>
            <p:cNvSpPr/>
            <p:nvPr/>
          </p:nvSpPr>
          <p:spPr>
            <a:xfrm>
              <a:off x="5089957" y="366595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AAFAB">
                <a:alpha val="100000"/>
              </a:srgbClr>
            </a:solidFill>
            <a:ln w="5420" cap="flat">
              <a:solidFill>
                <a:srgbClr val="4AAF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44" name="pg1444"/>
            <p:cNvSpPr/>
            <p:nvPr/>
          </p:nvSpPr>
          <p:spPr>
            <a:xfrm>
              <a:off x="5101595" y="366595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1B8AB">
                <a:alpha val="100000"/>
              </a:srgbClr>
            </a:solidFill>
            <a:ln w="5420" cap="flat">
              <a:solidFill>
                <a:srgbClr val="51B8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45" name="pg1445"/>
            <p:cNvSpPr/>
            <p:nvPr/>
          </p:nvSpPr>
          <p:spPr>
            <a:xfrm>
              <a:off x="5113232" y="366595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4BCAB">
                <a:alpha val="100000"/>
              </a:srgbClr>
            </a:solidFill>
            <a:ln w="5420" cap="flat">
              <a:solidFill>
                <a:srgbClr val="54BC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46" name="pg1446"/>
            <p:cNvSpPr/>
            <p:nvPr/>
          </p:nvSpPr>
          <p:spPr>
            <a:xfrm>
              <a:off x="5124869" y="366595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7C0AB">
                <a:alpha val="100000"/>
              </a:srgbClr>
            </a:solidFill>
            <a:ln w="5420" cap="flat">
              <a:solidFill>
                <a:srgbClr val="57C0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47" name="pg1447"/>
            <p:cNvSpPr/>
            <p:nvPr/>
          </p:nvSpPr>
          <p:spPr>
            <a:xfrm>
              <a:off x="5136507" y="366595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9C3AC">
                <a:alpha val="100000"/>
              </a:srgbClr>
            </a:solidFill>
            <a:ln w="5420" cap="flat">
              <a:solidFill>
                <a:srgbClr val="59C3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48" name="pg1448"/>
            <p:cNvSpPr/>
            <p:nvPr/>
          </p:nvSpPr>
          <p:spPr>
            <a:xfrm>
              <a:off x="5148144" y="366595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BC5AC">
                <a:alpha val="100000"/>
              </a:srgbClr>
            </a:solidFill>
            <a:ln w="5420" cap="flat">
              <a:solidFill>
                <a:srgbClr val="5BC5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49" name="pg1449"/>
            <p:cNvSpPr/>
            <p:nvPr/>
          </p:nvSpPr>
          <p:spPr>
            <a:xfrm>
              <a:off x="5159781" y="366595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CC8AC">
                <a:alpha val="100000"/>
              </a:srgbClr>
            </a:solidFill>
            <a:ln w="5420" cap="flat">
              <a:solidFill>
                <a:srgbClr val="5CC8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50" name="pg1450"/>
            <p:cNvSpPr/>
            <p:nvPr/>
          </p:nvSpPr>
          <p:spPr>
            <a:xfrm>
              <a:off x="5171419" y="366595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DCAAC">
                <a:alpha val="100000"/>
              </a:srgbClr>
            </a:solidFill>
            <a:ln w="5420" cap="flat">
              <a:solidFill>
                <a:srgbClr val="5DCA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51" name="pg1451"/>
            <p:cNvSpPr/>
            <p:nvPr/>
          </p:nvSpPr>
          <p:spPr>
            <a:xfrm>
              <a:off x="5183056" y="366595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ECBAC">
                <a:alpha val="100000"/>
              </a:srgbClr>
            </a:solidFill>
            <a:ln w="5420" cap="flat">
              <a:solidFill>
                <a:srgbClr val="5ECB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52" name="pg1452"/>
            <p:cNvSpPr/>
            <p:nvPr/>
          </p:nvSpPr>
          <p:spPr>
            <a:xfrm>
              <a:off x="5206331" y="366595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1CEAC">
                <a:alpha val="100000"/>
              </a:srgbClr>
            </a:solidFill>
            <a:ln w="5420" cap="flat">
              <a:solidFill>
                <a:srgbClr val="61CE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53" name="pg1453"/>
            <p:cNvSpPr/>
            <p:nvPr/>
          </p:nvSpPr>
          <p:spPr>
            <a:xfrm>
              <a:off x="5217968" y="366595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8D0AF">
                <a:alpha val="100000"/>
              </a:srgbClr>
            </a:solidFill>
            <a:ln w="5420" cap="flat">
              <a:solidFill>
                <a:srgbClr val="68D0A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54" name="pg1454"/>
            <p:cNvSpPr/>
            <p:nvPr/>
          </p:nvSpPr>
          <p:spPr>
            <a:xfrm>
              <a:off x="5229605" y="366595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CD1B0">
                <a:alpha val="100000"/>
              </a:srgbClr>
            </a:solidFill>
            <a:ln w="5420" cap="flat">
              <a:solidFill>
                <a:srgbClr val="6CD1B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55" name="pg1455"/>
            <p:cNvSpPr/>
            <p:nvPr/>
          </p:nvSpPr>
          <p:spPr>
            <a:xfrm>
              <a:off x="5241243" y="366595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FD2B2">
                <a:alpha val="100000"/>
              </a:srgbClr>
            </a:solidFill>
            <a:ln w="5420" cap="flat">
              <a:solidFill>
                <a:srgbClr val="6FD2B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56" name="pg1456"/>
            <p:cNvSpPr/>
            <p:nvPr/>
          </p:nvSpPr>
          <p:spPr>
            <a:xfrm>
              <a:off x="5252880" y="366595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2D3B3">
                <a:alpha val="100000"/>
              </a:srgbClr>
            </a:solidFill>
            <a:ln w="5420" cap="flat">
              <a:solidFill>
                <a:srgbClr val="72D3B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57" name="pg1457"/>
            <p:cNvSpPr/>
            <p:nvPr/>
          </p:nvSpPr>
          <p:spPr>
            <a:xfrm>
              <a:off x="5264517" y="366595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4D3B4">
                <a:alpha val="100000"/>
              </a:srgbClr>
            </a:solidFill>
            <a:ln w="5420" cap="flat">
              <a:solidFill>
                <a:srgbClr val="74D3B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58" name="pg1458"/>
            <p:cNvSpPr/>
            <p:nvPr/>
          </p:nvSpPr>
          <p:spPr>
            <a:xfrm>
              <a:off x="4996859" y="368025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9ADAB">
                <a:alpha val="100000"/>
              </a:srgbClr>
            </a:solidFill>
            <a:ln w="5420" cap="flat">
              <a:solidFill>
                <a:srgbClr val="49AD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59" name="pg1459"/>
            <p:cNvSpPr/>
            <p:nvPr/>
          </p:nvSpPr>
          <p:spPr>
            <a:xfrm>
              <a:off x="5008496" y="368025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7ABAA">
                <a:alpha val="100000"/>
              </a:srgbClr>
            </a:solidFill>
            <a:ln w="5420" cap="flat">
              <a:solidFill>
                <a:srgbClr val="47AB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60" name="pg1460"/>
            <p:cNvSpPr/>
            <p:nvPr/>
          </p:nvSpPr>
          <p:spPr>
            <a:xfrm>
              <a:off x="5020133" y="368025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5A8AA">
                <a:alpha val="100000"/>
              </a:srgbClr>
            </a:solidFill>
            <a:ln w="5420" cap="flat">
              <a:solidFill>
                <a:srgbClr val="45A8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61" name="pg1461"/>
            <p:cNvSpPr/>
            <p:nvPr/>
          </p:nvSpPr>
          <p:spPr>
            <a:xfrm>
              <a:off x="5031771" y="368025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4A7AA">
                <a:alpha val="100000"/>
              </a:srgbClr>
            </a:solidFill>
            <a:ln w="5420" cap="flat">
              <a:solidFill>
                <a:srgbClr val="44A7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62" name="pg1462"/>
            <p:cNvSpPr/>
            <p:nvPr/>
          </p:nvSpPr>
          <p:spPr>
            <a:xfrm>
              <a:off x="5043408" y="368025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3A6AA">
                <a:alpha val="100000"/>
              </a:srgbClr>
            </a:solidFill>
            <a:ln w="5420" cap="flat">
              <a:solidFill>
                <a:srgbClr val="43A6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63" name="pg1463"/>
            <p:cNvSpPr/>
            <p:nvPr/>
          </p:nvSpPr>
          <p:spPr>
            <a:xfrm>
              <a:off x="5055045" y="368025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4A7AA">
                <a:alpha val="100000"/>
              </a:srgbClr>
            </a:solidFill>
            <a:ln w="5420" cap="flat">
              <a:solidFill>
                <a:srgbClr val="44A7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64" name="pg1464"/>
            <p:cNvSpPr/>
            <p:nvPr/>
          </p:nvSpPr>
          <p:spPr>
            <a:xfrm>
              <a:off x="5066683" y="368025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6AAAA">
                <a:alpha val="100000"/>
              </a:srgbClr>
            </a:solidFill>
            <a:ln w="5420" cap="flat">
              <a:solidFill>
                <a:srgbClr val="46AA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65" name="pg1465"/>
            <p:cNvSpPr/>
            <p:nvPr/>
          </p:nvSpPr>
          <p:spPr>
            <a:xfrm>
              <a:off x="5078320" y="368025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9ADAB">
                <a:alpha val="100000"/>
              </a:srgbClr>
            </a:solidFill>
            <a:ln w="5420" cap="flat">
              <a:solidFill>
                <a:srgbClr val="49AD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66" name="pg1466"/>
            <p:cNvSpPr/>
            <p:nvPr/>
          </p:nvSpPr>
          <p:spPr>
            <a:xfrm>
              <a:off x="5089957" y="368025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DB2AB">
                <a:alpha val="100000"/>
              </a:srgbClr>
            </a:solidFill>
            <a:ln w="5420" cap="flat">
              <a:solidFill>
                <a:srgbClr val="4DB2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67" name="pg1467"/>
            <p:cNvSpPr/>
            <p:nvPr/>
          </p:nvSpPr>
          <p:spPr>
            <a:xfrm>
              <a:off x="5101595" y="368025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3BBAB">
                <a:alpha val="100000"/>
              </a:srgbClr>
            </a:solidFill>
            <a:ln w="5420" cap="flat">
              <a:solidFill>
                <a:srgbClr val="53BB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68" name="pg1468"/>
            <p:cNvSpPr/>
            <p:nvPr/>
          </p:nvSpPr>
          <p:spPr>
            <a:xfrm>
              <a:off x="5113232" y="368025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6BFAB">
                <a:alpha val="100000"/>
              </a:srgbClr>
            </a:solidFill>
            <a:ln w="5420" cap="flat">
              <a:solidFill>
                <a:srgbClr val="56BF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69" name="pg1469"/>
            <p:cNvSpPr/>
            <p:nvPr/>
          </p:nvSpPr>
          <p:spPr>
            <a:xfrm>
              <a:off x="5124869" y="368025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9C3AC">
                <a:alpha val="100000"/>
              </a:srgbClr>
            </a:solidFill>
            <a:ln w="5420" cap="flat">
              <a:solidFill>
                <a:srgbClr val="59C3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70" name="pg1470"/>
            <p:cNvSpPr/>
            <p:nvPr/>
          </p:nvSpPr>
          <p:spPr>
            <a:xfrm>
              <a:off x="5136507" y="368025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BC6AC">
                <a:alpha val="100000"/>
              </a:srgbClr>
            </a:solidFill>
            <a:ln w="5420" cap="flat">
              <a:solidFill>
                <a:srgbClr val="5BC6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71" name="pg1471"/>
            <p:cNvSpPr/>
            <p:nvPr/>
          </p:nvSpPr>
          <p:spPr>
            <a:xfrm>
              <a:off x="5148144" y="368025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CC8AC">
                <a:alpha val="100000"/>
              </a:srgbClr>
            </a:solidFill>
            <a:ln w="5420" cap="flat">
              <a:solidFill>
                <a:srgbClr val="5CC8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72" name="pg1472"/>
            <p:cNvSpPr/>
            <p:nvPr/>
          </p:nvSpPr>
          <p:spPr>
            <a:xfrm>
              <a:off x="5159781" y="368025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ECAAC">
                <a:alpha val="100000"/>
              </a:srgbClr>
            </a:solidFill>
            <a:ln w="5420" cap="flat">
              <a:solidFill>
                <a:srgbClr val="5ECA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73" name="pg1473"/>
            <p:cNvSpPr/>
            <p:nvPr/>
          </p:nvSpPr>
          <p:spPr>
            <a:xfrm>
              <a:off x="5171419" y="368025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FCCAC">
                <a:alpha val="100000"/>
              </a:srgbClr>
            </a:solidFill>
            <a:ln w="5420" cap="flat">
              <a:solidFill>
                <a:srgbClr val="5FCC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74" name="pg1474"/>
            <p:cNvSpPr/>
            <p:nvPr/>
          </p:nvSpPr>
          <p:spPr>
            <a:xfrm>
              <a:off x="5183056" y="368025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FCDAC">
                <a:alpha val="100000"/>
              </a:srgbClr>
            </a:solidFill>
            <a:ln w="5420" cap="flat">
              <a:solidFill>
                <a:srgbClr val="5FCD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75" name="pg1475"/>
            <p:cNvSpPr/>
            <p:nvPr/>
          </p:nvSpPr>
          <p:spPr>
            <a:xfrm>
              <a:off x="5194693" y="368025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1CEAC">
                <a:alpha val="100000"/>
              </a:srgbClr>
            </a:solidFill>
            <a:ln w="5420" cap="flat">
              <a:solidFill>
                <a:srgbClr val="61CE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76" name="pg1476"/>
            <p:cNvSpPr/>
            <p:nvPr/>
          </p:nvSpPr>
          <p:spPr>
            <a:xfrm>
              <a:off x="5206331" y="368025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3CFAD">
                <a:alpha val="100000"/>
              </a:srgbClr>
            </a:solidFill>
            <a:ln w="5420" cap="flat">
              <a:solidFill>
                <a:srgbClr val="63CFA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77" name="pg1477"/>
            <p:cNvSpPr/>
            <p:nvPr/>
          </p:nvSpPr>
          <p:spPr>
            <a:xfrm>
              <a:off x="5217968" y="368025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8D0AF">
                <a:alpha val="100000"/>
              </a:srgbClr>
            </a:solidFill>
            <a:ln w="5420" cap="flat">
              <a:solidFill>
                <a:srgbClr val="68D0A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78" name="pg1478"/>
            <p:cNvSpPr/>
            <p:nvPr/>
          </p:nvSpPr>
          <p:spPr>
            <a:xfrm>
              <a:off x="5229605" y="368025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AD1B0">
                <a:alpha val="100000"/>
              </a:srgbClr>
            </a:solidFill>
            <a:ln w="5420" cap="flat">
              <a:solidFill>
                <a:srgbClr val="6AD1B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79" name="pg1479"/>
            <p:cNvSpPr/>
            <p:nvPr/>
          </p:nvSpPr>
          <p:spPr>
            <a:xfrm>
              <a:off x="5241243" y="368025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CD1B1">
                <a:alpha val="100000"/>
              </a:srgbClr>
            </a:solidFill>
            <a:ln w="5420" cap="flat">
              <a:solidFill>
                <a:srgbClr val="6CD1B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80" name="pg1480"/>
            <p:cNvSpPr/>
            <p:nvPr/>
          </p:nvSpPr>
          <p:spPr>
            <a:xfrm>
              <a:off x="5252880" y="368025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ED2B1">
                <a:alpha val="100000"/>
              </a:srgbClr>
            </a:solidFill>
            <a:ln w="5420" cap="flat">
              <a:solidFill>
                <a:srgbClr val="6ED2B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81" name="pg1481"/>
            <p:cNvSpPr/>
            <p:nvPr/>
          </p:nvSpPr>
          <p:spPr>
            <a:xfrm>
              <a:off x="5264517" y="368025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0D2B2">
                <a:alpha val="100000"/>
              </a:srgbClr>
            </a:solidFill>
            <a:ln w="5420" cap="flat">
              <a:solidFill>
                <a:srgbClr val="70D2B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82" name="pg1482"/>
            <p:cNvSpPr/>
            <p:nvPr/>
          </p:nvSpPr>
          <p:spPr>
            <a:xfrm>
              <a:off x="5008496" y="369455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AAEAB">
                <a:alpha val="100000"/>
              </a:srgbClr>
            </a:solidFill>
            <a:ln w="5420" cap="flat">
              <a:solidFill>
                <a:srgbClr val="4AAE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83" name="pg1483"/>
            <p:cNvSpPr/>
            <p:nvPr/>
          </p:nvSpPr>
          <p:spPr>
            <a:xfrm>
              <a:off x="5020133" y="369455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8ACAA">
                <a:alpha val="100000"/>
              </a:srgbClr>
            </a:solidFill>
            <a:ln w="5420" cap="flat">
              <a:solidFill>
                <a:srgbClr val="48AC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84" name="pg1484"/>
            <p:cNvSpPr/>
            <p:nvPr/>
          </p:nvSpPr>
          <p:spPr>
            <a:xfrm>
              <a:off x="5031771" y="369455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7ABAA">
                <a:alpha val="100000"/>
              </a:srgbClr>
            </a:solidFill>
            <a:ln w="5420" cap="flat">
              <a:solidFill>
                <a:srgbClr val="47AB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85" name="pg1485"/>
            <p:cNvSpPr/>
            <p:nvPr/>
          </p:nvSpPr>
          <p:spPr>
            <a:xfrm>
              <a:off x="5043408" y="369455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7ABAA">
                <a:alpha val="100000"/>
              </a:srgbClr>
            </a:solidFill>
            <a:ln w="5420" cap="flat">
              <a:solidFill>
                <a:srgbClr val="47AB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86" name="pg1486"/>
            <p:cNvSpPr/>
            <p:nvPr/>
          </p:nvSpPr>
          <p:spPr>
            <a:xfrm>
              <a:off x="5055045" y="369455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8ACAA">
                <a:alpha val="100000"/>
              </a:srgbClr>
            </a:solidFill>
            <a:ln w="5420" cap="flat">
              <a:solidFill>
                <a:srgbClr val="48AC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87" name="pg1487"/>
            <p:cNvSpPr/>
            <p:nvPr/>
          </p:nvSpPr>
          <p:spPr>
            <a:xfrm>
              <a:off x="5066683" y="369455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AAFAB">
                <a:alpha val="100000"/>
              </a:srgbClr>
            </a:solidFill>
            <a:ln w="5420" cap="flat">
              <a:solidFill>
                <a:srgbClr val="4AAF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88" name="pg1488"/>
            <p:cNvSpPr/>
            <p:nvPr/>
          </p:nvSpPr>
          <p:spPr>
            <a:xfrm>
              <a:off x="5078320" y="369455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DB2AB">
                <a:alpha val="100000"/>
              </a:srgbClr>
            </a:solidFill>
            <a:ln w="5420" cap="flat">
              <a:solidFill>
                <a:srgbClr val="4DB2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89" name="pg1489"/>
            <p:cNvSpPr/>
            <p:nvPr/>
          </p:nvSpPr>
          <p:spPr>
            <a:xfrm>
              <a:off x="5089957" y="369455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0B6AB">
                <a:alpha val="100000"/>
              </a:srgbClr>
            </a:solidFill>
            <a:ln w="5420" cap="flat">
              <a:solidFill>
                <a:srgbClr val="50B6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90" name="pg1490"/>
            <p:cNvSpPr/>
            <p:nvPr/>
          </p:nvSpPr>
          <p:spPr>
            <a:xfrm>
              <a:off x="5101595" y="369455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6BFAB">
                <a:alpha val="100000"/>
              </a:srgbClr>
            </a:solidFill>
            <a:ln w="5420" cap="flat">
              <a:solidFill>
                <a:srgbClr val="56BF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91" name="pg1491"/>
            <p:cNvSpPr/>
            <p:nvPr/>
          </p:nvSpPr>
          <p:spPr>
            <a:xfrm>
              <a:off x="5113232" y="369455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9C3AC">
                <a:alpha val="100000"/>
              </a:srgbClr>
            </a:solidFill>
            <a:ln w="5420" cap="flat">
              <a:solidFill>
                <a:srgbClr val="59C3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92" name="pg1492"/>
            <p:cNvSpPr/>
            <p:nvPr/>
          </p:nvSpPr>
          <p:spPr>
            <a:xfrm>
              <a:off x="5124869" y="369455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BC6AC">
                <a:alpha val="100000"/>
              </a:srgbClr>
            </a:solidFill>
            <a:ln w="5420" cap="flat">
              <a:solidFill>
                <a:srgbClr val="5BC6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93" name="pg1493"/>
            <p:cNvSpPr/>
            <p:nvPr/>
          </p:nvSpPr>
          <p:spPr>
            <a:xfrm>
              <a:off x="5136507" y="369455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DC9AC">
                <a:alpha val="100000"/>
              </a:srgbClr>
            </a:solidFill>
            <a:ln w="5420" cap="flat">
              <a:solidFill>
                <a:srgbClr val="5DC9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94" name="pg1494"/>
            <p:cNvSpPr/>
            <p:nvPr/>
          </p:nvSpPr>
          <p:spPr>
            <a:xfrm>
              <a:off x="5148144" y="369455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ECBAC">
                <a:alpha val="100000"/>
              </a:srgbClr>
            </a:solidFill>
            <a:ln w="5420" cap="flat">
              <a:solidFill>
                <a:srgbClr val="5ECB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95" name="pg1495"/>
            <p:cNvSpPr/>
            <p:nvPr/>
          </p:nvSpPr>
          <p:spPr>
            <a:xfrm>
              <a:off x="5159781" y="369455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FCDAC">
                <a:alpha val="100000"/>
              </a:srgbClr>
            </a:solidFill>
            <a:ln w="5420" cap="flat">
              <a:solidFill>
                <a:srgbClr val="5FCD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96" name="pg1496"/>
            <p:cNvSpPr/>
            <p:nvPr/>
          </p:nvSpPr>
          <p:spPr>
            <a:xfrm>
              <a:off x="5171419" y="369455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1CEAC">
                <a:alpha val="100000"/>
              </a:srgbClr>
            </a:solidFill>
            <a:ln w="5420" cap="flat">
              <a:solidFill>
                <a:srgbClr val="61CE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97" name="pg1497"/>
            <p:cNvSpPr/>
            <p:nvPr/>
          </p:nvSpPr>
          <p:spPr>
            <a:xfrm>
              <a:off x="5183056" y="369455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4CFAD">
                <a:alpha val="100000"/>
              </a:srgbClr>
            </a:solidFill>
            <a:ln w="5420" cap="flat">
              <a:solidFill>
                <a:srgbClr val="64CFA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98" name="pg1498"/>
            <p:cNvSpPr/>
            <p:nvPr/>
          </p:nvSpPr>
          <p:spPr>
            <a:xfrm>
              <a:off x="5194693" y="369455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6D0AE">
                <a:alpha val="100000"/>
              </a:srgbClr>
            </a:solidFill>
            <a:ln w="5420" cap="flat">
              <a:solidFill>
                <a:srgbClr val="66D0A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99" name="pg1499"/>
            <p:cNvSpPr/>
            <p:nvPr/>
          </p:nvSpPr>
          <p:spPr>
            <a:xfrm>
              <a:off x="5206331" y="369455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7D0AF">
                <a:alpha val="100000"/>
              </a:srgbClr>
            </a:solidFill>
            <a:ln w="5420" cap="flat">
              <a:solidFill>
                <a:srgbClr val="67D0A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00" name="pg1500"/>
            <p:cNvSpPr/>
            <p:nvPr/>
          </p:nvSpPr>
          <p:spPr>
            <a:xfrm>
              <a:off x="5217968" y="369455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9D0AF">
                <a:alpha val="100000"/>
              </a:srgbClr>
            </a:solidFill>
            <a:ln w="5420" cap="flat">
              <a:solidFill>
                <a:srgbClr val="69D0A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01" name="pg1501"/>
            <p:cNvSpPr/>
            <p:nvPr/>
          </p:nvSpPr>
          <p:spPr>
            <a:xfrm>
              <a:off x="5229605" y="369455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AD1B0">
                <a:alpha val="100000"/>
              </a:srgbClr>
            </a:solidFill>
            <a:ln w="5420" cap="flat">
              <a:solidFill>
                <a:srgbClr val="6AD1B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02" name="pg1502"/>
            <p:cNvSpPr/>
            <p:nvPr/>
          </p:nvSpPr>
          <p:spPr>
            <a:xfrm>
              <a:off x="5241243" y="369455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BD1B0">
                <a:alpha val="100000"/>
              </a:srgbClr>
            </a:solidFill>
            <a:ln w="5420" cap="flat">
              <a:solidFill>
                <a:srgbClr val="6BD1B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03" name="pg1503"/>
            <p:cNvSpPr/>
            <p:nvPr/>
          </p:nvSpPr>
          <p:spPr>
            <a:xfrm>
              <a:off x="5252880" y="369455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CD1B1">
                <a:alpha val="100000"/>
              </a:srgbClr>
            </a:solidFill>
            <a:ln w="5420" cap="flat">
              <a:solidFill>
                <a:srgbClr val="6CD1B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04" name="pg1504"/>
            <p:cNvSpPr/>
            <p:nvPr/>
          </p:nvSpPr>
          <p:spPr>
            <a:xfrm>
              <a:off x="5008496" y="370885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DB2AB">
                <a:alpha val="100000"/>
              </a:srgbClr>
            </a:solidFill>
            <a:ln w="5420" cap="flat">
              <a:solidFill>
                <a:srgbClr val="4DB2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05" name="pg1505"/>
            <p:cNvSpPr/>
            <p:nvPr/>
          </p:nvSpPr>
          <p:spPr>
            <a:xfrm>
              <a:off x="5020133" y="370885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DB2AB">
                <a:alpha val="100000"/>
              </a:srgbClr>
            </a:solidFill>
            <a:ln w="5420" cap="flat">
              <a:solidFill>
                <a:srgbClr val="4DB2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06" name="pg1506"/>
            <p:cNvSpPr/>
            <p:nvPr/>
          </p:nvSpPr>
          <p:spPr>
            <a:xfrm>
              <a:off x="5031771" y="370885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CB1AB">
                <a:alpha val="100000"/>
              </a:srgbClr>
            </a:solidFill>
            <a:ln w="5420" cap="flat">
              <a:solidFill>
                <a:srgbClr val="4CB1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07" name="pg1507"/>
            <p:cNvSpPr/>
            <p:nvPr/>
          </p:nvSpPr>
          <p:spPr>
            <a:xfrm>
              <a:off x="5043408" y="370885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CB1AB">
                <a:alpha val="100000"/>
              </a:srgbClr>
            </a:solidFill>
            <a:ln w="5420" cap="flat">
              <a:solidFill>
                <a:srgbClr val="4CB1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08" name="pg1508"/>
            <p:cNvSpPr/>
            <p:nvPr/>
          </p:nvSpPr>
          <p:spPr>
            <a:xfrm>
              <a:off x="5055045" y="370885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DB3AB">
                <a:alpha val="100000"/>
              </a:srgbClr>
            </a:solidFill>
            <a:ln w="5420" cap="flat">
              <a:solidFill>
                <a:srgbClr val="4DB3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09" name="pg1509"/>
            <p:cNvSpPr/>
            <p:nvPr/>
          </p:nvSpPr>
          <p:spPr>
            <a:xfrm>
              <a:off x="5066683" y="370885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FB5AB">
                <a:alpha val="100000"/>
              </a:srgbClr>
            </a:solidFill>
            <a:ln w="5420" cap="flat">
              <a:solidFill>
                <a:srgbClr val="4FB5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10" name="pg1510"/>
            <p:cNvSpPr/>
            <p:nvPr/>
          </p:nvSpPr>
          <p:spPr>
            <a:xfrm>
              <a:off x="5078320" y="370885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2B9AB">
                <a:alpha val="100000"/>
              </a:srgbClr>
            </a:solidFill>
            <a:ln w="5420" cap="flat">
              <a:solidFill>
                <a:srgbClr val="52B9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11" name="pg1511"/>
            <p:cNvSpPr/>
            <p:nvPr/>
          </p:nvSpPr>
          <p:spPr>
            <a:xfrm>
              <a:off x="5089957" y="370885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4BCAB">
                <a:alpha val="100000"/>
              </a:srgbClr>
            </a:solidFill>
            <a:ln w="5420" cap="flat">
              <a:solidFill>
                <a:srgbClr val="54BC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12" name="pg1512"/>
            <p:cNvSpPr/>
            <p:nvPr/>
          </p:nvSpPr>
          <p:spPr>
            <a:xfrm>
              <a:off x="5101595" y="370885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AC4AC">
                <a:alpha val="100000"/>
              </a:srgbClr>
            </a:solidFill>
            <a:ln w="5420" cap="flat">
              <a:solidFill>
                <a:srgbClr val="5AC4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13" name="pg1513"/>
            <p:cNvSpPr/>
            <p:nvPr/>
          </p:nvSpPr>
          <p:spPr>
            <a:xfrm>
              <a:off x="5113232" y="370885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CC7AC">
                <a:alpha val="100000"/>
              </a:srgbClr>
            </a:solidFill>
            <a:ln w="5420" cap="flat">
              <a:solidFill>
                <a:srgbClr val="5CC7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14" name="pg1514"/>
            <p:cNvSpPr/>
            <p:nvPr/>
          </p:nvSpPr>
          <p:spPr>
            <a:xfrm>
              <a:off x="5124869" y="370885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ECAAC">
                <a:alpha val="100000"/>
              </a:srgbClr>
            </a:solidFill>
            <a:ln w="5420" cap="flat">
              <a:solidFill>
                <a:srgbClr val="5ECA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15" name="pg1515"/>
            <p:cNvSpPr/>
            <p:nvPr/>
          </p:nvSpPr>
          <p:spPr>
            <a:xfrm>
              <a:off x="5136507" y="370885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FCDAC">
                <a:alpha val="100000"/>
              </a:srgbClr>
            </a:solidFill>
            <a:ln w="5420" cap="flat">
              <a:solidFill>
                <a:srgbClr val="5FCD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16" name="pg1516"/>
            <p:cNvSpPr/>
            <p:nvPr/>
          </p:nvSpPr>
          <p:spPr>
            <a:xfrm>
              <a:off x="5148144" y="370885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2CEAD">
                <a:alpha val="100000"/>
              </a:srgbClr>
            </a:solidFill>
            <a:ln w="5420" cap="flat">
              <a:solidFill>
                <a:srgbClr val="62CEA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17" name="pg1517"/>
            <p:cNvSpPr/>
            <p:nvPr/>
          </p:nvSpPr>
          <p:spPr>
            <a:xfrm>
              <a:off x="5159781" y="370885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5CFAE">
                <a:alpha val="100000"/>
              </a:srgbClr>
            </a:solidFill>
            <a:ln w="5420" cap="flat">
              <a:solidFill>
                <a:srgbClr val="65CFA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18" name="pg1518"/>
            <p:cNvSpPr/>
            <p:nvPr/>
          </p:nvSpPr>
          <p:spPr>
            <a:xfrm>
              <a:off x="5171419" y="370885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8D0AF">
                <a:alpha val="100000"/>
              </a:srgbClr>
            </a:solidFill>
            <a:ln w="5420" cap="flat">
              <a:solidFill>
                <a:srgbClr val="68D0A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19" name="pg1519"/>
            <p:cNvSpPr/>
            <p:nvPr/>
          </p:nvSpPr>
          <p:spPr>
            <a:xfrm>
              <a:off x="5183056" y="370885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AD1B0">
                <a:alpha val="100000"/>
              </a:srgbClr>
            </a:solidFill>
            <a:ln w="5420" cap="flat">
              <a:solidFill>
                <a:srgbClr val="6AD1B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20" name="pg1520"/>
            <p:cNvSpPr/>
            <p:nvPr/>
          </p:nvSpPr>
          <p:spPr>
            <a:xfrm>
              <a:off x="5194693" y="370885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BD1B0">
                <a:alpha val="100000"/>
              </a:srgbClr>
            </a:solidFill>
            <a:ln w="5420" cap="flat">
              <a:solidFill>
                <a:srgbClr val="6BD1B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21" name="pg1521"/>
            <p:cNvSpPr/>
            <p:nvPr/>
          </p:nvSpPr>
          <p:spPr>
            <a:xfrm>
              <a:off x="5206331" y="370885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BD1B0">
                <a:alpha val="100000"/>
              </a:srgbClr>
            </a:solidFill>
            <a:ln w="5420" cap="flat">
              <a:solidFill>
                <a:srgbClr val="6BD1B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22" name="pg1522"/>
            <p:cNvSpPr/>
            <p:nvPr/>
          </p:nvSpPr>
          <p:spPr>
            <a:xfrm>
              <a:off x="5217968" y="370885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BD1B0">
                <a:alpha val="100000"/>
              </a:srgbClr>
            </a:solidFill>
            <a:ln w="5420" cap="flat">
              <a:solidFill>
                <a:srgbClr val="6BD1B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23" name="pg1523"/>
            <p:cNvSpPr/>
            <p:nvPr/>
          </p:nvSpPr>
          <p:spPr>
            <a:xfrm>
              <a:off x="5229605" y="370885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BD1B0">
                <a:alpha val="100000"/>
              </a:srgbClr>
            </a:solidFill>
            <a:ln w="5420" cap="flat">
              <a:solidFill>
                <a:srgbClr val="6BD1B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24" name="pg1524"/>
            <p:cNvSpPr/>
            <p:nvPr/>
          </p:nvSpPr>
          <p:spPr>
            <a:xfrm>
              <a:off x="5241243" y="370885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CD1B0">
                <a:alpha val="100000"/>
              </a:srgbClr>
            </a:solidFill>
            <a:ln w="5420" cap="flat">
              <a:solidFill>
                <a:srgbClr val="6CD1B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25" name="pg1525"/>
            <p:cNvSpPr/>
            <p:nvPr/>
          </p:nvSpPr>
          <p:spPr>
            <a:xfrm>
              <a:off x="5031771" y="372315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2B8AB">
                <a:alpha val="100000"/>
              </a:srgbClr>
            </a:solidFill>
            <a:ln w="5420" cap="flat">
              <a:solidFill>
                <a:srgbClr val="52B8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26" name="pg1526"/>
            <p:cNvSpPr/>
            <p:nvPr/>
          </p:nvSpPr>
          <p:spPr>
            <a:xfrm>
              <a:off x="5043408" y="372315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2B9AB">
                <a:alpha val="100000"/>
              </a:srgbClr>
            </a:solidFill>
            <a:ln w="5420" cap="flat">
              <a:solidFill>
                <a:srgbClr val="52B9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27" name="pg1527"/>
            <p:cNvSpPr/>
            <p:nvPr/>
          </p:nvSpPr>
          <p:spPr>
            <a:xfrm>
              <a:off x="5055045" y="372315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3BBAB">
                <a:alpha val="100000"/>
              </a:srgbClr>
            </a:solidFill>
            <a:ln w="5420" cap="flat">
              <a:solidFill>
                <a:srgbClr val="53BB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28" name="pg1528"/>
            <p:cNvSpPr/>
            <p:nvPr/>
          </p:nvSpPr>
          <p:spPr>
            <a:xfrm>
              <a:off x="5066683" y="372315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5BDAB">
                <a:alpha val="100000"/>
              </a:srgbClr>
            </a:solidFill>
            <a:ln w="5420" cap="flat">
              <a:solidFill>
                <a:srgbClr val="55BD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29" name="pg1529"/>
            <p:cNvSpPr/>
            <p:nvPr/>
          </p:nvSpPr>
          <p:spPr>
            <a:xfrm>
              <a:off x="5078320" y="372315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7C0AC">
                <a:alpha val="100000"/>
              </a:srgbClr>
            </a:solidFill>
            <a:ln w="5420" cap="flat">
              <a:solidFill>
                <a:srgbClr val="57C0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30" name="pg1530"/>
            <p:cNvSpPr/>
            <p:nvPr/>
          </p:nvSpPr>
          <p:spPr>
            <a:xfrm>
              <a:off x="5089957" y="372315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9C3AC">
                <a:alpha val="100000"/>
              </a:srgbClr>
            </a:solidFill>
            <a:ln w="5420" cap="flat">
              <a:solidFill>
                <a:srgbClr val="59C3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31" name="pg1531"/>
            <p:cNvSpPr/>
            <p:nvPr/>
          </p:nvSpPr>
          <p:spPr>
            <a:xfrm>
              <a:off x="5101595" y="372315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DC9AC">
                <a:alpha val="100000"/>
              </a:srgbClr>
            </a:solidFill>
            <a:ln w="5420" cap="flat">
              <a:solidFill>
                <a:srgbClr val="5DC9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32" name="pg1532"/>
            <p:cNvSpPr/>
            <p:nvPr/>
          </p:nvSpPr>
          <p:spPr>
            <a:xfrm>
              <a:off x="5113232" y="372315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FCCAC">
                <a:alpha val="100000"/>
              </a:srgbClr>
            </a:solidFill>
            <a:ln w="5420" cap="flat">
              <a:solidFill>
                <a:srgbClr val="5FCC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33" name="pg1533"/>
            <p:cNvSpPr/>
            <p:nvPr/>
          </p:nvSpPr>
          <p:spPr>
            <a:xfrm>
              <a:off x="5124869" y="372315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0CEAC">
                <a:alpha val="100000"/>
              </a:srgbClr>
            </a:solidFill>
            <a:ln w="5420" cap="flat">
              <a:solidFill>
                <a:srgbClr val="60CE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34" name="pg1534"/>
            <p:cNvSpPr/>
            <p:nvPr/>
          </p:nvSpPr>
          <p:spPr>
            <a:xfrm>
              <a:off x="5136507" y="372315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5CFAE">
                <a:alpha val="100000"/>
              </a:srgbClr>
            </a:solidFill>
            <a:ln w="5420" cap="flat">
              <a:solidFill>
                <a:srgbClr val="65CFA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35" name="pg1535"/>
            <p:cNvSpPr/>
            <p:nvPr/>
          </p:nvSpPr>
          <p:spPr>
            <a:xfrm>
              <a:off x="5148144" y="372315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9D0AF">
                <a:alpha val="100000"/>
              </a:srgbClr>
            </a:solidFill>
            <a:ln w="5420" cap="flat">
              <a:solidFill>
                <a:srgbClr val="69D0A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36" name="pg1536"/>
            <p:cNvSpPr/>
            <p:nvPr/>
          </p:nvSpPr>
          <p:spPr>
            <a:xfrm>
              <a:off x="5159781" y="372315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CD1B0">
                <a:alpha val="100000"/>
              </a:srgbClr>
            </a:solidFill>
            <a:ln w="5420" cap="flat">
              <a:solidFill>
                <a:srgbClr val="6CD1B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37" name="pg1537"/>
            <p:cNvSpPr/>
            <p:nvPr/>
          </p:nvSpPr>
          <p:spPr>
            <a:xfrm>
              <a:off x="5171419" y="372315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ED2B1">
                <a:alpha val="100000"/>
              </a:srgbClr>
            </a:solidFill>
            <a:ln w="5420" cap="flat">
              <a:solidFill>
                <a:srgbClr val="6ED2B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38" name="pg1538"/>
            <p:cNvSpPr/>
            <p:nvPr/>
          </p:nvSpPr>
          <p:spPr>
            <a:xfrm>
              <a:off x="5183056" y="372315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FD2B1">
                <a:alpha val="100000"/>
              </a:srgbClr>
            </a:solidFill>
            <a:ln w="5420" cap="flat">
              <a:solidFill>
                <a:srgbClr val="6FD2B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39" name="pg1539"/>
            <p:cNvSpPr/>
            <p:nvPr/>
          </p:nvSpPr>
          <p:spPr>
            <a:xfrm>
              <a:off x="5194693" y="372315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FD2B1">
                <a:alpha val="100000"/>
              </a:srgbClr>
            </a:solidFill>
            <a:ln w="5420" cap="flat">
              <a:solidFill>
                <a:srgbClr val="6FD2B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40" name="pg1540"/>
            <p:cNvSpPr/>
            <p:nvPr/>
          </p:nvSpPr>
          <p:spPr>
            <a:xfrm>
              <a:off x="5206331" y="372315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FD2B1">
                <a:alpha val="100000"/>
              </a:srgbClr>
            </a:solidFill>
            <a:ln w="5420" cap="flat">
              <a:solidFill>
                <a:srgbClr val="6FD2B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41" name="pg1541"/>
            <p:cNvSpPr/>
            <p:nvPr/>
          </p:nvSpPr>
          <p:spPr>
            <a:xfrm>
              <a:off x="5217968" y="372315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ED2B1">
                <a:alpha val="100000"/>
              </a:srgbClr>
            </a:solidFill>
            <a:ln w="5420" cap="flat">
              <a:solidFill>
                <a:srgbClr val="6ED2B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42" name="pg1542"/>
            <p:cNvSpPr/>
            <p:nvPr/>
          </p:nvSpPr>
          <p:spPr>
            <a:xfrm>
              <a:off x="5229605" y="372315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DD1B1">
                <a:alpha val="100000"/>
              </a:srgbClr>
            </a:solidFill>
            <a:ln w="5420" cap="flat">
              <a:solidFill>
                <a:srgbClr val="6DD1B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43" name="pg1543"/>
            <p:cNvSpPr/>
            <p:nvPr/>
          </p:nvSpPr>
          <p:spPr>
            <a:xfrm>
              <a:off x="5043408" y="373745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8C2AC">
                <a:alpha val="100000"/>
              </a:srgbClr>
            </a:solidFill>
            <a:ln w="5420" cap="flat">
              <a:solidFill>
                <a:srgbClr val="58C2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44" name="pg1544"/>
            <p:cNvSpPr/>
            <p:nvPr/>
          </p:nvSpPr>
          <p:spPr>
            <a:xfrm>
              <a:off x="5055045" y="373745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9C4AC">
                <a:alpha val="100000"/>
              </a:srgbClr>
            </a:solidFill>
            <a:ln w="5420" cap="flat">
              <a:solidFill>
                <a:srgbClr val="59C4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45" name="pg1545"/>
            <p:cNvSpPr/>
            <p:nvPr/>
          </p:nvSpPr>
          <p:spPr>
            <a:xfrm>
              <a:off x="5066683" y="373745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BC6AC">
                <a:alpha val="100000"/>
              </a:srgbClr>
            </a:solidFill>
            <a:ln w="5420" cap="flat">
              <a:solidFill>
                <a:srgbClr val="5BC6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46" name="pg1546"/>
            <p:cNvSpPr/>
            <p:nvPr/>
          </p:nvSpPr>
          <p:spPr>
            <a:xfrm>
              <a:off x="5078320" y="373745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CC8AC">
                <a:alpha val="100000"/>
              </a:srgbClr>
            </a:solidFill>
            <a:ln w="5420" cap="flat">
              <a:solidFill>
                <a:srgbClr val="5CC8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47" name="pg1547"/>
            <p:cNvSpPr/>
            <p:nvPr/>
          </p:nvSpPr>
          <p:spPr>
            <a:xfrm>
              <a:off x="5089957" y="373745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ECAAC">
                <a:alpha val="100000"/>
              </a:srgbClr>
            </a:solidFill>
            <a:ln w="5420" cap="flat">
              <a:solidFill>
                <a:srgbClr val="5ECA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48" name="pg1548"/>
            <p:cNvSpPr/>
            <p:nvPr/>
          </p:nvSpPr>
          <p:spPr>
            <a:xfrm>
              <a:off x="5101595" y="373745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2CEAD">
                <a:alpha val="100000"/>
              </a:srgbClr>
            </a:solidFill>
            <a:ln w="5420" cap="flat">
              <a:solidFill>
                <a:srgbClr val="62CEA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49" name="pg1549"/>
            <p:cNvSpPr/>
            <p:nvPr/>
          </p:nvSpPr>
          <p:spPr>
            <a:xfrm>
              <a:off x="5113232" y="373745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6D0AE">
                <a:alpha val="100000"/>
              </a:srgbClr>
            </a:solidFill>
            <a:ln w="5420" cap="flat">
              <a:solidFill>
                <a:srgbClr val="66D0A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50" name="pg1550"/>
            <p:cNvSpPr/>
            <p:nvPr/>
          </p:nvSpPr>
          <p:spPr>
            <a:xfrm>
              <a:off x="5124869" y="373745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AD1B0">
                <a:alpha val="100000"/>
              </a:srgbClr>
            </a:solidFill>
            <a:ln w="5420" cap="flat">
              <a:solidFill>
                <a:srgbClr val="6AD1B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51" name="pg1551"/>
            <p:cNvSpPr/>
            <p:nvPr/>
          </p:nvSpPr>
          <p:spPr>
            <a:xfrm>
              <a:off x="5136507" y="373745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DD1B1">
                <a:alpha val="100000"/>
              </a:srgbClr>
            </a:solidFill>
            <a:ln w="5420" cap="flat">
              <a:solidFill>
                <a:srgbClr val="6DD1B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52" name="pg1552"/>
            <p:cNvSpPr/>
            <p:nvPr/>
          </p:nvSpPr>
          <p:spPr>
            <a:xfrm>
              <a:off x="5148144" y="373745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FD2B1">
                <a:alpha val="100000"/>
              </a:srgbClr>
            </a:solidFill>
            <a:ln w="5420" cap="flat">
              <a:solidFill>
                <a:srgbClr val="6FD2B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53" name="pg1553"/>
            <p:cNvSpPr/>
            <p:nvPr/>
          </p:nvSpPr>
          <p:spPr>
            <a:xfrm>
              <a:off x="5159781" y="373745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0D2B2">
                <a:alpha val="100000"/>
              </a:srgbClr>
            </a:solidFill>
            <a:ln w="5420" cap="flat">
              <a:solidFill>
                <a:srgbClr val="70D2B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54" name="pg1554"/>
            <p:cNvSpPr/>
            <p:nvPr/>
          </p:nvSpPr>
          <p:spPr>
            <a:xfrm>
              <a:off x="5171419" y="373745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1D3B2">
                <a:alpha val="100000"/>
              </a:srgbClr>
            </a:solidFill>
            <a:ln w="5420" cap="flat">
              <a:solidFill>
                <a:srgbClr val="71D3B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55" name="pg1555"/>
            <p:cNvSpPr/>
            <p:nvPr/>
          </p:nvSpPr>
          <p:spPr>
            <a:xfrm>
              <a:off x="5183056" y="373745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2D3B3">
                <a:alpha val="100000"/>
              </a:srgbClr>
            </a:solidFill>
            <a:ln w="5420" cap="flat">
              <a:solidFill>
                <a:srgbClr val="72D3B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56" name="pg1556"/>
            <p:cNvSpPr/>
            <p:nvPr/>
          </p:nvSpPr>
          <p:spPr>
            <a:xfrm>
              <a:off x="5194693" y="373745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2D3B3">
                <a:alpha val="100000"/>
              </a:srgbClr>
            </a:solidFill>
            <a:ln w="5420" cap="flat">
              <a:solidFill>
                <a:srgbClr val="72D3B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57" name="pg1557"/>
            <p:cNvSpPr/>
            <p:nvPr/>
          </p:nvSpPr>
          <p:spPr>
            <a:xfrm>
              <a:off x="5206331" y="373745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1D3B2">
                <a:alpha val="100000"/>
              </a:srgbClr>
            </a:solidFill>
            <a:ln w="5420" cap="flat">
              <a:solidFill>
                <a:srgbClr val="71D3B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58" name="pg1558"/>
            <p:cNvSpPr/>
            <p:nvPr/>
          </p:nvSpPr>
          <p:spPr>
            <a:xfrm>
              <a:off x="5217968" y="373745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0D2B2">
                <a:alpha val="100000"/>
              </a:srgbClr>
            </a:solidFill>
            <a:ln w="5420" cap="flat">
              <a:solidFill>
                <a:srgbClr val="70D2B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59" name="pg1559"/>
            <p:cNvSpPr/>
            <p:nvPr/>
          </p:nvSpPr>
          <p:spPr>
            <a:xfrm>
              <a:off x="5055045" y="375175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FCCAC">
                <a:alpha val="100000"/>
              </a:srgbClr>
            </a:solidFill>
            <a:ln w="5420" cap="flat">
              <a:solidFill>
                <a:srgbClr val="5FCC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60" name="pg1560"/>
            <p:cNvSpPr/>
            <p:nvPr/>
          </p:nvSpPr>
          <p:spPr>
            <a:xfrm>
              <a:off x="5066683" y="375175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1CEAC">
                <a:alpha val="100000"/>
              </a:srgbClr>
            </a:solidFill>
            <a:ln w="5420" cap="flat">
              <a:solidFill>
                <a:srgbClr val="61CE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61" name="pg1561"/>
            <p:cNvSpPr/>
            <p:nvPr/>
          </p:nvSpPr>
          <p:spPr>
            <a:xfrm>
              <a:off x="5078320" y="375175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6D0AE">
                <a:alpha val="100000"/>
              </a:srgbClr>
            </a:solidFill>
            <a:ln w="5420" cap="flat">
              <a:solidFill>
                <a:srgbClr val="66D0A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62" name="pg1562"/>
            <p:cNvSpPr/>
            <p:nvPr/>
          </p:nvSpPr>
          <p:spPr>
            <a:xfrm>
              <a:off x="5089957" y="375175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BD1B0">
                <a:alpha val="100000"/>
              </a:srgbClr>
            </a:solidFill>
            <a:ln w="5420" cap="flat">
              <a:solidFill>
                <a:srgbClr val="6BD1B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63" name="pg1563"/>
            <p:cNvSpPr/>
            <p:nvPr/>
          </p:nvSpPr>
          <p:spPr>
            <a:xfrm>
              <a:off x="5101595" y="375175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0D2B2">
                <a:alpha val="100000"/>
              </a:srgbClr>
            </a:solidFill>
            <a:ln w="5420" cap="flat">
              <a:solidFill>
                <a:srgbClr val="70D2B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64" name="pg1564"/>
            <p:cNvSpPr/>
            <p:nvPr/>
          </p:nvSpPr>
          <p:spPr>
            <a:xfrm>
              <a:off x="5113232" y="375175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1D3B2">
                <a:alpha val="100000"/>
              </a:srgbClr>
            </a:solidFill>
            <a:ln w="5420" cap="flat">
              <a:solidFill>
                <a:srgbClr val="71D3B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65" name="pg1565"/>
            <p:cNvSpPr/>
            <p:nvPr/>
          </p:nvSpPr>
          <p:spPr>
            <a:xfrm>
              <a:off x="5124869" y="375175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2D3B3">
                <a:alpha val="100000"/>
              </a:srgbClr>
            </a:solidFill>
            <a:ln w="5420" cap="flat">
              <a:solidFill>
                <a:srgbClr val="72D3B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66" name="pg1566"/>
            <p:cNvSpPr/>
            <p:nvPr/>
          </p:nvSpPr>
          <p:spPr>
            <a:xfrm>
              <a:off x="5136507" y="375175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2D3B3">
                <a:alpha val="100000"/>
              </a:srgbClr>
            </a:solidFill>
            <a:ln w="5420" cap="flat">
              <a:solidFill>
                <a:srgbClr val="72D3B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67" name="pg1567"/>
            <p:cNvSpPr/>
            <p:nvPr/>
          </p:nvSpPr>
          <p:spPr>
            <a:xfrm>
              <a:off x="5148144" y="375175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2D3B3">
                <a:alpha val="100000"/>
              </a:srgbClr>
            </a:solidFill>
            <a:ln w="5420" cap="flat">
              <a:solidFill>
                <a:srgbClr val="72D3B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68" name="pg1568"/>
            <p:cNvSpPr/>
            <p:nvPr/>
          </p:nvSpPr>
          <p:spPr>
            <a:xfrm>
              <a:off x="5159781" y="375175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3D3B3">
                <a:alpha val="100000"/>
              </a:srgbClr>
            </a:solidFill>
            <a:ln w="5420" cap="flat">
              <a:solidFill>
                <a:srgbClr val="73D3B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69" name="pg1569"/>
            <p:cNvSpPr/>
            <p:nvPr/>
          </p:nvSpPr>
          <p:spPr>
            <a:xfrm>
              <a:off x="5171419" y="375175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3D3B3">
                <a:alpha val="100000"/>
              </a:srgbClr>
            </a:solidFill>
            <a:ln w="5420" cap="flat">
              <a:solidFill>
                <a:srgbClr val="73D3B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70" name="pg1570"/>
            <p:cNvSpPr/>
            <p:nvPr/>
          </p:nvSpPr>
          <p:spPr>
            <a:xfrm>
              <a:off x="5183056" y="375175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3D3B3">
                <a:alpha val="100000"/>
              </a:srgbClr>
            </a:solidFill>
            <a:ln w="5420" cap="flat">
              <a:solidFill>
                <a:srgbClr val="73D3B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71" name="pg1571"/>
            <p:cNvSpPr/>
            <p:nvPr/>
          </p:nvSpPr>
          <p:spPr>
            <a:xfrm>
              <a:off x="5194693" y="375175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3D3B3">
                <a:alpha val="100000"/>
              </a:srgbClr>
            </a:solidFill>
            <a:ln w="5420" cap="flat">
              <a:solidFill>
                <a:srgbClr val="73D3B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72" name="pg1572"/>
            <p:cNvSpPr/>
            <p:nvPr/>
          </p:nvSpPr>
          <p:spPr>
            <a:xfrm>
              <a:off x="5206331" y="375175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3D3B3">
                <a:alpha val="100000"/>
              </a:srgbClr>
            </a:solidFill>
            <a:ln w="5420" cap="flat">
              <a:solidFill>
                <a:srgbClr val="73D3B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73" name="pg1573"/>
            <p:cNvSpPr/>
            <p:nvPr/>
          </p:nvSpPr>
          <p:spPr>
            <a:xfrm>
              <a:off x="5217968" y="375175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1D3B2">
                <a:alpha val="100000"/>
              </a:srgbClr>
            </a:solidFill>
            <a:ln w="5420" cap="flat">
              <a:solidFill>
                <a:srgbClr val="71D3B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74" name="pg1574"/>
            <p:cNvSpPr/>
            <p:nvPr/>
          </p:nvSpPr>
          <p:spPr>
            <a:xfrm>
              <a:off x="5008496" y="376605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5CFAE">
                <a:alpha val="100000"/>
              </a:srgbClr>
            </a:solidFill>
            <a:ln w="5420" cap="flat">
              <a:solidFill>
                <a:srgbClr val="65CFA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75" name="pg1575"/>
            <p:cNvSpPr/>
            <p:nvPr/>
          </p:nvSpPr>
          <p:spPr>
            <a:xfrm>
              <a:off x="5020133" y="376605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AD1B0">
                <a:alpha val="100000"/>
              </a:srgbClr>
            </a:solidFill>
            <a:ln w="5420" cap="flat">
              <a:solidFill>
                <a:srgbClr val="6AD1B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76" name="pg1576"/>
            <p:cNvSpPr/>
            <p:nvPr/>
          </p:nvSpPr>
          <p:spPr>
            <a:xfrm>
              <a:off x="5031771" y="376605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0D2B2">
                <a:alpha val="100000"/>
              </a:srgbClr>
            </a:solidFill>
            <a:ln w="5420" cap="flat">
              <a:solidFill>
                <a:srgbClr val="70D2B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77" name="pg1577"/>
            <p:cNvSpPr/>
            <p:nvPr/>
          </p:nvSpPr>
          <p:spPr>
            <a:xfrm>
              <a:off x="5043408" y="376605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0D2B2">
                <a:alpha val="100000"/>
              </a:srgbClr>
            </a:solidFill>
            <a:ln w="5420" cap="flat">
              <a:solidFill>
                <a:srgbClr val="70D2B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78" name="pg1578"/>
            <p:cNvSpPr/>
            <p:nvPr/>
          </p:nvSpPr>
          <p:spPr>
            <a:xfrm>
              <a:off x="5055045" y="376605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3D3B3">
                <a:alpha val="100000"/>
              </a:srgbClr>
            </a:solidFill>
            <a:ln w="5420" cap="flat">
              <a:solidFill>
                <a:srgbClr val="73D3B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79" name="pg1579"/>
            <p:cNvSpPr/>
            <p:nvPr/>
          </p:nvSpPr>
          <p:spPr>
            <a:xfrm>
              <a:off x="5066683" y="376605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8D5B5">
                <a:alpha val="100000"/>
              </a:srgbClr>
            </a:solidFill>
            <a:ln w="5420" cap="flat">
              <a:solidFill>
                <a:srgbClr val="78D5B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80" name="pg1580"/>
            <p:cNvSpPr/>
            <p:nvPr/>
          </p:nvSpPr>
          <p:spPr>
            <a:xfrm>
              <a:off x="5078320" y="376605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CD6B7">
                <a:alpha val="100000"/>
              </a:srgbClr>
            </a:solidFill>
            <a:ln w="5420" cap="flat">
              <a:solidFill>
                <a:srgbClr val="7CD6B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81" name="pg1581"/>
            <p:cNvSpPr/>
            <p:nvPr/>
          </p:nvSpPr>
          <p:spPr>
            <a:xfrm>
              <a:off x="5089957" y="376605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ED6B8">
                <a:alpha val="100000"/>
              </a:srgbClr>
            </a:solidFill>
            <a:ln w="5420" cap="flat">
              <a:solidFill>
                <a:srgbClr val="7ED6B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82" name="pg1582"/>
            <p:cNvSpPr/>
            <p:nvPr/>
          </p:nvSpPr>
          <p:spPr>
            <a:xfrm>
              <a:off x="5101595" y="376605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ED6B8">
                <a:alpha val="100000"/>
              </a:srgbClr>
            </a:solidFill>
            <a:ln w="5420" cap="flat">
              <a:solidFill>
                <a:srgbClr val="7ED6B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83" name="pg1583"/>
            <p:cNvSpPr/>
            <p:nvPr/>
          </p:nvSpPr>
          <p:spPr>
            <a:xfrm>
              <a:off x="5113232" y="376605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CD6B7">
                <a:alpha val="100000"/>
              </a:srgbClr>
            </a:solidFill>
            <a:ln w="5420" cap="flat">
              <a:solidFill>
                <a:srgbClr val="7CD6B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84" name="pg1584"/>
            <p:cNvSpPr/>
            <p:nvPr/>
          </p:nvSpPr>
          <p:spPr>
            <a:xfrm>
              <a:off x="5124869" y="376605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AD5B6">
                <a:alpha val="100000"/>
              </a:srgbClr>
            </a:solidFill>
            <a:ln w="5420" cap="flat">
              <a:solidFill>
                <a:srgbClr val="7AD5B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85" name="pg1585"/>
            <p:cNvSpPr/>
            <p:nvPr/>
          </p:nvSpPr>
          <p:spPr>
            <a:xfrm>
              <a:off x="5136507" y="376605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7D4B5">
                <a:alpha val="100000"/>
              </a:srgbClr>
            </a:solidFill>
            <a:ln w="5420" cap="flat">
              <a:solidFill>
                <a:srgbClr val="77D4B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86" name="pg1586"/>
            <p:cNvSpPr/>
            <p:nvPr/>
          </p:nvSpPr>
          <p:spPr>
            <a:xfrm>
              <a:off x="5148144" y="376605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5D4B4">
                <a:alpha val="100000"/>
              </a:srgbClr>
            </a:solidFill>
            <a:ln w="5420" cap="flat">
              <a:solidFill>
                <a:srgbClr val="75D4B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87" name="pg1587"/>
            <p:cNvSpPr/>
            <p:nvPr/>
          </p:nvSpPr>
          <p:spPr>
            <a:xfrm>
              <a:off x="5159781" y="376605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4D3B4">
                <a:alpha val="100000"/>
              </a:srgbClr>
            </a:solidFill>
            <a:ln w="5420" cap="flat">
              <a:solidFill>
                <a:srgbClr val="74D3B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88" name="pg1588"/>
            <p:cNvSpPr/>
            <p:nvPr/>
          </p:nvSpPr>
          <p:spPr>
            <a:xfrm>
              <a:off x="5171419" y="376605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4D3B3">
                <a:alpha val="100000"/>
              </a:srgbClr>
            </a:solidFill>
            <a:ln w="5420" cap="flat">
              <a:solidFill>
                <a:srgbClr val="74D3B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89" name="pg1589"/>
            <p:cNvSpPr/>
            <p:nvPr/>
          </p:nvSpPr>
          <p:spPr>
            <a:xfrm>
              <a:off x="5183056" y="376605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4D3B3">
                <a:alpha val="100000"/>
              </a:srgbClr>
            </a:solidFill>
            <a:ln w="5420" cap="flat">
              <a:solidFill>
                <a:srgbClr val="74D3B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90" name="pg1590"/>
            <p:cNvSpPr/>
            <p:nvPr/>
          </p:nvSpPr>
          <p:spPr>
            <a:xfrm>
              <a:off x="5194693" y="376605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4D3B3">
                <a:alpha val="100000"/>
              </a:srgbClr>
            </a:solidFill>
            <a:ln w="5420" cap="flat">
              <a:solidFill>
                <a:srgbClr val="74D3B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91" name="pg1591"/>
            <p:cNvSpPr/>
            <p:nvPr/>
          </p:nvSpPr>
          <p:spPr>
            <a:xfrm>
              <a:off x="5206331" y="376605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3D3B3">
                <a:alpha val="100000"/>
              </a:srgbClr>
            </a:solidFill>
            <a:ln w="5420" cap="flat">
              <a:solidFill>
                <a:srgbClr val="73D3B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92" name="pg1592"/>
            <p:cNvSpPr/>
            <p:nvPr/>
          </p:nvSpPr>
          <p:spPr>
            <a:xfrm>
              <a:off x="4996859" y="378035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AD1B0">
                <a:alpha val="100000"/>
              </a:srgbClr>
            </a:solidFill>
            <a:ln w="5420" cap="flat">
              <a:solidFill>
                <a:srgbClr val="6AD1B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93" name="pg1593"/>
            <p:cNvSpPr/>
            <p:nvPr/>
          </p:nvSpPr>
          <p:spPr>
            <a:xfrm>
              <a:off x="5008496" y="378035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FD2B1">
                <a:alpha val="100000"/>
              </a:srgbClr>
            </a:solidFill>
            <a:ln w="5420" cap="flat">
              <a:solidFill>
                <a:srgbClr val="6FD2B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94" name="pg1594"/>
            <p:cNvSpPr/>
            <p:nvPr/>
          </p:nvSpPr>
          <p:spPr>
            <a:xfrm>
              <a:off x="5020133" y="378035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5D4B4">
                <a:alpha val="100000"/>
              </a:srgbClr>
            </a:solidFill>
            <a:ln w="5420" cap="flat">
              <a:solidFill>
                <a:srgbClr val="75D4B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95" name="pg1595"/>
            <p:cNvSpPr/>
            <p:nvPr/>
          </p:nvSpPr>
          <p:spPr>
            <a:xfrm>
              <a:off x="5031771" y="378035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BD6B6">
                <a:alpha val="100000"/>
              </a:srgbClr>
            </a:solidFill>
            <a:ln w="5420" cap="flat">
              <a:solidFill>
                <a:srgbClr val="7BD6B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96" name="pg1596"/>
            <p:cNvSpPr/>
            <p:nvPr/>
          </p:nvSpPr>
          <p:spPr>
            <a:xfrm>
              <a:off x="5043408" y="378035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82D7B9">
                <a:alpha val="100000"/>
              </a:srgbClr>
            </a:solidFill>
            <a:ln w="5420" cap="flat">
              <a:solidFill>
                <a:srgbClr val="82D7B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97" name="pg1597"/>
            <p:cNvSpPr/>
            <p:nvPr/>
          </p:nvSpPr>
          <p:spPr>
            <a:xfrm>
              <a:off x="5055045" y="378035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88D9BC">
                <a:alpha val="100000"/>
              </a:srgbClr>
            </a:solidFill>
            <a:ln w="5420" cap="flat">
              <a:solidFill>
                <a:srgbClr val="88D9B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98" name="pg1598"/>
            <p:cNvSpPr/>
            <p:nvPr/>
          </p:nvSpPr>
          <p:spPr>
            <a:xfrm>
              <a:off x="5066683" y="378035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8DDBBE">
                <a:alpha val="100000"/>
              </a:srgbClr>
            </a:solidFill>
            <a:ln w="5420" cap="flat">
              <a:solidFill>
                <a:srgbClr val="8DDBB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99" name="pg1599"/>
            <p:cNvSpPr/>
            <p:nvPr/>
          </p:nvSpPr>
          <p:spPr>
            <a:xfrm>
              <a:off x="5078320" y="378035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90DCBF">
                <a:alpha val="100000"/>
              </a:srgbClr>
            </a:solidFill>
            <a:ln w="5420" cap="flat">
              <a:solidFill>
                <a:srgbClr val="90DCB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00" name="pg1600"/>
            <p:cNvSpPr/>
            <p:nvPr/>
          </p:nvSpPr>
          <p:spPr>
            <a:xfrm>
              <a:off x="5089957" y="378035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91DCC0">
                <a:alpha val="100000"/>
              </a:srgbClr>
            </a:solidFill>
            <a:ln w="5420" cap="flat">
              <a:solidFill>
                <a:srgbClr val="91DCC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01" name="pg1601"/>
            <p:cNvSpPr/>
            <p:nvPr/>
          </p:nvSpPr>
          <p:spPr>
            <a:xfrm>
              <a:off x="5101595" y="378035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8DDBBE">
                <a:alpha val="100000"/>
              </a:srgbClr>
            </a:solidFill>
            <a:ln w="5420" cap="flat">
              <a:solidFill>
                <a:srgbClr val="8DDBB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02" name="pg1602"/>
            <p:cNvSpPr/>
            <p:nvPr/>
          </p:nvSpPr>
          <p:spPr>
            <a:xfrm>
              <a:off x="5113232" y="378035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88D9BC">
                <a:alpha val="100000"/>
              </a:srgbClr>
            </a:solidFill>
            <a:ln w="5420" cap="flat">
              <a:solidFill>
                <a:srgbClr val="88D9B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03" name="pg1603"/>
            <p:cNvSpPr/>
            <p:nvPr/>
          </p:nvSpPr>
          <p:spPr>
            <a:xfrm>
              <a:off x="5124869" y="378035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82D8B9">
                <a:alpha val="100000"/>
              </a:srgbClr>
            </a:solidFill>
            <a:ln w="5420" cap="flat">
              <a:solidFill>
                <a:srgbClr val="82D8B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04" name="pg1604"/>
            <p:cNvSpPr/>
            <p:nvPr/>
          </p:nvSpPr>
          <p:spPr>
            <a:xfrm>
              <a:off x="5136507" y="378035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DD6B7">
                <a:alpha val="100000"/>
              </a:srgbClr>
            </a:solidFill>
            <a:ln w="5420" cap="flat">
              <a:solidFill>
                <a:srgbClr val="7DD6B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05" name="pg1605"/>
            <p:cNvSpPr/>
            <p:nvPr/>
          </p:nvSpPr>
          <p:spPr>
            <a:xfrm>
              <a:off x="5148144" y="378035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9D5B5">
                <a:alpha val="100000"/>
              </a:srgbClr>
            </a:solidFill>
            <a:ln w="5420" cap="flat">
              <a:solidFill>
                <a:srgbClr val="79D5B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06" name="pg1606"/>
            <p:cNvSpPr/>
            <p:nvPr/>
          </p:nvSpPr>
          <p:spPr>
            <a:xfrm>
              <a:off x="5159781" y="378035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6D4B4">
                <a:alpha val="100000"/>
              </a:srgbClr>
            </a:solidFill>
            <a:ln w="5420" cap="flat">
              <a:solidFill>
                <a:srgbClr val="76D4B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07" name="pg1607"/>
            <p:cNvSpPr/>
            <p:nvPr/>
          </p:nvSpPr>
          <p:spPr>
            <a:xfrm>
              <a:off x="5171419" y="378035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4D4B4">
                <a:alpha val="100000"/>
              </a:srgbClr>
            </a:solidFill>
            <a:ln w="5420" cap="flat">
              <a:solidFill>
                <a:srgbClr val="74D4B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08" name="pg1608"/>
            <p:cNvSpPr/>
            <p:nvPr/>
          </p:nvSpPr>
          <p:spPr>
            <a:xfrm>
              <a:off x="5183056" y="378035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4D3B3">
                <a:alpha val="100000"/>
              </a:srgbClr>
            </a:solidFill>
            <a:ln w="5420" cap="flat">
              <a:solidFill>
                <a:srgbClr val="74D3B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09" name="pg1609"/>
            <p:cNvSpPr/>
            <p:nvPr/>
          </p:nvSpPr>
          <p:spPr>
            <a:xfrm>
              <a:off x="5194693" y="378035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4D3B3">
                <a:alpha val="100000"/>
              </a:srgbClr>
            </a:solidFill>
            <a:ln w="5420" cap="flat">
              <a:solidFill>
                <a:srgbClr val="74D3B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10" name="pg1610"/>
            <p:cNvSpPr/>
            <p:nvPr/>
          </p:nvSpPr>
          <p:spPr>
            <a:xfrm>
              <a:off x="5206331" y="378035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4D3B3">
                <a:alpha val="100000"/>
              </a:srgbClr>
            </a:solidFill>
            <a:ln w="5420" cap="flat">
              <a:solidFill>
                <a:srgbClr val="74D3B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11" name="pg1611"/>
            <p:cNvSpPr/>
            <p:nvPr/>
          </p:nvSpPr>
          <p:spPr>
            <a:xfrm>
              <a:off x="4996859" y="379465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80D7B8">
                <a:alpha val="100000"/>
              </a:srgbClr>
            </a:solidFill>
            <a:ln w="5420" cap="flat">
              <a:solidFill>
                <a:srgbClr val="80D7B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12" name="pg1612"/>
            <p:cNvSpPr/>
            <p:nvPr/>
          </p:nvSpPr>
          <p:spPr>
            <a:xfrm>
              <a:off x="5008496" y="379465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87D9BB">
                <a:alpha val="100000"/>
              </a:srgbClr>
            </a:solidFill>
            <a:ln w="5420" cap="flat">
              <a:solidFill>
                <a:srgbClr val="87D9B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13" name="pg1613"/>
            <p:cNvSpPr/>
            <p:nvPr/>
          </p:nvSpPr>
          <p:spPr>
            <a:xfrm>
              <a:off x="5020133" y="379465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8FDBBF">
                <a:alpha val="100000"/>
              </a:srgbClr>
            </a:solidFill>
            <a:ln w="5420" cap="flat">
              <a:solidFill>
                <a:srgbClr val="8FDBB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14" name="pg1614"/>
            <p:cNvSpPr/>
            <p:nvPr/>
          </p:nvSpPr>
          <p:spPr>
            <a:xfrm>
              <a:off x="5031771" y="379465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97DEC3">
                <a:alpha val="100000"/>
              </a:srgbClr>
            </a:solidFill>
            <a:ln w="5420" cap="flat">
              <a:solidFill>
                <a:srgbClr val="97DEC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15" name="pg1615"/>
            <p:cNvSpPr/>
            <p:nvPr/>
          </p:nvSpPr>
          <p:spPr>
            <a:xfrm>
              <a:off x="5043408" y="379465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A0E1C6">
                <a:alpha val="100000"/>
              </a:srgbClr>
            </a:solidFill>
            <a:ln w="5420" cap="flat">
              <a:solidFill>
                <a:srgbClr val="A0E1C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16" name="pg1616"/>
            <p:cNvSpPr/>
            <p:nvPr/>
          </p:nvSpPr>
          <p:spPr>
            <a:xfrm>
              <a:off x="5055045" y="379465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A8E3CA">
                <a:alpha val="100000"/>
              </a:srgbClr>
            </a:solidFill>
            <a:ln w="5420" cap="flat">
              <a:solidFill>
                <a:srgbClr val="A8E3C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17" name="pg1617"/>
            <p:cNvSpPr/>
            <p:nvPr/>
          </p:nvSpPr>
          <p:spPr>
            <a:xfrm>
              <a:off x="5066683" y="379465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AEE5CD">
                <a:alpha val="100000"/>
              </a:srgbClr>
            </a:solidFill>
            <a:ln w="5420" cap="flat">
              <a:solidFill>
                <a:srgbClr val="AEE5C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18" name="pg1618"/>
            <p:cNvSpPr/>
            <p:nvPr/>
          </p:nvSpPr>
          <p:spPr>
            <a:xfrm>
              <a:off x="5078320" y="379465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B3E7CF">
                <a:alpha val="100000"/>
              </a:srgbClr>
            </a:solidFill>
            <a:ln w="5420" cap="flat">
              <a:solidFill>
                <a:srgbClr val="B3E7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19" name="pg1619"/>
            <p:cNvSpPr/>
            <p:nvPr/>
          </p:nvSpPr>
          <p:spPr>
            <a:xfrm>
              <a:off x="5089957" y="379465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B4E7D0">
                <a:alpha val="100000"/>
              </a:srgbClr>
            </a:solidFill>
            <a:ln w="5420" cap="flat">
              <a:solidFill>
                <a:srgbClr val="B4E7D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20" name="pg1620"/>
            <p:cNvSpPr/>
            <p:nvPr/>
          </p:nvSpPr>
          <p:spPr>
            <a:xfrm>
              <a:off x="5101595" y="379465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ACE5CC">
                <a:alpha val="100000"/>
              </a:srgbClr>
            </a:solidFill>
            <a:ln w="5420" cap="flat">
              <a:solidFill>
                <a:srgbClr val="ACE5C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21" name="pg1621"/>
            <p:cNvSpPr/>
            <p:nvPr/>
          </p:nvSpPr>
          <p:spPr>
            <a:xfrm>
              <a:off x="5113232" y="379465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A4E2C8">
                <a:alpha val="100000"/>
              </a:srgbClr>
            </a:solidFill>
            <a:ln w="5420" cap="flat">
              <a:solidFill>
                <a:srgbClr val="A4E2C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22" name="pg1622"/>
            <p:cNvSpPr/>
            <p:nvPr/>
          </p:nvSpPr>
          <p:spPr>
            <a:xfrm>
              <a:off x="5124869" y="379465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99DFC3">
                <a:alpha val="100000"/>
              </a:srgbClr>
            </a:solidFill>
            <a:ln w="5420" cap="flat">
              <a:solidFill>
                <a:srgbClr val="99DFC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23" name="pg1623"/>
            <p:cNvSpPr/>
            <p:nvPr/>
          </p:nvSpPr>
          <p:spPr>
            <a:xfrm>
              <a:off x="5136507" y="379465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8FDCBF">
                <a:alpha val="100000"/>
              </a:srgbClr>
            </a:solidFill>
            <a:ln w="5420" cap="flat">
              <a:solidFill>
                <a:srgbClr val="8FDCB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24" name="pg1624"/>
            <p:cNvSpPr/>
            <p:nvPr/>
          </p:nvSpPr>
          <p:spPr>
            <a:xfrm>
              <a:off x="5148144" y="379465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87D9BB">
                <a:alpha val="100000"/>
              </a:srgbClr>
            </a:solidFill>
            <a:ln w="5420" cap="flat">
              <a:solidFill>
                <a:srgbClr val="87D9B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25" name="pg1625"/>
            <p:cNvSpPr/>
            <p:nvPr/>
          </p:nvSpPr>
          <p:spPr>
            <a:xfrm>
              <a:off x="5159781" y="379465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80D7B8">
                <a:alpha val="100000"/>
              </a:srgbClr>
            </a:solidFill>
            <a:ln w="5420" cap="flat">
              <a:solidFill>
                <a:srgbClr val="80D7B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26" name="pg1626"/>
            <p:cNvSpPr/>
            <p:nvPr/>
          </p:nvSpPr>
          <p:spPr>
            <a:xfrm>
              <a:off x="5171419" y="379465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CD6B7">
                <a:alpha val="100000"/>
              </a:srgbClr>
            </a:solidFill>
            <a:ln w="5420" cap="flat">
              <a:solidFill>
                <a:srgbClr val="7CD6B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27" name="pg1627"/>
            <p:cNvSpPr/>
            <p:nvPr/>
          </p:nvSpPr>
          <p:spPr>
            <a:xfrm>
              <a:off x="5183056" y="379465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9D5B5">
                <a:alpha val="100000"/>
              </a:srgbClr>
            </a:solidFill>
            <a:ln w="5420" cap="flat">
              <a:solidFill>
                <a:srgbClr val="79D5B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28" name="pg1628"/>
            <p:cNvSpPr/>
            <p:nvPr/>
          </p:nvSpPr>
          <p:spPr>
            <a:xfrm>
              <a:off x="5194693" y="379465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7D4B5">
                <a:alpha val="100000"/>
              </a:srgbClr>
            </a:solidFill>
            <a:ln w="5420" cap="flat">
              <a:solidFill>
                <a:srgbClr val="77D4B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29" name="pg1629"/>
            <p:cNvSpPr/>
            <p:nvPr/>
          </p:nvSpPr>
          <p:spPr>
            <a:xfrm>
              <a:off x="4996859" y="380895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87D9BB">
                <a:alpha val="100000"/>
              </a:srgbClr>
            </a:solidFill>
            <a:ln w="5420" cap="flat">
              <a:solidFill>
                <a:srgbClr val="87D9B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30" name="pg1630"/>
            <p:cNvSpPr/>
            <p:nvPr/>
          </p:nvSpPr>
          <p:spPr>
            <a:xfrm>
              <a:off x="5008496" y="380895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8FDBBF">
                <a:alpha val="100000"/>
              </a:srgbClr>
            </a:solidFill>
            <a:ln w="5420" cap="flat">
              <a:solidFill>
                <a:srgbClr val="8FDBB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31" name="pg1631"/>
            <p:cNvSpPr/>
            <p:nvPr/>
          </p:nvSpPr>
          <p:spPr>
            <a:xfrm>
              <a:off x="5020133" y="380895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97DEC3">
                <a:alpha val="100000"/>
              </a:srgbClr>
            </a:solidFill>
            <a:ln w="5420" cap="flat">
              <a:solidFill>
                <a:srgbClr val="97DEC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32" name="pg1632"/>
            <p:cNvSpPr/>
            <p:nvPr/>
          </p:nvSpPr>
          <p:spPr>
            <a:xfrm>
              <a:off x="5031771" y="380895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A0E1C7">
                <a:alpha val="100000"/>
              </a:srgbClr>
            </a:solidFill>
            <a:ln w="5420" cap="flat">
              <a:solidFill>
                <a:srgbClr val="A0E1C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33" name="pg1633"/>
            <p:cNvSpPr/>
            <p:nvPr/>
          </p:nvSpPr>
          <p:spPr>
            <a:xfrm>
              <a:off x="5043408" y="380895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A9E4CB">
                <a:alpha val="100000"/>
              </a:srgbClr>
            </a:solidFill>
            <a:ln w="5420" cap="flat">
              <a:solidFill>
                <a:srgbClr val="A9E4C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34" name="pg1634"/>
            <p:cNvSpPr/>
            <p:nvPr/>
          </p:nvSpPr>
          <p:spPr>
            <a:xfrm>
              <a:off x="5055045" y="380895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B2E7CF">
                <a:alpha val="100000"/>
              </a:srgbClr>
            </a:solidFill>
            <a:ln w="5420" cap="flat">
              <a:solidFill>
                <a:srgbClr val="B2E7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35" name="pg1635"/>
            <p:cNvSpPr/>
            <p:nvPr/>
          </p:nvSpPr>
          <p:spPr>
            <a:xfrm>
              <a:off x="5066683" y="380895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B9E9D3">
                <a:alpha val="100000"/>
              </a:srgbClr>
            </a:solidFill>
            <a:ln w="5420" cap="flat">
              <a:solidFill>
                <a:srgbClr val="B9E9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36" name="pg1636"/>
            <p:cNvSpPr/>
            <p:nvPr/>
          </p:nvSpPr>
          <p:spPr>
            <a:xfrm>
              <a:off x="5078320" y="380895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BEEBD5">
                <a:alpha val="100000"/>
              </a:srgbClr>
            </a:solidFill>
            <a:ln w="5420" cap="flat">
              <a:solidFill>
                <a:srgbClr val="BEEBD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37" name="pg1637"/>
            <p:cNvSpPr/>
            <p:nvPr/>
          </p:nvSpPr>
          <p:spPr>
            <a:xfrm>
              <a:off x="5089957" y="380895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C0EBD6">
                <a:alpha val="100000"/>
              </a:srgbClr>
            </a:solidFill>
            <a:ln w="5420" cap="flat">
              <a:solidFill>
                <a:srgbClr val="C0EBD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38" name="pg1638"/>
            <p:cNvSpPr/>
            <p:nvPr/>
          </p:nvSpPr>
          <p:spPr>
            <a:xfrm>
              <a:off x="5101595" y="380895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B8E9D2">
                <a:alpha val="100000"/>
              </a:srgbClr>
            </a:solidFill>
            <a:ln w="5420" cap="flat">
              <a:solidFill>
                <a:srgbClr val="B8E9D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39" name="pg1639"/>
            <p:cNvSpPr/>
            <p:nvPr/>
          </p:nvSpPr>
          <p:spPr>
            <a:xfrm>
              <a:off x="5113232" y="380895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AFE6CE">
                <a:alpha val="100000"/>
              </a:srgbClr>
            </a:solidFill>
            <a:ln w="5420" cap="flat">
              <a:solidFill>
                <a:srgbClr val="AFE6C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40" name="pg1640"/>
            <p:cNvSpPr/>
            <p:nvPr/>
          </p:nvSpPr>
          <p:spPr>
            <a:xfrm>
              <a:off x="5124869" y="380895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A4E2C8">
                <a:alpha val="100000"/>
              </a:srgbClr>
            </a:solidFill>
            <a:ln w="5420" cap="flat">
              <a:solidFill>
                <a:srgbClr val="A4E2C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41" name="pg1641"/>
            <p:cNvSpPr/>
            <p:nvPr/>
          </p:nvSpPr>
          <p:spPr>
            <a:xfrm>
              <a:off x="5136507" y="380895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99DFC3">
                <a:alpha val="100000"/>
              </a:srgbClr>
            </a:solidFill>
            <a:ln w="5420" cap="flat">
              <a:solidFill>
                <a:srgbClr val="99DFC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42" name="pg1642"/>
            <p:cNvSpPr/>
            <p:nvPr/>
          </p:nvSpPr>
          <p:spPr>
            <a:xfrm>
              <a:off x="5148144" y="380895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8FDBBF">
                <a:alpha val="100000"/>
              </a:srgbClr>
            </a:solidFill>
            <a:ln w="5420" cap="flat">
              <a:solidFill>
                <a:srgbClr val="8FDBB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43" name="pg1643"/>
            <p:cNvSpPr/>
            <p:nvPr/>
          </p:nvSpPr>
          <p:spPr>
            <a:xfrm>
              <a:off x="5159781" y="380895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87D9BB">
                <a:alpha val="100000"/>
              </a:srgbClr>
            </a:solidFill>
            <a:ln w="5420" cap="flat">
              <a:solidFill>
                <a:srgbClr val="87D9B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44" name="pg1644"/>
            <p:cNvSpPr/>
            <p:nvPr/>
          </p:nvSpPr>
          <p:spPr>
            <a:xfrm>
              <a:off x="5171419" y="380895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81D7B9">
                <a:alpha val="100000"/>
              </a:srgbClr>
            </a:solidFill>
            <a:ln w="5420" cap="flat">
              <a:solidFill>
                <a:srgbClr val="81D7B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45" name="pg1645"/>
            <p:cNvSpPr/>
            <p:nvPr/>
          </p:nvSpPr>
          <p:spPr>
            <a:xfrm>
              <a:off x="5183056" y="380895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DD6B7">
                <a:alpha val="100000"/>
              </a:srgbClr>
            </a:solidFill>
            <a:ln w="5420" cap="flat">
              <a:solidFill>
                <a:srgbClr val="7DD6B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46" name="pg1646"/>
            <p:cNvSpPr/>
            <p:nvPr/>
          </p:nvSpPr>
          <p:spPr>
            <a:xfrm>
              <a:off x="5008496" y="382325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94DDC1">
                <a:alpha val="100000"/>
              </a:srgbClr>
            </a:solidFill>
            <a:ln w="5420" cap="flat">
              <a:solidFill>
                <a:srgbClr val="94DDC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47" name="pg1647"/>
            <p:cNvSpPr/>
            <p:nvPr/>
          </p:nvSpPr>
          <p:spPr>
            <a:xfrm>
              <a:off x="5020133" y="382325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9DE0C5">
                <a:alpha val="100000"/>
              </a:srgbClr>
            </a:solidFill>
            <a:ln w="5420" cap="flat">
              <a:solidFill>
                <a:srgbClr val="9DE0C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48" name="pg1648"/>
            <p:cNvSpPr/>
            <p:nvPr/>
          </p:nvSpPr>
          <p:spPr>
            <a:xfrm>
              <a:off x="5031771" y="382325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A6E3C9">
                <a:alpha val="100000"/>
              </a:srgbClr>
            </a:solidFill>
            <a:ln w="5420" cap="flat">
              <a:solidFill>
                <a:srgbClr val="A6E3C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49" name="pg1649"/>
            <p:cNvSpPr/>
            <p:nvPr/>
          </p:nvSpPr>
          <p:spPr>
            <a:xfrm>
              <a:off x="5043408" y="382325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AFE6CD">
                <a:alpha val="100000"/>
              </a:srgbClr>
            </a:solidFill>
            <a:ln w="5420" cap="flat">
              <a:solidFill>
                <a:srgbClr val="AFE6C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50" name="pg1650"/>
            <p:cNvSpPr/>
            <p:nvPr/>
          </p:nvSpPr>
          <p:spPr>
            <a:xfrm>
              <a:off x="5055045" y="382325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B7E8D2">
                <a:alpha val="100000"/>
              </a:srgbClr>
            </a:solidFill>
            <a:ln w="5420" cap="flat">
              <a:solidFill>
                <a:srgbClr val="B7E8D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51" name="pg1651"/>
            <p:cNvSpPr/>
            <p:nvPr/>
          </p:nvSpPr>
          <p:spPr>
            <a:xfrm>
              <a:off x="5066683" y="382325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BFEBD5">
                <a:alpha val="100000"/>
              </a:srgbClr>
            </a:solidFill>
            <a:ln w="5420" cap="flat">
              <a:solidFill>
                <a:srgbClr val="BFEBD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52" name="pg1652"/>
            <p:cNvSpPr/>
            <p:nvPr/>
          </p:nvSpPr>
          <p:spPr>
            <a:xfrm>
              <a:off x="5078320" y="382325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C4ECD8">
                <a:alpha val="100000"/>
              </a:srgbClr>
            </a:solidFill>
            <a:ln w="5420" cap="flat">
              <a:solidFill>
                <a:srgbClr val="C4ECD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53" name="pg1653"/>
            <p:cNvSpPr/>
            <p:nvPr/>
          </p:nvSpPr>
          <p:spPr>
            <a:xfrm>
              <a:off x="5089957" y="382325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C6EDD9">
                <a:alpha val="100000"/>
              </a:srgbClr>
            </a:solidFill>
            <a:ln w="5420" cap="flat">
              <a:solidFill>
                <a:srgbClr val="C6EDD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54" name="pg1654"/>
            <p:cNvSpPr/>
            <p:nvPr/>
          </p:nvSpPr>
          <p:spPr>
            <a:xfrm>
              <a:off x="5101595" y="382325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BEEBD5">
                <a:alpha val="100000"/>
              </a:srgbClr>
            </a:solidFill>
            <a:ln w="5420" cap="flat">
              <a:solidFill>
                <a:srgbClr val="BEEBD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55" name="pg1655"/>
            <p:cNvSpPr/>
            <p:nvPr/>
          </p:nvSpPr>
          <p:spPr>
            <a:xfrm>
              <a:off x="5113232" y="382325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B6E8D1">
                <a:alpha val="100000"/>
              </a:srgbClr>
            </a:solidFill>
            <a:ln w="5420" cap="flat">
              <a:solidFill>
                <a:srgbClr val="B6E8D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56" name="pg1656"/>
            <p:cNvSpPr/>
            <p:nvPr/>
          </p:nvSpPr>
          <p:spPr>
            <a:xfrm>
              <a:off x="5124869" y="382325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ABE4CC">
                <a:alpha val="100000"/>
              </a:srgbClr>
            </a:solidFill>
            <a:ln w="5420" cap="flat">
              <a:solidFill>
                <a:srgbClr val="ABE4C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57" name="pg1657"/>
            <p:cNvSpPr/>
            <p:nvPr/>
          </p:nvSpPr>
          <p:spPr>
            <a:xfrm>
              <a:off x="5136507" y="382325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A0E1C6">
                <a:alpha val="100000"/>
              </a:srgbClr>
            </a:solidFill>
            <a:ln w="5420" cap="flat">
              <a:solidFill>
                <a:srgbClr val="A0E1C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58" name="pg1658"/>
            <p:cNvSpPr/>
            <p:nvPr/>
          </p:nvSpPr>
          <p:spPr>
            <a:xfrm>
              <a:off x="5148144" y="382325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95DDC2">
                <a:alpha val="100000"/>
              </a:srgbClr>
            </a:solidFill>
            <a:ln w="5420" cap="flat">
              <a:solidFill>
                <a:srgbClr val="95DDC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59" name="pg1659"/>
            <p:cNvSpPr/>
            <p:nvPr/>
          </p:nvSpPr>
          <p:spPr>
            <a:xfrm>
              <a:off x="5159781" y="382325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8DDBBE">
                <a:alpha val="100000"/>
              </a:srgbClr>
            </a:solidFill>
            <a:ln w="5420" cap="flat">
              <a:solidFill>
                <a:srgbClr val="8DDBB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60" name="pg1660"/>
            <p:cNvSpPr/>
            <p:nvPr/>
          </p:nvSpPr>
          <p:spPr>
            <a:xfrm>
              <a:off x="5171419" y="382325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86D9BB">
                <a:alpha val="100000"/>
              </a:srgbClr>
            </a:solidFill>
            <a:ln w="5420" cap="flat">
              <a:solidFill>
                <a:srgbClr val="86D9B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61" name="pg1661"/>
            <p:cNvSpPr/>
            <p:nvPr/>
          </p:nvSpPr>
          <p:spPr>
            <a:xfrm>
              <a:off x="5043408" y="383755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B0E6CE">
                <a:alpha val="100000"/>
              </a:srgbClr>
            </a:solidFill>
            <a:ln w="5420" cap="flat">
              <a:solidFill>
                <a:srgbClr val="B0E6C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62" name="pg1662"/>
            <p:cNvSpPr/>
            <p:nvPr/>
          </p:nvSpPr>
          <p:spPr>
            <a:xfrm>
              <a:off x="5055045" y="383755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B8E9D2">
                <a:alpha val="100000"/>
              </a:srgbClr>
            </a:solidFill>
            <a:ln w="5420" cap="flat">
              <a:solidFill>
                <a:srgbClr val="B8E9D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63" name="pg1663"/>
            <p:cNvSpPr/>
            <p:nvPr/>
          </p:nvSpPr>
          <p:spPr>
            <a:xfrm>
              <a:off x="5066683" y="383755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BFEBD5">
                <a:alpha val="100000"/>
              </a:srgbClr>
            </a:solidFill>
            <a:ln w="5420" cap="flat">
              <a:solidFill>
                <a:srgbClr val="BFEBD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64" name="pg1664"/>
            <p:cNvSpPr/>
            <p:nvPr/>
          </p:nvSpPr>
          <p:spPr>
            <a:xfrm>
              <a:off x="5078320" y="383755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C3ECD8">
                <a:alpha val="100000"/>
              </a:srgbClr>
            </a:solidFill>
            <a:ln w="5420" cap="flat">
              <a:solidFill>
                <a:srgbClr val="C3ECD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65" name="pg1665"/>
            <p:cNvSpPr/>
            <p:nvPr/>
          </p:nvSpPr>
          <p:spPr>
            <a:xfrm>
              <a:off x="5089957" y="383755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C5EDD8">
                <a:alpha val="100000"/>
              </a:srgbClr>
            </a:solidFill>
            <a:ln w="5420" cap="flat">
              <a:solidFill>
                <a:srgbClr val="C5EDD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66" name="pg1666"/>
            <p:cNvSpPr/>
            <p:nvPr/>
          </p:nvSpPr>
          <p:spPr>
            <a:xfrm>
              <a:off x="5101595" y="383755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BFEBD5">
                <a:alpha val="100000"/>
              </a:srgbClr>
            </a:solidFill>
            <a:ln w="5420" cap="flat">
              <a:solidFill>
                <a:srgbClr val="BFEBD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67" name="pg1667"/>
            <p:cNvSpPr/>
            <p:nvPr/>
          </p:nvSpPr>
          <p:spPr>
            <a:xfrm>
              <a:off x="5113232" y="383755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B7E8D1">
                <a:alpha val="100000"/>
              </a:srgbClr>
            </a:solidFill>
            <a:ln w="5420" cap="flat">
              <a:solidFill>
                <a:srgbClr val="B7E8D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68" name="pg1668"/>
            <p:cNvSpPr/>
            <p:nvPr/>
          </p:nvSpPr>
          <p:spPr>
            <a:xfrm>
              <a:off x="5124869" y="383755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ADE5CD">
                <a:alpha val="100000"/>
              </a:srgbClr>
            </a:solidFill>
            <a:ln w="5420" cap="flat">
              <a:solidFill>
                <a:srgbClr val="ADE5C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69" name="pg1669"/>
            <p:cNvSpPr/>
            <p:nvPr/>
          </p:nvSpPr>
          <p:spPr>
            <a:xfrm>
              <a:off x="5136507" y="383755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A3E2C8">
                <a:alpha val="100000"/>
              </a:srgbClr>
            </a:solidFill>
            <a:ln w="5420" cap="flat">
              <a:solidFill>
                <a:srgbClr val="A3E2C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70" name="pg1670"/>
            <p:cNvSpPr/>
            <p:nvPr/>
          </p:nvSpPr>
          <p:spPr>
            <a:xfrm>
              <a:off x="5148144" y="383755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99DFC3">
                <a:alpha val="100000"/>
              </a:srgbClr>
            </a:solidFill>
            <a:ln w="5420" cap="flat">
              <a:solidFill>
                <a:srgbClr val="99DFC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71" name="pg1671"/>
            <p:cNvSpPr/>
            <p:nvPr/>
          </p:nvSpPr>
          <p:spPr>
            <a:xfrm>
              <a:off x="5159781" y="383755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91DCC0">
                <a:alpha val="100000"/>
              </a:srgbClr>
            </a:solidFill>
            <a:ln w="5420" cap="flat">
              <a:solidFill>
                <a:srgbClr val="91DCC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72" name="pg1672"/>
            <p:cNvSpPr/>
            <p:nvPr/>
          </p:nvSpPr>
          <p:spPr>
            <a:xfrm>
              <a:off x="5171419" y="383755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8ADABD">
                <a:alpha val="100000"/>
              </a:srgbClr>
            </a:solidFill>
            <a:ln w="5420" cap="flat">
              <a:solidFill>
                <a:srgbClr val="8ADAB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73" name="pg1673"/>
            <p:cNvSpPr/>
            <p:nvPr/>
          </p:nvSpPr>
          <p:spPr>
            <a:xfrm>
              <a:off x="5066683" y="385185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BBEAD3">
                <a:alpha val="100000"/>
              </a:srgbClr>
            </a:solidFill>
            <a:ln w="5420" cap="flat">
              <a:solidFill>
                <a:srgbClr val="BBEA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74" name="pg1674"/>
            <p:cNvSpPr/>
            <p:nvPr/>
          </p:nvSpPr>
          <p:spPr>
            <a:xfrm>
              <a:off x="5078320" y="385185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BFEBD5">
                <a:alpha val="100000"/>
              </a:srgbClr>
            </a:solidFill>
            <a:ln w="5420" cap="flat">
              <a:solidFill>
                <a:srgbClr val="BFEBD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75" name="pg1675"/>
            <p:cNvSpPr/>
            <p:nvPr/>
          </p:nvSpPr>
          <p:spPr>
            <a:xfrm>
              <a:off x="5089957" y="385185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C0EBD6">
                <a:alpha val="100000"/>
              </a:srgbClr>
            </a:solidFill>
            <a:ln w="5420" cap="flat">
              <a:solidFill>
                <a:srgbClr val="C0EBD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76" name="pg1676"/>
            <p:cNvSpPr/>
            <p:nvPr/>
          </p:nvSpPr>
          <p:spPr>
            <a:xfrm>
              <a:off x="5101595" y="385185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BAE9D3">
                <a:alpha val="100000"/>
              </a:srgbClr>
            </a:solidFill>
            <a:ln w="5420" cap="flat">
              <a:solidFill>
                <a:srgbClr val="BAE9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77" name="pg1677"/>
            <p:cNvSpPr/>
            <p:nvPr/>
          </p:nvSpPr>
          <p:spPr>
            <a:xfrm>
              <a:off x="5113232" y="385185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B4E7D0">
                <a:alpha val="100000"/>
              </a:srgbClr>
            </a:solidFill>
            <a:ln w="5420" cap="flat">
              <a:solidFill>
                <a:srgbClr val="B4E7D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78" name="pg1678"/>
            <p:cNvSpPr/>
            <p:nvPr/>
          </p:nvSpPr>
          <p:spPr>
            <a:xfrm>
              <a:off x="5124869" y="385185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ACE5CC">
                <a:alpha val="100000"/>
              </a:srgbClr>
            </a:solidFill>
            <a:ln w="5420" cap="flat">
              <a:solidFill>
                <a:srgbClr val="ACE5C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79" name="pg1679"/>
            <p:cNvSpPr/>
            <p:nvPr/>
          </p:nvSpPr>
          <p:spPr>
            <a:xfrm>
              <a:off x="5136507" y="385185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A3E2C8">
                <a:alpha val="100000"/>
              </a:srgbClr>
            </a:solidFill>
            <a:ln w="5420" cap="flat">
              <a:solidFill>
                <a:srgbClr val="A3E2C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80" name="pg1680"/>
            <p:cNvSpPr/>
            <p:nvPr/>
          </p:nvSpPr>
          <p:spPr>
            <a:xfrm>
              <a:off x="5148144" y="385185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9BDFC4">
                <a:alpha val="100000"/>
              </a:srgbClr>
            </a:solidFill>
            <a:ln w="5420" cap="flat">
              <a:solidFill>
                <a:srgbClr val="9BDFC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81" name="pg1681"/>
            <p:cNvSpPr/>
            <p:nvPr/>
          </p:nvSpPr>
          <p:spPr>
            <a:xfrm>
              <a:off x="5159781" y="385185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93DDC1">
                <a:alpha val="100000"/>
              </a:srgbClr>
            </a:solidFill>
            <a:ln w="5420" cap="flat">
              <a:solidFill>
                <a:srgbClr val="93DDC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82" name="pg1682"/>
            <p:cNvSpPr/>
            <p:nvPr/>
          </p:nvSpPr>
          <p:spPr>
            <a:xfrm>
              <a:off x="5171419" y="385185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8DDBBE">
                <a:alpha val="100000"/>
              </a:srgbClr>
            </a:solidFill>
            <a:ln w="5420" cap="flat">
              <a:solidFill>
                <a:srgbClr val="8DDBB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83" name="pg1683"/>
            <p:cNvSpPr/>
            <p:nvPr/>
          </p:nvSpPr>
          <p:spPr>
            <a:xfrm>
              <a:off x="5078320" y="386616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B8E8D2">
                <a:alpha val="100000"/>
              </a:srgbClr>
            </a:solidFill>
            <a:ln w="5420" cap="flat">
              <a:solidFill>
                <a:srgbClr val="B8E8D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84" name="pg1684"/>
            <p:cNvSpPr/>
            <p:nvPr/>
          </p:nvSpPr>
          <p:spPr>
            <a:xfrm>
              <a:off x="5089957" y="386616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B8E9D2">
                <a:alpha val="100000"/>
              </a:srgbClr>
            </a:solidFill>
            <a:ln w="5420" cap="flat">
              <a:solidFill>
                <a:srgbClr val="B8E9D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85" name="pg1685"/>
            <p:cNvSpPr/>
            <p:nvPr/>
          </p:nvSpPr>
          <p:spPr>
            <a:xfrm>
              <a:off x="5101595" y="386616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B4E7D0">
                <a:alpha val="100000"/>
              </a:srgbClr>
            </a:solidFill>
            <a:ln w="5420" cap="flat">
              <a:solidFill>
                <a:srgbClr val="B4E7D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86" name="pg1686"/>
            <p:cNvSpPr/>
            <p:nvPr/>
          </p:nvSpPr>
          <p:spPr>
            <a:xfrm>
              <a:off x="5113232" y="386616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AEE5CD">
                <a:alpha val="100000"/>
              </a:srgbClr>
            </a:solidFill>
            <a:ln w="5420" cap="flat">
              <a:solidFill>
                <a:srgbClr val="AEE5C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87" name="pg1687"/>
            <p:cNvSpPr/>
            <p:nvPr/>
          </p:nvSpPr>
          <p:spPr>
            <a:xfrm>
              <a:off x="5124869" y="386616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A8E3CA">
                <a:alpha val="100000"/>
              </a:srgbClr>
            </a:solidFill>
            <a:ln w="5420" cap="flat">
              <a:solidFill>
                <a:srgbClr val="A8E3C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88" name="pg1688"/>
            <p:cNvSpPr/>
            <p:nvPr/>
          </p:nvSpPr>
          <p:spPr>
            <a:xfrm>
              <a:off x="5136507" y="386616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A1E1C7">
                <a:alpha val="100000"/>
              </a:srgbClr>
            </a:solidFill>
            <a:ln w="5420" cap="flat">
              <a:solidFill>
                <a:srgbClr val="A1E1C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89" name="pg1689"/>
            <p:cNvSpPr/>
            <p:nvPr/>
          </p:nvSpPr>
          <p:spPr>
            <a:xfrm>
              <a:off x="5148144" y="386616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9ADFC4">
                <a:alpha val="100000"/>
              </a:srgbClr>
            </a:solidFill>
            <a:ln w="5420" cap="flat">
              <a:solidFill>
                <a:srgbClr val="9ADFC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90" name="pg1690"/>
            <p:cNvSpPr/>
            <p:nvPr/>
          </p:nvSpPr>
          <p:spPr>
            <a:xfrm>
              <a:off x="5159781" y="386616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93DDC1">
                <a:alpha val="100000"/>
              </a:srgbClr>
            </a:solidFill>
            <a:ln w="5420" cap="flat">
              <a:solidFill>
                <a:srgbClr val="93DDC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91" name="pg1691"/>
            <p:cNvSpPr/>
            <p:nvPr/>
          </p:nvSpPr>
          <p:spPr>
            <a:xfrm>
              <a:off x="5171419" y="386616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8DDBBE">
                <a:alpha val="100000"/>
              </a:srgbClr>
            </a:solidFill>
            <a:ln w="5420" cap="flat">
              <a:solidFill>
                <a:srgbClr val="8DDBB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92" name="pg1692"/>
            <p:cNvSpPr/>
            <p:nvPr/>
          </p:nvSpPr>
          <p:spPr>
            <a:xfrm>
              <a:off x="5089957" y="388046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B0E6CE">
                <a:alpha val="100000"/>
              </a:srgbClr>
            </a:solidFill>
            <a:ln w="5420" cap="flat">
              <a:solidFill>
                <a:srgbClr val="B0E6C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93" name="pg1693"/>
            <p:cNvSpPr/>
            <p:nvPr/>
          </p:nvSpPr>
          <p:spPr>
            <a:xfrm>
              <a:off x="5101595" y="388046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ACE5CC">
                <a:alpha val="100000"/>
              </a:srgbClr>
            </a:solidFill>
            <a:ln w="5420" cap="flat">
              <a:solidFill>
                <a:srgbClr val="ACE5C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94" name="pg1694"/>
            <p:cNvSpPr/>
            <p:nvPr/>
          </p:nvSpPr>
          <p:spPr>
            <a:xfrm>
              <a:off x="5113232" y="388046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A9E4CB">
                <a:alpha val="100000"/>
              </a:srgbClr>
            </a:solidFill>
            <a:ln w="5420" cap="flat">
              <a:solidFill>
                <a:srgbClr val="A9E4C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95" name="pg1695"/>
            <p:cNvSpPr/>
            <p:nvPr/>
          </p:nvSpPr>
          <p:spPr>
            <a:xfrm>
              <a:off x="5124869" y="388046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A3E2C8">
                <a:alpha val="100000"/>
              </a:srgbClr>
            </a:solidFill>
            <a:ln w="5420" cap="flat">
              <a:solidFill>
                <a:srgbClr val="A3E2C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96" name="pg1696"/>
            <p:cNvSpPr/>
            <p:nvPr/>
          </p:nvSpPr>
          <p:spPr>
            <a:xfrm>
              <a:off x="5136507" y="388046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9DE0C5">
                <a:alpha val="100000"/>
              </a:srgbClr>
            </a:solidFill>
            <a:ln w="5420" cap="flat">
              <a:solidFill>
                <a:srgbClr val="9DE0C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97" name="pg1697"/>
            <p:cNvSpPr/>
            <p:nvPr/>
          </p:nvSpPr>
          <p:spPr>
            <a:xfrm>
              <a:off x="5148144" y="388046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97DEC2">
                <a:alpha val="100000"/>
              </a:srgbClr>
            </a:solidFill>
            <a:ln w="5420" cap="flat">
              <a:solidFill>
                <a:srgbClr val="97DEC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98" name="pg1698"/>
            <p:cNvSpPr/>
            <p:nvPr/>
          </p:nvSpPr>
          <p:spPr>
            <a:xfrm>
              <a:off x="5159781" y="388046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92DCC0">
                <a:alpha val="100000"/>
              </a:srgbClr>
            </a:solidFill>
            <a:ln w="5420" cap="flat">
              <a:solidFill>
                <a:srgbClr val="92DCC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99" name="pg1699"/>
            <p:cNvSpPr/>
            <p:nvPr/>
          </p:nvSpPr>
          <p:spPr>
            <a:xfrm>
              <a:off x="5171419" y="388046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8DDBBE">
                <a:alpha val="100000"/>
              </a:srgbClr>
            </a:solidFill>
            <a:ln w="5420" cap="flat">
              <a:solidFill>
                <a:srgbClr val="8DDBB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00" name="pg1700"/>
            <p:cNvSpPr/>
            <p:nvPr/>
          </p:nvSpPr>
          <p:spPr>
            <a:xfrm>
              <a:off x="5183056" y="388046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88D9BC">
                <a:alpha val="100000"/>
              </a:srgbClr>
            </a:solidFill>
            <a:ln w="5420" cap="flat">
              <a:solidFill>
                <a:srgbClr val="88D9B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01" name="pg1701"/>
            <p:cNvSpPr/>
            <p:nvPr/>
          </p:nvSpPr>
          <p:spPr>
            <a:xfrm>
              <a:off x="5124869" y="389476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9DE0C5">
                <a:alpha val="100000"/>
              </a:srgbClr>
            </a:solidFill>
            <a:ln w="5420" cap="flat">
              <a:solidFill>
                <a:srgbClr val="9DE0C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02" name="pg1702"/>
            <p:cNvSpPr/>
            <p:nvPr/>
          </p:nvSpPr>
          <p:spPr>
            <a:xfrm>
              <a:off x="5136507" y="389476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99DEC3">
                <a:alpha val="100000"/>
              </a:srgbClr>
            </a:solidFill>
            <a:ln w="5420" cap="flat">
              <a:solidFill>
                <a:srgbClr val="99DEC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03" name="pg1703"/>
            <p:cNvSpPr/>
            <p:nvPr/>
          </p:nvSpPr>
          <p:spPr>
            <a:xfrm>
              <a:off x="5148144" y="389476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94DDC1">
                <a:alpha val="100000"/>
              </a:srgbClr>
            </a:solidFill>
            <a:ln w="5420" cap="flat">
              <a:solidFill>
                <a:srgbClr val="94DDC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04" name="pg1704"/>
            <p:cNvSpPr/>
            <p:nvPr/>
          </p:nvSpPr>
          <p:spPr>
            <a:xfrm>
              <a:off x="5159781" y="389476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8FDCBF">
                <a:alpha val="100000"/>
              </a:srgbClr>
            </a:solidFill>
            <a:ln w="5420" cap="flat">
              <a:solidFill>
                <a:srgbClr val="8FDCB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05" name="pg1705"/>
            <p:cNvSpPr/>
            <p:nvPr/>
          </p:nvSpPr>
          <p:spPr>
            <a:xfrm>
              <a:off x="5171419" y="389476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8BDABD">
                <a:alpha val="100000"/>
              </a:srgbClr>
            </a:solidFill>
            <a:ln w="5420" cap="flat">
              <a:solidFill>
                <a:srgbClr val="8BDAB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06" name="pg1706"/>
            <p:cNvSpPr/>
            <p:nvPr/>
          </p:nvSpPr>
          <p:spPr>
            <a:xfrm>
              <a:off x="5183056" y="389476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87D9BB">
                <a:alpha val="100000"/>
              </a:srgbClr>
            </a:solidFill>
            <a:ln w="5420" cap="flat">
              <a:solidFill>
                <a:srgbClr val="87D9B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07" name="pg1707"/>
            <p:cNvSpPr/>
            <p:nvPr/>
          </p:nvSpPr>
          <p:spPr>
            <a:xfrm>
              <a:off x="5066683" y="390906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9BDFC4">
                <a:alpha val="100000"/>
              </a:srgbClr>
            </a:solidFill>
            <a:ln w="5420" cap="flat">
              <a:solidFill>
                <a:srgbClr val="9BDFC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08" name="pg1708"/>
            <p:cNvSpPr/>
            <p:nvPr/>
          </p:nvSpPr>
          <p:spPr>
            <a:xfrm>
              <a:off x="5113232" y="390906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99DFC3">
                <a:alpha val="100000"/>
              </a:srgbClr>
            </a:solidFill>
            <a:ln w="5420" cap="flat">
              <a:solidFill>
                <a:srgbClr val="99DFC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09" name="pg1709"/>
            <p:cNvSpPr/>
            <p:nvPr/>
          </p:nvSpPr>
          <p:spPr>
            <a:xfrm>
              <a:off x="5124869" y="390906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98DEC3">
                <a:alpha val="100000"/>
              </a:srgbClr>
            </a:solidFill>
            <a:ln w="5420" cap="flat">
              <a:solidFill>
                <a:srgbClr val="98DEC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10" name="pg1710"/>
            <p:cNvSpPr/>
            <p:nvPr/>
          </p:nvSpPr>
          <p:spPr>
            <a:xfrm>
              <a:off x="5136507" y="390906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94DDC1">
                <a:alpha val="100000"/>
              </a:srgbClr>
            </a:solidFill>
            <a:ln w="5420" cap="flat">
              <a:solidFill>
                <a:srgbClr val="94DDC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11" name="pg1711"/>
            <p:cNvSpPr/>
            <p:nvPr/>
          </p:nvSpPr>
          <p:spPr>
            <a:xfrm>
              <a:off x="5148144" y="390906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90DCBF">
                <a:alpha val="100000"/>
              </a:srgbClr>
            </a:solidFill>
            <a:ln w="5420" cap="flat">
              <a:solidFill>
                <a:srgbClr val="90DCB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12" name="pg1712"/>
            <p:cNvSpPr/>
            <p:nvPr/>
          </p:nvSpPr>
          <p:spPr>
            <a:xfrm>
              <a:off x="5159781" y="390906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8DDBBE">
                <a:alpha val="100000"/>
              </a:srgbClr>
            </a:solidFill>
            <a:ln w="5420" cap="flat">
              <a:solidFill>
                <a:srgbClr val="8DDBB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13" name="pg1713"/>
            <p:cNvSpPr/>
            <p:nvPr/>
          </p:nvSpPr>
          <p:spPr>
            <a:xfrm>
              <a:off x="5171419" y="390906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89DABC">
                <a:alpha val="100000"/>
              </a:srgbClr>
            </a:solidFill>
            <a:ln w="5420" cap="flat">
              <a:solidFill>
                <a:srgbClr val="89DAB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14" name="pg1714"/>
            <p:cNvSpPr/>
            <p:nvPr/>
          </p:nvSpPr>
          <p:spPr>
            <a:xfrm>
              <a:off x="5183056" y="390906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85D9BB">
                <a:alpha val="100000"/>
              </a:srgbClr>
            </a:solidFill>
            <a:ln w="5420" cap="flat">
              <a:solidFill>
                <a:srgbClr val="85D9B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15" name="pg1715"/>
            <p:cNvSpPr/>
            <p:nvPr/>
          </p:nvSpPr>
          <p:spPr>
            <a:xfrm>
              <a:off x="5055045" y="392336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94DDC1">
                <a:alpha val="100000"/>
              </a:srgbClr>
            </a:solidFill>
            <a:ln w="5420" cap="flat">
              <a:solidFill>
                <a:srgbClr val="94DDC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16" name="pg1716"/>
            <p:cNvSpPr/>
            <p:nvPr/>
          </p:nvSpPr>
          <p:spPr>
            <a:xfrm>
              <a:off x="5066683" y="392336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96DEC2">
                <a:alpha val="100000"/>
              </a:srgbClr>
            </a:solidFill>
            <a:ln w="5420" cap="flat">
              <a:solidFill>
                <a:srgbClr val="96DEC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17" name="pg1717"/>
            <p:cNvSpPr/>
            <p:nvPr/>
          </p:nvSpPr>
          <p:spPr>
            <a:xfrm>
              <a:off x="5078320" y="392336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98DEC3">
                <a:alpha val="100000"/>
              </a:srgbClr>
            </a:solidFill>
            <a:ln w="5420" cap="flat">
              <a:solidFill>
                <a:srgbClr val="98DEC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18" name="pg1718"/>
            <p:cNvSpPr/>
            <p:nvPr/>
          </p:nvSpPr>
          <p:spPr>
            <a:xfrm>
              <a:off x="5089957" y="392336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97DEC2">
                <a:alpha val="100000"/>
              </a:srgbClr>
            </a:solidFill>
            <a:ln w="5420" cap="flat">
              <a:solidFill>
                <a:srgbClr val="97DEC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19" name="pg1719"/>
            <p:cNvSpPr/>
            <p:nvPr/>
          </p:nvSpPr>
          <p:spPr>
            <a:xfrm>
              <a:off x="5101595" y="392336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96DEC2">
                <a:alpha val="100000"/>
              </a:srgbClr>
            </a:solidFill>
            <a:ln w="5420" cap="flat">
              <a:solidFill>
                <a:srgbClr val="96DEC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20" name="pg1720"/>
            <p:cNvSpPr/>
            <p:nvPr/>
          </p:nvSpPr>
          <p:spPr>
            <a:xfrm>
              <a:off x="5113232" y="392336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95DDC1">
                <a:alpha val="100000"/>
              </a:srgbClr>
            </a:solidFill>
            <a:ln w="5420" cap="flat">
              <a:solidFill>
                <a:srgbClr val="95DDC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21" name="pg1721"/>
            <p:cNvSpPr/>
            <p:nvPr/>
          </p:nvSpPr>
          <p:spPr>
            <a:xfrm>
              <a:off x="5124869" y="392336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92DCC0">
                <a:alpha val="100000"/>
              </a:srgbClr>
            </a:solidFill>
            <a:ln w="5420" cap="flat">
              <a:solidFill>
                <a:srgbClr val="92DCC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22" name="pg1722"/>
            <p:cNvSpPr/>
            <p:nvPr/>
          </p:nvSpPr>
          <p:spPr>
            <a:xfrm>
              <a:off x="5136507" y="392336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8FDCBF">
                <a:alpha val="100000"/>
              </a:srgbClr>
            </a:solidFill>
            <a:ln w="5420" cap="flat">
              <a:solidFill>
                <a:srgbClr val="8FDCB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23" name="pg1723"/>
            <p:cNvSpPr/>
            <p:nvPr/>
          </p:nvSpPr>
          <p:spPr>
            <a:xfrm>
              <a:off x="5148144" y="392336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8DDBBE">
                <a:alpha val="100000"/>
              </a:srgbClr>
            </a:solidFill>
            <a:ln w="5420" cap="flat">
              <a:solidFill>
                <a:srgbClr val="8DDBB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24" name="pg1724"/>
            <p:cNvSpPr/>
            <p:nvPr/>
          </p:nvSpPr>
          <p:spPr>
            <a:xfrm>
              <a:off x="5159781" y="392336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89DABC">
                <a:alpha val="100000"/>
              </a:srgbClr>
            </a:solidFill>
            <a:ln w="5420" cap="flat">
              <a:solidFill>
                <a:srgbClr val="89DAB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25" name="pg1725"/>
            <p:cNvSpPr/>
            <p:nvPr/>
          </p:nvSpPr>
          <p:spPr>
            <a:xfrm>
              <a:off x="5171419" y="392336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86D9BB">
                <a:alpha val="100000"/>
              </a:srgbClr>
            </a:solidFill>
            <a:ln w="5420" cap="flat">
              <a:solidFill>
                <a:srgbClr val="86D9B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26" name="pg1726"/>
            <p:cNvSpPr/>
            <p:nvPr/>
          </p:nvSpPr>
          <p:spPr>
            <a:xfrm>
              <a:off x="5183056" y="392336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83D8BA">
                <a:alpha val="100000"/>
              </a:srgbClr>
            </a:solidFill>
            <a:ln w="5420" cap="flat">
              <a:solidFill>
                <a:srgbClr val="83D8B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27" name="pg1727"/>
            <p:cNvSpPr/>
            <p:nvPr/>
          </p:nvSpPr>
          <p:spPr>
            <a:xfrm>
              <a:off x="5043408" y="393766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89DABC">
                <a:alpha val="100000"/>
              </a:srgbClr>
            </a:solidFill>
            <a:ln w="5420" cap="flat">
              <a:solidFill>
                <a:srgbClr val="89DAB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28" name="pg1728"/>
            <p:cNvSpPr/>
            <p:nvPr/>
          </p:nvSpPr>
          <p:spPr>
            <a:xfrm>
              <a:off x="5055045" y="393766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8ADABD">
                <a:alpha val="100000"/>
              </a:srgbClr>
            </a:solidFill>
            <a:ln w="5420" cap="flat">
              <a:solidFill>
                <a:srgbClr val="8ADAB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29" name="pg1729"/>
            <p:cNvSpPr/>
            <p:nvPr/>
          </p:nvSpPr>
          <p:spPr>
            <a:xfrm>
              <a:off x="5066683" y="393766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8BDABD">
                <a:alpha val="100000"/>
              </a:srgbClr>
            </a:solidFill>
            <a:ln w="5420" cap="flat">
              <a:solidFill>
                <a:srgbClr val="8BDAB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30" name="pg1730"/>
            <p:cNvSpPr/>
            <p:nvPr/>
          </p:nvSpPr>
          <p:spPr>
            <a:xfrm>
              <a:off x="5078320" y="393766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8CDABD">
                <a:alpha val="100000"/>
              </a:srgbClr>
            </a:solidFill>
            <a:ln w="5420" cap="flat">
              <a:solidFill>
                <a:srgbClr val="8CDAB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31" name="pg1731"/>
            <p:cNvSpPr/>
            <p:nvPr/>
          </p:nvSpPr>
          <p:spPr>
            <a:xfrm>
              <a:off x="5089957" y="393766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8CDBBE">
                <a:alpha val="100000"/>
              </a:srgbClr>
            </a:solidFill>
            <a:ln w="5420" cap="flat">
              <a:solidFill>
                <a:srgbClr val="8CDBB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32" name="pg1732"/>
            <p:cNvSpPr/>
            <p:nvPr/>
          </p:nvSpPr>
          <p:spPr>
            <a:xfrm>
              <a:off x="5101595" y="393766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8BDABD">
                <a:alpha val="100000"/>
              </a:srgbClr>
            </a:solidFill>
            <a:ln w="5420" cap="flat">
              <a:solidFill>
                <a:srgbClr val="8BDAB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33" name="pg1733"/>
            <p:cNvSpPr/>
            <p:nvPr/>
          </p:nvSpPr>
          <p:spPr>
            <a:xfrm>
              <a:off x="5113232" y="393766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8ADABD">
                <a:alpha val="100000"/>
              </a:srgbClr>
            </a:solidFill>
            <a:ln w="5420" cap="flat">
              <a:solidFill>
                <a:srgbClr val="8ADAB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34" name="pg1734"/>
            <p:cNvSpPr/>
            <p:nvPr/>
          </p:nvSpPr>
          <p:spPr>
            <a:xfrm>
              <a:off x="5124869" y="393766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89DABC">
                <a:alpha val="100000"/>
              </a:srgbClr>
            </a:solidFill>
            <a:ln w="5420" cap="flat">
              <a:solidFill>
                <a:srgbClr val="89DAB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35" name="pg1735"/>
            <p:cNvSpPr/>
            <p:nvPr/>
          </p:nvSpPr>
          <p:spPr>
            <a:xfrm>
              <a:off x="5136507" y="393766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87D9BB">
                <a:alpha val="100000"/>
              </a:srgbClr>
            </a:solidFill>
            <a:ln w="5420" cap="flat">
              <a:solidFill>
                <a:srgbClr val="87D9B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36" name="pg1736"/>
            <p:cNvSpPr/>
            <p:nvPr/>
          </p:nvSpPr>
          <p:spPr>
            <a:xfrm>
              <a:off x="5148144" y="393766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85D9BB">
                <a:alpha val="100000"/>
              </a:srgbClr>
            </a:solidFill>
            <a:ln w="5420" cap="flat">
              <a:solidFill>
                <a:srgbClr val="85D9B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37" name="pg1737"/>
            <p:cNvSpPr/>
            <p:nvPr/>
          </p:nvSpPr>
          <p:spPr>
            <a:xfrm>
              <a:off x="5159781" y="393766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83D8BA">
                <a:alpha val="100000"/>
              </a:srgbClr>
            </a:solidFill>
            <a:ln w="5420" cap="flat">
              <a:solidFill>
                <a:srgbClr val="83D8B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38" name="pg1738"/>
            <p:cNvSpPr/>
            <p:nvPr/>
          </p:nvSpPr>
          <p:spPr>
            <a:xfrm>
              <a:off x="5171419" y="393766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81D7B9">
                <a:alpha val="100000"/>
              </a:srgbClr>
            </a:solidFill>
            <a:ln w="5420" cap="flat">
              <a:solidFill>
                <a:srgbClr val="81D7B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39" name="pg1739"/>
            <p:cNvSpPr/>
            <p:nvPr/>
          </p:nvSpPr>
          <p:spPr>
            <a:xfrm>
              <a:off x="5183056" y="393766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FD7B8">
                <a:alpha val="100000"/>
              </a:srgbClr>
            </a:solidFill>
            <a:ln w="5420" cap="flat">
              <a:solidFill>
                <a:srgbClr val="7FD7B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40" name="pg1740"/>
            <p:cNvSpPr/>
            <p:nvPr/>
          </p:nvSpPr>
          <p:spPr>
            <a:xfrm>
              <a:off x="5194693" y="393766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DD6B7">
                <a:alpha val="100000"/>
              </a:srgbClr>
            </a:solidFill>
            <a:ln w="5420" cap="flat">
              <a:solidFill>
                <a:srgbClr val="7DD6B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41" name="pg1741"/>
            <p:cNvSpPr/>
            <p:nvPr/>
          </p:nvSpPr>
          <p:spPr>
            <a:xfrm>
              <a:off x="5043408" y="395196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85D8BA">
                <a:alpha val="100000"/>
              </a:srgbClr>
            </a:solidFill>
            <a:ln w="5420" cap="flat">
              <a:solidFill>
                <a:srgbClr val="85D8B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42" name="pg1742"/>
            <p:cNvSpPr/>
            <p:nvPr/>
          </p:nvSpPr>
          <p:spPr>
            <a:xfrm>
              <a:off x="5055045" y="395196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86D9BB">
                <a:alpha val="100000"/>
              </a:srgbClr>
            </a:solidFill>
            <a:ln w="5420" cap="flat">
              <a:solidFill>
                <a:srgbClr val="86D9B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43" name="pg1743"/>
            <p:cNvSpPr/>
            <p:nvPr/>
          </p:nvSpPr>
          <p:spPr>
            <a:xfrm>
              <a:off x="5066683" y="395196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86D9BB">
                <a:alpha val="100000"/>
              </a:srgbClr>
            </a:solidFill>
            <a:ln w="5420" cap="flat">
              <a:solidFill>
                <a:srgbClr val="86D9B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44" name="pg1744"/>
            <p:cNvSpPr/>
            <p:nvPr/>
          </p:nvSpPr>
          <p:spPr>
            <a:xfrm>
              <a:off x="5078320" y="395196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87D9BB">
                <a:alpha val="100000"/>
              </a:srgbClr>
            </a:solidFill>
            <a:ln w="5420" cap="flat">
              <a:solidFill>
                <a:srgbClr val="87D9B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45" name="pg1745"/>
            <p:cNvSpPr/>
            <p:nvPr/>
          </p:nvSpPr>
          <p:spPr>
            <a:xfrm>
              <a:off x="5089957" y="395196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87D9BB">
                <a:alpha val="100000"/>
              </a:srgbClr>
            </a:solidFill>
            <a:ln w="5420" cap="flat">
              <a:solidFill>
                <a:srgbClr val="87D9B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46" name="pg1746"/>
            <p:cNvSpPr/>
            <p:nvPr/>
          </p:nvSpPr>
          <p:spPr>
            <a:xfrm>
              <a:off x="5101595" y="395196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87D9BB">
                <a:alpha val="100000"/>
              </a:srgbClr>
            </a:solidFill>
            <a:ln w="5420" cap="flat">
              <a:solidFill>
                <a:srgbClr val="87D9B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47" name="pg1747"/>
            <p:cNvSpPr/>
            <p:nvPr/>
          </p:nvSpPr>
          <p:spPr>
            <a:xfrm>
              <a:off x="5113232" y="395196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86D9BB">
                <a:alpha val="100000"/>
              </a:srgbClr>
            </a:solidFill>
            <a:ln w="5420" cap="flat">
              <a:solidFill>
                <a:srgbClr val="86D9B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48" name="pg1748"/>
            <p:cNvSpPr/>
            <p:nvPr/>
          </p:nvSpPr>
          <p:spPr>
            <a:xfrm>
              <a:off x="5124869" y="395196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85D8BA">
                <a:alpha val="100000"/>
              </a:srgbClr>
            </a:solidFill>
            <a:ln w="5420" cap="flat">
              <a:solidFill>
                <a:srgbClr val="85D8B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49" name="pg1749"/>
            <p:cNvSpPr/>
            <p:nvPr/>
          </p:nvSpPr>
          <p:spPr>
            <a:xfrm>
              <a:off x="5136507" y="395196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84D8BA">
                <a:alpha val="100000"/>
              </a:srgbClr>
            </a:solidFill>
            <a:ln w="5420" cap="flat">
              <a:solidFill>
                <a:srgbClr val="84D8B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50" name="pg1750"/>
            <p:cNvSpPr/>
            <p:nvPr/>
          </p:nvSpPr>
          <p:spPr>
            <a:xfrm>
              <a:off x="5148144" y="395196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82D8B9">
                <a:alpha val="100000"/>
              </a:srgbClr>
            </a:solidFill>
            <a:ln w="5420" cap="flat">
              <a:solidFill>
                <a:srgbClr val="82D8B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51" name="pg1751"/>
            <p:cNvSpPr/>
            <p:nvPr/>
          </p:nvSpPr>
          <p:spPr>
            <a:xfrm>
              <a:off x="5159781" y="395196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80D7B9">
                <a:alpha val="100000"/>
              </a:srgbClr>
            </a:solidFill>
            <a:ln w="5420" cap="flat">
              <a:solidFill>
                <a:srgbClr val="80D7B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52" name="pg1752"/>
            <p:cNvSpPr/>
            <p:nvPr/>
          </p:nvSpPr>
          <p:spPr>
            <a:xfrm>
              <a:off x="5171419" y="395196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FD7B8">
                <a:alpha val="100000"/>
              </a:srgbClr>
            </a:solidFill>
            <a:ln w="5420" cap="flat">
              <a:solidFill>
                <a:srgbClr val="7FD7B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53" name="pg1753"/>
            <p:cNvSpPr/>
            <p:nvPr/>
          </p:nvSpPr>
          <p:spPr>
            <a:xfrm>
              <a:off x="5183056" y="395196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DD6B7">
                <a:alpha val="100000"/>
              </a:srgbClr>
            </a:solidFill>
            <a:ln w="5420" cap="flat">
              <a:solidFill>
                <a:srgbClr val="7DD6B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54" name="pg1754"/>
            <p:cNvSpPr/>
            <p:nvPr/>
          </p:nvSpPr>
          <p:spPr>
            <a:xfrm>
              <a:off x="5194693" y="395196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BD5B6">
                <a:alpha val="100000"/>
              </a:srgbClr>
            </a:solidFill>
            <a:ln w="5420" cap="flat">
              <a:solidFill>
                <a:srgbClr val="7BD5B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55" name="pg1755"/>
            <p:cNvSpPr/>
            <p:nvPr/>
          </p:nvSpPr>
          <p:spPr>
            <a:xfrm>
              <a:off x="5206331" y="395196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9D5B6">
                <a:alpha val="100000"/>
              </a:srgbClr>
            </a:solidFill>
            <a:ln w="5420" cap="flat">
              <a:solidFill>
                <a:srgbClr val="79D5B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56" name="pg1756"/>
            <p:cNvSpPr/>
            <p:nvPr/>
          </p:nvSpPr>
          <p:spPr>
            <a:xfrm>
              <a:off x="5043408" y="396626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81D7B9">
                <a:alpha val="100000"/>
              </a:srgbClr>
            </a:solidFill>
            <a:ln w="5420" cap="flat">
              <a:solidFill>
                <a:srgbClr val="81D7B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57" name="pg1757"/>
            <p:cNvSpPr/>
            <p:nvPr/>
          </p:nvSpPr>
          <p:spPr>
            <a:xfrm>
              <a:off x="5055045" y="396626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82D7B9">
                <a:alpha val="100000"/>
              </a:srgbClr>
            </a:solidFill>
            <a:ln w="5420" cap="flat">
              <a:solidFill>
                <a:srgbClr val="82D7B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58" name="pg1758"/>
            <p:cNvSpPr/>
            <p:nvPr/>
          </p:nvSpPr>
          <p:spPr>
            <a:xfrm>
              <a:off x="5066683" y="396626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83D8B9">
                <a:alpha val="100000"/>
              </a:srgbClr>
            </a:solidFill>
            <a:ln w="5420" cap="flat">
              <a:solidFill>
                <a:srgbClr val="83D8B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59" name="pg1759"/>
            <p:cNvSpPr/>
            <p:nvPr/>
          </p:nvSpPr>
          <p:spPr>
            <a:xfrm>
              <a:off x="5078320" y="396626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83D8BA">
                <a:alpha val="100000"/>
              </a:srgbClr>
            </a:solidFill>
            <a:ln w="5420" cap="flat">
              <a:solidFill>
                <a:srgbClr val="83D8B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60" name="pg1760"/>
            <p:cNvSpPr/>
            <p:nvPr/>
          </p:nvSpPr>
          <p:spPr>
            <a:xfrm>
              <a:off x="5089957" y="396626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83D8BA">
                <a:alpha val="100000"/>
              </a:srgbClr>
            </a:solidFill>
            <a:ln w="5420" cap="flat">
              <a:solidFill>
                <a:srgbClr val="83D8B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61" name="pg1761"/>
            <p:cNvSpPr/>
            <p:nvPr/>
          </p:nvSpPr>
          <p:spPr>
            <a:xfrm>
              <a:off x="5101595" y="396626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83D8BA">
                <a:alpha val="100000"/>
              </a:srgbClr>
            </a:solidFill>
            <a:ln w="5420" cap="flat">
              <a:solidFill>
                <a:srgbClr val="83D8B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62" name="pg1762"/>
            <p:cNvSpPr/>
            <p:nvPr/>
          </p:nvSpPr>
          <p:spPr>
            <a:xfrm>
              <a:off x="5113232" y="396626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82D8B9">
                <a:alpha val="100000"/>
              </a:srgbClr>
            </a:solidFill>
            <a:ln w="5420" cap="flat">
              <a:solidFill>
                <a:srgbClr val="82D8B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63" name="pg1763"/>
            <p:cNvSpPr/>
            <p:nvPr/>
          </p:nvSpPr>
          <p:spPr>
            <a:xfrm>
              <a:off x="5124869" y="396626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81D7B9">
                <a:alpha val="100000"/>
              </a:srgbClr>
            </a:solidFill>
            <a:ln w="5420" cap="flat">
              <a:solidFill>
                <a:srgbClr val="81D7B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64" name="pg1764"/>
            <p:cNvSpPr/>
            <p:nvPr/>
          </p:nvSpPr>
          <p:spPr>
            <a:xfrm>
              <a:off x="5136507" y="396626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80D7B9">
                <a:alpha val="100000"/>
              </a:srgbClr>
            </a:solidFill>
            <a:ln w="5420" cap="flat">
              <a:solidFill>
                <a:srgbClr val="80D7B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65" name="pg1765"/>
            <p:cNvSpPr/>
            <p:nvPr/>
          </p:nvSpPr>
          <p:spPr>
            <a:xfrm>
              <a:off x="5148144" y="396626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FD7B8">
                <a:alpha val="100000"/>
              </a:srgbClr>
            </a:solidFill>
            <a:ln w="5420" cap="flat">
              <a:solidFill>
                <a:srgbClr val="7FD7B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66" name="pg1766"/>
            <p:cNvSpPr/>
            <p:nvPr/>
          </p:nvSpPr>
          <p:spPr>
            <a:xfrm>
              <a:off x="5159781" y="396626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ED6B7">
                <a:alpha val="100000"/>
              </a:srgbClr>
            </a:solidFill>
            <a:ln w="5420" cap="flat">
              <a:solidFill>
                <a:srgbClr val="7ED6B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67" name="pg1767"/>
            <p:cNvSpPr/>
            <p:nvPr/>
          </p:nvSpPr>
          <p:spPr>
            <a:xfrm>
              <a:off x="5171419" y="396626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CD6B7">
                <a:alpha val="100000"/>
              </a:srgbClr>
            </a:solidFill>
            <a:ln w="5420" cap="flat">
              <a:solidFill>
                <a:srgbClr val="7CD6B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68" name="pg1768"/>
            <p:cNvSpPr/>
            <p:nvPr/>
          </p:nvSpPr>
          <p:spPr>
            <a:xfrm>
              <a:off x="5183056" y="396626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BD5B6">
                <a:alpha val="100000"/>
              </a:srgbClr>
            </a:solidFill>
            <a:ln w="5420" cap="flat">
              <a:solidFill>
                <a:srgbClr val="7BD5B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69" name="pg1769"/>
            <p:cNvSpPr/>
            <p:nvPr/>
          </p:nvSpPr>
          <p:spPr>
            <a:xfrm>
              <a:off x="5194693" y="396626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9D5B6">
                <a:alpha val="100000"/>
              </a:srgbClr>
            </a:solidFill>
            <a:ln w="5420" cap="flat">
              <a:solidFill>
                <a:srgbClr val="79D5B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70" name="pg1770"/>
            <p:cNvSpPr/>
            <p:nvPr/>
          </p:nvSpPr>
          <p:spPr>
            <a:xfrm>
              <a:off x="5206331" y="396626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8D5B5">
                <a:alpha val="100000"/>
              </a:srgbClr>
            </a:solidFill>
            <a:ln w="5420" cap="flat">
              <a:solidFill>
                <a:srgbClr val="78D5B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71" name="pg1771"/>
            <p:cNvSpPr/>
            <p:nvPr/>
          </p:nvSpPr>
          <p:spPr>
            <a:xfrm>
              <a:off x="5043408" y="398056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ED6B8">
                <a:alpha val="100000"/>
              </a:srgbClr>
            </a:solidFill>
            <a:ln w="5420" cap="flat">
              <a:solidFill>
                <a:srgbClr val="7ED6B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72" name="pg1772"/>
            <p:cNvSpPr/>
            <p:nvPr/>
          </p:nvSpPr>
          <p:spPr>
            <a:xfrm>
              <a:off x="5055045" y="398056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FD7B8">
                <a:alpha val="100000"/>
              </a:srgbClr>
            </a:solidFill>
            <a:ln w="5420" cap="flat">
              <a:solidFill>
                <a:srgbClr val="7FD7B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73" name="pg1773"/>
            <p:cNvSpPr/>
            <p:nvPr/>
          </p:nvSpPr>
          <p:spPr>
            <a:xfrm>
              <a:off x="5066683" y="398056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FD7B8">
                <a:alpha val="100000"/>
              </a:srgbClr>
            </a:solidFill>
            <a:ln w="5420" cap="flat">
              <a:solidFill>
                <a:srgbClr val="7FD7B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74" name="pg1774"/>
            <p:cNvSpPr/>
            <p:nvPr/>
          </p:nvSpPr>
          <p:spPr>
            <a:xfrm>
              <a:off x="5078320" y="398056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80D7B8">
                <a:alpha val="100000"/>
              </a:srgbClr>
            </a:solidFill>
            <a:ln w="5420" cap="flat">
              <a:solidFill>
                <a:srgbClr val="80D7B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75" name="pg1775"/>
            <p:cNvSpPr/>
            <p:nvPr/>
          </p:nvSpPr>
          <p:spPr>
            <a:xfrm>
              <a:off x="5089957" y="398056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80D7B8">
                <a:alpha val="100000"/>
              </a:srgbClr>
            </a:solidFill>
            <a:ln w="5420" cap="flat">
              <a:solidFill>
                <a:srgbClr val="80D7B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76" name="pg1776"/>
            <p:cNvSpPr/>
            <p:nvPr/>
          </p:nvSpPr>
          <p:spPr>
            <a:xfrm>
              <a:off x="5101595" y="398056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80D7B8">
                <a:alpha val="100000"/>
              </a:srgbClr>
            </a:solidFill>
            <a:ln w="5420" cap="flat">
              <a:solidFill>
                <a:srgbClr val="80D7B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77" name="pg1777"/>
            <p:cNvSpPr/>
            <p:nvPr/>
          </p:nvSpPr>
          <p:spPr>
            <a:xfrm>
              <a:off x="5113232" y="398056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FD7B8">
                <a:alpha val="100000"/>
              </a:srgbClr>
            </a:solidFill>
            <a:ln w="5420" cap="flat">
              <a:solidFill>
                <a:srgbClr val="7FD7B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78" name="pg1778"/>
            <p:cNvSpPr/>
            <p:nvPr/>
          </p:nvSpPr>
          <p:spPr>
            <a:xfrm>
              <a:off x="5124869" y="398056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ED6B8">
                <a:alpha val="100000"/>
              </a:srgbClr>
            </a:solidFill>
            <a:ln w="5420" cap="flat">
              <a:solidFill>
                <a:srgbClr val="7ED6B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79" name="pg1779"/>
            <p:cNvSpPr/>
            <p:nvPr/>
          </p:nvSpPr>
          <p:spPr>
            <a:xfrm>
              <a:off x="5136507" y="398056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DD6B7">
                <a:alpha val="100000"/>
              </a:srgbClr>
            </a:solidFill>
            <a:ln w="5420" cap="flat">
              <a:solidFill>
                <a:srgbClr val="7DD6B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80" name="pg1780"/>
            <p:cNvSpPr/>
            <p:nvPr/>
          </p:nvSpPr>
          <p:spPr>
            <a:xfrm>
              <a:off x="5148144" y="398056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CD6B7">
                <a:alpha val="100000"/>
              </a:srgbClr>
            </a:solidFill>
            <a:ln w="5420" cap="flat">
              <a:solidFill>
                <a:srgbClr val="7CD6B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81" name="pg1781"/>
            <p:cNvSpPr/>
            <p:nvPr/>
          </p:nvSpPr>
          <p:spPr>
            <a:xfrm>
              <a:off x="5159781" y="398056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BD6B6">
                <a:alpha val="100000"/>
              </a:srgbClr>
            </a:solidFill>
            <a:ln w="5420" cap="flat">
              <a:solidFill>
                <a:srgbClr val="7BD6B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82" name="pg1782"/>
            <p:cNvSpPr/>
            <p:nvPr/>
          </p:nvSpPr>
          <p:spPr>
            <a:xfrm>
              <a:off x="5171419" y="398056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AD5B6">
                <a:alpha val="100000"/>
              </a:srgbClr>
            </a:solidFill>
            <a:ln w="5420" cap="flat">
              <a:solidFill>
                <a:srgbClr val="7AD5B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83" name="pg1783"/>
            <p:cNvSpPr/>
            <p:nvPr/>
          </p:nvSpPr>
          <p:spPr>
            <a:xfrm>
              <a:off x="5183056" y="398056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9D5B5">
                <a:alpha val="100000"/>
              </a:srgbClr>
            </a:solidFill>
            <a:ln w="5420" cap="flat">
              <a:solidFill>
                <a:srgbClr val="79D5B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84" name="pg1784"/>
            <p:cNvSpPr/>
            <p:nvPr/>
          </p:nvSpPr>
          <p:spPr>
            <a:xfrm>
              <a:off x="5194693" y="398056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8D4B5">
                <a:alpha val="100000"/>
              </a:srgbClr>
            </a:solidFill>
            <a:ln w="5420" cap="flat">
              <a:solidFill>
                <a:srgbClr val="78D4B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85" name="pg1785"/>
            <p:cNvSpPr/>
            <p:nvPr/>
          </p:nvSpPr>
          <p:spPr>
            <a:xfrm>
              <a:off x="5206331" y="398056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6D4B4">
                <a:alpha val="100000"/>
              </a:srgbClr>
            </a:solidFill>
            <a:ln w="5420" cap="flat">
              <a:solidFill>
                <a:srgbClr val="76D4B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86" name="pg1786"/>
            <p:cNvSpPr/>
            <p:nvPr/>
          </p:nvSpPr>
          <p:spPr>
            <a:xfrm>
              <a:off x="5217968" y="398056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4D3B3">
                <a:alpha val="100000"/>
              </a:srgbClr>
            </a:solidFill>
            <a:ln w="5420" cap="flat">
              <a:solidFill>
                <a:srgbClr val="74D3B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87" name="pg1787"/>
            <p:cNvSpPr/>
            <p:nvPr/>
          </p:nvSpPr>
          <p:spPr>
            <a:xfrm>
              <a:off x="5055045" y="399486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CD6B7">
                <a:alpha val="100000"/>
              </a:srgbClr>
            </a:solidFill>
            <a:ln w="5420" cap="flat">
              <a:solidFill>
                <a:srgbClr val="7CD6B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88" name="pg1788"/>
            <p:cNvSpPr/>
            <p:nvPr/>
          </p:nvSpPr>
          <p:spPr>
            <a:xfrm>
              <a:off x="5066683" y="399486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DD6B7">
                <a:alpha val="100000"/>
              </a:srgbClr>
            </a:solidFill>
            <a:ln w="5420" cap="flat">
              <a:solidFill>
                <a:srgbClr val="7DD6B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89" name="pg1789"/>
            <p:cNvSpPr/>
            <p:nvPr/>
          </p:nvSpPr>
          <p:spPr>
            <a:xfrm>
              <a:off x="5078320" y="399486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DD6B7">
                <a:alpha val="100000"/>
              </a:srgbClr>
            </a:solidFill>
            <a:ln w="5420" cap="flat">
              <a:solidFill>
                <a:srgbClr val="7DD6B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90" name="pg1790"/>
            <p:cNvSpPr/>
            <p:nvPr/>
          </p:nvSpPr>
          <p:spPr>
            <a:xfrm>
              <a:off x="5089957" y="399486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DD6B7">
                <a:alpha val="100000"/>
              </a:srgbClr>
            </a:solidFill>
            <a:ln w="5420" cap="flat">
              <a:solidFill>
                <a:srgbClr val="7DD6B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91" name="pg1791"/>
            <p:cNvSpPr/>
            <p:nvPr/>
          </p:nvSpPr>
          <p:spPr>
            <a:xfrm>
              <a:off x="5101595" y="399486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DD6B7">
                <a:alpha val="100000"/>
              </a:srgbClr>
            </a:solidFill>
            <a:ln w="5420" cap="flat">
              <a:solidFill>
                <a:srgbClr val="7DD6B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92" name="pg1792"/>
            <p:cNvSpPr/>
            <p:nvPr/>
          </p:nvSpPr>
          <p:spPr>
            <a:xfrm>
              <a:off x="5113232" y="399486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CD6B7">
                <a:alpha val="100000"/>
              </a:srgbClr>
            </a:solidFill>
            <a:ln w="5420" cap="flat">
              <a:solidFill>
                <a:srgbClr val="7CD6B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93" name="pg1793"/>
            <p:cNvSpPr/>
            <p:nvPr/>
          </p:nvSpPr>
          <p:spPr>
            <a:xfrm>
              <a:off x="5124869" y="399486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CD6B7">
                <a:alpha val="100000"/>
              </a:srgbClr>
            </a:solidFill>
            <a:ln w="5420" cap="flat">
              <a:solidFill>
                <a:srgbClr val="7CD6B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94" name="pg1794"/>
            <p:cNvSpPr/>
            <p:nvPr/>
          </p:nvSpPr>
          <p:spPr>
            <a:xfrm>
              <a:off x="5136507" y="399486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BD5B6">
                <a:alpha val="100000"/>
              </a:srgbClr>
            </a:solidFill>
            <a:ln w="5420" cap="flat">
              <a:solidFill>
                <a:srgbClr val="7BD5B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95" name="pg1795"/>
            <p:cNvSpPr/>
            <p:nvPr/>
          </p:nvSpPr>
          <p:spPr>
            <a:xfrm>
              <a:off x="5148144" y="399486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AD5B6">
                <a:alpha val="100000"/>
              </a:srgbClr>
            </a:solidFill>
            <a:ln w="5420" cap="flat">
              <a:solidFill>
                <a:srgbClr val="7AD5B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96" name="pg1796"/>
            <p:cNvSpPr/>
            <p:nvPr/>
          </p:nvSpPr>
          <p:spPr>
            <a:xfrm>
              <a:off x="5159781" y="399486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9D5B6">
                <a:alpha val="100000"/>
              </a:srgbClr>
            </a:solidFill>
            <a:ln w="5420" cap="flat">
              <a:solidFill>
                <a:srgbClr val="79D5B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97" name="pg1797"/>
            <p:cNvSpPr/>
            <p:nvPr/>
          </p:nvSpPr>
          <p:spPr>
            <a:xfrm>
              <a:off x="5171419" y="399486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8D5B5">
                <a:alpha val="100000"/>
              </a:srgbClr>
            </a:solidFill>
            <a:ln w="5420" cap="flat">
              <a:solidFill>
                <a:srgbClr val="78D5B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98" name="pg1798"/>
            <p:cNvSpPr/>
            <p:nvPr/>
          </p:nvSpPr>
          <p:spPr>
            <a:xfrm>
              <a:off x="5183056" y="399486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7D4B5">
                <a:alpha val="100000"/>
              </a:srgbClr>
            </a:solidFill>
            <a:ln w="5420" cap="flat">
              <a:solidFill>
                <a:srgbClr val="77D4B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99" name="pg1799"/>
            <p:cNvSpPr/>
            <p:nvPr/>
          </p:nvSpPr>
          <p:spPr>
            <a:xfrm>
              <a:off x="5194693" y="399486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6D4B4">
                <a:alpha val="100000"/>
              </a:srgbClr>
            </a:solidFill>
            <a:ln w="5420" cap="flat">
              <a:solidFill>
                <a:srgbClr val="76D4B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00" name="pg1800"/>
            <p:cNvSpPr/>
            <p:nvPr/>
          </p:nvSpPr>
          <p:spPr>
            <a:xfrm>
              <a:off x="5206331" y="399486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5D4B4">
                <a:alpha val="100000"/>
              </a:srgbClr>
            </a:solidFill>
            <a:ln w="5420" cap="flat">
              <a:solidFill>
                <a:srgbClr val="75D4B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01" name="pg1801"/>
            <p:cNvSpPr/>
            <p:nvPr/>
          </p:nvSpPr>
          <p:spPr>
            <a:xfrm>
              <a:off x="5217968" y="399486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3D3B3">
                <a:alpha val="100000"/>
              </a:srgbClr>
            </a:solidFill>
            <a:ln w="5420" cap="flat">
              <a:solidFill>
                <a:srgbClr val="73D3B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02" name="pg1802"/>
            <p:cNvSpPr/>
            <p:nvPr/>
          </p:nvSpPr>
          <p:spPr>
            <a:xfrm>
              <a:off x="5020133" y="400916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9D5B5">
                <a:alpha val="100000"/>
              </a:srgbClr>
            </a:solidFill>
            <a:ln w="5420" cap="flat">
              <a:solidFill>
                <a:srgbClr val="79D5B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03" name="pg1803"/>
            <p:cNvSpPr/>
            <p:nvPr/>
          </p:nvSpPr>
          <p:spPr>
            <a:xfrm>
              <a:off x="5031771" y="400916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9D5B6">
                <a:alpha val="100000"/>
              </a:srgbClr>
            </a:solidFill>
            <a:ln w="5420" cap="flat">
              <a:solidFill>
                <a:srgbClr val="79D5B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04" name="pg1804"/>
            <p:cNvSpPr/>
            <p:nvPr/>
          </p:nvSpPr>
          <p:spPr>
            <a:xfrm>
              <a:off x="5043408" y="400916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AD5B6">
                <a:alpha val="100000"/>
              </a:srgbClr>
            </a:solidFill>
            <a:ln w="5420" cap="flat">
              <a:solidFill>
                <a:srgbClr val="7AD5B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05" name="pg1805"/>
            <p:cNvSpPr/>
            <p:nvPr/>
          </p:nvSpPr>
          <p:spPr>
            <a:xfrm>
              <a:off x="5055045" y="400916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AD5B6">
                <a:alpha val="100000"/>
              </a:srgbClr>
            </a:solidFill>
            <a:ln w="5420" cap="flat">
              <a:solidFill>
                <a:srgbClr val="7AD5B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06" name="pg1806"/>
            <p:cNvSpPr/>
            <p:nvPr/>
          </p:nvSpPr>
          <p:spPr>
            <a:xfrm>
              <a:off x="5066683" y="400916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AD5B6">
                <a:alpha val="100000"/>
              </a:srgbClr>
            </a:solidFill>
            <a:ln w="5420" cap="flat">
              <a:solidFill>
                <a:srgbClr val="7AD5B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07" name="pg1807"/>
            <p:cNvSpPr/>
            <p:nvPr/>
          </p:nvSpPr>
          <p:spPr>
            <a:xfrm>
              <a:off x="5078320" y="400916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BD5B6">
                <a:alpha val="100000"/>
              </a:srgbClr>
            </a:solidFill>
            <a:ln w="5420" cap="flat">
              <a:solidFill>
                <a:srgbClr val="7BD5B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08" name="pg1808"/>
            <p:cNvSpPr/>
            <p:nvPr/>
          </p:nvSpPr>
          <p:spPr>
            <a:xfrm>
              <a:off x="5089957" y="400916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BD5B6">
                <a:alpha val="100000"/>
              </a:srgbClr>
            </a:solidFill>
            <a:ln w="5420" cap="flat">
              <a:solidFill>
                <a:srgbClr val="7BD5B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09" name="pg1809"/>
            <p:cNvSpPr/>
            <p:nvPr/>
          </p:nvSpPr>
          <p:spPr>
            <a:xfrm>
              <a:off x="5101595" y="400916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AD5B6">
                <a:alpha val="100000"/>
              </a:srgbClr>
            </a:solidFill>
            <a:ln w="5420" cap="flat">
              <a:solidFill>
                <a:srgbClr val="7AD5B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10" name="pg1810"/>
            <p:cNvSpPr/>
            <p:nvPr/>
          </p:nvSpPr>
          <p:spPr>
            <a:xfrm>
              <a:off x="5113232" y="400916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AD5B6">
                <a:alpha val="100000"/>
              </a:srgbClr>
            </a:solidFill>
            <a:ln w="5420" cap="flat">
              <a:solidFill>
                <a:srgbClr val="7AD5B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11" name="pg1811"/>
            <p:cNvSpPr/>
            <p:nvPr/>
          </p:nvSpPr>
          <p:spPr>
            <a:xfrm>
              <a:off x="5124869" y="400916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AD5B6">
                <a:alpha val="100000"/>
              </a:srgbClr>
            </a:solidFill>
            <a:ln w="5420" cap="flat">
              <a:solidFill>
                <a:srgbClr val="7AD5B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12" name="pg1812"/>
            <p:cNvSpPr/>
            <p:nvPr/>
          </p:nvSpPr>
          <p:spPr>
            <a:xfrm>
              <a:off x="5136507" y="400916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9D5B5">
                <a:alpha val="100000"/>
              </a:srgbClr>
            </a:solidFill>
            <a:ln w="5420" cap="flat">
              <a:solidFill>
                <a:srgbClr val="79D5B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13" name="pg1813"/>
            <p:cNvSpPr/>
            <p:nvPr/>
          </p:nvSpPr>
          <p:spPr>
            <a:xfrm>
              <a:off x="5148144" y="400916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8D5B5">
                <a:alpha val="100000"/>
              </a:srgbClr>
            </a:solidFill>
            <a:ln w="5420" cap="flat">
              <a:solidFill>
                <a:srgbClr val="78D5B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14" name="pg1814"/>
            <p:cNvSpPr/>
            <p:nvPr/>
          </p:nvSpPr>
          <p:spPr>
            <a:xfrm>
              <a:off x="5159781" y="400916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7D4B5">
                <a:alpha val="100000"/>
              </a:srgbClr>
            </a:solidFill>
            <a:ln w="5420" cap="flat">
              <a:solidFill>
                <a:srgbClr val="77D4B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15" name="pg1815"/>
            <p:cNvSpPr/>
            <p:nvPr/>
          </p:nvSpPr>
          <p:spPr>
            <a:xfrm>
              <a:off x="5171419" y="400916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7D4B4">
                <a:alpha val="100000"/>
              </a:srgbClr>
            </a:solidFill>
            <a:ln w="5420" cap="flat">
              <a:solidFill>
                <a:srgbClr val="77D4B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16" name="pg1816"/>
            <p:cNvSpPr/>
            <p:nvPr/>
          </p:nvSpPr>
          <p:spPr>
            <a:xfrm>
              <a:off x="5183056" y="400916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6D4B4">
                <a:alpha val="100000"/>
              </a:srgbClr>
            </a:solidFill>
            <a:ln w="5420" cap="flat">
              <a:solidFill>
                <a:srgbClr val="76D4B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17" name="pg1817"/>
            <p:cNvSpPr/>
            <p:nvPr/>
          </p:nvSpPr>
          <p:spPr>
            <a:xfrm>
              <a:off x="5194693" y="400916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5D4B4">
                <a:alpha val="100000"/>
              </a:srgbClr>
            </a:solidFill>
            <a:ln w="5420" cap="flat">
              <a:solidFill>
                <a:srgbClr val="75D4B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18" name="pg1818"/>
            <p:cNvSpPr/>
            <p:nvPr/>
          </p:nvSpPr>
          <p:spPr>
            <a:xfrm>
              <a:off x="5206331" y="400916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3D3B3">
                <a:alpha val="100000"/>
              </a:srgbClr>
            </a:solidFill>
            <a:ln w="5420" cap="flat">
              <a:solidFill>
                <a:srgbClr val="73D3B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19" name="pg1819"/>
            <p:cNvSpPr/>
            <p:nvPr/>
          </p:nvSpPr>
          <p:spPr>
            <a:xfrm>
              <a:off x="5020133" y="402346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8D4B5">
                <a:alpha val="100000"/>
              </a:srgbClr>
            </a:solidFill>
            <a:ln w="5420" cap="flat">
              <a:solidFill>
                <a:srgbClr val="78D4B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20" name="pg1820"/>
            <p:cNvSpPr/>
            <p:nvPr/>
          </p:nvSpPr>
          <p:spPr>
            <a:xfrm>
              <a:off x="5031771" y="402346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8D5B5">
                <a:alpha val="100000"/>
              </a:srgbClr>
            </a:solidFill>
            <a:ln w="5420" cap="flat">
              <a:solidFill>
                <a:srgbClr val="78D5B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21" name="pg1821"/>
            <p:cNvSpPr/>
            <p:nvPr/>
          </p:nvSpPr>
          <p:spPr>
            <a:xfrm>
              <a:off x="5043408" y="402346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8D5B5">
                <a:alpha val="100000"/>
              </a:srgbClr>
            </a:solidFill>
            <a:ln w="5420" cap="flat">
              <a:solidFill>
                <a:srgbClr val="78D5B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22" name="pg1822"/>
            <p:cNvSpPr/>
            <p:nvPr/>
          </p:nvSpPr>
          <p:spPr>
            <a:xfrm>
              <a:off x="5055045" y="402346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9D5B5">
                <a:alpha val="100000"/>
              </a:srgbClr>
            </a:solidFill>
            <a:ln w="5420" cap="flat">
              <a:solidFill>
                <a:srgbClr val="79D5B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23" name="pg1823"/>
            <p:cNvSpPr/>
            <p:nvPr/>
          </p:nvSpPr>
          <p:spPr>
            <a:xfrm>
              <a:off x="5066683" y="402346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9D5B5">
                <a:alpha val="100000"/>
              </a:srgbClr>
            </a:solidFill>
            <a:ln w="5420" cap="flat">
              <a:solidFill>
                <a:srgbClr val="79D5B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24" name="pg1824"/>
            <p:cNvSpPr/>
            <p:nvPr/>
          </p:nvSpPr>
          <p:spPr>
            <a:xfrm>
              <a:off x="5078320" y="402346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9D5B5">
                <a:alpha val="100000"/>
              </a:srgbClr>
            </a:solidFill>
            <a:ln w="5420" cap="flat">
              <a:solidFill>
                <a:srgbClr val="79D5B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25" name="pg1825"/>
            <p:cNvSpPr/>
            <p:nvPr/>
          </p:nvSpPr>
          <p:spPr>
            <a:xfrm>
              <a:off x="5089957" y="402346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9D5B5">
                <a:alpha val="100000"/>
              </a:srgbClr>
            </a:solidFill>
            <a:ln w="5420" cap="flat">
              <a:solidFill>
                <a:srgbClr val="79D5B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26" name="pg1826"/>
            <p:cNvSpPr/>
            <p:nvPr/>
          </p:nvSpPr>
          <p:spPr>
            <a:xfrm>
              <a:off x="5101595" y="402346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9D5B5">
                <a:alpha val="100000"/>
              </a:srgbClr>
            </a:solidFill>
            <a:ln w="5420" cap="flat">
              <a:solidFill>
                <a:srgbClr val="79D5B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27" name="pg1827"/>
            <p:cNvSpPr/>
            <p:nvPr/>
          </p:nvSpPr>
          <p:spPr>
            <a:xfrm>
              <a:off x="5113232" y="402346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8D5B5">
                <a:alpha val="100000"/>
              </a:srgbClr>
            </a:solidFill>
            <a:ln w="5420" cap="flat">
              <a:solidFill>
                <a:srgbClr val="78D5B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28" name="pg1828"/>
            <p:cNvSpPr/>
            <p:nvPr/>
          </p:nvSpPr>
          <p:spPr>
            <a:xfrm>
              <a:off x="5124869" y="402346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8D5B5">
                <a:alpha val="100000"/>
              </a:srgbClr>
            </a:solidFill>
            <a:ln w="5420" cap="flat">
              <a:solidFill>
                <a:srgbClr val="78D5B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29" name="pg1829"/>
            <p:cNvSpPr/>
            <p:nvPr/>
          </p:nvSpPr>
          <p:spPr>
            <a:xfrm>
              <a:off x="5136507" y="402346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7D4B5">
                <a:alpha val="100000"/>
              </a:srgbClr>
            </a:solidFill>
            <a:ln w="5420" cap="flat">
              <a:solidFill>
                <a:srgbClr val="77D4B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30" name="pg1830"/>
            <p:cNvSpPr/>
            <p:nvPr/>
          </p:nvSpPr>
          <p:spPr>
            <a:xfrm>
              <a:off x="5148144" y="402346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7D4B4">
                <a:alpha val="100000"/>
              </a:srgbClr>
            </a:solidFill>
            <a:ln w="5420" cap="flat">
              <a:solidFill>
                <a:srgbClr val="77D4B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31" name="pg1831"/>
            <p:cNvSpPr/>
            <p:nvPr/>
          </p:nvSpPr>
          <p:spPr>
            <a:xfrm>
              <a:off x="5159781" y="402346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6D4B4">
                <a:alpha val="100000"/>
              </a:srgbClr>
            </a:solidFill>
            <a:ln w="5420" cap="flat">
              <a:solidFill>
                <a:srgbClr val="76D4B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32" name="pg1832"/>
            <p:cNvSpPr/>
            <p:nvPr/>
          </p:nvSpPr>
          <p:spPr>
            <a:xfrm>
              <a:off x="5171419" y="402346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5D4B4">
                <a:alpha val="100000"/>
              </a:srgbClr>
            </a:solidFill>
            <a:ln w="5420" cap="flat">
              <a:solidFill>
                <a:srgbClr val="75D4B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33" name="pg1833"/>
            <p:cNvSpPr/>
            <p:nvPr/>
          </p:nvSpPr>
          <p:spPr>
            <a:xfrm>
              <a:off x="5183056" y="402346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4D3B4">
                <a:alpha val="100000"/>
              </a:srgbClr>
            </a:solidFill>
            <a:ln w="5420" cap="flat">
              <a:solidFill>
                <a:srgbClr val="74D3B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34" name="pg1834"/>
            <p:cNvSpPr/>
            <p:nvPr/>
          </p:nvSpPr>
          <p:spPr>
            <a:xfrm>
              <a:off x="5194693" y="402346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3D3B3">
                <a:alpha val="100000"/>
              </a:srgbClr>
            </a:solidFill>
            <a:ln w="5420" cap="flat">
              <a:solidFill>
                <a:srgbClr val="73D3B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35" name="pg1835"/>
            <p:cNvSpPr/>
            <p:nvPr/>
          </p:nvSpPr>
          <p:spPr>
            <a:xfrm>
              <a:off x="5020133" y="403776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7D4B5">
                <a:alpha val="100000"/>
              </a:srgbClr>
            </a:solidFill>
            <a:ln w="5420" cap="flat">
              <a:solidFill>
                <a:srgbClr val="77D4B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36" name="pg1836"/>
            <p:cNvSpPr/>
            <p:nvPr/>
          </p:nvSpPr>
          <p:spPr>
            <a:xfrm>
              <a:off x="5031771" y="403776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7D4B5">
                <a:alpha val="100000"/>
              </a:srgbClr>
            </a:solidFill>
            <a:ln w="5420" cap="flat">
              <a:solidFill>
                <a:srgbClr val="77D4B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37" name="pg1837"/>
            <p:cNvSpPr/>
            <p:nvPr/>
          </p:nvSpPr>
          <p:spPr>
            <a:xfrm>
              <a:off x="5043408" y="403776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7D4B5">
                <a:alpha val="100000"/>
              </a:srgbClr>
            </a:solidFill>
            <a:ln w="5420" cap="flat">
              <a:solidFill>
                <a:srgbClr val="77D4B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38" name="pg1838"/>
            <p:cNvSpPr/>
            <p:nvPr/>
          </p:nvSpPr>
          <p:spPr>
            <a:xfrm>
              <a:off x="5055045" y="403776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7D4B5">
                <a:alpha val="100000"/>
              </a:srgbClr>
            </a:solidFill>
            <a:ln w="5420" cap="flat">
              <a:solidFill>
                <a:srgbClr val="77D4B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39" name="pg1839"/>
            <p:cNvSpPr/>
            <p:nvPr/>
          </p:nvSpPr>
          <p:spPr>
            <a:xfrm>
              <a:off x="5066683" y="403776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8D4B5">
                <a:alpha val="100000"/>
              </a:srgbClr>
            </a:solidFill>
            <a:ln w="5420" cap="flat">
              <a:solidFill>
                <a:srgbClr val="78D4B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40" name="pg1840"/>
            <p:cNvSpPr/>
            <p:nvPr/>
          </p:nvSpPr>
          <p:spPr>
            <a:xfrm>
              <a:off x="5078320" y="403776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8D4B5">
                <a:alpha val="100000"/>
              </a:srgbClr>
            </a:solidFill>
            <a:ln w="5420" cap="flat">
              <a:solidFill>
                <a:srgbClr val="78D4B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41" name="pg1841"/>
            <p:cNvSpPr/>
            <p:nvPr/>
          </p:nvSpPr>
          <p:spPr>
            <a:xfrm>
              <a:off x="5089957" y="403776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7D4B5">
                <a:alpha val="100000"/>
              </a:srgbClr>
            </a:solidFill>
            <a:ln w="5420" cap="flat">
              <a:solidFill>
                <a:srgbClr val="77D4B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42" name="pg1842"/>
            <p:cNvSpPr/>
            <p:nvPr/>
          </p:nvSpPr>
          <p:spPr>
            <a:xfrm>
              <a:off x="5101595" y="403776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7D4B5">
                <a:alpha val="100000"/>
              </a:srgbClr>
            </a:solidFill>
            <a:ln w="5420" cap="flat">
              <a:solidFill>
                <a:srgbClr val="77D4B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43" name="pg1843"/>
            <p:cNvSpPr/>
            <p:nvPr/>
          </p:nvSpPr>
          <p:spPr>
            <a:xfrm>
              <a:off x="5113232" y="403776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7D4B5">
                <a:alpha val="100000"/>
              </a:srgbClr>
            </a:solidFill>
            <a:ln w="5420" cap="flat">
              <a:solidFill>
                <a:srgbClr val="77D4B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44" name="pg1844"/>
            <p:cNvSpPr/>
            <p:nvPr/>
          </p:nvSpPr>
          <p:spPr>
            <a:xfrm>
              <a:off x="5124869" y="403776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6D4B4">
                <a:alpha val="100000"/>
              </a:srgbClr>
            </a:solidFill>
            <a:ln w="5420" cap="flat">
              <a:solidFill>
                <a:srgbClr val="76D4B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45" name="pg1845"/>
            <p:cNvSpPr/>
            <p:nvPr/>
          </p:nvSpPr>
          <p:spPr>
            <a:xfrm>
              <a:off x="5136507" y="403776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6D4B4">
                <a:alpha val="100000"/>
              </a:srgbClr>
            </a:solidFill>
            <a:ln w="5420" cap="flat">
              <a:solidFill>
                <a:srgbClr val="76D4B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46" name="pg1846"/>
            <p:cNvSpPr/>
            <p:nvPr/>
          </p:nvSpPr>
          <p:spPr>
            <a:xfrm>
              <a:off x="5148144" y="403776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5D4B4">
                <a:alpha val="100000"/>
              </a:srgbClr>
            </a:solidFill>
            <a:ln w="5420" cap="flat">
              <a:solidFill>
                <a:srgbClr val="75D4B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47" name="pg1847"/>
            <p:cNvSpPr/>
            <p:nvPr/>
          </p:nvSpPr>
          <p:spPr>
            <a:xfrm>
              <a:off x="5159781" y="403776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4D4B4">
                <a:alpha val="100000"/>
              </a:srgbClr>
            </a:solidFill>
            <a:ln w="5420" cap="flat">
              <a:solidFill>
                <a:srgbClr val="74D4B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48" name="pg1848"/>
            <p:cNvSpPr/>
            <p:nvPr/>
          </p:nvSpPr>
          <p:spPr>
            <a:xfrm>
              <a:off x="5171419" y="403776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4D3B3">
                <a:alpha val="100000"/>
              </a:srgbClr>
            </a:solidFill>
            <a:ln w="5420" cap="flat">
              <a:solidFill>
                <a:srgbClr val="74D3B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49" name="pg1849"/>
            <p:cNvSpPr/>
            <p:nvPr/>
          </p:nvSpPr>
          <p:spPr>
            <a:xfrm>
              <a:off x="5183056" y="403776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3D3B3">
                <a:alpha val="100000"/>
              </a:srgbClr>
            </a:solidFill>
            <a:ln w="5420" cap="flat">
              <a:solidFill>
                <a:srgbClr val="73D3B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50" name="pg1850"/>
            <p:cNvSpPr/>
            <p:nvPr/>
          </p:nvSpPr>
          <p:spPr>
            <a:xfrm>
              <a:off x="5020133" y="405206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7D4B4">
                <a:alpha val="100000"/>
              </a:srgbClr>
            </a:solidFill>
            <a:ln w="5420" cap="flat">
              <a:solidFill>
                <a:srgbClr val="77D4B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51" name="pg1851"/>
            <p:cNvSpPr/>
            <p:nvPr/>
          </p:nvSpPr>
          <p:spPr>
            <a:xfrm>
              <a:off x="5031771" y="405206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7D4B5">
                <a:alpha val="100000"/>
              </a:srgbClr>
            </a:solidFill>
            <a:ln w="5420" cap="flat">
              <a:solidFill>
                <a:srgbClr val="77D4B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52" name="pg1852"/>
            <p:cNvSpPr/>
            <p:nvPr/>
          </p:nvSpPr>
          <p:spPr>
            <a:xfrm>
              <a:off x="5043408" y="405206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7D4B5">
                <a:alpha val="100000"/>
              </a:srgbClr>
            </a:solidFill>
            <a:ln w="5420" cap="flat">
              <a:solidFill>
                <a:srgbClr val="77D4B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53" name="pg1853"/>
            <p:cNvSpPr/>
            <p:nvPr/>
          </p:nvSpPr>
          <p:spPr>
            <a:xfrm>
              <a:off x="5055045" y="405206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7D4B5">
                <a:alpha val="100000"/>
              </a:srgbClr>
            </a:solidFill>
            <a:ln w="5420" cap="flat">
              <a:solidFill>
                <a:srgbClr val="77D4B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54" name="pg1854"/>
            <p:cNvSpPr/>
            <p:nvPr/>
          </p:nvSpPr>
          <p:spPr>
            <a:xfrm>
              <a:off x="5066683" y="405206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7D4B5">
                <a:alpha val="100000"/>
              </a:srgbClr>
            </a:solidFill>
            <a:ln w="5420" cap="flat">
              <a:solidFill>
                <a:srgbClr val="77D4B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55" name="pg1855"/>
            <p:cNvSpPr/>
            <p:nvPr/>
          </p:nvSpPr>
          <p:spPr>
            <a:xfrm>
              <a:off x="5078320" y="405206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7D4B5">
                <a:alpha val="100000"/>
              </a:srgbClr>
            </a:solidFill>
            <a:ln w="5420" cap="flat">
              <a:solidFill>
                <a:srgbClr val="77D4B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56" name="pg1856"/>
            <p:cNvSpPr/>
            <p:nvPr/>
          </p:nvSpPr>
          <p:spPr>
            <a:xfrm>
              <a:off x="5089957" y="405206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6D4B4">
                <a:alpha val="100000"/>
              </a:srgbClr>
            </a:solidFill>
            <a:ln w="5420" cap="flat">
              <a:solidFill>
                <a:srgbClr val="76D4B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57" name="pg1857"/>
            <p:cNvSpPr/>
            <p:nvPr/>
          </p:nvSpPr>
          <p:spPr>
            <a:xfrm>
              <a:off x="5101595" y="405206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6D4B4">
                <a:alpha val="100000"/>
              </a:srgbClr>
            </a:solidFill>
            <a:ln w="5420" cap="flat">
              <a:solidFill>
                <a:srgbClr val="76D4B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58" name="pg1858"/>
            <p:cNvSpPr/>
            <p:nvPr/>
          </p:nvSpPr>
          <p:spPr>
            <a:xfrm>
              <a:off x="5113232" y="405206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6D4B4">
                <a:alpha val="100000"/>
              </a:srgbClr>
            </a:solidFill>
            <a:ln w="5420" cap="flat">
              <a:solidFill>
                <a:srgbClr val="76D4B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59" name="pg1859"/>
            <p:cNvSpPr/>
            <p:nvPr/>
          </p:nvSpPr>
          <p:spPr>
            <a:xfrm>
              <a:off x="5124869" y="405206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5D4B4">
                <a:alpha val="100000"/>
              </a:srgbClr>
            </a:solidFill>
            <a:ln w="5420" cap="flat">
              <a:solidFill>
                <a:srgbClr val="75D4B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60" name="pg1860"/>
            <p:cNvSpPr/>
            <p:nvPr/>
          </p:nvSpPr>
          <p:spPr>
            <a:xfrm>
              <a:off x="5136507" y="405206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5D4B4">
                <a:alpha val="100000"/>
              </a:srgbClr>
            </a:solidFill>
            <a:ln w="5420" cap="flat">
              <a:solidFill>
                <a:srgbClr val="75D4B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61" name="pg1861"/>
            <p:cNvSpPr/>
            <p:nvPr/>
          </p:nvSpPr>
          <p:spPr>
            <a:xfrm>
              <a:off x="5148144" y="405206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4D3B3">
                <a:alpha val="100000"/>
              </a:srgbClr>
            </a:solidFill>
            <a:ln w="5420" cap="flat">
              <a:solidFill>
                <a:srgbClr val="74D3B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62" name="pg1862"/>
            <p:cNvSpPr/>
            <p:nvPr/>
          </p:nvSpPr>
          <p:spPr>
            <a:xfrm>
              <a:off x="5159781" y="405206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3D3B3">
                <a:alpha val="100000"/>
              </a:srgbClr>
            </a:solidFill>
            <a:ln w="5420" cap="flat">
              <a:solidFill>
                <a:srgbClr val="73D3B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63" name="pg1863"/>
            <p:cNvSpPr/>
            <p:nvPr/>
          </p:nvSpPr>
          <p:spPr>
            <a:xfrm>
              <a:off x="5171419" y="405206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3D3B3">
                <a:alpha val="100000"/>
              </a:srgbClr>
            </a:solidFill>
            <a:ln w="5420" cap="flat">
              <a:solidFill>
                <a:srgbClr val="73D3B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64" name="pg1864"/>
            <p:cNvSpPr/>
            <p:nvPr/>
          </p:nvSpPr>
          <p:spPr>
            <a:xfrm>
              <a:off x="5008496" y="406636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6D4B4">
                <a:alpha val="100000"/>
              </a:srgbClr>
            </a:solidFill>
            <a:ln w="5420" cap="flat">
              <a:solidFill>
                <a:srgbClr val="76D4B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65" name="pg1865"/>
            <p:cNvSpPr/>
            <p:nvPr/>
          </p:nvSpPr>
          <p:spPr>
            <a:xfrm>
              <a:off x="5020133" y="406636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6D4B4">
                <a:alpha val="100000"/>
              </a:srgbClr>
            </a:solidFill>
            <a:ln w="5420" cap="flat">
              <a:solidFill>
                <a:srgbClr val="76D4B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66" name="pg1866"/>
            <p:cNvSpPr/>
            <p:nvPr/>
          </p:nvSpPr>
          <p:spPr>
            <a:xfrm>
              <a:off x="5031771" y="406636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6D4B4">
                <a:alpha val="100000"/>
              </a:srgbClr>
            </a:solidFill>
            <a:ln w="5420" cap="flat">
              <a:solidFill>
                <a:srgbClr val="76D4B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67" name="pg1867"/>
            <p:cNvSpPr/>
            <p:nvPr/>
          </p:nvSpPr>
          <p:spPr>
            <a:xfrm>
              <a:off x="5043408" y="406636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6D4B4">
                <a:alpha val="100000"/>
              </a:srgbClr>
            </a:solidFill>
            <a:ln w="5420" cap="flat">
              <a:solidFill>
                <a:srgbClr val="76D4B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68" name="pg1868"/>
            <p:cNvSpPr/>
            <p:nvPr/>
          </p:nvSpPr>
          <p:spPr>
            <a:xfrm>
              <a:off x="5055045" y="406636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6D4B4">
                <a:alpha val="100000"/>
              </a:srgbClr>
            </a:solidFill>
            <a:ln w="5420" cap="flat">
              <a:solidFill>
                <a:srgbClr val="76D4B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69" name="pg1869"/>
            <p:cNvSpPr/>
            <p:nvPr/>
          </p:nvSpPr>
          <p:spPr>
            <a:xfrm>
              <a:off x="5066683" y="406636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6D4B4">
                <a:alpha val="100000"/>
              </a:srgbClr>
            </a:solidFill>
            <a:ln w="5420" cap="flat">
              <a:solidFill>
                <a:srgbClr val="76D4B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70" name="pg1870"/>
            <p:cNvSpPr/>
            <p:nvPr/>
          </p:nvSpPr>
          <p:spPr>
            <a:xfrm>
              <a:off x="5078320" y="406636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6D4B4">
                <a:alpha val="100000"/>
              </a:srgbClr>
            </a:solidFill>
            <a:ln w="5420" cap="flat">
              <a:solidFill>
                <a:srgbClr val="76D4B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71" name="pg1871"/>
            <p:cNvSpPr/>
            <p:nvPr/>
          </p:nvSpPr>
          <p:spPr>
            <a:xfrm>
              <a:off x="5089957" y="406636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6D4B4">
                <a:alpha val="100000"/>
              </a:srgbClr>
            </a:solidFill>
            <a:ln w="5420" cap="flat">
              <a:solidFill>
                <a:srgbClr val="76D4B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72" name="pg1872"/>
            <p:cNvSpPr/>
            <p:nvPr/>
          </p:nvSpPr>
          <p:spPr>
            <a:xfrm>
              <a:off x="5101595" y="406636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5D4B4">
                <a:alpha val="100000"/>
              </a:srgbClr>
            </a:solidFill>
            <a:ln w="5420" cap="flat">
              <a:solidFill>
                <a:srgbClr val="75D4B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73" name="pg1873"/>
            <p:cNvSpPr/>
            <p:nvPr/>
          </p:nvSpPr>
          <p:spPr>
            <a:xfrm>
              <a:off x="5113232" y="406636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5D4B4">
                <a:alpha val="100000"/>
              </a:srgbClr>
            </a:solidFill>
            <a:ln w="5420" cap="flat">
              <a:solidFill>
                <a:srgbClr val="75D4B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74" name="pg1874"/>
            <p:cNvSpPr/>
            <p:nvPr/>
          </p:nvSpPr>
          <p:spPr>
            <a:xfrm>
              <a:off x="5124869" y="406636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4D3B4">
                <a:alpha val="100000"/>
              </a:srgbClr>
            </a:solidFill>
            <a:ln w="5420" cap="flat">
              <a:solidFill>
                <a:srgbClr val="74D3B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75" name="pg1875"/>
            <p:cNvSpPr/>
            <p:nvPr/>
          </p:nvSpPr>
          <p:spPr>
            <a:xfrm>
              <a:off x="5136507" y="406636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4D3B3">
                <a:alpha val="100000"/>
              </a:srgbClr>
            </a:solidFill>
            <a:ln w="5420" cap="flat">
              <a:solidFill>
                <a:srgbClr val="74D3B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76" name="pg1876"/>
            <p:cNvSpPr/>
            <p:nvPr/>
          </p:nvSpPr>
          <p:spPr>
            <a:xfrm>
              <a:off x="5148144" y="406636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3D3B3">
                <a:alpha val="100000"/>
              </a:srgbClr>
            </a:solidFill>
            <a:ln w="5420" cap="flat">
              <a:solidFill>
                <a:srgbClr val="73D3B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77" name="pg1877"/>
            <p:cNvSpPr/>
            <p:nvPr/>
          </p:nvSpPr>
          <p:spPr>
            <a:xfrm>
              <a:off x="5008496" y="408066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7D4B5">
                <a:alpha val="100000"/>
              </a:srgbClr>
            </a:solidFill>
            <a:ln w="5420" cap="flat">
              <a:solidFill>
                <a:srgbClr val="77D4B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78" name="pg1878"/>
            <p:cNvSpPr/>
            <p:nvPr/>
          </p:nvSpPr>
          <p:spPr>
            <a:xfrm>
              <a:off x="5020133" y="408066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7D4B5">
                <a:alpha val="100000"/>
              </a:srgbClr>
            </a:solidFill>
            <a:ln w="5420" cap="flat">
              <a:solidFill>
                <a:srgbClr val="77D4B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79" name="pg1879"/>
            <p:cNvSpPr/>
            <p:nvPr/>
          </p:nvSpPr>
          <p:spPr>
            <a:xfrm>
              <a:off x="5031771" y="408066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7D4B5">
                <a:alpha val="100000"/>
              </a:srgbClr>
            </a:solidFill>
            <a:ln w="5420" cap="flat">
              <a:solidFill>
                <a:srgbClr val="77D4B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80" name="pg1880"/>
            <p:cNvSpPr/>
            <p:nvPr/>
          </p:nvSpPr>
          <p:spPr>
            <a:xfrm>
              <a:off x="5043408" y="408066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6D4B4">
                <a:alpha val="100000"/>
              </a:srgbClr>
            </a:solidFill>
            <a:ln w="5420" cap="flat">
              <a:solidFill>
                <a:srgbClr val="76D4B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81" name="pg1881"/>
            <p:cNvSpPr/>
            <p:nvPr/>
          </p:nvSpPr>
          <p:spPr>
            <a:xfrm>
              <a:off x="5055045" y="408066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6D4B4">
                <a:alpha val="100000"/>
              </a:srgbClr>
            </a:solidFill>
            <a:ln w="5420" cap="flat">
              <a:solidFill>
                <a:srgbClr val="76D4B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82" name="pg1882"/>
            <p:cNvSpPr/>
            <p:nvPr/>
          </p:nvSpPr>
          <p:spPr>
            <a:xfrm>
              <a:off x="5066683" y="408066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6D4B4">
                <a:alpha val="100000"/>
              </a:srgbClr>
            </a:solidFill>
            <a:ln w="5420" cap="flat">
              <a:solidFill>
                <a:srgbClr val="76D4B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83" name="pg1883"/>
            <p:cNvSpPr/>
            <p:nvPr/>
          </p:nvSpPr>
          <p:spPr>
            <a:xfrm>
              <a:off x="5078320" y="408066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5D4B4">
                <a:alpha val="100000"/>
              </a:srgbClr>
            </a:solidFill>
            <a:ln w="5420" cap="flat">
              <a:solidFill>
                <a:srgbClr val="75D4B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84" name="pg1884"/>
            <p:cNvSpPr/>
            <p:nvPr/>
          </p:nvSpPr>
          <p:spPr>
            <a:xfrm>
              <a:off x="5089957" y="408066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5D4B4">
                <a:alpha val="100000"/>
              </a:srgbClr>
            </a:solidFill>
            <a:ln w="5420" cap="flat">
              <a:solidFill>
                <a:srgbClr val="75D4B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85" name="pg1885"/>
            <p:cNvSpPr/>
            <p:nvPr/>
          </p:nvSpPr>
          <p:spPr>
            <a:xfrm>
              <a:off x="5101595" y="408066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4D3B4">
                <a:alpha val="100000"/>
              </a:srgbClr>
            </a:solidFill>
            <a:ln w="5420" cap="flat">
              <a:solidFill>
                <a:srgbClr val="74D3B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86" name="pg1886"/>
            <p:cNvSpPr/>
            <p:nvPr/>
          </p:nvSpPr>
          <p:spPr>
            <a:xfrm>
              <a:off x="5113232" y="408066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4D3B3">
                <a:alpha val="100000"/>
              </a:srgbClr>
            </a:solidFill>
            <a:ln w="5420" cap="flat">
              <a:solidFill>
                <a:srgbClr val="74D3B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87" name="pg1887"/>
            <p:cNvSpPr/>
            <p:nvPr/>
          </p:nvSpPr>
          <p:spPr>
            <a:xfrm>
              <a:off x="5124869" y="408066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3D3B3">
                <a:alpha val="100000"/>
              </a:srgbClr>
            </a:solidFill>
            <a:ln w="5420" cap="flat">
              <a:solidFill>
                <a:srgbClr val="73D3B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88" name="pg1888"/>
            <p:cNvSpPr/>
            <p:nvPr/>
          </p:nvSpPr>
          <p:spPr>
            <a:xfrm>
              <a:off x="5136507" y="408066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3D3B3">
                <a:alpha val="100000"/>
              </a:srgbClr>
            </a:solidFill>
            <a:ln w="5420" cap="flat">
              <a:solidFill>
                <a:srgbClr val="73D3B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89" name="pg1889"/>
            <p:cNvSpPr/>
            <p:nvPr/>
          </p:nvSpPr>
          <p:spPr>
            <a:xfrm>
              <a:off x="5008496" y="409496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7D4B5">
                <a:alpha val="100000"/>
              </a:srgbClr>
            </a:solidFill>
            <a:ln w="5420" cap="flat">
              <a:solidFill>
                <a:srgbClr val="77D4B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90" name="pg1890"/>
            <p:cNvSpPr/>
            <p:nvPr/>
          </p:nvSpPr>
          <p:spPr>
            <a:xfrm>
              <a:off x="5020133" y="409496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7D4B5">
                <a:alpha val="100000"/>
              </a:srgbClr>
            </a:solidFill>
            <a:ln w="5420" cap="flat">
              <a:solidFill>
                <a:srgbClr val="77D4B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91" name="pg1891"/>
            <p:cNvSpPr/>
            <p:nvPr/>
          </p:nvSpPr>
          <p:spPr>
            <a:xfrm>
              <a:off x="5031771" y="409496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7D4B5">
                <a:alpha val="100000"/>
              </a:srgbClr>
            </a:solidFill>
            <a:ln w="5420" cap="flat">
              <a:solidFill>
                <a:srgbClr val="77D4B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92" name="pg1892"/>
            <p:cNvSpPr/>
            <p:nvPr/>
          </p:nvSpPr>
          <p:spPr>
            <a:xfrm>
              <a:off x="5043408" y="409496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7D4B5">
                <a:alpha val="100000"/>
              </a:srgbClr>
            </a:solidFill>
            <a:ln w="5420" cap="flat">
              <a:solidFill>
                <a:srgbClr val="77D4B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93" name="pg1893"/>
            <p:cNvSpPr/>
            <p:nvPr/>
          </p:nvSpPr>
          <p:spPr>
            <a:xfrm>
              <a:off x="5055045" y="409496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6D4B4">
                <a:alpha val="100000"/>
              </a:srgbClr>
            </a:solidFill>
            <a:ln w="5420" cap="flat">
              <a:solidFill>
                <a:srgbClr val="76D4B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94" name="pg1894"/>
            <p:cNvSpPr/>
            <p:nvPr/>
          </p:nvSpPr>
          <p:spPr>
            <a:xfrm>
              <a:off x="5066683" y="409496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6D4B4">
                <a:alpha val="100000"/>
              </a:srgbClr>
            </a:solidFill>
            <a:ln w="5420" cap="flat">
              <a:solidFill>
                <a:srgbClr val="76D4B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95" name="pg1895"/>
            <p:cNvSpPr/>
            <p:nvPr/>
          </p:nvSpPr>
          <p:spPr>
            <a:xfrm>
              <a:off x="5078320" y="409496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6D4B4">
                <a:alpha val="100000"/>
              </a:srgbClr>
            </a:solidFill>
            <a:ln w="5420" cap="flat">
              <a:solidFill>
                <a:srgbClr val="76D4B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96" name="pg1896"/>
            <p:cNvSpPr/>
            <p:nvPr/>
          </p:nvSpPr>
          <p:spPr>
            <a:xfrm>
              <a:off x="5089957" y="409496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5D4B4">
                <a:alpha val="100000"/>
              </a:srgbClr>
            </a:solidFill>
            <a:ln w="5420" cap="flat">
              <a:solidFill>
                <a:srgbClr val="75D4B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97" name="pg1897"/>
            <p:cNvSpPr/>
            <p:nvPr/>
          </p:nvSpPr>
          <p:spPr>
            <a:xfrm>
              <a:off x="5101595" y="409496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4D3B4">
                <a:alpha val="100000"/>
              </a:srgbClr>
            </a:solidFill>
            <a:ln w="5420" cap="flat">
              <a:solidFill>
                <a:srgbClr val="74D3B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98" name="pg1898"/>
            <p:cNvSpPr/>
            <p:nvPr/>
          </p:nvSpPr>
          <p:spPr>
            <a:xfrm>
              <a:off x="5113232" y="409496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4D3B3">
                <a:alpha val="100000"/>
              </a:srgbClr>
            </a:solidFill>
            <a:ln w="5420" cap="flat">
              <a:solidFill>
                <a:srgbClr val="74D3B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99" name="pg1899"/>
            <p:cNvSpPr/>
            <p:nvPr/>
          </p:nvSpPr>
          <p:spPr>
            <a:xfrm>
              <a:off x="5124869" y="409496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3D3B3">
                <a:alpha val="100000"/>
              </a:srgbClr>
            </a:solidFill>
            <a:ln w="5420" cap="flat">
              <a:solidFill>
                <a:srgbClr val="73D3B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00" name="pg1900"/>
            <p:cNvSpPr/>
            <p:nvPr/>
          </p:nvSpPr>
          <p:spPr>
            <a:xfrm>
              <a:off x="4985221" y="410927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9D5B5">
                <a:alpha val="100000"/>
              </a:srgbClr>
            </a:solidFill>
            <a:ln w="5420" cap="flat">
              <a:solidFill>
                <a:srgbClr val="79D5B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01" name="pg1901"/>
            <p:cNvSpPr/>
            <p:nvPr/>
          </p:nvSpPr>
          <p:spPr>
            <a:xfrm>
              <a:off x="4996859" y="410927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8D5B5">
                <a:alpha val="100000"/>
              </a:srgbClr>
            </a:solidFill>
            <a:ln w="5420" cap="flat">
              <a:solidFill>
                <a:srgbClr val="78D5B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02" name="pg1902"/>
            <p:cNvSpPr/>
            <p:nvPr/>
          </p:nvSpPr>
          <p:spPr>
            <a:xfrm>
              <a:off x="5008496" y="410927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8D5B5">
                <a:alpha val="100000"/>
              </a:srgbClr>
            </a:solidFill>
            <a:ln w="5420" cap="flat">
              <a:solidFill>
                <a:srgbClr val="78D5B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03" name="pg1903"/>
            <p:cNvSpPr/>
            <p:nvPr/>
          </p:nvSpPr>
          <p:spPr>
            <a:xfrm>
              <a:off x="5020133" y="410927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8D5B5">
                <a:alpha val="100000"/>
              </a:srgbClr>
            </a:solidFill>
            <a:ln w="5420" cap="flat">
              <a:solidFill>
                <a:srgbClr val="78D5B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04" name="pg1904"/>
            <p:cNvSpPr/>
            <p:nvPr/>
          </p:nvSpPr>
          <p:spPr>
            <a:xfrm>
              <a:off x="5031771" y="410927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8D4B5">
                <a:alpha val="100000"/>
              </a:srgbClr>
            </a:solidFill>
            <a:ln w="5420" cap="flat">
              <a:solidFill>
                <a:srgbClr val="78D4B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05" name="pg1905"/>
            <p:cNvSpPr/>
            <p:nvPr/>
          </p:nvSpPr>
          <p:spPr>
            <a:xfrm>
              <a:off x="5043408" y="410927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7D4B5">
                <a:alpha val="100000"/>
              </a:srgbClr>
            </a:solidFill>
            <a:ln w="5420" cap="flat">
              <a:solidFill>
                <a:srgbClr val="77D4B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06" name="pg1906"/>
            <p:cNvSpPr/>
            <p:nvPr/>
          </p:nvSpPr>
          <p:spPr>
            <a:xfrm>
              <a:off x="5055045" y="410927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7D4B5">
                <a:alpha val="100000"/>
              </a:srgbClr>
            </a:solidFill>
            <a:ln w="5420" cap="flat">
              <a:solidFill>
                <a:srgbClr val="77D4B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07" name="pg1907"/>
            <p:cNvSpPr/>
            <p:nvPr/>
          </p:nvSpPr>
          <p:spPr>
            <a:xfrm>
              <a:off x="5066683" y="410927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6D4B4">
                <a:alpha val="100000"/>
              </a:srgbClr>
            </a:solidFill>
            <a:ln w="5420" cap="flat">
              <a:solidFill>
                <a:srgbClr val="76D4B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08" name="pg1908"/>
            <p:cNvSpPr/>
            <p:nvPr/>
          </p:nvSpPr>
          <p:spPr>
            <a:xfrm>
              <a:off x="5078320" y="410927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6D4B4">
                <a:alpha val="100000"/>
              </a:srgbClr>
            </a:solidFill>
            <a:ln w="5420" cap="flat">
              <a:solidFill>
                <a:srgbClr val="76D4B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09" name="pg1909"/>
            <p:cNvSpPr/>
            <p:nvPr/>
          </p:nvSpPr>
          <p:spPr>
            <a:xfrm>
              <a:off x="5089957" y="410927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5D4B4">
                <a:alpha val="100000"/>
              </a:srgbClr>
            </a:solidFill>
            <a:ln w="5420" cap="flat">
              <a:solidFill>
                <a:srgbClr val="75D4B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10" name="pg1910"/>
            <p:cNvSpPr/>
            <p:nvPr/>
          </p:nvSpPr>
          <p:spPr>
            <a:xfrm>
              <a:off x="5101595" y="410927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4D3B4">
                <a:alpha val="100000"/>
              </a:srgbClr>
            </a:solidFill>
            <a:ln w="5420" cap="flat">
              <a:solidFill>
                <a:srgbClr val="74D3B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11" name="pg1911"/>
            <p:cNvSpPr/>
            <p:nvPr/>
          </p:nvSpPr>
          <p:spPr>
            <a:xfrm>
              <a:off x="5113232" y="410927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3D3B3">
                <a:alpha val="100000"/>
              </a:srgbClr>
            </a:solidFill>
            <a:ln w="5420" cap="flat">
              <a:solidFill>
                <a:srgbClr val="73D3B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12" name="pg1912"/>
            <p:cNvSpPr/>
            <p:nvPr/>
          </p:nvSpPr>
          <p:spPr>
            <a:xfrm>
              <a:off x="5124869" y="410927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3D3B3">
                <a:alpha val="100000"/>
              </a:srgbClr>
            </a:solidFill>
            <a:ln w="5420" cap="flat">
              <a:solidFill>
                <a:srgbClr val="73D3B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13" name="pg1913"/>
            <p:cNvSpPr/>
            <p:nvPr/>
          </p:nvSpPr>
          <p:spPr>
            <a:xfrm>
              <a:off x="4973584" y="412357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9D5B6">
                <a:alpha val="100000"/>
              </a:srgbClr>
            </a:solidFill>
            <a:ln w="5420" cap="flat">
              <a:solidFill>
                <a:srgbClr val="79D5B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14" name="pg1914"/>
            <p:cNvSpPr/>
            <p:nvPr/>
          </p:nvSpPr>
          <p:spPr>
            <a:xfrm>
              <a:off x="4985221" y="412357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9D5B6">
                <a:alpha val="100000"/>
              </a:srgbClr>
            </a:solidFill>
            <a:ln w="5420" cap="flat">
              <a:solidFill>
                <a:srgbClr val="79D5B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15" name="pg1915"/>
            <p:cNvSpPr/>
            <p:nvPr/>
          </p:nvSpPr>
          <p:spPr>
            <a:xfrm>
              <a:off x="4996859" y="412357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9D5B5">
                <a:alpha val="100000"/>
              </a:srgbClr>
            </a:solidFill>
            <a:ln w="5420" cap="flat">
              <a:solidFill>
                <a:srgbClr val="79D5B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16" name="pg1916"/>
            <p:cNvSpPr/>
            <p:nvPr/>
          </p:nvSpPr>
          <p:spPr>
            <a:xfrm>
              <a:off x="5008496" y="412357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9D5B5">
                <a:alpha val="100000"/>
              </a:srgbClr>
            </a:solidFill>
            <a:ln w="5420" cap="flat">
              <a:solidFill>
                <a:srgbClr val="79D5B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17" name="pg1917"/>
            <p:cNvSpPr/>
            <p:nvPr/>
          </p:nvSpPr>
          <p:spPr>
            <a:xfrm>
              <a:off x="5020133" y="412357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8D5B5">
                <a:alpha val="100000"/>
              </a:srgbClr>
            </a:solidFill>
            <a:ln w="5420" cap="flat">
              <a:solidFill>
                <a:srgbClr val="78D5B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18" name="pg1918"/>
            <p:cNvSpPr/>
            <p:nvPr/>
          </p:nvSpPr>
          <p:spPr>
            <a:xfrm>
              <a:off x="5031771" y="412357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8D5B5">
                <a:alpha val="100000"/>
              </a:srgbClr>
            </a:solidFill>
            <a:ln w="5420" cap="flat">
              <a:solidFill>
                <a:srgbClr val="78D5B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19" name="pg1919"/>
            <p:cNvSpPr/>
            <p:nvPr/>
          </p:nvSpPr>
          <p:spPr>
            <a:xfrm>
              <a:off x="5043408" y="412357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8D4B5">
                <a:alpha val="100000"/>
              </a:srgbClr>
            </a:solidFill>
            <a:ln w="5420" cap="flat">
              <a:solidFill>
                <a:srgbClr val="78D4B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20" name="pg1920"/>
            <p:cNvSpPr/>
            <p:nvPr/>
          </p:nvSpPr>
          <p:spPr>
            <a:xfrm>
              <a:off x="5055045" y="412357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7D4B5">
                <a:alpha val="100000"/>
              </a:srgbClr>
            </a:solidFill>
            <a:ln w="5420" cap="flat">
              <a:solidFill>
                <a:srgbClr val="77D4B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21" name="pg1921"/>
            <p:cNvSpPr/>
            <p:nvPr/>
          </p:nvSpPr>
          <p:spPr>
            <a:xfrm>
              <a:off x="5066683" y="412357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7D4B5">
                <a:alpha val="100000"/>
              </a:srgbClr>
            </a:solidFill>
            <a:ln w="5420" cap="flat">
              <a:solidFill>
                <a:srgbClr val="77D4B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22" name="pg1922"/>
            <p:cNvSpPr/>
            <p:nvPr/>
          </p:nvSpPr>
          <p:spPr>
            <a:xfrm>
              <a:off x="5078320" y="412357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6D4B4">
                <a:alpha val="100000"/>
              </a:srgbClr>
            </a:solidFill>
            <a:ln w="5420" cap="flat">
              <a:solidFill>
                <a:srgbClr val="76D4B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23" name="pg1923"/>
            <p:cNvSpPr/>
            <p:nvPr/>
          </p:nvSpPr>
          <p:spPr>
            <a:xfrm>
              <a:off x="5089957" y="412357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6D4B4">
                <a:alpha val="100000"/>
              </a:srgbClr>
            </a:solidFill>
            <a:ln w="5420" cap="flat">
              <a:solidFill>
                <a:srgbClr val="76D4B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24" name="pg1924"/>
            <p:cNvSpPr/>
            <p:nvPr/>
          </p:nvSpPr>
          <p:spPr>
            <a:xfrm>
              <a:off x="5101595" y="412357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4D3B4">
                <a:alpha val="100000"/>
              </a:srgbClr>
            </a:solidFill>
            <a:ln w="5420" cap="flat">
              <a:solidFill>
                <a:srgbClr val="74D3B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25" name="pg1925"/>
            <p:cNvSpPr/>
            <p:nvPr/>
          </p:nvSpPr>
          <p:spPr>
            <a:xfrm>
              <a:off x="5113232" y="412357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4D3B3">
                <a:alpha val="100000"/>
              </a:srgbClr>
            </a:solidFill>
            <a:ln w="5420" cap="flat">
              <a:solidFill>
                <a:srgbClr val="74D3B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26" name="pg1926"/>
            <p:cNvSpPr/>
            <p:nvPr/>
          </p:nvSpPr>
          <p:spPr>
            <a:xfrm>
              <a:off x="5124869" y="412357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3D3B3">
                <a:alpha val="100000"/>
              </a:srgbClr>
            </a:solidFill>
            <a:ln w="5420" cap="flat">
              <a:solidFill>
                <a:srgbClr val="73D3B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27" name="pg1927"/>
            <p:cNvSpPr/>
            <p:nvPr/>
          </p:nvSpPr>
          <p:spPr>
            <a:xfrm>
              <a:off x="4973584" y="413787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AD5B6">
                <a:alpha val="100000"/>
              </a:srgbClr>
            </a:solidFill>
            <a:ln w="5420" cap="flat">
              <a:solidFill>
                <a:srgbClr val="7AD5B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28" name="pg1928"/>
            <p:cNvSpPr/>
            <p:nvPr/>
          </p:nvSpPr>
          <p:spPr>
            <a:xfrm>
              <a:off x="4985221" y="413787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AD5B6">
                <a:alpha val="100000"/>
              </a:srgbClr>
            </a:solidFill>
            <a:ln w="5420" cap="flat">
              <a:solidFill>
                <a:srgbClr val="7AD5B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29" name="pg1929"/>
            <p:cNvSpPr/>
            <p:nvPr/>
          </p:nvSpPr>
          <p:spPr>
            <a:xfrm>
              <a:off x="4996859" y="413787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AD5B6">
                <a:alpha val="100000"/>
              </a:srgbClr>
            </a:solidFill>
            <a:ln w="5420" cap="flat">
              <a:solidFill>
                <a:srgbClr val="7AD5B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30" name="pg1930"/>
            <p:cNvSpPr/>
            <p:nvPr/>
          </p:nvSpPr>
          <p:spPr>
            <a:xfrm>
              <a:off x="5008496" y="413787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9D5B6">
                <a:alpha val="100000"/>
              </a:srgbClr>
            </a:solidFill>
            <a:ln w="5420" cap="flat">
              <a:solidFill>
                <a:srgbClr val="79D5B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31" name="pg1931"/>
            <p:cNvSpPr/>
            <p:nvPr/>
          </p:nvSpPr>
          <p:spPr>
            <a:xfrm>
              <a:off x="5020133" y="413787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9D5B6">
                <a:alpha val="100000"/>
              </a:srgbClr>
            </a:solidFill>
            <a:ln w="5420" cap="flat">
              <a:solidFill>
                <a:srgbClr val="79D5B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32" name="pg1932"/>
            <p:cNvSpPr/>
            <p:nvPr/>
          </p:nvSpPr>
          <p:spPr>
            <a:xfrm>
              <a:off x="5031771" y="413787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9D5B5">
                <a:alpha val="100000"/>
              </a:srgbClr>
            </a:solidFill>
            <a:ln w="5420" cap="flat">
              <a:solidFill>
                <a:srgbClr val="79D5B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33" name="pg1933"/>
            <p:cNvSpPr/>
            <p:nvPr/>
          </p:nvSpPr>
          <p:spPr>
            <a:xfrm>
              <a:off x="5043408" y="413787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8D5B5">
                <a:alpha val="100000"/>
              </a:srgbClr>
            </a:solidFill>
            <a:ln w="5420" cap="flat">
              <a:solidFill>
                <a:srgbClr val="78D5B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34" name="pg1934"/>
            <p:cNvSpPr/>
            <p:nvPr/>
          </p:nvSpPr>
          <p:spPr>
            <a:xfrm>
              <a:off x="5055045" y="413787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8D5B5">
                <a:alpha val="100000"/>
              </a:srgbClr>
            </a:solidFill>
            <a:ln w="5420" cap="flat">
              <a:solidFill>
                <a:srgbClr val="78D5B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35" name="pg1935"/>
            <p:cNvSpPr/>
            <p:nvPr/>
          </p:nvSpPr>
          <p:spPr>
            <a:xfrm>
              <a:off x="5066683" y="413787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7D4B5">
                <a:alpha val="100000"/>
              </a:srgbClr>
            </a:solidFill>
            <a:ln w="5420" cap="flat">
              <a:solidFill>
                <a:srgbClr val="77D4B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36" name="pg1936"/>
            <p:cNvSpPr/>
            <p:nvPr/>
          </p:nvSpPr>
          <p:spPr>
            <a:xfrm>
              <a:off x="5078320" y="413787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7D4B4">
                <a:alpha val="100000"/>
              </a:srgbClr>
            </a:solidFill>
            <a:ln w="5420" cap="flat">
              <a:solidFill>
                <a:srgbClr val="77D4B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37" name="pg1937"/>
            <p:cNvSpPr/>
            <p:nvPr/>
          </p:nvSpPr>
          <p:spPr>
            <a:xfrm>
              <a:off x="5089957" y="413787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6D4B4">
                <a:alpha val="100000"/>
              </a:srgbClr>
            </a:solidFill>
            <a:ln w="5420" cap="flat">
              <a:solidFill>
                <a:srgbClr val="76D4B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38" name="pg1938"/>
            <p:cNvSpPr/>
            <p:nvPr/>
          </p:nvSpPr>
          <p:spPr>
            <a:xfrm>
              <a:off x="5101595" y="413787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4D4B4">
                <a:alpha val="100000"/>
              </a:srgbClr>
            </a:solidFill>
            <a:ln w="5420" cap="flat">
              <a:solidFill>
                <a:srgbClr val="74D4B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39" name="pg1939"/>
            <p:cNvSpPr/>
            <p:nvPr/>
          </p:nvSpPr>
          <p:spPr>
            <a:xfrm>
              <a:off x="5113232" y="413787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4D3B3">
                <a:alpha val="100000"/>
              </a:srgbClr>
            </a:solidFill>
            <a:ln w="5420" cap="flat">
              <a:solidFill>
                <a:srgbClr val="74D3B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40" name="pg1940"/>
            <p:cNvSpPr/>
            <p:nvPr/>
          </p:nvSpPr>
          <p:spPr>
            <a:xfrm>
              <a:off x="4961947" y="415217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AD5B6">
                <a:alpha val="100000"/>
              </a:srgbClr>
            </a:solidFill>
            <a:ln w="5420" cap="flat">
              <a:solidFill>
                <a:srgbClr val="7AD5B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41" name="pg1941"/>
            <p:cNvSpPr/>
            <p:nvPr/>
          </p:nvSpPr>
          <p:spPr>
            <a:xfrm>
              <a:off x="4973584" y="415217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AD5B6">
                <a:alpha val="100000"/>
              </a:srgbClr>
            </a:solidFill>
            <a:ln w="5420" cap="flat">
              <a:solidFill>
                <a:srgbClr val="7AD5B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42" name="pg1942"/>
            <p:cNvSpPr/>
            <p:nvPr/>
          </p:nvSpPr>
          <p:spPr>
            <a:xfrm>
              <a:off x="4985221" y="415217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AD5B6">
                <a:alpha val="100000"/>
              </a:srgbClr>
            </a:solidFill>
            <a:ln w="5420" cap="flat">
              <a:solidFill>
                <a:srgbClr val="7AD5B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43" name="pg1943"/>
            <p:cNvSpPr/>
            <p:nvPr/>
          </p:nvSpPr>
          <p:spPr>
            <a:xfrm>
              <a:off x="4996859" y="415217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AD5B6">
                <a:alpha val="100000"/>
              </a:srgbClr>
            </a:solidFill>
            <a:ln w="5420" cap="flat">
              <a:solidFill>
                <a:srgbClr val="7AD5B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44" name="pg1944"/>
            <p:cNvSpPr/>
            <p:nvPr/>
          </p:nvSpPr>
          <p:spPr>
            <a:xfrm>
              <a:off x="5008496" y="415217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AD5B6">
                <a:alpha val="100000"/>
              </a:srgbClr>
            </a:solidFill>
            <a:ln w="5420" cap="flat">
              <a:solidFill>
                <a:srgbClr val="7AD5B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45" name="pg1945"/>
            <p:cNvSpPr/>
            <p:nvPr/>
          </p:nvSpPr>
          <p:spPr>
            <a:xfrm>
              <a:off x="5020133" y="415217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AD5B6">
                <a:alpha val="100000"/>
              </a:srgbClr>
            </a:solidFill>
            <a:ln w="5420" cap="flat">
              <a:solidFill>
                <a:srgbClr val="7AD5B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46" name="pg1946"/>
            <p:cNvSpPr/>
            <p:nvPr/>
          </p:nvSpPr>
          <p:spPr>
            <a:xfrm>
              <a:off x="5031771" y="415217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9D5B6">
                <a:alpha val="100000"/>
              </a:srgbClr>
            </a:solidFill>
            <a:ln w="5420" cap="flat">
              <a:solidFill>
                <a:srgbClr val="79D5B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47" name="pg1947"/>
            <p:cNvSpPr/>
            <p:nvPr/>
          </p:nvSpPr>
          <p:spPr>
            <a:xfrm>
              <a:off x="5043408" y="415217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9D5B5">
                <a:alpha val="100000"/>
              </a:srgbClr>
            </a:solidFill>
            <a:ln w="5420" cap="flat">
              <a:solidFill>
                <a:srgbClr val="79D5B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48" name="pg1948"/>
            <p:cNvSpPr/>
            <p:nvPr/>
          </p:nvSpPr>
          <p:spPr>
            <a:xfrm>
              <a:off x="5055045" y="415217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8D5B5">
                <a:alpha val="100000"/>
              </a:srgbClr>
            </a:solidFill>
            <a:ln w="5420" cap="flat">
              <a:solidFill>
                <a:srgbClr val="78D5B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49" name="pg1949"/>
            <p:cNvSpPr/>
            <p:nvPr/>
          </p:nvSpPr>
          <p:spPr>
            <a:xfrm>
              <a:off x="5066683" y="415217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8D4B5">
                <a:alpha val="100000"/>
              </a:srgbClr>
            </a:solidFill>
            <a:ln w="5420" cap="flat">
              <a:solidFill>
                <a:srgbClr val="78D4B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50" name="pg1950"/>
            <p:cNvSpPr/>
            <p:nvPr/>
          </p:nvSpPr>
          <p:spPr>
            <a:xfrm>
              <a:off x="5078320" y="415217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7D4B5">
                <a:alpha val="100000"/>
              </a:srgbClr>
            </a:solidFill>
            <a:ln w="5420" cap="flat">
              <a:solidFill>
                <a:srgbClr val="77D4B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51" name="pg1951"/>
            <p:cNvSpPr/>
            <p:nvPr/>
          </p:nvSpPr>
          <p:spPr>
            <a:xfrm>
              <a:off x="5089957" y="415217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6D4B4">
                <a:alpha val="100000"/>
              </a:srgbClr>
            </a:solidFill>
            <a:ln w="5420" cap="flat">
              <a:solidFill>
                <a:srgbClr val="76D4B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52" name="pg1952"/>
            <p:cNvSpPr/>
            <p:nvPr/>
          </p:nvSpPr>
          <p:spPr>
            <a:xfrm>
              <a:off x="5101595" y="415217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5D4B4">
                <a:alpha val="100000"/>
              </a:srgbClr>
            </a:solidFill>
            <a:ln w="5420" cap="flat">
              <a:solidFill>
                <a:srgbClr val="75D4B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53" name="pg1953"/>
            <p:cNvSpPr/>
            <p:nvPr/>
          </p:nvSpPr>
          <p:spPr>
            <a:xfrm>
              <a:off x="4950309" y="416647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9D5B5">
                <a:alpha val="100000"/>
              </a:srgbClr>
            </a:solidFill>
            <a:ln w="5420" cap="flat">
              <a:solidFill>
                <a:srgbClr val="79D5B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54" name="pg1954"/>
            <p:cNvSpPr/>
            <p:nvPr/>
          </p:nvSpPr>
          <p:spPr>
            <a:xfrm>
              <a:off x="4961947" y="416647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9D5B5">
                <a:alpha val="100000"/>
              </a:srgbClr>
            </a:solidFill>
            <a:ln w="5420" cap="flat">
              <a:solidFill>
                <a:srgbClr val="79D5B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55" name="pg1955"/>
            <p:cNvSpPr/>
            <p:nvPr/>
          </p:nvSpPr>
          <p:spPr>
            <a:xfrm>
              <a:off x="4973584" y="416647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9D5B6">
                <a:alpha val="100000"/>
              </a:srgbClr>
            </a:solidFill>
            <a:ln w="5420" cap="flat">
              <a:solidFill>
                <a:srgbClr val="79D5B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56" name="pg1956"/>
            <p:cNvSpPr/>
            <p:nvPr/>
          </p:nvSpPr>
          <p:spPr>
            <a:xfrm>
              <a:off x="4985221" y="416647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AD5B6">
                <a:alpha val="100000"/>
              </a:srgbClr>
            </a:solidFill>
            <a:ln w="5420" cap="flat">
              <a:solidFill>
                <a:srgbClr val="7AD5B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57" name="pg1957"/>
            <p:cNvSpPr/>
            <p:nvPr/>
          </p:nvSpPr>
          <p:spPr>
            <a:xfrm>
              <a:off x="4996859" y="416647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AD5B6">
                <a:alpha val="100000"/>
              </a:srgbClr>
            </a:solidFill>
            <a:ln w="5420" cap="flat">
              <a:solidFill>
                <a:srgbClr val="7AD5B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58" name="pg1958"/>
            <p:cNvSpPr/>
            <p:nvPr/>
          </p:nvSpPr>
          <p:spPr>
            <a:xfrm>
              <a:off x="5008496" y="416647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BD5B6">
                <a:alpha val="100000"/>
              </a:srgbClr>
            </a:solidFill>
            <a:ln w="5420" cap="flat">
              <a:solidFill>
                <a:srgbClr val="7BD5B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59" name="pg1959"/>
            <p:cNvSpPr/>
            <p:nvPr/>
          </p:nvSpPr>
          <p:spPr>
            <a:xfrm>
              <a:off x="5020133" y="416647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AD5B6">
                <a:alpha val="100000"/>
              </a:srgbClr>
            </a:solidFill>
            <a:ln w="5420" cap="flat">
              <a:solidFill>
                <a:srgbClr val="7AD5B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60" name="pg1960"/>
            <p:cNvSpPr/>
            <p:nvPr/>
          </p:nvSpPr>
          <p:spPr>
            <a:xfrm>
              <a:off x="5031771" y="416647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AD5B6">
                <a:alpha val="100000"/>
              </a:srgbClr>
            </a:solidFill>
            <a:ln w="5420" cap="flat">
              <a:solidFill>
                <a:srgbClr val="7AD5B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61" name="pg1961"/>
            <p:cNvSpPr/>
            <p:nvPr/>
          </p:nvSpPr>
          <p:spPr>
            <a:xfrm>
              <a:off x="5043408" y="416647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AD5B6">
                <a:alpha val="100000"/>
              </a:srgbClr>
            </a:solidFill>
            <a:ln w="5420" cap="flat">
              <a:solidFill>
                <a:srgbClr val="7AD5B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62" name="pg1962"/>
            <p:cNvSpPr/>
            <p:nvPr/>
          </p:nvSpPr>
          <p:spPr>
            <a:xfrm>
              <a:off x="5055045" y="416647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9D5B5">
                <a:alpha val="100000"/>
              </a:srgbClr>
            </a:solidFill>
            <a:ln w="5420" cap="flat">
              <a:solidFill>
                <a:srgbClr val="79D5B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63" name="pg1963"/>
            <p:cNvSpPr/>
            <p:nvPr/>
          </p:nvSpPr>
          <p:spPr>
            <a:xfrm>
              <a:off x="5066683" y="416647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8D5B5">
                <a:alpha val="100000"/>
              </a:srgbClr>
            </a:solidFill>
            <a:ln w="5420" cap="flat">
              <a:solidFill>
                <a:srgbClr val="78D5B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64" name="pg1964"/>
            <p:cNvSpPr/>
            <p:nvPr/>
          </p:nvSpPr>
          <p:spPr>
            <a:xfrm>
              <a:off x="5078320" y="416647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7D4B5">
                <a:alpha val="100000"/>
              </a:srgbClr>
            </a:solidFill>
            <a:ln w="5420" cap="flat">
              <a:solidFill>
                <a:srgbClr val="77D4B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65" name="pg1965"/>
            <p:cNvSpPr/>
            <p:nvPr/>
          </p:nvSpPr>
          <p:spPr>
            <a:xfrm>
              <a:off x="4927035" y="418077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AD5B6">
                <a:alpha val="100000"/>
              </a:srgbClr>
            </a:solidFill>
            <a:ln w="5420" cap="flat">
              <a:solidFill>
                <a:srgbClr val="7AD5B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66" name="pg1966"/>
            <p:cNvSpPr/>
            <p:nvPr/>
          </p:nvSpPr>
          <p:spPr>
            <a:xfrm>
              <a:off x="4938672" y="418077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8D5B5">
                <a:alpha val="100000"/>
              </a:srgbClr>
            </a:solidFill>
            <a:ln w="5420" cap="flat">
              <a:solidFill>
                <a:srgbClr val="78D5B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67" name="pg1967"/>
            <p:cNvSpPr/>
            <p:nvPr/>
          </p:nvSpPr>
          <p:spPr>
            <a:xfrm>
              <a:off x="4950309" y="418077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7D4B5">
                <a:alpha val="100000"/>
              </a:srgbClr>
            </a:solidFill>
            <a:ln w="5420" cap="flat">
              <a:solidFill>
                <a:srgbClr val="77D4B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68" name="pg1968"/>
            <p:cNvSpPr/>
            <p:nvPr/>
          </p:nvSpPr>
          <p:spPr>
            <a:xfrm>
              <a:off x="4961947" y="418077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7D4B5">
                <a:alpha val="100000"/>
              </a:srgbClr>
            </a:solidFill>
            <a:ln w="5420" cap="flat">
              <a:solidFill>
                <a:srgbClr val="77D4B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69" name="pg1969"/>
            <p:cNvSpPr/>
            <p:nvPr/>
          </p:nvSpPr>
          <p:spPr>
            <a:xfrm>
              <a:off x="4973584" y="418077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8D5B5">
                <a:alpha val="100000"/>
              </a:srgbClr>
            </a:solidFill>
            <a:ln w="5420" cap="flat">
              <a:solidFill>
                <a:srgbClr val="78D5B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70" name="pg1970"/>
            <p:cNvSpPr/>
            <p:nvPr/>
          </p:nvSpPr>
          <p:spPr>
            <a:xfrm>
              <a:off x="4985221" y="418077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AD5B6">
                <a:alpha val="100000"/>
              </a:srgbClr>
            </a:solidFill>
            <a:ln w="5420" cap="flat">
              <a:solidFill>
                <a:srgbClr val="7AD5B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71" name="pg1971"/>
            <p:cNvSpPr/>
            <p:nvPr/>
          </p:nvSpPr>
          <p:spPr>
            <a:xfrm>
              <a:off x="4996859" y="418077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BD5B6">
                <a:alpha val="100000"/>
              </a:srgbClr>
            </a:solidFill>
            <a:ln w="5420" cap="flat">
              <a:solidFill>
                <a:srgbClr val="7BD5B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72" name="pg1972"/>
            <p:cNvSpPr/>
            <p:nvPr/>
          </p:nvSpPr>
          <p:spPr>
            <a:xfrm>
              <a:off x="5008496" y="418077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BD5B6">
                <a:alpha val="100000"/>
              </a:srgbClr>
            </a:solidFill>
            <a:ln w="5420" cap="flat">
              <a:solidFill>
                <a:srgbClr val="7BD5B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73" name="pg1973"/>
            <p:cNvSpPr/>
            <p:nvPr/>
          </p:nvSpPr>
          <p:spPr>
            <a:xfrm>
              <a:off x="5020133" y="418077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BD5B6">
                <a:alpha val="100000"/>
              </a:srgbClr>
            </a:solidFill>
            <a:ln w="5420" cap="flat">
              <a:solidFill>
                <a:srgbClr val="7BD5B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74" name="pg1974"/>
            <p:cNvSpPr/>
            <p:nvPr/>
          </p:nvSpPr>
          <p:spPr>
            <a:xfrm>
              <a:off x="4915397" y="419507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DD6B7">
                <a:alpha val="100000"/>
              </a:srgbClr>
            </a:solidFill>
            <a:ln w="5420" cap="flat">
              <a:solidFill>
                <a:srgbClr val="7DD6B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75" name="pg1975"/>
            <p:cNvSpPr/>
            <p:nvPr/>
          </p:nvSpPr>
          <p:spPr>
            <a:xfrm>
              <a:off x="4927035" y="419507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AD5B6">
                <a:alpha val="100000"/>
              </a:srgbClr>
            </a:solidFill>
            <a:ln w="5420" cap="flat">
              <a:solidFill>
                <a:srgbClr val="7AD5B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76" name="pg1976"/>
            <p:cNvSpPr/>
            <p:nvPr/>
          </p:nvSpPr>
          <p:spPr>
            <a:xfrm>
              <a:off x="4938672" y="419507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6D4B4">
                <a:alpha val="100000"/>
              </a:srgbClr>
            </a:solidFill>
            <a:ln w="5420" cap="flat">
              <a:solidFill>
                <a:srgbClr val="76D4B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77" name="pg1977"/>
            <p:cNvSpPr/>
            <p:nvPr/>
          </p:nvSpPr>
          <p:spPr>
            <a:xfrm>
              <a:off x="4950309" y="419507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3D3B3">
                <a:alpha val="100000"/>
              </a:srgbClr>
            </a:solidFill>
            <a:ln w="5420" cap="flat">
              <a:solidFill>
                <a:srgbClr val="73D3B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78" name="pg1978"/>
            <p:cNvSpPr/>
            <p:nvPr/>
          </p:nvSpPr>
          <p:spPr>
            <a:xfrm>
              <a:off x="4961947" y="419507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4D3B3">
                <a:alpha val="100000"/>
              </a:srgbClr>
            </a:solidFill>
            <a:ln w="5420" cap="flat">
              <a:solidFill>
                <a:srgbClr val="74D3B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79" name="pg1979"/>
            <p:cNvSpPr/>
            <p:nvPr/>
          </p:nvSpPr>
          <p:spPr>
            <a:xfrm>
              <a:off x="4973584" y="419507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6D4B4">
                <a:alpha val="100000"/>
              </a:srgbClr>
            </a:solidFill>
            <a:ln w="5420" cap="flat">
              <a:solidFill>
                <a:srgbClr val="76D4B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80" name="pg1980"/>
            <p:cNvSpPr/>
            <p:nvPr/>
          </p:nvSpPr>
          <p:spPr>
            <a:xfrm>
              <a:off x="4985221" y="419507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BD5B6">
                <a:alpha val="100000"/>
              </a:srgbClr>
            </a:solidFill>
            <a:ln w="5420" cap="flat">
              <a:solidFill>
                <a:srgbClr val="7BD5B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81" name="pg1981"/>
            <p:cNvSpPr/>
            <p:nvPr/>
          </p:nvSpPr>
          <p:spPr>
            <a:xfrm>
              <a:off x="4996859" y="419507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BD6B6">
                <a:alpha val="100000"/>
              </a:srgbClr>
            </a:solidFill>
            <a:ln w="5420" cap="flat">
              <a:solidFill>
                <a:srgbClr val="7BD6B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82" name="pg1982"/>
            <p:cNvSpPr/>
            <p:nvPr/>
          </p:nvSpPr>
          <p:spPr>
            <a:xfrm>
              <a:off x="4892123" y="420937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85D8BA">
                <a:alpha val="100000"/>
              </a:srgbClr>
            </a:solidFill>
            <a:ln w="5420" cap="flat">
              <a:solidFill>
                <a:srgbClr val="85D8B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83" name="pg1983"/>
            <p:cNvSpPr/>
            <p:nvPr/>
          </p:nvSpPr>
          <p:spPr>
            <a:xfrm>
              <a:off x="4903760" y="420937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85D8BA">
                <a:alpha val="100000"/>
              </a:srgbClr>
            </a:solidFill>
            <a:ln w="5420" cap="flat">
              <a:solidFill>
                <a:srgbClr val="85D8B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84" name="pg1984"/>
            <p:cNvSpPr/>
            <p:nvPr/>
          </p:nvSpPr>
          <p:spPr>
            <a:xfrm>
              <a:off x="4915397" y="420937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81D7B9">
                <a:alpha val="100000"/>
              </a:srgbClr>
            </a:solidFill>
            <a:ln w="5420" cap="flat">
              <a:solidFill>
                <a:srgbClr val="81D7B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85" name="pg1985"/>
            <p:cNvSpPr/>
            <p:nvPr/>
          </p:nvSpPr>
          <p:spPr>
            <a:xfrm>
              <a:off x="4927035" y="420937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CD6B7">
                <a:alpha val="100000"/>
              </a:srgbClr>
            </a:solidFill>
            <a:ln w="5420" cap="flat">
              <a:solidFill>
                <a:srgbClr val="7CD6B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86" name="pg1986"/>
            <p:cNvSpPr/>
            <p:nvPr/>
          </p:nvSpPr>
          <p:spPr>
            <a:xfrm>
              <a:off x="4938672" y="420937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3D3B3">
                <a:alpha val="100000"/>
              </a:srgbClr>
            </a:solidFill>
            <a:ln w="5420" cap="flat">
              <a:solidFill>
                <a:srgbClr val="73D3B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87" name="pg1987"/>
            <p:cNvSpPr/>
            <p:nvPr/>
          </p:nvSpPr>
          <p:spPr>
            <a:xfrm>
              <a:off x="4950309" y="420937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CD1B0">
                <a:alpha val="100000"/>
              </a:srgbClr>
            </a:solidFill>
            <a:ln w="5420" cap="flat">
              <a:solidFill>
                <a:srgbClr val="6CD1B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88" name="pg1988"/>
            <p:cNvSpPr/>
            <p:nvPr/>
          </p:nvSpPr>
          <p:spPr>
            <a:xfrm>
              <a:off x="4961947" y="420937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FD2B2">
                <a:alpha val="100000"/>
              </a:srgbClr>
            </a:solidFill>
            <a:ln w="5420" cap="flat">
              <a:solidFill>
                <a:srgbClr val="6FD2B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89" name="pg1989"/>
            <p:cNvSpPr/>
            <p:nvPr/>
          </p:nvSpPr>
          <p:spPr>
            <a:xfrm>
              <a:off x="4973584" y="420937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5D4B4">
                <a:alpha val="100000"/>
              </a:srgbClr>
            </a:solidFill>
            <a:ln w="5420" cap="flat">
              <a:solidFill>
                <a:srgbClr val="75D4B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90" name="pg1990"/>
            <p:cNvSpPr/>
            <p:nvPr/>
          </p:nvSpPr>
          <p:spPr>
            <a:xfrm>
              <a:off x="4985221" y="420937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BD6B6">
                <a:alpha val="100000"/>
              </a:srgbClr>
            </a:solidFill>
            <a:ln w="5420" cap="flat">
              <a:solidFill>
                <a:srgbClr val="7BD6B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91" name="pg1991"/>
            <p:cNvSpPr/>
            <p:nvPr/>
          </p:nvSpPr>
          <p:spPr>
            <a:xfrm>
              <a:off x="4857211" y="422367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84D8BA">
                <a:alpha val="100000"/>
              </a:srgbClr>
            </a:solidFill>
            <a:ln w="5420" cap="flat">
              <a:solidFill>
                <a:srgbClr val="84D8B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92" name="pg1992"/>
            <p:cNvSpPr/>
            <p:nvPr/>
          </p:nvSpPr>
          <p:spPr>
            <a:xfrm>
              <a:off x="4868848" y="422367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85D8BA">
                <a:alpha val="100000"/>
              </a:srgbClr>
            </a:solidFill>
            <a:ln w="5420" cap="flat">
              <a:solidFill>
                <a:srgbClr val="85D8B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93" name="pg1993"/>
            <p:cNvSpPr/>
            <p:nvPr/>
          </p:nvSpPr>
          <p:spPr>
            <a:xfrm>
              <a:off x="4880485" y="422367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85D9BB">
                <a:alpha val="100000"/>
              </a:srgbClr>
            </a:solidFill>
            <a:ln w="5420" cap="flat">
              <a:solidFill>
                <a:srgbClr val="85D9B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94" name="pg1994"/>
            <p:cNvSpPr/>
            <p:nvPr/>
          </p:nvSpPr>
          <p:spPr>
            <a:xfrm>
              <a:off x="4892123" y="422367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86D9BB">
                <a:alpha val="100000"/>
              </a:srgbClr>
            </a:solidFill>
            <a:ln w="5420" cap="flat">
              <a:solidFill>
                <a:srgbClr val="86D9B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95" name="pg1995"/>
            <p:cNvSpPr/>
            <p:nvPr/>
          </p:nvSpPr>
          <p:spPr>
            <a:xfrm>
              <a:off x="4903760" y="422367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87D9BB">
                <a:alpha val="100000"/>
              </a:srgbClr>
            </a:solidFill>
            <a:ln w="5420" cap="flat">
              <a:solidFill>
                <a:srgbClr val="87D9B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96" name="pg1996"/>
            <p:cNvSpPr/>
            <p:nvPr/>
          </p:nvSpPr>
          <p:spPr>
            <a:xfrm>
              <a:off x="4915397" y="422367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88D9BC">
                <a:alpha val="100000"/>
              </a:srgbClr>
            </a:solidFill>
            <a:ln w="5420" cap="flat">
              <a:solidFill>
                <a:srgbClr val="88D9B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97" name="pg1997"/>
            <p:cNvSpPr/>
            <p:nvPr/>
          </p:nvSpPr>
          <p:spPr>
            <a:xfrm>
              <a:off x="4927035" y="422367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86D9BB">
                <a:alpha val="100000"/>
              </a:srgbClr>
            </a:solidFill>
            <a:ln w="5420" cap="flat">
              <a:solidFill>
                <a:srgbClr val="86D9B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98" name="pg1998"/>
            <p:cNvSpPr/>
            <p:nvPr/>
          </p:nvSpPr>
          <p:spPr>
            <a:xfrm>
              <a:off x="4938672" y="422367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DD6B7">
                <a:alpha val="100000"/>
              </a:srgbClr>
            </a:solidFill>
            <a:ln w="5420" cap="flat">
              <a:solidFill>
                <a:srgbClr val="7DD6B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99" name="pg1999"/>
            <p:cNvSpPr/>
            <p:nvPr/>
          </p:nvSpPr>
          <p:spPr>
            <a:xfrm>
              <a:off x="4950309" y="422367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0D2B2">
                <a:alpha val="100000"/>
              </a:srgbClr>
            </a:solidFill>
            <a:ln w="5420" cap="flat">
              <a:solidFill>
                <a:srgbClr val="70D2B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00" name="pg2000"/>
            <p:cNvSpPr/>
            <p:nvPr/>
          </p:nvSpPr>
          <p:spPr>
            <a:xfrm>
              <a:off x="4961947" y="422367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3D3B3">
                <a:alpha val="100000"/>
              </a:srgbClr>
            </a:solidFill>
            <a:ln w="5420" cap="flat">
              <a:solidFill>
                <a:srgbClr val="73D3B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01" name="pg2001"/>
            <p:cNvSpPr/>
            <p:nvPr/>
          </p:nvSpPr>
          <p:spPr>
            <a:xfrm>
              <a:off x="4973584" y="422367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9D5B6">
                <a:alpha val="100000"/>
              </a:srgbClr>
            </a:solidFill>
            <a:ln w="5420" cap="flat">
              <a:solidFill>
                <a:srgbClr val="79D5B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02" name="pg2002"/>
            <p:cNvSpPr/>
            <p:nvPr/>
          </p:nvSpPr>
          <p:spPr>
            <a:xfrm>
              <a:off x="4833936" y="423797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87D9BB">
                <a:alpha val="100000"/>
              </a:srgbClr>
            </a:solidFill>
            <a:ln w="5420" cap="flat">
              <a:solidFill>
                <a:srgbClr val="87D9B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03" name="pg2003"/>
            <p:cNvSpPr/>
            <p:nvPr/>
          </p:nvSpPr>
          <p:spPr>
            <a:xfrm>
              <a:off x="4845573" y="423797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87D9BB">
                <a:alpha val="100000"/>
              </a:srgbClr>
            </a:solidFill>
            <a:ln w="5420" cap="flat">
              <a:solidFill>
                <a:srgbClr val="87D9B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04" name="pg2004"/>
            <p:cNvSpPr/>
            <p:nvPr/>
          </p:nvSpPr>
          <p:spPr>
            <a:xfrm>
              <a:off x="4857211" y="423797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86D9BB">
                <a:alpha val="100000"/>
              </a:srgbClr>
            </a:solidFill>
            <a:ln w="5420" cap="flat">
              <a:solidFill>
                <a:srgbClr val="86D9B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05" name="pg2005"/>
            <p:cNvSpPr/>
            <p:nvPr/>
          </p:nvSpPr>
          <p:spPr>
            <a:xfrm>
              <a:off x="4868848" y="423797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87D9BB">
                <a:alpha val="100000"/>
              </a:srgbClr>
            </a:solidFill>
            <a:ln w="5420" cap="flat">
              <a:solidFill>
                <a:srgbClr val="87D9B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06" name="pg2006"/>
            <p:cNvSpPr/>
            <p:nvPr/>
          </p:nvSpPr>
          <p:spPr>
            <a:xfrm>
              <a:off x="4880485" y="423797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88D9BC">
                <a:alpha val="100000"/>
              </a:srgbClr>
            </a:solidFill>
            <a:ln w="5420" cap="flat">
              <a:solidFill>
                <a:srgbClr val="88D9B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07" name="pg2007"/>
            <p:cNvSpPr/>
            <p:nvPr/>
          </p:nvSpPr>
          <p:spPr>
            <a:xfrm>
              <a:off x="4892123" y="423797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8BDABD">
                <a:alpha val="100000"/>
              </a:srgbClr>
            </a:solidFill>
            <a:ln w="5420" cap="flat">
              <a:solidFill>
                <a:srgbClr val="8BDAB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08" name="pg2008"/>
            <p:cNvSpPr/>
            <p:nvPr/>
          </p:nvSpPr>
          <p:spPr>
            <a:xfrm>
              <a:off x="4903760" y="423797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8EDBBE">
                <a:alpha val="100000"/>
              </a:srgbClr>
            </a:solidFill>
            <a:ln w="5420" cap="flat">
              <a:solidFill>
                <a:srgbClr val="8EDBB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09" name="pg2009"/>
            <p:cNvSpPr/>
            <p:nvPr/>
          </p:nvSpPr>
          <p:spPr>
            <a:xfrm>
              <a:off x="4915397" y="423797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93DDC1">
                <a:alpha val="100000"/>
              </a:srgbClr>
            </a:solidFill>
            <a:ln w="5420" cap="flat">
              <a:solidFill>
                <a:srgbClr val="93DDC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10" name="pg2010"/>
            <p:cNvSpPr/>
            <p:nvPr/>
          </p:nvSpPr>
          <p:spPr>
            <a:xfrm>
              <a:off x="4927035" y="423797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99DFC3">
                <a:alpha val="100000"/>
              </a:srgbClr>
            </a:solidFill>
            <a:ln w="5420" cap="flat">
              <a:solidFill>
                <a:srgbClr val="99DFC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11" name="pg2011"/>
            <p:cNvSpPr/>
            <p:nvPr/>
          </p:nvSpPr>
          <p:spPr>
            <a:xfrm>
              <a:off x="4938672" y="423797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9EE0C6">
                <a:alpha val="100000"/>
              </a:srgbClr>
            </a:solidFill>
            <a:ln w="5420" cap="flat">
              <a:solidFill>
                <a:srgbClr val="9EE0C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12" name="pg2012"/>
            <p:cNvSpPr/>
            <p:nvPr/>
          </p:nvSpPr>
          <p:spPr>
            <a:xfrm>
              <a:off x="4950309" y="423797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9BDFC4">
                <a:alpha val="100000"/>
              </a:srgbClr>
            </a:solidFill>
            <a:ln w="5420" cap="flat">
              <a:solidFill>
                <a:srgbClr val="9BDFC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13" name="pg2013"/>
            <p:cNvSpPr/>
            <p:nvPr/>
          </p:nvSpPr>
          <p:spPr>
            <a:xfrm>
              <a:off x="4961947" y="423797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92DCC0">
                <a:alpha val="100000"/>
              </a:srgbClr>
            </a:solidFill>
            <a:ln w="5420" cap="flat">
              <a:solidFill>
                <a:srgbClr val="92DCC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14" name="pg2014"/>
            <p:cNvSpPr/>
            <p:nvPr/>
          </p:nvSpPr>
          <p:spPr>
            <a:xfrm>
              <a:off x="4822299" y="425227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89DABC">
                <a:alpha val="100000"/>
              </a:srgbClr>
            </a:solidFill>
            <a:ln w="5420" cap="flat">
              <a:solidFill>
                <a:srgbClr val="89DAB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15" name="pg2015"/>
            <p:cNvSpPr/>
            <p:nvPr/>
          </p:nvSpPr>
          <p:spPr>
            <a:xfrm>
              <a:off x="4833936" y="425227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89DABC">
                <a:alpha val="100000"/>
              </a:srgbClr>
            </a:solidFill>
            <a:ln w="5420" cap="flat">
              <a:solidFill>
                <a:srgbClr val="89DAB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16" name="pg2016"/>
            <p:cNvSpPr/>
            <p:nvPr/>
          </p:nvSpPr>
          <p:spPr>
            <a:xfrm>
              <a:off x="4845573" y="425227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89DABC">
                <a:alpha val="100000"/>
              </a:srgbClr>
            </a:solidFill>
            <a:ln w="5420" cap="flat">
              <a:solidFill>
                <a:srgbClr val="89DAB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17" name="pg2017"/>
            <p:cNvSpPr/>
            <p:nvPr/>
          </p:nvSpPr>
          <p:spPr>
            <a:xfrm>
              <a:off x="4857211" y="425227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88D9BC">
                <a:alpha val="100000"/>
              </a:srgbClr>
            </a:solidFill>
            <a:ln w="5420" cap="flat">
              <a:solidFill>
                <a:srgbClr val="88D9B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18" name="pg2018"/>
            <p:cNvSpPr/>
            <p:nvPr/>
          </p:nvSpPr>
          <p:spPr>
            <a:xfrm>
              <a:off x="4868848" y="425227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88D9BC">
                <a:alpha val="100000"/>
              </a:srgbClr>
            </a:solidFill>
            <a:ln w="5420" cap="flat">
              <a:solidFill>
                <a:srgbClr val="88D9B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19" name="pg2019"/>
            <p:cNvSpPr/>
            <p:nvPr/>
          </p:nvSpPr>
          <p:spPr>
            <a:xfrm>
              <a:off x="4880485" y="425227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89DABC">
                <a:alpha val="100000"/>
              </a:srgbClr>
            </a:solidFill>
            <a:ln w="5420" cap="flat">
              <a:solidFill>
                <a:srgbClr val="89DAB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20" name="pg2020"/>
            <p:cNvSpPr/>
            <p:nvPr/>
          </p:nvSpPr>
          <p:spPr>
            <a:xfrm>
              <a:off x="4892123" y="425227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8BDABD">
                <a:alpha val="100000"/>
              </a:srgbClr>
            </a:solidFill>
            <a:ln w="5420" cap="flat">
              <a:solidFill>
                <a:srgbClr val="8BDAB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21" name="pg2021"/>
            <p:cNvSpPr/>
            <p:nvPr/>
          </p:nvSpPr>
          <p:spPr>
            <a:xfrm>
              <a:off x="4903760" y="425227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8EDBBE">
                <a:alpha val="100000"/>
              </a:srgbClr>
            </a:solidFill>
            <a:ln w="5420" cap="flat">
              <a:solidFill>
                <a:srgbClr val="8EDBB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22" name="pg2022"/>
            <p:cNvSpPr/>
            <p:nvPr/>
          </p:nvSpPr>
          <p:spPr>
            <a:xfrm>
              <a:off x="4915397" y="425227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91DCC0">
                <a:alpha val="100000"/>
              </a:srgbClr>
            </a:solidFill>
            <a:ln w="5420" cap="flat">
              <a:solidFill>
                <a:srgbClr val="91DCC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23" name="pg2023"/>
            <p:cNvSpPr/>
            <p:nvPr/>
          </p:nvSpPr>
          <p:spPr>
            <a:xfrm>
              <a:off x="4927035" y="425227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95DDC2">
                <a:alpha val="100000"/>
              </a:srgbClr>
            </a:solidFill>
            <a:ln w="5420" cap="flat">
              <a:solidFill>
                <a:srgbClr val="95DDC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24" name="pg2024"/>
            <p:cNvSpPr/>
            <p:nvPr/>
          </p:nvSpPr>
          <p:spPr>
            <a:xfrm>
              <a:off x="4938672" y="425227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97DEC2">
                <a:alpha val="100000"/>
              </a:srgbClr>
            </a:solidFill>
            <a:ln w="5420" cap="flat">
              <a:solidFill>
                <a:srgbClr val="97DEC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25" name="pg2025"/>
            <p:cNvSpPr/>
            <p:nvPr/>
          </p:nvSpPr>
          <p:spPr>
            <a:xfrm>
              <a:off x="4950309" y="425227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96DEC2">
                <a:alpha val="100000"/>
              </a:srgbClr>
            </a:solidFill>
            <a:ln w="5420" cap="flat">
              <a:solidFill>
                <a:srgbClr val="96DEC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26" name="pg2026"/>
            <p:cNvSpPr/>
            <p:nvPr/>
          </p:nvSpPr>
          <p:spPr>
            <a:xfrm>
              <a:off x="4961947" y="425227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92DCC0">
                <a:alpha val="100000"/>
              </a:srgbClr>
            </a:solidFill>
            <a:ln w="5420" cap="flat">
              <a:solidFill>
                <a:srgbClr val="92DCC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27" name="pg2027"/>
            <p:cNvSpPr/>
            <p:nvPr/>
          </p:nvSpPr>
          <p:spPr>
            <a:xfrm>
              <a:off x="4810661" y="426657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8BDABD">
                <a:alpha val="100000"/>
              </a:srgbClr>
            </a:solidFill>
            <a:ln w="5420" cap="flat">
              <a:solidFill>
                <a:srgbClr val="8BDAB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28" name="pg2028"/>
            <p:cNvSpPr/>
            <p:nvPr/>
          </p:nvSpPr>
          <p:spPr>
            <a:xfrm>
              <a:off x="4822299" y="426657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8CDBBE">
                <a:alpha val="100000"/>
              </a:srgbClr>
            </a:solidFill>
            <a:ln w="5420" cap="flat">
              <a:solidFill>
                <a:srgbClr val="8CDBB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29" name="pg2029"/>
            <p:cNvSpPr/>
            <p:nvPr/>
          </p:nvSpPr>
          <p:spPr>
            <a:xfrm>
              <a:off x="4833936" y="426657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8CDABD">
                <a:alpha val="100000"/>
              </a:srgbClr>
            </a:solidFill>
            <a:ln w="5420" cap="flat">
              <a:solidFill>
                <a:srgbClr val="8CDAB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30" name="pg2030"/>
            <p:cNvSpPr/>
            <p:nvPr/>
          </p:nvSpPr>
          <p:spPr>
            <a:xfrm>
              <a:off x="4845573" y="426657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8BDABD">
                <a:alpha val="100000"/>
              </a:srgbClr>
            </a:solidFill>
            <a:ln w="5420" cap="flat">
              <a:solidFill>
                <a:srgbClr val="8BDAB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31" name="pg2031"/>
            <p:cNvSpPr/>
            <p:nvPr/>
          </p:nvSpPr>
          <p:spPr>
            <a:xfrm>
              <a:off x="4857211" y="426657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89DABC">
                <a:alpha val="100000"/>
              </a:srgbClr>
            </a:solidFill>
            <a:ln w="5420" cap="flat">
              <a:solidFill>
                <a:srgbClr val="89DAB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32" name="pg2032"/>
            <p:cNvSpPr/>
            <p:nvPr/>
          </p:nvSpPr>
          <p:spPr>
            <a:xfrm>
              <a:off x="4868848" y="426657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88D9BC">
                <a:alpha val="100000"/>
              </a:srgbClr>
            </a:solidFill>
            <a:ln w="5420" cap="flat">
              <a:solidFill>
                <a:srgbClr val="88D9B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33" name="pg2033"/>
            <p:cNvSpPr/>
            <p:nvPr/>
          </p:nvSpPr>
          <p:spPr>
            <a:xfrm>
              <a:off x="4880485" y="426657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88D9BC">
                <a:alpha val="100000"/>
              </a:srgbClr>
            </a:solidFill>
            <a:ln w="5420" cap="flat">
              <a:solidFill>
                <a:srgbClr val="88D9B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34" name="pg2034"/>
            <p:cNvSpPr/>
            <p:nvPr/>
          </p:nvSpPr>
          <p:spPr>
            <a:xfrm>
              <a:off x="4892123" y="426657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8ADABD">
                <a:alpha val="100000"/>
              </a:srgbClr>
            </a:solidFill>
            <a:ln w="5420" cap="flat">
              <a:solidFill>
                <a:srgbClr val="8ADAB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35" name="pg2035"/>
            <p:cNvSpPr/>
            <p:nvPr/>
          </p:nvSpPr>
          <p:spPr>
            <a:xfrm>
              <a:off x="4903760" y="426657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8CDBBE">
                <a:alpha val="100000"/>
              </a:srgbClr>
            </a:solidFill>
            <a:ln w="5420" cap="flat">
              <a:solidFill>
                <a:srgbClr val="8CDBB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36" name="pg2036"/>
            <p:cNvSpPr/>
            <p:nvPr/>
          </p:nvSpPr>
          <p:spPr>
            <a:xfrm>
              <a:off x="4915397" y="426657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8FDBBF">
                <a:alpha val="100000"/>
              </a:srgbClr>
            </a:solidFill>
            <a:ln w="5420" cap="flat">
              <a:solidFill>
                <a:srgbClr val="8FDBB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37" name="pg2037"/>
            <p:cNvSpPr/>
            <p:nvPr/>
          </p:nvSpPr>
          <p:spPr>
            <a:xfrm>
              <a:off x="4927035" y="426657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91DCC0">
                <a:alpha val="100000"/>
              </a:srgbClr>
            </a:solidFill>
            <a:ln w="5420" cap="flat">
              <a:solidFill>
                <a:srgbClr val="91DCC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38" name="pg2038"/>
            <p:cNvSpPr/>
            <p:nvPr/>
          </p:nvSpPr>
          <p:spPr>
            <a:xfrm>
              <a:off x="4938672" y="426657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92DCC0">
                <a:alpha val="100000"/>
              </a:srgbClr>
            </a:solidFill>
            <a:ln w="5420" cap="flat">
              <a:solidFill>
                <a:srgbClr val="92DCC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39" name="pg2039"/>
            <p:cNvSpPr/>
            <p:nvPr/>
          </p:nvSpPr>
          <p:spPr>
            <a:xfrm>
              <a:off x="4950309" y="426657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92DCC0">
                <a:alpha val="100000"/>
              </a:srgbClr>
            </a:solidFill>
            <a:ln w="5420" cap="flat">
              <a:solidFill>
                <a:srgbClr val="92DCC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40" name="pg2040"/>
            <p:cNvSpPr/>
            <p:nvPr/>
          </p:nvSpPr>
          <p:spPr>
            <a:xfrm>
              <a:off x="4799024" y="428087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8BDABD">
                <a:alpha val="100000"/>
              </a:srgbClr>
            </a:solidFill>
            <a:ln w="5420" cap="flat">
              <a:solidFill>
                <a:srgbClr val="8BDAB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41" name="pg2041"/>
            <p:cNvSpPr/>
            <p:nvPr/>
          </p:nvSpPr>
          <p:spPr>
            <a:xfrm>
              <a:off x="4810661" y="428087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8DDBBE">
                <a:alpha val="100000"/>
              </a:srgbClr>
            </a:solidFill>
            <a:ln w="5420" cap="flat">
              <a:solidFill>
                <a:srgbClr val="8DDBB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42" name="pg2042"/>
            <p:cNvSpPr/>
            <p:nvPr/>
          </p:nvSpPr>
          <p:spPr>
            <a:xfrm>
              <a:off x="4822299" y="428087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8EDBBE">
                <a:alpha val="100000"/>
              </a:srgbClr>
            </a:solidFill>
            <a:ln w="5420" cap="flat">
              <a:solidFill>
                <a:srgbClr val="8EDBB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43" name="pg2043"/>
            <p:cNvSpPr/>
            <p:nvPr/>
          </p:nvSpPr>
          <p:spPr>
            <a:xfrm>
              <a:off x="4833936" y="428087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8EDBBE">
                <a:alpha val="100000"/>
              </a:srgbClr>
            </a:solidFill>
            <a:ln w="5420" cap="flat">
              <a:solidFill>
                <a:srgbClr val="8EDBB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44" name="pg2044"/>
            <p:cNvSpPr/>
            <p:nvPr/>
          </p:nvSpPr>
          <p:spPr>
            <a:xfrm>
              <a:off x="4845573" y="428087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8CDBBE">
                <a:alpha val="100000"/>
              </a:srgbClr>
            </a:solidFill>
            <a:ln w="5420" cap="flat">
              <a:solidFill>
                <a:srgbClr val="8CDBB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45" name="pg2045"/>
            <p:cNvSpPr/>
            <p:nvPr/>
          </p:nvSpPr>
          <p:spPr>
            <a:xfrm>
              <a:off x="4857211" y="428087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8ADABD">
                <a:alpha val="100000"/>
              </a:srgbClr>
            </a:solidFill>
            <a:ln w="5420" cap="flat">
              <a:solidFill>
                <a:srgbClr val="8ADAB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46" name="pg2046"/>
            <p:cNvSpPr/>
            <p:nvPr/>
          </p:nvSpPr>
          <p:spPr>
            <a:xfrm>
              <a:off x="4868848" y="428087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88D9BC">
                <a:alpha val="100000"/>
              </a:srgbClr>
            </a:solidFill>
            <a:ln w="5420" cap="flat">
              <a:solidFill>
                <a:srgbClr val="88D9B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47" name="pg2047"/>
            <p:cNvSpPr/>
            <p:nvPr/>
          </p:nvSpPr>
          <p:spPr>
            <a:xfrm>
              <a:off x="4787387" y="429517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88D9BC">
                <a:alpha val="100000"/>
              </a:srgbClr>
            </a:solidFill>
            <a:ln w="5420" cap="flat">
              <a:solidFill>
                <a:srgbClr val="88D9B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48" name="pg2048"/>
            <p:cNvSpPr/>
            <p:nvPr/>
          </p:nvSpPr>
          <p:spPr>
            <a:xfrm>
              <a:off x="4799024" y="429517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8BDABD">
                <a:alpha val="100000"/>
              </a:srgbClr>
            </a:solidFill>
            <a:ln w="5420" cap="flat">
              <a:solidFill>
                <a:srgbClr val="8BDAB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49" name="pg2049"/>
            <p:cNvSpPr/>
            <p:nvPr/>
          </p:nvSpPr>
          <p:spPr>
            <a:xfrm>
              <a:off x="4810661" y="429517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8EDBBE">
                <a:alpha val="100000"/>
              </a:srgbClr>
            </a:solidFill>
            <a:ln w="5420" cap="flat">
              <a:solidFill>
                <a:srgbClr val="8EDBB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50" name="pg2050"/>
            <p:cNvSpPr/>
            <p:nvPr/>
          </p:nvSpPr>
          <p:spPr>
            <a:xfrm>
              <a:off x="4822299" y="429517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8FDBBF">
                <a:alpha val="100000"/>
              </a:srgbClr>
            </a:solidFill>
            <a:ln w="5420" cap="flat">
              <a:solidFill>
                <a:srgbClr val="8FDBB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51" name="pg2051"/>
            <p:cNvSpPr/>
            <p:nvPr/>
          </p:nvSpPr>
          <p:spPr>
            <a:xfrm>
              <a:off x="4833936" y="429517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8EDBBE">
                <a:alpha val="100000"/>
              </a:srgbClr>
            </a:solidFill>
            <a:ln w="5420" cap="flat">
              <a:solidFill>
                <a:srgbClr val="8EDBB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52" name="pg2052"/>
            <p:cNvSpPr/>
            <p:nvPr/>
          </p:nvSpPr>
          <p:spPr>
            <a:xfrm>
              <a:off x="4845573" y="429517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8CDBBE">
                <a:alpha val="100000"/>
              </a:srgbClr>
            </a:solidFill>
            <a:ln w="5420" cap="flat">
              <a:solidFill>
                <a:srgbClr val="8CDBB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53" name="pg2053"/>
            <p:cNvSpPr/>
            <p:nvPr/>
          </p:nvSpPr>
          <p:spPr>
            <a:xfrm>
              <a:off x="4857211" y="429517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8ADABD">
                <a:alpha val="100000"/>
              </a:srgbClr>
            </a:solidFill>
            <a:ln w="5420" cap="flat">
              <a:solidFill>
                <a:srgbClr val="8ADAB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54" name="pg2054"/>
            <p:cNvSpPr/>
            <p:nvPr/>
          </p:nvSpPr>
          <p:spPr>
            <a:xfrm>
              <a:off x="4775749" y="430947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81D7B9">
                <a:alpha val="100000"/>
              </a:srgbClr>
            </a:solidFill>
            <a:ln w="5420" cap="flat">
              <a:solidFill>
                <a:srgbClr val="81D7B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55" name="pg2055"/>
            <p:cNvSpPr/>
            <p:nvPr/>
          </p:nvSpPr>
          <p:spPr>
            <a:xfrm>
              <a:off x="4787387" y="430947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85D9BB">
                <a:alpha val="100000"/>
              </a:srgbClr>
            </a:solidFill>
            <a:ln w="5420" cap="flat">
              <a:solidFill>
                <a:srgbClr val="85D9B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56" name="pg2056"/>
            <p:cNvSpPr/>
            <p:nvPr/>
          </p:nvSpPr>
          <p:spPr>
            <a:xfrm>
              <a:off x="4799024" y="430947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89DABC">
                <a:alpha val="100000"/>
              </a:srgbClr>
            </a:solidFill>
            <a:ln w="5420" cap="flat">
              <a:solidFill>
                <a:srgbClr val="89DAB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57" name="pg2057"/>
            <p:cNvSpPr/>
            <p:nvPr/>
          </p:nvSpPr>
          <p:spPr>
            <a:xfrm>
              <a:off x="4810661" y="430947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8CDBBD">
                <a:alpha val="100000"/>
              </a:srgbClr>
            </a:solidFill>
            <a:ln w="5420" cap="flat">
              <a:solidFill>
                <a:srgbClr val="8CDBB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58" name="pg2058"/>
            <p:cNvSpPr/>
            <p:nvPr/>
          </p:nvSpPr>
          <p:spPr>
            <a:xfrm>
              <a:off x="4822299" y="430947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8DDBBE">
                <a:alpha val="100000"/>
              </a:srgbClr>
            </a:solidFill>
            <a:ln w="5420" cap="flat">
              <a:solidFill>
                <a:srgbClr val="8DDBB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59" name="pg2059"/>
            <p:cNvSpPr/>
            <p:nvPr/>
          </p:nvSpPr>
          <p:spPr>
            <a:xfrm>
              <a:off x="4833936" y="430947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8DDBBE">
                <a:alpha val="100000"/>
              </a:srgbClr>
            </a:solidFill>
            <a:ln w="5420" cap="flat">
              <a:solidFill>
                <a:srgbClr val="8DDBB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60" name="pg2060"/>
            <p:cNvSpPr/>
            <p:nvPr/>
          </p:nvSpPr>
          <p:spPr>
            <a:xfrm>
              <a:off x="4845573" y="430947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8BDABD">
                <a:alpha val="100000"/>
              </a:srgbClr>
            </a:solidFill>
            <a:ln w="5420" cap="flat">
              <a:solidFill>
                <a:srgbClr val="8BDAB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61" name="pg2061"/>
            <p:cNvSpPr/>
            <p:nvPr/>
          </p:nvSpPr>
          <p:spPr>
            <a:xfrm>
              <a:off x="4775749" y="432377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CD6B7">
                <a:alpha val="100000"/>
              </a:srgbClr>
            </a:solidFill>
            <a:ln w="5420" cap="flat">
              <a:solidFill>
                <a:srgbClr val="7CD6B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62" name="pg2062"/>
            <p:cNvSpPr/>
            <p:nvPr/>
          </p:nvSpPr>
          <p:spPr>
            <a:xfrm>
              <a:off x="4787387" y="432377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81D7B9">
                <a:alpha val="100000"/>
              </a:srgbClr>
            </a:solidFill>
            <a:ln w="5420" cap="flat">
              <a:solidFill>
                <a:srgbClr val="81D7B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63" name="pg2063"/>
            <p:cNvSpPr/>
            <p:nvPr/>
          </p:nvSpPr>
          <p:spPr>
            <a:xfrm>
              <a:off x="4799024" y="432377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85D8BB">
                <a:alpha val="100000"/>
              </a:srgbClr>
            </a:solidFill>
            <a:ln w="5420" cap="flat">
              <a:solidFill>
                <a:srgbClr val="85D8B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64" name="pg2064"/>
            <p:cNvSpPr/>
            <p:nvPr/>
          </p:nvSpPr>
          <p:spPr>
            <a:xfrm>
              <a:off x="4810661" y="432377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88D9BC">
                <a:alpha val="100000"/>
              </a:srgbClr>
            </a:solidFill>
            <a:ln w="5420" cap="flat">
              <a:solidFill>
                <a:srgbClr val="88D9B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65" name="pg2065"/>
            <p:cNvSpPr/>
            <p:nvPr/>
          </p:nvSpPr>
          <p:spPr>
            <a:xfrm>
              <a:off x="4822299" y="432377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89DABC">
                <a:alpha val="100000"/>
              </a:srgbClr>
            </a:solidFill>
            <a:ln w="5420" cap="flat">
              <a:solidFill>
                <a:srgbClr val="89DAB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66" name="pg2066"/>
            <p:cNvSpPr/>
            <p:nvPr/>
          </p:nvSpPr>
          <p:spPr>
            <a:xfrm>
              <a:off x="4833936" y="432377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89DABC">
                <a:alpha val="100000"/>
              </a:srgbClr>
            </a:solidFill>
            <a:ln w="5420" cap="flat">
              <a:solidFill>
                <a:srgbClr val="89DAB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67" name="pg2067"/>
            <p:cNvSpPr/>
            <p:nvPr/>
          </p:nvSpPr>
          <p:spPr>
            <a:xfrm>
              <a:off x="4752475" y="433807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AD1B0">
                <a:alpha val="100000"/>
              </a:srgbClr>
            </a:solidFill>
            <a:ln w="5420" cap="flat">
              <a:solidFill>
                <a:srgbClr val="6AD1B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68" name="pg2068"/>
            <p:cNvSpPr/>
            <p:nvPr/>
          </p:nvSpPr>
          <p:spPr>
            <a:xfrm>
              <a:off x="4764112" y="433807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0D2B2">
                <a:alpha val="100000"/>
              </a:srgbClr>
            </a:solidFill>
            <a:ln w="5420" cap="flat">
              <a:solidFill>
                <a:srgbClr val="70D2B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69" name="pg2069"/>
            <p:cNvSpPr/>
            <p:nvPr/>
          </p:nvSpPr>
          <p:spPr>
            <a:xfrm>
              <a:off x="4775749" y="433807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6D4B4">
                <a:alpha val="100000"/>
              </a:srgbClr>
            </a:solidFill>
            <a:ln w="5420" cap="flat">
              <a:solidFill>
                <a:srgbClr val="76D4B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70" name="pg2070"/>
            <p:cNvSpPr/>
            <p:nvPr/>
          </p:nvSpPr>
          <p:spPr>
            <a:xfrm>
              <a:off x="4787387" y="433807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BD5B6">
                <a:alpha val="100000"/>
              </a:srgbClr>
            </a:solidFill>
            <a:ln w="5420" cap="flat">
              <a:solidFill>
                <a:srgbClr val="7BD5B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71" name="pg2071"/>
            <p:cNvSpPr/>
            <p:nvPr/>
          </p:nvSpPr>
          <p:spPr>
            <a:xfrm>
              <a:off x="4799024" y="433807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FD7B8">
                <a:alpha val="100000"/>
              </a:srgbClr>
            </a:solidFill>
            <a:ln w="5420" cap="flat">
              <a:solidFill>
                <a:srgbClr val="7FD7B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72" name="pg2072"/>
            <p:cNvSpPr/>
            <p:nvPr/>
          </p:nvSpPr>
          <p:spPr>
            <a:xfrm>
              <a:off x="4810661" y="433807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83D8B9">
                <a:alpha val="100000"/>
              </a:srgbClr>
            </a:solidFill>
            <a:ln w="5420" cap="flat">
              <a:solidFill>
                <a:srgbClr val="83D8B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73" name="pg2073"/>
            <p:cNvSpPr/>
            <p:nvPr/>
          </p:nvSpPr>
          <p:spPr>
            <a:xfrm>
              <a:off x="4822299" y="433807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84D8BA">
                <a:alpha val="100000"/>
              </a:srgbClr>
            </a:solidFill>
            <a:ln w="5420" cap="flat">
              <a:solidFill>
                <a:srgbClr val="84D8B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74" name="pg2074"/>
            <p:cNvSpPr/>
            <p:nvPr/>
          </p:nvSpPr>
          <p:spPr>
            <a:xfrm>
              <a:off x="4740837" y="435238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ECBAC">
                <a:alpha val="100000"/>
              </a:srgbClr>
            </a:solidFill>
            <a:ln w="5420" cap="flat">
              <a:solidFill>
                <a:srgbClr val="5ECB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75" name="pg2075"/>
            <p:cNvSpPr/>
            <p:nvPr/>
          </p:nvSpPr>
          <p:spPr>
            <a:xfrm>
              <a:off x="4752475" y="435238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2CFAD">
                <a:alpha val="100000"/>
              </a:srgbClr>
            </a:solidFill>
            <a:ln w="5420" cap="flat">
              <a:solidFill>
                <a:srgbClr val="62CFA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76" name="pg2076"/>
            <p:cNvSpPr/>
            <p:nvPr/>
          </p:nvSpPr>
          <p:spPr>
            <a:xfrm>
              <a:off x="4764112" y="435238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8D0AF">
                <a:alpha val="100000"/>
              </a:srgbClr>
            </a:solidFill>
            <a:ln w="5420" cap="flat">
              <a:solidFill>
                <a:srgbClr val="68D0A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77" name="pg2077"/>
            <p:cNvSpPr/>
            <p:nvPr/>
          </p:nvSpPr>
          <p:spPr>
            <a:xfrm>
              <a:off x="4775749" y="435238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ED2B1">
                <a:alpha val="100000"/>
              </a:srgbClr>
            </a:solidFill>
            <a:ln w="5420" cap="flat">
              <a:solidFill>
                <a:srgbClr val="6ED2B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78" name="pg2078"/>
            <p:cNvSpPr/>
            <p:nvPr/>
          </p:nvSpPr>
          <p:spPr>
            <a:xfrm>
              <a:off x="4787387" y="435238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4D3B3">
                <a:alpha val="100000"/>
              </a:srgbClr>
            </a:solidFill>
            <a:ln w="5420" cap="flat">
              <a:solidFill>
                <a:srgbClr val="74D3B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79" name="pg2079"/>
            <p:cNvSpPr/>
            <p:nvPr/>
          </p:nvSpPr>
          <p:spPr>
            <a:xfrm>
              <a:off x="4799024" y="435238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9D5B5">
                <a:alpha val="100000"/>
              </a:srgbClr>
            </a:solidFill>
            <a:ln w="5420" cap="flat">
              <a:solidFill>
                <a:srgbClr val="79D5B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80" name="pg2080"/>
            <p:cNvSpPr/>
            <p:nvPr/>
          </p:nvSpPr>
          <p:spPr>
            <a:xfrm>
              <a:off x="4810661" y="435238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CD6B7">
                <a:alpha val="100000"/>
              </a:srgbClr>
            </a:solidFill>
            <a:ln w="5420" cap="flat">
              <a:solidFill>
                <a:srgbClr val="7CD6B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81" name="pg2081"/>
            <p:cNvSpPr/>
            <p:nvPr/>
          </p:nvSpPr>
          <p:spPr>
            <a:xfrm>
              <a:off x="4822299" y="435238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FD7B8">
                <a:alpha val="100000"/>
              </a:srgbClr>
            </a:solidFill>
            <a:ln w="5420" cap="flat">
              <a:solidFill>
                <a:srgbClr val="7FD7B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82" name="pg2082"/>
            <p:cNvSpPr/>
            <p:nvPr/>
          </p:nvSpPr>
          <p:spPr>
            <a:xfrm>
              <a:off x="4717563" y="436668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DCAAC">
                <a:alpha val="100000"/>
              </a:srgbClr>
            </a:solidFill>
            <a:ln w="5420" cap="flat">
              <a:solidFill>
                <a:srgbClr val="5DCA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83" name="pg2083"/>
            <p:cNvSpPr/>
            <p:nvPr/>
          </p:nvSpPr>
          <p:spPr>
            <a:xfrm>
              <a:off x="4729200" y="436668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DC9AC">
                <a:alpha val="100000"/>
              </a:srgbClr>
            </a:solidFill>
            <a:ln w="5420" cap="flat">
              <a:solidFill>
                <a:srgbClr val="5DC9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84" name="pg2084"/>
            <p:cNvSpPr/>
            <p:nvPr/>
          </p:nvSpPr>
          <p:spPr>
            <a:xfrm>
              <a:off x="4740837" y="436668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DC9AC">
                <a:alpha val="100000"/>
              </a:srgbClr>
            </a:solidFill>
            <a:ln w="5420" cap="flat">
              <a:solidFill>
                <a:srgbClr val="5DC9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85" name="pg2085"/>
            <p:cNvSpPr/>
            <p:nvPr/>
          </p:nvSpPr>
          <p:spPr>
            <a:xfrm>
              <a:off x="4752475" y="436668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FCCAC">
                <a:alpha val="100000"/>
              </a:srgbClr>
            </a:solidFill>
            <a:ln w="5420" cap="flat">
              <a:solidFill>
                <a:srgbClr val="5FCC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86" name="pg2086"/>
            <p:cNvSpPr/>
            <p:nvPr/>
          </p:nvSpPr>
          <p:spPr>
            <a:xfrm>
              <a:off x="4764112" y="436668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0CEAC">
                <a:alpha val="100000"/>
              </a:srgbClr>
            </a:solidFill>
            <a:ln w="5420" cap="flat">
              <a:solidFill>
                <a:srgbClr val="60CE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87" name="pg2087"/>
            <p:cNvSpPr/>
            <p:nvPr/>
          </p:nvSpPr>
          <p:spPr>
            <a:xfrm>
              <a:off x="4775749" y="436668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7D0AE">
                <a:alpha val="100000"/>
              </a:srgbClr>
            </a:solidFill>
            <a:ln w="5420" cap="flat">
              <a:solidFill>
                <a:srgbClr val="67D0A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88" name="pg2088"/>
            <p:cNvSpPr/>
            <p:nvPr/>
          </p:nvSpPr>
          <p:spPr>
            <a:xfrm>
              <a:off x="4787387" y="436668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DD1B1">
                <a:alpha val="100000"/>
              </a:srgbClr>
            </a:solidFill>
            <a:ln w="5420" cap="flat">
              <a:solidFill>
                <a:srgbClr val="6DD1B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89" name="pg2089"/>
            <p:cNvSpPr/>
            <p:nvPr/>
          </p:nvSpPr>
          <p:spPr>
            <a:xfrm>
              <a:off x="4799024" y="436668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2D3B3">
                <a:alpha val="100000"/>
              </a:srgbClr>
            </a:solidFill>
            <a:ln w="5420" cap="flat">
              <a:solidFill>
                <a:srgbClr val="72D3B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90" name="pg2090"/>
            <p:cNvSpPr/>
            <p:nvPr/>
          </p:nvSpPr>
          <p:spPr>
            <a:xfrm>
              <a:off x="4810661" y="436668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7D4B4">
                <a:alpha val="100000"/>
              </a:srgbClr>
            </a:solidFill>
            <a:ln w="5420" cap="flat">
              <a:solidFill>
                <a:srgbClr val="77D4B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91" name="pg2091"/>
            <p:cNvSpPr/>
            <p:nvPr/>
          </p:nvSpPr>
          <p:spPr>
            <a:xfrm>
              <a:off x="4705925" y="438098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DC9AC">
                <a:alpha val="100000"/>
              </a:srgbClr>
            </a:solidFill>
            <a:ln w="5420" cap="flat">
              <a:solidFill>
                <a:srgbClr val="5DC9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92" name="pg2092"/>
            <p:cNvSpPr/>
            <p:nvPr/>
          </p:nvSpPr>
          <p:spPr>
            <a:xfrm>
              <a:off x="4717563" y="438098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BC7AC">
                <a:alpha val="100000"/>
              </a:srgbClr>
            </a:solidFill>
            <a:ln w="5420" cap="flat">
              <a:solidFill>
                <a:srgbClr val="5BC7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93" name="pg2093"/>
            <p:cNvSpPr/>
            <p:nvPr/>
          </p:nvSpPr>
          <p:spPr>
            <a:xfrm>
              <a:off x="4729200" y="438098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BC5AC">
                <a:alpha val="100000"/>
              </a:srgbClr>
            </a:solidFill>
            <a:ln w="5420" cap="flat">
              <a:solidFill>
                <a:srgbClr val="5BC5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94" name="pg2094"/>
            <p:cNvSpPr/>
            <p:nvPr/>
          </p:nvSpPr>
          <p:spPr>
            <a:xfrm>
              <a:off x="4740837" y="438098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AC5AC">
                <a:alpha val="100000"/>
              </a:srgbClr>
            </a:solidFill>
            <a:ln w="5420" cap="flat">
              <a:solidFill>
                <a:srgbClr val="5AC5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95" name="pg2095"/>
            <p:cNvSpPr/>
            <p:nvPr/>
          </p:nvSpPr>
          <p:spPr>
            <a:xfrm>
              <a:off x="4752475" y="438098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CC8AC">
                <a:alpha val="100000"/>
              </a:srgbClr>
            </a:solidFill>
            <a:ln w="5420" cap="flat">
              <a:solidFill>
                <a:srgbClr val="5CC8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96" name="pg2096"/>
            <p:cNvSpPr/>
            <p:nvPr/>
          </p:nvSpPr>
          <p:spPr>
            <a:xfrm>
              <a:off x="4764112" y="438098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ECAAC">
                <a:alpha val="100000"/>
              </a:srgbClr>
            </a:solidFill>
            <a:ln w="5420" cap="flat">
              <a:solidFill>
                <a:srgbClr val="5ECA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97" name="pg2097"/>
            <p:cNvSpPr/>
            <p:nvPr/>
          </p:nvSpPr>
          <p:spPr>
            <a:xfrm>
              <a:off x="4775749" y="438098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FCDAC">
                <a:alpha val="100000"/>
              </a:srgbClr>
            </a:solidFill>
            <a:ln w="5420" cap="flat">
              <a:solidFill>
                <a:srgbClr val="5FCD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98" name="pg2098"/>
            <p:cNvSpPr/>
            <p:nvPr/>
          </p:nvSpPr>
          <p:spPr>
            <a:xfrm>
              <a:off x="4787387" y="438098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4CFAD">
                <a:alpha val="100000"/>
              </a:srgbClr>
            </a:solidFill>
            <a:ln w="5420" cap="flat">
              <a:solidFill>
                <a:srgbClr val="64CFA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99" name="pg2099"/>
            <p:cNvSpPr/>
            <p:nvPr/>
          </p:nvSpPr>
          <p:spPr>
            <a:xfrm>
              <a:off x="4647739" y="439528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8D5B5">
                <a:alpha val="100000"/>
              </a:srgbClr>
            </a:solidFill>
            <a:ln w="5420" cap="flat">
              <a:solidFill>
                <a:srgbClr val="78D5B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00" name="pg2100"/>
            <p:cNvSpPr/>
            <p:nvPr/>
          </p:nvSpPr>
          <p:spPr>
            <a:xfrm>
              <a:off x="4659376" y="439528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3D3B3">
                <a:alpha val="100000"/>
              </a:srgbClr>
            </a:solidFill>
            <a:ln w="5420" cap="flat">
              <a:solidFill>
                <a:srgbClr val="73D3B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01" name="pg2101"/>
            <p:cNvSpPr/>
            <p:nvPr/>
          </p:nvSpPr>
          <p:spPr>
            <a:xfrm>
              <a:off x="4671013" y="439528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DD1B1">
                <a:alpha val="100000"/>
              </a:srgbClr>
            </a:solidFill>
            <a:ln w="5420" cap="flat">
              <a:solidFill>
                <a:srgbClr val="6DD1B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02" name="pg2102"/>
            <p:cNvSpPr/>
            <p:nvPr/>
          </p:nvSpPr>
          <p:spPr>
            <a:xfrm>
              <a:off x="4682651" y="439528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5CFAE">
                <a:alpha val="100000"/>
              </a:srgbClr>
            </a:solidFill>
            <a:ln w="5420" cap="flat">
              <a:solidFill>
                <a:srgbClr val="65CFA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03" name="pg2103"/>
            <p:cNvSpPr/>
            <p:nvPr/>
          </p:nvSpPr>
          <p:spPr>
            <a:xfrm>
              <a:off x="4694288" y="439528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FCDAC">
                <a:alpha val="100000"/>
              </a:srgbClr>
            </a:solidFill>
            <a:ln w="5420" cap="flat">
              <a:solidFill>
                <a:srgbClr val="5FCD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04" name="pg2104"/>
            <p:cNvSpPr/>
            <p:nvPr/>
          </p:nvSpPr>
          <p:spPr>
            <a:xfrm>
              <a:off x="4705925" y="439528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DCAAC">
                <a:alpha val="100000"/>
              </a:srgbClr>
            </a:solidFill>
            <a:ln w="5420" cap="flat">
              <a:solidFill>
                <a:srgbClr val="5DCA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05" name="pg2105"/>
            <p:cNvSpPr/>
            <p:nvPr/>
          </p:nvSpPr>
          <p:spPr>
            <a:xfrm>
              <a:off x="4717563" y="439528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CC7AC">
                <a:alpha val="100000"/>
              </a:srgbClr>
            </a:solidFill>
            <a:ln w="5420" cap="flat">
              <a:solidFill>
                <a:srgbClr val="5CC7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06" name="pg2106"/>
            <p:cNvSpPr/>
            <p:nvPr/>
          </p:nvSpPr>
          <p:spPr>
            <a:xfrm>
              <a:off x="4729200" y="439528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BC5AC">
                <a:alpha val="100000"/>
              </a:srgbClr>
            </a:solidFill>
            <a:ln w="5420" cap="flat">
              <a:solidFill>
                <a:srgbClr val="5BC5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07" name="pg2107"/>
            <p:cNvSpPr/>
            <p:nvPr/>
          </p:nvSpPr>
          <p:spPr>
            <a:xfrm>
              <a:off x="4740837" y="439528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AC5AC">
                <a:alpha val="100000"/>
              </a:srgbClr>
            </a:solidFill>
            <a:ln w="5420" cap="flat">
              <a:solidFill>
                <a:srgbClr val="5AC5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08" name="pg2108"/>
            <p:cNvSpPr/>
            <p:nvPr/>
          </p:nvSpPr>
          <p:spPr>
            <a:xfrm>
              <a:off x="4752475" y="439528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CC8AC">
                <a:alpha val="100000"/>
              </a:srgbClr>
            </a:solidFill>
            <a:ln w="5420" cap="flat">
              <a:solidFill>
                <a:srgbClr val="5CC8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09" name="pg2109"/>
            <p:cNvSpPr/>
            <p:nvPr/>
          </p:nvSpPr>
          <p:spPr>
            <a:xfrm>
              <a:off x="4764112" y="439528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ECAAC">
                <a:alpha val="100000"/>
              </a:srgbClr>
            </a:solidFill>
            <a:ln w="5420" cap="flat">
              <a:solidFill>
                <a:srgbClr val="5ECA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10" name="pg2110"/>
            <p:cNvSpPr/>
            <p:nvPr/>
          </p:nvSpPr>
          <p:spPr>
            <a:xfrm>
              <a:off x="4775749" y="439528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FCCAC">
                <a:alpha val="100000"/>
              </a:srgbClr>
            </a:solidFill>
            <a:ln w="5420" cap="flat">
              <a:solidFill>
                <a:srgbClr val="5FCC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11" name="pg2111"/>
            <p:cNvSpPr/>
            <p:nvPr/>
          </p:nvSpPr>
          <p:spPr>
            <a:xfrm>
              <a:off x="4624464" y="440958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84D8BA">
                <a:alpha val="100000"/>
              </a:srgbClr>
            </a:solidFill>
            <a:ln w="5420" cap="flat">
              <a:solidFill>
                <a:srgbClr val="84D8B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12" name="pg2112"/>
            <p:cNvSpPr/>
            <p:nvPr/>
          </p:nvSpPr>
          <p:spPr>
            <a:xfrm>
              <a:off x="4636101" y="440958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80D7B8">
                <a:alpha val="100000"/>
              </a:srgbClr>
            </a:solidFill>
            <a:ln w="5420" cap="flat">
              <a:solidFill>
                <a:srgbClr val="80D7B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13" name="pg2113"/>
            <p:cNvSpPr/>
            <p:nvPr/>
          </p:nvSpPr>
          <p:spPr>
            <a:xfrm>
              <a:off x="4647739" y="440958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DD6B7">
                <a:alpha val="100000"/>
              </a:srgbClr>
            </a:solidFill>
            <a:ln w="5420" cap="flat">
              <a:solidFill>
                <a:srgbClr val="7DD6B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14" name="pg2114"/>
            <p:cNvSpPr/>
            <p:nvPr/>
          </p:nvSpPr>
          <p:spPr>
            <a:xfrm>
              <a:off x="4659376" y="440958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8D5B5">
                <a:alpha val="100000"/>
              </a:srgbClr>
            </a:solidFill>
            <a:ln w="5420" cap="flat">
              <a:solidFill>
                <a:srgbClr val="78D5B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15" name="pg2115"/>
            <p:cNvSpPr/>
            <p:nvPr/>
          </p:nvSpPr>
          <p:spPr>
            <a:xfrm>
              <a:off x="4671013" y="440958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2D3B3">
                <a:alpha val="100000"/>
              </a:srgbClr>
            </a:solidFill>
            <a:ln w="5420" cap="flat">
              <a:solidFill>
                <a:srgbClr val="72D3B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16" name="pg2116"/>
            <p:cNvSpPr/>
            <p:nvPr/>
          </p:nvSpPr>
          <p:spPr>
            <a:xfrm>
              <a:off x="4682651" y="440958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AD1B0">
                <a:alpha val="100000"/>
              </a:srgbClr>
            </a:solidFill>
            <a:ln w="5420" cap="flat">
              <a:solidFill>
                <a:srgbClr val="6AD1B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17" name="pg2117"/>
            <p:cNvSpPr/>
            <p:nvPr/>
          </p:nvSpPr>
          <p:spPr>
            <a:xfrm>
              <a:off x="4694288" y="440958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2CEAD">
                <a:alpha val="100000"/>
              </a:srgbClr>
            </a:solidFill>
            <a:ln w="5420" cap="flat">
              <a:solidFill>
                <a:srgbClr val="62CEA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18" name="pg2118"/>
            <p:cNvSpPr/>
            <p:nvPr/>
          </p:nvSpPr>
          <p:spPr>
            <a:xfrm>
              <a:off x="4705925" y="440958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ECBAC">
                <a:alpha val="100000"/>
              </a:srgbClr>
            </a:solidFill>
            <a:ln w="5420" cap="flat">
              <a:solidFill>
                <a:srgbClr val="5ECB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19" name="pg2119"/>
            <p:cNvSpPr/>
            <p:nvPr/>
          </p:nvSpPr>
          <p:spPr>
            <a:xfrm>
              <a:off x="4717563" y="440958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DC9AC">
                <a:alpha val="100000"/>
              </a:srgbClr>
            </a:solidFill>
            <a:ln w="5420" cap="flat">
              <a:solidFill>
                <a:srgbClr val="5DC9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20" name="pg2120"/>
            <p:cNvSpPr/>
            <p:nvPr/>
          </p:nvSpPr>
          <p:spPr>
            <a:xfrm>
              <a:off x="4729200" y="440958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CC7AC">
                <a:alpha val="100000"/>
              </a:srgbClr>
            </a:solidFill>
            <a:ln w="5420" cap="flat">
              <a:solidFill>
                <a:srgbClr val="5CC7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21" name="pg2121"/>
            <p:cNvSpPr/>
            <p:nvPr/>
          </p:nvSpPr>
          <p:spPr>
            <a:xfrm>
              <a:off x="4740837" y="440958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BC7AC">
                <a:alpha val="100000"/>
              </a:srgbClr>
            </a:solidFill>
            <a:ln w="5420" cap="flat">
              <a:solidFill>
                <a:srgbClr val="5BC7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22" name="pg2122"/>
            <p:cNvSpPr/>
            <p:nvPr/>
          </p:nvSpPr>
          <p:spPr>
            <a:xfrm>
              <a:off x="4752475" y="440958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DC9AC">
                <a:alpha val="100000"/>
              </a:srgbClr>
            </a:solidFill>
            <a:ln w="5420" cap="flat">
              <a:solidFill>
                <a:srgbClr val="5DC9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23" name="pg2123"/>
            <p:cNvSpPr/>
            <p:nvPr/>
          </p:nvSpPr>
          <p:spPr>
            <a:xfrm>
              <a:off x="4764112" y="440958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DCAAC">
                <a:alpha val="100000"/>
              </a:srgbClr>
            </a:solidFill>
            <a:ln w="5420" cap="flat">
              <a:solidFill>
                <a:srgbClr val="5DCA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24" name="pg2124"/>
            <p:cNvSpPr/>
            <p:nvPr/>
          </p:nvSpPr>
          <p:spPr>
            <a:xfrm>
              <a:off x="4612827" y="442388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89DABC">
                <a:alpha val="100000"/>
              </a:srgbClr>
            </a:solidFill>
            <a:ln w="5420" cap="flat">
              <a:solidFill>
                <a:srgbClr val="89DAB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25" name="pg2125"/>
            <p:cNvSpPr/>
            <p:nvPr/>
          </p:nvSpPr>
          <p:spPr>
            <a:xfrm>
              <a:off x="4624464" y="442388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88D9BC">
                <a:alpha val="100000"/>
              </a:srgbClr>
            </a:solidFill>
            <a:ln w="5420" cap="flat">
              <a:solidFill>
                <a:srgbClr val="88D9B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26" name="pg2126"/>
            <p:cNvSpPr/>
            <p:nvPr/>
          </p:nvSpPr>
          <p:spPr>
            <a:xfrm>
              <a:off x="4636101" y="442388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85D8BB">
                <a:alpha val="100000"/>
              </a:srgbClr>
            </a:solidFill>
            <a:ln w="5420" cap="flat">
              <a:solidFill>
                <a:srgbClr val="85D8B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27" name="pg2127"/>
            <p:cNvSpPr/>
            <p:nvPr/>
          </p:nvSpPr>
          <p:spPr>
            <a:xfrm>
              <a:off x="4647739" y="442388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82D7B9">
                <a:alpha val="100000"/>
              </a:srgbClr>
            </a:solidFill>
            <a:ln w="5420" cap="flat">
              <a:solidFill>
                <a:srgbClr val="82D7B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28" name="pg2128"/>
            <p:cNvSpPr/>
            <p:nvPr/>
          </p:nvSpPr>
          <p:spPr>
            <a:xfrm>
              <a:off x="4659376" y="442388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DD6B7">
                <a:alpha val="100000"/>
              </a:srgbClr>
            </a:solidFill>
            <a:ln w="5420" cap="flat">
              <a:solidFill>
                <a:srgbClr val="7DD6B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29" name="pg2129"/>
            <p:cNvSpPr/>
            <p:nvPr/>
          </p:nvSpPr>
          <p:spPr>
            <a:xfrm>
              <a:off x="4671013" y="442388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8D4B5">
                <a:alpha val="100000"/>
              </a:srgbClr>
            </a:solidFill>
            <a:ln w="5420" cap="flat">
              <a:solidFill>
                <a:srgbClr val="78D4B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30" name="pg2130"/>
            <p:cNvSpPr/>
            <p:nvPr/>
          </p:nvSpPr>
          <p:spPr>
            <a:xfrm>
              <a:off x="4682651" y="442388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1D2B2">
                <a:alpha val="100000"/>
              </a:srgbClr>
            </a:solidFill>
            <a:ln w="5420" cap="flat">
              <a:solidFill>
                <a:srgbClr val="71D2B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31" name="pg2131"/>
            <p:cNvSpPr/>
            <p:nvPr/>
          </p:nvSpPr>
          <p:spPr>
            <a:xfrm>
              <a:off x="4694288" y="442388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9D0AF">
                <a:alpha val="100000"/>
              </a:srgbClr>
            </a:solidFill>
            <a:ln w="5420" cap="flat">
              <a:solidFill>
                <a:srgbClr val="69D0A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32" name="pg2132"/>
            <p:cNvSpPr/>
            <p:nvPr/>
          </p:nvSpPr>
          <p:spPr>
            <a:xfrm>
              <a:off x="4705925" y="442388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1CEAC">
                <a:alpha val="100000"/>
              </a:srgbClr>
            </a:solidFill>
            <a:ln w="5420" cap="flat">
              <a:solidFill>
                <a:srgbClr val="61CE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33" name="pg2133"/>
            <p:cNvSpPr/>
            <p:nvPr/>
          </p:nvSpPr>
          <p:spPr>
            <a:xfrm>
              <a:off x="4717563" y="442388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FCCAC">
                <a:alpha val="100000"/>
              </a:srgbClr>
            </a:solidFill>
            <a:ln w="5420" cap="flat">
              <a:solidFill>
                <a:srgbClr val="5FCC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34" name="pg2134"/>
            <p:cNvSpPr/>
            <p:nvPr/>
          </p:nvSpPr>
          <p:spPr>
            <a:xfrm>
              <a:off x="4729200" y="442388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ECAAC">
                <a:alpha val="100000"/>
              </a:srgbClr>
            </a:solidFill>
            <a:ln w="5420" cap="flat">
              <a:solidFill>
                <a:srgbClr val="5ECA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35" name="pg2135"/>
            <p:cNvSpPr/>
            <p:nvPr/>
          </p:nvSpPr>
          <p:spPr>
            <a:xfrm>
              <a:off x="4740837" y="442388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DCAAC">
                <a:alpha val="100000"/>
              </a:srgbClr>
            </a:solidFill>
            <a:ln w="5420" cap="flat">
              <a:solidFill>
                <a:srgbClr val="5DCA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36" name="pg2136"/>
            <p:cNvSpPr/>
            <p:nvPr/>
          </p:nvSpPr>
          <p:spPr>
            <a:xfrm>
              <a:off x="4612827" y="443818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8CDBBE">
                <a:alpha val="100000"/>
              </a:srgbClr>
            </a:solidFill>
            <a:ln w="5420" cap="flat">
              <a:solidFill>
                <a:srgbClr val="8CDBB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37" name="pg2137"/>
            <p:cNvSpPr/>
            <p:nvPr/>
          </p:nvSpPr>
          <p:spPr>
            <a:xfrm>
              <a:off x="4624464" y="443818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8CDBBE">
                <a:alpha val="100000"/>
              </a:srgbClr>
            </a:solidFill>
            <a:ln w="5420" cap="flat">
              <a:solidFill>
                <a:srgbClr val="8CDBB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38" name="pg2138"/>
            <p:cNvSpPr/>
            <p:nvPr/>
          </p:nvSpPr>
          <p:spPr>
            <a:xfrm>
              <a:off x="4636101" y="443818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8ADABD">
                <a:alpha val="100000"/>
              </a:srgbClr>
            </a:solidFill>
            <a:ln w="5420" cap="flat">
              <a:solidFill>
                <a:srgbClr val="8ADAB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39" name="pg2139"/>
            <p:cNvSpPr/>
            <p:nvPr/>
          </p:nvSpPr>
          <p:spPr>
            <a:xfrm>
              <a:off x="4647739" y="443818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87D9BB">
                <a:alpha val="100000"/>
              </a:srgbClr>
            </a:solidFill>
            <a:ln w="5420" cap="flat">
              <a:solidFill>
                <a:srgbClr val="87D9B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40" name="pg2140"/>
            <p:cNvSpPr/>
            <p:nvPr/>
          </p:nvSpPr>
          <p:spPr>
            <a:xfrm>
              <a:off x="4659376" y="443818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83D8BA">
                <a:alpha val="100000"/>
              </a:srgbClr>
            </a:solidFill>
            <a:ln w="5420" cap="flat">
              <a:solidFill>
                <a:srgbClr val="83D8B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41" name="pg2141"/>
            <p:cNvSpPr/>
            <p:nvPr/>
          </p:nvSpPr>
          <p:spPr>
            <a:xfrm>
              <a:off x="4671013" y="443818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ED6B7">
                <a:alpha val="100000"/>
              </a:srgbClr>
            </a:solidFill>
            <a:ln w="5420" cap="flat">
              <a:solidFill>
                <a:srgbClr val="7ED6B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42" name="pg2142"/>
            <p:cNvSpPr/>
            <p:nvPr/>
          </p:nvSpPr>
          <p:spPr>
            <a:xfrm>
              <a:off x="4682651" y="443818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8D4B5">
                <a:alpha val="100000"/>
              </a:srgbClr>
            </a:solidFill>
            <a:ln w="5420" cap="flat">
              <a:solidFill>
                <a:srgbClr val="78D4B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43" name="pg2143"/>
            <p:cNvSpPr/>
            <p:nvPr/>
          </p:nvSpPr>
          <p:spPr>
            <a:xfrm>
              <a:off x="4694288" y="443818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1D3B2">
                <a:alpha val="100000"/>
              </a:srgbClr>
            </a:solidFill>
            <a:ln w="5420" cap="flat">
              <a:solidFill>
                <a:srgbClr val="71D3B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44" name="pg2144"/>
            <p:cNvSpPr/>
            <p:nvPr/>
          </p:nvSpPr>
          <p:spPr>
            <a:xfrm>
              <a:off x="4705925" y="443818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AD1B0">
                <a:alpha val="100000"/>
              </a:srgbClr>
            </a:solidFill>
            <a:ln w="5420" cap="flat">
              <a:solidFill>
                <a:srgbClr val="6AD1B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45" name="pg2145"/>
            <p:cNvSpPr/>
            <p:nvPr/>
          </p:nvSpPr>
          <p:spPr>
            <a:xfrm>
              <a:off x="4717563" y="443818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4CFAD">
                <a:alpha val="100000"/>
              </a:srgbClr>
            </a:solidFill>
            <a:ln w="5420" cap="flat">
              <a:solidFill>
                <a:srgbClr val="64CFA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46" name="pg2146"/>
            <p:cNvSpPr/>
            <p:nvPr/>
          </p:nvSpPr>
          <p:spPr>
            <a:xfrm>
              <a:off x="4729200" y="443818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0CEAC">
                <a:alpha val="100000"/>
              </a:srgbClr>
            </a:solidFill>
            <a:ln w="5420" cap="flat">
              <a:solidFill>
                <a:srgbClr val="60CE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47" name="pg2147"/>
            <p:cNvSpPr/>
            <p:nvPr/>
          </p:nvSpPr>
          <p:spPr>
            <a:xfrm>
              <a:off x="4612827" y="445248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8FDCBF">
                <a:alpha val="100000"/>
              </a:srgbClr>
            </a:solidFill>
            <a:ln w="5420" cap="flat">
              <a:solidFill>
                <a:srgbClr val="8FDCB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48" name="pg2148"/>
            <p:cNvSpPr/>
            <p:nvPr/>
          </p:nvSpPr>
          <p:spPr>
            <a:xfrm>
              <a:off x="4624464" y="445248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90DCBF">
                <a:alpha val="100000"/>
              </a:srgbClr>
            </a:solidFill>
            <a:ln w="5420" cap="flat">
              <a:solidFill>
                <a:srgbClr val="90DCB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49" name="pg2149"/>
            <p:cNvSpPr/>
            <p:nvPr/>
          </p:nvSpPr>
          <p:spPr>
            <a:xfrm>
              <a:off x="4636101" y="445248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8FDBBF">
                <a:alpha val="100000"/>
              </a:srgbClr>
            </a:solidFill>
            <a:ln w="5420" cap="flat">
              <a:solidFill>
                <a:srgbClr val="8FDBB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50" name="pg2150"/>
            <p:cNvSpPr/>
            <p:nvPr/>
          </p:nvSpPr>
          <p:spPr>
            <a:xfrm>
              <a:off x="4647739" y="445248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8CDBBD">
                <a:alpha val="100000"/>
              </a:srgbClr>
            </a:solidFill>
            <a:ln w="5420" cap="flat">
              <a:solidFill>
                <a:srgbClr val="8CDBB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51" name="pg2151"/>
            <p:cNvSpPr/>
            <p:nvPr/>
          </p:nvSpPr>
          <p:spPr>
            <a:xfrm>
              <a:off x="4659376" y="445248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88D9BC">
                <a:alpha val="100000"/>
              </a:srgbClr>
            </a:solidFill>
            <a:ln w="5420" cap="flat">
              <a:solidFill>
                <a:srgbClr val="88D9B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52" name="pg2152"/>
            <p:cNvSpPr/>
            <p:nvPr/>
          </p:nvSpPr>
          <p:spPr>
            <a:xfrm>
              <a:off x="4671013" y="445248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83D8BA">
                <a:alpha val="100000"/>
              </a:srgbClr>
            </a:solidFill>
            <a:ln w="5420" cap="flat">
              <a:solidFill>
                <a:srgbClr val="83D8B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53" name="pg2153"/>
            <p:cNvSpPr/>
            <p:nvPr/>
          </p:nvSpPr>
          <p:spPr>
            <a:xfrm>
              <a:off x="4682651" y="445248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ED6B7">
                <a:alpha val="100000"/>
              </a:srgbClr>
            </a:solidFill>
            <a:ln w="5420" cap="flat">
              <a:solidFill>
                <a:srgbClr val="7ED6B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54" name="pg2154"/>
            <p:cNvSpPr/>
            <p:nvPr/>
          </p:nvSpPr>
          <p:spPr>
            <a:xfrm>
              <a:off x="4694288" y="445248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8D4B5">
                <a:alpha val="100000"/>
              </a:srgbClr>
            </a:solidFill>
            <a:ln w="5420" cap="flat">
              <a:solidFill>
                <a:srgbClr val="78D4B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55" name="pg2155"/>
            <p:cNvSpPr/>
            <p:nvPr/>
          </p:nvSpPr>
          <p:spPr>
            <a:xfrm>
              <a:off x="4612827" y="446678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91DCC0">
                <a:alpha val="100000"/>
              </a:srgbClr>
            </a:solidFill>
            <a:ln w="5420" cap="flat">
              <a:solidFill>
                <a:srgbClr val="91DCC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56" name="pg2156"/>
            <p:cNvSpPr/>
            <p:nvPr/>
          </p:nvSpPr>
          <p:spPr>
            <a:xfrm>
              <a:off x="4624464" y="446678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93DDC1">
                <a:alpha val="100000"/>
              </a:srgbClr>
            </a:solidFill>
            <a:ln w="5420" cap="flat">
              <a:solidFill>
                <a:srgbClr val="93DDC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57" name="pg2157"/>
            <p:cNvSpPr/>
            <p:nvPr/>
          </p:nvSpPr>
          <p:spPr>
            <a:xfrm>
              <a:off x="4636101" y="446678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93DDC1">
                <a:alpha val="100000"/>
              </a:srgbClr>
            </a:solidFill>
            <a:ln w="5420" cap="flat">
              <a:solidFill>
                <a:srgbClr val="93DDC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58" name="pg2158"/>
            <p:cNvSpPr/>
            <p:nvPr/>
          </p:nvSpPr>
          <p:spPr>
            <a:xfrm>
              <a:off x="4647739" y="446678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90DCBF">
                <a:alpha val="100000"/>
              </a:srgbClr>
            </a:solidFill>
            <a:ln w="5420" cap="flat">
              <a:solidFill>
                <a:srgbClr val="90DCB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59" name="pg2159"/>
            <p:cNvSpPr/>
            <p:nvPr/>
          </p:nvSpPr>
          <p:spPr>
            <a:xfrm>
              <a:off x="4659376" y="446678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8CDBBE">
                <a:alpha val="100000"/>
              </a:srgbClr>
            </a:solidFill>
            <a:ln w="5420" cap="flat">
              <a:solidFill>
                <a:srgbClr val="8CDBB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60" name="pg2160"/>
            <p:cNvSpPr/>
            <p:nvPr/>
          </p:nvSpPr>
          <p:spPr>
            <a:xfrm>
              <a:off x="4671013" y="446678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88D9BC">
                <a:alpha val="100000"/>
              </a:srgbClr>
            </a:solidFill>
            <a:ln w="5420" cap="flat">
              <a:solidFill>
                <a:srgbClr val="88D9B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61" name="pg2161"/>
            <p:cNvSpPr/>
            <p:nvPr/>
          </p:nvSpPr>
          <p:spPr>
            <a:xfrm>
              <a:off x="4682651" y="446678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83D8BA">
                <a:alpha val="100000"/>
              </a:srgbClr>
            </a:solidFill>
            <a:ln w="5420" cap="flat">
              <a:solidFill>
                <a:srgbClr val="83D8B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62" name="pg2162"/>
            <p:cNvSpPr/>
            <p:nvPr/>
          </p:nvSpPr>
          <p:spPr>
            <a:xfrm>
              <a:off x="4589552" y="448108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8EDBBE">
                <a:alpha val="100000"/>
              </a:srgbClr>
            </a:solidFill>
            <a:ln w="5420" cap="flat">
              <a:solidFill>
                <a:srgbClr val="8EDBB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63" name="pg2163"/>
            <p:cNvSpPr/>
            <p:nvPr/>
          </p:nvSpPr>
          <p:spPr>
            <a:xfrm>
              <a:off x="4601190" y="448108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8FDBBF">
                <a:alpha val="100000"/>
              </a:srgbClr>
            </a:solidFill>
            <a:ln w="5420" cap="flat">
              <a:solidFill>
                <a:srgbClr val="8FDBB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64" name="pg2164"/>
            <p:cNvSpPr/>
            <p:nvPr/>
          </p:nvSpPr>
          <p:spPr>
            <a:xfrm>
              <a:off x="4612827" y="448108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90DCBF">
                <a:alpha val="100000"/>
              </a:srgbClr>
            </a:solidFill>
            <a:ln w="5420" cap="flat">
              <a:solidFill>
                <a:srgbClr val="90DCB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65" name="pg2165"/>
            <p:cNvSpPr/>
            <p:nvPr/>
          </p:nvSpPr>
          <p:spPr>
            <a:xfrm>
              <a:off x="4624464" y="448108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96DEC2">
                <a:alpha val="100000"/>
              </a:srgbClr>
            </a:solidFill>
            <a:ln w="5420" cap="flat">
              <a:solidFill>
                <a:srgbClr val="96DEC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66" name="pg2166"/>
            <p:cNvSpPr/>
            <p:nvPr/>
          </p:nvSpPr>
          <p:spPr>
            <a:xfrm>
              <a:off x="4636101" y="448108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97DEC2">
                <a:alpha val="100000"/>
              </a:srgbClr>
            </a:solidFill>
            <a:ln w="5420" cap="flat">
              <a:solidFill>
                <a:srgbClr val="97DEC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67" name="pg2167"/>
            <p:cNvSpPr/>
            <p:nvPr/>
          </p:nvSpPr>
          <p:spPr>
            <a:xfrm>
              <a:off x="4647739" y="448108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93DDC1">
                <a:alpha val="100000"/>
              </a:srgbClr>
            </a:solidFill>
            <a:ln w="5420" cap="flat">
              <a:solidFill>
                <a:srgbClr val="93DDC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68" name="pg2168"/>
            <p:cNvSpPr/>
            <p:nvPr/>
          </p:nvSpPr>
          <p:spPr>
            <a:xfrm>
              <a:off x="4659376" y="448108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8FDBBF">
                <a:alpha val="100000"/>
              </a:srgbClr>
            </a:solidFill>
            <a:ln w="5420" cap="flat">
              <a:solidFill>
                <a:srgbClr val="8FDBB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69" name="pg2169"/>
            <p:cNvSpPr/>
            <p:nvPr/>
          </p:nvSpPr>
          <p:spPr>
            <a:xfrm>
              <a:off x="4671013" y="448108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8BDABD">
                <a:alpha val="100000"/>
              </a:srgbClr>
            </a:solidFill>
            <a:ln w="5420" cap="flat">
              <a:solidFill>
                <a:srgbClr val="8BDAB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70" name="pg2170"/>
            <p:cNvSpPr/>
            <p:nvPr/>
          </p:nvSpPr>
          <p:spPr>
            <a:xfrm>
              <a:off x="4589552" y="449538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8EDBBE">
                <a:alpha val="100000"/>
              </a:srgbClr>
            </a:solidFill>
            <a:ln w="5420" cap="flat">
              <a:solidFill>
                <a:srgbClr val="8EDBB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71" name="pg2171"/>
            <p:cNvSpPr/>
            <p:nvPr/>
          </p:nvSpPr>
          <p:spPr>
            <a:xfrm>
              <a:off x="4601190" y="449538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8DDBBE">
                <a:alpha val="100000"/>
              </a:srgbClr>
            </a:solidFill>
            <a:ln w="5420" cap="flat">
              <a:solidFill>
                <a:srgbClr val="8DDBB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72" name="pg2172"/>
            <p:cNvSpPr/>
            <p:nvPr/>
          </p:nvSpPr>
          <p:spPr>
            <a:xfrm>
              <a:off x="4612827" y="449538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8BDABD">
                <a:alpha val="100000"/>
              </a:srgbClr>
            </a:solidFill>
            <a:ln w="5420" cap="flat">
              <a:solidFill>
                <a:srgbClr val="8BDAB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73" name="pg2173"/>
            <p:cNvSpPr/>
            <p:nvPr/>
          </p:nvSpPr>
          <p:spPr>
            <a:xfrm>
              <a:off x="4624464" y="449538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94DDC1">
                <a:alpha val="100000"/>
              </a:srgbClr>
            </a:solidFill>
            <a:ln w="5420" cap="flat">
              <a:solidFill>
                <a:srgbClr val="94DDC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74" name="pg2174"/>
            <p:cNvSpPr/>
            <p:nvPr/>
          </p:nvSpPr>
          <p:spPr>
            <a:xfrm>
              <a:off x="4636101" y="449538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98DEC3">
                <a:alpha val="100000"/>
              </a:srgbClr>
            </a:solidFill>
            <a:ln w="5420" cap="flat">
              <a:solidFill>
                <a:srgbClr val="98DEC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75" name="pg2175"/>
            <p:cNvSpPr/>
            <p:nvPr/>
          </p:nvSpPr>
          <p:spPr>
            <a:xfrm>
              <a:off x="4647739" y="449538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94DDC1">
                <a:alpha val="100000"/>
              </a:srgbClr>
            </a:solidFill>
            <a:ln w="5420" cap="flat">
              <a:solidFill>
                <a:srgbClr val="94DDC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76" name="pg2176"/>
            <p:cNvSpPr/>
            <p:nvPr/>
          </p:nvSpPr>
          <p:spPr>
            <a:xfrm>
              <a:off x="4659376" y="449538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90DCBF">
                <a:alpha val="100000"/>
              </a:srgbClr>
            </a:solidFill>
            <a:ln w="5420" cap="flat">
              <a:solidFill>
                <a:srgbClr val="90DCB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77" name="pg2177"/>
            <p:cNvSpPr/>
            <p:nvPr/>
          </p:nvSpPr>
          <p:spPr>
            <a:xfrm>
              <a:off x="4577915" y="450968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8EDBBE">
                <a:alpha val="100000"/>
              </a:srgbClr>
            </a:solidFill>
            <a:ln w="5420" cap="flat">
              <a:solidFill>
                <a:srgbClr val="8EDBB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78" name="pg2178"/>
            <p:cNvSpPr/>
            <p:nvPr/>
          </p:nvSpPr>
          <p:spPr>
            <a:xfrm>
              <a:off x="4589552" y="450968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8EDBBE">
                <a:alpha val="100000"/>
              </a:srgbClr>
            </a:solidFill>
            <a:ln w="5420" cap="flat">
              <a:solidFill>
                <a:srgbClr val="8EDBB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79" name="pg2179"/>
            <p:cNvSpPr/>
            <p:nvPr/>
          </p:nvSpPr>
          <p:spPr>
            <a:xfrm>
              <a:off x="4601190" y="450968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8EDBBE">
                <a:alpha val="100000"/>
              </a:srgbClr>
            </a:solidFill>
            <a:ln w="5420" cap="flat">
              <a:solidFill>
                <a:srgbClr val="8EDBB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80" name="pg2180"/>
            <p:cNvSpPr/>
            <p:nvPr/>
          </p:nvSpPr>
          <p:spPr>
            <a:xfrm>
              <a:off x="4612827" y="450968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8EDBBE">
                <a:alpha val="100000"/>
              </a:srgbClr>
            </a:solidFill>
            <a:ln w="5420" cap="flat">
              <a:solidFill>
                <a:srgbClr val="8EDBB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81" name="pg2181"/>
            <p:cNvSpPr/>
            <p:nvPr/>
          </p:nvSpPr>
          <p:spPr>
            <a:xfrm>
              <a:off x="4624464" y="450968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91DCC0">
                <a:alpha val="100000"/>
              </a:srgbClr>
            </a:solidFill>
            <a:ln w="5420" cap="flat">
              <a:solidFill>
                <a:srgbClr val="91DCC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82" name="pg2182"/>
            <p:cNvSpPr/>
            <p:nvPr/>
          </p:nvSpPr>
          <p:spPr>
            <a:xfrm>
              <a:off x="4636101" y="450968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95DDC1">
                <a:alpha val="100000"/>
              </a:srgbClr>
            </a:solidFill>
            <a:ln w="5420" cap="flat">
              <a:solidFill>
                <a:srgbClr val="95DDC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83" name="pg2183"/>
            <p:cNvSpPr/>
            <p:nvPr/>
          </p:nvSpPr>
          <p:spPr>
            <a:xfrm>
              <a:off x="4647739" y="450968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93DDC1">
                <a:alpha val="100000"/>
              </a:srgbClr>
            </a:solidFill>
            <a:ln w="5420" cap="flat">
              <a:solidFill>
                <a:srgbClr val="93DDC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84" name="pg2184"/>
            <p:cNvSpPr/>
            <p:nvPr/>
          </p:nvSpPr>
          <p:spPr>
            <a:xfrm>
              <a:off x="4577915" y="452398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8FDBBF">
                <a:alpha val="100000"/>
              </a:srgbClr>
            </a:solidFill>
            <a:ln w="5420" cap="flat">
              <a:solidFill>
                <a:srgbClr val="8FDBB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85" name="pg2185"/>
            <p:cNvSpPr/>
            <p:nvPr/>
          </p:nvSpPr>
          <p:spPr>
            <a:xfrm>
              <a:off x="4589552" y="452398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8FDBBF">
                <a:alpha val="100000"/>
              </a:srgbClr>
            </a:solidFill>
            <a:ln w="5420" cap="flat">
              <a:solidFill>
                <a:srgbClr val="8FDBB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86" name="pg2186"/>
            <p:cNvSpPr/>
            <p:nvPr/>
          </p:nvSpPr>
          <p:spPr>
            <a:xfrm>
              <a:off x="4601190" y="452398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8FDCBF">
                <a:alpha val="100000"/>
              </a:srgbClr>
            </a:solidFill>
            <a:ln w="5420" cap="flat">
              <a:solidFill>
                <a:srgbClr val="8FDCB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87" name="pg2187"/>
            <p:cNvSpPr/>
            <p:nvPr/>
          </p:nvSpPr>
          <p:spPr>
            <a:xfrm>
              <a:off x="4612827" y="452398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8FDCBF">
                <a:alpha val="100000"/>
              </a:srgbClr>
            </a:solidFill>
            <a:ln w="5420" cap="flat">
              <a:solidFill>
                <a:srgbClr val="8FDCB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88" name="pg2188"/>
            <p:cNvSpPr/>
            <p:nvPr/>
          </p:nvSpPr>
          <p:spPr>
            <a:xfrm>
              <a:off x="4624464" y="452398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90DCBF">
                <a:alpha val="100000"/>
              </a:srgbClr>
            </a:solidFill>
            <a:ln w="5420" cap="flat">
              <a:solidFill>
                <a:srgbClr val="90DCB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89" name="pg2189"/>
            <p:cNvSpPr/>
            <p:nvPr/>
          </p:nvSpPr>
          <p:spPr>
            <a:xfrm>
              <a:off x="4636101" y="452398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90DCBF">
                <a:alpha val="100000"/>
              </a:srgbClr>
            </a:solidFill>
            <a:ln w="5420" cap="flat">
              <a:solidFill>
                <a:srgbClr val="90DCB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90" name="pg2190"/>
            <p:cNvSpPr/>
            <p:nvPr/>
          </p:nvSpPr>
          <p:spPr>
            <a:xfrm>
              <a:off x="4566278" y="453828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8FDBBF">
                <a:alpha val="100000"/>
              </a:srgbClr>
            </a:solidFill>
            <a:ln w="5420" cap="flat">
              <a:solidFill>
                <a:srgbClr val="8FDBB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91" name="pg2191"/>
            <p:cNvSpPr/>
            <p:nvPr/>
          </p:nvSpPr>
          <p:spPr>
            <a:xfrm>
              <a:off x="4577915" y="453828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8FDCBF">
                <a:alpha val="100000"/>
              </a:srgbClr>
            </a:solidFill>
            <a:ln w="5420" cap="flat">
              <a:solidFill>
                <a:srgbClr val="8FDCB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92" name="pg2192"/>
            <p:cNvSpPr/>
            <p:nvPr/>
          </p:nvSpPr>
          <p:spPr>
            <a:xfrm>
              <a:off x="4589552" y="453828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90DCBF">
                <a:alpha val="100000"/>
              </a:srgbClr>
            </a:solidFill>
            <a:ln w="5420" cap="flat">
              <a:solidFill>
                <a:srgbClr val="90DCB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93" name="pg2193"/>
            <p:cNvSpPr/>
            <p:nvPr/>
          </p:nvSpPr>
          <p:spPr>
            <a:xfrm>
              <a:off x="4601190" y="453828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90DCBF">
                <a:alpha val="100000"/>
              </a:srgbClr>
            </a:solidFill>
            <a:ln w="5420" cap="flat">
              <a:solidFill>
                <a:srgbClr val="90DCB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94" name="pg2194"/>
            <p:cNvSpPr/>
            <p:nvPr/>
          </p:nvSpPr>
          <p:spPr>
            <a:xfrm>
              <a:off x="4612827" y="453828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90DCBF">
                <a:alpha val="100000"/>
              </a:srgbClr>
            </a:solidFill>
            <a:ln w="5420" cap="flat">
              <a:solidFill>
                <a:srgbClr val="90DCB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95" name="pg2195"/>
            <p:cNvSpPr/>
            <p:nvPr/>
          </p:nvSpPr>
          <p:spPr>
            <a:xfrm>
              <a:off x="4624464" y="453828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8FDCBF">
                <a:alpha val="100000"/>
              </a:srgbClr>
            </a:solidFill>
            <a:ln w="5420" cap="flat">
              <a:solidFill>
                <a:srgbClr val="8FDCB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96" name="pg2196"/>
            <p:cNvSpPr/>
            <p:nvPr/>
          </p:nvSpPr>
          <p:spPr>
            <a:xfrm>
              <a:off x="4566278" y="455258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8FDBBF">
                <a:alpha val="100000"/>
              </a:srgbClr>
            </a:solidFill>
            <a:ln w="5420" cap="flat">
              <a:solidFill>
                <a:srgbClr val="8FDBB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97" name="pg2197"/>
            <p:cNvSpPr/>
            <p:nvPr/>
          </p:nvSpPr>
          <p:spPr>
            <a:xfrm>
              <a:off x="4577915" y="455258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8FDBBF">
                <a:alpha val="100000"/>
              </a:srgbClr>
            </a:solidFill>
            <a:ln w="5420" cap="flat">
              <a:solidFill>
                <a:srgbClr val="8FDBB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98" name="pg2198"/>
            <p:cNvSpPr/>
            <p:nvPr/>
          </p:nvSpPr>
          <p:spPr>
            <a:xfrm>
              <a:off x="4589552" y="455258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91DCC0">
                <a:alpha val="100000"/>
              </a:srgbClr>
            </a:solidFill>
            <a:ln w="5420" cap="flat">
              <a:solidFill>
                <a:srgbClr val="91DCC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99" name="pg2199"/>
            <p:cNvSpPr/>
            <p:nvPr/>
          </p:nvSpPr>
          <p:spPr>
            <a:xfrm>
              <a:off x="4601190" y="455258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91DCC0">
                <a:alpha val="100000"/>
              </a:srgbClr>
            </a:solidFill>
            <a:ln w="5420" cap="flat">
              <a:solidFill>
                <a:srgbClr val="91DCC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00" name="pg2200"/>
            <p:cNvSpPr/>
            <p:nvPr/>
          </p:nvSpPr>
          <p:spPr>
            <a:xfrm>
              <a:off x="4612827" y="455258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90DCBF">
                <a:alpha val="100000"/>
              </a:srgbClr>
            </a:solidFill>
            <a:ln w="5420" cap="flat">
              <a:solidFill>
                <a:srgbClr val="90DCB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01" name="pg2201"/>
            <p:cNvSpPr/>
            <p:nvPr/>
          </p:nvSpPr>
          <p:spPr>
            <a:xfrm>
              <a:off x="4554640" y="456688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8FDBBF">
                <a:alpha val="100000"/>
              </a:srgbClr>
            </a:solidFill>
            <a:ln w="5420" cap="flat">
              <a:solidFill>
                <a:srgbClr val="8FDBB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02" name="pg2202"/>
            <p:cNvSpPr/>
            <p:nvPr/>
          </p:nvSpPr>
          <p:spPr>
            <a:xfrm>
              <a:off x="4566278" y="456688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8FDCBF">
                <a:alpha val="100000"/>
              </a:srgbClr>
            </a:solidFill>
            <a:ln w="5420" cap="flat">
              <a:solidFill>
                <a:srgbClr val="8FDCB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03" name="pg2203"/>
            <p:cNvSpPr/>
            <p:nvPr/>
          </p:nvSpPr>
          <p:spPr>
            <a:xfrm>
              <a:off x="4577915" y="456688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90DCBF">
                <a:alpha val="100000"/>
              </a:srgbClr>
            </a:solidFill>
            <a:ln w="5420" cap="flat">
              <a:solidFill>
                <a:srgbClr val="90DCB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04" name="pg2204"/>
            <p:cNvSpPr/>
            <p:nvPr/>
          </p:nvSpPr>
          <p:spPr>
            <a:xfrm>
              <a:off x="4589552" y="456688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94DDC1">
                <a:alpha val="100000"/>
              </a:srgbClr>
            </a:solidFill>
            <a:ln w="5420" cap="flat">
              <a:solidFill>
                <a:srgbClr val="94DDC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05" name="pg2205"/>
            <p:cNvSpPr/>
            <p:nvPr/>
          </p:nvSpPr>
          <p:spPr>
            <a:xfrm>
              <a:off x="4601190" y="456688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92DCC0">
                <a:alpha val="100000"/>
              </a:srgbClr>
            </a:solidFill>
            <a:ln w="5420" cap="flat">
              <a:solidFill>
                <a:srgbClr val="92DCC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06" name="pg2206"/>
            <p:cNvSpPr/>
            <p:nvPr/>
          </p:nvSpPr>
          <p:spPr>
            <a:xfrm>
              <a:off x="4612827" y="456688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90DCBF">
                <a:alpha val="100000"/>
              </a:srgbClr>
            </a:solidFill>
            <a:ln w="5420" cap="flat">
              <a:solidFill>
                <a:srgbClr val="90DCB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07" name="pg2207"/>
            <p:cNvSpPr/>
            <p:nvPr/>
          </p:nvSpPr>
          <p:spPr>
            <a:xfrm>
              <a:off x="4554640" y="458119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8EDBBF">
                <a:alpha val="100000"/>
              </a:srgbClr>
            </a:solidFill>
            <a:ln w="5420" cap="flat">
              <a:solidFill>
                <a:srgbClr val="8EDBB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08" name="pg2208"/>
            <p:cNvSpPr/>
            <p:nvPr/>
          </p:nvSpPr>
          <p:spPr>
            <a:xfrm>
              <a:off x="4566278" y="458119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90DCBF">
                <a:alpha val="100000"/>
              </a:srgbClr>
            </a:solidFill>
            <a:ln w="5420" cap="flat">
              <a:solidFill>
                <a:srgbClr val="90DCB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09" name="pg2209"/>
            <p:cNvSpPr/>
            <p:nvPr/>
          </p:nvSpPr>
          <p:spPr>
            <a:xfrm>
              <a:off x="4577915" y="458119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91DCC0">
                <a:alpha val="100000"/>
              </a:srgbClr>
            </a:solidFill>
            <a:ln w="5420" cap="flat">
              <a:solidFill>
                <a:srgbClr val="91DCC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10" name="pg2210"/>
            <p:cNvSpPr/>
            <p:nvPr/>
          </p:nvSpPr>
          <p:spPr>
            <a:xfrm>
              <a:off x="4589552" y="458119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92DCC0">
                <a:alpha val="100000"/>
              </a:srgbClr>
            </a:solidFill>
            <a:ln w="5420" cap="flat">
              <a:solidFill>
                <a:srgbClr val="92DCC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11" name="pg2211"/>
            <p:cNvSpPr/>
            <p:nvPr/>
          </p:nvSpPr>
          <p:spPr>
            <a:xfrm>
              <a:off x="4601190" y="458119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91DCC0">
                <a:alpha val="100000"/>
              </a:srgbClr>
            </a:solidFill>
            <a:ln w="5420" cap="flat">
              <a:solidFill>
                <a:srgbClr val="91DCC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12" name="pg2212"/>
            <p:cNvSpPr/>
            <p:nvPr/>
          </p:nvSpPr>
          <p:spPr>
            <a:xfrm>
              <a:off x="4543003" y="459549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8CDBBE">
                <a:alpha val="100000"/>
              </a:srgbClr>
            </a:solidFill>
            <a:ln w="5420" cap="flat">
              <a:solidFill>
                <a:srgbClr val="8CDBB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13" name="pg2213"/>
            <p:cNvSpPr/>
            <p:nvPr/>
          </p:nvSpPr>
          <p:spPr>
            <a:xfrm>
              <a:off x="4554640" y="459549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8DDBBE">
                <a:alpha val="100000"/>
              </a:srgbClr>
            </a:solidFill>
            <a:ln w="5420" cap="flat">
              <a:solidFill>
                <a:srgbClr val="8DDBB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14" name="pg2214"/>
            <p:cNvSpPr/>
            <p:nvPr/>
          </p:nvSpPr>
          <p:spPr>
            <a:xfrm>
              <a:off x="4566278" y="459549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8FDBBF">
                <a:alpha val="100000"/>
              </a:srgbClr>
            </a:solidFill>
            <a:ln w="5420" cap="flat">
              <a:solidFill>
                <a:srgbClr val="8FDBB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15" name="pg2215"/>
            <p:cNvSpPr/>
            <p:nvPr/>
          </p:nvSpPr>
          <p:spPr>
            <a:xfrm>
              <a:off x="4577915" y="459549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8FDCBF">
                <a:alpha val="100000"/>
              </a:srgbClr>
            </a:solidFill>
            <a:ln w="5420" cap="flat">
              <a:solidFill>
                <a:srgbClr val="8FDCB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16" name="pg2216"/>
            <p:cNvSpPr/>
            <p:nvPr/>
          </p:nvSpPr>
          <p:spPr>
            <a:xfrm>
              <a:off x="4589552" y="459549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90DCBF">
                <a:alpha val="100000"/>
              </a:srgbClr>
            </a:solidFill>
            <a:ln w="5420" cap="flat">
              <a:solidFill>
                <a:srgbClr val="90DCB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17" name="pg2217"/>
            <p:cNvSpPr/>
            <p:nvPr/>
          </p:nvSpPr>
          <p:spPr>
            <a:xfrm>
              <a:off x="4601190" y="459549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8FDCBF">
                <a:alpha val="100000"/>
              </a:srgbClr>
            </a:solidFill>
            <a:ln w="5420" cap="flat">
              <a:solidFill>
                <a:srgbClr val="8FDCB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18" name="pg2218"/>
            <p:cNvSpPr/>
            <p:nvPr/>
          </p:nvSpPr>
          <p:spPr>
            <a:xfrm>
              <a:off x="4543003" y="460979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8BDABD">
                <a:alpha val="100000"/>
              </a:srgbClr>
            </a:solidFill>
            <a:ln w="5420" cap="flat">
              <a:solidFill>
                <a:srgbClr val="8BDAB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19" name="pg2219"/>
            <p:cNvSpPr/>
            <p:nvPr/>
          </p:nvSpPr>
          <p:spPr>
            <a:xfrm>
              <a:off x="4554640" y="460979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8CDBBE">
                <a:alpha val="100000"/>
              </a:srgbClr>
            </a:solidFill>
            <a:ln w="5420" cap="flat">
              <a:solidFill>
                <a:srgbClr val="8CDBB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20" name="pg2220"/>
            <p:cNvSpPr/>
            <p:nvPr/>
          </p:nvSpPr>
          <p:spPr>
            <a:xfrm>
              <a:off x="4566278" y="460979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8DDBBE">
                <a:alpha val="100000"/>
              </a:srgbClr>
            </a:solidFill>
            <a:ln w="5420" cap="flat">
              <a:solidFill>
                <a:srgbClr val="8DDBB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21" name="pg2221"/>
            <p:cNvSpPr/>
            <p:nvPr/>
          </p:nvSpPr>
          <p:spPr>
            <a:xfrm>
              <a:off x="4577915" y="460979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8EDBBE">
                <a:alpha val="100000"/>
              </a:srgbClr>
            </a:solidFill>
            <a:ln w="5420" cap="flat">
              <a:solidFill>
                <a:srgbClr val="8EDBB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22" name="pg2222"/>
            <p:cNvSpPr/>
            <p:nvPr/>
          </p:nvSpPr>
          <p:spPr>
            <a:xfrm>
              <a:off x="4589552" y="460979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8EDBBE">
                <a:alpha val="100000"/>
              </a:srgbClr>
            </a:solidFill>
            <a:ln w="5420" cap="flat">
              <a:solidFill>
                <a:srgbClr val="8EDBB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23" name="pg2223"/>
            <p:cNvSpPr/>
            <p:nvPr/>
          </p:nvSpPr>
          <p:spPr>
            <a:xfrm>
              <a:off x="4601190" y="460979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8EDBBE">
                <a:alpha val="100000"/>
              </a:srgbClr>
            </a:solidFill>
            <a:ln w="5420" cap="flat">
              <a:solidFill>
                <a:srgbClr val="8EDBB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24" name="pg2224"/>
            <p:cNvSpPr/>
            <p:nvPr/>
          </p:nvSpPr>
          <p:spPr>
            <a:xfrm>
              <a:off x="4543003" y="462409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8ADABC">
                <a:alpha val="100000"/>
              </a:srgbClr>
            </a:solidFill>
            <a:ln w="5420" cap="flat">
              <a:solidFill>
                <a:srgbClr val="8ADAB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25" name="pg2225"/>
            <p:cNvSpPr/>
            <p:nvPr/>
          </p:nvSpPr>
          <p:spPr>
            <a:xfrm>
              <a:off x="4554640" y="462409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8BDABD">
                <a:alpha val="100000"/>
              </a:srgbClr>
            </a:solidFill>
            <a:ln w="5420" cap="flat">
              <a:solidFill>
                <a:srgbClr val="8BDAB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26" name="pg2226"/>
            <p:cNvSpPr/>
            <p:nvPr/>
          </p:nvSpPr>
          <p:spPr>
            <a:xfrm>
              <a:off x="4566278" y="462409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8CDABD">
                <a:alpha val="100000"/>
              </a:srgbClr>
            </a:solidFill>
            <a:ln w="5420" cap="flat">
              <a:solidFill>
                <a:srgbClr val="8CDAB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27" name="pg2227"/>
            <p:cNvSpPr/>
            <p:nvPr/>
          </p:nvSpPr>
          <p:spPr>
            <a:xfrm>
              <a:off x="4577915" y="462409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8CDBBE">
                <a:alpha val="100000"/>
              </a:srgbClr>
            </a:solidFill>
            <a:ln w="5420" cap="flat">
              <a:solidFill>
                <a:srgbClr val="8CDBB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28" name="pg2228"/>
            <p:cNvSpPr/>
            <p:nvPr/>
          </p:nvSpPr>
          <p:spPr>
            <a:xfrm>
              <a:off x="4589552" y="462409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8CDBBE">
                <a:alpha val="100000"/>
              </a:srgbClr>
            </a:solidFill>
            <a:ln w="5420" cap="flat">
              <a:solidFill>
                <a:srgbClr val="8CDBB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29" name="pg2229"/>
            <p:cNvSpPr/>
            <p:nvPr/>
          </p:nvSpPr>
          <p:spPr>
            <a:xfrm>
              <a:off x="3856400" y="463839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FA4">
                <a:alpha val="100000"/>
              </a:srgbClr>
            </a:solidFill>
            <a:ln w="5420" cap="flat">
              <a:solidFill>
                <a:srgbClr val="3A7FA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30" name="pg2230"/>
            <p:cNvSpPr/>
            <p:nvPr/>
          </p:nvSpPr>
          <p:spPr>
            <a:xfrm>
              <a:off x="3868038" y="463839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FA4">
                <a:alpha val="100000"/>
              </a:srgbClr>
            </a:solidFill>
            <a:ln w="5420" cap="flat">
              <a:solidFill>
                <a:srgbClr val="3A7FA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31" name="pg2231"/>
            <p:cNvSpPr/>
            <p:nvPr/>
          </p:nvSpPr>
          <p:spPr>
            <a:xfrm>
              <a:off x="3879675" y="463839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FA4">
                <a:alpha val="100000"/>
              </a:srgbClr>
            </a:solidFill>
            <a:ln w="5420" cap="flat">
              <a:solidFill>
                <a:srgbClr val="3A7FA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32" name="pg2232"/>
            <p:cNvSpPr/>
            <p:nvPr/>
          </p:nvSpPr>
          <p:spPr>
            <a:xfrm>
              <a:off x="3891312" y="463839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FA4">
                <a:alpha val="100000"/>
              </a:srgbClr>
            </a:solidFill>
            <a:ln w="5420" cap="flat">
              <a:solidFill>
                <a:srgbClr val="3A7FA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33" name="pg2233"/>
            <p:cNvSpPr/>
            <p:nvPr/>
          </p:nvSpPr>
          <p:spPr>
            <a:xfrm>
              <a:off x="4543003" y="463839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89DABC">
                <a:alpha val="100000"/>
              </a:srgbClr>
            </a:solidFill>
            <a:ln w="5420" cap="flat">
              <a:solidFill>
                <a:srgbClr val="89DAB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34" name="pg2234"/>
            <p:cNvSpPr/>
            <p:nvPr/>
          </p:nvSpPr>
          <p:spPr>
            <a:xfrm>
              <a:off x="4554640" y="463839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8ADABD">
                <a:alpha val="100000"/>
              </a:srgbClr>
            </a:solidFill>
            <a:ln w="5420" cap="flat">
              <a:solidFill>
                <a:srgbClr val="8ADAB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35" name="pg2235"/>
            <p:cNvSpPr/>
            <p:nvPr/>
          </p:nvSpPr>
          <p:spPr>
            <a:xfrm>
              <a:off x="4566278" y="463839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8BDABD">
                <a:alpha val="100000"/>
              </a:srgbClr>
            </a:solidFill>
            <a:ln w="5420" cap="flat">
              <a:solidFill>
                <a:srgbClr val="8BDAB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36" name="pg2236"/>
            <p:cNvSpPr/>
            <p:nvPr/>
          </p:nvSpPr>
          <p:spPr>
            <a:xfrm>
              <a:off x="4577915" y="463839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8BDABD">
                <a:alpha val="100000"/>
              </a:srgbClr>
            </a:solidFill>
            <a:ln w="5420" cap="flat">
              <a:solidFill>
                <a:srgbClr val="8BDAB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37" name="pg2237"/>
            <p:cNvSpPr/>
            <p:nvPr/>
          </p:nvSpPr>
          <p:spPr>
            <a:xfrm>
              <a:off x="3856400" y="465269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80A4">
                <a:alpha val="100000"/>
              </a:srgbClr>
            </a:solidFill>
            <a:ln w="5420" cap="flat">
              <a:solidFill>
                <a:srgbClr val="3A80A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38" name="pg2238"/>
            <p:cNvSpPr/>
            <p:nvPr/>
          </p:nvSpPr>
          <p:spPr>
            <a:xfrm>
              <a:off x="3868038" y="465269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80A4">
                <a:alpha val="100000"/>
              </a:srgbClr>
            </a:solidFill>
            <a:ln w="5420" cap="flat">
              <a:solidFill>
                <a:srgbClr val="3A80A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39" name="pg2239"/>
            <p:cNvSpPr/>
            <p:nvPr/>
          </p:nvSpPr>
          <p:spPr>
            <a:xfrm>
              <a:off x="3879675" y="465269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80A4">
                <a:alpha val="100000"/>
              </a:srgbClr>
            </a:solidFill>
            <a:ln w="5420" cap="flat">
              <a:solidFill>
                <a:srgbClr val="3A80A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40" name="pg2240"/>
            <p:cNvSpPr/>
            <p:nvPr/>
          </p:nvSpPr>
          <p:spPr>
            <a:xfrm>
              <a:off x="3891312" y="465269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FA4">
                <a:alpha val="100000"/>
              </a:srgbClr>
            </a:solidFill>
            <a:ln w="5420" cap="flat">
              <a:solidFill>
                <a:srgbClr val="3A7FA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41" name="pg2241"/>
            <p:cNvSpPr/>
            <p:nvPr/>
          </p:nvSpPr>
          <p:spPr>
            <a:xfrm>
              <a:off x="3902950" y="465269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80A4">
                <a:alpha val="100000"/>
              </a:srgbClr>
            </a:solidFill>
            <a:ln w="5420" cap="flat">
              <a:solidFill>
                <a:srgbClr val="3A80A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42" name="pg2242"/>
            <p:cNvSpPr/>
            <p:nvPr/>
          </p:nvSpPr>
          <p:spPr>
            <a:xfrm>
              <a:off x="3949499" y="465269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83A5">
                <a:alpha val="100000"/>
              </a:srgbClr>
            </a:solidFill>
            <a:ln w="5420" cap="flat">
              <a:solidFill>
                <a:srgbClr val="3983A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43" name="pg2243"/>
            <p:cNvSpPr/>
            <p:nvPr/>
          </p:nvSpPr>
          <p:spPr>
            <a:xfrm>
              <a:off x="3961136" y="465269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84A5">
                <a:alpha val="100000"/>
              </a:srgbClr>
            </a:solidFill>
            <a:ln w="5420" cap="flat">
              <a:solidFill>
                <a:srgbClr val="3984A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44" name="pg2244"/>
            <p:cNvSpPr/>
            <p:nvPr/>
          </p:nvSpPr>
          <p:spPr>
            <a:xfrm>
              <a:off x="3972774" y="465269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86A5">
                <a:alpha val="100000"/>
              </a:srgbClr>
            </a:solidFill>
            <a:ln w="5420" cap="flat">
              <a:solidFill>
                <a:srgbClr val="3986A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45" name="pg2245"/>
            <p:cNvSpPr/>
            <p:nvPr/>
          </p:nvSpPr>
          <p:spPr>
            <a:xfrm>
              <a:off x="3984411" y="465269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887A6">
                <a:alpha val="100000"/>
              </a:srgbClr>
            </a:solidFill>
            <a:ln w="5420" cap="flat">
              <a:solidFill>
                <a:srgbClr val="3887A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46" name="pg2246"/>
            <p:cNvSpPr/>
            <p:nvPr/>
          </p:nvSpPr>
          <p:spPr>
            <a:xfrm>
              <a:off x="3996048" y="465269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888A6">
                <a:alpha val="100000"/>
              </a:srgbClr>
            </a:solidFill>
            <a:ln w="5420" cap="flat">
              <a:solidFill>
                <a:srgbClr val="3888A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47" name="pg2247"/>
            <p:cNvSpPr/>
            <p:nvPr/>
          </p:nvSpPr>
          <p:spPr>
            <a:xfrm>
              <a:off x="4543003" y="465269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89DABC">
                <a:alpha val="100000"/>
              </a:srgbClr>
            </a:solidFill>
            <a:ln w="5420" cap="flat">
              <a:solidFill>
                <a:srgbClr val="89DAB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48" name="pg2248"/>
            <p:cNvSpPr/>
            <p:nvPr/>
          </p:nvSpPr>
          <p:spPr>
            <a:xfrm>
              <a:off x="4554640" y="465269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8ADABD">
                <a:alpha val="100000"/>
              </a:srgbClr>
            </a:solidFill>
            <a:ln w="5420" cap="flat">
              <a:solidFill>
                <a:srgbClr val="8ADAB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49" name="pg2249"/>
            <p:cNvSpPr/>
            <p:nvPr/>
          </p:nvSpPr>
          <p:spPr>
            <a:xfrm>
              <a:off x="4566278" y="465269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8BDABD">
                <a:alpha val="100000"/>
              </a:srgbClr>
            </a:solidFill>
            <a:ln w="5420" cap="flat">
              <a:solidFill>
                <a:srgbClr val="8BDAB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50" name="pg2250"/>
            <p:cNvSpPr/>
            <p:nvPr/>
          </p:nvSpPr>
          <p:spPr>
            <a:xfrm>
              <a:off x="4577915" y="465269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8BDABD">
                <a:alpha val="100000"/>
              </a:srgbClr>
            </a:solidFill>
            <a:ln w="5420" cap="flat">
              <a:solidFill>
                <a:srgbClr val="8BDAB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51" name="pg2251"/>
            <p:cNvSpPr/>
            <p:nvPr/>
          </p:nvSpPr>
          <p:spPr>
            <a:xfrm>
              <a:off x="4589552" y="465269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8BDABD">
                <a:alpha val="100000"/>
              </a:srgbClr>
            </a:solidFill>
            <a:ln w="5420" cap="flat">
              <a:solidFill>
                <a:srgbClr val="8BDAB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52" name="pg2252"/>
            <p:cNvSpPr/>
            <p:nvPr/>
          </p:nvSpPr>
          <p:spPr>
            <a:xfrm>
              <a:off x="3774939" y="466699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6FA0">
                <a:alpha val="100000"/>
              </a:srgbClr>
            </a:solidFill>
            <a:ln w="5420" cap="flat">
              <a:solidFill>
                <a:srgbClr val="3B6FA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53" name="pg2253"/>
            <p:cNvSpPr/>
            <p:nvPr/>
          </p:nvSpPr>
          <p:spPr>
            <a:xfrm>
              <a:off x="3786576" y="466699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4A1">
                <a:alpha val="100000"/>
              </a:srgbClr>
            </a:solidFill>
            <a:ln w="5420" cap="flat">
              <a:solidFill>
                <a:srgbClr val="3A74A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54" name="pg2254"/>
            <p:cNvSpPr/>
            <p:nvPr/>
          </p:nvSpPr>
          <p:spPr>
            <a:xfrm>
              <a:off x="3844763" y="466699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83A5">
                <a:alpha val="100000"/>
              </a:srgbClr>
            </a:solidFill>
            <a:ln w="5420" cap="flat">
              <a:solidFill>
                <a:srgbClr val="3983A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55" name="pg2255"/>
            <p:cNvSpPr/>
            <p:nvPr/>
          </p:nvSpPr>
          <p:spPr>
            <a:xfrm>
              <a:off x="3856400" y="466699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83A5">
                <a:alpha val="100000"/>
              </a:srgbClr>
            </a:solidFill>
            <a:ln w="5420" cap="flat">
              <a:solidFill>
                <a:srgbClr val="3983A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56" name="pg2256"/>
            <p:cNvSpPr/>
            <p:nvPr/>
          </p:nvSpPr>
          <p:spPr>
            <a:xfrm>
              <a:off x="3868038" y="466699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82A5">
                <a:alpha val="100000"/>
              </a:srgbClr>
            </a:solidFill>
            <a:ln w="5420" cap="flat">
              <a:solidFill>
                <a:srgbClr val="3982A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57" name="pg2257"/>
            <p:cNvSpPr/>
            <p:nvPr/>
          </p:nvSpPr>
          <p:spPr>
            <a:xfrm>
              <a:off x="3879675" y="466699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81A4">
                <a:alpha val="100000"/>
              </a:srgbClr>
            </a:solidFill>
            <a:ln w="5420" cap="flat">
              <a:solidFill>
                <a:srgbClr val="3981A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58" name="pg2258"/>
            <p:cNvSpPr/>
            <p:nvPr/>
          </p:nvSpPr>
          <p:spPr>
            <a:xfrm>
              <a:off x="3891312" y="466699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81A4">
                <a:alpha val="100000"/>
              </a:srgbClr>
            </a:solidFill>
            <a:ln w="5420" cap="flat">
              <a:solidFill>
                <a:srgbClr val="3A81A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59" name="pg2259"/>
            <p:cNvSpPr/>
            <p:nvPr/>
          </p:nvSpPr>
          <p:spPr>
            <a:xfrm>
              <a:off x="3902950" y="466699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80A4">
                <a:alpha val="100000"/>
              </a:srgbClr>
            </a:solidFill>
            <a:ln w="5420" cap="flat">
              <a:solidFill>
                <a:srgbClr val="3A80A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60" name="pg2260"/>
            <p:cNvSpPr/>
            <p:nvPr/>
          </p:nvSpPr>
          <p:spPr>
            <a:xfrm>
              <a:off x="3949499" y="466699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82A5">
                <a:alpha val="100000"/>
              </a:srgbClr>
            </a:solidFill>
            <a:ln w="5420" cap="flat">
              <a:solidFill>
                <a:srgbClr val="3982A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61" name="pg2261"/>
            <p:cNvSpPr/>
            <p:nvPr/>
          </p:nvSpPr>
          <p:spPr>
            <a:xfrm>
              <a:off x="3961136" y="466699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83A5">
                <a:alpha val="100000"/>
              </a:srgbClr>
            </a:solidFill>
            <a:ln w="5420" cap="flat">
              <a:solidFill>
                <a:srgbClr val="3983A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62" name="pg2262"/>
            <p:cNvSpPr/>
            <p:nvPr/>
          </p:nvSpPr>
          <p:spPr>
            <a:xfrm>
              <a:off x="3972774" y="466699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85A5">
                <a:alpha val="100000"/>
              </a:srgbClr>
            </a:solidFill>
            <a:ln w="5420" cap="flat">
              <a:solidFill>
                <a:srgbClr val="3985A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63" name="pg2263"/>
            <p:cNvSpPr/>
            <p:nvPr/>
          </p:nvSpPr>
          <p:spPr>
            <a:xfrm>
              <a:off x="3984411" y="466699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86A5">
                <a:alpha val="100000"/>
              </a:srgbClr>
            </a:solidFill>
            <a:ln w="5420" cap="flat">
              <a:solidFill>
                <a:srgbClr val="3986A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64" name="pg2264"/>
            <p:cNvSpPr/>
            <p:nvPr/>
          </p:nvSpPr>
          <p:spPr>
            <a:xfrm>
              <a:off x="3996048" y="466699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888A6">
                <a:alpha val="100000"/>
              </a:srgbClr>
            </a:solidFill>
            <a:ln w="5420" cap="flat">
              <a:solidFill>
                <a:srgbClr val="3888A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65" name="pg2265"/>
            <p:cNvSpPr/>
            <p:nvPr/>
          </p:nvSpPr>
          <p:spPr>
            <a:xfrm>
              <a:off x="4007686" y="466699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88AA6">
                <a:alpha val="100000"/>
              </a:srgbClr>
            </a:solidFill>
            <a:ln w="5420" cap="flat">
              <a:solidFill>
                <a:srgbClr val="388AA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66" name="pg2266"/>
            <p:cNvSpPr/>
            <p:nvPr/>
          </p:nvSpPr>
          <p:spPr>
            <a:xfrm>
              <a:off x="4019323" y="466699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88BA7">
                <a:alpha val="100000"/>
              </a:srgbClr>
            </a:solidFill>
            <a:ln w="5420" cap="flat">
              <a:solidFill>
                <a:srgbClr val="388B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67" name="pg2267"/>
            <p:cNvSpPr/>
            <p:nvPr/>
          </p:nvSpPr>
          <p:spPr>
            <a:xfrm>
              <a:off x="4030960" y="466699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8DA7">
                <a:alpha val="100000"/>
              </a:srgbClr>
            </a:solidFill>
            <a:ln w="5420" cap="flat">
              <a:solidFill>
                <a:srgbClr val="378D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68" name="pg2268"/>
            <p:cNvSpPr/>
            <p:nvPr/>
          </p:nvSpPr>
          <p:spPr>
            <a:xfrm>
              <a:off x="4042598" y="466699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690A8">
                <a:alpha val="100000"/>
              </a:srgbClr>
            </a:solidFill>
            <a:ln w="5420" cap="flat">
              <a:solidFill>
                <a:srgbClr val="3690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69" name="pg2269"/>
            <p:cNvSpPr/>
            <p:nvPr/>
          </p:nvSpPr>
          <p:spPr>
            <a:xfrm>
              <a:off x="4054235" y="466699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691A8">
                <a:alpha val="100000"/>
              </a:srgbClr>
            </a:solidFill>
            <a:ln w="5420" cap="flat">
              <a:solidFill>
                <a:srgbClr val="3691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70" name="pg2270"/>
            <p:cNvSpPr/>
            <p:nvPr/>
          </p:nvSpPr>
          <p:spPr>
            <a:xfrm>
              <a:off x="4065872" y="466699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693A8">
                <a:alpha val="100000"/>
              </a:srgbClr>
            </a:solidFill>
            <a:ln w="5420" cap="flat">
              <a:solidFill>
                <a:srgbClr val="3693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71" name="pg2271"/>
            <p:cNvSpPr/>
            <p:nvPr/>
          </p:nvSpPr>
          <p:spPr>
            <a:xfrm>
              <a:off x="4077510" y="466699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594A8">
                <a:alpha val="100000"/>
              </a:srgbClr>
            </a:solidFill>
            <a:ln w="5420" cap="flat">
              <a:solidFill>
                <a:srgbClr val="3594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72" name="pg2272"/>
            <p:cNvSpPr/>
            <p:nvPr/>
          </p:nvSpPr>
          <p:spPr>
            <a:xfrm>
              <a:off x="4543003" y="466699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8CDBBE">
                <a:alpha val="100000"/>
              </a:srgbClr>
            </a:solidFill>
            <a:ln w="5420" cap="flat">
              <a:solidFill>
                <a:srgbClr val="8CDBB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73" name="pg2273"/>
            <p:cNvSpPr/>
            <p:nvPr/>
          </p:nvSpPr>
          <p:spPr>
            <a:xfrm>
              <a:off x="4554640" y="466699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8EDBBE">
                <a:alpha val="100000"/>
              </a:srgbClr>
            </a:solidFill>
            <a:ln w="5420" cap="flat">
              <a:solidFill>
                <a:srgbClr val="8EDBB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74" name="pg2274"/>
            <p:cNvSpPr/>
            <p:nvPr/>
          </p:nvSpPr>
          <p:spPr>
            <a:xfrm>
              <a:off x="4566278" y="466699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8FDCBF">
                <a:alpha val="100000"/>
              </a:srgbClr>
            </a:solidFill>
            <a:ln w="5420" cap="flat">
              <a:solidFill>
                <a:srgbClr val="8FDCB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75" name="pg2275"/>
            <p:cNvSpPr/>
            <p:nvPr/>
          </p:nvSpPr>
          <p:spPr>
            <a:xfrm>
              <a:off x="4577915" y="466699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8FDBBF">
                <a:alpha val="100000"/>
              </a:srgbClr>
            </a:solidFill>
            <a:ln w="5420" cap="flat">
              <a:solidFill>
                <a:srgbClr val="8FDBB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76" name="pg2276"/>
            <p:cNvSpPr/>
            <p:nvPr/>
          </p:nvSpPr>
          <p:spPr>
            <a:xfrm>
              <a:off x="4589552" y="466699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8EDBBE">
                <a:alpha val="100000"/>
              </a:srgbClr>
            </a:solidFill>
            <a:ln w="5420" cap="flat">
              <a:solidFill>
                <a:srgbClr val="8EDBB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77" name="pg2277"/>
            <p:cNvSpPr/>
            <p:nvPr/>
          </p:nvSpPr>
          <p:spPr>
            <a:xfrm>
              <a:off x="3623654" y="468129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4E86">
                <a:alpha val="100000"/>
              </a:srgbClr>
            </a:solidFill>
            <a:ln w="5420" cap="flat">
              <a:solidFill>
                <a:srgbClr val="3B4E8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78" name="pg2278"/>
            <p:cNvSpPr/>
            <p:nvPr/>
          </p:nvSpPr>
          <p:spPr>
            <a:xfrm>
              <a:off x="3635291" y="468129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4F88">
                <a:alpha val="100000"/>
              </a:srgbClr>
            </a:solidFill>
            <a:ln w="5420" cap="flat">
              <a:solidFill>
                <a:srgbClr val="3B4F8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79" name="pg2279"/>
            <p:cNvSpPr/>
            <p:nvPr/>
          </p:nvSpPr>
          <p:spPr>
            <a:xfrm>
              <a:off x="3646928" y="468129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5089">
                <a:alpha val="100000"/>
              </a:srgbClr>
            </a:solidFill>
            <a:ln w="5420" cap="flat">
              <a:solidFill>
                <a:srgbClr val="3B508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80" name="pg2280"/>
            <p:cNvSpPr/>
            <p:nvPr/>
          </p:nvSpPr>
          <p:spPr>
            <a:xfrm>
              <a:off x="3658566" y="468129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518A">
                <a:alpha val="100000"/>
              </a:srgbClr>
            </a:solidFill>
            <a:ln w="5420" cap="flat">
              <a:solidFill>
                <a:srgbClr val="3B518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81" name="pg2281"/>
            <p:cNvSpPr/>
            <p:nvPr/>
          </p:nvSpPr>
          <p:spPr>
            <a:xfrm>
              <a:off x="3670203" y="468129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528C">
                <a:alpha val="100000"/>
              </a:srgbClr>
            </a:solidFill>
            <a:ln w="5420" cap="flat">
              <a:solidFill>
                <a:srgbClr val="3B528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82" name="pg2282"/>
            <p:cNvSpPr/>
            <p:nvPr/>
          </p:nvSpPr>
          <p:spPr>
            <a:xfrm>
              <a:off x="3728390" y="468129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5D9C">
                <a:alpha val="100000"/>
              </a:srgbClr>
            </a:solidFill>
            <a:ln w="5420" cap="flat">
              <a:solidFill>
                <a:srgbClr val="395D9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83" name="pg2283"/>
            <p:cNvSpPr/>
            <p:nvPr/>
          </p:nvSpPr>
          <p:spPr>
            <a:xfrm>
              <a:off x="3740027" y="468129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619D">
                <a:alpha val="100000"/>
              </a:srgbClr>
            </a:solidFill>
            <a:ln w="5420" cap="flat">
              <a:solidFill>
                <a:srgbClr val="3961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84" name="pg2284"/>
            <p:cNvSpPr/>
            <p:nvPr/>
          </p:nvSpPr>
          <p:spPr>
            <a:xfrm>
              <a:off x="3751664" y="468129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59E">
                <a:alpha val="100000"/>
              </a:srgbClr>
            </a:solidFill>
            <a:ln w="5420" cap="flat">
              <a:solidFill>
                <a:srgbClr val="3A65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85" name="pg2285"/>
            <p:cNvSpPr/>
            <p:nvPr/>
          </p:nvSpPr>
          <p:spPr>
            <a:xfrm>
              <a:off x="3763302" y="468129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99F">
                <a:alpha val="100000"/>
              </a:srgbClr>
            </a:solidFill>
            <a:ln w="5420" cap="flat">
              <a:solidFill>
                <a:srgbClr val="3A69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86" name="pg2286"/>
            <p:cNvSpPr/>
            <p:nvPr/>
          </p:nvSpPr>
          <p:spPr>
            <a:xfrm>
              <a:off x="3774939" y="468129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FA0">
                <a:alpha val="100000"/>
              </a:srgbClr>
            </a:solidFill>
            <a:ln w="5420" cap="flat">
              <a:solidFill>
                <a:srgbClr val="3A6FA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87" name="pg2287"/>
            <p:cNvSpPr/>
            <p:nvPr/>
          </p:nvSpPr>
          <p:spPr>
            <a:xfrm>
              <a:off x="3786576" y="468129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4A1">
                <a:alpha val="100000"/>
              </a:srgbClr>
            </a:solidFill>
            <a:ln w="5420" cap="flat">
              <a:solidFill>
                <a:srgbClr val="3A74A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88" name="pg2288"/>
            <p:cNvSpPr/>
            <p:nvPr/>
          </p:nvSpPr>
          <p:spPr>
            <a:xfrm>
              <a:off x="3798214" y="468129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9A3">
                <a:alpha val="100000"/>
              </a:srgbClr>
            </a:solidFill>
            <a:ln w="5420" cap="flat">
              <a:solidFill>
                <a:srgbClr val="3A79A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89" name="pg2289"/>
            <p:cNvSpPr/>
            <p:nvPr/>
          </p:nvSpPr>
          <p:spPr>
            <a:xfrm>
              <a:off x="3809851" y="468129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81A4">
                <a:alpha val="100000"/>
              </a:srgbClr>
            </a:solidFill>
            <a:ln w="5420" cap="flat">
              <a:solidFill>
                <a:srgbClr val="3981A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90" name="pg2290"/>
            <p:cNvSpPr/>
            <p:nvPr/>
          </p:nvSpPr>
          <p:spPr>
            <a:xfrm>
              <a:off x="3821488" y="468129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83A5">
                <a:alpha val="100000"/>
              </a:srgbClr>
            </a:solidFill>
            <a:ln w="5420" cap="flat">
              <a:solidFill>
                <a:srgbClr val="3983A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91" name="pg2291"/>
            <p:cNvSpPr/>
            <p:nvPr/>
          </p:nvSpPr>
          <p:spPr>
            <a:xfrm>
              <a:off x="3833126" y="468129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85A5">
                <a:alpha val="100000"/>
              </a:srgbClr>
            </a:solidFill>
            <a:ln w="5420" cap="flat">
              <a:solidFill>
                <a:srgbClr val="3985A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92" name="pg2292"/>
            <p:cNvSpPr/>
            <p:nvPr/>
          </p:nvSpPr>
          <p:spPr>
            <a:xfrm>
              <a:off x="3844763" y="468129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85A5">
                <a:alpha val="100000"/>
              </a:srgbClr>
            </a:solidFill>
            <a:ln w="5420" cap="flat">
              <a:solidFill>
                <a:srgbClr val="3985A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93" name="pg2293"/>
            <p:cNvSpPr/>
            <p:nvPr/>
          </p:nvSpPr>
          <p:spPr>
            <a:xfrm>
              <a:off x="3856400" y="468129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84A5">
                <a:alpha val="100000"/>
              </a:srgbClr>
            </a:solidFill>
            <a:ln w="5420" cap="flat">
              <a:solidFill>
                <a:srgbClr val="3984A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94" name="pg2294"/>
            <p:cNvSpPr/>
            <p:nvPr/>
          </p:nvSpPr>
          <p:spPr>
            <a:xfrm>
              <a:off x="3868038" y="468129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83A5">
                <a:alpha val="100000"/>
              </a:srgbClr>
            </a:solidFill>
            <a:ln w="5420" cap="flat">
              <a:solidFill>
                <a:srgbClr val="3983A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95" name="pg2295"/>
            <p:cNvSpPr/>
            <p:nvPr/>
          </p:nvSpPr>
          <p:spPr>
            <a:xfrm>
              <a:off x="3879675" y="468129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82A5">
                <a:alpha val="100000"/>
              </a:srgbClr>
            </a:solidFill>
            <a:ln w="5420" cap="flat">
              <a:solidFill>
                <a:srgbClr val="3982A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96" name="pg2296"/>
            <p:cNvSpPr/>
            <p:nvPr/>
          </p:nvSpPr>
          <p:spPr>
            <a:xfrm>
              <a:off x="3891312" y="468129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81A4">
                <a:alpha val="100000"/>
              </a:srgbClr>
            </a:solidFill>
            <a:ln w="5420" cap="flat">
              <a:solidFill>
                <a:srgbClr val="3981A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97" name="pg2297"/>
            <p:cNvSpPr/>
            <p:nvPr/>
          </p:nvSpPr>
          <p:spPr>
            <a:xfrm>
              <a:off x="3902950" y="468129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80A4">
                <a:alpha val="100000"/>
              </a:srgbClr>
            </a:solidFill>
            <a:ln w="5420" cap="flat">
              <a:solidFill>
                <a:srgbClr val="3A80A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98" name="pg2298"/>
            <p:cNvSpPr/>
            <p:nvPr/>
          </p:nvSpPr>
          <p:spPr>
            <a:xfrm>
              <a:off x="3914587" y="468129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80A4">
                <a:alpha val="100000"/>
              </a:srgbClr>
            </a:solidFill>
            <a:ln w="5420" cap="flat">
              <a:solidFill>
                <a:srgbClr val="3A80A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99" name="pg2299"/>
            <p:cNvSpPr/>
            <p:nvPr/>
          </p:nvSpPr>
          <p:spPr>
            <a:xfrm>
              <a:off x="3926224" y="468129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80A4">
                <a:alpha val="100000"/>
              </a:srgbClr>
            </a:solidFill>
            <a:ln w="5420" cap="flat">
              <a:solidFill>
                <a:srgbClr val="3A80A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00" name="pg2300"/>
            <p:cNvSpPr/>
            <p:nvPr/>
          </p:nvSpPr>
          <p:spPr>
            <a:xfrm>
              <a:off x="3937862" y="468129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81A4">
                <a:alpha val="100000"/>
              </a:srgbClr>
            </a:solidFill>
            <a:ln w="5420" cap="flat">
              <a:solidFill>
                <a:srgbClr val="3981A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01" name="pg2301"/>
            <p:cNvSpPr/>
            <p:nvPr/>
          </p:nvSpPr>
          <p:spPr>
            <a:xfrm>
              <a:off x="3949499" y="468129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82A5">
                <a:alpha val="100000"/>
              </a:srgbClr>
            </a:solidFill>
            <a:ln w="5420" cap="flat">
              <a:solidFill>
                <a:srgbClr val="3982A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02" name="pg2302"/>
            <p:cNvSpPr/>
            <p:nvPr/>
          </p:nvSpPr>
          <p:spPr>
            <a:xfrm>
              <a:off x="3961136" y="468129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83A5">
                <a:alpha val="100000"/>
              </a:srgbClr>
            </a:solidFill>
            <a:ln w="5420" cap="flat">
              <a:solidFill>
                <a:srgbClr val="3983A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03" name="pg2303"/>
            <p:cNvSpPr/>
            <p:nvPr/>
          </p:nvSpPr>
          <p:spPr>
            <a:xfrm>
              <a:off x="3972774" y="468129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85A5">
                <a:alpha val="100000"/>
              </a:srgbClr>
            </a:solidFill>
            <a:ln w="5420" cap="flat">
              <a:solidFill>
                <a:srgbClr val="3985A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04" name="pg2304"/>
            <p:cNvSpPr/>
            <p:nvPr/>
          </p:nvSpPr>
          <p:spPr>
            <a:xfrm>
              <a:off x="3984411" y="468129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86A5">
                <a:alpha val="100000"/>
              </a:srgbClr>
            </a:solidFill>
            <a:ln w="5420" cap="flat">
              <a:solidFill>
                <a:srgbClr val="3986A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05" name="pg2305"/>
            <p:cNvSpPr/>
            <p:nvPr/>
          </p:nvSpPr>
          <p:spPr>
            <a:xfrm>
              <a:off x="3996048" y="468129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888A6">
                <a:alpha val="100000"/>
              </a:srgbClr>
            </a:solidFill>
            <a:ln w="5420" cap="flat">
              <a:solidFill>
                <a:srgbClr val="3888A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06" name="pg2306"/>
            <p:cNvSpPr/>
            <p:nvPr/>
          </p:nvSpPr>
          <p:spPr>
            <a:xfrm>
              <a:off x="4007686" y="468129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889A6">
                <a:alpha val="100000"/>
              </a:srgbClr>
            </a:solidFill>
            <a:ln w="5420" cap="flat">
              <a:solidFill>
                <a:srgbClr val="3889A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07" name="pg2307"/>
            <p:cNvSpPr/>
            <p:nvPr/>
          </p:nvSpPr>
          <p:spPr>
            <a:xfrm>
              <a:off x="4019323" y="468129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88BA6">
                <a:alpha val="100000"/>
              </a:srgbClr>
            </a:solidFill>
            <a:ln w="5420" cap="flat">
              <a:solidFill>
                <a:srgbClr val="388BA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08" name="pg2308"/>
            <p:cNvSpPr/>
            <p:nvPr/>
          </p:nvSpPr>
          <p:spPr>
            <a:xfrm>
              <a:off x="4030960" y="468129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8DA7">
                <a:alpha val="100000"/>
              </a:srgbClr>
            </a:solidFill>
            <a:ln w="5420" cap="flat">
              <a:solidFill>
                <a:srgbClr val="378D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09" name="pg2309"/>
            <p:cNvSpPr/>
            <p:nvPr/>
          </p:nvSpPr>
          <p:spPr>
            <a:xfrm>
              <a:off x="4042598" y="468129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690A7">
                <a:alpha val="100000"/>
              </a:srgbClr>
            </a:solidFill>
            <a:ln w="5420" cap="flat">
              <a:solidFill>
                <a:srgbClr val="3690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10" name="pg2310"/>
            <p:cNvSpPr/>
            <p:nvPr/>
          </p:nvSpPr>
          <p:spPr>
            <a:xfrm>
              <a:off x="4054235" y="468129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691A8">
                <a:alpha val="100000"/>
              </a:srgbClr>
            </a:solidFill>
            <a:ln w="5420" cap="flat">
              <a:solidFill>
                <a:srgbClr val="3691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11" name="pg2311"/>
            <p:cNvSpPr/>
            <p:nvPr/>
          </p:nvSpPr>
          <p:spPr>
            <a:xfrm>
              <a:off x="4065872" y="468129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692A8">
                <a:alpha val="100000"/>
              </a:srgbClr>
            </a:solidFill>
            <a:ln w="5420" cap="flat">
              <a:solidFill>
                <a:srgbClr val="3692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12" name="pg2312"/>
            <p:cNvSpPr/>
            <p:nvPr/>
          </p:nvSpPr>
          <p:spPr>
            <a:xfrm>
              <a:off x="4077510" y="468129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594A8">
                <a:alpha val="100000"/>
              </a:srgbClr>
            </a:solidFill>
            <a:ln w="5420" cap="flat">
              <a:solidFill>
                <a:srgbClr val="3594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13" name="pg2313"/>
            <p:cNvSpPr/>
            <p:nvPr/>
          </p:nvSpPr>
          <p:spPr>
            <a:xfrm>
              <a:off x="4089147" y="468129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595A9">
                <a:alpha val="100000"/>
              </a:srgbClr>
            </a:solidFill>
            <a:ln w="5420" cap="flat">
              <a:solidFill>
                <a:srgbClr val="3595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14" name="pg2314"/>
            <p:cNvSpPr/>
            <p:nvPr/>
          </p:nvSpPr>
          <p:spPr>
            <a:xfrm>
              <a:off x="4124059" y="468129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497A9">
                <a:alpha val="100000"/>
              </a:srgbClr>
            </a:solidFill>
            <a:ln w="5420" cap="flat">
              <a:solidFill>
                <a:srgbClr val="3497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15" name="pg2315"/>
            <p:cNvSpPr/>
            <p:nvPr/>
          </p:nvSpPr>
          <p:spPr>
            <a:xfrm>
              <a:off x="4543003" y="468129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8EDBBE">
                <a:alpha val="100000"/>
              </a:srgbClr>
            </a:solidFill>
            <a:ln w="5420" cap="flat">
              <a:solidFill>
                <a:srgbClr val="8EDBB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16" name="pg2316"/>
            <p:cNvSpPr/>
            <p:nvPr/>
          </p:nvSpPr>
          <p:spPr>
            <a:xfrm>
              <a:off x="4554640" y="468129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90DCBF">
                <a:alpha val="100000"/>
              </a:srgbClr>
            </a:solidFill>
            <a:ln w="5420" cap="flat">
              <a:solidFill>
                <a:srgbClr val="90DCB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17" name="pg2317"/>
            <p:cNvSpPr/>
            <p:nvPr/>
          </p:nvSpPr>
          <p:spPr>
            <a:xfrm>
              <a:off x="4566278" y="468129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91DCC0">
                <a:alpha val="100000"/>
              </a:srgbClr>
            </a:solidFill>
            <a:ln w="5420" cap="flat">
              <a:solidFill>
                <a:srgbClr val="91DCC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18" name="pg2318"/>
            <p:cNvSpPr/>
            <p:nvPr/>
          </p:nvSpPr>
          <p:spPr>
            <a:xfrm>
              <a:off x="4577915" y="468129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91DCC0">
                <a:alpha val="100000"/>
              </a:srgbClr>
            </a:solidFill>
            <a:ln w="5420" cap="flat">
              <a:solidFill>
                <a:srgbClr val="91DCC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19" name="pg2319"/>
            <p:cNvSpPr/>
            <p:nvPr/>
          </p:nvSpPr>
          <p:spPr>
            <a:xfrm>
              <a:off x="4589552" y="468129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8FDCBF">
                <a:alpha val="100000"/>
              </a:srgbClr>
            </a:solidFill>
            <a:ln w="5420" cap="flat">
              <a:solidFill>
                <a:srgbClr val="8FDCB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20" name="pg2320"/>
            <p:cNvSpPr/>
            <p:nvPr/>
          </p:nvSpPr>
          <p:spPr>
            <a:xfrm>
              <a:off x="3612016" y="469559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B83">
                <a:alpha val="100000"/>
              </a:srgbClr>
            </a:solidFill>
            <a:ln w="5420" cap="flat">
              <a:solidFill>
                <a:srgbClr val="3C4B8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21" name="pg2321"/>
            <p:cNvSpPr/>
            <p:nvPr/>
          </p:nvSpPr>
          <p:spPr>
            <a:xfrm>
              <a:off x="3623654" y="469559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C84">
                <a:alpha val="100000"/>
              </a:srgbClr>
            </a:solidFill>
            <a:ln w="5420" cap="flat">
              <a:solidFill>
                <a:srgbClr val="3C4C8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22" name="pg2322"/>
            <p:cNvSpPr/>
            <p:nvPr/>
          </p:nvSpPr>
          <p:spPr>
            <a:xfrm>
              <a:off x="3635291" y="469559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D85">
                <a:alpha val="100000"/>
              </a:srgbClr>
            </a:solidFill>
            <a:ln w="5420" cap="flat">
              <a:solidFill>
                <a:srgbClr val="3C4D8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23" name="pg2323"/>
            <p:cNvSpPr/>
            <p:nvPr/>
          </p:nvSpPr>
          <p:spPr>
            <a:xfrm>
              <a:off x="3646928" y="469559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4E86">
                <a:alpha val="100000"/>
              </a:srgbClr>
            </a:solidFill>
            <a:ln w="5420" cap="flat">
              <a:solidFill>
                <a:srgbClr val="3B4E8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24" name="pg2324"/>
            <p:cNvSpPr/>
            <p:nvPr/>
          </p:nvSpPr>
          <p:spPr>
            <a:xfrm>
              <a:off x="3658566" y="469559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4F87">
                <a:alpha val="100000"/>
              </a:srgbClr>
            </a:solidFill>
            <a:ln w="5420" cap="flat">
              <a:solidFill>
                <a:srgbClr val="3B4F8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25" name="pg2325"/>
            <p:cNvSpPr/>
            <p:nvPr/>
          </p:nvSpPr>
          <p:spPr>
            <a:xfrm>
              <a:off x="3670203" y="469559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5089">
                <a:alpha val="100000"/>
              </a:srgbClr>
            </a:solidFill>
            <a:ln w="5420" cap="flat">
              <a:solidFill>
                <a:srgbClr val="3B508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26" name="pg2326"/>
            <p:cNvSpPr/>
            <p:nvPr/>
          </p:nvSpPr>
          <p:spPr>
            <a:xfrm>
              <a:off x="3681840" y="469559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518A">
                <a:alpha val="100000"/>
              </a:srgbClr>
            </a:solidFill>
            <a:ln w="5420" cap="flat">
              <a:solidFill>
                <a:srgbClr val="3B518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27" name="pg2327"/>
            <p:cNvSpPr/>
            <p:nvPr/>
          </p:nvSpPr>
          <p:spPr>
            <a:xfrm>
              <a:off x="3693478" y="469559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548E">
                <a:alpha val="100000"/>
              </a:srgbClr>
            </a:solidFill>
            <a:ln w="5420" cap="flat">
              <a:solidFill>
                <a:srgbClr val="3B548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28" name="pg2328"/>
            <p:cNvSpPr/>
            <p:nvPr/>
          </p:nvSpPr>
          <p:spPr>
            <a:xfrm>
              <a:off x="3705115" y="469559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5591">
                <a:alpha val="100000"/>
              </a:srgbClr>
            </a:solidFill>
            <a:ln w="5420" cap="flat">
              <a:solidFill>
                <a:srgbClr val="3B559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29" name="pg2329"/>
            <p:cNvSpPr/>
            <p:nvPr/>
          </p:nvSpPr>
          <p:spPr>
            <a:xfrm>
              <a:off x="3716752" y="469559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5894">
                <a:alpha val="100000"/>
              </a:srgbClr>
            </a:solidFill>
            <a:ln w="5420" cap="flat">
              <a:solidFill>
                <a:srgbClr val="3A589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30" name="pg2330"/>
            <p:cNvSpPr/>
            <p:nvPr/>
          </p:nvSpPr>
          <p:spPr>
            <a:xfrm>
              <a:off x="3728390" y="469559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5A98">
                <a:alpha val="100000"/>
              </a:srgbClr>
            </a:solidFill>
            <a:ln w="5420" cap="flat">
              <a:solidFill>
                <a:srgbClr val="3A5A9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31" name="pg2331"/>
            <p:cNvSpPr/>
            <p:nvPr/>
          </p:nvSpPr>
          <p:spPr>
            <a:xfrm>
              <a:off x="3740027" y="469559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5E9C">
                <a:alpha val="100000"/>
              </a:srgbClr>
            </a:solidFill>
            <a:ln w="5420" cap="flat">
              <a:solidFill>
                <a:srgbClr val="395E9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32" name="pg2332"/>
            <p:cNvSpPr/>
            <p:nvPr/>
          </p:nvSpPr>
          <p:spPr>
            <a:xfrm>
              <a:off x="3751664" y="469559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29D">
                <a:alpha val="100000"/>
              </a:srgbClr>
            </a:solidFill>
            <a:ln w="5420" cap="flat">
              <a:solidFill>
                <a:srgbClr val="3A62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33" name="pg2333"/>
            <p:cNvSpPr/>
            <p:nvPr/>
          </p:nvSpPr>
          <p:spPr>
            <a:xfrm>
              <a:off x="3763302" y="469559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79E">
                <a:alpha val="100000"/>
              </a:srgbClr>
            </a:solidFill>
            <a:ln w="5420" cap="flat">
              <a:solidFill>
                <a:srgbClr val="3A67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34" name="pg2334"/>
            <p:cNvSpPr/>
            <p:nvPr/>
          </p:nvSpPr>
          <p:spPr>
            <a:xfrm>
              <a:off x="3774939" y="469559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DA0">
                <a:alpha val="100000"/>
              </a:srgbClr>
            </a:solidFill>
            <a:ln w="5420" cap="flat">
              <a:solidFill>
                <a:srgbClr val="3A6DA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35" name="pg2335"/>
            <p:cNvSpPr/>
            <p:nvPr/>
          </p:nvSpPr>
          <p:spPr>
            <a:xfrm>
              <a:off x="3786576" y="469559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73A1">
                <a:alpha val="100000"/>
              </a:srgbClr>
            </a:solidFill>
            <a:ln w="5420" cap="flat">
              <a:solidFill>
                <a:srgbClr val="3B73A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36" name="pg2336"/>
            <p:cNvSpPr/>
            <p:nvPr/>
          </p:nvSpPr>
          <p:spPr>
            <a:xfrm>
              <a:off x="3798214" y="469559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8A2">
                <a:alpha val="100000"/>
              </a:srgbClr>
            </a:solidFill>
            <a:ln w="5420" cap="flat">
              <a:solidFill>
                <a:srgbClr val="3A78A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37" name="pg2337"/>
            <p:cNvSpPr/>
            <p:nvPr/>
          </p:nvSpPr>
          <p:spPr>
            <a:xfrm>
              <a:off x="3809851" y="469559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82A4">
                <a:alpha val="100000"/>
              </a:srgbClr>
            </a:solidFill>
            <a:ln w="5420" cap="flat">
              <a:solidFill>
                <a:srgbClr val="3982A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38" name="pg2338"/>
            <p:cNvSpPr/>
            <p:nvPr/>
          </p:nvSpPr>
          <p:spPr>
            <a:xfrm>
              <a:off x="3821488" y="469559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84A5">
                <a:alpha val="100000"/>
              </a:srgbClr>
            </a:solidFill>
            <a:ln w="5420" cap="flat">
              <a:solidFill>
                <a:srgbClr val="3984A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39" name="pg2339"/>
            <p:cNvSpPr/>
            <p:nvPr/>
          </p:nvSpPr>
          <p:spPr>
            <a:xfrm>
              <a:off x="3833126" y="469559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86A5">
                <a:alpha val="100000"/>
              </a:srgbClr>
            </a:solidFill>
            <a:ln w="5420" cap="flat">
              <a:solidFill>
                <a:srgbClr val="3986A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40" name="pg2340"/>
            <p:cNvSpPr/>
            <p:nvPr/>
          </p:nvSpPr>
          <p:spPr>
            <a:xfrm>
              <a:off x="3844763" y="469559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86A5">
                <a:alpha val="100000"/>
              </a:srgbClr>
            </a:solidFill>
            <a:ln w="5420" cap="flat">
              <a:solidFill>
                <a:srgbClr val="3986A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41" name="pg2341"/>
            <p:cNvSpPr/>
            <p:nvPr/>
          </p:nvSpPr>
          <p:spPr>
            <a:xfrm>
              <a:off x="3856400" y="469559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85A5">
                <a:alpha val="100000"/>
              </a:srgbClr>
            </a:solidFill>
            <a:ln w="5420" cap="flat">
              <a:solidFill>
                <a:srgbClr val="3985A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42" name="pg2342"/>
            <p:cNvSpPr/>
            <p:nvPr/>
          </p:nvSpPr>
          <p:spPr>
            <a:xfrm>
              <a:off x="3868038" y="469559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84A5">
                <a:alpha val="100000"/>
              </a:srgbClr>
            </a:solidFill>
            <a:ln w="5420" cap="flat">
              <a:solidFill>
                <a:srgbClr val="3984A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43" name="pg2343"/>
            <p:cNvSpPr/>
            <p:nvPr/>
          </p:nvSpPr>
          <p:spPr>
            <a:xfrm>
              <a:off x="3879675" y="469559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82A5">
                <a:alpha val="100000"/>
              </a:srgbClr>
            </a:solidFill>
            <a:ln w="5420" cap="flat">
              <a:solidFill>
                <a:srgbClr val="3982A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44" name="pg2344"/>
            <p:cNvSpPr/>
            <p:nvPr/>
          </p:nvSpPr>
          <p:spPr>
            <a:xfrm>
              <a:off x="3891312" y="469559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81A4">
                <a:alpha val="100000"/>
              </a:srgbClr>
            </a:solidFill>
            <a:ln w="5420" cap="flat">
              <a:solidFill>
                <a:srgbClr val="3981A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45" name="pg2345"/>
            <p:cNvSpPr/>
            <p:nvPr/>
          </p:nvSpPr>
          <p:spPr>
            <a:xfrm>
              <a:off x="3902950" y="469559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80A4">
                <a:alpha val="100000"/>
              </a:srgbClr>
            </a:solidFill>
            <a:ln w="5420" cap="flat">
              <a:solidFill>
                <a:srgbClr val="3A80A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46" name="pg2346"/>
            <p:cNvSpPr/>
            <p:nvPr/>
          </p:nvSpPr>
          <p:spPr>
            <a:xfrm>
              <a:off x="3914587" y="469559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80A4">
                <a:alpha val="100000"/>
              </a:srgbClr>
            </a:solidFill>
            <a:ln w="5420" cap="flat">
              <a:solidFill>
                <a:srgbClr val="3A80A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47" name="pg2347"/>
            <p:cNvSpPr/>
            <p:nvPr/>
          </p:nvSpPr>
          <p:spPr>
            <a:xfrm>
              <a:off x="3926224" y="469559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80A4">
                <a:alpha val="100000"/>
              </a:srgbClr>
            </a:solidFill>
            <a:ln w="5420" cap="flat">
              <a:solidFill>
                <a:srgbClr val="3A80A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48" name="pg2348"/>
            <p:cNvSpPr/>
            <p:nvPr/>
          </p:nvSpPr>
          <p:spPr>
            <a:xfrm>
              <a:off x="3937862" y="469559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81A4">
                <a:alpha val="100000"/>
              </a:srgbClr>
            </a:solidFill>
            <a:ln w="5420" cap="flat">
              <a:solidFill>
                <a:srgbClr val="3A81A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49" name="pg2349"/>
            <p:cNvSpPr/>
            <p:nvPr/>
          </p:nvSpPr>
          <p:spPr>
            <a:xfrm>
              <a:off x="3949499" y="469559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82A4">
                <a:alpha val="100000"/>
              </a:srgbClr>
            </a:solidFill>
            <a:ln w="5420" cap="flat">
              <a:solidFill>
                <a:srgbClr val="3982A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50" name="pg2350"/>
            <p:cNvSpPr/>
            <p:nvPr/>
          </p:nvSpPr>
          <p:spPr>
            <a:xfrm>
              <a:off x="3961136" y="469559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83A5">
                <a:alpha val="100000"/>
              </a:srgbClr>
            </a:solidFill>
            <a:ln w="5420" cap="flat">
              <a:solidFill>
                <a:srgbClr val="3983A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51" name="pg2351"/>
            <p:cNvSpPr/>
            <p:nvPr/>
          </p:nvSpPr>
          <p:spPr>
            <a:xfrm>
              <a:off x="3972774" y="469559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84A5">
                <a:alpha val="100000"/>
              </a:srgbClr>
            </a:solidFill>
            <a:ln w="5420" cap="flat">
              <a:solidFill>
                <a:srgbClr val="3984A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52" name="pg2352"/>
            <p:cNvSpPr/>
            <p:nvPr/>
          </p:nvSpPr>
          <p:spPr>
            <a:xfrm>
              <a:off x="3984411" y="469559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86A5">
                <a:alpha val="100000"/>
              </a:srgbClr>
            </a:solidFill>
            <a:ln w="5420" cap="flat">
              <a:solidFill>
                <a:srgbClr val="3986A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53" name="pg2353"/>
            <p:cNvSpPr/>
            <p:nvPr/>
          </p:nvSpPr>
          <p:spPr>
            <a:xfrm>
              <a:off x="3996048" y="469559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887A6">
                <a:alpha val="100000"/>
              </a:srgbClr>
            </a:solidFill>
            <a:ln w="5420" cap="flat">
              <a:solidFill>
                <a:srgbClr val="3887A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54" name="pg2354"/>
            <p:cNvSpPr/>
            <p:nvPr/>
          </p:nvSpPr>
          <p:spPr>
            <a:xfrm>
              <a:off x="4007686" y="469559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889A6">
                <a:alpha val="100000"/>
              </a:srgbClr>
            </a:solidFill>
            <a:ln w="5420" cap="flat">
              <a:solidFill>
                <a:srgbClr val="3889A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55" name="pg2355"/>
            <p:cNvSpPr/>
            <p:nvPr/>
          </p:nvSpPr>
          <p:spPr>
            <a:xfrm>
              <a:off x="4019323" y="469559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88BA6">
                <a:alpha val="100000"/>
              </a:srgbClr>
            </a:solidFill>
            <a:ln w="5420" cap="flat">
              <a:solidFill>
                <a:srgbClr val="388BA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56" name="pg2356"/>
            <p:cNvSpPr/>
            <p:nvPr/>
          </p:nvSpPr>
          <p:spPr>
            <a:xfrm>
              <a:off x="4030960" y="469559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8CA7">
                <a:alpha val="100000"/>
              </a:srgbClr>
            </a:solidFill>
            <a:ln w="5420" cap="flat">
              <a:solidFill>
                <a:srgbClr val="378C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57" name="pg2357"/>
            <p:cNvSpPr/>
            <p:nvPr/>
          </p:nvSpPr>
          <p:spPr>
            <a:xfrm>
              <a:off x="4042598" y="469559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690A7">
                <a:alpha val="100000"/>
              </a:srgbClr>
            </a:solidFill>
            <a:ln w="5420" cap="flat">
              <a:solidFill>
                <a:srgbClr val="3690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58" name="pg2358"/>
            <p:cNvSpPr/>
            <p:nvPr/>
          </p:nvSpPr>
          <p:spPr>
            <a:xfrm>
              <a:off x="4054235" y="469559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691A8">
                <a:alpha val="100000"/>
              </a:srgbClr>
            </a:solidFill>
            <a:ln w="5420" cap="flat">
              <a:solidFill>
                <a:srgbClr val="3691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59" name="pg2359"/>
            <p:cNvSpPr/>
            <p:nvPr/>
          </p:nvSpPr>
          <p:spPr>
            <a:xfrm>
              <a:off x="4065872" y="469559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692A8">
                <a:alpha val="100000"/>
              </a:srgbClr>
            </a:solidFill>
            <a:ln w="5420" cap="flat">
              <a:solidFill>
                <a:srgbClr val="3692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60" name="pg2360"/>
            <p:cNvSpPr/>
            <p:nvPr/>
          </p:nvSpPr>
          <p:spPr>
            <a:xfrm>
              <a:off x="4077510" y="469559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593A8">
                <a:alpha val="100000"/>
              </a:srgbClr>
            </a:solidFill>
            <a:ln w="5420" cap="flat">
              <a:solidFill>
                <a:srgbClr val="3593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61" name="pg2361"/>
            <p:cNvSpPr/>
            <p:nvPr/>
          </p:nvSpPr>
          <p:spPr>
            <a:xfrm>
              <a:off x="4089147" y="469559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594A8">
                <a:alpha val="100000"/>
              </a:srgbClr>
            </a:solidFill>
            <a:ln w="5420" cap="flat">
              <a:solidFill>
                <a:srgbClr val="3594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62" name="pg2362"/>
            <p:cNvSpPr/>
            <p:nvPr/>
          </p:nvSpPr>
          <p:spPr>
            <a:xfrm>
              <a:off x="4100784" y="469559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595A9">
                <a:alpha val="100000"/>
              </a:srgbClr>
            </a:solidFill>
            <a:ln w="5420" cap="flat">
              <a:solidFill>
                <a:srgbClr val="3595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63" name="pg2363"/>
            <p:cNvSpPr/>
            <p:nvPr/>
          </p:nvSpPr>
          <p:spPr>
            <a:xfrm>
              <a:off x="4112422" y="469559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496A9">
                <a:alpha val="100000"/>
              </a:srgbClr>
            </a:solidFill>
            <a:ln w="5420" cap="flat">
              <a:solidFill>
                <a:srgbClr val="3496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64" name="pg2364"/>
            <p:cNvSpPr/>
            <p:nvPr/>
          </p:nvSpPr>
          <p:spPr>
            <a:xfrm>
              <a:off x="4124059" y="469559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496A9">
                <a:alpha val="100000"/>
              </a:srgbClr>
            </a:solidFill>
            <a:ln w="5420" cap="flat">
              <a:solidFill>
                <a:srgbClr val="3496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65" name="pg2365"/>
            <p:cNvSpPr/>
            <p:nvPr/>
          </p:nvSpPr>
          <p:spPr>
            <a:xfrm>
              <a:off x="4135696" y="469559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497A9">
                <a:alpha val="100000"/>
              </a:srgbClr>
            </a:solidFill>
            <a:ln w="5420" cap="flat">
              <a:solidFill>
                <a:srgbClr val="3497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66" name="pg2366"/>
            <p:cNvSpPr/>
            <p:nvPr/>
          </p:nvSpPr>
          <p:spPr>
            <a:xfrm>
              <a:off x="4147334" y="469559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497A9">
                <a:alpha val="100000"/>
              </a:srgbClr>
            </a:solidFill>
            <a:ln w="5420" cap="flat">
              <a:solidFill>
                <a:srgbClr val="3497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67" name="pg2367"/>
            <p:cNvSpPr/>
            <p:nvPr/>
          </p:nvSpPr>
          <p:spPr>
            <a:xfrm>
              <a:off x="4554640" y="469559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90DCBF">
                <a:alpha val="100000"/>
              </a:srgbClr>
            </a:solidFill>
            <a:ln w="5420" cap="flat">
              <a:solidFill>
                <a:srgbClr val="90DCB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68" name="pg2368"/>
            <p:cNvSpPr/>
            <p:nvPr/>
          </p:nvSpPr>
          <p:spPr>
            <a:xfrm>
              <a:off x="4566278" y="469559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91DCC0">
                <a:alpha val="100000"/>
              </a:srgbClr>
            </a:solidFill>
            <a:ln w="5420" cap="flat">
              <a:solidFill>
                <a:srgbClr val="91DCC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69" name="pg2369"/>
            <p:cNvSpPr/>
            <p:nvPr/>
          </p:nvSpPr>
          <p:spPr>
            <a:xfrm>
              <a:off x="4577915" y="469559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91DCC0">
                <a:alpha val="100000"/>
              </a:srgbClr>
            </a:solidFill>
            <a:ln w="5420" cap="flat">
              <a:solidFill>
                <a:srgbClr val="91DCC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70" name="pg2370"/>
            <p:cNvSpPr/>
            <p:nvPr/>
          </p:nvSpPr>
          <p:spPr>
            <a:xfrm>
              <a:off x="4589552" y="469559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8FDCBF">
                <a:alpha val="100000"/>
              </a:srgbClr>
            </a:solidFill>
            <a:ln w="5420" cap="flat">
              <a:solidFill>
                <a:srgbClr val="8FDCB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71" name="pg2371"/>
            <p:cNvSpPr/>
            <p:nvPr/>
          </p:nvSpPr>
          <p:spPr>
            <a:xfrm>
              <a:off x="3600379" y="470989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97F">
                <a:alpha val="100000"/>
              </a:srgbClr>
            </a:solidFill>
            <a:ln w="5420" cap="flat">
              <a:solidFill>
                <a:srgbClr val="3C497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72" name="pg2372"/>
            <p:cNvSpPr/>
            <p:nvPr/>
          </p:nvSpPr>
          <p:spPr>
            <a:xfrm>
              <a:off x="3612016" y="470989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980">
                <a:alpha val="100000"/>
              </a:srgbClr>
            </a:solidFill>
            <a:ln w="5420" cap="flat">
              <a:solidFill>
                <a:srgbClr val="3C498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73" name="pg2373"/>
            <p:cNvSpPr/>
            <p:nvPr/>
          </p:nvSpPr>
          <p:spPr>
            <a:xfrm>
              <a:off x="3623654" y="470989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A81">
                <a:alpha val="100000"/>
              </a:srgbClr>
            </a:solidFill>
            <a:ln w="5420" cap="flat">
              <a:solidFill>
                <a:srgbClr val="3C4A8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74" name="pg2374"/>
            <p:cNvSpPr/>
            <p:nvPr/>
          </p:nvSpPr>
          <p:spPr>
            <a:xfrm>
              <a:off x="3635291" y="470989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B82">
                <a:alpha val="100000"/>
              </a:srgbClr>
            </a:solidFill>
            <a:ln w="5420" cap="flat">
              <a:solidFill>
                <a:srgbClr val="3C4B8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75" name="pg2375"/>
            <p:cNvSpPr/>
            <p:nvPr/>
          </p:nvSpPr>
          <p:spPr>
            <a:xfrm>
              <a:off x="3646928" y="470989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C83">
                <a:alpha val="100000"/>
              </a:srgbClr>
            </a:solidFill>
            <a:ln w="5420" cap="flat">
              <a:solidFill>
                <a:srgbClr val="3C4C8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76" name="pg2376"/>
            <p:cNvSpPr/>
            <p:nvPr/>
          </p:nvSpPr>
          <p:spPr>
            <a:xfrm>
              <a:off x="3658566" y="470989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C84">
                <a:alpha val="100000"/>
              </a:srgbClr>
            </a:solidFill>
            <a:ln w="5420" cap="flat">
              <a:solidFill>
                <a:srgbClr val="3C4C8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77" name="pg2377"/>
            <p:cNvSpPr/>
            <p:nvPr/>
          </p:nvSpPr>
          <p:spPr>
            <a:xfrm>
              <a:off x="3670203" y="470989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4D86">
                <a:alpha val="100000"/>
              </a:srgbClr>
            </a:solidFill>
            <a:ln w="5420" cap="flat">
              <a:solidFill>
                <a:srgbClr val="3B4D8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78" name="pg2378"/>
            <p:cNvSpPr/>
            <p:nvPr/>
          </p:nvSpPr>
          <p:spPr>
            <a:xfrm>
              <a:off x="3681840" y="470989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4E87">
                <a:alpha val="100000"/>
              </a:srgbClr>
            </a:solidFill>
            <a:ln w="5420" cap="flat">
              <a:solidFill>
                <a:srgbClr val="3B4E8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79" name="pg2379"/>
            <p:cNvSpPr/>
            <p:nvPr/>
          </p:nvSpPr>
          <p:spPr>
            <a:xfrm>
              <a:off x="3693478" y="470989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518B">
                <a:alpha val="100000"/>
              </a:srgbClr>
            </a:solidFill>
            <a:ln w="5420" cap="flat">
              <a:solidFill>
                <a:srgbClr val="3B518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80" name="pg2380"/>
            <p:cNvSpPr/>
            <p:nvPr/>
          </p:nvSpPr>
          <p:spPr>
            <a:xfrm>
              <a:off x="3705115" y="470989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538D">
                <a:alpha val="100000"/>
              </a:srgbClr>
            </a:solidFill>
            <a:ln w="5420" cap="flat">
              <a:solidFill>
                <a:srgbClr val="3B538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81" name="pg2381"/>
            <p:cNvSpPr/>
            <p:nvPr/>
          </p:nvSpPr>
          <p:spPr>
            <a:xfrm>
              <a:off x="3716752" y="470989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5590">
                <a:alpha val="100000"/>
              </a:srgbClr>
            </a:solidFill>
            <a:ln w="5420" cap="flat">
              <a:solidFill>
                <a:srgbClr val="3B559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82" name="pg2382"/>
            <p:cNvSpPr/>
            <p:nvPr/>
          </p:nvSpPr>
          <p:spPr>
            <a:xfrm>
              <a:off x="3728390" y="470989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5894">
                <a:alpha val="100000"/>
              </a:srgbClr>
            </a:solidFill>
            <a:ln w="5420" cap="flat">
              <a:solidFill>
                <a:srgbClr val="3A589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83" name="pg2383"/>
            <p:cNvSpPr/>
            <p:nvPr/>
          </p:nvSpPr>
          <p:spPr>
            <a:xfrm>
              <a:off x="3740027" y="470989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5B99">
                <a:alpha val="100000"/>
              </a:srgbClr>
            </a:solidFill>
            <a:ln w="5420" cap="flat">
              <a:solidFill>
                <a:srgbClr val="3A5B9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84" name="pg2384"/>
            <p:cNvSpPr/>
            <p:nvPr/>
          </p:nvSpPr>
          <p:spPr>
            <a:xfrm>
              <a:off x="3751664" y="470989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5F9C">
                <a:alpha val="100000"/>
              </a:srgbClr>
            </a:solidFill>
            <a:ln w="5420" cap="flat">
              <a:solidFill>
                <a:srgbClr val="395F9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85" name="pg2385"/>
            <p:cNvSpPr/>
            <p:nvPr/>
          </p:nvSpPr>
          <p:spPr>
            <a:xfrm>
              <a:off x="3763302" y="470989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49E">
                <a:alpha val="100000"/>
              </a:srgbClr>
            </a:solidFill>
            <a:ln w="5420" cap="flat">
              <a:solidFill>
                <a:srgbClr val="3A64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86" name="pg2386"/>
            <p:cNvSpPr/>
            <p:nvPr/>
          </p:nvSpPr>
          <p:spPr>
            <a:xfrm>
              <a:off x="3774939" y="470989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A9F">
                <a:alpha val="100000"/>
              </a:srgbClr>
            </a:solidFill>
            <a:ln w="5420" cap="flat">
              <a:solidFill>
                <a:srgbClr val="3A6A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87" name="pg2387"/>
            <p:cNvSpPr/>
            <p:nvPr/>
          </p:nvSpPr>
          <p:spPr>
            <a:xfrm>
              <a:off x="3786576" y="470989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70A1">
                <a:alpha val="100000"/>
              </a:srgbClr>
            </a:solidFill>
            <a:ln w="5420" cap="flat">
              <a:solidFill>
                <a:srgbClr val="3B70A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88" name="pg2388"/>
            <p:cNvSpPr/>
            <p:nvPr/>
          </p:nvSpPr>
          <p:spPr>
            <a:xfrm>
              <a:off x="3798214" y="470989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7A2">
                <a:alpha val="100000"/>
              </a:srgbClr>
            </a:solidFill>
            <a:ln w="5420" cap="flat">
              <a:solidFill>
                <a:srgbClr val="3A77A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89" name="pg2389"/>
            <p:cNvSpPr/>
            <p:nvPr/>
          </p:nvSpPr>
          <p:spPr>
            <a:xfrm>
              <a:off x="3809851" y="470989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81A4">
                <a:alpha val="100000"/>
              </a:srgbClr>
            </a:solidFill>
            <a:ln w="5420" cap="flat">
              <a:solidFill>
                <a:srgbClr val="3A81A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90" name="pg2390"/>
            <p:cNvSpPr/>
            <p:nvPr/>
          </p:nvSpPr>
          <p:spPr>
            <a:xfrm>
              <a:off x="3821488" y="470989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84A5">
                <a:alpha val="100000"/>
              </a:srgbClr>
            </a:solidFill>
            <a:ln w="5420" cap="flat">
              <a:solidFill>
                <a:srgbClr val="3984A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91" name="pg2391"/>
            <p:cNvSpPr/>
            <p:nvPr/>
          </p:nvSpPr>
          <p:spPr>
            <a:xfrm>
              <a:off x="3833126" y="470989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85A5">
                <a:alpha val="100000"/>
              </a:srgbClr>
            </a:solidFill>
            <a:ln w="5420" cap="flat">
              <a:solidFill>
                <a:srgbClr val="3985A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92" name="pg2392"/>
            <p:cNvSpPr/>
            <p:nvPr/>
          </p:nvSpPr>
          <p:spPr>
            <a:xfrm>
              <a:off x="3844763" y="470989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85A5">
                <a:alpha val="100000"/>
              </a:srgbClr>
            </a:solidFill>
            <a:ln w="5420" cap="flat">
              <a:solidFill>
                <a:srgbClr val="3985A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93" name="pg2393"/>
            <p:cNvSpPr/>
            <p:nvPr/>
          </p:nvSpPr>
          <p:spPr>
            <a:xfrm>
              <a:off x="3856400" y="470989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84A5">
                <a:alpha val="100000"/>
              </a:srgbClr>
            </a:solidFill>
            <a:ln w="5420" cap="flat">
              <a:solidFill>
                <a:srgbClr val="3984A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94" name="pg2394"/>
            <p:cNvSpPr/>
            <p:nvPr/>
          </p:nvSpPr>
          <p:spPr>
            <a:xfrm>
              <a:off x="3868038" y="470989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83A5">
                <a:alpha val="100000"/>
              </a:srgbClr>
            </a:solidFill>
            <a:ln w="5420" cap="flat">
              <a:solidFill>
                <a:srgbClr val="3983A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95" name="pg2395"/>
            <p:cNvSpPr/>
            <p:nvPr/>
          </p:nvSpPr>
          <p:spPr>
            <a:xfrm>
              <a:off x="3879675" y="470989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82A4">
                <a:alpha val="100000"/>
              </a:srgbClr>
            </a:solidFill>
            <a:ln w="5420" cap="flat">
              <a:solidFill>
                <a:srgbClr val="3982A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96" name="pg2396"/>
            <p:cNvSpPr/>
            <p:nvPr/>
          </p:nvSpPr>
          <p:spPr>
            <a:xfrm>
              <a:off x="3891312" y="470989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81A4">
                <a:alpha val="100000"/>
              </a:srgbClr>
            </a:solidFill>
            <a:ln w="5420" cap="flat">
              <a:solidFill>
                <a:srgbClr val="3A81A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97" name="pg2397"/>
            <p:cNvSpPr/>
            <p:nvPr/>
          </p:nvSpPr>
          <p:spPr>
            <a:xfrm>
              <a:off x="3902950" y="470989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80A4">
                <a:alpha val="100000"/>
              </a:srgbClr>
            </a:solidFill>
            <a:ln w="5420" cap="flat">
              <a:solidFill>
                <a:srgbClr val="3A80A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98" name="pg2398"/>
            <p:cNvSpPr/>
            <p:nvPr/>
          </p:nvSpPr>
          <p:spPr>
            <a:xfrm>
              <a:off x="3914587" y="470989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FA4">
                <a:alpha val="100000"/>
              </a:srgbClr>
            </a:solidFill>
            <a:ln w="5420" cap="flat">
              <a:solidFill>
                <a:srgbClr val="3A7FA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99" name="pg2399"/>
            <p:cNvSpPr/>
            <p:nvPr/>
          </p:nvSpPr>
          <p:spPr>
            <a:xfrm>
              <a:off x="3926224" y="470989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80A4">
                <a:alpha val="100000"/>
              </a:srgbClr>
            </a:solidFill>
            <a:ln w="5420" cap="flat">
              <a:solidFill>
                <a:srgbClr val="3A80A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00" name="pg2400"/>
            <p:cNvSpPr/>
            <p:nvPr/>
          </p:nvSpPr>
          <p:spPr>
            <a:xfrm>
              <a:off x="3937862" y="470989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80A4">
                <a:alpha val="100000"/>
              </a:srgbClr>
            </a:solidFill>
            <a:ln w="5420" cap="flat">
              <a:solidFill>
                <a:srgbClr val="3A80A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01" name="pg2401"/>
            <p:cNvSpPr/>
            <p:nvPr/>
          </p:nvSpPr>
          <p:spPr>
            <a:xfrm>
              <a:off x="3949499" y="470989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81A4">
                <a:alpha val="100000"/>
              </a:srgbClr>
            </a:solidFill>
            <a:ln w="5420" cap="flat">
              <a:solidFill>
                <a:srgbClr val="3981A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02" name="pg2402"/>
            <p:cNvSpPr/>
            <p:nvPr/>
          </p:nvSpPr>
          <p:spPr>
            <a:xfrm>
              <a:off x="3961136" y="470989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82A5">
                <a:alpha val="100000"/>
              </a:srgbClr>
            </a:solidFill>
            <a:ln w="5420" cap="flat">
              <a:solidFill>
                <a:srgbClr val="3982A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03" name="pg2403"/>
            <p:cNvSpPr/>
            <p:nvPr/>
          </p:nvSpPr>
          <p:spPr>
            <a:xfrm>
              <a:off x="3972774" y="470989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84A5">
                <a:alpha val="100000"/>
              </a:srgbClr>
            </a:solidFill>
            <a:ln w="5420" cap="flat">
              <a:solidFill>
                <a:srgbClr val="3984A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04" name="pg2404"/>
            <p:cNvSpPr/>
            <p:nvPr/>
          </p:nvSpPr>
          <p:spPr>
            <a:xfrm>
              <a:off x="3984411" y="470989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85A5">
                <a:alpha val="100000"/>
              </a:srgbClr>
            </a:solidFill>
            <a:ln w="5420" cap="flat">
              <a:solidFill>
                <a:srgbClr val="3985A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05" name="pg2405"/>
            <p:cNvSpPr/>
            <p:nvPr/>
          </p:nvSpPr>
          <p:spPr>
            <a:xfrm>
              <a:off x="3996048" y="470989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887A6">
                <a:alpha val="100000"/>
              </a:srgbClr>
            </a:solidFill>
            <a:ln w="5420" cap="flat">
              <a:solidFill>
                <a:srgbClr val="3887A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06" name="pg2406"/>
            <p:cNvSpPr/>
            <p:nvPr/>
          </p:nvSpPr>
          <p:spPr>
            <a:xfrm>
              <a:off x="4007686" y="470989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889A6">
                <a:alpha val="100000"/>
              </a:srgbClr>
            </a:solidFill>
            <a:ln w="5420" cap="flat">
              <a:solidFill>
                <a:srgbClr val="3889A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07" name="pg2407"/>
            <p:cNvSpPr/>
            <p:nvPr/>
          </p:nvSpPr>
          <p:spPr>
            <a:xfrm>
              <a:off x="4019323" y="470989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88BA6">
                <a:alpha val="100000"/>
              </a:srgbClr>
            </a:solidFill>
            <a:ln w="5420" cap="flat">
              <a:solidFill>
                <a:srgbClr val="388BA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08" name="pg2408"/>
            <p:cNvSpPr/>
            <p:nvPr/>
          </p:nvSpPr>
          <p:spPr>
            <a:xfrm>
              <a:off x="4030960" y="470989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8CA7">
                <a:alpha val="100000"/>
              </a:srgbClr>
            </a:solidFill>
            <a:ln w="5420" cap="flat">
              <a:solidFill>
                <a:srgbClr val="378C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09" name="pg2409"/>
            <p:cNvSpPr/>
            <p:nvPr/>
          </p:nvSpPr>
          <p:spPr>
            <a:xfrm>
              <a:off x="4042598" y="470989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690A7">
                <a:alpha val="100000"/>
              </a:srgbClr>
            </a:solidFill>
            <a:ln w="5420" cap="flat">
              <a:solidFill>
                <a:srgbClr val="3690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10" name="pg2410"/>
            <p:cNvSpPr/>
            <p:nvPr/>
          </p:nvSpPr>
          <p:spPr>
            <a:xfrm>
              <a:off x="4054235" y="470989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691A8">
                <a:alpha val="100000"/>
              </a:srgbClr>
            </a:solidFill>
            <a:ln w="5420" cap="flat">
              <a:solidFill>
                <a:srgbClr val="3691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11" name="pg2411"/>
            <p:cNvSpPr/>
            <p:nvPr/>
          </p:nvSpPr>
          <p:spPr>
            <a:xfrm>
              <a:off x="4065872" y="470989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692A8">
                <a:alpha val="100000"/>
              </a:srgbClr>
            </a:solidFill>
            <a:ln w="5420" cap="flat">
              <a:solidFill>
                <a:srgbClr val="3692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12" name="pg2412"/>
            <p:cNvSpPr/>
            <p:nvPr/>
          </p:nvSpPr>
          <p:spPr>
            <a:xfrm>
              <a:off x="4077510" y="470989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593A8">
                <a:alpha val="100000"/>
              </a:srgbClr>
            </a:solidFill>
            <a:ln w="5420" cap="flat">
              <a:solidFill>
                <a:srgbClr val="3593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13" name="pg2413"/>
            <p:cNvSpPr/>
            <p:nvPr/>
          </p:nvSpPr>
          <p:spPr>
            <a:xfrm>
              <a:off x="4089147" y="470989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594A8">
                <a:alpha val="100000"/>
              </a:srgbClr>
            </a:solidFill>
            <a:ln w="5420" cap="flat">
              <a:solidFill>
                <a:srgbClr val="3594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14" name="pg2414"/>
            <p:cNvSpPr/>
            <p:nvPr/>
          </p:nvSpPr>
          <p:spPr>
            <a:xfrm>
              <a:off x="4100784" y="470989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595A9">
                <a:alpha val="100000"/>
              </a:srgbClr>
            </a:solidFill>
            <a:ln w="5420" cap="flat">
              <a:solidFill>
                <a:srgbClr val="3595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15" name="pg2415"/>
            <p:cNvSpPr/>
            <p:nvPr/>
          </p:nvSpPr>
          <p:spPr>
            <a:xfrm>
              <a:off x="4112422" y="470989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596A9">
                <a:alpha val="100000"/>
              </a:srgbClr>
            </a:solidFill>
            <a:ln w="5420" cap="flat">
              <a:solidFill>
                <a:srgbClr val="3596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16" name="pg2416"/>
            <p:cNvSpPr/>
            <p:nvPr/>
          </p:nvSpPr>
          <p:spPr>
            <a:xfrm>
              <a:off x="4124059" y="470989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496A9">
                <a:alpha val="100000"/>
              </a:srgbClr>
            </a:solidFill>
            <a:ln w="5420" cap="flat">
              <a:solidFill>
                <a:srgbClr val="3496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17" name="pg2417"/>
            <p:cNvSpPr/>
            <p:nvPr/>
          </p:nvSpPr>
          <p:spPr>
            <a:xfrm>
              <a:off x="4135696" y="470989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496A9">
                <a:alpha val="100000"/>
              </a:srgbClr>
            </a:solidFill>
            <a:ln w="5420" cap="flat">
              <a:solidFill>
                <a:srgbClr val="3496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18" name="pg2418"/>
            <p:cNvSpPr/>
            <p:nvPr/>
          </p:nvSpPr>
          <p:spPr>
            <a:xfrm>
              <a:off x="4147334" y="470989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497A9">
                <a:alpha val="100000"/>
              </a:srgbClr>
            </a:solidFill>
            <a:ln w="5420" cap="flat">
              <a:solidFill>
                <a:srgbClr val="3497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19" name="pg2419"/>
            <p:cNvSpPr/>
            <p:nvPr/>
          </p:nvSpPr>
          <p:spPr>
            <a:xfrm>
              <a:off x="4263707" y="470989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89BA9">
                <a:alpha val="100000"/>
              </a:srgbClr>
            </a:solidFill>
            <a:ln w="5420" cap="flat">
              <a:solidFill>
                <a:srgbClr val="389B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20" name="pg2420"/>
            <p:cNvSpPr/>
            <p:nvPr/>
          </p:nvSpPr>
          <p:spPr>
            <a:xfrm>
              <a:off x="4275344" y="470989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9DA9">
                <a:alpha val="100000"/>
              </a:srgbClr>
            </a:solidFill>
            <a:ln w="5420" cap="flat">
              <a:solidFill>
                <a:srgbClr val="3A9D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21" name="pg2421"/>
            <p:cNvSpPr/>
            <p:nvPr/>
          </p:nvSpPr>
          <p:spPr>
            <a:xfrm>
              <a:off x="4286982" y="470989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FA2AA">
                <a:alpha val="100000"/>
              </a:srgbClr>
            </a:solidFill>
            <a:ln w="5420" cap="flat">
              <a:solidFill>
                <a:srgbClr val="3FA2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22" name="pg2422"/>
            <p:cNvSpPr/>
            <p:nvPr/>
          </p:nvSpPr>
          <p:spPr>
            <a:xfrm>
              <a:off x="4298619" y="470989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1A4AA">
                <a:alpha val="100000"/>
              </a:srgbClr>
            </a:solidFill>
            <a:ln w="5420" cap="flat">
              <a:solidFill>
                <a:srgbClr val="41A4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23" name="pg2423"/>
            <p:cNvSpPr/>
            <p:nvPr/>
          </p:nvSpPr>
          <p:spPr>
            <a:xfrm>
              <a:off x="4554640" y="470989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8EDBBF">
                <a:alpha val="100000"/>
              </a:srgbClr>
            </a:solidFill>
            <a:ln w="5420" cap="flat">
              <a:solidFill>
                <a:srgbClr val="8EDBB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24" name="pg2424"/>
            <p:cNvSpPr/>
            <p:nvPr/>
          </p:nvSpPr>
          <p:spPr>
            <a:xfrm>
              <a:off x="4566278" y="470989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8FDCBF">
                <a:alpha val="100000"/>
              </a:srgbClr>
            </a:solidFill>
            <a:ln w="5420" cap="flat">
              <a:solidFill>
                <a:srgbClr val="8FDCB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25" name="pg2425"/>
            <p:cNvSpPr/>
            <p:nvPr/>
          </p:nvSpPr>
          <p:spPr>
            <a:xfrm>
              <a:off x="4577915" y="470989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8FDCBF">
                <a:alpha val="100000"/>
              </a:srgbClr>
            </a:solidFill>
            <a:ln w="5420" cap="flat">
              <a:solidFill>
                <a:srgbClr val="8FDCB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26" name="pg2426"/>
            <p:cNvSpPr/>
            <p:nvPr/>
          </p:nvSpPr>
          <p:spPr>
            <a:xfrm>
              <a:off x="4589552" y="470989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8EDBBE">
                <a:alpha val="100000"/>
              </a:srgbClr>
            </a:solidFill>
            <a:ln w="5420" cap="flat">
              <a:solidFill>
                <a:srgbClr val="8EDBB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27" name="pg2427"/>
            <p:cNvSpPr/>
            <p:nvPr/>
          </p:nvSpPr>
          <p:spPr>
            <a:xfrm>
              <a:off x="4601190" y="470989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8CDBBE">
                <a:alpha val="100000"/>
              </a:srgbClr>
            </a:solidFill>
            <a:ln w="5420" cap="flat">
              <a:solidFill>
                <a:srgbClr val="8CDBB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28" name="pg2428"/>
            <p:cNvSpPr/>
            <p:nvPr/>
          </p:nvSpPr>
          <p:spPr>
            <a:xfrm>
              <a:off x="3251259" y="472419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70A0">
                <a:alpha val="100000"/>
              </a:srgbClr>
            </a:solidFill>
            <a:ln w="5420" cap="flat">
              <a:solidFill>
                <a:srgbClr val="3B70A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29" name="pg2429"/>
            <p:cNvSpPr/>
            <p:nvPr/>
          </p:nvSpPr>
          <p:spPr>
            <a:xfrm>
              <a:off x="3262897" y="472419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FA0">
                <a:alpha val="100000"/>
              </a:srgbClr>
            </a:solidFill>
            <a:ln w="5420" cap="flat">
              <a:solidFill>
                <a:srgbClr val="3A6FA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30" name="pg2430"/>
            <p:cNvSpPr/>
            <p:nvPr/>
          </p:nvSpPr>
          <p:spPr>
            <a:xfrm>
              <a:off x="3600379" y="472419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77C">
                <a:alpha val="100000"/>
              </a:srgbClr>
            </a:solidFill>
            <a:ln w="5420" cap="flat">
              <a:solidFill>
                <a:srgbClr val="3C477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31" name="pg2431"/>
            <p:cNvSpPr/>
            <p:nvPr/>
          </p:nvSpPr>
          <p:spPr>
            <a:xfrm>
              <a:off x="3612016" y="472419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87D">
                <a:alpha val="100000"/>
              </a:srgbClr>
            </a:solidFill>
            <a:ln w="5420" cap="flat">
              <a:solidFill>
                <a:srgbClr val="3C487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32" name="pg2432"/>
            <p:cNvSpPr/>
            <p:nvPr/>
          </p:nvSpPr>
          <p:spPr>
            <a:xfrm>
              <a:off x="3623654" y="472419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87E">
                <a:alpha val="100000"/>
              </a:srgbClr>
            </a:solidFill>
            <a:ln w="5420" cap="flat">
              <a:solidFill>
                <a:srgbClr val="3C487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33" name="pg2433"/>
            <p:cNvSpPr/>
            <p:nvPr/>
          </p:nvSpPr>
          <p:spPr>
            <a:xfrm>
              <a:off x="3635291" y="472419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97F">
                <a:alpha val="100000"/>
              </a:srgbClr>
            </a:solidFill>
            <a:ln w="5420" cap="flat">
              <a:solidFill>
                <a:srgbClr val="3C497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34" name="pg2434"/>
            <p:cNvSpPr/>
            <p:nvPr/>
          </p:nvSpPr>
          <p:spPr>
            <a:xfrm>
              <a:off x="3646928" y="472419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A80">
                <a:alpha val="100000"/>
              </a:srgbClr>
            </a:solidFill>
            <a:ln w="5420" cap="flat">
              <a:solidFill>
                <a:srgbClr val="3C4A8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35" name="pg2435"/>
            <p:cNvSpPr/>
            <p:nvPr/>
          </p:nvSpPr>
          <p:spPr>
            <a:xfrm>
              <a:off x="3658566" y="472419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A81">
                <a:alpha val="100000"/>
              </a:srgbClr>
            </a:solidFill>
            <a:ln w="5420" cap="flat">
              <a:solidFill>
                <a:srgbClr val="3C4A8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36" name="pg2436"/>
            <p:cNvSpPr/>
            <p:nvPr/>
          </p:nvSpPr>
          <p:spPr>
            <a:xfrm>
              <a:off x="3670203" y="472419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B83">
                <a:alpha val="100000"/>
              </a:srgbClr>
            </a:solidFill>
            <a:ln w="5420" cap="flat">
              <a:solidFill>
                <a:srgbClr val="3C4B8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37" name="pg2437"/>
            <p:cNvSpPr/>
            <p:nvPr/>
          </p:nvSpPr>
          <p:spPr>
            <a:xfrm>
              <a:off x="3681840" y="472419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C84">
                <a:alpha val="100000"/>
              </a:srgbClr>
            </a:solidFill>
            <a:ln w="5420" cap="flat">
              <a:solidFill>
                <a:srgbClr val="3C4C8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38" name="pg2438"/>
            <p:cNvSpPr/>
            <p:nvPr/>
          </p:nvSpPr>
          <p:spPr>
            <a:xfrm>
              <a:off x="3693478" y="472419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4F87">
                <a:alpha val="100000"/>
              </a:srgbClr>
            </a:solidFill>
            <a:ln w="5420" cap="flat">
              <a:solidFill>
                <a:srgbClr val="3B4F8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39" name="pg2439"/>
            <p:cNvSpPr/>
            <p:nvPr/>
          </p:nvSpPr>
          <p:spPr>
            <a:xfrm>
              <a:off x="3705115" y="472419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508A">
                <a:alpha val="100000"/>
              </a:srgbClr>
            </a:solidFill>
            <a:ln w="5420" cap="flat">
              <a:solidFill>
                <a:srgbClr val="3B508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40" name="pg2440"/>
            <p:cNvSpPr/>
            <p:nvPr/>
          </p:nvSpPr>
          <p:spPr>
            <a:xfrm>
              <a:off x="3716752" y="472419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528C">
                <a:alpha val="100000"/>
              </a:srgbClr>
            </a:solidFill>
            <a:ln w="5420" cap="flat">
              <a:solidFill>
                <a:srgbClr val="3B528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41" name="pg2441"/>
            <p:cNvSpPr/>
            <p:nvPr/>
          </p:nvSpPr>
          <p:spPr>
            <a:xfrm>
              <a:off x="3728390" y="472419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5490">
                <a:alpha val="100000"/>
              </a:srgbClr>
            </a:solidFill>
            <a:ln w="5420" cap="flat">
              <a:solidFill>
                <a:srgbClr val="3B549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42" name="pg2442"/>
            <p:cNvSpPr/>
            <p:nvPr/>
          </p:nvSpPr>
          <p:spPr>
            <a:xfrm>
              <a:off x="3740027" y="472419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5794">
                <a:alpha val="100000"/>
              </a:srgbClr>
            </a:solidFill>
            <a:ln w="5420" cap="flat">
              <a:solidFill>
                <a:srgbClr val="3A579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43" name="pg2443"/>
            <p:cNvSpPr/>
            <p:nvPr/>
          </p:nvSpPr>
          <p:spPr>
            <a:xfrm>
              <a:off x="3751664" y="472419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5B9A">
                <a:alpha val="100000"/>
              </a:srgbClr>
            </a:solidFill>
            <a:ln w="5420" cap="flat">
              <a:solidFill>
                <a:srgbClr val="395B9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44" name="pg2444"/>
            <p:cNvSpPr/>
            <p:nvPr/>
          </p:nvSpPr>
          <p:spPr>
            <a:xfrm>
              <a:off x="3763302" y="472419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609D">
                <a:alpha val="100000"/>
              </a:srgbClr>
            </a:solidFill>
            <a:ln w="5420" cap="flat">
              <a:solidFill>
                <a:srgbClr val="3960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45" name="pg2445"/>
            <p:cNvSpPr/>
            <p:nvPr/>
          </p:nvSpPr>
          <p:spPr>
            <a:xfrm>
              <a:off x="3774939" y="472419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69E">
                <a:alpha val="100000"/>
              </a:srgbClr>
            </a:solidFill>
            <a:ln w="5420" cap="flat">
              <a:solidFill>
                <a:srgbClr val="3A66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46" name="pg2446"/>
            <p:cNvSpPr/>
            <p:nvPr/>
          </p:nvSpPr>
          <p:spPr>
            <a:xfrm>
              <a:off x="3786576" y="472419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DA0">
                <a:alpha val="100000"/>
              </a:srgbClr>
            </a:solidFill>
            <a:ln w="5420" cap="flat">
              <a:solidFill>
                <a:srgbClr val="3A6DA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47" name="pg2447"/>
            <p:cNvSpPr/>
            <p:nvPr/>
          </p:nvSpPr>
          <p:spPr>
            <a:xfrm>
              <a:off x="3798214" y="472419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3A1">
                <a:alpha val="100000"/>
              </a:srgbClr>
            </a:solidFill>
            <a:ln w="5420" cap="flat">
              <a:solidFill>
                <a:srgbClr val="3A73A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48" name="pg2448"/>
            <p:cNvSpPr/>
            <p:nvPr/>
          </p:nvSpPr>
          <p:spPr>
            <a:xfrm>
              <a:off x="3809851" y="472419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EA4">
                <a:alpha val="100000"/>
              </a:srgbClr>
            </a:solidFill>
            <a:ln w="5420" cap="flat">
              <a:solidFill>
                <a:srgbClr val="3A7EA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49" name="pg2449"/>
            <p:cNvSpPr/>
            <p:nvPr/>
          </p:nvSpPr>
          <p:spPr>
            <a:xfrm>
              <a:off x="3821488" y="472419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81A4">
                <a:alpha val="100000"/>
              </a:srgbClr>
            </a:solidFill>
            <a:ln w="5420" cap="flat">
              <a:solidFill>
                <a:srgbClr val="3981A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50" name="pg2450"/>
            <p:cNvSpPr/>
            <p:nvPr/>
          </p:nvSpPr>
          <p:spPr>
            <a:xfrm>
              <a:off x="3833126" y="472419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83A5">
                <a:alpha val="100000"/>
              </a:srgbClr>
            </a:solidFill>
            <a:ln w="5420" cap="flat">
              <a:solidFill>
                <a:srgbClr val="3983A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51" name="pg2451"/>
            <p:cNvSpPr/>
            <p:nvPr/>
          </p:nvSpPr>
          <p:spPr>
            <a:xfrm>
              <a:off x="3844763" y="472419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83A5">
                <a:alpha val="100000"/>
              </a:srgbClr>
            </a:solidFill>
            <a:ln w="5420" cap="flat">
              <a:solidFill>
                <a:srgbClr val="3983A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52" name="pg2452"/>
            <p:cNvSpPr/>
            <p:nvPr/>
          </p:nvSpPr>
          <p:spPr>
            <a:xfrm>
              <a:off x="3856400" y="472419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83A5">
                <a:alpha val="100000"/>
              </a:srgbClr>
            </a:solidFill>
            <a:ln w="5420" cap="flat">
              <a:solidFill>
                <a:srgbClr val="3983A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53" name="pg2453"/>
            <p:cNvSpPr/>
            <p:nvPr/>
          </p:nvSpPr>
          <p:spPr>
            <a:xfrm>
              <a:off x="3868038" y="472419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82A4">
                <a:alpha val="100000"/>
              </a:srgbClr>
            </a:solidFill>
            <a:ln w="5420" cap="flat">
              <a:solidFill>
                <a:srgbClr val="3982A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54" name="pg2454"/>
            <p:cNvSpPr/>
            <p:nvPr/>
          </p:nvSpPr>
          <p:spPr>
            <a:xfrm>
              <a:off x="3879675" y="472419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81A4">
                <a:alpha val="100000"/>
              </a:srgbClr>
            </a:solidFill>
            <a:ln w="5420" cap="flat">
              <a:solidFill>
                <a:srgbClr val="3A81A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55" name="pg2455"/>
            <p:cNvSpPr/>
            <p:nvPr/>
          </p:nvSpPr>
          <p:spPr>
            <a:xfrm>
              <a:off x="3891312" y="472419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80A4">
                <a:alpha val="100000"/>
              </a:srgbClr>
            </a:solidFill>
            <a:ln w="5420" cap="flat">
              <a:solidFill>
                <a:srgbClr val="3A80A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56" name="pg2456"/>
            <p:cNvSpPr/>
            <p:nvPr/>
          </p:nvSpPr>
          <p:spPr>
            <a:xfrm>
              <a:off x="3902950" y="472419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FA4">
                <a:alpha val="100000"/>
              </a:srgbClr>
            </a:solidFill>
            <a:ln w="5420" cap="flat">
              <a:solidFill>
                <a:srgbClr val="3A7FA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57" name="pg2457"/>
            <p:cNvSpPr/>
            <p:nvPr/>
          </p:nvSpPr>
          <p:spPr>
            <a:xfrm>
              <a:off x="3914587" y="472419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FA4">
                <a:alpha val="100000"/>
              </a:srgbClr>
            </a:solidFill>
            <a:ln w="5420" cap="flat">
              <a:solidFill>
                <a:srgbClr val="3A7FA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58" name="pg2458"/>
            <p:cNvSpPr/>
            <p:nvPr/>
          </p:nvSpPr>
          <p:spPr>
            <a:xfrm>
              <a:off x="3926224" y="472419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FA4">
                <a:alpha val="100000"/>
              </a:srgbClr>
            </a:solidFill>
            <a:ln w="5420" cap="flat">
              <a:solidFill>
                <a:srgbClr val="3A7FA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59" name="pg2459"/>
            <p:cNvSpPr/>
            <p:nvPr/>
          </p:nvSpPr>
          <p:spPr>
            <a:xfrm>
              <a:off x="3937862" y="472419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80A4">
                <a:alpha val="100000"/>
              </a:srgbClr>
            </a:solidFill>
            <a:ln w="5420" cap="flat">
              <a:solidFill>
                <a:srgbClr val="3A80A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60" name="pg2460"/>
            <p:cNvSpPr/>
            <p:nvPr/>
          </p:nvSpPr>
          <p:spPr>
            <a:xfrm>
              <a:off x="3949499" y="472419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81A4">
                <a:alpha val="100000"/>
              </a:srgbClr>
            </a:solidFill>
            <a:ln w="5420" cap="flat">
              <a:solidFill>
                <a:srgbClr val="3A81A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61" name="pg2461"/>
            <p:cNvSpPr/>
            <p:nvPr/>
          </p:nvSpPr>
          <p:spPr>
            <a:xfrm>
              <a:off x="3961136" y="472419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82A5">
                <a:alpha val="100000"/>
              </a:srgbClr>
            </a:solidFill>
            <a:ln w="5420" cap="flat">
              <a:solidFill>
                <a:srgbClr val="3982A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62" name="pg2462"/>
            <p:cNvSpPr/>
            <p:nvPr/>
          </p:nvSpPr>
          <p:spPr>
            <a:xfrm>
              <a:off x="3972774" y="472419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84A5">
                <a:alpha val="100000"/>
              </a:srgbClr>
            </a:solidFill>
            <a:ln w="5420" cap="flat">
              <a:solidFill>
                <a:srgbClr val="3984A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63" name="pg2463"/>
            <p:cNvSpPr/>
            <p:nvPr/>
          </p:nvSpPr>
          <p:spPr>
            <a:xfrm>
              <a:off x="3984411" y="472419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85A5">
                <a:alpha val="100000"/>
              </a:srgbClr>
            </a:solidFill>
            <a:ln w="5420" cap="flat">
              <a:solidFill>
                <a:srgbClr val="3985A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64" name="pg2464"/>
            <p:cNvSpPr/>
            <p:nvPr/>
          </p:nvSpPr>
          <p:spPr>
            <a:xfrm>
              <a:off x="3996048" y="472419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87A6">
                <a:alpha val="100000"/>
              </a:srgbClr>
            </a:solidFill>
            <a:ln w="5420" cap="flat">
              <a:solidFill>
                <a:srgbClr val="3987A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65" name="pg2465"/>
            <p:cNvSpPr/>
            <p:nvPr/>
          </p:nvSpPr>
          <p:spPr>
            <a:xfrm>
              <a:off x="4007686" y="472419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889A6">
                <a:alpha val="100000"/>
              </a:srgbClr>
            </a:solidFill>
            <a:ln w="5420" cap="flat">
              <a:solidFill>
                <a:srgbClr val="3889A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66" name="pg2466"/>
            <p:cNvSpPr/>
            <p:nvPr/>
          </p:nvSpPr>
          <p:spPr>
            <a:xfrm>
              <a:off x="4019323" y="472419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88BA6">
                <a:alpha val="100000"/>
              </a:srgbClr>
            </a:solidFill>
            <a:ln w="5420" cap="flat">
              <a:solidFill>
                <a:srgbClr val="388BA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67" name="pg2467"/>
            <p:cNvSpPr/>
            <p:nvPr/>
          </p:nvSpPr>
          <p:spPr>
            <a:xfrm>
              <a:off x="4030960" y="472419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8CA7">
                <a:alpha val="100000"/>
              </a:srgbClr>
            </a:solidFill>
            <a:ln w="5420" cap="flat">
              <a:solidFill>
                <a:srgbClr val="378C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68" name="pg2468"/>
            <p:cNvSpPr/>
            <p:nvPr/>
          </p:nvSpPr>
          <p:spPr>
            <a:xfrm>
              <a:off x="4042598" y="472419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8FA7">
                <a:alpha val="100000"/>
              </a:srgbClr>
            </a:solidFill>
            <a:ln w="5420" cap="flat">
              <a:solidFill>
                <a:srgbClr val="378F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69" name="pg2469"/>
            <p:cNvSpPr/>
            <p:nvPr/>
          </p:nvSpPr>
          <p:spPr>
            <a:xfrm>
              <a:off x="4054235" y="472419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691A8">
                <a:alpha val="100000"/>
              </a:srgbClr>
            </a:solidFill>
            <a:ln w="5420" cap="flat">
              <a:solidFill>
                <a:srgbClr val="3691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70" name="pg2470"/>
            <p:cNvSpPr/>
            <p:nvPr/>
          </p:nvSpPr>
          <p:spPr>
            <a:xfrm>
              <a:off x="4065872" y="472419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692A8">
                <a:alpha val="100000"/>
              </a:srgbClr>
            </a:solidFill>
            <a:ln w="5420" cap="flat">
              <a:solidFill>
                <a:srgbClr val="3692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71" name="pg2471"/>
            <p:cNvSpPr/>
            <p:nvPr/>
          </p:nvSpPr>
          <p:spPr>
            <a:xfrm>
              <a:off x="4077510" y="472419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593A8">
                <a:alpha val="100000"/>
              </a:srgbClr>
            </a:solidFill>
            <a:ln w="5420" cap="flat">
              <a:solidFill>
                <a:srgbClr val="3593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72" name="pg2472"/>
            <p:cNvSpPr/>
            <p:nvPr/>
          </p:nvSpPr>
          <p:spPr>
            <a:xfrm>
              <a:off x="4089147" y="472419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594A8">
                <a:alpha val="100000"/>
              </a:srgbClr>
            </a:solidFill>
            <a:ln w="5420" cap="flat">
              <a:solidFill>
                <a:srgbClr val="3594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73" name="pg2473"/>
            <p:cNvSpPr/>
            <p:nvPr/>
          </p:nvSpPr>
          <p:spPr>
            <a:xfrm>
              <a:off x="4100784" y="472419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595A9">
                <a:alpha val="100000"/>
              </a:srgbClr>
            </a:solidFill>
            <a:ln w="5420" cap="flat">
              <a:solidFill>
                <a:srgbClr val="3595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74" name="pg2474"/>
            <p:cNvSpPr/>
            <p:nvPr/>
          </p:nvSpPr>
          <p:spPr>
            <a:xfrm>
              <a:off x="4112422" y="472419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596A9">
                <a:alpha val="100000"/>
              </a:srgbClr>
            </a:solidFill>
            <a:ln w="5420" cap="flat">
              <a:solidFill>
                <a:srgbClr val="3596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75" name="pg2475"/>
            <p:cNvSpPr/>
            <p:nvPr/>
          </p:nvSpPr>
          <p:spPr>
            <a:xfrm>
              <a:off x="4124059" y="472419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496A9">
                <a:alpha val="100000"/>
              </a:srgbClr>
            </a:solidFill>
            <a:ln w="5420" cap="flat">
              <a:solidFill>
                <a:srgbClr val="3496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76" name="pg2476"/>
            <p:cNvSpPr/>
            <p:nvPr/>
          </p:nvSpPr>
          <p:spPr>
            <a:xfrm>
              <a:off x="4135696" y="472419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496A9">
                <a:alpha val="100000"/>
              </a:srgbClr>
            </a:solidFill>
            <a:ln w="5420" cap="flat">
              <a:solidFill>
                <a:srgbClr val="3496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77" name="pg2477"/>
            <p:cNvSpPr/>
            <p:nvPr/>
          </p:nvSpPr>
          <p:spPr>
            <a:xfrm>
              <a:off x="4147334" y="472419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496A9">
                <a:alpha val="100000"/>
              </a:srgbClr>
            </a:solidFill>
            <a:ln w="5420" cap="flat">
              <a:solidFill>
                <a:srgbClr val="3496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78" name="pg2478"/>
            <p:cNvSpPr/>
            <p:nvPr/>
          </p:nvSpPr>
          <p:spPr>
            <a:xfrm>
              <a:off x="4252070" y="472419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598A9">
                <a:alpha val="100000"/>
              </a:srgbClr>
            </a:solidFill>
            <a:ln w="5420" cap="flat">
              <a:solidFill>
                <a:srgbClr val="3598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79" name="pg2479"/>
            <p:cNvSpPr/>
            <p:nvPr/>
          </p:nvSpPr>
          <p:spPr>
            <a:xfrm>
              <a:off x="4263707" y="472419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699A9">
                <a:alpha val="100000"/>
              </a:srgbClr>
            </a:solidFill>
            <a:ln w="5420" cap="flat">
              <a:solidFill>
                <a:srgbClr val="3699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80" name="pg2480"/>
            <p:cNvSpPr/>
            <p:nvPr/>
          </p:nvSpPr>
          <p:spPr>
            <a:xfrm>
              <a:off x="4275344" y="472419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89BA9">
                <a:alpha val="100000"/>
              </a:srgbClr>
            </a:solidFill>
            <a:ln w="5420" cap="flat">
              <a:solidFill>
                <a:srgbClr val="389B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81" name="pg2481"/>
            <p:cNvSpPr/>
            <p:nvPr/>
          </p:nvSpPr>
          <p:spPr>
            <a:xfrm>
              <a:off x="4286982" y="472419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DA0AA">
                <a:alpha val="100000"/>
              </a:srgbClr>
            </a:solidFill>
            <a:ln w="5420" cap="flat">
              <a:solidFill>
                <a:srgbClr val="3DA0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82" name="pg2482"/>
            <p:cNvSpPr/>
            <p:nvPr/>
          </p:nvSpPr>
          <p:spPr>
            <a:xfrm>
              <a:off x="4298619" y="472419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0A2AA">
                <a:alpha val="100000"/>
              </a:srgbClr>
            </a:solidFill>
            <a:ln w="5420" cap="flat">
              <a:solidFill>
                <a:srgbClr val="40A2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83" name="pg2483"/>
            <p:cNvSpPr/>
            <p:nvPr/>
          </p:nvSpPr>
          <p:spPr>
            <a:xfrm>
              <a:off x="4310256" y="472419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2A5AA">
                <a:alpha val="100000"/>
              </a:srgbClr>
            </a:solidFill>
            <a:ln w="5420" cap="flat">
              <a:solidFill>
                <a:srgbClr val="42A5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84" name="pg2484"/>
            <p:cNvSpPr/>
            <p:nvPr/>
          </p:nvSpPr>
          <p:spPr>
            <a:xfrm>
              <a:off x="4321894" y="472419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5A8AA">
                <a:alpha val="100000"/>
              </a:srgbClr>
            </a:solidFill>
            <a:ln w="5420" cap="flat">
              <a:solidFill>
                <a:srgbClr val="45A8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85" name="pg2485"/>
            <p:cNvSpPr/>
            <p:nvPr/>
          </p:nvSpPr>
          <p:spPr>
            <a:xfrm>
              <a:off x="4554640" y="472419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8CDABD">
                <a:alpha val="100000"/>
              </a:srgbClr>
            </a:solidFill>
            <a:ln w="5420" cap="flat">
              <a:solidFill>
                <a:srgbClr val="8CDAB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86" name="pg2486"/>
            <p:cNvSpPr/>
            <p:nvPr/>
          </p:nvSpPr>
          <p:spPr>
            <a:xfrm>
              <a:off x="4566278" y="472419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8DDBBE">
                <a:alpha val="100000"/>
              </a:srgbClr>
            </a:solidFill>
            <a:ln w="5420" cap="flat">
              <a:solidFill>
                <a:srgbClr val="8DDBB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87" name="pg2487"/>
            <p:cNvSpPr/>
            <p:nvPr/>
          </p:nvSpPr>
          <p:spPr>
            <a:xfrm>
              <a:off x="4577915" y="472419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8DDBBE">
                <a:alpha val="100000"/>
              </a:srgbClr>
            </a:solidFill>
            <a:ln w="5420" cap="flat">
              <a:solidFill>
                <a:srgbClr val="8DDBB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88" name="pg2488"/>
            <p:cNvSpPr/>
            <p:nvPr/>
          </p:nvSpPr>
          <p:spPr>
            <a:xfrm>
              <a:off x="4589552" y="472419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8CDABD">
                <a:alpha val="100000"/>
              </a:srgbClr>
            </a:solidFill>
            <a:ln w="5420" cap="flat">
              <a:solidFill>
                <a:srgbClr val="8CDAB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89" name="pg2489"/>
            <p:cNvSpPr/>
            <p:nvPr/>
          </p:nvSpPr>
          <p:spPr>
            <a:xfrm>
              <a:off x="4601190" y="472419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8ADABD">
                <a:alpha val="100000"/>
              </a:srgbClr>
            </a:solidFill>
            <a:ln w="5420" cap="flat">
              <a:solidFill>
                <a:srgbClr val="8ADAB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90" name="pg2490"/>
            <p:cNvSpPr/>
            <p:nvPr/>
          </p:nvSpPr>
          <p:spPr>
            <a:xfrm>
              <a:off x="3239622" y="473849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72A1">
                <a:alpha val="100000"/>
              </a:srgbClr>
            </a:solidFill>
            <a:ln w="5420" cap="flat">
              <a:solidFill>
                <a:srgbClr val="3B72A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91" name="pg2491"/>
            <p:cNvSpPr/>
            <p:nvPr/>
          </p:nvSpPr>
          <p:spPr>
            <a:xfrm>
              <a:off x="3251259" y="473849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71A1">
                <a:alpha val="100000"/>
              </a:srgbClr>
            </a:solidFill>
            <a:ln w="5420" cap="flat">
              <a:solidFill>
                <a:srgbClr val="3B71A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92" name="pg2492"/>
            <p:cNvSpPr/>
            <p:nvPr/>
          </p:nvSpPr>
          <p:spPr>
            <a:xfrm>
              <a:off x="3262897" y="473849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70A0">
                <a:alpha val="100000"/>
              </a:srgbClr>
            </a:solidFill>
            <a:ln w="5420" cap="flat">
              <a:solidFill>
                <a:srgbClr val="3B70A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93" name="pg2493"/>
            <p:cNvSpPr/>
            <p:nvPr/>
          </p:nvSpPr>
          <p:spPr>
            <a:xfrm>
              <a:off x="3274534" y="473849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EA0">
                <a:alpha val="100000"/>
              </a:srgbClr>
            </a:solidFill>
            <a:ln w="5420" cap="flat">
              <a:solidFill>
                <a:srgbClr val="3A6EA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94" name="pg2494"/>
            <p:cNvSpPr/>
            <p:nvPr/>
          </p:nvSpPr>
          <p:spPr>
            <a:xfrm>
              <a:off x="3286171" y="473849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DA0">
                <a:alpha val="100000"/>
              </a:srgbClr>
            </a:solidFill>
            <a:ln w="5420" cap="flat">
              <a:solidFill>
                <a:srgbClr val="3A6DA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95" name="pg2495"/>
            <p:cNvSpPr/>
            <p:nvPr/>
          </p:nvSpPr>
          <p:spPr>
            <a:xfrm>
              <a:off x="3600379" y="473849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57A">
                <a:alpha val="100000"/>
              </a:srgbClr>
            </a:solidFill>
            <a:ln w="5420" cap="flat">
              <a:solidFill>
                <a:srgbClr val="3C457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96" name="pg2496"/>
            <p:cNvSpPr/>
            <p:nvPr/>
          </p:nvSpPr>
          <p:spPr>
            <a:xfrm>
              <a:off x="3612016" y="473849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67B">
                <a:alpha val="100000"/>
              </a:srgbClr>
            </a:solidFill>
            <a:ln w="5420" cap="flat">
              <a:solidFill>
                <a:srgbClr val="3C467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97" name="pg2497"/>
            <p:cNvSpPr/>
            <p:nvPr/>
          </p:nvSpPr>
          <p:spPr>
            <a:xfrm>
              <a:off x="3623654" y="473849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67C">
                <a:alpha val="100000"/>
              </a:srgbClr>
            </a:solidFill>
            <a:ln w="5420" cap="flat">
              <a:solidFill>
                <a:srgbClr val="3C467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98" name="pg2498"/>
            <p:cNvSpPr/>
            <p:nvPr/>
          </p:nvSpPr>
          <p:spPr>
            <a:xfrm>
              <a:off x="3635291" y="473849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77D">
                <a:alpha val="100000"/>
              </a:srgbClr>
            </a:solidFill>
            <a:ln w="5420" cap="flat">
              <a:solidFill>
                <a:srgbClr val="3C477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99" name="pg2499"/>
            <p:cNvSpPr/>
            <p:nvPr/>
          </p:nvSpPr>
          <p:spPr>
            <a:xfrm>
              <a:off x="3646928" y="473849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87E">
                <a:alpha val="100000"/>
              </a:srgbClr>
            </a:solidFill>
            <a:ln w="5420" cap="flat">
              <a:solidFill>
                <a:srgbClr val="3C487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00" name="pg2500"/>
            <p:cNvSpPr/>
            <p:nvPr/>
          </p:nvSpPr>
          <p:spPr>
            <a:xfrm>
              <a:off x="3658566" y="473849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87F">
                <a:alpha val="100000"/>
              </a:srgbClr>
            </a:solidFill>
            <a:ln w="5420" cap="flat">
              <a:solidFill>
                <a:srgbClr val="3C487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01" name="pg2501"/>
            <p:cNvSpPr/>
            <p:nvPr/>
          </p:nvSpPr>
          <p:spPr>
            <a:xfrm>
              <a:off x="3670203" y="473849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980">
                <a:alpha val="100000"/>
              </a:srgbClr>
            </a:solidFill>
            <a:ln w="5420" cap="flat">
              <a:solidFill>
                <a:srgbClr val="3C498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02" name="pg2502"/>
            <p:cNvSpPr/>
            <p:nvPr/>
          </p:nvSpPr>
          <p:spPr>
            <a:xfrm>
              <a:off x="3681840" y="473849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A81">
                <a:alpha val="100000"/>
              </a:srgbClr>
            </a:solidFill>
            <a:ln w="5420" cap="flat">
              <a:solidFill>
                <a:srgbClr val="3C4A8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03" name="pg2503"/>
            <p:cNvSpPr/>
            <p:nvPr/>
          </p:nvSpPr>
          <p:spPr>
            <a:xfrm>
              <a:off x="3693478" y="473849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C84">
                <a:alpha val="100000"/>
              </a:srgbClr>
            </a:solidFill>
            <a:ln w="5420" cap="flat">
              <a:solidFill>
                <a:srgbClr val="3C4C8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04" name="pg2504"/>
            <p:cNvSpPr/>
            <p:nvPr/>
          </p:nvSpPr>
          <p:spPr>
            <a:xfrm>
              <a:off x="3705115" y="473849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4E86">
                <a:alpha val="100000"/>
              </a:srgbClr>
            </a:solidFill>
            <a:ln w="5420" cap="flat">
              <a:solidFill>
                <a:srgbClr val="3B4E8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05" name="pg2505"/>
            <p:cNvSpPr/>
            <p:nvPr/>
          </p:nvSpPr>
          <p:spPr>
            <a:xfrm>
              <a:off x="3716752" y="473849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4F88">
                <a:alpha val="100000"/>
              </a:srgbClr>
            </a:solidFill>
            <a:ln w="5420" cap="flat">
              <a:solidFill>
                <a:srgbClr val="3B4F8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06" name="pg2506"/>
            <p:cNvSpPr/>
            <p:nvPr/>
          </p:nvSpPr>
          <p:spPr>
            <a:xfrm>
              <a:off x="3728390" y="473849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518B">
                <a:alpha val="100000"/>
              </a:srgbClr>
            </a:solidFill>
            <a:ln w="5420" cap="flat">
              <a:solidFill>
                <a:srgbClr val="3B518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07" name="pg2507"/>
            <p:cNvSpPr/>
            <p:nvPr/>
          </p:nvSpPr>
          <p:spPr>
            <a:xfrm>
              <a:off x="3740027" y="473849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548F">
                <a:alpha val="100000"/>
              </a:srgbClr>
            </a:solidFill>
            <a:ln w="5420" cap="flat">
              <a:solidFill>
                <a:srgbClr val="3B548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08" name="pg2508"/>
            <p:cNvSpPr/>
            <p:nvPr/>
          </p:nvSpPr>
          <p:spPr>
            <a:xfrm>
              <a:off x="3751664" y="473849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5894">
                <a:alpha val="100000"/>
              </a:srgbClr>
            </a:solidFill>
            <a:ln w="5420" cap="flat">
              <a:solidFill>
                <a:srgbClr val="3A589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09" name="pg2509"/>
            <p:cNvSpPr/>
            <p:nvPr/>
          </p:nvSpPr>
          <p:spPr>
            <a:xfrm>
              <a:off x="3856400" y="473849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80A4">
                <a:alpha val="100000"/>
              </a:srgbClr>
            </a:solidFill>
            <a:ln w="5420" cap="flat">
              <a:solidFill>
                <a:srgbClr val="3A80A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10" name="pg2510"/>
            <p:cNvSpPr/>
            <p:nvPr/>
          </p:nvSpPr>
          <p:spPr>
            <a:xfrm>
              <a:off x="3868038" y="473849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80A4">
                <a:alpha val="100000"/>
              </a:srgbClr>
            </a:solidFill>
            <a:ln w="5420" cap="flat">
              <a:solidFill>
                <a:srgbClr val="3A80A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11" name="pg2511"/>
            <p:cNvSpPr/>
            <p:nvPr/>
          </p:nvSpPr>
          <p:spPr>
            <a:xfrm>
              <a:off x="3879675" y="473849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FA4">
                <a:alpha val="100000"/>
              </a:srgbClr>
            </a:solidFill>
            <a:ln w="5420" cap="flat">
              <a:solidFill>
                <a:srgbClr val="3A7FA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12" name="pg2512"/>
            <p:cNvSpPr/>
            <p:nvPr/>
          </p:nvSpPr>
          <p:spPr>
            <a:xfrm>
              <a:off x="3891312" y="473849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EA4">
                <a:alpha val="100000"/>
              </a:srgbClr>
            </a:solidFill>
            <a:ln w="5420" cap="flat">
              <a:solidFill>
                <a:srgbClr val="3A7EA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13" name="pg2513"/>
            <p:cNvSpPr/>
            <p:nvPr/>
          </p:nvSpPr>
          <p:spPr>
            <a:xfrm>
              <a:off x="3902950" y="473849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EA4">
                <a:alpha val="100000"/>
              </a:srgbClr>
            </a:solidFill>
            <a:ln w="5420" cap="flat">
              <a:solidFill>
                <a:srgbClr val="3A7EA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14" name="pg2514"/>
            <p:cNvSpPr/>
            <p:nvPr/>
          </p:nvSpPr>
          <p:spPr>
            <a:xfrm>
              <a:off x="3914587" y="473849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EA4">
                <a:alpha val="100000"/>
              </a:srgbClr>
            </a:solidFill>
            <a:ln w="5420" cap="flat">
              <a:solidFill>
                <a:srgbClr val="3A7EA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15" name="pg2515"/>
            <p:cNvSpPr/>
            <p:nvPr/>
          </p:nvSpPr>
          <p:spPr>
            <a:xfrm>
              <a:off x="3926224" y="473849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EA4">
                <a:alpha val="100000"/>
              </a:srgbClr>
            </a:solidFill>
            <a:ln w="5420" cap="flat">
              <a:solidFill>
                <a:srgbClr val="3A7EA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16" name="pg2516"/>
            <p:cNvSpPr/>
            <p:nvPr/>
          </p:nvSpPr>
          <p:spPr>
            <a:xfrm>
              <a:off x="3937862" y="473849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FA4">
                <a:alpha val="100000"/>
              </a:srgbClr>
            </a:solidFill>
            <a:ln w="5420" cap="flat">
              <a:solidFill>
                <a:srgbClr val="3A7FA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17" name="pg2517"/>
            <p:cNvSpPr/>
            <p:nvPr/>
          </p:nvSpPr>
          <p:spPr>
            <a:xfrm>
              <a:off x="3949499" y="473849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80A4">
                <a:alpha val="100000"/>
              </a:srgbClr>
            </a:solidFill>
            <a:ln w="5420" cap="flat">
              <a:solidFill>
                <a:srgbClr val="3A80A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18" name="pg2518"/>
            <p:cNvSpPr/>
            <p:nvPr/>
          </p:nvSpPr>
          <p:spPr>
            <a:xfrm>
              <a:off x="3961136" y="473849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82A4">
                <a:alpha val="100000"/>
              </a:srgbClr>
            </a:solidFill>
            <a:ln w="5420" cap="flat">
              <a:solidFill>
                <a:srgbClr val="3982A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19" name="pg2519"/>
            <p:cNvSpPr/>
            <p:nvPr/>
          </p:nvSpPr>
          <p:spPr>
            <a:xfrm>
              <a:off x="4065872" y="473849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692A8">
                <a:alpha val="100000"/>
              </a:srgbClr>
            </a:solidFill>
            <a:ln w="5420" cap="flat">
              <a:solidFill>
                <a:srgbClr val="3692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20" name="pg2520"/>
            <p:cNvSpPr/>
            <p:nvPr/>
          </p:nvSpPr>
          <p:spPr>
            <a:xfrm>
              <a:off x="4077510" y="473849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593A8">
                <a:alpha val="100000"/>
              </a:srgbClr>
            </a:solidFill>
            <a:ln w="5420" cap="flat">
              <a:solidFill>
                <a:srgbClr val="3593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21" name="pg2521"/>
            <p:cNvSpPr/>
            <p:nvPr/>
          </p:nvSpPr>
          <p:spPr>
            <a:xfrm>
              <a:off x="4089147" y="473849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594A8">
                <a:alpha val="100000"/>
              </a:srgbClr>
            </a:solidFill>
            <a:ln w="5420" cap="flat">
              <a:solidFill>
                <a:srgbClr val="3594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22" name="pg2522"/>
            <p:cNvSpPr/>
            <p:nvPr/>
          </p:nvSpPr>
          <p:spPr>
            <a:xfrm>
              <a:off x="4100784" y="473849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595A9">
                <a:alpha val="100000"/>
              </a:srgbClr>
            </a:solidFill>
            <a:ln w="5420" cap="flat">
              <a:solidFill>
                <a:srgbClr val="3595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23" name="pg2523"/>
            <p:cNvSpPr/>
            <p:nvPr/>
          </p:nvSpPr>
          <p:spPr>
            <a:xfrm>
              <a:off x="4112422" y="473849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595A9">
                <a:alpha val="100000"/>
              </a:srgbClr>
            </a:solidFill>
            <a:ln w="5420" cap="flat">
              <a:solidFill>
                <a:srgbClr val="3595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24" name="pg2524"/>
            <p:cNvSpPr/>
            <p:nvPr/>
          </p:nvSpPr>
          <p:spPr>
            <a:xfrm>
              <a:off x="4124059" y="473849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496A9">
                <a:alpha val="100000"/>
              </a:srgbClr>
            </a:solidFill>
            <a:ln w="5420" cap="flat">
              <a:solidFill>
                <a:srgbClr val="3496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25" name="pg2525"/>
            <p:cNvSpPr/>
            <p:nvPr/>
          </p:nvSpPr>
          <p:spPr>
            <a:xfrm>
              <a:off x="4135696" y="473849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496A9">
                <a:alpha val="100000"/>
              </a:srgbClr>
            </a:solidFill>
            <a:ln w="5420" cap="flat">
              <a:solidFill>
                <a:srgbClr val="3496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26" name="pg2526"/>
            <p:cNvSpPr/>
            <p:nvPr/>
          </p:nvSpPr>
          <p:spPr>
            <a:xfrm>
              <a:off x="4147334" y="473849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496A9">
                <a:alpha val="100000"/>
              </a:srgbClr>
            </a:solidFill>
            <a:ln w="5420" cap="flat">
              <a:solidFill>
                <a:srgbClr val="3496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27" name="pg2527"/>
            <p:cNvSpPr/>
            <p:nvPr/>
          </p:nvSpPr>
          <p:spPr>
            <a:xfrm>
              <a:off x="4158971" y="473849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496A9">
                <a:alpha val="100000"/>
              </a:srgbClr>
            </a:solidFill>
            <a:ln w="5420" cap="flat">
              <a:solidFill>
                <a:srgbClr val="3496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28" name="pg2528"/>
            <p:cNvSpPr/>
            <p:nvPr/>
          </p:nvSpPr>
          <p:spPr>
            <a:xfrm>
              <a:off x="4228795" y="473849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593A8">
                <a:alpha val="100000"/>
              </a:srgbClr>
            </a:solidFill>
            <a:ln w="5420" cap="flat">
              <a:solidFill>
                <a:srgbClr val="3593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29" name="pg2529"/>
            <p:cNvSpPr/>
            <p:nvPr/>
          </p:nvSpPr>
          <p:spPr>
            <a:xfrm>
              <a:off x="4240432" y="473849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594A8">
                <a:alpha val="100000"/>
              </a:srgbClr>
            </a:solidFill>
            <a:ln w="5420" cap="flat">
              <a:solidFill>
                <a:srgbClr val="3594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30" name="pg2530"/>
            <p:cNvSpPr/>
            <p:nvPr/>
          </p:nvSpPr>
          <p:spPr>
            <a:xfrm>
              <a:off x="4252070" y="473849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595A9">
                <a:alpha val="100000"/>
              </a:srgbClr>
            </a:solidFill>
            <a:ln w="5420" cap="flat">
              <a:solidFill>
                <a:srgbClr val="3595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31" name="pg2531"/>
            <p:cNvSpPr/>
            <p:nvPr/>
          </p:nvSpPr>
          <p:spPr>
            <a:xfrm>
              <a:off x="4263707" y="473849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497A9">
                <a:alpha val="100000"/>
              </a:srgbClr>
            </a:solidFill>
            <a:ln w="5420" cap="flat">
              <a:solidFill>
                <a:srgbClr val="3497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32" name="pg2532"/>
            <p:cNvSpPr/>
            <p:nvPr/>
          </p:nvSpPr>
          <p:spPr>
            <a:xfrm>
              <a:off x="4275344" y="473849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699A9">
                <a:alpha val="100000"/>
              </a:srgbClr>
            </a:solidFill>
            <a:ln w="5420" cap="flat">
              <a:solidFill>
                <a:srgbClr val="3699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33" name="pg2533"/>
            <p:cNvSpPr/>
            <p:nvPr/>
          </p:nvSpPr>
          <p:spPr>
            <a:xfrm>
              <a:off x="4286982" y="473849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9EAA">
                <a:alpha val="100000"/>
              </a:srgbClr>
            </a:solidFill>
            <a:ln w="5420" cap="flat">
              <a:solidFill>
                <a:srgbClr val="3B9E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34" name="pg2534"/>
            <p:cNvSpPr/>
            <p:nvPr/>
          </p:nvSpPr>
          <p:spPr>
            <a:xfrm>
              <a:off x="4298619" y="473849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EA1AA">
                <a:alpha val="100000"/>
              </a:srgbClr>
            </a:solidFill>
            <a:ln w="5420" cap="flat">
              <a:solidFill>
                <a:srgbClr val="3EA1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35" name="pg2535"/>
            <p:cNvSpPr/>
            <p:nvPr/>
          </p:nvSpPr>
          <p:spPr>
            <a:xfrm>
              <a:off x="4310256" y="473849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1A4AA">
                <a:alpha val="100000"/>
              </a:srgbClr>
            </a:solidFill>
            <a:ln w="5420" cap="flat">
              <a:solidFill>
                <a:srgbClr val="41A4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36" name="pg2536"/>
            <p:cNvSpPr/>
            <p:nvPr/>
          </p:nvSpPr>
          <p:spPr>
            <a:xfrm>
              <a:off x="4321894" y="473849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4A7AA">
                <a:alpha val="100000"/>
              </a:srgbClr>
            </a:solidFill>
            <a:ln w="5420" cap="flat">
              <a:solidFill>
                <a:srgbClr val="44A7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37" name="pg2537"/>
            <p:cNvSpPr/>
            <p:nvPr/>
          </p:nvSpPr>
          <p:spPr>
            <a:xfrm>
              <a:off x="4333531" y="473849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6AAAA">
                <a:alpha val="100000"/>
              </a:srgbClr>
            </a:solidFill>
            <a:ln w="5420" cap="flat">
              <a:solidFill>
                <a:srgbClr val="46AA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38" name="pg2538"/>
            <p:cNvSpPr/>
            <p:nvPr/>
          </p:nvSpPr>
          <p:spPr>
            <a:xfrm>
              <a:off x="4345168" y="473849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9ADAB">
                <a:alpha val="100000"/>
              </a:srgbClr>
            </a:solidFill>
            <a:ln w="5420" cap="flat">
              <a:solidFill>
                <a:srgbClr val="49AD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39" name="pg2539"/>
            <p:cNvSpPr/>
            <p:nvPr/>
          </p:nvSpPr>
          <p:spPr>
            <a:xfrm>
              <a:off x="4554640" y="473849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88D9BC">
                <a:alpha val="100000"/>
              </a:srgbClr>
            </a:solidFill>
            <a:ln w="5420" cap="flat">
              <a:solidFill>
                <a:srgbClr val="88D9B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40" name="pg2540"/>
            <p:cNvSpPr/>
            <p:nvPr/>
          </p:nvSpPr>
          <p:spPr>
            <a:xfrm>
              <a:off x="4566278" y="473849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89DABC">
                <a:alpha val="100000"/>
              </a:srgbClr>
            </a:solidFill>
            <a:ln w="5420" cap="flat">
              <a:solidFill>
                <a:srgbClr val="89DAB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41" name="pg2541"/>
            <p:cNvSpPr/>
            <p:nvPr/>
          </p:nvSpPr>
          <p:spPr>
            <a:xfrm>
              <a:off x="4577915" y="473849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89DABC">
                <a:alpha val="100000"/>
              </a:srgbClr>
            </a:solidFill>
            <a:ln w="5420" cap="flat">
              <a:solidFill>
                <a:srgbClr val="89DAB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42" name="pg2542"/>
            <p:cNvSpPr/>
            <p:nvPr/>
          </p:nvSpPr>
          <p:spPr>
            <a:xfrm>
              <a:off x="4589552" y="473849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88D9BC">
                <a:alpha val="100000"/>
              </a:srgbClr>
            </a:solidFill>
            <a:ln w="5420" cap="flat">
              <a:solidFill>
                <a:srgbClr val="88D9B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43" name="pg2543"/>
            <p:cNvSpPr/>
            <p:nvPr/>
          </p:nvSpPr>
          <p:spPr>
            <a:xfrm>
              <a:off x="4601190" y="473849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87D9BB">
                <a:alpha val="100000"/>
              </a:srgbClr>
            </a:solidFill>
            <a:ln w="5420" cap="flat">
              <a:solidFill>
                <a:srgbClr val="87D9B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44" name="pg2544"/>
            <p:cNvSpPr/>
            <p:nvPr/>
          </p:nvSpPr>
          <p:spPr>
            <a:xfrm>
              <a:off x="3146523" y="475279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FA0">
                <a:alpha val="100000"/>
              </a:srgbClr>
            </a:solidFill>
            <a:ln w="5420" cap="flat">
              <a:solidFill>
                <a:srgbClr val="3A6FA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45" name="pg2545"/>
            <p:cNvSpPr/>
            <p:nvPr/>
          </p:nvSpPr>
          <p:spPr>
            <a:xfrm>
              <a:off x="3158161" y="475279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6FA0">
                <a:alpha val="100000"/>
              </a:srgbClr>
            </a:solidFill>
            <a:ln w="5420" cap="flat">
              <a:solidFill>
                <a:srgbClr val="3B6FA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46" name="pg2546"/>
            <p:cNvSpPr/>
            <p:nvPr/>
          </p:nvSpPr>
          <p:spPr>
            <a:xfrm>
              <a:off x="3169798" y="475279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70A0">
                <a:alpha val="100000"/>
              </a:srgbClr>
            </a:solidFill>
            <a:ln w="5420" cap="flat">
              <a:solidFill>
                <a:srgbClr val="3B70A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47" name="pg2547"/>
            <p:cNvSpPr/>
            <p:nvPr/>
          </p:nvSpPr>
          <p:spPr>
            <a:xfrm>
              <a:off x="3227985" y="475279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4A1">
                <a:alpha val="100000"/>
              </a:srgbClr>
            </a:solidFill>
            <a:ln w="5420" cap="flat">
              <a:solidFill>
                <a:srgbClr val="3A74A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48" name="pg2548"/>
            <p:cNvSpPr/>
            <p:nvPr/>
          </p:nvSpPr>
          <p:spPr>
            <a:xfrm>
              <a:off x="3239622" y="475279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4A1">
                <a:alpha val="100000"/>
              </a:srgbClr>
            </a:solidFill>
            <a:ln w="5420" cap="flat">
              <a:solidFill>
                <a:srgbClr val="3A74A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49" name="pg2549"/>
            <p:cNvSpPr/>
            <p:nvPr/>
          </p:nvSpPr>
          <p:spPr>
            <a:xfrm>
              <a:off x="3251259" y="475279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3A1">
                <a:alpha val="100000"/>
              </a:srgbClr>
            </a:solidFill>
            <a:ln w="5420" cap="flat">
              <a:solidFill>
                <a:srgbClr val="3A73A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50" name="pg2550"/>
            <p:cNvSpPr/>
            <p:nvPr/>
          </p:nvSpPr>
          <p:spPr>
            <a:xfrm>
              <a:off x="3262897" y="475279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72A1">
                <a:alpha val="100000"/>
              </a:srgbClr>
            </a:solidFill>
            <a:ln w="5420" cap="flat">
              <a:solidFill>
                <a:srgbClr val="3B72A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51" name="pg2551"/>
            <p:cNvSpPr/>
            <p:nvPr/>
          </p:nvSpPr>
          <p:spPr>
            <a:xfrm>
              <a:off x="3274534" y="475279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FA0">
                <a:alpha val="100000"/>
              </a:srgbClr>
            </a:solidFill>
            <a:ln w="5420" cap="flat">
              <a:solidFill>
                <a:srgbClr val="3A6FA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52" name="pg2552"/>
            <p:cNvSpPr/>
            <p:nvPr/>
          </p:nvSpPr>
          <p:spPr>
            <a:xfrm>
              <a:off x="3286171" y="475279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CA0">
                <a:alpha val="100000"/>
              </a:srgbClr>
            </a:solidFill>
            <a:ln w="5420" cap="flat">
              <a:solidFill>
                <a:srgbClr val="3A6CA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53" name="pg2553"/>
            <p:cNvSpPr/>
            <p:nvPr/>
          </p:nvSpPr>
          <p:spPr>
            <a:xfrm>
              <a:off x="3297809" y="475279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A9F">
                <a:alpha val="100000"/>
              </a:srgbClr>
            </a:solidFill>
            <a:ln w="5420" cap="flat">
              <a:solidFill>
                <a:srgbClr val="3A6A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54" name="pg2554"/>
            <p:cNvSpPr/>
            <p:nvPr/>
          </p:nvSpPr>
          <p:spPr>
            <a:xfrm>
              <a:off x="3309446" y="475279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A9F">
                <a:alpha val="100000"/>
              </a:srgbClr>
            </a:solidFill>
            <a:ln w="5420" cap="flat">
              <a:solidFill>
                <a:srgbClr val="3A6A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55" name="pg2555"/>
            <p:cNvSpPr/>
            <p:nvPr/>
          </p:nvSpPr>
          <p:spPr>
            <a:xfrm>
              <a:off x="3321083" y="475279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99F">
                <a:alpha val="100000"/>
              </a:srgbClr>
            </a:solidFill>
            <a:ln w="5420" cap="flat">
              <a:solidFill>
                <a:srgbClr val="3A69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56" name="pg2556"/>
            <p:cNvSpPr/>
            <p:nvPr/>
          </p:nvSpPr>
          <p:spPr>
            <a:xfrm>
              <a:off x="3332721" y="475279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99F">
                <a:alpha val="100000"/>
              </a:srgbClr>
            </a:solidFill>
            <a:ln w="5420" cap="flat">
              <a:solidFill>
                <a:srgbClr val="3A69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57" name="pg2557"/>
            <p:cNvSpPr/>
            <p:nvPr/>
          </p:nvSpPr>
          <p:spPr>
            <a:xfrm>
              <a:off x="3344358" y="475279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69E">
                <a:alpha val="100000"/>
              </a:srgbClr>
            </a:solidFill>
            <a:ln w="5420" cap="flat">
              <a:solidFill>
                <a:srgbClr val="3A66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58" name="pg2558"/>
            <p:cNvSpPr/>
            <p:nvPr/>
          </p:nvSpPr>
          <p:spPr>
            <a:xfrm>
              <a:off x="3437457" y="475279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276">
                <a:alpha val="100000"/>
              </a:srgbClr>
            </a:solidFill>
            <a:ln w="5420" cap="flat">
              <a:solidFill>
                <a:srgbClr val="3C427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59" name="pg2559"/>
            <p:cNvSpPr/>
            <p:nvPr/>
          </p:nvSpPr>
          <p:spPr>
            <a:xfrm>
              <a:off x="3449094" y="475279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3F72">
                <a:alpha val="100000"/>
              </a:srgbClr>
            </a:solidFill>
            <a:ln w="5420" cap="flat">
              <a:solidFill>
                <a:srgbClr val="3B3F7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60" name="pg2560"/>
            <p:cNvSpPr/>
            <p:nvPr/>
          </p:nvSpPr>
          <p:spPr>
            <a:xfrm>
              <a:off x="3460731" y="475279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3A6B">
                <a:alpha val="100000"/>
              </a:srgbClr>
            </a:solidFill>
            <a:ln w="5420" cap="flat">
              <a:solidFill>
                <a:srgbClr val="3B3A6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61" name="pg2561"/>
            <p:cNvSpPr/>
            <p:nvPr/>
          </p:nvSpPr>
          <p:spPr>
            <a:xfrm>
              <a:off x="3472369" y="475279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3968">
                <a:alpha val="100000"/>
              </a:srgbClr>
            </a:solidFill>
            <a:ln w="5420" cap="flat">
              <a:solidFill>
                <a:srgbClr val="3B396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62" name="pg2562"/>
            <p:cNvSpPr/>
            <p:nvPr/>
          </p:nvSpPr>
          <p:spPr>
            <a:xfrm>
              <a:off x="3484006" y="475279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3766">
                <a:alpha val="100000"/>
              </a:srgbClr>
            </a:solidFill>
            <a:ln w="5420" cap="flat">
              <a:solidFill>
                <a:srgbClr val="3B37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63" name="pg2563"/>
            <p:cNvSpPr/>
            <p:nvPr/>
          </p:nvSpPr>
          <p:spPr>
            <a:xfrm>
              <a:off x="3600379" y="475279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478">
                <a:alpha val="100000"/>
              </a:srgbClr>
            </a:solidFill>
            <a:ln w="5420" cap="flat">
              <a:solidFill>
                <a:srgbClr val="3C447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64" name="pg2564"/>
            <p:cNvSpPr/>
            <p:nvPr/>
          </p:nvSpPr>
          <p:spPr>
            <a:xfrm>
              <a:off x="3612016" y="475279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479">
                <a:alpha val="100000"/>
              </a:srgbClr>
            </a:solidFill>
            <a:ln w="5420" cap="flat">
              <a:solidFill>
                <a:srgbClr val="3C447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65" name="pg2565"/>
            <p:cNvSpPr/>
            <p:nvPr/>
          </p:nvSpPr>
          <p:spPr>
            <a:xfrm>
              <a:off x="3623654" y="475279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579">
                <a:alpha val="100000"/>
              </a:srgbClr>
            </a:solidFill>
            <a:ln w="5420" cap="flat">
              <a:solidFill>
                <a:srgbClr val="3C457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66" name="pg2566"/>
            <p:cNvSpPr/>
            <p:nvPr/>
          </p:nvSpPr>
          <p:spPr>
            <a:xfrm>
              <a:off x="3635291" y="475279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57A">
                <a:alpha val="100000"/>
              </a:srgbClr>
            </a:solidFill>
            <a:ln w="5420" cap="flat">
              <a:solidFill>
                <a:srgbClr val="3C457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67" name="pg2567"/>
            <p:cNvSpPr/>
            <p:nvPr/>
          </p:nvSpPr>
          <p:spPr>
            <a:xfrm>
              <a:off x="3646928" y="475279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67B">
                <a:alpha val="100000"/>
              </a:srgbClr>
            </a:solidFill>
            <a:ln w="5420" cap="flat">
              <a:solidFill>
                <a:srgbClr val="3C467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68" name="pg2568"/>
            <p:cNvSpPr/>
            <p:nvPr/>
          </p:nvSpPr>
          <p:spPr>
            <a:xfrm>
              <a:off x="3658566" y="475279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67C">
                <a:alpha val="100000"/>
              </a:srgbClr>
            </a:solidFill>
            <a:ln w="5420" cap="flat">
              <a:solidFill>
                <a:srgbClr val="3C467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69" name="pg2569"/>
            <p:cNvSpPr/>
            <p:nvPr/>
          </p:nvSpPr>
          <p:spPr>
            <a:xfrm>
              <a:off x="3670203" y="475279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77D">
                <a:alpha val="100000"/>
              </a:srgbClr>
            </a:solidFill>
            <a:ln w="5420" cap="flat">
              <a:solidFill>
                <a:srgbClr val="3C477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70" name="pg2570"/>
            <p:cNvSpPr/>
            <p:nvPr/>
          </p:nvSpPr>
          <p:spPr>
            <a:xfrm>
              <a:off x="3681840" y="475279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87E">
                <a:alpha val="100000"/>
              </a:srgbClr>
            </a:solidFill>
            <a:ln w="5420" cap="flat">
              <a:solidFill>
                <a:srgbClr val="3C487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71" name="pg2571"/>
            <p:cNvSpPr/>
            <p:nvPr/>
          </p:nvSpPr>
          <p:spPr>
            <a:xfrm>
              <a:off x="3693478" y="475279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A81">
                <a:alpha val="100000"/>
              </a:srgbClr>
            </a:solidFill>
            <a:ln w="5420" cap="flat">
              <a:solidFill>
                <a:srgbClr val="3C4A8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72" name="pg2572"/>
            <p:cNvSpPr/>
            <p:nvPr/>
          </p:nvSpPr>
          <p:spPr>
            <a:xfrm>
              <a:off x="3705115" y="475279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B83">
                <a:alpha val="100000"/>
              </a:srgbClr>
            </a:solidFill>
            <a:ln w="5420" cap="flat">
              <a:solidFill>
                <a:srgbClr val="3C4B8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73" name="pg2573"/>
            <p:cNvSpPr/>
            <p:nvPr/>
          </p:nvSpPr>
          <p:spPr>
            <a:xfrm>
              <a:off x="3716752" y="475279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C84">
                <a:alpha val="100000"/>
              </a:srgbClr>
            </a:solidFill>
            <a:ln w="5420" cap="flat">
              <a:solidFill>
                <a:srgbClr val="3C4C8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74" name="pg2574"/>
            <p:cNvSpPr/>
            <p:nvPr/>
          </p:nvSpPr>
          <p:spPr>
            <a:xfrm>
              <a:off x="3728390" y="475279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4E87">
                <a:alpha val="100000"/>
              </a:srgbClr>
            </a:solidFill>
            <a:ln w="5420" cap="flat">
              <a:solidFill>
                <a:srgbClr val="3B4E8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75" name="pg2575"/>
            <p:cNvSpPr/>
            <p:nvPr/>
          </p:nvSpPr>
          <p:spPr>
            <a:xfrm>
              <a:off x="3740027" y="475279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508A">
                <a:alpha val="100000"/>
              </a:srgbClr>
            </a:solidFill>
            <a:ln w="5420" cap="flat">
              <a:solidFill>
                <a:srgbClr val="3B508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76" name="pg2576"/>
            <p:cNvSpPr/>
            <p:nvPr/>
          </p:nvSpPr>
          <p:spPr>
            <a:xfrm>
              <a:off x="3751664" y="475279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548F">
                <a:alpha val="100000"/>
              </a:srgbClr>
            </a:solidFill>
            <a:ln w="5420" cap="flat">
              <a:solidFill>
                <a:srgbClr val="3B548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77" name="pg2577"/>
            <p:cNvSpPr/>
            <p:nvPr/>
          </p:nvSpPr>
          <p:spPr>
            <a:xfrm>
              <a:off x="4100784" y="475279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595A9">
                <a:alpha val="100000"/>
              </a:srgbClr>
            </a:solidFill>
            <a:ln w="5420" cap="flat">
              <a:solidFill>
                <a:srgbClr val="3595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78" name="pg2578"/>
            <p:cNvSpPr/>
            <p:nvPr/>
          </p:nvSpPr>
          <p:spPr>
            <a:xfrm>
              <a:off x="4112422" y="475279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596A9">
                <a:alpha val="100000"/>
              </a:srgbClr>
            </a:solidFill>
            <a:ln w="5420" cap="flat">
              <a:solidFill>
                <a:srgbClr val="3596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79" name="pg2579"/>
            <p:cNvSpPr/>
            <p:nvPr/>
          </p:nvSpPr>
          <p:spPr>
            <a:xfrm>
              <a:off x="4124059" y="475279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496A9">
                <a:alpha val="100000"/>
              </a:srgbClr>
            </a:solidFill>
            <a:ln w="5420" cap="flat">
              <a:solidFill>
                <a:srgbClr val="3496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80" name="pg2580"/>
            <p:cNvSpPr/>
            <p:nvPr/>
          </p:nvSpPr>
          <p:spPr>
            <a:xfrm>
              <a:off x="4135696" y="475279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496A9">
                <a:alpha val="100000"/>
              </a:srgbClr>
            </a:solidFill>
            <a:ln w="5420" cap="flat">
              <a:solidFill>
                <a:srgbClr val="3496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81" name="pg2581"/>
            <p:cNvSpPr/>
            <p:nvPr/>
          </p:nvSpPr>
          <p:spPr>
            <a:xfrm>
              <a:off x="4147334" y="475279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496A9">
                <a:alpha val="100000"/>
              </a:srgbClr>
            </a:solidFill>
            <a:ln w="5420" cap="flat">
              <a:solidFill>
                <a:srgbClr val="3496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82" name="pg2582"/>
            <p:cNvSpPr/>
            <p:nvPr/>
          </p:nvSpPr>
          <p:spPr>
            <a:xfrm>
              <a:off x="4158971" y="475279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496A9">
                <a:alpha val="100000"/>
              </a:srgbClr>
            </a:solidFill>
            <a:ln w="5420" cap="flat">
              <a:solidFill>
                <a:srgbClr val="3496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83" name="pg2583"/>
            <p:cNvSpPr/>
            <p:nvPr/>
          </p:nvSpPr>
          <p:spPr>
            <a:xfrm>
              <a:off x="4170608" y="475279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596A9">
                <a:alpha val="100000"/>
              </a:srgbClr>
            </a:solidFill>
            <a:ln w="5420" cap="flat">
              <a:solidFill>
                <a:srgbClr val="3596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84" name="pg2584"/>
            <p:cNvSpPr/>
            <p:nvPr/>
          </p:nvSpPr>
          <p:spPr>
            <a:xfrm>
              <a:off x="4193883" y="475279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693A8">
                <a:alpha val="100000"/>
              </a:srgbClr>
            </a:solidFill>
            <a:ln w="5420" cap="flat">
              <a:solidFill>
                <a:srgbClr val="3693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85" name="pg2585"/>
            <p:cNvSpPr/>
            <p:nvPr/>
          </p:nvSpPr>
          <p:spPr>
            <a:xfrm>
              <a:off x="4205520" y="475279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692A8">
                <a:alpha val="100000"/>
              </a:srgbClr>
            </a:solidFill>
            <a:ln w="5420" cap="flat">
              <a:solidFill>
                <a:srgbClr val="3692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86" name="pg2586"/>
            <p:cNvSpPr/>
            <p:nvPr/>
          </p:nvSpPr>
          <p:spPr>
            <a:xfrm>
              <a:off x="4217158" y="475279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691A8">
                <a:alpha val="100000"/>
              </a:srgbClr>
            </a:solidFill>
            <a:ln w="5420" cap="flat">
              <a:solidFill>
                <a:srgbClr val="3691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87" name="pg2587"/>
            <p:cNvSpPr/>
            <p:nvPr/>
          </p:nvSpPr>
          <p:spPr>
            <a:xfrm>
              <a:off x="4228795" y="475279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691A8">
                <a:alpha val="100000"/>
              </a:srgbClr>
            </a:solidFill>
            <a:ln w="5420" cap="flat">
              <a:solidFill>
                <a:srgbClr val="3691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88" name="pg2588"/>
            <p:cNvSpPr/>
            <p:nvPr/>
          </p:nvSpPr>
          <p:spPr>
            <a:xfrm>
              <a:off x="4240432" y="475279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692A8">
                <a:alpha val="100000"/>
              </a:srgbClr>
            </a:solidFill>
            <a:ln w="5420" cap="flat">
              <a:solidFill>
                <a:srgbClr val="3692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89" name="pg2589"/>
            <p:cNvSpPr/>
            <p:nvPr/>
          </p:nvSpPr>
          <p:spPr>
            <a:xfrm>
              <a:off x="4252070" y="475279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593A8">
                <a:alpha val="100000"/>
              </a:srgbClr>
            </a:solidFill>
            <a:ln w="5420" cap="flat">
              <a:solidFill>
                <a:srgbClr val="3593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90" name="pg2590"/>
            <p:cNvSpPr/>
            <p:nvPr/>
          </p:nvSpPr>
          <p:spPr>
            <a:xfrm>
              <a:off x="4263707" y="475279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595A9">
                <a:alpha val="100000"/>
              </a:srgbClr>
            </a:solidFill>
            <a:ln w="5420" cap="flat">
              <a:solidFill>
                <a:srgbClr val="3595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91" name="pg2591"/>
            <p:cNvSpPr/>
            <p:nvPr/>
          </p:nvSpPr>
          <p:spPr>
            <a:xfrm>
              <a:off x="4275344" y="475279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497A9">
                <a:alpha val="100000"/>
              </a:srgbClr>
            </a:solidFill>
            <a:ln w="5420" cap="flat">
              <a:solidFill>
                <a:srgbClr val="3497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92" name="pg2592"/>
            <p:cNvSpPr/>
            <p:nvPr/>
          </p:nvSpPr>
          <p:spPr>
            <a:xfrm>
              <a:off x="4286982" y="475279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9CA9">
                <a:alpha val="100000"/>
              </a:srgbClr>
            </a:solidFill>
            <a:ln w="5420" cap="flat">
              <a:solidFill>
                <a:srgbClr val="3A9C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93" name="pg2593"/>
            <p:cNvSpPr/>
            <p:nvPr/>
          </p:nvSpPr>
          <p:spPr>
            <a:xfrm>
              <a:off x="4298619" y="475279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D9FAA">
                <a:alpha val="100000"/>
              </a:srgbClr>
            </a:solidFill>
            <a:ln w="5420" cap="flat">
              <a:solidFill>
                <a:srgbClr val="3D9F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94" name="pg2594"/>
            <p:cNvSpPr/>
            <p:nvPr/>
          </p:nvSpPr>
          <p:spPr>
            <a:xfrm>
              <a:off x="4310256" y="475279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FA2AA">
                <a:alpha val="100000"/>
              </a:srgbClr>
            </a:solidFill>
            <a:ln w="5420" cap="flat">
              <a:solidFill>
                <a:srgbClr val="3FA2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95" name="pg2595"/>
            <p:cNvSpPr/>
            <p:nvPr/>
          </p:nvSpPr>
          <p:spPr>
            <a:xfrm>
              <a:off x="4321894" y="475279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2A5AA">
                <a:alpha val="100000"/>
              </a:srgbClr>
            </a:solidFill>
            <a:ln w="5420" cap="flat">
              <a:solidFill>
                <a:srgbClr val="42A5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96" name="pg2596"/>
            <p:cNvSpPr/>
            <p:nvPr/>
          </p:nvSpPr>
          <p:spPr>
            <a:xfrm>
              <a:off x="4333531" y="475279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5A9AA">
                <a:alpha val="100000"/>
              </a:srgbClr>
            </a:solidFill>
            <a:ln w="5420" cap="flat">
              <a:solidFill>
                <a:srgbClr val="45A9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97" name="pg2597"/>
            <p:cNvSpPr/>
            <p:nvPr/>
          </p:nvSpPr>
          <p:spPr>
            <a:xfrm>
              <a:off x="4345168" y="475279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8ACAA">
                <a:alpha val="100000"/>
              </a:srgbClr>
            </a:solidFill>
            <a:ln w="5420" cap="flat">
              <a:solidFill>
                <a:srgbClr val="48AC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98" name="pg2598"/>
            <p:cNvSpPr/>
            <p:nvPr/>
          </p:nvSpPr>
          <p:spPr>
            <a:xfrm>
              <a:off x="4356806" y="475279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AAFAB">
                <a:alpha val="100000"/>
              </a:srgbClr>
            </a:solidFill>
            <a:ln w="5420" cap="flat">
              <a:solidFill>
                <a:srgbClr val="4AAF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99" name="pg2599"/>
            <p:cNvSpPr/>
            <p:nvPr/>
          </p:nvSpPr>
          <p:spPr>
            <a:xfrm>
              <a:off x="4566278" y="475279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85D8BA">
                <a:alpha val="100000"/>
              </a:srgbClr>
            </a:solidFill>
            <a:ln w="5420" cap="flat">
              <a:solidFill>
                <a:srgbClr val="85D8B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00" name="pg2600"/>
            <p:cNvSpPr/>
            <p:nvPr/>
          </p:nvSpPr>
          <p:spPr>
            <a:xfrm>
              <a:off x="4577915" y="475279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85D8BA">
                <a:alpha val="100000"/>
              </a:srgbClr>
            </a:solidFill>
            <a:ln w="5420" cap="flat">
              <a:solidFill>
                <a:srgbClr val="85D8B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01" name="pg2601"/>
            <p:cNvSpPr/>
            <p:nvPr/>
          </p:nvSpPr>
          <p:spPr>
            <a:xfrm>
              <a:off x="4589552" y="475279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85D8BA">
                <a:alpha val="100000"/>
              </a:srgbClr>
            </a:solidFill>
            <a:ln w="5420" cap="flat">
              <a:solidFill>
                <a:srgbClr val="85D8B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02" name="pg2602"/>
            <p:cNvSpPr/>
            <p:nvPr/>
          </p:nvSpPr>
          <p:spPr>
            <a:xfrm>
              <a:off x="4601190" y="475279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84D8BA">
                <a:alpha val="100000"/>
              </a:srgbClr>
            </a:solidFill>
            <a:ln w="5420" cap="flat">
              <a:solidFill>
                <a:srgbClr val="84D8B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03" name="pg2603"/>
            <p:cNvSpPr/>
            <p:nvPr/>
          </p:nvSpPr>
          <p:spPr>
            <a:xfrm>
              <a:off x="3123249" y="476709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FA0">
                <a:alpha val="100000"/>
              </a:srgbClr>
            </a:solidFill>
            <a:ln w="5420" cap="flat">
              <a:solidFill>
                <a:srgbClr val="3A6FA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04" name="pg2604"/>
            <p:cNvSpPr/>
            <p:nvPr/>
          </p:nvSpPr>
          <p:spPr>
            <a:xfrm>
              <a:off x="3134886" y="476709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FA0">
                <a:alpha val="100000"/>
              </a:srgbClr>
            </a:solidFill>
            <a:ln w="5420" cap="flat">
              <a:solidFill>
                <a:srgbClr val="3A6FA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05" name="pg2605"/>
            <p:cNvSpPr/>
            <p:nvPr/>
          </p:nvSpPr>
          <p:spPr>
            <a:xfrm>
              <a:off x="3146523" y="476709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FA0">
                <a:alpha val="100000"/>
              </a:srgbClr>
            </a:solidFill>
            <a:ln w="5420" cap="flat">
              <a:solidFill>
                <a:srgbClr val="3A6FA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06" name="pg2606"/>
            <p:cNvSpPr/>
            <p:nvPr/>
          </p:nvSpPr>
          <p:spPr>
            <a:xfrm>
              <a:off x="3158161" y="476709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6FA0">
                <a:alpha val="100000"/>
              </a:srgbClr>
            </a:solidFill>
            <a:ln w="5420" cap="flat">
              <a:solidFill>
                <a:srgbClr val="3B6FA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07" name="pg2607"/>
            <p:cNvSpPr/>
            <p:nvPr/>
          </p:nvSpPr>
          <p:spPr>
            <a:xfrm>
              <a:off x="3169798" y="476709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70A0">
                <a:alpha val="100000"/>
              </a:srgbClr>
            </a:solidFill>
            <a:ln w="5420" cap="flat">
              <a:solidFill>
                <a:srgbClr val="3B70A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08" name="pg2608"/>
            <p:cNvSpPr/>
            <p:nvPr/>
          </p:nvSpPr>
          <p:spPr>
            <a:xfrm>
              <a:off x="3181435" y="476709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70A1">
                <a:alpha val="100000"/>
              </a:srgbClr>
            </a:solidFill>
            <a:ln w="5420" cap="flat">
              <a:solidFill>
                <a:srgbClr val="3B70A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09" name="pg2609"/>
            <p:cNvSpPr/>
            <p:nvPr/>
          </p:nvSpPr>
          <p:spPr>
            <a:xfrm>
              <a:off x="3216347" y="476709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3A1">
                <a:alpha val="100000"/>
              </a:srgbClr>
            </a:solidFill>
            <a:ln w="5420" cap="flat">
              <a:solidFill>
                <a:srgbClr val="3A73A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10" name="pg2610"/>
            <p:cNvSpPr/>
            <p:nvPr/>
          </p:nvSpPr>
          <p:spPr>
            <a:xfrm>
              <a:off x="3227985" y="476709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5A2">
                <a:alpha val="100000"/>
              </a:srgbClr>
            </a:solidFill>
            <a:ln w="5420" cap="flat">
              <a:solidFill>
                <a:srgbClr val="3A75A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11" name="pg2611"/>
            <p:cNvSpPr/>
            <p:nvPr/>
          </p:nvSpPr>
          <p:spPr>
            <a:xfrm>
              <a:off x="3239622" y="476709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5A2">
                <a:alpha val="100000"/>
              </a:srgbClr>
            </a:solidFill>
            <a:ln w="5420" cap="flat">
              <a:solidFill>
                <a:srgbClr val="3A75A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12" name="pg2612"/>
            <p:cNvSpPr/>
            <p:nvPr/>
          </p:nvSpPr>
          <p:spPr>
            <a:xfrm>
              <a:off x="3251259" y="476709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5A2">
                <a:alpha val="100000"/>
              </a:srgbClr>
            </a:solidFill>
            <a:ln w="5420" cap="flat">
              <a:solidFill>
                <a:srgbClr val="3A75A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13" name="pg2613"/>
            <p:cNvSpPr/>
            <p:nvPr/>
          </p:nvSpPr>
          <p:spPr>
            <a:xfrm>
              <a:off x="3262897" y="476709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4A1">
                <a:alpha val="100000"/>
              </a:srgbClr>
            </a:solidFill>
            <a:ln w="5420" cap="flat">
              <a:solidFill>
                <a:srgbClr val="3A74A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14" name="pg2614"/>
            <p:cNvSpPr/>
            <p:nvPr/>
          </p:nvSpPr>
          <p:spPr>
            <a:xfrm>
              <a:off x="3274534" y="476709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70A1">
                <a:alpha val="100000"/>
              </a:srgbClr>
            </a:solidFill>
            <a:ln w="5420" cap="flat">
              <a:solidFill>
                <a:srgbClr val="3B70A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15" name="pg2615"/>
            <p:cNvSpPr/>
            <p:nvPr/>
          </p:nvSpPr>
          <p:spPr>
            <a:xfrm>
              <a:off x="3286171" y="476709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DA0">
                <a:alpha val="100000"/>
              </a:srgbClr>
            </a:solidFill>
            <a:ln w="5420" cap="flat">
              <a:solidFill>
                <a:srgbClr val="3A6DA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16" name="pg2616"/>
            <p:cNvSpPr/>
            <p:nvPr/>
          </p:nvSpPr>
          <p:spPr>
            <a:xfrm>
              <a:off x="3297809" y="476709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A9F">
                <a:alpha val="100000"/>
              </a:srgbClr>
            </a:solidFill>
            <a:ln w="5420" cap="flat">
              <a:solidFill>
                <a:srgbClr val="3A6A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17" name="pg2617"/>
            <p:cNvSpPr/>
            <p:nvPr/>
          </p:nvSpPr>
          <p:spPr>
            <a:xfrm>
              <a:off x="3309446" y="476709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99F">
                <a:alpha val="100000"/>
              </a:srgbClr>
            </a:solidFill>
            <a:ln w="5420" cap="flat">
              <a:solidFill>
                <a:srgbClr val="3A69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18" name="pg2618"/>
            <p:cNvSpPr/>
            <p:nvPr/>
          </p:nvSpPr>
          <p:spPr>
            <a:xfrm>
              <a:off x="3321083" y="476709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99F">
                <a:alpha val="100000"/>
              </a:srgbClr>
            </a:solidFill>
            <a:ln w="5420" cap="flat">
              <a:solidFill>
                <a:srgbClr val="3A69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19" name="pg2619"/>
            <p:cNvSpPr/>
            <p:nvPr/>
          </p:nvSpPr>
          <p:spPr>
            <a:xfrm>
              <a:off x="3332721" y="476709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99F">
                <a:alpha val="100000"/>
              </a:srgbClr>
            </a:solidFill>
            <a:ln w="5420" cap="flat">
              <a:solidFill>
                <a:srgbClr val="3A69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20" name="pg2620"/>
            <p:cNvSpPr/>
            <p:nvPr/>
          </p:nvSpPr>
          <p:spPr>
            <a:xfrm>
              <a:off x="3344358" y="476709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69E">
                <a:alpha val="100000"/>
              </a:srgbClr>
            </a:solidFill>
            <a:ln w="5420" cap="flat">
              <a:solidFill>
                <a:srgbClr val="3A66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21" name="pg2621"/>
            <p:cNvSpPr/>
            <p:nvPr/>
          </p:nvSpPr>
          <p:spPr>
            <a:xfrm>
              <a:off x="3355995" y="476709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39D">
                <a:alpha val="100000"/>
              </a:srgbClr>
            </a:solidFill>
            <a:ln w="5420" cap="flat">
              <a:solidFill>
                <a:srgbClr val="3A63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22" name="pg2622"/>
            <p:cNvSpPr/>
            <p:nvPr/>
          </p:nvSpPr>
          <p:spPr>
            <a:xfrm>
              <a:off x="3367633" y="476709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5F9C">
                <a:alpha val="100000"/>
              </a:srgbClr>
            </a:solidFill>
            <a:ln w="5420" cap="flat">
              <a:solidFill>
                <a:srgbClr val="395F9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23" name="pg2623"/>
            <p:cNvSpPr/>
            <p:nvPr/>
          </p:nvSpPr>
          <p:spPr>
            <a:xfrm>
              <a:off x="3425819" y="476709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478">
                <a:alpha val="100000"/>
              </a:srgbClr>
            </a:solidFill>
            <a:ln w="5420" cap="flat">
              <a:solidFill>
                <a:srgbClr val="3C447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24" name="pg2624"/>
            <p:cNvSpPr/>
            <p:nvPr/>
          </p:nvSpPr>
          <p:spPr>
            <a:xfrm>
              <a:off x="3437457" y="476709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4072">
                <a:alpha val="100000"/>
              </a:srgbClr>
            </a:solidFill>
            <a:ln w="5420" cap="flat">
              <a:solidFill>
                <a:srgbClr val="3B407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25" name="pg2625"/>
            <p:cNvSpPr/>
            <p:nvPr/>
          </p:nvSpPr>
          <p:spPr>
            <a:xfrm>
              <a:off x="3449094" y="476709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3B6C">
                <a:alpha val="100000"/>
              </a:srgbClr>
            </a:solidFill>
            <a:ln w="5420" cap="flat">
              <a:solidFill>
                <a:srgbClr val="3B3B6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26" name="pg2626"/>
            <p:cNvSpPr/>
            <p:nvPr/>
          </p:nvSpPr>
          <p:spPr>
            <a:xfrm>
              <a:off x="3460731" y="476709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3563">
                <a:alpha val="100000"/>
              </a:srgbClr>
            </a:solidFill>
            <a:ln w="5420" cap="flat">
              <a:solidFill>
                <a:srgbClr val="3A356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27" name="pg2627"/>
            <p:cNvSpPr/>
            <p:nvPr/>
          </p:nvSpPr>
          <p:spPr>
            <a:xfrm>
              <a:off x="3472369" y="476709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3461">
                <a:alpha val="100000"/>
              </a:srgbClr>
            </a:solidFill>
            <a:ln w="5420" cap="flat">
              <a:solidFill>
                <a:srgbClr val="3A346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28" name="pg2628"/>
            <p:cNvSpPr/>
            <p:nvPr/>
          </p:nvSpPr>
          <p:spPr>
            <a:xfrm>
              <a:off x="3484006" y="476709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3361">
                <a:alpha val="100000"/>
              </a:srgbClr>
            </a:solidFill>
            <a:ln w="5420" cap="flat">
              <a:solidFill>
                <a:srgbClr val="3A336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29" name="pg2629"/>
            <p:cNvSpPr/>
            <p:nvPr/>
          </p:nvSpPr>
          <p:spPr>
            <a:xfrm>
              <a:off x="3495643" y="476709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3461">
                <a:alpha val="100000"/>
              </a:srgbClr>
            </a:solidFill>
            <a:ln w="5420" cap="flat">
              <a:solidFill>
                <a:srgbClr val="3A346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30" name="pg2630"/>
            <p:cNvSpPr/>
            <p:nvPr/>
          </p:nvSpPr>
          <p:spPr>
            <a:xfrm>
              <a:off x="3507281" y="476709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3462">
                <a:alpha val="100000"/>
              </a:srgbClr>
            </a:solidFill>
            <a:ln w="5420" cap="flat">
              <a:solidFill>
                <a:srgbClr val="3A346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31" name="pg2631"/>
            <p:cNvSpPr/>
            <p:nvPr/>
          </p:nvSpPr>
          <p:spPr>
            <a:xfrm>
              <a:off x="3623654" y="476709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377">
                <a:alpha val="100000"/>
              </a:srgbClr>
            </a:solidFill>
            <a:ln w="5420" cap="flat">
              <a:solidFill>
                <a:srgbClr val="3C437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32" name="pg2632"/>
            <p:cNvSpPr/>
            <p:nvPr/>
          </p:nvSpPr>
          <p:spPr>
            <a:xfrm>
              <a:off x="3635291" y="476709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377">
                <a:alpha val="100000"/>
              </a:srgbClr>
            </a:solidFill>
            <a:ln w="5420" cap="flat">
              <a:solidFill>
                <a:srgbClr val="3C437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33" name="pg2633"/>
            <p:cNvSpPr/>
            <p:nvPr/>
          </p:nvSpPr>
          <p:spPr>
            <a:xfrm>
              <a:off x="3646928" y="476709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478">
                <a:alpha val="100000"/>
              </a:srgbClr>
            </a:solidFill>
            <a:ln w="5420" cap="flat">
              <a:solidFill>
                <a:srgbClr val="3C447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34" name="pg2634"/>
            <p:cNvSpPr/>
            <p:nvPr/>
          </p:nvSpPr>
          <p:spPr>
            <a:xfrm>
              <a:off x="3658566" y="476709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479">
                <a:alpha val="100000"/>
              </a:srgbClr>
            </a:solidFill>
            <a:ln w="5420" cap="flat">
              <a:solidFill>
                <a:srgbClr val="3C447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35" name="pg2635"/>
            <p:cNvSpPr/>
            <p:nvPr/>
          </p:nvSpPr>
          <p:spPr>
            <a:xfrm>
              <a:off x="3670203" y="476709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57A">
                <a:alpha val="100000"/>
              </a:srgbClr>
            </a:solidFill>
            <a:ln w="5420" cap="flat">
              <a:solidFill>
                <a:srgbClr val="3C457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36" name="pg2636"/>
            <p:cNvSpPr/>
            <p:nvPr/>
          </p:nvSpPr>
          <p:spPr>
            <a:xfrm>
              <a:off x="3681840" y="476709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77C">
                <a:alpha val="100000"/>
              </a:srgbClr>
            </a:solidFill>
            <a:ln w="5420" cap="flat">
              <a:solidFill>
                <a:srgbClr val="3C477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37" name="pg2637"/>
            <p:cNvSpPr/>
            <p:nvPr/>
          </p:nvSpPr>
          <p:spPr>
            <a:xfrm>
              <a:off x="3693478" y="476709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97F">
                <a:alpha val="100000"/>
              </a:srgbClr>
            </a:solidFill>
            <a:ln w="5420" cap="flat">
              <a:solidFill>
                <a:srgbClr val="3C497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38" name="pg2638"/>
            <p:cNvSpPr/>
            <p:nvPr/>
          </p:nvSpPr>
          <p:spPr>
            <a:xfrm>
              <a:off x="3705115" y="476709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A80">
                <a:alpha val="100000"/>
              </a:srgbClr>
            </a:solidFill>
            <a:ln w="5420" cap="flat">
              <a:solidFill>
                <a:srgbClr val="3C4A8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39" name="pg2639"/>
            <p:cNvSpPr/>
            <p:nvPr/>
          </p:nvSpPr>
          <p:spPr>
            <a:xfrm>
              <a:off x="3716752" y="476709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A81">
                <a:alpha val="100000"/>
              </a:srgbClr>
            </a:solidFill>
            <a:ln w="5420" cap="flat">
              <a:solidFill>
                <a:srgbClr val="3C4A8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40" name="pg2640"/>
            <p:cNvSpPr/>
            <p:nvPr/>
          </p:nvSpPr>
          <p:spPr>
            <a:xfrm>
              <a:off x="3728390" y="476709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C83">
                <a:alpha val="100000"/>
              </a:srgbClr>
            </a:solidFill>
            <a:ln w="5420" cap="flat">
              <a:solidFill>
                <a:srgbClr val="3C4C8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41" name="pg2641"/>
            <p:cNvSpPr/>
            <p:nvPr/>
          </p:nvSpPr>
          <p:spPr>
            <a:xfrm>
              <a:off x="3740027" y="476709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4E86">
                <a:alpha val="100000"/>
              </a:srgbClr>
            </a:solidFill>
            <a:ln w="5420" cap="flat">
              <a:solidFill>
                <a:srgbClr val="3B4E8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42" name="pg2642"/>
            <p:cNvSpPr/>
            <p:nvPr/>
          </p:nvSpPr>
          <p:spPr>
            <a:xfrm>
              <a:off x="3751664" y="476709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518A">
                <a:alpha val="100000"/>
              </a:srgbClr>
            </a:solidFill>
            <a:ln w="5420" cap="flat">
              <a:solidFill>
                <a:srgbClr val="3B518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43" name="pg2643"/>
            <p:cNvSpPr/>
            <p:nvPr/>
          </p:nvSpPr>
          <p:spPr>
            <a:xfrm>
              <a:off x="4112422" y="476709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596A9">
                <a:alpha val="100000"/>
              </a:srgbClr>
            </a:solidFill>
            <a:ln w="5420" cap="flat">
              <a:solidFill>
                <a:srgbClr val="3596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44" name="pg2644"/>
            <p:cNvSpPr/>
            <p:nvPr/>
          </p:nvSpPr>
          <p:spPr>
            <a:xfrm>
              <a:off x="4124059" y="476709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496A9">
                <a:alpha val="100000"/>
              </a:srgbClr>
            </a:solidFill>
            <a:ln w="5420" cap="flat">
              <a:solidFill>
                <a:srgbClr val="3496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45" name="pg2645"/>
            <p:cNvSpPr/>
            <p:nvPr/>
          </p:nvSpPr>
          <p:spPr>
            <a:xfrm>
              <a:off x="4135696" y="476709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496A9">
                <a:alpha val="100000"/>
              </a:srgbClr>
            </a:solidFill>
            <a:ln w="5420" cap="flat">
              <a:solidFill>
                <a:srgbClr val="3496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46" name="pg2646"/>
            <p:cNvSpPr/>
            <p:nvPr/>
          </p:nvSpPr>
          <p:spPr>
            <a:xfrm>
              <a:off x="4147334" y="476709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497A9">
                <a:alpha val="100000"/>
              </a:srgbClr>
            </a:solidFill>
            <a:ln w="5420" cap="flat">
              <a:solidFill>
                <a:srgbClr val="3497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47" name="pg2647"/>
            <p:cNvSpPr/>
            <p:nvPr/>
          </p:nvSpPr>
          <p:spPr>
            <a:xfrm>
              <a:off x="4158971" y="476709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497A9">
                <a:alpha val="100000"/>
              </a:srgbClr>
            </a:solidFill>
            <a:ln w="5420" cap="flat">
              <a:solidFill>
                <a:srgbClr val="3497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48" name="pg2648"/>
            <p:cNvSpPr/>
            <p:nvPr/>
          </p:nvSpPr>
          <p:spPr>
            <a:xfrm>
              <a:off x="4170608" y="476709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496A9">
                <a:alpha val="100000"/>
              </a:srgbClr>
            </a:solidFill>
            <a:ln w="5420" cap="flat">
              <a:solidFill>
                <a:srgbClr val="3496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49" name="pg2649"/>
            <p:cNvSpPr/>
            <p:nvPr/>
          </p:nvSpPr>
          <p:spPr>
            <a:xfrm>
              <a:off x="4182246" y="476709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594A8">
                <a:alpha val="100000"/>
              </a:srgbClr>
            </a:solidFill>
            <a:ln w="5420" cap="flat">
              <a:solidFill>
                <a:srgbClr val="3594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50" name="pg2650"/>
            <p:cNvSpPr/>
            <p:nvPr/>
          </p:nvSpPr>
          <p:spPr>
            <a:xfrm>
              <a:off x="4193883" y="476709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692A8">
                <a:alpha val="100000"/>
              </a:srgbClr>
            </a:solidFill>
            <a:ln w="5420" cap="flat">
              <a:solidFill>
                <a:srgbClr val="3692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51" name="pg2651"/>
            <p:cNvSpPr/>
            <p:nvPr/>
          </p:nvSpPr>
          <p:spPr>
            <a:xfrm>
              <a:off x="4205520" y="476709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690A7">
                <a:alpha val="100000"/>
              </a:srgbClr>
            </a:solidFill>
            <a:ln w="5420" cap="flat">
              <a:solidFill>
                <a:srgbClr val="3690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52" name="pg2652"/>
            <p:cNvSpPr/>
            <p:nvPr/>
          </p:nvSpPr>
          <p:spPr>
            <a:xfrm>
              <a:off x="4217158" y="476709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8FA7">
                <a:alpha val="100000"/>
              </a:srgbClr>
            </a:solidFill>
            <a:ln w="5420" cap="flat">
              <a:solidFill>
                <a:srgbClr val="378F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53" name="pg2653"/>
            <p:cNvSpPr/>
            <p:nvPr/>
          </p:nvSpPr>
          <p:spPr>
            <a:xfrm>
              <a:off x="4228795" y="476709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8FA7">
                <a:alpha val="100000"/>
              </a:srgbClr>
            </a:solidFill>
            <a:ln w="5420" cap="flat">
              <a:solidFill>
                <a:srgbClr val="378F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54" name="pg2654"/>
            <p:cNvSpPr/>
            <p:nvPr/>
          </p:nvSpPr>
          <p:spPr>
            <a:xfrm>
              <a:off x="4240432" y="476709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690A8">
                <a:alpha val="100000"/>
              </a:srgbClr>
            </a:solidFill>
            <a:ln w="5420" cap="flat">
              <a:solidFill>
                <a:srgbClr val="3690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55" name="pg2655"/>
            <p:cNvSpPr/>
            <p:nvPr/>
          </p:nvSpPr>
          <p:spPr>
            <a:xfrm>
              <a:off x="4252070" y="476709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692A8">
                <a:alpha val="100000"/>
              </a:srgbClr>
            </a:solidFill>
            <a:ln w="5420" cap="flat">
              <a:solidFill>
                <a:srgbClr val="3692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56" name="pg2656"/>
            <p:cNvSpPr/>
            <p:nvPr/>
          </p:nvSpPr>
          <p:spPr>
            <a:xfrm>
              <a:off x="4263707" y="476709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594A8">
                <a:alpha val="100000"/>
              </a:srgbClr>
            </a:solidFill>
            <a:ln w="5420" cap="flat">
              <a:solidFill>
                <a:srgbClr val="3594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57" name="pg2657"/>
            <p:cNvSpPr/>
            <p:nvPr/>
          </p:nvSpPr>
          <p:spPr>
            <a:xfrm>
              <a:off x="4275344" y="476709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496A9">
                <a:alpha val="100000"/>
              </a:srgbClr>
            </a:solidFill>
            <a:ln w="5420" cap="flat">
              <a:solidFill>
                <a:srgbClr val="3496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58" name="pg2658"/>
            <p:cNvSpPr/>
            <p:nvPr/>
          </p:nvSpPr>
          <p:spPr>
            <a:xfrm>
              <a:off x="4286982" y="476709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89BA9">
                <a:alpha val="100000"/>
              </a:srgbClr>
            </a:solidFill>
            <a:ln w="5420" cap="flat">
              <a:solidFill>
                <a:srgbClr val="389B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59" name="pg2659"/>
            <p:cNvSpPr/>
            <p:nvPr/>
          </p:nvSpPr>
          <p:spPr>
            <a:xfrm>
              <a:off x="4298619" y="476709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9EAA">
                <a:alpha val="100000"/>
              </a:srgbClr>
            </a:solidFill>
            <a:ln w="5420" cap="flat">
              <a:solidFill>
                <a:srgbClr val="3B9E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60" name="pg2660"/>
            <p:cNvSpPr/>
            <p:nvPr/>
          </p:nvSpPr>
          <p:spPr>
            <a:xfrm>
              <a:off x="4310256" y="476709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EA1AA">
                <a:alpha val="100000"/>
              </a:srgbClr>
            </a:solidFill>
            <a:ln w="5420" cap="flat">
              <a:solidFill>
                <a:srgbClr val="3EA1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61" name="pg2661"/>
            <p:cNvSpPr/>
            <p:nvPr/>
          </p:nvSpPr>
          <p:spPr>
            <a:xfrm>
              <a:off x="4321894" y="476709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1A4AA">
                <a:alpha val="100000"/>
              </a:srgbClr>
            </a:solidFill>
            <a:ln w="5420" cap="flat">
              <a:solidFill>
                <a:srgbClr val="41A4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62" name="pg2662"/>
            <p:cNvSpPr/>
            <p:nvPr/>
          </p:nvSpPr>
          <p:spPr>
            <a:xfrm>
              <a:off x="4333531" y="476709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4A7AA">
                <a:alpha val="100000"/>
              </a:srgbClr>
            </a:solidFill>
            <a:ln w="5420" cap="flat">
              <a:solidFill>
                <a:srgbClr val="44A7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63" name="pg2663"/>
            <p:cNvSpPr/>
            <p:nvPr/>
          </p:nvSpPr>
          <p:spPr>
            <a:xfrm>
              <a:off x="4345168" y="476709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7ABAA">
                <a:alpha val="100000"/>
              </a:srgbClr>
            </a:solidFill>
            <a:ln w="5420" cap="flat">
              <a:solidFill>
                <a:srgbClr val="47AB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64" name="pg2664"/>
            <p:cNvSpPr/>
            <p:nvPr/>
          </p:nvSpPr>
          <p:spPr>
            <a:xfrm>
              <a:off x="4356806" y="476709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AAEAB">
                <a:alpha val="100000"/>
              </a:srgbClr>
            </a:solidFill>
            <a:ln w="5420" cap="flat">
              <a:solidFill>
                <a:srgbClr val="4AAE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65" name="pg2665"/>
            <p:cNvSpPr/>
            <p:nvPr/>
          </p:nvSpPr>
          <p:spPr>
            <a:xfrm>
              <a:off x="4368443" y="476709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CB1AB">
                <a:alpha val="100000"/>
              </a:srgbClr>
            </a:solidFill>
            <a:ln w="5420" cap="flat">
              <a:solidFill>
                <a:srgbClr val="4CB1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66" name="pg2666"/>
            <p:cNvSpPr/>
            <p:nvPr/>
          </p:nvSpPr>
          <p:spPr>
            <a:xfrm>
              <a:off x="4566278" y="476709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80D7B8">
                <a:alpha val="100000"/>
              </a:srgbClr>
            </a:solidFill>
            <a:ln w="5420" cap="flat">
              <a:solidFill>
                <a:srgbClr val="80D7B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67" name="pg2667"/>
            <p:cNvSpPr/>
            <p:nvPr/>
          </p:nvSpPr>
          <p:spPr>
            <a:xfrm>
              <a:off x="4577915" y="476709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81D7B9">
                <a:alpha val="100000"/>
              </a:srgbClr>
            </a:solidFill>
            <a:ln w="5420" cap="flat">
              <a:solidFill>
                <a:srgbClr val="81D7B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68" name="pg2668"/>
            <p:cNvSpPr/>
            <p:nvPr/>
          </p:nvSpPr>
          <p:spPr>
            <a:xfrm>
              <a:off x="4589552" y="476709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81D7B9">
                <a:alpha val="100000"/>
              </a:srgbClr>
            </a:solidFill>
            <a:ln w="5420" cap="flat">
              <a:solidFill>
                <a:srgbClr val="81D7B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69" name="pg2669"/>
            <p:cNvSpPr/>
            <p:nvPr/>
          </p:nvSpPr>
          <p:spPr>
            <a:xfrm>
              <a:off x="4601190" y="476709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80D7B8">
                <a:alpha val="100000"/>
              </a:srgbClr>
            </a:solidFill>
            <a:ln w="5420" cap="flat">
              <a:solidFill>
                <a:srgbClr val="80D7B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70" name="pg2670"/>
            <p:cNvSpPr/>
            <p:nvPr/>
          </p:nvSpPr>
          <p:spPr>
            <a:xfrm>
              <a:off x="4612827" y="476709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FD7B8">
                <a:alpha val="100000"/>
              </a:srgbClr>
            </a:solidFill>
            <a:ln w="5420" cap="flat">
              <a:solidFill>
                <a:srgbClr val="7FD7B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71" name="pg2671"/>
            <p:cNvSpPr/>
            <p:nvPr/>
          </p:nvSpPr>
          <p:spPr>
            <a:xfrm>
              <a:off x="3111611" y="478139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6FA0">
                <a:alpha val="100000"/>
              </a:srgbClr>
            </a:solidFill>
            <a:ln w="5420" cap="flat">
              <a:solidFill>
                <a:srgbClr val="3B6FA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72" name="pg2672"/>
            <p:cNvSpPr/>
            <p:nvPr/>
          </p:nvSpPr>
          <p:spPr>
            <a:xfrm>
              <a:off x="3123249" y="478139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FA0">
                <a:alpha val="100000"/>
              </a:srgbClr>
            </a:solidFill>
            <a:ln w="5420" cap="flat">
              <a:solidFill>
                <a:srgbClr val="3A6FA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73" name="pg2673"/>
            <p:cNvSpPr/>
            <p:nvPr/>
          </p:nvSpPr>
          <p:spPr>
            <a:xfrm>
              <a:off x="3134886" y="478139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FA0">
                <a:alpha val="100000"/>
              </a:srgbClr>
            </a:solidFill>
            <a:ln w="5420" cap="flat">
              <a:solidFill>
                <a:srgbClr val="3A6FA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74" name="pg2674"/>
            <p:cNvSpPr/>
            <p:nvPr/>
          </p:nvSpPr>
          <p:spPr>
            <a:xfrm>
              <a:off x="3146523" y="478139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FA0">
                <a:alpha val="100000"/>
              </a:srgbClr>
            </a:solidFill>
            <a:ln w="5420" cap="flat">
              <a:solidFill>
                <a:srgbClr val="3A6FA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75" name="pg2675"/>
            <p:cNvSpPr/>
            <p:nvPr/>
          </p:nvSpPr>
          <p:spPr>
            <a:xfrm>
              <a:off x="3158161" y="478139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70A0">
                <a:alpha val="100000"/>
              </a:srgbClr>
            </a:solidFill>
            <a:ln w="5420" cap="flat">
              <a:solidFill>
                <a:srgbClr val="3B70A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76" name="pg2676"/>
            <p:cNvSpPr/>
            <p:nvPr/>
          </p:nvSpPr>
          <p:spPr>
            <a:xfrm>
              <a:off x="3169798" y="478139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70A0">
                <a:alpha val="100000"/>
              </a:srgbClr>
            </a:solidFill>
            <a:ln w="5420" cap="flat">
              <a:solidFill>
                <a:srgbClr val="3B70A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77" name="pg2677"/>
            <p:cNvSpPr/>
            <p:nvPr/>
          </p:nvSpPr>
          <p:spPr>
            <a:xfrm>
              <a:off x="3181435" y="478139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71A1">
                <a:alpha val="100000"/>
              </a:srgbClr>
            </a:solidFill>
            <a:ln w="5420" cap="flat">
              <a:solidFill>
                <a:srgbClr val="3B71A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78" name="pg2678"/>
            <p:cNvSpPr/>
            <p:nvPr/>
          </p:nvSpPr>
          <p:spPr>
            <a:xfrm>
              <a:off x="3193073" y="478139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71A1">
                <a:alpha val="100000"/>
              </a:srgbClr>
            </a:solidFill>
            <a:ln w="5420" cap="flat">
              <a:solidFill>
                <a:srgbClr val="3B71A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79" name="pg2679"/>
            <p:cNvSpPr/>
            <p:nvPr/>
          </p:nvSpPr>
          <p:spPr>
            <a:xfrm>
              <a:off x="3204710" y="478139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72A1">
                <a:alpha val="100000"/>
              </a:srgbClr>
            </a:solidFill>
            <a:ln w="5420" cap="flat">
              <a:solidFill>
                <a:srgbClr val="3B72A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80" name="pg2680"/>
            <p:cNvSpPr/>
            <p:nvPr/>
          </p:nvSpPr>
          <p:spPr>
            <a:xfrm>
              <a:off x="3216347" y="478139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3A1">
                <a:alpha val="100000"/>
              </a:srgbClr>
            </a:solidFill>
            <a:ln w="5420" cap="flat">
              <a:solidFill>
                <a:srgbClr val="3A73A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81" name="pg2681"/>
            <p:cNvSpPr/>
            <p:nvPr/>
          </p:nvSpPr>
          <p:spPr>
            <a:xfrm>
              <a:off x="3227985" y="478139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6A2">
                <a:alpha val="100000"/>
              </a:srgbClr>
            </a:solidFill>
            <a:ln w="5420" cap="flat">
              <a:solidFill>
                <a:srgbClr val="3A76A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82" name="pg2682"/>
            <p:cNvSpPr/>
            <p:nvPr/>
          </p:nvSpPr>
          <p:spPr>
            <a:xfrm>
              <a:off x="3239622" y="478139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6A2">
                <a:alpha val="100000"/>
              </a:srgbClr>
            </a:solidFill>
            <a:ln w="5420" cap="flat">
              <a:solidFill>
                <a:srgbClr val="3A76A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83" name="pg2683"/>
            <p:cNvSpPr/>
            <p:nvPr/>
          </p:nvSpPr>
          <p:spPr>
            <a:xfrm>
              <a:off x="3251259" y="478139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6A2">
                <a:alpha val="100000"/>
              </a:srgbClr>
            </a:solidFill>
            <a:ln w="5420" cap="flat">
              <a:solidFill>
                <a:srgbClr val="3A76A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84" name="pg2684"/>
            <p:cNvSpPr/>
            <p:nvPr/>
          </p:nvSpPr>
          <p:spPr>
            <a:xfrm>
              <a:off x="3262897" y="478139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5A2">
                <a:alpha val="100000"/>
              </a:srgbClr>
            </a:solidFill>
            <a:ln w="5420" cap="flat">
              <a:solidFill>
                <a:srgbClr val="3A75A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85" name="pg2685"/>
            <p:cNvSpPr/>
            <p:nvPr/>
          </p:nvSpPr>
          <p:spPr>
            <a:xfrm>
              <a:off x="3274534" y="478139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71A1">
                <a:alpha val="100000"/>
              </a:srgbClr>
            </a:solidFill>
            <a:ln w="5420" cap="flat">
              <a:solidFill>
                <a:srgbClr val="3B71A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86" name="pg2686"/>
            <p:cNvSpPr/>
            <p:nvPr/>
          </p:nvSpPr>
          <p:spPr>
            <a:xfrm>
              <a:off x="3286171" y="478139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DA0">
                <a:alpha val="100000"/>
              </a:srgbClr>
            </a:solidFill>
            <a:ln w="5420" cap="flat">
              <a:solidFill>
                <a:srgbClr val="3A6DA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87" name="pg2687"/>
            <p:cNvSpPr/>
            <p:nvPr/>
          </p:nvSpPr>
          <p:spPr>
            <a:xfrm>
              <a:off x="3297809" y="478139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A9F">
                <a:alpha val="100000"/>
              </a:srgbClr>
            </a:solidFill>
            <a:ln w="5420" cap="flat">
              <a:solidFill>
                <a:srgbClr val="3A6A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88" name="pg2688"/>
            <p:cNvSpPr/>
            <p:nvPr/>
          </p:nvSpPr>
          <p:spPr>
            <a:xfrm>
              <a:off x="3309446" y="478139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99F">
                <a:alpha val="100000"/>
              </a:srgbClr>
            </a:solidFill>
            <a:ln w="5420" cap="flat">
              <a:solidFill>
                <a:srgbClr val="3A69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89" name="pg2689"/>
            <p:cNvSpPr/>
            <p:nvPr/>
          </p:nvSpPr>
          <p:spPr>
            <a:xfrm>
              <a:off x="3321083" y="478139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99F">
                <a:alpha val="100000"/>
              </a:srgbClr>
            </a:solidFill>
            <a:ln w="5420" cap="flat">
              <a:solidFill>
                <a:srgbClr val="3A69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90" name="pg2690"/>
            <p:cNvSpPr/>
            <p:nvPr/>
          </p:nvSpPr>
          <p:spPr>
            <a:xfrm>
              <a:off x="3332721" y="478139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99F">
                <a:alpha val="100000"/>
              </a:srgbClr>
            </a:solidFill>
            <a:ln w="5420" cap="flat">
              <a:solidFill>
                <a:srgbClr val="3A69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91" name="pg2691"/>
            <p:cNvSpPr/>
            <p:nvPr/>
          </p:nvSpPr>
          <p:spPr>
            <a:xfrm>
              <a:off x="3344358" y="478139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59E">
                <a:alpha val="100000"/>
              </a:srgbClr>
            </a:solidFill>
            <a:ln w="5420" cap="flat">
              <a:solidFill>
                <a:srgbClr val="3A65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92" name="pg2692"/>
            <p:cNvSpPr/>
            <p:nvPr/>
          </p:nvSpPr>
          <p:spPr>
            <a:xfrm>
              <a:off x="3355995" y="478139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29D">
                <a:alpha val="100000"/>
              </a:srgbClr>
            </a:solidFill>
            <a:ln w="5420" cap="flat">
              <a:solidFill>
                <a:srgbClr val="3A62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93" name="pg2693"/>
            <p:cNvSpPr/>
            <p:nvPr/>
          </p:nvSpPr>
          <p:spPr>
            <a:xfrm>
              <a:off x="3367633" y="478139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5E9C">
                <a:alpha val="100000"/>
              </a:srgbClr>
            </a:solidFill>
            <a:ln w="5420" cap="flat">
              <a:solidFill>
                <a:srgbClr val="395E9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94" name="pg2694"/>
            <p:cNvSpPr/>
            <p:nvPr/>
          </p:nvSpPr>
          <p:spPr>
            <a:xfrm>
              <a:off x="3379270" y="478139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5996">
                <a:alpha val="100000"/>
              </a:srgbClr>
            </a:solidFill>
            <a:ln w="5420" cap="flat">
              <a:solidFill>
                <a:srgbClr val="3A599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95" name="pg2695"/>
            <p:cNvSpPr/>
            <p:nvPr/>
          </p:nvSpPr>
          <p:spPr>
            <a:xfrm>
              <a:off x="3390907" y="478139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538E">
                <a:alpha val="100000"/>
              </a:srgbClr>
            </a:solidFill>
            <a:ln w="5420" cap="flat">
              <a:solidFill>
                <a:srgbClr val="3B538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96" name="pg2696"/>
            <p:cNvSpPr/>
            <p:nvPr/>
          </p:nvSpPr>
          <p:spPr>
            <a:xfrm>
              <a:off x="3402545" y="478139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D85">
                <a:alpha val="100000"/>
              </a:srgbClr>
            </a:solidFill>
            <a:ln w="5420" cap="flat">
              <a:solidFill>
                <a:srgbClr val="3C4D8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97" name="pg2697"/>
            <p:cNvSpPr/>
            <p:nvPr/>
          </p:nvSpPr>
          <p:spPr>
            <a:xfrm>
              <a:off x="3414182" y="478139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77C">
                <a:alpha val="100000"/>
              </a:srgbClr>
            </a:solidFill>
            <a:ln w="5420" cap="flat">
              <a:solidFill>
                <a:srgbClr val="3C477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98" name="pg2698"/>
            <p:cNvSpPr/>
            <p:nvPr/>
          </p:nvSpPr>
          <p:spPr>
            <a:xfrm>
              <a:off x="3425819" y="478139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174">
                <a:alpha val="100000"/>
              </a:srgbClr>
            </a:solidFill>
            <a:ln w="5420" cap="flat">
              <a:solidFill>
                <a:srgbClr val="3C417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99" name="pg2699"/>
            <p:cNvSpPr/>
            <p:nvPr/>
          </p:nvSpPr>
          <p:spPr>
            <a:xfrm>
              <a:off x="3437457" y="478139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3C6C">
                <a:alpha val="100000"/>
              </a:srgbClr>
            </a:solidFill>
            <a:ln w="5420" cap="flat">
              <a:solidFill>
                <a:srgbClr val="3B3C6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00" name="pg2700"/>
            <p:cNvSpPr/>
            <p:nvPr/>
          </p:nvSpPr>
          <p:spPr>
            <a:xfrm>
              <a:off x="3449094" y="478139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3765">
                <a:alpha val="100000"/>
              </a:srgbClr>
            </a:solidFill>
            <a:ln w="5420" cap="flat">
              <a:solidFill>
                <a:srgbClr val="3B376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01" name="pg2701"/>
            <p:cNvSpPr/>
            <p:nvPr/>
          </p:nvSpPr>
          <p:spPr>
            <a:xfrm>
              <a:off x="3460731" y="478139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305C">
                <a:alpha val="100000"/>
              </a:srgbClr>
            </a:solidFill>
            <a:ln w="5420" cap="flat">
              <a:solidFill>
                <a:srgbClr val="3930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02" name="pg2702"/>
            <p:cNvSpPr/>
            <p:nvPr/>
          </p:nvSpPr>
          <p:spPr>
            <a:xfrm>
              <a:off x="3472369" y="478139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2E59">
                <a:alpha val="100000"/>
              </a:srgbClr>
            </a:solidFill>
            <a:ln w="5420" cap="flat">
              <a:solidFill>
                <a:srgbClr val="392E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03" name="pg2703"/>
            <p:cNvSpPr/>
            <p:nvPr/>
          </p:nvSpPr>
          <p:spPr>
            <a:xfrm>
              <a:off x="3484006" y="478139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2E59">
                <a:alpha val="100000"/>
              </a:srgbClr>
            </a:solidFill>
            <a:ln w="5420" cap="flat">
              <a:solidFill>
                <a:srgbClr val="392E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04" name="pg2704"/>
            <p:cNvSpPr/>
            <p:nvPr/>
          </p:nvSpPr>
          <p:spPr>
            <a:xfrm>
              <a:off x="3495643" y="478139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2F5A">
                <a:alpha val="100000"/>
              </a:srgbClr>
            </a:solidFill>
            <a:ln w="5420" cap="flat">
              <a:solidFill>
                <a:srgbClr val="392F5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05" name="pg2705"/>
            <p:cNvSpPr/>
            <p:nvPr/>
          </p:nvSpPr>
          <p:spPr>
            <a:xfrm>
              <a:off x="3507281" y="478139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315D">
                <a:alpha val="100000"/>
              </a:srgbClr>
            </a:solidFill>
            <a:ln w="5420" cap="flat">
              <a:solidFill>
                <a:srgbClr val="3A315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06" name="pg2706"/>
            <p:cNvSpPr/>
            <p:nvPr/>
          </p:nvSpPr>
          <p:spPr>
            <a:xfrm>
              <a:off x="3518918" y="478139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3360">
                <a:alpha val="100000"/>
              </a:srgbClr>
            </a:solidFill>
            <a:ln w="5420" cap="flat">
              <a:solidFill>
                <a:srgbClr val="3A336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07" name="pg2707"/>
            <p:cNvSpPr/>
            <p:nvPr/>
          </p:nvSpPr>
          <p:spPr>
            <a:xfrm>
              <a:off x="3530555" y="478139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3664">
                <a:alpha val="100000"/>
              </a:srgbClr>
            </a:solidFill>
            <a:ln w="5420" cap="flat">
              <a:solidFill>
                <a:srgbClr val="3A366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08" name="pg2708"/>
            <p:cNvSpPr/>
            <p:nvPr/>
          </p:nvSpPr>
          <p:spPr>
            <a:xfrm>
              <a:off x="3542193" y="478139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3868">
                <a:alpha val="100000"/>
              </a:srgbClr>
            </a:solidFill>
            <a:ln w="5420" cap="flat">
              <a:solidFill>
                <a:srgbClr val="3B386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09" name="pg2709"/>
            <p:cNvSpPr/>
            <p:nvPr/>
          </p:nvSpPr>
          <p:spPr>
            <a:xfrm>
              <a:off x="3635291" y="478139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275">
                <a:alpha val="100000"/>
              </a:srgbClr>
            </a:solidFill>
            <a:ln w="5420" cap="flat">
              <a:solidFill>
                <a:srgbClr val="3C427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10" name="pg2710"/>
            <p:cNvSpPr/>
            <p:nvPr/>
          </p:nvSpPr>
          <p:spPr>
            <a:xfrm>
              <a:off x="3646928" y="478139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175">
                <a:alpha val="100000"/>
              </a:srgbClr>
            </a:solidFill>
            <a:ln w="5420" cap="flat">
              <a:solidFill>
                <a:srgbClr val="3C417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11" name="pg2711"/>
            <p:cNvSpPr/>
            <p:nvPr/>
          </p:nvSpPr>
          <p:spPr>
            <a:xfrm>
              <a:off x="3658566" y="478139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276">
                <a:alpha val="100000"/>
              </a:srgbClr>
            </a:solidFill>
            <a:ln w="5420" cap="flat">
              <a:solidFill>
                <a:srgbClr val="3C427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12" name="pg2712"/>
            <p:cNvSpPr/>
            <p:nvPr/>
          </p:nvSpPr>
          <p:spPr>
            <a:xfrm>
              <a:off x="3681840" y="478139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579">
                <a:alpha val="100000"/>
              </a:srgbClr>
            </a:solidFill>
            <a:ln w="5420" cap="flat">
              <a:solidFill>
                <a:srgbClr val="3C457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13" name="pg2713"/>
            <p:cNvSpPr/>
            <p:nvPr/>
          </p:nvSpPr>
          <p:spPr>
            <a:xfrm>
              <a:off x="3693478" y="478139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87E">
                <a:alpha val="100000"/>
              </a:srgbClr>
            </a:solidFill>
            <a:ln w="5420" cap="flat">
              <a:solidFill>
                <a:srgbClr val="3C487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14" name="pg2714"/>
            <p:cNvSpPr/>
            <p:nvPr/>
          </p:nvSpPr>
          <p:spPr>
            <a:xfrm>
              <a:off x="3705115" y="478139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97F">
                <a:alpha val="100000"/>
              </a:srgbClr>
            </a:solidFill>
            <a:ln w="5420" cap="flat">
              <a:solidFill>
                <a:srgbClr val="3C497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15" name="pg2715"/>
            <p:cNvSpPr/>
            <p:nvPr/>
          </p:nvSpPr>
          <p:spPr>
            <a:xfrm>
              <a:off x="3716752" y="478139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980">
                <a:alpha val="100000"/>
              </a:srgbClr>
            </a:solidFill>
            <a:ln w="5420" cap="flat">
              <a:solidFill>
                <a:srgbClr val="3C498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16" name="pg2716"/>
            <p:cNvSpPr/>
            <p:nvPr/>
          </p:nvSpPr>
          <p:spPr>
            <a:xfrm>
              <a:off x="3728390" y="478139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A81">
                <a:alpha val="100000"/>
              </a:srgbClr>
            </a:solidFill>
            <a:ln w="5420" cap="flat">
              <a:solidFill>
                <a:srgbClr val="3C4A8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17" name="pg2717"/>
            <p:cNvSpPr/>
            <p:nvPr/>
          </p:nvSpPr>
          <p:spPr>
            <a:xfrm>
              <a:off x="3740027" y="478139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B83">
                <a:alpha val="100000"/>
              </a:srgbClr>
            </a:solidFill>
            <a:ln w="5420" cap="flat">
              <a:solidFill>
                <a:srgbClr val="3C4B8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18" name="pg2718"/>
            <p:cNvSpPr/>
            <p:nvPr/>
          </p:nvSpPr>
          <p:spPr>
            <a:xfrm>
              <a:off x="3751664" y="478139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4E87">
                <a:alpha val="100000"/>
              </a:srgbClr>
            </a:solidFill>
            <a:ln w="5420" cap="flat">
              <a:solidFill>
                <a:srgbClr val="3B4E8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19" name="pg2719"/>
            <p:cNvSpPr/>
            <p:nvPr/>
          </p:nvSpPr>
          <p:spPr>
            <a:xfrm>
              <a:off x="4124059" y="478139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496A9">
                <a:alpha val="100000"/>
              </a:srgbClr>
            </a:solidFill>
            <a:ln w="5420" cap="flat">
              <a:solidFill>
                <a:srgbClr val="3496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20" name="pg2720"/>
            <p:cNvSpPr/>
            <p:nvPr/>
          </p:nvSpPr>
          <p:spPr>
            <a:xfrm>
              <a:off x="4135696" y="478139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497A9">
                <a:alpha val="100000"/>
              </a:srgbClr>
            </a:solidFill>
            <a:ln w="5420" cap="flat">
              <a:solidFill>
                <a:srgbClr val="3497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21" name="pg2721"/>
            <p:cNvSpPr/>
            <p:nvPr/>
          </p:nvSpPr>
          <p:spPr>
            <a:xfrm>
              <a:off x="4147334" y="478139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497A9">
                <a:alpha val="100000"/>
              </a:srgbClr>
            </a:solidFill>
            <a:ln w="5420" cap="flat">
              <a:solidFill>
                <a:srgbClr val="3497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22" name="pg2722"/>
            <p:cNvSpPr/>
            <p:nvPr/>
          </p:nvSpPr>
          <p:spPr>
            <a:xfrm>
              <a:off x="4158971" y="478139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598A9">
                <a:alpha val="100000"/>
              </a:srgbClr>
            </a:solidFill>
            <a:ln w="5420" cap="flat">
              <a:solidFill>
                <a:srgbClr val="3598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23" name="pg2723"/>
            <p:cNvSpPr/>
            <p:nvPr/>
          </p:nvSpPr>
          <p:spPr>
            <a:xfrm>
              <a:off x="4170608" y="478139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497A9">
                <a:alpha val="100000"/>
              </a:srgbClr>
            </a:solidFill>
            <a:ln w="5420" cap="flat">
              <a:solidFill>
                <a:srgbClr val="3497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24" name="pg2724"/>
            <p:cNvSpPr/>
            <p:nvPr/>
          </p:nvSpPr>
          <p:spPr>
            <a:xfrm>
              <a:off x="4182246" y="478139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595A9">
                <a:alpha val="100000"/>
              </a:srgbClr>
            </a:solidFill>
            <a:ln w="5420" cap="flat">
              <a:solidFill>
                <a:srgbClr val="3595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25" name="pg2725"/>
            <p:cNvSpPr/>
            <p:nvPr/>
          </p:nvSpPr>
          <p:spPr>
            <a:xfrm>
              <a:off x="4193883" y="478139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691A8">
                <a:alpha val="100000"/>
              </a:srgbClr>
            </a:solidFill>
            <a:ln w="5420" cap="flat">
              <a:solidFill>
                <a:srgbClr val="3691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26" name="pg2726"/>
            <p:cNvSpPr/>
            <p:nvPr/>
          </p:nvSpPr>
          <p:spPr>
            <a:xfrm>
              <a:off x="4205520" y="478139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8EA7">
                <a:alpha val="100000"/>
              </a:srgbClr>
            </a:solidFill>
            <a:ln w="5420" cap="flat">
              <a:solidFill>
                <a:srgbClr val="378E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27" name="pg2727"/>
            <p:cNvSpPr/>
            <p:nvPr/>
          </p:nvSpPr>
          <p:spPr>
            <a:xfrm>
              <a:off x="4217158" y="478139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8DA7">
                <a:alpha val="100000"/>
              </a:srgbClr>
            </a:solidFill>
            <a:ln w="5420" cap="flat">
              <a:solidFill>
                <a:srgbClr val="378D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28" name="pg2728"/>
            <p:cNvSpPr/>
            <p:nvPr/>
          </p:nvSpPr>
          <p:spPr>
            <a:xfrm>
              <a:off x="4228795" y="478139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8DA7">
                <a:alpha val="100000"/>
              </a:srgbClr>
            </a:solidFill>
            <a:ln w="5420" cap="flat">
              <a:solidFill>
                <a:srgbClr val="378D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29" name="pg2729"/>
            <p:cNvSpPr/>
            <p:nvPr/>
          </p:nvSpPr>
          <p:spPr>
            <a:xfrm>
              <a:off x="4240432" y="478139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8FA7">
                <a:alpha val="100000"/>
              </a:srgbClr>
            </a:solidFill>
            <a:ln w="5420" cap="flat">
              <a:solidFill>
                <a:srgbClr val="378F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30" name="pg2730"/>
            <p:cNvSpPr/>
            <p:nvPr/>
          </p:nvSpPr>
          <p:spPr>
            <a:xfrm>
              <a:off x="4252070" y="478139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690A8">
                <a:alpha val="100000"/>
              </a:srgbClr>
            </a:solidFill>
            <a:ln w="5420" cap="flat">
              <a:solidFill>
                <a:srgbClr val="3690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31" name="pg2731"/>
            <p:cNvSpPr/>
            <p:nvPr/>
          </p:nvSpPr>
          <p:spPr>
            <a:xfrm>
              <a:off x="4263707" y="478139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693A8">
                <a:alpha val="100000"/>
              </a:srgbClr>
            </a:solidFill>
            <a:ln w="5420" cap="flat">
              <a:solidFill>
                <a:srgbClr val="3693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32" name="pg2732"/>
            <p:cNvSpPr/>
            <p:nvPr/>
          </p:nvSpPr>
          <p:spPr>
            <a:xfrm>
              <a:off x="4275344" y="478139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595A9">
                <a:alpha val="100000"/>
              </a:srgbClr>
            </a:solidFill>
            <a:ln w="5420" cap="flat">
              <a:solidFill>
                <a:srgbClr val="3595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33" name="pg2733"/>
            <p:cNvSpPr/>
            <p:nvPr/>
          </p:nvSpPr>
          <p:spPr>
            <a:xfrm>
              <a:off x="4310256" y="478139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DA0AA">
                <a:alpha val="100000"/>
              </a:srgbClr>
            </a:solidFill>
            <a:ln w="5420" cap="flat">
              <a:solidFill>
                <a:srgbClr val="3DA0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34" name="pg2734"/>
            <p:cNvSpPr/>
            <p:nvPr/>
          </p:nvSpPr>
          <p:spPr>
            <a:xfrm>
              <a:off x="4321894" y="478139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0A3AA">
                <a:alpha val="100000"/>
              </a:srgbClr>
            </a:solidFill>
            <a:ln w="5420" cap="flat">
              <a:solidFill>
                <a:srgbClr val="40A3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35" name="pg2735"/>
            <p:cNvSpPr/>
            <p:nvPr/>
          </p:nvSpPr>
          <p:spPr>
            <a:xfrm>
              <a:off x="4333531" y="478139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3A6AA">
                <a:alpha val="100000"/>
              </a:srgbClr>
            </a:solidFill>
            <a:ln w="5420" cap="flat">
              <a:solidFill>
                <a:srgbClr val="43A6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36" name="pg2736"/>
            <p:cNvSpPr/>
            <p:nvPr/>
          </p:nvSpPr>
          <p:spPr>
            <a:xfrm>
              <a:off x="4345168" y="478139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6A9AA">
                <a:alpha val="100000"/>
              </a:srgbClr>
            </a:solidFill>
            <a:ln w="5420" cap="flat">
              <a:solidFill>
                <a:srgbClr val="46A9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37" name="pg2737"/>
            <p:cNvSpPr/>
            <p:nvPr/>
          </p:nvSpPr>
          <p:spPr>
            <a:xfrm>
              <a:off x="4356806" y="478139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9ADAB">
                <a:alpha val="100000"/>
              </a:srgbClr>
            </a:solidFill>
            <a:ln w="5420" cap="flat">
              <a:solidFill>
                <a:srgbClr val="49AD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38" name="pg2738"/>
            <p:cNvSpPr/>
            <p:nvPr/>
          </p:nvSpPr>
          <p:spPr>
            <a:xfrm>
              <a:off x="4368443" y="478139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BB0AB">
                <a:alpha val="100000"/>
              </a:srgbClr>
            </a:solidFill>
            <a:ln w="5420" cap="flat">
              <a:solidFill>
                <a:srgbClr val="4BB0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39" name="pg2739"/>
            <p:cNvSpPr/>
            <p:nvPr/>
          </p:nvSpPr>
          <p:spPr>
            <a:xfrm>
              <a:off x="4380080" y="478139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DB3AB">
                <a:alpha val="100000"/>
              </a:srgbClr>
            </a:solidFill>
            <a:ln w="5420" cap="flat">
              <a:solidFill>
                <a:srgbClr val="4DB3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40" name="pg2740"/>
            <p:cNvSpPr/>
            <p:nvPr/>
          </p:nvSpPr>
          <p:spPr>
            <a:xfrm>
              <a:off x="4566278" y="478139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CD6B7">
                <a:alpha val="100000"/>
              </a:srgbClr>
            </a:solidFill>
            <a:ln w="5420" cap="flat">
              <a:solidFill>
                <a:srgbClr val="7CD6B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41" name="pg2741"/>
            <p:cNvSpPr/>
            <p:nvPr/>
          </p:nvSpPr>
          <p:spPr>
            <a:xfrm>
              <a:off x="4577915" y="478139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CD6B7">
                <a:alpha val="100000"/>
              </a:srgbClr>
            </a:solidFill>
            <a:ln w="5420" cap="flat">
              <a:solidFill>
                <a:srgbClr val="7CD6B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42" name="pg2742"/>
            <p:cNvSpPr/>
            <p:nvPr/>
          </p:nvSpPr>
          <p:spPr>
            <a:xfrm>
              <a:off x="4589552" y="478139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CD6B7">
                <a:alpha val="100000"/>
              </a:srgbClr>
            </a:solidFill>
            <a:ln w="5420" cap="flat">
              <a:solidFill>
                <a:srgbClr val="7CD6B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43" name="pg2743"/>
            <p:cNvSpPr/>
            <p:nvPr/>
          </p:nvSpPr>
          <p:spPr>
            <a:xfrm>
              <a:off x="4601190" y="478139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CD6B7">
                <a:alpha val="100000"/>
              </a:srgbClr>
            </a:solidFill>
            <a:ln w="5420" cap="flat">
              <a:solidFill>
                <a:srgbClr val="7CD6B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44" name="pg2744"/>
            <p:cNvSpPr/>
            <p:nvPr/>
          </p:nvSpPr>
          <p:spPr>
            <a:xfrm>
              <a:off x="4612827" y="478139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BD6B6">
                <a:alpha val="100000"/>
              </a:srgbClr>
            </a:solidFill>
            <a:ln w="5420" cap="flat">
              <a:solidFill>
                <a:srgbClr val="7BD6B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45" name="pg2745"/>
            <p:cNvSpPr/>
            <p:nvPr/>
          </p:nvSpPr>
          <p:spPr>
            <a:xfrm>
              <a:off x="3111611" y="479569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6FA0">
                <a:alpha val="100000"/>
              </a:srgbClr>
            </a:solidFill>
            <a:ln w="5420" cap="flat">
              <a:solidFill>
                <a:srgbClr val="3B6FA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46" name="pg2746"/>
            <p:cNvSpPr/>
            <p:nvPr/>
          </p:nvSpPr>
          <p:spPr>
            <a:xfrm>
              <a:off x="3123249" y="479569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FA0">
                <a:alpha val="100000"/>
              </a:srgbClr>
            </a:solidFill>
            <a:ln w="5420" cap="flat">
              <a:solidFill>
                <a:srgbClr val="3A6FA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47" name="pg2747"/>
            <p:cNvSpPr/>
            <p:nvPr/>
          </p:nvSpPr>
          <p:spPr>
            <a:xfrm>
              <a:off x="3134886" y="479569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FA0">
                <a:alpha val="100000"/>
              </a:srgbClr>
            </a:solidFill>
            <a:ln w="5420" cap="flat">
              <a:solidFill>
                <a:srgbClr val="3A6FA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48" name="pg2748"/>
            <p:cNvSpPr/>
            <p:nvPr/>
          </p:nvSpPr>
          <p:spPr>
            <a:xfrm>
              <a:off x="3146523" y="479569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FA0">
                <a:alpha val="100000"/>
              </a:srgbClr>
            </a:solidFill>
            <a:ln w="5420" cap="flat">
              <a:solidFill>
                <a:srgbClr val="3A6FA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49" name="pg2749"/>
            <p:cNvSpPr/>
            <p:nvPr/>
          </p:nvSpPr>
          <p:spPr>
            <a:xfrm>
              <a:off x="3158161" y="479569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70A0">
                <a:alpha val="100000"/>
              </a:srgbClr>
            </a:solidFill>
            <a:ln w="5420" cap="flat">
              <a:solidFill>
                <a:srgbClr val="3B70A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50" name="pg2750"/>
            <p:cNvSpPr/>
            <p:nvPr/>
          </p:nvSpPr>
          <p:spPr>
            <a:xfrm>
              <a:off x="3169798" y="479569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70A0">
                <a:alpha val="100000"/>
              </a:srgbClr>
            </a:solidFill>
            <a:ln w="5420" cap="flat">
              <a:solidFill>
                <a:srgbClr val="3B70A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51" name="pg2751"/>
            <p:cNvSpPr/>
            <p:nvPr/>
          </p:nvSpPr>
          <p:spPr>
            <a:xfrm>
              <a:off x="3181435" y="479569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70A1">
                <a:alpha val="100000"/>
              </a:srgbClr>
            </a:solidFill>
            <a:ln w="5420" cap="flat">
              <a:solidFill>
                <a:srgbClr val="3B70A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52" name="pg2752"/>
            <p:cNvSpPr/>
            <p:nvPr/>
          </p:nvSpPr>
          <p:spPr>
            <a:xfrm>
              <a:off x="3193073" y="479569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71A1">
                <a:alpha val="100000"/>
              </a:srgbClr>
            </a:solidFill>
            <a:ln w="5420" cap="flat">
              <a:solidFill>
                <a:srgbClr val="3B71A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53" name="pg2753"/>
            <p:cNvSpPr/>
            <p:nvPr/>
          </p:nvSpPr>
          <p:spPr>
            <a:xfrm>
              <a:off x="3204710" y="479569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72A1">
                <a:alpha val="100000"/>
              </a:srgbClr>
            </a:solidFill>
            <a:ln w="5420" cap="flat">
              <a:solidFill>
                <a:srgbClr val="3B72A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54" name="pg2754"/>
            <p:cNvSpPr/>
            <p:nvPr/>
          </p:nvSpPr>
          <p:spPr>
            <a:xfrm>
              <a:off x="3216347" y="479569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3A1">
                <a:alpha val="100000"/>
              </a:srgbClr>
            </a:solidFill>
            <a:ln w="5420" cap="flat">
              <a:solidFill>
                <a:srgbClr val="3A73A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55" name="pg2755"/>
            <p:cNvSpPr/>
            <p:nvPr/>
          </p:nvSpPr>
          <p:spPr>
            <a:xfrm>
              <a:off x="3227985" y="479569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5A2">
                <a:alpha val="100000"/>
              </a:srgbClr>
            </a:solidFill>
            <a:ln w="5420" cap="flat">
              <a:solidFill>
                <a:srgbClr val="3A75A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56" name="pg2756"/>
            <p:cNvSpPr/>
            <p:nvPr/>
          </p:nvSpPr>
          <p:spPr>
            <a:xfrm>
              <a:off x="3239622" y="479569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6A2">
                <a:alpha val="100000"/>
              </a:srgbClr>
            </a:solidFill>
            <a:ln w="5420" cap="flat">
              <a:solidFill>
                <a:srgbClr val="3A76A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57" name="pg2757"/>
            <p:cNvSpPr/>
            <p:nvPr/>
          </p:nvSpPr>
          <p:spPr>
            <a:xfrm>
              <a:off x="3251259" y="479569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6A2">
                <a:alpha val="100000"/>
              </a:srgbClr>
            </a:solidFill>
            <a:ln w="5420" cap="flat">
              <a:solidFill>
                <a:srgbClr val="3A76A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58" name="pg2758"/>
            <p:cNvSpPr/>
            <p:nvPr/>
          </p:nvSpPr>
          <p:spPr>
            <a:xfrm>
              <a:off x="3262897" y="479569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4A1">
                <a:alpha val="100000"/>
              </a:srgbClr>
            </a:solidFill>
            <a:ln w="5420" cap="flat">
              <a:solidFill>
                <a:srgbClr val="3A74A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59" name="pg2759"/>
            <p:cNvSpPr/>
            <p:nvPr/>
          </p:nvSpPr>
          <p:spPr>
            <a:xfrm>
              <a:off x="3274534" y="479569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71A1">
                <a:alpha val="100000"/>
              </a:srgbClr>
            </a:solidFill>
            <a:ln w="5420" cap="flat">
              <a:solidFill>
                <a:srgbClr val="3B71A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60" name="pg2760"/>
            <p:cNvSpPr/>
            <p:nvPr/>
          </p:nvSpPr>
          <p:spPr>
            <a:xfrm>
              <a:off x="3286171" y="479569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DA0">
                <a:alpha val="100000"/>
              </a:srgbClr>
            </a:solidFill>
            <a:ln w="5420" cap="flat">
              <a:solidFill>
                <a:srgbClr val="3A6DA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61" name="pg2761"/>
            <p:cNvSpPr/>
            <p:nvPr/>
          </p:nvSpPr>
          <p:spPr>
            <a:xfrm>
              <a:off x="3297809" y="479569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B9F">
                <a:alpha val="100000"/>
              </a:srgbClr>
            </a:solidFill>
            <a:ln w="5420" cap="flat">
              <a:solidFill>
                <a:srgbClr val="3A6B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62" name="pg2762"/>
            <p:cNvSpPr/>
            <p:nvPr/>
          </p:nvSpPr>
          <p:spPr>
            <a:xfrm>
              <a:off x="3309446" y="479569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A9F">
                <a:alpha val="100000"/>
              </a:srgbClr>
            </a:solidFill>
            <a:ln w="5420" cap="flat">
              <a:solidFill>
                <a:srgbClr val="3A6A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63" name="pg2763"/>
            <p:cNvSpPr/>
            <p:nvPr/>
          </p:nvSpPr>
          <p:spPr>
            <a:xfrm>
              <a:off x="3321083" y="479569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99F">
                <a:alpha val="100000"/>
              </a:srgbClr>
            </a:solidFill>
            <a:ln w="5420" cap="flat">
              <a:solidFill>
                <a:srgbClr val="3A69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64" name="pg2764"/>
            <p:cNvSpPr/>
            <p:nvPr/>
          </p:nvSpPr>
          <p:spPr>
            <a:xfrm>
              <a:off x="3332721" y="479569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89F">
                <a:alpha val="100000"/>
              </a:srgbClr>
            </a:solidFill>
            <a:ln w="5420" cap="flat">
              <a:solidFill>
                <a:srgbClr val="3A68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65" name="pg2765"/>
            <p:cNvSpPr/>
            <p:nvPr/>
          </p:nvSpPr>
          <p:spPr>
            <a:xfrm>
              <a:off x="3344358" y="479569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59E">
                <a:alpha val="100000"/>
              </a:srgbClr>
            </a:solidFill>
            <a:ln w="5420" cap="flat">
              <a:solidFill>
                <a:srgbClr val="3A65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66" name="pg2766"/>
            <p:cNvSpPr/>
            <p:nvPr/>
          </p:nvSpPr>
          <p:spPr>
            <a:xfrm>
              <a:off x="3355995" y="479569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19D">
                <a:alpha val="100000"/>
              </a:srgbClr>
            </a:solidFill>
            <a:ln w="5420" cap="flat">
              <a:solidFill>
                <a:srgbClr val="3A61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67" name="pg2767"/>
            <p:cNvSpPr/>
            <p:nvPr/>
          </p:nvSpPr>
          <p:spPr>
            <a:xfrm>
              <a:off x="3367633" y="479569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5C9B">
                <a:alpha val="100000"/>
              </a:srgbClr>
            </a:solidFill>
            <a:ln w="5420" cap="flat">
              <a:solidFill>
                <a:srgbClr val="395C9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68" name="pg2768"/>
            <p:cNvSpPr/>
            <p:nvPr/>
          </p:nvSpPr>
          <p:spPr>
            <a:xfrm>
              <a:off x="3379270" y="479569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5794">
                <a:alpha val="100000"/>
              </a:srgbClr>
            </a:solidFill>
            <a:ln w="5420" cap="flat">
              <a:solidFill>
                <a:srgbClr val="3A579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69" name="pg2769"/>
            <p:cNvSpPr/>
            <p:nvPr/>
          </p:nvSpPr>
          <p:spPr>
            <a:xfrm>
              <a:off x="3390907" y="479569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518B">
                <a:alpha val="100000"/>
              </a:srgbClr>
            </a:solidFill>
            <a:ln w="5420" cap="flat">
              <a:solidFill>
                <a:srgbClr val="3B518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70" name="pg2770"/>
            <p:cNvSpPr/>
            <p:nvPr/>
          </p:nvSpPr>
          <p:spPr>
            <a:xfrm>
              <a:off x="3402545" y="479569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B82">
                <a:alpha val="100000"/>
              </a:srgbClr>
            </a:solidFill>
            <a:ln w="5420" cap="flat">
              <a:solidFill>
                <a:srgbClr val="3C4B8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71" name="pg2771"/>
            <p:cNvSpPr/>
            <p:nvPr/>
          </p:nvSpPr>
          <p:spPr>
            <a:xfrm>
              <a:off x="3414182" y="479569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479">
                <a:alpha val="100000"/>
              </a:srgbClr>
            </a:solidFill>
            <a:ln w="5420" cap="flat">
              <a:solidFill>
                <a:srgbClr val="3C447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72" name="pg2772"/>
            <p:cNvSpPr/>
            <p:nvPr/>
          </p:nvSpPr>
          <p:spPr>
            <a:xfrm>
              <a:off x="3425819" y="479569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3E70">
                <a:alpha val="100000"/>
              </a:srgbClr>
            </a:solidFill>
            <a:ln w="5420" cap="flat">
              <a:solidFill>
                <a:srgbClr val="3B3E7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73" name="pg2773"/>
            <p:cNvSpPr/>
            <p:nvPr/>
          </p:nvSpPr>
          <p:spPr>
            <a:xfrm>
              <a:off x="3437457" y="479569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3867">
                <a:alpha val="100000"/>
              </a:srgbClr>
            </a:solidFill>
            <a:ln w="5420" cap="flat">
              <a:solidFill>
                <a:srgbClr val="3B386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74" name="pg2774"/>
            <p:cNvSpPr/>
            <p:nvPr/>
          </p:nvSpPr>
          <p:spPr>
            <a:xfrm>
              <a:off x="3449094" y="479569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325F">
                <a:alpha val="100000"/>
              </a:srgbClr>
            </a:solidFill>
            <a:ln w="5420" cap="flat">
              <a:solidFill>
                <a:srgbClr val="3A325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75" name="pg2775"/>
            <p:cNvSpPr/>
            <p:nvPr/>
          </p:nvSpPr>
          <p:spPr>
            <a:xfrm>
              <a:off x="3460731" y="479569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82A54">
                <a:alpha val="100000"/>
              </a:srgbClr>
            </a:solidFill>
            <a:ln w="5420" cap="flat">
              <a:solidFill>
                <a:srgbClr val="382A5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76" name="pg2776"/>
            <p:cNvSpPr/>
            <p:nvPr/>
          </p:nvSpPr>
          <p:spPr>
            <a:xfrm>
              <a:off x="3472369" y="479569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62951">
                <a:alpha val="100000"/>
              </a:srgbClr>
            </a:solidFill>
            <a:ln w="5420" cap="flat">
              <a:solidFill>
                <a:srgbClr val="36295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77" name="pg2777"/>
            <p:cNvSpPr/>
            <p:nvPr/>
          </p:nvSpPr>
          <p:spPr>
            <a:xfrm>
              <a:off x="3484006" y="479569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62951">
                <a:alpha val="100000"/>
              </a:srgbClr>
            </a:solidFill>
            <a:ln w="5420" cap="flat">
              <a:solidFill>
                <a:srgbClr val="36295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78" name="pg2778"/>
            <p:cNvSpPr/>
            <p:nvPr/>
          </p:nvSpPr>
          <p:spPr>
            <a:xfrm>
              <a:off x="3495643" y="479569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82A53">
                <a:alpha val="100000"/>
              </a:srgbClr>
            </a:solidFill>
            <a:ln w="5420" cap="flat">
              <a:solidFill>
                <a:srgbClr val="382A5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79" name="pg2779"/>
            <p:cNvSpPr/>
            <p:nvPr/>
          </p:nvSpPr>
          <p:spPr>
            <a:xfrm>
              <a:off x="3507281" y="479569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2C57">
                <a:alpha val="100000"/>
              </a:srgbClr>
            </a:solidFill>
            <a:ln w="5420" cap="flat">
              <a:solidFill>
                <a:srgbClr val="392C5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80" name="pg2780"/>
            <p:cNvSpPr/>
            <p:nvPr/>
          </p:nvSpPr>
          <p:spPr>
            <a:xfrm>
              <a:off x="3518918" y="479569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305D">
                <a:alpha val="100000"/>
              </a:srgbClr>
            </a:solidFill>
            <a:ln w="5420" cap="flat">
              <a:solidFill>
                <a:srgbClr val="39305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81" name="pg2781"/>
            <p:cNvSpPr/>
            <p:nvPr/>
          </p:nvSpPr>
          <p:spPr>
            <a:xfrm>
              <a:off x="3530555" y="479569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3462">
                <a:alpha val="100000"/>
              </a:srgbClr>
            </a:solidFill>
            <a:ln w="5420" cap="flat">
              <a:solidFill>
                <a:srgbClr val="3A346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82" name="pg2782"/>
            <p:cNvSpPr/>
            <p:nvPr/>
          </p:nvSpPr>
          <p:spPr>
            <a:xfrm>
              <a:off x="3542193" y="479569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3766">
                <a:alpha val="100000"/>
              </a:srgbClr>
            </a:solidFill>
            <a:ln w="5420" cap="flat">
              <a:solidFill>
                <a:srgbClr val="3B37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83" name="pg2783"/>
            <p:cNvSpPr/>
            <p:nvPr/>
          </p:nvSpPr>
          <p:spPr>
            <a:xfrm>
              <a:off x="3553830" y="479569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3969">
                <a:alpha val="100000"/>
              </a:srgbClr>
            </a:solidFill>
            <a:ln w="5420" cap="flat">
              <a:solidFill>
                <a:srgbClr val="3B396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84" name="pg2784"/>
            <p:cNvSpPr/>
            <p:nvPr/>
          </p:nvSpPr>
          <p:spPr>
            <a:xfrm>
              <a:off x="3623654" y="479569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3F72">
                <a:alpha val="100000"/>
              </a:srgbClr>
            </a:solidFill>
            <a:ln w="5420" cap="flat">
              <a:solidFill>
                <a:srgbClr val="3B3F7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85" name="pg2785"/>
            <p:cNvSpPr/>
            <p:nvPr/>
          </p:nvSpPr>
          <p:spPr>
            <a:xfrm>
              <a:off x="3635291" y="479569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3F72">
                <a:alpha val="100000"/>
              </a:srgbClr>
            </a:solidFill>
            <a:ln w="5420" cap="flat">
              <a:solidFill>
                <a:srgbClr val="3B3F7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86" name="pg2786"/>
            <p:cNvSpPr/>
            <p:nvPr/>
          </p:nvSpPr>
          <p:spPr>
            <a:xfrm>
              <a:off x="3646928" y="479569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3F71">
                <a:alpha val="100000"/>
              </a:srgbClr>
            </a:solidFill>
            <a:ln w="5420" cap="flat">
              <a:solidFill>
                <a:srgbClr val="3B3F7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87" name="pg2787"/>
            <p:cNvSpPr/>
            <p:nvPr/>
          </p:nvSpPr>
          <p:spPr>
            <a:xfrm>
              <a:off x="3658566" y="479569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3F72">
                <a:alpha val="100000"/>
              </a:srgbClr>
            </a:solidFill>
            <a:ln w="5420" cap="flat">
              <a:solidFill>
                <a:srgbClr val="3B3F7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88" name="pg2788"/>
            <p:cNvSpPr/>
            <p:nvPr/>
          </p:nvSpPr>
          <p:spPr>
            <a:xfrm>
              <a:off x="3670203" y="479569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073">
                <a:alpha val="100000"/>
              </a:srgbClr>
            </a:solidFill>
            <a:ln w="5420" cap="flat">
              <a:solidFill>
                <a:srgbClr val="3C407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89" name="pg2789"/>
            <p:cNvSpPr/>
            <p:nvPr/>
          </p:nvSpPr>
          <p:spPr>
            <a:xfrm>
              <a:off x="3681840" y="479569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276">
                <a:alpha val="100000"/>
              </a:srgbClr>
            </a:solidFill>
            <a:ln w="5420" cap="flat">
              <a:solidFill>
                <a:srgbClr val="3C427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90" name="pg2790"/>
            <p:cNvSpPr/>
            <p:nvPr/>
          </p:nvSpPr>
          <p:spPr>
            <a:xfrm>
              <a:off x="3693478" y="479569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87D">
                <a:alpha val="100000"/>
              </a:srgbClr>
            </a:solidFill>
            <a:ln w="5420" cap="flat">
              <a:solidFill>
                <a:srgbClr val="3C487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91" name="pg2791"/>
            <p:cNvSpPr/>
            <p:nvPr/>
          </p:nvSpPr>
          <p:spPr>
            <a:xfrm>
              <a:off x="3705115" y="479569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97F">
                <a:alpha val="100000"/>
              </a:srgbClr>
            </a:solidFill>
            <a:ln w="5420" cap="flat">
              <a:solidFill>
                <a:srgbClr val="3C497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92" name="pg2792"/>
            <p:cNvSpPr/>
            <p:nvPr/>
          </p:nvSpPr>
          <p:spPr>
            <a:xfrm>
              <a:off x="3716752" y="479569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97F">
                <a:alpha val="100000"/>
              </a:srgbClr>
            </a:solidFill>
            <a:ln w="5420" cap="flat">
              <a:solidFill>
                <a:srgbClr val="3C497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93" name="pg2793"/>
            <p:cNvSpPr/>
            <p:nvPr/>
          </p:nvSpPr>
          <p:spPr>
            <a:xfrm>
              <a:off x="3728390" y="479569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980">
                <a:alpha val="100000"/>
              </a:srgbClr>
            </a:solidFill>
            <a:ln w="5420" cap="flat">
              <a:solidFill>
                <a:srgbClr val="3C498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94" name="pg2794"/>
            <p:cNvSpPr/>
            <p:nvPr/>
          </p:nvSpPr>
          <p:spPr>
            <a:xfrm>
              <a:off x="3740027" y="479569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A81">
                <a:alpha val="100000"/>
              </a:srgbClr>
            </a:solidFill>
            <a:ln w="5420" cap="flat">
              <a:solidFill>
                <a:srgbClr val="3C4A8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95" name="pg2795"/>
            <p:cNvSpPr/>
            <p:nvPr/>
          </p:nvSpPr>
          <p:spPr>
            <a:xfrm>
              <a:off x="4135696" y="479569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497A9">
                <a:alpha val="100000"/>
              </a:srgbClr>
            </a:solidFill>
            <a:ln w="5420" cap="flat">
              <a:solidFill>
                <a:srgbClr val="3497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96" name="pg2796"/>
            <p:cNvSpPr/>
            <p:nvPr/>
          </p:nvSpPr>
          <p:spPr>
            <a:xfrm>
              <a:off x="4147334" y="479569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497A9">
                <a:alpha val="100000"/>
              </a:srgbClr>
            </a:solidFill>
            <a:ln w="5420" cap="flat">
              <a:solidFill>
                <a:srgbClr val="3497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97" name="pg2797"/>
            <p:cNvSpPr/>
            <p:nvPr/>
          </p:nvSpPr>
          <p:spPr>
            <a:xfrm>
              <a:off x="4158971" y="479569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598A9">
                <a:alpha val="100000"/>
              </a:srgbClr>
            </a:solidFill>
            <a:ln w="5420" cap="flat">
              <a:solidFill>
                <a:srgbClr val="3598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98" name="pg2798"/>
            <p:cNvSpPr/>
            <p:nvPr/>
          </p:nvSpPr>
          <p:spPr>
            <a:xfrm>
              <a:off x="4170608" y="479569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598A9">
                <a:alpha val="100000"/>
              </a:srgbClr>
            </a:solidFill>
            <a:ln w="5420" cap="flat">
              <a:solidFill>
                <a:srgbClr val="3598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99" name="pg2799"/>
            <p:cNvSpPr/>
            <p:nvPr/>
          </p:nvSpPr>
          <p:spPr>
            <a:xfrm>
              <a:off x="4182246" y="479569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496A9">
                <a:alpha val="100000"/>
              </a:srgbClr>
            </a:solidFill>
            <a:ln w="5420" cap="flat">
              <a:solidFill>
                <a:srgbClr val="3496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00" name="pg2800"/>
            <p:cNvSpPr/>
            <p:nvPr/>
          </p:nvSpPr>
          <p:spPr>
            <a:xfrm>
              <a:off x="4193883" y="479569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690A8">
                <a:alpha val="100000"/>
              </a:srgbClr>
            </a:solidFill>
            <a:ln w="5420" cap="flat">
              <a:solidFill>
                <a:srgbClr val="3690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01" name="pg2801"/>
            <p:cNvSpPr/>
            <p:nvPr/>
          </p:nvSpPr>
          <p:spPr>
            <a:xfrm>
              <a:off x="4205520" y="479569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8CA7">
                <a:alpha val="100000"/>
              </a:srgbClr>
            </a:solidFill>
            <a:ln w="5420" cap="flat">
              <a:solidFill>
                <a:srgbClr val="378C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02" name="pg2802"/>
            <p:cNvSpPr/>
            <p:nvPr/>
          </p:nvSpPr>
          <p:spPr>
            <a:xfrm>
              <a:off x="4217158" y="479569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8CA7">
                <a:alpha val="100000"/>
              </a:srgbClr>
            </a:solidFill>
            <a:ln w="5420" cap="flat">
              <a:solidFill>
                <a:srgbClr val="378C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03" name="pg2803"/>
            <p:cNvSpPr/>
            <p:nvPr/>
          </p:nvSpPr>
          <p:spPr>
            <a:xfrm>
              <a:off x="4228795" y="479569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8CA7">
                <a:alpha val="100000"/>
              </a:srgbClr>
            </a:solidFill>
            <a:ln w="5420" cap="flat">
              <a:solidFill>
                <a:srgbClr val="378C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04" name="pg2804"/>
            <p:cNvSpPr/>
            <p:nvPr/>
          </p:nvSpPr>
          <p:spPr>
            <a:xfrm>
              <a:off x="4240432" y="479569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8EA7">
                <a:alpha val="100000"/>
              </a:srgbClr>
            </a:solidFill>
            <a:ln w="5420" cap="flat">
              <a:solidFill>
                <a:srgbClr val="378E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05" name="pg2805"/>
            <p:cNvSpPr/>
            <p:nvPr/>
          </p:nvSpPr>
          <p:spPr>
            <a:xfrm>
              <a:off x="4321894" y="479569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0A2AA">
                <a:alpha val="100000"/>
              </a:srgbClr>
            </a:solidFill>
            <a:ln w="5420" cap="flat">
              <a:solidFill>
                <a:srgbClr val="40A2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06" name="pg2806"/>
            <p:cNvSpPr/>
            <p:nvPr/>
          </p:nvSpPr>
          <p:spPr>
            <a:xfrm>
              <a:off x="4333531" y="479569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2A5AA">
                <a:alpha val="100000"/>
              </a:srgbClr>
            </a:solidFill>
            <a:ln w="5420" cap="flat">
              <a:solidFill>
                <a:srgbClr val="42A5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07" name="pg2807"/>
            <p:cNvSpPr/>
            <p:nvPr/>
          </p:nvSpPr>
          <p:spPr>
            <a:xfrm>
              <a:off x="4345168" y="479569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5A9AA">
                <a:alpha val="100000"/>
              </a:srgbClr>
            </a:solidFill>
            <a:ln w="5420" cap="flat">
              <a:solidFill>
                <a:srgbClr val="45A9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08" name="pg2808"/>
            <p:cNvSpPr/>
            <p:nvPr/>
          </p:nvSpPr>
          <p:spPr>
            <a:xfrm>
              <a:off x="4356806" y="479569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8ACAA">
                <a:alpha val="100000"/>
              </a:srgbClr>
            </a:solidFill>
            <a:ln w="5420" cap="flat">
              <a:solidFill>
                <a:srgbClr val="48AC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09" name="pg2809"/>
            <p:cNvSpPr/>
            <p:nvPr/>
          </p:nvSpPr>
          <p:spPr>
            <a:xfrm>
              <a:off x="4368443" y="479569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AAFAB">
                <a:alpha val="100000"/>
              </a:srgbClr>
            </a:solidFill>
            <a:ln w="5420" cap="flat">
              <a:solidFill>
                <a:srgbClr val="4AAF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10" name="pg2810"/>
            <p:cNvSpPr/>
            <p:nvPr/>
          </p:nvSpPr>
          <p:spPr>
            <a:xfrm>
              <a:off x="4380080" y="479569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DB2AB">
                <a:alpha val="100000"/>
              </a:srgbClr>
            </a:solidFill>
            <a:ln w="5420" cap="flat">
              <a:solidFill>
                <a:srgbClr val="4DB2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11" name="pg2811"/>
            <p:cNvSpPr/>
            <p:nvPr/>
          </p:nvSpPr>
          <p:spPr>
            <a:xfrm>
              <a:off x="4577915" y="479569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8D4B5">
                <a:alpha val="100000"/>
              </a:srgbClr>
            </a:solidFill>
            <a:ln w="5420" cap="flat">
              <a:solidFill>
                <a:srgbClr val="78D4B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12" name="pg2812"/>
            <p:cNvSpPr/>
            <p:nvPr/>
          </p:nvSpPr>
          <p:spPr>
            <a:xfrm>
              <a:off x="4589552" y="479569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8D5B5">
                <a:alpha val="100000"/>
              </a:srgbClr>
            </a:solidFill>
            <a:ln w="5420" cap="flat">
              <a:solidFill>
                <a:srgbClr val="78D5B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13" name="pg2813"/>
            <p:cNvSpPr/>
            <p:nvPr/>
          </p:nvSpPr>
          <p:spPr>
            <a:xfrm>
              <a:off x="4601190" y="479569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8D5B5">
                <a:alpha val="100000"/>
              </a:srgbClr>
            </a:solidFill>
            <a:ln w="5420" cap="flat">
              <a:solidFill>
                <a:srgbClr val="78D5B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14" name="pg2814"/>
            <p:cNvSpPr/>
            <p:nvPr/>
          </p:nvSpPr>
          <p:spPr>
            <a:xfrm>
              <a:off x="4612827" y="479569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8D4B5">
                <a:alpha val="100000"/>
              </a:srgbClr>
            </a:solidFill>
            <a:ln w="5420" cap="flat">
              <a:solidFill>
                <a:srgbClr val="78D4B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15" name="pg2815"/>
            <p:cNvSpPr/>
            <p:nvPr/>
          </p:nvSpPr>
          <p:spPr>
            <a:xfrm>
              <a:off x="4624464" y="479569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7D4B5">
                <a:alpha val="100000"/>
              </a:srgbClr>
            </a:solidFill>
            <a:ln w="5420" cap="flat">
              <a:solidFill>
                <a:srgbClr val="77D4B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16" name="pg2816"/>
            <p:cNvSpPr/>
            <p:nvPr/>
          </p:nvSpPr>
          <p:spPr>
            <a:xfrm>
              <a:off x="3111611" y="480999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70A0">
                <a:alpha val="100000"/>
              </a:srgbClr>
            </a:solidFill>
            <a:ln w="5420" cap="flat">
              <a:solidFill>
                <a:srgbClr val="3B70A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17" name="pg2817"/>
            <p:cNvSpPr/>
            <p:nvPr/>
          </p:nvSpPr>
          <p:spPr>
            <a:xfrm>
              <a:off x="3123249" y="480999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6FA0">
                <a:alpha val="100000"/>
              </a:srgbClr>
            </a:solidFill>
            <a:ln w="5420" cap="flat">
              <a:solidFill>
                <a:srgbClr val="3B6FA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18" name="pg2818"/>
            <p:cNvSpPr/>
            <p:nvPr/>
          </p:nvSpPr>
          <p:spPr>
            <a:xfrm>
              <a:off x="3134886" y="480999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FA0">
                <a:alpha val="100000"/>
              </a:srgbClr>
            </a:solidFill>
            <a:ln w="5420" cap="flat">
              <a:solidFill>
                <a:srgbClr val="3A6FA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19" name="pg2819"/>
            <p:cNvSpPr/>
            <p:nvPr/>
          </p:nvSpPr>
          <p:spPr>
            <a:xfrm>
              <a:off x="3146523" y="480999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FA0">
                <a:alpha val="100000"/>
              </a:srgbClr>
            </a:solidFill>
            <a:ln w="5420" cap="flat">
              <a:solidFill>
                <a:srgbClr val="3A6FA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20" name="pg2820"/>
            <p:cNvSpPr/>
            <p:nvPr/>
          </p:nvSpPr>
          <p:spPr>
            <a:xfrm>
              <a:off x="3158161" y="480999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FA0">
                <a:alpha val="100000"/>
              </a:srgbClr>
            </a:solidFill>
            <a:ln w="5420" cap="flat">
              <a:solidFill>
                <a:srgbClr val="3A6FA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21" name="pg2821"/>
            <p:cNvSpPr/>
            <p:nvPr/>
          </p:nvSpPr>
          <p:spPr>
            <a:xfrm>
              <a:off x="3169798" y="480999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6FA0">
                <a:alpha val="100000"/>
              </a:srgbClr>
            </a:solidFill>
            <a:ln w="5420" cap="flat">
              <a:solidFill>
                <a:srgbClr val="3B6FA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22" name="pg2822"/>
            <p:cNvSpPr/>
            <p:nvPr/>
          </p:nvSpPr>
          <p:spPr>
            <a:xfrm>
              <a:off x="3181435" y="480999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70A0">
                <a:alpha val="100000"/>
              </a:srgbClr>
            </a:solidFill>
            <a:ln w="5420" cap="flat">
              <a:solidFill>
                <a:srgbClr val="3B70A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23" name="pg2823"/>
            <p:cNvSpPr/>
            <p:nvPr/>
          </p:nvSpPr>
          <p:spPr>
            <a:xfrm>
              <a:off x="3193073" y="480999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70A1">
                <a:alpha val="100000"/>
              </a:srgbClr>
            </a:solidFill>
            <a:ln w="5420" cap="flat">
              <a:solidFill>
                <a:srgbClr val="3B70A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24" name="pg2824"/>
            <p:cNvSpPr/>
            <p:nvPr/>
          </p:nvSpPr>
          <p:spPr>
            <a:xfrm>
              <a:off x="3204710" y="480999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71A1">
                <a:alpha val="100000"/>
              </a:srgbClr>
            </a:solidFill>
            <a:ln w="5420" cap="flat">
              <a:solidFill>
                <a:srgbClr val="3B71A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25" name="pg2825"/>
            <p:cNvSpPr/>
            <p:nvPr/>
          </p:nvSpPr>
          <p:spPr>
            <a:xfrm>
              <a:off x="3216347" y="480999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71A1">
                <a:alpha val="100000"/>
              </a:srgbClr>
            </a:solidFill>
            <a:ln w="5420" cap="flat">
              <a:solidFill>
                <a:srgbClr val="3B71A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26" name="pg2826"/>
            <p:cNvSpPr/>
            <p:nvPr/>
          </p:nvSpPr>
          <p:spPr>
            <a:xfrm>
              <a:off x="3227985" y="480999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72A1">
                <a:alpha val="100000"/>
              </a:srgbClr>
            </a:solidFill>
            <a:ln w="5420" cap="flat">
              <a:solidFill>
                <a:srgbClr val="3B72A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27" name="pg2827"/>
            <p:cNvSpPr/>
            <p:nvPr/>
          </p:nvSpPr>
          <p:spPr>
            <a:xfrm>
              <a:off x="3239622" y="480999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72A1">
                <a:alpha val="100000"/>
              </a:srgbClr>
            </a:solidFill>
            <a:ln w="5420" cap="flat">
              <a:solidFill>
                <a:srgbClr val="3B72A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28" name="pg2828"/>
            <p:cNvSpPr/>
            <p:nvPr/>
          </p:nvSpPr>
          <p:spPr>
            <a:xfrm>
              <a:off x="3251259" y="480999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72A1">
                <a:alpha val="100000"/>
              </a:srgbClr>
            </a:solidFill>
            <a:ln w="5420" cap="flat">
              <a:solidFill>
                <a:srgbClr val="3B72A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29" name="pg2829"/>
            <p:cNvSpPr/>
            <p:nvPr/>
          </p:nvSpPr>
          <p:spPr>
            <a:xfrm>
              <a:off x="3262897" y="480999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71A1">
                <a:alpha val="100000"/>
              </a:srgbClr>
            </a:solidFill>
            <a:ln w="5420" cap="flat">
              <a:solidFill>
                <a:srgbClr val="3B71A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30" name="pg2830"/>
            <p:cNvSpPr/>
            <p:nvPr/>
          </p:nvSpPr>
          <p:spPr>
            <a:xfrm>
              <a:off x="3274534" y="480999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6FA0">
                <a:alpha val="100000"/>
              </a:srgbClr>
            </a:solidFill>
            <a:ln w="5420" cap="flat">
              <a:solidFill>
                <a:srgbClr val="3B6FA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31" name="pg2831"/>
            <p:cNvSpPr/>
            <p:nvPr/>
          </p:nvSpPr>
          <p:spPr>
            <a:xfrm>
              <a:off x="3286171" y="480999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DA0">
                <a:alpha val="100000"/>
              </a:srgbClr>
            </a:solidFill>
            <a:ln w="5420" cap="flat">
              <a:solidFill>
                <a:srgbClr val="3A6DA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32" name="pg2832"/>
            <p:cNvSpPr/>
            <p:nvPr/>
          </p:nvSpPr>
          <p:spPr>
            <a:xfrm>
              <a:off x="3297809" y="480999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B9F">
                <a:alpha val="100000"/>
              </a:srgbClr>
            </a:solidFill>
            <a:ln w="5420" cap="flat">
              <a:solidFill>
                <a:srgbClr val="3A6B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33" name="pg2833"/>
            <p:cNvSpPr/>
            <p:nvPr/>
          </p:nvSpPr>
          <p:spPr>
            <a:xfrm>
              <a:off x="3309446" y="480999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A9F">
                <a:alpha val="100000"/>
              </a:srgbClr>
            </a:solidFill>
            <a:ln w="5420" cap="flat">
              <a:solidFill>
                <a:srgbClr val="3A6A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34" name="pg2834"/>
            <p:cNvSpPr/>
            <p:nvPr/>
          </p:nvSpPr>
          <p:spPr>
            <a:xfrm>
              <a:off x="3321083" y="480999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89F">
                <a:alpha val="100000"/>
              </a:srgbClr>
            </a:solidFill>
            <a:ln w="5420" cap="flat">
              <a:solidFill>
                <a:srgbClr val="3A68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35" name="pg2835"/>
            <p:cNvSpPr/>
            <p:nvPr/>
          </p:nvSpPr>
          <p:spPr>
            <a:xfrm>
              <a:off x="3332721" y="480999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79E">
                <a:alpha val="100000"/>
              </a:srgbClr>
            </a:solidFill>
            <a:ln w="5420" cap="flat">
              <a:solidFill>
                <a:srgbClr val="3A67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36" name="pg2836"/>
            <p:cNvSpPr/>
            <p:nvPr/>
          </p:nvSpPr>
          <p:spPr>
            <a:xfrm>
              <a:off x="3344358" y="480999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19D">
                <a:alpha val="100000"/>
              </a:srgbClr>
            </a:solidFill>
            <a:ln w="5420" cap="flat">
              <a:solidFill>
                <a:srgbClr val="3A61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37" name="pg2837"/>
            <p:cNvSpPr/>
            <p:nvPr/>
          </p:nvSpPr>
          <p:spPr>
            <a:xfrm>
              <a:off x="3355995" y="480999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5D9C">
                <a:alpha val="100000"/>
              </a:srgbClr>
            </a:solidFill>
            <a:ln w="5420" cap="flat">
              <a:solidFill>
                <a:srgbClr val="395D9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38" name="pg2838"/>
            <p:cNvSpPr/>
            <p:nvPr/>
          </p:nvSpPr>
          <p:spPr>
            <a:xfrm>
              <a:off x="3367633" y="480999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5996">
                <a:alpha val="100000"/>
              </a:srgbClr>
            </a:solidFill>
            <a:ln w="5420" cap="flat">
              <a:solidFill>
                <a:srgbClr val="3A599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39" name="pg2839"/>
            <p:cNvSpPr/>
            <p:nvPr/>
          </p:nvSpPr>
          <p:spPr>
            <a:xfrm>
              <a:off x="3379270" y="480999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548E">
                <a:alpha val="100000"/>
              </a:srgbClr>
            </a:solidFill>
            <a:ln w="5420" cap="flat">
              <a:solidFill>
                <a:srgbClr val="3B548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40" name="pg2840"/>
            <p:cNvSpPr/>
            <p:nvPr/>
          </p:nvSpPr>
          <p:spPr>
            <a:xfrm>
              <a:off x="3390907" y="480999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4D86">
                <a:alpha val="100000"/>
              </a:srgbClr>
            </a:solidFill>
            <a:ln w="5420" cap="flat">
              <a:solidFill>
                <a:srgbClr val="3B4D8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41" name="pg2841"/>
            <p:cNvSpPr/>
            <p:nvPr/>
          </p:nvSpPr>
          <p:spPr>
            <a:xfrm>
              <a:off x="3402545" y="480999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77C">
                <a:alpha val="100000"/>
              </a:srgbClr>
            </a:solidFill>
            <a:ln w="5420" cap="flat">
              <a:solidFill>
                <a:srgbClr val="3C477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42" name="pg2842"/>
            <p:cNvSpPr/>
            <p:nvPr/>
          </p:nvSpPr>
          <p:spPr>
            <a:xfrm>
              <a:off x="3414182" y="480999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4072">
                <a:alpha val="100000"/>
              </a:srgbClr>
            </a:solidFill>
            <a:ln w="5420" cap="flat">
              <a:solidFill>
                <a:srgbClr val="3B407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43" name="pg2843"/>
            <p:cNvSpPr/>
            <p:nvPr/>
          </p:nvSpPr>
          <p:spPr>
            <a:xfrm>
              <a:off x="3425819" y="480999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3968">
                <a:alpha val="100000"/>
              </a:srgbClr>
            </a:solidFill>
            <a:ln w="5420" cap="flat">
              <a:solidFill>
                <a:srgbClr val="3B396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44" name="pg2844"/>
            <p:cNvSpPr/>
            <p:nvPr/>
          </p:nvSpPr>
          <p:spPr>
            <a:xfrm>
              <a:off x="3437457" y="480999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325F">
                <a:alpha val="100000"/>
              </a:srgbClr>
            </a:solidFill>
            <a:ln w="5420" cap="flat">
              <a:solidFill>
                <a:srgbClr val="3A325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45" name="pg2845"/>
            <p:cNvSpPr/>
            <p:nvPr/>
          </p:nvSpPr>
          <p:spPr>
            <a:xfrm>
              <a:off x="3449094" y="480999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82B56">
                <a:alpha val="100000"/>
              </a:srgbClr>
            </a:solidFill>
            <a:ln w="5420" cap="flat">
              <a:solidFill>
                <a:srgbClr val="382B5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46" name="pg2846"/>
            <p:cNvSpPr/>
            <p:nvPr/>
          </p:nvSpPr>
          <p:spPr>
            <a:xfrm>
              <a:off x="3460731" y="480999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12447">
                <a:alpha val="100000"/>
              </a:srgbClr>
            </a:solidFill>
            <a:ln w="5420" cap="flat">
              <a:solidFill>
                <a:srgbClr val="31244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47" name="pg2847"/>
            <p:cNvSpPr/>
            <p:nvPr/>
          </p:nvSpPr>
          <p:spPr>
            <a:xfrm>
              <a:off x="3472369" y="480999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2E2242">
                <a:alpha val="100000"/>
              </a:srgbClr>
            </a:solidFill>
            <a:ln w="5420" cap="flat">
              <a:solidFill>
                <a:srgbClr val="2E224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48" name="pg2848"/>
            <p:cNvSpPr/>
            <p:nvPr/>
          </p:nvSpPr>
          <p:spPr>
            <a:xfrm>
              <a:off x="3484006" y="480999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2E2242">
                <a:alpha val="100000"/>
              </a:srgbClr>
            </a:solidFill>
            <a:ln w="5420" cap="flat">
              <a:solidFill>
                <a:srgbClr val="2E224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49" name="pg2849"/>
            <p:cNvSpPr/>
            <p:nvPr/>
          </p:nvSpPr>
          <p:spPr>
            <a:xfrm>
              <a:off x="3495643" y="480999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02445">
                <a:alpha val="100000"/>
              </a:srgbClr>
            </a:solidFill>
            <a:ln w="5420" cap="flat">
              <a:solidFill>
                <a:srgbClr val="30244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50" name="pg2850"/>
            <p:cNvSpPr/>
            <p:nvPr/>
          </p:nvSpPr>
          <p:spPr>
            <a:xfrm>
              <a:off x="3507281" y="480999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4274D">
                <a:alpha val="100000"/>
              </a:srgbClr>
            </a:solidFill>
            <a:ln w="5420" cap="flat">
              <a:solidFill>
                <a:srgbClr val="34274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51" name="pg2851"/>
            <p:cNvSpPr/>
            <p:nvPr/>
          </p:nvSpPr>
          <p:spPr>
            <a:xfrm>
              <a:off x="3518918" y="480999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82C57">
                <a:alpha val="100000"/>
              </a:srgbClr>
            </a:solidFill>
            <a:ln w="5420" cap="flat">
              <a:solidFill>
                <a:srgbClr val="382C5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52" name="pg2852"/>
            <p:cNvSpPr/>
            <p:nvPr/>
          </p:nvSpPr>
          <p:spPr>
            <a:xfrm>
              <a:off x="3530555" y="480999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325F">
                <a:alpha val="100000"/>
              </a:srgbClr>
            </a:solidFill>
            <a:ln w="5420" cap="flat">
              <a:solidFill>
                <a:srgbClr val="3A325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53" name="pg2853"/>
            <p:cNvSpPr/>
            <p:nvPr/>
          </p:nvSpPr>
          <p:spPr>
            <a:xfrm>
              <a:off x="3542193" y="480999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3665">
                <a:alpha val="100000"/>
              </a:srgbClr>
            </a:solidFill>
            <a:ln w="5420" cap="flat">
              <a:solidFill>
                <a:srgbClr val="3A366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54" name="pg2854"/>
            <p:cNvSpPr/>
            <p:nvPr/>
          </p:nvSpPr>
          <p:spPr>
            <a:xfrm>
              <a:off x="3553830" y="480999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3969">
                <a:alpha val="100000"/>
              </a:srgbClr>
            </a:solidFill>
            <a:ln w="5420" cap="flat">
              <a:solidFill>
                <a:srgbClr val="3B396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55" name="pg2855"/>
            <p:cNvSpPr/>
            <p:nvPr/>
          </p:nvSpPr>
          <p:spPr>
            <a:xfrm>
              <a:off x="3612016" y="480999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3E70">
                <a:alpha val="100000"/>
              </a:srgbClr>
            </a:solidFill>
            <a:ln w="5420" cap="flat">
              <a:solidFill>
                <a:srgbClr val="3B3E7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56" name="pg2856"/>
            <p:cNvSpPr/>
            <p:nvPr/>
          </p:nvSpPr>
          <p:spPr>
            <a:xfrm>
              <a:off x="3623654" y="480999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3D6F">
                <a:alpha val="100000"/>
              </a:srgbClr>
            </a:solidFill>
            <a:ln w="5420" cap="flat">
              <a:solidFill>
                <a:srgbClr val="3B3D6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57" name="pg2857"/>
            <p:cNvSpPr/>
            <p:nvPr/>
          </p:nvSpPr>
          <p:spPr>
            <a:xfrm>
              <a:off x="3635291" y="480999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3C6E">
                <a:alpha val="100000"/>
              </a:srgbClr>
            </a:solidFill>
            <a:ln w="5420" cap="flat">
              <a:solidFill>
                <a:srgbClr val="3B3C6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58" name="pg2858"/>
            <p:cNvSpPr/>
            <p:nvPr/>
          </p:nvSpPr>
          <p:spPr>
            <a:xfrm>
              <a:off x="3646928" y="480999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3B6C">
                <a:alpha val="100000"/>
              </a:srgbClr>
            </a:solidFill>
            <a:ln w="5420" cap="flat">
              <a:solidFill>
                <a:srgbClr val="3B3B6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59" name="pg2859"/>
            <p:cNvSpPr/>
            <p:nvPr/>
          </p:nvSpPr>
          <p:spPr>
            <a:xfrm>
              <a:off x="3658566" y="480999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3A6A">
                <a:alpha val="100000"/>
              </a:srgbClr>
            </a:solidFill>
            <a:ln w="5420" cap="flat">
              <a:solidFill>
                <a:srgbClr val="3B3A6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60" name="pg2860"/>
            <p:cNvSpPr/>
            <p:nvPr/>
          </p:nvSpPr>
          <p:spPr>
            <a:xfrm>
              <a:off x="3670203" y="480999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3A6A">
                <a:alpha val="100000"/>
              </a:srgbClr>
            </a:solidFill>
            <a:ln w="5420" cap="flat">
              <a:solidFill>
                <a:srgbClr val="3B3A6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61" name="pg2861"/>
            <p:cNvSpPr/>
            <p:nvPr/>
          </p:nvSpPr>
          <p:spPr>
            <a:xfrm>
              <a:off x="3681840" y="480999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3D6E">
                <a:alpha val="100000"/>
              </a:srgbClr>
            </a:solidFill>
            <a:ln w="5420" cap="flat">
              <a:solidFill>
                <a:srgbClr val="3B3D6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62" name="pg2862"/>
            <p:cNvSpPr/>
            <p:nvPr/>
          </p:nvSpPr>
          <p:spPr>
            <a:xfrm>
              <a:off x="3693478" y="480999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57A">
                <a:alpha val="100000"/>
              </a:srgbClr>
            </a:solidFill>
            <a:ln w="5420" cap="flat">
              <a:solidFill>
                <a:srgbClr val="3C457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63" name="pg2863"/>
            <p:cNvSpPr/>
            <p:nvPr/>
          </p:nvSpPr>
          <p:spPr>
            <a:xfrm>
              <a:off x="3705115" y="480999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77D">
                <a:alpha val="100000"/>
              </a:srgbClr>
            </a:solidFill>
            <a:ln w="5420" cap="flat">
              <a:solidFill>
                <a:srgbClr val="3C477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64" name="pg2864"/>
            <p:cNvSpPr/>
            <p:nvPr/>
          </p:nvSpPr>
          <p:spPr>
            <a:xfrm>
              <a:off x="3716752" y="480999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87E">
                <a:alpha val="100000"/>
              </a:srgbClr>
            </a:solidFill>
            <a:ln w="5420" cap="flat">
              <a:solidFill>
                <a:srgbClr val="3C487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65" name="pg2865"/>
            <p:cNvSpPr/>
            <p:nvPr/>
          </p:nvSpPr>
          <p:spPr>
            <a:xfrm>
              <a:off x="3728390" y="480999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97F">
                <a:alpha val="100000"/>
              </a:srgbClr>
            </a:solidFill>
            <a:ln w="5420" cap="flat">
              <a:solidFill>
                <a:srgbClr val="3C497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66" name="pg2866"/>
            <p:cNvSpPr/>
            <p:nvPr/>
          </p:nvSpPr>
          <p:spPr>
            <a:xfrm>
              <a:off x="3740027" y="480999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A81">
                <a:alpha val="100000"/>
              </a:srgbClr>
            </a:solidFill>
            <a:ln w="5420" cap="flat">
              <a:solidFill>
                <a:srgbClr val="3C4A8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67" name="pg2867"/>
            <p:cNvSpPr/>
            <p:nvPr/>
          </p:nvSpPr>
          <p:spPr>
            <a:xfrm>
              <a:off x="3751664" y="480999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C83">
                <a:alpha val="100000"/>
              </a:srgbClr>
            </a:solidFill>
            <a:ln w="5420" cap="flat">
              <a:solidFill>
                <a:srgbClr val="3C4C8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68" name="pg2868"/>
            <p:cNvSpPr/>
            <p:nvPr/>
          </p:nvSpPr>
          <p:spPr>
            <a:xfrm>
              <a:off x="3763302" y="480999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4E87">
                <a:alpha val="100000"/>
              </a:srgbClr>
            </a:solidFill>
            <a:ln w="5420" cap="flat">
              <a:solidFill>
                <a:srgbClr val="3B4E8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69" name="pg2869"/>
            <p:cNvSpPr/>
            <p:nvPr/>
          </p:nvSpPr>
          <p:spPr>
            <a:xfrm>
              <a:off x="4135696" y="480999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497A9">
                <a:alpha val="100000"/>
              </a:srgbClr>
            </a:solidFill>
            <a:ln w="5420" cap="flat">
              <a:solidFill>
                <a:srgbClr val="3497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70" name="pg2870"/>
            <p:cNvSpPr/>
            <p:nvPr/>
          </p:nvSpPr>
          <p:spPr>
            <a:xfrm>
              <a:off x="4147334" y="480999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497A9">
                <a:alpha val="100000"/>
              </a:srgbClr>
            </a:solidFill>
            <a:ln w="5420" cap="flat">
              <a:solidFill>
                <a:srgbClr val="3497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71" name="pg2871"/>
            <p:cNvSpPr/>
            <p:nvPr/>
          </p:nvSpPr>
          <p:spPr>
            <a:xfrm>
              <a:off x="4158971" y="480999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497A9">
                <a:alpha val="100000"/>
              </a:srgbClr>
            </a:solidFill>
            <a:ln w="5420" cap="flat">
              <a:solidFill>
                <a:srgbClr val="3497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72" name="pg2872"/>
            <p:cNvSpPr/>
            <p:nvPr/>
          </p:nvSpPr>
          <p:spPr>
            <a:xfrm>
              <a:off x="4170608" y="480999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496A9">
                <a:alpha val="100000"/>
              </a:srgbClr>
            </a:solidFill>
            <a:ln w="5420" cap="flat">
              <a:solidFill>
                <a:srgbClr val="3496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73" name="pg2873"/>
            <p:cNvSpPr/>
            <p:nvPr/>
          </p:nvSpPr>
          <p:spPr>
            <a:xfrm>
              <a:off x="4182246" y="480999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595A8">
                <a:alpha val="100000"/>
              </a:srgbClr>
            </a:solidFill>
            <a:ln w="5420" cap="flat">
              <a:solidFill>
                <a:srgbClr val="3595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74" name="pg2874"/>
            <p:cNvSpPr/>
            <p:nvPr/>
          </p:nvSpPr>
          <p:spPr>
            <a:xfrm>
              <a:off x="4193883" y="480999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692A8">
                <a:alpha val="100000"/>
              </a:srgbClr>
            </a:solidFill>
            <a:ln w="5420" cap="flat">
              <a:solidFill>
                <a:srgbClr val="3692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75" name="pg2875"/>
            <p:cNvSpPr/>
            <p:nvPr/>
          </p:nvSpPr>
          <p:spPr>
            <a:xfrm>
              <a:off x="4205520" y="480999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8FA7">
                <a:alpha val="100000"/>
              </a:srgbClr>
            </a:solidFill>
            <a:ln w="5420" cap="flat">
              <a:solidFill>
                <a:srgbClr val="378F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76" name="pg2876"/>
            <p:cNvSpPr/>
            <p:nvPr/>
          </p:nvSpPr>
          <p:spPr>
            <a:xfrm>
              <a:off x="4217158" y="480999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8EA7">
                <a:alpha val="100000"/>
              </a:srgbClr>
            </a:solidFill>
            <a:ln w="5420" cap="flat">
              <a:solidFill>
                <a:srgbClr val="378E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77" name="pg2877"/>
            <p:cNvSpPr/>
            <p:nvPr/>
          </p:nvSpPr>
          <p:spPr>
            <a:xfrm>
              <a:off x="4333531" y="480999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2A5AA">
                <a:alpha val="100000"/>
              </a:srgbClr>
            </a:solidFill>
            <a:ln w="5420" cap="flat">
              <a:solidFill>
                <a:srgbClr val="42A5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78" name="pg2878"/>
            <p:cNvSpPr/>
            <p:nvPr/>
          </p:nvSpPr>
          <p:spPr>
            <a:xfrm>
              <a:off x="4345168" y="480999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4A7AA">
                <a:alpha val="100000"/>
              </a:srgbClr>
            </a:solidFill>
            <a:ln w="5420" cap="flat">
              <a:solidFill>
                <a:srgbClr val="44A7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79" name="pg2879"/>
            <p:cNvSpPr/>
            <p:nvPr/>
          </p:nvSpPr>
          <p:spPr>
            <a:xfrm>
              <a:off x="4356806" y="480999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7AAAA">
                <a:alpha val="100000"/>
              </a:srgbClr>
            </a:solidFill>
            <a:ln w="5420" cap="flat">
              <a:solidFill>
                <a:srgbClr val="47AA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80" name="pg2880"/>
            <p:cNvSpPr/>
            <p:nvPr/>
          </p:nvSpPr>
          <p:spPr>
            <a:xfrm>
              <a:off x="4368443" y="480999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9ADAB">
                <a:alpha val="100000"/>
              </a:srgbClr>
            </a:solidFill>
            <a:ln w="5420" cap="flat">
              <a:solidFill>
                <a:srgbClr val="49AD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81" name="pg2881"/>
            <p:cNvSpPr/>
            <p:nvPr/>
          </p:nvSpPr>
          <p:spPr>
            <a:xfrm>
              <a:off x="4380080" y="480999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BB0AB">
                <a:alpha val="100000"/>
              </a:srgbClr>
            </a:solidFill>
            <a:ln w="5420" cap="flat">
              <a:solidFill>
                <a:srgbClr val="4BB0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82" name="pg2882"/>
            <p:cNvSpPr/>
            <p:nvPr/>
          </p:nvSpPr>
          <p:spPr>
            <a:xfrm>
              <a:off x="4391718" y="480999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EB3AB">
                <a:alpha val="100000"/>
              </a:srgbClr>
            </a:solidFill>
            <a:ln w="5420" cap="flat">
              <a:solidFill>
                <a:srgbClr val="4EB3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83" name="pg2883"/>
            <p:cNvSpPr/>
            <p:nvPr/>
          </p:nvSpPr>
          <p:spPr>
            <a:xfrm>
              <a:off x="4403355" y="480999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2B9AB">
                <a:alpha val="100000"/>
              </a:srgbClr>
            </a:solidFill>
            <a:ln w="5420" cap="flat">
              <a:solidFill>
                <a:srgbClr val="52B9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84" name="pg2884"/>
            <p:cNvSpPr/>
            <p:nvPr/>
          </p:nvSpPr>
          <p:spPr>
            <a:xfrm>
              <a:off x="4577915" y="480999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FD2B1">
                <a:alpha val="100000"/>
              </a:srgbClr>
            </a:solidFill>
            <a:ln w="5420" cap="flat">
              <a:solidFill>
                <a:srgbClr val="6FD2B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85" name="pg2885"/>
            <p:cNvSpPr/>
            <p:nvPr/>
          </p:nvSpPr>
          <p:spPr>
            <a:xfrm>
              <a:off x="4589552" y="480999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FD2B2">
                <a:alpha val="100000"/>
              </a:srgbClr>
            </a:solidFill>
            <a:ln w="5420" cap="flat">
              <a:solidFill>
                <a:srgbClr val="6FD2B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86" name="pg2886"/>
            <p:cNvSpPr/>
            <p:nvPr/>
          </p:nvSpPr>
          <p:spPr>
            <a:xfrm>
              <a:off x="4601190" y="480999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0D2B2">
                <a:alpha val="100000"/>
              </a:srgbClr>
            </a:solidFill>
            <a:ln w="5420" cap="flat">
              <a:solidFill>
                <a:srgbClr val="70D2B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87" name="pg2887"/>
            <p:cNvSpPr/>
            <p:nvPr/>
          </p:nvSpPr>
          <p:spPr>
            <a:xfrm>
              <a:off x="4612827" y="480999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0D2B2">
                <a:alpha val="100000"/>
              </a:srgbClr>
            </a:solidFill>
            <a:ln w="5420" cap="flat">
              <a:solidFill>
                <a:srgbClr val="70D2B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88" name="pg2888"/>
            <p:cNvSpPr/>
            <p:nvPr/>
          </p:nvSpPr>
          <p:spPr>
            <a:xfrm>
              <a:off x="4624464" y="480999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0D2B2">
                <a:alpha val="100000"/>
              </a:srgbClr>
            </a:solidFill>
            <a:ln w="5420" cap="flat">
              <a:solidFill>
                <a:srgbClr val="70D2B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89" name="pg2889"/>
            <p:cNvSpPr/>
            <p:nvPr/>
          </p:nvSpPr>
          <p:spPr>
            <a:xfrm>
              <a:off x="3111611" y="482430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70A0">
                <a:alpha val="100000"/>
              </a:srgbClr>
            </a:solidFill>
            <a:ln w="5420" cap="flat">
              <a:solidFill>
                <a:srgbClr val="3B70A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90" name="pg2890"/>
            <p:cNvSpPr/>
            <p:nvPr/>
          </p:nvSpPr>
          <p:spPr>
            <a:xfrm>
              <a:off x="3123249" y="482430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6FA0">
                <a:alpha val="100000"/>
              </a:srgbClr>
            </a:solidFill>
            <a:ln w="5420" cap="flat">
              <a:solidFill>
                <a:srgbClr val="3B6FA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91" name="pg2891"/>
            <p:cNvSpPr/>
            <p:nvPr/>
          </p:nvSpPr>
          <p:spPr>
            <a:xfrm>
              <a:off x="3134886" y="482430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FA0">
                <a:alpha val="100000"/>
              </a:srgbClr>
            </a:solidFill>
            <a:ln w="5420" cap="flat">
              <a:solidFill>
                <a:srgbClr val="3A6FA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92" name="pg2892"/>
            <p:cNvSpPr/>
            <p:nvPr/>
          </p:nvSpPr>
          <p:spPr>
            <a:xfrm>
              <a:off x="3146523" y="482430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FA0">
                <a:alpha val="100000"/>
              </a:srgbClr>
            </a:solidFill>
            <a:ln w="5420" cap="flat">
              <a:solidFill>
                <a:srgbClr val="3A6FA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93" name="pg2893"/>
            <p:cNvSpPr/>
            <p:nvPr/>
          </p:nvSpPr>
          <p:spPr>
            <a:xfrm>
              <a:off x="3158161" y="482430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FA0">
                <a:alpha val="100000"/>
              </a:srgbClr>
            </a:solidFill>
            <a:ln w="5420" cap="flat">
              <a:solidFill>
                <a:srgbClr val="3A6FA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94" name="pg2894"/>
            <p:cNvSpPr/>
            <p:nvPr/>
          </p:nvSpPr>
          <p:spPr>
            <a:xfrm>
              <a:off x="3169798" y="482430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FA0">
                <a:alpha val="100000"/>
              </a:srgbClr>
            </a:solidFill>
            <a:ln w="5420" cap="flat">
              <a:solidFill>
                <a:srgbClr val="3A6FA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95" name="pg2895"/>
            <p:cNvSpPr/>
            <p:nvPr/>
          </p:nvSpPr>
          <p:spPr>
            <a:xfrm>
              <a:off x="3181435" y="482430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FA0">
                <a:alpha val="100000"/>
              </a:srgbClr>
            </a:solidFill>
            <a:ln w="5420" cap="flat">
              <a:solidFill>
                <a:srgbClr val="3A6FA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96" name="pg2896"/>
            <p:cNvSpPr/>
            <p:nvPr/>
          </p:nvSpPr>
          <p:spPr>
            <a:xfrm>
              <a:off x="3193073" y="482430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70A0">
                <a:alpha val="100000"/>
              </a:srgbClr>
            </a:solidFill>
            <a:ln w="5420" cap="flat">
              <a:solidFill>
                <a:srgbClr val="3B70A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97" name="pg2897"/>
            <p:cNvSpPr/>
            <p:nvPr/>
          </p:nvSpPr>
          <p:spPr>
            <a:xfrm>
              <a:off x="3204710" y="482430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70A0">
                <a:alpha val="100000"/>
              </a:srgbClr>
            </a:solidFill>
            <a:ln w="5420" cap="flat">
              <a:solidFill>
                <a:srgbClr val="3B70A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98" name="pg2898"/>
            <p:cNvSpPr/>
            <p:nvPr/>
          </p:nvSpPr>
          <p:spPr>
            <a:xfrm>
              <a:off x="3216347" y="482430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70A1">
                <a:alpha val="100000"/>
              </a:srgbClr>
            </a:solidFill>
            <a:ln w="5420" cap="flat">
              <a:solidFill>
                <a:srgbClr val="3B70A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99" name="pg2899"/>
            <p:cNvSpPr/>
            <p:nvPr/>
          </p:nvSpPr>
          <p:spPr>
            <a:xfrm>
              <a:off x="3227985" y="482430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71A1">
                <a:alpha val="100000"/>
              </a:srgbClr>
            </a:solidFill>
            <a:ln w="5420" cap="flat">
              <a:solidFill>
                <a:srgbClr val="3B71A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00" name="pg2900"/>
            <p:cNvSpPr/>
            <p:nvPr/>
          </p:nvSpPr>
          <p:spPr>
            <a:xfrm>
              <a:off x="3239622" y="482430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71A1">
                <a:alpha val="100000"/>
              </a:srgbClr>
            </a:solidFill>
            <a:ln w="5420" cap="flat">
              <a:solidFill>
                <a:srgbClr val="3B71A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01" name="pg2901"/>
            <p:cNvSpPr/>
            <p:nvPr/>
          </p:nvSpPr>
          <p:spPr>
            <a:xfrm>
              <a:off x="3355995" y="482430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5C9A">
                <a:alpha val="100000"/>
              </a:srgbClr>
            </a:solidFill>
            <a:ln w="5420" cap="flat">
              <a:solidFill>
                <a:srgbClr val="395C9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02" name="pg2902"/>
            <p:cNvSpPr/>
            <p:nvPr/>
          </p:nvSpPr>
          <p:spPr>
            <a:xfrm>
              <a:off x="3367633" y="482430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5793">
                <a:alpha val="100000"/>
              </a:srgbClr>
            </a:solidFill>
            <a:ln w="5420" cap="flat">
              <a:solidFill>
                <a:srgbClr val="3A579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03" name="pg2903"/>
            <p:cNvSpPr/>
            <p:nvPr/>
          </p:nvSpPr>
          <p:spPr>
            <a:xfrm>
              <a:off x="3379270" y="482430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528C">
                <a:alpha val="100000"/>
              </a:srgbClr>
            </a:solidFill>
            <a:ln w="5420" cap="flat">
              <a:solidFill>
                <a:srgbClr val="3B528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04" name="pg2904"/>
            <p:cNvSpPr/>
            <p:nvPr/>
          </p:nvSpPr>
          <p:spPr>
            <a:xfrm>
              <a:off x="3390907" y="482430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C83">
                <a:alpha val="100000"/>
              </a:srgbClr>
            </a:solidFill>
            <a:ln w="5420" cap="flat">
              <a:solidFill>
                <a:srgbClr val="3C4C8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05" name="pg2905"/>
            <p:cNvSpPr/>
            <p:nvPr/>
          </p:nvSpPr>
          <p:spPr>
            <a:xfrm>
              <a:off x="3402545" y="482430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57A">
                <a:alpha val="100000"/>
              </a:srgbClr>
            </a:solidFill>
            <a:ln w="5420" cap="flat">
              <a:solidFill>
                <a:srgbClr val="3C457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06" name="pg2906"/>
            <p:cNvSpPr/>
            <p:nvPr/>
          </p:nvSpPr>
          <p:spPr>
            <a:xfrm>
              <a:off x="3414182" y="482430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3F71">
                <a:alpha val="100000"/>
              </a:srgbClr>
            </a:solidFill>
            <a:ln w="5420" cap="flat">
              <a:solidFill>
                <a:srgbClr val="3B3F7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07" name="pg2907"/>
            <p:cNvSpPr/>
            <p:nvPr/>
          </p:nvSpPr>
          <p:spPr>
            <a:xfrm>
              <a:off x="3425819" y="482430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3867">
                <a:alpha val="100000"/>
              </a:srgbClr>
            </a:solidFill>
            <a:ln w="5420" cap="flat">
              <a:solidFill>
                <a:srgbClr val="3B386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08" name="pg2908"/>
            <p:cNvSpPr/>
            <p:nvPr/>
          </p:nvSpPr>
          <p:spPr>
            <a:xfrm>
              <a:off x="3437457" y="482430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315D">
                <a:alpha val="100000"/>
              </a:srgbClr>
            </a:solidFill>
            <a:ln w="5420" cap="flat">
              <a:solidFill>
                <a:srgbClr val="3A315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09" name="pg2909"/>
            <p:cNvSpPr/>
            <p:nvPr/>
          </p:nvSpPr>
          <p:spPr>
            <a:xfrm>
              <a:off x="3449094" y="482430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82A55">
                <a:alpha val="100000"/>
              </a:srgbClr>
            </a:solidFill>
            <a:ln w="5420" cap="flat">
              <a:solidFill>
                <a:srgbClr val="382A5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10" name="pg2910"/>
            <p:cNvSpPr/>
            <p:nvPr/>
          </p:nvSpPr>
          <p:spPr>
            <a:xfrm>
              <a:off x="3460731" y="482430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12446">
                <a:alpha val="100000"/>
              </a:srgbClr>
            </a:solidFill>
            <a:ln w="5420" cap="flat">
              <a:solidFill>
                <a:srgbClr val="31244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11" name="pg2911"/>
            <p:cNvSpPr/>
            <p:nvPr/>
          </p:nvSpPr>
          <p:spPr>
            <a:xfrm>
              <a:off x="3484006" y="482430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2D2240">
                <a:alpha val="100000"/>
              </a:srgbClr>
            </a:solidFill>
            <a:ln w="5420" cap="flat">
              <a:solidFill>
                <a:srgbClr val="2D224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12" name="pg2912"/>
            <p:cNvSpPr/>
            <p:nvPr/>
          </p:nvSpPr>
          <p:spPr>
            <a:xfrm>
              <a:off x="3495643" y="482430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2F2344">
                <a:alpha val="100000"/>
              </a:srgbClr>
            </a:solidFill>
            <a:ln w="5420" cap="flat">
              <a:solidFill>
                <a:srgbClr val="2F234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13" name="pg2913"/>
            <p:cNvSpPr/>
            <p:nvPr/>
          </p:nvSpPr>
          <p:spPr>
            <a:xfrm>
              <a:off x="3507281" y="482430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4274C">
                <a:alpha val="100000"/>
              </a:srgbClr>
            </a:solidFill>
            <a:ln w="5420" cap="flat">
              <a:solidFill>
                <a:srgbClr val="34274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14" name="pg2914"/>
            <p:cNvSpPr/>
            <p:nvPr/>
          </p:nvSpPr>
          <p:spPr>
            <a:xfrm>
              <a:off x="3518918" y="482430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2C57">
                <a:alpha val="100000"/>
              </a:srgbClr>
            </a:solidFill>
            <a:ln w="5420" cap="flat">
              <a:solidFill>
                <a:srgbClr val="392C5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15" name="pg2915"/>
            <p:cNvSpPr/>
            <p:nvPr/>
          </p:nvSpPr>
          <p:spPr>
            <a:xfrm>
              <a:off x="3530555" y="482430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3360">
                <a:alpha val="100000"/>
              </a:srgbClr>
            </a:solidFill>
            <a:ln w="5420" cap="flat">
              <a:solidFill>
                <a:srgbClr val="3A336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16" name="pg2916"/>
            <p:cNvSpPr/>
            <p:nvPr/>
          </p:nvSpPr>
          <p:spPr>
            <a:xfrm>
              <a:off x="3542193" y="482430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3766">
                <a:alpha val="100000"/>
              </a:srgbClr>
            </a:solidFill>
            <a:ln w="5420" cap="flat">
              <a:solidFill>
                <a:srgbClr val="3B37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17" name="pg2917"/>
            <p:cNvSpPr/>
            <p:nvPr/>
          </p:nvSpPr>
          <p:spPr>
            <a:xfrm>
              <a:off x="3553830" y="482430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3A6A">
                <a:alpha val="100000"/>
              </a:srgbClr>
            </a:solidFill>
            <a:ln w="5420" cap="flat">
              <a:solidFill>
                <a:srgbClr val="3B3A6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18" name="pg2918"/>
            <p:cNvSpPr/>
            <p:nvPr/>
          </p:nvSpPr>
          <p:spPr>
            <a:xfrm>
              <a:off x="3565467" y="482430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3B6B">
                <a:alpha val="100000"/>
              </a:srgbClr>
            </a:solidFill>
            <a:ln w="5420" cap="flat">
              <a:solidFill>
                <a:srgbClr val="3B3B6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19" name="pg2919"/>
            <p:cNvSpPr/>
            <p:nvPr/>
          </p:nvSpPr>
          <p:spPr>
            <a:xfrm>
              <a:off x="3588742" y="482430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3C6E">
                <a:alpha val="100000"/>
              </a:srgbClr>
            </a:solidFill>
            <a:ln w="5420" cap="flat">
              <a:solidFill>
                <a:srgbClr val="3B3C6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20" name="pg2920"/>
            <p:cNvSpPr/>
            <p:nvPr/>
          </p:nvSpPr>
          <p:spPr>
            <a:xfrm>
              <a:off x="3600379" y="482430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3D6F">
                <a:alpha val="100000"/>
              </a:srgbClr>
            </a:solidFill>
            <a:ln w="5420" cap="flat">
              <a:solidFill>
                <a:srgbClr val="3B3D6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21" name="pg2921"/>
            <p:cNvSpPr/>
            <p:nvPr/>
          </p:nvSpPr>
          <p:spPr>
            <a:xfrm>
              <a:off x="3612016" y="482430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3D6F">
                <a:alpha val="100000"/>
              </a:srgbClr>
            </a:solidFill>
            <a:ln w="5420" cap="flat">
              <a:solidFill>
                <a:srgbClr val="3B3D6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22" name="pg2922"/>
            <p:cNvSpPr/>
            <p:nvPr/>
          </p:nvSpPr>
          <p:spPr>
            <a:xfrm>
              <a:off x="3623654" y="482430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3D6F">
                <a:alpha val="100000"/>
              </a:srgbClr>
            </a:solidFill>
            <a:ln w="5420" cap="flat">
              <a:solidFill>
                <a:srgbClr val="3B3D6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23" name="pg2923"/>
            <p:cNvSpPr/>
            <p:nvPr/>
          </p:nvSpPr>
          <p:spPr>
            <a:xfrm>
              <a:off x="3635291" y="482430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3C6D">
                <a:alpha val="100000"/>
              </a:srgbClr>
            </a:solidFill>
            <a:ln w="5420" cap="flat">
              <a:solidFill>
                <a:srgbClr val="3B3C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24" name="pg2924"/>
            <p:cNvSpPr/>
            <p:nvPr/>
          </p:nvSpPr>
          <p:spPr>
            <a:xfrm>
              <a:off x="3646928" y="482430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3A6B">
                <a:alpha val="100000"/>
              </a:srgbClr>
            </a:solidFill>
            <a:ln w="5420" cap="flat">
              <a:solidFill>
                <a:srgbClr val="3B3A6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25" name="pg2925"/>
            <p:cNvSpPr/>
            <p:nvPr/>
          </p:nvSpPr>
          <p:spPr>
            <a:xfrm>
              <a:off x="3658566" y="482430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3969">
                <a:alpha val="100000"/>
              </a:srgbClr>
            </a:solidFill>
            <a:ln w="5420" cap="flat">
              <a:solidFill>
                <a:srgbClr val="3B396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26" name="pg2926"/>
            <p:cNvSpPr/>
            <p:nvPr/>
          </p:nvSpPr>
          <p:spPr>
            <a:xfrm>
              <a:off x="3670203" y="482430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3969">
                <a:alpha val="100000"/>
              </a:srgbClr>
            </a:solidFill>
            <a:ln w="5420" cap="flat">
              <a:solidFill>
                <a:srgbClr val="3B396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27" name="pg2927"/>
            <p:cNvSpPr/>
            <p:nvPr/>
          </p:nvSpPr>
          <p:spPr>
            <a:xfrm>
              <a:off x="3681840" y="482430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3C6C">
                <a:alpha val="100000"/>
              </a:srgbClr>
            </a:solidFill>
            <a:ln w="5420" cap="flat">
              <a:solidFill>
                <a:srgbClr val="3B3C6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28" name="pg2928"/>
            <p:cNvSpPr/>
            <p:nvPr/>
          </p:nvSpPr>
          <p:spPr>
            <a:xfrm>
              <a:off x="3693478" y="482430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377">
                <a:alpha val="100000"/>
              </a:srgbClr>
            </a:solidFill>
            <a:ln w="5420" cap="flat">
              <a:solidFill>
                <a:srgbClr val="3C437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29" name="pg2929"/>
            <p:cNvSpPr/>
            <p:nvPr/>
          </p:nvSpPr>
          <p:spPr>
            <a:xfrm>
              <a:off x="3705115" y="482430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67B">
                <a:alpha val="100000"/>
              </a:srgbClr>
            </a:solidFill>
            <a:ln w="5420" cap="flat">
              <a:solidFill>
                <a:srgbClr val="3C467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30" name="pg2930"/>
            <p:cNvSpPr/>
            <p:nvPr/>
          </p:nvSpPr>
          <p:spPr>
            <a:xfrm>
              <a:off x="3716752" y="482430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87E">
                <a:alpha val="100000"/>
              </a:srgbClr>
            </a:solidFill>
            <a:ln w="5420" cap="flat">
              <a:solidFill>
                <a:srgbClr val="3C487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31" name="pg2931"/>
            <p:cNvSpPr/>
            <p:nvPr/>
          </p:nvSpPr>
          <p:spPr>
            <a:xfrm>
              <a:off x="3728390" y="482430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97F">
                <a:alpha val="100000"/>
              </a:srgbClr>
            </a:solidFill>
            <a:ln w="5420" cap="flat">
              <a:solidFill>
                <a:srgbClr val="3C497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32" name="pg2932"/>
            <p:cNvSpPr/>
            <p:nvPr/>
          </p:nvSpPr>
          <p:spPr>
            <a:xfrm>
              <a:off x="3740027" y="482430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A81">
                <a:alpha val="100000"/>
              </a:srgbClr>
            </a:solidFill>
            <a:ln w="5420" cap="flat">
              <a:solidFill>
                <a:srgbClr val="3C4A8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33" name="pg2933"/>
            <p:cNvSpPr/>
            <p:nvPr/>
          </p:nvSpPr>
          <p:spPr>
            <a:xfrm>
              <a:off x="3751664" y="482430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C84">
                <a:alpha val="100000"/>
              </a:srgbClr>
            </a:solidFill>
            <a:ln w="5420" cap="flat">
              <a:solidFill>
                <a:srgbClr val="3C4C8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34" name="pg2934"/>
            <p:cNvSpPr/>
            <p:nvPr/>
          </p:nvSpPr>
          <p:spPr>
            <a:xfrm>
              <a:off x="3763302" y="482430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4E87">
                <a:alpha val="100000"/>
              </a:srgbClr>
            </a:solidFill>
            <a:ln w="5420" cap="flat">
              <a:solidFill>
                <a:srgbClr val="3B4E8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35" name="pg2935"/>
            <p:cNvSpPr/>
            <p:nvPr/>
          </p:nvSpPr>
          <p:spPr>
            <a:xfrm>
              <a:off x="3774939" y="482430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518B">
                <a:alpha val="100000"/>
              </a:srgbClr>
            </a:solidFill>
            <a:ln w="5420" cap="flat">
              <a:solidFill>
                <a:srgbClr val="3B518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36" name="pg2936"/>
            <p:cNvSpPr/>
            <p:nvPr/>
          </p:nvSpPr>
          <p:spPr>
            <a:xfrm>
              <a:off x="4158971" y="482430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496A9">
                <a:alpha val="100000"/>
              </a:srgbClr>
            </a:solidFill>
            <a:ln w="5420" cap="flat">
              <a:solidFill>
                <a:srgbClr val="3496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37" name="pg2937"/>
            <p:cNvSpPr/>
            <p:nvPr/>
          </p:nvSpPr>
          <p:spPr>
            <a:xfrm>
              <a:off x="4345168" y="482430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4A7AA">
                <a:alpha val="100000"/>
              </a:srgbClr>
            </a:solidFill>
            <a:ln w="5420" cap="flat">
              <a:solidFill>
                <a:srgbClr val="44A7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38" name="pg2938"/>
            <p:cNvSpPr/>
            <p:nvPr/>
          </p:nvSpPr>
          <p:spPr>
            <a:xfrm>
              <a:off x="4356806" y="482430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6AAAA">
                <a:alpha val="100000"/>
              </a:srgbClr>
            </a:solidFill>
            <a:ln w="5420" cap="flat">
              <a:solidFill>
                <a:srgbClr val="46AA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39" name="pg2939"/>
            <p:cNvSpPr/>
            <p:nvPr/>
          </p:nvSpPr>
          <p:spPr>
            <a:xfrm>
              <a:off x="4368443" y="482430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9ADAB">
                <a:alpha val="100000"/>
              </a:srgbClr>
            </a:solidFill>
            <a:ln w="5420" cap="flat">
              <a:solidFill>
                <a:srgbClr val="49AD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40" name="pg2940"/>
            <p:cNvSpPr/>
            <p:nvPr/>
          </p:nvSpPr>
          <p:spPr>
            <a:xfrm>
              <a:off x="4380080" y="482430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BB0AB">
                <a:alpha val="100000"/>
              </a:srgbClr>
            </a:solidFill>
            <a:ln w="5420" cap="flat">
              <a:solidFill>
                <a:srgbClr val="4BB0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41" name="pg2941"/>
            <p:cNvSpPr/>
            <p:nvPr/>
          </p:nvSpPr>
          <p:spPr>
            <a:xfrm>
              <a:off x="4391718" y="482430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DB2AB">
                <a:alpha val="100000"/>
              </a:srgbClr>
            </a:solidFill>
            <a:ln w="5420" cap="flat">
              <a:solidFill>
                <a:srgbClr val="4DB2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42" name="pg2942"/>
            <p:cNvSpPr/>
            <p:nvPr/>
          </p:nvSpPr>
          <p:spPr>
            <a:xfrm>
              <a:off x="4403355" y="482430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1B8AB">
                <a:alpha val="100000"/>
              </a:srgbClr>
            </a:solidFill>
            <a:ln w="5420" cap="flat">
              <a:solidFill>
                <a:srgbClr val="51B8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43" name="pg2943"/>
            <p:cNvSpPr/>
            <p:nvPr/>
          </p:nvSpPr>
          <p:spPr>
            <a:xfrm>
              <a:off x="4414992" y="482430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3BAAB">
                <a:alpha val="100000"/>
              </a:srgbClr>
            </a:solidFill>
            <a:ln w="5420" cap="flat">
              <a:solidFill>
                <a:srgbClr val="53BA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44" name="pg2944"/>
            <p:cNvSpPr/>
            <p:nvPr/>
          </p:nvSpPr>
          <p:spPr>
            <a:xfrm>
              <a:off x="4577915" y="482430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BD1B0">
                <a:alpha val="100000"/>
              </a:srgbClr>
            </a:solidFill>
            <a:ln w="5420" cap="flat">
              <a:solidFill>
                <a:srgbClr val="6BD1B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45" name="pg2945"/>
            <p:cNvSpPr/>
            <p:nvPr/>
          </p:nvSpPr>
          <p:spPr>
            <a:xfrm>
              <a:off x="4589552" y="482430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BD1B0">
                <a:alpha val="100000"/>
              </a:srgbClr>
            </a:solidFill>
            <a:ln w="5420" cap="flat">
              <a:solidFill>
                <a:srgbClr val="6BD1B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46" name="pg2946"/>
            <p:cNvSpPr/>
            <p:nvPr/>
          </p:nvSpPr>
          <p:spPr>
            <a:xfrm>
              <a:off x="4601190" y="482430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BD1B0">
                <a:alpha val="100000"/>
              </a:srgbClr>
            </a:solidFill>
            <a:ln w="5420" cap="flat">
              <a:solidFill>
                <a:srgbClr val="6BD1B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47" name="pg2947"/>
            <p:cNvSpPr/>
            <p:nvPr/>
          </p:nvSpPr>
          <p:spPr>
            <a:xfrm>
              <a:off x="4612827" y="482430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CD1B0">
                <a:alpha val="100000"/>
              </a:srgbClr>
            </a:solidFill>
            <a:ln w="5420" cap="flat">
              <a:solidFill>
                <a:srgbClr val="6CD1B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48" name="pg2948"/>
            <p:cNvSpPr/>
            <p:nvPr/>
          </p:nvSpPr>
          <p:spPr>
            <a:xfrm>
              <a:off x="4624464" y="482430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CD1B0">
                <a:alpha val="100000"/>
              </a:srgbClr>
            </a:solidFill>
            <a:ln w="5420" cap="flat">
              <a:solidFill>
                <a:srgbClr val="6CD1B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49" name="pg2949"/>
            <p:cNvSpPr/>
            <p:nvPr/>
          </p:nvSpPr>
          <p:spPr>
            <a:xfrm>
              <a:off x="3099974" y="483860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71A1">
                <a:alpha val="100000"/>
              </a:srgbClr>
            </a:solidFill>
            <a:ln w="5420" cap="flat">
              <a:solidFill>
                <a:srgbClr val="3B71A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50" name="pg2950"/>
            <p:cNvSpPr/>
            <p:nvPr/>
          </p:nvSpPr>
          <p:spPr>
            <a:xfrm>
              <a:off x="3111611" y="483860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70A0">
                <a:alpha val="100000"/>
              </a:srgbClr>
            </a:solidFill>
            <a:ln w="5420" cap="flat">
              <a:solidFill>
                <a:srgbClr val="3B70A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51" name="pg2951"/>
            <p:cNvSpPr/>
            <p:nvPr/>
          </p:nvSpPr>
          <p:spPr>
            <a:xfrm>
              <a:off x="3123249" y="483860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6FA0">
                <a:alpha val="100000"/>
              </a:srgbClr>
            </a:solidFill>
            <a:ln w="5420" cap="flat">
              <a:solidFill>
                <a:srgbClr val="3B6FA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52" name="pg2952"/>
            <p:cNvSpPr/>
            <p:nvPr/>
          </p:nvSpPr>
          <p:spPr>
            <a:xfrm>
              <a:off x="3134886" y="483860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FA0">
                <a:alpha val="100000"/>
              </a:srgbClr>
            </a:solidFill>
            <a:ln w="5420" cap="flat">
              <a:solidFill>
                <a:srgbClr val="3A6FA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53" name="pg2953"/>
            <p:cNvSpPr/>
            <p:nvPr/>
          </p:nvSpPr>
          <p:spPr>
            <a:xfrm>
              <a:off x="3146523" y="483860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FA0">
                <a:alpha val="100000"/>
              </a:srgbClr>
            </a:solidFill>
            <a:ln w="5420" cap="flat">
              <a:solidFill>
                <a:srgbClr val="3A6FA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54" name="pg2954"/>
            <p:cNvSpPr/>
            <p:nvPr/>
          </p:nvSpPr>
          <p:spPr>
            <a:xfrm>
              <a:off x="3158161" y="483860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FA0">
                <a:alpha val="100000"/>
              </a:srgbClr>
            </a:solidFill>
            <a:ln w="5420" cap="flat">
              <a:solidFill>
                <a:srgbClr val="3A6FA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55" name="pg2955"/>
            <p:cNvSpPr/>
            <p:nvPr/>
          </p:nvSpPr>
          <p:spPr>
            <a:xfrm>
              <a:off x="3169798" y="483860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FA0">
                <a:alpha val="100000"/>
              </a:srgbClr>
            </a:solidFill>
            <a:ln w="5420" cap="flat">
              <a:solidFill>
                <a:srgbClr val="3A6FA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56" name="pg2956"/>
            <p:cNvSpPr/>
            <p:nvPr/>
          </p:nvSpPr>
          <p:spPr>
            <a:xfrm>
              <a:off x="3181435" y="483860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FA0">
                <a:alpha val="100000"/>
              </a:srgbClr>
            </a:solidFill>
            <a:ln w="5420" cap="flat">
              <a:solidFill>
                <a:srgbClr val="3A6FA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57" name="pg2957"/>
            <p:cNvSpPr/>
            <p:nvPr/>
          </p:nvSpPr>
          <p:spPr>
            <a:xfrm>
              <a:off x="3193073" y="483860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FA0">
                <a:alpha val="100000"/>
              </a:srgbClr>
            </a:solidFill>
            <a:ln w="5420" cap="flat">
              <a:solidFill>
                <a:srgbClr val="3A6FA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58" name="pg2958"/>
            <p:cNvSpPr/>
            <p:nvPr/>
          </p:nvSpPr>
          <p:spPr>
            <a:xfrm>
              <a:off x="3204710" y="483860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FA0">
                <a:alpha val="100000"/>
              </a:srgbClr>
            </a:solidFill>
            <a:ln w="5420" cap="flat">
              <a:solidFill>
                <a:srgbClr val="3A6FA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59" name="pg2959"/>
            <p:cNvSpPr/>
            <p:nvPr/>
          </p:nvSpPr>
          <p:spPr>
            <a:xfrm>
              <a:off x="3414182" y="483860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3E70">
                <a:alpha val="100000"/>
              </a:srgbClr>
            </a:solidFill>
            <a:ln w="5420" cap="flat">
              <a:solidFill>
                <a:srgbClr val="3B3E7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60" name="pg2960"/>
            <p:cNvSpPr/>
            <p:nvPr/>
          </p:nvSpPr>
          <p:spPr>
            <a:xfrm>
              <a:off x="3425819" y="483860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3767">
                <a:alpha val="100000"/>
              </a:srgbClr>
            </a:solidFill>
            <a:ln w="5420" cap="flat">
              <a:solidFill>
                <a:srgbClr val="3B376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61" name="pg2961"/>
            <p:cNvSpPr/>
            <p:nvPr/>
          </p:nvSpPr>
          <p:spPr>
            <a:xfrm>
              <a:off x="3495643" y="483860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12548">
                <a:alpha val="100000"/>
              </a:srgbClr>
            </a:solidFill>
            <a:ln w="5420" cap="flat">
              <a:solidFill>
                <a:srgbClr val="31254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62" name="pg2962"/>
            <p:cNvSpPr/>
            <p:nvPr/>
          </p:nvSpPr>
          <p:spPr>
            <a:xfrm>
              <a:off x="3507281" y="483860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62850">
                <a:alpha val="100000"/>
              </a:srgbClr>
            </a:solidFill>
            <a:ln w="5420" cap="flat">
              <a:solidFill>
                <a:srgbClr val="36285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63" name="pg2963"/>
            <p:cNvSpPr/>
            <p:nvPr/>
          </p:nvSpPr>
          <p:spPr>
            <a:xfrm>
              <a:off x="3518918" y="483860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2E59">
                <a:alpha val="100000"/>
              </a:srgbClr>
            </a:solidFill>
            <a:ln w="5420" cap="flat">
              <a:solidFill>
                <a:srgbClr val="392E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64" name="pg2964"/>
            <p:cNvSpPr/>
            <p:nvPr/>
          </p:nvSpPr>
          <p:spPr>
            <a:xfrm>
              <a:off x="3530555" y="483860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3462">
                <a:alpha val="100000"/>
              </a:srgbClr>
            </a:solidFill>
            <a:ln w="5420" cap="flat">
              <a:solidFill>
                <a:srgbClr val="3A346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65" name="pg2965"/>
            <p:cNvSpPr/>
            <p:nvPr/>
          </p:nvSpPr>
          <p:spPr>
            <a:xfrm>
              <a:off x="3542193" y="483860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3868">
                <a:alpha val="100000"/>
              </a:srgbClr>
            </a:solidFill>
            <a:ln w="5420" cap="flat">
              <a:solidFill>
                <a:srgbClr val="3B386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66" name="pg2966"/>
            <p:cNvSpPr/>
            <p:nvPr/>
          </p:nvSpPr>
          <p:spPr>
            <a:xfrm>
              <a:off x="3553830" y="483860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3A6B">
                <a:alpha val="100000"/>
              </a:srgbClr>
            </a:solidFill>
            <a:ln w="5420" cap="flat">
              <a:solidFill>
                <a:srgbClr val="3B3A6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67" name="pg2967"/>
            <p:cNvSpPr/>
            <p:nvPr/>
          </p:nvSpPr>
          <p:spPr>
            <a:xfrm>
              <a:off x="3565467" y="483860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3B6B">
                <a:alpha val="100000"/>
              </a:srgbClr>
            </a:solidFill>
            <a:ln w="5420" cap="flat">
              <a:solidFill>
                <a:srgbClr val="3B3B6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68" name="pg2968"/>
            <p:cNvSpPr/>
            <p:nvPr/>
          </p:nvSpPr>
          <p:spPr>
            <a:xfrm>
              <a:off x="3577105" y="483860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3B6C">
                <a:alpha val="100000"/>
              </a:srgbClr>
            </a:solidFill>
            <a:ln w="5420" cap="flat">
              <a:solidFill>
                <a:srgbClr val="3B3B6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69" name="pg2969"/>
            <p:cNvSpPr/>
            <p:nvPr/>
          </p:nvSpPr>
          <p:spPr>
            <a:xfrm>
              <a:off x="3588742" y="483860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3C6D">
                <a:alpha val="100000"/>
              </a:srgbClr>
            </a:solidFill>
            <a:ln w="5420" cap="flat">
              <a:solidFill>
                <a:srgbClr val="3B3C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70" name="pg2970"/>
            <p:cNvSpPr/>
            <p:nvPr/>
          </p:nvSpPr>
          <p:spPr>
            <a:xfrm>
              <a:off x="3600379" y="483860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3D6E">
                <a:alpha val="100000"/>
              </a:srgbClr>
            </a:solidFill>
            <a:ln w="5420" cap="flat">
              <a:solidFill>
                <a:srgbClr val="3B3D6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71" name="pg2971"/>
            <p:cNvSpPr/>
            <p:nvPr/>
          </p:nvSpPr>
          <p:spPr>
            <a:xfrm>
              <a:off x="3612016" y="483860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3D6F">
                <a:alpha val="100000"/>
              </a:srgbClr>
            </a:solidFill>
            <a:ln w="5420" cap="flat">
              <a:solidFill>
                <a:srgbClr val="3B3D6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72" name="pg2972"/>
            <p:cNvSpPr/>
            <p:nvPr/>
          </p:nvSpPr>
          <p:spPr>
            <a:xfrm>
              <a:off x="3623654" y="483860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3D6F">
                <a:alpha val="100000"/>
              </a:srgbClr>
            </a:solidFill>
            <a:ln w="5420" cap="flat">
              <a:solidFill>
                <a:srgbClr val="3B3D6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73" name="pg2973"/>
            <p:cNvSpPr/>
            <p:nvPr/>
          </p:nvSpPr>
          <p:spPr>
            <a:xfrm>
              <a:off x="3635291" y="483860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3C6E">
                <a:alpha val="100000"/>
              </a:srgbClr>
            </a:solidFill>
            <a:ln w="5420" cap="flat">
              <a:solidFill>
                <a:srgbClr val="3B3C6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74" name="pg2974"/>
            <p:cNvSpPr/>
            <p:nvPr/>
          </p:nvSpPr>
          <p:spPr>
            <a:xfrm>
              <a:off x="3646928" y="483860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3B6C">
                <a:alpha val="100000"/>
              </a:srgbClr>
            </a:solidFill>
            <a:ln w="5420" cap="flat">
              <a:solidFill>
                <a:srgbClr val="3B3B6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75" name="pg2975"/>
            <p:cNvSpPr/>
            <p:nvPr/>
          </p:nvSpPr>
          <p:spPr>
            <a:xfrm>
              <a:off x="3658566" y="483860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3B6B">
                <a:alpha val="100000"/>
              </a:srgbClr>
            </a:solidFill>
            <a:ln w="5420" cap="flat">
              <a:solidFill>
                <a:srgbClr val="3B3B6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76" name="pg2976"/>
            <p:cNvSpPr/>
            <p:nvPr/>
          </p:nvSpPr>
          <p:spPr>
            <a:xfrm>
              <a:off x="3670203" y="483860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3B6B">
                <a:alpha val="100000"/>
              </a:srgbClr>
            </a:solidFill>
            <a:ln w="5420" cap="flat">
              <a:solidFill>
                <a:srgbClr val="3B3B6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77" name="pg2977"/>
            <p:cNvSpPr/>
            <p:nvPr/>
          </p:nvSpPr>
          <p:spPr>
            <a:xfrm>
              <a:off x="3681840" y="483860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3C6E">
                <a:alpha val="100000"/>
              </a:srgbClr>
            </a:solidFill>
            <a:ln w="5420" cap="flat">
              <a:solidFill>
                <a:srgbClr val="3B3C6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78" name="pg2978"/>
            <p:cNvSpPr/>
            <p:nvPr/>
          </p:nvSpPr>
          <p:spPr>
            <a:xfrm>
              <a:off x="3693478" y="483860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376">
                <a:alpha val="100000"/>
              </a:srgbClr>
            </a:solidFill>
            <a:ln w="5420" cap="flat">
              <a:solidFill>
                <a:srgbClr val="3C437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79" name="pg2979"/>
            <p:cNvSpPr/>
            <p:nvPr/>
          </p:nvSpPr>
          <p:spPr>
            <a:xfrm>
              <a:off x="3705115" y="483860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57A">
                <a:alpha val="100000"/>
              </a:srgbClr>
            </a:solidFill>
            <a:ln w="5420" cap="flat">
              <a:solidFill>
                <a:srgbClr val="3C457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80" name="pg2980"/>
            <p:cNvSpPr/>
            <p:nvPr/>
          </p:nvSpPr>
          <p:spPr>
            <a:xfrm>
              <a:off x="3716752" y="483860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77D">
                <a:alpha val="100000"/>
              </a:srgbClr>
            </a:solidFill>
            <a:ln w="5420" cap="flat">
              <a:solidFill>
                <a:srgbClr val="3C477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81" name="pg2981"/>
            <p:cNvSpPr/>
            <p:nvPr/>
          </p:nvSpPr>
          <p:spPr>
            <a:xfrm>
              <a:off x="3728390" y="483860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97F">
                <a:alpha val="100000"/>
              </a:srgbClr>
            </a:solidFill>
            <a:ln w="5420" cap="flat">
              <a:solidFill>
                <a:srgbClr val="3C497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82" name="pg2982"/>
            <p:cNvSpPr/>
            <p:nvPr/>
          </p:nvSpPr>
          <p:spPr>
            <a:xfrm>
              <a:off x="3740027" y="483860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A82">
                <a:alpha val="100000"/>
              </a:srgbClr>
            </a:solidFill>
            <a:ln w="5420" cap="flat">
              <a:solidFill>
                <a:srgbClr val="3C4A8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83" name="pg2983"/>
            <p:cNvSpPr/>
            <p:nvPr/>
          </p:nvSpPr>
          <p:spPr>
            <a:xfrm>
              <a:off x="3751664" y="483860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C84">
                <a:alpha val="100000"/>
              </a:srgbClr>
            </a:solidFill>
            <a:ln w="5420" cap="flat">
              <a:solidFill>
                <a:srgbClr val="3C4C8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84" name="pg2984"/>
            <p:cNvSpPr/>
            <p:nvPr/>
          </p:nvSpPr>
          <p:spPr>
            <a:xfrm>
              <a:off x="3763302" y="483860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4F87">
                <a:alpha val="100000"/>
              </a:srgbClr>
            </a:solidFill>
            <a:ln w="5420" cap="flat">
              <a:solidFill>
                <a:srgbClr val="3B4F8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85" name="pg2985"/>
            <p:cNvSpPr/>
            <p:nvPr/>
          </p:nvSpPr>
          <p:spPr>
            <a:xfrm>
              <a:off x="3774939" y="483860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518B">
                <a:alpha val="100000"/>
              </a:srgbClr>
            </a:solidFill>
            <a:ln w="5420" cap="flat">
              <a:solidFill>
                <a:srgbClr val="3B518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86" name="pg2986"/>
            <p:cNvSpPr/>
            <p:nvPr/>
          </p:nvSpPr>
          <p:spPr>
            <a:xfrm>
              <a:off x="3786576" y="483860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548F">
                <a:alpha val="100000"/>
              </a:srgbClr>
            </a:solidFill>
            <a:ln w="5420" cap="flat">
              <a:solidFill>
                <a:srgbClr val="3B548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87" name="pg2987"/>
            <p:cNvSpPr/>
            <p:nvPr/>
          </p:nvSpPr>
          <p:spPr>
            <a:xfrm>
              <a:off x="4356806" y="483860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6AAAA">
                <a:alpha val="100000"/>
              </a:srgbClr>
            </a:solidFill>
            <a:ln w="5420" cap="flat">
              <a:solidFill>
                <a:srgbClr val="46AA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88" name="pg2988"/>
            <p:cNvSpPr/>
            <p:nvPr/>
          </p:nvSpPr>
          <p:spPr>
            <a:xfrm>
              <a:off x="4368443" y="483860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8ACAA">
                <a:alpha val="100000"/>
              </a:srgbClr>
            </a:solidFill>
            <a:ln w="5420" cap="flat">
              <a:solidFill>
                <a:srgbClr val="48AC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89" name="pg2989"/>
            <p:cNvSpPr/>
            <p:nvPr/>
          </p:nvSpPr>
          <p:spPr>
            <a:xfrm>
              <a:off x="4380080" y="483860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AAFAB">
                <a:alpha val="100000"/>
              </a:srgbClr>
            </a:solidFill>
            <a:ln w="5420" cap="flat">
              <a:solidFill>
                <a:srgbClr val="4AAF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90" name="pg2990"/>
            <p:cNvSpPr/>
            <p:nvPr/>
          </p:nvSpPr>
          <p:spPr>
            <a:xfrm>
              <a:off x="4391718" y="483860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CB2AB">
                <a:alpha val="100000"/>
              </a:srgbClr>
            </a:solidFill>
            <a:ln w="5420" cap="flat">
              <a:solidFill>
                <a:srgbClr val="4CB2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91" name="pg2991"/>
            <p:cNvSpPr/>
            <p:nvPr/>
          </p:nvSpPr>
          <p:spPr>
            <a:xfrm>
              <a:off x="4403355" y="483860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0B7AB">
                <a:alpha val="100000"/>
              </a:srgbClr>
            </a:solidFill>
            <a:ln w="5420" cap="flat">
              <a:solidFill>
                <a:srgbClr val="50B7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92" name="pg2992"/>
            <p:cNvSpPr/>
            <p:nvPr/>
          </p:nvSpPr>
          <p:spPr>
            <a:xfrm>
              <a:off x="4414992" y="483860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2B9AB">
                <a:alpha val="100000"/>
              </a:srgbClr>
            </a:solidFill>
            <a:ln w="5420" cap="flat">
              <a:solidFill>
                <a:srgbClr val="52B9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93" name="pg2993"/>
            <p:cNvSpPr/>
            <p:nvPr/>
          </p:nvSpPr>
          <p:spPr>
            <a:xfrm>
              <a:off x="4426630" y="483860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4BCAB">
                <a:alpha val="100000"/>
              </a:srgbClr>
            </a:solidFill>
            <a:ln w="5420" cap="flat">
              <a:solidFill>
                <a:srgbClr val="54BC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94" name="pg2994"/>
            <p:cNvSpPr/>
            <p:nvPr/>
          </p:nvSpPr>
          <p:spPr>
            <a:xfrm>
              <a:off x="4589552" y="483860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7D0AE">
                <a:alpha val="100000"/>
              </a:srgbClr>
            </a:solidFill>
            <a:ln w="5420" cap="flat">
              <a:solidFill>
                <a:srgbClr val="67D0A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95" name="pg2995"/>
            <p:cNvSpPr/>
            <p:nvPr/>
          </p:nvSpPr>
          <p:spPr>
            <a:xfrm>
              <a:off x="4601190" y="483860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7D0AF">
                <a:alpha val="100000"/>
              </a:srgbClr>
            </a:solidFill>
            <a:ln w="5420" cap="flat">
              <a:solidFill>
                <a:srgbClr val="67D0A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96" name="pg2996"/>
            <p:cNvSpPr/>
            <p:nvPr/>
          </p:nvSpPr>
          <p:spPr>
            <a:xfrm>
              <a:off x="4612827" y="483860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8D0AF">
                <a:alpha val="100000"/>
              </a:srgbClr>
            </a:solidFill>
            <a:ln w="5420" cap="flat">
              <a:solidFill>
                <a:srgbClr val="68D0A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97" name="pg2997"/>
            <p:cNvSpPr/>
            <p:nvPr/>
          </p:nvSpPr>
          <p:spPr>
            <a:xfrm>
              <a:off x="4624464" y="483860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8D0AF">
                <a:alpha val="100000"/>
              </a:srgbClr>
            </a:solidFill>
            <a:ln w="5420" cap="flat">
              <a:solidFill>
                <a:srgbClr val="68D0A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98" name="pg2998"/>
            <p:cNvSpPr/>
            <p:nvPr/>
          </p:nvSpPr>
          <p:spPr>
            <a:xfrm>
              <a:off x="4636101" y="483860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8D0AF">
                <a:alpha val="100000"/>
              </a:srgbClr>
            </a:solidFill>
            <a:ln w="5420" cap="flat">
              <a:solidFill>
                <a:srgbClr val="68D0A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99" name="pg2999"/>
            <p:cNvSpPr/>
            <p:nvPr/>
          </p:nvSpPr>
          <p:spPr>
            <a:xfrm>
              <a:off x="3099974" y="485290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71A1">
                <a:alpha val="100000"/>
              </a:srgbClr>
            </a:solidFill>
            <a:ln w="5420" cap="flat">
              <a:solidFill>
                <a:srgbClr val="3B71A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00" name="pg3000"/>
            <p:cNvSpPr/>
            <p:nvPr/>
          </p:nvSpPr>
          <p:spPr>
            <a:xfrm>
              <a:off x="3111611" y="485290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70A0">
                <a:alpha val="100000"/>
              </a:srgbClr>
            </a:solidFill>
            <a:ln w="5420" cap="flat">
              <a:solidFill>
                <a:srgbClr val="3B70A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01" name="pg3001"/>
            <p:cNvSpPr/>
            <p:nvPr/>
          </p:nvSpPr>
          <p:spPr>
            <a:xfrm>
              <a:off x="3123249" y="485290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70A0">
                <a:alpha val="100000"/>
              </a:srgbClr>
            </a:solidFill>
            <a:ln w="5420" cap="flat">
              <a:solidFill>
                <a:srgbClr val="3B70A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02" name="pg3002"/>
            <p:cNvSpPr/>
            <p:nvPr/>
          </p:nvSpPr>
          <p:spPr>
            <a:xfrm>
              <a:off x="3134886" y="485290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FA0">
                <a:alpha val="100000"/>
              </a:srgbClr>
            </a:solidFill>
            <a:ln w="5420" cap="flat">
              <a:solidFill>
                <a:srgbClr val="3A6FA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03" name="pg3003"/>
            <p:cNvSpPr/>
            <p:nvPr/>
          </p:nvSpPr>
          <p:spPr>
            <a:xfrm>
              <a:off x="3146523" y="485290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FA0">
                <a:alpha val="100000"/>
              </a:srgbClr>
            </a:solidFill>
            <a:ln w="5420" cap="flat">
              <a:solidFill>
                <a:srgbClr val="3A6FA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04" name="pg3004"/>
            <p:cNvSpPr/>
            <p:nvPr/>
          </p:nvSpPr>
          <p:spPr>
            <a:xfrm>
              <a:off x="3158161" y="485290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EA0">
                <a:alpha val="100000"/>
              </a:srgbClr>
            </a:solidFill>
            <a:ln w="5420" cap="flat">
              <a:solidFill>
                <a:srgbClr val="3A6EA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05" name="pg3005"/>
            <p:cNvSpPr/>
            <p:nvPr/>
          </p:nvSpPr>
          <p:spPr>
            <a:xfrm>
              <a:off x="3169798" y="485290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EA0">
                <a:alpha val="100000"/>
              </a:srgbClr>
            </a:solidFill>
            <a:ln w="5420" cap="flat">
              <a:solidFill>
                <a:srgbClr val="3A6EA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06" name="pg3006"/>
            <p:cNvSpPr/>
            <p:nvPr/>
          </p:nvSpPr>
          <p:spPr>
            <a:xfrm>
              <a:off x="3181435" y="485290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EA0">
                <a:alpha val="100000"/>
              </a:srgbClr>
            </a:solidFill>
            <a:ln w="5420" cap="flat">
              <a:solidFill>
                <a:srgbClr val="3A6EA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07" name="pg3007"/>
            <p:cNvSpPr/>
            <p:nvPr/>
          </p:nvSpPr>
          <p:spPr>
            <a:xfrm>
              <a:off x="3507281" y="485290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82B56">
                <a:alpha val="100000"/>
              </a:srgbClr>
            </a:solidFill>
            <a:ln w="5420" cap="flat">
              <a:solidFill>
                <a:srgbClr val="382B5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08" name="pg3008"/>
            <p:cNvSpPr/>
            <p:nvPr/>
          </p:nvSpPr>
          <p:spPr>
            <a:xfrm>
              <a:off x="3518918" y="485290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315D">
                <a:alpha val="100000"/>
              </a:srgbClr>
            </a:solidFill>
            <a:ln w="5420" cap="flat">
              <a:solidFill>
                <a:srgbClr val="39315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09" name="pg3009"/>
            <p:cNvSpPr/>
            <p:nvPr/>
          </p:nvSpPr>
          <p:spPr>
            <a:xfrm>
              <a:off x="3530555" y="485290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3564">
                <a:alpha val="100000"/>
              </a:srgbClr>
            </a:solidFill>
            <a:ln w="5420" cap="flat">
              <a:solidFill>
                <a:srgbClr val="3A356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10" name="pg3010"/>
            <p:cNvSpPr/>
            <p:nvPr/>
          </p:nvSpPr>
          <p:spPr>
            <a:xfrm>
              <a:off x="3542193" y="485290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3969">
                <a:alpha val="100000"/>
              </a:srgbClr>
            </a:solidFill>
            <a:ln w="5420" cap="flat">
              <a:solidFill>
                <a:srgbClr val="3B396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11" name="pg3011"/>
            <p:cNvSpPr/>
            <p:nvPr/>
          </p:nvSpPr>
          <p:spPr>
            <a:xfrm>
              <a:off x="3553830" y="485290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3A6B">
                <a:alpha val="100000"/>
              </a:srgbClr>
            </a:solidFill>
            <a:ln w="5420" cap="flat">
              <a:solidFill>
                <a:srgbClr val="3B3A6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12" name="pg3012"/>
            <p:cNvSpPr/>
            <p:nvPr/>
          </p:nvSpPr>
          <p:spPr>
            <a:xfrm>
              <a:off x="3565467" y="485290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3B6C">
                <a:alpha val="100000"/>
              </a:srgbClr>
            </a:solidFill>
            <a:ln w="5420" cap="flat">
              <a:solidFill>
                <a:srgbClr val="3B3B6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13" name="pg3013"/>
            <p:cNvSpPr/>
            <p:nvPr/>
          </p:nvSpPr>
          <p:spPr>
            <a:xfrm>
              <a:off x="3577105" y="485290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3B6C">
                <a:alpha val="100000"/>
              </a:srgbClr>
            </a:solidFill>
            <a:ln w="5420" cap="flat">
              <a:solidFill>
                <a:srgbClr val="3B3B6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14" name="pg3014"/>
            <p:cNvSpPr/>
            <p:nvPr/>
          </p:nvSpPr>
          <p:spPr>
            <a:xfrm>
              <a:off x="3588742" y="485290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3C6D">
                <a:alpha val="100000"/>
              </a:srgbClr>
            </a:solidFill>
            <a:ln w="5420" cap="flat">
              <a:solidFill>
                <a:srgbClr val="3B3C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15" name="pg3015"/>
            <p:cNvSpPr/>
            <p:nvPr/>
          </p:nvSpPr>
          <p:spPr>
            <a:xfrm>
              <a:off x="3600379" y="485290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3D6E">
                <a:alpha val="100000"/>
              </a:srgbClr>
            </a:solidFill>
            <a:ln w="5420" cap="flat">
              <a:solidFill>
                <a:srgbClr val="3B3D6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16" name="pg3016"/>
            <p:cNvSpPr/>
            <p:nvPr/>
          </p:nvSpPr>
          <p:spPr>
            <a:xfrm>
              <a:off x="3612016" y="485290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3E6F">
                <a:alpha val="100000"/>
              </a:srgbClr>
            </a:solidFill>
            <a:ln w="5420" cap="flat">
              <a:solidFill>
                <a:srgbClr val="3B3E6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17" name="pg3017"/>
            <p:cNvSpPr/>
            <p:nvPr/>
          </p:nvSpPr>
          <p:spPr>
            <a:xfrm>
              <a:off x="3623654" y="485290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3E70">
                <a:alpha val="100000"/>
              </a:srgbClr>
            </a:solidFill>
            <a:ln w="5420" cap="flat">
              <a:solidFill>
                <a:srgbClr val="3B3E7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18" name="pg3018"/>
            <p:cNvSpPr/>
            <p:nvPr/>
          </p:nvSpPr>
          <p:spPr>
            <a:xfrm>
              <a:off x="3635291" y="485290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3D6F">
                <a:alpha val="100000"/>
              </a:srgbClr>
            </a:solidFill>
            <a:ln w="5420" cap="flat">
              <a:solidFill>
                <a:srgbClr val="3B3D6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19" name="pg3019"/>
            <p:cNvSpPr/>
            <p:nvPr/>
          </p:nvSpPr>
          <p:spPr>
            <a:xfrm>
              <a:off x="3646928" y="485290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3D6E">
                <a:alpha val="100000"/>
              </a:srgbClr>
            </a:solidFill>
            <a:ln w="5420" cap="flat">
              <a:solidFill>
                <a:srgbClr val="3B3D6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20" name="pg3020"/>
            <p:cNvSpPr/>
            <p:nvPr/>
          </p:nvSpPr>
          <p:spPr>
            <a:xfrm>
              <a:off x="3658566" y="485290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3D6E">
                <a:alpha val="100000"/>
              </a:srgbClr>
            </a:solidFill>
            <a:ln w="5420" cap="flat">
              <a:solidFill>
                <a:srgbClr val="3B3D6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21" name="pg3021"/>
            <p:cNvSpPr/>
            <p:nvPr/>
          </p:nvSpPr>
          <p:spPr>
            <a:xfrm>
              <a:off x="3670203" y="485290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3D6E">
                <a:alpha val="100000"/>
              </a:srgbClr>
            </a:solidFill>
            <a:ln w="5420" cap="flat">
              <a:solidFill>
                <a:srgbClr val="3B3D6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22" name="pg3022"/>
            <p:cNvSpPr/>
            <p:nvPr/>
          </p:nvSpPr>
          <p:spPr>
            <a:xfrm>
              <a:off x="3681840" y="485290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3E70">
                <a:alpha val="100000"/>
              </a:srgbClr>
            </a:solidFill>
            <a:ln w="5420" cap="flat">
              <a:solidFill>
                <a:srgbClr val="3B3E7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23" name="pg3023"/>
            <p:cNvSpPr/>
            <p:nvPr/>
          </p:nvSpPr>
          <p:spPr>
            <a:xfrm>
              <a:off x="3693478" y="485290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377">
                <a:alpha val="100000"/>
              </a:srgbClr>
            </a:solidFill>
            <a:ln w="5420" cap="flat">
              <a:solidFill>
                <a:srgbClr val="3C437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24" name="pg3024"/>
            <p:cNvSpPr/>
            <p:nvPr/>
          </p:nvSpPr>
          <p:spPr>
            <a:xfrm>
              <a:off x="3705115" y="485290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57A">
                <a:alpha val="100000"/>
              </a:srgbClr>
            </a:solidFill>
            <a:ln w="5420" cap="flat">
              <a:solidFill>
                <a:srgbClr val="3C457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25" name="pg3025"/>
            <p:cNvSpPr/>
            <p:nvPr/>
          </p:nvSpPr>
          <p:spPr>
            <a:xfrm>
              <a:off x="3716752" y="485290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77D">
                <a:alpha val="100000"/>
              </a:srgbClr>
            </a:solidFill>
            <a:ln w="5420" cap="flat">
              <a:solidFill>
                <a:srgbClr val="3C477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26" name="pg3026"/>
            <p:cNvSpPr/>
            <p:nvPr/>
          </p:nvSpPr>
          <p:spPr>
            <a:xfrm>
              <a:off x="3728390" y="485290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980">
                <a:alpha val="100000"/>
              </a:srgbClr>
            </a:solidFill>
            <a:ln w="5420" cap="flat">
              <a:solidFill>
                <a:srgbClr val="3C498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27" name="pg3027"/>
            <p:cNvSpPr/>
            <p:nvPr/>
          </p:nvSpPr>
          <p:spPr>
            <a:xfrm>
              <a:off x="3740027" y="485290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B82">
                <a:alpha val="100000"/>
              </a:srgbClr>
            </a:solidFill>
            <a:ln w="5420" cap="flat">
              <a:solidFill>
                <a:srgbClr val="3C4B8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28" name="pg3028"/>
            <p:cNvSpPr/>
            <p:nvPr/>
          </p:nvSpPr>
          <p:spPr>
            <a:xfrm>
              <a:off x="3751664" y="485290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D85">
                <a:alpha val="100000"/>
              </a:srgbClr>
            </a:solidFill>
            <a:ln w="5420" cap="flat">
              <a:solidFill>
                <a:srgbClr val="3C4D8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29" name="pg3029"/>
            <p:cNvSpPr/>
            <p:nvPr/>
          </p:nvSpPr>
          <p:spPr>
            <a:xfrm>
              <a:off x="3763302" y="485290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4F88">
                <a:alpha val="100000"/>
              </a:srgbClr>
            </a:solidFill>
            <a:ln w="5420" cap="flat">
              <a:solidFill>
                <a:srgbClr val="3B4F8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30" name="pg3030"/>
            <p:cNvSpPr/>
            <p:nvPr/>
          </p:nvSpPr>
          <p:spPr>
            <a:xfrm>
              <a:off x="3774939" y="485290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518B">
                <a:alpha val="100000"/>
              </a:srgbClr>
            </a:solidFill>
            <a:ln w="5420" cap="flat">
              <a:solidFill>
                <a:srgbClr val="3B518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31" name="pg3031"/>
            <p:cNvSpPr/>
            <p:nvPr/>
          </p:nvSpPr>
          <p:spPr>
            <a:xfrm>
              <a:off x="3786576" y="485290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548F">
                <a:alpha val="100000"/>
              </a:srgbClr>
            </a:solidFill>
            <a:ln w="5420" cap="flat">
              <a:solidFill>
                <a:srgbClr val="3B548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32" name="pg3032"/>
            <p:cNvSpPr/>
            <p:nvPr/>
          </p:nvSpPr>
          <p:spPr>
            <a:xfrm>
              <a:off x="4368443" y="485290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8ACAA">
                <a:alpha val="100000"/>
              </a:srgbClr>
            </a:solidFill>
            <a:ln w="5420" cap="flat">
              <a:solidFill>
                <a:srgbClr val="48AC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33" name="pg3033"/>
            <p:cNvSpPr/>
            <p:nvPr/>
          </p:nvSpPr>
          <p:spPr>
            <a:xfrm>
              <a:off x="4380080" y="485290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AAEAB">
                <a:alpha val="100000"/>
              </a:srgbClr>
            </a:solidFill>
            <a:ln w="5420" cap="flat">
              <a:solidFill>
                <a:srgbClr val="4AAE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34" name="pg3034"/>
            <p:cNvSpPr/>
            <p:nvPr/>
          </p:nvSpPr>
          <p:spPr>
            <a:xfrm>
              <a:off x="4391718" y="485290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CB1AB">
                <a:alpha val="100000"/>
              </a:srgbClr>
            </a:solidFill>
            <a:ln w="5420" cap="flat">
              <a:solidFill>
                <a:srgbClr val="4CB1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35" name="pg3035"/>
            <p:cNvSpPr/>
            <p:nvPr/>
          </p:nvSpPr>
          <p:spPr>
            <a:xfrm>
              <a:off x="4403355" y="485290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0B6AB">
                <a:alpha val="100000"/>
              </a:srgbClr>
            </a:solidFill>
            <a:ln w="5420" cap="flat">
              <a:solidFill>
                <a:srgbClr val="50B6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36" name="pg3036"/>
            <p:cNvSpPr/>
            <p:nvPr/>
          </p:nvSpPr>
          <p:spPr>
            <a:xfrm>
              <a:off x="4414992" y="485290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1B8AB">
                <a:alpha val="100000"/>
              </a:srgbClr>
            </a:solidFill>
            <a:ln w="5420" cap="flat">
              <a:solidFill>
                <a:srgbClr val="51B8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37" name="pg3037"/>
            <p:cNvSpPr/>
            <p:nvPr/>
          </p:nvSpPr>
          <p:spPr>
            <a:xfrm>
              <a:off x="4426630" y="485290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3BBAB">
                <a:alpha val="100000"/>
              </a:srgbClr>
            </a:solidFill>
            <a:ln w="5420" cap="flat">
              <a:solidFill>
                <a:srgbClr val="53BB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38" name="pg3038"/>
            <p:cNvSpPr/>
            <p:nvPr/>
          </p:nvSpPr>
          <p:spPr>
            <a:xfrm>
              <a:off x="4438267" y="485290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5BDAB">
                <a:alpha val="100000"/>
              </a:srgbClr>
            </a:solidFill>
            <a:ln w="5420" cap="flat">
              <a:solidFill>
                <a:srgbClr val="55BD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39" name="pg3039"/>
            <p:cNvSpPr/>
            <p:nvPr/>
          </p:nvSpPr>
          <p:spPr>
            <a:xfrm>
              <a:off x="4589552" y="485290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3CFAD">
                <a:alpha val="100000"/>
              </a:srgbClr>
            </a:solidFill>
            <a:ln w="5420" cap="flat">
              <a:solidFill>
                <a:srgbClr val="63CFA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40" name="pg3040"/>
            <p:cNvSpPr/>
            <p:nvPr/>
          </p:nvSpPr>
          <p:spPr>
            <a:xfrm>
              <a:off x="4601190" y="485290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3CFAD">
                <a:alpha val="100000"/>
              </a:srgbClr>
            </a:solidFill>
            <a:ln w="5420" cap="flat">
              <a:solidFill>
                <a:srgbClr val="63CFA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41" name="pg3041"/>
            <p:cNvSpPr/>
            <p:nvPr/>
          </p:nvSpPr>
          <p:spPr>
            <a:xfrm>
              <a:off x="4612827" y="485290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4CFAD">
                <a:alpha val="100000"/>
              </a:srgbClr>
            </a:solidFill>
            <a:ln w="5420" cap="flat">
              <a:solidFill>
                <a:srgbClr val="64CFA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42" name="pg3042"/>
            <p:cNvSpPr/>
            <p:nvPr/>
          </p:nvSpPr>
          <p:spPr>
            <a:xfrm>
              <a:off x="4624464" y="485290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4CFAE">
                <a:alpha val="100000"/>
              </a:srgbClr>
            </a:solidFill>
            <a:ln w="5420" cap="flat">
              <a:solidFill>
                <a:srgbClr val="64CFA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43" name="pg3043"/>
            <p:cNvSpPr/>
            <p:nvPr/>
          </p:nvSpPr>
          <p:spPr>
            <a:xfrm>
              <a:off x="4636101" y="485290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5CFAE">
                <a:alpha val="100000"/>
              </a:srgbClr>
            </a:solidFill>
            <a:ln w="5420" cap="flat">
              <a:solidFill>
                <a:srgbClr val="65CFA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44" name="pg3044"/>
            <p:cNvSpPr/>
            <p:nvPr/>
          </p:nvSpPr>
          <p:spPr>
            <a:xfrm>
              <a:off x="3088337" y="486720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72A1">
                <a:alpha val="100000"/>
              </a:srgbClr>
            </a:solidFill>
            <a:ln w="5420" cap="flat">
              <a:solidFill>
                <a:srgbClr val="3B72A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45" name="pg3045"/>
            <p:cNvSpPr/>
            <p:nvPr/>
          </p:nvSpPr>
          <p:spPr>
            <a:xfrm>
              <a:off x="3099974" y="486720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71A1">
                <a:alpha val="100000"/>
              </a:srgbClr>
            </a:solidFill>
            <a:ln w="5420" cap="flat">
              <a:solidFill>
                <a:srgbClr val="3B71A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46" name="pg3046"/>
            <p:cNvSpPr/>
            <p:nvPr/>
          </p:nvSpPr>
          <p:spPr>
            <a:xfrm>
              <a:off x="3111611" y="486720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70A1">
                <a:alpha val="100000"/>
              </a:srgbClr>
            </a:solidFill>
            <a:ln w="5420" cap="flat">
              <a:solidFill>
                <a:srgbClr val="3B70A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47" name="pg3047"/>
            <p:cNvSpPr/>
            <p:nvPr/>
          </p:nvSpPr>
          <p:spPr>
            <a:xfrm>
              <a:off x="3123249" y="486720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70A0">
                <a:alpha val="100000"/>
              </a:srgbClr>
            </a:solidFill>
            <a:ln w="5420" cap="flat">
              <a:solidFill>
                <a:srgbClr val="3B70A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48" name="pg3048"/>
            <p:cNvSpPr/>
            <p:nvPr/>
          </p:nvSpPr>
          <p:spPr>
            <a:xfrm>
              <a:off x="3134886" y="486720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FA0">
                <a:alpha val="100000"/>
              </a:srgbClr>
            </a:solidFill>
            <a:ln w="5420" cap="flat">
              <a:solidFill>
                <a:srgbClr val="3A6FA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49" name="pg3049"/>
            <p:cNvSpPr/>
            <p:nvPr/>
          </p:nvSpPr>
          <p:spPr>
            <a:xfrm>
              <a:off x="3146523" y="486720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FA0">
                <a:alpha val="100000"/>
              </a:srgbClr>
            </a:solidFill>
            <a:ln w="5420" cap="flat">
              <a:solidFill>
                <a:srgbClr val="3A6FA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50" name="pg3050"/>
            <p:cNvSpPr/>
            <p:nvPr/>
          </p:nvSpPr>
          <p:spPr>
            <a:xfrm>
              <a:off x="3518918" y="486720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3361">
                <a:alpha val="100000"/>
              </a:srgbClr>
            </a:solidFill>
            <a:ln w="5420" cap="flat">
              <a:solidFill>
                <a:srgbClr val="3A336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51" name="pg3051"/>
            <p:cNvSpPr/>
            <p:nvPr/>
          </p:nvSpPr>
          <p:spPr>
            <a:xfrm>
              <a:off x="3530555" y="486720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3766">
                <a:alpha val="100000"/>
              </a:srgbClr>
            </a:solidFill>
            <a:ln w="5420" cap="flat">
              <a:solidFill>
                <a:srgbClr val="3B37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52" name="pg3052"/>
            <p:cNvSpPr/>
            <p:nvPr/>
          </p:nvSpPr>
          <p:spPr>
            <a:xfrm>
              <a:off x="3542193" y="486720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3969">
                <a:alpha val="100000"/>
              </a:srgbClr>
            </a:solidFill>
            <a:ln w="5420" cap="flat">
              <a:solidFill>
                <a:srgbClr val="3B396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53" name="pg3053"/>
            <p:cNvSpPr/>
            <p:nvPr/>
          </p:nvSpPr>
          <p:spPr>
            <a:xfrm>
              <a:off x="3553830" y="486720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3A6B">
                <a:alpha val="100000"/>
              </a:srgbClr>
            </a:solidFill>
            <a:ln w="5420" cap="flat">
              <a:solidFill>
                <a:srgbClr val="3B3A6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54" name="pg3054"/>
            <p:cNvSpPr/>
            <p:nvPr/>
          </p:nvSpPr>
          <p:spPr>
            <a:xfrm>
              <a:off x="3565467" y="486720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3B6C">
                <a:alpha val="100000"/>
              </a:srgbClr>
            </a:solidFill>
            <a:ln w="5420" cap="flat">
              <a:solidFill>
                <a:srgbClr val="3B3B6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55" name="pg3055"/>
            <p:cNvSpPr/>
            <p:nvPr/>
          </p:nvSpPr>
          <p:spPr>
            <a:xfrm>
              <a:off x="3577105" y="486720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3C6D">
                <a:alpha val="100000"/>
              </a:srgbClr>
            </a:solidFill>
            <a:ln w="5420" cap="flat">
              <a:solidFill>
                <a:srgbClr val="3B3C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56" name="pg3056"/>
            <p:cNvSpPr/>
            <p:nvPr/>
          </p:nvSpPr>
          <p:spPr>
            <a:xfrm>
              <a:off x="3588742" y="486720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3C6E">
                <a:alpha val="100000"/>
              </a:srgbClr>
            </a:solidFill>
            <a:ln w="5420" cap="flat">
              <a:solidFill>
                <a:srgbClr val="3B3C6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57" name="pg3057"/>
            <p:cNvSpPr/>
            <p:nvPr/>
          </p:nvSpPr>
          <p:spPr>
            <a:xfrm>
              <a:off x="3600379" y="486720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3D6F">
                <a:alpha val="100000"/>
              </a:srgbClr>
            </a:solidFill>
            <a:ln w="5420" cap="flat">
              <a:solidFill>
                <a:srgbClr val="3B3D6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58" name="pg3058"/>
            <p:cNvSpPr/>
            <p:nvPr/>
          </p:nvSpPr>
          <p:spPr>
            <a:xfrm>
              <a:off x="3612016" y="486720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3E70">
                <a:alpha val="100000"/>
              </a:srgbClr>
            </a:solidFill>
            <a:ln w="5420" cap="flat">
              <a:solidFill>
                <a:srgbClr val="3B3E7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59" name="pg3059"/>
            <p:cNvSpPr/>
            <p:nvPr/>
          </p:nvSpPr>
          <p:spPr>
            <a:xfrm>
              <a:off x="3623654" y="486720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3F71">
                <a:alpha val="100000"/>
              </a:srgbClr>
            </a:solidFill>
            <a:ln w="5420" cap="flat">
              <a:solidFill>
                <a:srgbClr val="3B3F7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60" name="pg3060"/>
            <p:cNvSpPr/>
            <p:nvPr/>
          </p:nvSpPr>
          <p:spPr>
            <a:xfrm>
              <a:off x="3635291" y="486720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3F71">
                <a:alpha val="100000"/>
              </a:srgbClr>
            </a:solidFill>
            <a:ln w="5420" cap="flat">
              <a:solidFill>
                <a:srgbClr val="3B3F7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61" name="pg3061"/>
            <p:cNvSpPr/>
            <p:nvPr/>
          </p:nvSpPr>
          <p:spPr>
            <a:xfrm>
              <a:off x="3646928" y="486720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3F71">
                <a:alpha val="100000"/>
              </a:srgbClr>
            </a:solidFill>
            <a:ln w="5420" cap="flat">
              <a:solidFill>
                <a:srgbClr val="3B3F7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62" name="pg3062"/>
            <p:cNvSpPr/>
            <p:nvPr/>
          </p:nvSpPr>
          <p:spPr>
            <a:xfrm>
              <a:off x="3658566" y="486720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3F71">
                <a:alpha val="100000"/>
              </a:srgbClr>
            </a:solidFill>
            <a:ln w="5420" cap="flat">
              <a:solidFill>
                <a:srgbClr val="3B3F7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63" name="pg3063"/>
            <p:cNvSpPr/>
            <p:nvPr/>
          </p:nvSpPr>
          <p:spPr>
            <a:xfrm>
              <a:off x="3670203" y="486720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3F72">
                <a:alpha val="100000"/>
              </a:srgbClr>
            </a:solidFill>
            <a:ln w="5420" cap="flat">
              <a:solidFill>
                <a:srgbClr val="3B3F7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64" name="pg3064"/>
            <p:cNvSpPr/>
            <p:nvPr/>
          </p:nvSpPr>
          <p:spPr>
            <a:xfrm>
              <a:off x="3681840" y="486720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073">
                <a:alpha val="100000"/>
              </a:srgbClr>
            </a:solidFill>
            <a:ln w="5420" cap="flat">
              <a:solidFill>
                <a:srgbClr val="3C407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65" name="pg3065"/>
            <p:cNvSpPr/>
            <p:nvPr/>
          </p:nvSpPr>
          <p:spPr>
            <a:xfrm>
              <a:off x="3693478" y="486720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478">
                <a:alpha val="100000"/>
              </a:srgbClr>
            </a:solidFill>
            <a:ln w="5420" cap="flat">
              <a:solidFill>
                <a:srgbClr val="3C447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66" name="pg3066"/>
            <p:cNvSpPr/>
            <p:nvPr/>
          </p:nvSpPr>
          <p:spPr>
            <a:xfrm>
              <a:off x="3705115" y="486720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67B">
                <a:alpha val="100000"/>
              </a:srgbClr>
            </a:solidFill>
            <a:ln w="5420" cap="flat">
              <a:solidFill>
                <a:srgbClr val="3C467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67" name="pg3067"/>
            <p:cNvSpPr/>
            <p:nvPr/>
          </p:nvSpPr>
          <p:spPr>
            <a:xfrm>
              <a:off x="3716752" y="486720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87E">
                <a:alpha val="100000"/>
              </a:srgbClr>
            </a:solidFill>
            <a:ln w="5420" cap="flat">
              <a:solidFill>
                <a:srgbClr val="3C487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68" name="pg3068"/>
            <p:cNvSpPr/>
            <p:nvPr/>
          </p:nvSpPr>
          <p:spPr>
            <a:xfrm>
              <a:off x="3728390" y="486720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A80">
                <a:alpha val="100000"/>
              </a:srgbClr>
            </a:solidFill>
            <a:ln w="5420" cap="flat">
              <a:solidFill>
                <a:srgbClr val="3C4A8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69" name="pg3069"/>
            <p:cNvSpPr/>
            <p:nvPr/>
          </p:nvSpPr>
          <p:spPr>
            <a:xfrm>
              <a:off x="3740027" y="486720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B83">
                <a:alpha val="100000"/>
              </a:srgbClr>
            </a:solidFill>
            <a:ln w="5420" cap="flat">
              <a:solidFill>
                <a:srgbClr val="3C4B8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70" name="pg3070"/>
            <p:cNvSpPr/>
            <p:nvPr/>
          </p:nvSpPr>
          <p:spPr>
            <a:xfrm>
              <a:off x="3751664" y="486720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4D86">
                <a:alpha val="100000"/>
              </a:srgbClr>
            </a:solidFill>
            <a:ln w="5420" cap="flat">
              <a:solidFill>
                <a:srgbClr val="3B4D8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71" name="pg3071"/>
            <p:cNvSpPr/>
            <p:nvPr/>
          </p:nvSpPr>
          <p:spPr>
            <a:xfrm>
              <a:off x="3763302" y="486720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4F89">
                <a:alpha val="100000"/>
              </a:srgbClr>
            </a:solidFill>
            <a:ln w="5420" cap="flat">
              <a:solidFill>
                <a:srgbClr val="3B4F8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72" name="pg3072"/>
            <p:cNvSpPr/>
            <p:nvPr/>
          </p:nvSpPr>
          <p:spPr>
            <a:xfrm>
              <a:off x="3774939" y="486720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528C">
                <a:alpha val="100000"/>
              </a:srgbClr>
            </a:solidFill>
            <a:ln w="5420" cap="flat">
              <a:solidFill>
                <a:srgbClr val="3B528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73" name="pg3073"/>
            <p:cNvSpPr/>
            <p:nvPr/>
          </p:nvSpPr>
          <p:spPr>
            <a:xfrm>
              <a:off x="3786576" y="486720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548F">
                <a:alpha val="100000"/>
              </a:srgbClr>
            </a:solidFill>
            <a:ln w="5420" cap="flat">
              <a:solidFill>
                <a:srgbClr val="3B548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74" name="pg3074"/>
            <p:cNvSpPr/>
            <p:nvPr/>
          </p:nvSpPr>
          <p:spPr>
            <a:xfrm>
              <a:off x="4380080" y="486720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AAFAB">
                <a:alpha val="100000"/>
              </a:srgbClr>
            </a:solidFill>
            <a:ln w="5420" cap="flat">
              <a:solidFill>
                <a:srgbClr val="4AAF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75" name="pg3075"/>
            <p:cNvSpPr/>
            <p:nvPr/>
          </p:nvSpPr>
          <p:spPr>
            <a:xfrm>
              <a:off x="4391718" y="486720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BB0AB">
                <a:alpha val="100000"/>
              </a:srgbClr>
            </a:solidFill>
            <a:ln w="5420" cap="flat">
              <a:solidFill>
                <a:srgbClr val="4BB0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76" name="pg3076"/>
            <p:cNvSpPr/>
            <p:nvPr/>
          </p:nvSpPr>
          <p:spPr>
            <a:xfrm>
              <a:off x="4403355" y="486720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FB5AB">
                <a:alpha val="100000"/>
              </a:srgbClr>
            </a:solidFill>
            <a:ln w="5420" cap="flat">
              <a:solidFill>
                <a:srgbClr val="4FB5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77" name="pg3077"/>
            <p:cNvSpPr/>
            <p:nvPr/>
          </p:nvSpPr>
          <p:spPr>
            <a:xfrm>
              <a:off x="4414992" y="486720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1B7AB">
                <a:alpha val="100000"/>
              </a:srgbClr>
            </a:solidFill>
            <a:ln w="5420" cap="flat">
              <a:solidFill>
                <a:srgbClr val="51B7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78" name="pg3078"/>
            <p:cNvSpPr/>
            <p:nvPr/>
          </p:nvSpPr>
          <p:spPr>
            <a:xfrm>
              <a:off x="4426630" y="486720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2B9AB">
                <a:alpha val="100000"/>
              </a:srgbClr>
            </a:solidFill>
            <a:ln w="5420" cap="flat">
              <a:solidFill>
                <a:srgbClr val="52B9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79" name="pg3079"/>
            <p:cNvSpPr/>
            <p:nvPr/>
          </p:nvSpPr>
          <p:spPr>
            <a:xfrm>
              <a:off x="4438267" y="486720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4BCAB">
                <a:alpha val="100000"/>
              </a:srgbClr>
            </a:solidFill>
            <a:ln w="5420" cap="flat">
              <a:solidFill>
                <a:srgbClr val="54BC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80" name="pg3080"/>
            <p:cNvSpPr/>
            <p:nvPr/>
          </p:nvSpPr>
          <p:spPr>
            <a:xfrm>
              <a:off x="4449904" y="486720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5BEAB">
                <a:alpha val="100000"/>
              </a:srgbClr>
            </a:solidFill>
            <a:ln w="5420" cap="flat">
              <a:solidFill>
                <a:srgbClr val="55BE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81" name="pg3081"/>
            <p:cNvSpPr/>
            <p:nvPr/>
          </p:nvSpPr>
          <p:spPr>
            <a:xfrm>
              <a:off x="4601190" y="486720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0CEAC">
                <a:alpha val="100000"/>
              </a:srgbClr>
            </a:solidFill>
            <a:ln w="5420" cap="flat">
              <a:solidFill>
                <a:srgbClr val="60CE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82" name="pg3082"/>
            <p:cNvSpPr/>
            <p:nvPr/>
          </p:nvSpPr>
          <p:spPr>
            <a:xfrm>
              <a:off x="4612827" y="486720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0CEAC">
                <a:alpha val="100000"/>
              </a:srgbClr>
            </a:solidFill>
            <a:ln w="5420" cap="flat">
              <a:solidFill>
                <a:srgbClr val="60CE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83" name="pg3083"/>
            <p:cNvSpPr/>
            <p:nvPr/>
          </p:nvSpPr>
          <p:spPr>
            <a:xfrm>
              <a:off x="4624464" y="486720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0CEAC">
                <a:alpha val="100000"/>
              </a:srgbClr>
            </a:solidFill>
            <a:ln w="5420" cap="flat">
              <a:solidFill>
                <a:srgbClr val="60CE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84" name="pg3084"/>
            <p:cNvSpPr/>
            <p:nvPr/>
          </p:nvSpPr>
          <p:spPr>
            <a:xfrm>
              <a:off x="4636101" y="486720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1CEAC">
                <a:alpha val="100000"/>
              </a:srgbClr>
            </a:solidFill>
            <a:ln w="5420" cap="flat">
              <a:solidFill>
                <a:srgbClr val="61CE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85" name="pg3085"/>
            <p:cNvSpPr/>
            <p:nvPr/>
          </p:nvSpPr>
          <p:spPr>
            <a:xfrm>
              <a:off x="4647739" y="486720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1CEAC">
                <a:alpha val="100000"/>
              </a:srgbClr>
            </a:solidFill>
            <a:ln w="5420" cap="flat">
              <a:solidFill>
                <a:srgbClr val="61CE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86" name="pg3086"/>
            <p:cNvSpPr/>
            <p:nvPr/>
          </p:nvSpPr>
          <p:spPr>
            <a:xfrm>
              <a:off x="3065062" y="488150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4A1">
                <a:alpha val="100000"/>
              </a:srgbClr>
            </a:solidFill>
            <a:ln w="5420" cap="flat">
              <a:solidFill>
                <a:srgbClr val="3A74A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87" name="pg3087"/>
            <p:cNvSpPr/>
            <p:nvPr/>
          </p:nvSpPr>
          <p:spPr>
            <a:xfrm>
              <a:off x="3076699" y="488150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3A1">
                <a:alpha val="100000"/>
              </a:srgbClr>
            </a:solidFill>
            <a:ln w="5420" cap="flat">
              <a:solidFill>
                <a:srgbClr val="3A73A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88" name="pg3088"/>
            <p:cNvSpPr/>
            <p:nvPr/>
          </p:nvSpPr>
          <p:spPr>
            <a:xfrm>
              <a:off x="3088337" y="488150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72A1">
                <a:alpha val="100000"/>
              </a:srgbClr>
            </a:solidFill>
            <a:ln w="5420" cap="flat">
              <a:solidFill>
                <a:srgbClr val="3B72A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89" name="pg3089"/>
            <p:cNvSpPr/>
            <p:nvPr/>
          </p:nvSpPr>
          <p:spPr>
            <a:xfrm>
              <a:off x="3099974" y="488150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72A1">
                <a:alpha val="100000"/>
              </a:srgbClr>
            </a:solidFill>
            <a:ln w="5420" cap="flat">
              <a:solidFill>
                <a:srgbClr val="3B72A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90" name="pg3090"/>
            <p:cNvSpPr/>
            <p:nvPr/>
          </p:nvSpPr>
          <p:spPr>
            <a:xfrm>
              <a:off x="3111611" y="488150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70A1">
                <a:alpha val="100000"/>
              </a:srgbClr>
            </a:solidFill>
            <a:ln w="5420" cap="flat">
              <a:solidFill>
                <a:srgbClr val="3B70A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91" name="pg3091"/>
            <p:cNvSpPr/>
            <p:nvPr/>
          </p:nvSpPr>
          <p:spPr>
            <a:xfrm>
              <a:off x="3123249" y="488150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70A0">
                <a:alpha val="100000"/>
              </a:srgbClr>
            </a:solidFill>
            <a:ln w="5420" cap="flat">
              <a:solidFill>
                <a:srgbClr val="3B70A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92" name="pg3092"/>
            <p:cNvSpPr/>
            <p:nvPr/>
          </p:nvSpPr>
          <p:spPr>
            <a:xfrm>
              <a:off x="3134886" y="488150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FA0">
                <a:alpha val="100000"/>
              </a:srgbClr>
            </a:solidFill>
            <a:ln w="5420" cap="flat">
              <a:solidFill>
                <a:srgbClr val="3A6FA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93" name="pg3093"/>
            <p:cNvSpPr/>
            <p:nvPr/>
          </p:nvSpPr>
          <p:spPr>
            <a:xfrm>
              <a:off x="3542193" y="488150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3A6A">
                <a:alpha val="100000"/>
              </a:srgbClr>
            </a:solidFill>
            <a:ln w="5420" cap="flat">
              <a:solidFill>
                <a:srgbClr val="3B3A6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94" name="pg3094"/>
            <p:cNvSpPr/>
            <p:nvPr/>
          </p:nvSpPr>
          <p:spPr>
            <a:xfrm>
              <a:off x="3553830" y="488150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3B6B">
                <a:alpha val="100000"/>
              </a:srgbClr>
            </a:solidFill>
            <a:ln w="5420" cap="flat">
              <a:solidFill>
                <a:srgbClr val="3B3B6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95" name="pg3095"/>
            <p:cNvSpPr/>
            <p:nvPr/>
          </p:nvSpPr>
          <p:spPr>
            <a:xfrm>
              <a:off x="3565467" y="488150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3B6C">
                <a:alpha val="100000"/>
              </a:srgbClr>
            </a:solidFill>
            <a:ln w="5420" cap="flat">
              <a:solidFill>
                <a:srgbClr val="3B3B6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96" name="pg3096"/>
            <p:cNvSpPr/>
            <p:nvPr/>
          </p:nvSpPr>
          <p:spPr>
            <a:xfrm>
              <a:off x="3577105" y="488150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3C6D">
                <a:alpha val="100000"/>
              </a:srgbClr>
            </a:solidFill>
            <a:ln w="5420" cap="flat">
              <a:solidFill>
                <a:srgbClr val="3B3C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97" name="pg3097"/>
            <p:cNvSpPr/>
            <p:nvPr/>
          </p:nvSpPr>
          <p:spPr>
            <a:xfrm>
              <a:off x="3588742" y="488150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3D6F">
                <a:alpha val="100000"/>
              </a:srgbClr>
            </a:solidFill>
            <a:ln w="5420" cap="flat">
              <a:solidFill>
                <a:srgbClr val="3B3D6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98" name="pg3098"/>
            <p:cNvSpPr/>
            <p:nvPr/>
          </p:nvSpPr>
          <p:spPr>
            <a:xfrm>
              <a:off x="3600379" y="488150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3E70">
                <a:alpha val="100000"/>
              </a:srgbClr>
            </a:solidFill>
            <a:ln w="5420" cap="flat">
              <a:solidFill>
                <a:srgbClr val="3B3E7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99" name="pg3099"/>
            <p:cNvSpPr/>
            <p:nvPr/>
          </p:nvSpPr>
          <p:spPr>
            <a:xfrm>
              <a:off x="3612016" y="488150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3F71">
                <a:alpha val="100000"/>
              </a:srgbClr>
            </a:solidFill>
            <a:ln w="5420" cap="flat">
              <a:solidFill>
                <a:srgbClr val="3B3F7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00" name="pg3100"/>
            <p:cNvSpPr/>
            <p:nvPr/>
          </p:nvSpPr>
          <p:spPr>
            <a:xfrm>
              <a:off x="3623654" y="488150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3F72">
                <a:alpha val="100000"/>
              </a:srgbClr>
            </a:solidFill>
            <a:ln w="5420" cap="flat">
              <a:solidFill>
                <a:srgbClr val="3B3F7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01" name="pg3101"/>
            <p:cNvSpPr/>
            <p:nvPr/>
          </p:nvSpPr>
          <p:spPr>
            <a:xfrm>
              <a:off x="3635291" y="488150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4072">
                <a:alpha val="100000"/>
              </a:srgbClr>
            </a:solidFill>
            <a:ln w="5420" cap="flat">
              <a:solidFill>
                <a:srgbClr val="3B407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02" name="pg3102"/>
            <p:cNvSpPr/>
            <p:nvPr/>
          </p:nvSpPr>
          <p:spPr>
            <a:xfrm>
              <a:off x="3646928" y="488150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073">
                <a:alpha val="100000"/>
              </a:srgbClr>
            </a:solidFill>
            <a:ln w="5420" cap="flat">
              <a:solidFill>
                <a:srgbClr val="3C407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03" name="pg3103"/>
            <p:cNvSpPr/>
            <p:nvPr/>
          </p:nvSpPr>
          <p:spPr>
            <a:xfrm>
              <a:off x="3658566" y="488150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073">
                <a:alpha val="100000"/>
              </a:srgbClr>
            </a:solidFill>
            <a:ln w="5420" cap="flat">
              <a:solidFill>
                <a:srgbClr val="3C407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04" name="pg3104"/>
            <p:cNvSpPr/>
            <p:nvPr/>
          </p:nvSpPr>
          <p:spPr>
            <a:xfrm>
              <a:off x="3670203" y="488150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174">
                <a:alpha val="100000"/>
              </a:srgbClr>
            </a:solidFill>
            <a:ln w="5420" cap="flat">
              <a:solidFill>
                <a:srgbClr val="3C417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05" name="pg3105"/>
            <p:cNvSpPr/>
            <p:nvPr/>
          </p:nvSpPr>
          <p:spPr>
            <a:xfrm>
              <a:off x="3705115" y="488150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77C">
                <a:alpha val="100000"/>
              </a:srgbClr>
            </a:solidFill>
            <a:ln w="5420" cap="flat">
              <a:solidFill>
                <a:srgbClr val="3C477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06" name="pg3106"/>
            <p:cNvSpPr/>
            <p:nvPr/>
          </p:nvSpPr>
          <p:spPr>
            <a:xfrm>
              <a:off x="3716752" y="488150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97F">
                <a:alpha val="100000"/>
              </a:srgbClr>
            </a:solidFill>
            <a:ln w="5420" cap="flat">
              <a:solidFill>
                <a:srgbClr val="3C497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07" name="pg3107"/>
            <p:cNvSpPr/>
            <p:nvPr/>
          </p:nvSpPr>
          <p:spPr>
            <a:xfrm>
              <a:off x="3728390" y="488150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A81">
                <a:alpha val="100000"/>
              </a:srgbClr>
            </a:solidFill>
            <a:ln w="5420" cap="flat">
              <a:solidFill>
                <a:srgbClr val="3C4A8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08" name="pg3108"/>
            <p:cNvSpPr/>
            <p:nvPr/>
          </p:nvSpPr>
          <p:spPr>
            <a:xfrm>
              <a:off x="3740027" y="488150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C84">
                <a:alpha val="100000"/>
              </a:srgbClr>
            </a:solidFill>
            <a:ln w="5420" cap="flat">
              <a:solidFill>
                <a:srgbClr val="3C4C8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09" name="pg3109"/>
            <p:cNvSpPr/>
            <p:nvPr/>
          </p:nvSpPr>
          <p:spPr>
            <a:xfrm>
              <a:off x="3751664" y="488150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4E87">
                <a:alpha val="100000"/>
              </a:srgbClr>
            </a:solidFill>
            <a:ln w="5420" cap="flat">
              <a:solidFill>
                <a:srgbClr val="3B4E8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10" name="pg3110"/>
            <p:cNvSpPr/>
            <p:nvPr/>
          </p:nvSpPr>
          <p:spPr>
            <a:xfrm>
              <a:off x="3763302" y="488150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508A">
                <a:alpha val="100000"/>
              </a:srgbClr>
            </a:solidFill>
            <a:ln w="5420" cap="flat">
              <a:solidFill>
                <a:srgbClr val="3B508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11" name="pg3111"/>
            <p:cNvSpPr/>
            <p:nvPr/>
          </p:nvSpPr>
          <p:spPr>
            <a:xfrm>
              <a:off x="3774939" y="488150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528D">
                <a:alpha val="100000"/>
              </a:srgbClr>
            </a:solidFill>
            <a:ln w="5420" cap="flat">
              <a:solidFill>
                <a:srgbClr val="3B528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12" name="pg3112"/>
            <p:cNvSpPr/>
            <p:nvPr/>
          </p:nvSpPr>
          <p:spPr>
            <a:xfrm>
              <a:off x="3786576" y="488150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5590">
                <a:alpha val="100000"/>
              </a:srgbClr>
            </a:solidFill>
            <a:ln w="5420" cap="flat">
              <a:solidFill>
                <a:srgbClr val="3B559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13" name="pg3113"/>
            <p:cNvSpPr/>
            <p:nvPr/>
          </p:nvSpPr>
          <p:spPr>
            <a:xfrm>
              <a:off x="4403355" y="488150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EB4AB">
                <a:alpha val="100000"/>
              </a:srgbClr>
            </a:solidFill>
            <a:ln w="5420" cap="flat">
              <a:solidFill>
                <a:srgbClr val="4EB4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14" name="pg3114"/>
            <p:cNvSpPr/>
            <p:nvPr/>
          </p:nvSpPr>
          <p:spPr>
            <a:xfrm>
              <a:off x="4414992" y="488150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0B6AB">
                <a:alpha val="100000"/>
              </a:srgbClr>
            </a:solidFill>
            <a:ln w="5420" cap="flat">
              <a:solidFill>
                <a:srgbClr val="50B6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15" name="pg3115"/>
            <p:cNvSpPr/>
            <p:nvPr/>
          </p:nvSpPr>
          <p:spPr>
            <a:xfrm>
              <a:off x="4426630" y="488150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2B8AB">
                <a:alpha val="100000"/>
              </a:srgbClr>
            </a:solidFill>
            <a:ln w="5420" cap="flat">
              <a:solidFill>
                <a:srgbClr val="52B8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16" name="pg3116"/>
            <p:cNvSpPr/>
            <p:nvPr/>
          </p:nvSpPr>
          <p:spPr>
            <a:xfrm>
              <a:off x="4438267" y="488150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3BAAB">
                <a:alpha val="100000"/>
              </a:srgbClr>
            </a:solidFill>
            <a:ln w="5420" cap="flat">
              <a:solidFill>
                <a:srgbClr val="53BA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17" name="pg3117"/>
            <p:cNvSpPr/>
            <p:nvPr/>
          </p:nvSpPr>
          <p:spPr>
            <a:xfrm>
              <a:off x="4449904" y="488150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4BCAB">
                <a:alpha val="100000"/>
              </a:srgbClr>
            </a:solidFill>
            <a:ln w="5420" cap="flat">
              <a:solidFill>
                <a:srgbClr val="54BC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18" name="pg3118"/>
            <p:cNvSpPr/>
            <p:nvPr/>
          </p:nvSpPr>
          <p:spPr>
            <a:xfrm>
              <a:off x="4461542" y="488150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6BEAB">
                <a:alpha val="100000"/>
              </a:srgbClr>
            </a:solidFill>
            <a:ln w="5420" cap="flat">
              <a:solidFill>
                <a:srgbClr val="56BE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19" name="pg3119"/>
            <p:cNvSpPr/>
            <p:nvPr/>
          </p:nvSpPr>
          <p:spPr>
            <a:xfrm>
              <a:off x="4601190" y="488150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FCCAC">
                <a:alpha val="100000"/>
              </a:srgbClr>
            </a:solidFill>
            <a:ln w="5420" cap="flat">
              <a:solidFill>
                <a:srgbClr val="5FCC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20" name="pg3120"/>
            <p:cNvSpPr/>
            <p:nvPr/>
          </p:nvSpPr>
          <p:spPr>
            <a:xfrm>
              <a:off x="4612827" y="488150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FCDAC">
                <a:alpha val="100000"/>
              </a:srgbClr>
            </a:solidFill>
            <a:ln w="5420" cap="flat">
              <a:solidFill>
                <a:srgbClr val="5FCD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21" name="pg3121"/>
            <p:cNvSpPr/>
            <p:nvPr/>
          </p:nvSpPr>
          <p:spPr>
            <a:xfrm>
              <a:off x="4624464" y="488150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FCDAC">
                <a:alpha val="100000"/>
              </a:srgbClr>
            </a:solidFill>
            <a:ln w="5420" cap="flat">
              <a:solidFill>
                <a:srgbClr val="5FCD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22" name="pg3122"/>
            <p:cNvSpPr/>
            <p:nvPr/>
          </p:nvSpPr>
          <p:spPr>
            <a:xfrm>
              <a:off x="4636101" y="488150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FCDAC">
                <a:alpha val="100000"/>
              </a:srgbClr>
            </a:solidFill>
            <a:ln w="5420" cap="flat">
              <a:solidFill>
                <a:srgbClr val="5FCD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23" name="pg3123"/>
            <p:cNvSpPr/>
            <p:nvPr/>
          </p:nvSpPr>
          <p:spPr>
            <a:xfrm>
              <a:off x="4647739" y="488150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0CDAC">
                <a:alpha val="100000"/>
              </a:srgbClr>
            </a:solidFill>
            <a:ln w="5420" cap="flat">
              <a:solidFill>
                <a:srgbClr val="60CD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24" name="pg3124"/>
            <p:cNvSpPr/>
            <p:nvPr/>
          </p:nvSpPr>
          <p:spPr>
            <a:xfrm>
              <a:off x="4659376" y="488150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0CDAC">
                <a:alpha val="100000"/>
              </a:srgbClr>
            </a:solidFill>
            <a:ln w="5420" cap="flat">
              <a:solidFill>
                <a:srgbClr val="60CD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25" name="pg3125"/>
            <p:cNvSpPr/>
            <p:nvPr/>
          </p:nvSpPr>
          <p:spPr>
            <a:xfrm>
              <a:off x="2948689" y="489580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6A2">
                <a:alpha val="100000"/>
              </a:srgbClr>
            </a:solidFill>
            <a:ln w="5420" cap="flat">
              <a:solidFill>
                <a:srgbClr val="3A76A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26" name="pg3126"/>
            <p:cNvSpPr/>
            <p:nvPr/>
          </p:nvSpPr>
          <p:spPr>
            <a:xfrm>
              <a:off x="2960326" y="489580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6A2">
                <a:alpha val="100000"/>
              </a:srgbClr>
            </a:solidFill>
            <a:ln w="5420" cap="flat">
              <a:solidFill>
                <a:srgbClr val="3A76A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27" name="pg3127"/>
            <p:cNvSpPr/>
            <p:nvPr/>
          </p:nvSpPr>
          <p:spPr>
            <a:xfrm>
              <a:off x="2971963" y="489580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5A2">
                <a:alpha val="100000"/>
              </a:srgbClr>
            </a:solidFill>
            <a:ln w="5420" cap="flat">
              <a:solidFill>
                <a:srgbClr val="3A75A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28" name="pg3128"/>
            <p:cNvSpPr/>
            <p:nvPr/>
          </p:nvSpPr>
          <p:spPr>
            <a:xfrm>
              <a:off x="2983601" y="489580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5A2">
                <a:alpha val="100000"/>
              </a:srgbClr>
            </a:solidFill>
            <a:ln w="5420" cap="flat">
              <a:solidFill>
                <a:srgbClr val="3A75A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29" name="pg3129"/>
            <p:cNvSpPr/>
            <p:nvPr/>
          </p:nvSpPr>
          <p:spPr>
            <a:xfrm>
              <a:off x="2995238" y="489580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5A2">
                <a:alpha val="100000"/>
              </a:srgbClr>
            </a:solidFill>
            <a:ln w="5420" cap="flat">
              <a:solidFill>
                <a:srgbClr val="3A75A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30" name="pg3130"/>
            <p:cNvSpPr/>
            <p:nvPr/>
          </p:nvSpPr>
          <p:spPr>
            <a:xfrm>
              <a:off x="3006875" y="489580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5A2">
                <a:alpha val="100000"/>
              </a:srgbClr>
            </a:solidFill>
            <a:ln w="5420" cap="flat">
              <a:solidFill>
                <a:srgbClr val="3A75A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31" name="pg3131"/>
            <p:cNvSpPr/>
            <p:nvPr/>
          </p:nvSpPr>
          <p:spPr>
            <a:xfrm>
              <a:off x="3041787" y="489580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5A2">
                <a:alpha val="100000"/>
              </a:srgbClr>
            </a:solidFill>
            <a:ln w="5420" cap="flat">
              <a:solidFill>
                <a:srgbClr val="3A75A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32" name="pg3132"/>
            <p:cNvSpPr/>
            <p:nvPr/>
          </p:nvSpPr>
          <p:spPr>
            <a:xfrm>
              <a:off x="3053425" y="489580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4A1">
                <a:alpha val="100000"/>
              </a:srgbClr>
            </a:solidFill>
            <a:ln w="5420" cap="flat">
              <a:solidFill>
                <a:srgbClr val="3A74A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33" name="pg3133"/>
            <p:cNvSpPr/>
            <p:nvPr/>
          </p:nvSpPr>
          <p:spPr>
            <a:xfrm>
              <a:off x="3065062" y="489580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4A1">
                <a:alpha val="100000"/>
              </a:srgbClr>
            </a:solidFill>
            <a:ln w="5420" cap="flat">
              <a:solidFill>
                <a:srgbClr val="3A74A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34" name="pg3134"/>
            <p:cNvSpPr/>
            <p:nvPr/>
          </p:nvSpPr>
          <p:spPr>
            <a:xfrm>
              <a:off x="3076699" y="489580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3A1">
                <a:alpha val="100000"/>
              </a:srgbClr>
            </a:solidFill>
            <a:ln w="5420" cap="flat">
              <a:solidFill>
                <a:srgbClr val="3A73A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35" name="pg3135"/>
            <p:cNvSpPr/>
            <p:nvPr/>
          </p:nvSpPr>
          <p:spPr>
            <a:xfrm>
              <a:off x="3088337" y="489580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73A1">
                <a:alpha val="100000"/>
              </a:srgbClr>
            </a:solidFill>
            <a:ln w="5420" cap="flat">
              <a:solidFill>
                <a:srgbClr val="3B73A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36" name="pg3136"/>
            <p:cNvSpPr/>
            <p:nvPr/>
          </p:nvSpPr>
          <p:spPr>
            <a:xfrm>
              <a:off x="3099974" y="489580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72A1">
                <a:alpha val="100000"/>
              </a:srgbClr>
            </a:solidFill>
            <a:ln w="5420" cap="flat">
              <a:solidFill>
                <a:srgbClr val="3B72A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37" name="pg3137"/>
            <p:cNvSpPr/>
            <p:nvPr/>
          </p:nvSpPr>
          <p:spPr>
            <a:xfrm>
              <a:off x="3111611" y="489580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70A1">
                <a:alpha val="100000"/>
              </a:srgbClr>
            </a:solidFill>
            <a:ln w="5420" cap="flat">
              <a:solidFill>
                <a:srgbClr val="3B70A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38" name="pg3138"/>
            <p:cNvSpPr/>
            <p:nvPr/>
          </p:nvSpPr>
          <p:spPr>
            <a:xfrm>
              <a:off x="3123249" y="489580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70A0">
                <a:alpha val="100000"/>
              </a:srgbClr>
            </a:solidFill>
            <a:ln w="5420" cap="flat">
              <a:solidFill>
                <a:srgbClr val="3B70A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39" name="pg3139"/>
            <p:cNvSpPr/>
            <p:nvPr/>
          </p:nvSpPr>
          <p:spPr>
            <a:xfrm>
              <a:off x="3635291" y="489580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174">
                <a:alpha val="100000"/>
              </a:srgbClr>
            </a:solidFill>
            <a:ln w="5420" cap="flat">
              <a:solidFill>
                <a:srgbClr val="3C417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40" name="pg3140"/>
            <p:cNvSpPr/>
            <p:nvPr/>
          </p:nvSpPr>
          <p:spPr>
            <a:xfrm>
              <a:off x="3646928" y="489580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175">
                <a:alpha val="100000"/>
              </a:srgbClr>
            </a:solidFill>
            <a:ln w="5420" cap="flat">
              <a:solidFill>
                <a:srgbClr val="3C417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41" name="pg3141"/>
            <p:cNvSpPr/>
            <p:nvPr/>
          </p:nvSpPr>
          <p:spPr>
            <a:xfrm>
              <a:off x="3716752" y="489580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A80">
                <a:alpha val="100000"/>
              </a:srgbClr>
            </a:solidFill>
            <a:ln w="5420" cap="flat">
              <a:solidFill>
                <a:srgbClr val="3C4A8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42" name="pg3142"/>
            <p:cNvSpPr/>
            <p:nvPr/>
          </p:nvSpPr>
          <p:spPr>
            <a:xfrm>
              <a:off x="3728390" y="489580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B83">
                <a:alpha val="100000"/>
              </a:srgbClr>
            </a:solidFill>
            <a:ln w="5420" cap="flat">
              <a:solidFill>
                <a:srgbClr val="3C4B8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43" name="pg3143"/>
            <p:cNvSpPr/>
            <p:nvPr/>
          </p:nvSpPr>
          <p:spPr>
            <a:xfrm>
              <a:off x="3740027" y="489580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D85">
                <a:alpha val="100000"/>
              </a:srgbClr>
            </a:solidFill>
            <a:ln w="5420" cap="flat">
              <a:solidFill>
                <a:srgbClr val="3C4D8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44" name="pg3144"/>
            <p:cNvSpPr/>
            <p:nvPr/>
          </p:nvSpPr>
          <p:spPr>
            <a:xfrm>
              <a:off x="3751664" y="489580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4F88">
                <a:alpha val="100000"/>
              </a:srgbClr>
            </a:solidFill>
            <a:ln w="5420" cap="flat">
              <a:solidFill>
                <a:srgbClr val="3B4F8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45" name="pg3145"/>
            <p:cNvSpPr/>
            <p:nvPr/>
          </p:nvSpPr>
          <p:spPr>
            <a:xfrm>
              <a:off x="3763302" y="489580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518B">
                <a:alpha val="100000"/>
              </a:srgbClr>
            </a:solidFill>
            <a:ln w="5420" cap="flat">
              <a:solidFill>
                <a:srgbClr val="3B518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46" name="pg3146"/>
            <p:cNvSpPr/>
            <p:nvPr/>
          </p:nvSpPr>
          <p:spPr>
            <a:xfrm>
              <a:off x="3774939" y="489580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538D">
                <a:alpha val="100000"/>
              </a:srgbClr>
            </a:solidFill>
            <a:ln w="5420" cap="flat">
              <a:solidFill>
                <a:srgbClr val="3B538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47" name="pg3147"/>
            <p:cNvSpPr/>
            <p:nvPr/>
          </p:nvSpPr>
          <p:spPr>
            <a:xfrm>
              <a:off x="4414992" y="489580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FB6AB">
                <a:alpha val="100000"/>
              </a:srgbClr>
            </a:solidFill>
            <a:ln w="5420" cap="flat">
              <a:solidFill>
                <a:srgbClr val="4FB6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48" name="pg3148"/>
            <p:cNvSpPr/>
            <p:nvPr/>
          </p:nvSpPr>
          <p:spPr>
            <a:xfrm>
              <a:off x="4426630" y="489580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1B8AB">
                <a:alpha val="100000"/>
              </a:srgbClr>
            </a:solidFill>
            <a:ln w="5420" cap="flat">
              <a:solidFill>
                <a:srgbClr val="51B8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49" name="pg3149"/>
            <p:cNvSpPr/>
            <p:nvPr/>
          </p:nvSpPr>
          <p:spPr>
            <a:xfrm>
              <a:off x="4438267" y="489580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2B9AB">
                <a:alpha val="100000"/>
              </a:srgbClr>
            </a:solidFill>
            <a:ln w="5420" cap="flat">
              <a:solidFill>
                <a:srgbClr val="52B9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50" name="pg3150"/>
            <p:cNvSpPr/>
            <p:nvPr/>
          </p:nvSpPr>
          <p:spPr>
            <a:xfrm>
              <a:off x="4449904" y="489580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4BBAB">
                <a:alpha val="100000"/>
              </a:srgbClr>
            </a:solidFill>
            <a:ln w="5420" cap="flat">
              <a:solidFill>
                <a:srgbClr val="54BB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51" name="pg3151"/>
            <p:cNvSpPr/>
            <p:nvPr/>
          </p:nvSpPr>
          <p:spPr>
            <a:xfrm>
              <a:off x="4461542" y="489580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5BDAB">
                <a:alpha val="100000"/>
              </a:srgbClr>
            </a:solidFill>
            <a:ln w="5420" cap="flat">
              <a:solidFill>
                <a:srgbClr val="55BD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52" name="pg3152"/>
            <p:cNvSpPr/>
            <p:nvPr/>
          </p:nvSpPr>
          <p:spPr>
            <a:xfrm>
              <a:off x="4612827" y="489580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ECBAC">
                <a:alpha val="100000"/>
              </a:srgbClr>
            </a:solidFill>
            <a:ln w="5420" cap="flat">
              <a:solidFill>
                <a:srgbClr val="5ECB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53" name="pg3153"/>
            <p:cNvSpPr/>
            <p:nvPr/>
          </p:nvSpPr>
          <p:spPr>
            <a:xfrm>
              <a:off x="4624464" y="489580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ECBAC">
                <a:alpha val="100000"/>
              </a:srgbClr>
            </a:solidFill>
            <a:ln w="5420" cap="flat">
              <a:solidFill>
                <a:srgbClr val="5ECB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54" name="pg3154"/>
            <p:cNvSpPr/>
            <p:nvPr/>
          </p:nvSpPr>
          <p:spPr>
            <a:xfrm>
              <a:off x="4636101" y="489580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FCCAC">
                <a:alpha val="100000"/>
              </a:srgbClr>
            </a:solidFill>
            <a:ln w="5420" cap="flat">
              <a:solidFill>
                <a:srgbClr val="5FCC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55" name="pg3155"/>
            <p:cNvSpPr/>
            <p:nvPr/>
          </p:nvSpPr>
          <p:spPr>
            <a:xfrm>
              <a:off x="4647739" y="489580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FCCAC">
                <a:alpha val="100000"/>
              </a:srgbClr>
            </a:solidFill>
            <a:ln w="5420" cap="flat">
              <a:solidFill>
                <a:srgbClr val="5FCC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56" name="pg3156"/>
            <p:cNvSpPr/>
            <p:nvPr/>
          </p:nvSpPr>
          <p:spPr>
            <a:xfrm>
              <a:off x="4659376" y="489580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FCCAC">
                <a:alpha val="100000"/>
              </a:srgbClr>
            </a:solidFill>
            <a:ln w="5420" cap="flat">
              <a:solidFill>
                <a:srgbClr val="5FCC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57" name="pg3157"/>
            <p:cNvSpPr/>
            <p:nvPr/>
          </p:nvSpPr>
          <p:spPr>
            <a:xfrm>
              <a:off x="2937051" y="491010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6A2">
                <a:alpha val="100000"/>
              </a:srgbClr>
            </a:solidFill>
            <a:ln w="5420" cap="flat">
              <a:solidFill>
                <a:srgbClr val="3A76A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58" name="pg3158"/>
            <p:cNvSpPr/>
            <p:nvPr/>
          </p:nvSpPr>
          <p:spPr>
            <a:xfrm>
              <a:off x="2948689" y="491010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6A2">
                <a:alpha val="100000"/>
              </a:srgbClr>
            </a:solidFill>
            <a:ln w="5420" cap="flat">
              <a:solidFill>
                <a:srgbClr val="3A76A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59" name="pg3159"/>
            <p:cNvSpPr/>
            <p:nvPr/>
          </p:nvSpPr>
          <p:spPr>
            <a:xfrm>
              <a:off x="2960326" y="491010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6A2">
                <a:alpha val="100000"/>
              </a:srgbClr>
            </a:solidFill>
            <a:ln w="5420" cap="flat">
              <a:solidFill>
                <a:srgbClr val="3A76A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60" name="pg3160"/>
            <p:cNvSpPr/>
            <p:nvPr/>
          </p:nvSpPr>
          <p:spPr>
            <a:xfrm>
              <a:off x="2971963" y="491010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5A2">
                <a:alpha val="100000"/>
              </a:srgbClr>
            </a:solidFill>
            <a:ln w="5420" cap="flat">
              <a:solidFill>
                <a:srgbClr val="3A75A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61" name="pg3161"/>
            <p:cNvSpPr/>
            <p:nvPr/>
          </p:nvSpPr>
          <p:spPr>
            <a:xfrm>
              <a:off x="2983601" y="491010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5A2">
                <a:alpha val="100000"/>
              </a:srgbClr>
            </a:solidFill>
            <a:ln w="5420" cap="flat">
              <a:solidFill>
                <a:srgbClr val="3A75A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62" name="pg3162"/>
            <p:cNvSpPr/>
            <p:nvPr/>
          </p:nvSpPr>
          <p:spPr>
            <a:xfrm>
              <a:off x="2995238" y="491010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5A2">
                <a:alpha val="100000"/>
              </a:srgbClr>
            </a:solidFill>
            <a:ln w="5420" cap="flat">
              <a:solidFill>
                <a:srgbClr val="3A75A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63" name="pg3163"/>
            <p:cNvSpPr/>
            <p:nvPr/>
          </p:nvSpPr>
          <p:spPr>
            <a:xfrm>
              <a:off x="3006875" y="491010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5A2">
                <a:alpha val="100000"/>
              </a:srgbClr>
            </a:solidFill>
            <a:ln w="5420" cap="flat">
              <a:solidFill>
                <a:srgbClr val="3A75A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64" name="pg3164"/>
            <p:cNvSpPr/>
            <p:nvPr/>
          </p:nvSpPr>
          <p:spPr>
            <a:xfrm>
              <a:off x="3018513" y="491010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5A2">
                <a:alpha val="100000"/>
              </a:srgbClr>
            </a:solidFill>
            <a:ln w="5420" cap="flat">
              <a:solidFill>
                <a:srgbClr val="3A75A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65" name="pg3165"/>
            <p:cNvSpPr/>
            <p:nvPr/>
          </p:nvSpPr>
          <p:spPr>
            <a:xfrm>
              <a:off x="3030150" y="491010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5A2">
                <a:alpha val="100000"/>
              </a:srgbClr>
            </a:solidFill>
            <a:ln w="5420" cap="flat">
              <a:solidFill>
                <a:srgbClr val="3A75A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66" name="pg3166"/>
            <p:cNvSpPr/>
            <p:nvPr/>
          </p:nvSpPr>
          <p:spPr>
            <a:xfrm>
              <a:off x="3041787" y="491010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5A2">
                <a:alpha val="100000"/>
              </a:srgbClr>
            </a:solidFill>
            <a:ln w="5420" cap="flat">
              <a:solidFill>
                <a:srgbClr val="3A75A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67" name="pg3167"/>
            <p:cNvSpPr/>
            <p:nvPr/>
          </p:nvSpPr>
          <p:spPr>
            <a:xfrm>
              <a:off x="3053425" y="491010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4A1">
                <a:alpha val="100000"/>
              </a:srgbClr>
            </a:solidFill>
            <a:ln w="5420" cap="flat">
              <a:solidFill>
                <a:srgbClr val="3A74A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68" name="pg3168"/>
            <p:cNvSpPr/>
            <p:nvPr/>
          </p:nvSpPr>
          <p:spPr>
            <a:xfrm>
              <a:off x="3065062" y="491010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4A1">
                <a:alpha val="100000"/>
              </a:srgbClr>
            </a:solidFill>
            <a:ln w="5420" cap="flat">
              <a:solidFill>
                <a:srgbClr val="3A74A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69" name="pg3169"/>
            <p:cNvSpPr/>
            <p:nvPr/>
          </p:nvSpPr>
          <p:spPr>
            <a:xfrm>
              <a:off x="3076699" y="491010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3A1">
                <a:alpha val="100000"/>
              </a:srgbClr>
            </a:solidFill>
            <a:ln w="5420" cap="flat">
              <a:solidFill>
                <a:srgbClr val="3A73A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70" name="pg3170"/>
            <p:cNvSpPr/>
            <p:nvPr/>
          </p:nvSpPr>
          <p:spPr>
            <a:xfrm>
              <a:off x="3088337" y="491010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73A1">
                <a:alpha val="100000"/>
              </a:srgbClr>
            </a:solidFill>
            <a:ln w="5420" cap="flat">
              <a:solidFill>
                <a:srgbClr val="3B73A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71" name="pg3171"/>
            <p:cNvSpPr/>
            <p:nvPr/>
          </p:nvSpPr>
          <p:spPr>
            <a:xfrm>
              <a:off x="3099974" y="491010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72A1">
                <a:alpha val="100000"/>
              </a:srgbClr>
            </a:solidFill>
            <a:ln w="5420" cap="flat">
              <a:solidFill>
                <a:srgbClr val="3B72A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72" name="pg3172"/>
            <p:cNvSpPr/>
            <p:nvPr/>
          </p:nvSpPr>
          <p:spPr>
            <a:xfrm>
              <a:off x="3111611" y="491010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71A1">
                <a:alpha val="100000"/>
              </a:srgbClr>
            </a:solidFill>
            <a:ln w="5420" cap="flat">
              <a:solidFill>
                <a:srgbClr val="3B71A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73" name="pg3173"/>
            <p:cNvSpPr/>
            <p:nvPr/>
          </p:nvSpPr>
          <p:spPr>
            <a:xfrm>
              <a:off x="3716752" y="491010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B82">
                <a:alpha val="100000"/>
              </a:srgbClr>
            </a:solidFill>
            <a:ln w="5420" cap="flat">
              <a:solidFill>
                <a:srgbClr val="3C4B8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74" name="pg3174"/>
            <p:cNvSpPr/>
            <p:nvPr/>
          </p:nvSpPr>
          <p:spPr>
            <a:xfrm>
              <a:off x="3728390" y="491010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C84">
                <a:alpha val="100000"/>
              </a:srgbClr>
            </a:solidFill>
            <a:ln w="5420" cap="flat">
              <a:solidFill>
                <a:srgbClr val="3C4C8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75" name="pg3175"/>
            <p:cNvSpPr/>
            <p:nvPr/>
          </p:nvSpPr>
          <p:spPr>
            <a:xfrm>
              <a:off x="3740027" y="491010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4E87">
                <a:alpha val="100000"/>
              </a:srgbClr>
            </a:solidFill>
            <a:ln w="5420" cap="flat">
              <a:solidFill>
                <a:srgbClr val="3B4E8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76" name="pg3176"/>
            <p:cNvSpPr/>
            <p:nvPr/>
          </p:nvSpPr>
          <p:spPr>
            <a:xfrm>
              <a:off x="3751664" y="491010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5089">
                <a:alpha val="100000"/>
              </a:srgbClr>
            </a:solidFill>
            <a:ln w="5420" cap="flat">
              <a:solidFill>
                <a:srgbClr val="3B508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77" name="pg3177"/>
            <p:cNvSpPr/>
            <p:nvPr/>
          </p:nvSpPr>
          <p:spPr>
            <a:xfrm>
              <a:off x="4414992" y="491010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FB5AB">
                <a:alpha val="100000"/>
              </a:srgbClr>
            </a:solidFill>
            <a:ln w="5420" cap="flat">
              <a:solidFill>
                <a:srgbClr val="4FB5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78" name="pg3178"/>
            <p:cNvSpPr/>
            <p:nvPr/>
          </p:nvSpPr>
          <p:spPr>
            <a:xfrm>
              <a:off x="4426630" y="491010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0B7AB">
                <a:alpha val="100000"/>
              </a:srgbClr>
            </a:solidFill>
            <a:ln w="5420" cap="flat">
              <a:solidFill>
                <a:srgbClr val="50B7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79" name="pg3179"/>
            <p:cNvSpPr/>
            <p:nvPr/>
          </p:nvSpPr>
          <p:spPr>
            <a:xfrm>
              <a:off x="4438267" y="491010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2B9AB">
                <a:alpha val="100000"/>
              </a:srgbClr>
            </a:solidFill>
            <a:ln w="5420" cap="flat">
              <a:solidFill>
                <a:srgbClr val="52B9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80" name="pg3180"/>
            <p:cNvSpPr/>
            <p:nvPr/>
          </p:nvSpPr>
          <p:spPr>
            <a:xfrm>
              <a:off x="4449904" y="491010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3BAAB">
                <a:alpha val="100000"/>
              </a:srgbClr>
            </a:solidFill>
            <a:ln w="5420" cap="flat">
              <a:solidFill>
                <a:srgbClr val="53BA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81" name="pg3181"/>
            <p:cNvSpPr/>
            <p:nvPr/>
          </p:nvSpPr>
          <p:spPr>
            <a:xfrm>
              <a:off x="4461542" y="491010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4BCAB">
                <a:alpha val="100000"/>
              </a:srgbClr>
            </a:solidFill>
            <a:ln w="5420" cap="flat">
              <a:solidFill>
                <a:srgbClr val="54BC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82" name="pg3182"/>
            <p:cNvSpPr/>
            <p:nvPr/>
          </p:nvSpPr>
          <p:spPr>
            <a:xfrm>
              <a:off x="4612827" y="491010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DCAAC">
                <a:alpha val="100000"/>
              </a:srgbClr>
            </a:solidFill>
            <a:ln w="5420" cap="flat">
              <a:solidFill>
                <a:srgbClr val="5DCA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83" name="pg3183"/>
            <p:cNvSpPr/>
            <p:nvPr/>
          </p:nvSpPr>
          <p:spPr>
            <a:xfrm>
              <a:off x="4624464" y="491010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ECAAC">
                <a:alpha val="100000"/>
              </a:srgbClr>
            </a:solidFill>
            <a:ln w="5420" cap="flat">
              <a:solidFill>
                <a:srgbClr val="5ECA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84" name="pg3184"/>
            <p:cNvSpPr/>
            <p:nvPr/>
          </p:nvSpPr>
          <p:spPr>
            <a:xfrm>
              <a:off x="4636101" y="491010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ECBAC">
                <a:alpha val="100000"/>
              </a:srgbClr>
            </a:solidFill>
            <a:ln w="5420" cap="flat">
              <a:solidFill>
                <a:srgbClr val="5ECB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85" name="pg3185"/>
            <p:cNvSpPr/>
            <p:nvPr/>
          </p:nvSpPr>
          <p:spPr>
            <a:xfrm>
              <a:off x="4647739" y="491010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ECBAC">
                <a:alpha val="100000"/>
              </a:srgbClr>
            </a:solidFill>
            <a:ln w="5420" cap="flat">
              <a:solidFill>
                <a:srgbClr val="5ECB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86" name="pg3186"/>
            <p:cNvSpPr/>
            <p:nvPr/>
          </p:nvSpPr>
          <p:spPr>
            <a:xfrm>
              <a:off x="4659376" y="491010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ECBAC">
                <a:alpha val="100000"/>
              </a:srgbClr>
            </a:solidFill>
            <a:ln w="5420" cap="flat">
              <a:solidFill>
                <a:srgbClr val="5ECB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87" name="pg3187"/>
            <p:cNvSpPr/>
            <p:nvPr/>
          </p:nvSpPr>
          <p:spPr>
            <a:xfrm>
              <a:off x="4671013" y="491010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ECBAC">
                <a:alpha val="100000"/>
              </a:srgbClr>
            </a:solidFill>
            <a:ln w="5420" cap="flat">
              <a:solidFill>
                <a:srgbClr val="5ECB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88" name="pg3188"/>
            <p:cNvSpPr/>
            <p:nvPr/>
          </p:nvSpPr>
          <p:spPr>
            <a:xfrm>
              <a:off x="2937051" y="492440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7A2">
                <a:alpha val="100000"/>
              </a:srgbClr>
            </a:solidFill>
            <a:ln w="5420" cap="flat">
              <a:solidFill>
                <a:srgbClr val="3A77A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89" name="pg3189"/>
            <p:cNvSpPr/>
            <p:nvPr/>
          </p:nvSpPr>
          <p:spPr>
            <a:xfrm>
              <a:off x="2948689" y="492440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6A2">
                <a:alpha val="100000"/>
              </a:srgbClr>
            </a:solidFill>
            <a:ln w="5420" cap="flat">
              <a:solidFill>
                <a:srgbClr val="3A76A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90" name="pg3190"/>
            <p:cNvSpPr/>
            <p:nvPr/>
          </p:nvSpPr>
          <p:spPr>
            <a:xfrm>
              <a:off x="2960326" y="492440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6A2">
                <a:alpha val="100000"/>
              </a:srgbClr>
            </a:solidFill>
            <a:ln w="5420" cap="flat">
              <a:solidFill>
                <a:srgbClr val="3A76A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91" name="pg3191"/>
            <p:cNvSpPr/>
            <p:nvPr/>
          </p:nvSpPr>
          <p:spPr>
            <a:xfrm>
              <a:off x="2971963" y="492440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6A2">
                <a:alpha val="100000"/>
              </a:srgbClr>
            </a:solidFill>
            <a:ln w="5420" cap="flat">
              <a:solidFill>
                <a:srgbClr val="3A76A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92" name="pg3192"/>
            <p:cNvSpPr/>
            <p:nvPr/>
          </p:nvSpPr>
          <p:spPr>
            <a:xfrm>
              <a:off x="2983601" y="492440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5A2">
                <a:alpha val="100000"/>
              </a:srgbClr>
            </a:solidFill>
            <a:ln w="5420" cap="flat">
              <a:solidFill>
                <a:srgbClr val="3A75A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93" name="pg3193"/>
            <p:cNvSpPr/>
            <p:nvPr/>
          </p:nvSpPr>
          <p:spPr>
            <a:xfrm>
              <a:off x="2995238" y="492440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5A2">
                <a:alpha val="100000"/>
              </a:srgbClr>
            </a:solidFill>
            <a:ln w="5420" cap="flat">
              <a:solidFill>
                <a:srgbClr val="3A75A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94" name="pg3194"/>
            <p:cNvSpPr/>
            <p:nvPr/>
          </p:nvSpPr>
          <p:spPr>
            <a:xfrm>
              <a:off x="3006875" y="492440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5A2">
                <a:alpha val="100000"/>
              </a:srgbClr>
            </a:solidFill>
            <a:ln w="5420" cap="flat">
              <a:solidFill>
                <a:srgbClr val="3A75A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95" name="pg3195"/>
            <p:cNvSpPr/>
            <p:nvPr/>
          </p:nvSpPr>
          <p:spPr>
            <a:xfrm>
              <a:off x="3018513" y="492440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5A2">
                <a:alpha val="100000"/>
              </a:srgbClr>
            </a:solidFill>
            <a:ln w="5420" cap="flat">
              <a:solidFill>
                <a:srgbClr val="3A75A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96" name="pg3196"/>
            <p:cNvSpPr/>
            <p:nvPr/>
          </p:nvSpPr>
          <p:spPr>
            <a:xfrm>
              <a:off x="3030150" y="492440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5A2">
                <a:alpha val="100000"/>
              </a:srgbClr>
            </a:solidFill>
            <a:ln w="5420" cap="flat">
              <a:solidFill>
                <a:srgbClr val="3A75A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97" name="pg3197"/>
            <p:cNvSpPr/>
            <p:nvPr/>
          </p:nvSpPr>
          <p:spPr>
            <a:xfrm>
              <a:off x="3041787" y="492440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5A2">
                <a:alpha val="100000"/>
              </a:srgbClr>
            </a:solidFill>
            <a:ln w="5420" cap="flat">
              <a:solidFill>
                <a:srgbClr val="3A75A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98" name="pg3198"/>
            <p:cNvSpPr/>
            <p:nvPr/>
          </p:nvSpPr>
          <p:spPr>
            <a:xfrm>
              <a:off x="3053425" y="492440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5A2">
                <a:alpha val="100000"/>
              </a:srgbClr>
            </a:solidFill>
            <a:ln w="5420" cap="flat">
              <a:solidFill>
                <a:srgbClr val="3A75A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99" name="pg3199"/>
            <p:cNvSpPr/>
            <p:nvPr/>
          </p:nvSpPr>
          <p:spPr>
            <a:xfrm>
              <a:off x="3065062" y="492440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4A1">
                <a:alpha val="100000"/>
              </a:srgbClr>
            </a:solidFill>
            <a:ln w="5420" cap="flat">
              <a:solidFill>
                <a:srgbClr val="3A74A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00" name="pg3200"/>
            <p:cNvSpPr/>
            <p:nvPr/>
          </p:nvSpPr>
          <p:spPr>
            <a:xfrm>
              <a:off x="3076699" y="492440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4A1">
                <a:alpha val="100000"/>
              </a:srgbClr>
            </a:solidFill>
            <a:ln w="5420" cap="flat">
              <a:solidFill>
                <a:srgbClr val="3A74A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01" name="pg3201"/>
            <p:cNvSpPr/>
            <p:nvPr/>
          </p:nvSpPr>
          <p:spPr>
            <a:xfrm>
              <a:off x="3088337" y="492440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3A1">
                <a:alpha val="100000"/>
              </a:srgbClr>
            </a:solidFill>
            <a:ln w="5420" cap="flat">
              <a:solidFill>
                <a:srgbClr val="3A73A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02" name="pg3202"/>
            <p:cNvSpPr/>
            <p:nvPr/>
          </p:nvSpPr>
          <p:spPr>
            <a:xfrm>
              <a:off x="3099974" y="492440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72A1">
                <a:alpha val="100000"/>
              </a:srgbClr>
            </a:solidFill>
            <a:ln w="5420" cap="flat">
              <a:solidFill>
                <a:srgbClr val="3B72A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03" name="pg3203"/>
            <p:cNvSpPr/>
            <p:nvPr/>
          </p:nvSpPr>
          <p:spPr>
            <a:xfrm>
              <a:off x="4414992" y="492440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EB4AB">
                <a:alpha val="100000"/>
              </a:srgbClr>
            </a:solidFill>
            <a:ln w="5420" cap="flat">
              <a:solidFill>
                <a:srgbClr val="4EB4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04" name="pg3204"/>
            <p:cNvSpPr/>
            <p:nvPr/>
          </p:nvSpPr>
          <p:spPr>
            <a:xfrm>
              <a:off x="4426630" y="492440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0B6AB">
                <a:alpha val="100000"/>
              </a:srgbClr>
            </a:solidFill>
            <a:ln w="5420" cap="flat">
              <a:solidFill>
                <a:srgbClr val="50B6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05" name="pg3205"/>
            <p:cNvSpPr/>
            <p:nvPr/>
          </p:nvSpPr>
          <p:spPr>
            <a:xfrm>
              <a:off x="4438267" y="492440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1B8AB">
                <a:alpha val="100000"/>
              </a:srgbClr>
            </a:solidFill>
            <a:ln w="5420" cap="flat">
              <a:solidFill>
                <a:srgbClr val="51B8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06" name="pg3206"/>
            <p:cNvSpPr/>
            <p:nvPr/>
          </p:nvSpPr>
          <p:spPr>
            <a:xfrm>
              <a:off x="4449904" y="492440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2B9AB">
                <a:alpha val="100000"/>
              </a:srgbClr>
            </a:solidFill>
            <a:ln w="5420" cap="flat">
              <a:solidFill>
                <a:srgbClr val="52B9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07" name="pg3207"/>
            <p:cNvSpPr/>
            <p:nvPr/>
          </p:nvSpPr>
          <p:spPr>
            <a:xfrm>
              <a:off x="4461542" y="492440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3BBAB">
                <a:alpha val="100000"/>
              </a:srgbClr>
            </a:solidFill>
            <a:ln w="5420" cap="flat">
              <a:solidFill>
                <a:srgbClr val="53BB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08" name="pg3208"/>
            <p:cNvSpPr/>
            <p:nvPr/>
          </p:nvSpPr>
          <p:spPr>
            <a:xfrm>
              <a:off x="4612827" y="492440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DC9AC">
                <a:alpha val="100000"/>
              </a:srgbClr>
            </a:solidFill>
            <a:ln w="5420" cap="flat">
              <a:solidFill>
                <a:srgbClr val="5DC9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09" name="pg3209"/>
            <p:cNvSpPr/>
            <p:nvPr/>
          </p:nvSpPr>
          <p:spPr>
            <a:xfrm>
              <a:off x="4624464" y="492440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DC9AC">
                <a:alpha val="100000"/>
              </a:srgbClr>
            </a:solidFill>
            <a:ln w="5420" cap="flat">
              <a:solidFill>
                <a:srgbClr val="5DC9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10" name="pg3210"/>
            <p:cNvSpPr/>
            <p:nvPr/>
          </p:nvSpPr>
          <p:spPr>
            <a:xfrm>
              <a:off x="4636101" y="492440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DCAAC">
                <a:alpha val="100000"/>
              </a:srgbClr>
            </a:solidFill>
            <a:ln w="5420" cap="flat">
              <a:solidFill>
                <a:srgbClr val="5DCA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11" name="pg3211"/>
            <p:cNvSpPr/>
            <p:nvPr/>
          </p:nvSpPr>
          <p:spPr>
            <a:xfrm>
              <a:off x="4647739" y="492440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DCAAC">
                <a:alpha val="100000"/>
              </a:srgbClr>
            </a:solidFill>
            <a:ln w="5420" cap="flat">
              <a:solidFill>
                <a:srgbClr val="5DCA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12" name="pg3212"/>
            <p:cNvSpPr/>
            <p:nvPr/>
          </p:nvSpPr>
          <p:spPr>
            <a:xfrm>
              <a:off x="4659376" y="492440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DCAAC">
                <a:alpha val="100000"/>
              </a:srgbClr>
            </a:solidFill>
            <a:ln w="5420" cap="flat">
              <a:solidFill>
                <a:srgbClr val="5DCA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13" name="pg3213"/>
            <p:cNvSpPr/>
            <p:nvPr/>
          </p:nvSpPr>
          <p:spPr>
            <a:xfrm>
              <a:off x="4671013" y="492440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ECAAC">
                <a:alpha val="100000"/>
              </a:srgbClr>
            </a:solidFill>
            <a:ln w="5420" cap="flat">
              <a:solidFill>
                <a:srgbClr val="5ECA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14" name="pg3214"/>
            <p:cNvSpPr/>
            <p:nvPr/>
          </p:nvSpPr>
          <p:spPr>
            <a:xfrm>
              <a:off x="4682651" y="492440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ECAAC">
                <a:alpha val="100000"/>
              </a:srgbClr>
            </a:solidFill>
            <a:ln w="5420" cap="flat">
              <a:solidFill>
                <a:srgbClr val="5ECA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15" name="pg3215"/>
            <p:cNvSpPr/>
            <p:nvPr/>
          </p:nvSpPr>
          <p:spPr>
            <a:xfrm>
              <a:off x="2925414" y="493870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8A2">
                <a:alpha val="100000"/>
              </a:srgbClr>
            </a:solidFill>
            <a:ln w="5420" cap="flat">
              <a:solidFill>
                <a:srgbClr val="3A78A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16" name="pg3216"/>
            <p:cNvSpPr/>
            <p:nvPr/>
          </p:nvSpPr>
          <p:spPr>
            <a:xfrm>
              <a:off x="2937051" y="493870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7A2">
                <a:alpha val="100000"/>
              </a:srgbClr>
            </a:solidFill>
            <a:ln w="5420" cap="flat">
              <a:solidFill>
                <a:srgbClr val="3A77A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17" name="pg3217"/>
            <p:cNvSpPr/>
            <p:nvPr/>
          </p:nvSpPr>
          <p:spPr>
            <a:xfrm>
              <a:off x="2948689" y="493870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7A2">
                <a:alpha val="100000"/>
              </a:srgbClr>
            </a:solidFill>
            <a:ln w="5420" cap="flat">
              <a:solidFill>
                <a:srgbClr val="3A77A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18" name="pg3218"/>
            <p:cNvSpPr/>
            <p:nvPr/>
          </p:nvSpPr>
          <p:spPr>
            <a:xfrm>
              <a:off x="2960326" y="493870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6A2">
                <a:alpha val="100000"/>
              </a:srgbClr>
            </a:solidFill>
            <a:ln w="5420" cap="flat">
              <a:solidFill>
                <a:srgbClr val="3A76A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19" name="pg3219"/>
            <p:cNvSpPr/>
            <p:nvPr/>
          </p:nvSpPr>
          <p:spPr>
            <a:xfrm>
              <a:off x="2971963" y="493870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6A2">
                <a:alpha val="100000"/>
              </a:srgbClr>
            </a:solidFill>
            <a:ln w="5420" cap="flat">
              <a:solidFill>
                <a:srgbClr val="3A76A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20" name="pg3220"/>
            <p:cNvSpPr/>
            <p:nvPr/>
          </p:nvSpPr>
          <p:spPr>
            <a:xfrm>
              <a:off x="2983601" y="493870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5A2">
                <a:alpha val="100000"/>
              </a:srgbClr>
            </a:solidFill>
            <a:ln w="5420" cap="flat">
              <a:solidFill>
                <a:srgbClr val="3A75A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21" name="pg3221"/>
            <p:cNvSpPr/>
            <p:nvPr/>
          </p:nvSpPr>
          <p:spPr>
            <a:xfrm>
              <a:off x="2995238" y="493870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5A2">
                <a:alpha val="100000"/>
              </a:srgbClr>
            </a:solidFill>
            <a:ln w="5420" cap="flat">
              <a:solidFill>
                <a:srgbClr val="3A75A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22" name="pg3222"/>
            <p:cNvSpPr/>
            <p:nvPr/>
          </p:nvSpPr>
          <p:spPr>
            <a:xfrm>
              <a:off x="3006875" y="493870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5A2">
                <a:alpha val="100000"/>
              </a:srgbClr>
            </a:solidFill>
            <a:ln w="5420" cap="flat">
              <a:solidFill>
                <a:srgbClr val="3A75A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23" name="pg3223"/>
            <p:cNvSpPr/>
            <p:nvPr/>
          </p:nvSpPr>
          <p:spPr>
            <a:xfrm>
              <a:off x="3018513" y="493870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5A2">
                <a:alpha val="100000"/>
              </a:srgbClr>
            </a:solidFill>
            <a:ln w="5420" cap="flat">
              <a:solidFill>
                <a:srgbClr val="3A75A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24" name="pg3224"/>
            <p:cNvSpPr/>
            <p:nvPr/>
          </p:nvSpPr>
          <p:spPr>
            <a:xfrm>
              <a:off x="3030150" y="493870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5A2">
                <a:alpha val="100000"/>
              </a:srgbClr>
            </a:solidFill>
            <a:ln w="5420" cap="flat">
              <a:solidFill>
                <a:srgbClr val="3A75A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25" name="pg3225"/>
            <p:cNvSpPr/>
            <p:nvPr/>
          </p:nvSpPr>
          <p:spPr>
            <a:xfrm>
              <a:off x="3041787" y="493870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5A2">
                <a:alpha val="100000"/>
              </a:srgbClr>
            </a:solidFill>
            <a:ln w="5420" cap="flat">
              <a:solidFill>
                <a:srgbClr val="3A75A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26" name="pg3226"/>
            <p:cNvSpPr/>
            <p:nvPr/>
          </p:nvSpPr>
          <p:spPr>
            <a:xfrm>
              <a:off x="3053425" y="493870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5A2">
                <a:alpha val="100000"/>
              </a:srgbClr>
            </a:solidFill>
            <a:ln w="5420" cap="flat">
              <a:solidFill>
                <a:srgbClr val="3A75A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27" name="pg3227"/>
            <p:cNvSpPr/>
            <p:nvPr/>
          </p:nvSpPr>
          <p:spPr>
            <a:xfrm>
              <a:off x="3065062" y="493870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4A1">
                <a:alpha val="100000"/>
              </a:srgbClr>
            </a:solidFill>
            <a:ln w="5420" cap="flat">
              <a:solidFill>
                <a:srgbClr val="3A74A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28" name="pg3228"/>
            <p:cNvSpPr/>
            <p:nvPr/>
          </p:nvSpPr>
          <p:spPr>
            <a:xfrm>
              <a:off x="3076699" y="493870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4A1">
                <a:alpha val="100000"/>
              </a:srgbClr>
            </a:solidFill>
            <a:ln w="5420" cap="flat">
              <a:solidFill>
                <a:srgbClr val="3A74A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29" name="pg3229"/>
            <p:cNvSpPr/>
            <p:nvPr/>
          </p:nvSpPr>
          <p:spPr>
            <a:xfrm>
              <a:off x="4414992" y="493870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EB4AB">
                <a:alpha val="100000"/>
              </a:srgbClr>
            </a:solidFill>
            <a:ln w="5420" cap="flat">
              <a:solidFill>
                <a:srgbClr val="4EB4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30" name="pg3230"/>
            <p:cNvSpPr/>
            <p:nvPr/>
          </p:nvSpPr>
          <p:spPr>
            <a:xfrm>
              <a:off x="4426630" y="493870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FB5AB">
                <a:alpha val="100000"/>
              </a:srgbClr>
            </a:solidFill>
            <a:ln w="5420" cap="flat">
              <a:solidFill>
                <a:srgbClr val="4FB5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31" name="pg3231"/>
            <p:cNvSpPr/>
            <p:nvPr/>
          </p:nvSpPr>
          <p:spPr>
            <a:xfrm>
              <a:off x="4438267" y="493870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0B7AB">
                <a:alpha val="100000"/>
              </a:srgbClr>
            </a:solidFill>
            <a:ln w="5420" cap="flat">
              <a:solidFill>
                <a:srgbClr val="50B7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32" name="pg3232"/>
            <p:cNvSpPr/>
            <p:nvPr/>
          </p:nvSpPr>
          <p:spPr>
            <a:xfrm>
              <a:off x="4449904" y="493870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2B8AB">
                <a:alpha val="100000"/>
              </a:srgbClr>
            </a:solidFill>
            <a:ln w="5420" cap="flat">
              <a:solidFill>
                <a:srgbClr val="52B8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33" name="pg3233"/>
            <p:cNvSpPr/>
            <p:nvPr/>
          </p:nvSpPr>
          <p:spPr>
            <a:xfrm>
              <a:off x="4461542" y="493870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3BAAB">
                <a:alpha val="100000"/>
              </a:srgbClr>
            </a:solidFill>
            <a:ln w="5420" cap="flat">
              <a:solidFill>
                <a:srgbClr val="53BA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34" name="pg3234"/>
            <p:cNvSpPr/>
            <p:nvPr/>
          </p:nvSpPr>
          <p:spPr>
            <a:xfrm>
              <a:off x="4612827" y="493870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CC8AC">
                <a:alpha val="100000"/>
              </a:srgbClr>
            </a:solidFill>
            <a:ln w="5420" cap="flat">
              <a:solidFill>
                <a:srgbClr val="5CC8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35" name="pg3235"/>
            <p:cNvSpPr/>
            <p:nvPr/>
          </p:nvSpPr>
          <p:spPr>
            <a:xfrm>
              <a:off x="4624464" y="493870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CC8AC">
                <a:alpha val="100000"/>
              </a:srgbClr>
            </a:solidFill>
            <a:ln w="5420" cap="flat">
              <a:solidFill>
                <a:srgbClr val="5CC8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36" name="pg3236"/>
            <p:cNvSpPr/>
            <p:nvPr/>
          </p:nvSpPr>
          <p:spPr>
            <a:xfrm>
              <a:off x="4636101" y="493870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DC8AC">
                <a:alpha val="100000"/>
              </a:srgbClr>
            </a:solidFill>
            <a:ln w="5420" cap="flat">
              <a:solidFill>
                <a:srgbClr val="5DC8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37" name="pg3237"/>
            <p:cNvSpPr/>
            <p:nvPr/>
          </p:nvSpPr>
          <p:spPr>
            <a:xfrm>
              <a:off x="4647739" y="493870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DC9AC">
                <a:alpha val="100000"/>
              </a:srgbClr>
            </a:solidFill>
            <a:ln w="5420" cap="flat">
              <a:solidFill>
                <a:srgbClr val="5DC9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38" name="pg3238"/>
            <p:cNvSpPr/>
            <p:nvPr/>
          </p:nvSpPr>
          <p:spPr>
            <a:xfrm>
              <a:off x="4659376" y="493870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DC9AC">
                <a:alpha val="100000"/>
              </a:srgbClr>
            </a:solidFill>
            <a:ln w="5420" cap="flat">
              <a:solidFill>
                <a:srgbClr val="5DC9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39" name="pg3239"/>
            <p:cNvSpPr/>
            <p:nvPr/>
          </p:nvSpPr>
          <p:spPr>
            <a:xfrm>
              <a:off x="4671013" y="493870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DC9AC">
                <a:alpha val="100000"/>
              </a:srgbClr>
            </a:solidFill>
            <a:ln w="5420" cap="flat">
              <a:solidFill>
                <a:srgbClr val="5DC9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40" name="pg3240"/>
            <p:cNvSpPr/>
            <p:nvPr/>
          </p:nvSpPr>
          <p:spPr>
            <a:xfrm>
              <a:off x="4682651" y="493870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DC9AC">
                <a:alpha val="100000"/>
              </a:srgbClr>
            </a:solidFill>
            <a:ln w="5420" cap="flat">
              <a:solidFill>
                <a:srgbClr val="5DC9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41" name="pg3241"/>
            <p:cNvSpPr/>
            <p:nvPr/>
          </p:nvSpPr>
          <p:spPr>
            <a:xfrm>
              <a:off x="2925414" y="495300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9A3">
                <a:alpha val="100000"/>
              </a:srgbClr>
            </a:solidFill>
            <a:ln w="5420" cap="flat">
              <a:solidFill>
                <a:srgbClr val="3A79A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42" name="pg3242"/>
            <p:cNvSpPr/>
            <p:nvPr/>
          </p:nvSpPr>
          <p:spPr>
            <a:xfrm>
              <a:off x="2937051" y="495300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8A2">
                <a:alpha val="100000"/>
              </a:srgbClr>
            </a:solidFill>
            <a:ln w="5420" cap="flat">
              <a:solidFill>
                <a:srgbClr val="3A78A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43" name="pg3243"/>
            <p:cNvSpPr/>
            <p:nvPr/>
          </p:nvSpPr>
          <p:spPr>
            <a:xfrm>
              <a:off x="2948689" y="495300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8A2">
                <a:alpha val="100000"/>
              </a:srgbClr>
            </a:solidFill>
            <a:ln w="5420" cap="flat">
              <a:solidFill>
                <a:srgbClr val="3A78A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44" name="pg3244"/>
            <p:cNvSpPr/>
            <p:nvPr/>
          </p:nvSpPr>
          <p:spPr>
            <a:xfrm>
              <a:off x="2960326" y="495300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7A2">
                <a:alpha val="100000"/>
              </a:srgbClr>
            </a:solidFill>
            <a:ln w="5420" cap="flat">
              <a:solidFill>
                <a:srgbClr val="3A77A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45" name="pg3245"/>
            <p:cNvSpPr/>
            <p:nvPr/>
          </p:nvSpPr>
          <p:spPr>
            <a:xfrm>
              <a:off x="2971963" y="495300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6A2">
                <a:alpha val="100000"/>
              </a:srgbClr>
            </a:solidFill>
            <a:ln w="5420" cap="flat">
              <a:solidFill>
                <a:srgbClr val="3A76A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46" name="pg3246"/>
            <p:cNvSpPr/>
            <p:nvPr/>
          </p:nvSpPr>
          <p:spPr>
            <a:xfrm>
              <a:off x="2983601" y="495300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6A2">
                <a:alpha val="100000"/>
              </a:srgbClr>
            </a:solidFill>
            <a:ln w="5420" cap="flat">
              <a:solidFill>
                <a:srgbClr val="3A76A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47" name="pg3247"/>
            <p:cNvSpPr/>
            <p:nvPr/>
          </p:nvSpPr>
          <p:spPr>
            <a:xfrm>
              <a:off x="2995238" y="495300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5A2">
                <a:alpha val="100000"/>
              </a:srgbClr>
            </a:solidFill>
            <a:ln w="5420" cap="flat">
              <a:solidFill>
                <a:srgbClr val="3A75A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48" name="pg3248"/>
            <p:cNvSpPr/>
            <p:nvPr/>
          </p:nvSpPr>
          <p:spPr>
            <a:xfrm>
              <a:off x="3006875" y="495300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5A2">
                <a:alpha val="100000"/>
              </a:srgbClr>
            </a:solidFill>
            <a:ln w="5420" cap="flat">
              <a:solidFill>
                <a:srgbClr val="3A75A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49" name="pg3249"/>
            <p:cNvSpPr/>
            <p:nvPr/>
          </p:nvSpPr>
          <p:spPr>
            <a:xfrm>
              <a:off x="3018513" y="495300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5A2">
                <a:alpha val="100000"/>
              </a:srgbClr>
            </a:solidFill>
            <a:ln w="5420" cap="flat">
              <a:solidFill>
                <a:srgbClr val="3A75A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50" name="pg3250"/>
            <p:cNvSpPr/>
            <p:nvPr/>
          </p:nvSpPr>
          <p:spPr>
            <a:xfrm>
              <a:off x="3030150" y="495300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5A2">
                <a:alpha val="100000"/>
              </a:srgbClr>
            </a:solidFill>
            <a:ln w="5420" cap="flat">
              <a:solidFill>
                <a:srgbClr val="3A75A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51" name="pg3251"/>
            <p:cNvSpPr/>
            <p:nvPr/>
          </p:nvSpPr>
          <p:spPr>
            <a:xfrm>
              <a:off x="3041787" y="495300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5A2">
                <a:alpha val="100000"/>
              </a:srgbClr>
            </a:solidFill>
            <a:ln w="5420" cap="flat">
              <a:solidFill>
                <a:srgbClr val="3A75A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52" name="pg3252"/>
            <p:cNvSpPr/>
            <p:nvPr/>
          </p:nvSpPr>
          <p:spPr>
            <a:xfrm>
              <a:off x="3053425" y="495300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4A2">
                <a:alpha val="100000"/>
              </a:srgbClr>
            </a:solidFill>
            <a:ln w="5420" cap="flat">
              <a:solidFill>
                <a:srgbClr val="3A74A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53" name="pg3253"/>
            <p:cNvSpPr/>
            <p:nvPr/>
          </p:nvSpPr>
          <p:spPr>
            <a:xfrm>
              <a:off x="4414992" y="495300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DB2AB">
                <a:alpha val="100000"/>
              </a:srgbClr>
            </a:solidFill>
            <a:ln w="5420" cap="flat">
              <a:solidFill>
                <a:srgbClr val="4DB2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54" name="pg3254"/>
            <p:cNvSpPr/>
            <p:nvPr/>
          </p:nvSpPr>
          <p:spPr>
            <a:xfrm>
              <a:off x="4426630" y="495300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EB4AB">
                <a:alpha val="100000"/>
              </a:srgbClr>
            </a:solidFill>
            <a:ln w="5420" cap="flat">
              <a:solidFill>
                <a:srgbClr val="4EB4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55" name="pg3255"/>
            <p:cNvSpPr/>
            <p:nvPr/>
          </p:nvSpPr>
          <p:spPr>
            <a:xfrm>
              <a:off x="4438267" y="495300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FB5AB">
                <a:alpha val="100000"/>
              </a:srgbClr>
            </a:solidFill>
            <a:ln w="5420" cap="flat">
              <a:solidFill>
                <a:srgbClr val="4FB5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56" name="pg3256"/>
            <p:cNvSpPr/>
            <p:nvPr/>
          </p:nvSpPr>
          <p:spPr>
            <a:xfrm>
              <a:off x="4449904" y="495300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0B7AB">
                <a:alpha val="100000"/>
              </a:srgbClr>
            </a:solidFill>
            <a:ln w="5420" cap="flat">
              <a:solidFill>
                <a:srgbClr val="50B7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57" name="pg3257"/>
            <p:cNvSpPr/>
            <p:nvPr/>
          </p:nvSpPr>
          <p:spPr>
            <a:xfrm>
              <a:off x="4461542" y="495300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1B8AB">
                <a:alpha val="100000"/>
              </a:srgbClr>
            </a:solidFill>
            <a:ln w="5420" cap="flat">
              <a:solidFill>
                <a:srgbClr val="51B8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58" name="pg3258"/>
            <p:cNvSpPr/>
            <p:nvPr/>
          </p:nvSpPr>
          <p:spPr>
            <a:xfrm>
              <a:off x="4624464" y="495300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BC6AC">
                <a:alpha val="100000"/>
              </a:srgbClr>
            </a:solidFill>
            <a:ln w="5420" cap="flat">
              <a:solidFill>
                <a:srgbClr val="5BC6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59" name="pg3259"/>
            <p:cNvSpPr/>
            <p:nvPr/>
          </p:nvSpPr>
          <p:spPr>
            <a:xfrm>
              <a:off x="4636101" y="495300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BC6AC">
                <a:alpha val="100000"/>
              </a:srgbClr>
            </a:solidFill>
            <a:ln w="5420" cap="flat">
              <a:solidFill>
                <a:srgbClr val="5BC6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60" name="pg3260"/>
            <p:cNvSpPr/>
            <p:nvPr/>
          </p:nvSpPr>
          <p:spPr>
            <a:xfrm>
              <a:off x="4647739" y="495300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BC7AC">
                <a:alpha val="100000"/>
              </a:srgbClr>
            </a:solidFill>
            <a:ln w="5420" cap="flat">
              <a:solidFill>
                <a:srgbClr val="5BC7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61" name="pg3261"/>
            <p:cNvSpPr/>
            <p:nvPr/>
          </p:nvSpPr>
          <p:spPr>
            <a:xfrm>
              <a:off x="4659376" y="495300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BC7AC">
                <a:alpha val="100000"/>
              </a:srgbClr>
            </a:solidFill>
            <a:ln w="5420" cap="flat">
              <a:solidFill>
                <a:srgbClr val="5BC7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62" name="pg3262"/>
            <p:cNvSpPr/>
            <p:nvPr/>
          </p:nvSpPr>
          <p:spPr>
            <a:xfrm>
              <a:off x="4671013" y="495300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CC7AC">
                <a:alpha val="100000"/>
              </a:srgbClr>
            </a:solidFill>
            <a:ln w="5420" cap="flat">
              <a:solidFill>
                <a:srgbClr val="5CC7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63" name="pg3263"/>
            <p:cNvSpPr/>
            <p:nvPr/>
          </p:nvSpPr>
          <p:spPr>
            <a:xfrm>
              <a:off x="4682651" y="495300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CC7AC">
                <a:alpha val="100000"/>
              </a:srgbClr>
            </a:solidFill>
            <a:ln w="5420" cap="flat">
              <a:solidFill>
                <a:srgbClr val="5CC7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64" name="pg3264"/>
            <p:cNvSpPr/>
            <p:nvPr/>
          </p:nvSpPr>
          <p:spPr>
            <a:xfrm>
              <a:off x="2890502" y="496730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AA3">
                <a:alpha val="100000"/>
              </a:srgbClr>
            </a:solidFill>
            <a:ln w="5420" cap="flat">
              <a:solidFill>
                <a:srgbClr val="3A7AA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65" name="pg3265"/>
            <p:cNvSpPr/>
            <p:nvPr/>
          </p:nvSpPr>
          <p:spPr>
            <a:xfrm>
              <a:off x="2902139" y="496730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AA3">
                <a:alpha val="100000"/>
              </a:srgbClr>
            </a:solidFill>
            <a:ln w="5420" cap="flat">
              <a:solidFill>
                <a:srgbClr val="3A7AA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66" name="pg3266"/>
            <p:cNvSpPr/>
            <p:nvPr/>
          </p:nvSpPr>
          <p:spPr>
            <a:xfrm>
              <a:off x="2913777" y="496730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AA3">
                <a:alpha val="100000"/>
              </a:srgbClr>
            </a:solidFill>
            <a:ln w="5420" cap="flat">
              <a:solidFill>
                <a:srgbClr val="3A7AA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67" name="pg3267"/>
            <p:cNvSpPr/>
            <p:nvPr/>
          </p:nvSpPr>
          <p:spPr>
            <a:xfrm>
              <a:off x="2925414" y="496730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AA3">
                <a:alpha val="100000"/>
              </a:srgbClr>
            </a:solidFill>
            <a:ln w="5420" cap="flat">
              <a:solidFill>
                <a:srgbClr val="3A7AA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68" name="pg3268"/>
            <p:cNvSpPr/>
            <p:nvPr/>
          </p:nvSpPr>
          <p:spPr>
            <a:xfrm>
              <a:off x="2937051" y="496730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9A3">
                <a:alpha val="100000"/>
              </a:srgbClr>
            </a:solidFill>
            <a:ln w="5420" cap="flat">
              <a:solidFill>
                <a:srgbClr val="3A79A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69" name="pg3269"/>
            <p:cNvSpPr/>
            <p:nvPr/>
          </p:nvSpPr>
          <p:spPr>
            <a:xfrm>
              <a:off x="2948689" y="496730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8A2">
                <a:alpha val="100000"/>
              </a:srgbClr>
            </a:solidFill>
            <a:ln w="5420" cap="flat">
              <a:solidFill>
                <a:srgbClr val="3A78A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70" name="pg3270"/>
            <p:cNvSpPr/>
            <p:nvPr/>
          </p:nvSpPr>
          <p:spPr>
            <a:xfrm>
              <a:off x="2960326" y="496730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8A2">
                <a:alpha val="100000"/>
              </a:srgbClr>
            </a:solidFill>
            <a:ln w="5420" cap="flat">
              <a:solidFill>
                <a:srgbClr val="3A78A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71" name="pg3271"/>
            <p:cNvSpPr/>
            <p:nvPr/>
          </p:nvSpPr>
          <p:spPr>
            <a:xfrm>
              <a:off x="2971963" y="496730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7A2">
                <a:alpha val="100000"/>
              </a:srgbClr>
            </a:solidFill>
            <a:ln w="5420" cap="flat">
              <a:solidFill>
                <a:srgbClr val="3A77A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72" name="pg3272"/>
            <p:cNvSpPr/>
            <p:nvPr/>
          </p:nvSpPr>
          <p:spPr>
            <a:xfrm>
              <a:off x="2983601" y="496730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6A2">
                <a:alpha val="100000"/>
              </a:srgbClr>
            </a:solidFill>
            <a:ln w="5420" cap="flat">
              <a:solidFill>
                <a:srgbClr val="3A76A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73" name="pg3273"/>
            <p:cNvSpPr/>
            <p:nvPr/>
          </p:nvSpPr>
          <p:spPr>
            <a:xfrm>
              <a:off x="2995238" y="496730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6A2">
                <a:alpha val="100000"/>
              </a:srgbClr>
            </a:solidFill>
            <a:ln w="5420" cap="flat">
              <a:solidFill>
                <a:srgbClr val="3A76A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74" name="pg3274"/>
            <p:cNvSpPr/>
            <p:nvPr/>
          </p:nvSpPr>
          <p:spPr>
            <a:xfrm>
              <a:off x="3006875" y="496730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5A2">
                <a:alpha val="100000"/>
              </a:srgbClr>
            </a:solidFill>
            <a:ln w="5420" cap="flat">
              <a:solidFill>
                <a:srgbClr val="3A75A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75" name="pg3275"/>
            <p:cNvSpPr/>
            <p:nvPr/>
          </p:nvSpPr>
          <p:spPr>
            <a:xfrm>
              <a:off x="3018513" y="496730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5A2">
                <a:alpha val="100000"/>
              </a:srgbClr>
            </a:solidFill>
            <a:ln w="5420" cap="flat">
              <a:solidFill>
                <a:srgbClr val="3A75A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76" name="pg3276"/>
            <p:cNvSpPr/>
            <p:nvPr/>
          </p:nvSpPr>
          <p:spPr>
            <a:xfrm>
              <a:off x="3030150" y="496730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5A2">
                <a:alpha val="100000"/>
              </a:srgbClr>
            </a:solidFill>
            <a:ln w="5420" cap="flat">
              <a:solidFill>
                <a:srgbClr val="3A75A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77" name="pg3277"/>
            <p:cNvSpPr/>
            <p:nvPr/>
          </p:nvSpPr>
          <p:spPr>
            <a:xfrm>
              <a:off x="4414992" y="496730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DB2AB">
                <a:alpha val="100000"/>
              </a:srgbClr>
            </a:solidFill>
            <a:ln w="5420" cap="flat">
              <a:solidFill>
                <a:srgbClr val="4DB2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78" name="pg3278"/>
            <p:cNvSpPr/>
            <p:nvPr/>
          </p:nvSpPr>
          <p:spPr>
            <a:xfrm>
              <a:off x="4426630" y="496730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EB3AB">
                <a:alpha val="100000"/>
              </a:srgbClr>
            </a:solidFill>
            <a:ln w="5420" cap="flat">
              <a:solidFill>
                <a:srgbClr val="4EB3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79" name="pg3279"/>
            <p:cNvSpPr/>
            <p:nvPr/>
          </p:nvSpPr>
          <p:spPr>
            <a:xfrm>
              <a:off x="4438267" y="496730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FB5AB">
                <a:alpha val="100000"/>
              </a:srgbClr>
            </a:solidFill>
            <a:ln w="5420" cap="flat">
              <a:solidFill>
                <a:srgbClr val="4FB5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80" name="pg3280"/>
            <p:cNvSpPr/>
            <p:nvPr/>
          </p:nvSpPr>
          <p:spPr>
            <a:xfrm>
              <a:off x="4449904" y="496730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0B6AB">
                <a:alpha val="100000"/>
              </a:srgbClr>
            </a:solidFill>
            <a:ln w="5420" cap="flat">
              <a:solidFill>
                <a:srgbClr val="50B6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81" name="pg3281"/>
            <p:cNvSpPr/>
            <p:nvPr/>
          </p:nvSpPr>
          <p:spPr>
            <a:xfrm>
              <a:off x="4461542" y="496730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1B7AB">
                <a:alpha val="100000"/>
              </a:srgbClr>
            </a:solidFill>
            <a:ln w="5420" cap="flat">
              <a:solidFill>
                <a:srgbClr val="51B7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82" name="pg3282"/>
            <p:cNvSpPr/>
            <p:nvPr/>
          </p:nvSpPr>
          <p:spPr>
            <a:xfrm>
              <a:off x="4624464" y="496730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AC5AC">
                <a:alpha val="100000"/>
              </a:srgbClr>
            </a:solidFill>
            <a:ln w="5420" cap="flat">
              <a:solidFill>
                <a:srgbClr val="5AC5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83" name="pg3283"/>
            <p:cNvSpPr/>
            <p:nvPr/>
          </p:nvSpPr>
          <p:spPr>
            <a:xfrm>
              <a:off x="4636101" y="496730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AC5AC">
                <a:alpha val="100000"/>
              </a:srgbClr>
            </a:solidFill>
            <a:ln w="5420" cap="flat">
              <a:solidFill>
                <a:srgbClr val="5AC5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84" name="pg3284"/>
            <p:cNvSpPr/>
            <p:nvPr/>
          </p:nvSpPr>
          <p:spPr>
            <a:xfrm>
              <a:off x="4647739" y="496730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BC6AC">
                <a:alpha val="100000"/>
              </a:srgbClr>
            </a:solidFill>
            <a:ln w="5420" cap="flat">
              <a:solidFill>
                <a:srgbClr val="5BC6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85" name="pg3285"/>
            <p:cNvSpPr/>
            <p:nvPr/>
          </p:nvSpPr>
          <p:spPr>
            <a:xfrm>
              <a:off x="4659376" y="496730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BC6AC">
                <a:alpha val="100000"/>
              </a:srgbClr>
            </a:solidFill>
            <a:ln w="5420" cap="flat">
              <a:solidFill>
                <a:srgbClr val="5BC6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86" name="pg3286"/>
            <p:cNvSpPr/>
            <p:nvPr/>
          </p:nvSpPr>
          <p:spPr>
            <a:xfrm>
              <a:off x="4671013" y="496730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BC6AC">
                <a:alpha val="100000"/>
              </a:srgbClr>
            </a:solidFill>
            <a:ln w="5420" cap="flat">
              <a:solidFill>
                <a:srgbClr val="5BC6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87" name="pg3287"/>
            <p:cNvSpPr/>
            <p:nvPr/>
          </p:nvSpPr>
          <p:spPr>
            <a:xfrm>
              <a:off x="4682651" y="496730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BC6AC">
                <a:alpha val="100000"/>
              </a:srgbClr>
            </a:solidFill>
            <a:ln w="5420" cap="flat">
              <a:solidFill>
                <a:srgbClr val="5BC6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88" name="pg3288"/>
            <p:cNvSpPr/>
            <p:nvPr/>
          </p:nvSpPr>
          <p:spPr>
            <a:xfrm>
              <a:off x="2890502" y="498160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AA3">
                <a:alpha val="100000"/>
              </a:srgbClr>
            </a:solidFill>
            <a:ln w="5420" cap="flat">
              <a:solidFill>
                <a:srgbClr val="3A7AA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89" name="pg3289"/>
            <p:cNvSpPr/>
            <p:nvPr/>
          </p:nvSpPr>
          <p:spPr>
            <a:xfrm>
              <a:off x="2902139" y="498160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AA3">
                <a:alpha val="100000"/>
              </a:srgbClr>
            </a:solidFill>
            <a:ln w="5420" cap="flat">
              <a:solidFill>
                <a:srgbClr val="3A7AA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90" name="pg3290"/>
            <p:cNvSpPr/>
            <p:nvPr/>
          </p:nvSpPr>
          <p:spPr>
            <a:xfrm>
              <a:off x="2913777" y="498160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AA3">
                <a:alpha val="100000"/>
              </a:srgbClr>
            </a:solidFill>
            <a:ln w="5420" cap="flat">
              <a:solidFill>
                <a:srgbClr val="3A7AA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91" name="pg3291"/>
            <p:cNvSpPr/>
            <p:nvPr/>
          </p:nvSpPr>
          <p:spPr>
            <a:xfrm>
              <a:off x="2925414" y="498160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AA3">
                <a:alpha val="100000"/>
              </a:srgbClr>
            </a:solidFill>
            <a:ln w="5420" cap="flat">
              <a:solidFill>
                <a:srgbClr val="3A7AA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92" name="pg3292"/>
            <p:cNvSpPr/>
            <p:nvPr/>
          </p:nvSpPr>
          <p:spPr>
            <a:xfrm>
              <a:off x="2937051" y="498160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9A3">
                <a:alpha val="100000"/>
              </a:srgbClr>
            </a:solidFill>
            <a:ln w="5420" cap="flat">
              <a:solidFill>
                <a:srgbClr val="3A79A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93" name="pg3293"/>
            <p:cNvSpPr/>
            <p:nvPr/>
          </p:nvSpPr>
          <p:spPr>
            <a:xfrm>
              <a:off x="2948689" y="498160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9A2">
                <a:alpha val="100000"/>
              </a:srgbClr>
            </a:solidFill>
            <a:ln w="5420" cap="flat">
              <a:solidFill>
                <a:srgbClr val="3A79A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94" name="pg3294"/>
            <p:cNvSpPr/>
            <p:nvPr/>
          </p:nvSpPr>
          <p:spPr>
            <a:xfrm>
              <a:off x="2960326" y="498160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8A2">
                <a:alpha val="100000"/>
              </a:srgbClr>
            </a:solidFill>
            <a:ln w="5420" cap="flat">
              <a:solidFill>
                <a:srgbClr val="3A78A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95" name="pg3295"/>
            <p:cNvSpPr/>
            <p:nvPr/>
          </p:nvSpPr>
          <p:spPr>
            <a:xfrm>
              <a:off x="2971963" y="498160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7A2">
                <a:alpha val="100000"/>
              </a:srgbClr>
            </a:solidFill>
            <a:ln w="5420" cap="flat">
              <a:solidFill>
                <a:srgbClr val="3A77A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96" name="pg3296"/>
            <p:cNvSpPr/>
            <p:nvPr/>
          </p:nvSpPr>
          <p:spPr>
            <a:xfrm>
              <a:off x="2983601" y="498160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7A2">
                <a:alpha val="100000"/>
              </a:srgbClr>
            </a:solidFill>
            <a:ln w="5420" cap="flat">
              <a:solidFill>
                <a:srgbClr val="3A77A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97" name="pg3297"/>
            <p:cNvSpPr/>
            <p:nvPr/>
          </p:nvSpPr>
          <p:spPr>
            <a:xfrm>
              <a:off x="4403355" y="498160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BB0AB">
                <a:alpha val="100000"/>
              </a:srgbClr>
            </a:solidFill>
            <a:ln w="5420" cap="flat">
              <a:solidFill>
                <a:srgbClr val="4BB0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98" name="pg3298"/>
            <p:cNvSpPr/>
            <p:nvPr/>
          </p:nvSpPr>
          <p:spPr>
            <a:xfrm>
              <a:off x="4414992" y="498160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CB1AB">
                <a:alpha val="100000"/>
              </a:srgbClr>
            </a:solidFill>
            <a:ln w="5420" cap="flat">
              <a:solidFill>
                <a:srgbClr val="4CB1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99" name="pg3299"/>
            <p:cNvSpPr/>
            <p:nvPr/>
          </p:nvSpPr>
          <p:spPr>
            <a:xfrm>
              <a:off x="4426630" y="498160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DB3AB">
                <a:alpha val="100000"/>
              </a:srgbClr>
            </a:solidFill>
            <a:ln w="5420" cap="flat">
              <a:solidFill>
                <a:srgbClr val="4DB3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00" name="pg3300"/>
            <p:cNvSpPr/>
            <p:nvPr/>
          </p:nvSpPr>
          <p:spPr>
            <a:xfrm>
              <a:off x="4438267" y="498160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EB4AB">
                <a:alpha val="100000"/>
              </a:srgbClr>
            </a:solidFill>
            <a:ln w="5420" cap="flat">
              <a:solidFill>
                <a:srgbClr val="4EB4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01" name="pg3301"/>
            <p:cNvSpPr/>
            <p:nvPr/>
          </p:nvSpPr>
          <p:spPr>
            <a:xfrm>
              <a:off x="4449904" y="498160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FB5AB">
                <a:alpha val="100000"/>
              </a:srgbClr>
            </a:solidFill>
            <a:ln w="5420" cap="flat">
              <a:solidFill>
                <a:srgbClr val="4FB5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02" name="pg3302"/>
            <p:cNvSpPr/>
            <p:nvPr/>
          </p:nvSpPr>
          <p:spPr>
            <a:xfrm>
              <a:off x="4624464" y="498160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AC4AC">
                <a:alpha val="100000"/>
              </a:srgbClr>
            </a:solidFill>
            <a:ln w="5420" cap="flat">
              <a:solidFill>
                <a:srgbClr val="5AC4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03" name="pg3303"/>
            <p:cNvSpPr/>
            <p:nvPr/>
          </p:nvSpPr>
          <p:spPr>
            <a:xfrm>
              <a:off x="4636101" y="498160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AC4AC">
                <a:alpha val="100000"/>
              </a:srgbClr>
            </a:solidFill>
            <a:ln w="5420" cap="flat">
              <a:solidFill>
                <a:srgbClr val="5AC4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04" name="pg3304"/>
            <p:cNvSpPr/>
            <p:nvPr/>
          </p:nvSpPr>
          <p:spPr>
            <a:xfrm>
              <a:off x="4647739" y="498160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AC5AC">
                <a:alpha val="100000"/>
              </a:srgbClr>
            </a:solidFill>
            <a:ln w="5420" cap="flat">
              <a:solidFill>
                <a:srgbClr val="5AC5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05" name="pg3305"/>
            <p:cNvSpPr/>
            <p:nvPr/>
          </p:nvSpPr>
          <p:spPr>
            <a:xfrm>
              <a:off x="4659376" y="498160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AC5AC">
                <a:alpha val="100000"/>
              </a:srgbClr>
            </a:solidFill>
            <a:ln w="5420" cap="flat">
              <a:solidFill>
                <a:srgbClr val="5AC5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06" name="pg3306"/>
            <p:cNvSpPr/>
            <p:nvPr/>
          </p:nvSpPr>
          <p:spPr>
            <a:xfrm>
              <a:off x="4671013" y="498160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AC5AC">
                <a:alpha val="100000"/>
              </a:srgbClr>
            </a:solidFill>
            <a:ln w="5420" cap="flat">
              <a:solidFill>
                <a:srgbClr val="5AC5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07" name="pg3307"/>
            <p:cNvSpPr/>
            <p:nvPr/>
          </p:nvSpPr>
          <p:spPr>
            <a:xfrm>
              <a:off x="4682651" y="498160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BC6AC">
                <a:alpha val="100000"/>
              </a:srgbClr>
            </a:solidFill>
            <a:ln w="5420" cap="flat">
              <a:solidFill>
                <a:srgbClr val="5BC6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08" name="pg3308"/>
            <p:cNvSpPr/>
            <p:nvPr/>
          </p:nvSpPr>
          <p:spPr>
            <a:xfrm>
              <a:off x="2878865" y="499590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AA3">
                <a:alpha val="100000"/>
              </a:srgbClr>
            </a:solidFill>
            <a:ln w="5420" cap="flat">
              <a:solidFill>
                <a:srgbClr val="3A7AA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09" name="pg3309"/>
            <p:cNvSpPr/>
            <p:nvPr/>
          </p:nvSpPr>
          <p:spPr>
            <a:xfrm>
              <a:off x="2890502" y="499590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AA3">
                <a:alpha val="100000"/>
              </a:srgbClr>
            </a:solidFill>
            <a:ln w="5420" cap="flat">
              <a:solidFill>
                <a:srgbClr val="3A7AA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10" name="pg3310"/>
            <p:cNvSpPr/>
            <p:nvPr/>
          </p:nvSpPr>
          <p:spPr>
            <a:xfrm>
              <a:off x="2902139" y="499590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AA3">
                <a:alpha val="100000"/>
              </a:srgbClr>
            </a:solidFill>
            <a:ln w="5420" cap="flat">
              <a:solidFill>
                <a:srgbClr val="3A7AA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11" name="pg3311"/>
            <p:cNvSpPr/>
            <p:nvPr/>
          </p:nvSpPr>
          <p:spPr>
            <a:xfrm>
              <a:off x="2913777" y="499590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AA3">
                <a:alpha val="100000"/>
              </a:srgbClr>
            </a:solidFill>
            <a:ln w="5420" cap="flat">
              <a:solidFill>
                <a:srgbClr val="3A7AA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12" name="pg3312"/>
            <p:cNvSpPr/>
            <p:nvPr/>
          </p:nvSpPr>
          <p:spPr>
            <a:xfrm>
              <a:off x="2925414" y="499590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AA3">
                <a:alpha val="100000"/>
              </a:srgbClr>
            </a:solidFill>
            <a:ln w="5420" cap="flat">
              <a:solidFill>
                <a:srgbClr val="3A7AA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13" name="pg3313"/>
            <p:cNvSpPr/>
            <p:nvPr/>
          </p:nvSpPr>
          <p:spPr>
            <a:xfrm>
              <a:off x="2937051" y="499590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AA3">
                <a:alpha val="100000"/>
              </a:srgbClr>
            </a:solidFill>
            <a:ln w="5420" cap="flat">
              <a:solidFill>
                <a:srgbClr val="3A7AA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14" name="pg3314"/>
            <p:cNvSpPr/>
            <p:nvPr/>
          </p:nvSpPr>
          <p:spPr>
            <a:xfrm>
              <a:off x="2948689" y="499590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9A3">
                <a:alpha val="100000"/>
              </a:srgbClr>
            </a:solidFill>
            <a:ln w="5420" cap="flat">
              <a:solidFill>
                <a:srgbClr val="3A79A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15" name="pg3315"/>
            <p:cNvSpPr/>
            <p:nvPr/>
          </p:nvSpPr>
          <p:spPr>
            <a:xfrm>
              <a:off x="2960326" y="499590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8A2">
                <a:alpha val="100000"/>
              </a:srgbClr>
            </a:solidFill>
            <a:ln w="5420" cap="flat">
              <a:solidFill>
                <a:srgbClr val="3A78A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16" name="pg3316"/>
            <p:cNvSpPr/>
            <p:nvPr/>
          </p:nvSpPr>
          <p:spPr>
            <a:xfrm>
              <a:off x="4403355" y="499590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BAFAB">
                <a:alpha val="100000"/>
              </a:srgbClr>
            </a:solidFill>
            <a:ln w="5420" cap="flat">
              <a:solidFill>
                <a:srgbClr val="4BAF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17" name="pg3317"/>
            <p:cNvSpPr/>
            <p:nvPr/>
          </p:nvSpPr>
          <p:spPr>
            <a:xfrm>
              <a:off x="4414992" y="499590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CB1AB">
                <a:alpha val="100000"/>
              </a:srgbClr>
            </a:solidFill>
            <a:ln w="5420" cap="flat">
              <a:solidFill>
                <a:srgbClr val="4CB1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18" name="pg3318"/>
            <p:cNvSpPr/>
            <p:nvPr/>
          </p:nvSpPr>
          <p:spPr>
            <a:xfrm>
              <a:off x="4426630" y="499590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DB2AB">
                <a:alpha val="100000"/>
              </a:srgbClr>
            </a:solidFill>
            <a:ln w="5420" cap="flat">
              <a:solidFill>
                <a:srgbClr val="4DB2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19" name="pg3319"/>
            <p:cNvSpPr/>
            <p:nvPr/>
          </p:nvSpPr>
          <p:spPr>
            <a:xfrm>
              <a:off x="4438267" y="499590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EB3AB">
                <a:alpha val="100000"/>
              </a:srgbClr>
            </a:solidFill>
            <a:ln w="5420" cap="flat">
              <a:solidFill>
                <a:srgbClr val="4EB3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20" name="pg3320"/>
            <p:cNvSpPr/>
            <p:nvPr/>
          </p:nvSpPr>
          <p:spPr>
            <a:xfrm>
              <a:off x="4449904" y="499590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FB5AB">
                <a:alpha val="100000"/>
              </a:srgbClr>
            </a:solidFill>
            <a:ln w="5420" cap="flat">
              <a:solidFill>
                <a:srgbClr val="4FB5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21" name="pg3321"/>
            <p:cNvSpPr/>
            <p:nvPr/>
          </p:nvSpPr>
          <p:spPr>
            <a:xfrm>
              <a:off x="4461542" y="499590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0B6AB">
                <a:alpha val="100000"/>
              </a:srgbClr>
            </a:solidFill>
            <a:ln w="5420" cap="flat">
              <a:solidFill>
                <a:srgbClr val="50B6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22" name="pg3322"/>
            <p:cNvSpPr/>
            <p:nvPr/>
          </p:nvSpPr>
          <p:spPr>
            <a:xfrm>
              <a:off x="4473179" y="499590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1B7AB">
                <a:alpha val="100000"/>
              </a:srgbClr>
            </a:solidFill>
            <a:ln w="5420" cap="flat">
              <a:solidFill>
                <a:srgbClr val="51B7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23" name="pg3323"/>
            <p:cNvSpPr/>
            <p:nvPr/>
          </p:nvSpPr>
          <p:spPr>
            <a:xfrm>
              <a:off x="4636101" y="499590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9C3AC">
                <a:alpha val="100000"/>
              </a:srgbClr>
            </a:solidFill>
            <a:ln w="5420" cap="flat">
              <a:solidFill>
                <a:srgbClr val="59C3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24" name="pg3324"/>
            <p:cNvSpPr/>
            <p:nvPr/>
          </p:nvSpPr>
          <p:spPr>
            <a:xfrm>
              <a:off x="4647739" y="499590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9C4AC">
                <a:alpha val="100000"/>
              </a:srgbClr>
            </a:solidFill>
            <a:ln w="5420" cap="flat">
              <a:solidFill>
                <a:srgbClr val="59C4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25" name="pg3325"/>
            <p:cNvSpPr/>
            <p:nvPr/>
          </p:nvSpPr>
          <p:spPr>
            <a:xfrm>
              <a:off x="4659376" y="499590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AC4AC">
                <a:alpha val="100000"/>
              </a:srgbClr>
            </a:solidFill>
            <a:ln w="5420" cap="flat">
              <a:solidFill>
                <a:srgbClr val="5AC4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26" name="pg3326"/>
            <p:cNvSpPr/>
            <p:nvPr/>
          </p:nvSpPr>
          <p:spPr>
            <a:xfrm>
              <a:off x="4671013" y="499590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AC4AC">
                <a:alpha val="100000"/>
              </a:srgbClr>
            </a:solidFill>
            <a:ln w="5420" cap="flat">
              <a:solidFill>
                <a:srgbClr val="5AC4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27" name="pg3327"/>
            <p:cNvSpPr/>
            <p:nvPr/>
          </p:nvSpPr>
          <p:spPr>
            <a:xfrm>
              <a:off x="4682651" y="499590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AC5AC">
                <a:alpha val="100000"/>
              </a:srgbClr>
            </a:solidFill>
            <a:ln w="5420" cap="flat">
              <a:solidFill>
                <a:srgbClr val="5AC5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28" name="pg3328"/>
            <p:cNvSpPr/>
            <p:nvPr/>
          </p:nvSpPr>
          <p:spPr>
            <a:xfrm>
              <a:off x="2867227" y="501020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AA3">
                <a:alpha val="100000"/>
              </a:srgbClr>
            </a:solidFill>
            <a:ln w="5420" cap="flat">
              <a:solidFill>
                <a:srgbClr val="3A7AA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29" name="pg3329"/>
            <p:cNvSpPr/>
            <p:nvPr/>
          </p:nvSpPr>
          <p:spPr>
            <a:xfrm>
              <a:off x="2878865" y="501020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AA3">
                <a:alpha val="100000"/>
              </a:srgbClr>
            </a:solidFill>
            <a:ln w="5420" cap="flat">
              <a:solidFill>
                <a:srgbClr val="3A7AA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30" name="pg3330"/>
            <p:cNvSpPr/>
            <p:nvPr/>
          </p:nvSpPr>
          <p:spPr>
            <a:xfrm>
              <a:off x="2890502" y="501020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AA3">
                <a:alpha val="100000"/>
              </a:srgbClr>
            </a:solidFill>
            <a:ln w="5420" cap="flat">
              <a:solidFill>
                <a:srgbClr val="3A7AA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31" name="pg3331"/>
            <p:cNvSpPr/>
            <p:nvPr/>
          </p:nvSpPr>
          <p:spPr>
            <a:xfrm>
              <a:off x="2902139" y="501020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AA3">
                <a:alpha val="100000"/>
              </a:srgbClr>
            </a:solidFill>
            <a:ln w="5420" cap="flat">
              <a:solidFill>
                <a:srgbClr val="3A7AA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32" name="pg3332"/>
            <p:cNvSpPr/>
            <p:nvPr/>
          </p:nvSpPr>
          <p:spPr>
            <a:xfrm>
              <a:off x="2913777" y="501020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AA3">
                <a:alpha val="100000"/>
              </a:srgbClr>
            </a:solidFill>
            <a:ln w="5420" cap="flat">
              <a:solidFill>
                <a:srgbClr val="3A7AA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33" name="pg3333"/>
            <p:cNvSpPr/>
            <p:nvPr/>
          </p:nvSpPr>
          <p:spPr>
            <a:xfrm>
              <a:off x="2925414" y="501020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AA3">
                <a:alpha val="100000"/>
              </a:srgbClr>
            </a:solidFill>
            <a:ln w="5420" cap="flat">
              <a:solidFill>
                <a:srgbClr val="3A7AA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34" name="pg3334"/>
            <p:cNvSpPr/>
            <p:nvPr/>
          </p:nvSpPr>
          <p:spPr>
            <a:xfrm>
              <a:off x="2937051" y="501020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AA3">
                <a:alpha val="100000"/>
              </a:srgbClr>
            </a:solidFill>
            <a:ln w="5420" cap="flat">
              <a:solidFill>
                <a:srgbClr val="3A7AA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35" name="pg3335"/>
            <p:cNvSpPr/>
            <p:nvPr/>
          </p:nvSpPr>
          <p:spPr>
            <a:xfrm>
              <a:off x="2948689" y="501020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9A3">
                <a:alpha val="100000"/>
              </a:srgbClr>
            </a:solidFill>
            <a:ln w="5420" cap="flat">
              <a:solidFill>
                <a:srgbClr val="3A79A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36" name="pg3336"/>
            <p:cNvSpPr/>
            <p:nvPr/>
          </p:nvSpPr>
          <p:spPr>
            <a:xfrm>
              <a:off x="4403355" y="501020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AAFAB">
                <a:alpha val="100000"/>
              </a:srgbClr>
            </a:solidFill>
            <a:ln w="5420" cap="flat">
              <a:solidFill>
                <a:srgbClr val="4AAF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37" name="pg3337"/>
            <p:cNvSpPr/>
            <p:nvPr/>
          </p:nvSpPr>
          <p:spPr>
            <a:xfrm>
              <a:off x="4414992" y="501020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BB0AB">
                <a:alpha val="100000"/>
              </a:srgbClr>
            </a:solidFill>
            <a:ln w="5420" cap="flat">
              <a:solidFill>
                <a:srgbClr val="4BB0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38" name="pg3338"/>
            <p:cNvSpPr/>
            <p:nvPr/>
          </p:nvSpPr>
          <p:spPr>
            <a:xfrm>
              <a:off x="4426630" y="501020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CB2AB">
                <a:alpha val="100000"/>
              </a:srgbClr>
            </a:solidFill>
            <a:ln w="5420" cap="flat">
              <a:solidFill>
                <a:srgbClr val="4CB2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39" name="pg3339"/>
            <p:cNvSpPr/>
            <p:nvPr/>
          </p:nvSpPr>
          <p:spPr>
            <a:xfrm>
              <a:off x="4438267" y="501020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DB3AB">
                <a:alpha val="100000"/>
              </a:srgbClr>
            </a:solidFill>
            <a:ln w="5420" cap="flat">
              <a:solidFill>
                <a:srgbClr val="4DB3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40" name="pg3340"/>
            <p:cNvSpPr/>
            <p:nvPr/>
          </p:nvSpPr>
          <p:spPr>
            <a:xfrm>
              <a:off x="4449904" y="501020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EB4AB">
                <a:alpha val="100000"/>
              </a:srgbClr>
            </a:solidFill>
            <a:ln w="5420" cap="flat">
              <a:solidFill>
                <a:srgbClr val="4EB4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41" name="pg3341"/>
            <p:cNvSpPr/>
            <p:nvPr/>
          </p:nvSpPr>
          <p:spPr>
            <a:xfrm>
              <a:off x="4461542" y="501020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FB5AB">
                <a:alpha val="100000"/>
              </a:srgbClr>
            </a:solidFill>
            <a:ln w="5420" cap="flat">
              <a:solidFill>
                <a:srgbClr val="4FB5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42" name="pg3342"/>
            <p:cNvSpPr/>
            <p:nvPr/>
          </p:nvSpPr>
          <p:spPr>
            <a:xfrm>
              <a:off x="4473179" y="501020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0B6AB">
                <a:alpha val="100000"/>
              </a:srgbClr>
            </a:solidFill>
            <a:ln w="5420" cap="flat">
              <a:solidFill>
                <a:srgbClr val="50B6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43" name="pg3343"/>
            <p:cNvSpPr/>
            <p:nvPr/>
          </p:nvSpPr>
          <p:spPr>
            <a:xfrm>
              <a:off x="4484816" y="501020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1B7AB">
                <a:alpha val="100000"/>
              </a:srgbClr>
            </a:solidFill>
            <a:ln w="5420" cap="flat">
              <a:solidFill>
                <a:srgbClr val="51B7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44" name="pg3344"/>
            <p:cNvSpPr/>
            <p:nvPr/>
          </p:nvSpPr>
          <p:spPr>
            <a:xfrm>
              <a:off x="4636101" y="501020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9C2AC">
                <a:alpha val="100000"/>
              </a:srgbClr>
            </a:solidFill>
            <a:ln w="5420" cap="flat">
              <a:solidFill>
                <a:srgbClr val="59C2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45" name="pg3345"/>
            <p:cNvSpPr/>
            <p:nvPr/>
          </p:nvSpPr>
          <p:spPr>
            <a:xfrm>
              <a:off x="4647739" y="501020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9C3AC">
                <a:alpha val="100000"/>
              </a:srgbClr>
            </a:solidFill>
            <a:ln w="5420" cap="flat">
              <a:solidFill>
                <a:srgbClr val="59C3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46" name="pg3346"/>
            <p:cNvSpPr/>
            <p:nvPr/>
          </p:nvSpPr>
          <p:spPr>
            <a:xfrm>
              <a:off x="4659376" y="501020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9C3AC">
                <a:alpha val="100000"/>
              </a:srgbClr>
            </a:solidFill>
            <a:ln w="5420" cap="flat">
              <a:solidFill>
                <a:srgbClr val="59C3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47" name="pg3347"/>
            <p:cNvSpPr/>
            <p:nvPr/>
          </p:nvSpPr>
          <p:spPr>
            <a:xfrm>
              <a:off x="4671013" y="501020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9C3AC">
                <a:alpha val="100000"/>
              </a:srgbClr>
            </a:solidFill>
            <a:ln w="5420" cap="flat">
              <a:solidFill>
                <a:srgbClr val="59C3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48" name="pg3348"/>
            <p:cNvSpPr/>
            <p:nvPr/>
          </p:nvSpPr>
          <p:spPr>
            <a:xfrm>
              <a:off x="4682651" y="501020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9C4AC">
                <a:alpha val="100000"/>
              </a:srgbClr>
            </a:solidFill>
            <a:ln w="5420" cap="flat">
              <a:solidFill>
                <a:srgbClr val="59C4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49" name="pg3349"/>
            <p:cNvSpPr/>
            <p:nvPr/>
          </p:nvSpPr>
          <p:spPr>
            <a:xfrm>
              <a:off x="4694288" y="501020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AC4AC">
                <a:alpha val="100000"/>
              </a:srgbClr>
            </a:solidFill>
            <a:ln w="5420" cap="flat">
              <a:solidFill>
                <a:srgbClr val="5AC4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50" name="pg3350"/>
            <p:cNvSpPr/>
            <p:nvPr/>
          </p:nvSpPr>
          <p:spPr>
            <a:xfrm>
              <a:off x="2855590" y="502450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9A3">
                <a:alpha val="100000"/>
              </a:srgbClr>
            </a:solidFill>
            <a:ln w="5420" cap="flat">
              <a:solidFill>
                <a:srgbClr val="3A79A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51" name="pg3351"/>
            <p:cNvSpPr/>
            <p:nvPr/>
          </p:nvSpPr>
          <p:spPr>
            <a:xfrm>
              <a:off x="2867227" y="502450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AA3">
                <a:alpha val="100000"/>
              </a:srgbClr>
            </a:solidFill>
            <a:ln w="5420" cap="flat">
              <a:solidFill>
                <a:srgbClr val="3A7AA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52" name="pg3352"/>
            <p:cNvSpPr/>
            <p:nvPr/>
          </p:nvSpPr>
          <p:spPr>
            <a:xfrm>
              <a:off x="2878865" y="502450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AA3">
                <a:alpha val="100000"/>
              </a:srgbClr>
            </a:solidFill>
            <a:ln w="5420" cap="flat">
              <a:solidFill>
                <a:srgbClr val="3A7AA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53" name="pg3353"/>
            <p:cNvSpPr/>
            <p:nvPr/>
          </p:nvSpPr>
          <p:spPr>
            <a:xfrm>
              <a:off x="2890502" y="502450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AA3">
                <a:alpha val="100000"/>
              </a:srgbClr>
            </a:solidFill>
            <a:ln w="5420" cap="flat">
              <a:solidFill>
                <a:srgbClr val="3A7AA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54" name="pg3354"/>
            <p:cNvSpPr/>
            <p:nvPr/>
          </p:nvSpPr>
          <p:spPr>
            <a:xfrm>
              <a:off x="2902139" y="502450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AA3">
                <a:alpha val="100000"/>
              </a:srgbClr>
            </a:solidFill>
            <a:ln w="5420" cap="flat">
              <a:solidFill>
                <a:srgbClr val="3A7AA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55" name="pg3355"/>
            <p:cNvSpPr/>
            <p:nvPr/>
          </p:nvSpPr>
          <p:spPr>
            <a:xfrm>
              <a:off x="2913777" y="502450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AA3">
                <a:alpha val="100000"/>
              </a:srgbClr>
            </a:solidFill>
            <a:ln w="5420" cap="flat">
              <a:solidFill>
                <a:srgbClr val="3A7AA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56" name="pg3356"/>
            <p:cNvSpPr/>
            <p:nvPr/>
          </p:nvSpPr>
          <p:spPr>
            <a:xfrm>
              <a:off x="2925414" y="502450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AA3">
                <a:alpha val="100000"/>
              </a:srgbClr>
            </a:solidFill>
            <a:ln w="5420" cap="flat">
              <a:solidFill>
                <a:srgbClr val="3A7AA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57" name="pg3357"/>
            <p:cNvSpPr/>
            <p:nvPr/>
          </p:nvSpPr>
          <p:spPr>
            <a:xfrm>
              <a:off x="2937051" y="502450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9A3">
                <a:alpha val="100000"/>
              </a:srgbClr>
            </a:solidFill>
            <a:ln w="5420" cap="flat">
              <a:solidFill>
                <a:srgbClr val="3A79A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58" name="pg3358"/>
            <p:cNvSpPr/>
            <p:nvPr/>
          </p:nvSpPr>
          <p:spPr>
            <a:xfrm>
              <a:off x="4403355" y="502450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AAFAB">
                <a:alpha val="100000"/>
              </a:srgbClr>
            </a:solidFill>
            <a:ln w="5420" cap="flat">
              <a:solidFill>
                <a:srgbClr val="4AAF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59" name="pg3359"/>
            <p:cNvSpPr/>
            <p:nvPr/>
          </p:nvSpPr>
          <p:spPr>
            <a:xfrm>
              <a:off x="4414992" y="502450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BB0AB">
                <a:alpha val="100000"/>
              </a:srgbClr>
            </a:solidFill>
            <a:ln w="5420" cap="flat">
              <a:solidFill>
                <a:srgbClr val="4BB0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60" name="pg3360"/>
            <p:cNvSpPr/>
            <p:nvPr/>
          </p:nvSpPr>
          <p:spPr>
            <a:xfrm>
              <a:off x="4426630" y="502450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CB1AB">
                <a:alpha val="100000"/>
              </a:srgbClr>
            </a:solidFill>
            <a:ln w="5420" cap="flat">
              <a:solidFill>
                <a:srgbClr val="4CB1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61" name="pg3361"/>
            <p:cNvSpPr/>
            <p:nvPr/>
          </p:nvSpPr>
          <p:spPr>
            <a:xfrm>
              <a:off x="4438267" y="502450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DB2AB">
                <a:alpha val="100000"/>
              </a:srgbClr>
            </a:solidFill>
            <a:ln w="5420" cap="flat">
              <a:solidFill>
                <a:srgbClr val="4DB2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62" name="pg3362"/>
            <p:cNvSpPr/>
            <p:nvPr/>
          </p:nvSpPr>
          <p:spPr>
            <a:xfrm>
              <a:off x="4449904" y="502450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EB3AB">
                <a:alpha val="100000"/>
              </a:srgbClr>
            </a:solidFill>
            <a:ln w="5420" cap="flat">
              <a:solidFill>
                <a:srgbClr val="4EB3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63" name="pg3363"/>
            <p:cNvSpPr/>
            <p:nvPr/>
          </p:nvSpPr>
          <p:spPr>
            <a:xfrm>
              <a:off x="4461542" y="502450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FB5AB">
                <a:alpha val="100000"/>
              </a:srgbClr>
            </a:solidFill>
            <a:ln w="5420" cap="flat">
              <a:solidFill>
                <a:srgbClr val="4FB5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64" name="pg3364"/>
            <p:cNvSpPr/>
            <p:nvPr/>
          </p:nvSpPr>
          <p:spPr>
            <a:xfrm>
              <a:off x="4473179" y="502450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FB6AB">
                <a:alpha val="100000"/>
              </a:srgbClr>
            </a:solidFill>
            <a:ln w="5420" cap="flat">
              <a:solidFill>
                <a:srgbClr val="4FB6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65" name="pg3365"/>
            <p:cNvSpPr/>
            <p:nvPr/>
          </p:nvSpPr>
          <p:spPr>
            <a:xfrm>
              <a:off x="4484816" y="502450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0B7AB">
                <a:alpha val="100000"/>
              </a:srgbClr>
            </a:solidFill>
            <a:ln w="5420" cap="flat">
              <a:solidFill>
                <a:srgbClr val="50B7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66" name="pg3366"/>
            <p:cNvSpPr/>
            <p:nvPr/>
          </p:nvSpPr>
          <p:spPr>
            <a:xfrm>
              <a:off x="4647739" y="502450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8C2AC">
                <a:alpha val="100000"/>
              </a:srgbClr>
            </a:solidFill>
            <a:ln w="5420" cap="flat">
              <a:solidFill>
                <a:srgbClr val="58C2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67" name="pg3367"/>
            <p:cNvSpPr/>
            <p:nvPr/>
          </p:nvSpPr>
          <p:spPr>
            <a:xfrm>
              <a:off x="4659376" y="502450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8C2AC">
                <a:alpha val="100000"/>
              </a:srgbClr>
            </a:solidFill>
            <a:ln w="5420" cap="flat">
              <a:solidFill>
                <a:srgbClr val="58C2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68" name="pg3368"/>
            <p:cNvSpPr/>
            <p:nvPr/>
          </p:nvSpPr>
          <p:spPr>
            <a:xfrm>
              <a:off x="4671013" y="502450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9C3AC">
                <a:alpha val="100000"/>
              </a:srgbClr>
            </a:solidFill>
            <a:ln w="5420" cap="flat">
              <a:solidFill>
                <a:srgbClr val="59C3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69" name="pg3369"/>
            <p:cNvSpPr/>
            <p:nvPr/>
          </p:nvSpPr>
          <p:spPr>
            <a:xfrm>
              <a:off x="4682651" y="502450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9C3AC">
                <a:alpha val="100000"/>
              </a:srgbClr>
            </a:solidFill>
            <a:ln w="5420" cap="flat">
              <a:solidFill>
                <a:srgbClr val="59C3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70" name="pg3370"/>
            <p:cNvSpPr/>
            <p:nvPr/>
          </p:nvSpPr>
          <p:spPr>
            <a:xfrm>
              <a:off x="4694288" y="502450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9C3AC">
                <a:alpha val="100000"/>
              </a:srgbClr>
            </a:solidFill>
            <a:ln w="5420" cap="flat">
              <a:solidFill>
                <a:srgbClr val="59C3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71" name="pg3371"/>
            <p:cNvSpPr/>
            <p:nvPr/>
          </p:nvSpPr>
          <p:spPr>
            <a:xfrm>
              <a:off x="2855590" y="503880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9A3">
                <a:alpha val="100000"/>
              </a:srgbClr>
            </a:solidFill>
            <a:ln w="5420" cap="flat">
              <a:solidFill>
                <a:srgbClr val="3A79A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72" name="pg3372"/>
            <p:cNvSpPr/>
            <p:nvPr/>
          </p:nvSpPr>
          <p:spPr>
            <a:xfrm>
              <a:off x="2867227" y="503880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9A3">
                <a:alpha val="100000"/>
              </a:srgbClr>
            </a:solidFill>
            <a:ln w="5420" cap="flat">
              <a:solidFill>
                <a:srgbClr val="3A79A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73" name="pg3373"/>
            <p:cNvSpPr/>
            <p:nvPr/>
          </p:nvSpPr>
          <p:spPr>
            <a:xfrm>
              <a:off x="2878865" y="503880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AA3">
                <a:alpha val="100000"/>
              </a:srgbClr>
            </a:solidFill>
            <a:ln w="5420" cap="flat">
              <a:solidFill>
                <a:srgbClr val="3A7AA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74" name="pg3374"/>
            <p:cNvSpPr/>
            <p:nvPr/>
          </p:nvSpPr>
          <p:spPr>
            <a:xfrm>
              <a:off x="2890502" y="503880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AA3">
                <a:alpha val="100000"/>
              </a:srgbClr>
            </a:solidFill>
            <a:ln w="5420" cap="flat">
              <a:solidFill>
                <a:srgbClr val="3A7AA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75" name="pg3375"/>
            <p:cNvSpPr/>
            <p:nvPr/>
          </p:nvSpPr>
          <p:spPr>
            <a:xfrm>
              <a:off x="2902139" y="503880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AA3">
                <a:alpha val="100000"/>
              </a:srgbClr>
            </a:solidFill>
            <a:ln w="5420" cap="flat">
              <a:solidFill>
                <a:srgbClr val="3A7AA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76" name="pg3376"/>
            <p:cNvSpPr/>
            <p:nvPr/>
          </p:nvSpPr>
          <p:spPr>
            <a:xfrm>
              <a:off x="2913777" y="503880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AA3">
                <a:alpha val="100000"/>
              </a:srgbClr>
            </a:solidFill>
            <a:ln w="5420" cap="flat">
              <a:solidFill>
                <a:srgbClr val="3A7AA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77" name="pg3377"/>
            <p:cNvSpPr/>
            <p:nvPr/>
          </p:nvSpPr>
          <p:spPr>
            <a:xfrm>
              <a:off x="2925414" y="503880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9A3">
                <a:alpha val="100000"/>
              </a:srgbClr>
            </a:solidFill>
            <a:ln w="5420" cap="flat">
              <a:solidFill>
                <a:srgbClr val="3A79A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78" name="pg3378"/>
            <p:cNvSpPr/>
            <p:nvPr/>
          </p:nvSpPr>
          <p:spPr>
            <a:xfrm>
              <a:off x="4403355" y="503880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AAEAB">
                <a:alpha val="100000"/>
              </a:srgbClr>
            </a:solidFill>
            <a:ln w="5420" cap="flat">
              <a:solidFill>
                <a:srgbClr val="4AAE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79" name="pg3379"/>
            <p:cNvSpPr/>
            <p:nvPr/>
          </p:nvSpPr>
          <p:spPr>
            <a:xfrm>
              <a:off x="4414992" y="503880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BAFAB">
                <a:alpha val="100000"/>
              </a:srgbClr>
            </a:solidFill>
            <a:ln w="5420" cap="flat">
              <a:solidFill>
                <a:srgbClr val="4BAF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80" name="pg3380"/>
            <p:cNvSpPr/>
            <p:nvPr/>
          </p:nvSpPr>
          <p:spPr>
            <a:xfrm>
              <a:off x="4426630" y="503880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CB1AB">
                <a:alpha val="100000"/>
              </a:srgbClr>
            </a:solidFill>
            <a:ln w="5420" cap="flat">
              <a:solidFill>
                <a:srgbClr val="4CB1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81" name="pg3381"/>
            <p:cNvSpPr/>
            <p:nvPr/>
          </p:nvSpPr>
          <p:spPr>
            <a:xfrm>
              <a:off x="4438267" y="503880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CB2AB">
                <a:alpha val="100000"/>
              </a:srgbClr>
            </a:solidFill>
            <a:ln w="5420" cap="flat">
              <a:solidFill>
                <a:srgbClr val="4CB2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82" name="pg3382"/>
            <p:cNvSpPr/>
            <p:nvPr/>
          </p:nvSpPr>
          <p:spPr>
            <a:xfrm>
              <a:off x="4449904" y="503880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DB3AB">
                <a:alpha val="100000"/>
              </a:srgbClr>
            </a:solidFill>
            <a:ln w="5420" cap="flat">
              <a:solidFill>
                <a:srgbClr val="4DB3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83" name="pg3383"/>
            <p:cNvSpPr/>
            <p:nvPr/>
          </p:nvSpPr>
          <p:spPr>
            <a:xfrm>
              <a:off x="4461542" y="503880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EB4AB">
                <a:alpha val="100000"/>
              </a:srgbClr>
            </a:solidFill>
            <a:ln w="5420" cap="flat">
              <a:solidFill>
                <a:srgbClr val="4EB4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84" name="pg3384"/>
            <p:cNvSpPr/>
            <p:nvPr/>
          </p:nvSpPr>
          <p:spPr>
            <a:xfrm>
              <a:off x="4473179" y="503880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FB5AB">
                <a:alpha val="100000"/>
              </a:srgbClr>
            </a:solidFill>
            <a:ln w="5420" cap="flat">
              <a:solidFill>
                <a:srgbClr val="4FB5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85" name="pg3385"/>
            <p:cNvSpPr/>
            <p:nvPr/>
          </p:nvSpPr>
          <p:spPr>
            <a:xfrm>
              <a:off x="4484816" y="503880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0B6AB">
                <a:alpha val="100000"/>
              </a:srgbClr>
            </a:solidFill>
            <a:ln w="5420" cap="flat">
              <a:solidFill>
                <a:srgbClr val="50B6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86" name="pg3386"/>
            <p:cNvSpPr/>
            <p:nvPr/>
          </p:nvSpPr>
          <p:spPr>
            <a:xfrm>
              <a:off x="4647739" y="503880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8C1AC">
                <a:alpha val="100000"/>
              </a:srgbClr>
            </a:solidFill>
            <a:ln w="5420" cap="flat">
              <a:solidFill>
                <a:srgbClr val="58C1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87" name="pg3387"/>
            <p:cNvSpPr/>
            <p:nvPr/>
          </p:nvSpPr>
          <p:spPr>
            <a:xfrm>
              <a:off x="4659376" y="503880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8C1AC">
                <a:alpha val="100000"/>
              </a:srgbClr>
            </a:solidFill>
            <a:ln w="5420" cap="flat">
              <a:solidFill>
                <a:srgbClr val="58C1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88" name="pg3388"/>
            <p:cNvSpPr/>
            <p:nvPr/>
          </p:nvSpPr>
          <p:spPr>
            <a:xfrm>
              <a:off x="4671013" y="503880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8C2AC">
                <a:alpha val="100000"/>
              </a:srgbClr>
            </a:solidFill>
            <a:ln w="5420" cap="flat">
              <a:solidFill>
                <a:srgbClr val="58C2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89" name="pg3389"/>
            <p:cNvSpPr/>
            <p:nvPr/>
          </p:nvSpPr>
          <p:spPr>
            <a:xfrm>
              <a:off x="4682651" y="503880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8C2AC">
                <a:alpha val="100000"/>
              </a:srgbClr>
            </a:solidFill>
            <a:ln w="5420" cap="flat">
              <a:solidFill>
                <a:srgbClr val="58C2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90" name="pg3390"/>
            <p:cNvSpPr/>
            <p:nvPr/>
          </p:nvSpPr>
          <p:spPr>
            <a:xfrm>
              <a:off x="4694288" y="503880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8C2AC">
                <a:alpha val="100000"/>
              </a:srgbClr>
            </a:solidFill>
            <a:ln w="5420" cap="flat">
              <a:solidFill>
                <a:srgbClr val="58C2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91" name="pg3391"/>
            <p:cNvSpPr/>
            <p:nvPr/>
          </p:nvSpPr>
          <p:spPr>
            <a:xfrm>
              <a:off x="2832315" y="505310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9A2">
                <a:alpha val="100000"/>
              </a:srgbClr>
            </a:solidFill>
            <a:ln w="5420" cap="flat">
              <a:solidFill>
                <a:srgbClr val="3A79A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92" name="pg3392"/>
            <p:cNvSpPr/>
            <p:nvPr/>
          </p:nvSpPr>
          <p:spPr>
            <a:xfrm>
              <a:off x="2843953" y="505310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9A2">
                <a:alpha val="100000"/>
              </a:srgbClr>
            </a:solidFill>
            <a:ln w="5420" cap="flat">
              <a:solidFill>
                <a:srgbClr val="3A79A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93" name="pg3393"/>
            <p:cNvSpPr/>
            <p:nvPr/>
          </p:nvSpPr>
          <p:spPr>
            <a:xfrm>
              <a:off x="2867227" y="505310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9A3">
                <a:alpha val="100000"/>
              </a:srgbClr>
            </a:solidFill>
            <a:ln w="5420" cap="flat">
              <a:solidFill>
                <a:srgbClr val="3A79A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94" name="pg3394"/>
            <p:cNvSpPr/>
            <p:nvPr/>
          </p:nvSpPr>
          <p:spPr>
            <a:xfrm>
              <a:off x="2878865" y="505310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9A3">
                <a:alpha val="100000"/>
              </a:srgbClr>
            </a:solidFill>
            <a:ln w="5420" cap="flat">
              <a:solidFill>
                <a:srgbClr val="3A79A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95" name="pg3395"/>
            <p:cNvSpPr/>
            <p:nvPr/>
          </p:nvSpPr>
          <p:spPr>
            <a:xfrm>
              <a:off x="2890502" y="505310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9A3">
                <a:alpha val="100000"/>
              </a:srgbClr>
            </a:solidFill>
            <a:ln w="5420" cap="flat">
              <a:solidFill>
                <a:srgbClr val="3A79A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96" name="pg3396"/>
            <p:cNvSpPr/>
            <p:nvPr/>
          </p:nvSpPr>
          <p:spPr>
            <a:xfrm>
              <a:off x="2902139" y="505310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9A3">
                <a:alpha val="100000"/>
              </a:srgbClr>
            </a:solidFill>
            <a:ln w="5420" cap="flat">
              <a:solidFill>
                <a:srgbClr val="3A79A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97" name="pg3397"/>
            <p:cNvSpPr/>
            <p:nvPr/>
          </p:nvSpPr>
          <p:spPr>
            <a:xfrm>
              <a:off x="2913777" y="505310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9A3">
                <a:alpha val="100000"/>
              </a:srgbClr>
            </a:solidFill>
            <a:ln w="5420" cap="flat">
              <a:solidFill>
                <a:srgbClr val="3A79A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98" name="pg3398"/>
            <p:cNvSpPr/>
            <p:nvPr/>
          </p:nvSpPr>
          <p:spPr>
            <a:xfrm>
              <a:off x="4403355" y="505310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9AEAB">
                <a:alpha val="100000"/>
              </a:srgbClr>
            </a:solidFill>
            <a:ln w="5420" cap="flat">
              <a:solidFill>
                <a:srgbClr val="49AE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99" name="pg3399"/>
            <p:cNvSpPr/>
            <p:nvPr/>
          </p:nvSpPr>
          <p:spPr>
            <a:xfrm>
              <a:off x="4414992" y="505310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AAFAB">
                <a:alpha val="100000"/>
              </a:srgbClr>
            </a:solidFill>
            <a:ln w="5420" cap="flat">
              <a:solidFill>
                <a:srgbClr val="4AAF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00" name="pg3400"/>
            <p:cNvSpPr/>
            <p:nvPr/>
          </p:nvSpPr>
          <p:spPr>
            <a:xfrm>
              <a:off x="4426630" y="505310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BB0AB">
                <a:alpha val="100000"/>
              </a:srgbClr>
            </a:solidFill>
            <a:ln w="5420" cap="flat">
              <a:solidFill>
                <a:srgbClr val="4BB0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01" name="pg3401"/>
            <p:cNvSpPr/>
            <p:nvPr/>
          </p:nvSpPr>
          <p:spPr>
            <a:xfrm>
              <a:off x="4438267" y="505310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CB1AB">
                <a:alpha val="100000"/>
              </a:srgbClr>
            </a:solidFill>
            <a:ln w="5420" cap="flat">
              <a:solidFill>
                <a:srgbClr val="4CB1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02" name="pg3402"/>
            <p:cNvSpPr/>
            <p:nvPr/>
          </p:nvSpPr>
          <p:spPr>
            <a:xfrm>
              <a:off x="4449904" y="505310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DB2AB">
                <a:alpha val="100000"/>
              </a:srgbClr>
            </a:solidFill>
            <a:ln w="5420" cap="flat">
              <a:solidFill>
                <a:srgbClr val="4DB2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03" name="pg3403"/>
            <p:cNvSpPr/>
            <p:nvPr/>
          </p:nvSpPr>
          <p:spPr>
            <a:xfrm>
              <a:off x="4461542" y="505310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EB3AB">
                <a:alpha val="100000"/>
              </a:srgbClr>
            </a:solidFill>
            <a:ln w="5420" cap="flat">
              <a:solidFill>
                <a:srgbClr val="4EB3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04" name="pg3404"/>
            <p:cNvSpPr/>
            <p:nvPr/>
          </p:nvSpPr>
          <p:spPr>
            <a:xfrm>
              <a:off x="4473179" y="505310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FB4AB">
                <a:alpha val="100000"/>
              </a:srgbClr>
            </a:solidFill>
            <a:ln w="5420" cap="flat">
              <a:solidFill>
                <a:srgbClr val="4FB4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05" name="pg3405"/>
            <p:cNvSpPr/>
            <p:nvPr/>
          </p:nvSpPr>
          <p:spPr>
            <a:xfrm>
              <a:off x="4484816" y="505310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FB5AB">
                <a:alpha val="100000"/>
              </a:srgbClr>
            </a:solidFill>
            <a:ln w="5420" cap="flat">
              <a:solidFill>
                <a:srgbClr val="4FB5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06" name="pg3406"/>
            <p:cNvSpPr/>
            <p:nvPr/>
          </p:nvSpPr>
          <p:spPr>
            <a:xfrm>
              <a:off x="4647739" y="505310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7C0AC">
                <a:alpha val="100000"/>
              </a:srgbClr>
            </a:solidFill>
            <a:ln w="5420" cap="flat">
              <a:solidFill>
                <a:srgbClr val="57C0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07" name="pg3407"/>
            <p:cNvSpPr/>
            <p:nvPr/>
          </p:nvSpPr>
          <p:spPr>
            <a:xfrm>
              <a:off x="4659376" y="505310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7C1AC">
                <a:alpha val="100000"/>
              </a:srgbClr>
            </a:solidFill>
            <a:ln w="5420" cap="flat">
              <a:solidFill>
                <a:srgbClr val="57C1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08" name="pg3408"/>
            <p:cNvSpPr/>
            <p:nvPr/>
          </p:nvSpPr>
          <p:spPr>
            <a:xfrm>
              <a:off x="4671013" y="505310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8C1AC">
                <a:alpha val="100000"/>
              </a:srgbClr>
            </a:solidFill>
            <a:ln w="5420" cap="flat">
              <a:solidFill>
                <a:srgbClr val="58C1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09" name="pg3409"/>
            <p:cNvSpPr/>
            <p:nvPr/>
          </p:nvSpPr>
          <p:spPr>
            <a:xfrm>
              <a:off x="4682651" y="505310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8C1AC">
                <a:alpha val="100000"/>
              </a:srgbClr>
            </a:solidFill>
            <a:ln w="5420" cap="flat">
              <a:solidFill>
                <a:srgbClr val="58C1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10" name="pg3410"/>
            <p:cNvSpPr/>
            <p:nvPr/>
          </p:nvSpPr>
          <p:spPr>
            <a:xfrm>
              <a:off x="4694288" y="505310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8C2AC">
                <a:alpha val="100000"/>
              </a:srgbClr>
            </a:solidFill>
            <a:ln w="5420" cap="flat">
              <a:solidFill>
                <a:srgbClr val="58C2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11" name="pg3411"/>
            <p:cNvSpPr/>
            <p:nvPr/>
          </p:nvSpPr>
          <p:spPr>
            <a:xfrm>
              <a:off x="2820678" y="506741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8A2">
                <a:alpha val="100000"/>
              </a:srgbClr>
            </a:solidFill>
            <a:ln w="5420" cap="flat">
              <a:solidFill>
                <a:srgbClr val="3A78A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12" name="pg3412"/>
            <p:cNvSpPr/>
            <p:nvPr/>
          </p:nvSpPr>
          <p:spPr>
            <a:xfrm>
              <a:off x="2832315" y="506741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9A2">
                <a:alpha val="100000"/>
              </a:srgbClr>
            </a:solidFill>
            <a:ln w="5420" cap="flat">
              <a:solidFill>
                <a:srgbClr val="3A79A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13" name="pg3413"/>
            <p:cNvSpPr/>
            <p:nvPr/>
          </p:nvSpPr>
          <p:spPr>
            <a:xfrm>
              <a:off x="2843953" y="506741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9A2">
                <a:alpha val="100000"/>
              </a:srgbClr>
            </a:solidFill>
            <a:ln w="5420" cap="flat">
              <a:solidFill>
                <a:srgbClr val="3A79A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14" name="pg3414"/>
            <p:cNvSpPr/>
            <p:nvPr/>
          </p:nvSpPr>
          <p:spPr>
            <a:xfrm>
              <a:off x="2855590" y="506741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9A2">
                <a:alpha val="100000"/>
              </a:srgbClr>
            </a:solidFill>
            <a:ln w="5420" cap="flat">
              <a:solidFill>
                <a:srgbClr val="3A79A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15" name="pg3415"/>
            <p:cNvSpPr/>
            <p:nvPr/>
          </p:nvSpPr>
          <p:spPr>
            <a:xfrm>
              <a:off x="2867227" y="506741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9A3">
                <a:alpha val="100000"/>
              </a:srgbClr>
            </a:solidFill>
            <a:ln w="5420" cap="flat">
              <a:solidFill>
                <a:srgbClr val="3A79A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16" name="pg3416"/>
            <p:cNvSpPr/>
            <p:nvPr/>
          </p:nvSpPr>
          <p:spPr>
            <a:xfrm>
              <a:off x="2878865" y="506741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9A3">
                <a:alpha val="100000"/>
              </a:srgbClr>
            </a:solidFill>
            <a:ln w="5420" cap="flat">
              <a:solidFill>
                <a:srgbClr val="3A79A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17" name="pg3417"/>
            <p:cNvSpPr/>
            <p:nvPr/>
          </p:nvSpPr>
          <p:spPr>
            <a:xfrm>
              <a:off x="2890502" y="506741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9A3">
                <a:alpha val="100000"/>
              </a:srgbClr>
            </a:solidFill>
            <a:ln w="5420" cap="flat">
              <a:solidFill>
                <a:srgbClr val="3A79A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18" name="pg3418"/>
            <p:cNvSpPr/>
            <p:nvPr/>
          </p:nvSpPr>
          <p:spPr>
            <a:xfrm>
              <a:off x="2902139" y="506741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9A3">
                <a:alpha val="100000"/>
              </a:srgbClr>
            </a:solidFill>
            <a:ln w="5420" cap="flat">
              <a:solidFill>
                <a:srgbClr val="3A79A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19" name="pg3419"/>
            <p:cNvSpPr/>
            <p:nvPr/>
          </p:nvSpPr>
          <p:spPr>
            <a:xfrm>
              <a:off x="2913777" y="506741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9A3">
                <a:alpha val="100000"/>
              </a:srgbClr>
            </a:solidFill>
            <a:ln w="5420" cap="flat">
              <a:solidFill>
                <a:srgbClr val="3A79A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20" name="pg3420"/>
            <p:cNvSpPr/>
            <p:nvPr/>
          </p:nvSpPr>
          <p:spPr>
            <a:xfrm>
              <a:off x="4414992" y="506741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AAFAB">
                <a:alpha val="100000"/>
              </a:srgbClr>
            </a:solidFill>
            <a:ln w="5420" cap="flat">
              <a:solidFill>
                <a:srgbClr val="4AAF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21" name="pg3421"/>
            <p:cNvSpPr/>
            <p:nvPr/>
          </p:nvSpPr>
          <p:spPr>
            <a:xfrm>
              <a:off x="4426630" y="506741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BB0AB">
                <a:alpha val="100000"/>
              </a:srgbClr>
            </a:solidFill>
            <a:ln w="5420" cap="flat">
              <a:solidFill>
                <a:srgbClr val="4BB0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22" name="pg3422"/>
            <p:cNvSpPr/>
            <p:nvPr/>
          </p:nvSpPr>
          <p:spPr>
            <a:xfrm>
              <a:off x="4438267" y="506741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CB1AB">
                <a:alpha val="100000"/>
              </a:srgbClr>
            </a:solidFill>
            <a:ln w="5420" cap="flat">
              <a:solidFill>
                <a:srgbClr val="4CB1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23" name="pg3423"/>
            <p:cNvSpPr/>
            <p:nvPr/>
          </p:nvSpPr>
          <p:spPr>
            <a:xfrm>
              <a:off x="4449904" y="506741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DB2AB">
                <a:alpha val="100000"/>
              </a:srgbClr>
            </a:solidFill>
            <a:ln w="5420" cap="flat">
              <a:solidFill>
                <a:srgbClr val="4DB2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24" name="pg3424"/>
            <p:cNvSpPr/>
            <p:nvPr/>
          </p:nvSpPr>
          <p:spPr>
            <a:xfrm>
              <a:off x="4461542" y="506741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DB3AB">
                <a:alpha val="100000"/>
              </a:srgbClr>
            </a:solidFill>
            <a:ln w="5420" cap="flat">
              <a:solidFill>
                <a:srgbClr val="4DB3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25" name="pg3425"/>
            <p:cNvSpPr/>
            <p:nvPr/>
          </p:nvSpPr>
          <p:spPr>
            <a:xfrm>
              <a:off x="4473179" y="506741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EB4AB">
                <a:alpha val="100000"/>
              </a:srgbClr>
            </a:solidFill>
            <a:ln w="5420" cap="flat">
              <a:solidFill>
                <a:srgbClr val="4EB4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26" name="pg3426"/>
            <p:cNvSpPr/>
            <p:nvPr/>
          </p:nvSpPr>
          <p:spPr>
            <a:xfrm>
              <a:off x="4659376" y="506741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7C0AB">
                <a:alpha val="100000"/>
              </a:srgbClr>
            </a:solidFill>
            <a:ln w="5420" cap="flat">
              <a:solidFill>
                <a:srgbClr val="57C0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27" name="pg3427"/>
            <p:cNvSpPr/>
            <p:nvPr/>
          </p:nvSpPr>
          <p:spPr>
            <a:xfrm>
              <a:off x="4671013" y="506741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7C0AC">
                <a:alpha val="100000"/>
              </a:srgbClr>
            </a:solidFill>
            <a:ln w="5420" cap="flat">
              <a:solidFill>
                <a:srgbClr val="57C0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28" name="pg3428"/>
            <p:cNvSpPr/>
            <p:nvPr/>
          </p:nvSpPr>
          <p:spPr>
            <a:xfrm>
              <a:off x="4682651" y="506741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7C0AC">
                <a:alpha val="100000"/>
              </a:srgbClr>
            </a:solidFill>
            <a:ln w="5420" cap="flat">
              <a:solidFill>
                <a:srgbClr val="57C0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29" name="pg3429"/>
            <p:cNvSpPr/>
            <p:nvPr/>
          </p:nvSpPr>
          <p:spPr>
            <a:xfrm>
              <a:off x="4694288" y="506741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7C1AC">
                <a:alpha val="100000"/>
              </a:srgbClr>
            </a:solidFill>
            <a:ln w="5420" cap="flat">
              <a:solidFill>
                <a:srgbClr val="57C1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30" name="pg3430"/>
            <p:cNvSpPr/>
            <p:nvPr/>
          </p:nvSpPr>
          <p:spPr>
            <a:xfrm>
              <a:off x="4705925" y="506741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8C1AC">
                <a:alpha val="100000"/>
              </a:srgbClr>
            </a:solidFill>
            <a:ln w="5420" cap="flat">
              <a:solidFill>
                <a:srgbClr val="58C1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31" name="pg3431"/>
            <p:cNvSpPr/>
            <p:nvPr/>
          </p:nvSpPr>
          <p:spPr>
            <a:xfrm>
              <a:off x="2820678" y="508171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8A2">
                <a:alpha val="100000"/>
              </a:srgbClr>
            </a:solidFill>
            <a:ln w="5420" cap="flat">
              <a:solidFill>
                <a:srgbClr val="3A78A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32" name="pg3432"/>
            <p:cNvSpPr/>
            <p:nvPr/>
          </p:nvSpPr>
          <p:spPr>
            <a:xfrm>
              <a:off x="2832315" y="508171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8A2">
                <a:alpha val="100000"/>
              </a:srgbClr>
            </a:solidFill>
            <a:ln w="5420" cap="flat">
              <a:solidFill>
                <a:srgbClr val="3A78A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33" name="pg3433"/>
            <p:cNvSpPr/>
            <p:nvPr/>
          </p:nvSpPr>
          <p:spPr>
            <a:xfrm>
              <a:off x="2843953" y="508171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9A2">
                <a:alpha val="100000"/>
              </a:srgbClr>
            </a:solidFill>
            <a:ln w="5420" cap="flat">
              <a:solidFill>
                <a:srgbClr val="3A79A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34" name="pg3434"/>
            <p:cNvSpPr/>
            <p:nvPr/>
          </p:nvSpPr>
          <p:spPr>
            <a:xfrm>
              <a:off x="2855590" y="508171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9A2">
                <a:alpha val="100000"/>
              </a:srgbClr>
            </a:solidFill>
            <a:ln w="5420" cap="flat">
              <a:solidFill>
                <a:srgbClr val="3A79A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35" name="pg3435"/>
            <p:cNvSpPr/>
            <p:nvPr/>
          </p:nvSpPr>
          <p:spPr>
            <a:xfrm>
              <a:off x="2867227" y="508171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9A2">
                <a:alpha val="100000"/>
              </a:srgbClr>
            </a:solidFill>
            <a:ln w="5420" cap="flat">
              <a:solidFill>
                <a:srgbClr val="3A79A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36" name="pg3436"/>
            <p:cNvSpPr/>
            <p:nvPr/>
          </p:nvSpPr>
          <p:spPr>
            <a:xfrm>
              <a:off x="2878865" y="508171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9A2">
                <a:alpha val="100000"/>
              </a:srgbClr>
            </a:solidFill>
            <a:ln w="5420" cap="flat">
              <a:solidFill>
                <a:srgbClr val="3A79A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37" name="pg3437"/>
            <p:cNvSpPr/>
            <p:nvPr/>
          </p:nvSpPr>
          <p:spPr>
            <a:xfrm>
              <a:off x="2890502" y="508171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9A2">
                <a:alpha val="100000"/>
              </a:srgbClr>
            </a:solidFill>
            <a:ln w="5420" cap="flat">
              <a:solidFill>
                <a:srgbClr val="3A79A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38" name="pg3438"/>
            <p:cNvSpPr/>
            <p:nvPr/>
          </p:nvSpPr>
          <p:spPr>
            <a:xfrm>
              <a:off x="2902139" y="508171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9A2">
                <a:alpha val="100000"/>
              </a:srgbClr>
            </a:solidFill>
            <a:ln w="5420" cap="flat">
              <a:solidFill>
                <a:srgbClr val="3A79A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39" name="pg3439"/>
            <p:cNvSpPr/>
            <p:nvPr/>
          </p:nvSpPr>
          <p:spPr>
            <a:xfrm>
              <a:off x="4414992" y="508171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AAEAB">
                <a:alpha val="100000"/>
              </a:srgbClr>
            </a:solidFill>
            <a:ln w="5420" cap="flat">
              <a:solidFill>
                <a:srgbClr val="4AAE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40" name="pg3440"/>
            <p:cNvSpPr/>
            <p:nvPr/>
          </p:nvSpPr>
          <p:spPr>
            <a:xfrm>
              <a:off x="4426630" y="508171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BAFAB">
                <a:alpha val="100000"/>
              </a:srgbClr>
            </a:solidFill>
            <a:ln w="5420" cap="flat">
              <a:solidFill>
                <a:srgbClr val="4BAF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41" name="pg3441"/>
            <p:cNvSpPr/>
            <p:nvPr/>
          </p:nvSpPr>
          <p:spPr>
            <a:xfrm>
              <a:off x="4438267" y="508171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BB0AB">
                <a:alpha val="100000"/>
              </a:srgbClr>
            </a:solidFill>
            <a:ln w="5420" cap="flat">
              <a:solidFill>
                <a:srgbClr val="4BB0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42" name="pg3442"/>
            <p:cNvSpPr/>
            <p:nvPr/>
          </p:nvSpPr>
          <p:spPr>
            <a:xfrm>
              <a:off x="4449904" y="508171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CB1AB">
                <a:alpha val="100000"/>
              </a:srgbClr>
            </a:solidFill>
            <a:ln w="5420" cap="flat">
              <a:solidFill>
                <a:srgbClr val="4CB1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43" name="pg3443"/>
            <p:cNvSpPr/>
            <p:nvPr/>
          </p:nvSpPr>
          <p:spPr>
            <a:xfrm>
              <a:off x="4461542" y="508171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DB2AB">
                <a:alpha val="100000"/>
              </a:srgbClr>
            </a:solidFill>
            <a:ln w="5420" cap="flat">
              <a:solidFill>
                <a:srgbClr val="4DB2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44" name="pg3444"/>
            <p:cNvSpPr/>
            <p:nvPr/>
          </p:nvSpPr>
          <p:spPr>
            <a:xfrm>
              <a:off x="4659376" y="508171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6BFAB">
                <a:alpha val="100000"/>
              </a:srgbClr>
            </a:solidFill>
            <a:ln w="5420" cap="flat">
              <a:solidFill>
                <a:srgbClr val="56BF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45" name="pg3445"/>
            <p:cNvSpPr/>
            <p:nvPr/>
          </p:nvSpPr>
          <p:spPr>
            <a:xfrm>
              <a:off x="4671013" y="508171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6BFAB">
                <a:alpha val="100000"/>
              </a:srgbClr>
            </a:solidFill>
            <a:ln w="5420" cap="flat">
              <a:solidFill>
                <a:srgbClr val="56BF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46" name="pg3446"/>
            <p:cNvSpPr/>
            <p:nvPr/>
          </p:nvSpPr>
          <p:spPr>
            <a:xfrm>
              <a:off x="4682651" y="508171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7C0AB">
                <a:alpha val="100000"/>
              </a:srgbClr>
            </a:solidFill>
            <a:ln w="5420" cap="flat">
              <a:solidFill>
                <a:srgbClr val="57C0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47" name="pg3447"/>
            <p:cNvSpPr/>
            <p:nvPr/>
          </p:nvSpPr>
          <p:spPr>
            <a:xfrm>
              <a:off x="4694288" y="508171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7C0AC">
                <a:alpha val="100000"/>
              </a:srgbClr>
            </a:solidFill>
            <a:ln w="5420" cap="flat">
              <a:solidFill>
                <a:srgbClr val="57C0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48" name="pg3448"/>
            <p:cNvSpPr/>
            <p:nvPr/>
          </p:nvSpPr>
          <p:spPr>
            <a:xfrm>
              <a:off x="4705925" y="508171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7C0AC">
                <a:alpha val="100000"/>
              </a:srgbClr>
            </a:solidFill>
            <a:ln w="5420" cap="flat">
              <a:solidFill>
                <a:srgbClr val="57C0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49" name="pg3449"/>
            <p:cNvSpPr/>
            <p:nvPr/>
          </p:nvSpPr>
          <p:spPr>
            <a:xfrm>
              <a:off x="2820678" y="509601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8A2">
                <a:alpha val="100000"/>
              </a:srgbClr>
            </a:solidFill>
            <a:ln w="5420" cap="flat">
              <a:solidFill>
                <a:srgbClr val="3A78A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50" name="pg3450"/>
            <p:cNvSpPr/>
            <p:nvPr/>
          </p:nvSpPr>
          <p:spPr>
            <a:xfrm>
              <a:off x="2832315" y="509601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8A2">
                <a:alpha val="100000"/>
              </a:srgbClr>
            </a:solidFill>
            <a:ln w="5420" cap="flat">
              <a:solidFill>
                <a:srgbClr val="3A78A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51" name="pg3451"/>
            <p:cNvSpPr/>
            <p:nvPr/>
          </p:nvSpPr>
          <p:spPr>
            <a:xfrm>
              <a:off x="2843953" y="509601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8A2">
                <a:alpha val="100000"/>
              </a:srgbClr>
            </a:solidFill>
            <a:ln w="5420" cap="flat">
              <a:solidFill>
                <a:srgbClr val="3A78A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52" name="pg3452"/>
            <p:cNvSpPr/>
            <p:nvPr/>
          </p:nvSpPr>
          <p:spPr>
            <a:xfrm>
              <a:off x="2855590" y="509601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8A2">
                <a:alpha val="100000"/>
              </a:srgbClr>
            </a:solidFill>
            <a:ln w="5420" cap="flat">
              <a:solidFill>
                <a:srgbClr val="3A78A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53" name="pg3453"/>
            <p:cNvSpPr/>
            <p:nvPr/>
          </p:nvSpPr>
          <p:spPr>
            <a:xfrm>
              <a:off x="2867227" y="509601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8A2">
                <a:alpha val="100000"/>
              </a:srgbClr>
            </a:solidFill>
            <a:ln w="5420" cap="flat">
              <a:solidFill>
                <a:srgbClr val="3A78A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54" name="pg3454"/>
            <p:cNvSpPr/>
            <p:nvPr/>
          </p:nvSpPr>
          <p:spPr>
            <a:xfrm>
              <a:off x="2878865" y="509601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8A2">
                <a:alpha val="100000"/>
              </a:srgbClr>
            </a:solidFill>
            <a:ln w="5420" cap="flat">
              <a:solidFill>
                <a:srgbClr val="3A78A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55" name="pg3455"/>
            <p:cNvSpPr/>
            <p:nvPr/>
          </p:nvSpPr>
          <p:spPr>
            <a:xfrm>
              <a:off x="2890502" y="509601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8A2">
                <a:alpha val="100000"/>
              </a:srgbClr>
            </a:solidFill>
            <a:ln w="5420" cap="flat">
              <a:solidFill>
                <a:srgbClr val="3A78A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56" name="pg3456"/>
            <p:cNvSpPr/>
            <p:nvPr/>
          </p:nvSpPr>
          <p:spPr>
            <a:xfrm>
              <a:off x="2902139" y="509601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8A2">
                <a:alpha val="100000"/>
              </a:srgbClr>
            </a:solidFill>
            <a:ln w="5420" cap="flat">
              <a:solidFill>
                <a:srgbClr val="3A78A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57" name="pg3457"/>
            <p:cNvSpPr/>
            <p:nvPr/>
          </p:nvSpPr>
          <p:spPr>
            <a:xfrm>
              <a:off x="4414992" y="509601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9AEAB">
                <a:alpha val="100000"/>
              </a:srgbClr>
            </a:solidFill>
            <a:ln w="5420" cap="flat">
              <a:solidFill>
                <a:srgbClr val="49AE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58" name="pg3458"/>
            <p:cNvSpPr/>
            <p:nvPr/>
          </p:nvSpPr>
          <p:spPr>
            <a:xfrm>
              <a:off x="4426630" y="509601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AAEAB">
                <a:alpha val="100000"/>
              </a:srgbClr>
            </a:solidFill>
            <a:ln w="5420" cap="flat">
              <a:solidFill>
                <a:srgbClr val="4AAE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59" name="pg3459"/>
            <p:cNvSpPr/>
            <p:nvPr/>
          </p:nvSpPr>
          <p:spPr>
            <a:xfrm>
              <a:off x="4438267" y="509601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BAFAB">
                <a:alpha val="100000"/>
              </a:srgbClr>
            </a:solidFill>
            <a:ln w="5420" cap="flat">
              <a:solidFill>
                <a:srgbClr val="4BAF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60" name="pg3460"/>
            <p:cNvSpPr/>
            <p:nvPr/>
          </p:nvSpPr>
          <p:spPr>
            <a:xfrm>
              <a:off x="4449904" y="509601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BB0AB">
                <a:alpha val="100000"/>
              </a:srgbClr>
            </a:solidFill>
            <a:ln w="5420" cap="flat">
              <a:solidFill>
                <a:srgbClr val="4BB0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61" name="pg3461"/>
            <p:cNvSpPr/>
            <p:nvPr/>
          </p:nvSpPr>
          <p:spPr>
            <a:xfrm>
              <a:off x="4461542" y="509601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CB1AB">
                <a:alpha val="100000"/>
              </a:srgbClr>
            </a:solidFill>
            <a:ln w="5420" cap="flat">
              <a:solidFill>
                <a:srgbClr val="4CB1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62" name="pg3462"/>
            <p:cNvSpPr/>
            <p:nvPr/>
          </p:nvSpPr>
          <p:spPr>
            <a:xfrm>
              <a:off x="4473179" y="509601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DB2AB">
                <a:alpha val="100000"/>
              </a:srgbClr>
            </a:solidFill>
            <a:ln w="5420" cap="flat">
              <a:solidFill>
                <a:srgbClr val="4DB2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63" name="pg3463"/>
            <p:cNvSpPr/>
            <p:nvPr/>
          </p:nvSpPr>
          <p:spPr>
            <a:xfrm>
              <a:off x="4671013" y="509601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5BEAB">
                <a:alpha val="100000"/>
              </a:srgbClr>
            </a:solidFill>
            <a:ln w="5420" cap="flat">
              <a:solidFill>
                <a:srgbClr val="55BE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64" name="pg3464"/>
            <p:cNvSpPr/>
            <p:nvPr/>
          </p:nvSpPr>
          <p:spPr>
            <a:xfrm>
              <a:off x="4682651" y="509601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6BEAB">
                <a:alpha val="100000"/>
              </a:srgbClr>
            </a:solidFill>
            <a:ln w="5420" cap="flat">
              <a:solidFill>
                <a:srgbClr val="56BE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65" name="pg3465"/>
            <p:cNvSpPr/>
            <p:nvPr/>
          </p:nvSpPr>
          <p:spPr>
            <a:xfrm>
              <a:off x="4694288" y="509601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6BFAB">
                <a:alpha val="100000"/>
              </a:srgbClr>
            </a:solidFill>
            <a:ln w="5420" cap="flat">
              <a:solidFill>
                <a:srgbClr val="56BF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66" name="pg3466"/>
            <p:cNvSpPr/>
            <p:nvPr/>
          </p:nvSpPr>
          <p:spPr>
            <a:xfrm>
              <a:off x="4705925" y="509601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6BFAB">
                <a:alpha val="100000"/>
              </a:srgbClr>
            </a:solidFill>
            <a:ln w="5420" cap="flat">
              <a:solidFill>
                <a:srgbClr val="56BF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67" name="pg3467"/>
            <p:cNvSpPr/>
            <p:nvPr/>
          </p:nvSpPr>
          <p:spPr>
            <a:xfrm>
              <a:off x="4717563" y="509601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6BFAB">
                <a:alpha val="100000"/>
              </a:srgbClr>
            </a:solidFill>
            <a:ln w="5420" cap="flat">
              <a:solidFill>
                <a:srgbClr val="56BF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68" name="pg3468"/>
            <p:cNvSpPr/>
            <p:nvPr/>
          </p:nvSpPr>
          <p:spPr>
            <a:xfrm>
              <a:off x="2832315" y="511031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8A2">
                <a:alpha val="100000"/>
              </a:srgbClr>
            </a:solidFill>
            <a:ln w="5420" cap="flat">
              <a:solidFill>
                <a:srgbClr val="3A78A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69" name="pg3469"/>
            <p:cNvSpPr/>
            <p:nvPr/>
          </p:nvSpPr>
          <p:spPr>
            <a:xfrm>
              <a:off x="2843953" y="511031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8A2">
                <a:alpha val="100000"/>
              </a:srgbClr>
            </a:solidFill>
            <a:ln w="5420" cap="flat">
              <a:solidFill>
                <a:srgbClr val="3A78A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70" name="pg3470"/>
            <p:cNvSpPr/>
            <p:nvPr/>
          </p:nvSpPr>
          <p:spPr>
            <a:xfrm>
              <a:off x="2855590" y="511031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8A2">
                <a:alpha val="100000"/>
              </a:srgbClr>
            </a:solidFill>
            <a:ln w="5420" cap="flat">
              <a:solidFill>
                <a:srgbClr val="3A78A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71" name="pg3471"/>
            <p:cNvSpPr/>
            <p:nvPr/>
          </p:nvSpPr>
          <p:spPr>
            <a:xfrm>
              <a:off x="2867227" y="511031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8A2">
                <a:alpha val="100000"/>
              </a:srgbClr>
            </a:solidFill>
            <a:ln w="5420" cap="flat">
              <a:solidFill>
                <a:srgbClr val="3A78A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72" name="pg3472"/>
            <p:cNvSpPr/>
            <p:nvPr/>
          </p:nvSpPr>
          <p:spPr>
            <a:xfrm>
              <a:off x="2878865" y="511031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8A2">
                <a:alpha val="100000"/>
              </a:srgbClr>
            </a:solidFill>
            <a:ln w="5420" cap="flat">
              <a:solidFill>
                <a:srgbClr val="3A78A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73" name="pg3473"/>
            <p:cNvSpPr/>
            <p:nvPr/>
          </p:nvSpPr>
          <p:spPr>
            <a:xfrm>
              <a:off x="2890502" y="511031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8A2">
                <a:alpha val="100000"/>
              </a:srgbClr>
            </a:solidFill>
            <a:ln w="5420" cap="flat">
              <a:solidFill>
                <a:srgbClr val="3A78A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74" name="pg3474"/>
            <p:cNvSpPr/>
            <p:nvPr/>
          </p:nvSpPr>
          <p:spPr>
            <a:xfrm>
              <a:off x="4426630" y="511031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AAEAB">
                <a:alpha val="100000"/>
              </a:srgbClr>
            </a:solidFill>
            <a:ln w="5420" cap="flat">
              <a:solidFill>
                <a:srgbClr val="4AAE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75" name="pg3475"/>
            <p:cNvSpPr/>
            <p:nvPr/>
          </p:nvSpPr>
          <p:spPr>
            <a:xfrm>
              <a:off x="4438267" y="511031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AAFAB">
                <a:alpha val="100000"/>
              </a:srgbClr>
            </a:solidFill>
            <a:ln w="5420" cap="flat">
              <a:solidFill>
                <a:srgbClr val="4AAF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76" name="pg3476"/>
            <p:cNvSpPr/>
            <p:nvPr/>
          </p:nvSpPr>
          <p:spPr>
            <a:xfrm>
              <a:off x="4449904" y="511031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BB0AB">
                <a:alpha val="100000"/>
              </a:srgbClr>
            </a:solidFill>
            <a:ln w="5420" cap="flat">
              <a:solidFill>
                <a:srgbClr val="4BB0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77" name="pg3477"/>
            <p:cNvSpPr/>
            <p:nvPr/>
          </p:nvSpPr>
          <p:spPr>
            <a:xfrm>
              <a:off x="4461542" y="511031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CB1AB">
                <a:alpha val="100000"/>
              </a:srgbClr>
            </a:solidFill>
            <a:ln w="5420" cap="flat">
              <a:solidFill>
                <a:srgbClr val="4CB1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78" name="pg3478"/>
            <p:cNvSpPr/>
            <p:nvPr/>
          </p:nvSpPr>
          <p:spPr>
            <a:xfrm>
              <a:off x="4473179" y="511031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CB1AB">
                <a:alpha val="100000"/>
              </a:srgbClr>
            </a:solidFill>
            <a:ln w="5420" cap="flat">
              <a:solidFill>
                <a:srgbClr val="4CB1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79" name="pg3479"/>
            <p:cNvSpPr/>
            <p:nvPr/>
          </p:nvSpPr>
          <p:spPr>
            <a:xfrm>
              <a:off x="4671013" y="511031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5BDAB">
                <a:alpha val="100000"/>
              </a:srgbClr>
            </a:solidFill>
            <a:ln w="5420" cap="flat">
              <a:solidFill>
                <a:srgbClr val="55BD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80" name="pg3480"/>
            <p:cNvSpPr/>
            <p:nvPr/>
          </p:nvSpPr>
          <p:spPr>
            <a:xfrm>
              <a:off x="4682651" y="511031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5BEAB">
                <a:alpha val="100000"/>
              </a:srgbClr>
            </a:solidFill>
            <a:ln w="5420" cap="flat">
              <a:solidFill>
                <a:srgbClr val="55BE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81" name="pg3481"/>
            <p:cNvSpPr/>
            <p:nvPr/>
          </p:nvSpPr>
          <p:spPr>
            <a:xfrm>
              <a:off x="4694288" y="511031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5BEAB">
                <a:alpha val="100000"/>
              </a:srgbClr>
            </a:solidFill>
            <a:ln w="5420" cap="flat">
              <a:solidFill>
                <a:srgbClr val="55BE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82" name="pg3482"/>
            <p:cNvSpPr/>
            <p:nvPr/>
          </p:nvSpPr>
          <p:spPr>
            <a:xfrm>
              <a:off x="4705925" y="511031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6BEAB">
                <a:alpha val="100000"/>
              </a:srgbClr>
            </a:solidFill>
            <a:ln w="5420" cap="flat">
              <a:solidFill>
                <a:srgbClr val="56BE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83" name="pg3483"/>
            <p:cNvSpPr/>
            <p:nvPr/>
          </p:nvSpPr>
          <p:spPr>
            <a:xfrm>
              <a:off x="4717563" y="511031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6BFAB">
                <a:alpha val="100000"/>
              </a:srgbClr>
            </a:solidFill>
            <a:ln w="5420" cap="flat">
              <a:solidFill>
                <a:srgbClr val="56BF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84" name="pg3484"/>
            <p:cNvSpPr/>
            <p:nvPr/>
          </p:nvSpPr>
          <p:spPr>
            <a:xfrm>
              <a:off x="4729200" y="511031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6BFAB">
                <a:alpha val="100000"/>
              </a:srgbClr>
            </a:solidFill>
            <a:ln w="5420" cap="flat">
              <a:solidFill>
                <a:srgbClr val="56BF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85" name="pg3485"/>
            <p:cNvSpPr/>
            <p:nvPr/>
          </p:nvSpPr>
          <p:spPr>
            <a:xfrm>
              <a:off x="2832315" y="512461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8A2">
                <a:alpha val="100000"/>
              </a:srgbClr>
            </a:solidFill>
            <a:ln w="5420" cap="flat">
              <a:solidFill>
                <a:srgbClr val="3A78A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86" name="pg3486"/>
            <p:cNvSpPr/>
            <p:nvPr/>
          </p:nvSpPr>
          <p:spPr>
            <a:xfrm>
              <a:off x="2843953" y="512461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8A2">
                <a:alpha val="100000"/>
              </a:srgbClr>
            </a:solidFill>
            <a:ln w="5420" cap="flat">
              <a:solidFill>
                <a:srgbClr val="3A78A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87" name="pg3487"/>
            <p:cNvSpPr/>
            <p:nvPr/>
          </p:nvSpPr>
          <p:spPr>
            <a:xfrm>
              <a:off x="2855590" y="512461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8A2">
                <a:alpha val="100000"/>
              </a:srgbClr>
            </a:solidFill>
            <a:ln w="5420" cap="flat">
              <a:solidFill>
                <a:srgbClr val="3A78A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88" name="pg3488"/>
            <p:cNvSpPr/>
            <p:nvPr/>
          </p:nvSpPr>
          <p:spPr>
            <a:xfrm>
              <a:off x="2867227" y="512461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8A2">
                <a:alpha val="100000"/>
              </a:srgbClr>
            </a:solidFill>
            <a:ln w="5420" cap="flat">
              <a:solidFill>
                <a:srgbClr val="3A78A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89" name="pg3489"/>
            <p:cNvSpPr/>
            <p:nvPr/>
          </p:nvSpPr>
          <p:spPr>
            <a:xfrm>
              <a:off x="2878865" y="512461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8A2">
                <a:alpha val="100000"/>
              </a:srgbClr>
            </a:solidFill>
            <a:ln w="5420" cap="flat">
              <a:solidFill>
                <a:srgbClr val="3A78A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90" name="pg3490"/>
            <p:cNvSpPr/>
            <p:nvPr/>
          </p:nvSpPr>
          <p:spPr>
            <a:xfrm>
              <a:off x="2890502" y="512461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8A2">
                <a:alpha val="100000"/>
              </a:srgbClr>
            </a:solidFill>
            <a:ln w="5420" cap="flat">
              <a:solidFill>
                <a:srgbClr val="3A78A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91" name="pg3491"/>
            <p:cNvSpPr/>
            <p:nvPr/>
          </p:nvSpPr>
          <p:spPr>
            <a:xfrm>
              <a:off x="4438267" y="512461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AAEAB">
                <a:alpha val="100000"/>
              </a:srgbClr>
            </a:solidFill>
            <a:ln w="5420" cap="flat">
              <a:solidFill>
                <a:srgbClr val="4AAE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92" name="pg3492"/>
            <p:cNvSpPr/>
            <p:nvPr/>
          </p:nvSpPr>
          <p:spPr>
            <a:xfrm>
              <a:off x="4449904" y="512461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BAFAB">
                <a:alpha val="100000"/>
              </a:srgbClr>
            </a:solidFill>
            <a:ln w="5420" cap="flat">
              <a:solidFill>
                <a:srgbClr val="4BAF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93" name="pg3493"/>
            <p:cNvSpPr/>
            <p:nvPr/>
          </p:nvSpPr>
          <p:spPr>
            <a:xfrm>
              <a:off x="4461542" y="512461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BB0AB">
                <a:alpha val="100000"/>
              </a:srgbClr>
            </a:solidFill>
            <a:ln w="5420" cap="flat">
              <a:solidFill>
                <a:srgbClr val="4BB0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94" name="pg3494"/>
            <p:cNvSpPr/>
            <p:nvPr/>
          </p:nvSpPr>
          <p:spPr>
            <a:xfrm>
              <a:off x="4473179" y="512461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CB1AB">
                <a:alpha val="100000"/>
              </a:srgbClr>
            </a:solidFill>
            <a:ln w="5420" cap="flat">
              <a:solidFill>
                <a:srgbClr val="4CB1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95" name="pg3495"/>
            <p:cNvSpPr/>
            <p:nvPr/>
          </p:nvSpPr>
          <p:spPr>
            <a:xfrm>
              <a:off x="4484816" y="512461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DB2AB">
                <a:alpha val="100000"/>
              </a:srgbClr>
            </a:solidFill>
            <a:ln w="5420" cap="flat">
              <a:solidFill>
                <a:srgbClr val="4DB2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96" name="pg3496"/>
            <p:cNvSpPr/>
            <p:nvPr/>
          </p:nvSpPr>
          <p:spPr>
            <a:xfrm>
              <a:off x="4496454" y="512461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DB3AB">
                <a:alpha val="100000"/>
              </a:srgbClr>
            </a:solidFill>
            <a:ln w="5420" cap="flat">
              <a:solidFill>
                <a:srgbClr val="4DB3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97" name="pg3497"/>
            <p:cNvSpPr/>
            <p:nvPr/>
          </p:nvSpPr>
          <p:spPr>
            <a:xfrm>
              <a:off x="4508091" y="512461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EB3AB">
                <a:alpha val="100000"/>
              </a:srgbClr>
            </a:solidFill>
            <a:ln w="5420" cap="flat">
              <a:solidFill>
                <a:srgbClr val="4EB3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98" name="pg3498"/>
            <p:cNvSpPr/>
            <p:nvPr/>
          </p:nvSpPr>
          <p:spPr>
            <a:xfrm>
              <a:off x="4519728" y="512461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FB5AB">
                <a:alpha val="100000"/>
              </a:srgbClr>
            </a:solidFill>
            <a:ln w="5420" cap="flat">
              <a:solidFill>
                <a:srgbClr val="4FB5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99" name="pg3499"/>
            <p:cNvSpPr/>
            <p:nvPr/>
          </p:nvSpPr>
          <p:spPr>
            <a:xfrm>
              <a:off x="4682651" y="512461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5BDAB">
                <a:alpha val="100000"/>
              </a:srgbClr>
            </a:solidFill>
            <a:ln w="5420" cap="flat">
              <a:solidFill>
                <a:srgbClr val="55BD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00" name="pg3500"/>
            <p:cNvSpPr/>
            <p:nvPr/>
          </p:nvSpPr>
          <p:spPr>
            <a:xfrm>
              <a:off x="4694288" y="512461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5BDAB">
                <a:alpha val="100000"/>
              </a:srgbClr>
            </a:solidFill>
            <a:ln w="5420" cap="flat">
              <a:solidFill>
                <a:srgbClr val="55BD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01" name="pg3501"/>
            <p:cNvSpPr/>
            <p:nvPr/>
          </p:nvSpPr>
          <p:spPr>
            <a:xfrm>
              <a:off x="4705925" y="512461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5BEAB">
                <a:alpha val="100000"/>
              </a:srgbClr>
            </a:solidFill>
            <a:ln w="5420" cap="flat">
              <a:solidFill>
                <a:srgbClr val="55BE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02" name="pg3502"/>
            <p:cNvSpPr/>
            <p:nvPr/>
          </p:nvSpPr>
          <p:spPr>
            <a:xfrm>
              <a:off x="4717563" y="512461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5BEAB">
                <a:alpha val="100000"/>
              </a:srgbClr>
            </a:solidFill>
            <a:ln w="5420" cap="flat">
              <a:solidFill>
                <a:srgbClr val="55BE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03" name="pg3503"/>
            <p:cNvSpPr/>
            <p:nvPr/>
          </p:nvSpPr>
          <p:spPr>
            <a:xfrm>
              <a:off x="4729200" y="512461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6BEAB">
                <a:alpha val="100000"/>
              </a:srgbClr>
            </a:solidFill>
            <a:ln w="5420" cap="flat">
              <a:solidFill>
                <a:srgbClr val="56BE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04" name="pg3504"/>
            <p:cNvSpPr/>
            <p:nvPr/>
          </p:nvSpPr>
          <p:spPr>
            <a:xfrm>
              <a:off x="2843953" y="513891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8A2">
                <a:alpha val="100000"/>
              </a:srgbClr>
            </a:solidFill>
            <a:ln w="5420" cap="flat">
              <a:solidFill>
                <a:srgbClr val="3A78A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05" name="pg3505"/>
            <p:cNvSpPr/>
            <p:nvPr/>
          </p:nvSpPr>
          <p:spPr>
            <a:xfrm>
              <a:off x="2855590" y="513891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8A2">
                <a:alpha val="100000"/>
              </a:srgbClr>
            </a:solidFill>
            <a:ln w="5420" cap="flat">
              <a:solidFill>
                <a:srgbClr val="3A78A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06" name="pg3506"/>
            <p:cNvSpPr/>
            <p:nvPr/>
          </p:nvSpPr>
          <p:spPr>
            <a:xfrm>
              <a:off x="2867227" y="513891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7A2">
                <a:alpha val="100000"/>
              </a:srgbClr>
            </a:solidFill>
            <a:ln w="5420" cap="flat">
              <a:solidFill>
                <a:srgbClr val="3A77A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07" name="pg3507"/>
            <p:cNvSpPr/>
            <p:nvPr/>
          </p:nvSpPr>
          <p:spPr>
            <a:xfrm>
              <a:off x="2878865" y="513891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7A2">
                <a:alpha val="100000"/>
              </a:srgbClr>
            </a:solidFill>
            <a:ln w="5420" cap="flat">
              <a:solidFill>
                <a:srgbClr val="3A77A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08" name="pg3508"/>
            <p:cNvSpPr/>
            <p:nvPr/>
          </p:nvSpPr>
          <p:spPr>
            <a:xfrm>
              <a:off x="2890502" y="513891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7A2">
                <a:alpha val="100000"/>
              </a:srgbClr>
            </a:solidFill>
            <a:ln w="5420" cap="flat">
              <a:solidFill>
                <a:srgbClr val="3A77A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09" name="pg3509"/>
            <p:cNvSpPr/>
            <p:nvPr/>
          </p:nvSpPr>
          <p:spPr>
            <a:xfrm>
              <a:off x="4438267" y="513891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AAEAB">
                <a:alpha val="100000"/>
              </a:srgbClr>
            </a:solidFill>
            <a:ln w="5420" cap="flat">
              <a:solidFill>
                <a:srgbClr val="4AAE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10" name="pg3510"/>
            <p:cNvSpPr/>
            <p:nvPr/>
          </p:nvSpPr>
          <p:spPr>
            <a:xfrm>
              <a:off x="4449904" y="513891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AAFAB">
                <a:alpha val="100000"/>
              </a:srgbClr>
            </a:solidFill>
            <a:ln w="5420" cap="flat">
              <a:solidFill>
                <a:srgbClr val="4AAF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11" name="pg3511"/>
            <p:cNvSpPr/>
            <p:nvPr/>
          </p:nvSpPr>
          <p:spPr>
            <a:xfrm>
              <a:off x="4461542" y="513891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BB0AB">
                <a:alpha val="100000"/>
              </a:srgbClr>
            </a:solidFill>
            <a:ln w="5420" cap="flat">
              <a:solidFill>
                <a:srgbClr val="4BB0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12" name="pg3512"/>
            <p:cNvSpPr/>
            <p:nvPr/>
          </p:nvSpPr>
          <p:spPr>
            <a:xfrm>
              <a:off x="4473179" y="513891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CB0AB">
                <a:alpha val="100000"/>
              </a:srgbClr>
            </a:solidFill>
            <a:ln w="5420" cap="flat">
              <a:solidFill>
                <a:srgbClr val="4CB0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13" name="pg3513"/>
            <p:cNvSpPr/>
            <p:nvPr/>
          </p:nvSpPr>
          <p:spPr>
            <a:xfrm>
              <a:off x="4484816" y="513891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CB1AB">
                <a:alpha val="100000"/>
              </a:srgbClr>
            </a:solidFill>
            <a:ln w="5420" cap="flat">
              <a:solidFill>
                <a:srgbClr val="4CB1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14" name="pg3514"/>
            <p:cNvSpPr/>
            <p:nvPr/>
          </p:nvSpPr>
          <p:spPr>
            <a:xfrm>
              <a:off x="4496454" y="513891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DB2AB">
                <a:alpha val="100000"/>
              </a:srgbClr>
            </a:solidFill>
            <a:ln w="5420" cap="flat">
              <a:solidFill>
                <a:srgbClr val="4DB2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15" name="pg3515"/>
            <p:cNvSpPr/>
            <p:nvPr/>
          </p:nvSpPr>
          <p:spPr>
            <a:xfrm>
              <a:off x="4508091" y="513891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DB3AB">
                <a:alpha val="100000"/>
              </a:srgbClr>
            </a:solidFill>
            <a:ln w="5420" cap="flat">
              <a:solidFill>
                <a:srgbClr val="4DB3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16" name="pg3516"/>
            <p:cNvSpPr/>
            <p:nvPr/>
          </p:nvSpPr>
          <p:spPr>
            <a:xfrm>
              <a:off x="4519728" y="513891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FB4AB">
                <a:alpha val="100000"/>
              </a:srgbClr>
            </a:solidFill>
            <a:ln w="5420" cap="flat">
              <a:solidFill>
                <a:srgbClr val="4FB4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17" name="pg3517"/>
            <p:cNvSpPr/>
            <p:nvPr/>
          </p:nvSpPr>
          <p:spPr>
            <a:xfrm>
              <a:off x="4531366" y="513891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FB5AB">
                <a:alpha val="100000"/>
              </a:srgbClr>
            </a:solidFill>
            <a:ln w="5420" cap="flat">
              <a:solidFill>
                <a:srgbClr val="4FB5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18" name="pg3518"/>
            <p:cNvSpPr/>
            <p:nvPr/>
          </p:nvSpPr>
          <p:spPr>
            <a:xfrm>
              <a:off x="4682651" y="513891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4BCAB">
                <a:alpha val="100000"/>
              </a:srgbClr>
            </a:solidFill>
            <a:ln w="5420" cap="flat">
              <a:solidFill>
                <a:srgbClr val="54BC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19" name="pg3519"/>
            <p:cNvSpPr/>
            <p:nvPr/>
          </p:nvSpPr>
          <p:spPr>
            <a:xfrm>
              <a:off x="4694288" y="513891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5BDAB">
                <a:alpha val="100000"/>
              </a:srgbClr>
            </a:solidFill>
            <a:ln w="5420" cap="flat">
              <a:solidFill>
                <a:srgbClr val="55BD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20" name="pg3520"/>
            <p:cNvSpPr/>
            <p:nvPr/>
          </p:nvSpPr>
          <p:spPr>
            <a:xfrm>
              <a:off x="4705925" y="513891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5BDAB">
                <a:alpha val="100000"/>
              </a:srgbClr>
            </a:solidFill>
            <a:ln w="5420" cap="flat">
              <a:solidFill>
                <a:srgbClr val="55BD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21" name="pg3521"/>
            <p:cNvSpPr/>
            <p:nvPr/>
          </p:nvSpPr>
          <p:spPr>
            <a:xfrm>
              <a:off x="4717563" y="513891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5BDAB">
                <a:alpha val="100000"/>
              </a:srgbClr>
            </a:solidFill>
            <a:ln w="5420" cap="flat">
              <a:solidFill>
                <a:srgbClr val="55BD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22" name="pg3522"/>
            <p:cNvSpPr/>
            <p:nvPr/>
          </p:nvSpPr>
          <p:spPr>
            <a:xfrm>
              <a:off x="4729200" y="513891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5BEAB">
                <a:alpha val="100000"/>
              </a:srgbClr>
            </a:solidFill>
            <a:ln w="5420" cap="flat">
              <a:solidFill>
                <a:srgbClr val="55BE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23" name="pg3523"/>
            <p:cNvSpPr/>
            <p:nvPr/>
          </p:nvSpPr>
          <p:spPr>
            <a:xfrm>
              <a:off x="2843953" y="515321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7A2">
                <a:alpha val="100000"/>
              </a:srgbClr>
            </a:solidFill>
            <a:ln w="5420" cap="flat">
              <a:solidFill>
                <a:srgbClr val="3A77A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24" name="pg3524"/>
            <p:cNvSpPr/>
            <p:nvPr/>
          </p:nvSpPr>
          <p:spPr>
            <a:xfrm>
              <a:off x="2855590" y="515321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7A2">
                <a:alpha val="100000"/>
              </a:srgbClr>
            </a:solidFill>
            <a:ln w="5420" cap="flat">
              <a:solidFill>
                <a:srgbClr val="3A77A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25" name="pg3525"/>
            <p:cNvSpPr/>
            <p:nvPr/>
          </p:nvSpPr>
          <p:spPr>
            <a:xfrm>
              <a:off x="2867227" y="515321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7A2">
                <a:alpha val="100000"/>
              </a:srgbClr>
            </a:solidFill>
            <a:ln w="5420" cap="flat">
              <a:solidFill>
                <a:srgbClr val="3A77A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26" name="pg3526"/>
            <p:cNvSpPr/>
            <p:nvPr/>
          </p:nvSpPr>
          <p:spPr>
            <a:xfrm>
              <a:off x="2878865" y="515321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7A2">
                <a:alpha val="100000"/>
              </a:srgbClr>
            </a:solidFill>
            <a:ln w="5420" cap="flat">
              <a:solidFill>
                <a:srgbClr val="3A77A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27" name="pg3527"/>
            <p:cNvSpPr/>
            <p:nvPr/>
          </p:nvSpPr>
          <p:spPr>
            <a:xfrm>
              <a:off x="2890502" y="515321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7A2">
                <a:alpha val="100000"/>
              </a:srgbClr>
            </a:solidFill>
            <a:ln w="5420" cap="flat">
              <a:solidFill>
                <a:srgbClr val="3A77A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28" name="pg3528"/>
            <p:cNvSpPr/>
            <p:nvPr/>
          </p:nvSpPr>
          <p:spPr>
            <a:xfrm>
              <a:off x="4449904" y="515321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AAEAB">
                <a:alpha val="100000"/>
              </a:srgbClr>
            </a:solidFill>
            <a:ln w="5420" cap="flat">
              <a:solidFill>
                <a:srgbClr val="4AAE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29" name="pg3529"/>
            <p:cNvSpPr/>
            <p:nvPr/>
          </p:nvSpPr>
          <p:spPr>
            <a:xfrm>
              <a:off x="4461542" y="515321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BAFAB">
                <a:alpha val="100000"/>
              </a:srgbClr>
            </a:solidFill>
            <a:ln w="5420" cap="flat">
              <a:solidFill>
                <a:srgbClr val="4BAF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30" name="pg3530"/>
            <p:cNvSpPr/>
            <p:nvPr/>
          </p:nvSpPr>
          <p:spPr>
            <a:xfrm>
              <a:off x="4473179" y="515321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BB0AB">
                <a:alpha val="100000"/>
              </a:srgbClr>
            </a:solidFill>
            <a:ln w="5420" cap="flat">
              <a:solidFill>
                <a:srgbClr val="4BB0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31" name="pg3531"/>
            <p:cNvSpPr/>
            <p:nvPr/>
          </p:nvSpPr>
          <p:spPr>
            <a:xfrm>
              <a:off x="4484816" y="515321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CB1AB">
                <a:alpha val="100000"/>
              </a:srgbClr>
            </a:solidFill>
            <a:ln w="5420" cap="flat">
              <a:solidFill>
                <a:srgbClr val="4CB1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32" name="pg3532"/>
            <p:cNvSpPr/>
            <p:nvPr/>
          </p:nvSpPr>
          <p:spPr>
            <a:xfrm>
              <a:off x="4496454" y="515321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CB2AB">
                <a:alpha val="100000"/>
              </a:srgbClr>
            </a:solidFill>
            <a:ln w="5420" cap="flat">
              <a:solidFill>
                <a:srgbClr val="4CB2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33" name="pg3533"/>
            <p:cNvSpPr/>
            <p:nvPr/>
          </p:nvSpPr>
          <p:spPr>
            <a:xfrm>
              <a:off x="4508091" y="515321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DB2AB">
                <a:alpha val="100000"/>
              </a:srgbClr>
            </a:solidFill>
            <a:ln w="5420" cap="flat">
              <a:solidFill>
                <a:srgbClr val="4DB2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34" name="pg3534"/>
            <p:cNvSpPr/>
            <p:nvPr/>
          </p:nvSpPr>
          <p:spPr>
            <a:xfrm>
              <a:off x="4519728" y="515321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EB4AB">
                <a:alpha val="100000"/>
              </a:srgbClr>
            </a:solidFill>
            <a:ln w="5420" cap="flat">
              <a:solidFill>
                <a:srgbClr val="4EB4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35" name="pg3535"/>
            <p:cNvSpPr/>
            <p:nvPr/>
          </p:nvSpPr>
          <p:spPr>
            <a:xfrm>
              <a:off x="4531366" y="515321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FB4AB">
                <a:alpha val="100000"/>
              </a:srgbClr>
            </a:solidFill>
            <a:ln w="5420" cap="flat">
              <a:solidFill>
                <a:srgbClr val="4FB4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36" name="pg3536"/>
            <p:cNvSpPr/>
            <p:nvPr/>
          </p:nvSpPr>
          <p:spPr>
            <a:xfrm>
              <a:off x="4694288" y="515321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4BCAB">
                <a:alpha val="100000"/>
              </a:srgbClr>
            </a:solidFill>
            <a:ln w="5420" cap="flat">
              <a:solidFill>
                <a:srgbClr val="54BC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37" name="pg3537"/>
            <p:cNvSpPr/>
            <p:nvPr/>
          </p:nvSpPr>
          <p:spPr>
            <a:xfrm>
              <a:off x="4705925" y="515321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4BCAB">
                <a:alpha val="100000"/>
              </a:srgbClr>
            </a:solidFill>
            <a:ln w="5420" cap="flat">
              <a:solidFill>
                <a:srgbClr val="54BC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38" name="pg3538"/>
            <p:cNvSpPr/>
            <p:nvPr/>
          </p:nvSpPr>
          <p:spPr>
            <a:xfrm>
              <a:off x="4717563" y="515321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5BDAB">
                <a:alpha val="100000"/>
              </a:srgbClr>
            </a:solidFill>
            <a:ln w="5420" cap="flat">
              <a:solidFill>
                <a:srgbClr val="55BD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39" name="pg3539"/>
            <p:cNvSpPr/>
            <p:nvPr/>
          </p:nvSpPr>
          <p:spPr>
            <a:xfrm>
              <a:off x="4729200" y="515321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5BDAB">
                <a:alpha val="100000"/>
              </a:srgbClr>
            </a:solidFill>
            <a:ln w="5420" cap="flat">
              <a:solidFill>
                <a:srgbClr val="55BD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40" name="pg3540"/>
            <p:cNvSpPr/>
            <p:nvPr/>
          </p:nvSpPr>
          <p:spPr>
            <a:xfrm>
              <a:off x="4740837" y="515321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5BDAB">
                <a:alpha val="100000"/>
              </a:srgbClr>
            </a:solidFill>
            <a:ln w="5420" cap="flat">
              <a:solidFill>
                <a:srgbClr val="55BD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41" name="pg3541"/>
            <p:cNvSpPr/>
            <p:nvPr/>
          </p:nvSpPr>
          <p:spPr>
            <a:xfrm>
              <a:off x="2843953" y="516751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7A2">
                <a:alpha val="100000"/>
              </a:srgbClr>
            </a:solidFill>
            <a:ln w="5420" cap="flat">
              <a:solidFill>
                <a:srgbClr val="3A77A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42" name="pg3542"/>
            <p:cNvSpPr/>
            <p:nvPr/>
          </p:nvSpPr>
          <p:spPr>
            <a:xfrm>
              <a:off x="2855590" y="516751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7A2">
                <a:alpha val="100000"/>
              </a:srgbClr>
            </a:solidFill>
            <a:ln w="5420" cap="flat">
              <a:solidFill>
                <a:srgbClr val="3A77A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43" name="pg3543"/>
            <p:cNvSpPr/>
            <p:nvPr/>
          </p:nvSpPr>
          <p:spPr>
            <a:xfrm>
              <a:off x="2867227" y="516751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7A2">
                <a:alpha val="100000"/>
              </a:srgbClr>
            </a:solidFill>
            <a:ln w="5420" cap="flat">
              <a:solidFill>
                <a:srgbClr val="3A77A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44" name="pg3544"/>
            <p:cNvSpPr/>
            <p:nvPr/>
          </p:nvSpPr>
          <p:spPr>
            <a:xfrm>
              <a:off x="2878865" y="516751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7A2">
                <a:alpha val="100000"/>
              </a:srgbClr>
            </a:solidFill>
            <a:ln w="5420" cap="flat">
              <a:solidFill>
                <a:srgbClr val="3A77A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45" name="pg3545"/>
            <p:cNvSpPr/>
            <p:nvPr/>
          </p:nvSpPr>
          <p:spPr>
            <a:xfrm>
              <a:off x="2890502" y="516751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7A2">
                <a:alpha val="100000"/>
              </a:srgbClr>
            </a:solidFill>
            <a:ln w="5420" cap="flat">
              <a:solidFill>
                <a:srgbClr val="3A77A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46" name="pg3546"/>
            <p:cNvSpPr/>
            <p:nvPr/>
          </p:nvSpPr>
          <p:spPr>
            <a:xfrm>
              <a:off x="4461542" y="516751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AAFAB">
                <a:alpha val="100000"/>
              </a:srgbClr>
            </a:solidFill>
            <a:ln w="5420" cap="flat">
              <a:solidFill>
                <a:srgbClr val="4AAF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47" name="pg3547"/>
            <p:cNvSpPr/>
            <p:nvPr/>
          </p:nvSpPr>
          <p:spPr>
            <a:xfrm>
              <a:off x="4473179" y="516751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BB0AB">
                <a:alpha val="100000"/>
              </a:srgbClr>
            </a:solidFill>
            <a:ln w="5420" cap="flat">
              <a:solidFill>
                <a:srgbClr val="4BB0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48" name="pg3548"/>
            <p:cNvSpPr/>
            <p:nvPr/>
          </p:nvSpPr>
          <p:spPr>
            <a:xfrm>
              <a:off x="4484816" y="516751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BB0AB">
                <a:alpha val="100000"/>
              </a:srgbClr>
            </a:solidFill>
            <a:ln w="5420" cap="flat">
              <a:solidFill>
                <a:srgbClr val="4BB0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49" name="pg3549"/>
            <p:cNvSpPr/>
            <p:nvPr/>
          </p:nvSpPr>
          <p:spPr>
            <a:xfrm>
              <a:off x="4496454" y="516751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CB1AB">
                <a:alpha val="100000"/>
              </a:srgbClr>
            </a:solidFill>
            <a:ln w="5420" cap="flat">
              <a:solidFill>
                <a:srgbClr val="4CB1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50" name="pg3550"/>
            <p:cNvSpPr/>
            <p:nvPr/>
          </p:nvSpPr>
          <p:spPr>
            <a:xfrm>
              <a:off x="4508091" y="516751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DB2AB">
                <a:alpha val="100000"/>
              </a:srgbClr>
            </a:solidFill>
            <a:ln w="5420" cap="flat">
              <a:solidFill>
                <a:srgbClr val="4DB2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51" name="pg3551"/>
            <p:cNvSpPr/>
            <p:nvPr/>
          </p:nvSpPr>
          <p:spPr>
            <a:xfrm>
              <a:off x="4519728" y="516751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EB3AB">
                <a:alpha val="100000"/>
              </a:srgbClr>
            </a:solidFill>
            <a:ln w="5420" cap="flat">
              <a:solidFill>
                <a:srgbClr val="4EB3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52" name="pg3552"/>
            <p:cNvSpPr/>
            <p:nvPr/>
          </p:nvSpPr>
          <p:spPr>
            <a:xfrm>
              <a:off x="4531366" y="516751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EB4AB">
                <a:alpha val="100000"/>
              </a:srgbClr>
            </a:solidFill>
            <a:ln w="5420" cap="flat">
              <a:solidFill>
                <a:srgbClr val="4EB4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53" name="pg3553"/>
            <p:cNvSpPr/>
            <p:nvPr/>
          </p:nvSpPr>
          <p:spPr>
            <a:xfrm>
              <a:off x="4543003" y="516751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FB5AB">
                <a:alpha val="100000"/>
              </a:srgbClr>
            </a:solidFill>
            <a:ln w="5420" cap="flat">
              <a:solidFill>
                <a:srgbClr val="4FB5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54" name="pg3554"/>
            <p:cNvSpPr/>
            <p:nvPr/>
          </p:nvSpPr>
          <p:spPr>
            <a:xfrm>
              <a:off x="4694288" y="516751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4BBAB">
                <a:alpha val="100000"/>
              </a:srgbClr>
            </a:solidFill>
            <a:ln w="5420" cap="flat">
              <a:solidFill>
                <a:srgbClr val="54BB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55" name="pg3555"/>
            <p:cNvSpPr/>
            <p:nvPr/>
          </p:nvSpPr>
          <p:spPr>
            <a:xfrm>
              <a:off x="4705925" y="516751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4BCAB">
                <a:alpha val="100000"/>
              </a:srgbClr>
            </a:solidFill>
            <a:ln w="5420" cap="flat">
              <a:solidFill>
                <a:srgbClr val="54BC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56" name="pg3556"/>
            <p:cNvSpPr/>
            <p:nvPr/>
          </p:nvSpPr>
          <p:spPr>
            <a:xfrm>
              <a:off x="4717563" y="516751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4BCAB">
                <a:alpha val="100000"/>
              </a:srgbClr>
            </a:solidFill>
            <a:ln w="5420" cap="flat">
              <a:solidFill>
                <a:srgbClr val="54BC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57" name="pg3557"/>
            <p:cNvSpPr/>
            <p:nvPr/>
          </p:nvSpPr>
          <p:spPr>
            <a:xfrm>
              <a:off x="4729200" y="516751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4BCAB">
                <a:alpha val="100000"/>
              </a:srgbClr>
            </a:solidFill>
            <a:ln w="5420" cap="flat">
              <a:solidFill>
                <a:srgbClr val="54BC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58" name="pg3558"/>
            <p:cNvSpPr/>
            <p:nvPr/>
          </p:nvSpPr>
          <p:spPr>
            <a:xfrm>
              <a:off x="4740837" y="516751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5BDAB">
                <a:alpha val="100000"/>
              </a:srgbClr>
            </a:solidFill>
            <a:ln w="5420" cap="flat">
              <a:solidFill>
                <a:srgbClr val="55BD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59" name="pg3559"/>
            <p:cNvSpPr/>
            <p:nvPr/>
          </p:nvSpPr>
          <p:spPr>
            <a:xfrm>
              <a:off x="2855590" y="518181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7A2">
                <a:alpha val="100000"/>
              </a:srgbClr>
            </a:solidFill>
            <a:ln w="5420" cap="flat">
              <a:solidFill>
                <a:srgbClr val="3A77A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60" name="pg3560"/>
            <p:cNvSpPr/>
            <p:nvPr/>
          </p:nvSpPr>
          <p:spPr>
            <a:xfrm>
              <a:off x="2867227" y="518181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7A2">
                <a:alpha val="100000"/>
              </a:srgbClr>
            </a:solidFill>
            <a:ln w="5420" cap="flat">
              <a:solidFill>
                <a:srgbClr val="3A77A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61" name="pg3561"/>
            <p:cNvSpPr/>
            <p:nvPr/>
          </p:nvSpPr>
          <p:spPr>
            <a:xfrm>
              <a:off x="2878865" y="518181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7A2">
                <a:alpha val="100000"/>
              </a:srgbClr>
            </a:solidFill>
            <a:ln w="5420" cap="flat">
              <a:solidFill>
                <a:srgbClr val="3A77A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62" name="pg3562"/>
            <p:cNvSpPr/>
            <p:nvPr/>
          </p:nvSpPr>
          <p:spPr>
            <a:xfrm>
              <a:off x="2890502" y="518181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7A2">
                <a:alpha val="100000"/>
              </a:srgbClr>
            </a:solidFill>
            <a:ln w="5420" cap="flat">
              <a:solidFill>
                <a:srgbClr val="3A77A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63" name="pg3563"/>
            <p:cNvSpPr/>
            <p:nvPr/>
          </p:nvSpPr>
          <p:spPr>
            <a:xfrm>
              <a:off x="4473179" y="518181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AAFAB">
                <a:alpha val="100000"/>
              </a:srgbClr>
            </a:solidFill>
            <a:ln w="5420" cap="flat">
              <a:solidFill>
                <a:srgbClr val="4AAF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64" name="pg3564"/>
            <p:cNvSpPr/>
            <p:nvPr/>
          </p:nvSpPr>
          <p:spPr>
            <a:xfrm>
              <a:off x="4484816" y="518181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BB0AB">
                <a:alpha val="100000"/>
              </a:srgbClr>
            </a:solidFill>
            <a:ln w="5420" cap="flat">
              <a:solidFill>
                <a:srgbClr val="4BB0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65" name="pg3565"/>
            <p:cNvSpPr/>
            <p:nvPr/>
          </p:nvSpPr>
          <p:spPr>
            <a:xfrm>
              <a:off x="4496454" y="518181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CB1AB">
                <a:alpha val="100000"/>
              </a:srgbClr>
            </a:solidFill>
            <a:ln w="5420" cap="flat">
              <a:solidFill>
                <a:srgbClr val="4CB1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66" name="pg3566"/>
            <p:cNvSpPr/>
            <p:nvPr/>
          </p:nvSpPr>
          <p:spPr>
            <a:xfrm>
              <a:off x="4508091" y="518181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CB1AB">
                <a:alpha val="100000"/>
              </a:srgbClr>
            </a:solidFill>
            <a:ln w="5420" cap="flat">
              <a:solidFill>
                <a:srgbClr val="4CB1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67" name="pg3567"/>
            <p:cNvSpPr/>
            <p:nvPr/>
          </p:nvSpPr>
          <p:spPr>
            <a:xfrm>
              <a:off x="4519728" y="518181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DB3AB">
                <a:alpha val="100000"/>
              </a:srgbClr>
            </a:solidFill>
            <a:ln w="5420" cap="flat">
              <a:solidFill>
                <a:srgbClr val="4DB3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68" name="pg3568"/>
            <p:cNvSpPr/>
            <p:nvPr/>
          </p:nvSpPr>
          <p:spPr>
            <a:xfrm>
              <a:off x="4531366" y="518181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EB3AB">
                <a:alpha val="100000"/>
              </a:srgbClr>
            </a:solidFill>
            <a:ln w="5420" cap="flat">
              <a:solidFill>
                <a:srgbClr val="4EB3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69" name="pg3569"/>
            <p:cNvSpPr/>
            <p:nvPr/>
          </p:nvSpPr>
          <p:spPr>
            <a:xfrm>
              <a:off x="4543003" y="518181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EB4AB">
                <a:alpha val="100000"/>
              </a:srgbClr>
            </a:solidFill>
            <a:ln w="5420" cap="flat">
              <a:solidFill>
                <a:srgbClr val="4EB4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70" name="pg3570"/>
            <p:cNvSpPr/>
            <p:nvPr/>
          </p:nvSpPr>
          <p:spPr>
            <a:xfrm>
              <a:off x="4554640" y="518181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FB4AB">
                <a:alpha val="100000"/>
              </a:srgbClr>
            </a:solidFill>
            <a:ln w="5420" cap="flat">
              <a:solidFill>
                <a:srgbClr val="4FB4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71" name="pg3571"/>
            <p:cNvSpPr/>
            <p:nvPr/>
          </p:nvSpPr>
          <p:spPr>
            <a:xfrm>
              <a:off x="4694288" y="518181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3BBAB">
                <a:alpha val="100000"/>
              </a:srgbClr>
            </a:solidFill>
            <a:ln w="5420" cap="flat">
              <a:solidFill>
                <a:srgbClr val="53BB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72" name="pg3572"/>
            <p:cNvSpPr/>
            <p:nvPr/>
          </p:nvSpPr>
          <p:spPr>
            <a:xfrm>
              <a:off x="4705925" y="518181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3BBAB">
                <a:alpha val="100000"/>
              </a:srgbClr>
            </a:solidFill>
            <a:ln w="5420" cap="flat">
              <a:solidFill>
                <a:srgbClr val="53BB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73" name="pg3573"/>
            <p:cNvSpPr/>
            <p:nvPr/>
          </p:nvSpPr>
          <p:spPr>
            <a:xfrm>
              <a:off x="4717563" y="518181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4BBAB">
                <a:alpha val="100000"/>
              </a:srgbClr>
            </a:solidFill>
            <a:ln w="5420" cap="flat">
              <a:solidFill>
                <a:srgbClr val="54BB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74" name="pg3574"/>
            <p:cNvSpPr/>
            <p:nvPr/>
          </p:nvSpPr>
          <p:spPr>
            <a:xfrm>
              <a:off x="4729200" y="518181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4BCAB">
                <a:alpha val="100000"/>
              </a:srgbClr>
            </a:solidFill>
            <a:ln w="5420" cap="flat">
              <a:solidFill>
                <a:srgbClr val="54BC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75" name="pg3575"/>
            <p:cNvSpPr/>
            <p:nvPr/>
          </p:nvSpPr>
          <p:spPr>
            <a:xfrm>
              <a:off x="4740837" y="518181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4BCAB">
                <a:alpha val="100000"/>
              </a:srgbClr>
            </a:solidFill>
            <a:ln w="5420" cap="flat">
              <a:solidFill>
                <a:srgbClr val="54BC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76" name="pg3576"/>
            <p:cNvSpPr/>
            <p:nvPr/>
          </p:nvSpPr>
          <p:spPr>
            <a:xfrm>
              <a:off x="2855590" y="519611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7A2">
                <a:alpha val="100000"/>
              </a:srgbClr>
            </a:solidFill>
            <a:ln w="5420" cap="flat">
              <a:solidFill>
                <a:srgbClr val="3A77A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77" name="pg3577"/>
            <p:cNvSpPr/>
            <p:nvPr/>
          </p:nvSpPr>
          <p:spPr>
            <a:xfrm>
              <a:off x="2867227" y="519611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7A2">
                <a:alpha val="100000"/>
              </a:srgbClr>
            </a:solidFill>
            <a:ln w="5420" cap="flat">
              <a:solidFill>
                <a:srgbClr val="3A77A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78" name="pg3578"/>
            <p:cNvSpPr/>
            <p:nvPr/>
          </p:nvSpPr>
          <p:spPr>
            <a:xfrm>
              <a:off x="2878865" y="519611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7A2">
                <a:alpha val="100000"/>
              </a:srgbClr>
            </a:solidFill>
            <a:ln w="5420" cap="flat">
              <a:solidFill>
                <a:srgbClr val="3A77A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79" name="pg3579"/>
            <p:cNvSpPr/>
            <p:nvPr/>
          </p:nvSpPr>
          <p:spPr>
            <a:xfrm>
              <a:off x="2890502" y="519611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7A2">
                <a:alpha val="100000"/>
              </a:srgbClr>
            </a:solidFill>
            <a:ln w="5420" cap="flat">
              <a:solidFill>
                <a:srgbClr val="3A77A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80" name="pg3580"/>
            <p:cNvSpPr/>
            <p:nvPr/>
          </p:nvSpPr>
          <p:spPr>
            <a:xfrm>
              <a:off x="4484816" y="519611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BAFAB">
                <a:alpha val="100000"/>
              </a:srgbClr>
            </a:solidFill>
            <a:ln w="5420" cap="flat">
              <a:solidFill>
                <a:srgbClr val="4BAF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81" name="pg3581"/>
            <p:cNvSpPr/>
            <p:nvPr/>
          </p:nvSpPr>
          <p:spPr>
            <a:xfrm>
              <a:off x="4496454" y="519611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BB0AB">
                <a:alpha val="100000"/>
              </a:srgbClr>
            </a:solidFill>
            <a:ln w="5420" cap="flat">
              <a:solidFill>
                <a:srgbClr val="4BB0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82" name="pg3582"/>
            <p:cNvSpPr/>
            <p:nvPr/>
          </p:nvSpPr>
          <p:spPr>
            <a:xfrm>
              <a:off x="4508091" y="519611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CB1AB">
                <a:alpha val="100000"/>
              </a:srgbClr>
            </a:solidFill>
            <a:ln w="5420" cap="flat">
              <a:solidFill>
                <a:srgbClr val="4CB1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83" name="pg3583"/>
            <p:cNvSpPr/>
            <p:nvPr/>
          </p:nvSpPr>
          <p:spPr>
            <a:xfrm>
              <a:off x="4519728" y="519611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DB2AB">
                <a:alpha val="100000"/>
              </a:srgbClr>
            </a:solidFill>
            <a:ln w="5420" cap="flat">
              <a:solidFill>
                <a:srgbClr val="4DB2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84" name="pg3584"/>
            <p:cNvSpPr/>
            <p:nvPr/>
          </p:nvSpPr>
          <p:spPr>
            <a:xfrm>
              <a:off x="4531366" y="519611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DB3AB">
                <a:alpha val="100000"/>
              </a:srgbClr>
            </a:solidFill>
            <a:ln w="5420" cap="flat">
              <a:solidFill>
                <a:srgbClr val="4DB3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85" name="pg3585"/>
            <p:cNvSpPr/>
            <p:nvPr/>
          </p:nvSpPr>
          <p:spPr>
            <a:xfrm>
              <a:off x="4543003" y="519611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EB3AB">
                <a:alpha val="100000"/>
              </a:srgbClr>
            </a:solidFill>
            <a:ln w="5420" cap="flat">
              <a:solidFill>
                <a:srgbClr val="4EB3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86" name="pg3586"/>
            <p:cNvSpPr/>
            <p:nvPr/>
          </p:nvSpPr>
          <p:spPr>
            <a:xfrm>
              <a:off x="4694288" y="519611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3BAAB">
                <a:alpha val="100000"/>
              </a:srgbClr>
            </a:solidFill>
            <a:ln w="5420" cap="flat">
              <a:solidFill>
                <a:srgbClr val="53BA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87" name="pg3587"/>
            <p:cNvSpPr/>
            <p:nvPr/>
          </p:nvSpPr>
          <p:spPr>
            <a:xfrm>
              <a:off x="4705925" y="519611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3BBAB">
                <a:alpha val="100000"/>
              </a:srgbClr>
            </a:solidFill>
            <a:ln w="5420" cap="flat">
              <a:solidFill>
                <a:srgbClr val="53BB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88" name="pg3588"/>
            <p:cNvSpPr/>
            <p:nvPr/>
          </p:nvSpPr>
          <p:spPr>
            <a:xfrm>
              <a:off x="4717563" y="519611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3BBAB">
                <a:alpha val="100000"/>
              </a:srgbClr>
            </a:solidFill>
            <a:ln w="5420" cap="flat">
              <a:solidFill>
                <a:srgbClr val="53BB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89" name="pg3589"/>
            <p:cNvSpPr/>
            <p:nvPr/>
          </p:nvSpPr>
          <p:spPr>
            <a:xfrm>
              <a:off x="4729200" y="519611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3BBAB">
                <a:alpha val="100000"/>
              </a:srgbClr>
            </a:solidFill>
            <a:ln w="5420" cap="flat">
              <a:solidFill>
                <a:srgbClr val="53BB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90" name="pg3590"/>
            <p:cNvSpPr/>
            <p:nvPr/>
          </p:nvSpPr>
          <p:spPr>
            <a:xfrm>
              <a:off x="4740837" y="519611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4BBAB">
                <a:alpha val="100000"/>
              </a:srgbClr>
            </a:solidFill>
            <a:ln w="5420" cap="flat">
              <a:solidFill>
                <a:srgbClr val="54BB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91" name="pg3591"/>
            <p:cNvSpPr/>
            <p:nvPr/>
          </p:nvSpPr>
          <p:spPr>
            <a:xfrm>
              <a:off x="2855590" y="521041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7A2">
                <a:alpha val="100000"/>
              </a:srgbClr>
            </a:solidFill>
            <a:ln w="5420" cap="flat">
              <a:solidFill>
                <a:srgbClr val="3A77A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92" name="pg3592"/>
            <p:cNvSpPr/>
            <p:nvPr/>
          </p:nvSpPr>
          <p:spPr>
            <a:xfrm>
              <a:off x="2867227" y="521041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7A2">
                <a:alpha val="100000"/>
              </a:srgbClr>
            </a:solidFill>
            <a:ln w="5420" cap="flat">
              <a:solidFill>
                <a:srgbClr val="3A77A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93" name="pg3593"/>
            <p:cNvSpPr/>
            <p:nvPr/>
          </p:nvSpPr>
          <p:spPr>
            <a:xfrm>
              <a:off x="2878865" y="521041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7A2">
                <a:alpha val="100000"/>
              </a:srgbClr>
            </a:solidFill>
            <a:ln w="5420" cap="flat">
              <a:solidFill>
                <a:srgbClr val="3A77A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94" name="pg3594"/>
            <p:cNvSpPr/>
            <p:nvPr/>
          </p:nvSpPr>
          <p:spPr>
            <a:xfrm>
              <a:off x="2890502" y="521041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6A2">
                <a:alpha val="100000"/>
              </a:srgbClr>
            </a:solidFill>
            <a:ln w="5420" cap="flat">
              <a:solidFill>
                <a:srgbClr val="3A76A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95" name="pg3595"/>
            <p:cNvSpPr/>
            <p:nvPr/>
          </p:nvSpPr>
          <p:spPr>
            <a:xfrm>
              <a:off x="2902139" y="521041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6A2">
                <a:alpha val="100000"/>
              </a:srgbClr>
            </a:solidFill>
            <a:ln w="5420" cap="flat">
              <a:solidFill>
                <a:srgbClr val="3A76A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96" name="pg3596"/>
            <p:cNvSpPr/>
            <p:nvPr/>
          </p:nvSpPr>
          <p:spPr>
            <a:xfrm>
              <a:off x="4484816" y="521041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AAFAB">
                <a:alpha val="100000"/>
              </a:srgbClr>
            </a:solidFill>
            <a:ln w="5420" cap="flat">
              <a:solidFill>
                <a:srgbClr val="4AAF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97" name="pg3597"/>
            <p:cNvSpPr/>
            <p:nvPr/>
          </p:nvSpPr>
          <p:spPr>
            <a:xfrm>
              <a:off x="4496454" y="521041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BB0AB">
                <a:alpha val="100000"/>
              </a:srgbClr>
            </a:solidFill>
            <a:ln w="5420" cap="flat">
              <a:solidFill>
                <a:srgbClr val="4BB0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98" name="pg3598"/>
            <p:cNvSpPr/>
            <p:nvPr/>
          </p:nvSpPr>
          <p:spPr>
            <a:xfrm>
              <a:off x="4508091" y="521041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BB0AB">
                <a:alpha val="100000"/>
              </a:srgbClr>
            </a:solidFill>
            <a:ln w="5420" cap="flat">
              <a:solidFill>
                <a:srgbClr val="4BB0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99" name="pg3599"/>
            <p:cNvSpPr/>
            <p:nvPr/>
          </p:nvSpPr>
          <p:spPr>
            <a:xfrm>
              <a:off x="4519728" y="521041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CB2AB">
                <a:alpha val="100000"/>
              </a:srgbClr>
            </a:solidFill>
            <a:ln w="5420" cap="flat">
              <a:solidFill>
                <a:srgbClr val="4CB2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00" name="pg3600"/>
            <p:cNvSpPr/>
            <p:nvPr/>
          </p:nvSpPr>
          <p:spPr>
            <a:xfrm>
              <a:off x="4531366" y="521041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DB2AB">
                <a:alpha val="100000"/>
              </a:srgbClr>
            </a:solidFill>
            <a:ln w="5420" cap="flat">
              <a:solidFill>
                <a:srgbClr val="4DB2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01" name="pg3601"/>
            <p:cNvSpPr/>
            <p:nvPr/>
          </p:nvSpPr>
          <p:spPr>
            <a:xfrm>
              <a:off x="4543003" y="521041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DB3AB">
                <a:alpha val="100000"/>
              </a:srgbClr>
            </a:solidFill>
            <a:ln w="5420" cap="flat">
              <a:solidFill>
                <a:srgbClr val="4DB3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02" name="pg3602"/>
            <p:cNvSpPr/>
            <p:nvPr/>
          </p:nvSpPr>
          <p:spPr>
            <a:xfrm>
              <a:off x="4694288" y="521041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2BAAB">
                <a:alpha val="100000"/>
              </a:srgbClr>
            </a:solidFill>
            <a:ln w="5420" cap="flat">
              <a:solidFill>
                <a:srgbClr val="52BA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03" name="pg3603"/>
            <p:cNvSpPr/>
            <p:nvPr/>
          </p:nvSpPr>
          <p:spPr>
            <a:xfrm>
              <a:off x="4705925" y="521041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3BAAB">
                <a:alpha val="100000"/>
              </a:srgbClr>
            </a:solidFill>
            <a:ln w="5420" cap="flat">
              <a:solidFill>
                <a:srgbClr val="53BA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04" name="pg3604"/>
            <p:cNvSpPr/>
            <p:nvPr/>
          </p:nvSpPr>
          <p:spPr>
            <a:xfrm>
              <a:off x="4717563" y="521041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3BAAB">
                <a:alpha val="100000"/>
              </a:srgbClr>
            </a:solidFill>
            <a:ln w="5420" cap="flat">
              <a:solidFill>
                <a:srgbClr val="53BA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05" name="pg3605"/>
            <p:cNvSpPr/>
            <p:nvPr/>
          </p:nvSpPr>
          <p:spPr>
            <a:xfrm>
              <a:off x="4729200" y="521041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3BBAB">
                <a:alpha val="100000"/>
              </a:srgbClr>
            </a:solidFill>
            <a:ln w="5420" cap="flat">
              <a:solidFill>
                <a:srgbClr val="53BB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06" name="pg3606"/>
            <p:cNvSpPr/>
            <p:nvPr/>
          </p:nvSpPr>
          <p:spPr>
            <a:xfrm>
              <a:off x="4740837" y="521041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3BBAB">
                <a:alpha val="100000"/>
              </a:srgbClr>
            </a:solidFill>
            <a:ln w="5420" cap="flat">
              <a:solidFill>
                <a:srgbClr val="53BB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07" name="pg3607"/>
            <p:cNvSpPr/>
            <p:nvPr/>
          </p:nvSpPr>
          <p:spPr>
            <a:xfrm>
              <a:off x="2855590" y="522471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7A2">
                <a:alpha val="100000"/>
              </a:srgbClr>
            </a:solidFill>
            <a:ln w="5420" cap="flat">
              <a:solidFill>
                <a:srgbClr val="3A77A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08" name="pg3608"/>
            <p:cNvSpPr/>
            <p:nvPr/>
          </p:nvSpPr>
          <p:spPr>
            <a:xfrm>
              <a:off x="2867227" y="522471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7A2">
                <a:alpha val="100000"/>
              </a:srgbClr>
            </a:solidFill>
            <a:ln w="5420" cap="flat">
              <a:solidFill>
                <a:srgbClr val="3A77A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09" name="pg3609"/>
            <p:cNvSpPr/>
            <p:nvPr/>
          </p:nvSpPr>
          <p:spPr>
            <a:xfrm>
              <a:off x="2878865" y="522471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6A2">
                <a:alpha val="100000"/>
              </a:srgbClr>
            </a:solidFill>
            <a:ln w="5420" cap="flat">
              <a:solidFill>
                <a:srgbClr val="3A76A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10" name="pg3610"/>
            <p:cNvSpPr/>
            <p:nvPr/>
          </p:nvSpPr>
          <p:spPr>
            <a:xfrm>
              <a:off x="2890502" y="522471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6A2">
                <a:alpha val="100000"/>
              </a:srgbClr>
            </a:solidFill>
            <a:ln w="5420" cap="flat">
              <a:solidFill>
                <a:srgbClr val="3A76A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11" name="pg3611"/>
            <p:cNvSpPr/>
            <p:nvPr/>
          </p:nvSpPr>
          <p:spPr>
            <a:xfrm>
              <a:off x="2902139" y="522471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6A2">
                <a:alpha val="100000"/>
              </a:srgbClr>
            </a:solidFill>
            <a:ln w="5420" cap="flat">
              <a:solidFill>
                <a:srgbClr val="3A76A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12" name="pg3612"/>
            <p:cNvSpPr/>
            <p:nvPr/>
          </p:nvSpPr>
          <p:spPr>
            <a:xfrm>
              <a:off x="4496454" y="522471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BAFAB">
                <a:alpha val="100000"/>
              </a:srgbClr>
            </a:solidFill>
            <a:ln w="5420" cap="flat">
              <a:solidFill>
                <a:srgbClr val="4BAF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13" name="pg3613"/>
            <p:cNvSpPr/>
            <p:nvPr/>
          </p:nvSpPr>
          <p:spPr>
            <a:xfrm>
              <a:off x="4508091" y="522471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BB0AB">
                <a:alpha val="100000"/>
              </a:srgbClr>
            </a:solidFill>
            <a:ln w="5420" cap="flat">
              <a:solidFill>
                <a:srgbClr val="4BB0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14" name="pg3614"/>
            <p:cNvSpPr/>
            <p:nvPr/>
          </p:nvSpPr>
          <p:spPr>
            <a:xfrm>
              <a:off x="4519728" y="522471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CB1AB">
                <a:alpha val="100000"/>
              </a:srgbClr>
            </a:solidFill>
            <a:ln w="5420" cap="flat">
              <a:solidFill>
                <a:srgbClr val="4CB1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15" name="pg3615"/>
            <p:cNvSpPr/>
            <p:nvPr/>
          </p:nvSpPr>
          <p:spPr>
            <a:xfrm>
              <a:off x="4531366" y="522471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DB2AB">
                <a:alpha val="100000"/>
              </a:srgbClr>
            </a:solidFill>
            <a:ln w="5420" cap="flat">
              <a:solidFill>
                <a:srgbClr val="4DB2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16" name="pg3616"/>
            <p:cNvSpPr/>
            <p:nvPr/>
          </p:nvSpPr>
          <p:spPr>
            <a:xfrm>
              <a:off x="4543003" y="522471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DB2AB">
                <a:alpha val="100000"/>
              </a:srgbClr>
            </a:solidFill>
            <a:ln w="5420" cap="flat">
              <a:solidFill>
                <a:srgbClr val="4DB2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17" name="pg3617"/>
            <p:cNvSpPr/>
            <p:nvPr/>
          </p:nvSpPr>
          <p:spPr>
            <a:xfrm>
              <a:off x="4694288" y="522471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2B9AB">
                <a:alpha val="100000"/>
              </a:srgbClr>
            </a:solidFill>
            <a:ln w="5420" cap="flat">
              <a:solidFill>
                <a:srgbClr val="52B9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18" name="pg3618"/>
            <p:cNvSpPr/>
            <p:nvPr/>
          </p:nvSpPr>
          <p:spPr>
            <a:xfrm>
              <a:off x="4705925" y="522471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2B9AB">
                <a:alpha val="100000"/>
              </a:srgbClr>
            </a:solidFill>
            <a:ln w="5420" cap="flat">
              <a:solidFill>
                <a:srgbClr val="52B9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19" name="pg3619"/>
            <p:cNvSpPr/>
            <p:nvPr/>
          </p:nvSpPr>
          <p:spPr>
            <a:xfrm>
              <a:off x="4717563" y="522471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2BAAB">
                <a:alpha val="100000"/>
              </a:srgbClr>
            </a:solidFill>
            <a:ln w="5420" cap="flat">
              <a:solidFill>
                <a:srgbClr val="52BA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20" name="pg3620"/>
            <p:cNvSpPr/>
            <p:nvPr/>
          </p:nvSpPr>
          <p:spPr>
            <a:xfrm>
              <a:off x="4729200" y="522471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3BAAB">
                <a:alpha val="100000"/>
              </a:srgbClr>
            </a:solidFill>
            <a:ln w="5420" cap="flat">
              <a:solidFill>
                <a:srgbClr val="53BA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21" name="pg3621"/>
            <p:cNvSpPr/>
            <p:nvPr/>
          </p:nvSpPr>
          <p:spPr>
            <a:xfrm>
              <a:off x="2867227" y="523901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7A2">
                <a:alpha val="100000"/>
              </a:srgbClr>
            </a:solidFill>
            <a:ln w="5420" cap="flat">
              <a:solidFill>
                <a:srgbClr val="3A77A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22" name="pg3622"/>
            <p:cNvSpPr/>
            <p:nvPr/>
          </p:nvSpPr>
          <p:spPr>
            <a:xfrm>
              <a:off x="2878865" y="523901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6A2">
                <a:alpha val="100000"/>
              </a:srgbClr>
            </a:solidFill>
            <a:ln w="5420" cap="flat">
              <a:solidFill>
                <a:srgbClr val="3A76A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23" name="pg3623"/>
            <p:cNvSpPr/>
            <p:nvPr/>
          </p:nvSpPr>
          <p:spPr>
            <a:xfrm>
              <a:off x="2890502" y="523901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6A2">
                <a:alpha val="100000"/>
              </a:srgbClr>
            </a:solidFill>
            <a:ln w="5420" cap="flat">
              <a:solidFill>
                <a:srgbClr val="3A76A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24" name="pg3624"/>
            <p:cNvSpPr/>
            <p:nvPr/>
          </p:nvSpPr>
          <p:spPr>
            <a:xfrm>
              <a:off x="2902139" y="523901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6A2">
                <a:alpha val="100000"/>
              </a:srgbClr>
            </a:solidFill>
            <a:ln w="5420" cap="flat">
              <a:solidFill>
                <a:srgbClr val="3A76A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25" name="pg3625"/>
            <p:cNvSpPr/>
            <p:nvPr/>
          </p:nvSpPr>
          <p:spPr>
            <a:xfrm>
              <a:off x="2913777" y="523901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6A2">
                <a:alpha val="100000"/>
              </a:srgbClr>
            </a:solidFill>
            <a:ln w="5420" cap="flat">
              <a:solidFill>
                <a:srgbClr val="3A76A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26" name="pg3626"/>
            <p:cNvSpPr/>
            <p:nvPr/>
          </p:nvSpPr>
          <p:spPr>
            <a:xfrm>
              <a:off x="4508091" y="523901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BAFAB">
                <a:alpha val="100000"/>
              </a:srgbClr>
            </a:solidFill>
            <a:ln w="5420" cap="flat">
              <a:solidFill>
                <a:srgbClr val="4BAF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27" name="pg3627"/>
            <p:cNvSpPr/>
            <p:nvPr/>
          </p:nvSpPr>
          <p:spPr>
            <a:xfrm>
              <a:off x="4519728" y="523901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BB0AB">
                <a:alpha val="100000"/>
              </a:srgbClr>
            </a:solidFill>
            <a:ln w="5420" cap="flat">
              <a:solidFill>
                <a:srgbClr val="4BB0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28" name="pg3628"/>
            <p:cNvSpPr/>
            <p:nvPr/>
          </p:nvSpPr>
          <p:spPr>
            <a:xfrm>
              <a:off x="4531366" y="523901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CB1AB">
                <a:alpha val="100000"/>
              </a:srgbClr>
            </a:solidFill>
            <a:ln w="5420" cap="flat">
              <a:solidFill>
                <a:srgbClr val="4CB1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29" name="pg3629"/>
            <p:cNvSpPr/>
            <p:nvPr/>
          </p:nvSpPr>
          <p:spPr>
            <a:xfrm>
              <a:off x="4543003" y="523901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CB1AB">
                <a:alpha val="100000"/>
              </a:srgbClr>
            </a:solidFill>
            <a:ln w="5420" cap="flat">
              <a:solidFill>
                <a:srgbClr val="4CB1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30" name="pg3630"/>
            <p:cNvSpPr/>
            <p:nvPr/>
          </p:nvSpPr>
          <p:spPr>
            <a:xfrm>
              <a:off x="4554640" y="523901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DB2AB">
                <a:alpha val="100000"/>
              </a:srgbClr>
            </a:solidFill>
            <a:ln w="5420" cap="flat">
              <a:solidFill>
                <a:srgbClr val="4DB2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31" name="pg3631"/>
            <p:cNvSpPr/>
            <p:nvPr/>
          </p:nvSpPr>
          <p:spPr>
            <a:xfrm>
              <a:off x="4694288" y="523901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1B8AB">
                <a:alpha val="100000"/>
              </a:srgbClr>
            </a:solidFill>
            <a:ln w="5420" cap="flat">
              <a:solidFill>
                <a:srgbClr val="51B8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32" name="pg3632"/>
            <p:cNvSpPr/>
            <p:nvPr/>
          </p:nvSpPr>
          <p:spPr>
            <a:xfrm>
              <a:off x="4705925" y="523901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1B8AB">
                <a:alpha val="100000"/>
              </a:srgbClr>
            </a:solidFill>
            <a:ln w="5420" cap="flat">
              <a:solidFill>
                <a:srgbClr val="51B8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33" name="pg3633"/>
            <p:cNvSpPr/>
            <p:nvPr/>
          </p:nvSpPr>
          <p:spPr>
            <a:xfrm>
              <a:off x="4717563" y="523901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2B9AB">
                <a:alpha val="100000"/>
              </a:srgbClr>
            </a:solidFill>
            <a:ln w="5420" cap="flat">
              <a:solidFill>
                <a:srgbClr val="52B9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34" name="pg3634"/>
            <p:cNvSpPr/>
            <p:nvPr/>
          </p:nvSpPr>
          <p:spPr>
            <a:xfrm>
              <a:off x="4729200" y="523901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2B9AB">
                <a:alpha val="100000"/>
              </a:srgbClr>
            </a:solidFill>
            <a:ln w="5420" cap="flat">
              <a:solidFill>
                <a:srgbClr val="52B9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35" name="pg3635"/>
            <p:cNvSpPr/>
            <p:nvPr/>
          </p:nvSpPr>
          <p:spPr>
            <a:xfrm>
              <a:off x="2867227" y="525331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7A2">
                <a:alpha val="100000"/>
              </a:srgbClr>
            </a:solidFill>
            <a:ln w="5420" cap="flat">
              <a:solidFill>
                <a:srgbClr val="3A77A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36" name="pg3636"/>
            <p:cNvSpPr/>
            <p:nvPr/>
          </p:nvSpPr>
          <p:spPr>
            <a:xfrm>
              <a:off x="2878865" y="525331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6A2">
                <a:alpha val="100000"/>
              </a:srgbClr>
            </a:solidFill>
            <a:ln w="5420" cap="flat">
              <a:solidFill>
                <a:srgbClr val="3A76A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37" name="pg3637"/>
            <p:cNvSpPr/>
            <p:nvPr/>
          </p:nvSpPr>
          <p:spPr>
            <a:xfrm>
              <a:off x="2890502" y="525331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6A2">
                <a:alpha val="100000"/>
              </a:srgbClr>
            </a:solidFill>
            <a:ln w="5420" cap="flat">
              <a:solidFill>
                <a:srgbClr val="3A76A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38" name="pg3638"/>
            <p:cNvSpPr/>
            <p:nvPr/>
          </p:nvSpPr>
          <p:spPr>
            <a:xfrm>
              <a:off x="2902139" y="525331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6A2">
                <a:alpha val="100000"/>
              </a:srgbClr>
            </a:solidFill>
            <a:ln w="5420" cap="flat">
              <a:solidFill>
                <a:srgbClr val="3A76A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39" name="pg3639"/>
            <p:cNvSpPr/>
            <p:nvPr/>
          </p:nvSpPr>
          <p:spPr>
            <a:xfrm>
              <a:off x="2913777" y="525331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6A2">
                <a:alpha val="100000"/>
              </a:srgbClr>
            </a:solidFill>
            <a:ln w="5420" cap="flat">
              <a:solidFill>
                <a:srgbClr val="3A76A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40" name="pg3640"/>
            <p:cNvSpPr/>
            <p:nvPr/>
          </p:nvSpPr>
          <p:spPr>
            <a:xfrm>
              <a:off x="2925414" y="525331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6A2">
                <a:alpha val="100000"/>
              </a:srgbClr>
            </a:solidFill>
            <a:ln w="5420" cap="flat">
              <a:solidFill>
                <a:srgbClr val="3A76A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41" name="pg3641"/>
            <p:cNvSpPr/>
            <p:nvPr/>
          </p:nvSpPr>
          <p:spPr>
            <a:xfrm>
              <a:off x="4508091" y="525331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AAFAB">
                <a:alpha val="100000"/>
              </a:srgbClr>
            </a:solidFill>
            <a:ln w="5420" cap="flat">
              <a:solidFill>
                <a:srgbClr val="4AAF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42" name="pg3642"/>
            <p:cNvSpPr/>
            <p:nvPr/>
          </p:nvSpPr>
          <p:spPr>
            <a:xfrm>
              <a:off x="4519728" y="525331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BB0AB">
                <a:alpha val="100000"/>
              </a:srgbClr>
            </a:solidFill>
            <a:ln w="5420" cap="flat">
              <a:solidFill>
                <a:srgbClr val="4BB0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43" name="pg3643"/>
            <p:cNvSpPr/>
            <p:nvPr/>
          </p:nvSpPr>
          <p:spPr>
            <a:xfrm>
              <a:off x="4531366" y="525331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CB0AB">
                <a:alpha val="100000"/>
              </a:srgbClr>
            </a:solidFill>
            <a:ln w="5420" cap="flat">
              <a:solidFill>
                <a:srgbClr val="4CB0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44" name="pg3644"/>
            <p:cNvSpPr/>
            <p:nvPr/>
          </p:nvSpPr>
          <p:spPr>
            <a:xfrm>
              <a:off x="4543003" y="525331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CB1AB">
                <a:alpha val="100000"/>
              </a:srgbClr>
            </a:solidFill>
            <a:ln w="5420" cap="flat">
              <a:solidFill>
                <a:srgbClr val="4CB1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45" name="pg3645"/>
            <p:cNvSpPr/>
            <p:nvPr/>
          </p:nvSpPr>
          <p:spPr>
            <a:xfrm>
              <a:off x="4554640" y="525331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CB2AB">
                <a:alpha val="100000"/>
              </a:srgbClr>
            </a:solidFill>
            <a:ln w="5420" cap="flat">
              <a:solidFill>
                <a:srgbClr val="4CB2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46" name="pg3646"/>
            <p:cNvSpPr/>
            <p:nvPr/>
          </p:nvSpPr>
          <p:spPr>
            <a:xfrm>
              <a:off x="4694288" y="525331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1B7AB">
                <a:alpha val="100000"/>
              </a:srgbClr>
            </a:solidFill>
            <a:ln w="5420" cap="flat">
              <a:solidFill>
                <a:srgbClr val="51B7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47" name="pg3647"/>
            <p:cNvSpPr/>
            <p:nvPr/>
          </p:nvSpPr>
          <p:spPr>
            <a:xfrm>
              <a:off x="4705925" y="525331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1B8AB">
                <a:alpha val="100000"/>
              </a:srgbClr>
            </a:solidFill>
            <a:ln w="5420" cap="flat">
              <a:solidFill>
                <a:srgbClr val="51B8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48" name="pg3648"/>
            <p:cNvSpPr/>
            <p:nvPr/>
          </p:nvSpPr>
          <p:spPr>
            <a:xfrm>
              <a:off x="4717563" y="525331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1B8AB">
                <a:alpha val="100000"/>
              </a:srgbClr>
            </a:solidFill>
            <a:ln w="5420" cap="flat">
              <a:solidFill>
                <a:srgbClr val="51B8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49" name="pg3649"/>
            <p:cNvSpPr/>
            <p:nvPr/>
          </p:nvSpPr>
          <p:spPr>
            <a:xfrm>
              <a:off x="4729200" y="525331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2B8AB">
                <a:alpha val="100000"/>
              </a:srgbClr>
            </a:solidFill>
            <a:ln w="5420" cap="flat">
              <a:solidFill>
                <a:srgbClr val="52B8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50" name="pg3650"/>
            <p:cNvSpPr/>
            <p:nvPr/>
          </p:nvSpPr>
          <p:spPr>
            <a:xfrm>
              <a:off x="2878865" y="526761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6A2">
                <a:alpha val="100000"/>
              </a:srgbClr>
            </a:solidFill>
            <a:ln w="5420" cap="flat">
              <a:solidFill>
                <a:srgbClr val="3A76A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51" name="pg3651"/>
            <p:cNvSpPr/>
            <p:nvPr/>
          </p:nvSpPr>
          <p:spPr>
            <a:xfrm>
              <a:off x="2890502" y="526761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6A2">
                <a:alpha val="100000"/>
              </a:srgbClr>
            </a:solidFill>
            <a:ln w="5420" cap="flat">
              <a:solidFill>
                <a:srgbClr val="3A76A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52" name="pg3652"/>
            <p:cNvSpPr/>
            <p:nvPr/>
          </p:nvSpPr>
          <p:spPr>
            <a:xfrm>
              <a:off x="2902139" y="526761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6A2">
                <a:alpha val="100000"/>
              </a:srgbClr>
            </a:solidFill>
            <a:ln w="5420" cap="flat">
              <a:solidFill>
                <a:srgbClr val="3A76A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53" name="pg3653"/>
            <p:cNvSpPr/>
            <p:nvPr/>
          </p:nvSpPr>
          <p:spPr>
            <a:xfrm>
              <a:off x="2913777" y="526761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6A2">
                <a:alpha val="100000"/>
              </a:srgbClr>
            </a:solidFill>
            <a:ln w="5420" cap="flat">
              <a:solidFill>
                <a:srgbClr val="3A76A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54" name="pg3654"/>
            <p:cNvSpPr/>
            <p:nvPr/>
          </p:nvSpPr>
          <p:spPr>
            <a:xfrm>
              <a:off x="2925414" y="526761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6A2">
                <a:alpha val="100000"/>
              </a:srgbClr>
            </a:solidFill>
            <a:ln w="5420" cap="flat">
              <a:solidFill>
                <a:srgbClr val="3A76A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55" name="pg3655"/>
            <p:cNvSpPr/>
            <p:nvPr/>
          </p:nvSpPr>
          <p:spPr>
            <a:xfrm>
              <a:off x="4508091" y="526761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AAFAB">
                <a:alpha val="100000"/>
              </a:srgbClr>
            </a:solidFill>
            <a:ln w="5420" cap="flat">
              <a:solidFill>
                <a:srgbClr val="4AAF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56" name="pg3656"/>
            <p:cNvSpPr/>
            <p:nvPr/>
          </p:nvSpPr>
          <p:spPr>
            <a:xfrm>
              <a:off x="4519728" y="526761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BAFAB">
                <a:alpha val="100000"/>
              </a:srgbClr>
            </a:solidFill>
            <a:ln w="5420" cap="flat">
              <a:solidFill>
                <a:srgbClr val="4BAF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57" name="pg3657"/>
            <p:cNvSpPr/>
            <p:nvPr/>
          </p:nvSpPr>
          <p:spPr>
            <a:xfrm>
              <a:off x="4531366" y="526761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BB0AB">
                <a:alpha val="100000"/>
              </a:srgbClr>
            </a:solidFill>
            <a:ln w="5420" cap="flat">
              <a:solidFill>
                <a:srgbClr val="4BB0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58" name="pg3658"/>
            <p:cNvSpPr/>
            <p:nvPr/>
          </p:nvSpPr>
          <p:spPr>
            <a:xfrm>
              <a:off x="4543003" y="526761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CB1AB">
                <a:alpha val="100000"/>
              </a:srgbClr>
            </a:solidFill>
            <a:ln w="5420" cap="flat">
              <a:solidFill>
                <a:srgbClr val="4CB1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59" name="pg3659"/>
            <p:cNvSpPr/>
            <p:nvPr/>
          </p:nvSpPr>
          <p:spPr>
            <a:xfrm>
              <a:off x="4554640" y="526761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CB1AB">
                <a:alpha val="100000"/>
              </a:srgbClr>
            </a:solidFill>
            <a:ln w="5420" cap="flat">
              <a:solidFill>
                <a:srgbClr val="4CB1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60" name="pg3660"/>
            <p:cNvSpPr/>
            <p:nvPr/>
          </p:nvSpPr>
          <p:spPr>
            <a:xfrm>
              <a:off x="4566278" y="526761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CB2AB">
                <a:alpha val="100000"/>
              </a:srgbClr>
            </a:solidFill>
            <a:ln w="5420" cap="flat">
              <a:solidFill>
                <a:srgbClr val="4CB2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61" name="pg3661"/>
            <p:cNvSpPr/>
            <p:nvPr/>
          </p:nvSpPr>
          <p:spPr>
            <a:xfrm>
              <a:off x="4577915" y="526761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DB2AB">
                <a:alpha val="100000"/>
              </a:srgbClr>
            </a:solidFill>
            <a:ln w="5420" cap="flat">
              <a:solidFill>
                <a:srgbClr val="4DB2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62" name="pg3662"/>
            <p:cNvSpPr/>
            <p:nvPr/>
          </p:nvSpPr>
          <p:spPr>
            <a:xfrm>
              <a:off x="4589552" y="526761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DB3AB">
                <a:alpha val="100000"/>
              </a:srgbClr>
            </a:solidFill>
            <a:ln w="5420" cap="flat">
              <a:solidFill>
                <a:srgbClr val="4DB3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63" name="pg3663"/>
            <p:cNvSpPr/>
            <p:nvPr/>
          </p:nvSpPr>
          <p:spPr>
            <a:xfrm>
              <a:off x="4694288" y="526761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0B7AB">
                <a:alpha val="100000"/>
              </a:srgbClr>
            </a:solidFill>
            <a:ln w="5420" cap="flat">
              <a:solidFill>
                <a:srgbClr val="50B7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64" name="pg3664"/>
            <p:cNvSpPr/>
            <p:nvPr/>
          </p:nvSpPr>
          <p:spPr>
            <a:xfrm>
              <a:off x="4705925" y="526761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1B7AB">
                <a:alpha val="100000"/>
              </a:srgbClr>
            </a:solidFill>
            <a:ln w="5420" cap="flat">
              <a:solidFill>
                <a:srgbClr val="51B7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65" name="pg3665"/>
            <p:cNvSpPr/>
            <p:nvPr/>
          </p:nvSpPr>
          <p:spPr>
            <a:xfrm>
              <a:off x="4717563" y="526761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1B8AB">
                <a:alpha val="100000"/>
              </a:srgbClr>
            </a:solidFill>
            <a:ln w="5420" cap="flat">
              <a:solidFill>
                <a:srgbClr val="51B8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66" name="pg3666"/>
            <p:cNvSpPr/>
            <p:nvPr/>
          </p:nvSpPr>
          <p:spPr>
            <a:xfrm>
              <a:off x="4729200" y="526761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1B8AB">
                <a:alpha val="100000"/>
              </a:srgbClr>
            </a:solidFill>
            <a:ln w="5420" cap="flat">
              <a:solidFill>
                <a:srgbClr val="51B8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67" name="pg3667"/>
            <p:cNvSpPr/>
            <p:nvPr/>
          </p:nvSpPr>
          <p:spPr>
            <a:xfrm>
              <a:off x="2890502" y="528191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6A2">
                <a:alpha val="100000"/>
              </a:srgbClr>
            </a:solidFill>
            <a:ln w="5420" cap="flat">
              <a:solidFill>
                <a:srgbClr val="3A76A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68" name="pg3668"/>
            <p:cNvSpPr/>
            <p:nvPr/>
          </p:nvSpPr>
          <p:spPr>
            <a:xfrm>
              <a:off x="2902139" y="528191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6A2">
                <a:alpha val="100000"/>
              </a:srgbClr>
            </a:solidFill>
            <a:ln w="5420" cap="flat">
              <a:solidFill>
                <a:srgbClr val="3A76A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69" name="pg3669"/>
            <p:cNvSpPr/>
            <p:nvPr/>
          </p:nvSpPr>
          <p:spPr>
            <a:xfrm>
              <a:off x="2913777" y="528191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6A2">
                <a:alpha val="100000"/>
              </a:srgbClr>
            </a:solidFill>
            <a:ln w="5420" cap="flat">
              <a:solidFill>
                <a:srgbClr val="3A76A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70" name="pg3670"/>
            <p:cNvSpPr/>
            <p:nvPr/>
          </p:nvSpPr>
          <p:spPr>
            <a:xfrm>
              <a:off x="2925414" y="528191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6A2">
                <a:alpha val="100000"/>
              </a:srgbClr>
            </a:solidFill>
            <a:ln w="5420" cap="flat">
              <a:solidFill>
                <a:srgbClr val="3A76A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71" name="pg3671"/>
            <p:cNvSpPr/>
            <p:nvPr/>
          </p:nvSpPr>
          <p:spPr>
            <a:xfrm>
              <a:off x="4519728" y="528191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AAFAB">
                <a:alpha val="100000"/>
              </a:srgbClr>
            </a:solidFill>
            <a:ln w="5420" cap="flat">
              <a:solidFill>
                <a:srgbClr val="4AAF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72" name="pg3672"/>
            <p:cNvSpPr/>
            <p:nvPr/>
          </p:nvSpPr>
          <p:spPr>
            <a:xfrm>
              <a:off x="4531366" y="528191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BB0AB">
                <a:alpha val="100000"/>
              </a:srgbClr>
            </a:solidFill>
            <a:ln w="5420" cap="flat">
              <a:solidFill>
                <a:srgbClr val="4BB0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73" name="pg3673"/>
            <p:cNvSpPr/>
            <p:nvPr/>
          </p:nvSpPr>
          <p:spPr>
            <a:xfrm>
              <a:off x="4543003" y="528191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BB0AB">
                <a:alpha val="100000"/>
              </a:srgbClr>
            </a:solidFill>
            <a:ln w="5420" cap="flat">
              <a:solidFill>
                <a:srgbClr val="4BB0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74" name="pg3674"/>
            <p:cNvSpPr/>
            <p:nvPr/>
          </p:nvSpPr>
          <p:spPr>
            <a:xfrm>
              <a:off x="4554640" y="528191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CB1AB">
                <a:alpha val="100000"/>
              </a:srgbClr>
            </a:solidFill>
            <a:ln w="5420" cap="flat">
              <a:solidFill>
                <a:srgbClr val="4CB1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75" name="pg3675"/>
            <p:cNvSpPr/>
            <p:nvPr/>
          </p:nvSpPr>
          <p:spPr>
            <a:xfrm>
              <a:off x="4566278" y="528191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CB1AB">
                <a:alpha val="100000"/>
              </a:srgbClr>
            </a:solidFill>
            <a:ln w="5420" cap="flat">
              <a:solidFill>
                <a:srgbClr val="4CB1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76" name="pg3676"/>
            <p:cNvSpPr/>
            <p:nvPr/>
          </p:nvSpPr>
          <p:spPr>
            <a:xfrm>
              <a:off x="4577915" y="528191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DB2AB">
                <a:alpha val="100000"/>
              </a:srgbClr>
            </a:solidFill>
            <a:ln w="5420" cap="flat">
              <a:solidFill>
                <a:srgbClr val="4DB2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77" name="pg3677"/>
            <p:cNvSpPr/>
            <p:nvPr/>
          </p:nvSpPr>
          <p:spPr>
            <a:xfrm>
              <a:off x="4589552" y="528191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DB2AB">
                <a:alpha val="100000"/>
              </a:srgbClr>
            </a:solidFill>
            <a:ln w="5420" cap="flat">
              <a:solidFill>
                <a:srgbClr val="4DB2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78" name="pg3678"/>
            <p:cNvSpPr/>
            <p:nvPr/>
          </p:nvSpPr>
          <p:spPr>
            <a:xfrm>
              <a:off x="4601190" y="528191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DB3AB">
                <a:alpha val="100000"/>
              </a:srgbClr>
            </a:solidFill>
            <a:ln w="5420" cap="flat">
              <a:solidFill>
                <a:srgbClr val="4DB3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79" name="pg3679"/>
            <p:cNvSpPr/>
            <p:nvPr/>
          </p:nvSpPr>
          <p:spPr>
            <a:xfrm>
              <a:off x="4682651" y="528191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0B6AB">
                <a:alpha val="100000"/>
              </a:srgbClr>
            </a:solidFill>
            <a:ln w="5420" cap="flat">
              <a:solidFill>
                <a:srgbClr val="50B6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80" name="pg3680"/>
            <p:cNvSpPr/>
            <p:nvPr/>
          </p:nvSpPr>
          <p:spPr>
            <a:xfrm>
              <a:off x="4694288" y="528191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0B6AB">
                <a:alpha val="100000"/>
              </a:srgbClr>
            </a:solidFill>
            <a:ln w="5420" cap="flat">
              <a:solidFill>
                <a:srgbClr val="50B6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81" name="pg3681"/>
            <p:cNvSpPr/>
            <p:nvPr/>
          </p:nvSpPr>
          <p:spPr>
            <a:xfrm>
              <a:off x="4705925" y="528191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0B7AB">
                <a:alpha val="100000"/>
              </a:srgbClr>
            </a:solidFill>
            <a:ln w="5420" cap="flat">
              <a:solidFill>
                <a:srgbClr val="50B7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82" name="pg3682"/>
            <p:cNvSpPr/>
            <p:nvPr/>
          </p:nvSpPr>
          <p:spPr>
            <a:xfrm>
              <a:off x="4717563" y="528191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1B7AB">
                <a:alpha val="100000"/>
              </a:srgbClr>
            </a:solidFill>
            <a:ln w="5420" cap="flat">
              <a:solidFill>
                <a:srgbClr val="51B7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83" name="pg3683"/>
            <p:cNvSpPr/>
            <p:nvPr/>
          </p:nvSpPr>
          <p:spPr>
            <a:xfrm>
              <a:off x="4729200" y="528191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1B8AB">
                <a:alpha val="100000"/>
              </a:srgbClr>
            </a:solidFill>
            <a:ln w="5420" cap="flat">
              <a:solidFill>
                <a:srgbClr val="51B8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84" name="pg3684"/>
            <p:cNvSpPr/>
            <p:nvPr/>
          </p:nvSpPr>
          <p:spPr>
            <a:xfrm>
              <a:off x="2890502" y="529622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6A2">
                <a:alpha val="100000"/>
              </a:srgbClr>
            </a:solidFill>
            <a:ln w="5420" cap="flat">
              <a:solidFill>
                <a:srgbClr val="3A76A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85" name="pg3685"/>
            <p:cNvSpPr/>
            <p:nvPr/>
          </p:nvSpPr>
          <p:spPr>
            <a:xfrm>
              <a:off x="2902139" y="529622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6A2">
                <a:alpha val="100000"/>
              </a:srgbClr>
            </a:solidFill>
            <a:ln w="5420" cap="flat">
              <a:solidFill>
                <a:srgbClr val="3A76A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86" name="pg3686"/>
            <p:cNvSpPr/>
            <p:nvPr/>
          </p:nvSpPr>
          <p:spPr>
            <a:xfrm>
              <a:off x="2913777" y="529622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6A2">
                <a:alpha val="100000"/>
              </a:srgbClr>
            </a:solidFill>
            <a:ln w="5420" cap="flat">
              <a:solidFill>
                <a:srgbClr val="3A76A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87" name="pg3687"/>
            <p:cNvSpPr/>
            <p:nvPr/>
          </p:nvSpPr>
          <p:spPr>
            <a:xfrm>
              <a:off x="2925414" y="529622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6A2">
                <a:alpha val="100000"/>
              </a:srgbClr>
            </a:solidFill>
            <a:ln w="5420" cap="flat">
              <a:solidFill>
                <a:srgbClr val="3A76A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88" name="pg3688"/>
            <p:cNvSpPr/>
            <p:nvPr/>
          </p:nvSpPr>
          <p:spPr>
            <a:xfrm>
              <a:off x="4531366" y="529622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BAFAB">
                <a:alpha val="100000"/>
              </a:srgbClr>
            </a:solidFill>
            <a:ln w="5420" cap="flat">
              <a:solidFill>
                <a:srgbClr val="4BAF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89" name="pg3689"/>
            <p:cNvSpPr/>
            <p:nvPr/>
          </p:nvSpPr>
          <p:spPr>
            <a:xfrm>
              <a:off x="4543003" y="529622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BB0AB">
                <a:alpha val="100000"/>
              </a:srgbClr>
            </a:solidFill>
            <a:ln w="5420" cap="flat">
              <a:solidFill>
                <a:srgbClr val="4BB0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90" name="pg3690"/>
            <p:cNvSpPr/>
            <p:nvPr/>
          </p:nvSpPr>
          <p:spPr>
            <a:xfrm>
              <a:off x="4554640" y="529622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BB0AB">
                <a:alpha val="100000"/>
              </a:srgbClr>
            </a:solidFill>
            <a:ln w="5420" cap="flat">
              <a:solidFill>
                <a:srgbClr val="4BB0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91" name="pg3691"/>
            <p:cNvSpPr/>
            <p:nvPr/>
          </p:nvSpPr>
          <p:spPr>
            <a:xfrm>
              <a:off x="4566278" y="529622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CB1AB">
                <a:alpha val="100000"/>
              </a:srgbClr>
            </a:solidFill>
            <a:ln w="5420" cap="flat">
              <a:solidFill>
                <a:srgbClr val="4CB1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92" name="pg3692"/>
            <p:cNvSpPr/>
            <p:nvPr/>
          </p:nvSpPr>
          <p:spPr>
            <a:xfrm>
              <a:off x="4577915" y="529622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CB1AB">
                <a:alpha val="100000"/>
              </a:srgbClr>
            </a:solidFill>
            <a:ln w="5420" cap="flat">
              <a:solidFill>
                <a:srgbClr val="4CB1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93" name="pg3693"/>
            <p:cNvSpPr/>
            <p:nvPr/>
          </p:nvSpPr>
          <p:spPr>
            <a:xfrm>
              <a:off x="4589552" y="529622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DB2AB">
                <a:alpha val="100000"/>
              </a:srgbClr>
            </a:solidFill>
            <a:ln w="5420" cap="flat">
              <a:solidFill>
                <a:srgbClr val="4DB2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94" name="pg3694"/>
            <p:cNvSpPr/>
            <p:nvPr/>
          </p:nvSpPr>
          <p:spPr>
            <a:xfrm>
              <a:off x="4601190" y="529622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DB2AB">
                <a:alpha val="100000"/>
              </a:srgbClr>
            </a:solidFill>
            <a:ln w="5420" cap="flat">
              <a:solidFill>
                <a:srgbClr val="4DB2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95" name="pg3695"/>
            <p:cNvSpPr/>
            <p:nvPr/>
          </p:nvSpPr>
          <p:spPr>
            <a:xfrm>
              <a:off x="4682651" y="529622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0B6AB">
                <a:alpha val="100000"/>
              </a:srgbClr>
            </a:solidFill>
            <a:ln w="5420" cap="flat">
              <a:solidFill>
                <a:srgbClr val="50B6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96" name="pg3696"/>
            <p:cNvSpPr/>
            <p:nvPr/>
          </p:nvSpPr>
          <p:spPr>
            <a:xfrm>
              <a:off x="4694288" y="529622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0B6AB">
                <a:alpha val="100000"/>
              </a:srgbClr>
            </a:solidFill>
            <a:ln w="5420" cap="flat">
              <a:solidFill>
                <a:srgbClr val="50B6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97" name="pg3697"/>
            <p:cNvSpPr/>
            <p:nvPr/>
          </p:nvSpPr>
          <p:spPr>
            <a:xfrm>
              <a:off x="4705925" y="529622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0B6AB">
                <a:alpha val="100000"/>
              </a:srgbClr>
            </a:solidFill>
            <a:ln w="5420" cap="flat">
              <a:solidFill>
                <a:srgbClr val="50B6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98" name="pg3698"/>
            <p:cNvSpPr/>
            <p:nvPr/>
          </p:nvSpPr>
          <p:spPr>
            <a:xfrm>
              <a:off x="4717563" y="529622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0B7AB">
                <a:alpha val="100000"/>
              </a:srgbClr>
            </a:solidFill>
            <a:ln w="5420" cap="flat">
              <a:solidFill>
                <a:srgbClr val="50B7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99" name="pg3699"/>
            <p:cNvSpPr/>
            <p:nvPr/>
          </p:nvSpPr>
          <p:spPr>
            <a:xfrm>
              <a:off x="4729200" y="529622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1B7AB">
                <a:alpha val="100000"/>
              </a:srgbClr>
            </a:solidFill>
            <a:ln w="5420" cap="flat">
              <a:solidFill>
                <a:srgbClr val="51B7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00" name="pg3700"/>
            <p:cNvSpPr/>
            <p:nvPr/>
          </p:nvSpPr>
          <p:spPr>
            <a:xfrm>
              <a:off x="2878865" y="531052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6A2">
                <a:alpha val="100000"/>
              </a:srgbClr>
            </a:solidFill>
            <a:ln w="5420" cap="flat">
              <a:solidFill>
                <a:srgbClr val="3A76A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01" name="pg3701"/>
            <p:cNvSpPr/>
            <p:nvPr/>
          </p:nvSpPr>
          <p:spPr>
            <a:xfrm>
              <a:off x="2890502" y="531052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6A2">
                <a:alpha val="100000"/>
              </a:srgbClr>
            </a:solidFill>
            <a:ln w="5420" cap="flat">
              <a:solidFill>
                <a:srgbClr val="3A76A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02" name="pg3702"/>
            <p:cNvSpPr/>
            <p:nvPr/>
          </p:nvSpPr>
          <p:spPr>
            <a:xfrm>
              <a:off x="2902139" y="531052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6A2">
                <a:alpha val="100000"/>
              </a:srgbClr>
            </a:solidFill>
            <a:ln w="5420" cap="flat">
              <a:solidFill>
                <a:srgbClr val="3A76A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03" name="pg3703"/>
            <p:cNvSpPr/>
            <p:nvPr/>
          </p:nvSpPr>
          <p:spPr>
            <a:xfrm>
              <a:off x="2913777" y="531052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6A2">
                <a:alpha val="100000"/>
              </a:srgbClr>
            </a:solidFill>
            <a:ln w="5420" cap="flat">
              <a:solidFill>
                <a:srgbClr val="3A76A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04" name="pg3704"/>
            <p:cNvSpPr/>
            <p:nvPr/>
          </p:nvSpPr>
          <p:spPr>
            <a:xfrm>
              <a:off x="2925414" y="531052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6A2">
                <a:alpha val="100000"/>
              </a:srgbClr>
            </a:solidFill>
            <a:ln w="5420" cap="flat">
              <a:solidFill>
                <a:srgbClr val="3A76A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05" name="pg3705"/>
            <p:cNvSpPr/>
            <p:nvPr/>
          </p:nvSpPr>
          <p:spPr>
            <a:xfrm>
              <a:off x="4543003" y="531052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BAFAB">
                <a:alpha val="100000"/>
              </a:srgbClr>
            </a:solidFill>
            <a:ln w="5420" cap="flat">
              <a:solidFill>
                <a:srgbClr val="4BAF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06" name="pg3706"/>
            <p:cNvSpPr/>
            <p:nvPr/>
          </p:nvSpPr>
          <p:spPr>
            <a:xfrm>
              <a:off x="4554640" y="531052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BB0AB">
                <a:alpha val="100000"/>
              </a:srgbClr>
            </a:solidFill>
            <a:ln w="5420" cap="flat">
              <a:solidFill>
                <a:srgbClr val="4BB0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07" name="pg3707"/>
            <p:cNvSpPr/>
            <p:nvPr/>
          </p:nvSpPr>
          <p:spPr>
            <a:xfrm>
              <a:off x="4566278" y="531052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BB0AB">
                <a:alpha val="100000"/>
              </a:srgbClr>
            </a:solidFill>
            <a:ln w="5420" cap="flat">
              <a:solidFill>
                <a:srgbClr val="4BB0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08" name="pg3708"/>
            <p:cNvSpPr/>
            <p:nvPr/>
          </p:nvSpPr>
          <p:spPr>
            <a:xfrm>
              <a:off x="4577915" y="531052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CB1AB">
                <a:alpha val="100000"/>
              </a:srgbClr>
            </a:solidFill>
            <a:ln w="5420" cap="flat">
              <a:solidFill>
                <a:srgbClr val="4CB1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09" name="pg3709"/>
            <p:cNvSpPr/>
            <p:nvPr/>
          </p:nvSpPr>
          <p:spPr>
            <a:xfrm>
              <a:off x="4589552" y="531052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CB1AB">
                <a:alpha val="100000"/>
              </a:srgbClr>
            </a:solidFill>
            <a:ln w="5420" cap="flat">
              <a:solidFill>
                <a:srgbClr val="4CB1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10" name="pg3710"/>
            <p:cNvSpPr/>
            <p:nvPr/>
          </p:nvSpPr>
          <p:spPr>
            <a:xfrm>
              <a:off x="4601190" y="531052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DB2AB">
                <a:alpha val="100000"/>
              </a:srgbClr>
            </a:solidFill>
            <a:ln w="5420" cap="flat">
              <a:solidFill>
                <a:srgbClr val="4DB2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11" name="pg3711"/>
            <p:cNvSpPr/>
            <p:nvPr/>
          </p:nvSpPr>
          <p:spPr>
            <a:xfrm>
              <a:off x="4612827" y="531052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DB2AB">
                <a:alpha val="100000"/>
              </a:srgbClr>
            </a:solidFill>
            <a:ln w="5420" cap="flat">
              <a:solidFill>
                <a:srgbClr val="4DB2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12" name="pg3712"/>
            <p:cNvSpPr/>
            <p:nvPr/>
          </p:nvSpPr>
          <p:spPr>
            <a:xfrm>
              <a:off x="4671013" y="531052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FB5AB">
                <a:alpha val="100000"/>
              </a:srgbClr>
            </a:solidFill>
            <a:ln w="5420" cap="flat">
              <a:solidFill>
                <a:srgbClr val="4FB5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13" name="pg3713"/>
            <p:cNvSpPr/>
            <p:nvPr/>
          </p:nvSpPr>
          <p:spPr>
            <a:xfrm>
              <a:off x="4682651" y="531052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FB5AB">
                <a:alpha val="100000"/>
              </a:srgbClr>
            </a:solidFill>
            <a:ln w="5420" cap="flat">
              <a:solidFill>
                <a:srgbClr val="4FB5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14" name="pg3714"/>
            <p:cNvSpPr/>
            <p:nvPr/>
          </p:nvSpPr>
          <p:spPr>
            <a:xfrm>
              <a:off x="4694288" y="531052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FB6AB">
                <a:alpha val="100000"/>
              </a:srgbClr>
            </a:solidFill>
            <a:ln w="5420" cap="flat">
              <a:solidFill>
                <a:srgbClr val="4FB6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15" name="pg3715"/>
            <p:cNvSpPr/>
            <p:nvPr/>
          </p:nvSpPr>
          <p:spPr>
            <a:xfrm>
              <a:off x="4705925" y="531052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0B6AB">
                <a:alpha val="100000"/>
              </a:srgbClr>
            </a:solidFill>
            <a:ln w="5420" cap="flat">
              <a:solidFill>
                <a:srgbClr val="50B6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16" name="pg3716"/>
            <p:cNvSpPr/>
            <p:nvPr/>
          </p:nvSpPr>
          <p:spPr>
            <a:xfrm>
              <a:off x="4717563" y="531052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0B6AB">
                <a:alpha val="100000"/>
              </a:srgbClr>
            </a:solidFill>
            <a:ln w="5420" cap="flat">
              <a:solidFill>
                <a:srgbClr val="50B6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17" name="pg3717"/>
            <p:cNvSpPr/>
            <p:nvPr/>
          </p:nvSpPr>
          <p:spPr>
            <a:xfrm>
              <a:off x="4729200" y="531052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0B7AB">
                <a:alpha val="100000"/>
              </a:srgbClr>
            </a:solidFill>
            <a:ln w="5420" cap="flat">
              <a:solidFill>
                <a:srgbClr val="50B7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18" name="pg3718"/>
            <p:cNvSpPr/>
            <p:nvPr/>
          </p:nvSpPr>
          <p:spPr>
            <a:xfrm>
              <a:off x="2878865" y="532482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6A2">
                <a:alpha val="100000"/>
              </a:srgbClr>
            </a:solidFill>
            <a:ln w="5420" cap="flat">
              <a:solidFill>
                <a:srgbClr val="3A76A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19" name="pg3719"/>
            <p:cNvSpPr/>
            <p:nvPr/>
          </p:nvSpPr>
          <p:spPr>
            <a:xfrm>
              <a:off x="2890502" y="532482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6A2">
                <a:alpha val="100000"/>
              </a:srgbClr>
            </a:solidFill>
            <a:ln w="5420" cap="flat">
              <a:solidFill>
                <a:srgbClr val="3A76A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20" name="pg3720"/>
            <p:cNvSpPr/>
            <p:nvPr/>
          </p:nvSpPr>
          <p:spPr>
            <a:xfrm>
              <a:off x="2902139" y="532482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6A2">
                <a:alpha val="100000"/>
              </a:srgbClr>
            </a:solidFill>
            <a:ln w="5420" cap="flat">
              <a:solidFill>
                <a:srgbClr val="3A76A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21" name="pg3721"/>
            <p:cNvSpPr/>
            <p:nvPr/>
          </p:nvSpPr>
          <p:spPr>
            <a:xfrm>
              <a:off x="2913777" y="532482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6A2">
                <a:alpha val="100000"/>
              </a:srgbClr>
            </a:solidFill>
            <a:ln w="5420" cap="flat">
              <a:solidFill>
                <a:srgbClr val="3A76A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22" name="pg3722"/>
            <p:cNvSpPr/>
            <p:nvPr/>
          </p:nvSpPr>
          <p:spPr>
            <a:xfrm>
              <a:off x="2925414" y="532482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6A2">
                <a:alpha val="100000"/>
              </a:srgbClr>
            </a:solidFill>
            <a:ln w="5420" cap="flat">
              <a:solidFill>
                <a:srgbClr val="3A76A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23" name="pg3723"/>
            <p:cNvSpPr/>
            <p:nvPr/>
          </p:nvSpPr>
          <p:spPr>
            <a:xfrm>
              <a:off x="4566278" y="532482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BB0AB">
                <a:alpha val="100000"/>
              </a:srgbClr>
            </a:solidFill>
            <a:ln w="5420" cap="flat">
              <a:solidFill>
                <a:srgbClr val="4BB0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24" name="pg3724"/>
            <p:cNvSpPr/>
            <p:nvPr/>
          </p:nvSpPr>
          <p:spPr>
            <a:xfrm>
              <a:off x="4577915" y="532482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CB0AB">
                <a:alpha val="100000"/>
              </a:srgbClr>
            </a:solidFill>
            <a:ln w="5420" cap="flat">
              <a:solidFill>
                <a:srgbClr val="4CB0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25" name="pg3725"/>
            <p:cNvSpPr/>
            <p:nvPr/>
          </p:nvSpPr>
          <p:spPr>
            <a:xfrm>
              <a:off x="4589552" y="532482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CB1AB">
                <a:alpha val="100000"/>
              </a:srgbClr>
            </a:solidFill>
            <a:ln w="5420" cap="flat">
              <a:solidFill>
                <a:srgbClr val="4CB1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26" name="pg3726"/>
            <p:cNvSpPr/>
            <p:nvPr/>
          </p:nvSpPr>
          <p:spPr>
            <a:xfrm>
              <a:off x="4601190" y="532482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CB1AB">
                <a:alpha val="100000"/>
              </a:srgbClr>
            </a:solidFill>
            <a:ln w="5420" cap="flat">
              <a:solidFill>
                <a:srgbClr val="4CB1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27" name="pg3727"/>
            <p:cNvSpPr/>
            <p:nvPr/>
          </p:nvSpPr>
          <p:spPr>
            <a:xfrm>
              <a:off x="4612827" y="532482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DB2AB">
                <a:alpha val="100000"/>
              </a:srgbClr>
            </a:solidFill>
            <a:ln w="5420" cap="flat">
              <a:solidFill>
                <a:srgbClr val="4DB2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28" name="pg3728"/>
            <p:cNvSpPr/>
            <p:nvPr/>
          </p:nvSpPr>
          <p:spPr>
            <a:xfrm>
              <a:off x="4671013" y="532482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FB4AB">
                <a:alpha val="100000"/>
              </a:srgbClr>
            </a:solidFill>
            <a:ln w="5420" cap="flat">
              <a:solidFill>
                <a:srgbClr val="4FB4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29" name="pg3729"/>
            <p:cNvSpPr/>
            <p:nvPr/>
          </p:nvSpPr>
          <p:spPr>
            <a:xfrm>
              <a:off x="4682651" y="532482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FB5AB">
                <a:alpha val="100000"/>
              </a:srgbClr>
            </a:solidFill>
            <a:ln w="5420" cap="flat">
              <a:solidFill>
                <a:srgbClr val="4FB5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30" name="pg3730"/>
            <p:cNvSpPr/>
            <p:nvPr/>
          </p:nvSpPr>
          <p:spPr>
            <a:xfrm>
              <a:off x="4694288" y="532482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FB5AB">
                <a:alpha val="100000"/>
              </a:srgbClr>
            </a:solidFill>
            <a:ln w="5420" cap="flat">
              <a:solidFill>
                <a:srgbClr val="4FB5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31" name="pg3731"/>
            <p:cNvSpPr/>
            <p:nvPr/>
          </p:nvSpPr>
          <p:spPr>
            <a:xfrm>
              <a:off x="4705925" y="532482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FB5AB">
                <a:alpha val="100000"/>
              </a:srgbClr>
            </a:solidFill>
            <a:ln w="5420" cap="flat">
              <a:solidFill>
                <a:srgbClr val="4FB5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32" name="pg3732"/>
            <p:cNvSpPr/>
            <p:nvPr/>
          </p:nvSpPr>
          <p:spPr>
            <a:xfrm>
              <a:off x="4717563" y="532482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0B6AB">
                <a:alpha val="100000"/>
              </a:srgbClr>
            </a:solidFill>
            <a:ln w="5420" cap="flat">
              <a:solidFill>
                <a:srgbClr val="50B6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33" name="pg3733"/>
            <p:cNvSpPr/>
            <p:nvPr/>
          </p:nvSpPr>
          <p:spPr>
            <a:xfrm>
              <a:off x="2867227" y="533912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7A2">
                <a:alpha val="100000"/>
              </a:srgbClr>
            </a:solidFill>
            <a:ln w="5420" cap="flat">
              <a:solidFill>
                <a:srgbClr val="3A77A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34" name="pg3734"/>
            <p:cNvSpPr/>
            <p:nvPr/>
          </p:nvSpPr>
          <p:spPr>
            <a:xfrm>
              <a:off x="2878865" y="533912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6A2">
                <a:alpha val="100000"/>
              </a:srgbClr>
            </a:solidFill>
            <a:ln w="5420" cap="flat">
              <a:solidFill>
                <a:srgbClr val="3A76A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35" name="pg3735"/>
            <p:cNvSpPr/>
            <p:nvPr/>
          </p:nvSpPr>
          <p:spPr>
            <a:xfrm>
              <a:off x="2890502" y="533912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6A2">
                <a:alpha val="100000"/>
              </a:srgbClr>
            </a:solidFill>
            <a:ln w="5420" cap="flat">
              <a:solidFill>
                <a:srgbClr val="3A76A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36" name="pg3736"/>
            <p:cNvSpPr/>
            <p:nvPr/>
          </p:nvSpPr>
          <p:spPr>
            <a:xfrm>
              <a:off x="2902139" y="533912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6A2">
                <a:alpha val="100000"/>
              </a:srgbClr>
            </a:solidFill>
            <a:ln w="5420" cap="flat">
              <a:solidFill>
                <a:srgbClr val="3A76A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37" name="pg3737"/>
            <p:cNvSpPr/>
            <p:nvPr/>
          </p:nvSpPr>
          <p:spPr>
            <a:xfrm>
              <a:off x="2913777" y="533912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6A2">
                <a:alpha val="100000"/>
              </a:srgbClr>
            </a:solidFill>
            <a:ln w="5420" cap="flat">
              <a:solidFill>
                <a:srgbClr val="3A76A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38" name="pg3738"/>
            <p:cNvSpPr/>
            <p:nvPr/>
          </p:nvSpPr>
          <p:spPr>
            <a:xfrm>
              <a:off x="4577915" y="533912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BB0AB">
                <a:alpha val="100000"/>
              </a:srgbClr>
            </a:solidFill>
            <a:ln w="5420" cap="flat">
              <a:solidFill>
                <a:srgbClr val="4BB0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39" name="pg3739"/>
            <p:cNvSpPr/>
            <p:nvPr/>
          </p:nvSpPr>
          <p:spPr>
            <a:xfrm>
              <a:off x="4589552" y="533912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CB1AB">
                <a:alpha val="100000"/>
              </a:srgbClr>
            </a:solidFill>
            <a:ln w="5420" cap="flat">
              <a:solidFill>
                <a:srgbClr val="4CB1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40" name="pg3740"/>
            <p:cNvSpPr/>
            <p:nvPr/>
          </p:nvSpPr>
          <p:spPr>
            <a:xfrm>
              <a:off x="4601190" y="533912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CB1AB">
                <a:alpha val="100000"/>
              </a:srgbClr>
            </a:solidFill>
            <a:ln w="5420" cap="flat">
              <a:solidFill>
                <a:srgbClr val="4CB1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41" name="pg3741"/>
            <p:cNvSpPr/>
            <p:nvPr/>
          </p:nvSpPr>
          <p:spPr>
            <a:xfrm>
              <a:off x="4612827" y="533912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CB1AB">
                <a:alpha val="100000"/>
              </a:srgbClr>
            </a:solidFill>
            <a:ln w="5420" cap="flat">
              <a:solidFill>
                <a:srgbClr val="4CB1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42" name="pg3742"/>
            <p:cNvSpPr/>
            <p:nvPr/>
          </p:nvSpPr>
          <p:spPr>
            <a:xfrm>
              <a:off x="4624464" y="533912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DB2AB">
                <a:alpha val="100000"/>
              </a:srgbClr>
            </a:solidFill>
            <a:ln w="5420" cap="flat">
              <a:solidFill>
                <a:srgbClr val="4DB2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43" name="pg3743"/>
            <p:cNvSpPr/>
            <p:nvPr/>
          </p:nvSpPr>
          <p:spPr>
            <a:xfrm>
              <a:off x="4636101" y="533912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DB2AB">
                <a:alpha val="100000"/>
              </a:srgbClr>
            </a:solidFill>
            <a:ln w="5420" cap="flat">
              <a:solidFill>
                <a:srgbClr val="4DB2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44" name="pg3744"/>
            <p:cNvSpPr/>
            <p:nvPr/>
          </p:nvSpPr>
          <p:spPr>
            <a:xfrm>
              <a:off x="4659376" y="533912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EB4AB">
                <a:alpha val="100000"/>
              </a:srgbClr>
            </a:solidFill>
            <a:ln w="5420" cap="flat">
              <a:solidFill>
                <a:srgbClr val="4EB4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45" name="pg3745"/>
            <p:cNvSpPr/>
            <p:nvPr/>
          </p:nvSpPr>
          <p:spPr>
            <a:xfrm>
              <a:off x="4671013" y="533912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EB4AB">
                <a:alpha val="100000"/>
              </a:srgbClr>
            </a:solidFill>
            <a:ln w="5420" cap="flat">
              <a:solidFill>
                <a:srgbClr val="4EB4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46" name="pg3746"/>
            <p:cNvSpPr/>
            <p:nvPr/>
          </p:nvSpPr>
          <p:spPr>
            <a:xfrm>
              <a:off x="4682651" y="533912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FB4AB">
                <a:alpha val="100000"/>
              </a:srgbClr>
            </a:solidFill>
            <a:ln w="5420" cap="flat">
              <a:solidFill>
                <a:srgbClr val="4FB4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47" name="pg3747"/>
            <p:cNvSpPr/>
            <p:nvPr/>
          </p:nvSpPr>
          <p:spPr>
            <a:xfrm>
              <a:off x="4694288" y="533912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FB5AB">
                <a:alpha val="100000"/>
              </a:srgbClr>
            </a:solidFill>
            <a:ln w="5420" cap="flat">
              <a:solidFill>
                <a:srgbClr val="4FB5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48" name="pg3748"/>
            <p:cNvSpPr/>
            <p:nvPr/>
          </p:nvSpPr>
          <p:spPr>
            <a:xfrm>
              <a:off x="4705925" y="533912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FB5AB">
                <a:alpha val="100000"/>
              </a:srgbClr>
            </a:solidFill>
            <a:ln w="5420" cap="flat">
              <a:solidFill>
                <a:srgbClr val="4FB5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49" name="pg3749"/>
            <p:cNvSpPr/>
            <p:nvPr/>
          </p:nvSpPr>
          <p:spPr>
            <a:xfrm>
              <a:off x="2855590" y="535342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7A2">
                <a:alpha val="100000"/>
              </a:srgbClr>
            </a:solidFill>
            <a:ln w="5420" cap="flat">
              <a:solidFill>
                <a:srgbClr val="3A77A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50" name="pg3750"/>
            <p:cNvSpPr/>
            <p:nvPr/>
          </p:nvSpPr>
          <p:spPr>
            <a:xfrm>
              <a:off x="2867227" y="535342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7A2">
                <a:alpha val="100000"/>
              </a:srgbClr>
            </a:solidFill>
            <a:ln w="5420" cap="flat">
              <a:solidFill>
                <a:srgbClr val="3A77A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51" name="pg3751"/>
            <p:cNvSpPr/>
            <p:nvPr/>
          </p:nvSpPr>
          <p:spPr>
            <a:xfrm>
              <a:off x="2878865" y="535342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7A2">
                <a:alpha val="100000"/>
              </a:srgbClr>
            </a:solidFill>
            <a:ln w="5420" cap="flat">
              <a:solidFill>
                <a:srgbClr val="3A77A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52" name="pg3752"/>
            <p:cNvSpPr/>
            <p:nvPr/>
          </p:nvSpPr>
          <p:spPr>
            <a:xfrm>
              <a:off x="2890502" y="535342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6A2">
                <a:alpha val="100000"/>
              </a:srgbClr>
            </a:solidFill>
            <a:ln w="5420" cap="flat">
              <a:solidFill>
                <a:srgbClr val="3A76A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53" name="pg3753"/>
            <p:cNvSpPr/>
            <p:nvPr/>
          </p:nvSpPr>
          <p:spPr>
            <a:xfrm>
              <a:off x="2902139" y="535342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6A2">
                <a:alpha val="100000"/>
              </a:srgbClr>
            </a:solidFill>
            <a:ln w="5420" cap="flat">
              <a:solidFill>
                <a:srgbClr val="3A76A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54" name="pg3754"/>
            <p:cNvSpPr/>
            <p:nvPr/>
          </p:nvSpPr>
          <p:spPr>
            <a:xfrm>
              <a:off x="2913777" y="535342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6A2">
                <a:alpha val="100000"/>
              </a:srgbClr>
            </a:solidFill>
            <a:ln w="5420" cap="flat">
              <a:solidFill>
                <a:srgbClr val="3A76A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55" name="pg3755"/>
            <p:cNvSpPr/>
            <p:nvPr/>
          </p:nvSpPr>
          <p:spPr>
            <a:xfrm>
              <a:off x="4577915" y="535342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BB0AB">
                <a:alpha val="100000"/>
              </a:srgbClr>
            </a:solidFill>
            <a:ln w="5420" cap="flat">
              <a:solidFill>
                <a:srgbClr val="4BB0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56" name="pg3756"/>
            <p:cNvSpPr/>
            <p:nvPr/>
          </p:nvSpPr>
          <p:spPr>
            <a:xfrm>
              <a:off x="4589552" y="535342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BB0AB">
                <a:alpha val="100000"/>
              </a:srgbClr>
            </a:solidFill>
            <a:ln w="5420" cap="flat">
              <a:solidFill>
                <a:srgbClr val="4BB0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57" name="pg3757"/>
            <p:cNvSpPr/>
            <p:nvPr/>
          </p:nvSpPr>
          <p:spPr>
            <a:xfrm>
              <a:off x="4601190" y="535342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CB1AB">
                <a:alpha val="100000"/>
              </a:srgbClr>
            </a:solidFill>
            <a:ln w="5420" cap="flat">
              <a:solidFill>
                <a:srgbClr val="4CB1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58" name="pg3758"/>
            <p:cNvSpPr/>
            <p:nvPr/>
          </p:nvSpPr>
          <p:spPr>
            <a:xfrm>
              <a:off x="4612827" y="535342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CB1AB">
                <a:alpha val="100000"/>
              </a:srgbClr>
            </a:solidFill>
            <a:ln w="5420" cap="flat">
              <a:solidFill>
                <a:srgbClr val="4CB1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59" name="pg3759"/>
            <p:cNvSpPr/>
            <p:nvPr/>
          </p:nvSpPr>
          <p:spPr>
            <a:xfrm>
              <a:off x="4624464" y="535342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CB2AB">
                <a:alpha val="100000"/>
              </a:srgbClr>
            </a:solidFill>
            <a:ln w="5420" cap="flat">
              <a:solidFill>
                <a:srgbClr val="4CB2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60" name="pg3760"/>
            <p:cNvSpPr/>
            <p:nvPr/>
          </p:nvSpPr>
          <p:spPr>
            <a:xfrm>
              <a:off x="4636101" y="535342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DB2AB">
                <a:alpha val="100000"/>
              </a:srgbClr>
            </a:solidFill>
            <a:ln w="5420" cap="flat">
              <a:solidFill>
                <a:srgbClr val="4DB2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61" name="pg3761"/>
            <p:cNvSpPr/>
            <p:nvPr/>
          </p:nvSpPr>
          <p:spPr>
            <a:xfrm>
              <a:off x="4647739" y="535342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DB3AB">
                <a:alpha val="100000"/>
              </a:srgbClr>
            </a:solidFill>
            <a:ln w="5420" cap="flat">
              <a:solidFill>
                <a:srgbClr val="4DB3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62" name="pg3762"/>
            <p:cNvSpPr/>
            <p:nvPr/>
          </p:nvSpPr>
          <p:spPr>
            <a:xfrm>
              <a:off x="4659376" y="535342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EB3AB">
                <a:alpha val="100000"/>
              </a:srgbClr>
            </a:solidFill>
            <a:ln w="5420" cap="flat">
              <a:solidFill>
                <a:srgbClr val="4EB3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63" name="pg3763"/>
            <p:cNvSpPr/>
            <p:nvPr/>
          </p:nvSpPr>
          <p:spPr>
            <a:xfrm>
              <a:off x="4671013" y="535342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EB4AB">
                <a:alpha val="100000"/>
              </a:srgbClr>
            </a:solidFill>
            <a:ln w="5420" cap="flat">
              <a:solidFill>
                <a:srgbClr val="4EB4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64" name="pg3764"/>
            <p:cNvSpPr/>
            <p:nvPr/>
          </p:nvSpPr>
          <p:spPr>
            <a:xfrm>
              <a:off x="4682651" y="535342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EB4AB">
                <a:alpha val="100000"/>
              </a:srgbClr>
            </a:solidFill>
            <a:ln w="5420" cap="flat">
              <a:solidFill>
                <a:srgbClr val="4EB4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65" name="pg3765"/>
            <p:cNvSpPr/>
            <p:nvPr/>
          </p:nvSpPr>
          <p:spPr>
            <a:xfrm>
              <a:off x="4694288" y="535342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EB4AB">
                <a:alpha val="100000"/>
              </a:srgbClr>
            </a:solidFill>
            <a:ln w="5420" cap="flat">
              <a:solidFill>
                <a:srgbClr val="4EB4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66" name="pg3766"/>
            <p:cNvSpPr/>
            <p:nvPr/>
          </p:nvSpPr>
          <p:spPr>
            <a:xfrm>
              <a:off x="4705925" y="535342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FB5AB">
                <a:alpha val="100000"/>
              </a:srgbClr>
            </a:solidFill>
            <a:ln w="5420" cap="flat">
              <a:solidFill>
                <a:srgbClr val="4FB5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67" name="pg3767"/>
            <p:cNvSpPr/>
            <p:nvPr/>
          </p:nvSpPr>
          <p:spPr>
            <a:xfrm>
              <a:off x="2855590" y="536772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7A2">
                <a:alpha val="100000"/>
              </a:srgbClr>
            </a:solidFill>
            <a:ln w="5420" cap="flat">
              <a:solidFill>
                <a:srgbClr val="3A77A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68" name="pg3768"/>
            <p:cNvSpPr/>
            <p:nvPr/>
          </p:nvSpPr>
          <p:spPr>
            <a:xfrm>
              <a:off x="2867227" y="536772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7A2">
                <a:alpha val="100000"/>
              </a:srgbClr>
            </a:solidFill>
            <a:ln w="5420" cap="flat">
              <a:solidFill>
                <a:srgbClr val="3A77A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69" name="pg3769"/>
            <p:cNvSpPr/>
            <p:nvPr/>
          </p:nvSpPr>
          <p:spPr>
            <a:xfrm>
              <a:off x="2878865" y="536772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7A2">
                <a:alpha val="100000"/>
              </a:srgbClr>
            </a:solidFill>
            <a:ln w="5420" cap="flat">
              <a:solidFill>
                <a:srgbClr val="3A77A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70" name="pg3770"/>
            <p:cNvSpPr/>
            <p:nvPr/>
          </p:nvSpPr>
          <p:spPr>
            <a:xfrm>
              <a:off x="2890502" y="536772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6A2">
                <a:alpha val="100000"/>
              </a:srgbClr>
            </a:solidFill>
            <a:ln w="5420" cap="flat">
              <a:solidFill>
                <a:srgbClr val="3A76A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71" name="pg3771"/>
            <p:cNvSpPr/>
            <p:nvPr/>
          </p:nvSpPr>
          <p:spPr>
            <a:xfrm>
              <a:off x="2902139" y="536772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6A2">
                <a:alpha val="100000"/>
              </a:srgbClr>
            </a:solidFill>
            <a:ln w="5420" cap="flat">
              <a:solidFill>
                <a:srgbClr val="3A76A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72" name="pg3772"/>
            <p:cNvSpPr/>
            <p:nvPr/>
          </p:nvSpPr>
          <p:spPr>
            <a:xfrm>
              <a:off x="4577915" y="536772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BAFAB">
                <a:alpha val="100000"/>
              </a:srgbClr>
            </a:solidFill>
            <a:ln w="5420" cap="flat">
              <a:solidFill>
                <a:srgbClr val="4BAF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73" name="pg3773"/>
            <p:cNvSpPr/>
            <p:nvPr/>
          </p:nvSpPr>
          <p:spPr>
            <a:xfrm>
              <a:off x="4589552" y="536772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BB0AB">
                <a:alpha val="100000"/>
              </a:srgbClr>
            </a:solidFill>
            <a:ln w="5420" cap="flat">
              <a:solidFill>
                <a:srgbClr val="4BB0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74" name="pg3774"/>
            <p:cNvSpPr/>
            <p:nvPr/>
          </p:nvSpPr>
          <p:spPr>
            <a:xfrm>
              <a:off x="4601190" y="536772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BB0AB">
                <a:alpha val="100000"/>
              </a:srgbClr>
            </a:solidFill>
            <a:ln w="5420" cap="flat">
              <a:solidFill>
                <a:srgbClr val="4BB0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75" name="pg3775"/>
            <p:cNvSpPr/>
            <p:nvPr/>
          </p:nvSpPr>
          <p:spPr>
            <a:xfrm>
              <a:off x="4612827" y="536772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CB1AB">
                <a:alpha val="100000"/>
              </a:srgbClr>
            </a:solidFill>
            <a:ln w="5420" cap="flat">
              <a:solidFill>
                <a:srgbClr val="4CB1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76" name="pg3776"/>
            <p:cNvSpPr/>
            <p:nvPr/>
          </p:nvSpPr>
          <p:spPr>
            <a:xfrm>
              <a:off x="4624464" y="536772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CB1AB">
                <a:alpha val="100000"/>
              </a:srgbClr>
            </a:solidFill>
            <a:ln w="5420" cap="flat">
              <a:solidFill>
                <a:srgbClr val="4CB1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77" name="pg3777"/>
            <p:cNvSpPr/>
            <p:nvPr/>
          </p:nvSpPr>
          <p:spPr>
            <a:xfrm>
              <a:off x="4636101" y="536772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DB2AB">
                <a:alpha val="100000"/>
              </a:srgbClr>
            </a:solidFill>
            <a:ln w="5420" cap="flat">
              <a:solidFill>
                <a:srgbClr val="4DB2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78" name="pg3778"/>
            <p:cNvSpPr/>
            <p:nvPr/>
          </p:nvSpPr>
          <p:spPr>
            <a:xfrm>
              <a:off x="4647739" y="536772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DB2AB">
                <a:alpha val="100000"/>
              </a:srgbClr>
            </a:solidFill>
            <a:ln w="5420" cap="flat">
              <a:solidFill>
                <a:srgbClr val="4DB2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79" name="pg3779"/>
            <p:cNvSpPr/>
            <p:nvPr/>
          </p:nvSpPr>
          <p:spPr>
            <a:xfrm>
              <a:off x="4659376" y="536772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DB3AB">
                <a:alpha val="100000"/>
              </a:srgbClr>
            </a:solidFill>
            <a:ln w="5420" cap="flat">
              <a:solidFill>
                <a:srgbClr val="4DB3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80" name="pg3780"/>
            <p:cNvSpPr/>
            <p:nvPr/>
          </p:nvSpPr>
          <p:spPr>
            <a:xfrm>
              <a:off x="4671013" y="536772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EB3AB">
                <a:alpha val="100000"/>
              </a:srgbClr>
            </a:solidFill>
            <a:ln w="5420" cap="flat">
              <a:solidFill>
                <a:srgbClr val="4EB3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81" name="pg3781"/>
            <p:cNvSpPr/>
            <p:nvPr/>
          </p:nvSpPr>
          <p:spPr>
            <a:xfrm>
              <a:off x="4682651" y="536772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EB3AB">
                <a:alpha val="100000"/>
              </a:srgbClr>
            </a:solidFill>
            <a:ln w="5420" cap="flat">
              <a:solidFill>
                <a:srgbClr val="4EB3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82" name="pg3782"/>
            <p:cNvSpPr/>
            <p:nvPr/>
          </p:nvSpPr>
          <p:spPr>
            <a:xfrm>
              <a:off x="4694288" y="536772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EB4AB">
                <a:alpha val="100000"/>
              </a:srgbClr>
            </a:solidFill>
            <a:ln w="5420" cap="flat">
              <a:solidFill>
                <a:srgbClr val="4EB4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83" name="pg3783"/>
            <p:cNvSpPr/>
            <p:nvPr/>
          </p:nvSpPr>
          <p:spPr>
            <a:xfrm>
              <a:off x="4705925" y="536772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EB4AB">
                <a:alpha val="100000"/>
              </a:srgbClr>
            </a:solidFill>
            <a:ln w="5420" cap="flat">
              <a:solidFill>
                <a:srgbClr val="4EB4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84" name="pg3784"/>
            <p:cNvSpPr/>
            <p:nvPr/>
          </p:nvSpPr>
          <p:spPr>
            <a:xfrm>
              <a:off x="2855590" y="538202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7A2">
                <a:alpha val="100000"/>
              </a:srgbClr>
            </a:solidFill>
            <a:ln w="5420" cap="flat">
              <a:solidFill>
                <a:srgbClr val="3A77A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85" name="pg3785"/>
            <p:cNvSpPr/>
            <p:nvPr/>
          </p:nvSpPr>
          <p:spPr>
            <a:xfrm>
              <a:off x="2867227" y="538202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7A2">
                <a:alpha val="100000"/>
              </a:srgbClr>
            </a:solidFill>
            <a:ln w="5420" cap="flat">
              <a:solidFill>
                <a:srgbClr val="3A77A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86" name="pg3786"/>
            <p:cNvSpPr/>
            <p:nvPr/>
          </p:nvSpPr>
          <p:spPr>
            <a:xfrm>
              <a:off x="2878865" y="538202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7A2">
                <a:alpha val="100000"/>
              </a:srgbClr>
            </a:solidFill>
            <a:ln w="5420" cap="flat">
              <a:solidFill>
                <a:srgbClr val="3A77A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87" name="pg3787"/>
            <p:cNvSpPr/>
            <p:nvPr/>
          </p:nvSpPr>
          <p:spPr>
            <a:xfrm>
              <a:off x="2890502" y="538202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7A2">
                <a:alpha val="100000"/>
              </a:srgbClr>
            </a:solidFill>
            <a:ln w="5420" cap="flat">
              <a:solidFill>
                <a:srgbClr val="3A77A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88" name="pg3788"/>
            <p:cNvSpPr/>
            <p:nvPr/>
          </p:nvSpPr>
          <p:spPr>
            <a:xfrm>
              <a:off x="2902139" y="538202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7A2">
                <a:alpha val="100000"/>
              </a:srgbClr>
            </a:solidFill>
            <a:ln w="5420" cap="flat">
              <a:solidFill>
                <a:srgbClr val="3A77A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89" name="pg3789"/>
            <p:cNvSpPr/>
            <p:nvPr/>
          </p:nvSpPr>
          <p:spPr>
            <a:xfrm>
              <a:off x="4577915" y="538202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AAFAB">
                <a:alpha val="100000"/>
              </a:srgbClr>
            </a:solidFill>
            <a:ln w="5420" cap="flat">
              <a:solidFill>
                <a:srgbClr val="4AAF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90" name="pg3790"/>
            <p:cNvSpPr/>
            <p:nvPr/>
          </p:nvSpPr>
          <p:spPr>
            <a:xfrm>
              <a:off x="4589552" y="538202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AAFAB">
                <a:alpha val="100000"/>
              </a:srgbClr>
            </a:solidFill>
            <a:ln w="5420" cap="flat">
              <a:solidFill>
                <a:srgbClr val="4AAF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91" name="pg3791"/>
            <p:cNvSpPr/>
            <p:nvPr/>
          </p:nvSpPr>
          <p:spPr>
            <a:xfrm>
              <a:off x="4601190" y="538202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BAFAB">
                <a:alpha val="100000"/>
              </a:srgbClr>
            </a:solidFill>
            <a:ln w="5420" cap="flat">
              <a:solidFill>
                <a:srgbClr val="4BAF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92" name="pg3792"/>
            <p:cNvSpPr/>
            <p:nvPr/>
          </p:nvSpPr>
          <p:spPr>
            <a:xfrm>
              <a:off x="4612827" y="538202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BB0AB">
                <a:alpha val="100000"/>
              </a:srgbClr>
            </a:solidFill>
            <a:ln w="5420" cap="flat">
              <a:solidFill>
                <a:srgbClr val="4BB0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93" name="pg3793"/>
            <p:cNvSpPr/>
            <p:nvPr/>
          </p:nvSpPr>
          <p:spPr>
            <a:xfrm>
              <a:off x="4624464" y="538202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BB0AB">
                <a:alpha val="100000"/>
              </a:srgbClr>
            </a:solidFill>
            <a:ln w="5420" cap="flat">
              <a:solidFill>
                <a:srgbClr val="4BB0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94" name="pg3794"/>
            <p:cNvSpPr/>
            <p:nvPr/>
          </p:nvSpPr>
          <p:spPr>
            <a:xfrm>
              <a:off x="4636101" y="538202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CB1AB">
                <a:alpha val="100000"/>
              </a:srgbClr>
            </a:solidFill>
            <a:ln w="5420" cap="flat">
              <a:solidFill>
                <a:srgbClr val="4CB1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95" name="pg3795"/>
            <p:cNvSpPr/>
            <p:nvPr/>
          </p:nvSpPr>
          <p:spPr>
            <a:xfrm>
              <a:off x="4647739" y="538202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CB2AB">
                <a:alpha val="100000"/>
              </a:srgbClr>
            </a:solidFill>
            <a:ln w="5420" cap="flat">
              <a:solidFill>
                <a:srgbClr val="4CB2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96" name="pg3796"/>
            <p:cNvSpPr/>
            <p:nvPr/>
          </p:nvSpPr>
          <p:spPr>
            <a:xfrm>
              <a:off x="4659376" y="538202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DB2AB">
                <a:alpha val="100000"/>
              </a:srgbClr>
            </a:solidFill>
            <a:ln w="5420" cap="flat">
              <a:solidFill>
                <a:srgbClr val="4DB2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97" name="pg3797"/>
            <p:cNvSpPr/>
            <p:nvPr/>
          </p:nvSpPr>
          <p:spPr>
            <a:xfrm>
              <a:off x="4671013" y="538202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DB2AB">
                <a:alpha val="100000"/>
              </a:srgbClr>
            </a:solidFill>
            <a:ln w="5420" cap="flat">
              <a:solidFill>
                <a:srgbClr val="4DB2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98" name="pg3798"/>
            <p:cNvSpPr/>
            <p:nvPr/>
          </p:nvSpPr>
          <p:spPr>
            <a:xfrm>
              <a:off x="4682651" y="538202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DB3AB">
                <a:alpha val="100000"/>
              </a:srgbClr>
            </a:solidFill>
            <a:ln w="5420" cap="flat">
              <a:solidFill>
                <a:srgbClr val="4DB3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99" name="pg3799"/>
            <p:cNvSpPr/>
            <p:nvPr/>
          </p:nvSpPr>
          <p:spPr>
            <a:xfrm>
              <a:off x="4694288" y="538202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EB3AB">
                <a:alpha val="100000"/>
              </a:srgbClr>
            </a:solidFill>
            <a:ln w="5420" cap="flat">
              <a:solidFill>
                <a:srgbClr val="4EB3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00" name="pg3800"/>
            <p:cNvSpPr/>
            <p:nvPr/>
          </p:nvSpPr>
          <p:spPr>
            <a:xfrm>
              <a:off x="2843953" y="539632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8A2">
                <a:alpha val="100000"/>
              </a:srgbClr>
            </a:solidFill>
            <a:ln w="5420" cap="flat">
              <a:solidFill>
                <a:srgbClr val="3A78A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01" name="pg3801"/>
            <p:cNvSpPr/>
            <p:nvPr/>
          </p:nvSpPr>
          <p:spPr>
            <a:xfrm>
              <a:off x="2855590" y="539632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7A2">
                <a:alpha val="100000"/>
              </a:srgbClr>
            </a:solidFill>
            <a:ln w="5420" cap="flat">
              <a:solidFill>
                <a:srgbClr val="3A77A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02" name="pg3802"/>
            <p:cNvSpPr/>
            <p:nvPr/>
          </p:nvSpPr>
          <p:spPr>
            <a:xfrm>
              <a:off x="2867227" y="539632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7A2">
                <a:alpha val="100000"/>
              </a:srgbClr>
            </a:solidFill>
            <a:ln w="5420" cap="flat">
              <a:solidFill>
                <a:srgbClr val="3A77A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03" name="pg3803"/>
            <p:cNvSpPr/>
            <p:nvPr/>
          </p:nvSpPr>
          <p:spPr>
            <a:xfrm>
              <a:off x="2878865" y="539632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7A2">
                <a:alpha val="100000"/>
              </a:srgbClr>
            </a:solidFill>
            <a:ln w="5420" cap="flat">
              <a:solidFill>
                <a:srgbClr val="3A77A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04" name="pg3804"/>
            <p:cNvSpPr/>
            <p:nvPr/>
          </p:nvSpPr>
          <p:spPr>
            <a:xfrm>
              <a:off x="2890502" y="539632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7A2">
                <a:alpha val="100000"/>
              </a:srgbClr>
            </a:solidFill>
            <a:ln w="5420" cap="flat">
              <a:solidFill>
                <a:srgbClr val="3A77A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05" name="pg3805"/>
            <p:cNvSpPr/>
            <p:nvPr/>
          </p:nvSpPr>
          <p:spPr>
            <a:xfrm>
              <a:off x="4589552" y="539632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AAFAB">
                <a:alpha val="100000"/>
              </a:srgbClr>
            </a:solidFill>
            <a:ln w="5420" cap="flat">
              <a:solidFill>
                <a:srgbClr val="4AAF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06" name="pg3806"/>
            <p:cNvSpPr/>
            <p:nvPr/>
          </p:nvSpPr>
          <p:spPr>
            <a:xfrm>
              <a:off x="4601190" y="539632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AAFAB">
                <a:alpha val="100000"/>
              </a:srgbClr>
            </a:solidFill>
            <a:ln w="5420" cap="flat">
              <a:solidFill>
                <a:srgbClr val="4AAF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07" name="pg3807"/>
            <p:cNvSpPr/>
            <p:nvPr/>
          </p:nvSpPr>
          <p:spPr>
            <a:xfrm>
              <a:off x="4612827" y="539632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BB0AB">
                <a:alpha val="100000"/>
              </a:srgbClr>
            </a:solidFill>
            <a:ln w="5420" cap="flat">
              <a:solidFill>
                <a:srgbClr val="4BB0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08" name="pg3808"/>
            <p:cNvSpPr/>
            <p:nvPr/>
          </p:nvSpPr>
          <p:spPr>
            <a:xfrm>
              <a:off x="4624464" y="539632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BB0AB">
                <a:alpha val="100000"/>
              </a:srgbClr>
            </a:solidFill>
            <a:ln w="5420" cap="flat">
              <a:solidFill>
                <a:srgbClr val="4BB0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09" name="pg3809"/>
            <p:cNvSpPr/>
            <p:nvPr/>
          </p:nvSpPr>
          <p:spPr>
            <a:xfrm>
              <a:off x="4636101" y="539632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CB1AB">
                <a:alpha val="100000"/>
              </a:srgbClr>
            </a:solidFill>
            <a:ln w="5420" cap="flat">
              <a:solidFill>
                <a:srgbClr val="4CB1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10" name="pg3810"/>
            <p:cNvSpPr/>
            <p:nvPr/>
          </p:nvSpPr>
          <p:spPr>
            <a:xfrm>
              <a:off x="4647739" y="539632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CB1AB">
                <a:alpha val="100000"/>
              </a:srgbClr>
            </a:solidFill>
            <a:ln w="5420" cap="flat">
              <a:solidFill>
                <a:srgbClr val="4CB1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11" name="pg3811"/>
            <p:cNvSpPr/>
            <p:nvPr/>
          </p:nvSpPr>
          <p:spPr>
            <a:xfrm>
              <a:off x="4659376" y="539632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CB2AB">
                <a:alpha val="100000"/>
              </a:srgbClr>
            </a:solidFill>
            <a:ln w="5420" cap="flat">
              <a:solidFill>
                <a:srgbClr val="4CB2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12" name="pg3812"/>
            <p:cNvSpPr/>
            <p:nvPr/>
          </p:nvSpPr>
          <p:spPr>
            <a:xfrm>
              <a:off x="4671013" y="539632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DB2AB">
                <a:alpha val="100000"/>
              </a:srgbClr>
            </a:solidFill>
            <a:ln w="5420" cap="flat">
              <a:solidFill>
                <a:srgbClr val="4DB2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13" name="pg3813"/>
            <p:cNvSpPr/>
            <p:nvPr/>
          </p:nvSpPr>
          <p:spPr>
            <a:xfrm>
              <a:off x="4682651" y="539632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DB2AB">
                <a:alpha val="100000"/>
              </a:srgbClr>
            </a:solidFill>
            <a:ln w="5420" cap="flat">
              <a:solidFill>
                <a:srgbClr val="4DB2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14" name="pg3814"/>
            <p:cNvSpPr/>
            <p:nvPr/>
          </p:nvSpPr>
          <p:spPr>
            <a:xfrm>
              <a:off x="2843953" y="541062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8A2">
                <a:alpha val="100000"/>
              </a:srgbClr>
            </a:solidFill>
            <a:ln w="5420" cap="flat">
              <a:solidFill>
                <a:srgbClr val="3A78A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15" name="pg3815"/>
            <p:cNvSpPr/>
            <p:nvPr/>
          </p:nvSpPr>
          <p:spPr>
            <a:xfrm>
              <a:off x="2855590" y="541062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8A2">
                <a:alpha val="100000"/>
              </a:srgbClr>
            </a:solidFill>
            <a:ln w="5420" cap="flat">
              <a:solidFill>
                <a:srgbClr val="3A78A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16" name="pg3816"/>
            <p:cNvSpPr/>
            <p:nvPr/>
          </p:nvSpPr>
          <p:spPr>
            <a:xfrm>
              <a:off x="2867227" y="541062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7A2">
                <a:alpha val="100000"/>
              </a:srgbClr>
            </a:solidFill>
            <a:ln w="5420" cap="flat">
              <a:solidFill>
                <a:srgbClr val="3A77A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17" name="pg3817"/>
            <p:cNvSpPr/>
            <p:nvPr/>
          </p:nvSpPr>
          <p:spPr>
            <a:xfrm>
              <a:off x="2878865" y="541062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7A2">
                <a:alpha val="100000"/>
              </a:srgbClr>
            </a:solidFill>
            <a:ln w="5420" cap="flat">
              <a:solidFill>
                <a:srgbClr val="3A77A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18" name="pg3818"/>
            <p:cNvSpPr/>
            <p:nvPr/>
          </p:nvSpPr>
          <p:spPr>
            <a:xfrm>
              <a:off x="2890502" y="541062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7A2">
                <a:alpha val="100000"/>
              </a:srgbClr>
            </a:solidFill>
            <a:ln w="5420" cap="flat">
              <a:solidFill>
                <a:srgbClr val="3A77A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19" name="pg3819"/>
            <p:cNvSpPr/>
            <p:nvPr/>
          </p:nvSpPr>
          <p:spPr>
            <a:xfrm>
              <a:off x="4601190" y="541062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AAFAB">
                <a:alpha val="100000"/>
              </a:srgbClr>
            </a:solidFill>
            <a:ln w="5420" cap="flat">
              <a:solidFill>
                <a:srgbClr val="4AAF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20" name="pg3820"/>
            <p:cNvSpPr/>
            <p:nvPr/>
          </p:nvSpPr>
          <p:spPr>
            <a:xfrm>
              <a:off x="4612827" y="541062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BAFAB">
                <a:alpha val="100000"/>
              </a:srgbClr>
            </a:solidFill>
            <a:ln w="5420" cap="flat">
              <a:solidFill>
                <a:srgbClr val="4BAF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21" name="pg3821"/>
            <p:cNvSpPr/>
            <p:nvPr/>
          </p:nvSpPr>
          <p:spPr>
            <a:xfrm>
              <a:off x="4624464" y="541062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BB0AB">
                <a:alpha val="100000"/>
              </a:srgbClr>
            </a:solidFill>
            <a:ln w="5420" cap="flat">
              <a:solidFill>
                <a:srgbClr val="4BB0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22" name="pg3822"/>
            <p:cNvSpPr/>
            <p:nvPr/>
          </p:nvSpPr>
          <p:spPr>
            <a:xfrm>
              <a:off x="4636101" y="541062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CB1AB">
                <a:alpha val="100000"/>
              </a:srgbClr>
            </a:solidFill>
            <a:ln w="5420" cap="flat">
              <a:solidFill>
                <a:srgbClr val="4CB1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23" name="pg3823"/>
            <p:cNvSpPr/>
            <p:nvPr/>
          </p:nvSpPr>
          <p:spPr>
            <a:xfrm>
              <a:off x="4647739" y="541062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CB1AB">
                <a:alpha val="100000"/>
              </a:srgbClr>
            </a:solidFill>
            <a:ln w="5420" cap="flat">
              <a:solidFill>
                <a:srgbClr val="4CB1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24" name="pg3824"/>
            <p:cNvSpPr/>
            <p:nvPr/>
          </p:nvSpPr>
          <p:spPr>
            <a:xfrm>
              <a:off x="2843953" y="542492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8A2">
                <a:alpha val="100000"/>
              </a:srgbClr>
            </a:solidFill>
            <a:ln w="5420" cap="flat">
              <a:solidFill>
                <a:srgbClr val="3A78A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25" name="pg3825"/>
            <p:cNvSpPr/>
            <p:nvPr/>
          </p:nvSpPr>
          <p:spPr>
            <a:xfrm>
              <a:off x="2855590" y="542492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8A2">
                <a:alpha val="100000"/>
              </a:srgbClr>
            </a:solidFill>
            <a:ln w="5420" cap="flat">
              <a:solidFill>
                <a:srgbClr val="3A78A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26" name="pg3826"/>
            <p:cNvSpPr/>
            <p:nvPr/>
          </p:nvSpPr>
          <p:spPr>
            <a:xfrm>
              <a:off x="2867227" y="542492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8A2">
                <a:alpha val="100000"/>
              </a:srgbClr>
            </a:solidFill>
            <a:ln w="5420" cap="flat">
              <a:solidFill>
                <a:srgbClr val="3A78A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27" name="pg3827"/>
            <p:cNvSpPr/>
            <p:nvPr/>
          </p:nvSpPr>
          <p:spPr>
            <a:xfrm>
              <a:off x="2878865" y="542492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7A2">
                <a:alpha val="100000"/>
              </a:srgbClr>
            </a:solidFill>
            <a:ln w="5420" cap="flat">
              <a:solidFill>
                <a:srgbClr val="3A77A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28" name="pg3828"/>
            <p:cNvSpPr/>
            <p:nvPr/>
          </p:nvSpPr>
          <p:spPr>
            <a:xfrm>
              <a:off x="2890502" y="542492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7A2">
                <a:alpha val="100000"/>
              </a:srgbClr>
            </a:solidFill>
            <a:ln w="5420" cap="flat">
              <a:solidFill>
                <a:srgbClr val="3A77A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29" name="pg3829"/>
            <p:cNvSpPr/>
            <p:nvPr/>
          </p:nvSpPr>
          <p:spPr>
            <a:xfrm>
              <a:off x="2843953" y="543922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8A2">
                <a:alpha val="100000"/>
              </a:srgbClr>
            </a:solidFill>
            <a:ln w="5420" cap="flat">
              <a:solidFill>
                <a:srgbClr val="3A78A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30" name="pg3830"/>
            <p:cNvSpPr/>
            <p:nvPr/>
          </p:nvSpPr>
          <p:spPr>
            <a:xfrm>
              <a:off x="2855590" y="543922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8A2">
                <a:alpha val="100000"/>
              </a:srgbClr>
            </a:solidFill>
            <a:ln w="5420" cap="flat">
              <a:solidFill>
                <a:srgbClr val="3A78A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31" name="pg3831"/>
            <p:cNvSpPr/>
            <p:nvPr/>
          </p:nvSpPr>
          <p:spPr>
            <a:xfrm>
              <a:off x="2867227" y="543922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8A2">
                <a:alpha val="100000"/>
              </a:srgbClr>
            </a:solidFill>
            <a:ln w="5420" cap="flat">
              <a:solidFill>
                <a:srgbClr val="3A78A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32" name="pg3832"/>
            <p:cNvSpPr/>
            <p:nvPr/>
          </p:nvSpPr>
          <p:spPr>
            <a:xfrm>
              <a:off x="2878865" y="543922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7A2">
                <a:alpha val="100000"/>
              </a:srgbClr>
            </a:solidFill>
            <a:ln w="5420" cap="flat">
              <a:solidFill>
                <a:srgbClr val="3A77A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33" name="pg3833"/>
            <p:cNvSpPr/>
            <p:nvPr/>
          </p:nvSpPr>
          <p:spPr>
            <a:xfrm>
              <a:off x="2832315" y="545352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8A2">
                <a:alpha val="100000"/>
              </a:srgbClr>
            </a:solidFill>
            <a:ln w="5420" cap="flat">
              <a:solidFill>
                <a:srgbClr val="3A78A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34" name="pg3834"/>
            <p:cNvSpPr/>
            <p:nvPr/>
          </p:nvSpPr>
          <p:spPr>
            <a:xfrm>
              <a:off x="2843953" y="545352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8A2">
                <a:alpha val="100000"/>
              </a:srgbClr>
            </a:solidFill>
            <a:ln w="5420" cap="flat">
              <a:solidFill>
                <a:srgbClr val="3A78A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35" name="pg3835"/>
            <p:cNvSpPr/>
            <p:nvPr/>
          </p:nvSpPr>
          <p:spPr>
            <a:xfrm>
              <a:off x="2855590" y="545352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8A2">
                <a:alpha val="100000"/>
              </a:srgbClr>
            </a:solidFill>
            <a:ln w="5420" cap="flat">
              <a:solidFill>
                <a:srgbClr val="3A78A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36" name="pg3836"/>
            <p:cNvSpPr/>
            <p:nvPr/>
          </p:nvSpPr>
          <p:spPr>
            <a:xfrm>
              <a:off x="2867227" y="545352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8A2">
                <a:alpha val="100000"/>
              </a:srgbClr>
            </a:solidFill>
            <a:ln w="5420" cap="flat">
              <a:solidFill>
                <a:srgbClr val="3A78A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37" name="pg3837"/>
            <p:cNvSpPr/>
            <p:nvPr/>
          </p:nvSpPr>
          <p:spPr>
            <a:xfrm>
              <a:off x="2878865" y="545352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8A2">
                <a:alpha val="100000"/>
              </a:srgbClr>
            </a:solidFill>
            <a:ln w="5420" cap="flat">
              <a:solidFill>
                <a:srgbClr val="3A78A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38" name="pg3838"/>
            <p:cNvSpPr/>
            <p:nvPr/>
          </p:nvSpPr>
          <p:spPr>
            <a:xfrm>
              <a:off x="2832315" y="546782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9A2">
                <a:alpha val="100000"/>
              </a:srgbClr>
            </a:solidFill>
            <a:ln w="5420" cap="flat">
              <a:solidFill>
                <a:srgbClr val="3A79A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39" name="pg3839"/>
            <p:cNvSpPr/>
            <p:nvPr/>
          </p:nvSpPr>
          <p:spPr>
            <a:xfrm>
              <a:off x="2843953" y="546782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8A2">
                <a:alpha val="100000"/>
              </a:srgbClr>
            </a:solidFill>
            <a:ln w="5420" cap="flat">
              <a:solidFill>
                <a:srgbClr val="3A78A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40" name="pg3840"/>
            <p:cNvSpPr/>
            <p:nvPr/>
          </p:nvSpPr>
          <p:spPr>
            <a:xfrm>
              <a:off x="2855590" y="546782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8A2">
                <a:alpha val="100000"/>
              </a:srgbClr>
            </a:solidFill>
            <a:ln w="5420" cap="flat">
              <a:solidFill>
                <a:srgbClr val="3A78A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41" name="pg3841"/>
            <p:cNvSpPr/>
            <p:nvPr/>
          </p:nvSpPr>
          <p:spPr>
            <a:xfrm>
              <a:off x="2867227" y="546782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8A2">
                <a:alpha val="100000"/>
              </a:srgbClr>
            </a:solidFill>
            <a:ln w="5420" cap="flat">
              <a:solidFill>
                <a:srgbClr val="3A78A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42" name="pg3842"/>
            <p:cNvSpPr/>
            <p:nvPr/>
          </p:nvSpPr>
          <p:spPr>
            <a:xfrm>
              <a:off x="2878865" y="546782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8A2">
                <a:alpha val="100000"/>
              </a:srgbClr>
            </a:solidFill>
            <a:ln w="5420" cap="flat">
              <a:solidFill>
                <a:srgbClr val="3A78A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43" name="pg3843"/>
            <p:cNvSpPr/>
            <p:nvPr/>
          </p:nvSpPr>
          <p:spPr>
            <a:xfrm>
              <a:off x="2832315" y="548212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9A2">
                <a:alpha val="100000"/>
              </a:srgbClr>
            </a:solidFill>
            <a:ln w="5420" cap="flat">
              <a:solidFill>
                <a:srgbClr val="3A79A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44" name="pg3844"/>
            <p:cNvSpPr/>
            <p:nvPr/>
          </p:nvSpPr>
          <p:spPr>
            <a:xfrm>
              <a:off x="2843953" y="548212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9A2">
                <a:alpha val="100000"/>
              </a:srgbClr>
            </a:solidFill>
            <a:ln w="5420" cap="flat">
              <a:solidFill>
                <a:srgbClr val="3A79A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45" name="pg3845"/>
            <p:cNvSpPr/>
            <p:nvPr/>
          </p:nvSpPr>
          <p:spPr>
            <a:xfrm>
              <a:off x="2855590" y="548212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8A2">
                <a:alpha val="100000"/>
              </a:srgbClr>
            </a:solidFill>
            <a:ln w="5420" cap="flat">
              <a:solidFill>
                <a:srgbClr val="3A78A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46" name="pg3846"/>
            <p:cNvSpPr/>
            <p:nvPr/>
          </p:nvSpPr>
          <p:spPr>
            <a:xfrm>
              <a:off x="2867227" y="548212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8A2">
                <a:alpha val="100000"/>
              </a:srgbClr>
            </a:solidFill>
            <a:ln w="5420" cap="flat">
              <a:solidFill>
                <a:srgbClr val="3A78A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47" name="pg3847"/>
            <p:cNvSpPr/>
            <p:nvPr/>
          </p:nvSpPr>
          <p:spPr>
            <a:xfrm>
              <a:off x="2878865" y="548212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8A2">
                <a:alpha val="100000"/>
              </a:srgbClr>
            </a:solidFill>
            <a:ln w="5420" cap="flat">
              <a:solidFill>
                <a:srgbClr val="3A78A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48" name="pg3848"/>
            <p:cNvSpPr/>
            <p:nvPr/>
          </p:nvSpPr>
          <p:spPr>
            <a:xfrm>
              <a:off x="2832315" y="549642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9A3">
                <a:alpha val="100000"/>
              </a:srgbClr>
            </a:solidFill>
            <a:ln w="5420" cap="flat">
              <a:solidFill>
                <a:srgbClr val="3A79A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49" name="pg3849"/>
            <p:cNvSpPr/>
            <p:nvPr/>
          </p:nvSpPr>
          <p:spPr>
            <a:xfrm>
              <a:off x="2843953" y="549642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9A2">
                <a:alpha val="100000"/>
              </a:srgbClr>
            </a:solidFill>
            <a:ln w="5420" cap="flat">
              <a:solidFill>
                <a:srgbClr val="3A79A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50" name="pg3850"/>
            <p:cNvSpPr/>
            <p:nvPr/>
          </p:nvSpPr>
          <p:spPr>
            <a:xfrm>
              <a:off x="2855590" y="549642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9A2">
                <a:alpha val="100000"/>
              </a:srgbClr>
            </a:solidFill>
            <a:ln w="5420" cap="flat">
              <a:solidFill>
                <a:srgbClr val="3A79A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51" name="pg3851"/>
            <p:cNvSpPr/>
            <p:nvPr/>
          </p:nvSpPr>
          <p:spPr>
            <a:xfrm>
              <a:off x="2867227" y="549642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8A2">
                <a:alpha val="100000"/>
              </a:srgbClr>
            </a:solidFill>
            <a:ln w="5420" cap="flat">
              <a:solidFill>
                <a:srgbClr val="3A78A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52" name="pg3852"/>
            <p:cNvSpPr/>
            <p:nvPr/>
          </p:nvSpPr>
          <p:spPr>
            <a:xfrm>
              <a:off x="2832315" y="551072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9A3">
                <a:alpha val="100000"/>
              </a:srgbClr>
            </a:solidFill>
            <a:ln w="5420" cap="flat">
              <a:solidFill>
                <a:srgbClr val="3A79A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53" name="pg3853"/>
            <p:cNvSpPr/>
            <p:nvPr/>
          </p:nvSpPr>
          <p:spPr>
            <a:xfrm>
              <a:off x="2843953" y="551072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9A3">
                <a:alpha val="100000"/>
              </a:srgbClr>
            </a:solidFill>
            <a:ln w="5420" cap="flat">
              <a:solidFill>
                <a:srgbClr val="3A79A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54" name="pg3854"/>
            <p:cNvSpPr/>
            <p:nvPr/>
          </p:nvSpPr>
          <p:spPr>
            <a:xfrm>
              <a:off x="2855590" y="551072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9A2">
                <a:alpha val="100000"/>
              </a:srgbClr>
            </a:solidFill>
            <a:ln w="5420" cap="flat">
              <a:solidFill>
                <a:srgbClr val="3A79A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55" name="pg3855"/>
            <p:cNvSpPr/>
            <p:nvPr/>
          </p:nvSpPr>
          <p:spPr>
            <a:xfrm>
              <a:off x="2867227" y="551072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9A2">
                <a:alpha val="100000"/>
              </a:srgbClr>
            </a:solidFill>
            <a:ln w="5420" cap="flat">
              <a:solidFill>
                <a:srgbClr val="3A79A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56" name="pg3856"/>
            <p:cNvSpPr/>
            <p:nvPr/>
          </p:nvSpPr>
          <p:spPr>
            <a:xfrm>
              <a:off x="2832315" y="552502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9A3">
                <a:alpha val="100000"/>
              </a:srgbClr>
            </a:solidFill>
            <a:ln w="5420" cap="flat">
              <a:solidFill>
                <a:srgbClr val="3A79A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57" name="pg3857"/>
            <p:cNvSpPr/>
            <p:nvPr/>
          </p:nvSpPr>
          <p:spPr>
            <a:xfrm>
              <a:off x="2843953" y="552502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9A3">
                <a:alpha val="100000"/>
              </a:srgbClr>
            </a:solidFill>
            <a:ln w="5420" cap="flat">
              <a:solidFill>
                <a:srgbClr val="3A79A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58" name="pg3858"/>
            <p:cNvSpPr/>
            <p:nvPr/>
          </p:nvSpPr>
          <p:spPr>
            <a:xfrm>
              <a:off x="2855590" y="552502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9A3">
                <a:alpha val="100000"/>
              </a:srgbClr>
            </a:solidFill>
            <a:ln w="5420" cap="flat">
              <a:solidFill>
                <a:srgbClr val="3A79A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59" name="pg3859"/>
            <p:cNvSpPr/>
            <p:nvPr/>
          </p:nvSpPr>
          <p:spPr>
            <a:xfrm>
              <a:off x="2867227" y="552502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9A3">
                <a:alpha val="100000"/>
              </a:srgbClr>
            </a:solidFill>
            <a:ln w="5420" cap="flat">
              <a:solidFill>
                <a:srgbClr val="3A79A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60" name="pg3860"/>
            <p:cNvSpPr/>
            <p:nvPr/>
          </p:nvSpPr>
          <p:spPr>
            <a:xfrm>
              <a:off x="2832315" y="553933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AA3">
                <a:alpha val="100000"/>
              </a:srgbClr>
            </a:solidFill>
            <a:ln w="5420" cap="flat">
              <a:solidFill>
                <a:srgbClr val="3A7AA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61" name="pg3861"/>
            <p:cNvSpPr/>
            <p:nvPr/>
          </p:nvSpPr>
          <p:spPr>
            <a:xfrm>
              <a:off x="2843953" y="553933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AA3">
                <a:alpha val="100000"/>
              </a:srgbClr>
            </a:solidFill>
            <a:ln w="5420" cap="flat">
              <a:solidFill>
                <a:srgbClr val="3A7AA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62" name="pg3862"/>
            <p:cNvSpPr/>
            <p:nvPr/>
          </p:nvSpPr>
          <p:spPr>
            <a:xfrm>
              <a:off x="2855590" y="553933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9A3">
                <a:alpha val="100000"/>
              </a:srgbClr>
            </a:solidFill>
            <a:ln w="5420" cap="flat">
              <a:solidFill>
                <a:srgbClr val="3A79A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63" name="pg3863"/>
            <p:cNvSpPr/>
            <p:nvPr/>
          </p:nvSpPr>
          <p:spPr>
            <a:xfrm>
              <a:off x="2867227" y="553933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9A3">
                <a:alpha val="100000"/>
              </a:srgbClr>
            </a:solidFill>
            <a:ln w="5420" cap="flat">
              <a:solidFill>
                <a:srgbClr val="3A79A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64" name="pg3864"/>
            <p:cNvSpPr/>
            <p:nvPr/>
          </p:nvSpPr>
          <p:spPr>
            <a:xfrm>
              <a:off x="2832315" y="555363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AA3">
                <a:alpha val="100000"/>
              </a:srgbClr>
            </a:solidFill>
            <a:ln w="5420" cap="flat">
              <a:solidFill>
                <a:srgbClr val="3A7AA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65" name="pg3865"/>
            <p:cNvSpPr/>
            <p:nvPr/>
          </p:nvSpPr>
          <p:spPr>
            <a:xfrm>
              <a:off x="2843953" y="555363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AA3">
                <a:alpha val="100000"/>
              </a:srgbClr>
            </a:solidFill>
            <a:ln w="5420" cap="flat">
              <a:solidFill>
                <a:srgbClr val="3A7AA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66" name="pg3866"/>
            <p:cNvSpPr/>
            <p:nvPr/>
          </p:nvSpPr>
          <p:spPr>
            <a:xfrm>
              <a:off x="2855590" y="555363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AA3">
                <a:alpha val="100000"/>
              </a:srgbClr>
            </a:solidFill>
            <a:ln w="5420" cap="flat">
              <a:solidFill>
                <a:srgbClr val="3A7AA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67" name="pg3867"/>
            <p:cNvSpPr/>
            <p:nvPr/>
          </p:nvSpPr>
          <p:spPr>
            <a:xfrm>
              <a:off x="2399291" y="2540116"/>
              <a:ext cx="3705599" cy="2850404"/>
            </a:xfrm>
            <a:custGeom>
              <a:avLst/>
              <a:pathLst>
                <a:path w="3705599" h="2850404">
                  <a:moveTo>
                    <a:pt x="2893187" y="266106"/>
                  </a:moveTo>
                  <a:lnTo>
                    <a:pt x="2917831" y="266068"/>
                  </a:lnTo>
                  <a:lnTo>
                    <a:pt x="2961871" y="266005"/>
                  </a:lnTo>
                  <a:lnTo>
                    <a:pt x="3005910" y="265941"/>
                  </a:lnTo>
                  <a:lnTo>
                    <a:pt x="3049950" y="265884"/>
                  </a:lnTo>
                  <a:lnTo>
                    <a:pt x="3093989" y="265820"/>
                  </a:lnTo>
                  <a:lnTo>
                    <a:pt x="3138033" y="265757"/>
                  </a:lnTo>
                  <a:lnTo>
                    <a:pt x="3182073" y="265693"/>
                  </a:lnTo>
                  <a:lnTo>
                    <a:pt x="3226112" y="265630"/>
                  </a:lnTo>
                  <a:lnTo>
                    <a:pt x="3236535" y="240559"/>
                  </a:lnTo>
                  <a:lnTo>
                    <a:pt x="3246246" y="228887"/>
                  </a:lnTo>
                  <a:lnTo>
                    <a:pt x="3259547" y="232754"/>
                  </a:lnTo>
                  <a:lnTo>
                    <a:pt x="3266632" y="232430"/>
                  </a:lnTo>
                  <a:lnTo>
                    <a:pt x="3274508" y="226410"/>
                  </a:lnTo>
                  <a:lnTo>
                    <a:pt x="3280895" y="222752"/>
                  </a:lnTo>
                  <a:lnTo>
                    <a:pt x="3285102" y="223292"/>
                  </a:lnTo>
                  <a:lnTo>
                    <a:pt x="3288693" y="228804"/>
                  </a:lnTo>
                  <a:lnTo>
                    <a:pt x="3291680" y="232481"/>
                  </a:lnTo>
                  <a:lnTo>
                    <a:pt x="3295168" y="231408"/>
                  </a:lnTo>
                  <a:lnTo>
                    <a:pt x="3298155" y="226207"/>
                  </a:lnTo>
                  <a:lnTo>
                    <a:pt x="3298052" y="218993"/>
                  </a:lnTo>
                  <a:lnTo>
                    <a:pt x="3302140" y="213970"/>
                  </a:lnTo>
                  <a:lnTo>
                    <a:pt x="3306992" y="213201"/>
                  </a:lnTo>
                  <a:lnTo>
                    <a:pt x="3311478" y="213360"/>
                  </a:lnTo>
                  <a:lnTo>
                    <a:pt x="3313715" y="210909"/>
                  </a:lnTo>
                  <a:lnTo>
                    <a:pt x="3313467" y="207391"/>
                  </a:lnTo>
                  <a:lnTo>
                    <a:pt x="3311850" y="201726"/>
                  </a:lnTo>
                  <a:lnTo>
                    <a:pt x="3312398" y="194906"/>
                  </a:lnTo>
                  <a:lnTo>
                    <a:pt x="3323601" y="182859"/>
                  </a:lnTo>
                  <a:lnTo>
                    <a:pt x="3337337" y="174686"/>
                  </a:lnTo>
                  <a:lnTo>
                    <a:pt x="3342153" y="170603"/>
                  </a:lnTo>
                  <a:lnTo>
                    <a:pt x="3343554" y="162322"/>
                  </a:lnTo>
                  <a:lnTo>
                    <a:pt x="3351429" y="153717"/>
                  </a:lnTo>
                  <a:lnTo>
                    <a:pt x="3355367" y="148770"/>
                  </a:lnTo>
                  <a:lnTo>
                    <a:pt x="3356328" y="144471"/>
                  </a:lnTo>
                  <a:lnTo>
                    <a:pt x="3354287" y="139181"/>
                  </a:lnTo>
                  <a:lnTo>
                    <a:pt x="3354494" y="129097"/>
                  </a:lnTo>
                  <a:lnTo>
                    <a:pt x="3357202" y="117050"/>
                  </a:lnTo>
                  <a:lnTo>
                    <a:pt x="3360442" y="103930"/>
                  </a:lnTo>
                  <a:lnTo>
                    <a:pt x="3367703" y="92099"/>
                  </a:lnTo>
                  <a:lnTo>
                    <a:pt x="3379609" y="79195"/>
                  </a:lnTo>
                  <a:lnTo>
                    <a:pt x="3382673" y="62240"/>
                  </a:lnTo>
                  <a:lnTo>
                    <a:pt x="3385903" y="44357"/>
                  </a:lnTo>
                  <a:lnTo>
                    <a:pt x="3400295" y="26932"/>
                  </a:lnTo>
                  <a:lnTo>
                    <a:pt x="3416615" y="7169"/>
                  </a:lnTo>
                  <a:lnTo>
                    <a:pt x="3422535" y="0"/>
                  </a:lnTo>
                  <a:lnTo>
                    <a:pt x="3618932" y="0"/>
                  </a:lnTo>
                  <a:lnTo>
                    <a:pt x="3619257" y="14859"/>
                  </a:lnTo>
                  <a:lnTo>
                    <a:pt x="3619521" y="35130"/>
                  </a:lnTo>
                  <a:lnTo>
                    <a:pt x="3619800" y="56493"/>
                  </a:lnTo>
                  <a:lnTo>
                    <a:pt x="3620001" y="71740"/>
                  </a:lnTo>
                  <a:lnTo>
                    <a:pt x="3620347" y="92677"/>
                  </a:lnTo>
                  <a:lnTo>
                    <a:pt x="3620621" y="109334"/>
                  </a:lnTo>
                  <a:lnTo>
                    <a:pt x="3620988" y="131078"/>
                  </a:lnTo>
                  <a:lnTo>
                    <a:pt x="3621179" y="142699"/>
                  </a:lnTo>
                  <a:lnTo>
                    <a:pt x="3623045" y="146052"/>
                  </a:lnTo>
                  <a:lnTo>
                    <a:pt x="3621924" y="150631"/>
                  </a:lnTo>
                  <a:lnTo>
                    <a:pt x="3621433" y="152923"/>
                  </a:lnTo>
                  <a:lnTo>
                    <a:pt x="3621552" y="154746"/>
                  </a:lnTo>
                  <a:lnTo>
                    <a:pt x="3622296" y="157038"/>
                  </a:lnTo>
                  <a:lnTo>
                    <a:pt x="3622172" y="160245"/>
                  </a:lnTo>
                  <a:lnTo>
                    <a:pt x="3620435" y="163147"/>
                  </a:lnTo>
                  <a:lnTo>
                    <a:pt x="3619567" y="166500"/>
                  </a:lnTo>
                  <a:lnTo>
                    <a:pt x="3619319" y="171993"/>
                  </a:lnTo>
                  <a:lnTo>
                    <a:pt x="3621179" y="175353"/>
                  </a:lnTo>
                  <a:lnTo>
                    <a:pt x="3624285" y="177334"/>
                  </a:lnTo>
                  <a:lnTo>
                    <a:pt x="3626895" y="177334"/>
                  </a:lnTo>
                  <a:lnTo>
                    <a:pt x="3630249" y="179322"/>
                  </a:lnTo>
                  <a:lnTo>
                    <a:pt x="3634595" y="182834"/>
                  </a:lnTo>
                  <a:lnTo>
                    <a:pt x="3641173" y="185882"/>
                  </a:lnTo>
                  <a:lnTo>
                    <a:pt x="3648005" y="186949"/>
                  </a:lnTo>
                  <a:lnTo>
                    <a:pt x="3652723" y="186187"/>
                  </a:lnTo>
                  <a:lnTo>
                    <a:pt x="3658434" y="188174"/>
                  </a:lnTo>
                  <a:lnTo>
                    <a:pt x="3660423" y="193058"/>
                  </a:lnTo>
                  <a:lnTo>
                    <a:pt x="3659307" y="197630"/>
                  </a:lnTo>
                  <a:lnTo>
                    <a:pt x="3656077" y="199770"/>
                  </a:lnTo>
                  <a:lnTo>
                    <a:pt x="3652599" y="201453"/>
                  </a:lnTo>
                  <a:lnTo>
                    <a:pt x="3651979" y="204958"/>
                  </a:lnTo>
                  <a:lnTo>
                    <a:pt x="3653715" y="208623"/>
                  </a:lnTo>
                  <a:lnTo>
                    <a:pt x="3656201" y="211829"/>
                  </a:lnTo>
                  <a:lnTo>
                    <a:pt x="3658935" y="217462"/>
                  </a:lnTo>
                  <a:lnTo>
                    <a:pt x="3657813" y="222346"/>
                  </a:lnTo>
                  <a:lnTo>
                    <a:pt x="3655333" y="226467"/>
                  </a:lnTo>
                  <a:lnTo>
                    <a:pt x="3654212" y="230735"/>
                  </a:lnTo>
                  <a:lnTo>
                    <a:pt x="3656325" y="234405"/>
                  </a:lnTo>
                  <a:lnTo>
                    <a:pt x="3661912" y="239282"/>
                  </a:lnTo>
                  <a:lnTo>
                    <a:pt x="3665389" y="244013"/>
                  </a:lnTo>
                  <a:lnTo>
                    <a:pt x="3670857" y="246611"/>
                  </a:lnTo>
                  <a:lnTo>
                    <a:pt x="3673461" y="244775"/>
                  </a:lnTo>
                  <a:lnTo>
                    <a:pt x="3675575" y="242330"/>
                  </a:lnTo>
                  <a:lnTo>
                    <a:pt x="3677807" y="240501"/>
                  </a:lnTo>
                  <a:lnTo>
                    <a:pt x="3681657" y="241575"/>
                  </a:lnTo>
                  <a:lnTo>
                    <a:pt x="3686127" y="242946"/>
                  </a:lnTo>
                  <a:lnTo>
                    <a:pt x="3691011" y="244578"/>
                  </a:lnTo>
                  <a:lnTo>
                    <a:pt x="3690427" y="248535"/>
                  </a:lnTo>
                  <a:lnTo>
                    <a:pt x="3693404" y="255203"/>
                  </a:lnTo>
                  <a:lnTo>
                    <a:pt x="3695708" y="268024"/>
                  </a:lnTo>
                  <a:lnTo>
                    <a:pt x="3692169" y="273847"/>
                  </a:lnTo>
                  <a:lnTo>
                    <a:pt x="3692928" y="281563"/>
                  </a:lnTo>
                  <a:lnTo>
                    <a:pt x="3702742" y="283811"/>
                  </a:lnTo>
                  <a:lnTo>
                    <a:pt x="3705129" y="286173"/>
                  </a:lnTo>
                  <a:lnTo>
                    <a:pt x="3705599" y="289025"/>
                  </a:lnTo>
                  <a:lnTo>
                    <a:pt x="3683983" y="308806"/>
                  </a:lnTo>
                  <a:lnTo>
                    <a:pt x="3665694" y="306037"/>
                  </a:lnTo>
                  <a:lnTo>
                    <a:pt x="3655772" y="311283"/>
                  </a:lnTo>
                  <a:lnTo>
                    <a:pt x="3645380" y="312813"/>
                  </a:lnTo>
                  <a:lnTo>
                    <a:pt x="3640822" y="321653"/>
                  </a:lnTo>
                  <a:lnTo>
                    <a:pt x="3635117" y="323526"/>
                  </a:lnTo>
                  <a:lnTo>
                    <a:pt x="3627303" y="322993"/>
                  </a:lnTo>
                  <a:lnTo>
                    <a:pt x="3620565" y="320497"/>
                  </a:lnTo>
                  <a:lnTo>
                    <a:pt x="3615423" y="321723"/>
                  </a:lnTo>
                  <a:lnTo>
                    <a:pt x="3608229" y="337675"/>
                  </a:lnTo>
                  <a:lnTo>
                    <a:pt x="3602338" y="336284"/>
                  </a:lnTo>
                  <a:lnTo>
                    <a:pt x="3599992" y="342025"/>
                  </a:lnTo>
                  <a:lnTo>
                    <a:pt x="3596912" y="344534"/>
                  </a:lnTo>
                  <a:lnTo>
                    <a:pt x="3592395" y="346686"/>
                  </a:lnTo>
                  <a:lnTo>
                    <a:pt x="3588473" y="339599"/>
                  </a:lnTo>
                  <a:lnTo>
                    <a:pt x="3585977" y="332862"/>
                  </a:lnTo>
                  <a:lnTo>
                    <a:pt x="3582298" y="331382"/>
                  </a:lnTo>
                  <a:lnTo>
                    <a:pt x="3577409" y="329661"/>
                  </a:lnTo>
                  <a:lnTo>
                    <a:pt x="3572381" y="329718"/>
                  </a:lnTo>
                  <a:lnTo>
                    <a:pt x="3569027" y="330683"/>
                  </a:lnTo>
                  <a:lnTo>
                    <a:pt x="3564867" y="335040"/>
                  </a:lnTo>
                  <a:lnTo>
                    <a:pt x="3558836" y="338780"/>
                  </a:lnTo>
                  <a:lnTo>
                    <a:pt x="3554273" y="335662"/>
                  </a:lnTo>
                  <a:lnTo>
                    <a:pt x="3550702" y="330652"/>
                  </a:lnTo>
                  <a:lnTo>
                    <a:pt x="3547648" y="338710"/>
                  </a:lnTo>
                  <a:lnTo>
                    <a:pt x="3543204" y="347220"/>
                  </a:lnTo>
                  <a:lnTo>
                    <a:pt x="3543943" y="357145"/>
                  </a:lnTo>
                  <a:lnTo>
                    <a:pt x="3542031" y="363032"/>
                  </a:lnTo>
                  <a:lnTo>
                    <a:pt x="3537814" y="361445"/>
                  </a:lnTo>
                  <a:lnTo>
                    <a:pt x="3533618" y="356282"/>
                  </a:lnTo>
                  <a:lnTo>
                    <a:pt x="3521840" y="352154"/>
                  </a:lnTo>
                  <a:lnTo>
                    <a:pt x="3512461" y="352535"/>
                  </a:lnTo>
                  <a:lnTo>
                    <a:pt x="3514368" y="347023"/>
                  </a:lnTo>
                  <a:lnTo>
                    <a:pt x="3523236" y="339110"/>
                  </a:lnTo>
                  <a:lnTo>
                    <a:pt x="3520507" y="337561"/>
                  </a:lnTo>
                  <a:lnTo>
                    <a:pt x="3516156" y="338659"/>
                  </a:lnTo>
                  <a:lnTo>
                    <a:pt x="3514259" y="337561"/>
                  </a:lnTo>
                  <a:lnTo>
                    <a:pt x="3517370" y="330372"/>
                  </a:lnTo>
                  <a:lnTo>
                    <a:pt x="3517670" y="322441"/>
                  </a:lnTo>
                  <a:lnTo>
                    <a:pt x="3513701" y="325216"/>
                  </a:lnTo>
                  <a:lnTo>
                    <a:pt x="3508709" y="333585"/>
                  </a:lnTo>
                  <a:lnTo>
                    <a:pt x="3496632" y="340247"/>
                  </a:lnTo>
                  <a:lnTo>
                    <a:pt x="3497195" y="351398"/>
                  </a:lnTo>
                  <a:lnTo>
                    <a:pt x="3485826" y="374253"/>
                  </a:lnTo>
                  <a:lnTo>
                    <a:pt x="3485320" y="383982"/>
                  </a:lnTo>
                  <a:lnTo>
                    <a:pt x="3478028" y="391749"/>
                  </a:lnTo>
                  <a:lnTo>
                    <a:pt x="3468628" y="398429"/>
                  </a:lnTo>
                  <a:lnTo>
                    <a:pt x="3456091" y="396550"/>
                  </a:lnTo>
                  <a:lnTo>
                    <a:pt x="3446521" y="402354"/>
                  </a:lnTo>
                  <a:lnTo>
                    <a:pt x="3441663" y="409015"/>
                  </a:lnTo>
                  <a:lnTo>
                    <a:pt x="3437441" y="410019"/>
                  </a:lnTo>
                  <a:lnTo>
                    <a:pt x="3435240" y="401535"/>
                  </a:lnTo>
                  <a:lnTo>
                    <a:pt x="3433638" y="398912"/>
                  </a:lnTo>
                  <a:lnTo>
                    <a:pt x="3430113" y="411422"/>
                  </a:lnTo>
                  <a:lnTo>
                    <a:pt x="3426522" y="412197"/>
                  </a:lnTo>
                  <a:lnTo>
                    <a:pt x="3425163" y="403325"/>
                  </a:lnTo>
                  <a:lnTo>
                    <a:pt x="3423457" y="397464"/>
                  </a:lnTo>
                  <a:lnTo>
                    <a:pt x="3418563" y="402519"/>
                  </a:lnTo>
                  <a:lnTo>
                    <a:pt x="3415313" y="415918"/>
                  </a:lnTo>
                  <a:lnTo>
                    <a:pt x="3411907" y="414788"/>
                  </a:lnTo>
                  <a:lnTo>
                    <a:pt x="3410822" y="409803"/>
                  </a:lnTo>
                  <a:lnTo>
                    <a:pt x="3408383" y="408291"/>
                  </a:lnTo>
                  <a:lnTo>
                    <a:pt x="3407546" y="413988"/>
                  </a:lnTo>
                  <a:lnTo>
                    <a:pt x="3408776" y="422002"/>
                  </a:lnTo>
                  <a:lnTo>
                    <a:pt x="3407003" y="426282"/>
                  </a:lnTo>
                  <a:lnTo>
                    <a:pt x="3403618" y="423996"/>
                  </a:lnTo>
                  <a:lnTo>
                    <a:pt x="3400213" y="420141"/>
                  </a:lnTo>
                  <a:lnTo>
                    <a:pt x="3394595" y="423069"/>
                  </a:lnTo>
                  <a:lnTo>
                    <a:pt x="3389438" y="424256"/>
                  </a:lnTo>
                  <a:lnTo>
                    <a:pt x="3389417" y="420332"/>
                  </a:lnTo>
                  <a:lnTo>
                    <a:pt x="3390399" y="415518"/>
                  </a:lnTo>
                  <a:lnTo>
                    <a:pt x="3380121" y="418179"/>
                  </a:lnTo>
                  <a:lnTo>
                    <a:pt x="3367796" y="427057"/>
                  </a:lnTo>
                  <a:lnTo>
                    <a:pt x="3358225" y="439339"/>
                  </a:lnTo>
                  <a:lnTo>
                    <a:pt x="3361543" y="441383"/>
                  </a:lnTo>
                  <a:lnTo>
                    <a:pt x="3365279" y="445295"/>
                  </a:lnTo>
                  <a:lnTo>
                    <a:pt x="3348654" y="464270"/>
                  </a:lnTo>
                  <a:lnTo>
                    <a:pt x="3331611" y="481359"/>
                  </a:lnTo>
                  <a:lnTo>
                    <a:pt x="3318738" y="509244"/>
                  </a:lnTo>
                  <a:lnTo>
                    <a:pt x="3313571" y="512508"/>
                  </a:lnTo>
                  <a:lnTo>
                    <a:pt x="3309132" y="517620"/>
                  </a:lnTo>
                  <a:lnTo>
                    <a:pt x="3304419" y="534455"/>
                  </a:lnTo>
                  <a:lnTo>
                    <a:pt x="3298977" y="549442"/>
                  </a:lnTo>
                  <a:lnTo>
                    <a:pt x="3302021" y="556116"/>
                  </a:lnTo>
                  <a:lnTo>
                    <a:pt x="3304026" y="562981"/>
                  </a:lnTo>
                  <a:lnTo>
                    <a:pt x="3308858" y="569737"/>
                  </a:lnTo>
                  <a:lnTo>
                    <a:pt x="3312966" y="570347"/>
                  </a:lnTo>
                  <a:lnTo>
                    <a:pt x="3317415" y="569128"/>
                  </a:lnTo>
                  <a:lnTo>
                    <a:pt x="3320681" y="569414"/>
                  </a:lnTo>
                  <a:lnTo>
                    <a:pt x="3322780" y="572284"/>
                  </a:lnTo>
                  <a:lnTo>
                    <a:pt x="3321849" y="575726"/>
                  </a:lnTo>
                  <a:lnTo>
                    <a:pt x="3316718" y="576583"/>
                  </a:lnTo>
                  <a:lnTo>
                    <a:pt x="3307147" y="582603"/>
                  </a:lnTo>
                  <a:lnTo>
                    <a:pt x="3298755" y="584915"/>
                  </a:lnTo>
                  <a:lnTo>
                    <a:pt x="3294548" y="592192"/>
                  </a:lnTo>
                  <a:lnTo>
                    <a:pt x="3288244" y="600600"/>
                  </a:lnTo>
                  <a:lnTo>
                    <a:pt x="3275996" y="613720"/>
                  </a:lnTo>
                  <a:lnTo>
                    <a:pt x="3281231" y="617765"/>
                  </a:lnTo>
                  <a:lnTo>
                    <a:pt x="3300150" y="622325"/>
                  </a:lnTo>
                  <a:lnTo>
                    <a:pt x="3308584" y="627018"/>
                  </a:lnTo>
                  <a:lnTo>
                    <a:pt x="3321348" y="651524"/>
                  </a:lnTo>
                  <a:lnTo>
                    <a:pt x="3318433" y="653975"/>
                  </a:lnTo>
                  <a:lnTo>
                    <a:pt x="3317276" y="658465"/>
                  </a:lnTo>
                  <a:lnTo>
                    <a:pt x="3328624" y="664765"/>
                  </a:lnTo>
                  <a:lnTo>
                    <a:pt x="3332247" y="682362"/>
                  </a:lnTo>
                  <a:lnTo>
                    <a:pt x="3341564" y="688350"/>
                  </a:lnTo>
                  <a:lnTo>
                    <a:pt x="3355450" y="692033"/>
                  </a:lnTo>
                  <a:lnTo>
                    <a:pt x="3372431" y="686712"/>
                  </a:lnTo>
                  <a:lnTo>
                    <a:pt x="3386570" y="679390"/>
                  </a:lnTo>
                  <a:lnTo>
                    <a:pt x="3386074" y="673388"/>
                  </a:lnTo>
                  <a:lnTo>
                    <a:pt x="3377191" y="659424"/>
                  </a:lnTo>
                  <a:lnTo>
                    <a:pt x="3375051" y="652864"/>
                  </a:lnTo>
                  <a:lnTo>
                    <a:pt x="3368457" y="648616"/>
                  </a:lnTo>
                  <a:lnTo>
                    <a:pt x="3365951" y="652216"/>
                  </a:lnTo>
                  <a:lnTo>
                    <a:pt x="3361687" y="647542"/>
                  </a:lnTo>
                  <a:lnTo>
                    <a:pt x="3361207" y="644920"/>
                  </a:lnTo>
                  <a:lnTo>
                    <a:pt x="3365181" y="643643"/>
                  </a:lnTo>
                  <a:lnTo>
                    <a:pt x="3369801" y="644151"/>
                  </a:lnTo>
                  <a:lnTo>
                    <a:pt x="3375191" y="646596"/>
                  </a:lnTo>
                  <a:lnTo>
                    <a:pt x="3389061" y="661818"/>
                  </a:lnTo>
                  <a:lnTo>
                    <a:pt x="3392900" y="681771"/>
                  </a:lnTo>
                  <a:lnTo>
                    <a:pt x="3393722" y="694440"/>
                  </a:lnTo>
                  <a:lnTo>
                    <a:pt x="3392156" y="698771"/>
                  </a:lnTo>
                  <a:lnTo>
                    <a:pt x="3388120" y="697882"/>
                  </a:lnTo>
                  <a:lnTo>
                    <a:pt x="3380420" y="698746"/>
                  </a:lnTo>
                  <a:lnTo>
                    <a:pt x="3343890" y="705306"/>
                  </a:lnTo>
                  <a:lnTo>
                    <a:pt x="3335776" y="711084"/>
                  </a:lnTo>
                  <a:lnTo>
                    <a:pt x="3317173" y="717359"/>
                  </a:lnTo>
                  <a:lnTo>
                    <a:pt x="3316015" y="714228"/>
                  </a:lnTo>
                  <a:lnTo>
                    <a:pt x="3317359" y="707750"/>
                  </a:lnTo>
                  <a:lnTo>
                    <a:pt x="3316186" y="694484"/>
                  </a:lnTo>
                  <a:lnTo>
                    <a:pt x="3312516" y="693868"/>
                  </a:lnTo>
                  <a:lnTo>
                    <a:pt x="3283613" y="715498"/>
                  </a:lnTo>
                  <a:lnTo>
                    <a:pt x="3272441" y="716857"/>
                  </a:lnTo>
                  <a:lnTo>
                    <a:pt x="3263046" y="723188"/>
                  </a:lnTo>
                  <a:lnTo>
                    <a:pt x="3260943" y="719676"/>
                  </a:lnTo>
                  <a:lnTo>
                    <a:pt x="3259263" y="703458"/>
                  </a:lnTo>
                  <a:lnTo>
                    <a:pt x="3265144" y="689855"/>
                  </a:lnTo>
                  <a:lnTo>
                    <a:pt x="3262012" y="690071"/>
                  </a:lnTo>
                  <a:lnTo>
                    <a:pt x="3252194" y="698238"/>
                  </a:lnTo>
                  <a:lnTo>
                    <a:pt x="3247997" y="693214"/>
                  </a:lnTo>
                  <a:lnTo>
                    <a:pt x="3245894" y="687702"/>
                  </a:lnTo>
                  <a:lnTo>
                    <a:pt x="3242871" y="684584"/>
                  </a:lnTo>
                  <a:lnTo>
                    <a:pt x="3239595" y="683403"/>
                  </a:lnTo>
                  <a:lnTo>
                    <a:pt x="3242396" y="695443"/>
                  </a:lnTo>
                  <a:lnTo>
                    <a:pt x="3235740" y="704474"/>
                  </a:lnTo>
                  <a:lnTo>
                    <a:pt x="3233915" y="727830"/>
                  </a:lnTo>
                  <a:lnTo>
                    <a:pt x="3225549" y="737553"/>
                  </a:lnTo>
                  <a:lnTo>
                    <a:pt x="3199467" y="743802"/>
                  </a:lnTo>
                  <a:lnTo>
                    <a:pt x="3182465" y="742481"/>
                  </a:lnTo>
                  <a:lnTo>
                    <a:pt x="3167231" y="744424"/>
                  </a:lnTo>
                  <a:lnTo>
                    <a:pt x="3146974" y="748907"/>
                  </a:lnTo>
                  <a:lnTo>
                    <a:pt x="3135780" y="746240"/>
                  </a:lnTo>
                  <a:lnTo>
                    <a:pt x="3124313" y="750971"/>
                  </a:lnTo>
                  <a:lnTo>
                    <a:pt x="3085390" y="752260"/>
                  </a:lnTo>
                  <a:lnTo>
                    <a:pt x="3077183" y="749752"/>
                  </a:lnTo>
                  <a:lnTo>
                    <a:pt x="3066703" y="758687"/>
                  </a:lnTo>
                  <a:lnTo>
                    <a:pt x="3049924" y="763970"/>
                  </a:lnTo>
                  <a:lnTo>
                    <a:pt x="3007512" y="783993"/>
                  </a:lnTo>
                  <a:lnTo>
                    <a:pt x="2998159" y="791277"/>
                  </a:lnTo>
                  <a:lnTo>
                    <a:pt x="2986769" y="802651"/>
                  </a:lnTo>
                  <a:lnTo>
                    <a:pt x="2979121" y="808766"/>
                  </a:lnTo>
                  <a:lnTo>
                    <a:pt x="2972832" y="810754"/>
                  </a:lnTo>
                  <a:lnTo>
                    <a:pt x="2968966" y="815847"/>
                  </a:lnTo>
                  <a:lnTo>
                    <a:pt x="2964744" y="819174"/>
                  </a:lnTo>
                  <a:lnTo>
                    <a:pt x="2968821" y="807807"/>
                  </a:lnTo>
                  <a:lnTo>
                    <a:pt x="2973250" y="798224"/>
                  </a:lnTo>
                  <a:lnTo>
                    <a:pt x="2976930" y="779662"/>
                  </a:lnTo>
                  <a:lnTo>
                    <a:pt x="2975844" y="764650"/>
                  </a:lnTo>
                  <a:lnTo>
                    <a:pt x="2971281" y="758477"/>
                  </a:lnTo>
                  <a:lnTo>
                    <a:pt x="2966563" y="754362"/>
                  </a:lnTo>
                  <a:lnTo>
                    <a:pt x="2972093" y="769178"/>
                  </a:lnTo>
                  <a:lnTo>
                    <a:pt x="2972987" y="787346"/>
                  </a:lnTo>
                  <a:lnTo>
                    <a:pt x="2971085" y="797989"/>
                  </a:lnTo>
                  <a:lnTo>
                    <a:pt x="2960682" y="818520"/>
                  </a:lnTo>
                  <a:lnTo>
                    <a:pt x="2956253" y="823302"/>
                  </a:lnTo>
                  <a:lnTo>
                    <a:pt x="2951075" y="827506"/>
                  </a:lnTo>
                  <a:lnTo>
                    <a:pt x="2947174" y="829335"/>
                  </a:lnTo>
                  <a:lnTo>
                    <a:pt x="2943572" y="832618"/>
                  </a:lnTo>
                  <a:lnTo>
                    <a:pt x="2939386" y="837819"/>
                  </a:lnTo>
                  <a:lnTo>
                    <a:pt x="2935417" y="848145"/>
                  </a:lnTo>
                  <a:lnTo>
                    <a:pt x="2937820" y="857556"/>
                  </a:lnTo>
                  <a:lnTo>
                    <a:pt x="2958104" y="860992"/>
                  </a:lnTo>
                  <a:lnTo>
                    <a:pt x="2963545" y="858090"/>
                  </a:lnTo>
                  <a:lnTo>
                    <a:pt x="2966315" y="864827"/>
                  </a:lnTo>
                  <a:lnTo>
                    <a:pt x="2967865" y="874188"/>
                  </a:lnTo>
                  <a:lnTo>
                    <a:pt x="2966346" y="884310"/>
                  </a:lnTo>
                  <a:lnTo>
                    <a:pt x="2962956" y="894611"/>
                  </a:lnTo>
                  <a:lnTo>
                    <a:pt x="2960382" y="907400"/>
                  </a:lnTo>
                  <a:lnTo>
                    <a:pt x="2958202" y="926902"/>
                  </a:lnTo>
                  <a:lnTo>
                    <a:pt x="2954920" y="944449"/>
                  </a:lnTo>
                  <a:lnTo>
                    <a:pt x="2954491" y="939121"/>
                  </a:lnTo>
                  <a:lnTo>
                    <a:pt x="2956543" y="917790"/>
                  </a:lnTo>
                  <a:lnTo>
                    <a:pt x="2953220" y="920019"/>
                  </a:lnTo>
                  <a:lnTo>
                    <a:pt x="2950931" y="924940"/>
                  </a:lnTo>
                  <a:lnTo>
                    <a:pt x="2944740" y="952450"/>
                  </a:lnTo>
                  <a:lnTo>
                    <a:pt x="2936229" y="967113"/>
                  </a:lnTo>
                  <a:lnTo>
                    <a:pt x="2928389" y="977255"/>
                  </a:lnTo>
                  <a:lnTo>
                    <a:pt x="2920302" y="975578"/>
                  </a:lnTo>
                  <a:lnTo>
                    <a:pt x="2922121" y="983637"/>
                  </a:lnTo>
                  <a:lnTo>
                    <a:pt x="2919899" y="987834"/>
                  </a:lnTo>
                  <a:lnTo>
                    <a:pt x="2917997" y="996592"/>
                  </a:lnTo>
                  <a:lnTo>
                    <a:pt x="2913175" y="1002396"/>
                  </a:lnTo>
                  <a:lnTo>
                    <a:pt x="2908643" y="1001837"/>
                  </a:lnTo>
                  <a:lnTo>
                    <a:pt x="2902132" y="1005838"/>
                  </a:lnTo>
                  <a:lnTo>
                    <a:pt x="2899564" y="1008899"/>
                  </a:lnTo>
                  <a:lnTo>
                    <a:pt x="2899372" y="1014760"/>
                  </a:lnTo>
                  <a:lnTo>
                    <a:pt x="2895016" y="1019917"/>
                  </a:lnTo>
                  <a:lnTo>
                    <a:pt x="2879296" y="1046703"/>
                  </a:lnTo>
                  <a:lnTo>
                    <a:pt x="2865648" y="1054609"/>
                  </a:lnTo>
                  <a:lnTo>
                    <a:pt x="2862382" y="1053459"/>
                  </a:lnTo>
                  <a:lnTo>
                    <a:pt x="2865978" y="1040816"/>
                  </a:lnTo>
                  <a:lnTo>
                    <a:pt x="2868443" y="1028032"/>
                  </a:lnTo>
                  <a:lnTo>
                    <a:pt x="2860160" y="1022469"/>
                  </a:lnTo>
                  <a:lnTo>
                    <a:pt x="2852232" y="1019529"/>
                  </a:lnTo>
                  <a:lnTo>
                    <a:pt x="2843137" y="1019917"/>
                  </a:lnTo>
                  <a:lnTo>
                    <a:pt x="2833091" y="1009978"/>
                  </a:lnTo>
                  <a:lnTo>
                    <a:pt x="2820141" y="1002751"/>
                  </a:lnTo>
                  <a:lnTo>
                    <a:pt x="2802064" y="983199"/>
                  </a:lnTo>
                  <a:lnTo>
                    <a:pt x="2802591" y="977775"/>
                  </a:lnTo>
                  <a:lnTo>
                    <a:pt x="2802136" y="968675"/>
                  </a:lnTo>
                  <a:lnTo>
                    <a:pt x="2807630" y="954298"/>
                  </a:lnTo>
                  <a:lnTo>
                    <a:pt x="2812896" y="944245"/>
                  </a:lnTo>
                  <a:lnTo>
                    <a:pt x="2820167" y="939038"/>
                  </a:lnTo>
                  <a:lnTo>
                    <a:pt x="2841266" y="933735"/>
                  </a:lnTo>
                  <a:lnTo>
                    <a:pt x="2846558" y="925759"/>
                  </a:lnTo>
                  <a:lnTo>
                    <a:pt x="2849695" y="919041"/>
                  </a:lnTo>
                  <a:lnTo>
                    <a:pt x="2839241" y="930579"/>
                  </a:lnTo>
                  <a:lnTo>
                    <a:pt x="2823582" y="934491"/>
                  </a:lnTo>
                  <a:lnTo>
                    <a:pt x="2815144" y="938797"/>
                  </a:lnTo>
                  <a:lnTo>
                    <a:pt x="2808395" y="945382"/>
                  </a:lnTo>
                  <a:lnTo>
                    <a:pt x="2804400" y="953650"/>
                  </a:lnTo>
                  <a:lnTo>
                    <a:pt x="2795356" y="963614"/>
                  </a:lnTo>
                  <a:lnTo>
                    <a:pt x="2795992" y="970288"/>
                  </a:lnTo>
                  <a:lnTo>
                    <a:pt x="2797506" y="975032"/>
                  </a:lnTo>
                  <a:lnTo>
                    <a:pt x="2796808" y="984920"/>
                  </a:lnTo>
                  <a:lnTo>
                    <a:pt x="2802529" y="994559"/>
                  </a:lnTo>
                  <a:lnTo>
                    <a:pt x="2813872" y="1010353"/>
                  </a:lnTo>
                  <a:lnTo>
                    <a:pt x="2816038" y="1034884"/>
                  </a:lnTo>
                  <a:lnTo>
                    <a:pt x="2824694" y="1051300"/>
                  </a:lnTo>
                  <a:lnTo>
                    <a:pt x="2837959" y="1070440"/>
                  </a:lnTo>
                  <a:lnTo>
                    <a:pt x="2848160" y="1075883"/>
                  </a:lnTo>
                  <a:lnTo>
                    <a:pt x="2848656" y="1083001"/>
                  </a:lnTo>
                  <a:lnTo>
                    <a:pt x="2843948" y="1094756"/>
                  </a:lnTo>
                  <a:lnTo>
                    <a:pt x="2837742" y="1100128"/>
                  </a:lnTo>
                  <a:lnTo>
                    <a:pt x="2845814" y="1099055"/>
                  </a:lnTo>
                  <a:lnTo>
                    <a:pt x="2849835" y="1101741"/>
                  </a:lnTo>
                  <a:lnTo>
                    <a:pt x="2853746" y="1111546"/>
                  </a:lnTo>
                  <a:lnTo>
                    <a:pt x="2853442" y="1121555"/>
                  </a:lnTo>
                  <a:lnTo>
                    <a:pt x="2852119" y="1127194"/>
                  </a:lnTo>
                  <a:lnTo>
                    <a:pt x="2849674" y="1129442"/>
                  </a:lnTo>
                  <a:lnTo>
                    <a:pt x="2849778" y="1123682"/>
                  </a:lnTo>
                  <a:lnTo>
                    <a:pt x="2848046" y="1121682"/>
                  </a:lnTo>
                  <a:lnTo>
                    <a:pt x="2845189" y="1124177"/>
                  </a:lnTo>
                  <a:lnTo>
                    <a:pt x="2843339" y="1127022"/>
                  </a:lnTo>
                  <a:lnTo>
                    <a:pt x="2842569" y="1138231"/>
                  </a:lnTo>
                  <a:lnTo>
                    <a:pt x="2840610" y="1143832"/>
                  </a:lnTo>
                  <a:lnTo>
                    <a:pt x="2833685" y="1145496"/>
                  </a:lnTo>
                  <a:lnTo>
                    <a:pt x="2826662" y="1160203"/>
                  </a:lnTo>
                  <a:lnTo>
                    <a:pt x="2820130" y="1168547"/>
                  </a:lnTo>
                  <a:lnTo>
                    <a:pt x="2794426" y="1224971"/>
                  </a:lnTo>
                  <a:lnTo>
                    <a:pt x="2795408" y="1234401"/>
                  </a:lnTo>
                  <a:lnTo>
                    <a:pt x="2790705" y="1237436"/>
                  </a:lnTo>
                  <a:lnTo>
                    <a:pt x="2783584" y="1239907"/>
                  </a:lnTo>
                  <a:lnTo>
                    <a:pt x="2776380" y="1245546"/>
                  </a:lnTo>
                  <a:lnTo>
                    <a:pt x="2771600" y="1251763"/>
                  </a:lnTo>
                  <a:lnTo>
                    <a:pt x="2767161" y="1268484"/>
                  </a:lnTo>
                  <a:lnTo>
                    <a:pt x="2758655" y="1287306"/>
                  </a:lnTo>
                  <a:lnTo>
                    <a:pt x="2753348" y="1279463"/>
                  </a:lnTo>
                  <a:lnTo>
                    <a:pt x="2751989" y="1272751"/>
                  </a:lnTo>
                  <a:lnTo>
                    <a:pt x="2754350" y="1255243"/>
                  </a:lnTo>
                  <a:lnTo>
                    <a:pt x="2763549" y="1226539"/>
                  </a:lnTo>
                  <a:lnTo>
                    <a:pt x="2773683" y="1208695"/>
                  </a:lnTo>
                  <a:lnTo>
                    <a:pt x="2781414" y="1200236"/>
                  </a:lnTo>
                  <a:lnTo>
                    <a:pt x="2787770" y="1182995"/>
                  </a:lnTo>
                  <a:lnTo>
                    <a:pt x="2779739" y="1180423"/>
                  </a:lnTo>
                  <a:lnTo>
                    <a:pt x="2767497" y="1180702"/>
                  </a:lnTo>
                  <a:lnTo>
                    <a:pt x="2769802" y="1172745"/>
                  </a:lnTo>
                  <a:lnTo>
                    <a:pt x="2773373" y="1165734"/>
                  </a:lnTo>
                  <a:lnTo>
                    <a:pt x="2766991" y="1158749"/>
                  </a:lnTo>
                  <a:lnTo>
                    <a:pt x="2763213" y="1157860"/>
                  </a:lnTo>
                  <a:lnTo>
                    <a:pt x="2759322" y="1154996"/>
                  </a:lnTo>
                  <a:lnTo>
                    <a:pt x="2763885" y="1149179"/>
                  </a:lnTo>
                  <a:lnTo>
                    <a:pt x="2766112" y="1143032"/>
                  </a:lnTo>
                  <a:lnTo>
                    <a:pt x="2764753" y="1135551"/>
                  </a:lnTo>
                  <a:lnTo>
                    <a:pt x="2766665" y="1129918"/>
                  </a:lnTo>
                  <a:lnTo>
                    <a:pt x="2763477" y="1130769"/>
                  </a:lnTo>
                  <a:lnTo>
                    <a:pt x="2758350" y="1136732"/>
                  </a:lnTo>
                  <a:lnTo>
                    <a:pt x="2755162" y="1139113"/>
                  </a:lnTo>
                  <a:lnTo>
                    <a:pt x="2753219" y="1133836"/>
                  </a:lnTo>
                  <a:lnTo>
                    <a:pt x="2751002" y="1135030"/>
                  </a:lnTo>
                  <a:lnTo>
                    <a:pt x="2749560" y="1138656"/>
                  </a:lnTo>
                  <a:lnTo>
                    <a:pt x="2746289" y="1140650"/>
                  </a:lnTo>
                  <a:lnTo>
                    <a:pt x="2739380" y="1135691"/>
                  </a:lnTo>
                  <a:lnTo>
                    <a:pt x="2729308" y="1130013"/>
                  </a:lnTo>
                  <a:lnTo>
                    <a:pt x="2723701" y="1120246"/>
                  </a:lnTo>
                  <a:lnTo>
                    <a:pt x="2720502" y="1112677"/>
                  </a:lnTo>
                  <a:lnTo>
                    <a:pt x="2723752" y="1098979"/>
                  </a:lnTo>
                  <a:lnTo>
                    <a:pt x="2730713" y="1096547"/>
                  </a:lnTo>
                  <a:lnTo>
                    <a:pt x="2739757" y="1098769"/>
                  </a:lnTo>
                  <a:lnTo>
                    <a:pt x="2751612" y="1098750"/>
                  </a:lnTo>
                  <a:lnTo>
                    <a:pt x="2749917" y="1095708"/>
                  </a:lnTo>
                  <a:lnTo>
                    <a:pt x="2745684" y="1096210"/>
                  </a:lnTo>
                  <a:lnTo>
                    <a:pt x="2733189" y="1085097"/>
                  </a:lnTo>
                  <a:lnTo>
                    <a:pt x="2729168" y="1078385"/>
                  </a:lnTo>
                  <a:lnTo>
                    <a:pt x="2722254" y="1076543"/>
                  </a:lnTo>
                  <a:lnTo>
                    <a:pt x="2719101" y="1082995"/>
                  </a:lnTo>
                  <a:lnTo>
                    <a:pt x="2715603" y="1084710"/>
                  </a:lnTo>
                  <a:lnTo>
                    <a:pt x="2719923" y="1070593"/>
                  </a:lnTo>
                  <a:lnTo>
                    <a:pt x="2725571" y="1070015"/>
                  </a:lnTo>
                  <a:lnTo>
                    <a:pt x="2733912" y="1066103"/>
                  </a:lnTo>
                  <a:lnTo>
                    <a:pt x="2731488" y="1057930"/>
                  </a:lnTo>
                  <a:lnTo>
                    <a:pt x="2726223" y="1054355"/>
                  </a:lnTo>
                  <a:lnTo>
                    <a:pt x="2716714" y="1058838"/>
                  </a:lnTo>
                  <a:lnTo>
                    <a:pt x="2716828" y="1053091"/>
                  </a:lnTo>
                  <a:lnTo>
                    <a:pt x="2718610" y="1045731"/>
                  </a:lnTo>
                  <a:lnTo>
                    <a:pt x="2725778" y="1045756"/>
                  </a:lnTo>
                  <a:lnTo>
                    <a:pt x="2732057" y="1048157"/>
                  </a:lnTo>
                  <a:lnTo>
                    <a:pt x="2737400" y="1036269"/>
                  </a:lnTo>
                  <a:lnTo>
                    <a:pt x="2737638" y="1030960"/>
                  </a:lnTo>
                  <a:lnTo>
                    <a:pt x="2728760" y="1038676"/>
                  </a:lnTo>
                  <a:lnTo>
                    <a:pt x="2726765" y="1022031"/>
                  </a:lnTo>
                  <a:lnTo>
                    <a:pt x="2735504" y="1005977"/>
                  </a:lnTo>
                  <a:lnTo>
                    <a:pt x="2743839" y="998979"/>
                  </a:lnTo>
                  <a:lnTo>
                    <a:pt x="2754252" y="999183"/>
                  </a:lnTo>
                  <a:lnTo>
                    <a:pt x="2764836" y="998052"/>
                  </a:lnTo>
                  <a:lnTo>
                    <a:pt x="2758195" y="995112"/>
                  </a:lnTo>
                  <a:lnTo>
                    <a:pt x="2751379" y="993518"/>
                  </a:lnTo>
                  <a:lnTo>
                    <a:pt x="2756500" y="987174"/>
                  </a:lnTo>
                  <a:lnTo>
                    <a:pt x="2760867" y="986037"/>
                  </a:lnTo>
                  <a:lnTo>
                    <a:pt x="2765156" y="980506"/>
                  </a:lnTo>
                  <a:lnTo>
                    <a:pt x="2754841" y="981325"/>
                  </a:lnTo>
                  <a:lnTo>
                    <a:pt x="2756056" y="970860"/>
                  </a:lnTo>
                  <a:lnTo>
                    <a:pt x="2751043" y="972987"/>
                  </a:lnTo>
                  <a:lnTo>
                    <a:pt x="2745043" y="973971"/>
                  </a:lnTo>
                  <a:lnTo>
                    <a:pt x="2742708" y="978410"/>
                  </a:lnTo>
                  <a:lnTo>
                    <a:pt x="2743168" y="985783"/>
                  </a:lnTo>
                  <a:lnTo>
                    <a:pt x="2741416" y="990622"/>
                  </a:lnTo>
                  <a:lnTo>
                    <a:pt x="2736749" y="994509"/>
                  </a:lnTo>
                  <a:lnTo>
                    <a:pt x="2728868" y="997538"/>
                  </a:lnTo>
                  <a:lnTo>
                    <a:pt x="2728104" y="992286"/>
                  </a:lnTo>
                  <a:lnTo>
                    <a:pt x="2725499" y="989905"/>
                  </a:lnTo>
                  <a:lnTo>
                    <a:pt x="2724528" y="1001151"/>
                  </a:lnTo>
                  <a:lnTo>
                    <a:pt x="2722460" y="1004974"/>
                  </a:lnTo>
                  <a:lnTo>
                    <a:pt x="2716698" y="994420"/>
                  </a:lnTo>
                  <a:lnTo>
                    <a:pt x="2714967" y="996547"/>
                  </a:lnTo>
                  <a:lnTo>
                    <a:pt x="2715189" y="999545"/>
                  </a:lnTo>
                  <a:lnTo>
                    <a:pt x="2713717" y="1004726"/>
                  </a:lnTo>
                  <a:lnTo>
                    <a:pt x="2708776" y="1007425"/>
                  </a:lnTo>
                  <a:lnTo>
                    <a:pt x="2709081" y="1014068"/>
                  </a:lnTo>
                  <a:lnTo>
                    <a:pt x="2707164" y="1017688"/>
                  </a:lnTo>
                  <a:lnTo>
                    <a:pt x="2691340" y="1011921"/>
                  </a:lnTo>
                  <a:lnTo>
                    <a:pt x="2690968" y="1013877"/>
                  </a:lnTo>
                  <a:lnTo>
                    <a:pt x="2699919" y="1026311"/>
                  </a:lnTo>
                  <a:lnTo>
                    <a:pt x="2706456" y="1030560"/>
                  </a:lnTo>
                  <a:lnTo>
                    <a:pt x="2707252" y="1037342"/>
                  </a:lnTo>
                  <a:lnTo>
                    <a:pt x="2701640" y="1042968"/>
                  </a:lnTo>
                  <a:lnTo>
                    <a:pt x="2693898" y="1038110"/>
                  </a:lnTo>
                  <a:lnTo>
                    <a:pt x="2692596" y="1038466"/>
                  </a:lnTo>
                  <a:lnTo>
                    <a:pt x="2696803" y="1046798"/>
                  </a:lnTo>
                  <a:lnTo>
                    <a:pt x="2699454" y="1054075"/>
                  </a:lnTo>
                  <a:lnTo>
                    <a:pt x="2696725" y="1060172"/>
                  </a:lnTo>
                  <a:lnTo>
                    <a:pt x="2697149" y="1067678"/>
                  </a:lnTo>
                  <a:lnTo>
                    <a:pt x="2696560" y="1074485"/>
                  </a:lnTo>
                  <a:lnTo>
                    <a:pt x="2694891" y="1080423"/>
                  </a:lnTo>
                  <a:lnTo>
                    <a:pt x="2698653" y="1107793"/>
                  </a:lnTo>
                  <a:lnTo>
                    <a:pt x="2703185" y="1115236"/>
                  </a:lnTo>
                  <a:lnTo>
                    <a:pt x="2707639" y="1122355"/>
                  </a:lnTo>
                  <a:lnTo>
                    <a:pt x="2710001" y="1129016"/>
                  </a:lnTo>
                  <a:lnTo>
                    <a:pt x="2705273" y="1129988"/>
                  </a:lnTo>
                  <a:lnTo>
                    <a:pt x="2697743" y="1124507"/>
                  </a:lnTo>
                  <a:lnTo>
                    <a:pt x="2691129" y="1120329"/>
                  </a:lnTo>
                  <a:lnTo>
                    <a:pt x="2683248" y="1106968"/>
                  </a:lnTo>
                  <a:lnTo>
                    <a:pt x="2681945" y="1101633"/>
                  </a:lnTo>
                  <a:lnTo>
                    <a:pt x="2680023" y="1097417"/>
                  </a:lnTo>
                  <a:lnTo>
                    <a:pt x="2680953" y="1107101"/>
                  </a:lnTo>
                  <a:lnTo>
                    <a:pt x="2683765" y="1117916"/>
                  </a:lnTo>
                  <a:lnTo>
                    <a:pt x="2708446" y="1142117"/>
                  </a:lnTo>
                  <a:lnTo>
                    <a:pt x="2713003" y="1151401"/>
                  </a:lnTo>
                  <a:lnTo>
                    <a:pt x="2716476" y="1158698"/>
                  </a:lnTo>
                  <a:lnTo>
                    <a:pt x="2715603" y="1165690"/>
                  </a:lnTo>
                  <a:lnTo>
                    <a:pt x="2709169" y="1160743"/>
                  </a:lnTo>
                  <a:lnTo>
                    <a:pt x="2703619" y="1154437"/>
                  </a:lnTo>
                  <a:lnTo>
                    <a:pt x="2688886" y="1147312"/>
                  </a:lnTo>
                  <a:lnTo>
                    <a:pt x="2670308" y="1142809"/>
                  </a:lnTo>
                  <a:lnTo>
                    <a:pt x="2659833" y="1126247"/>
                  </a:lnTo>
                  <a:lnTo>
                    <a:pt x="2659869" y="1133157"/>
                  </a:lnTo>
                  <a:lnTo>
                    <a:pt x="2657543" y="1139018"/>
                  </a:lnTo>
                  <a:lnTo>
                    <a:pt x="2651141" y="1131874"/>
                  </a:lnTo>
                  <a:lnTo>
                    <a:pt x="2647105" y="1125778"/>
                  </a:lnTo>
                  <a:lnTo>
                    <a:pt x="2645751" y="1119097"/>
                  </a:lnTo>
                  <a:lnTo>
                    <a:pt x="2637756" y="1119554"/>
                  </a:lnTo>
                  <a:lnTo>
                    <a:pt x="2629374" y="1125358"/>
                  </a:lnTo>
                  <a:lnTo>
                    <a:pt x="2621266" y="1123980"/>
                  </a:lnTo>
                  <a:lnTo>
                    <a:pt x="2620305" y="1112651"/>
                  </a:lnTo>
                  <a:lnTo>
                    <a:pt x="2622496" y="1106650"/>
                  </a:lnTo>
                  <a:lnTo>
                    <a:pt x="2631596" y="1092457"/>
                  </a:lnTo>
                  <a:lnTo>
                    <a:pt x="2640170" y="1085211"/>
                  </a:lnTo>
                  <a:lnTo>
                    <a:pt x="2643952" y="1075857"/>
                  </a:lnTo>
                  <a:lnTo>
                    <a:pt x="2642660" y="1061353"/>
                  </a:lnTo>
                  <a:lnTo>
                    <a:pt x="2641048" y="1076111"/>
                  </a:lnTo>
                  <a:lnTo>
                    <a:pt x="2636149" y="1083427"/>
                  </a:lnTo>
                  <a:lnTo>
                    <a:pt x="2628449" y="1089015"/>
                  </a:lnTo>
                  <a:lnTo>
                    <a:pt x="2618315" y="1098973"/>
                  </a:lnTo>
                  <a:lnTo>
                    <a:pt x="2615840" y="1108181"/>
                  </a:lnTo>
                  <a:lnTo>
                    <a:pt x="2612677" y="1125422"/>
                  </a:lnTo>
                  <a:lnTo>
                    <a:pt x="2616956" y="1131258"/>
                  </a:lnTo>
                  <a:lnTo>
                    <a:pt x="2621328" y="1132782"/>
                  </a:lnTo>
                  <a:lnTo>
                    <a:pt x="2634242" y="1128870"/>
                  </a:lnTo>
                  <a:lnTo>
                    <a:pt x="2640924" y="1130617"/>
                  </a:lnTo>
                  <a:lnTo>
                    <a:pt x="2655786" y="1151376"/>
                  </a:lnTo>
                  <a:lnTo>
                    <a:pt x="2683460" y="1159587"/>
                  </a:lnTo>
                  <a:lnTo>
                    <a:pt x="2693552" y="1164718"/>
                  </a:lnTo>
                  <a:lnTo>
                    <a:pt x="2701779" y="1175552"/>
                  </a:lnTo>
                  <a:lnTo>
                    <a:pt x="2714146" y="1181788"/>
                  </a:lnTo>
                  <a:lnTo>
                    <a:pt x="2723742" y="1190850"/>
                  </a:lnTo>
                  <a:lnTo>
                    <a:pt x="2724000" y="1196762"/>
                  </a:lnTo>
                  <a:lnTo>
                    <a:pt x="2720678" y="1203754"/>
                  </a:lnTo>
                  <a:lnTo>
                    <a:pt x="2719365" y="1213216"/>
                  </a:lnTo>
                  <a:lnTo>
                    <a:pt x="2715288" y="1219185"/>
                  </a:lnTo>
                  <a:lnTo>
                    <a:pt x="2705500" y="1219871"/>
                  </a:lnTo>
                  <a:lnTo>
                    <a:pt x="2699588" y="1218334"/>
                  </a:lnTo>
                  <a:lnTo>
                    <a:pt x="2667807" y="1185071"/>
                  </a:lnTo>
                  <a:lnTo>
                    <a:pt x="2664013" y="1182010"/>
                  </a:lnTo>
                  <a:lnTo>
                    <a:pt x="2652226" y="1164591"/>
                  </a:lnTo>
                  <a:lnTo>
                    <a:pt x="2638397" y="1155262"/>
                  </a:lnTo>
                  <a:lnTo>
                    <a:pt x="2634118" y="1155459"/>
                  </a:lnTo>
                  <a:lnTo>
                    <a:pt x="2653802" y="1172713"/>
                  </a:lnTo>
                  <a:lnTo>
                    <a:pt x="2661838" y="1184779"/>
                  </a:lnTo>
                  <a:lnTo>
                    <a:pt x="2675992" y="1201696"/>
                  </a:lnTo>
                  <a:lnTo>
                    <a:pt x="2686111" y="1208860"/>
                  </a:lnTo>
                  <a:lnTo>
                    <a:pt x="2693557" y="1220036"/>
                  </a:lnTo>
                  <a:lnTo>
                    <a:pt x="2700477" y="1225275"/>
                  </a:lnTo>
                  <a:lnTo>
                    <a:pt x="2719370" y="1232737"/>
                  </a:lnTo>
                  <a:lnTo>
                    <a:pt x="2712802" y="1238097"/>
                  </a:lnTo>
                  <a:lnTo>
                    <a:pt x="2723287" y="1242663"/>
                  </a:lnTo>
                  <a:lnTo>
                    <a:pt x="2724786" y="1251058"/>
                  </a:lnTo>
                  <a:lnTo>
                    <a:pt x="2723825" y="1260628"/>
                  </a:lnTo>
                  <a:lnTo>
                    <a:pt x="2709272" y="1256843"/>
                  </a:lnTo>
                  <a:lnTo>
                    <a:pt x="2708797" y="1263892"/>
                  </a:lnTo>
                  <a:lnTo>
                    <a:pt x="2710099" y="1268052"/>
                  </a:lnTo>
                  <a:lnTo>
                    <a:pt x="2703671" y="1271487"/>
                  </a:lnTo>
                  <a:lnTo>
                    <a:pt x="2694730" y="1266826"/>
                  </a:lnTo>
                  <a:lnTo>
                    <a:pt x="2671517" y="1241329"/>
                  </a:lnTo>
                  <a:lnTo>
                    <a:pt x="2671713" y="1244739"/>
                  </a:lnTo>
                  <a:lnTo>
                    <a:pt x="2673594" y="1248696"/>
                  </a:lnTo>
                  <a:lnTo>
                    <a:pt x="2687056" y="1265111"/>
                  </a:lnTo>
                  <a:lnTo>
                    <a:pt x="2699071" y="1274955"/>
                  </a:lnTo>
                  <a:lnTo>
                    <a:pt x="2709257" y="1279400"/>
                  </a:lnTo>
                  <a:lnTo>
                    <a:pt x="2717107" y="1287649"/>
                  </a:lnTo>
                  <a:lnTo>
                    <a:pt x="2719877" y="1292640"/>
                  </a:lnTo>
                  <a:lnTo>
                    <a:pt x="2721727" y="1300210"/>
                  </a:lnTo>
                  <a:lnTo>
                    <a:pt x="2715908" y="1305354"/>
                  </a:lnTo>
                  <a:lnTo>
                    <a:pt x="2709283" y="1308193"/>
                  </a:lnTo>
                  <a:lnTo>
                    <a:pt x="2702813" y="1303061"/>
                  </a:lnTo>
                  <a:lnTo>
                    <a:pt x="2698069" y="1297657"/>
                  </a:lnTo>
                  <a:lnTo>
                    <a:pt x="2687966" y="1288481"/>
                  </a:lnTo>
                  <a:lnTo>
                    <a:pt x="2684938" y="1278225"/>
                  </a:lnTo>
                  <a:lnTo>
                    <a:pt x="2677253" y="1278752"/>
                  </a:lnTo>
                  <a:lnTo>
                    <a:pt x="2645136" y="1265747"/>
                  </a:lnTo>
                  <a:lnTo>
                    <a:pt x="2619323" y="1264248"/>
                  </a:lnTo>
                  <a:lnTo>
                    <a:pt x="2621845" y="1266864"/>
                  </a:lnTo>
                  <a:lnTo>
                    <a:pt x="2625111" y="1268604"/>
                  </a:lnTo>
                  <a:lnTo>
                    <a:pt x="2645668" y="1271811"/>
                  </a:lnTo>
                  <a:lnTo>
                    <a:pt x="2653792" y="1277800"/>
                  </a:lnTo>
                  <a:lnTo>
                    <a:pt x="2670700" y="1283115"/>
                  </a:lnTo>
                  <a:lnTo>
                    <a:pt x="2680602" y="1284569"/>
                  </a:lnTo>
                  <a:lnTo>
                    <a:pt x="2684617" y="1300896"/>
                  </a:lnTo>
                  <a:lnTo>
                    <a:pt x="2698301" y="1312130"/>
                  </a:lnTo>
                  <a:lnTo>
                    <a:pt x="2700079" y="1320455"/>
                  </a:lnTo>
                  <a:lnTo>
                    <a:pt x="2709422" y="1321389"/>
                  </a:lnTo>
                  <a:lnTo>
                    <a:pt x="2725861" y="1313222"/>
                  </a:lnTo>
                  <a:lnTo>
                    <a:pt x="2736470" y="1316086"/>
                  </a:lnTo>
                  <a:lnTo>
                    <a:pt x="2751772" y="1318423"/>
                  </a:lnTo>
                  <a:lnTo>
                    <a:pt x="2755270" y="1325015"/>
                  </a:lnTo>
                  <a:lnTo>
                    <a:pt x="2757896" y="1337557"/>
                  </a:lnTo>
                  <a:lnTo>
                    <a:pt x="2763306" y="1351667"/>
                  </a:lnTo>
                  <a:lnTo>
                    <a:pt x="2777337" y="1407303"/>
                  </a:lnTo>
                  <a:lnTo>
                    <a:pt x="2798416" y="1452810"/>
                  </a:lnTo>
                  <a:lnTo>
                    <a:pt x="2801010" y="1460646"/>
                  </a:lnTo>
                  <a:lnTo>
                    <a:pt x="2796111" y="1453769"/>
                  </a:lnTo>
                  <a:lnTo>
                    <a:pt x="2780473" y="1423630"/>
                  </a:lnTo>
                  <a:lnTo>
                    <a:pt x="2771843" y="1401867"/>
                  </a:lnTo>
                  <a:lnTo>
                    <a:pt x="2762975" y="1363441"/>
                  </a:lnTo>
                  <a:lnTo>
                    <a:pt x="2760402" y="1354836"/>
                  </a:lnTo>
                  <a:lnTo>
                    <a:pt x="2757374" y="1351401"/>
                  </a:lnTo>
                  <a:lnTo>
                    <a:pt x="2755379" y="1354195"/>
                  </a:lnTo>
                  <a:lnTo>
                    <a:pt x="2754521" y="1359091"/>
                  </a:lnTo>
                  <a:lnTo>
                    <a:pt x="2755968" y="1362850"/>
                  </a:lnTo>
                  <a:lnTo>
                    <a:pt x="2752475" y="1375500"/>
                  </a:lnTo>
                  <a:lnTo>
                    <a:pt x="2753989" y="1381305"/>
                  </a:lnTo>
                  <a:lnTo>
                    <a:pt x="2759663" y="1387306"/>
                  </a:lnTo>
                  <a:lnTo>
                    <a:pt x="2765828" y="1402280"/>
                  </a:lnTo>
                  <a:lnTo>
                    <a:pt x="2770753" y="1422442"/>
                  </a:lnTo>
                  <a:lnTo>
                    <a:pt x="2764092" y="1414269"/>
                  </a:lnTo>
                  <a:lnTo>
                    <a:pt x="2756981" y="1409938"/>
                  </a:lnTo>
                  <a:lnTo>
                    <a:pt x="2745917" y="1406617"/>
                  </a:lnTo>
                  <a:lnTo>
                    <a:pt x="2736062" y="1400794"/>
                  </a:lnTo>
                  <a:lnTo>
                    <a:pt x="2736780" y="1409145"/>
                  </a:lnTo>
                  <a:lnTo>
                    <a:pt x="2735835" y="1418162"/>
                  </a:lnTo>
                  <a:lnTo>
                    <a:pt x="2728238" y="1415412"/>
                  </a:lnTo>
                  <a:lnTo>
                    <a:pt x="2723070" y="1412421"/>
                  </a:lnTo>
                  <a:lnTo>
                    <a:pt x="2727644" y="1422030"/>
                  </a:lnTo>
                  <a:lnTo>
                    <a:pt x="2717716" y="1419147"/>
                  </a:lnTo>
                  <a:lnTo>
                    <a:pt x="2711102" y="1419750"/>
                  </a:lnTo>
                  <a:lnTo>
                    <a:pt x="2706802" y="1428278"/>
                  </a:lnTo>
                  <a:lnTo>
                    <a:pt x="2701035" y="1433454"/>
                  </a:lnTo>
                  <a:lnTo>
                    <a:pt x="2692508" y="1435124"/>
                  </a:lnTo>
                  <a:lnTo>
                    <a:pt x="2679858" y="1427326"/>
                  </a:lnTo>
                  <a:lnTo>
                    <a:pt x="2675760" y="1417857"/>
                  </a:lnTo>
                  <a:lnTo>
                    <a:pt x="2674065" y="1407316"/>
                  </a:lnTo>
                  <a:lnTo>
                    <a:pt x="2673388" y="1419782"/>
                  </a:lnTo>
                  <a:lnTo>
                    <a:pt x="2675641" y="1432762"/>
                  </a:lnTo>
                  <a:lnTo>
                    <a:pt x="2674850" y="1442630"/>
                  </a:lnTo>
                  <a:lnTo>
                    <a:pt x="2687031" y="1444446"/>
                  </a:lnTo>
                  <a:lnTo>
                    <a:pt x="2698420" y="1442833"/>
                  </a:lnTo>
                  <a:lnTo>
                    <a:pt x="2713789" y="1443246"/>
                  </a:lnTo>
                  <a:lnTo>
                    <a:pt x="2723814" y="1441398"/>
                  </a:lnTo>
                  <a:lnTo>
                    <a:pt x="2729850" y="1438261"/>
                  </a:lnTo>
                  <a:lnTo>
                    <a:pt x="2744325" y="1440979"/>
                  </a:lnTo>
                  <a:lnTo>
                    <a:pt x="2745353" y="1452899"/>
                  </a:lnTo>
                  <a:lnTo>
                    <a:pt x="2743700" y="1464749"/>
                  </a:lnTo>
                  <a:lnTo>
                    <a:pt x="2742863" y="1477367"/>
                  </a:lnTo>
                  <a:lnTo>
                    <a:pt x="2746873" y="1477284"/>
                  </a:lnTo>
                  <a:lnTo>
                    <a:pt x="2751586" y="1473252"/>
                  </a:lnTo>
                  <a:lnTo>
                    <a:pt x="2753942" y="1450651"/>
                  </a:lnTo>
                  <a:lnTo>
                    <a:pt x="2767172" y="1442300"/>
                  </a:lnTo>
                  <a:lnTo>
                    <a:pt x="2771605" y="1442872"/>
                  </a:lnTo>
                  <a:lnTo>
                    <a:pt x="2775817" y="1450136"/>
                  </a:lnTo>
                  <a:lnTo>
                    <a:pt x="2777233" y="1457503"/>
                  </a:lnTo>
                  <a:lnTo>
                    <a:pt x="2778727" y="1467619"/>
                  </a:lnTo>
                  <a:lnTo>
                    <a:pt x="2775636" y="1483031"/>
                  </a:lnTo>
                  <a:lnTo>
                    <a:pt x="2755312" y="1501054"/>
                  </a:lnTo>
                  <a:lnTo>
                    <a:pt x="2740754" y="1517717"/>
                  </a:lnTo>
                  <a:lnTo>
                    <a:pt x="2733313" y="1521115"/>
                  </a:lnTo>
                  <a:lnTo>
                    <a:pt x="2722579" y="1519178"/>
                  </a:lnTo>
                  <a:lnTo>
                    <a:pt x="2710409" y="1514987"/>
                  </a:lnTo>
                  <a:lnTo>
                    <a:pt x="2704441" y="1514142"/>
                  </a:lnTo>
                  <a:lnTo>
                    <a:pt x="2699903" y="1515539"/>
                  </a:lnTo>
                  <a:lnTo>
                    <a:pt x="2697139" y="1510408"/>
                  </a:lnTo>
                  <a:lnTo>
                    <a:pt x="2695356" y="1501047"/>
                  </a:lnTo>
                  <a:lnTo>
                    <a:pt x="2690622" y="1497942"/>
                  </a:lnTo>
                  <a:lnTo>
                    <a:pt x="2687041" y="1498285"/>
                  </a:lnTo>
                  <a:lnTo>
                    <a:pt x="2684597" y="1508230"/>
                  </a:lnTo>
                  <a:lnTo>
                    <a:pt x="2673243" y="1511056"/>
                  </a:lnTo>
                  <a:lnTo>
                    <a:pt x="2657807" y="1506947"/>
                  </a:lnTo>
                  <a:lnTo>
                    <a:pt x="2641642" y="1498584"/>
                  </a:lnTo>
                  <a:lnTo>
                    <a:pt x="2648577" y="1507557"/>
                  </a:lnTo>
                  <a:lnTo>
                    <a:pt x="2688689" y="1524296"/>
                  </a:lnTo>
                  <a:lnTo>
                    <a:pt x="2693206" y="1527427"/>
                  </a:lnTo>
                  <a:lnTo>
                    <a:pt x="2697423" y="1532006"/>
                  </a:lnTo>
                  <a:lnTo>
                    <a:pt x="2691811" y="1539188"/>
                  </a:lnTo>
                  <a:lnTo>
                    <a:pt x="2687413" y="1547278"/>
                  </a:lnTo>
                  <a:lnTo>
                    <a:pt x="2686793" y="1553629"/>
                  </a:lnTo>
                  <a:lnTo>
                    <a:pt x="2685242" y="1557636"/>
                  </a:lnTo>
                  <a:lnTo>
                    <a:pt x="2669248" y="1568431"/>
                  </a:lnTo>
                  <a:lnTo>
                    <a:pt x="2660582" y="1566526"/>
                  </a:lnTo>
                  <a:lnTo>
                    <a:pt x="2638438" y="1547062"/>
                  </a:lnTo>
                  <a:lnTo>
                    <a:pt x="2648526" y="1563897"/>
                  </a:lnTo>
                  <a:lnTo>
                    <a:pt x="2656603" y="1571041"/>
                  </a:lnTo>
                  <a:lnTo>
                    <a:pt x="2672866" y="1574852"/>
                  </a:lnTo>
                  <a:lnTo>
                    <a:pt x="2703371" y="1568558"/>
                  </a:lnTo>
                  <a:lnTo>
                    <a:pt x="2713376" y="1575430"/>
                  </a:lnTo>
                  <a:lnTo>
                    <a:pt x="2705164" y="1587603"/>
                  </a:lnTo>
                  <a:lnTo>
                    <a:pt x="2697004" y="1596145"/>
                  </a:lnTo>
                  <a:lnTo>
                    <a:pt x="2686302" y="1597097"/>
                  </a:lnTo>
                  <a:lnTo>
                    <a:pt x="2676876" y="1599409"/>
                  </a:lnTo>
                  <a:lnTo>
                    <a:pt x="2674111" y="1605283"/>
                  </a:lnTo>
                  <a:lnTo>
                    <a:pt x="2667393" y="1605651"/>
                  </a:lnTo>
                  <a:lnTo>
                    <a:pt x="2656892" y="1606000"/>
                  </a:lnTo>
                  <a:lnTo>
                    <a:pt x="2640635" y="1606534"/>
                  </a:lnTo>
                  <a:lnTo>
                    <a:pt x="2631705" y="1605162"/>
                  </a:lnTo>
                  <a:lnTo>
                    <a:pt x="2619230" y="1617164"/>
                  </a:lnTo>
                  <a:lnTo>
                    <a:pt x="2614522" y="1618815"/>
                  </a:lnTo>
                  <a:lnTo>
                    <a:pt x="2607944" y="1616561"/>
                  </a:lnTo>
                  <a:lnTo>
                    <a:pt x="2605184" y="1606921"/>
                  </a:lnTo>
                  <a:lnTo>
                    <a:pt x="2602244" y="1602184"/>
                  </a:lnTo>
                  <a:lnTo>
                    <a:pt x="2602171" y="1620219"/>
                  </a:lnTo>
                  <a:lnTo>
                    <a:pt x="2603324" y="1625077"/>
                  </a:lnTo>
                  <a:lnTo>
                    <a:pt x="2605680" y="1628741"/>
                  </a:lnTo>
                  <a:lnTo>
                    <a:pt x="2591087" y="1638527"/>
                  </a:lnTo>
                  <a:lnTo>
                    <a:pt x="2577118" y="1650733"/>
                  </a:lnTo>
                  <a:lnTo>
                    <a:pt x="2572111" y="1654054"/>
                  </a:lnTo>
                  <a:lnTo>
                    <a:pt x="2566421" y="1660169"/>
                  </a:lnTo>
                  <a:lnTo>
                    <a:pt x="2554768" y="1677830"/>
                  </a:lnTo>
                  <a:lnTo>
                    <a:pt x="2551889" y="1690708"/>
                  </a:lnTo>
                  <a:lnTo>
                    <a:pt x="2547678" y="1705066"/>
                  </a:lnTo>
                  <a:lnTo>
                    <a:pt x="2547145" y="1698602"/>
                  </a:lnTo>
                  <a:lnTo>
                    <a:pt x="2547869" y="1687717"/>
                  </a:lnTo>
                  <a:lnTo>
                    <a:pt x="2544985" y="1675251"/>
                  </a:lnTo>
                  <a:lnTo>
                    <a:pt x="2543156" y="1698087"/>
                  </a:lnTo>
                  <a:lnTo>
                    <a:pt x="2538629" y="1708699"/>
                  </a:lnTo>
                  <a:lnTo>
                    <a:pt x="2497086" y="1707950"/>
                  </a:lnTo>
                  <a:lnTo>
                    <a:pt x="2478900" y="1713716"/>
                  </a:lnTo>
                  <a:lnTo>
                    <a:pt x="2450984" y="1733116"/>
                  </a:lnTo>
                  <a:lnTo>
                    <a:pt x="2442638" y="1741619"/>
                  </a:lnTo>
                  <a:lnTo>
                    <a:pt x="2419580" y="1774495"/>
                  </a:lnTo>
                  <a:lnTo>
                    <a:pt x="2413694" y="1795534"/>
                  </a:lnTo>
                  <a:lnTo>
                    <a:pt x="2408976" y="1786688"/>
                  </a:lnTo>
                  <a:lnTo>
                    <a:pt x="2410144" y="1780052"/>
                  </a:lnTo>
                  <a:lnTo>
                    <a:pt x="2410237" y="1774629"/>
                  </a:lnTo>
                  <a:lnTo>
                    <a:pt x="2404428" y="1786263"/>
                  </a:lnTo>
                  <a:lnTo>
                    <a:pt x="2409942" y="1803205"/>
                  </a:lnTo>
                  <a:lnTo>
                    <a:pt x="2404992" y="1809676"/>
                  </a:lnTo>
                  <a:lnTo>
                    <a:pt x="2389762" y="1821755"/>
                  </a:lnTo>
                  <a:lnTo>
                    <a:pt x="2381427" y="1823736"/>
                  </a:lnTo>
                  <a:lnTo>
                    <a:pt x="2372068" y="1827172"/>
                  </a:lnTo>
                  <a:lnTo>
                    <a:pt x="2369122" y="1839085"/>
                  </a:lnTo>
                  <a:lnTo>
                    <a:pt x="2356415" y="1850071"/>
                  </a:lnTo>
                  <a:lnTo>
                    <a:pt x="2349010" y="1854936"/>
                  </a:lnTo>
                  <a:lnTo>
                    <a:pt x="2335449" y="1851989"/>
                  </a:lnTo>
                  <a:lnTo>
                    <a:pt x="2339625" y="1862569"/>
                  </a:lnTo>
                  <a:lnTo>
                    <a:pt x="2334643" y="1870577"/>
                  </a:lnTo>
                  <a:lnTo>
                    <a:pt x="2326065" y="1876718"/>
                  </a:lnTo>
                  <a:lnTo>
                    <a:pt x="2315399" y="1880725"/>
                  </a:lnTo>
                  <a:lnTo>
                    <a:pt x="2309285" y="1880236"/>
                  </a:lnTo>
                  <a:lnTo>
                    <a:pt x="2304061" y="1882363"/>
                  </a:lnTo>
                  <a:lnTo>
                    <a:pt x="2299968" y="1887456"/>
                  </a:lnTo>
                  <a:lnTo>
                    <a:pt x="2289968" y="1892219"/>
                  </a:lnTo>
                  <a:lnTo>
                    <a:pt x="2279581" y="1889539"/>
                  </a:lnTo>
                  <a:lnTo>
                    <a:pt x="2267809" y="1887932"/>
                  </a:lnTo>
                  <a:lnTo>
                    <a:pt x="2261251" y="1890790"/>
                  </a:lnTo>
                  <a:lnTo>
                    <a:pt x="2272274" y="1895515"/>
                  </a:lnTo>
                  <a:lnTo>
                    <a:pt x="2278176" y="1902360"/>
                  </a:lnTo>
                  <a:lnTo>
                    <a:pt x="2276961" y="1911588"/>
                  </a:lnTo>
                  <a:lnTo>
                    <a:pt x="2274010" y="1915150"/>
                  </a:lnTo>
                  <a:lnTo>
                    <a:pt x="2267055" y="1919976"/>
                  </a:lnTo>
                  <a:lnTo>
                    <a:pt x="2264001" y="1919259"/>
                  </a:lnTo>
                  <a:lnTo>
                    <a:pt x="2262135" y="1914909"/>
                  </a:lnTo>
                  <a:lnTo>
                    <a:pt x="2259872" y="1905847"/>
                  </a:lnTo>
                  <a:lnTo>
                    <a:pt x="2256637" y="1907777"/>
                  </a:lnTo>
                  <a:lnTo>
                    <a:pt x="2256078" y="1912000"/>
                  </a:lnTo>
                  <a:lnTo>
                    <a:pt x="2253298" y="1913505"/>
                  </a:lnTo>
                  <a:lnTo>
                    <a:pt x="2243433" y="1899071"/>
                  </a:lnTo>
                  <a:lnTo>
                    <a:pt x="2243924" y="1910082"/>
                  </a:lnTo>
                  <a:lnTo>
                    <a:pt x="2247371" y="1918541"/>
                  </a:lnTo>
                  <a:lnTo>
                    <a:pt x="2250704" y="1922834"/>
                  </a:lnTo>
                  <a:lnTo>
                    <a:pt x="2254068" y="1925361"/>
                  </a:lnTo>
                  <a:lnTo>
                    <a:pt x="2254895" y="1929286"/>
                  </a:lnTo>
                  <a:lnTo>
                    <a:pt x="2248146" y="1938850"/>
                  </a:lnTo>
                  <a:lnTo>
                    <a:pt x="2244673" y="1940977"/>
                  </a:lnTo>
                  <a:lnTo>
                    <a:pt x="2238493" y="1942527"/>
                  </a:lnTo>
                  <a:lnTo>
                    <a:pt x="2235015" y="1948420"/>
                  </a:lnTo>
                  <a:lnTo>
                    <a:pt x="2236043" y="1953494"/>
                  </a:lnTo>
                  <a:lnTo>
                    <a:pt x="2230638" y="1964505"/>
                  </a:lnTo>
                  <a:lnTo>
                    <a:pt x="2217713" y="1971383"/>
                  </a:lnTo>
                  <a:lnTo>
                    <a:pt x="2213765" y="1971116"/>
                  </a:lnTo>
                  <a:lnTo>
                    <a:pt x="2210546" y="1973129"/>
                  </a:lnTo>
                  <a:lnTo>
                    <a:pt x="2212427" y="1978032"/>
                  </a:lnTo>
                  <a:lnTo>
                    <a:pt x="2215651" y="1981601"/>
                  </a:lnTo>
                  <a:lnTo>
                    <a:pt x="2215538" y="1984915"/>
                  </a:lnTo>
                  <a:lnTo>
                    <a:pt x="2212122" y="1989418"/>
                  </a:lnTo>
                  <a:lnTo>
                    <a:pt x="2205378" y="1990675"/>
                  </a:lnTo>
                  <a:lnTo>
                    <a:pt x="2201590" y="1995813"/>
                  </a:lnTo>
                  <a:lnTo>
                    <a:pt x="2202789" y="2000658"/>
                  </a:lnTo>
                  <a:lnTo>
                    <a:pt x="2205016" y="2003363"/>
                  </a:lnTo>
                  <a:lnTo>
                    <a:pt x="2204551" y="2008025"/>
                  </a:lnTo>
                  <a:lnTo>
                    <a:pt x="2196882" y="2012705"/>
                  </a:lnTo>
                  <a:lnTo>
                    <a:pt x="2195084" y="2017309"/>
                  </a:lnTo>
                  <a:lnTo>
                    <a:pt x="2198892" y="2018668"/>
                  </a:lnTo>
                  <a:lnTo>
                    <a:pt x="2201822" y="2017309"/>
                  </a:lnTo>
                  <a:lnTo>
                    <a:pt x="2203967" y="2018299"/>
                  </a:lnTo>
                  <a:lnTo>
                    <a:pt x="2199368" y="2025996"/>
                  </a:lnTo>
                  <a:lnTo>
                    <a:pt x="2195239" y="2030689"/>
                  </a:lnTo>
                  <a:lnTo>
                    <a:pt x="2191316" y="2039122"/>
                  </a:lnTo>
                  <a:lnTo>
                    <a:pt x="2182216" y="2041453"/>
                  </a:lnTo>
                  <a:lnTo>
                    <a:pt x="2182557" y="2044177"/>
                  </a:lnTo>
                  <a:lnTo>
                    <a:pt x="2187699" y="2046590"/>
                  </a:lnTo>
                  <a:lnTo>
                    <a:pt x="2192004" y="2053074"/>
                  </a:lnTo>
                  <a:lnTo>
                    <a:pt x="2183916" y="2065045"/>
                  </a:lnTo>
                  <a:lnTo>
                    <a:pt x="2178867" y="2064060"/>
                  </a:lnTo>
                  <a:lnTo>
                    <a:pt x="2175782" y="2061425"/>
                  </a:lnTo>
                  <a:lnTo>
                    <a:pt x="2173813" y="2070874"/>
                  </a:lnTo>
                  <a:lnTo>
                    <a:pt x="2174568" y="2075917"/>
                  </a:lnTo>
                  <a:lnTo>
                    <a:pt x="2172645" y="2086223"/>
                  </a:lnTo>
                  <a:lnTo>
                    <a:pt x="2169555" y="2098613"/>
                  </a:lnTo>
                  <a:lnTo>
                    <a:pt x="2167457" y="2103699"/>
                  </a:lnTo>
                  <a:lnTo>
                    <a:pt x="2167902" y="2113174"/>
                  </a:lnTo>
                  <a:lnTo>
                    <a:pt x="2169199" y="2122325"/>
                  </a:lnTo>
                  <a:lnTo>
                    <a:pt x="2174149" y="2134118"/>
                  </a:lnTo>
                  <a:lnTo>
                    <a:pt x="2181710" y="2182343"/>
                  </a:lnTo>
                  <a:lnTo>
                    <a:pt x="2186857" y="2199089"/>
                  </a:lnTo>
                  <a:lnTo>
                    <a:pt x="2196128" y="2244272"/>
                  </a:lnTo>
                  <a:lnTo>
                    <a:pt x="2211471" y="2288077"/>
                  </a:lnTo>
                  <a:lnTo>
                    <a:pt x="2233118" y="2341026"/>
                  </a:lnTo>
                  <a:lnTo>
                    <a:pt x="2268646" y="2405203"/>
                  </a:lnTo>
                  <a:lnTo>
                    <a:pt x="2272899" y="2414348"/>
                  </a:lnTo>
                  <a:lnTo>
                    <a:pt x="2268274" y="2422102"/>
                  </a:lnTo>
                  <a:lnTo>
                    <a:pt x="2266863" y="2430135"/>
                  </a:lnTo>
                  <a:lnTo>
                    <a:pt x="2266460" y="2442245"/>
                  </a:lnTo>
                  <a:lnTo>
                    <a:pt x="2267742" y="2454044"/>
                  </a:lnTo>
                  <a:lnTo>
                    <a:pt x="2271943" y="2468453"/>
                  </a:lnTo>
                  <a:lnTo>
                    <a:pt x="2280015" y="2490483"/>
                  </a:lnTo>
                  <a:lnTo>
                    <a:pt x="2275499" y="2486088"/>
                  </a:lnTo>
                  <a:lnTo>
                    <a:pt x="2263809" y="2454470"/>
                  </a:lnTo>
                  <a:lnTo>
                    <a:pt x="2262450" y="2435901"/>
                  </a:lnTo>
                  <a:lnTo>
                    <a:pt x="2264135" y="2409560"/>
                  </a:lnTo>
                  <a:lnTo>
                    <a:pt x="2261391" y="2410195"/>
                  </a:lnTo>
                  <a:lnTo>
                    <a:pt x="2259164" y="2418755"/>
                  </a:lnTo>
                  <a:lnTo>
                    <a:pt x="2257939" y="2428808"/>
                  </a:lnTo>
                  <a:lnTo>
                    <a:pt x="2254973" y="2432700"/>
                  </a:lnTo>
                  <a:lnTo>
                    <a:pt x="2250926" y="2417364"/>
                  </a:lnTo>
                  <a:lnTo>
                    <a:pt x="2251210" y="2410430"/>
                  </a:lnTo>
                  <a:lnTo>
                    <a:pt x="2255505" y="2402327"/>
                  </a:lnTo>
                  <a:lnTo>
                    <a:pt x="2254259" y="2399412"/>
                  </a:lnTo>
                  <a:lnTo>
                    <a:pt x="2247309" y="2395265"/>
                  </a:lnTo>
                  <a:lnTo>
                    <a:pt x="2245831" y="2388743"/>
                  </a:lnTo>
                  <a:lnTo>
                    <a:pt x="2246771" y="2382304"/>
                  </a:lnTo>
                  <a:lnTo>
                    <a:pt x="2242782" y="2378862"/>
                  </a:lnTo>
                  <a:lnTo>
                    <a:pt x="2239661" y="2379027"/>
                  </a:lnTo>
                  <a:lnTo>
                    <a:pt x="2241753" y="2394903"/>
                  </a:lnTo>
                  <a:lnTo>
                    <a:pt x="2245056" y="2404651"/>
                  </a:lnTo>
                  <a:lnTo>
                    <a:pt x="2249138" y="2428014"/>
                  </a:lnTo>
                  <a:lnTo>
                    <a:pt x="2255727" y="2442169"/>
                  </a:lnTo>
                  <a:lnTo>
                    <a:pt x="2259567" y="2454038"/>
                  </a:lnTo>
                  <a:lnTo>
                    <a:pt x="2304438" y="2580696"/>
                  </a:lnTo>
                  <a:lnTo>
                    <a:pt x="2315058" y="2596826"/>
                  </a:lnTo>
                  <a:lnTo>
                    <a:pt x="2318985" y="2608409"/>
                  </a:lnTo>
                  <a:lnTo>
                    <a:pt x="2323073" y="2632630"/>
                  </a:lnTo>
                  <a:lnTo>
                    <a:pt x="2323998" y="2663728"/>
                  </a:lnTo>
                  <a:lnTo>
                    <a:pt x="2316665" y="2720564"/>
                  </a:lnTo>
                  <a:lnTo>
                    <a:pt x="2314996" y="2759333"/>
                  </a:lnTo>
                  <a:lnTo>
                    <a:pt x="2313947" y="2758145"/>
                  </a:lnTo>
                  <a:lnTo>
                    <a:pt x="2313244" y="2754062"/>
                  </a:lnTo>
                  <a:lnTo>
                    <a:pt x="2311549" y="2753503"/>
                  </a:lnTo>
                  <a:lnTo>
                    <a:pt x="2305182" y="2771265"/>
                  </a:lnTo>
                  <a:lnTo>
                    <a:pt x="2296531" y="2787287"/>
                  </a:lnTo>
                  <a:lnTo>
                    <a:pt x="2293684" y="2812187"/>
                  </a:lnTo>
                  <a:lnTo>
                    <a:pt x="2289534" y="2824653"/>
                  </a:lnTo>
                  <a:lnTo>
                    <a:pt x="2277075" y="2837843"/>
                  </a:lnTo>
                  <a:lnTo>
                    <a:pt x="2269354" y="2837506"/>
                  </a:lnTo>
                  <a:lnTo>
                    <a:pt x="2250420" y="2847400"/>
                  </a:lnTo>
                  <a:lnTo>
                    <a:pt x="2237118" y="2844822"/>
                  </a:lnTo>
                  <a:lnTo>
                    <a:pt x="2221269" y="2850404"/>
                  </a:lnTo>
                  <a:lnTo>
                    <a:pt x="2210840" y="2849781"/>
                  </a:lnTo>
                  <a:lnTo>
                    <a:pt x="2204820" y="2838014"/>
                  </a:lnTo>
                  <a:lnTo>
                    <a:pt x="2205740" y="2832750"/>
                  </a:lnTo>
                  <a:lnTo>
                    <a:pt x="2208137" y="2827460"/>
                  </a:lnTo>
                  <a:lnTo>
                    <a:pt x="2212199" y="2826228"/>
                  </a:lnTo>
                  <a:lnTo>
                    <a:pt x="2226199" y="2838560"/>
                  </a:lnTo>
                  <a:lnTo>
                    <a:pt x="2228839" y="2833372"/>
                  </a:lnTo>
                  <a:lnTo>
                    <a:pt x="2224612" y="2827199"/>
                  </a:lnTo>
                  <a:lnTo>
                    <a:pt x="2216519" y="2823757"/>
                  </a:lnTo>
                  <a:lnTo>
                    <a:pt x="2210540" y="2819973"/>
                  </a:lnTo>
                  <a:lnTo>
                    <a:pt x="2198494" y="2791859"/>
                  </a:lnTo>
                  <a:lnTo>
                    <a:pt x="2186014" y="2772554"/>
                  </a:lnTo>
                  <a:lnTo>
                    <a:pt x="2183911" y="2759650"/>
                  </a:lnTo>
                  <a:lnTo>
                    <a:pt x="2162393" y="2751782"/>
                  </a:lnTo>
                  <a:lnTo>
                    <a:pt x="2146812" y="2739869"/>
                  </a:lnTo>
                  <a:lnTo>
                    <a:pt x="2136652" y="2718678"/>
                  </a:lnTo>
                  <a:lnTo>
                    <a:pt x="2130823" y="2681102"/>
                  </a:lnTo>
                  <a:lnTo>
                    <a:pt x="2123950" y="2676879"/>
                  </a:lnTo>
                  <a:lnTo>
                    <a:pt x="2121046" y="2673958"/>
                  </a:lnTo>
                  <a:lnTo>
                    <a:pt x="2127759" y="2660013"/>
                  </a:lnTo>
                  <a:lnTo>
                    <a:pt x="2134833" y="2648322"/>
                  </a:lnTo>
                  <a:lnTo>
                    <a:pt x="2129237" y="2651230"/>
                  </a:lnTo>
                  <a:lnTo>
                    <a:pt x="2125108" y="2655555"/>
                  </a:lnTo>
                  <a:lnTo>
                    <a:pt x="2119857" y="2665880"/>
                  </a:lnTo>
                  <a:lnTo>
                    <a:pt x="2116023" y="2667468"/>
                  </a:lnTo>
                  <a:lnTo>
                    <a:pt x="2112509" y="2665880"/>
                  </a:lnTo>
                  <a:lnTo>
                    <a:pt x="2108457" y="2646074"/>
                  </a:lnTo>
                  <a:lnTo>
                    <a:pt x="2109615" y="2621726"/>
                  </a:lnTo>
                  <a:lnTo>
                    <a:pt x="2115294" y="2612620"/>
                  </a:lnTo>
                  <a:lnTo>
                    <a:pt x="2106571" y="2612378"/>
                  </a:lnTo>
                  <a:lnTo>
                    <a:pt x="2097533" y="2615846"/>
                  </a:lnTo>
                  <a:lnTo>
                    <a:pt x="2098856" y="2623962"/>
                  </a:lnTo>
                  <a:lnTo>
                    <a:pt x="2097579" y="2628420"/>
                  </a:lnTo>
                  <a:lnTo>
                    <a:pt x="2090995" y="2627276"/>
                  </a:lnTo>
                  <a:lnTo>
                    <a:pt x="2086003" y="2624425"/>
                  </a:lnTo>
                  <a:lnTo>
                    <a:pt x="2079229" y="2615979"/>
                  </a:lnTo>
                  <a:lnTo>
                    <a:pt x="2069989" y="2599862"/>
                  </a:lnTo>
                  <a:lnTo>
                    <a:pt x="2051033" y="2555460"/>
                  </a:lnTo>
                  <a:lnTo>
                    <a:pt x="2047338" y="2549198"/>
                  </a:lnTo>
                  <a:lnTo>
                    <a:pt x="2041070" y="2542645"/>
                  </a:lnTo>
                  <a:lnTo>
                    <a:pt x="2044021" y="2540606"/>
                  </a:lnTo>
                  <a:lnTo>
                    <a:pt x="2049406" y="2539400"/>
                  </a:lnTo>
                  <a:lnTo>
                    <a:pt x="2061576" y="2519409"/>
                  </a:lnTo>
                  <a:lnTo>
                    <a:pt x="2071136" y="2507330"/>
                  </a:lnTo>
                  <a:lnTo>
                    <a:pt x="2074309" y="2498973"/>
                  </a:lnTo>
                  <a:lnTo>
                    <a:pt x="2073756" y="2495398"/>
                  </a:lnTo>
                  <a:lnTo>
                    <a:pt x="2069529" y="2490203"/>
                  </a:lnTo>
                  <a:lnTo>
                    <a:pt x="2063979" y="2494744"/>
                  </a:lnTo>
                  <a:lnTo>
                    <a:pt x="2061601" y="2493448"/>
                  </a:lnTo>
                  <a:lnTo>
                    <a:pt x="2055359" y="2482970"/>
                  </a:lnTo>
                  <a:lnTo>
                    <a:pt x="2049395" y="2480011"/>
                  </a:lnTo>
                  <a:lnTo>
                    <a:pt x="2045240" y="2482278"/>
                  </a:lnTo>
                  <a:lnTo>
                    <a:pt x="2049623" y="2490864"/>
                  </a:lnTo>
                  <a:lnTo>
                    <a:pt x="2053560" y="2494052"/>
                  </a:lnTo>
                  <a:lnTo>
                    <a:pt x="2052036" y="2506536"/>
                  </a:lnTo>
                  <a:lnTo>
                    <a:pt x="2050444" y="2510601"/>
                  </a:lnTo>
                  <a:lnTo>
                    <a:pt x="2046755" y="2514189"/>
                  </a:lnTo>
                  <a:lnTo>
                    <a:pt x="2040993" y="2512277"/>
                  </a:lnTo>
                  <a:lnTo>
                    <a:pt x="2038078" y="2515364"/>
                  </a:lnTo>
                  <a:lnTo>
                    <a:pt x="2034647" y="2512112"/>
                  </a:lnTo>
                  <a:lnTo>
                    <a:pt x="2031231" y="2506625"/>
                  </a:lnTo>
                  <a:lnTo>
                    <a:pt x="2027427" y="2497595"/>
                  </a:lnTo>
                  <a:lnTo>
                    <a:pt x="2037478" y="2446767"/>
                  </a:lnTo>
                  <a:lnTo>
                    <a:pt x="2046780" y="2414380"/>
                  </a:lnTo>
                  <a:lnTo>
                    <a:pt x="2047845" y="2377433"/>
                  </a:lnTo>
                  <a:lnTo>
                    <a:pt x="2048537" y="2371959"/>
                  </a:lnTo>
                  <a:lnTo>
                    <a:pt x="2047752" y="2362141"/>
                  </a:lnTo>
                  <a:lnTo>
                    <a:pt x="2035277" y="2340804"/>
                  </a:lnTo>
                  <a:lnTo>
                    <a:pt x="1980122" y="2288737"/>
                  </a:lnTo>
                  <a:lnTo>
                    <a:pt x="1937374" y="2227081"/>
                  </a:lnTo>
                  <a:lnTo>
                    <a:pt x="1900348" y="2203953"/>
                  </a:lnTo>
                  <a:lnTo>
                    <a:pt x="1872256" y="2209033"/>
                  </a:lnTo>
                  <a:lnTo>
                    <a:pt x="1867393" y="2213682"/>
                  </a:lnTo>
                  <a:lnTo>
                    <a:pt x="1865305" y="2219759"/>
                  </a:lnTo>
                  <a:lnTo>
                    <a:pt x="1867068" y="2226637"/>
                  </a:lnTo>
                  <a:lnTo>
                    <a:pt x="1864515" y="2229501"/>
                  </a:lnTo>
                  <a:lnTo>
                    <a:pt x="1856975" y="2229139"/>
                  </a:lnTo>
                  <a:lnTo>
                    <a:pt x="1846820" y="2230739"/>
                  </a:lnTo>
                  <a:lnTo>
                    <a:pt x="1820305" y="2246971"/>
                  </a:lnTo>
                  <a:lnTo>
                    <a:pt x="1810951" y="2246374"/>
                  </a:lnTo>
                  <a:lnTo>
                    <a:pt x="1802455" y="2250578"/>
                  </a:lnTo>
                  <a:lnTo>
                    <a:pt x="1796094" y="2253727"/>
                  </a:lnTo>
                  <a:lnTo>
                    <a:pt x="1779506" y="2255442"/>
                  </a:lnTo>
                  <a:lnTo>
                    <a:pt x="1765439" y="2259043"/>
                  </a:lnTo>
                  <a:lnTo>
                    <a:pt x="1759362" y="2257093"/>
                  </a:lnTo>
                  <a:lnTo>
                    <a:pt x="1755398" y="2247682"/>
                  </a:lnTo>
                  <a:lnTo>
                    <a:pt x="1755398" y="2237940"/>
                  </a:lnTo>
                  <a:lnTo>
                    <a:pt x="1758613" y="2245408"/>
                  </a:lnTo>
                  <a:lnTo>
                    <a:pt x="1763589" y="2251251"/>
                  </a:lnTo>
                  <a:lnTo>
                    <a:pt x="1765868" y="2248914"/>
                  </a:lnTo>
                  <a:lnTo>
                    <a:pt x="1766721" y="2243745"/>
                  </a:lnTo>
                  <a:lnTo>
                    <a:pt x="1761770" y="2233616"/>
                  </a:lnTo>
                  <a:lnTo>
                    <a:pt x="1745822" y="2220604"/>
                  </a:lnTo>
                  <a:lnTo>
                    <a:pt x="1727673" y="2201597"/>
                  </a:lnTo>
                  <a:lnTo>
                    <a:pt x="1733208" y="2202226"/>
                  </a:lnTo>
                  <a:lnTo>
                    <a:pt x="1734608" y="2198155"/>
                  </a:lnTo>
                  <a:lnTo>
                    <a:pt x="1728981" y="2192815"/>
                  </a:lnTo>
                  <a:lnTo>
                    <a:pt x="1731358" y="2186642"/>
                  </a:lnTo>
                  <a:lnTo>
                    <a:pt x="1735322" y="2180158"/>
                  </a:lnTo>
                  <a:lnTo>
                    <a:pt x="1727663" y="2181130"/>
                  </a:lnTo>
                  <a:lnTo>
                    <a:pt x="1720790" y="2185670"/>
                  </a:lnTo>
                  <a:lnTo>
                    <a:pt x="1720563" y="2191278"/>
                  </a:lnTo>
                  <a:lnTo>
                    <a:pt x="1719203" y="2195736"/>
                  </a:lnTo>
                  <a:lnTo>
                    <a:pt x="1715503" y="2195088"/>
                  </a:lnTo>
                  <a:lnTo>
                    <a:pt x="1708635" y="2189569"/>
                  </a:lnTo>
                  <a:lnTo>
                    <a:pt x="1674823" y="2174208"/>
                  </a:lnTo>
                  <a:lnTo>
                    <a:pt x="1645264" y="2165546"/>
                  </a:lnTo>
                  <a:lnTo>
                    <a:pt x="1667950" y="2161647"/>
                  </a:lnTo>
                  <a:lnTo>
                    <a:pt x="1680254" y="2164676"/>
                  </a:lnTo>
                  <a:lnTo>
                    <a:pt x="1678787" y="2160027"/>
                  </a:lnTo>
                  <a:lnTo>
                    <a:pt x="1675826" y="2157075"/>
                  </a:lnTo>
                  <a:lnTo>
                    <a:pt x="1666121" y="2153334"/>
                  </a:lnTo>
                  <a:lnTo>
                    <a:pt x="1653759" y="2154757"/>
                  </a:lnTo>
                  <a:lnTo>
                    <a:pt x="1645951" y="2152998"/>
                  </a:lnTo>
                  <a:lnTo>
                    <a:pt x="1637967" y="2156706"/>
                  </a:lnTo>
                  <a:lnTo>
                    <a:pt x="1629218" y="2162218"/>
                  </a:lnTo>
                  <a:lnTo>
                    <a:pt x="1621430" y="2165057"/>
                  </a:lnTo>
                  <a:lnTo>
                    <a:pt x="1590951" y="2169026"/>
                  </a:lnTo>
                  <a:lnTo>
                    <a:pt x="1566234" y="2173332"/>
                  </a:lnTo>
                  <a:lnTo>
                    <a:pt x="1570197" y="2168785"/>
                  </a:lnTo>
                  <a:lnTo>
                    <a:pt x="1574424" y="2165863"/>
                  </a:lnTo>
                  <a:lnTo>
                    <a:pt x="1589028" y="2161418"/>
                  </a:lnTo>
                  <a:lnTo>
                    <a:pt x="1591214" y="2152178"/>
                  </a:lnTo>
                  <a:lnTo>
                    <a:pt x="1587783" y="2143281"/>
                  </a:lnTo>
                  <a:lnTo>
                    <a:pt x="1583938" y="2145415"/>
                  </a:lnTo>
                  <a:lnTo>
                    <a:pt x="1579902" y="2152369"/>
                  </a:lnTo>
                  <a:lnTo>
                    <a:pt x="1574952" y="2147358"/>
                  </a:lnTo>
                  <a:lnTo>
                    <a:pt x="1569469" y="2147384"/>
                  </a:lnTo>
                  <a:lnTo>
                    <a:pt x="1567980" y="2158446"/>
                  </a:lnTo>
                  <a:lnTo>
                    <a:pt x="1560952" y="2165863"/>
                  </a:lnTo>
                  <a:lnTo>
                    <a:pt x="1557779" y="2173332"/>
                  </a:lnTo>
                  <a:lnTo>
                    <a:pt x="1537170" y="2179180"/>
                  </a:lnTo>
                  <a:lnTo>
                    <a:pt x="1534530" y="2177231"/>
                  </a:lnTo>
                  <a:lnTo>
                    <a:pt x="1540560" y="2170137"/>
                  </a:lnTo>
                  <a:lnTo>
                    <a:pt x="1540080" y="2166194"/>
                  </a:lnTo>
                  <a:lnTo>
                    <a:pt x="1533202" y="2169578"/>
                  </a:lnTo>
                  <a:lnTo>
                    <a:pt x="1521667" y="2183022"/>
                  </a:lnTo>
                  <a:lnTo>
                    <a:pt x="1481059" y="2187423"/>
                  </a:lnTo>
                  <a:lnTo>
                    <a:pt x="1483276" y="2184368"/>
                  </a:lnTo>
                  <a:lnTo>
                    <a:pt x="1491849" y="2183759"/>
                  </a:lnTo>
                  <a:lnTo>
                    <a:pt x="1503885" y="2179504"/>
                  </a:lnTo>
                  <a:lnTo>
                    <a:pt x="1501451" y="2172341"/>
                  </a:lnTo>
                  <a:lnTo>
                    <a:pt x="1496810" y="2164466"/>
                  </a:lnTo>
                  <a:lnTo>
                    <a:pt x="1492526" y="2163590"/>
                  </a:lnTo>
                  <a:lnTo>
                    <a:pt x="1489700" y="2158973"/>
                  </a:lnTo>
                  <a:lnTo>
                    <a:pt x="1489839" y="2144425"/>
                  </a:lnTo>
                  <a:lnTo>
                    <a:pt x="1487100" y="2135921"/>
                  </a:lnTo>
                  <a:lnTo>
                    <a:pt x="1480491" y="2127171"/>
                  </a:lnTo>
                  <a:lnTo>
                    <a:pt x="1478258" y="2128853"/>
                  </a:lnTo>
                  <a:lnTo>
                    <a:pt x="1473395" y="2143815"/>
                  </a:lnTo>
                  <a:lnTo>
                    <a:pt x="1469354" y="2163438"/>
                  </a:lnTo>
                  <a:lnTo>
                    <a:pt x="1467354" y="2169775"/>
                  </a:lnTo>
                  <a:lnTo>
                    <a:pt x="1455314" y="2170220"/>
                  </a:lnTo>
                  <a:lnTo>
                    <a:pt x="1444658" y="2168880"/>
                  </a:lnTo>
                  <a:lnTo>
                    <a:pt x="1408442" y="2171236"/>
                  </a:lnTo>
                  <a:lnTo>
                    <a:pt x="1394913" y="2164587"/>
                  </a:lnTo>
                  <a:lnTo>
                    <a:pt x="1389301" y="2163311"/>
                  </a:lnTo>
                  <a:lnTo>
                    <a:pt x="1385885" y="2163463"/>
                  </a:lnTo>
                  <a:lnTo>
                    <a:pt x="1370134" y="2169559"/>
                  </a:lnTo>
                  <a:lnTo>
                    <a:pt x="1352186" y="2174227"/>
                  </a:lnTo>
                  <a:lnTo>
                    <a:pt x="1347959" y="2172760"/>
                  </a:lnTo>
                  <a:lnTo>
                    <a:pt x="1341929" y="2172544"/>
                  </a:lnTo>
                  <a:lnTo>
                    <a:pt x="1328916" y="2188433"/>
                  </a:lnTo>
                  <a:lnTo>
                    <a:pt x="1313573" y="2195869"/>
                  </a:lnTo>
                  <a:lnTo>
                    <a:pt x="1274862" y="2182501"/>
                  </a:lnTo>
                  <a:lnTo>
                    <a:pt x="1265234" y="2171750"/>
                  </a:lnTo>
                  <a:lnTo>
                    <a:pt x="1256687" y="2169451"/>
                  </a:lnTo>
                  <a:lnTo>
                    <a:pt x="1246176" y="2168124"/>
                  </a:lnTo>
                  <a:lnTo>
                    <a:pt x="1234884" y="2181352"/>
                  </a:lnTo>
                  <a:lnTo>
                    <a:pt x="1226306" y="2199203"/>
                  </a:lnTo>
                  <a:lnTo>
                    <a:pt x="1239861" y="2208989"/>
                  </a:lnTo>
                  <a:lnTo>
                    <a:pt x="1251462" y="2213669"/>
                  </a:lnTo>
                  <a:lnTo>
                    <a:pt x="1270635" y="2209745"/>
                  </a:lnTo>
                  <a:lnTo>
                    <a:pt x="1281234" y="2201083"/>
                  </a:lnTo>
                  <a:lnTo>
                    <a:pt x="1289890" y="2201368"/>
                  </a:lnTo>
                  <a:lnTo>
                    <a:pt x="1294029" y="2199609"/>
                  </a:lnTo>
                  <a:lnTo>
                    <a:pt x="1297806" y="2195088"/>
                  </a:lnTo>
                  <a:lnTo>
                    <a:pt x="1305207" y="2198657"/>
                  </a:lnTo>
                  <a:lnTo>
                    <a:pt x="1305470" y="2202232"/>
                  </a:lnTo>
                  <a:lnTo>
                    <a:pt x="1300215" y="2207268"/>
                  </a:lnTo>
                  <a:lnTo>
                    <a:pt x="1293595" y="2211510"/>
                  </a:lnTo>
                  <a:lnTo>
                    <a:pt x="1289579" y="2216508"/>
                  </a:lnTo>
                  <a:lnTo>
                    <a:pt x="1297135" y="2226580"/>
                  </a:lnTo>
                  <a:lnTo>
                    <a:pt x="1309000" y="2229964"/>
                  </a:lnTo>
                  <a:lnTo>
                    <a:pt x="1313465" y="2228504"/>
                  </a:lnTo>
                  <a:lnTo>
                    <a:pt x="1316229" y="2217181"/>
                  </a:lnTo>
                  <a:lnTo>
                    <a:pt x="1323526" y="2209891"/>
                  </a:lnTo>
                  <a:lnTo>
                    <a:pt x="1333443" y="2211466"/>
                  </a:lnTo>
                  <a:lnTo>
                    <a:pt x="1332032" y="2216038"/>
                  </a:lnTo>
                  <a:lnTo>
                    <a:pt x="1333422" y="2220356"/>
                  </a:lnTo>
                  <a:lnTo>
                    <a:pt x="1337980" y="2227729"/>
                  </a:lnTo>
                  <a:lnTo>
                    <a:pt x="1337458" y="2238290"/>
                  </a:lnTo>
                  <a:lnTo>
                    <a:pt x="1338342" y="2240836"/>
                  </a:lnTo>
                  <a:lnTo>
                    <a:pt x="1327655" y="2245497"/>
                  </a:lnTo>
                  <a:lnTo>
                    <a:pt x="1319692" y="2247079"/>
                  </a:lnTo>
                  <a:lnTo>
                    <a:pt x="1313320" y="2253181"/>
                  </a:lnTo>
                  <a:lnTo>
                    <a:pt x="1316658" y="2256725"/>
                  </a:lnTo>
                  <a:lnTo>
                    <a:pt x="1310168" y="2259837"/>
                  </a:lnTo>
                  <a:lnTo>
                    <a:pt x="1305780" y="2258592"/>
                  </a:lnTo>
                  <a:lnTo>
                    <a:pt x="1303574" y="2259741"/>
                  </a:lnTo>
                  <a:lnTo>
                    <a:pt x="1302912" y="2263488"/>
                  </a:lnTo>
                  <a:lnTo>
                    <a:pt x="1299558" y="2266968"/>
                  </a:lnTo>
                  <a:lnTo>
                    <a:pt x="1304437" y="2277453"/>
                  </a:lnTo>
                  <a:lnTo>
                    <a:pt x="1314436" y="2284298"/>
                  </a:lnTo>
                  <a:lnTo>
                    <a:pt x="1321490" y="2292878"/>
                  </a:lnTo>
                  <a:lnTo>
                    <a:pt x="1349851" y="2304175"/>
                  </a:lnTo>
                  <a:lnTo>
                    <a:pt x="1356724" y="2303851"/>
                  </a:lnTo>
                  <a:lnTo>
                    <a:pt x="1363488" y="2315225"/>
                  </a:lnTo>
                  <a:lnTo>
                    <a:pt x="1368940" y="2319136"/>
                  </a:lnTo>
                  <a:lnTo>
                    <a:pt x="1374191" y="2321124"/>
                  </a:lnTo>
                  <a:lnTo>
                    <a:pt x="1373591" y="2328948"/>
                  </a:lnTo>
                  <a:lnTo>
                    <a:pt x="1364263" y="2334676"/>
                  </a:lnTo>
                  <a:lnTo>
                    <a:pt x="1361742" y="2341509"/>
                  </a:lnTo>
                  <a:lnTo>
                    <a:pt x="1359395" y="2345351"/>
                  </a:lnTo>
                  <a:lnTo>
                    <a:pt x="1355189" y="2340486"/>
                  </a:lnTo>
                  <a:lnTo>
                    <a:pt x="1350869" y="2336962"/>
                  </a:lnTo>
                  <a:lnTo>
                    <a:pt x="1340869" y="2347681"/>
                  </a:lnTo>
                  <a:lnTo>
                    <a:pt x="1336048" y="2349936"/>
                  </a:lnTo>
                  <a:lnTo>
                    <a:pt x="1338440" y="2338378"/>
                  </a:lnTo>
                  <a:lnTo>
                    <a:pt x="1334663" y="2333850"/>
                  </a:lnTo>
                  <a:lnTo>
                    <a:pt x="1328952" y="2322261"/>
                  </a:lnTo>
                  <a:lnTo>
                    <a:pt x="1320632" y="2315091"/>
                  </a:lnTo>
                  <a:lnTo>
                    <a:pt x="1314772" y="2312716"/>
                  </a:lnTo>
                  <a:lnTo>
                    <a:pt x="1310209" y="2308182"/>
                  </a:lnTo>
                  <a:lnTo>
                    <a:pt x="1304685" y="2306347"/>
                  </a:lnTo>
                  <a:lnTo>
                    <a:pt x="1299972" y="2306817"/>
                  </a:lnTo>
                  <a:lnTo>
                    <a:pt x="1291993" y="2304175"/>
                  </a:lnTo>
                  <a:lnTo>
                    <a:pt x="1291466" y="2298009"/>
                  </a:lnTo>
                  <a:lnTo>
                    <a:pt x="1289254" y="2293392"/>
                  </a:lnTo>
                  <a:lnTo>
                    <a:pt x="1283011" y="2287943"/>
                  </a:lnTo>
                  <a:lnTo>
                    <a:pt x="1253183" y="2277649"/>
                  </a:lnTo>
                  <a:lnTo>
                    <a:pt x="1253002" y="2281910"/>
                  </a:lnTo>
                  <a:lnTo>
                    <a:pt x="1255069" y="2285117"/>
                  </a:lnTo>
                  <a:lnTo>
                    <a:pt x="1259353" y="2287251"/>
                  </a:lnTo>
                  <a:lnTo>
                    <a:pt x="1264480" y="2291404"/>
                  </a:lnTo>
                  <a:lnTo>
                    <a:pt x="1264433" y="2303705"/>
                  </a:lnTo>
                  <a:lnTo>
                    <a:pt x="1262216" y="2308912"/>
                  </a:lnTo>
                  <a:lnTo>
                    <a:pt x="1261265" y="2316330"/>
                  </a:lnTo>
                  <a:lnTo>
                    <a:pt x="1259291" y="2323868"/>
                  </a:lnTo>
                  <a:lnTo>
                    <a:pt x="1255643" y="2329811"/>
                  </a:lnTo>
                  <a:lnTo>
                    <a:pt x="1247499" y="2333863"/>
                  </a:lnTo>
                  <a:lnTo>
                    <a:pt x="1243907" y="2330472"/>
                  </a:lnTo>
                  <a:lnTo>
                    <a:pt x="1238099" y="2314240"/>
                  </a:lnTo>
                  <a:lnTo>
                    <a:pt x="1229887" y="2309128"/>
                  </a:lnTo>
                  <a:lnTo>
                    <a:pt x="1216839" y="2308525"/>
                  </a:lnTo>
                  <a:lnTo>
                    <a:pt x="1207976" y="2312195"/>
                  </a:lnTo>
                  <a:lnTo>
                    <a:pt x="1198317" y="2327919"/>
                  </a:lnTo>
                  <a:lnTo>
                    <a:pt x="1190535" y="2330491"/>
                  </a:lnTo>
                  <a:lnTo>
                    <a:pt x="1163895" y="2322343"/>
                  </a:lnTo>
                  <a:lnTo>
                    <a:pt x="1133478" y="2309928"/>
                  </a:lnTo>
                  <a:lnTo>
                    <a:pt x="1134263" y="2305794"/>
                  </a:lnTo>
                  <a:lnTo>
                    <a:pt x="1139049" y="2304467"/>
                  </a:lnTo>
                  <a:lnTo>
                    <a:pt x="1148227" y="2306163"/>
                  </a:lnTo>
                  <a:lnTo>
                    <a:pt x="1147741" y="2301902"/>
                  </a:lnTo>
                  <a:lnTo>
                    <a:pt x="1138361" y="2288032"/>
                  </a:lnTo>
                  <a:lnTo>
                    <a:pt x="1136641" y="2281771"/>
                  </a:lnTo>
                  <a:lnTo>
                    <a:pt x="1137850" y="2274131"/>
                  </a:lnTo>
                  <a:lnTo>
                    <a:pt x="1134791" y="2274303"/>
                  </a:lnTo>
                  <a:lnTo>
                    <a:pt x="1129158" y="2280717"/>
                  </a:lnTo>
                  <a:lnTo>
                    <a:pt x="1109763" y="2275281"/>
                  </a:lnTo>
                  <a:lnTo>
                    <a:pt x="1104410" y="2268784"/>
                  </a:lnTo>
                  <a:lnTo>
                    <a:pt x="1093015" y="2250476"/>
                  </a:lnTo>
                  <a:lnTo>
                    <a:pt x="1076933" y="2249879"/>
                  </a:lnTo>
                  <a:lnTo>
                    <a:pt x="1069657" y="2238779"/>
                  </a:lnTo>
                  <a:lnTo>
                    <a:pt x="1056515" y="2243427"/>
                  </a:lnTo>
                  <a:lnTo>
                    <a:pt x="1049859" y="2248571"/>
                  </a:lnTo>
                  <a:lnTo>
                    <a:pt x="1044009" y="2256541"/>
                  </a:lnTo>
                  <a:lnTo>
                    <a:pt x="1046288" y="2260675"/>
                  </a:lnTo>
                  <a:lnTo>
                    <a:pt x="1052117" y="2267241"/>
                  </a:lnTo>
                  <a:lnTo>
                    <a:pt x="1049456" y="2270410"/>
                  </a:lnTo>
                  <a:lnTo>
                    <a:pt x="1030744" y="2275090"/>
                  </a:lnTo>
                  <a:lnTo>
                    <a:pt x="987304" y="2269857"/>
                  </a:lnTo>
                  <a:lnTo>
                    <a:pt x="974601" y="2264968"/>
                  </a:lnTo>
                  <a:lnTo>
                    <a:pt x="957553" y="2254629"/>
                  </a:lnTo>
                  <a:lnTo>
                    <a:pt x="933921" y="2246202"/>
                  </a:lnTo>
                  <a:lnTo>
                    <a:pt x="922542" y="2244843"/>
                  </a:lnTo>
                  <a:lnTo>
                    <a:pt x="911400" y="2246513"/>
                  </a:lnTo>
                  <a:lnTo>
                    <a:pt x="878978" y="2247377"/>
                  </a:lnTo>
                  <a:lnTo>
                    <a:pt x="871454" y="2249619"/>
                  </a:lnTo>
                  <a:lnTo>
                    <a:pt x="865046" y="2253200"/>
                  </a:lnTo>
                  <a:lnTo>
                    <a:pt x="860891" y="2249238"/>
                  </a:lnTo>
                  <a:lnTo>
                    <a:pt x="858968" y="2242163"/>
                  </a:lnTo>
                  <a:lnTo>
                    <a:pt x="862731" y="2241014"/>
                  </a:lnTo>
                  <a:lnTo>
                    <a:pt x="866916" y="2236854"/>
                  </a:lnTo>
                  <a:lnTo>
                    <a:pt x="870694" y="2228631"/>
                  </a:lnTo>
                  <a:lnTo>
                    <a:pt x="871123" y="2223658"/>
                  </a:lnTo>
                  <a:lnTo>
                    <a:pt x="868482" y="2220413"/>
                  </a:lnTo>
                  <a:lnTo>
                    <a:pt x="863459" y="2220089"/>
                  </a:lnTo>
                  <a:lnTo>
                    <a:pt x="852364" y="2241516"/>
                  </a:lnTo>
                  <a:lnTo>
                    <a:pt x="858705" y="2253524"/>
                  </a:lnTo>
                  <a:lnTo>
                    <a:pt x="858271" y="2257855"/>
                  </a:lnTo>
                  <a:lnTo>
                    <a:pt x="836132" y="2260319"/>
                  </a:lnTo>
                  <a:lnTo>
                    <a:pt x="785881" y="2284495"/>
                  </a:lnTo>
                  <a:lnTo>
                    <a:pt x="766285" y="2297532"/>
                  </a:lnTo>
                  <a:lnTo>
                    <a:pt x="767288" y="2293144"/>
                  </a:lnTo>
                  <a:lnTo>
                    <a:pt x="790982" y="2276246"/>
                  </a:lnTo>
                  <a:lnTo>
                    <a:pt x="782615" y="2273661"/>
                  </a:lnTo>
                  <a:lnTo>
                    <a:pt x="769143" y="2277884"/>
                  </a:lnTo>
                  <a:lnTo>
                    <a:pt x="764311" y="2276259"/>
                  </a:lnTo>
                  <a:lnTo>
                    <a:pt x="770016" y="2262288"/>
                  </a:lnTo>
                  <a:lnTo>
                    <a:pt x="768156" y="2249968"/>
                  </a:lnTo>
                  <a:lnTo>
                    <a:pt x="758591" y="2249631"/>
                  </a:lnTo>
                  <a:lnTo>
                    <a:pt x="752498" y="2259468"/>
                  </a:lnTo>
                  <a:lnTo>
                    <a:pt x="748265" y="2259049"/>
                  </a:lnTo>
                  <a:lnTo>
                    <a:pt x="742720" y="2254832"/>
                  </a:lnTo>
                  <a:lnTo>
                    <a:pt x="738426" y="2256166"/>
                  </a:lnTo>
                  <a:lnTo>
                    <a:pt x="741604" y="2278456"/>
                  </a:lnTo>
                  <a:lnTo>
                    <a:pt x="747630" y="2287626"/>
                  </a:lnTo>
                  <a:lnTo>
                    <a:pt x="752668" y="2299317"/>
                  </a:lnTo>
                  <a:lnTo>
                    <a:pt x="738907" y="2313764"/>
                  </a:lnTo>
                  <a:lnTo>
                    <a:pt x="726127" y="2325684"/>
                  </a:lnTo>
                  <a:lnTo>
                    <a:pt x="724742" y="2337203"/>
                  </a:lnTo>
                  <a:lnTo>
                    <a:pt x="711900" y="2352209"/>
                  </a:lnTo>
                  <a:lnTo>
                    <a:pt x="699818" y="2360719"/>
                  </a:lnTo>
                  <a:lnTo>
                    <a:pt x="671432" y="2380723"/>
                  </a:lnTo>
                  <a:lnTo>
                    <a:pt x="663334" y="2385003"/>
                  </a:lnTo>
                  <a:lnTo>
                    <a:pt x="650523" y="2394287"/>
                  </a:lnTo>
                  <a:lnTo>
                    <a:pt x="632849" y="2401247"/>
                  </a:lnTo>
                  <a:lnTo>
                    <a:pt x="615904" y="2412297"/>
                  </a:lnTo>
                  <a:lnTo>
                    <a:pt x="610189" y="2413973"/>
                  </a:lnTo>
                  <a:lnTo>
                    <a:pt x="621010" y="2404619"/>
                  </a:lnTo>
                  <a:lnTo>
                    <a:pt x="633842" y="2395379"/>
                  </a:lnTo>
                  <a:lnTo>
                    <a:pt x="622834" y="2396643"/>
                  </a:lnTo>
                  <a:lnTo>
                    <a:pt x="605869" y="2392363"/>
                  </a:lnTo>
                  <a:lnTo>
                    <a:pt x="595487" y="2392115"/>
                  </a:lnTo>
                  <a:lnTo>
                    <a:pt x="595414" y="2395487"/>
                  </a:lnTo>
                  <a:lnTo>
                    <a:pt x="587518" y="2400250"/>
                  </a:lnTo>
                  <a:lnTo>
                    <a:pt x="579338" y="2393252"/>
                  </a:lnTo>
                  <a:lnTo>
                    <a:pt x="575772" y="2388546"/>
                  </a:lnTo>
                  <a:lnTo>
                    <a:pt x="574082" y="2384482"/>
                  </a:lnTo>
                  <a:lnTo>
                    <a:pt x="570609" y="2383498"/>
                  </a:lnTo>
                  <a:lnTo>
                    <a:pt x="567271" y="2385384"/>
                  </a:lnTo>
                  <a:lnTo>
                    <a:pt x="579482" y="2414005"/>
                  </a:lnTo>
                  <a:lnTo>
                    <a:pt x="584686" y="2415243"/>
                  </a:lnTo>
                  <a:lnTo>
                    <a:pt x="590443" y="2418088"/>
                  </a:lnTo>
                  <a:lnTo>
                    <a:pt x="583275" y="2424756"/>
                  </a:lnTo>
                  <a:lnTo>
                    <a:pt x="575560" y="2429817"/>
                  </a:lnTo>
                  <a:lnTo>
                    <a:pt x="563426" y="2433177"/>
                  </a:lnTo>
                  <a:lnTo>
                    <a:pt x="553142" y="2422730"/>
                  </a:lnTo>
                  <a:lnTo>
                    <a:pt x="550915" y="2435838"/>
                  </a:lnTo>
                  <a:lnTo>
                    <a:pt x="549613" y="2448926"/>
                  </a:lnTo>
                  <a:lnTo>
                    <a:pt x="546161" y="2452285"/>
                  </a:lnTo>
                  <a:lnTo>
                    <a:pt x="540647" y="2457073"/>
                  </a:lnTo>
                  <a:lnTo>
                    <a:pt x="537655" y="2453460"/>
                  </a:lnTo>
                  <a:lnTo>
                    <a:pt x="536234" y="2448399"/>
                  </a:lnTo>
                  <a:lnTo>
                    <a:pt x="532704" y="2452914"/>
                  </a:lnTo>
                  <a:lnTo>
                    <a:pt x="527536" y="2456305"/>
                  </a:lnTo>
                  <a:lnTo>
                    <a:pt x="519010" y="2456984"/>
                  </a:lnTo>
                  <a:lnTo>
                    <a:pt x="512612" y="2458794"/>
                  </a:lnTo>
                  <a:lnTo>
                    <a:pt x="512762" y="2464217"/>
                  </a:lnTo>
                  <a:lnTo>
                    <a:pt x="514224" y="2469666"/>
                  </a:lnTo>
                  <a:lnTo>
                    <a:pt x="525542" y="2465361"/>
                  </a:lnTo>
                  <a:lnTo>
                    <a:pt x="521438" y="2479376"/>
                  </a:lnTo>
                  <a:lnTo>
                    <a:pt x="511031" y="2493226"/>
                  </a:lnTo>
                  <a:lnTo>
                    <a:pt x="502550" y="2496497"/>
                  </a:lnTo>
                  <a:lnTo>
                    <a:pt x="489579" y="2494471"/>
                  </a:lnTo>
                  <a:lnTo>
                    <a:pt x="486375" y="2495861"/>
                  </a:lnTo>
                  <a:lnTo>
                    <a:pt x="483507" y="2498738"/>
                  </a:lnTo>
                  <a:lnTo>
                    <a:pt x="498618" y="2520406"/>
                  </a:lnTo>
                  <a:lnTo>
                    <a:pt x="488908" y="2553085"/>
                  </a:lnTo>
                  <a:lnTo>
                    <a:pt x="482701" y="2564928"/>
                  </a:lnTo>
                  <a:lnTo>
                    <a:pt x="478396" y="2566446"/>
                  </a:lnTo>
                  <a:lnTo>
                    <a:pt x="473730" y="2566789"/>
                  </a:lnTo>
                  <a:lnTo>
                    <a:pt x="456981" y="2556260"/>
                  </a:lnTo>
                  <a:lnTo>
                    <a:pt x="447845" y="2548119"/>
                  </a:lnTo>
                  <a:lnTo>
                    <a:pt x="455896" y="2570275"/>
                  </a:lnTo>
                  <a:lnTo>
                    <a:pt x="477833" y="2576746"/>
                  </a:lnTo>
                  <a:lnTo>
                    <a:pt x="478955" y="2585129"/>
                  </a:lnTo>
                  <a:lnTo>
                    <a:pt x="478831" y="2592292"/>
                  </a:lnTo>
                  <a:lnTo>
                    <a:pt x="474510" y="2600700"/>
                  </a:lnTo>
                  <a:lnTo>
                    <a:pt x="470469" y="2611870"/>
                  </a:lnTo>
                  <a:lnTo>
                    <a:pt x="473451" y="2619650"/>
                  </a:lnTo>
                  <a:lnTo>
                    <a:pt x="476913" y="2638885"/>
                  </a:lnTo>
                  <a:lnTo>
                    <a:pt x="479874" y="2647712"/>
                  </a:lnTo>
                  <a:lnTo>
                    <a:pt x="483130" y="2674492"/>
                  </a:lnTo>
                  <a:lnTo>
                    <a:pt x="486592" y="2686106"/>
                  </a:lnTo>
                  <a:lnTo>
                    <a:pt x="506535" y="2728851"/>
                  </a:lnTo>
                  <a:lnTo>
                    <a:pt x="513258" y="2729181"/>
                  </a:lnTo>
                  <a:lnTo>
                    <a:pt x="514338" y="2733811"/>
                  </a:lnTo>
                  <a:lnTo>
                    <a:pt x="513697" y="2742688"/>
                  </a:lnTo>
                  <a:lnTo>
                    <a:pt x="499352" y="2745273"/>
                  </a:lnTo>
                  <a:lnTo>
                    <a:pt x="493331" y="2749229"/>
                  </a:lnTo>
                  <a:lnTo>
                    <a:pt x="492158" y="2752665"/>
                  </a:lnTo>
                  <a:lnTo>
                    <a:pt x="491269" y="2754519"/>
                  </a:lnTo>
                  <a:lnTo>
                    <a:pt x="489419" y="2754348"/>
                  </a:lnTo>
                  <a:lnTo>
                    <a:pt x="482577" y="2751877"/>
                  </a:lnTo>
                  <a:lnTo>
                    <a:pt x="467022" y="2739735"/>
                  </a:lnTo>
                  <a:lnTo>
                    <a:pt x="444357" y="2732210"/>
                  </a:lnTo>
                  <a:lnTo>
                    <a:pt x="414575" y="2729295"/>
                  </a:lnTo>
                  <a:lnTo>
                    <a:pt x="394230" y="2723218"/>
                  </a:lnTo>
                  <a:lnTo>
                    <a:pt x="383321" y="2713959"/>
                  </a:lnTo>
                  <a:lnTo>
                    <a:pt x="371916" y="2708473"/>
                  </a:lnTo>
                  <a:lnTo>
                    <a:pt x="360019" y="2706745"/>
                  </a:lnTo>
                  <a:lnTo>
                    <a:pt x="350165" y="2701722"/>
                  </a:lnTo>
                  <a:lnTo>
                    <a:pt x="342351" y="2693403"/>
                  </a:lnTo>
                  <a:lnTo>
                    <a:pt x="330925" y="2688094"/>
                  </a:lnTo>
                  <a:lnTo>
                    <a:pt x="315887" y="2685789"/>
                  </a:lnTo>
                  <a:lnTo>
                    <a:pt x="306099" y="2679553"/>
                  </a:lnTo>
                  <a:lnTo>
                    <a:pt x="299293" y="2664306"/>
                  </a:lnTo>
                  <a:lnTo>
                    <a:pt x="299262" y="2664077"/>
                  </a:lnTo>
                  <a:lnTo>
                    <a:pt x="293170" y="2638586"/>
                  </a:lnTo>
                  <a:lnTo>
                    <a:pt x="285496" y="2622615"/>
                  </a:lnTo>
                  <a:lnTo>
                    <a:pt x="270561" y="2602853"/>
                  </a:lnTo>
                  <a:lnTo>
                    <a:pt x="269186" y="2600249"/>
                  </a:lnTo>
                  <a:lnTo>
                    <a:pt x="269062" y="2596998"/>
                  </a:lnTo>
                  <a:lnTo>
                    <a:pt x="270912" y="2585497"/>
                  </a:lnTo>
                  <a:lnTo>
                    <a:pt x="269336" y="2577229"/>
                  </a:lnTo>
                  <a:lnTo>
                    <a:pt x="264608" y="2570491"/>
                  </a:lnTo>
                  <a:lnTo>
                    <a:pt x="263522" y="2563360"/>
                  </a:lnTo>
                  <a:lnTo>
                    <a:pt x="266086" y="2555854"/>
                  </a:lnTo>
                  <a:lnTo>
                    <a:pt x="266251" y="2546836"/>
                  </a:lnTo>
                  <a:lnTo>
                    <a:pt x="264024" y="2536307"/>
                  </a:lnTo>
                  <a:lnTo>
                    <a:pt x="254500" y="2524921"/>
                  </a:lnTo>
                  <a:lnTo>
                    <a:pt x="237679" y="2512690"/>
                  </a:lnTo>
                  <a:lnTo>
                    <a:pt x="223349" y="2494826"/>
                  </a:lnTo>
                  <a:lnTo>
                    <a:pt x="211520" y="2471343"/>
                  </a:lnTo>
                  <a:lnTo>
                    <a:pt x="199820" y="2455073"/>
                  </a:lnTo>
                  <a:lnTo>
                    <a:pt x="188249" y="2446011"/>
                  </a:lnTo>
                  <a:lnTo>
                    <a:pt x="180338" y="2434949"/>
                  </a:lnTo>
                  <a:lnTo>
                    <a:pt x="176079" y="2421886"/>
                  </a:lnTo>
                  <a:lnTo>
                    <a:pt x="174824" y="2414303"/>
                  </a:lnTo>
                  <a:lnTo>
                    <a:pt x="176560" y="2412208"/>
                  </a:lnTo>
                  <a:lnTo>
                    <a:pt x="169449" y="2397684"/>
                  </a:lnTo>
                  <a:lnTo>
                    <a:pt x="153491" y="2370746"/>
                  </a:lnTo>
                  <a:lnTo>
                    <a:pt x="144324" y="2351047"/>
                  </a:lnTo>
                  <a:lnTo>
                    <a:pt x="141962" y="2338594"/>
                  </a:lnTo>
                  <a:lnTo>
                    <a:pt x="131807" y="2323772"/>
                  </a:lnTo>
                  <a:lnTo>
                    <a:pt x="113865" y="2306582"/>
                  </a:lnTo>
                  <a:lnTo>
                    <a:pt x="104108" y="2295399"/>
                  </a:lnTo>
                  <a:lnTo>
                    <a:pt x="101711" y="2287632"/>
                  </a:lnTo>
                  <a:lnTo>
                    <a:pt x="73712" y="2265044"/>
                  </a:lnTo>
                  <a:lnTo>
                    <a:pt x="65578" y="2250933"/>
                  </a:lnTo>
                  <a:lnTo>
                    <a:pt x="59227" y="2246475"/>
                  </a:lnTo>
                  <a:lnTo>
                    <a:pt x="51935" y="2246958"/>
                  </a:lnTo>
                  <a:lnTo>
                    <a:pt x="48194" y="2245605"/>
                  </a:lnTo>
                  <a:lnTo>
                    <a:pt x="48008" y="2242417"/>
                  </a:lnTo>
                  <a:lnTo>
                    <a:pt x="45646" y="2242265"/>
                  </a:lnTo>
                  <a:lnTo>
                    <a:pt x="41104" y="2245161"/>
                  </a:lnTo>
                  <a:lnTo>
                    <a:pt x="26210" y="2245745"/>
                  </a:lnTo>
                  <a:lnTo>
                    <a:pt x="961" y="2244024"/>
                  </a:lnTo>
                  <a:lnTo>
                    <a:pt x="0" y="2243821"/>
                  </a:lnTo>
                  <a:lnTo>
                    <a:pt x="0" y="0"/>
                  </a:lnTo>
                  <a:lnTo>
                    <a:pt x="1773799" y="0"/>
                  </a:lnTo>
                  <a:lnTo>
                    <a:pt x="1791779" y="9112"/>
                  </a:lnTo>
                  <a:lnTo>
                    <a:pt x="1812321" y="19521"/>
                  </a:lnTo>
                  <a:lnTo>
                    <a:pt x="1817499" y="36825"/>
                  </a:lnTo>
                  <a:lnTo>
                    <a:pt x="1822542" y="53673"/>
                  </a:lnTo>
                  <a:lnTo>
                    <a:pt x="1834568" y="65904"/>
                  </a:lnTo>
                  <a:lnTo>
                    <a:pt x="1845575" y="77074"/>
                  </a:lnTo>
                  <a:lnTo>
                    <a:pt x="1851947" y="76490"/>
                  </a:lnTo>
                  <a:lnTo>
                    <a:pt x="1858412" y="71772"/>
                  </a:lnTo>
                  <a:lnTo>
                    <a:pt x="1862515" y="69498"/>
                  </a:lnTo>
                  <a:lnTo>
                    <a:pt x="1869393" y="69123"/>
                  </a:lnTo>
                  <a:lnTo>
                    <a:pt x="1884690" y="65085"/>
                  </a:lnTo>
                  <a:lnTo>
                    <a:pt x="1889211" y="65967"/>
                  </a:lnTo>
                  <a:lnTo>
                    <a:pt x="1891780" y="67987"/>
                  </a:lnTo>
                  <a:lnTo>
                    <a:pt x="1891992" y="71149"/>
                  </a:lnTo>
                  <a:lnTo>
                    <a:pt x="1891470" y="73664"/>
                  </a:lnTo>
                  <a:lnTo>
                    <a:pt x="1889103" y="78713"/>
                  </a:lnTo>
                  <a:lnTo>
                    <a:pt x="1892839" y="88333"/>
                  </a:lnTo>
                  <a:lnTo>
                    <a:pt x="1893625" y="99021"/>
                  </a:lnTo>
                  <a:lnTo>
                    <a:pt x="1895676" y="107099"/>
                  </a:lnTo>
                  <a:lnTo>
                    <a:pt x="1901939" y="117437"/>
                  </a:lnTo>
                  <a:lnTo>
                    <a:pt x="1907381" y="125515"/>
                  </a:lnTo>
                  <a:lnTo>
                    <a:pt x="1914233" y="127077"/>
                  </a:lnTo>
                  <a:lnTo>
                    <a:pt x="1930093" y="122372"/>
                  </a:lnTo>
                  <a:lnTo>
                    <a:pt x="1940031" y="120593"/>
                  </a:lnTo>
                  <a:lnTo>
                    <a:pt x="1945674" y="121362"/>
                  </a:lnTo>
                  <a:lnTo>
                    <a:pt x="1955327" y="128925"/>
                  </a:lnTo>
                  <a:lnTo>
                    <a:pt x="1960050" y="133472"/>
                  </a:lnTo>
                  <a:lnTo>
                    <a:pt x="1961177" y="137250"/>
                  </a:lnTo>
                  <a:lnTo>
                    <a:pt x="1948139" y="160340"/>
                  </a:lnTo>
                  <a:lnTo>
                    <a:pt x="1968815" y="171797"/>
                  </a:lnTo>
                  <a:lnTo>
                    <a:pt x="1991889" y="184320"/>
                  </a:lnTo>
                  <a:lnTo>
                    <a:pt x="2019402" y="199249"/>
                  </a:lnTo>
                  <a:lnTo>
                    <a:pt x="2036223" y="208388"/>
                  </a:lnTo>
                  <a:lnTo>
                    <a:pt x="2058377" y="221438"/>
                  </a:lnTo>
                  <a:lnTo>
                    <a:pt x="2062170" y="240032"/>
                  </a:lnTo>
                  <a:lnTo>
                    <a:pt x="2065364" y="255723"/>
                  </a:lnTo>
                  <a:lnTo>
                    <a:pt x="2069436" y="277600"/>
                  </a:lnTo>
                  <a:lnTo>
                    <a:pt x="2073585" y="299916"/>
                  </a:lnTo>
                  <a:lnTo>
                    <a:pt x="2077725" y="322148"/>
                  </a:lnTo>
                  <a:lnTo>
                    <a:pt x="2082112" y="345746"/>
                  </a:lnTo>
                  <a:lnTo>
                    <a:pt x="2086934" y="371669"/>
                  </a:lnTo>
                  <a:lnTo>
                    <a:pt x="2091218" y="394676"/>
                  </a:lnTo>
                  <a:lnTo>
                    <a:pt x="2095894" y="419792"/>
                  </a:lnTo>
                  <a:lnTo>
                    <a:pt x="2102111" y="452477"/>
                  </a:lnTo>
                  <a:lnTo>
                    <a:pt x="2096551" y="465070"/>
                  </a:lnTo>
                  <a:lnTo>
                    <a:pt x="2084443" y="492491"/>
                  </a:lnTo>
                  <a:lnTo>
                    <a:pt x="2073498" y="517277"/>
                  </a:lnTo>
                  <a:lnTo>
                    <a:pt x="2072541" y="524465"/>
                  </a:lnTo>
                  <a:lnTo>
                    <a:pt x="2065017" y="560606"/>
                  </a:lnTo>
                  <a:lnTo>
                    <a:pt x="2058987" y="575535"/>
                  </a:lnTo>
                  <a:lnTo>
                    <a:pt x="2048424" y="584204"/>
                  </a:lnTo>
                  <a:lnTo>
                    <a:pt x="2037938" y="592605"/>
                  </a:lnTo>
                  <a:lnTo>
                    <a:pt x="2024859" y="606684"/>
                  </a:lnTo>
                  <a:lnTo>
                    <a:pt x="2010472" y="613638"/>
                  </a:lnTo>
                  <a:lnTo>
                    <a:pt x="2003123" y="617727"/>
                  </a:lnTo>
                  <a:lnTo>
                    <a:pt x="1999273" y="624179"/>
                  </a:lnTo>
                  <a:lnTo>
                    <a:pt x="1995026" y="638322"/>
                  </a:lnTo>
                  <a:lnTo>
                    <a:pt x="1995842" y="659919"/>
                  </a:lnTo>
                  <a:lnTo>
                    <a:pt x="2007692" y="678507"/>
                  </a:lnTo>
                  <a:lnTo>
                    <a:pt x="2025024" y="688902"/>
                  </a:lnTo>
                  <a:lnTo>
                    <a:pt x="2043669" y="699025"/>
                  </a:lnTo>
                  <a:lnTo>
                    <a:pt x="2070232" y="699069"/>
                  </a:lnTo>
                  <a:lnTo>
                    <a:pt x="2094122" y="685562"/>
                  </a:lnTo>
                  <a:lnTo>
                    <a:pt x="2119433" y="671255"/>
                  </a:lnTo>
                  <a:lnTo>
                    <a:pt x="2142001" y="658497"/>
                  </a:lnTo>
                  <a:lnTo>
                    <a:pt x="2168842" y="643326"/>
                  </a:lnTo>
                  <a:lnTo>
                    <a:pt x="2193151" y="629577"/>
                  </a:lnTo>
                  <a:lnTo>
                    <a:pt x="2219548" y="624637"/>
                  </a:lnTo>
                  <a:lnTo>
                    <a:pt x="2256125" y="617797"/>
                  </a:lnTo>
                  <a:lnTo>
                    <a:pt x="2302169" y="609180"/>
                  </a:lnTo>
                  <a:lnTo>
                    <a:pt x="2324587" y="599368"/>
                  </a:lnTo>
                  <a:lnTo>
                    <a:pt x="2353557" y="586687"/>
                  </a:lnTo>
                  <a:lnTo>
                    <a:pt x="2386977" y="572055"/>
                  </a:lnTo>
                  <a:lnTo>
                    <a:pt x="2415818" y="559431"/>
                  </a:lnTo>
                  <a:lnTo>
                    <a:pt x="2430319" y="552433"/>
                  </a:lnTo>
                  <a:lnTo>
                    <a:pt x="2440633" y="544450"/>
                  </a:lnTo>
                  <a:lnTo>
                    <a:pt x="2443191" y="538544"/>
                  </a:lnTo>
                  <a:lnTo>
                    <a:pt x="2442582" y="535153"/>
                  </a:lnTo>
                  <a:lnTo>
                    <a:pt x="2439920" y="531756"/>
                  </a:lnTo>
                  <a:lnTo>
                    <a:pt x="2436241" y="529247"/>
                  </a:lnTo>
                  <a:lnTo>
                    <a:pt x="2432970" y="527114"/>
                  </a:lnTo>
                  <a:lnTo>
                    <a:pt x="2431435" y="524472"/>
                  </a:lnTo>
                  <a:lnTo>
                    <a:pt x="2431130" y="518693"/>
                  </a:lnTo>
                  <a:lnTo>
                    <a:pt x="2429125" y="515372"/>
                  </a:lnTo>
                  <a:lnTo>
                    <a:pt x="2427213" y="512927"/>
                  </a:lnTo>
                  <a:lnTo>
                    <a:pt x="2427936" y="490561"/>
                  </a:lnTo>
                  <a:lnTo>
                    <a:pt x="2425414" y="483626"/>
                  </a:lnTo>
                  <a:lnTo>
                    <a:pt x="2416014" y="466048"/>
                  </a:lnTo>
                  <a:lnTo>
                    <a:pt x="2433941" y="458167"/>
                  </a:lnTo>
                  <a:lnTo>
                    <a:pt x="2450550" y="450858"/>
                  </a:lnTo>
                  <a:lnTo>
                    <a:pt x="2463795" y="445448"/>
                  </a:lnTo>
                  <a:lnTo>
                    <a:pt x="2491541" y="444597"/>
                  </a:lnTo>
                  <a:lnTo>
                    <a:pt x="2517307" y="444705"/>
                  </a:lnTo>
                  <a:lnTo>
                    <a:pt x="2552820" y="444851"/>
                  </a:lnTo>
                  <a:lnTo>
                    <a:pt x="2582741" y="444971"/>
                  </a:lnTo>
                  <a:lnTo>
                    <a:pt x="2617649" y="445117"/>
                  </a:lnTo>
                  <a:lnTo>
                    <a:pt x="2638113" y="445200"/>
                  </a:lnTo>
                  <a:lnTo>
                    <a:pt x="2664928" y="444946"/>
                  </a:lnTo>
                  <a:lnTo>
                    <a:pt x="2677997" y="424656"/>
                  </a:lnTo>
                  <a:lnTo>
                    <a:pt x="2689676" y="406513"/>
                  </a:lnTo>
                  <a:lnTo>
                    <a:pt x="2702539" y="389177"/>
                  </a:lnTo>
                  <a:lnTo>
                    <a:pt x="2725406" y="368824"/>
                  </a:lnTo>
                  <a:lnTo>
                    <a:pt x="2732047" y="365166"/>
                  </a:lnTo>
                  <a:lnTo>
                    <a:pt x="2735710" y="357139"/>
                  </a:lnTo>
                  <a:lnTo>
                    <a:pt x="2749570" y="349512"/>
                  </a:lnTo>
                  <a:lnTo>
                    <a:pt x="2764841" y="342438"/>
                  </a:lnTo>
                  <a:lnTo>
                    <a:pt x="2770830" y="335802"/>
                  </a:lnTo>
                  <a:lnTo>
                    <a:pt x="2773729" y="332023"/>
                  </a:lnTo>
                  <a:lnTo>
                    <a:pt x="2815076" y="296232"/>
                  </a:lnTo>
                  <a:lnTo>
                    <a:pt x="2838559" y="279702"/>
                  </a:lnTo>
                  <a:lnTo>
                    <a:pt x="2857953" y="270501"/>
                  </a:lnTo>
                  <a:lnTo>
                    <a:pt x="2872717" y="266106"/>
                  </a:lnTo>
                  <a:lnTo>
                    <a:pt x="2882686" y="266735"/>
                  </a:lnTo>
                  <a:lnTo>
                    <a:pt x="2888355" y="266113"/>
                  </a:lnTo>
                  <a:close/>
                </a:path>
              </a:pathLst>
            </a:custGeom>
            <a:solidFill>
              <a:srgbClr val="FFEFDB">
                <a:alpha val="100000"/>
              </a:srgbClr>
            </a:solidFill>
            <a:ln w="5420" cap="flat">
              <a:solidFill>
                <a:srgbClr val="5959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68" name="pg3868"/>
            <p:cNvSpPr/>
            <p:nvPr/>
          </p:nvSpPr>
          <p:spPr>
            <a:xfrm>
              <a:off x="5359282" y="3307053"/>
              <a:ext cx="225302" cy="75760"/>
            </a:xfrm>
            <a:custGeom>
              <a:avLst/>
              <a:pathLst>
                <a:path w="225302" h="75760">
                  <a:moveTo>
                    <a:pt x="153584" y="30132"/>
                  </a:moveTo>
                  <a:lnTo>
                    <a:pt x="160385" y="30983"/>
                  </a:lnTo>
                  <a:lnTo>
                    <a:pt x="166235" y="28513"/>
                  </a:lnTo>
                  <a:lnTo>
                    <a:pt x="171775" y="23521"/>
                  </a:lnTo>
                  <a:lnTo>
                    <a:pt x="184637" y="16771"/>
                  </a:lnTo>
                  <a:lnTo>
                    <a:pt x="195598" y="13818"/>
                  </a:lnTo>
                  <a:lnTo>
                    <a:pt x="199050" y="13208"/>
                  </a:lnTo>
                  <a:lnTo>
                    <a:pt x="204275" y="17946"/>
                  </a:lnTo>
                  <a:lnTo>
                    <a:pt x="214641" y="14142"/>
                  </a:lnTo>
                  <a:lnTo>
                    <a:pt x="225302" y="12008"/>
                  </a:lnTo>
                  <a:lnTo>
                    <a:pt x="179185" y="33669"/>
                  </a:lnTo>
                  <a:lnTo>
                    <a:pt x="169754" y="36108"/>
                  </a:lnTo>
                  <a:lnTo>
                    <a:pt x="156261" y="42560"/>
                  </a:lnTo>
                  <a:lnTo>
                    <a:pt x="143507" y="47132"/>
                  </a:lnTo>
                  <a:lnTo>
                    <a:pt x="134324" y="48796"/>
                  </a:lnTo>
                  <a:lnTo>
                    <a:pt x="88662" y="64875"/>
                  </a:lnTo>
                  <a:lnTo>
                    <a:pt x="85040" y="65224"/>
                  </a:lnTo>
                  <a:lnTo>
                    <a:pt x="81122" y="63656"/>
                  </a:lnTo>
                  <a:lnTo>
                    <a:pt x="43512" y="71937"/>
                  </a:lnTo>
                  <a:lnTo>
                    <a:pt x="28076" y="72870"/>
                  </a:lnTo>
                  <a:lnTo>
                    <a:pt x="14020" y="75760"/>
                  </a:lnTo>
                  <a:lnTo>
                    <a:pt x="24417" y="69092"/>
                  </a:lnTo>
                  <a:lnTo>
                    <a:pt x="24644" y="66596"/>
                  </a:lnTo>
                  <a:lnTo>
                    <a:pt x="22159" y="64646"/>
                  </a:lnTo>
                  <a:lnTo>
                    <a:pt x="16598" y="65212"/>
                  </a:lnTo>
                  <a:lnTo>
                    <a:pt x="10903" y="72076"/>
                  </a:lnTo>
                  <a:lnTo>
                    <a:pt x="1813" y="74369"/>
                  </a:lnTo>
                  <a:lnTo>
                    <a:pt x="0" y="66895"/>
                  </a:lnTo>
                  <a:lnTo>
                    <a:pt x="3033" y="61109"/>
                  </a:lnTo>
                  <a:lnTo>
                    <a:pt x="7141" y="55623"/>
                  </a:lnTo>
                  <a:lnTo>
                    <a:pt x="16169" y="46999"/>
                  </a:lnTo>
                  <a:lnTo>
                    <a:pt x="29083" y="41531"/>
                  </a:lnTo>
                  <a:lnTo>
                    <a:pt x="35646" y="36806"/>
                  </a:lnTo>
                  <a:lnTo>
                    <a:pt x="40194" y="40966"/>
                  </a:lnTo>
                  <a:lnTo>
                    <a:pt x="41191" y="35346"/>
                  </a:lnTo>
                  <a:lnTo>
                    <a:pt x="44690" y="32101"/>
                  </a:lnTo>
                  <a:lnTo>
                    <a:pt x="48493" y="30354"/>
                  </a:lnTo>
                  <a:lnTo>
                    <a:pt x="57640" y="30310"/>
                  </a:lnTo>
                  <a:lnTo>
                    <a:pt x="62565" y="29427"/>
                  </a:lnTo>
                  <a:lnTo>
                    <a:pt x="66126" y="27560"/>
                  </a:lnTo>
                  <a:lnTo>
                    <a:pt x="69779" y="27211"/>
                  </a:lnTo>
                  <a:lnTo>
                    <a:pt x="79784" y="29757"/>
                  </a:lnTo>
                  <a:lnTo>
                    <a:pt x="89556" y="29027"/>
                  </a:lnTo>
                  <a:lnTo>
                    <a:pt x="97447" y="25509"/>
                  </a:lnTo>
                  <a:lnTo>
                    <a:pt x="105648" y="24328"/>
                  </a:lnTo>
                  <a:lnTo>
                    <a:pt x="127343" y="23534"/>
                  </a:lnTo>
                  <a:lnTo>
                    <a:pt x="148902" y="20962"/>
                  </a:lnTo>
                  <a:lnTo>
                    <a:pt x="157522" y="16390"/>
                  </a:lnTo>
                  <a:lnTo>
                    <a:pt x="175630" y="3575"/>
                  </a:lnTo>
                  <a:lnTo>
                    <a:pt x="186048" y="0"/>
                  </a:lnTo>
                  <a:lnTo>
                    <a:pt x="169826" y="14891"/>
                  </a:lnTo>
                  <a:lnTo>
                    <a:pt x="161108" y="21718"/>
                  </a:lnTo>
                  <a:close/>
                </a:path>
              </a:pathLst>
            </a:custGeom>
            <a:solidFill>
              <a:srgbClr val="FFEFDB">
                <a:alpha val="100000"/>
              </a:srgbClr>
            </a:solidFill>
            <a:ln w="5420" cap="flat">
              <a:solidFill>
                <a:srgbClr val="5959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69" name="pg3869"/>
            <p:cNvSpPr/>
            <p:nvPr/>
          </p:nvSpPr>
          <p:spPr>
            <a:xfrm>
              <a:off x="5954108" y="2877417"/>
              <a:ext cx="23756" cy="26893"/>
            </a:xfrm>
            <a:custGeom>
              <a:avLst/>
              <a:pathLst>
                <a:path w="23756" h="26893">
                  <a:moveTo>
                    <a:pt x="17596" y="18663"/>
                  </a:moveTo>
                  <a:lnTo>
                    <a:pt x="10841" y="17558"/>
                  </a:lnTo>
                  <a:lnTo>
                    <a:pt x="10981" y="24423"/>
                  </a:lnTo>
                  <a:lnTo>
                    <a:pt x="10226" y="26893"/>
                  </a:lnTo>
                  <a:lnTo>
                    <a:pt x="2744" y="23363"/>
                  </a:lnTo>
                  <a:lnTo>
                    <a:pt x="0" y="21089"/>
                  </a:lnTo>
                  <a:lnTo>
                    <a:pt x="237" y="11995"/>
                  </a:lnTo>
                  <a:lnTo>
                    <a:pt x="6847" y="3397"/>
                  </a:lnTo>
                  <a:lnTo>
                    <a:pt x="11885" y="0"/>
                  </a:lnTo>
                  <a:lnTo>
                    <a:pt x="18381" y="2355"/>
                  </a:lnTo>
                  <a:lnTo>
                    <a:pt x="23368" y="11983"/>
                  </a:lnTo>
                  <a:lnTo>
                    <a:pt x="23756" y="16129"/>
                  </a:lnTo>
                  <a:close/>
                </a:path>
              </a:pathLst>
            </a:custGeom>
            <a:solidFill>
              <a:srgbClr val="FFEFDB">
                <a:alpha val="100000"/>
              </a:srgbClr>
            </a:solidFill>
            <a:ln w="5420" cap="flat">
              <a:solidFill>
                <a:srgbClr val="5959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70" name="pg3870"/>
            <p:cNvSpPr/>
            <p:nvPr/>
          </p:nvSpPr>
          <p:spPr>
            <a:xfrm>
              <a:off x="5337706" y="3371376"/>
              <a:ext cx="17833" cy="18174"/>
            </a:xfrm>
            <a:custGeom>
              <a:avLst/>
              <a:pathLst>
                <a:path w="17833" h="18174">
                  <a:moveTo>
                    <a:pt x="0" y="18174"/>
                  </a:moveTo>
                  <a:lnTo>
                    <a:pt x="5048" y="5702"/>
                  </a:lnTo>
                  <a:lnTo>
                    <a:pt x="14330" y="0"/>
                  </a:lnTo>
                  <a:lnTo>
                    <a:pt x="17689" y="1187"/>
                  </a:lnTo>
                  <a:lnTo>
                    <a:pt x="17833" y="5594"/>
                  </a:lnTo>
                  <a:lnTo>
                    <a:pt x="16531" y="9360"/>
                  </a:lnTo>
                  <a:lnTo>
                    <a:pt x="10304" y="15164"/>
                  </a:lnTo>
                  <a:lnTo>
                    <a:pt x="5054" y="17635"/>
                  </a:lnTo>
                  <a:close/>
                </a:path>
              </a:pathLst>
            </a:custGeom>
            <a:solidFill>
              <a:srgbClr val="FFEFDB">
                <a:alpha val="100000"/>
              </a:srgbClr>
            </a:solidFill>
            <a:ln w="5420" cap="flat">
              <a:solidFill>
                <a:srgbClr val="5959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71" name="pg3871"/>
            <p:cNvSpPr/>
            <p:nvPr/>
          </p:nvSpPr>
          <p:spPr>
            <a:xfrm>
              <a:off x="5698253" y="3267490"/>
              <a:ext cx="33791" cy="16879"/>
            </a:xfrm>
            <a:custGeom>
              <a:avLst/>
              <a:pathLst>
                <a:path w="33791" h="16879">
                  <a:moveTo>
                    <a:pt x="4645" y="16879"/>
                  </a:moveTo>
                  <a:lnTo>
                    <a:pt x="0" y="12776"/>
                  </a:lnTo>
                  <a:lnTo>
                    <a:pt x="7270" y="10878"/>
                  </a:lnTo>
                  <a:lnTo>
                    <a:pt x="16454" y="1130"/>
                  </a:lnTo>
                  <a:lnTo>
                    <a:pt x="22562" y="0"/>
                  </a:lnTo>
                  <a:lnTo>
                    <a:pt x="32158" y="5518"/>
                  </a:lnTo>
                  <a:lnTo>
                    <a:pt x="33791" y="10522"/>
                  </a:lnTo>
                  <a:close/>
                </a:path>
              </a:pathLst>
            </a:custGeom>
            <a:solidFill>
              <a:srgbClr val="FFEFDB">
                <a:alpha val="100000"/>
              </a:srgbClr>
            </a:solidFill>
            <a:ln w="5420" cap="flat">
              <a:solidFill>
                <a:srgbClr val="5959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72" name="pg3872"/>
            <p:cNvSpPr/>
            <p:nvPr/>
          </p:nvSpPr>
          <p:spPr>
            <a:xfrm>
              <a:off x="5643532" y="3241859"/>
              <a:ext cx="12087" cy="24671"/>
            </a:xfrm>
            <a:custGeom>
              <a:avLst/>
              <a:pathLst>
                <a:path w="12087" h="24671">
                  <a:moveTo>
                    <a:pt x="5855" y="24671"/>
                  </a:moveTo>
                  <a:lnTo>
                    <a:pt x="0" y="24048"/>
                  </a:lnTo>
                  <a:lnTo>
                    <a:pt x="2971" y="19248"/>
                  </a:lnTo>
                  <a:lnTo>
                    <a:pt x="4103" y="12199"/>
                  </a:lnTo>
                  <a:lnTo>
                    <a:pt x="6991" y="4457"/>
                  </a:lnTo>
                  <a:lnTo>
                    <a:pt x="8655" y="2089"/>
                  </a:lnTo>
                  <a:lnTo>
                    <a:pt x="12087" y="0"/>
                  </a:lnTo>
                  <a:lnTo>
                    <a:pt x="11095" y="21115"/>
                  </a:lnTo>
                  <a:close/>
                </a:path>
              </a:pathLst>
            </a:custGeom>
            <a:solidFill>
              <a:srgbClr val="FFEFDB">
                <a:alpha val="100000"/>
              </a:srgbClr>
            </a:solidFill>
            <a:ln w="5420" cap="flat">
              <a:solidFill>
                <a:srgbClr val="5959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73" name="pg3873"/>
            <p:cNvSpPr/>
            <p:nvPr/>
          </p:nvSpPr>
          <p:spPr>
            <a:xfrm>
              <a:off x="5761346" y="3275262"/>
              <a:ext cx="27001" cy="19248"/>
            </a:xfrm>
            <a:custGeom>
              <a:avLst/>
              <a:pathLst>
                <a:path w="27001" h="19248">
                  <a:moveTo>
                    <a:pt x="18836" y="19248"/>
                  </a:moveTo>
                  <a:lnTo>
                    <a:pt x="0" y="14453"/>
                  </a:lnTo>
                  <a:lnTo>
                    <a:pt x="15498" y="10389"/>
                  </a:lnTo>
                  <a:lnTo>
                    <a:pt x="18030" y="8973"/>
                  </a:lnTo>
                  <a:lnTo>
                    <a:pt x="20050" y="2997"/>
                  </a:lnTo>
                  <a:lnTo>
                    <a:pt x="20303" y="0"/>
                  </a:lnTo>
                  <a:lnTo>
                    <a:pt x="26190" y="12853"/>
                  </a:lnTo>
                  <a:lnTo>
                    <a:pt x="27001" y="17152"/>
                  </a:lnTo>
                  <a:close/>
                </a:path>
              </a:pathLst>
            </a:custGeom>
            <a:solidFill>
              <a:srgbClr val="FFEFDB">
                <a:alpha val="100000"/>
              </a:srgbClr>
            </a:solidFill>
            <a:ln w="5420" cap="flat">
              <a:solidFill>
                <a:srgbClr val="5959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74" name="pg3874"/>
            <p:cNvSpPr/>
            <p:nvPr/>
          </p:nvSpPr>
          <p:spPr>
            <a:xfrm>
              <a:off x="5180933" y="3984239"/>
              <a:ext cx="8624" cy="14377"/>
            </a:xfrm>
            <a:custGeom>
              <a:avLst/>
              <a:pathLst>
                <a:path w="8624" h="14377">
                  <a:moveTo>
                    <a:pt x="7028" y="14377"/>
                  </a:moveTo>
                  <a:lnTo>
                    <a:pt x="0" y="0"/>
                  </a:lnTo>
                  <a:lnTo>
                    <a:pt x="7229" y="4648"/>
                  </a:lnTo>
                  <a:lnTo>
                    <a:pt x="8521" y="8515"/>
                  </a:lnTo>
                  <a:lnTo>
                    <a:pt x="8624" y="11735"/>
                  </a:lnTo>
                  <a:close/>
                </a:path>
              </a:pathLst>
            </a:custGeom>
            <a:solidFill>
              <a:srgbClr val="FFEFDB">
                <a:alpha val="100000"/>
              </a:srgbClr>
            </a:solidFill>
            <a:ln w="5420" cap="flat">
              <a:solidFill>
                <a:srgbClr val="5959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75" name="pg3875"/>
            <p:cNvSpPr/>
            <p:nvPr/>
          </p:nvSpPr>
          <p:spPr>
            <a:xfrm>
              <a:off x="5183801" y="4007259"/>
              <a:ext cx="24727" cy="72349"/>
            </a:xfrm>
            <a:custGeom>
              <a:avLst/>
              <a:pathLst>
                <a:path w="24727" h="72349">
                  <a:moveTo>
                    <a:pt x="1250" y="72349"/>
                  </a:moveTo>
                  <a:lnTo>
                    <a:pt x="0" y="71213"/>
                  </a:lnTo>
                  <a:lnTo>
                    <a:pt x="16267" y="63796"/>
                  </a:lnTo>
                  <a:lnTo>
                    <a:pt x="21399" y="37670"/>
                  </a:lnTo>
                  <a:lnTo>
                    <a:pt x="22102" y="25623"/>
                  </a:lnTo>
                  <a:lnTo>
                    <a:pt x="19663" y="4388"/>
                  </a:lnTo>
                  <a:lnTo>
                    <a:pt x="19745" y="0"/>
                  </a:lnTo>
                  <a:lnTo>
                    <a:pt x="22391" y="6845"/>
                  </a:lnTo>
                  <a:lnTo>
                    <a:pt x="24727" y="26658"/>
                  </a:lnTo>
                  <a:lnTo>
                    <a:pt x="23849" y="41683"/>
                  </a:lnTo>
                  <a:lnTo>
                    <a:pt x="19130" y="63573"/>
                  </a:lnTo>
                  <a:lnTo>
                    <a:pt x="15446" y="68806"/>
                  </a:lnTo>
                  <a:close/>
                </a:path>
              </a:pathLst>
            </a:custGeom>
            <a:solidFill>
              <a:srgbClr val="FFEFDB">
                <a:alpha val="100000"/>
              </a:srgbClr>
            </a:solidFill>
            <a:ln w="5420" cap="flat">
              <a:solidFill>
                <a:srgbClr val="5959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76" name="pg3876"/>
            <p:cNvSpPr/>
            <p:nvPr/>
          </p:nvSpPr>
          <p:spPr>
            <a:xfrm>
              <a:off x="5152676" y="4082556"/>
              <a:ext cx="21404" cy="9277"/>
            </a:xfrm>
            <a:custGeom>
              <a:avLst/>
              <a:pathLst>
                <a:path w="21404" h="9277">
                  <a:moveTo>
                    <a:pt x="2170" y="9277"/>
                  </a:moveTo>
                  <a:lnTo>
                    <a:pt x="0" y="8725"/>
                  </a:lnTo>
                  <a:lnTo>
                    <a:pt x="12619" y="2089"/>
                  </a:lnTo>
                  <a:lnTo>
                    <a:pt x="21404" y="0"/>
                  </a:lnTo>
                  <a:close/>
                </a:path>
              </a:pathLst>
            </a:custGeom>
            <a:solidFill>
              <a:srgbClr val="FFEFDB">
                <a:alpha val="100000"/>
              </a:srgbClr>
            </a:solidFill>
            <a:ln w="5420" cap="flat">
              <a:solidFill>
                <a:srgbClr val="5959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77" name="pg3877"/>
            <p:cNvSpPr/>
            <p:nvPr/>
          </p:nvSpPr>
          <p:spPr>
            <a:xfrm>
              <a:off x="5095061" y="4115235"/>
              <a:ext cx="33993" cy="39982"/>
            </a:xfrm>
            <a:custGeom>
              <a:avLst/>
              <a:pathLst>
                <a:path w="33993" h="39982">
                  <a:moveTo>
                    <a:pt x="0" y="39982"/>
                  </a:moveTo>
                  <a:lnTo>
                    <a:pt x="9689" y="23744"/>
                  </a:lnTo>
                  <a:lnTo>
                    <a:pt x="28825" y="3149"/>
                  </a:lnTo>
                  <a:lnTo>
                    <a:pt x="33993" y="0"/>
                  </a:lnTo>
                  <a:lnTo>
                    <a:pt x="18081" y="17590"/>
                  </a:lnTo>
                  <a:lnTo>
                    <a:pt x="2635" y="38489"/>
                  </a:lnTo>
                  <a:close/>
                </a:path>
              </a:pathLst>
            </a:custGeom>
            <a:solidFill>
              <a:srgbClr val="FFEFDB">
                <a:alpha val="100000"/>
              </a:srgbClr>
            </a:solidFill>
            <a:ln w="5420" cap="flat">
              <a:solidFill>
                <a:srgbClr val="5959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78" name="pg3878"/>
            <p:cNvSpPr/>
            <p:nvPr/>
          </p:nvSpPr>
          <p:spPr>
            <a:xfrm>
              <a:off x="4494680" y="5206518"/>
              <a:ext cx="17373" cy="15672"/>
            </a:xfrm>
            <a:custGeom>
              <a:avLst/>
              <a:pathLst>
                <a:path w="17373" h="15672">
                  <a:moveTo>
                    <a:pt x="13601" y="15672"/>
                  </a:moveTo>
                  <a:lnTo>
                    <a:pt x="5968" y="13183"/>
                  </a:lnTo>
                  <a:lnTo>
                    <a:pt x="1798" y="8725"/>
                  </a:lnTo>
                  <a:lnTo>
                    <a:pt x="0" y="0"/>
                  </a:lnTo>
                  <a:lnTo>
                    <a:pt x="6645" y="9239"/>
                  </a:lnTo>
                  <a:lnTo>
                    <a:pt x="9028" y="11329"/>
                  </a:lnTo>
                  <a:lnTo>
                    <a:pt x="17373" y="12281"/>
                  </a:lnTo>
                  <a:close/>
                </a:path>
              </a:pathLst>
            </a:custGeom>
            <a:solidFill>
              <a:srgbClr val="FFEFDB">
                <a:alpha val="100000"/>
              </a:srgbClr>
            </a:solidFill>
            <a:ln w="5420" cap="flat">
              <a:solidFill>
                <a:srgbClr val="5959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79" name="pg3879"/>
            <p:cNvSpPr/>
            <p:nvPr/>
          </p:nvSpPr>
          <p:spPr>
            <a:xfrm>
              <a:off x="4498091" y="5186660"/>
              <a:ext cx="9033" cy="26938"/>
            </a:xfrm>
            <a:custGeom>
              <a:avLst/>
              <a:pathLst>
                <a:path w="9033" h="26938">
                  <a:moveTo>
                    <a:pt x="8883" y="26938"/>
                  </a:moveTo>
                  <a:lnTo>
                    <a:pt x="3550" y="14142"/>
                  </a:lnTo>
                  <a:lnTo>
                    <a:pt x="0" y="0"/>
                  </a:lnTo>
                  <a:lnTo>
                    <a:pt x="5079" y="4578"/>
                  </a:lnTo>
                  <a:lnTo>
                    <a:pt x="9033" y="19298"/>
                  </a:lnTo>
                  <a:close/>
                </a:path>
              </a:pathLst>
            </a:custGeom>
            <a:solidFill>
              <a:srgbClr val="FFEFDB">
                <a:alpha val="100000"/>
              </a:srgbClr>
            </a:solidFill>
            <a:ln w="5420" cap="flat">
              <a:solidFill>
                <a:srgbClr val="5959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80" name="pg3880"/>
            <p:cNvSpPr/>
            <p:nvPr/>
          </p:nvSpPr>
          <p:spPr>
            <a:xfrm>
              <a:off x="4666217" y="5362642"/>
              <a:ext cx="34236" cy="51158"/>
            </a:xfrm>
            <a:custGeom>
              <a:avLst/>
              <a:pathLst>
                <a:path w="34236" h="51158">
                  <a:moveTo>
                    <a:pt x="0" y="51158"/>
                  </a:moveTo>
                  <a:lnTo>
                    <a:pt x="2330" y="45036"/>
                  </a:lnTo>
                  <a:lnTo>
                    <a:pt x="10531" y="31948"/>
                  </a:lnTo>
                  <a:lnTo>
                    <a:pt x="13182" y="25788"/>
                  </a:lnTo>
                  <a:lnTo>
                    <a:pt x="18722" y="21883"/>
                  </a:lnTo>
                  <a:lnTo>
                    <a:pt x="23880" y="14821"/>
                  </a:lnTo>
                  <a:lnTo>
                    <a:pt x="24267" y="6585"/>
                  </a:lnTo>
                  <a:lnTo>
                    <a:pt x="31760" y="825"/>
                  </a:lnTo>
                  <a:lnTo>
                    <a:pt x="34236" y="0"/>
                  </a:lnTo>
                  <a:lnTo>
                    <a:pt x="21032" y="26703"/>
                  </a:lnTo>
                  <a:close/>
                </a:path>
              </a:pathLst>
            </a:custGeom>
            <a:solidFill>
              <a:srgbClr val="FFEFDB">
                <a:alpha val="100000"/>
              </a:srgbClr>
            </a:solidFill>
            <a:ln w="5420" cap="flat">
              <a:solidFill>
                <a:srgbClr val="5959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81" name="pg3881"/>
            <p:cNvSpPr/>
            <p:nvPr/>
          </p:nvSpPr>
          <p:spPr>
            <a:xfrm>
              <a:off x="3456939" y="4803878"/>
              <a:ext cx="26706" cy="20480"/>
            </a:xfrm>
            <a:custGeom>
              <a:avLst/>
              <a:pathLst>
                <a:path w="26706" h="20480">
                  <a:moveTo>
                    <a:pt x="18603" y="20480"/>
                  </a:moveTo>
                  <a:lnTo>
                    <a:pt x="1100" y="9214"/>
                  </a:lnTo>
                  <a:lnTo>
                    <a:pt x="0" y="4375"/>
                  </a:lnTo>
                  <a:lnTo>
                    <a:pt x="8635" y="0"/>
                  </a:lnTo>
                  <a:lnTo>
                    <a:pt x="13906" y="387"/>
                  </a:lnTo>
                  <a:lnTo>
                    <a:pt x="22241" y="6109"/>
                  </a:lnTo>
                  <a:lnTo>
                    <a:pt x="25290" y="7703"/>
                  </a:lnTo>
                  <a:lnTo>
                    <a:pt x="26706" y="10020"/>
                  </a:lnTo>
                  <a:lnTo>
                    <a:pt x="25900" y="13646"/>
                  </a:lnTo>
                  <a:lnTo>
                    <a:pt x="22536" y="18625"/>
                  </a:lnTo>
                  <a:close/>
                </a:path>
              </a:pathLst>
            </a:custGeom>
            <a:solidFill>
              <a:srgbClr val="FFEFDB">
                <a:alpha val="100000"/>
              </a:srgbClr>
            </a:solidFill>
            <a:ln w="5420" cap="flat">
              <a:solidFill>
                <a:srgbClr val="5959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82" name="pg3882"/>
            <p:cNvSpPr/>
            <p:nvPr/>
          </p:nvSpPr>
          <p:spPr>
            <a:xfrm>
              <a:off x="2924653" y="5000397"/>
              <a:ext cx="20774" cy="30399"/>
            </a:xfrm>
            <a:custGeom>
              <a:avLst/>
              <a:pathLst>
                <a:path w="20774" h="30399">
                  <a:moveTo>
                    <a:pt x="0" y="30399"/>
                  </a:moveTo>
                  <a:lnTo>
                    <a:pt x="5121" y="19749"/>
                  </a:lnTo>
                  <a:lnTo>
                    <a:pt x="6072" y="15482"/>
                  </a:lnTo>
                  <a:lnTo>
                    <a:pt x="14469" y="2006"/>
                  </a:lnTo>
                  <a:lnTo>
                    <a:pt x="18903" y="0"/>
                  </a:lnTo>
                  <a:lnTo>
                    <a:pt x="20774" y="5734"/>
                  </a:lnTo>
                  <a:lnTo>
                    <a:pt x="12138" y="15202"/>
                  </a:lnTo>
                  <a:lnTo>
                    <a:pt x="2294" y="30081"/>
                  </a:lnTo>
                  <a:close/>
                </a:path>
              </a:pathLst>
            </a:custGeom>
            <a:solidFill>
              <a:srgbClr val="FFEFDB">
                <a:alpha val="100000"/>
              </a:srgbClr>
            </a:solidFill>
            <a:ln w="5420" cap="flat">
              <a:solidFill>
                <a:srgbClr val="5959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83" name="pg3883"/>
            <p:cNvSpPr/>
            <p:nvPr/>
          </p:nvSpPr>
          <p:spPr>
            <a:xfrm>
              <a:off x="2949515" y="4968054"/>
              <a:ext cx="42075" cy="30323"/>
            </a:xfrm>
            <a:custGeom>
              <a:avLst/>
              <a:pathLst>
                <a:path w="42075" h="30323">
                  <a:moveTo>
                    <a:pt x="0" y="30323"/>
                  </a:moveTo>
                  <a:lnTo>
                    <a:pt x="4816" y="23299"/>
                  </a:lnTo>
                  <a:lnTo>
                    <a:pt x="12645" y="19756"/>
                  </a:lnTo>
                  <a:lnTo>
                    <a:pt x="29822" y="6261"/>
                  </a:lnTo>
                  <a:lnTo>
                    <a:pt x="36830" y="5334"/>
                  </a:lnTo>
                  <a:lnTo>
                    <a:pt x="40478" y="685"/>
                  </a:lnTo>
                  <a:lnTo>
                    <a:pt x="42075" y="0"/>
                  </a:lnTo>
                  <a:lnTo>
                    <a:pt x="41042" y="5696"/>
                  </a:lnTo>
                  <a:lnTo>
                    <a:pt x="27223" y="13786"/>
                  </a:lnTo>
                  <a:lnTo>
                    <a:pt x="3886" y="29783"/>
                  </a:lnTo>
                  <a:close/>
                </a:path>
              </a:pathLst>
            </a:custGeom>
            <a:solidFill>
              <a:srgbClr val="FFEFDB">
                <a:alpha val="100000"/>
              </a:srgbClr>
            </a:solidFill>
            <a:ln w="5420" cap="flat">
              <a:solidFill>
                <a:srgbClr val="5959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84" name="pg3884"/>
            <p:cNvSpPr/>
            <p:nvPr/>
          </p:nvSpPr>
          <p:spPr>
            <a:xfrm>
              <a:off x="2887740" y="5040830"/>
              <a:ext cx="34318" cy="75366"/>
            </a:xfrm>
            <a:custGeom>
              <a:avLst/>
              <a:pathLst>
                <a:path w="34318" h="75366">
                  <a:moveTo>
                    <a:pt x="0" y="75366"/>
                  </a:moveTo>
                  <a:lnTo>
                    <a:pt x="909" y="64215"/>
                  </a:lnTo>
                  <a:lnTo>
                    <a:pt x="9503" y="38877"/>
                  </a:lnTo>
                  <a:lnTo>
                    <a:pt x="26965" y="5575"/>
                  </a:lnTo>
                  <a:lnTo>
                    <a:pt x="34318" y="0"/>
                  </a:lnTo>
                  <a:lnTo>
                    <a:pt x="14175" y="36521"/>
                  </a:lnTo>
                  <a:lnTo>
                    <a:pt x="3302" y="67885"/>
                  </a:lnTo>
                  <a:close/>
                </a:path>
              </a:pathLst>
            </a:custGeom>
            <a:solidFill>
              <a:srgbClr val="FFEFDB">
                <a:alpha val="100000"/>
              </a:srgbClr>
            </a:solidFill>
            <a:ln w="5420" cap="flat">
              <a:solidFill>
                <a:srgbClr val="5959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85" name="pg3885"/>
            <p:cNvSpPr/>
            <p:nvPr/>
          </p:nvSpPr>
          <p:spPr>
            <a:xfrm>
              <a:off x="3130649" y="4843237"/>
              <a:ext cx="34081" cy="26658"/>
            </a:xfrm>
            <a:custGeom>
              <a:avLst/>
              <a:pathLst>
                <a:path w="34081" h="26658">
                  <a:moveTo>
                    <a:pt x="0" y="26658"/>
                  </a:moveTo>
                  <a:lnTo>
                    <a:pt x="23068" y="6655"/>
                  </a:lnTo>
                  <a:lnTo>
                    <a:pt x="27905" y="0"/>
                  </a:lnTo>
                  <a:lnTo>
                    <a:pt x="34081" y="292"/>
                  </a:lnTo>
                  <a:lnTo>
                    <a:pt x="23781" y="11500"/>
                  </a:lnTo>
                  <a:lnTo>
                    <a:pt x="5286" y="25414"/>
                  </a:lnTo>
                  <a:close/>
                </a:path>
              </a:pathLst>
            </a:custGeom>
            <a:solidFill>
              <a:srgbClr val="FFEFDB">
                <a:alpha val="100000"/>
              </a:srgbClr>
            </a:solidFill>
            <a:ln w="5420" cap="flat">
              <a:solidFill>
                <a:srgbClr val="5959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86" name="pg3886"/>
            <p:cNvSpPr/>
            <p:nvPr/>
          </p:nvSpPr>
          <p:spPr>
            <a:xfrm>
              <a:off x="2885373" y="5122184"/>
              <a:ext cx="25027" cy="140921"/>
            </a:xfrm>
            <a:custGeom>
              <a:avLst/>
              <a:pathLst>
                <a:path w="25027" h="140921">
                  <a:moveTo>
                    <a:pt x="23564" y="140921"/>
                  </a:moveTo>
                  <a:lnTo>
                    <a:pt x="14800" y="112719"/>
                  </a:lnTo>
                  <a:lnTo>
                    <a:pt x="537" y="48898"/>
                  </a:lnTo>
                  <a:lnTo>
                    <a:pt x="0" y="12522"/>
                  </a:lnTo>
                  <a:lnTo>
                    <a:pt x="2242" y="0"/>
                  </a:lnTo>
                  <a:lnTo>
                    <a:pt x="5922" y="51374"/>
                  </a:lnTo>
                  <a:lnTo>
                    <a:pt x="21688" y="116618"/>
                  </a:lnTo>
                  <a:lnTo>
                    <a:pt x="25027" y="134882"/>
                  </a:lnTo>
                  <a:close/>
                </a:path>
              </a:pathLst>
            </a:custGeom>
            <a:solidFill>
              <a:srgbClr val="FFEFDB">
                <a:alpha val="100000"/>
              </a:srgbClr>
            </a:solidFill>
            <a:ln w="5420" cap="flat">
              <a:solidFill>
                <a:srgbClr val="5959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87" name="pg3887"/>
            <p:cNvSpPr/>
            <p:nvPr/>
          </p:nvSpPr>
          <p:spPr>
            <a:xfrm>
              <a:off x="5637481" y="3252585"/>
              <a:ext cx="5178" cy="13666"/>
            </a:xfrm>
            <a:custGeom>
              <a:avLst/>
              <a:pathLst>
                <a:path w="5178" h="13666">
                  <a:moveTo>
                    <a:pt x="1095" y="13666"/>
                  </a:moveTo>
                  <a:lnTo>
                    <a:pt x="0" y="7385"/>
                  </a:lnTo>
                  <a:lnTo>
                    <a:pt x="2056" y="165"/>
                  </a:lnTo>
                  <a:lnTo>
                    <a:pt x="4139" y="0"/>
                  </a:lnTo>
                  <a:lnTo>
                    <a:pt x="5178" y="3841"/>
                  </a:lnTo>
                  <a:lnTo>
                    <a:pt x="4030" y="11259"/>
                  </a:lnTo>
                  <a:close/>
                </a:path>
              </a:pathLst>
            </a:custGeom>
            <a:solidFill>
              <a:srgbClr val="FFEFDB">
                <a:alpha val="100000"/>
              </a:srgbClr>
            </a:solidFill>
            <a:ln w="5420" cap="flat">
              <a:solidFill>
                <a:srgbClr val="5959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88" name="pg3888"/>
            <p:cNvSpPr/>
            <p:nvPr/>
          </p:nvSpPr>
          <p:spPr>
            <a:xfrm>
              <a:off x="5335877" y="3489988"/>
              <a:ext cx="15498" cy="28227"/>
            </a:xfrm>
            <a:custGeom>
              <a:avLst/>
              <a:pathLst>
                <a:path w="15498" h="28227">
                  <a:moveTo>
                    <a:pt x="284" y="28227"/>
                  </a:moveTo>
                  <a:lnTo>
                    <a:pt x="0" y="24442"/>
                  </a:lnTo>
                  <a:lnTo>
                    <a:pt x="15498" y="0"/>
                  </a:lnTo>
                  <a:lnTo>
                    <a:pt x="12697" y="8541"/>
                  </a:lnTo>
                  <a:close/>
                </a:path>
              </a:pathLst>
            </a:custGeom>
            <a:solidFill>
              <a:srgbClr val="FFEFDB">
                <a:alpha val="100000"/>
              </a:srgbClr>
            </a:solidFill>
            <a:ln w="5420" cap="flat">
              <a:solidFill>
                <a:srgbClr val="5959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89" name="pg3889"/>
            <p:cNvSpPr/>
            <p:nvPr/>
          </p:nvSpPr>
          <p:spPr>
            <a:xfrm>
              <a:off x="5216776" y="3678353"/>
              <a:ext cx="29698" cy="55407"/>
            </a:xfrm>
            <a:custGeom>
              <a:avLst/>
              <a:pathLst>
                <a:path w="29698" h="55407">
                  <a:moveTo>
                    <a:pt x="0" y="55407"/>
                  </a:moveTo>
                  <a:lnTo>
                    <a:pt x="16143" y="29364"/>
                  </a:lnTo>
                  <a:lnTo>
                    <a:pt x="25518" y="7544"/>
                  </a:lnTo>
                  <a:lnTo>
                    <a:pt x="29698" y="0"/>
                  </a:lnTo>
                  <a:lnTo>
                    <a:pt x="25642" y="15291"/>
                  </a:lnTo>
                  <a:lnTo>
                    <a:pt x="18552" y="29351"/>
                  </a:lnTo>
                  <a:lnTo>
                    <a:pt x="4811" y="53298"/>
                  </a:lnTo>
                  <a:close/>
                </a:path>
              </a:pathLst>
            </a:custGeom>
            <a:solidFill>
              <a:srgbClr val="FFEFDB">
                <a:alpha val="100000"/>
              </a:srgbClr>
            </a:solidFill>
            <a:ln w="5420" cap="flat">
              <a:solidFill>
                <a:srgbClr val="5959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90" name="pg3890"/>
            <p:cNvSpPr/>
            <p:nvPr/>
          </p:nvSpPr>
          <p:spPr>
            <a:xfrm>
              <a:off x="5079677" y="4146288"/>
              <a:ext cx="13513" cy="6191"/>
            </a:xfrm>
            <a:custGeom>
              <a:avLst/>
              <a:pathLst>
                <a:path w="13513" h="6191">
                  <a:moveTo>
                    <a:pt x="11157" y="6191"/>
                  </a:moveTo>
                  <a:lnTo>
                    <a:pt x="6997" y="4756"/>
                  </a:lnTo>
                  <a:lnTo>
                    <a:pt x="1266" y="2013"/>
                  </a:lnTo>
                  <a:lnTo>
                    <a:pt x="0" y="0"/>
                  </a:lnTo>
                  <a:lnTo>
                    <a:pt x="5467" y="730"/>
                  </a:lnTo>
                  <a:lnTo>
                    <a:pt x="13513" y="5886"/>
                  </a:lnTo>
                  <a:close/>
                </a:path>
              </a:pathLst>
            </a:custGeom>
            <a:solidFill>
              <a:srgbClr val="FFEFDB">
                <a:alpha val="100000"/>
              </a:srgbClr>
            </a:solidFill>
            <a:ln w="5420" cap="flat">
              <a:solidFill>
                <a:srgbClr val="5959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91" name="pg3891"/>
            <p:cNvSpPr/>
            <p:nvPr/>
          </p:nvSpPr>
          <p:spPr>
            <a:xfrm>
              <a:off x="4577198" y="5440364"/>
              <a:ext cx="10779" cy="15615"/>
            </a:xfrm>
            <a:custGeom>
              <a:avLst/>
              <a:pathLst>
                <a:path w="10779" h="15615">
                  <a:moveTo>
                    <a:pt x="6020" y="15615"/>
                  </a:moveTo>
                  <a:lnTo>
                    <a:pt x="4511" y="14790"/>
                  </a:lnTo>
                  <a:lnTo>
                    <a:pt x="4511" y="10890"/>
                  </a:lnTo>
                  <a:lnTo>
                    <a:pt x="0" y="2260"/>
                  </a:lnTo>
                  <a:lnTo>
                    <a:pt x="170" y="0"/>
                  </a:lnTo>
                  <a:lnTo>
                    <a:pt x="10516" y="8446"/>
                  </a:lnTo>
                  <a:lnTo>
                    <a:pt x="10779" y="10713"/>
                  </a:lnTo>
                  <a:lnTo>
                    <a:pt x="9193" y="12942"/>
                  </a:lnTo>
                  <a:close/>
                </a:path>
              </a:pathLst>
            </a:custGeom>
            <a:solidFill>
              <a:srgbClr val="FFEFDB">
                <a:alpha val="100000"/>
              </a:srgbClr>
            </a:solidFill>
            <a:ln w="5420" cap="flat">
              <a:solidFill>
                <a:srgbClr val="5959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92" name="pg3892"/>
            <p:cNvSpPr/>
            <p:nvPr/>
          </p:nvSpPr>
          <p:spPr>
            <a:xfrm>
              <a:off x="4637878" y="5427841"/>
              <a:ext cx="6681" cy="5543"/>
            </a:xfrm>
            <a:custGeom>
              <a:avLst/>
              <a:pathLst>
                <a:path w="6681" h="5543">
                  <a:moveTo>
                    <a:pt x="0" y="5543"/>
                  </a:moveTo>
                  <a:lnTo>
                    <a:pt x="1002" y="3695"/>
                  </a:lnTo>
                  <a:lnTo>
                    <a:pt x="5178" y="0"/>
                  </a:lnTo>
                  <a:lnTo>
                    <a:pt x="6681" y="1435"/>
                  </a:lnTo>
                  <a:lnTo>
                    <a:pt x="6516" y="3283"/>
                  </a:lnTo>
                  <a:lnTo>
                    <a:pt x="2005" y="5543"/>
                  </a:lnTo>
                  <a:close/>
                </a:path>
              </a:pathLst>
            </a:custGeom>
            <a:solidFill>
              <a:srgbClr val="FFEFDB">
                <a:alpha val="100000"/>
              </a:srgbClr>
            </a:solidFill>
            <a:ln w="5420" cap="flat">
              <a:solidFill>
                <a:srgbClr val="5959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93" name="pg3893"/>
            <p:cNvSpPr/>
            <p:nvPr/>
          </p:nvSpPr>
          <p:spPr>
            <a:xfrm>
              <a:off x="4657267" y="5415509"/>
              <a:ext cx="5348" cy="5550"/>
            </a:xfrm>
            <a:custGeom>
              <a:avLst/>
              <a:pathLst>
                <a:path w="5348" h="5550">
                  <a:moveTo>
                    <a:pt x="0" y="5550"/>
                  </a:moveTo>
                  <a:lnTo>
                    <a:pt x="4175" y="0"/>
                  </a:lnTo>
                  <a:lnTo>
                    <a:pt x="5348" y="412"/>
                  </a:lnTo>
                  <a:lnTo>
                    <a:pt x="2842" y="4934"/>
                  </a:lnTo>
                  <a:close/>
                </a:path>
              </a:pathLst>
            </a:custGeom>
            <a:solidFill>
              <a:srgbClr val="FFEFDB">
                <a:alpha val="100000"/>
              </a:srgbClr>
            </a:solidFill>
            <a:ln w="5420" cap="flat">
              <a:solidFill>
                <a:srgbClr val="5959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94" name="pg3894"/>
            <p:cNvSpPr/>
            <p:nvPr/>
          </p:nvSpPr>
          <p:spPr>
            <a:xfrm>
              <a:off x="4607290" y="5439132"/>
              <a:ext cx="21895" cy="8630"/>
            </a:xfrm>
            <a:custGeom>
              <a:avLst/>
              <a:pathLst>
                <a:path w="21895" h="8630">
                  <a:moveTo>
                    <a:pt x="5012" y="8630"/>
                  </a:moveTo>
                  <a:lnTo>
                    <a:pt x="0" y="6369"/>
                  </a:lnTo>
                  <a:lnTo>
                    <a:pt x="5513" y="3289"/>
                  </a:lnTo>
                  <a:lnTo>
                    <a:pt x="21895" y="0"/>
                  </a:lnTo>
                  <a:lnTo>
                    <a:pt x="15709" y="4108"/>
                  </a:lnTo>
                  <a:lnTo>
                    <a:pt x="9860" y="5550"/>
                  </a:lnTo>
                  <a:close/>
                </a:path>
              </a:pathLst>
            </a:custGeom>
            <a:solidFill>
              <a:srgbClr val="FFEFDB">
                <a:alpha val="100000"/>
              </a:srgbClr>
            </a:solidFill>
            <a:ln w="5420" cap="flat">
              <a:solidFill>
                <a:srgbClr val="5959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95" name="pg3895"/>
            <p:cNvSpPr/>
            <p:nvPr/>
          </p:nvSpPr>
          <p:spPr>
            <a:xfrm>
              <a:off x="4570537" y="4631229"/>
              <a:ext cx="6945" cy="31688"/>
            </a:xfrm>
            <a:custGeom>
              <a:avLst/>
              <a:pathLst>
                <a:path w="6945" h="31688">
                  <a:moveTo>
                    <a:pt x="2237" y="31688"/>
                  </a:moveTo>
                  <a:lnTo>
                    <a:pt x="201" y="20467"/>
                  </a:lnTo>
                  <a:lnTo>
                    <a:pt x="0" y="9570"/>
                  </a:lnTo>
                  <a:lnTo>
                    <a:pt x="3565" y="3124"/>
                  </a:lnTo>
                  <a:lnTo>
                    <a:pt x="6945" y="0"/>
                  </a:lnTo>
                  <a:close/>
                </a:path>
              </a:pathLst>
            </a:custGeom>
            <a:solidFill>
              <a:srgbClr val="FFEFDB">
                <a:alpha val="100000"/>
              </a:srgbClr>
            </a:solidFill>
            <a:ln w="5420" cap="flat">
              <a:solidFill>
                <a:srgbClr val="5959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96" name="pg3896"/>
            <p:cNvSpPr/>
            <p:nvPr/>
          </p:nvSpPr>
          <p:spPr>
            <a:xfrm>
              <a:off x="4554992" y="5448277"/>
              <a:ext cx="10567" cy="12891"/>
            </a:xfrm>
            <a:custGeom>
              <a:avLst/>
              <a:pathLst>
                <a:path w="10567" h="12891">
                  <a:moveTo>
                    <a:pt x="0" y="12891"/>
                  </a:moveTo>
                  <a:lnTo>
                    <a:pt x="5529" y="7772"/>
                  </a:lnTo>
                  <a:lnTo>
                    <a:pt x="7322" y="0"/>
                  </a:lnTo>
                  <a:lnTo>
                    <a:pt x="10567" y="6070"/>
                  </a:lnTo>
                  <a:lnTo>
                    <a:pt x="10505" y="9754"/>
                  </a:lnTo>
                  <a:lnTo>
                    <a:pt x="6857" y="11608"/>
                  </a:lnTo>
                  <a:close/>
                </a:path>
              </a:pathLst>
            </a:custGeom>
            <a:solidFill>
              <a:srgbClr val="FFEFDB">
                <a:alpha val="100000"/>
              </a:srgbClr>
            </a:solidFill>
            <a:ln w="5420" cap="flat">
              <a:solidFill>
                <a:srgbClr val="5959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97" name="pg3897"/>
            <p:cNvSpPr/>
            <p:nvPr/>
          </p:nvSpPr>
          <p:spPr>
            <a:xfrm>
              <a:off x="4681421" y="5037121"/>
              <a:ext cx="28195" cy="83983"/>
            </a:xfrm>
            <a:custGeom>
              <a:avLst/>
              <a:pathLst>
                <a:path w="28195" h="83983">
                  <a:moveTo>
                    <a:pt x="28195" y="83983"/>
                  </a:moveTo>
                  <a:lnTo>
                    <a:pt x="18464" y="61770"/>
                  </a:lnTo>
                  <a:lnTo>
                    <a:pt x="6438" y="26938"/>
                  </a:lnTo>
                  <a:lnTo>
                    <a:pt x="0" y="0"/>
                  </a:lnTo>
                  <a:lnTo>
                    <a:pt x="4356" y="7283"/>
                  </a:lnTo>
                  <a:lnTo>
                    <a:pt x="8614" y="22359"/>
                  </a:lnTo>
                  <a:lnTo>
                    <a:pt x="26474" y="74407"/>
                  </a:lnTo>
                  <a:close/>
                </a:path>
              </a:pathLst>
            </a:custGeom>
            <a:solidFill>
              <a:srgbClr val="FFEFDB">
                <a:alpha val="100000"/>
              </a:srgbClr>
            </a:solidFill>
            <a:ln w="5420" cap="flat">
              <a:solidFill>
                <a:srgbClr val="5959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98" name="pg3898"/>
            <p:cNvSpPr/>
            <p:nvPr/>
          </p:nvSpPr>
          <p:spPr>
            <a:xfrm>
              <a:off x="4535949" y="5462902"/>
              <a:ext cx="7699" cy="4470"/>
            </a:xfrm>
            <a:custGeom>
              <a:avLst/>
              <a:pathLst>
                <a:path w="7699" h="4470">
                  <a:moveTo>
                    <a:pt x="232" y="4470"/>
                  </a:moveTo>
                  <a:lnTo>
                    <a:pt x="0" y="2457"/>
                  </a:lnTo>
                  <a:lnTo>
                    <a:pt x="4630" y="0"/>
                  </a:lnTo>
                  <a:lnTo>
                    <a:pt x="7699" y="165"/>
                  </a:lnTo>
                  <a:lnTo>
                    <a:pt x="7586" y="2889"/>
                  </a:lnTo>
                  <a:lnTo>
                    <a:pt x="2919" y="4178"/>
                  </a:lnTo>
                  <a:close/>
                </a:path>
              </a:pathLst>
            </a:custGeom>
            <a:solidFill>
              <a:srgbClr val="FFEFDB">
                <a:alpha val="100000"/>
              </a:srgbClr>
            </a:solidFill>
            <a:ln w="5420" cap="flat">
              <a:solidFill>
                <a:srgbClr val="5959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99" name="pg3899"/>
            <p:cNvSpPr/>
            <p:nvPr/>
          </p:nvSpPr>
          <p:spPr>
            <a:xfrm>
              <a:off x="3781115" y="4789697"/>
              <a:ext cx="7508" cy="12059"/>
            </a:xfrm>
            <a:custGeom>
              <a:avLst/>
              <a:pathLst>
                <a:path w="7508" h="12059">
                  <a:moveTo>
                    <a:pt x="0" y="12059"/>
                  </a:moveTo>
                  <a:lnTo>
                    <a:pt x="263" y="9462"/>
                  </a:lnTo>
                  <a:lnTo>
                    <a:pt x="4490" y="2648"/>
                  </a:lnTo>
                  <a:lnTo>
                    <a:pt x="7508" y="0"/>
                  </a:lnTo>
                  <a:lnTo>
                    <a:pt x="5746" y="5251"/>
                  </a:lnTo>
                  <a:close/>
                </a:path>
              </a:pathLst>
            </a:custGeom>
            <a:solidFill>
              <a:srgbClr val="FFEFDB">
                <a:alpha val="100000"/>
              </a:srgbClr>
            </a:solidFill>
            <a:ln w="5420" cap="flat">
              <a:solidFill>
                <a:srgbClr val="5959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00" name="pg3900"/>
            <p:cNvSpPr/>
            <p:nvPr/>
          </p:nvSpPr>
          <p:spPr>
            <a:xfrm>
              <a:off x="3804479" y="4723202"/>
              <a:ext cx="17435" cy="7734"/>
            </a:xfrm>
            <a:custGeom>
              <a:avLst/>
              <a:pathLst>
                <a:path w="17435" h="7734">
                  <a:moveTo>
                    <a:pt x="16107" y="7734"/>
                  </a:moveTo>
                  <a:lnTo>
                    <a:pt x="6733" y="5029"/>
                  </a:lnTo>
                  <a:lnTo>
                    <a:pt x="1033" y="2514"/>
                  </a:lnTo>
                  <a:lnTo>
                    <a:pt x="0" y="0"/>
                  </a:lnTo>
                  <a:lnTo>
                    <a:pt x="15756" y="4565"/>
                  </a:lnTo>
                  <a:lnTo>
                    <a:pt x="17435" y="6286"/>
                  </a:lnTo>
                  <a:close/>
                </a:path>
              </a:pathLst>
            </a:custGeom>
            <a:solidFill>
              <a:srgbClr val="FFEFDB">
                <a:alpha val="100000"/>
              </a:srgbClr>
            </a:solidFill>
            <a:ln w="5420" cap="flat">
              <a:solidFill>
                <a:srgbClr val="5959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01" name="pg3901"/>
            <p:cNvSpPr/>
            <p:nvPr/>
          </p:nvSpPr>
          <p:spPr>
            <a:xfrm>
              <a:off x="3847510" y="4721970"/>
              <a:ext cx="25921" cy="5569"/>
            </a:xfrm>
            <a:custGeom>
              <a:avLst/>
              <a:pathLst>
                <a:path w="25921" h="5569">
                  <a:moveTo>
                    <a:pt x="16609" y="5569"/>
                  </a:moveTo>
                  <a:lnTo>
                    <a:pt x="2806" y="5308"/>
                  </a:lnTo>
                  <a:lnTo>
                    <a:pt x="0" y="4330"/>
                  </a:lnTo>
                  <a:lnTo>
                    <a:pt x="5539" y="2470"/>
                  </a:lnTo>
                  <a:lnTo>
                    <a:pt x="21895" y="0"/>
                  </a:lnTo>
                  <a:lnTo>
                    <a:pt x="25921" y="2781"/>
                  </a:lnTo>
                  <a:close/>
                </a:path>
              </a:pathLst>
            </a:custGeom>
            <a:solidFill>
              <a:srgbClr val="FFEFDB">
                <a:alpha val="100000"/>
              </a:srgbClr>
            </a:solidFill>
            <a:ln w="5420" cap="flat">
              <a:solidFill>
                <a:srgbClr val="5959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02" name="pg3902"/>
            <p:cNvSpPr/>
            <p:nvPr/>
          </p:nvSpPr>
          <p:spPr>
            <a:xfrm>
              <a:off x="3738952" y="4735636"/>
              <a:ext cx="16650" cy="17044"/>
            </a:xfrm>
            <a:custGeom>
              <a:avLst/>
              <a:pathLst>
                <a:path w="16650" h="17044">
                  <a:moveTo>
                    <a:pt x="12862" y="17044"/>
                  </a:moveTo>
                  <a:lnTo>
                    <a:pt x="7679" y="14034"/>
                  </a:lnTo>
                  <a:lnTo>
                    <a:pt x="0" y="13761"/>
                  </a:lnTo>
                  <a:lnTo>
                    <a:pt x="3379" y="11697"/>
                  </a:lnTo>
                  <a:lnTo>
                    <a:pt x="5751" y="9684"/>
                  </a:lnTo>
                  <a:lnTo>
                    <a:pt x="6935" y="7518"/>
                  </a:lnTo>
                  <a:lnTo>
                    <a:pt x="16650" y="0"/>
                  </a:lnTo>
                  <a:lnTo>
                    <a:pt x="13896" y="5518"/>
                  </a:lnTo>
                  <a:lnTo>
                    <a:pt x="12490" y="10998"/>
                  </a:lnTo>
                  <a:close/>
                </a:path>
              </a:pathLst>
            </a:custGeom>
            <a:solidFill>
              <a:srgbClr val="FFEFDB">
                <a:alpha val="100000"/>
              </a:srgbClr>
            </a:solidFill>
            <a:ln w="5420" cap="flat">
              <a:solidFill>
                <a:srgbClr val="5959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03" name="pg3903"/>
            <p:cNvSpPr/>
            <p:nvPr/>
          </p:nvSpPr>
          <p:spPr>
            <a:xfrm>
              <a:off x="3789234" y="4750191"/>
              <a:ext cx="5746" cy="36527"/>
            </a:xfrm>
            <a:custGeom>
              <a:avLst/>
              <a:pathLst>
                <a:path w="5746" h="36527">
                  <a:moveTo>
                    <a:pt x="1188" y="36527"/>
                  </a:moveTo>
                  <a:lnTo>
                    <a:pt x="4118" y="16695"/>
                  </a:lnTo>
                  <a:lnTo>
                    <a:pt x="0" y="0"/>
                  </a:lnTo>
                  <a:lnTo>
                    <a:pt x="4340" y="7328"/>
                  </a:lnTo>
                  <a:lnTo>
                    <a:pt x="5746" y="16047"/>
                  </a:lnTo>
                  <a:lnTo>
                    <a:pt x="4175" y="32386"/>
                  </a:lnTo>
                  <a:close/>
                </a:path>
              </a:pathLst>
            </a:custGeom>
            <a:solidFill>
              <a:srgbClr val="FFEFDB">
                <a:alpha val="100000"/>
              </a:srgbClr>
            </a:solidFill>
            <a:ln w="5420" cap="flat">
              <a:solidFill>
                <a:srgbClr val="5959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04" name="pg3904"/>
            <p:cNvSpPr/>
            <p:nvPr/>
          </p:nvSpPr>
          <p:spPr>
            <a:xfrm>
              <a:off x="4186131" y="4792371"/>
              <a:ext cx="40173" cy="16358"/>
            </a:xfrm>
            <a:custGeom>
              <a:avLst/>
              <a:pathLst>
                <a:path w="40173" h="16358">
                  <a:moveTo>
                    <a:pt x="11482" y="16358"/>
                  </a:moveTo>
                  <a:lnTo>
                    <a:pt x="0" y="12954"/>
                  </a:lnTo>
                  <a:lnTo>
                    <a:pt x="7136" y="12307"/>
                  </a:lnTo>
                  <a:lnTo>
                    <a:pt x="12299" y="13685"/>
                  </a:lnTo>
                  <a:lnTo>
                    <a:pt x="25373" y="6991"/>
                  </a:lnTo>
                  <a:lnTo>
                    <a:pt x="32231" y="1924"/>
                  </a:lnTo>
                  <a:lnTo>
                    <a:pt x="40173" y="0"/>
                  </a:lnTo>
                  <a:lnTo>
                    <a:pt x="22102" y="11678"/>
                  </a:lnTo>
                  <a:close/>
                </a:path>
              </a:pathLst>
            </a:custGeom>
            <a:solidFill>
              <a:srgbClr val="FFEFDB">
                <a:alpha val="100000"/>
              </a:srgbClr>
            </a:solidFill>
            <a:ln w="5420" cap="flat">
              <a:solidFill>
                <a:srgbClr val="5959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05" name="pg3905"/>
            <p:cNvSpPr/>
            <p:nvPr/>
          </p:nvSpPr>
          <p:spPr>
            <a:xfrm>
              <a:off x="5923277" y="2903466"/>
              <a:ext cx="8449" cy="10395"/>
            </a:xfrm>
            <a:custGeom>
              <a:avLst/>
              <a:pathLst>
                <a:path w="8449" h="10395">
                  <a:moveTo>
                    <a:pt x="4428" y="10395"/>
                  </a:moveTo>
                  <a:lnTo>
                    <a:pt x="139" y="9563"/>
                  </a:lnTo>
                  <a:lnTo>
                    <a:pt x="0" y="3149"/>
                  </a:lnTo>
                  <a:lnTo>
                    <a:pt x="1297" y="971"/>
                  </a:lnTo>
                  <a:lnTo>
                    <a:pt x="2780" y="0"/>
                  </a:lnTo>
                  <a:lnTo>
                    <a:pt x="4981" y="1803"/>
                  </a:lnTo>
                  <a:lnTo>
                    <a:pt x="8449" y="7823"/>
                  </a:lnTo>
                  <a:close/>
                </a:path>
              </a:pathLst>
            </a:custGeom>
            <a:solidFill>
              <a:srgbClr val="FFEFDB">
                <a:alpha val="100000"/>
              </a:srgbClr>
            </a:solidFill>
            <a:ln w="5420" cap="flat">
              <a:solidFill>
                <a:srgbClr val="5959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06" name="pg3906"/>
            <p:cNvSpPr/>
            <p:nvPr/>
          </p:nvSpPr>
          <p:spPr>
            <a:xfrm>
              <a:off x="2399291" y="4782381"/>
              <a:ext cx="513697" cy="755524"/>
            </a:xfrm>
            <a:custGeom>
              <a:avLst/>
              <a:pathLst>
                <a:path w="513697" h="755524">
                  <a:moveTo>
                    <a:pt x="961" y="1759"/>
                  </a:moveTo>
                  <a:lnTo>
                    <a:pt x="26210" y="3480"/>
                  </a:lnTo>
                  <a:lnTo>
                    <a:pt x="41104" y="2895"/>
                  </a:lnTo>
                  <a:lnTo>
                    <a:pt x="45646" y="0"/>
                  </a:lnTo>
                  <a:lnTo>
                    <a:pt x="48008" y="152"/>
                  </a:lnTo>
                  <a:lnTo>
                    <a:pt x="48194" y="3340"/>
                  </a:lnTo>
                  <a:lnTo>
                    <a:pt x="51935" y="4692"/>
                  </a:lnTo>
                  <a:lnTo>
                    <a:pt x="59227" y="4210"/>
                  </a:lnTo>
                  <a:lnTo>
                    <a:pt x="65578" y="8668"/>
                  </a:lnTo>
                  <a:lnTo>
                    <a:pt x="73712" y="22778"/>
                  </a:lnTo>
                  <a:lnTo>
                    <a:pt x="101747" y="45379"/>
                  </a:lnTo>
                  <a:lnTo>
                    <a:pt x="104108" y="53133"/>
                  </a:lnTo>
                  <a:lnTo>
                    <a:pt x="113865" y="64316"/>
                  </a:lnTo>
                  <a:lnTo>
                    <a:pt x="131807" y="81507"/>
                  </a:lnTo>
                  <a:lnTo>
                    <a:pt x="141962" y="96329"/>
                  </a:lnTo>
                  <a:lnTo>
                    <a:pt x="144324" y="108782"/>
                  </a:lnTo>
                  <a:lnTo>
                    <a:pt x="153491" y="128481"/>
                  </a:lnTo>
                  <a:lnTo>
                    <a:pt x="169449" y="155419"/>
                  </a:lnTo>
                  <a:lnTo>
                    <a:pt x="176560" y="169942"/>
                  </a:lnTo>
                  <a:lnTo>
                    <a:pt x="174824" y="172038"/>
                  </a:lnTo>
                  <a:lnTo>
                    <a:pt x="176079" y="179620"/>
                  </a:lnTo>
                  <a:lnTo>
                    <a:pt x="180338" y="192683"/>
                  </a:lnTo>
                  <a:lnTo>
                    <a:pt x="188249" y="203745"/>
                  </a:lnTo>
                  <a:lnTo>
                    <a:pt x="199820" y="212807"/>
                  </a:lnTo>
                  <a:lnTo>
                    <a:pt x="211520" y="229077"/>
                  </a:lnTo>
                  <a:lnTo>
                    <a:pt x="223349" y="252561"/>
                  </a:lnTo>
                  <a:lnTo>
                    <a:pt x="237679" y="270425"/>
                  </a:lnTo>
                  <a:lnTo>
                    <a:pt x="254500" y="282655"/>
                  </a:lnTo>
                  <a:lnTo>
                    <a:pt x="264024" y="294042"/>
                  </a:lnTo>
                  <a:lnTo>
                    <a:pt x="266251" y="304571"/>
                  </a:lnTo>
                  <a:lnTo>
                    <a:pt x="266086" y="313588"/>
                  </a:lnTo>
                  <a:lnTo>
                    <a:pt x="263522" y="321094"/>
                  </a:lnTo>
                  <a:lnTo>
                    <a:pt x="264608" y="328226"/>
                  </a:lnTo>
                  <a:lnTo>
                    <a:pt x="269336" y="334964"/>
                  </a:lnTo>
                  <a:lnTo>
                    <a:pt x="270912" y="343232"/>
                  </a:lnTo>
                  <a:lnTo>
                    <a:pt x="269062" y="354732"/>
                  </a:lnTo>
                  <a:lnTo>
                    <a:pt x="269191" y="357990"/>
                  </a:lnTo>
                  <a:lnTo>
                    <a:pt x="270561" y="360587"/>
                  </a:lnTo>
                  <a:lnTo>
                    <a:pt x="285496" y="380350"/>
                  </a:lnTo>
                  <a:lnTo>
                    <a:pt x="293170" y="396321"/>
                  </a:lnTo>
                  <a:lnTo>
                    <a:pt x="299262" y="421811"/>
                  </a:lnTo>
                  <a:lnTo>
                    <a:pt x="299293" y="422040"/>
                  </a:lnTo>
                  <a:lnTo>
                    <a:pt x="306099" y="437287"/>
                  </a:lnTo>
                  <a:lnTo>
                    <a:pt x="315887" y="443523"/>
                  </a:lnTo>
                  <a:lnTo>
                    <a:pt x="330925" y="445829"/>
                  </a:lnTo>
                  <a:lnTo>
                    <a:pt x="342351" y="451138"/>
                  </a:lnTo>
                  <a:lnTo>
                    <a:pt x="350165" y="459457"/>
                  </a:lnTo>
                  <a:lnTo>
                    <a:pt x="360019" y="464480"/>
                  </a:lnTo>
                  <a:lnTo>
                    <a:pt x="371916" y="466207"/>
                  </a:lnTo>
                  <a:lnTo>
                    <a:pt x="383321" y="471694"/>
                  </a:lnTo>
                  <a:lnTo>
                    <a:pt x="394230" y="480953"/>
                  </a:lnTo>
                  <a:lnTo>
                    <a:pt x="414575" y="487030"/>
                  </a:lnTo>
                  <a:lnTo>
                    <a:pt x="444357" y="489945"/>
                  </a:lnTo>
                  <a:lnTo>
                    <a:pt x="467022" y="497470"/>
                  </a:lnTo>
                  <a:lnTo>
                    <a:pt x="482577" y="509612"/>
                  </a:lnTo>
                  <a:lnTo>
                    <a:pt x="489419" y="512082"/>
                  </a:lnTo>
                  <a:lnTo>
                    <a:pt x="491269" y="512254"/>
                  </a:lnTo>
                  <a:lnTo>
                    <a:pt x="492158" y="510399"/>
                  </a:lnTo>
                  <a:lnTo>
                    <a:pt x="493331" y="506964"/>
                  </a:lnTo>
                  <a:lnTo>
                    <a:pt x="499352" y="503008"/>
                  </a:lnTo>
                  <a:lnTo>
                    <a:pt x="513697" y="500423"/>
                  </a:lnTo>
                  <a:lnTo>
                    <a:pt x="511770" y="527285"/>
                  </a:lnTo>
                  <a:lnTo>
                    <a:pt x="505372" y="549327"/>
                  </a:lnTo>
                  <a:lnTo>
                    <a:pt x="484293" y="595152"/>
                  </a:lnTo>
                  <a:lnTo>
                    <a:pt x="475508" y="623576"/>
                  </a:lnTo>
                  <a:lnTo>
                    <a:pt x="458511" y="704804"/>
                  </a:lnTo>
                  <a:lnTo>
                    <a:pt x="453534" y="755524"/>
                  </a:lnTo>
                  <a:lnTo>
                    <a:pt x="0" y="755524"/>
                  </a:lnTo>
                  <a:lnTo>
                    <a:pt x="0" y="1556"/>
                  </a:lnTo>
                  <a:close/>
                </a:path>
              </a:pathLst>
            </a:custGeom>
            <a:solidFill>
              <a:srgbClr val="FFEFDB">
                <a:alpha val="100000"/>
              </a:srgbClr>
            </a:solidFill>
            <a:ln w="5420" cap="flat">
              <a:solidFill>
                <a:srgbClr val="5959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07" name="pg3907"/>
            <p:cNvSpPr/>
            <p:nvPr/>
          </p:nvSpPr>
          <p:spPr>
            <a:xfrm>
              <a:off x="4173090" y="2540116"/>
              <a:ext cx="1519164" cy="699069"/>
            </a:xfrm>
            <a:custGeom>
              <a:avLst/>
              <a:pathLst>
                <a:path w="1519164" h="699069">
                  <a:moveTo>
                    <a:pt x="1509975" y="5632"/>
                  </a:moveTo>
                  <a:lnTo>
                    <a:pt x="1494849" y="16263"/>
                  </a:lnTo>
                  <a:lnTo>
                    <a:pt x="1478746" y="33041"/>
                  </a:lnTo>
                  <a:lnTo>
                    <a:pt x="1440965" y="45729"/>
                  </a:lnTo>
                  <a:lnTo>
                    <a:pt x="1426940" y="48955"/>
                  </a:lnTo>
                  <a:lnTo>
                    <a:pt x="1413994" y="47234"/>
                  </a:lnTo>
                  <a:lnTo>
                    <a:pt x="1398238" y="57559"/>
                  </a:lnTo>
                  <a:lnTo>
                    <a:pt x="1379593" y="63872"/>
                  </a:lnTo>
                  <a:lnTo>
                    <a:pt x="1374089" y="73474"/>
                  </a:lnTo>
                  <a:lnTo>
                    <a:pt x="1329270" y="99193"/>
                  </a:lnTo>
                  <a:lnTo>
                    <a:pt x="1312066" y="102431"/>
                  </a:lnTo>
                  <a:lnTo>
                    <a:pt x="1297426" y="109283"/>
                  </a:lnTo>
                  <a:lnTo>
                    <a:pt x="1293095" y="120917"/>
                  </a:lnTo>
                  <a:lnTo>
                    <a:pt x="1280026" y="127934"/>
                  </a:lnTo>
                  <a:lnTo>
                    <a:pt x="1276399" y="133307"/>
                  </a:lnTo>
                  <a:lnTo>
                    <a:pt x="1265407" y="149583"/>
                  </a:lnTo>
                  <a:lnTo>
                    <a:pt x="1244974" y="170603"/>
                  </a:lnTo>
                  <a:lnTo>
                    <a:pt x="1220075" y="174121"/>
                  </a:lnTo>
                  <a:lnTo>
                    <a:pt x="1210975" y="181436"/>
                  </a:lnTo>
                  <a:lnTo>
                    <a:pt x="1200438" y="193242"/>
                  </a:lnTo>
                  <a:lnTo>
                    <a:pt x="1185576" y="201345"/>
                  </a:lnTo>
                  <a:lnTo>
                    <a:pt x="1156233" y="197547"/>
                  </a:lnTo>
                  <a:lnTo>
                    <a:pt x="1163370" y="202513"/>
                  </a:lnTo>
                  <a:lnTo>
                    <a:pt x="1189622" y="210255"/>
                  </a:lnTo>
                  <a:lnTo>
                    <a:pt x="1192351" y="221730"/>
                  </a:lnTo>
                  <a:lnTo>
                    <a:pt x="1179199" y="224473"/>
                  </a:lnTo>
                  <a:lnTo>
                    <a:pt x="1151660" y="239771"/>
                  </a:lnTo>
                  <a:lnTo>
                    <a:pt x="1114556" y="266113"/>
                  </a:lnTo>
                  <a:lnTo>
                    <a:pt x="1108887" y="266735"/>
                  </a:lnTo>
                  <a:lnTo>
                    <a:pt x="1098918" y="266106"/>
                  </a:lnTo>
                  <a:lnTo>
                    <a:pt x="1084154" y="270501"/>
                  </a:lnTo>
                  <a:lnTo>
                    <a:pt x="1064759" y="279702"/>
                  </a:lnTo>
                  <a:lnTo>
                    <a:pt x="1041277" y="296232"/>
                  </a:lnTo>
                  <a:lnTo>
                    <a:pt x="999930" y="332023"/>
                  </a:lnTo>
                  <a:lnTo>
                    <a:pt x="997031" y="335802"/>
                  </a:lnTo>
                  <a:lnTo>
                    <a:pt x="991042" y="342438"/>
                  </a:lnTo>
                  <a:lnTo>
                    <a:pt x="975771" y="349512"/>
                  </a:lnTo>
                  <a:lnTo>
                    <a:pt x="961911" y="357139"/>
                  </a:lnTo>
                  <a:lnTo>
                    <a:pt x="958248" y="365166"/>
                  </a:lnTo>
                  <a:lnTo>
                    <a:pt x="951607" y="368824"/>
                  </a:lnTo>
                  <a:lnTo>
                    <a:pt x="928740" y="389177"/>
                  </a:lnTo>
                  <a:lnTo>
                    <a:pt x="915877" y="406513"/>
                  </a:lnTo>
                  <a:lnTo>
                    <a:pt x="904198" y="424656"/>
                  </a:lnTo>
                  <a:lnTo>
                    <a:pt x="891129" y="444946"/>
                  </a:lnTo>
                  <a:lnTo>
                    <a:pt x="864314" y="445200"/>
                  </a:lnTo>
                  <a:lnTo>
                    <a:pt x="843850" y="445117"/>
                  </a:lnTo>
                  <a:lnTo>
                    <a:pt x="808942" y="444971"/>
                  </a:lnTo>
                  <a:lnTo>
                    <a:pt x="779020" y="444851"/>
                  </a:lnTo>
                  <a:lnTo>
                    <a:pt x="743508" y="444705"/>
                  </a:lnTo>
                  <a:lnTo>
                    <a:pt x="717742" y="444597"/>
                  </a:lnTo>
                  <a:lnTo>
                    <a:pt x="689996" y="445448"/>
                  </a:lnTo>
                  <a:lnTo>
                    <a:pt x="676751" y="450858"/>
                  </a:lnTo>
                  <a:lnTo>
                    <a:pt x="660142" y="458167"/>
                  </a:lnTo>
                  <a:lnTo>
                    <a:pt x="642215" y="466048"/>
                  </a:lnTo>
                  <a:lnTo>
                    <a:pt x="651615" y="483626"/>
                  </a:lnTo>
                  <a:lnTo>
                    <a:pt x="654137" y="490561"/>
                  </a:lnTo>
                  <a:lnTo>
                    <a:pt x="653414" y="512927"/>
                  </a:lnTo>
                  <a:lnTo>
                    <a:pt x="655326" y="515372"/>
                  </a:lnTo>
                  <a:lnTo>
                    <a:pt x="657331" y="518693"/>
                  </a:lnTo>
                  <a:lnTo>
                    <a:pt x="657636" y="524472"/>
                  </a:lnTo>
                  <a:lnTo>
                    <a:pt x="659171" y="527114"/>
                  </a:lnTo>
                  <a:lnTo>
                    <a:pt x="662442" y="529247"/>
                  </a:lnTo>
                  <a:lnTo>
                    <a:pt x="666121" y="531756"/>
                  </a:lnTo>
                  <a:lnTo>
                    <a:pt x="668783" y="535153"/>
                  </a:lnTo>
                  <a:lnTo>
                    <a:pt x="669392" y="538544"/>
                  </a:lnTo>
                  <a:lnTo>
                    <a:pt x="666834" y="544450"/>
                  </a:lnTo>
                  <a:lnTo>
                    <a:pt x="656520" y="552433"/>
                  </a:lnTo>
                  <a:lnTo>
                    <a:pt x="642019" y="559431"/>
                  </a:lnTo>
                  <a:lnTo>
                    <a:pt x="613178" y="572055"/>
                  </a:lnTo>
                  <a:lnTo>
                    <a:pt x="579758" y="586687"/>
                  </a:lnTo>
                  <a:lnTo>
                    <a:pt x="550788" y="599368"/>
                  </a:lnTo>
                  <a:lnTo>
                    <a:pt x="528370" y="609180"/>
                  </a:lnTo>
                  <a:lnTo>
                    <a:pt x="482326" y="617797"/>
                  </a:lnTo>
                  <a:lnTo>
                    <a:pt x="445749" y="624637"/>
                  </a:lnTo>
                  <a:lnTo>
                    <a:pt x="419352" y="629577"/>
                  </a:lnTo>
                  <a:lnTo>
                    <a:pt x="395043" y="643326"/>
                  </a:lnTo>
                  <a:lnTo>
                    <a:pt x="368202" y="658497"/>
                  </a:lnTo>
                  <a:lnTo>
                    <a:pt x="345634" y="671255"/>
                  </a:lnTo>
                  <a:lnTo>
                    <a:pt x="320323" y="685562"/>
                  </a:lnTo>
                  <a:lnTo>
                    <a:pt x="296432" y="699069"/>
                  </a:lnTo>
                  <a:lnTo>
                    <a:pt x="269870" y="699025"/>
                  </a:lnTo>
                  <a:lnTo>
                    <a:pt x="251225" y="688902"/>
                  </a:lnTo>
                  <a:lnTo>
                    <a:pt x="233893" y="678507"/>
                  </a:lnTo>
                  <a:lnTo>
                    <a:pt x="222043" y="659919"/>
                  </a:lnTo>
                  <a:lnTo>
                    <a:pt x="221227" y="638322"/>
                  </a:lnTo>
                  <a:lnTo>
                    <a:pt x="225474" y="624179"/>
                  </a:lnTo>
                  <a:lnTo>
                    <a:pt x="229324" y="617727"/>
                  </a:lnTo>
                  <a:lnTo>
                    <a:pt x="236673" y="613638"/>
                  </a:lnTo>
                  <a:lnTo>
                    <a:pt x="251060" y="606684"/>
                  </a:lnTo>
                  <a:lnTo>
                    <a:pt x="264139" y="592605"/>
                  </a:lnTo>
                  <a:lnTo>
                    <a:pt x="274625" y="584204"/>
                  </a:lnTo>
                  <a:lnTo>
                    <a:pt x="285187" y="575535"/>
                  </a:lnTo>
                  <a:lnTo>
                    <a:pt x="291218" y="560606"/>
                  </a:lnTo>
                  <a:lnTo>
                    <a:pt x="298742" y="524465"/>
                  </a:lnTo>
                  <a:lnTo>
                    <a:pt x="299698" y="517277"/>
                  </a:lnTo>
                  <a:lnTo>
                    <a:pt x="310644" y="492491"/>
                  </a:lnTo>
                  <a:lnTo>
                    <a:pt x="322752" y="465070"/>
                  </a:lnTo>
                  <a:lnTo>
                    <a:pt x="328312" y="452477"/>
                  </a:lnTo>
                  <a:lnTo>
                    <a:pt x="322095" y="419792"/>
                  </a:lnTo>
                  <a:lnTo>
                    <a:pt x="317419" y="394676"/>
                  </a:lnTo>
                  <a:lnTo>
                    <a:pt x="313135" y="371669"/>
                  </a:lnTo>
                  <a:lnTo>
                    <a:pt x="308313" y="345746"/>
                  </a:lnTo>
                  <a:lnTo>
                    <a:pt x="303926" y="322148"/>
                  </a:lnTo>
                  <a:lnTo>
                    <a:pt x="299786" y="299916"/>
                  </a:lnTo>
                  <a:lnTo>
                    <a:pt x="295637" y="277600"/>
                  </a:lnTo>
                  <a:lnTo>
                    <a:pt x="291564" y="255723"/>
                  </a:lnTo>
                  <a:lnTo>
                    <a:pt x="288371" y="240032"/>
                  </a:lnTo>
                  <a:lnTo>
                    <a:pt x="284578" y="221438"/>
                  </a:lnTo>
                  <a:lnTo>
                    <a:pt x="262424" y="208388"/>
                  </a:lnTo>
                  <a:lnTo>
                    <a:pt x="245603" y="199249"/>
                  </a:lnTo>
                  <a:lnTo>
                    <a:pt x="218090" y="184320"/>
                  </a:lnTo>
                  <a:lnTo>
                    <a:pt x="195016" y="171797"/>
                  </a:lnTo>
                  <a:lnTo>
                    <a:pt x="174340" y="160340"/>
                  </a:lnTo>
                  <a:lnTo>
                    <a:pt x="187378" y="137250"/>
                  </a:lnTo>
                  <a:lnTo>
                    <a:pt x="186251" y="133472"/>
                  </a:lnTo>
                  <a:lnTo>
                    <a:pt x="181528" y="128925"/>
                  </a:lnTo>
                  <a:lnTo>
                    <a:pt x="171875" y="121362"/>
                  </a:lnTo>
                  <a:lnTo>
                    <a:pt x="166232" y="120593"/>
                  </a:lnTo>
                  <a:lnTo>
                    <a:pt x="156294" y="122372"/>
                  </a:lnTo>
                  <a:lnTo>
                    <a:pt x="140434" y="127077"/>
                  </a:lnTo>
                  <a:lnTo>
                    <a:pt x="133582" y="125515"/>
                  </a:lnTo>
                  <a:lnTo>
                    <a:pt x="128140" y="117437"/>
                  </a:lnTo>
                  <a:lnTo>
                    <a:pt x="121877" y="107099"/>
                  </a:lnTo>
                  <a:lnTo>
                    <a:pt x="119825" y="99021"/>
                  </a:lnTo>
                  <a:lnTo>
                    <a:pt x="119040" y="88333"/>
                  </a:lnTo>
                  <a:lnTo>
                    <a:pt x="115304" y="78713"/>
                  </a:lnTo>
                  <a:lnTo>
                    <a:pt x="117671" y="73664"/>
                  </a:lnTo>
                  <a:lnTo>
                    <a:pt x="118192" y="71149"/>
                  </a:lnTo>
                  <a:lnTo>
                    <a:pt x="117981" y="67987"/>
                  </a:lnTo>
                  <a:lnTo>
                    <a:pt x="115412" y="65967"/>
                  </a:lnTo>
                  <a:lnTo>
                    <a:pt x="110890" y="65085"/>
                  </a:lnTo>
                  <a:lnTo>
                    <a:pt x="95594" y="69123"/>
                  </a:lnTo>
                  <a:lnTo>
                    <a:pt x="88716" y="69498"/>
                  </a:lnTo>
                  <a:lnTo>
                    <a:pt x="84613" y="71772"/>
                  </a:lnTo>
                  <a:lnTo>
                    <a:pt x="78148" y="76490"/>
                  </a:lnTo>
                  <a:lnTo>
                    <a:pt x="71776" y="77074"/>
                  </a:lnTo>
                  <a:lnTo>
                    <a:pt x="60769" y="65904"/>
                  </a:lnTo>
                  <a:lnTo>
                    <a:pt x="48743" y="53673"/>
                  </a:lnTo>
                  <a:lnTo>
                    <a:pt x="43700" y="36825"/>
                  </a:lnTo>
                  <a:lnTo>
                    <a:pt x="38522" y="19521"/>
                  </a:lnTo>
                  <a:lnTo>
                    <a:pt x="17980" y="9112"/>
                  </a:lnTo>
                  <a:lnTo>
                    <a:pt x="0" y="0"/>
                  </a:lnTo>
                  <a:lnTo>
                    <a:pt x="1519164" y="0"/>
                  </a:lnTo>
                  <a:close/>
                </a:path>
              </a:pathLst>
            </a:custGeom>
            <a:solidFill>
              <a:srgbClr val="FFEFDB">
                <a:alpha val="100000"/>
              </a:srgbClr>
            </a:solidFill>
            <a:ln w="5420" cap="flat">
              <a:solidFill>
                <a:srgbClr val="5959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08" name="pg3908"/>
            <p:cNvSpPr/>
            <p:nvPr/>
          </p:nvSpPr>
          <p:spPr>
            <a:xfrm>
              <a:off x="6018224" y="2540116"/>
              <a:ext cx="296962" cy="257863"/>
            </a:xfrm>
            <a:custGeom>
              <a:avLst/>
              <a:pathLst>
                <a:path w="296962" h="257863">
                  <a:moveTo>
                    <a:pt x="67195" y="242946"/>
                  </a:moveTo>
                  <a:lnTo>
                    <a:pt x="62725" y="241575"/>
                  </a:lnTo>
                  <a:lnTo>
                    <a:pt x="58875" y="240501"/>
                  </a:lnTo>
                  <a:lnTo>
                    <a:pt x="56643" y="242330"/>
                  </a:lnTo>
                  <a:lnTo>
                    <a:pt x="54529" y="244775"/>
                  </a:lnTo>
                  <a:lnTo>
                    <a:pt x="51924" y="246611"/>
                  </a:lnTo>
                  <a:lnTo>
                    <a:pt x="46457" y="244013"/>
                  </a:lnTo>
                  <a:lnTo>
                    <a:pt x="42979" y="239282"/>
                  </a:lnTo>
                  <a:lnTo>
                    <a:pt x="37393" y="234405"/>
                  </a:lnTo>
                  <a:lnTo>
                    <a:pt x="35279" y="230735"/>
                  </a:lnTo>
                  <a:lnTo>
                    <a:pt x="36401" y="226467"/>
                  </a:lnTo>
                  <a:lnTo>
                    <a:pt x="38881" y="222346"/>
                  </a:lnTo>
                  <a:lnTo>
                    <a:pt x="40002" y="217462"/>
                  </a:lnTo>
                  <a:lnTo>
                    <a:pt x="37269" y="211829"/>
                  </a:lnTo>
                  <a:lnTo>
                    <a:pt x="34783" y="208623"/>
                  </a:lnTo>
                  <a:lnTo>
                    <a:pt x="33047" y="204958"/>
                  </a:lnTo>
                  <a:lnTo>
                    <a:pt x="33667" y="201453"/>
                  </a:lnTo>
                  <a:lnTo>
                    <a:pt x="37145" y="199770"/>
                  </a:lnTo>
                  <a:lnTo>
                    <a:pt x="40375" y="197630"/>
                  </a:lnTo>
                  <a:lnTo>
                    <a:pt x="41491" y="193058"/>
                  </a:lnTo>
                  <a:lnTo>
                    <a:pt x="39501" y="188174"/>
                  </a:lnTo>
                  <a:lnTo>
                    <a:pt x="33791" y="186187"/>
                  </a:lnTo>
                  <a:lnTo>
                    <a:pt x="29073" y="186949"/>
                  </a:lnTo>
                  <a:lnTo>
                    <a:pt x="22241" y="185882"/>
                  </a:lnTo>
                  <a:lnTo>
                    <a:pt x="15663" y="182834"/>
                  </a:lnTo>
                  <a:lnTo>
                    <a:pt x="11316" y="179322"/>
                  </a:lnTo>
                  <a:lnTo>
                    <a:pt x="7963" y="177334"/>
                  </a:lnTo>
                  <a:lnTo>
                    <a:pt x="5353" y="177334"/>
                  </a:lnTo>
                  <a:lnTo>
                    <a:pt x="2247" y="175353"/>
                  </a:lnTo>
                  <a:lnTo>
                    <a:pt x="387" y="171993"/>
                  </a:lnTo>
                  <a:lnTo>
                    <a:pt x="635" y="166500"/>
                  </a:lnTo>
                  <a:lnTo>
                    <a:pt x="1503" y="163147"/>
                  </a:lnTo>
                  <a:lnTo>
                    <a:pt x="3239" y="160245"/>
                  </a:lnTo>
                  <a:lnTo>
                    <a:pt x="3363" y="157038"/>
                  </a:lnTo>
                  <a:lnTo>
                    <a:pt x="2619" y="154746"/>
                  </a:lnTo>
                  <a:lnTo>
                    <a:pt x="2500" y="152923"/>
                  </a:lnTo>
                  <a:lnTo>
                    <a:pt x="2991" y="150631"/>
                  </a:lnTo>
                  <a:lnTo>
                    <a:pt x="4113" y="146052"/>
                  </a:lnTo>
                  <a:lnTo>
                    <a:pt x="2247" y="142699"/>
                  </a:lnTo>
                  <a:lnTo>
                    <a:pt x="2056" y="131078"/>
                  </a:lnTo>
                  <a:lnTo>
                    <a:pt x="1689" y="109334"/>
                  </a:lnTo>
                  <a:lnTo>
                    <a:pt x="1415" y="92677"/>
                  </a:lnTo>
                  <a:lnTo>
                    <a:pt x="1069" y="71740"/>
                  </a:lnTo>
                  <a:lnTo>
                    <a:pt x="867" y="56493"/>
                  </a:lnTo>
                  <a:lnTo>
                    <a:pt x="588" y="35130"/>
                  </a:lnTo>
                  <a:lnTo>
                    <a:pt x="325" y="14859"/>
                  </a:lnTo>
                  <a:lnTo>
                    <a:pt x="0" y="0"/>
                  </a:lnTo>
                  <a:lnTo>
                    <a:pt x="276472" y="0"/>
                  </a:lnTo>
                  <a:lnTo>
                    <a:pt x="276633" y="57"/>
                  </a:lnTo>
                  <a:lnTo>
                    <a:pt x="276810" y="0"/>
                  </a:lnTo>
                  <a:lnTo>
                    <a:pt x="296962" y="0"/>
                  </a:lnTo>
                  <a:lnTo>
                    <a:pt x="296962" y="192012"/>
                  </a:lnTo>
                  <a:lnTo>
                    <a:pt x="290901" y="195833"/>
                  </a:lnTo>
                  <a:lnTo>
                    <a:pt x="267083" y="205085"/>
                  </a:lnTo>
                  <a:lnTo>
                    <a:pt x="239280" y="222746"/>
                  </a:lnTo>
                  <a:lnTo>
                    <a:pt x="203354" y="237625"/>
                  </a:lnTo>
                  <a:lnTo>
                    <a:pt x="195825" y="237682"/>
                  </a:lnTo>
                  <a:lnTo>
                    <a:pt x="179510" y="225438"/>
                  </a:lnTo>
                  <a:lnTo>
                    <a:pt x="184073" y="219863"/>
                  </a:lnTo>
                  <a:lnTo>
                    <a:pt x="188316" y="212306"/>
                  </a:lnTo>
                  <a:lnTo>
                    <a:pt x="184260" y="214484"/>
                  </a:lnTo>
                  <a:lnTo>
                    <a:pt x="181629" y="217761"/>
                  </a:lnTo>
                  <a:lnTo>
                    <a:pt x="171790" y="223019"/>
                  </a:lnTo>
                  <a:lnTo>
                    <a:pt x="179769" y="233199"/>
                  </a:lnTo>
                  <a:lnTo>
                    <a:pt x="175914" y="237015"/>
                  </a:lnTo>
                  <a:lnTo>
                    <a:pt x="164503" y="242032"/>
                  </a:lnTo>
                  <a:lnTo>
                    <a:pt x="153878" y="249290"/>
                  </a:lnTo>
                  <a:lnTo>
                    <a:pt x="144577" y="254142"/>
                  </a:lnTo>
                  <a:lnTo>
                    <a:pt x="137052" y="247970"/>
                  </a:lnTo>
                  <a:lnTo>
                    <a:pt x="116283" y="255768"/>
                  </a:lnTo>
                  <a:lnTo>
                    <a:pt x="98791" y="257863"/>
                  </a:lnTo>
                  <a:lnTo>
                    <a:pt x="95008" y="253913"/>
                  </a:lnTo>
                  <a:lnTo>
                    <a:pt x="93897" y="247677"/>
                  </a:lnTo>
                  <a:lnTo>
                    <a:pt x="87773" y="246172"/>
                  </a:lnTo>
                  <a:lnTo>
                    <a:pt x="76394" y="247893"/>
                  </a:lnTo>
                  <a:lnTo>
                    <a:pt x="72079" y="244578"/>
                  </a:lnTo>
                  <a:close/>
                </a:path>
              </a:pathLst>
            </a:custGeom>
            <a:solidFill>
              <a:srgbClr val="FFEFDB">
                <a:alpha val="100000"/>
              </a:srgbClr>
            </a:solidFill>
            <a:ln w="5420" cap="flat">
              <a:solidFill>
                <a:srgbClr val="5959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09" name="pg3909"/>
            <p:cNvSpPr/>
            <p:nvPr/>
          </p:nvSpPr>
          <p:spPr>
            <a:xfrm>
              <a:off x="5287647" y="2540116"/>
              <a:ext cx="534180" cy="266113"/>
            </a:xfrm>
            <a:custGeom>
              <a:avLst/>
              <a:pathLst>
                <a:path w="534180" h="266113">
                  <a:moveTo>
                    <a:pt x="528260" y="7169"/>
                  </a:moveTo>
                  <a:lnTo>
                    <a:pt x="511940" y="26932"/>
                  </a:lnTo>
                  <a:lnTo>
                    <a:pt x="497548" y="44357"/>
                  </a:lnTo>
                  <a:lnTo>
                    <a:pt x="494318" y="62240"/>
                  </a:lnTo>
                  <a:lnTo>
                    <a:pt x="491254" y="79195"/>
                  </a:lnTo>
                  <a:lnTo>
                    <a:pt x="479347" y="92099"/>
                  </a:lnTo>
                  <a:lnTo>
                    <a:pt x="472087" y="103930"/>
                  </a:lnTo>
                  <a:lnTo>
                    <a:pt x="468847" y="117050"/>
                  </a:lnTo>
                  <a:lnTo>
                    <a:pt x="466139" y="129097"/>
                  </a:lnTo>
                  <a:lnTo>
                    <a:pt x="465932" y="139181"/>
                  </a:lnTo>
                  <a:lnTo>
                    <a:pt x="467973" y="144471"/>
                  </a:lnTo>
                  <a:lnTo>
                    <a:pt x="467012" y="148770"/>
                  </a:lnTo>
                  <a:lnTo>
                    <a:pt x="463074" y="153717"/>
                  </a:lnTo>
                  <a:lnTo>
                    <a:pt x="455199" y="162322"/>
                  </a:lnTo>
                  <a:lnTo>
                    <a:pt x="453798" y="170603"/>
                  </a:lnTo>
                  <a:lnTo>
                    <a:pt x="448982" y="174686"/>
                  </a:lnTo>
                  <a:lnTo>
                    <a:pt x="435246" y="182859"/>
                  </a:lnTo>
                  <a:lnTo>
                    <a:pt x="424042" y="194906"/>
                  </a:lnTo>
                  <a:lnTo>
                    <a:pt x="423495" y="201726"/>
                  </a:lnTo>
                  <a:lnTo>
                    <a:pt x="425112" y="207391"/>
                  </a:lnTo>
                  <a:lnTo>
                    <a:pt x="425360" y="210909"/>
                  </a:lnTo>
                  <a:lnTo>
                    <a:pt x="423122" y="213360"/>
                  </a:lnTo>
                  <a:lnTo>
                    <a:pt x="418637" y="213201"/>
                  </a:lnTo>
                  <a:lnTo>
                    <a:pt x="413784" y="213970"/>
                  </a:lnTo>
                  <a:lnTo>
                    <a:pt x="409697" y="218993"/>
                  </a:lnTo>
                  <a:lnTo>
                    <a:pt x="409800" y="226207"/>
                  </a:lnTo>
                  <a:lnTo>
                    <a:pt x="406813" y="231408"/>
                  </a:lnTo>
                  <a:lnTo>
                    <a:pt x="403325" y="232481"/>
                  </a:lnTo>
                  <a:lnTo>
                    <a:pt x="400338" y="228804"/>
                  </a:lnTo>
                  <a:lnTo>
                    <a:pt x="396746" y="223292"/>
                  </a:lnTo>
                  <a:lnTo>
                    <a:pt x="392540" y="222752"/>
                  </a:lnTo>
                  <a:lnTo>
                    <a:pt x="386153" y="226410"/>
                  </a:lnTo>
                  <a:lnTo>
                    <a:pt x="378277" y="232430"/>
                  </a:lnTo>
                  <a:lnTo>
                    <a:pt x="371192" y="232754"/>
                  </a:lnTo>
                  <a:lnTo>
                    <a:pt x="357890" y="228887"/>
                  </a:lnTo>
                  <a:lnTo>
                    <a:pt x="348180" y="240559"/>
                  </a:lnTo>
                  <a:lnTo>
                    <a:pt x="337757" y="265630"/>
                  </a:lnTo>
                  <a:lnTo>
                    <a:pt x="293717" y="265693"/>
                  </a:lnTo>
                  <a:lnTo>
                    <a:pt x="249678" y="265757"/>
                  </a:lnTo>
                  <a:lnTo>
                    <a:pt x="205634" y="265820"/>
                  </a:lnTo>
                  <a:lnTo>
                    <a:pt x="161594" y="265884"/>
                  </a:lnTo>
                  <a:lnTo>
                    <a:pt x="117555" y="265941"/>
                  </a:lnTo>
                  <a:lnTo>
                    <a:pt x="73516" y="266005"/>
                  </a:lnTo>
                  <a:lnTo>
                    <a:pt x="29476" y="266068"/>
                  </a:lnTo>
                  <a:lnTo>
                    <a:pt x="4831" y="266106"/>
                  </a:lnTo>
                  <a:lnTo>
                    <a:pt x="0" y="266113"/>
                  </a:lnTo>
                  <a:lnTo>
                    <a:pt x="15089" y="261204"/>
                  </a:lnTo>
                  <a:lnTo>
                    <a:pt x="46550" y="242127"/>
                  </a:lnTo>
                  <a:lnTo>
                    <a:pt x="69753" y="235218"/>
                  </a:lnTo>
                  <a:lnTo>
                    <a:pt x="99933" y="215182"/>
                  </a:lnTo>
                  <a:lnTo>
                    <a:pt x="121792" y="211328"/>
                  </a:lnTo>
                  <a:lnTo>
                    <a:pt x="125952" y="206921"/>
                  </a:lnTo>
                  <a:lnTo>
                    <a:pt x="129616" y="190302"/>
                  </a:lnTo>
                  <a:lnTo>
                    <a:pt x="131616" y="184377"/>
                  </a:lnTo>
                  <a:lnTo>
                    <a:pt x="141823" y="168056"/>
                  </a:lnTo>
                  <a:lnTo>
                    <a:pt x="154080" y="154289"/>
                  </a:lnTo>
                  <a:lnTo>
                    <a:pt x="163971" y="135250"/>
                  </a:lnTo>
                  <a:lnTo>
                    <a:pt x="181924" y="123083"/>
                  </a:lnTo>
                  <a:lnTo>
                    <a:pt x="209070" y="112909"/>
                  </a:lnTo>
                  <a:lnTo>
                    <a:pt x="234180" y="90689"/>
                  </a:lnTo>
                  <a:lnTo>
                    <a:pt x="247942" y="83914"/>
                  </a:lnTo>
                  <a:lnTo>
                    <a:pt x="261280" y="79062"/>
                  </a:lnTo>
                  <a:lnTo>
                    <a:pt x="266881" y="70032"/>
                  </a:lnTo>
                  <a:lnTo>
                    <a:pt x="275129" y="64869"/>
                  </a:lnTo>
                  <a:lnTo>
                    <a:pt x="297180" y="54372"/>
                  </a:lnTo>
                  <a:lnTo>
                    <a:pt x="321484" y="51533"/>
                  </a:lnTo>
                  <a:lnTo>
                    <a:pt x="346046" y="42820"/>
                  </a:lnTo>
                  <a:lnTo>
                    <a:pt x="364887" y="38203"/>
                  </a:lnTo>
                  <a:lnTo>
                    <a:pt x="376442" y="30030"/>
                  </a:lnTo>
                  <a:lnTo>
                    <a:pt x="393243" y="25725"/>
                  </a:lnTo>
                  <a:lnTo>
                    <a:pt x="443385" y="2273"/>
                  </a:lnTo>
                  <a:lnTo>
                    <a:pt x="446265" y="0"/>
                  </a:lnTo>
                  <a:lnTo>
                    <a:pt x="534180" y="0"/>
                  </a:lnTo>
                  <a:close/>
                </a:path>
              </a:pathLst>
            </a:custGeom>
            <a:solidFill>
              <a:srgbClr val="FFEFDB">
                <a:alpha val="100000"/>
              </a:srgbClr>
            </a:solidFill>
            <a:ln w="5420" cap="flat">
              <a:solidFill>
                <a:srgbClr val="5959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10" name="pg3910"/>
            <p:cNvSpPr/>
            <p:nvPr/>
          </p:nvSpPr>
          <p:spPr>
            <a:xfrm>
              <a:off x="6188919" y="2797057"/>
              <a:ext cx="126268" cy="202407"/>
            </a:xfrm>
            <a:custGeom>
              <a:avLst/>
              <a:pathLst>
                <a:path w="126268" h="202407">
                  <a:moveTo>
                    <a:pt x="117079" y="175208"/>
                  </a:moveTo>
                  <a:lnTo>
                    <a:pt x="108057" y="174662"/>
                  </a:lnTo>
                  <a:lnTo>
                    <a:pt x="101406" y="175266"/>
                  </a:lnTo>
                  <a:lnTo>
                    <a:pt x="91386" y="182892"/>
                  </a:lnTo>
                  <a:lnTo>
                    <a:pt x="89830" y="198305"/>
                  </a:lnTo>
                  <a:lnTo>
                    <a:pt x="85406" y="196266"/>
                  </a:lnTo>
                  <a:lnTo>
                    <a:pt x="80916" y="196768"/>
                  </a:lnTo>
                  <a:lnTo>
                    <a:pt x="78595" y="201607"/>
                  </a:lnTo>
                  <a:lnTo>
                    <a:pt x="75288" y="202407"/>
                  </a:lnTo>
                  <a:lnTo>
                    <a:pt x="66529" y="197829"/>
                  </a:lnTo>
                  <a:lnTo>
                    <a:pt x="56214" y="200331"/>
                  </a:lnTo>
                  <a:lnTo>
                    <a:pt x="48147" y="196857"/>
                  </a:lnTo>
                  <a:lnTo>
                    <a:pt x="37863" y="174275"/>
                  </a:lnTo>
                  <a:lnTo>
                    <a:pt x="32401" y="166362"/>
                  </a:lnTo>
                  <a:lnTo>
                    <a:pt x="22717" y="163810"/>
                  </a:lnTo>
                  <a:lnTo>
                    <a:pt x="20205" y="168585"/>
                  </a:lnTo>
                  <a:lnTo>
                    <a:pt x="16448" y="173259"/>
                  </a:lnTo>
                  <a:lnTo>
                    <a:pt x="7126" y="163943"/>
                  </a:lnTo>
                  <a:lnTo>
                    <a:pt x="56" y="129365"/>
                  </a:lnTo>
                  <a:lnTo>
                    <a:pt x="0" y="121021"/>
                  </a:lnTo>
                  <a:lnTo>
                    <a:pt x="9896" y="91936"/>
                  </a:lnTo>
                  <a:lnTo>
                    <a:pt x="34401" y="65753"/>
                  </a:lnTo>
                  <a:lnTo>
                    <a:pt x="26577" y="64877"/>
                  </a:lnTo>
                  <a:lnTo>
                    <a:pt x="4940" y="83033"/>
                  </a:lnTo>
                  <a:lnTo>
                    <a:pt x="7172" y="78638"/>
                  </a:lnTo>
                  <a:lnTo>
                    <a:pt x="10841" y="74059"/>
                  </a:lnTo>
                  <a:lnTo>
                    <a:pt x="18138" y="66674"/>
                  </a:lnTo>
                  <a:lnTo>
                    <a:pt x="29213" y="59733"/>
                  </a:lnTo>
                  <a:lnTo>
                    <a:pt x="43961" y="55688"/>
                  </a:lnTo>
                  <a:lnTo>
                    <a:pt x="54106" y="55072"/>
                  </a:lnTo>
                  <a:lnTo>
                    <a:pt x="61098" y="51236"/>
                  </a:lnTo>
                  <a:lnTo>
                    <a:pt x="71231" y="44441"/>
                  </a:lnTo>
                  <a:lnTo>
                    <a:pt x="73112" y="40834"/>
                  </a:lnTo>
                  <a:lnTo>
                    <a:pt x="64126" y="44981"/>
                  </a:lnTo>
                  <a:lnTo>
                    <a:pt x="49196" y="49064"/>
                  </a:lnTo>
                  <a:lnTo>
                    <a:pt x="53026" y="43711"/>
                  </a:lnTo>
                  <a:lnTo>
                    <a:pt x="56762" y="40847"/>
                  </a:lnTo>
                  <a:lnTo>
                    <a:pt x="126268" y="0"/>
                  </a:lnTo>
                  <a:lnTo>
                    <a:pt x="126268" y="168132"/>
                  </a:lnTo>
                  <a:close/>
                </a:path>
              </a:pathLst>
            </a:custGeom>
            <a:solidFill>
              <a:srgbClr val="FFEFDB">
                <a:alpha val="100000"/>
              </a:srgbClr>
            </a:solidFill>
            <a:ln w="5420" cap="flat">
              <a:solidFill>
                <a:srgbClr val="5959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11" name="pg3911"/>
            <p:cNvSpPr/>
            <p:nvPr/>
          </p:nvSpPr>
          <p:spPr>
            <a:xfrm>
              <a:off x="6175048" y="2885799"/>
              <a:ext cx="12040" cy="17520"/>
            </a:xfrm>
            <a:custGeom>
              <a:avLst/>
              <a:pathLst>
                <a:path w="12040" h="17520">
                  <a:moveTo>
                    <a:pt x="0" y="17520"/>
                  </a:moveTo>
                  <a:lnTo>
                    <a:pt x="1291" y="13062"/>
                  </a:lnTo>
                  <a:lnTo>
                    <a:pt x="7792" y="1695"/>
                  </a:lnTo>
                  <a:lnTo>
                    <a:pt x="12040" y="0"/>
                  </a:lnTo>
                  <a:lnTo>
                    <a:pt x="5327" y="12973"/>
                  </a:lnTo>
                  <a:close/>
                </a:path>
              </a:pathLst>
            </a:custGeom>
            <a:solidFill>
              <a:srgbClr val="FFEFDB">
                <a:alpha val="100000"/>
              </a:srgbClr>
            </a:solidFill>
            <a:ln w="5420" cap="flat">
              <a:solidFill>
                <a:srgbClr val="5959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12" name="pg3912"/>
            <p:cNvSpPr/>
            <p:nvPr/>
          </p:nvSpPr>
          <p:spPr>
            <a:xfrm>
              <a:off x="6114410" y="2832043"/>
              <a:ext cx="16050" cy="22950"/>
            </a:xfrm>
            <a:custGeom>
              <a:avLst/>
              <a:pathLst>
                <a:path w="16050" h="22950">
                  <a:moveTo>
                    <a:pt x="0" y="22950"/>
                  </a:moveTo>
                  <a:lnTo>
                    <a:pt x="5539" y="5391"/>
                  </a:lnTo>
                  <a:lnTo>
                    <a:pt x="10046" y="0"/>
                  </a:lnTo>
                  <a:lnTo>
                    <a:pt x="16050" y="1816"/>
                  </a:lnTo>
                  <a:lnTo>
                    <a:pt x="15208" y="12427"/>
                  </a:lnTo>
                  <a:lnTo>
                    <a:pt x="14242" y="16072"/>
                  </a:lnTo>
                  <a:close/>
                </a:path>
              </a:pathLst>
            </a:custGeom>
            <a:solidFill>
              <a:srgbClr val="FFEFDB">
                <a:alpha val="100000"/>
              </a:srgbClr>
            </a:solidFill>
            <a:ln w="5420" cap="flat">
              <a:solidFill>
                <a:srgbClr val="5959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13" name="pg3913"/>
            <p:cNvSpPr/>
            <p:nvPr/>
          </p:nvSpPr>
          <p:spPr>
            <a:xfrm>
              <a:off x="5366847" y="2715076"/>
              <a:ext cx="51274" cy="34247"/>
            </a:xfrm>
            <a:custGeom>
              <a:avLst/>
              <a:pathLst>
                <a:path w="51274" h="34247">
                  <a:moveTo>
                    <a:pt x="33548" y="33244"/>
                  </a:moveTo>
                  <a:lnTo>
                    <a:pt x="19601" y="30837"/>
                  </a:lnTo>
                  <a:lnTo>
                    <a:pt x="4268" y="34177"/>
                  </a:lnTo>
                  <a:lnTo>
                    <a:pt x="0" y="34247"/>
                  </a:lnTo>
                  <a:lnTo>
                    <a:pt x="11389" y="24582"/>
                  </a:lnTo>
                  <a:lnTo>
                    <a:pt x="28903" y="18638"/>
                  </a:lnTo>
                  <a:lnTo>
                    <a:pt x="46364" y="463"/>
                  </a:lnTo>
                  <a:lnTo>
                    <a:pt x="51274" y="0"/>
                  </a:lnTo>
                  <a:lnTo>
                    <a:pt x="44628" y="20587"/>
                  </a:lnTo>
                  <a:lnTo>
                    <a:pt x="43274" y="27948"/>
                  </a:lnTo>
                  <a:lnTo>
                    <a:pt x="41703" y="30646"/>
                  </a:lnTo>
                  <a:close/>
                </a:path>
              </a:pathLst>
            </a:custGeom>
            <a:solidFill>
              <a:srgbClr val="FFEFDB">
                <a:alpha val="100000"/>
              </a:srgbClr>
            </a:solidFill>
            <a:ln w="5420" cap="flat">
              <a:solidFill>
                <a:srgbClr val="5959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14" name="pg3914"/>
            <p:cNvSpPr/>
            <p:nvPr/>
          </p:nvSpPr>
          <p:spPr>
            <a:xfrm>
              <a:off x="5377730" y="2716409"/>
              <a:ext cx="30200" cy="16853"/>
            </a:xfrm>
            <a:custGeom>
              <a:avLst/>
              <a:pathLst>
                <a:path w="30200" h="16853">
                  <a:moveTo>
                    <a:pt x="4423" y="16853"/>
                  </a:moveTo>
                  <a:lnTo>
                    <a:pt x="0" y="15723"/>
                  </a:lnTo>
                  <a:lnTo>
                    <a:pt x="14082" y="2946"/>
                  </a:lnTo>
                  <a:lnTo>
                    <a:pt x="30200" y="0"/>
                  </a:lnTo>
                  <a:lnTo>
                    <a:pt x="17187" y="14174"/>
                  </a:lnTo>
                  <a:close/>
                </a:path>
              </a:pathLst>
            </a:custGeom>
            <a:solidFill>
              <a:srgbClr val="FFEFDB">
                <a:alpha val="100000"/>
              </a:srgbClr>
            </a:solidFill>
            <a:ln w="5420" cap="flat">
              <a:solidFill>
                <a:srgbClr val="5959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15" name="pg3915"/>
            <p:cNvSpPr/>
            <p:nvPr/>
          </p:nvSpPr>
          <p:spPr>
            <a:xfrm>
              <a:off x="5667831" y="2547127"/>
              <a:ext cx="30784" cy="17069"/>
            </a:xfrm>
            <a:custGeom>
              <a:avLst/>
              <a:pathLst>
                <a:path w="30784" h="17069">
                  <a:moveTo>
                    <a:pt x="0" y="17069"/>
                  </a:moveTo>
                  <a:lnTo>
                    <a:pt x="2294" y="12554"/>
                  </a:lnTo>
                  <a:lnTo>
                    <a:pt x="15430" y="4508"/>
                  </a:lnTo>
                  <a:lnTo>
                    <a:pt x="25084" y="0"/>
                  </a:lnTo>
                  <a:lnTo>
                    <a:pt x="30784" y="95"/>
                  </a:lnTo>
                  <a:lnTo>
                    <a:pt x="21502" y="9957"/>
                  </a:lnTo>
                  <a:lnTo>
                    <a:pt x="9622" y="16015"/>
                  </a:lnTo>
                  <a:close/>
                </a:path>
              </a:pathLst>
            </a:custGeom>
            <a:solidFill>
              <a:srgbClr val="FFEFDB">
                <a:alpha val="100000"/>
              </a:srgbClr>
            </a:solidFill>
            <a:ln w="5420" cap="flat">
              <a:solidFill>
                <a:srgbClr val="5959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16" name="pg3916"/>
            <p:cNvSpPr/>
            <p:nvPr/>
          </p:nvSpPr>
          <p:spPr>
            <a:xfrm>
              <a:off x="4939342" y="5500509"/>
              <a:ext cx="49258" cy="37397"/>
            </a:xfrm>
            <a:custGeom>
              <a:avLst/>
              <a:pathLst>
                <a:path w="49258" h="37397">
                  <a:moveTo>
                    <a:pt x="36380" y="7931"/>
                  </a:moveTo>
                  <a:lnTo>
                    <a:pt x="25890" y="16136"/>
                  </a:lnTo>
                  <a:lnTo>
                    <a:pt x="33512" y="21991"/>
                  </a:lnTo>
                  <a:lnTo>
                    <a:pt x="40695" y="9258"/>
                  </a:lnTo>
                  <a:lnTo>
                    <a:pt x="46395" y="19603"/>
                  </a:lnTo>
                  <a:lnTo>
                    <a:pt x="49258" y="37397"/>
                  </a:lnTo>
                  <a:lnTo>
                    <a:pt x="16879" y="37397"/>
                  </a:lnTo>
                  <a:lnTo>
                    <a:pt x="15627" y="32145"/>
                  </a:lnTo>
                  <a:lnTo>
                    <a:pt x="9084" y="25573"/>
                  </a:lnTo>
                  <a:lnTo>
                    <a:pt x="0" y="8807"/>
                  </a:lnTo>
                  <a:lnTo>
                    <a:pt x="5276" y="4483"/>
                  </a:lnTo>
                  <a:lnTo>
                    <a:pt x="12309" y="5924"/>
                  </a:lnTo>
                  <a:lnTo>
                    <a:pt x="15911" y="3905"/>
                  </a:lnTo>
                  <a:lnTo>
                    <a:pt x="25662" y="2292"/>
                  </a:lnTo>
                  <a:lnTo>
                    <a:pt x="31585" y="0"/>
                  </a:lnTo>
                  <a:lnTo>
                    <a:pt x="36215" y="4953"/>
                  </a:lnTo>
                  <a:close/>
                </a:path>
              </a:pathLst>
            </a:custGeom>
            <a:solidFill>
              <a:srgbClr val="FFEFDB">
                <a:alpha val="100000"/>
              </a:srgbClr>
            </a:solidFill>
            <a:ln w="5420" cap="flat">
              <a:solidFill>
                <a:srgbClr val="5959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17" name="pg3917"/>
            <p:cNvSpPr/>
            <p:nvPr/>
          </p:nvSpPr>
          <p:spPr>
            <a:xfrm>
              <a:off x="4945285" y="5155530"/>
              <a:ext cx="95830" cy="135860"/>
            </a:xfrm>
            <a:custGeom>
              <a:avLst/>
              <a:pathLst>
                <a:path w="95830" h="135860">
                  <a:moveTo>
                    <a:pt x="73800" y="135860"/>
                  </a:moveTo>
                  <a:lnTo>
                    <a:pt x="64612" y="122835"/>
                  </a:lnTo>
                  <a:lnTo>
                    <a:pt x="57211" y="119050"/>
                  </a:lnTo>
                  <a:lnTo>
                    <a:pt x="68772" y="109842"/>
                  </a:lnTo>
                  <a:lnTo>
                    <a:pt x="73764" y="101930"/>
                  </a:lnTo>
                  <a:lnTo>
                    <a:pt x="73660" y="84669"/>
                  </a:lnTo>
                  <a:lnTo>
                    <a:pt x="76482" y="75214"/>
                  </a:lnTo>
                  <a:lnTo>
                    <a:pt x="75526" y="67028"/>
                  </a:lnTo>
                  <a:lnTo>
                    <a:pt x="78073" y="58671"/>
                  </a:lnTo>
                  <a:lnTo>
                    <a:pt x="74627" y="49285"/>
                  </a:lnTo>
                  <a:lnTo>
                    <a:pt x="64963" y="41842"/>
                  </a:lnTo>
                  <a:lnTo>
                    <a:pt x="45842" y="12237"/>
                  </a:lnTo>
                  <a:lnTo>
                    <a:pt x="15637" y="5048"/>
                  </a:lnTo>
                  <a:lnTo>
                    <a:pt x="0" y="4750"/>
                  </a:lnTo>
                  <a:lnTo>
                    <a:pt x="8593" y="0"/>
                  </a:lnTo>
                  <a:lnTo>
                    <a:pt x="16531" y="577"/>
                  </a:lnTo>
                  <a:lnTo>
                    <a:pt x="28748" y="3403"/>
                  </a:lnTo>
                  <a:lnTo>
                    <a:pt x="43377" y="4769"/>
                  </a:lnTo>
                  <a:lnTo>
                    <a:pt x="52318" y="13481"/>
                  </a:lnTo>
                  <a:lnTo>
                    <a:pt x="60855" y="25033"/>
                  </a:lnTo>
                  <a:lnTo>
                    <a:pt x="68565" y="29707"/>
                  </a:lnTo>
                  <a:lnTo>
                    <a:pt x="71738" y="32679"/>
                  </a:lnTo>
                  <a:lnTo>
                    <a:pt x="71381" y="36032"/>
                  </a:lnTo>
                  <a:lnTo>
                    <a:pt x="72663" y="39181"/>
                  </a:lnTo>
                  <a:lnTo>
                    <a:pt x="82724" y="44586"/>
                  </a:lnTo>
                  <a:lnTo>
                    <a:pt x="92858" y="53311"/>
                  </a:lnTo>
                  <a:lnTo>
                    <a:pt x="95830" y="78897"/>
                  </a:lnTo>
                  <a:lnTo>
                    <a:pt x="82177" y="91007"/>
                  </a:lnTo>
                  <a:lnTo>
                    <a:pt x="79665" y="128055"/>
                  </a:lnTo>
                  <a:lnTo>
                    <a:pt x="76001" y="134723"/>
                  </a:lnTo>
                  <a:close/>
                </a:path>
              </a:pathLst>
            </a:custGeom>
            <a:solidFill>
              <a:srgbClr val="FFEFDB">
                <a:alpha val="100000"/>
              </a:srgbClr>
            </a:solidFill>
            <a:ln w="5420" cap="flat">
              <a:solidFill>
                <a:srgbClr val="5959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18" name="pg3918"/>
            <p:cNvSpPr/>
            <p:nvPr/>
          </p:nvSpPr>
          <p:spPr>
            <a:xfrm>
              <a:off x="4893261" y="5381534"/>
              <a:ext cx="74105" cy="118987"/>
            </a:xfrm>
            <a:custGeom>
              <a:avLst/>
              <a:pathLst>
                <a:path w="74105" h="118987">
                  <a:moveTo>
                    <a:pt x="72947" y="80116"/>
                  </a:moveTo>
                  <a:lnTo>
                    <a:pt x="74105" y="91896"/>
                  </a:lnTo>
                  <a:lnTo>
                    <a:pt x="73035" y="96094"/>
                  </a:lnTo>
                  <a:lnTo>
                    <a:pt x="61583" y="103968"/>
                  </a:lnTo>
                  <a:lnTo>
                    <a:pt x="58643" y="108369"/>
                  </a:lnTo>
                  <a:lnTo>
                    <a:pt x="47847" y="112808"/>
                  </a:lnTo>
                  <a:lnTo>
                    <a:pt x="41315" y="118987"/>
                  </a:lnTo>
                  <a:lnTo>
                    <a:pt x="38044" y="108947"/>
                  </a:lnTo>
                  <a:lnTo>
                    <a:pt x="31703" y="102742"/>
                  </a:lnTo>
                  <a:lnTo>
                    <a:pt x="30639" y="92194"/>
                  </a:lnTo>
                  <a:lnTo>
                    <a:pt x="25792" y="95757"/>
                  </a:lnTo>
                  <a:lnTo>
                    <a:pt x="18805" y="93585"/>
                  </a:lnTo>
                  <a:lnTo>
                    <a:pt x="7281" y="85596"/>
                  </a:lnTo>
                  <a:lnTo>
                    <a:pt x="0" y="74750"/>
                  </a:lnTo>
                  <a:lnTo>
                    <a:pt x="10201" y="72870"/>
                  </a:lnTo>
                  <a:lnTo>
                    <a:pt x="12309" y="79608"/>
                  </a:lnTo>
                  <a:lnTo>
                    <a:pt x="20381" y="71340"/>
                  </a:lnTo>
                  <a:lnTo>
                    <a:pt x="18546" y="66983"/>
                  </a:lnTo>
                  <a:lnTo>
                    <a:pt x="17089" y="66425"/>
                  </a:lnTo>
                  <a:lnTo>
                    <a:pt x="14443" y="58321"/>
                  </a:lnTo>
                  <a:lnTo>
                    <a:pt x="26587" y="37098"/>
                  </a:lnTo>
                  <a:lnTo>
                    <a:pt x="29207" y="23407"/>
                  </a:lnTo>
                  <a:lnTo>
                    <a:pt x="23699" y="1441"/>
                  </a:lnTo>
                  <a:lnTo>
                    <a:pt x="28841" y="0"/>
                  </a:lnTo>
                  <a:lnTo>
                    <a:pt x="42545" y="7703"/>
                  </a:lnTo>
                  <a:lnTo>
                    <a:pt x="48685" y="15285"/>
                  </a:lnTo>
                  <a:lnTo>
                    <a:pt x="48886" y="25693"/>
                  </a:lnTo>
                  <a:lnTo>
                    <a:pt x="54648" y="33752"/>
                  </a:lnTo>
                  <a:lnTo>
                    <a:pt x="62989" y="53057"/>
                  </a:lnTo>
                  <a:lnTo>
                    <a:pt x="73180" y="64367"/>
                  </a:lnTo>
                  <a:close/>
                </a:path>
              </a:pathLst>
            </a:custGeom>
            <a:solidFill>
              <a:srgbClr val="FFEFDB">
                <a:alpha val="100000"/>
              </a:srgbClr>
            </a:solidFill>
            <a:ln w="5420" cap="flat">
              <a:solidFill>
                <a:srgbClr val="5959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19" name="pg3919"/>
            <p:cNvSpPr/>
            <p:nvPr/>
          </p:nvSpPr>
          <p:spPr>
            <a:xfrm>
              <a:off x="4835016" y="5174016"/>
              <a:ext cx="112522" cy="38661"/>
            </a:xfrm>
            <a:custGeom>
              <a:avLst/>
              <a:pathLst>
                <a:path w="112522" h="38661">
                  <a:moveTo>
                    <a:pt x="64973" y="13005"/>
                  </a:moveTo>
                  <a:lnTo>
                    <a:pt x="71841" y="12453"/>
                  </a:lnTo>
                  <a:lnTo>
                    <a:pt x="75960" y="9792"/>
                  </a:lnTo>
                  <a:lnTo>
                    <a:pt x="94931" y="10878"/>
                  </a:lnTo>
                  <a:lnTo>
                    <a:pt x="110248" y="6985"/>
                  </a:lnTo>
                  <a:lnTo>
                    <a:pt x="112522" y="13894"/>
                  </a:lnTo>
                  <a:lnTo>
                    <a:pt x="112134" y="17501"/>
                  </a:lnTo>
                  <a:lnTo>
                    <a:pt x="79562" y="20886"/>
                  </a:lnTo>
                  <a:lnTo>
                    <a:pt x="49682" y="31028"/>
                  </a:lnTo>
                  <a:lnTo>
                    <a:pt x="33305" y="37899"/>
                  </a:lnTo>
                  <a:lnTo>
                    <a:pt x="25611" y="38661"/>
                  </a:lnTo>
                  <a:lnTo>
                    <a:pt x="19730" y="35047"/>
                  </a:lnTo>
                  <a:lnTo>
                    <a:pt x="0" y="14104"/>
                  </a:lnTo>
                  <a:lnTo>
                    <a:pt x="5276" y="16193"/>
                  </a:lnTo>
                  <a:lnTo>
                    <a:pt x="19854" y="28030"/>
                  </a:lnTo>
                  <a:lnTo>
                    <a:pt x="28908" y="25871"/>
                  </a:lnTo>
                  <a:lnTo>
                    <a:pt x="37295" y="18047"/>
                  </a:lnTo>
                  <a:lnTo>
                    <a:pt x="38577" y="12135"/>
                  </a:lnTo>
                  <a:lnTo>
                    <a:pt x="37326" y="9335"/>
                  </a:lnTo>
                  <a:lnTo>
                    <a:pt x="41119" y="0"/>
                  </a:lnTo>
                  <a:lnTo>
                    <a:pt x="52152" y="8960"/>
                  </a:lnTo>
                  <a:close/>
                </a:path>
              </a:pathLst>
            </a:custGeom>
            <a:solidFill>
              <a:srgbClr val="FFEFDB">
                <a:alpha val="100000"/>
              </a:srgbClr>
            </a:solidFill>
            <a:ln w="5420" cap="flat">
              <a:solidFill>
                <a:srgbClr val="5959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20" name="pg3920"/>
            <p:cNvSpPr/>
            <p:nvPr/>
          </p:nvSpPr>
          <p:spPr>
            <a:xfrm>
              <a:off x="4985696" y="5397055"/>
              <a:ext cx="30985" cy="11691"/>
            </a:xfrm>
            <a:custGeom>
              <a:avLst/>
              <a:pathLst>
                <a:path w="30985" h="11691">
                  <a:moveTo>
                    <a:pt x="10733" y="11691"/>
                  </a:moveTo>
                  <a:lnTo>
                    <a:pt x="2191" y="9030"/>
                  </a:lnTo>
                  <a:lnTo>
                    <a:pt x="0" y="6890"/>
                  </a:lnTo>
                  <a:lnTo>
                    <a:pt x="3658" y="3295"/>
                  </a:lnTo>
                  <a:lnTo>
                    <a:pt x="11710" y="298"/>
                  </a:lnTo>
                  <a:lnTo>
                    <a:pt x="24639" y="0"/>
                  </a:lnTo>
                  <a:lnTo>
                    <a:pt x="30303" y="3543"/>
                  </a:lnTo>
                  <a:lnTo>
                    <a:pt x="30985" y="5093"/>
                  </a:lnTo>
                  <a:lnTo>
                    <a:pt x="22686" y="8992"/>
                  </a:lnTo>
                  <a:close/>
                </a:path>
              </a:pathLst>
            </a:custGeom>
            <a:solidFill>
              <a:srgbClr val="FFEFDB">
                <a:alpha val="100000"/>
              </a:srgbClr>
            </a:solidFill>
            <a:ln w="5420" cap="flat">
              <a:solidFill>
                <a:srgbClr val="5959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21" name="pg3921"/>
            <p:cNvSpPr/>
            <p:nvPr/>
          </p:nvSpPr>
          <p:spPr>
            <a:xfrm>
              <a:off x="5304944" y="5521433"/>
              <a:ext cx="12277" cy="16472"/>
            </a:xfrm>
            <a:custGeom>
              <a:avLst/>
              <a:pathLst>
                <a:path w="12277" h="16472">
                  <a:moveTo>
                    <a:pt x="7008" y="16472"/>
                  </a:moveTo>
                  <a:lnTo>
                    <a:pt x="0" y="16472"/>
                  </a:lnTo>
                  <a:lnTo>
                    <a:pt x="1962" y="2806"/>
                  </a:lnTo>
                  <a:lnTo>
                    <a:pt x="7771" y="0"/>
                  </a:lnTo>
                  <a:lnTo>
                    <a:pt x="10050" y="152"/>
                  </a:lnTo>
                  <a:lnTo>
                    <a:pt x="12277" y="7620"/>
                  </a:lnTo>
                  <a:close/>
                </a:path>
              </a:pathLst>
            </a:custGeom>
            <a:solidFill>
              <a:srgbClr val="FFEFDB">
                <a:alpha val="100000"/>
              </a:srgbClr>
            </a:solidFill>
            <a:ln w="5420" cap="flat">
              <a:solidFill>
                <a:srgbClr val="5959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22" name="pg3922"/>
            <p:cNvSpPr/>
            <p:nvPr/>
          </p:nvSpPr>
          <p:spPr>
            <a:xfrm>
              <a:off x="5068380" y="5334383"/>
              <a:ext cx="70456" cy="119063"/>
            </a:xfrm>
            <a:custGeom>
              <a:avLst/>
              <a:pathLst>
                <a:path w="70456" h="119063">
                  <a:moveTo>
                    <a:pt x="31373" y="24747"/>
                  </a:moveTo>
                  <a:lnTo>
                    <a:pt x="46235" y="30285"/>
                  </a:lnTo>
                  <a:lnTo>
                    <a:pt x="62302" y="48650"/>
                  </a:lnTo>
                  <a:lnTo>
                    <a:pt x="69221" y="55191"/>
                  </a:lnTo>
                  <a:lnTo>
                    <a:pt x="70456" y="61147"/>
                  </a:lnTo>
                  <a:lnTo>
                    <a:pt x="67748" y="88340"/>
                  </a:lnTo>
                  <a:lnTo>
                    <a:pt x="64136" y="104711"/>
                  </a:lnTo>
                  <a:lnTo>
                    <a:pt x="64679" y="119063"/>
                  </a:lnTo>
                  <a:lnTo>
                    <a:pt x="60906" y="114815"/>
                  </a:lnTo>
                  <a:lnTo>
                    <a:pt x="57093" y="105416"/>
                  </a:lnTo>
                  <a:lnTo>
                    <a:pt x="50840" y="100012"/>
                  </a:lnTo>
                  <a:lnTo>
                    <a:pt x="48757" y="97180"/>
                  </a:lnTo>
                  <a:lnTo>
                    <a:pt x="59997" y="96557"/>
                  </a:lnTo>
                  <a:lnTo>
                    <a:pt x="60994" y="81761"/>
                  </a:lnTo>
                  <a:lnTo>
                    <a:pt x="66477" y="70089"/>
                  </a:lnTo>
                  <a:lnTo>
                    <a:pt x="65645" y="57947"/>
                  </a:lnTo>
                  <a:lnTo>
                    <a:pt x="52529" y="44579"/>
                  </a:lnTo>
                  <a:lnTo>
                    <a:pt x="43538" y="32812"/>
                  </a:lnTo>
                  <a:lnTo>
                    <a:pt x="29714" y="29046"/>
                  </a:lnTo>
                  <a:lnTo>
                    <a:pt x="16929" y="17330"/>
                  </a:lnTo>
                  <a:lnTo>
                    <a:pt x="9301" y="15888"/>
                  </a:lnTo>
                  <a:lnTo>
                    <a:pt x="0" y="17952"/>
                  </a:lnTo>
                  <a:lnTo>
                    <a:pt x="3359" y="10967"/>
                  </a:lnTo>
                  <a:lnTo>
                    <a:pt x="5684" y="1727"/>
                  </a:lnTo>
                  <a:lnTo>
                    <a:pt x="7389" y="0"/>
                  </a:lnTo>
                  <a:lnTo>
                    <a:pt x="13952" y="10078"/>
                  </a:lnTo>
                  <a:close/>
                </a:path>
              </a:pathLst>
            </a:custGeom>
            <a:solidFill>
              <a:srgbClr val="FFEFDB">
                <a:alpha val="100000"/>
              </a:srgbClr>
            </a:solidFill>
            <a:ln w="5420" cap="flat">
              <a:solidFill>
                <a:srgbClr val="5959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23" name="pg3923"/>
            <p:cNvSpPr/>
            <p:nvPr/>
          </p:nvSpPr>
          <p:spPr>
            <a:xfrm>
              <a:off x="5178096" y="5447191"/>
              <a:ext cx="46804" cy="72629"/>
            </a:xfrm>
            <a:custGeom>
              <a:avLst/>
              <a:pathLst>
                <a:path w="46804" h="72629">
                  <a:moveTo>
                    <a:pt x="46804" y="71314"/>
                  </a:moveTo>
                  <a:lnTo>
                    <a:pt x="39713" y="69974"/>
                  </a:lnTo>
                  <a:lnTo>
                    <a:pt x="29249" y="72559"/>
                  </a:lnTo>
                  <a:lnTo>
                    <a:pt x="25482" y="72629"/>
                  </a:lnTo>
                  <a:lnTo>
                    <a:pt x="27828" y="68101"/>
                  </a:lnTo>
                  <a:lnTo>
                    <a:pt x="35094" y="61979"/>
                  </a:lnTo>
                  <a:lnTo>
                    <a:pt x="35460" y="56150"/>
                  </a:lnTo>
                  <a:lnTo>
                    <a:pt x="26469" y="47742"/>
                  </a:lnTo>
                  <a:lnTo>
                    <a:pt x="16004" y="26824"/>
                  </a:lnTo>
                  <a:lnTo>
                    <a:pt x="11105" y="21864"/>
                  </a:lnTo>
                  <a:lnTo>
                    <a:pt x="8779" y="14002"/>
                  </a:lnTo>
                  <a:lnTo>
                    <a:pt x="0" y="5569"/>
                  </a:lnTo>
                  <a:lnTo>
                    <a:pt x="1834" y="1060"/>
                  </a:lnTo>
                  <a:lnTo>
                    <a:pt x="3638" y="0"/>
                  </a:lnTo>
                  <a:lnTo>
                    <a:pt x="9575" y="2165"/>
                  </a:lnTo>
                  <a:lnTo>
                    <a:pt x="23022" y="32253"/>
                  </a:lnTo>
                  <a:lnTo>
                    <a:pt x="23900" y="35136"/>
                  </a:lnTo>
                  <a:lnTo>
                    <a:pt x="46101" y="64704"/>
                  </a:lnTo>
                  <a:close/>
                </a:path>
              </a:pathLst>
            </a:custGeom>
            <a:solidFill>
              <a:srgbClr val="FFEFDB">
                <a:alpha val="100000"/>
              </a:srgbClr>
            </a:solidFill>
            <a:ln w="5420" cap="flat">
              <a:solidFill>
                <a:srgbClr val="5959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24" name="pt3924"/>
            <p:cNvSpPr/>
            <p:nvPr/>
          </p:nvSpPr>
          <p:spPr>
            <a:xfrm>
              <a:off x="5411954" y="3276309"/>
              <a:ext cx="63202" cy="63202"/>
            </a:xfrm>
            <a:prstGeom prst="ellipse">
              <a:avLst/>
            </a:prstGeom>
            <a:solidFill>
              <a:srgbClr val="98DEC3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25" name="pt3925"/>
            <p:cNvSpPr/>
            <p:nvPr/>
          </p:nvSpPr>
          <p:spPr>
            <a:xfrm>
              <a:off x="3286560" y="4746129"/>
              <a:ext cx="63202" cy="63202"/>
            </a:xfrm>
            <a:prstGeom prst="ellipse">
              <a:avLst/>
            </a:prstGeom>
            <a:solidFill>
              <a:srgbClr val="3A699F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26" name="pt3926"/>
            <p:cNvSpPr/>
            <p:nvPr/>
          </p:nvSpPr>
          <p:spPr>
            <a:xfrm>
              <a:off x="2878450" y="4973596"/>
              <a:ext cx="63202" cy="63202"/>
            </a:xfrm>
            <a:prstGeom prst="ellipse">
              <a:avLst/>
            </a:prstGeom>
            <a:solidFill>
              <a:srgbClr val="3A7AA3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27" name="pt3927"/>
            <p:cNvSpPr/>
            <p:nvPr/>
          </p:nvSpPr>
          <p:spPr>
            <a:xfrm>
              <a:off x="5154968" y="3735383"/>
              <a:ext cx="63202" cy="63202"/>
            </a:xfrm>
            <a:prstGeom prst="ellipse">
              <a:avLst/>
            </a:prstGeom>
            <a:solidFill>
              <a:srgbClr val="74D3B3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28" name="pt3928"/>
            <p:cNvSpPr/>
            <p:nvPr/>
          </p:nvSpPr>
          <p:spPr>
            <a:xfrm>
              <a:off x="3815690" y="4677487"/>
              <a:ext cx="63202" cy="63202"/>
            </a:xfrm>
            <a:prstGeom prst="ellipse">
              <a:avLst/>
            </a:prstGeom>
            <a:solidFill>
              <a:srgbClr val="3986A5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29" name="pt3929"/>
            <p:cNvSpPr/>
            <p:nvPr/>
          </p:nvSpPr>
          <p:spPr>
            <a:xfrm>
              <a:off x="5234441" y="3545894"/>
              <a:ext cx="63202" cy="63202"/>
            </a:xfrm>
            <a:prstGeom prst="ellipse">
              <a:avLst/>
            </a:prstGeom>
            <a:solidFill>
              <a:srgbClr val="DAF4E3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30" name="pt3930"/>
            <p:cNvSpPr/>
            <p:nvPr/>
          </p:nvSpPr>
          <p:spPr>
            <a:xfrm>
              <a:off x="3635685" y="4800931"/>
              <a:ext cx="63202" cy="63202"/>
            </a:xfrm>
            <a:prstGeom prst="ellipse">
              <a:avLst/>
            </a:prstGeom>
            <a:solidFill>
              <a:srgbClr val="3B3969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31" name="pt3931"/>
            <p:cNvSpPr/>
            <p:nvPr/>
          </p:nvSpPr>
          <p:spPr>
            <a:xfrm>
              <a:off x="5803938" y="2901996"/>
              <a:ext cx="63202" cy="63202"/>
            </a:xfrm>
            <a:prstGeom prst="ellipse">
              <a:avLst/>
            </a:prstGeom>
            <a:solidFill>
              <a:srgbClr val="3987A6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32" name="pt3932"/>
            <p:cNvSpPr/>
            <p:nvPr/>
          </p:nvSpPr>
          <p:spPr>
            <a:xfrm>
              <a:off x="5602232" y="3222656"/>
              <a:ext cx="63202" cy="63202"/>
            </a:xfrm>
            <a:prstGeom prst="ellipse">
              <a:avLst/>
            </a:prstGeom>
            <a:solidFill>
              <a:srgbClr val="3B70A1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33" name="pt3933"/>
            <p:cNvSpPr/>
            <p:nvPr/>
          </p:nvSpPr>
          <p:spPr>
            <a:xfrm>
              <a:off x="4189184" y="4765547"/>
              <a:ext cx="63202" cy="63202"/>
            </a:xfrm>
            <a:prstGeom prst="ellipse">
              <a:avLst/>
            </a:prstGeom>
            <a:solidFill>
              <a:srgbClr val="388BA7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34" name="pt3934"/>
            <p:cNvSpPr/>
            <p:nvPr/>
          </p:nvSpPr>
          <p:spPr>
            <a:xfrm>
              <a:off x="4913887" y="4211118"/>
              <a:ext cx="63202" cy="63202"/>
            </a:xfrm>
            <a:prstGeom prst="ellipse">
              <a:avLst/>
            </a:prstGeom>
            <a:solidFill>
              <a:srgbClr val="A2E1C7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35" name="pt3935"/>
            <p:cNvSpPr/>
            <p:nvPr/>
          </p:nvSpPr>
          <p:spPr>
            <a:xfrm>
              <a:off x="4598477" y="4463619"/>
              <a:ext cx="63202" cy="63202"/>
            </a:xfrm>
            <a:prstGeom prst="ellipse">
              <a:avLst/>
            </a:prstGeom>
            <a:solidFill>
              <a:srgbClr val="A0E1C7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36" name="pt3936"/>
            <p:cNvSpPr/>
            <p:nvPr/>
          </p:nvSpPr>
          <p:spPr>
            <a:xfrm>
              <a:off x="4706891" y="4368015"/>
              <a:ext cx="63202" cy="63202"/>
            </a:xfrm>
            <a:prstGeom prst="ellipse">
              <a:avLst/>
            </a:prstGeom>
            <a:solidFill>
              <a:srgbClr val="5AC5AC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37" name="pt3937"/>
            <p:cNvSpPr/>
            <p:nvPr/>
          </p:nvSpPr>
          <p:spPr>
            <a:xfrm>
              <a:off x="5170525" y="3498927"/>
              <a:ext cx="63202" cy="63202"/>
            </a:xfrm>
            <a:prstGeom prst="ellipse">
              <a:avLst/>
            </a:prstGeom>
            <a:solidFill>
              <a:srgbClr val="3A78A2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38" name="pt3938"/>
            <p:cNvSpPr/>
            <p:nvPr/>
          </p:nvSpPr>
          <p:spPr>
            <a:xfrm>
              <a:off x="4143523" y="4766403"/>
              <a:ext cx="63202" cy="63202"/>
            </a:xfrm>
            <a:prstGeom prst="ellipse">
              <a:avLst/>
            </a:prstGeom>
            <a:solidFill>
              <a:srgbClr val="3699A9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39" name="pt3939"/>
            <p:cNvSpPr/>
            <p:nvPr/>
          </p:nvSpPr>
          <p:spPr>
            <a:xfrm>
              <a:off x="4544041" y="4668741"/>
              <a:ext cx="63202" cy="63202"/>
            </a:xfrm>
            <a:prstGeom prst="ellipse">
              <a:avLst/>
            </a:prstGeom>
            <a:solidFill>
              <a:srgbClr val="91DCC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40" name="pt3940"/>
            <p:cNvSpPr/>
            <p:nvPr/>
          </p:nvSpPr>
          <p:spPr>
            <a:xfrm>
              <a:off x="3690881" y="4772296"/>
              <a:ext cx="63202" cy="63202"/>
            </a:xfrm>
            <a:prstGeom prst="ellipse">
              <a:avLst/>
            </a:prstGeom>
            <a:solidFill>
              <a:srgbClr val="3C497F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41" name="pt3941"/>
            <p:cNvSpPr/>
            <p:nvPr/>
          </p:nvSpPr>
          <p:spPr>
            <a:xfrm>
              <a:off x="5016032" y="3641698"/>
              <a:ext cx="63202" cy="63202"/>
            </a:xfrm>
            <a:prstGeom prst="ellipse">
              <a:avLst/>
            </a:prstGeom>
            <a:solidFill>
              <a:srgbClr val="41A4AA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42" name="pt3942"/>
            <p:cNvSpPr/>
            <p:nvPr/>
          </p:nvSpPr>
          <p:spPr>
            <a:xfrm>
              <a:off x="4551789" y="4536931"/>
              <a:ext cx="63202" cy="63202"/>
            </a:xfrm>
            <a:prstGeom prst="ellipse">
              <a:avLst/>
            </a:prstGeom>
            <a:solidFill>
              <a:srgbClr val="8DDBBE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43" name="pt3943"/>
            <p:cNvSpPr/>
            <p:nvPr/>
          </p:nvSpPr>
          <p:spPr>
            <a:xfrm>
              <a:off x="3457033" y="4801454"/>
              <a:ext cx="63202" cy="63202"/>
            </a:xfrm>
            <a:prstGeom prst="ellipse">
              <a:avLst/>
            </a:prstGeom>
            <a:solidFill>
              <a:srgbClr val="2D213F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44" name="pt3944"/>
            <p:cNvSpPr/>
            <p:nvPr/>
          </p:nvSpPr>
          <p:spPr>
            <a:xfrm>
              <a:off x="4795350" y="4267713"/>
              <a:ext cx="63202" cy="63202"/>
            </a:xfrm>
            <a:prstGeom prst="ellipse">
              <a:avLst/>
            </a:prstGeom>
            <a:solidFill>
              <a:srgbClr val="8FDBBF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45" name="pt3945"/>
            <p:cNvSpPr/>
            <p:nvPr/>
          </p:nvSpPr>
          <p:spPr>
            <a:xfrm>
              <a:off x="5763373" y="2927118"/>
              <a:ext cx="63202" cy="63202"/>
            </a:xfrm>
            <a:prstGeom prst="ellipse">
              <a:avLst/>
            </a:prstGeom>
            <a:solidFill>
              <a:srgbClr val="3EA0AA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46" name="pt3946"/>
            <p:cNvSpPr/>
            <p:nvPr/>
          </p:nvSpPr>
          <p:spPr>
            <a:xfrm>
              <a:off x="3223042" y="4753931"/>
              <a:ext cx="63202" cy="63202"/>
            </a:xfrm>
            <a:prstGeom prst="ellipse">
              <a:avLst/>
            </a:prstGeom>
            <a:solidFill>
              <a:srgbClr val="3A77A2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47" name="pt3947"/>
            <p:cNvSpPr/>
            <p:nvPr/>
          </p:nvSpPr>
          <p:spPr>
            <a:xfrm>
              <a:off x="6187218" y="2929573"/>
              <a:ext cx="63202" cy="63202"/>
            </a:xfrm>
            <a:prstGeom prst="ellipse">
              <a:avLst/>
            </a:prstGeom>
            <a:solidFill>
              <a:srgbClr val="3497A9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48" name="pt3948"/>
            <p:cNvSpPr/>
            <p:nvPr/>
          </p:nvSpPr>
          <p:spPr>
            <a:xfrm>
              <a:off x="4558922" y="4541579"/>
              <a:ext cx="63202" cy="63202"/>
            </a:xfrm>
            <a:prstGeom prst="ellipse">
              <a:avLst/>
            </a:prstGeom>
            <a:solidFill>
              <a:srgbClr val="95DDC1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49" name="pt3949"/>
            <p:cNvSpPr/>
            <p:nvPr/>
          </p:nvSpPr>
          <p:spPr>
            <a:xfrm>
              <a:off x="5665872" y="3067530"/>
              <a:ext cx="63202" cy="63202"/>
            </a:xfrm>
            <a:prstGeom prst="ellipse">
              <a:avLst/>
            </a:prstGeom>
            <a:solidFill>
              <a:srgbClr val="B7E8D1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50" name="pt3950"/>
            <p:cNvSpPr/>
            <p:nvPr/>
          </p:nvSpPr>
          <p:spPr>
            <a:xfrm>
              <a:off x="3541256" y="4824822"/>
              <a:ext cx="63202" cy="63202"/>
            </a:xfrm>
            <a:prstGeom prst="ellipse">
              <a:avLst/>
            </a:prstGeom>
            <a:solidFill>
              <a:srgbClr val="3B3B6C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51" name="pt3951"/>
            <p:cNvSpPr/>
            <p:nvPr/>
          </p:nvSpPr>
          <p:spPr>
            <a:xfrm>
              <a:off x="4587926" y="4467164"/>
              <a:ext cx="63202" cy="63202"/>
            </a:xfrm>
            <a:prstGeom prst="ellipse">
              <a:avLst/>
            </a:prstGeom>
            <a:solidFill>
              <a:srgbClr val="88D9BC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52" name="pt3952"/>
            <p:cNvSpPr/>
            <p:nvPr/>
          </p:nvSpPr>
          <p:spPr>
            <a:xfrm>
              <a:off x="5657937" y="3028251"/>
              <a:ext cx="63202" cy="63202"/>
            </a:xfrm>
            <a:prstGeom prst="ellipse">
              <a:avLst/>
            </a:prstGeom>
            <a:solidFill>
              <a:srgbClr val="A3E2C8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53" name="pt3953"/>
            <p:cNvSpPr/>
            <p:nvPr/>
          </p:nvSpPr>
          <p:spPr>
            <a:xfrm>
              <a:off x="2979067" y="4895874"/>
              <a:ext cx="63202" cy="63202"/>
            </a:xfrm>
            <a:prstGeom prst="ellipse">
              <a:avLst/>
            </a:prstGeom>
            <a:solidFill>
              <a:srgbClr val="3A75A2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54" name="pt3954"/>
            <p:cNvSpPr/>
            <p:nvPr/>
          </p:nvSpPr>
          <p:spPr>
            <a:xfrm>
              <a:off x="4922163" y="4187507"/>
              <a:ext cx="63202" cy="63202"/>
            </a:xfrm>
            <a:prstGeom prst="ellipse">
              <a:avLst/>
            </a:prstGeom>
            <a:solidFill>
              <a:srgbClr val="68D0AF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55" name="pt3955"/>
            <p:cNvSpPr/>
            <p:nvPr/>
          </p:nvSpPr>
          <p:spPr>
            <a:xfrm>
              <a:off x="5059838" y="3807278"/>
              <a:ext cx="63202" cy="63202"/>
            </a:xfrm>
            <a:prstGeom prst="ellipse">
              <a:avLst/>
            </a:prstGeom>
            <a:solidFill>
              <a:srgbClr val="C7EDD9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56" name="pt3956"/>
            <p:cNvSpPr/>
            <p:nvPr/>
          </p:nvSpPr>
          <p:spPr>
            <a:xfrm>
              <a:off x="2851349" y="4946495"/>
              <a:ext cx="117405" cy="117405"/>
            </a:xfrm>
            <a:prstGeom prst="ellipse">
              <a:avLst/>
            </a:prstGeom>
            <a:solidFill>
              <a:srgbClr val="3A7AA3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57" name="pt3957"/>
            <p:cNvSpPr/>
            <p:nvPr/>
          </p:nvSpPr>
          <p:spPr>
            <a:xfrm>
              <a:off x="5776837" y="2874895"/>
              <a:ext cx="117405" cy="117405"/>
            </a:xfrm>
            <a:prstGeom prst="ellipse">
              <a:avLst/>
            </a:prstGeom>
            <a:solidFill>
              <a:srgbClr val="3987A6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58" name="pt3958"/>
            <p:cNvSpPr/>
            <p:nvPr/>
          </p:nvSpPr>
          <p:spPr>
            <a:xfrm>
              <a:off x="4516940" y="4641639"/>
              <a:ext cx="117405" cy="117405"/>
            </a:xfrm>
            <a:prstGeom prst="ellipse">
              <a:avLst/>
            </a:prstGeom>
            <a:solidFill>
              <a:srgbClr val="91DCC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59" name="pt3959"/>
            <p:cNvSpPr/>
            <p:nvPr/>
          </p:nvSpPr>
          <p:spPr>
            <a:xfrm>
              <a:off x="3514155" y="4797720"/>
              <a:ext cx="117405" cy="117405"/>
            </a:xfrm>
            <a:prstGeom prst="ellipse">
              <a:avLst/>
            </a:prstGeom>
            <a:solidFill>
              <a:srgbClr val="3B3B6C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60" name="pt3960"/>
            <p:cNvSpPr/>
            <p:nvPr/>
          </p:nvSpPr>
          <p:spPr>
            <a:xfrm>
              <a:off x="5630836" y="3001150"/>
              <a:ext cx="117405" cy="117405"/>
            </a:xfrm>
            <a:prstGeom prst="ellipse">
              <a:avLst/>
            </a:prstGeom>
            <a:solidFill>
              <a:srgbClr val="A3E2C8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61" name="pl3961"/>
            <p:cNvSpPr/>
            <p:nvPr/>
          </p:nvSpPr>
          <p:spPr>
            <a:xfrm>
              <a:off x="2850490" y="4909180"/>
              <a:ext cx="52322" cy="84348"/>
            </a:xfrm>
            <a:custGeom>
              <a:avLst/>
              <a:pathLst>
                <a:path w="52322" h="84348">
                  <a:moveTo>
                    <a:pt x="0" y="0"/>
                  </a:moveTo>
                  <a:lnTo>
                    <a:pt x="52322" y="84348"/>
                  </a:lnTo>
                </a:path>
              </a:pathLst>
            </a:custGeom>
            <a:ln w="1355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62" name="pl3962"/>
            <p:cNvSpPr/>
            <p:nvPr/>
          </p:nvSpPr>
          <p:spPr>
            <a:xfrm>
              <a:off x="5744789" y="2858609"/>
              <a:ext cx="79322" cy="65546"/>
            </a:xfrm>
            <a:custGeom>
              <a:avLst/>
              <a:pathLst>
                <a:path w="79322" h="65546">
                  <a:moveTo>
                    <a:pt x="0" y="0"/>
                  </a:moveTo>
                  <a:lnTo>
                    <a:pt x="79322" y="65546"/>
                  </a:lnTo>
                </a:path>
              </a:pathLst>
            </a:custGeom>
            <a:ln w="1355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63" name="pl3963"/>
            <p:cNvSpPr/>
            <p:nvPr/>
          </p:nvSpPr>
          <p:spPr>
            <a:xfrm>
              <a:off x="4513471" y="4609310"/>
              <a:ext cx="54356" cy="79588"/>
            </a:xfrm>
            <a:custGeom>
              <a:avLst/>
              <a:pathLst>
                <a:path w="54356" h="79588">
                  <a:moveTo>
                    <a:pt x="0" y="0"/>
                  </a:moveTo>
                  <a:lnTo>
                    <a:pt x="54356" y="79588"/>
                  </a:lnTo>
                </a:path>
              </a:pathLst>
            </a:custGeom>
            <a:ln w="1355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64" name="pl3964"/>
            <p:cNvSpPr/>
            <p:nvPr/>
          </p:nvSpPr>
          <p:spPr>
            <a:xfrm>
              <a:off x="3511716" y="4762518"/>
              <a:ext cx="53615" cy="82346"/>
            </a:xfrm>
            <a:custGeom>
              <a:avLst/>
              <a:pathLst>
                <a:path w="53615" h="82346">
                  <a:moveTo>
                    <a:pt x="0" y="0"/>
                  </a:moveTo>
                  <a:lnTo>
                    <a:pt x="53615" y="82346"/>
                  </a:lnTo>
                </a:path>
              </a:pathLst>
            </a:custGeom>
            <a:ln w="1355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65" name="pl3965"/>
            <p:cNvSpPr/>
            <p:nvPr/>
          </p:nvSpPr>
          <p:spPr>
            <a:xfrm>
              <a:off x="5499573" y="3045507"/>
              <a:ext cx="173342" cy="13089"/>
            </a:xfrm>
            <a:custGeom>
              <a:avLst/>
              <a:pathLst>
                <a:path w="173342" h="13089">
                  <a:moveTo>
                    <a:pt x="0" y="0"/>
                  </a:moveTo>
                  <a:lnTo>
                    <a:pt x="173342" y="13089"/>
                  </a:lnTo>
                </a:path>
              </a:pathLst>
            </a:custGeom>
            <a:ln w="1355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66" name="pg3966"/>
            <p:cNvSpPr/>
            <p:nvPr/>
          </p:nvSpPr>
          <p:spPr>
            <a:xfrm>
              <a:off x="2291975" y="4760462"/>
              <a:ext cx="558515" cy="191932"/>
            </a:xfrm>
            <a:custGeom>
              <a:avLst/>
              <a:pathLst>
                <a:path w="558515" h="191932">
                  <a:moveTo>
                    <a:pt x="27431" y="191932"/>
                  </a:moveTo>
                  <a:lnTo>
                    <a:pt x="531083" y="191932"/>
                  </a:lnTo>
                  <a:lnTo>
                    <a:pt x="529978" y="191910"/>
                  </a:lnTo>
                  <a:lnTo>
                    <a:pt x="534390" y="191732"/>
                  </a:lnTo>
                  <a:lnTo>
                    <a:pt x="538715" y="190849"/>
                  </a:lnTo>
                  <a:lnTo>
                    <a:pt x="542843" y="189284"/>
                  </a:lnTo>
                  <a:lnTo>
                    <a:pt x="546666" y="187076"/>
                  </a:lnTo>
                  <a:lnTo>
                    <a:pt x="550086" y="184284"/>
                  </a:lnTo>
                  <a:lnTo>
                    <a:pt x="553013" y="180980"/>
                  </a:lnTo>
                  <a:lnTo>
                    <a:pt x="555373" y="177248"/>
                  </a:lnTo>
                  <a:lnTo>
                    <a:pt x="557103" y="173187"/>
                  </a:lnTo>
                  <a:lnTo>
                    <a:pt x="558160" y="168900"/>
                  </a:lnTo>
                  <a:lnTo>
                    <a:pt x="558515" y="164500"/>
                  </a:lnTo>
                  <a:lnTo>
                    <a:pt x="558515" y="27431"/>
                  </a:lnTo>
                  <a:lnTo>
                    <a:pt x="558160" y="23031"/>
                  </a:lnTo>
                  <a:lnTo>
                    <a:pt x="557103" y="18745"/>
                  </a:lnTo>
                  <a:lnTo>
                    <a:pt x="555373" y="14683"/>
                  </a:lnTo>
                  <a:lnTo>
                    <a:pt x="553013" y="10952"/>
                  </a:lnTo>
                  <a:lnTo>
                    <a:pt x="550086" y="7647"/>
                  </a:lnTo>
                  <a:lnTo>
                    <a:pt x="546666" y="4855"/>
                  </a:lnTo>
                  <a:lnTo>
                    <a:pt x="542843" y="2648"/>
                  </a:lnTo>
                  <a:lnTo>
                    <a:pt x="538715" y="1083"/>
                  </a:lnTo>
                  <a:lnTo>
                    <a:pt x="534390" y="200"/>
                  </a:lnTo>
                  <a:lnTo>
                    <a:pt x="531083" y="0"/>
                  </a:lnTo>
                  <a:lnTo>
                    <a:pt x="27431" y="0"/>
                  </a:lnTo>
                  <a:lnTo>
                    <a:pt x="30738" y="200"/>
                  </a:lnTo>
                  <a:lnTo>
                    <a:pt x="26327" y="22"/>
                  </a:lnTo>
                  <a:lnTo>
                    <a:pt x="21944" y="554"/>
                  </a:lnTo>
                  <a:lnTo>
                    <a:pt x="17704" y="1782"/>
                  </a:lnTo>
                  <a:lnTo>
                    <a:pt x="13716" y="3675"/>
                  </a:lnTo>
                  <a:lnTo>
                    <a:pt x="10082" y="6183"/>
                  </a:lnTo>
                  <a:lnTo>
                    <a:pt x="6898" y="9241"/>
                  </a:lnTo>
                  <a:lnTo>
                    <a:pt x="4246" y="12770"/>
                  </a:lnTo>
                  <a:lnTo>
                    <a:pt x="2195" y="16679"/>
                  </a:lnTo>
                  <a:lnTo>
                    <a:pt x="797" y="20867"/>
                  </a:lnTo>
                  <a:lnTo>
                    <a:pt x="88" y="25224"/>
                  </a:lnTo>
                  <a:lnTo>
                    <a:pt x="0" y="27431"/>
                  </a:lnTo>
                  <a:lnTo>
                    <a:pt x="0" y="164500"/>
                  </a:lnTo>
                  <a:lnTo>
                    <a:pt x="88" y="162293"/>
                  </a:lnTo>
                  <a:lnTo>
                    <a:pt x="88" y="166707"/>
                  </a:lnTo>
                  <a:lnTo>
                    <a:pt x="797" y="171065"/>
                  </a:lnTo>
                  <a:lnTo>
                    <a:pt x="2195" y="175252"/>
                  </a:lnTo>
                  <a:lnTo>
                    <a:pt x="4246" y="179162"/>
                  </a:lnTo>
                  <a:lnTo>
                    <a:pt x="6898" y="182691"/>
                  </a:lnTo>
                  <a:lnTo>
                    <a:pt x="10082" y="185749"/>
                  </a:lnTo>
                  <a:lnTo>
                    <a:pt x="13716" y="188257"/>
                  </a:lnTo>
                  <a:lnTo>
                    <a:pt x="17704" y="190149"/>
                  </a:lnTo>
                  <a:lnTo>
                    <a:pt x="21944" y="191378"/>
                  </a:lnTo>
                  <a:lnTo>
                    <a:pt x="26327" y="19191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6775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67" name="tx3967"/>
            <p:cNvSpPr/>
            <p:nvPr/>
          </p:nvSpPr>
          <p:spPr>
            <a:xfrm>
              <a:off x="2337695" y="4806182"/>
              <a:ext cx="467075" cy="10049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3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3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W1_TX</a:t>
              </a:r>
            </a:p>
          </p:txBody>
        </p:sp>
        <p:sp>
          <p:nvSpPr>
            <p:cNvPr id="3968" name="pg3968"/>
            <p:cNvSpPr/>
            <p:nvPr/>
          </p:nvSpPr>
          <p:spPr>
            <a:xfrm>
              <a:off x="5278519" y="2666676"/>
              <a:ext cx="589605" cy="191932"/>
            </a:xfrm>
            <a:custGeom>
              <a:avLst/>
              <a:pathLst>
                <a:path w="589605" h="191932">
                  <a:moveTo>
                    <a:pt x="27432" y="191932"/>
                  </a:moveTo>
                  <a:lnTo>
                    <a:pt x="562173" y="191932"/>
                  </a:lnTo>
                  <a:lnTo>
                    <a:pt x="561068" y="191910"/>
                  </a:lnTo>
                  <a:lnTo>
                    <a:pt x="565479" y="191732"/>
                  </a:lnTo>
                  <a:lnTo>
                    <a:pt x="569805" y="190849"/>
                  </a:lnTo>
                  <a:lnTo>
                    <a:pt x="573933" y="189284"/>
                  </a:lnTo>
                  <a:lnTo>
                    <a:pt x="577756" y="187076"/>
                  </a:lnTo>
                  <a:lnTo>
                    <a:pt x="581175" y="184284"/>
                  </a:lnTo>
                  <a:lnTo>
                    <a:pt x="584103" y="180980"/>
                  </a:lnTo>
                  <a:lnTo>
                    <a:pt x="586462" y="177248"/>
                  </a:lnTo>
                  <a:lnTo>
                    <a:pt x="588193" y="173187"/>
                  </a:lnTo>
                  <a:lnTo>
                    <a:pt x="589249" y="168900"/>
                  </a:lnTo>
                  <a:lnTo>
                    <a:pt x="589605" y="164500"/>
                  </a:lnTo>
                  <a:lnTo>
                    <a:pt x="589605" y="27432"/>
                  </a:lnTo>
                  <a:lnTo>
                    <a:pt x="589249" y="23031"/>
                  </a:lnTo>
                  <a:lnTo>
                    <a:pt x="588193" y="18745"/>
                  </a:lnTo>
                  <a:lnTo>
                    <a:pt x="586462" y="14683"/>
                  </a:lnTo>
                  <a:lnTo>
                    <a:pt x="584103" y="10952"/>
                  </a:lnTo>
                  <a:lnTo>
                    <a:pt x="581175" y="7647"/>
                  </a:lnTo>
                  <a:lnTo>
                    <a:pt x="577756" y="4855"/>
                  </a:lnTo>
                  <a:lnTo>
                    <a:pt x="573933" y="2648"/>
                  </a:lnTo>
                  <a:lnTo>
                    <a:pt x="569805" y="1083"/>
                  </a:lnTo>
                  <a:lnTo>
                    <a:pt x="565479" y="200"/>
                  </a:lnTo>
                  <a:lnTo>
                    <a:pt x="562173" y="0"/>
                  </a:lnTo>
                  <a:lnTo>
                    <a:pt x="27432" y="0"/>
                  </a:lnTo>
                  <a:lnTo>
                    <a:pt x="30738" y="200"/>
                  </a:lnTo>
                  <a:lnTo>
                    <a:pt x="26327" y="22"/>
                  </a:lnTo>
                  <a:lnTo>
                    <a:pt x="21944" y="554"/>
                  </a:lnTo>
                  <a:lnTo>
                    <a:pt x="17704" y="1782"/>
                  </a:lnTo>
                  <a:lnTo>
                    <a:pt x="13715" y="3675"/>
                  </a:lnTo>
                  <a:lnTo>
                    <a:pt x="10082" y="6183"/>
                  </a:lnTo>
                  <a:lnTo>
                    <a:pt x="6898" y="9241"/>
                  </a:lnTo>
                  <a:lnTo>
                    <a:pt x="4246" y="12770"/>
                  </a:lnTo>
                  <a:lnTo>
                    <a:pt x="2195" y="16679"/>
                  </a:lnTo>
                  <a:lnTo>
                    <a:pt x="797" y="20867"/>
                  </a:lnTo>
                  <a:lnTo>
                    <a:pt x="88" y="25224"/>
                  </a:lnTo>
                  <a:lnTo>
                    <a:pt x="0" y="27432"/>
                  </a:lnTo>
                  <a:lnTo>
                    <a:pt x="0" y="164500"/>
                  </a:lnTo>
                  <a:lnTo>
                    <a:pt x="88" y="162293"/>
                  </a:lnTo>
                  <a:lnTo>
                    <a:pt x="88" y="166707"/>
                  </a:lnTo>
                  <a:lnTo>
                    <a:pt x="797" y="171065"/>
                  </a:lnTo>
                  <a:lnTo>
                    <a:pt x="2195" y="175252"/>
                  </a:lnTo>
                  <a:lnTo>
                    <a:pt x="4246" y="179162"/>
                  </a:lnTo>
                  <a:lnTo>
                    <a:pt x="6898" y="182691"/>
                  </a:lnTo>
                  <a:lnTo>
                    <a:pt x="10082" y="185749"/>
                  </a:lnTo>
                  <a:lnTo>
                    <a:pt x="13715" y="188257"/>
                  </a:lnTo>
                  <a:lnTo>
                    <a:pt x="17704" y="190149"/>
                  </a:lnTo>
                  <a:lnTo>
                    <a:pt x="21944" y="191378"/>
                  </a:lnTo>
                  <a:lnTo>
                    <a:pt x="26327" y="19191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6775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69" name="tx3969"/>
            <p:cNvSpPr/>
            <p:nvPr/>
          </p:nvSpPr>
          <p:spPr>
            <a:xfrm>
              <a:off x="5324239" y="2712396"/>
              <a:ext cx="498165" cy="10049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3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3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W6_ME</a:t>
              </a:r>
            </a:p>
          </p:txBody>
        </p:sp>
        <p:sp>
          <p:nvSpPr>
            <p:cNvPr id="3970" name="pg3970"/>
            <p:cNvSpPr/>
            <p:nvPr/>
          </p:nvSpPr>
          <p:spPr>
            <a:xfrm>
              <a:off x="3970500" y="4460381"/>
              <a:ext cx="542970" cy="191932"/>
            </a:xfrm>
            <a:custGeom>
              <a:avLst/>
              <a:pathLst>
                <a:path w="542970" h="191932">
                  <a:moveTo>
                    <a:pt x="27432" y="191932"/>
                  </a:moveTo>
                  <a:lnTo>
                    <a:pt x="515538" y="191932"/>
                  </a:lnTo>
                  <a:lnTo>
                    <a:pt x="514434" y="191910"/>
                  </a:lnTo>
                  <a:lnTo>
                    <a:pt x="518845" y="191732"/>
                  </a:lnTo>
                  <a:lnTo>
                    <a:pt x="523170" y="190849"/>
                  </a:lnTo>
                  <a:lnTo>
                    <a:pt x="527298" y="189284"/>
                  </a:lnTo>
                  <a:lnTo>
                    <a:pt x="531121" y="187076"/>
                  </a:lnTo>
                  <a:lnTo>
                    <a:pt x="534541" y="184284"/>
                  </a:lnTo>
                  <a:lnTo>
                    <a:pt x="537469" y="180980"/>
                  </a:lnTo>
                  <a:lnTo>
                    <a:pt x="539828" y="177248"/>
                  </a:lnTo>
                  <a:lnTo>
                    <a:pt x="541558" y="173187"/>
                  </a:lnTo>
                  <a:lnTo>
                    <a:pt x="542615" y="168900"/>
                  </a:lnTo>
                  <a:lnTo>
                    <a:pt x="542970" y="164500"/>
                  </a:lnTo>
                  <a:lnTo>
                    <a:pt x="542970" y="27431"/>
                  </a:lnTo>
                  <a:lnTo>
                    <a:pt x="542615" y="23031"/>
                  </a:lnTo>
                  <a:lnTo>
                    <a:pt x="541558" y="18745"/>
                  </a:lnTo>
                  <a:lnTo>
                    <a:pt x="539828" y="14683"/>
                  </a:lnTo>
                  <a:lnTo>
                    <a:pt x="537469" y="10952"/>
                  </a:lnTo>
                  <a:lnTo>
                    <a:pt x="534541" y="7647"/>
                  </a:lnTo>
                  <a:lnTo>
                    <a:pt x="531121" y="4855"/>
                  </a:lnTo>
                  <a:lnTo>
                    <a:pt x="527298" y="2648"/>
                  </a:lnTo>
                  <a:lnTo>
                    <a:pt x="523170" y="1083"/>
                  </a:lnTo>
                  <a:lnTo>
                    <a:pt x="518845" y="200"/>
                  </a:lnTo>
                  <a:lnTo>
                    <a:pt x="515538" y="0"/>
                  </a:lnTo>
                  <a:lnTo>
                    <a:pt x="27432" y="0"/>
                  </a:lnTo>
                  <a:lnTo>
                    <a:pt x="30738" y="200"/>
                  </a:lnTo>
                  <a:lnTo>
                    <a:pt x="26327" y="22"/>
                  </a:lnTo>
                  <a:lnTo>
                    <a:pt x="21944" y="554"/>
                  </a:lnTo>
                  <a:lnTo>
                    <a:pt x="17704" y="1782"/>
                  </a:lnTo>
                  <a:lnTo>
                    <a:pt x="13716" y="3675"/>
                  </a:lnTo>
                  <a:lnTo>
                    <a:pt x="10082" y="6183"/>
                  </a:lnTo>
                  <a:lnTo>
                    <a:pt x="6898" y="9241"/>
                  </a:lnTo>
                  <a:lnTo>
                    <a:pt x="4246" y="12770"/>
                  </a:lnTo>
                  <a:lnTo>
                    <a:pt x="2195" y="16679"/>
                  </a:lnTo>
                  <a:lnTo>
                    <a:pt x="797" y="20867"/>
                  </a:lnTo>
                  <a:lnTo>
                    <a:pt x="88" y="25224"/>
                  </a:lnTo>
                  <a:lnTo>
                    <a:pt x="0" y="27431"/>
                  </a:lnTo>
                  <a:lnTo>
                    <a:pt x="0" y="164500"/>
                  </a:lnTo>
                  <a:lnTo>
                    <a:pt x="88" y="162293"/>
                  </a:lnTo>
                  <a:lnTo>
                    <a:pt x="88" y="166707"/>
                  </a:lnTo>
                  <a:lnTo>
                    <a:pt x="797" y="171065"/>
                  </a:lnTo>
                  <a:lnTo>
                    <a:pt x="2195" y="175252"/>
                  </a:lnTo>
                  <a:lnTo>
                    <a:pt x="4246" y="179162"/>
                  </a:lnTo>
                  <a:lnTo>
                    <a:pt x="6898" y="182691"/>
                  </a:lnTo>
                  <a:lnTo>
                    <a:pt x="10082" y="185749"/>
                  </a:lnTo>
                  <a:lnTo>
                    <a:pt x="13716" y="188257"/>
                  </a:lnTo>
                  <a:lnTo>
                    <a:pt x="17704" y="190149"/>
                  </a:lnTo>
                  <a:lnTo>
                    <a:pt x="21944" y="191378"/>
                  </a:lnTo>
                  <a:lnTo>
                    <a:pt x="26327" y="19191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6775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71" name="tx3971"/>
            <p:cNvSpPr/>
            <p:nvPr/>
          </p:nvSpPr>
          <p:spPr>
            <a:xfrm>
              <a:off x="4016220" y="4506101"/>
              <a:ext cx="451530" cy="10049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3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3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W3_FL</a:t>
              </a:r>
            </a:p>
          </p:txBody>
        </p:sp>
        <p:sp>
          <p:nvSpPr>
            <p:cNvPr id="3972" name="pg3972"/>
            <p:cNvSpPr/>
            <p:nvPr/>
          </p:nvSpPr>
          <p:spPr>
            <a:xfrm>
              <a:off x="2960882" y="4613797"/>
              <a:ext cx="550834" cy="191932"/>
            </a:xfrm>
            <a:custGeom>
              <a:avLst/>
              <a:pathLst>
                <a:path w="550834" h="191932">
                  <a:moveTo>
                    <a:pt x="27431" y="191932"/>
                  </a:moveTo>
                  <a:lnTo>
                    <a:pt x="523402" y="191932"/>
                  </a:lnTo>
                  <a:lnTo>
                    <a:pt x="522297" y="191910"/>
                  </a:lnTo>
                  <a:lnTo>
                    <a:pt x="526709" y="191732"/>
                  </a:lnTo>
                  <a:lnTo>
                    <a:pt x="531034" y="190849"/>
                  </a:lnTo>
                  <a:lnTo>
                    <a:pt x="535162" y="189284"/>
                  </a:lnTo>
                  <a:lnTo>
                    <a:pt x="538985" y="187076"/>
                  </a:lnTo>
                  <a:lnTo>
                    <a:pt x="542405" y="184284"/>
                  </a:lnTo>
                  <a:lnTo>
                    <a:pt x="545332" y="180980"/>
                  </a:lnTo>
                  <a:lnTo>
                    <a:pt x="547692" y="177248"/>
                  </a:lnTo>
                  <a:lnTo>
                    <a:pt x="549422" y="173187"/>
                  </a:lnTo>
                  <a:lnTo>
                    <a:pt x="550479" y="168900"/>
                  </a:lnTo>
                  <a:lnTo>
                    <a:pt x="550834" y="164500"/>
                  </a:lnTo>
                  <a:lnTo>
                    <a:pt x="550834" y="27431"/>
                  </a:lnTo>
                  <a:lnTo>
                    <a:pt x="550479" y="23031"/>
                  </a:lnTo>
                  <a:lnTo>
                    <a:pt x="549422" y="18745"/>
                  </a:lnTo>
                  <a:lnTo>
                    <a:pt x="547692" y="14683"/>
                  </a:lnTo>
                  <a:lnTo>
                    <a:pt x="545332" y="10952"/>
                  </a:lnTo>
                  <a:lnTo>
                    <a:pt x="542405" y="7647"/>
                  </a:lnTo>
                  <a:lnTo>
                    <a:pt x="538985" y="4855"/>
                  </a:lnTo>
                  <a:lnTo>
                    <a:pt x="535162" y="2648"/>
                  </a:lnTo>
                  <a:lnTo>
                    <a:pt x="531034" y="1083"/>
                  </a:lnTo>
                  <a:lnTo>
                    <a:pt x="526709" y="200"/>
                  </a:lnTo>
                  <a:lnTo>
                    <a:pt x="523402" y="0"/>
                  </a:lnTo>
                  <a:lnTo>
                    <a:pt x="27431" y="0"/>
                  </a:lnTo>
                  <a:lnTo>
                    <a:pt x="30738" y="200"/>
                  </a:lnTo>
                  <a:lnTo>
                    <a:pt x="26327" y="22"/>
                  </a:lnTo>
                  <a:lnTo>
                    <a:pt x="21944" y="554"/>
                  </a:lnTo>
                  <a:lnTo>
                    <a:pt x="17704" y="1782"/>
                  </a:lnTo>
                  <a:lnTo>
                    <a:pt x="13715" y="3675"/>
                  </a:lnTo>
                  <a:lnTo>
                    <a:pt x="10082" y="6183"/>
                  </a:lnTo>
                  <a:lnTo>
                    <a:pt x="6898" y="9241"/>
                  </a:lnTo>
                  <a:lnTo>
                    <a:pt x="4246" y="12770"/>
                  </a:lnTo>
                  <a:lnTo>
                    <a:pt x="2195" y="16679"/>
                  </a:lnTo>
                  <a:lnTo>
                    <a:pt x="797" y="20867"/>
                  </a:lnTo>
                  <a:lnTo>
                    <a:pt x="88" y="25224"/>
                  </a:lnTo>
                  <a:lnTo>
                    <a:pt x="0" y="27431"/>
                  </a:lnTo>
                  <a:lnTo>
                    <a:pt x="0" y="164500"/>
                  </a:lnTo>
                  <a:lnTo>
                    <a:pt x="88" y="162293"/>
                  </a:lnTo>
                  <a:lnTo>
                    <a:pt x="88" y="166707"/>
                  </a:lnTo>
                  <a:lnTo>
                    <a:pt x="797" y="171065"/>
                  </a:lnTo>
                  <a:lnTo>
                    <a:pt x="2195" y="175252"/>
                  </a:lnTo>
                  <a:lnTo>
                    <a:pt x="4246" y="179162"/>
                  </a:lnTo>
                  <a:lnTo>
                    <a:pt x="6898" y="182691"/>
                  </a:lnTo>
                  <a:lnTo>
                    <a:pt x="10082" y="185749"/>
                  </a:lnTo>
                  <a:lnTo>
                    <a:pt x="13715" y="188257"/>
                  </a:lnTo>
                  <a:lnTo>
                    <a:pt x="17704" y="190149"/>
                  </a:lnTo>
                  <a:lnTo>
                    <a:pt x="21944" y="191378"/>
                  </a:lnTo>
                  <a:lnTo>
                    <a:pt x="26327" y="19191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6775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73" name="tx3973"/>
            <p:cNvSpPr/>
            <p:nvPr/>
          </p:nvSpPr>
          <p:spPr>
            <a:xfrm>
              <a:off x="3006602" y="4659517"/>
              <a:ext cx="459394" cy="10049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3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3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W2_LA</a:t>
              </a:r>
            </a:p>
          </p:txBody>
        </p:sp>
        <p:sp>
          <p:nvSpPr>
            <p:cNvPr id="3974" name="pg3974"/>
            <p:cNvSpPr/>
            <p:nvPr/>
          </p:nvSpPr>
          <p:spPr>
            <a:xfrm>
              <a:off x="4917832" y="2949473"/>
              <a:ext cx="581741" cy="191932"/>
            </a:xfrm>
            <a:custGeom>
              <a:avLst/>
              <a:pathLst>
                <a:path w="581741" h="191932">
                  <a:moveTo>
                    <a:pt x="27432" y="191932"/>
                  </a:moveTo>
                  <a:lnTo>
                    <a:pt x="554309" y="191932"/>
                  </a:lnTo>
                  <a:lnTo>
                    <a:pt x="553204" y="191910"/>
                  </a:lnTo>
                  <a:lnTo>
                    <a:pt x="557615" y="191732"/>
                  </a:lnTo>
                  <a:lnTo>
                    <a:pt x="561941" y="190849"/>
                  </a:lnTo>
                  <a:lnTo>
                    <a:pt x="566069" y="189284"/>
                  </a:lnTo>
                  <a:lnTo>
                    <a:pt x="569892" y="187076"/>
                  </a:lnTo>
                  <a:lnTo>
                    <a:pt x="573312" y="184284"/>
                  </a:lnTo>
                  <a:lnTo>
                    <a:pt x="576239" y="180980"/>
                  </a:lnTo>
                  <a:lnTo>
                    <a:pt x="578599" y="177248"/>
                  </a:lnTo>
                  <a:lnTo>
                    <a:pt x="580329" y="173187"/>
                  </a:lnTo>
                  <a:lnTo>
                    <a:pt x="581386" y="168900"/>
                  </a:lnTo>
                  <a:lnTo>
                    <a:pt x="581741" y="164500"/>
                  </a:lnTo>
                  <a:lnTo>
                    <a:pt x="581741" y="27431"/>
                  </a:lnTo>
                  <a:lnTo>
                    <a:pt x="581386" y="23031"/>
                  </a:lnTo>
                  <a:lnTo>
                    <a:pt x="580329" y="18745"/>
                  </a:lnTo>
                  <a:lnTo>
                    <a:pt x="578599" y="14683"/>
                  </a:lnTo>
                  <a:lnTo>
                    <a:pt x="576239" y="10952"/>
                  </a:lnTo>
                  <a:lnTo>
                    <a:pt x="573312" y="7647"/>
                  </a:lnTo>
                  <a:lnTo>
                    <a:pt x="569892" y="4855"/>
                  </a:lnTo>
                  <a:lnTo>
                    <a:pt x="566069" y="2648"/>
                  </a:lnTo>
                  <a:lnTo>
                    <a:pt x="561941" y="1083"/>
                  </a:lnTo>
                  <a:lnTo>
                    <a:pt x="557615" y="200"/>
                  </a:lnTo>
                  <a:lnTo>
                    <a:pt x="554309" y="0"/>
                  </a:lnTo>
                  <a:lnTo>
                    <a:pt x="27432" y="0"/>
                  </a:lnTo>
                  <a:lnTo>
                    <a:pt x="30738" y="200"/>
                  </a:lnTo>
                  <a:lnTo>
                    <a:pt x="26327" y="22"/>
                  </a:lnTo>
                  <a:lnTo>
                    <a:pt x="21944" y="554"/>
                  </a:lnTo>
                  <a:lnTo>
                    <a:pt x="17704" y="1782"/>
                  </a:lnTo>
                  <a:lnTo>
                    <a:pt x="13716" y="3675"/>
                  </a:lnTo>
                  <a:lnTo>
                    <a:pt x="10082" y="6183"/>
                  </a:lnTo>
                  <a:lnTo>
                    <a:pt x="6898" y="9241"/>
                  </a:lnTo>
                  <a:lnTo>
                    <a:pt x="4246" y="12770"/>
                  </a:lnTo>
                  <a:lnTo>
                    <a:pt x="2195" y="16679"/>
                  </a:lnTo>
                  <a:lnTo>
                    <a:pt x="797" y="20867"/>
                  </a:lnTo>
                  <a:lnTo>
                    <a:pt x="88" y="25224"/>
                  </a:lnTo>
                  <a:lnTo>
                    <a:pt x="0" y="27431"/>
                  </a:lnTo>
                  <a:lnTo>
                    <a:pt x="0" y="164500"/>
                  </a:lnTo>
                  <a:lnTo>
                    <a:pt x="88" y="162293"/>
                  </a:lnTo>
                  <a:lnTo>
                    <a:pt x="88" y="166707"/>
                  </a:lnTo>
                  <a:lnTo>
                    <a:pt x="797" y="171065"/>
                  </a:lnTo>
                  <a:lnTo>
                    <a:pt x="2195" y="175252"/>
                  </a:lnTo>
                  <a:lnTo>
                    <a:pt x="4246" y="179162"/>
                  </a:lnTo>
                  <a:lnTo>
                    <a:pt x="6898" y="182691"/>
                  </a:lnTo>
                  <a:lnTo>
                    <a:pt x="10082" y="185749"/>
                  </a:lnTo>
                  <a:lnTo>
                    <a:pt x="13716" y="188257"/>
                  </a:lnTo>
                  <a:lnTo>
                    <a:pt x="17704" y="190149"/>
                  </a:lnTo>
                  <a:lnTo>
                    <a:pt x="21944" y="191378"/>
                  </a:lnTo>
                  <a:lnTo>
                    <a:pt x="26327" y="19191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6775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75" name="tx3975"/>
            <p:cNvSpPr/>
            <p:nvPr/>
          </p:nvSpPr>
          <p:spPr>
            <a:xfrm>
              <a:off x="4963552" y="2995193"/>
              <a:ext cx="490301" cy="10049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3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3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W5_NH</a:t>
              </a:r>
            </a:p>
          </p:txBody>
        </p:sp>
        <p:sp>
          <p:nvSpPr>
            <p:cNvPr id="3976" name="rc3976"/>
            <p:cNvSpPr/>
            <p:nvPr/>
          </p:nvSpPr>
          <p:spPr>
            <a:xfrm>
              <a:off x="2201917" y="2354586"/>
              <a:ext cx="4342247" cy="3366361"/>
            </a:xfrm>
            <a:prstGeom prst="rect">
              <a:avLst/>
            </a:prstGeom>
            <a:ln w="13550" cap="rnd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77" name="tx3977"/>
            <p:cNvSpPr/>
            <p:nvPr/>
          </p:nvSpPr>
          <p:spPr>
            <a:xfrm>
              <a:off x="1889564" y="5366840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25</a:t>
              </a:r>
            </a:p>
          </p:txBody>
        </p:sp>
        <p:sp>
          <p:nvSpPr>
            <p:cNvPr id="3978" name="tx3978"/>
            <p:cNvSpPr/>
            <p:nvPr/>
          </p:nvSpPr>
          <p:spPr>
            <a:xfrm>
              <a:off x="2013922" y="5348460"/>
              <a:ext cx="44714" cy="9848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Symbol"/>
                  <a:cs typeface="Symbol"/>
                </a:rPr>
                <a:t>°</a:t>
              </a:r>
            </a:p>
          </p:txBody>
        </p:sp>
        <p:sp>
          <p:nvSpPr>
            <p:cNvPr id="3979" name="tx3979"/>
            <p:cNvSpPr/>
            <p:nvPr/>
          </p:nvSpPr>
          <p:spPr>
            <a:xfrm>
              <a:off x="2058636" y="5366840"/>
              <a:ext cx="80650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N</a:t>
              </a:r>
            </a:p>
          </p:txBody>
        </p:sp>
        <p:sp>
          <p:nvSpPr>
            <p:cNvPr id="3980" name="tx3980"/>
            <p:cNvSpPr/>
            <p:nvPr/>
          </p:nvSpPr>
          <p:spPr>
            <a:xfrm>
              <a:off x="1889564" y="4716468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30</a:t>
              </a:r>
            </a:p>
          </p:txBody>
        </p:sp>
        <p:sp>
          <p:nvSpPr>
            <p:cNvPr id="3981" name="tx3981"/>
            <p:cNvSpPr/>
            <p:nvPr/>
          </p:nvSpPr>
          <p:spPr>
            <a:xfrm>
              <a:off x="2013922" y="4698089"/>
              <a:ext cx="44714" cy="9848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Symbol"/>
                  <a:cs typeface="Symbol"/>
                </a:rPr>
                <a:t>°</a:t>
              </a:r>
            </a:p>
          </p:txBody>
        </p:sp>
        <p:sp>
          <p:nvSpPr>
            <p:cNvPr id="3982" name="tx3982"/>
            <p:cNvSpPr/>
            <p:nvPr/>
          </p:nvSpPr>
          <p:spPr>
            <a:xfrm>
              <a:off x="2058636" y="4716468"/>
              <a:ext cx="80650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N</a:t>
              </a:r>
            </a:p>
          </p:txBody>
        </p:sp>
        <p:sp>
          <p:nvSpPr>
            <p:cNvPr id="3983" name="tx3983"/>
            <p:cNvSpPr/>
            <p:nvPr/>
          </p:nvSpPr>
          <p:spPr>
            <a:xfrm>
              <a:off x="1889564" y="4066188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35</a:t>
              </a:r>
            </a:p>
          </p:txBody>
        </p:sp>
        <p:sp>
          <p:nvSpPr>
            <p:cNvPr id="3984" name="tx3984"/>
            <p:cNvSpPr/>
            <p:nvPr/>
          </p:nvSpPr>
          <p:spPr>
            <a:xfrm>
              <a:off x="2013922" y="4047809"/>
              <a:ext cx="44714" cy="9848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Symbol"/>
                  <a:cs typeface="Symbol"/>
                </a:rPr>
                <a:t>°</a:t>
              </a:r>
            </a:p>
          </p:txBody>
        </p:sp>
        <p:sp>
          <p:nvSpPr>
            <p:cNvPr id="3985" name="tx3985"/>
            <p:cNvSpPr/>
            <p:nvPr/>
          </p:nvSpPr>
          <p:spPr>
            <a:xfrm>
              <a:off x="2058636" y="4066188"/>
              <a:ext cx="80650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N</a:t>
              </a:r>
            </a:p>
          </p:txBody>
        </p:sp>
        <p:sp>
          <p:nvSpPr>
            <p:cNvPr id="3986" name="tx3986"/>
            <p:cNvSpPr/>
            <p:nvPr/>
          </p:nvSpPr>
          <p:spPr>
            <a:xfrm>
              <a:off x="1889564" y="3415908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40</a:t>
              </a:r>
            </a:p>
          </p:txBody>
        </p:sp>
        <p:sp>
          <p:nvSpPr>
            <p:cNvPr id="3987" name="tx3987"/>
            <p:cNvSpPr/>
            <p:nvPr/>
          </p:nvSpPr>
          <p:spPr>
            <a:xfrm>
              <a:off x="2013922" y="3397529"/>
              <a:ext cx="44714" cy="9848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Symbol"/>
                  <a:cs typeface="Symbol"/>
                </a:rPr>
                <a:t>°</a:t>
              </a:r>
            </a:p>
          </p:txBody>
        </p:sp>
        <p:sp>
          <p:nvSpPr>
            <p:cNvPr id="3988" name="tx3988"/>
            <p:cNvSpPr/>
            <p:nvPr/>
          </p:nvSpPr>
          <p:spPr>
            <a:xfrm>
              <a:off x="2058636" y="3415908"/>
              <a:ext cx="80650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N</a:t>
              </a:r>
            </a:p>
          </p:txBody>
        </p:sp>
        <p:sp>
          <p:nvSpPr>
            <p:cNvPr id="3989" name="tx3989"/>
            <p:cNvSpPr/>
            <p:nvPr/>
          </p:nvSpPr>
          <p:spPr>
            <a:xfrm>
              <a:off x="1889564" y="2765720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45</a:t>
              </a:r>
            </a:p>
          </p:txBody>
        </p:sp>
        <p:sp>
          <p:nvSpPr>
            <p:cNvPr id="3990" name="tx3990"/>
            <p:cNvSpPr/>
            <p:nvPr/>
          </p:nvSpPr>
          <p:spPr>
            <a:xfrm>
              <a:off x="2013922" y="2747340"/>
              <a:ext cx="44714" cy="9848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Symbol"/>
                  <a:cs typeface="Symbol"/>
                </a:rPr>
                <a:t>°</a:t>
              </a:r>
            </a:p>
          </p:txBody>
        </p:sp>
        <p:sp>
          <p:nvSpPr>
            <p:cNvPr id="3991" name="tx3991"/>
            <p:cNvSpPr/>
            <p:nvPr/>
          </p:nvSpPr>
          <p:spPr>
            <a:xfrm>
              <a:off x="2058636" y="2765720"/>
              <a:ext cx="80650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N</a:t>
              </a:r>
            </a:p>
          </p:txBody>
        </p:sp>
        <p:sp>
          <p:nvSpPr>
            <p:cNvPr id="3992" name="pl3992"/>
            <p:cNvSpPr/>
            <p:nvPr/>
          </p:nvSpPr>
          <p:spPr>
            <a:xfrm>
              <a:off x="2167122" y="5407850"/>
              <a:ext cx="34794" cy="0"/>
            </a:xfrm>
            <a:custGeom>
              <a:avLst/>
              <a:pathLst>
                <a:path w="34794" h="0">
                  <a:moveTo>
                    <a:pt x="0" y="0"/>
                  </a:moveTo>
                  <a:lnTo>
                    <a:pt x="34794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93" name="pl3993"/>
            <p:cNvSpPr/>
            <p:nvPr/>
          </p:nvSpPr>
          <p:spPr>
            <a:xfrm>
              <a:off x="2167122" y="4757570"/>
              <a:ext cx="34794" cy="0"/>
            </a:xfrm>
            <a:custGeom>
              <a:avLst/>
              <a:pathLst>
                <a:path w="34794" h="0">
                  <a:moveTo>
                    <a:pt x="0" y="0"/>
                  </a:moveTo>
                  <a:lnTo>
                    <a:pt x="34794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94" name="pl3994"/>
            <p:cNvSpPr/>
            <p:nvPr/>
          </p:nvSpPr>
          <p:spPr>
            <a:xfrm>
              <a:off x="2167122" y="4107291"/>
              <a:ext cx="34794" cy="0"/>
            </a:xfrm>
            <a:custGeom>
              <a:avLst/>
              <a:pathLst>
                <a:path w="34794" h="0">
                  <a:moveTo>
                    <a:pt x="0" y="0"/>
                  </a:moveTo>
                  <a:lnTo>
                    <a:pt x="34794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95" name="pl3995"/>
            <p:cNvSpPr/>
            <p:nvPr/>
          </p:nvSpPr>
          <p:spPr>
            <a:xfrm>
              <a:off x="2167122" y="3457011"/>
              <a:ext cx="34794" cy="0"/>
            </a:xfrm>
            <a:custGeom>
              <a:avLst/>
              <a:pathLst>
                <a:path w="34794" h="0">
                  <a:moveTo>
                    <a:pt x="0" y="0"/>
                  </a:moveTo>
                  <a:lnTo>
                    <a:pt x="34794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96" name="pl3996"/>
            <p:cNvSpPr/>
            <p:nvPr/>
          </p:nvSpPr>
          <p:spPr>
            <a:xfrm>
              <a:off x="2167122" y="2806731"/>
              <a:ext cx="34794" cy="0"/>
            </a:xfrm>
            <a:custGeom>
              <a:avLst/>
              <a:pathLst>
                <a:path w="34794" h="0">
                  <a:moveTo>
                    <a:pt x="0" y="0"/>
                  </a:moveTo>
                  <a:lnTo>
                    <a:pt x="34794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97" name="pl3997"/>
            <p:cNvSpPr/>
            <p:nvPr/>
          </p:nvSpPr>
          <p:spPr>
            <a:xfrm>
              <a:off x="2610961" y="5720948"/>
              <a:ext cx="0" cy="34794"/>
            </a:xfrm>
            <a:custGeom>
              <a:avLst/>
              <a:pathLst>
                <a:path w="0" h="34794">
                  <a:moveTo>
                    <a:pt x="0" y="34794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98" name="pl3998"/>
            <p:cNvSpPr/>
            <p:nvPr/>
          </p:nvSpPr>
          <p:spPr>
            <a:xfrm>
              <a:off x="3140137" y="5720948"/>
              <a:ext cx="0" cy="34794"/>
            </a:xfrm>
            <a:custGeom>
              <a:avLst/>
              <a:pathLst>
                <a:path w="0" h="34794">
                  <a:moveTo>
                    <a:pt x="0" y="34794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99" name="pl3999"/>
            <p:cNvSpPr/>
            <p:nvPr/>
          </p:nvSpPr>
          <p:spPr>
            <a:xfrm>
              <a:off x="3669312" y="5720948"/>
              <a:ext cx="0" cy="34794"/>
            </a:xfrm>
            <a:custGeom>
              <a:avLst/>
              <a:pathLst>
                <a:path w="0" h="34794">
                  <a:moveTo>
                    <a:pt x="0" y="34794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00" name="pl4000"/>
            <p:cNvSpPr/>
            <p:nvPr/>
          </p:nvSpPr>
          <p:spPr>
            <a:xfrm>
              <a:off x="4198487" y="5720948"/>
              <a:ext cx="0" cy="34794"/>
            </a:xfrm>
            <a:custGeom>
              <a:avLst/>
              <a:pathLst>
                <a:path w="0" h="34794">
                  <a:moveTo>
                    <a:pt x="0" y="34794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01" name="pl4001"/>
            <p:cNvSpPr/>
            <p:nvPr/>
          </p:nvSpPr>
          <p:spPr>
            <a:xfrm>
              <a:off x="4727662" y="5720948"/>
              <a:ext cx="0" cy="34794"/>
            </a:xfrm>
            <a:custGeom>
              <a:avLst/>
              <a:pathLst>
                <a:path w="0" h="34794">
                  <a:moveTo>
                    <a:pt x="0" y="34794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02" name="pl4002"/>
            <p:cNvSpPr/>
            <p:nvPr/>
          </p:nvSpPr>
          <p:spPr>
            <a:xfrm>
              <a:off x="5256837" y="5720948"/>
              <a:ext cx="0" cy="34794"/>
            </a:xfrm>
            <a:custGeom>
              <a:avLst/>
              <a:pathLst>
                <a:path w="0" h="34794">
                  <a:moveTo>
                    <a:pt x="0" y="34794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03" name="pl4003"/>
            <p:cNvSpPr/>
            <p:nvPr/>
          </p:nvSpPr>
          <p:spPr>
            <a:xfrm>
              <a:off x="5786012" y="5720948"/>
              <a:ext cx="0" cy="34794"/>
            </a:xfrm>
            <a:custGeom>
              <a:avLst/>
              <a:pathLst>
                <a:path w="0" h="34794">
                  <a:moveTo>
                    <a:pt x="0" y="34794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04" name="pl4004"/>
            <p:cNvSpPr/>
            <p:nvPr/>
          </p:nvSpPr>
          <p:spPr>
            <a:xfrm>
              <a:off x="6315187" y="5720948"/>
              <a:ext cx="0" cy="34794"/>
            </a:xfrm>
            <a:custGeom>
              <a:avLst/>
              <a:pathLst>
                <a:path w="0" h="34794">
                  <a:moveTo>
                    <a:pt x="0" y="34794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05" name="tx4005"/>
            <p:cNvSpPr/>
            <p:nvPr/>
          </p:nvSpPr>
          <p:spPr>
            <a:xfrm>
              <a:off x="2442620" y="5783578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100</a:t>
              </a:r>
            </a:p>
          </p:txBody>
        </p:sp>
        <p:sp>
          <p:nvSpPr>
            <p:cNvPr id="4006" name="tx4006"/>
            <p:cNvSpPr/>
            <p:nvPr/>
          </p:nvSpPr>
          <p:spPr>
            <a:xfrm>
              <a:off x="2629158" y="5765198"/>
              <a:ext cx="44714" cy="9848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Symbol"/>
                  <a:cs typeface="Symbol"/>
                </a:rPr>
                <a:t>°</a:t>
              </a:r>
            </a:p>
          </p:txBody>
        </p:sp>
        <p:sp>
          <p:nvSpPr>
            <p:cNvPr id="4007" name="tx4007"/>
            <p:cNvSpPr/>
            <p:nvPr/>
          </p:nvSpPr>
          <p:spPr>
            <a:xfrm>
              <a:off x="2673872" y="5783578"/>
              <a:ext cx="105430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W</a:t>
              </a:r>
            </a:p>
          </p:txBody>
        </p:sp>
        <p:sp>
          <p:nvSpPr>
            <p:cNvPr id="4008" name="tx4008"/>
            <p:cNvSpPr/>
            <p:nvPr/>
          </p:nvSpPr>
          <p:spPr>
            <a:xfrm>
              <a:off x="2987386" y="5783578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 95</a:t>
              </a:r>
            </a:p>
          </p:txBody>
        </p:sp>
        <p:sp>
          <p:nvSpPr>
            <p:cNvPr id="4009" name="tx4009"/>
            <p:cNvSpPr/>
            <p:nvPr/>
          </p:nvSpPr>
          <p:spPr>
            <a:xfrm>
              <a:off x="3142743" y="5765198"/>
              <a:ext cx="44714" cy="9848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Symbol"/>
                  <a:cs typeface="Symbol"/>
                </a:rPr>
                <a:t>°</a:t>
              </a:r>
            </a:p>
          </p:txBody>
        </p:sp>
        <p:sp>
          <p:nvSpPr>
            <p:cNvPr id="4010" name="tx4010"/>
            <p:cNvSpPr/>
            <p:nvPr/>
          </p:nvSpPr>
          <p:spPr>
            <a:xfrm>
              <a:off x="3187457" y="5783578"/>
              <a:ext cx="105430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W</a:t>
              </a:r>
            </a:p>
          </p:txBody>
        </p:sp>
        <p:sp>
          <p:nvSpPr>
            <p:cNvPr id="4011" name="tx4011"/>
            <p:cNvSpPr/>
            <p:nvPr/>
          </p:nvSpPr>
          <p:spPr>
            <a:xfrm>
              <a:off x="3516561" y="5783578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 90</a:t>
              </a:r>
            </a:p>
          </p:txBody>
        </p:sp>
        <p:sp>
          <p:nvSpPr>
            <p:cNvPr id="4012" name="tx4012"/>
            <p:cNvSpPr/>
            <p:nvPr/>
          </p:nvSpPr>
          <p:spPr>
            <a:xfrm>
              <a:off x="3671918" y="5765198"/>
              <a:ext cx="44714" cy="9848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Symbol"/>
                  <a:cs typeface="Symbol"/>
                </a:rPr>
                <a:t>°</a:t>
              </a:r>
            </a:p>
          </p:txBody>
        </p:sp>
        <p:sp>
          <p:nvSpPr>
            <p:cNvPr id="4013" name="tx4013"/>
            <p:cNvSpPr/>
            <p:nvPr/>
          </p:nvSpPr>
          <p:spPr>
            <a:xfrm>
              <a:off x="3716632" y="5783578"/>
              <a:ext cx="105430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W</a:t>
              </a:r>
            </a:p>
          </p:txBody>
        </p:sp>
        <p:sp>
          <p:nvSpPr>
            <p:cNvPr id="4014" name="tx4014"/>
            <p:cNvSpPr/>
            <p:nvPr/>
          </p:nvSpPr>
          <p:spPr>
            <a:xfrm>
              <a:off x="4045736" y="5783578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 85</a:t>
              </a:r>
            </a:p>
          </p:txBody>
        </p:sp>
        <p:sp>
          <p:nvSpPr>
            <p:cNvPr id="4015" name="tx4015"/>
            <p:cNvSpPr/>
            <p:nvPr/>
          </p:nvSpPr>
          <p:spPr>
            <a:xfrm>
              <a:off x="4201093" y="5765198"/>
              <a:ext cx="44714" cy="9848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Symbol"/>
                  <a:cs typeface="Symbol"/>
                </a:rPr>
                <a:t>°</a:t>
              </a:r>
            </a:p>
          </p:txBody>
        </p:sp>
        <p:sp>
          <p:nvSpPr>
            <p:cNvPr id="4016" name="tx4016"/>
            <p:cNvSpPr/>
            <p:nvPr/>
          </p:nvSpPr>
          <p:spPr>
            <a:xfrm>
              <a:off x="4245807" y="5783578"/>
              <a:ext cx="105430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W</a:t>
              </a:r>
            </a:p>
          </p:txBody>
        </p:sp>
        <p:sp>
          <p:nvSpPr>
            <p:cNvPr id="4017" name="tx4017"/>
            <p:cNvSpPr/>
            <p:nvPr/>
          </p:nvSpPr>
          <p:spPr>
            <a:xfrm>
              <a:off x="4574911" y="5783578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 80</a:t>
              </a:r>
            </a:p>
          </p:txBody>
        </p:sp>
        <p:sp>
          <p:nvSpPr>
            <p:cNvPr id="4018" name="tx4018"/>
            <p:cNvSpPr/>
            <p:nvPr/>
          </p:nvSpPr>
          <p:spPr>
            <a:xfrm>
              <a:off x="4730268" y="5765198"/>
              <a:ext cx="44714" cy="9848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Symbol"/>
                  <a:cs typeface="Symbol"/>
                </a:rPr>
                <a:t>°</a:t>
              </a:r>
            </a:p>
          </p:txBody>
        </p:sp>
        <p:sp>
          <p:nvSpPr>
            <p:cNvPr id="4019" name="tx4019"/>
            <p:cNvSpPr/>
            <p:nvPr/>
          </p:nvSpPr>
          <p:spPr>
            <a:xfrm>
              <a:off x="4774982" y="5783578"/>
              <a:ext cx="105430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W</a:t>
              </a:r>
            </a:p>
          </p:txBody>
        </p:sp>
        <p:sp>
          <p:nvSpPr>
            <p:cNvPr id="4020" name="tx4020"/>
            <p:cNvSpPr/>
            <p:nvPr/>
          </p:nvSpPr>
          <p:spPr>
            <a:xfrm>
              <a:off x="5104086" y="5783578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 75</a:t>
              </a:r>
            </a:p>
          </p:txBody>
        </p:sp>
        <p:sp>
          <p:nvSpPr>
            <p:cNvPr id="4021" name="tx4021"/>
            <p:cNvSpPr/>
            <p:nvPr/>
          </p:nvSpPr>
          <p:spPr>
            <a:xfrm>
              <a:off x="5259443" y="5765198"/>
              <a:ext cx="44714" cy="9848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Symbol"/>
                  <a:cs typeface="Symbol"/>
                </a:rPr>
                <a:t>°</a:t>
              </a:r>
            </a:p>
          </p:txBody>
        </p:sp>
        <p:sp>
          <p:nvSpPr>
            <p:cNvPr id="4022" name="tx4022"/>
            <p:cNvSpPr/>
            <p:nvPr/>
          </p:nvSpPr>
          <p:spPr>
            <a:xfrm>
              <a:off x="5304157" y="5783578"/>
              <a:ext cx="105430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W</a:t>
              </a:r>
            </a:p>
          </p:txBody>
        </p:sp>
        <p:sp>
          <p:nvSpPr>
            <p:cNvPr id="4023" name="tx4023"/>
            <p:cNvSpPr/>
            <p:nvPr/>
          </p:nvSpPr>
          <p:spPr>
            <a:xfrm>
              <a:off x="5633261" y="5783578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 70</a:t>
              </a:r>
            </a:p>
          </p:txBody>
        </p:sp>
        <p:sp>
          <p:nvSpPr>
            <p:cNvPr id="4024" name="tx4024"/>
            <p:cNvSpPr/>
            <p:nvPr/>
          </p:nvSpPr>
          <p:spPr>
            <a:xfrm>
              <a:off x="5788618" y="5765198"/>
              <a:ext cx="44714" cy="9848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Symbol"/>
                  <a:cs typeface="Symbol"/>
                </a:rPr>
                <a:t>°</a:t>
              </a:r>
            </a:p>
          </p:txBody>
        </p:sp>
        <p:sp>
          <p:nvSpPr>
            <p:cNvPr id="4025" name="tx4025"/>
            <p:cNvSpPr/>
            <p:nvPr/>
          </p:nvSpPr>
          <p:spPr>
            <a:xfrm>
              <a:off x="5833332" y="5783578"/>
              <a:ext cx="105430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W</a:t>
              </a:r>
            </a:p>
          </p:txBody>
        </p:sp>
        <p:sp>
          <p:nvSpPr>
            <p:cNvPr id="4026" name="tx4026"/>
            <p:cNvSpPr/>
            <p:nvPr/>
          </p:nvSpPr>
          <p:spPr>
            <a:xfrm>
              <a:off x="6162436" y="5783578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 65</a:t>
              </a:r>
            </a:p>
          </p:txBody>
        </p:sp>
        <p:sp>
          <p:nvSpPr>
            <p:cNvPr id="4027" name="tx4027"/>
            <p:cNvSpPr/>
            <p:nvPr/>
          </p:nvSpPr>
          <p:spPr>
            <a:xfrm>
              <a:off x="6317793" y="5765198"/>
              <a:ext cx="44714" cy="9848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Symbol"/>
                  <a:cs typeface="Symbol"/>
                </a:rPr>
                <a:t>°</a:t>
              </a:r>
            </a:p>
          </p:txBody>
        </p:sp>
        <p:sp>
          <p:nvSpPr>
            <p:cNvPr id="4028" name="tx4028"/>
            <p:cNvSpPr/>
            <p:nvPr/>
          </p:nvSpPr>
          <p:spPr>
            <a:xfrm>
              <a:off x="6362507" y="5783578"/>
              <a:ext cx="105430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W</a:t>
              </a:r>
            </a:p>
          </p:txBody>
        </p:sp>
        <p:sp>
          <p:nvSpPr>
            <p:cNvPr id="4029" name="tx4029"/>
            <p:cNvSpPr/>
            <p:nvPr/>
          </p:nvSpPr>
          <p:spPr>
            <a:xfrm>
              <a:off x="4066122" y="5925448"/>
              <a:ext cx="613836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Longitude</a:t>
              </a:r>
            </a:p>
          </p:txBody>
        </p:sp>
        <p:sp>
          <p:nvSpPr>
            <p:cNvPr id="4030" name="tx4030"/>
            <p:cNvSpPr/>
            <p:nvPr/>
          </p:nvSpPr>
          <p:spPr>
            <a:xfrm rot="-5400000">
              <a:off x="1525174" y="3987658"/>
              <a:ext cx="497159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Latitude</a:t>
              </a:r>
            </a:p>
          </p:txBody>
        </p:sp>
        <p:sp>
          <p:nvSpPr>
            <p:cNvPr id="4031" name="rc4031"/>
            <p:cNvSpPr/>
            <p:nvPr/>
          </p:nvSpPr>
          <p:spPr>
            <a:xfrm>
              <a:off x="6683342" y="3243743"/>
              <a:ext cx="737012" cy="1588048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4032" name="tx4032"/>
            <p:cNvSpPr/>
            <p:nvPr/>
          </p:nvSpPr>
          <p:spPr>
            <a:xfrm>
              <a:off x="6752931" y="3328785"/>
              <a:ext cx="59783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Genomic </a:t>
              </a:r>
            </a:p>
          </p:txBody>
        </p:sp>
        <p:sp>
          <p:nvSpPr>
            <p:cNvPr id="4033" name="tx4033"/>
            <p:cNvSpPr/>
            <p:nvPr/>
          </p:nvSpPr>
          <p:spPr>
            <a:xfrm>
              <a:off x="6752931" y="3479661"/>
              <a:ext cx="372526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Offset</a:t>
              </a:r>
            </a:p>
          </p:txBody>
        </p:sp>
        <p:pic>
          <p:nvPicPr>
            <p:cNvPr id="4034" name="pic4034"/>
            <p:cNvPicPr/>
            <p:nvPr/>
          </p:nvPicPr>
          <p:blipFill>
            <a:blip r:embed="rId2" cstate="print"/>
            <a:stretch>
              <a:fillRect/>
            </a:stretch>
          </p:blipFill>
          <p:spPr>
            <a:xfrm>
              <a:off x="6752931" y="3664922"/>
              <a:ext cx="219455" cy="1097280"/>
            </a:xfrm>
            <a:prstGeom prst="rect">
              <a:avLst/>
            </a:prstGeom>
          </p:spPr>
        </p:pic>
        <p:sp>
          <p:nvSpPr>
            <p:cNvPr id="4035" name="pl4035"/>
            <p:cNvSpPr/>
            <p:nvPr/>
          </p:nvSpPr>
          <p:spPr>
            <a:xfrm>
              <a:off x="6928496" y="4760373"/>
              <a:ext cx="43891" cy="0"/>
            </a:xfrm>
            <a:custGeom>
              <a:avLst/>
              <a:pathLst>
                <a:path w="43891" h="0">
                  <a:moveTo>
                    <a:pt x="0" y="0"/>
                  </a:moveTo>
                  <a:lnTo>
                    <a:pt x="43891" y="0"/>
                  </a:lnTo>
                </a:path>
              </a:pathLst>
            </a:custGeom>
            <a:ln w="4762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36" name="pl4036"/>
            <p:cNvSpPr/>
            <p:nvPr/>
          </p:nvSpPr>
          <p:spPr>
            <a:xfrm>
              <a:off x="6928496" y="4486967"/>
              <a:ext cx="43891" cy="0"/>
            </a:xfrm>
            <a:custGeom>
              <a:avLst/>
              <a:pathLst>
                <a:path w="43891" h="0">
                  <a:moveTo>
                    <a:pt x="0" y="0"/>
                  </a:moveTo>
                  <a:lnTo>
                    <a:pt x="43891" y="0"/>
                  </a:lnTo>
                </a:path>
              </a:pathLst>
            </a:custGeom>
            <a:ln w="4762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37" name="pl4037"/>
            <p:cNvSpPr/>
            <p:nvPr/>
          </p:nvSpPr>
          <p:spPr>
            <a:xfrm>
              <a:off x="6928496" y="4213562"/>
              <a:ext cx="43891" cy="0"/>
            </a:xfrm>
            <a:custGeom>
              <a:avLst/>
              <a:pathLst>
                <a:path w="43891" h="0">
                  <a:moveTo>
                    <a:pt x="0" y="0"/>
                  </a:moveTo>
                  <a:lnTo>
                    <a:pt x="43891" y="0"/>
                  </a:lnTo>
                </a:path>
              </a:pathLst>
            </a:custGeom>
            <a:ln w="4762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38" name="pl4038"/>
            <p:cNvSpPr/>
            <p:nvPr/>
          </p:nvSpPr>
          <p:spPr>
            <a:xfrm>
              <a:off x="6928496" y="3940156"/>
              <a:ext cx="43891" cy="0"/>
            </a:xfrm>
            <a:custGeom>
              <a:avLst/>
              <a:pathLst>
                <a:path w="43891" h="0">
                  <a:moveTo>
                    <a:pt x="0" y="0"/>
                  </a:moveTo>
                  <a:lnTo>
                    <a:pt x="43891" y="0"/>
                  </a:lnTo>
                </a:path>
              </a:pathLst>
            </a:custGeom>
            <a:ln w="4762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39" name="pl4039"/>
            <p:cNvSpPr/>
            <p:nvPr/>
          </p:nvSpPr>
          <p:spPr>
            <a:xfrm>
              <a:off x="6928496" y="3666751"/>
              <a:ext cx="43891" cy="0"/>
            </a:xfrm>
            <a:custGeom>
              <a:avLst/>
              <a:pathLst>
                <a:path w="43891" h="0">
                  <a:moveTo>
                    <a:pt x="0" y="0"/>
                  </a:moveTo>
                  <a:lnTo>
                    <a:pt x="43891" y="0"/>
                  </a:lnTo>
                </a:path>
              </a:pathLst>
            </a:custGeom>
            <a:ln w="4762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40" name="pl4040"/>
            <p:cNvSpPr/>
            <p:nvPr/>
          </p:nvSpPr>
          <p:spPr>
            <a:xfrm>
              <a:off x="6752931" y="4760373"/>
              <a:ext cx="43891" cy="0"/>
            </a:xfrm>
            <a:custGeom>
              <a:avLst/>
              <a:pathLst>
                <a:path w="43891" h="0">
                  <a:moveTo>
                    <a:pt x="43891" y="0"/>
                  </a:moveTo>
                  <a:lnTo>
                    <a:pt x="0" y="0"/>
                  </a:lnTo>
                </a:path>
              </a:pathLst>
            </a:custGeom>
            <a:ln w="4762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41" name="pl4041"/>
            <p:cNvSpPr/>
            <p:nvPr/>
          </p:nvSpPr>
          <p:spPr>
            <a:xfrm>
              <a:off x="6752931" y="4486967"/>
              <a:ext cx="43891" cy="0"/>
            </a:xfrm>
            <a:custGeom>
              <a:avLst/>
              <a:pathLst>
                <a:path w="43891" h="0">
                  <a:moveTo>
                    <a:pt x="43891" y="0"/>
                  </a:moveTo>
                  <a:lnTo>
                    <a:pt x="0" y="0"/>
                  </a:lnTo>
                </a:path>
              </a:pathLst>
            </a:custGeom>
            <a:ln w="4762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42" name="pl4042"/>
            <p:cNvSpPr/>
            <p:nvPr/>
          </p:nvSpPr>
          <p:spPr>
            <a:xfrm>
              <a:off x="6752931" y="4213562"/>
              <a:ext cx="43891" cy="0"/>
            </a:xfrm>
            <a:custGeom>
              <a:avLst/>
              <a:pathLst>
                <a:path w="43891" h="0">
                  <a:moveTo>
                    <a:pt x="43891" y="0"/>
                  </a:moveTo>
                  <a:lnTo>
                    <a:pt x="0" y="0"/>
                  </a:lnTo>
                </a:path>
              </a:pathLst>
            </a:custGeom>
            <a:ln w="4762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43" name="pl4043"/>
            <p:cNvSpPr/>
            <p:nvPr/>
          </p:nvSpPr>
          <p:spPr>
            <a:xfrm>
              <a:off x="6752931" y="3940156"/>
              <a:ext cx="43891" cy="0"/>
            </a:xfrm>
            <a:custGeom>
              <a:avLst/>
              <a:pathLst>
                <a:path w="43891" h="0">
                  <a:moveTo>
                    <a:pt x="43891" y="0"/>
                  </a:moveTo>
                  <a:lnTo>
                    <a:pt x="0" y="0"/>
                  </a:lnTo>
                </a:path>
              </a:pathLst>
            </a:custGeom>
            <a:ln w="4762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44" name="pl4044"/>
            <p:cNvSpPr/>
            <p:nvPr/>
          </p:nvSpPr>
          <p:spPr>
            <a:xfrm>
              <a:off x="6752931" y="3666751"/>
              <a:ext cx="43891" cy="0"/>
            </a:xfrm>
            <a:custGeom>
              <a:avLst/>
              <a:pathLst>
                <a:path w="43891" h="0">
                  <a:moveTo>
                    <a:pt x="43891" y="0"/>
                  </a:moveTo>
                  <a:lnTo>
                    <a:pt x="0" y="0"/>
                  </a:lnTo>
                </a:path>
              </a:pathLst>
            </a:custGeom>
            <a:ln w="4762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45" name="tx4045"/>
            <p:cNvSpPr/>
            <p:nvPr/>
          </p:nvSpPr>
          <p:spPr>
            <a:xfrm>
              <a:off x="7041976" y="472032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4046" name="tx4046"/>
            <p:cNvSpPr/>
            <p:nvPr/>
          </p:nvSpPr>
          <p:spPr>
            <a:xfrm>
              <a:off x="7041976" y="4446917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4047" name="tx4047"/>
            <p:cNvSpPr/>
            <p:nvPr/>
          </p:nvSpPr>
          <p:spPr>
            <a:xfrm>
              <a:off x="7041976" y="4173511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4048" name="tx4048"/>
            <p:cNvSpPr/>
            <p:nvPr/>
          </p:nvSpPr>
          <p:spPr>
            <a:xfrm>
              <a:off x="7041976" y="390010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4049" name="tx4049"/>
            <p:cNvSpPr/>
            <p:nvPr/>
          </p:nvSpPr>
          <p:spPr>
            <a:xfrm>
              <a:off x="7041976" y="3626700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4050" name="tx4050"/>
            <p:cNvSpPr/>
            <p:nvPr/>
          </p:nvSpPr>
          <p:spPr>
            <a:xfrm>
              <a:off x="2201917" y="1669789"/>
              <a:ext cx="2541117" cy="21863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2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24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Genomic Offset to </a:t>
              </a:r>
            </a:p>
          </p:txBody>
        </p:sp>
        <p:sp>
          <p:nvSpPr>
            <p:cNvPr id="4051" name="tx4051"/>
            <p:cNvSpPr/>
            <p:nvPr/>
          </p:nvSpPr>
          <p:spPr>
            <a:xfrm>
              <a:off x="2201917" y="1998973"/>
              <a:ext cx="2353848" cy="21863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2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24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York River (RDA)</a:t>
              </a:r>
            </a:p>
          </p:txBody>
        </p:sp>
      </p:grp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rc4"/>
            <p:cNvSpPr/>
            <p:nvPr/>
          </p:nvSpPr>
          <p:spPr>
            <a:xfrm>
              <a:off x="1754045" y="1600200"/>
              <a:ext cx="5635909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13550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rc5"/>
            <p:cNvSpPr/>
            <p:nvPr/>
          </p:nvSpPr>
          <p:spPr>
            <a:xfrm>
              <a:off x="2301906" y="1669789"/>
              <a:ext cx="4149766" cy="4051159"/>
            </a:xfrm>
            <a:prstGeom prst="rect">
              <a:avLst/>
            </a:prstGeom>
            <a:solidFill>
              <a:srgbClr val="F0F8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2384234" y="1669789"/>
              <a:ext cx="0" cy="4051159"/>
            </a:xfrm>
            <a:custGeom>
              <a:avLst/>
              <a:pathLst>
                <a:path w="0" h="4051159">
                  <a:moveTo>
                    <a:pt x="0" y="4051159"/>
                  </a:moveTo>
                  <a:lnTo>
                    <a:pt x="0" y="4027755"/>
                  </a:lnTo>
                  <a:lnTo>
                    <a:pt x="0" y="3970809"/>
                  </a:lnTo>
                  <a:lnTo>
                    <a:pt x="0" y="3913864"/>
                  </a:lnTo>
                  <a:lnTo>
                    <a:pt x="0" y="3856918"/>
                  </a:lnTo>
                  <a:lnTo>
                    <a:pt x="0" y="3799972"/>
                  </a:lnTo>
                  <a:lnTo>
                    <a:pt x="0" y="3743027"/>
                  </a:lnTo>
                  <a:lnTo>
                    <a:pt x="0" y="3686081"/>
                  </a:lnTo>
                  <a:lnTo>
                    <a:pt x="0" y="3629136"/>
                  </a:lnTo>
                  <a:lnTo>
                    <a:pt x="0" y="3572190"/>
                  </a:lnTo>
                  <a:lnTo>
                    <a:pt x="0" y="3515244"/>
                  </a:lnTo>
                  <a:lnTo>
                    <a:pt x="0" y="3458299"/>
                  </a:lnTo>
                  <a:lnTo>
                    <a:pt x="0" y="3401353"/>
                  </a:lnTo>
                  <a:lnTo>
                    <a:pt x="0" y="3344407"/>
                  </a:lnTo>
                  <a:lnTo>
                    <a:pt x="0" y="3287462"/>
                  </a:lnTo>
                  <a:lnTo>
                    <a:pt x="0" y="3230516"/>
                  </a:lnTo>
                  <a:lnTo>
                    <a:pt x="0" y="3173571"/>
                  </a:lnTo>
                  <a:lnTo>
                    <a:pt x="0" y="3116625"/>
                  </a:lnTo>
                  <a:lnTo>
                    <a:pt x="0" y="3059679"/>
                  </a:lnTo>
                  <a:lnTo>
                    <a:pt x="0" y="3002734"/>
                  </a:lnTo>
                  <a:lnTo>
                    <a:pt x="0" y="2945788"/>
                  </a:lnTo>
                  <a:lnTo>
                    <a:pt x="0" y="2888843"/>
                  </a:lnTo>
                  <a:lnTo>
                    <a:pt x="0" y="2831897"/>
                  </a:lnTo>
                  <a:lnTo>
                    <a:pt x="0" y="2774951"/>
                  </a:lnTo>
                  <a:lnTo>
                    <a:pt x="0" y="2718006"/>
                  </a:lnTo>
                  <a:lnTo>
                    <a:pt x="0" y="2661060"/>
                  </a:lnTo>
                  <a:lnTo>
                    <a:pt x="0" y="2604115"/>
                  </a:lnTo>
                  <a:lnTo>
                    <a:pt x="0" y="2547169"/>
                  </a:lnTo>
                  <a:lnTo>
                    <a:pt x="0" y="2490223"/>
                  </a:lnTo>
                  <a:lnTo>
                    <a:pt x="0" y="2433278"/>
                  </a:lnTo>
                  <a:lnTo>
                    <a:pt x="0" y="2376332"/>
                  </a:lnTo>
                  <a:lnTo>
                    <a:pt x="0" y="2319386"/>
                  </a:lnTo>
                  <a:lnTo>
                    <a:pt x="0" y="2262441"/>
                  </a:lnTo>
                  <a:lnTo>
                    <a:pt x="0" y="2205495"/>
                  </a:lnTo>
                  <a:lnTo>
                    <a:pt x="0" y="2148550"/>
                  </a:lnTo>
                  <a:lnTo>
                    <a:pt x="0" y="2091604"/>
                  </a:lnTo>
                  <a:lnTo>
                    <a:pt x="0" y="2034658"/>
                  </a:lnTo>
                  <a:lnTo>
                    <a:pt x="0" y="1977713"/>
                  </a:lnTo>
                  <a:lnTo>
                    <a:pt x="0" y="1920767"/>
                  </a:lnTo>
                  <a:lnTo>
                    <a:pt x="0" y="1863822"/>
                  </a:lnTo>
                  <a:lnTo>
                    <a:pt x="0" y="1806876"/>
                  </a:lnTo>
                  <a:lnTo>
                    <a:pt x="0" y="1749930"/>
                  </a:lnTo>
                  <a:lnTo>
                    <a:pt x="0" y="1692985"/>
                  </a:lnTo>
                  <a:lnTo>
                    <a:pt x="0" y="1636039"/>
                  </a:lnTo>
                  <a:lnTo>
                    <a:pt x="0" y="1579094"/>
                  </a:lnTo>
                  <a:lnTo>
                    <a:pt x="0" y="1522148"/>
                  </a:lnTo>
                  <a:lnTo>
                    <a:pt x="0" y="1465202"/>
                  </a:lnTo>
                  <a:lnTo>
                    <a:pt x="0" y="1408257"/>
                  </a:lnTo>
                  <a:lnTo>
                    <a:pt x="0" y="1351311"/>
                  </a:lnTo>
                  <a:lnTo>
                    <a:pt x="0" y="1294366"/>
                  </a:lnTo>
                  <a:lnTo>
                    <a:pt x="0" y="1237420"/>
                  </a:lnTo>
                  <a:lnTo>
                    <a:pt x="0" y="1180474"/>
                  </a:lnTo>
                  <a:lnTo>
                    <a:pt x="0" y="1123529"/>
                  </a:lnTo>
                  <a:lnTo>
                    <a:pt x="0" y="1066583"/>
                  </a:lnTo>
                  <a:lnTo>
                    <a:pt x="0" y="1009637"/>
                  </a:lnTo>
                  <a:lnTo>
                    <a:pt x="0" y="952692"/>
                  </a:lnTo>
                  <a:lnTo>
                    <a:pt x="0" y="895746"/>
                  </a:lnTo>
                  <a:lnTo>
                    <a:pt x="0" y="838801"/>
                  </a:lnTo>
                  <a:lnTo>
                    <a:pt x="0" y="781855"/>
                  </a:lnTo>
                  <a:lnTo>
                    <a:pt x="0" y="724909"/>
                  </a:lnTo>
                  <a:lnTo>
                    <a:pt x="0" y="667964"/>
                  </a:lnTo>
                  <a:lnTo>
                    <a:pt x="0" y="611018"/>
                  </a:lnTo>
                  <a:lnTo>
                    <a:pt x="0" y="554073"/>
                  </a:lnTo>
                  <a:lnTo>
                    <a:pt x="0" y="497127"/>
                  </a:lnTo>
                  <a:lnTo>
                    <a:pt x="0" y="440181"/>
                  </a:lnTo>
                  <a:lnTo>
                    <a:pt x="0" y="383236"/>
                  </a:lnTo>
                  <a:lnTo>
                    <a:pt x="0" y="326290"/>
                  </a:lnTo>
                  <a:lnTo>
                    <a:pt x="0" y="269345"/>
                  </a:lnTo>
                  <a:lnTo>
                    <a:pt x="0" y="212399"/>
                  </a:lnTo>
                  <a:lnTo>
                    <a:pt x="0" y="155453"/>
                  </a:lnTo>
                  <a:lnTo>
                    <a:pt x="0" y="98508"/>
                  </a:lnTo>
                  <a:lnTo>
                    <a:pt x="0" y="41562"/>
                  </a:ln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rnd">
              <a:solidFill>
                <a:srgbClr val="F0F8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3124860" y="1669789"/>
              <a:ext cx="0" cy="4051159"/>
            </a:xfrm>
            <a:custGeom>
              <a:avLst/>
              <a:pathLst>
                <a:path w="0" h="4051159">
                  <a:moveTo>
                    <a:pt x="0" y="4051159"/>
                  </a:moveTo>
                  <a:lnTo>
                    <a:pt x="0" y="4027755"/>
                  </a:lnTo>
                  <a:lnTo>
                    <a:pt x="0" y="3970809"/>
                  </a:lnTo>
                  <a:lnTo>
                    <a:pt x="0" y="3913864"/>
                  </a:lnTo>
                  <a:lnTo>
                    <a:pt x="0" y="3856918"/>
                  </a:lnTo>
                  <a:lnTo>
                    <a:pt x="0" y="3799972"/>
                  </a:lnTo>
                  <a:lnTo>
                    <a:pt x="0" y="3743027"/>
                  </a:lnTo>
                  <a:lnTo>
                    <a:pt x="0" y="3686081"/>
                  </a:lnTo>
                  <a:lnTo>
                    <a:pt x="0" y="3629136"/>
                  </a:lnTo>
                  <a:lnTo>
                    <a:pt x="0" y="3572190"/>
                  </a:lnTo>
                  <a:lnTo>
                    <a:pt x="0" y="3515244"/>
                  </a:lnTo>
                  <a:lnTo>
                    <a:pt x="0" y="3458299"/>
                  </a:lnTo>
                  <a:lnTo>
                    <a:pt x="0" y="3401353"/>
                  </a:lnTo>
                  <a:lnTo>
                    <a:pt x="0" y="3344407"/>
                  </a:lnTo>
                  <a:lnTo>
                    <a:pt x="0" y="3287462"/>
                  </a:lnTo>
                  <a:lnTo>
                    <a:pt x="0" y="3230516"/>
                  </a:lnTo>
                  <a:lnTo>
                    <a:pt x="0" y="3173571"/>
                  </a:lnTo>
                  <a:lnTo>
                    <a:pt x="0" y="3116625"/>
                  </a:lnTo>
                  <a:lnTo>
                    <a:pt x="0" y="3059679"/>
                  </a:lnTo>
                  <a:lnTo>
                    <a:pt x="0" y="3002734"/>
                  </a:lnTo>
                  <a:lnTo>
                    <a:pt x="0" y="2945788"/>
                  </a:lnTo>
                  <a:lnTo>
                    <a:pt x="0" y="2888843"/>
                  </a:lnTo>
                  <a:lnTo>
                    <a:pt x="0" y="2831897"/>
                  </a:lnTo>
                  <a:lnTo>
                    <a:pt x="0" y="2774951"/>
                  </a:lnTo>
                  <a:lnTo>
                    <a:pt x="0" y="2718006"/>
                  </a:lnTo>
                  <a:lnTo>
                    <a:pt x="0" y="2661060"/>
                  </a:lnTo>
                  <a:lnTo>
                    <a:pt x="0" y="2604115"/>
                  </a:lnTo>
                  <a:lnTo>
                    <a:pt x="0" y="2547169"/>
                  </a:lnTo>
                  <a:lnTo>
                    <a:pt x="0" y="2490223"/>
                  </a:lnTo>
                  <a:lnTo>
                    <a:pt x="0" y="2433278"/>
                  </a:lnTo>
                  <a:lnTo>
                    <a:pt x="0" y="2376332"/>
                  </a:lnTo>
                  <a:lnTo>
                    <a:pt x="0" y="2319386"/>
                  </a:lnTo>
                  <a:lnTo>
                    <a:pt x="0" y="2262441"/>
                  </a:lnTo>
                  <a:lnTo>
                    <a:pt x="0" y="2205495"/>
                  </a:lnTo>
                  <a:lnTo>
                    <a:pt x="0" y="2148550"/>
                  </a:lnTo>
                  <a:lnTo>
                    <a:pt x="0" y="2091604"/>
                  </a:lnTo>
                  <a:lnTo>
                    <a:pt x="0" y="2034658"/>
                  </a:lnTo>
                  <a:lnTo>
                    <a:pt x="0" y="1977713"/>
                  </a:lnTo>
                  <a:lnTo>
                    <a:pt x="0" y="1920767"/>
                  </a:lnTo>
                  <a:lnTo>
                    <a:pt x="0" y="1863822"/>
                  </a:lnTo>
                  <a:lnTo>
                    <a:pt x="0" y="1806876"/>
                  </a:lnTo>
                  <a:lnTo>
                    <a:pt x="0" y="1749930"/>
                  </a:lnTo>
                  <a:lnTo>
                    <a:pt x="0" y="1692985"/>
                  </a:lnTo>
                  <a:lnTo>
                    <a:pt x="0" y="1636039"/>
                  </a:lnTo>
                  <a:lnTo>
                    <a:pt x="0" y="1579094"/>
                  </a:lnTo>
                  <a:lnTo>
                    <a:pt x="0" y="1522148"/>
                  </a:lnTo>
                  <a:lnTo>
                    <a:pt x="0" y="1465202"/>
                  </a:lnTo>
                  <a:lnTo>
                    <a:pt x="0" y="1408257"/>
                  </a:lnTo>
                  <a:lnTo>
                    <a:pt x="0" y="1351311"/>
                  </a:lnTo>
                  <a:lnTo>
                    <a:pt x="0" y="1294366"/>
                  </a:lnTo>
                  <a:lnTo>
                    <a:pt x="0" y="1237420"/>
                  </a:lnTo>
                  <a:lnTo>
                    <a:pt x="0" y="1180474"/>
                  </a:lnTo>
                  <a:lnTo>
                    <a:pt x="0" y="1123529"/>
                  </a:lnTo>
                  <a:lnTo>
                    <a:pt x="0" y="1066583"/>
                  </a:lnTo>
                  <a:lnTo>
                    <a:pt x="0" y="1009637"/>
                  </a:lnTo>
                  <a:lnTo>
                    <a:pt x="0" y="952692"/>
                  </a:lnTo>
                  <a:lnTo>
                    <a:pt x="0" y="895746"/>
                  </a:lnTo>
                  <a:lnTo>
                    <a:pt x="0" y="838801"/>
                  </a:lnTo>
                  <a:lnTo>
                    <a:pt x="0" y="781855"/>
                  </a:lnTo>
                  <a:lnTo>
                    <a:pt x="0" y="724909"/>
                  </a:lnTo>
                  <a:lnTo>
                    <a:pt x="0" y="667964"/>
                  </a:lnTo>
                  <a:lnTo>
                    <a:pt x="0" y="611018"/>
                  </a:lnTo>
                  <a:lnTo>
                    <a:pt x="0" y="554073"/>
                  </a:lnTo>
                  <a:lnTo>
                    <a:pt x="0" y="497127"/>
                  </a:lnTo>
                  <a:lnTo>
                    <a:pt x="0" y="440181"/>
                  </a:lnTo>
                  <a:lnTo>
                    <a:pt x="0" y="383236"/>
                  </a:lnTo>
                  <a:lnTo>
                    <a:pt x="0" y="326290"/>
                  </a:lnTo>
                  <a:lnTo>
                    <a:pt x="0" y="269345"/>
                  </a:lnTo>
                  <a:lnTo>
                    <a:pt x="0" y="212399"/>
                  </a:lnTo>
                  <a:lnTo>
                    <a:pt x="0" y="155453"/>
                  </a:lnTo>
                  <a:lnTo>
                    <a:pt x="0" y="98508"/>
                  </a:lnTo>
                  <a:lnTo>
                    <a:pt x="0" y="41562"/>
                  </a:ln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rnd">
              <a:solidFill>
                <a:srgbClr val="F0F8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3865485" y="1669789"/>
              <a:ext cx="0" cy="4051159"/>
            </a:xfrm>
            <a:custGeom>
              <a:avLst/>
              <a:pathLst>
                <a:path w="0" h="4051159">
                  <a:moveTo>
                    <a:pt x="0" y="4051159"/>
                  </a:moveTo>
                  <a:lnTo>
                    <a:pt x="0" y="4027755"/>
                  </a:lnTo>
                  <a:lnTo>
                    <a:pt x="0" y="3970809"/>
                  </a:lnTo>
                  <a:lnTo>
                    <a:pt x="0" y="3913864"/>
                  </a:lnTo>
                  <a:lnTo>
                    <a:pt x="0" y="3856918"/>
                  </a:lnTo>
                  <a:lnTo>
                    <a:pt x="0" y="3799972"/>
                  </a:lnTo>
                  <a:lnTo>
                    <a:pt x="0" y="3743027"/>
                  </a:lnTo>
                  <a:lnTo>
                    <a:pt x="0" y="3686081"/>
                  </a:lnTo>
                  <a:lnTo>
                    <a:pt x="0" y="3629136"/>
                  </a:lnTo>
                  <a:lnTo>
                    <a:pt x="0" y="3572190"/>
                  </a:lnTo>
                  <a:lnTo>
                    <a:pt x="0" y="3515244"/>
                  </a:lnTo>
                  <a:lnTo>
                    <a:pt x="0" y="3458299"/>
                  </a:lnTo>
                  <a:lnTo>
                    <a:pt x="0" y="3401353"/>
                  </a:lnTo>
                  <a:lnTo>
                    <a:pt x="0" y="3344407"/>
                  </a:lnTo>
                  <a:lnTo>
                    <a:pt x="0" y="3287462"/>
                  </a:lnTo>
                  <a:lnTo>
                    <a:pt x="0" y="3230516"/>
                  </a:lnTo>
                  <a:lnTo>
                    <a:pt x="0" y="3173571"/>
                  </a:lnTo>
                  <a:lnTo>
                    <a:pt x="0" y="3116625"/>
                  </a:lnTo>
                  <a:lnTo>
                    <a:pt x="0" y="3059679"/>
                  </a:lnTo>
                  <a:lnTo>
                    <a:pt x="0" y="3002734"/>
                  </a:lnTo>
                  <a:lnTo>
                    <a:pt x="0" y="2945788"/>
                  </a:lnTo>
                  <a:lnTo>
                    <a:pt x="0" y="2888843"/>
                  </a:lnTo>
                  <a:lnTo>
                    <a:pt x="0" y="2831897"/>
                  </a:lnTo>
                  <a:lnTo>
                    <a:pt x="0" y="2774951"/>
                  </a:lnTo>
                  <a:lnTo>
                    <a:pt x="0" y="2718006"/>
                  </a:lnTo>
                  <a:lnTo>
                    <a:pt x="0" y="2661060"/>
                  </a:lnTo>
                  <a:lnTo>
                    <a:pt x="0" y="2604115"/>
                  </a:lnTo>
                  <a:lnTo>
                    <a:pt x="0" y="2547169"/>
                  </a:lnTo>
                  <a:lnTo>
                    <a:pt x="0" y="2490223"/>
                  </a:lnTo>
                  <a:lnTo>
                    <a:pt x="0" y="2433278"/>
                  </a:lnTo>
                  <a:lnTo>
                    <a:pt x="0" y="2376332"/>
                  </a:lnTo>
                  <a:lnTo>
                    <a:pt x="0" y="2319386"/>
                  </a:lnTo>
                  <a:lnTo>
                    <a:pt x="0" y="2262441"/>
                  </a:lnTo>
                  <a:lnTo>
                    <a:pt x="0" y="2205495"/>
                  </a:lnTo>
                  <a:lnTo>
                    <a:pt x="0" y="2148550"/>
                  </a:lnTo>
                  <a:lnTo>
                    <a:pt x="0" y="2091604"/>
                  </a:lnTo>
                  <a:lnTo>
                    <a:pt x="0" y="2034658"/>
                  </a:lnTo>
                  <a:lnTo>
                    <a:pt x="0" y="1977713"/>
                  </a:lnTo>
                  <a:lnTo>
                    <a:pt x="0" y="1920767"/>
                  </a:lnTo>
                  <a:lnTo>
                    <a:pt x="0" y="1863822"/>
                  </a:lnTo>
                  <a:lnTo>
                    <a:pt x="0" y="1806876"/>
                  </a:lnTo>
                  <a:lnTo>
                    <a:pt x="0" y="1749930"/>
                  </a:lnTo>
                  <a:lnTo>
                    <a:pt x="0" y="1692985"/>
                  </a:lnTo>
                  <a:lnTo>
                    <a:pt x="0" y="1636039"/>
                  </a:lnTo>
                  <a:lnTo>
                    <a:pt x="0" y="1579094"/>
                  </a:lnTo>
                  <a:lnTo>
                    <a:pt x="0" y="1522148"/>
                  </a:lnTo>
                  <a:lnTo>
                    <a:pt x="0" y="1465202"/>
                  </a:lnTo>
                  <a:lnTo>
                    <a:pt x="0" y="1408257"/>
                  </a:lnTo>
                  <a:lnTo>
                    <a:pt x="0" y="1351311"/>
                  </a:lnTo>
                  <a:lnTo>
                    <a:pt x="0" y="1294366"/>
                  </a:lnTo>
                  <a:lnTo>
                    <a:pt x="0" y="1237420"/>
                  </a:lnTo>
                  <a:lnTo>
                    <a:pt x="0" y="1180474"/>
                  </a:lnTo>
                  <a:lnTo>
                    <a:pt x="0" y="1123529"/>
                  </a:lnTo>
                  <a:lnTo>
                    <a:pt x="0" y="1066583"/>
                  </a:lnTo>
                  <a:lnTo>
                    <a:pt x="0" y="1009637"/>
                  </a:lnTo>
                  <a:lnTo>
                    <a:pt x="0" y="952692"/>
                  </a:lnTo>
                  <a:lnTo>
                    <a:pt x="0" y="895746"/>
                  </a:lnTo>
                  <a:lnTo>
                    <a:pt x="0" y="838801"/>
                  </a:lnTo>
                  <a:lnTo>
                    <a:pt x="0" y="781855"/>
                  </a:lnTo>
                  <a:lnTo>
                    <a:pt x="0" y="724909"/>
                  </a:lnTo>
                  <a:lnTo>
                    <a:pt x="0" y="667964"/>
                  </a:lnTo>
                  <a:lnTo>
                    <a:pt x="0" y="611018"/>
                  </a:lnTo>
                  <a:lnTo>
                    <a:pt x="0" y="554073"/>
                  </a:lnTo>
                  <a:lnTo>
                    <a:pt x="0" y="497127"/>
                  </a:lnTo>
                  <a:lnTo>
                    <a:pt x="0" y="440181"/>
                  </a:lnTo>
                  <a:lnTo>
                    <a:pt x="0" y="383236"/>
                  </a:lnTo>
                  <a:lnTo>
                    <a:pt x="0" y="326290"/>
                  </a:lnTo>
                  <a:lnTo>
                    <a:pt x="0" y="269345"/>
                  </a:lnTo>
                  <a:lnTo>
                    <a:pt x="0" y="212399"/>
                  </a:lnTo>
                  <a:lnTo>
                    <a:pt x="0" y="155453"/>
                  </a:lnTo>
                  <a:lnTo>
                    <a:pt x="0" y="98508"/>
                  </a:lnTo>
                  <a:lnTo>
                    <a:pt x="0" y="41562"/>
                  </a:ln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rnd">
              <a:solidFill>
                <a:srgbClr val="F0F8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4606110" y="1669789"/>
              <a:ext cx="0" cy="4051159"/>
            </a:xfrm>
            <a:custGeom>
              <a:avLst/>
              <a:pathLst>
                <a:path w="0" h="4051159">
                  <a:moveTo>
                    <a:pt x="0" y="4051159"/>
                  </a:moveTo>
                  <a:lnTo>
                    <a:pt x="0" y="4027755"/>
                  </a:lnTo>
                  <a:lnTo>
                    <a:pt x="0" y="3970809"/>
                  </a:lnTo>
                  <a:lnTo>
                    <a:pt x="0" y="3913864"/>
                  </a:lnTo>
                  <a:lnTo>
                    <a:pt x="0" y="3856918"/>
                  </a:lnTo>
                  <a:lnTo>
                    <a:pt x="0" y="3799972"/>
                  </a:lnTo>
                  <a:lnTo>
                    <a:pt x="0" y="3743027"/>
                  </a:lnTo>
                  <a:lnTo>
                    <a:pt x="0" y="3686081"/>
                  </a:lnTo>
                  <a:lnTo>
                    <a:pt x="0" y="3629136"/>
                  </a:lnTo>
                  <a:lnTo>
                    <a:pt x="0" y="3572190"/>
                  </a:lnTo>
                  <a:lnTo>
                    <a:pt x="0" y="3515244"/>
                  </a:lnTo>
                  <a:lnTo>
                    <a:pt x="0" y="3458299"/>
                  </a:lnTo>
                  <a:lnTo>
                    <a:pt x="0" y="3401353"/>
                  </a:lnTo>
                  <a:lnTo>
                    <a:pt x="0" y="3344407"/>
                  </a:lnTo>
                  <a:lnTo>
                    <a:pt x="0" y="3287462"/>
                  </a:lnTo>
                  <a:lnTo>
                    <a:pt x="0" y="3230516"/>
                  </a:lnTo>
                  <a:lnTo>
                    <a:pt x="0" y="3173571"/>
                  </a:lnTo>
                  <a:lnTo>
                    <a:pt x="0" y="3116625"/>
                  </a:lnTo>
                  <a:lnTo>
                    <a:pt x="0" y="3059679"/>
                  </a:lnTo>
                  <a:lnTo>
                    <a:pt x="0" y="3002734"/>
                  </a:lnTo>
                  <a:lnTo>
                    <a:pt x="0" y="2945788"/>
                  </a:lnTo>
                  <a:lnTo>
                    <a:pt x="0" y="2888843"/>
                  </a:lnTo>
                  <a:lnTo>
                    <a:pt x="0" y="2831897"/>
                  </a:lnTo>
                  <a:lnTo>
                    <a:pt x="0" y="2774951"/>
                  </a:lnTo>
                  <a:lnTo>
                    <a:pt x="0" y="2718006"/>
                  </a:lnTo>
                  <a:lnTo>
                    <a:pt x="0" y="2661060"/>
                  </a:lnTo>
                  <a:lnTo>
                    <a:pt x="0" y="2604115"/>
                  </a:lnTo>
                  <a:lnTo>
                    <a:pt x="0" y="2547169"/>
                  </a:lnTo>
                  <a:lnTo>
                    <a:pt x="0" y="2490223"/>
                  </a:lnTo>
                  <a:lnTo>
                    <a:pt x="0" y="2433278"/>
                  </a:lnTo>
                  <a:lnTo>
                    <a:pt x="0" y="2376332"/>
                  </a:lnTo>
                  <a:lnTo>
                    <a:pt x="0" y="2319386"/>
                  </a:lnTo>
                  <a:lnTo>
                    <a:pt x="0" y="2262441"/>
                  </a:lnTo>
                  <a:lnTo>
                    <a:pt x="0" y="2205495"/>
                  </a:lnTo>
                  <a:lnTo>
                    <a:pt x="0" y="2148550"/>
                  </a:lnTo>
                  <a:lnTo>
                    <a:pt x="0" y="2091604"/>
                  </a:lnTo>
                  <a:lnTo>
                    <a:pt x="0" y="2034658"/>
                  </a:lnTo>
                  <a:lnTo>
                    <a:pt x="0" y="1977713"/>
                  </a:lnTo>
                  <a:lnTo>
                    <a:pt x="0" y="1920767"/>
                  </a:lnTo>
                  <a:lnTo>
                    <a:pt x="0" y="1863822"/>
                  </a:lnTo>
                  <a:lnTo>
                    <a:pt x="0" y="1806876"/>
                  </a:lnTo>
                  <a:lnTo>
                    <a:pt x="0" y="1749930"/>
                  </a:lnTo>
                  <a:lnTo>
                    <a:pt x="0" y="1692985"/>
                  </a:lnTo>
                  <a:lnTo>
                    <a:pt x="0" y="1636039"/>
                  </a:lnTo>
                  <a:lnTo>
                    <a:pt x="0" y="1579094"/>
                  </a:lnTo>
                  <a:lnTo>
                    <a:pt x="0" y="1522148"/>
                  </a:lnTo>
                  <a:lnTo>
                    <a:pt x="0" y="1465202"/>
                  </a:lnTo>
                  <a:lnTo>
                    <a:pt x="0" y="1408257"/>
                  </a:lnTo>
                  <a:lnTo>
                    <a:pt x="0" y="1351311"/>
                  </a:lnTo>
                  <a:lnTo>
                    <a:pt x="0" y="1294366"/>
                  </a:lnTo>
                  <a:lnTo>
                    <a:pt x="0" y="1237420"/>
                  </a:lnTo>
                  <a:lnTo>
                    <a:pt x="0" y="1180474"/>
                  </a:lnTo>
                  <a:lnTo>
                    <a:pt x="0" y="1123529"/>
                  </a:lnTo>
                  <a:lnTo>
                    <a:pt x="0" y="1066583"/>
                  </a:lnTo>
                  <a:lnTo>
                    <a:pt x="0" y="1009637"/>
                  </a:lnTo>
                  <a:lnTo>
                    <a:pt x="0" y="952692"/>
                  </a:lnTo>
                  <a:lnTo>
                    <a:pt x="0" y="895746"/>
                  </a:lnTo>
                  <a:lnTo>
                    <a:pt x="0" y="838801"/>
                  </a:lnTo>
                  <a:lnTo>
                    <a:pt x="0" y="781855"/>
                  </a:lnTo>
                  <a:lnTo>
                    <a:pt x="0" y="724909"/>
                  </a:lnTo>
                  <a:lnTo>
                    <a:pt x="0" y="667964"/>
                  </a:lnTo>
                  <a:lnTo>
                    <a:pt x="0" y="611018"/>
                  </a:lnTo>
                  <a:lnTo>
                    <a:pt x="0" y="554073"/>
                  </a:lnTo>
                  <a:lnTo>
                    <a:pt x="0" y="497127"/>
                  </a:lnTo>
                  <a:lnTo>
                    <a:pt x="0" y="440181"/>
                  </a:lnTo>
                  <a:lnTo>
                    <a:pt x="0" y="383236"/>
                  </a:lnTo>
                  <a:lnTo>
                    <a:pt x="0" y="326290"/>
                  </a:lnTo>
                  <a:lnTo>
                    <a:pt x="0" y="269345"/>
                  </a:lnTo>
                  <a:lnTo>
                    <a:pt x="0" y="212399"/>
                  </a:lnTo>
                  <a:lnTo>
                    <a:pt x="0" y="155453"/>
                  </a:lnTo>
                  <a:lnTo>
                    <a:pt x="0" y="98508"/>
                  </a:lnTo>
                  <a:lnTo>
                    <a:pt x="0" y="41562"/>
                  </a:ln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rnd">
              <a:solidFill>
                <a:srgbClr val="F0F8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5346735" y="1669789"/>
              <a:ext cx="0" cy="4051159"/>
            </a:xfrm>
            <a:custGeom>
              <a:avLst/>
              <a:pathLst>
                <a:path w="0" h="4051159">
                  <a:moveTo>
                    <a:pt x="0" y="4051159"/>
                  </a:moveTo>
                  <a:lnTo>
                    <a:pt x="0" y="4027755"/>
                  </a:lnTo>
                  <a:lnTo>
                    <a:pt x="0" y="3970809"/>
                  </a:lnTo>
                  <a:lnTo>
                    <a:pt x="0" y="3913864"/>
                  </a:lnTo>
                  <a:lnTo>
                    <a:pt x="0" y="3856918"/>
                  </a:lnTo>
                  <a:lnTo>
                    <a:pt x="0" y="3799972"/>
                  </a:lnTo>
                  <a:lnTo>
                    <a:pt x="0" y="3743027"/>
                  </a:lnTo>
                  <a:lnTo>
                    <a:pt x="0" y="3686081"/>
                  </a:lnTo>
                  <a:lnTo>
                    <a:pt x="0" y="3629136"/>
                  </a:lnTo>
                  <a:lnTo>
                    <a:pt x="0" y="3572190"/>
                  </a:lnTo>
                  <a:lnTo>
                    <a:pt x="0" y="3515244"/>
                  </a:lnTo>
                  <a:lnTo>
                    <a:pt x="0" y="3458299"/>
                  </a:lnTo>
                  <a:lnTo>
                    <a:pt x="0" y="3401353"/>
                  </a:lnTo>
                  <a:lnTo>
                    <a:pt x="0" y="3344407"/>
                  </a:lnTo>
                  <a:lnTo>
                    <a:pt x="0" y="3287462"/>
                  </a:lnTo>
                  <a:lnTo>
                    <a:pt x="0" y="3230516"/>
                  </a:lnTo>
                  <a:lnTo>
                    <a:pt x="0" y="3173571"/>
                  </a:lnTo>
                  <a:lnTo>
                    <a:pt x="0" y="3116625"/>
                  </a:lnTo>
                  <a:lnTo>
                    <a:pt x="0" y="3059679"/>
                  </a:lnTo>
                  <a:lnTo>
                    <a:pt x="0" y="3002734"/>
                  </a:lnTo>
                  <a:lnTo>
                    <a:pt x="0" y="2945788"/>
                  </a:lnTo>
                  <a:lnTo>
                    <a:pt x="0" y="2888843"/>
                  </a:lnTo>
                  <a:lnTo>
                    <a:pt x="0" y="2831897"/>
                  </a:lnTo>
                  <a:lnTo>
                    <a:pt x="0" y="2774951"/>
                  </a:lnTo>
                  <a:lnTo>
                    <a:pt x="0" y="2718006"/>
                  </a:lnTo>
                  <a:lnTo>
                    <a:pt x="0" y="2661060"/>
                  </a:lnTo>
                  <a:lnTo>
                    <a:pt x="0" y="2604115"/>
                  </a:lnTo>
                  <a:lnTo>
                    <a:pt x="0" y="2547169"/>
                  </a:lnTo>
                  <a:lnTo>
                    <a:pt x="0" y="2490223"/>
                  </a:lnTo>
                  <a:lnTo>
                    <a:pt x="0" y="2433278"/>
                  </a:lnTo>
                  <a:lnTo>
                    <a:pt x="0" y="2376332"/>
                  </a:lnTo>
                  <a:lnTo>
                    <a:pt x="0" y="2319386"/>
                  </a:lnTo>
                  <a:lnTo>
                    <a:pt x="0" y="2262441"/>
                  </a:lnTo>
                  <a:lnTo>
                    <a:pt x="0" y="2205495"/>
                  </a:lnTo>
                  <a:lnTo>
                    <a:pt x="0" y="2148550"/>
                  </a:lnTo>
                  <a:lnTo>
                    <a:pt x="0" y="2091604"/>
                  </a:lnTo>
                  <a:lnTo>
                    <a:pt x="0" y="2034658"/>
                  </a:lnTo>
                  <a:lnTo>
                    <a:pt x="0" y="1977713"/>
                  </a:lnTo>
                  <a:lnTo>
                    <a:pt x="0" y="1920767"/>
                  </a:lnTo>
                  <a:lnTo>
                    <a:pt x="0" y="1863822"/>
                  </a:lnTo>
                  <a:lnTo>
                    <a:pt x="0" y="1806876"/>
                  </a:lnTo>
                  <a:lnTo>
                    <a:pt x="0" y="1749930"/>
                  </a:lnTo>
                  <a:lnTo>
                    <a:pt x="0" y="1692985"/>
                  </a:lnTo>
                  <a:lnTo>
                    <a:pt x="0" y="1636039"/>
                  </a:lnTo>
                  <a:lnTo>
                    <a:pt x="0" y="1579094"/>
                  </a:lnTo>
                  <a:lnTo>
                    <a:pt x="0" y="1522148"/>
                  </a:lnTo>
                  <a:lnTo>
                    <a:pt x="0" y="1465202"/>
                  </a:lnTo>
                  <a:lnTo>
                    <a:pt x="0" y="1408257"/>
                  </a:lnTo>
                  <a:lnTo>
                    <a:pt x="0" y="1351311"/>
                  </a:lnTo>
                  <a:lnTo>
                    <a:pt x="0" y="1294366"/>
                  </a:lnTo>
                  <a:lnTo>
                    <a:pt x="0" y="1237420"/>
                  </a:lnTo>
                  <a:lnTo>
                    <a:pt x="0" y="1180474"/>
                  </a:lnTo>
                  <a:lnTo>
                    <a:pt x="0" y="1123529"/>
                  </a:lnTo>
                  <a:lnTo>
                    <a:pt x="0" y="1066583"/>
                  </a:lnTo>
                  <a:lnTo>
                    <a:pt x="0" y="1009637"/>
                  </a:lnTo>
                  <a:lnTo>
                    <a:pt x="0" y="952692"/>
                  </a:lnTo>
                  <a:lnTo>
                    <a:pt x="0" y="895746"/>
                  </a:lnTo>
                  <a:lnTo>
                    <a:pt x="0" y="838801"/>
                  </a:lnTo>
                  <a:lnTo>
                    <a:pt x="0" y="781855"/>
                  </a:lnTo>
                  <a:lnTo>
                    <a:pt x="0" y="724909"/>
                  </a:lnTo>
                  <a:lnTo>
                    <a:pt x="0" y="667964"/>
                  </a:lnTo>
                  <a:lnTo>
                    <a:pt x="0" y="611018"/>
                  </a:lnTo>
                  <a:lnTo>
                    <a:pt x="0" y="554073"/>
                  </a:lnTo>
                  <a:lnTo>
                    <a:pt x="0" y="497127"/>
                  </a:lnTo>
                  <a:lnTo>
                    <a:pt x="0" y="440181"/>
                  </a:lnTo>
                  <a:lnTo>
                    <a:pt x="0" y="383236"/>
                  </a:lnTo>
                  <a:lnTo>
                    <a:pt x="0" y="326290"/>
                  </a:lnTo>
                  <a:lnTo>
                    <a:pt x="0" y="269345"/>
                  </a:lnTo>
                  <a:lnTo>
                    <a:pt x="0" y="212399"/>
                  </a:lnTo>
                  <a:lnTo>
                    <a:pt x="0" y="155453"/>
                  </a:lnTo>
                  <a:lnTo>
                    <a:pt x="0" y="98508"/>
                  </a:lnTo>
                  <a:lnTo>
                    <a:pt x="0" y="41562"/>
                  </a:ln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rnd">
              <a:solidFill>
                <a:srgbClr val="F0F8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6087361" y="1669789"/>
              <a:ext cx="0" cy="4051159"/>
            </a:xfrm>
            <a:custGeom>
              <a:avLst/>
              <a:pathLst>
                <a:path w="0" h="4051159">
                  <a:moveTo>
                    <a:pt x="0" y="4051159"/>
                  </a:moveTo>
                  <a:lnTo>
                    <a:pt x="0" y="4027755"/>
                  </a:lnTo>
                  <a:lnTo>
                    <a:pt x="0" y="3970809"/>
                  </a:lnTo>
                  <a:lnTo>
                    <a:pt x="0" y="3913864"/>
                  </a:lnTo>
                  <a:lnTo>
                    <a:pt x="0" y="3856918"/>
                  </a:lnTo>
                  <a:lnTo>
                    <a:pt x="0" y="3799972"/>
                  </a:lnTo>
                  <a:lnTo>
                    <a:pt x="0" y="3743027"/>
                  </a:lnTo>
                  <a:lnTo>
                    <a:pt x="0" y="3686081"/>
                  </a:lnTo>
                  <a:lnTo>
                    <a:pt x="0" y="3629136"/>
                  </a:lnTo>
                  <a:lnTo>
                    <a:pt x="0" y="3572190"/>
                  </a:lnTo>
                  <a:lnTo>
                    <a:pt x="0" y="3515244"/>
                  </a:lnTo>
                  <a:lnTo>
                    <a:pt x="0" y="3458299"/>
                  </a:lnTo>
                  <a:lnTo>
                    <a:pt x="0" y="3401353"/>
                  </a:lnTo>
                  <a:lnTo>
                    <a:pt x="0" y="3344407"/>
                  </a:lnTo>
                  <a:lnTo>
                    <a:pt x="0" y="3287462"/>
                  </a:lnTo>
                  <a:lnTo>
                    <a:pt x="0" y="3230516"/>
                  </a:lnTo>
                  <a:lnTo>
                    <a:pt x="0" y="3173571"/>
                  </a:lnTo>
                  <a:lnTo>
                    <a:pt x="0" y="3116625"/>
                  </a:lnTo>
                  <a:lnTo>
                    <a:pt x="0" y="3059679"/>
                  </a:lnTo>
                  <a:lnTo>
                    <a:pt x="0" y="3002734"/>
                  </a:lnTo>
                  <a:lnTo>
                    <a:pt x="0" y="2945788"/>
                  </a:lnTo>
                  <a:lnTo>
                    <a:pt x="0" y="2888843"/>
                  </a:lnTo>
                  <a:lnTo>
                    <a:pt x="0" y="2831897"/>
                  </a:lnTo>
                  <a:lnTo>
                    <a:pt x="0" y="2774951"/>
                  </a:lnTo>
                  <a:lnTo>
                    <a:pt x="0" y="2718006"/>
                  </a:lnTo>
                  <a:lnTo>
                    <a:pt x="0" y="2661060"/>
                  </a:lnTo>
                  <a:lnTo>
                    <a:pt x="0" y="2604115"/>
                  </a:lnTo>
                  <a:lnTo>
                    <a:pt x="0" y="2547169"/>
                  </a:lnTo>
                  <a:lnTo>
                    <a:pt x="0" y="2490223"/>
                  </a:lnTo>
                  <a:lnTo>
                    <a:pt x="0" y="2433278"/>
                  </a:lnTo>
                  <a:lnTo>
                    <a:pt x="0" y="2376332"/>
                  </a:lnTo>
                  <a:lnTo>
                    <a:pt x="0" y="2319386"/>
                  </a:lnTo>
                  <a:lnTo>
                    <a:pt x="0" y="2262441"/>
                  </a:lnTo>
                  <a:lnTo>
                    <a:pt x="0" y="2205495"/>
                  </a:lnTo>
                  <a:lnTo>
                    <a:pt x="0" y="2148550"/>
                  </a:lnTo>
                  <a:lnTo>
                    <a:pt x="0" y="2091604"/>
                  </a:lnTo>
                  <a:lnTo>
                    <a:pt x="0" y="2034658"/>
                  </a:lnTo>
                  <a:lnTo>
                    <a:pt x="0" y="1977713"/>
                  </a:lnTo>
                  <a:lnTo>
                    <a:pt x="0" y="1920767"/>
                  </a:lnTo>
                  <a:lnTo>
                    <a:pt x="0" y="1863822"/>
                  </a:lnTo>
                  <a:lnTo>
                    <a:pt x="0" y="1806876"/>
                  </a:lnTo>
                  <a:lnTo>
                    <a:pt x="0" y="1749930"/>
                  </a:lnTo>
                  <a:lnTo>
                    <a:pt x="0" y="1692985"/>
                  </a:lnTo>
                  <a:lnTo>
                    <a:pt x="0" y="1636039"/>
                  </a:lnTo>
                  <a:lnTo>
                    <a:pt x="0" y="1579094"/>
                  </a:lnTo>
                  <a:lnTo>
                    <a:pt x="0" y="1522148"/>
                  </a:lnTo>
                  <a:lnTo>
                    <a:pt x="0" y="1465202"/>
                  </a:lnTo>
                  <a:lnTo>
                    <a:pt x="0" y="1408257"/>
                  </a:lnTo>
                  <a:lnTo>
                    <a:pt x="0" y="1351311"/>
                  </a:lnTo>
                  <a:lnTo>
                    <a:pt x="0" y="1294366"/>
                  </a:lnTo>
                  <a:lnTo>
                    <a:pt x="0" y="1237420"/>
                  </a:lnTo>
                  <a:lnTo>
                    <a:pt x="0" y="1180474"/>
                  </a:lnTo>
                  <a:lnTo>
                    <a:pt x="0" y="1123529"/>
                  </a:lnTo>
                  <a:lnTo>
                    <a:pt x="0" y="1066583"/>
                  </a:lnTo>
                  <a:lnTo>
                    <a:pt x="0" y="1009637"/>
                  </a:lnTo>
                  <a:lnTo>
                    <a:pt x="0" y="952692"/>
                  </a:lnTo>
                  <a:lnTo>
                    <a:pt x="0" y="895746"/>
                  </a:lnTo>
                  <a:lnTo>
                    <a:pt x="0" y="838801"/>
                  </a:lnTo>
                  <a:lnTo>
                    <a:pt x="0" y="781855"/>
                  </a:lnTo>
                  <a:lnTo>
                    <a:pt x="0" y="724909"/>
                  </a:lnTo>
                  <a:lnTo>
                    <a:pt x="0" y="667964"/>
                  </a:lnTo>
                  <a:lnTo>
                    <a:pt x="0" y="611018"/>
                  </a:lnTo>
                  <a:lnTo>
                    <a:pt x="0" y="554073"/>
                  </a:lnTo>
                  <a:lnTo>
                    <a:pt x="0" y="497127"/>
                  </a:lnTo>
                  <a:lnTo>
                    <a:pt x="0" y="440181"/>
                  </a:lnTo>
                  <a:lnTo>
                    <a:pt x="0" y="383236"/>
                  </a:lnTo>
                  <a:lnTo>
                    <a:pt x="0" y="326290"/>
                  </a:lnTo>
                  <a:lnTo>
                    <a:pt x="0" y="269345"/>
                  </a:lnTo>
                  <a:lnTo>
                    <a:pt x="0" y="212399"/>
                  </a:lnTo>
                  <a:lnTo>
                    <a:pt x="0" y="155453"/>
                  </a:lnTo>
                  <a:lnTo>
                    <a:pt x="0" y="98508"/>
                  </a:lnTo>
                  <a:lnTo>
                    <a:pt x="0" y="41562"/>
                  </a:ln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rnd">
              <a:solidFill>
                <a:srgbClr val="F0F8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2301906" y="5555180"/>
              <a:ext cx="4149766" cy="0"/>
            </a:xfrm>
            <a:custGeom>
              <a:avLst/>
              <a:pathLst>
                <a:path w="4149766" h="0">
                  <a:moveTo>
                    <a:pt x="0" y="0"/>
                  </a:moveTo>
                  <a:lnTo>
                    <a:pt x="22479" y="0"/>
                  </a:lnTo>
                  <a:lnTo>
                    <a:pt x="74847" y="0"/>
                  </a:lnTo>
                  <a:lnTo>
                    <a:pt x="127214" y="0"/>
                  </a:lnTo>
                  <a:lnTo>
                    <a:pt x="179582" y="0"/>
                  </a:lnTo>
                  <a:lnTo>
                    <a:pt x="231949" y="0"/>
                  </a:lnTo>
                  <a:lnTo>
                    <a:pt x="284316" y="0"/>
                  </a:lnTo>
                  <a:lnTo>
                    <a:pt x="336684" y="0"/>
                  </a:lnTo>
                  <a:lnTo>
                    <a:pt x="389051" y="0"/>
                  </a:lnTo>
                  <a:lnTo>
                    <a:pt x="441419" y="0"/>
                  </a:lnTo>
                  <a:lnTo>
                    <a:pt x="493786" y="0"/>
                  </a:lnTo>
                  <a:lnTo>
                    <a:pt x="546154" y="0"/>
                  </a:lnTo>
                  <a:lnTo>
                    <a:pt x="598521" y="0"/>
                  </a:lnTo>
                  <a:lnTo>
                    <a:pt x="650889" y="0"/>
                  </a:lnTo>
                  <a:lnTo>
                    <a:pt x="703256" y="0"/>
                  </a:lnTo>
                  <a:lnTo>
                    <a:pt x="755623" y="0"/>
                  </a:lnTo>
                  <a:lnTo>
                    <a:pt x="807991" y="0"/>
                  </a:lnTo>
                  <a:lnTo>
                    <a:pt x="860358" y="0"/>
                  </a:lnTo>
                  <a:lnTo>
                    <a:pt x="912726" y="0"/>
                  </a:lnTo>
                  <a:lnTo>
                    <a:pt x="965093" y="0"/>
                  </a:lnTo>
                  <a:lnTo>
                    <a:pt x="1017461" y="0"/>
                  </a:lnTo>
                  <a:lnTo>
                    <a:pt x="1069828" y="0"/>
                  </a:lnTo>
                  <a:lnTo>
                    <a:pt x="1122196" y="0"/>
                  </a:lnTo>
                  <a:lnTo>
                    <a:pt x="1174563" y="0"/>
                  </a:lnTo>
                  <a:lnTo>
                    <a:pt x="1226930" y="0"/>
                  </a:lnTo>
                  <a:lnTo>
                    <a:pt x="1279298" y="0"/>
                  </a:lnTo>
                  <a:lnTo>
                    <a:pt x="1331665" y="0"/>
                  </a:lnTo>
                  <a:lnTo>
                    <a:pt x="1384033" y="0"/>
                  </a:lnTo>
                  <a:lnTo>
                    <a:pt x="1436400" y="0"/>
                  </a:lnTo>
                  <a:lnTo>
                    <a:pt x="1488768" y="0"/>
                  </a:lnTo>
                  <a:lnTo>
                    <a:pt x="1541135" y="0"/>
                  </a:lnTo>
                  <a:lnTo>
                    <a:pt x="1593503" y="0"/>
                  </a:lnTo>
                  <a:lnTo>
                    <a:pt x="1645870" y="0"/>
                  </a:lnTo>
                  <a:lnTo>
                    <a:pt x="1698237" y="0"/>
                  </a:lnTo>
                  <a:lnTo>
                    <a:pt x="1750605" y="0"/>
                  </a:lnTo>
                  <a:lnTo>
                    <a:pt x="1802972" y="0"/>
                  </a:lnTo>
                  <a:lnTo>
                    <a:pt x="1855340" y="0"/>
                  </a:lnTo>
                  <a:lnTo>
                    <a:pt x="1907707" y="0"/>
                  </a:lnTo>
                  <a:lnTo>
                    <a:pt x="1960075" y="0"/>
                  </a:lnTo>
                  <a:lnTo>
                    <a:pt x="2012442" y="0"/>
                  </a:lnTo>
                  <a:lnTo>
                    <a:pt x="2064810" y="0"/>
                  </a:lnTo>
                  <a:lnTo>
                    <a:pt x="2117177" y="0"/>
                  </a:lnTo>
                  <a:lnTo>
                    <a:pt x="2169544" y="0"/>
                  </a:lnTo>
                  <a:lnTo>
                    <a:pt x="2221912" y="0"/>
                  </a:lnTo>
                  <a:lnTo>
                    <a:pt x="2274279" y="0"/>
                  </a:lnTo>
                  <a:lnTo>
                    <a:pt x="2326647" y="0"/>
                  </a:lnTo>
                  <a:lnTo>
                    <a:pt x="2379014" y="0"/>
                  </a:lnTo>
                  <a:lnTo>
                    <a:pt x="2431382" y="0"/>
                  </a:lnTo>
                  <a:lnTo>
                    <a:pt x="2483749" y="0"/>
                  </a:lnTo>
                  <a:lnTo>
                    <a:pt x="2536117" y="0"/>
                  </a:lnTo>
                  <a:lnTo>
                    <a:pt x="2588484" y="0"/>
                  </a:lnTo>
                  <a:lnTo>
                    <a:pt x="2640851" y="0"/>
                  </a:lnTo>
                  <a:lnTo>
                    <a:pt x="2693219" y="0"/>
                  </a:lnTo>
                  <a:lnTo>
                    <a:pt x="2745586" y="0"/>
                  </a:lnTo>
                  <a:lnTo>
                    <a:pt x="2797954" y="0"/>
                  </a:lnTo>
                  <a:lnTo>
                    <a:pt x="2850321" y="0"/>
                  </a:lnTo>
                  <a:lnTo>
                    <a:pt x="2902689" y="0"/>
                  </a:lnTo>
                  <a:lnTo>
                    <a:pt x="2955056" y="0"/>
                  </a:lnTo>
                  <a:lnTo>
                    <a:pt x="3007424" y="0"/>
                  </a:lnTo>
                  <a:lnTo>
                    <a:pt x="3059791" y="0"/>
                  </a:lnTo>
                  <a:lnTo>
                    <a:pt x="3112158" y="0"/>
                  </a:lnTo>
                  <a:lnTo>
                    <a:pt x="3164526" y="0"/>
                  </a:lnTo>
                  <a:lnTo>
                    <a:pt x="3216893" y="0"/>
                  </a:lnTo>
                  <a:lnTo>
                    <a:pt x="3269261" y="0"/>
                  </a:lnTo>
                  <a:lnTo>
                    <a:pt x="3321628" y="0"/>
                  </a:lnTo>
                  <a:lnTo>
                    <a:pt x="3373996" y="0"/>
                  </a:lnTo>
                  <a:lnTo>
                    <a:pt x="3426363" y="0"/>
                  </a:lnTo>
                  <a:lnTo>
                    <a:pt x="3478730" y="0"/>
                  </a:lnTo>
                  <a:lnTo>
                    <a:pt x="3531098" y="0"/>
                  </a:lnTo>
                  <a:lnTo>
                    <a:pt x="3583465" y="0"/>
                  </a:lnTo>
                  <a:lnTo>
                    <a:pt x="3635833" y="0"/>
                  </a:lnTo>
                  <a:lnTo>
                    <a:pt x="3688200" y="0"/>
                  </a:lnTo>
                  <a:lnTo>
                    <a:pt x="3740568" y="0"/>
                  </a:lnTo>
                  <a:lnTo>
                    <a:pt x="3792935" y="0"/>
                  </a:lnTo>
                  <a:lnTo>
                    <a:pt x="3845303" y="0"/>
                  </a:lnTo>
                  <a:lnTo>
                    <a:pt x="3897670" y="0"/>
                  </a:lnTo>
                  <a:lnTo>
                    <a:pt x="3950037" y="0"/>
                  </a:lnTo>
                  <a:lnTo>
                    <a:pt x="4002405" y="0"/>
                  </a:lnTo>
                  <a:lnTo>
                    <a:pt x="4054772" y="0"/>
                  </a:lnTo>
                  <a:lnTo>
                    <a:pt x="4107140" y="0"/>
                  </a:lnTo>
                  <a:lnTo>
                    <a:pt x="4149766" y="0"/>
                  </a:lnTo>
                  <a:lnTo>
                    <a:pt x="4149766" y="0"/>
                  </a:lnTo>
                </a:path>
              </a:pathLst>
            </a:custGeom>
            <a:ln w="13550" cap="rnd">
              <a:solidFill>
                <a:srgbClr val="F0F8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2301906" y="4615577"/>
              <a:ext cx="4149766" cy="0"/>
            </a:xfrm>
            <a:custGeom>
              <a:avLst/>
              <a:pathLst>
                <a:path w="4149766" h="0">
                  <a:moveTo>
                    <a:pt x="0" y="0"/>
                  </a:moveTo>
                  <a:lnTo>
                    <a:pt x="22479" y="0"/>
                  </a:lnTo>
                  <a:lnTo>
                    <a:pt x="74847" y="0"/>
                  </a:lnTo>
                  <a:lnTo>
                    <a:pt x="127214" y="0"/>
                  </a:lnTo>
                  <a:lnTo>
                    <a:pt x="179582" y="0"/>
                  </a:lnTo>
                  <a:lnTo>
                    <a:pt x="231949" y="0"/>
                  </a:lnTo>
                  <a:lnTo>
                    <a:pt x="284316" y="0"/>
                  </a:lnTo>
                  <a:lnTo>
                    <a:pt x="336684" y="0"/>
                  </a:lnTo>
                  <a:lnTo>
                    <a:pt x="389051" y="0"/>
                  </a:lnTo>
                  <a:lnTo>
                    <a:pt x="441419" y="0"/>
                  </a:lnTo>
                  <a:lnTo>
                    <a:pt x="493786" y="0"/>
                  </a:lnTo>
                  <a:lnTo>
                    <a:pt x="546154" y="0"/>
                  </a:lnTo>
                  <a:lnTo>
                    <a:pt x="598521" y="0"/>
                  </a:lnTo>
                  <a:lnTo>
                    <a:pt x="650889" y="0"/>
                  </a:lnTo>
                  <a:lnTo>
                    <a:pt x="703256" y="0"/>
                  </a:lnTo>
                  <a:lnTo>
                    <a:pt x="755623" y="0"/>
                  </a:lnTo>
                  <a:lnTo>
                    <a:pt x="807991" y="0"/>
                  </a:lnTo>
                  <a:lnTo>
                    <a:pt x="860358" y="0"/>
                  </a:lnTo>
                  <a:lnTo>
                    <a:pt x="912726" y="0"/>
                  </a:lnTo>
                  <a:lnTo>
                    <a:pt x="965093" y="0"/>
                  </a:lnTo>
                  <a:lnTo>
                    <a:pt x="1017461" y="0"/>
                  </a:lnTo>
                  <a:lnTo>
                    <a:pt x="1069828" y="0"/>
                  </a:lnTo>
                  <a:lnTo>
                    <a:pt x="1122196" y="0"/>
                  </a:lnTo>
                  <a:lnTo>
                    <a:pt x="1174563" y="0"/>
                  </a:lnTo>
                  <a:lnTo>
                    <a:pt x="1226930" y="0"/>
                  </a:lnTo>
                  <a:lnTo>
                    <a:pt x="1279298" y="0"/>
                  </a:lnTo>
                  <a:lnTo>
                    <a:pt x="1331665" y="0"/>
                  </a:lnTo>
                  <a:lnTo>
                    <a:pt x="1384033" y="0"/>
                  </a:lnTo>
                  <a:lnTo>
                    <a:pt x="1436400" y="0"/>
                  </a:lnTo>
                  <a:lnTo>
                    <a:pt x="1488768" y="0"/>
                  </a:lnTo>
                  <a:lnTo>
                    <a:pt x="1541135" y="0"/>
                  </a:lnTo>
                  <a:lnTo>
                    <a:pt x="1593503" y="0"/>
                  </a:lnTo>
                  <a:lnTo>
                    <a:pt x="1645870" y="0"/>
                  </a:lnTo>
                  <a:lnTo>
                    <a:pt x="1698237" y="0"/>
                  </a:lnTo>
                  <a:lnTo>
                    <a:pt x="1750605" y="0"/>
                  </a:lnTo>
                  <a:lnTo>
                    <a:pt x="1802972" y="0"/>
                  </a:lnTo>
                  <a:lnTo>
                    <a:pt x="1855340" y="0"/>
                  </a:lnTo>
                  <a:lnTo>
                    <a:pt x="1907707" y="0"/>
                  </a:lnTo>
                  <a:lnTo>
                    <a:pt x="1960075" y="0"/>
                  </a:lnTo>
                  <a:lnTo>
                    <a:pt x="2012442" y="0"/>
                  </a:lnTo>
                  <a:lnTo>
                    <a:pt x="2064810" y="0"/>
                  </a:lnTo>
                  <a:lnTo>
                    <a:pt x="2117177" y="0"/>
                  </a:lnTo>
                  <a:lnTo>
                    <a:pt x="2169544" y="0"/>
                  </a:lnTo>
                  <a:lnTo>
                    <a:pt x="2221912" y="0"/>
                  </a:lnTo>
                  <a:lnTo>
                    <a:pt x="2274279" y="0"/>
                  </a:lnTo>
                  <a:lnTo>
                    <a:pt x="2326647" y="0"/>
                  </a:lnTo>
                  <a:lnTo>
                    <a:pt x="2379014" y="0"/>
                  </a:lnTo>
                  <a:lnTo>
                    <a:pt x="2431382" y="0"/>
                  </a:lnTo>
                  <a:lnTo>
                    <a:pt x="2483749" y="0"/>
                  </a:lnTo>
                  <a:lnTo>
                    <a:pt x="2536117" y="0"/>
                  </a:lnTo>
                  <a:lnTo>
                    <a:pt x="2588484" y="0"/>
                  </a:lnTo>
                  <a:lnTo>
                    <a:pt x="2640851" y="0"/>
                  </a:lnTo>
                  <a:lnTo>
                    <a:pt x="2693219" y="0"/>
                  </a:lnTo>
                  <a:lnTo>
                    <a:pt x="2745586" y="0"/>
                  </a:lnTo>
                  <a:lnTo>
                    <a:pt x="2797954" y="0"/>
                  </a:lnTo>
                  <a:lnTo>
                    <a:pt x="2850321" y="0"/>
                  </a:lnTo>
                  <a:lnTo>
                    <a:pt x="2902689" y="0"/>
                  </a:lnTo>
                  <a:lnTo>
                    <a:pt x="2955056" y="0"/>
                  </a:lnTo>
                  <a:lnTo>
                    <a:pt x="3007424" y="0"/>
                  </a:lnTo>
                  <a:lnTo>
                    <a:pt x="3059791" y="0"/>
                  </a:lnTo>
                  <a:lnTo>
                    <a:pt x="3112158" y="0"/>
                  </a:lnTo>
                  <a:lnTo>
                    <a:pt x="3164526" y="0"/>
                  </a:lnTo>
                  <a:lnTo>
                    <a:pt x="3216893" y="0"/>
                  </a:lnTo>
                  <a:lnTo>
                    <a:pt x="3269261" y="0"/>
                  </a:lnTo>
                  <a:lnTo>
                    <a:pt x="3321628" y="0"/>
                  </a:lnTo>
                  <a:lnTo>
                    <a:pt x="3373996" y="0"/>
                  </a:lnTo>
                  <a:lnTo>
                    <a:pt x="3426363" y="0"/>
                  </a:lnTo>
                  <a:lnTo>
                    <a:pt x="3478730" y="0"/>
                  </a:lnTo>
                  <a:lnTo>
                    <a:pt x="3531098" y="0"/>
                  </a:lnTo>
                  <a:lnTo>
                    <a:pt x="3583465" y="0"/>
                  </a:lnTo>
                  <a:lnTo>
                    <a:pt x="3635833" y="0"/>
                  </a:lnTo>
                  <a:lnTo>
                    <a:pt x="3688200" y="0"/>
                  </a:lnTo>
                  <a:lnTo>
                    <a:pt x="3740568" y="0"/>
                  </a:lnTo>
                  <a:lnTo>
                    <a:pt x="3792935" y="0"/>
                  </a:lnTo>
                  <a:lnTo>
                    <a:pt x="3845303" y="0"/>
                  </a:lnTo>
                  <a:lnTo>
                    <a:pt x="3897670" y="0"/>
                  </a:lnTo>
                  <a:lnTo>
                    <a:pt x="3950037" y="0"/>
                  </a:lnTo>
                  <a:lnTo>
                    <a:pt x="4002405" y="0"/>
                  </a:lnTo>
                  <a:lnTo>
                    <a:pt x="4054772" y="0"/>
                  </a:lnTo>
                  <a:lnTo>
                    <a:pt x="4107140" y="0"/>
                  </a:lnTo>
                  <a:lnTo>
                    <a:pt x="4149766" y="0"/>
                  </a:lnTo>
                  <a:lnTo>
                    <a:pt x="4149766" y="0"/>
                  </a:lnTo>
                </a:path>
              </a:pathLst>
            </a:custGeom>
            <a:ln w="13550" cap="rnd">
              <a:solidFill>
                <a:srgbClr val="F0F8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2301906" y="3675975"/>
              <a:ext cx="4149766" cy="0"/>
            </a:xfrm>
            <a:custGeom>
              <a:avLst/>
              <a:pathLst>
                <a:path w="4149766" h="0">
                  <a:moveTo>
                    <a:pt x="0" y="0"/>
                  </a:moveTo>
                  <a:lnTo>
                    <a:pt x="22479" y="0"/>
                  </a:lnTo>
                  <a:lnTo>
                    <a:pt x="74847" y="0"/>
                  </a:lnTo>
                  <a:lnTo>
                    <a:pt x="127214" y="0"/>
                  </a:lnTo>
                  <a:lnTo>
                    <a:pt x="179582" y="0"/>
                  </a:lnTo>
                  <a:lnTo>
                    <a:pt x="231949" y="0"/>
                  </a:lnTo>
                  <a:lnTo>
                    <a:pt x="284316" y="0"/>
                  </a:lnTo>
                  <a:lnTo>
                    <a:pt x="336684" y="0"/>
                  </a:lnTo>
                  <a:lnTo>
                    <a:pt x="389051" y="0"/>
                  </a:lnTo>
                  <a:lnTo>
                    <a:pt x="441419" y="0"/>
                  </a:lnTo>
                  <a:lnTo>
                    <a:pt x="493786" y="0"/>
                  </a:lnTo>
                  <a:lnTo>
                    <a:pt x="546154" y="0"/>
                  </a:lnTo>
                  <a:lnTo>
                    <a:pt x="598521" y="0"/>
                  </a:lnTo>
                  <a:lnTo>
                    <a:pt x="650889" y="0"/>
                  </a:lnTo>
                  <a:lnTo>
                    <a:pt x="703256" y="0"/>
                  </a:lnTo>
                  <a:lnTo>
                    <a:pt x="755623" y="0"/>
                  </a:lnTo>
                  <a:lnTo>
                    <a:pt x="807991" y="0"/>
                  </a:lnTo>
                  <a:lnTo>
                    <a:pt x="860358" y="0"/>
                  </a:lnTo>
                  <a:lnTo>
                    <a:pt x="912726" y="0"/>
                  </a:lnTo>
                  <a:lnTo>
                    <a:pt x="965093" y="0"/>
                  </a:lnTo>
                  <a:lnTo>
                    <a:pt x="1017461" y="0"/>
                  </a:lnTo>
                  <a:lnTo>
                    <a:pt x="1069828" y="0"/>
                  </a:lnTo>
                  <a:lnTo>
                    <a:pt x="1122196" y="0"/>
                  </a:lnTo>
                  <a:lnTo>
                    <a:pt x="1174563" y="0"/>
                  </a:lnTo>
                  <a:lnTo>
                    <a:pt x="1226930" y="0"/>
                  </a:lnTo>
                  <a:lnTo>
                    <a:pt x="1279298" y="0"/>
                  </a:lnTo>
                  <a:lnTo>
                    <a:pt x="1331665" y="0"/>
                  </a:lnTo>
                  <a:lnTo>
                    <a:pt x="1384033" y="0"/>
                  </a:lnTo>
                  <a:lnTo>
                    <a:pt x="1436400" y="0"/>
                  </a:lnTo>
                  <a:lnTo>
                    <a:pt x="1488768" y="0"/>
                  </a:lnTo>
                  <a:lnTo>
                    <a:pt x="1541135" y="0"/>
                  </a:lnTo>
                  <a:lnTo>
                    <a:pt x="1593503" y="0"/>
                  </a:lnTo>
                  <a:lnTo>
                    <a:pt x="1645870" y="0"/>
                  </a:lnTo>
                  <a:lnTo>
                    <a:pt x="1698237" y="0"/>
                  </a:lnTo>
                  <a:lnTo>
                    <a:pt x="1750605" y="0"/>
                  </a:lnTo>
                  <a:lnTo>
                    <a:pt x="1802972" y="0"/>
                  </a:lnTo>
                  <a:lnTo>
                    <a:pt x="1855340" y="0"/>
                  </a:lnTo>
                  <a:lnTo>
                    <a:pt x="1907707" y="0"/>
                  </a:lnTo>
                  <a:lnTo>
                    <a:pt x="1960075" y="0"/>
                  </a:lnTo>
                  <a:lnTo>
                    <a:pt x="2012442" y="0"/>
                  </a:lnTo>
                  <a:lnTo>
                    <a:pt x="2064810" y="0"/>
                  </a:lnTo>
                  <a:lnTo>
                    <a:pt x="2117177" y="0"/>
                  </a:lnTo>
                  <a:lnTo>
                    <a:pt x="2169544" y="0"/>
                  </a:lnTo>
                  <a:lnTo>
                    <a:pt x="2221912" y="0"/>
                  </a:lnTo>
                  <a:lnTo>
                    <a:pt x="2274279" y="0"/>
                  </a:lnTo>
                  <a:lnTo>
                    <a:pt x="2326647" y="0"/>
                  </a:lnTo>
                  <a:lnTo>
                    <a:pt x="2379014" y="0"/>
                  </a:lnTo>
                  <a:lnTo>
                    <a:pt x="2431382" y="0"/>
                  </a:lnTo>
                  <a:lnTo>
                    <a:pt x="2483749" y="0"/>
                  </a:lnTo>
                  <a:lnTo>
                    <a:pt x="2536117" y="0"/>
                  </a:lnTo>
                  <a:lnTo>
                    <a:pt x="2588484" y="0"/>
                  </a:lnTo>
                  <a:lnTo>
                    <a:pt x="2640851" y="0"/>
                  </a:lnTo>
                  <a:lnTo>
                    <a:pt x="2693219" y="0"/>
                  </a:lnTo>
                  <a:lnTo>
                    <a:pt x="2745586" y="0"/>
                  </a:lnTo>
                  <a:lnTo>
                    <a:pt x="2797954" y="0"/>
                  </a:lnTo>
                  <a:lnTo>
                    <a:pt x="2850321" y="0"/>
                  </a:lnTo>
                  <a:lnTo>
                    <a:pt x="2902689" y="0"/>
                  </a:lnTo>
                  <a:lnTo>
                    <a:pt x="2955056" y="0"/>
                  </a:lnTo>
                  <a:lnTo>
                    <a:pt x="3007424" y="0"/>
                  </a:lnTo>
                  <a:lnTo>
                    <a:pt x="3059791" y="0"/>
                  </a:lnTo>
                  <a:lnTo>
                    <a:pt x="3112158" y="0"/>
                  </a:lnTo>
                  <a:lnTo>
                    <a:pt x="3164526" y="0"/>
                  </a:lnTo>
                  <a:lnTo>
                    <a:pt x="3216893" y="0"/>
                  </a:lnTo>
                  <a:lnTo>
                    <a:pt x="3269261" y="0"/>
                  </a:lnTo>
                  <a:lnTo>
                    <a:pt x="3321628" y="0"/>
                  </a:lnTo>
                  <a:lnTo>
                    <a:pt x="3373996" y="0"/>
                  </a:lnTo>
                  <a:lnTo>
                    <a:pt x="3426363" y="0"/>
                  </a:lnTo>
                  <a:lnTo>
                    <a:pt x="3478730" y="0"/>
                  </a:lnTo>
                  <a:lnTo>
                    <a:pt x="3531098" y="0"/>
                  </a:lnTo>
                  <a:lnTo>
                    <a:pt x="3583465" y="0"/>
                  </a:lnTo>
                  <a:lnTo>
                    <a:pt x="3635833" y="0"/>
                  </a:lnTo>
                  <a:lnTo>
                    <a:pt x="3688200" y="0"/>
                  </a:lnTo>
                  <a:lnTo>
                    <a:pt x="3740568" y="0"/>
                  </a:lnTo>
                  <a:lnTo>
                    <a:pt x="3792935" y="0"/>
                  </a:lnTo>
                  <a:lnTo>
                    <a:pt x="3845303" y="0"/>
                  </a:lnTo>
                  <a:lnTo>
                    <a:pt x="3897670" y="0"/>
                  </a:lnTo>
                  <a:lnTo>
                    <a:pt x="3950037" y="0"/>
                  </a:lnTo>
                  <a:lnTo>
                    <a:pt x="4002405" y="0"/>
                  </a:lnTo>
                  <a:lnTo>
                    <a:pt x="4054772" y="0"/>
                  </a:lnTo>
                  <a:lnTo>
                    <a:pt x="4107140" y="0"/>
                  </a:lnTo>
                  <a:lnTo>
                    <a:pt x="4149766" y="0"/>
                  </a:lnTo>
                  <a:lnTo>
                    <a:pt x="4149766" y="0"/>
                  </a:lnTo>
                </a:path>
              </a:pathLst>
            </a:custGeom>
            <a:ln w="13550" cap="rnd">
              <a:solidFill>
                <a:srgbClr val="F0F8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2301906" y="2736372"/>
              <a:ext cx="4149766" cy="0"/>
            </a:xfrm>
            <a:custGeom>
              <a:avLst/>
              <a:pathLst>
                <a:path w="4149766" h="0">
                  <a:moveTo>
                    <a:pt x="0" y="0"/>
                  </a:moveTo>
                  <a:lnTo>
                    <a:pt x="22479" y="0"/>
                  </a:lnTo>
                  <a:lnTo>
                    <a:pt x="74847" y="0"/>
                  </a:lnTo>
                  <a:lnTo>
                    <a:pt x="127214" y="0"/>
                  </a:lnTo>
                  <a:lnTo>
                    <a:pt x="179582" y="0"/>
                  </a:lnTo>
                  <a:lnTo>
                    <a:pt x="231949" y="0"/>
                  </a:lnTo>
                  <a:lnTo>
                    <a:pt x="284316" y="0"/>
                  </a:lnTo>
                  <a:lnTo>
                    <a:pt x="336684" y="0"/>
                  </a:lnTo>
                  <a:lnTo>
                    <a:pt x="389051" y="0"/>
                  </a:lnTo>
                  <a:lnTo>
                    <a:pt x="441419" y="0"/>
                  </a:lnTo>
                  <a:lnTo>
                    <a:pt x="493786" y="0"/>
                  </a:lnTo>
                  <a:lnTo>
                    <a:pt x="546154" y="0"/>
                  </a:lnTo>
                  <a:lnTo>
                    <a:pt x="598521" y="0"/>
                  </a:lnTo>
                  <a:lnTo>
                    <a:pt x="650889" y="0"/>
                  </a:lnTo>
                  <a:lnTo>
                    <a:pt x="703256" y="0"/>
                  </a:lnTo>
                  <a:lnTo>
                    <a:pt x="755623" y="0"/>
                  </a:lnTo>
                  <a:lnTo>
                    <a:pt x="807991" y="0"/>
                  </a:lnTo>
                  <a:lnTo>
                    <a:pt x="860358" y="0"/>
                  </a:lnTo>
                  <a:lnTo>
                    <a:pt x="912726" y="0"/>
                  </a:lnTo>
                  <a:lnTo>
                    <a:pt x="965093" y="0"/>
                  </a:lnTo>
                  <a:lnTo>
                    <a:pt x="1017461" y="0"/>
                  </a:lnTo>
                  <a:lnTo>
                    <a:pt x="1069828" y="0"/>
                  </a:lnTo>
                  <a:lnTo>
                    <a:pt x="1122196" y="0"/>
                  </a:lnTo>
                  <a:lnTo>
                    <a:pt x="1174563" y="0"/>
                  </a:lnTo>
                  <a:lnTo>
                    <a:pt x="1226930" y="0"/>
                  </a:lnTo>
                  <a:lnTo>
                    <a:pt x="1279298" y="0"/>
                  </a:lnTo>
                  <a:lnTo>
                    <a:pt x="1331665" y="0"/>
                  </a:lnTo>
                  <a:lnTo>
                    <a:pt x="1384033" y="0"/>
                  </a:lnTo>
                  <a:lnTo>
                    <a:pt x="1436400" y="0"/>
                  </a:lnTo>
                  <a:lnTo>
                    <a:pt x="1488768" y="0"/>
                  </a:lnTo>
                  <a:lnTo>
                    <a:pt x="1541135" y="0"/>
                  </a:lnTo>
                  <a:lnTo>
                    <a:pt x="1593503" y="0"/>
                  </a:lnTo>
                  <a:lnTo>
                    <a:pt x="1645870" y="0"/>
                  </a:lnTo>
                  <a:lnTo>
                    <a:pt x="1698237" y="0"/>
                  </a:lnTo>
                  <a:lnTo>
                    <a:pt x="1750605" y="0"/>
                  </a:lnTo>
                  <a:lnTo>
                    <a:pt x="1802972" y="0"/>
                  </a:lnTo>
                  <a:lnTo>
                    <a:pt x="1855340" y="0"/>
                  </a:lnTo>
                  <a:lnTo>
                    <a:pt x="1907707" y="0"/>
                  </a:lnTo>
                  <a:lnTo>
                    <a:pt x="1960075" y="0"/>
                  </a:lnTo>
                  <a:lnTo>
                    <a:pt x="2012442" y="0"/>
                  </a:lnTo>
                  <a:lnTo>
                    <a:pt x="2064810" y="0"/>
                  </a:lnTo>
                  <a:lnTo>
                    <a:pt x="2117177" y="0"/>
                  </a:lnTo>
                  <a:lnTo>
                    <a:pt x="2169544" y="0"/>
                  </a:lnTo>
                  <a:lnTo>
                    <a:pt x="2221912" y="0"/>
                  </a:lnTo>
                  <a:lnTo>
                    <a:pt x="2274279" y="0"/>
                  </a:lnTo>
                  <a:lnTo>
                    <a:pt x="2326647" y="0"/>
                  </a:lnTo>
                  <a:lnTo>
                    <a:pt x="2379014" y="0"/>
                  </a:lnTo>
                  <a:lnTo>
                    <a:pt x="2431382" y="0"/>
                  </a:lnTo>
                  <a:lnTo>
                    <a:pt x="2483749" y="0"/>
                  </a:lnTo>
                  <a:lnTo>
                    <a:pt x="2536117" y="0"/>
                  </a:lnTo>
                  <a:lnTo>
                    <a:pt x="2588484" y="0"/>
                  </a:lnTo>
                  <a:lnTo>
                    <a:pt x="2640851" y="0"/>
                  </a:lnTo>
                  <a:lnTo>
                    <a:pt x="2693219" y="0"/>
                  </a:lnTo>
                  <a:lnTo>
                    <a:pt x="2745586" y="0"/>
                  </a:lnTo>
                  <a:lnTo>
                    <a:pt x="2797954" y="0"/>
                  </a:lnTo>
                  <a:lnTo>
                    <a:pt x="2850321" y="0"/>
                  </a:lnTo>
                  <a:lnTo>
                    <a:pt x="2902689" y="0"/>
                  </a:lnTo>
                  <a:lnTo>
                    <a:pt x="2955056" y="0"/>
                  </a:lnTo>
                  <a:lnTo>
                    <a:pt x="3007424" y="0"/>
                  </a:lnTo>
                  <a:lnTo>
                    <a:pt x="3059791" y="0"/>
                  </a:lnTo>
                  <a:lnTo>
                    <a:pt x="3112158" y="0"/>
                  </a:lnTo>
                  <a:lnTo>
                    <a:pt x="3164526" y="0"/>
                  </a:lnTo>
                  <a:lnTo>
                    <a:pt x="3216893" y="0"/>
                  </a:lnTo>
                  <a:lnTo>
                    <a:pt x="3269261" y="0"/>
                  </a:lnTo>
                  <a:lnTo>
                    <a:pt x="3321628" y="0"/>
                  </a:lnTo>
                  <a:lnTo>
                    <a:pt x="3373996" y="0"/>
                  </a:lnTo>
                  <a:lnTo>
                    <a:pt x="3426363" y="0"/>
                  </a:lnTo>
                  <a:lnTo>
                    <a:pt x="3478730" y="0"/>
                  </a:lnTo>
                  <a:lnTo>
                    <a:pt x="3531098" y="0"/>
                  </a:lnTo>
                  <a:lnTo>
                    <a:pt x="3583465" y="0"/>
                  </a:lnTo>
                  <a:lnTo>
                    <a:pt x="3635833" y="0"/>
                  </a:lnTo>
                  <a:lnTo>
                    <a:pt x="3688200" y="0"/>
                  </a:lnTo>
                  <a:lnTo>
                    <a:pt x="3740568" y="0"/>
                  </a:lnTo>
                  <a:lnTo>
                    <a:pt x="3792935" y="0"/>
                  </a:lnTo>
                  <a:lnTo>
                    <a:pt x="3845303" y="0"/>
                  </a:lnTo>
                  <a:lnTo>
                    <a:pt x="3897670" y="0"/>
                  </a:lnTo>
                  <a:lnTo>
                    <a:pt x="3950037" y="0"/>
                  </a:lnTo>
                  <a:lnTo>
                    <a:pt x="4002405" y="0"/>
                  </a:lnTo>
                  <a:lnTo>
                    <a:pt x="4054772" y="0"/>
                  </a:lnTo>
                  <a:lnTo>
                    <a:pt x="4107140" y="0"/>
                  </a:lnTo>
                  <a:lnTo>
                    <a:pt x="4149766" y="0"/>
                  </a:lnTo>
                  <a:lnTo>
                    <a:pt x="4149766" y="0"/>
                  </a:lnTo>
                </a:path>
              </a:pathLst>
            </a:custGeom>
            <a:ln w="13550" cap="rnd">
              <a:solidFill>
                <a:srgbClr val="F0F8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2301906" y="1796770"/>
              <a:ext cx="4149766" cy="0"/>
            </a:xfrm>
            <a:custGeom>
              <a:avLst/>
              <a:pathLst>
                <a:path w="4149766" h="0">
                  <a:moveTo>
                    <a:pt x="0" y="0"/>
                  </a:moveTo>
                  <a:lnTo>
                    <a:pt x="22479" y="0"/>
                  </a:lnTo>
                  <a:lnTo>
                    <a:pt x="74847" y="0"/>
                  </a:lnTo>
                  <a:lnTo>
                    <a:pt x="127214" y="0"/>
                  </a:lnTo>
                  <a:lnTo>
                    <a:pt x="179582" y="0"/>
                  </a:lnTo>
                  <a:lnTo>
                    <a:pt x="231949" y="0"/>
                  </a:lnTo>
                  <a:lnTo>
                    <a:pt x="284316" y="0"/>
                  </a:lnTo>
                  <a:lnTo>
                    <a:pt x="336684" y="0"/>
                  </a:lnTo>
                  <a:lnTo>
                    <a:pt x="389051" y="0"/>
                  </a:lnTo>
                  <a:lnTo>
                    <a:pt x="441419" y="0"/>
                  </a:lnTo>
                  <a:lnTo>
                    <a:pt x="493786" y="0"/>
                  </a:lnTo>
                  <a:lnTo>
                    <a:pt x="546154" y="0"/>
                  </a:lnTo>
                  <a:lnTo>
                    <a:pt x="598521" y="0"/>
                  </a:lnTo>
                  <a:lnTo>
                    <a:pt x="650889" y="0"/>
                  </a:lnTo>
                  <a:lnTo>
                    <a:pt x="703256" y="0"/>
                  </a:lnTo>
                  <a:lnTo>
                    <a:pt x="755623" y="0"/>
                  </a:lnTo>
                  <a:lnTo>
                    <a:pt x="807991" y="0"/>
                  </a:lnTo>
                  <a:lnTo>
                    <a:pt x="860358" y="0"/>
                  </a:lnTo>
                  <a:lnTo>
                    <a:pt x="912726" y="0"/>
                  </a:lnTo>
                  <a:lnTo>
                    <a:pt x="965093" y="0"/>
                  </a:lnTo>
                  <a:lnTo>
                    <a:pt x="1017461" y="0"/>
                  </a:lnTo>
                  <a:lnTo>
                    <a:pt x="1069828" y="0"/>
                  </a:lnTo>
                  <a:lnTo>
                    <a:pt x="1122196" y="0"/>
                  </a:lnTo>
                  <a:lnTo>
                    <a:pt x="1174563" y="0"/>
                  </a:lnTo>
                  <a:lnTo>
                    <a:pt x="1226930" y="0"/>
                  </a:lnTo>
                  <a:lnTo>
                    <a:pt x="1279298" y="0"/>
                  </a:lnTo>
                  <a:lnTo>
                    <a:pt x="1331665" y="0"/>
                  </a:lnTo>
                  <a:lnTo>
                    <a:pt x="1384033" y="0"/>
                  </a:lnTo>
                  <a:lnTo>
                    <a:pt x="1436400" y="0"/>
                  </a:lnTo>
                  <a:lnTo>
                    <a:pt x="1488768" y="0"/>
                  </a:lnTo>
                  <a:lnTo>
                    <a:pt x="1541135" y="0"/>
                  </a:lnTo>
                  <a:lnTo>
                    <a:pt x="1593503" y="0"/>
                  </a:lnTo>
                  <a:lnTo>
                    <a:pt x="1645870" y="0"/>
                  </a:lnTo>
                  <a:lnTo>
                    <a:pt x="1698237" y="0"/>
                  </a:lnTo>
                  <a:lnTo>
                    <a:pt x="1750605" y="0"/>
                  </a:lnTo>
                  <a:lnTo>
                    <a:pt x="1802972" y="0"/>
                  </a:lnTo>
                  <a:lnTo>
                    <a:pt x="1855340" y="0"/>
                  </a:lnTo>
                  <a:lnTo>
                    <a:pt x="1907707" y="0"/>
                  </a:lnTo>
                  <a:lnTo>
                    <a:pt x="1960075" y="0"/>
                  </a:lnTo>
                  <a:lnTo>
                    <a:pt x="2012442" y="0"/>
                  </a:lnTo>
                  <a:lnTo>
                    <a:pt x="2064810" y="0"/>
                  </a:lnTo>
                  <a:lnTo>
                    <a:pt x="2117177" y="0"/>
                  </a:lnTo>
                  <a:lnTo>
                    <a:pt x="2169544" y="0"/>
                  </a:lnTo>
                  <a:lnTo>
                    <a:pt x="2221912" y="0"/>
                  </a:lnTo>
                  <a:lnTo>
                    <a:pt x="2274279" y="0"/>
                  </a:lnTo>
                  <a:lnTo>
                    <a:pt x="2326647" y="0"/>
                  </a:lnTo>
                  <a:lnTo>
                    <a:pt x="2379014" y="0"/>
                  </a:lnTo>
                  <a:lnTo>
                    <a:pt x="2431382" y="0"/>
                  </a:lnTo>
                  <a:lnTo>
                    <a:pt x="2483749" y="0"/>
                  </a:lnTo>
                  <a:lnTo>
                    <a:pt x="2536117" y="0"/>
                  </a:lnTo>
                  <a:lnTo>
                    <a:pt x="2588484" y="0"/>
                  </a:lnTo>
                  <a:lnTo>
                    <a:pt x="2640851" y="0"/>
                  </a:lnTo>
                  <a:lnTo>
                    <a:pt x="2693219" y="0"/>
                  </a:lnTo>
                  <a:lnTo>
                    <a:pt x="2745586" y="0"/>
                  </a:lnTo>
                  <a:lnTo>
                    <a:pt x="2797954" y="0"/>
                  </a:lnTo>
                  <a:lnTo>
                    <a:pt x="2850321" y="0"/>
                  </a:lnTo>
                  <a:lnTo>
                    <a:pt x="2902689" y="0"/>
                  </a:lnTo>
                  <a:lnTo>
                    <a:pt x="2955056" y="0"/>
                  </a:lnTo>
                  <a:lnTo>
                    <a:pt x="3007424" y="0"/>
                  </a:lnTo>
                  <a:lnTo>
                    <a:pt x="3059791" y="0"/>
                  </a:lnTo>
                  <a:lnTo>
                    <a:pt x="3112158" y="0"/>
                  </a:lnTo>
                  <a:lnTo>
                    <a:pt x="3164526" y="0"/>
                  </a:lnTo>
                  <a:lnTo>
                    <a:pt x="3216893" y="0"/>
                  </a:lnTo>
                  <a:lnTo>
                    <a:pt x="3269261" y="0"/>
                  </a:lnTo>
                  <a:lnTo>
                    <a:pt x="3321628" y="0"/>
                  </a:lnTo>
                  <a:lnTo>
                    <a:pt x="3373996" y="0"/>
                  </a:lnTo>
                  <a:lnTo>
                    <a:pt x="3426363" y="0"/>
                  </a:lnTo>
                  <a:lnTo>
                    <a:pt x="3478730" y="0"/>
                  </a:lnTo>
                  <a:lnTo>
                    <a:pt x="3531098" y="0"/>
                  </a:lnTo>
                  <a:lnTo>
                    <a:pt x="3583465" y="0"/>
                  </a:lnTo>
                  <a:lnTo>
                    <a:pt x="3635833" y="0"/>
                  </a:lnTo>
                  <a:lnTo>
                    <a:pt x="3688200" y="0"/>
                  </a:lnTo>
                  <a:lnTo>
                    <a:pt x="3740568" y="0"/>
                  </a:lnTo>
                  <a:lnTo>
                    <a:pt x="3792935" y="0"/>
                  </a:lnTo>
                  <a:lnTo>
                    <a:pt x="3845303" y="0"/>
                  </a:lnTo>
                  <a:lnTo>
                    <a:pt x="3897670" y="0"/>
                  </a:lnTo>
                  <a:lnTo>
                    <a:pt x="3950037" y="0"/>
                  </a:lnTo>
                  <a:lnTo>
                    <a:pt x="4002405" y="0"/>
                  </a:lnTo>
                  <a:lnTo>
                    <a:pt x="4054772" y="0"/>
                  </a:lnTo>
                  <a:lnTo>
                    <a:pt x="4107140" y="0"/>
                  </a:lnTo>
                  <a:lnTo>
                    <a:pt x="4149766" y="0"/>
                  </a:lnTo>
                  <a:lnTo>
                    <a:pt x="4149766" y="0"/>
                  </a:lnTo>
                </a:path>
              </a:pathLst>
            </a:custGeom>
            <a:ln w="13550" cap="rnd">
              <a:solidFill>
                <a:srgbClr val="F0F8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g17"/>
            <p:cNvSpPr/>
            <p:nvPr/>
          </p:nvSpPr>
          <p:spPr>
            <a:xfrm>
              <a:off x="4171236" y="1756539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594A8">
                <a:alpha val="100000"/>
              </a:srgbClr>
            </a:solidFill>
            <a:ln w="5420" cap="flat">
              <a:solidFill>
                <a:srgbClr val="3FA2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g18"/>
            <p:cNvSpPr/>
            <p:nvPr/>
          </p:nvSpPr>
          <p:spPr>
            <a:xfrm>
              <a:off x="4252673" y="1756539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496A9">
                <a:alpha val="100000"/>
              </a:srgbClr>
            </a:solidFill>
            <a:ln w="5420" cap="flat">
              <a:solidFill>
                <a:srgbClr val="41A4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g19"/>
            <p:cNvSpPr/>
            <p:nvPr/>
          </p:nvSpPr>
          <p:spPr>
            <a:xfrm>
              <a:off x="4334110" y="1756539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99CA9">
                <a:alpha val="100000"/>
              </a:srgbClr>
            </a:solidFill>
            <a:ln w="5420" cap="flat">
              <a:solidFill>
                <a:srgbClr val="45A8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g20"/>
            <p:cNvSpPr/>
            <p:nvPr/>
          </p:nvSpPr>
          <p:spPr>
            <a:xfrm>
              <a:off x="4415547" y="1756539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D9FAA">
                <a:alpha val="100000"/>
              </a:srgbClr>
            </a:solidFill>
            <a:ln w="5420" cap="flat">
              <a:solidFill>
                <a:srgbClr val="48AC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g21"/>
            <p:cNvSpPr/>
            <p:nvPr/>
          </p:nvSpPr>
          <p:spPr>
            <a:xfrm>
              <a:off x="4496984" y="1756539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41A4AA">
                <a:alpha val="100000"/>
              </a:srgbClr>
            </a:solidFill>
            <a:ln w="5420" cap="flat">
              <a:solidFill>
                <a:srgbClr val="4BB0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g22"/>
            <p:cNvSpPr/>
            <p:nvPr/>
          </p:nvSpPr>
          <p:spPr>
            <a:xfrm>
              <a:off x="4578421" y="1756539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45A8AA">
                <a:alpha val="100000"/>
              </a:srgbClr>
            </a:solidFill>
            <a:ln w="5420" cap="flat">
              <a:solidFill>
                <a:srgbClr val="4EB3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pg23"/>
            <p:cNvSpPr/>
            <p:nvPr/>
          </p:nvSpPr>
          <p:spPr>
            <a:xfrm>
              <a:off x="4659858" y="1756539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48ACAA">
                <a:alpha val="100000"/>
              </a:srgbClr>
            </a:solidFill>
            <a:ln w="5420" cap="flat">
              <a:solidFill>
                <a:srgbClr val="51B7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g24"/>
            <p:cNvSpPr/>
            <p:nvPr/>
          </p:nvSpPr>
          <p:spPr>
            <a:xfrm>
              <a:off x="5067044" y="1756539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54BCAB">
                <a:alpha val="100000"/>
              </a:srgbClr>
            </a:solidFill>
            <a:ln w="5420" cap="flat">
              <a:solidFill>
                <a:srgbClr val="5AC5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g25"/>
            <p:cNvSpPr/>
            <p:nvPr/>
          </p:nvSpPr>
          <p:spPr>
            <a:xfrm>
              <a:off x="5148481" y="1756539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55BEAB">
                <a:alpha val="100000"/>
              </a:srgbClr>
            </a:solidFill>
            <a:ln w="5420" cap="flat">
              <a:solidFill>
                <a:srgbClr val="5BC7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" name="pg26"/>
            <p:cNvSpPr/>
            <p:nvPr/>
          </p:nvSpPr>
          <p:spPr>
            <a:xfrm>
              <a:off x="5229918" y="1756539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56BFAB">
                <a:alpha val="100000"/>
              </a:srgbClr>
            </a:solidFill>
            <a:ln w="5420" cap="flat">
              <a:solidFill>
                <a:srgbClr val="5CC8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" name="pg27"/>
            <p:cNvSpPr/>
            <p:nvPr/>
          </p:nvSpPr>
          <p:spPr>
            <a:xfrm>
              <a:off x="5311355" y="1756539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57C0AB">
                <a:alpha val="100000"/>
              </a:srgbClr>
            </a:solidFill>
            <a:ln w="5420" cap="flat">
              <a:solidFill>
                <a:srgbClr val="5DC9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" name="pg28"/>
            <p:cNvSpPr/>
            <p:nvPr/>
          </p:nvSpPr>
          <p:spPr>
            <a:xfrm>
              <a:off x="5392793" y="1756539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57C0AC">
                <a:alpha val="100000"/>
              </a:srgbClr>
            </a:solidFill>
            <a:ln w="5420" cap="flat">
              <a:solidFill>
                <a:srgbClr val="5DC9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" name="pg29"/>
            <p:cNvSpPr/>
            <p:nvPr/>
          </p:nvSpPr>
          <p:spPr>
            <a:xfrm>
              <a:off x="4089798" y="1859855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78CA7">
                <a:alpha val="100000"/>
              </a:srgbClr>
            </a:solidFill>
            <a:ln w="5420" cap="flat">
              <a:solidFill>
                <a:srgbClr val="399B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" name="pg30"/>
            <p:cNvSpPr/>
            <p:nvPr/>
          </p:nvSpPr>
          <p:spPr>
            <a:xfrm>
              <a:off x="4171236" y="1859855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78DA7">
                <a:alpha val="100000"/>
              </a:srgbClr>
            </a:solidFill>
            <a:ln w="5420" cap="flat">
              <a:solidFill>
                <a:srgbClr val="3A9C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" name="pg31"/>
            <p:cNvSpPr/>
            <p:nvPr/>
          </p:nvSpPr>
          <p:spPr>
            <a:xfrm>
              <a:off x="4252673" y="1859855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78EA7">
                <a:alpha val="100000"/>
              </a:srgbClr>
            </a:solidFill>
            <a:ln w="5420" cap="flat">
              <a:solidFill>
                <a:srgbClr val="3B9E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" name="pg32"/>
            <p:cNvSpPr/>
            <p:nvPr/>
          </p:nvSpPr>
          <p:spPr>
            <a:xfrm>
              <a:off x="4334110" y="1859855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496A9">
                <a:alpha val="100000"/>
              </a:srgbClr>
            </a:solidFill>
            <a:ln w="5420" cap="flat">
              <a:solidFill>
                <a:srgbClr val="41A4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" name="pg33"/>
            <p:cNvSpPr/>
            <p:nvPr/>
          </p:nvSpPr>
          <p:spPr>
            <a:xfrm>
              <a:off x="4415547" y="1859855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99BA9">
                <a:alpha val="100000"/>
              </a:srgbClr>
            </a:solidFill>
            <a:ln w="5420" cap="flat">
              <a:solidFill>
                <a:srgbClr val="45A8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" name="pg34"/>
            <p:cNvSpPr/>
            <p:nvPr/>
          </p:nvSpPr>
          <p:spPr>
            <a:xfrm>
              <a:off x="4496984" y="1859855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EA1AA">
                <a:alpha val="100000"/>
              </a:srgbClr>
            </a:solidFill>
            <a:ln w="5420" cap="flat">
              <a:solidFill>
                <a:srgbClr val="49AD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" name="pg35"/>
            <p:cNvSpPr/>
            <p:nvPr/>
          </p:nvSpPr>
          <p:spPr>
            <a:xfrm>
              <a:off x="4578421" y="1859855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43A6AA">
                <a:alpha val="100000"/>
              </a:srgbClr>
            </a:solidFill>
            <a:ln w="5420" cap="flat">
              <a:solidFill>
                <a:srgbClr val="4DB2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" name="pg36"/>
            <p:cNvSpPr/>
            <p:nvPr/>
          </p:nvSpPr>
          <p:spPr>
            <a:xfrm>
              <a:off x="4659858" y="1859855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47ABAA">
                <a:alpha val="100000"/>
              </a:srgbClr>
            </a:solidFill>
            <a:ln w="5420" cap="flat">
              <a:solidFill>
                <a:srgbClr val="50B6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" name="pg37"/>
            <p:cNvSpPr/>
            <p:nvPr/>
          </p:nvSpPr>
          <p:spPr>
            <a:xfrm>
              <a:off x="5067044" y="1859855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55BDAB">
                <a:alpha val="100000"/>
              </a:srgbClr>
            </a:solidFill>
            <a:ln w="5420" cap="flat">
              <a:solidFill>
                <a:srgbClr val="5BC6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" name="pg38"/>
            <p:cNvSpPr/>
            <p:nvPr/>
          </p:nvSpPr>
          <p:spPr>
            <a:xfrm>
              <a:off x="5148481" y="1859855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56BFAB">
                <a:alpha val="100000"/>
              </a:srgbClr>
            </a:solidFill>
            <a:ln w="5420" cap="flat">
              <a:solidFill>
                <a:srgbClr val="5CC8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" name="pg39"/>
            <p:cNvSpPr/>
            <p:nvPr/>
          </p:nvSpPr>
          <p:spPr>
            <a:xfrm>
              <a:off x="5229918" y="1859855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57C0AC">
                <a:alpha val="100000"/>
              </a:srgbClr>
            </a:solidFill>
            <a:ln w="5420" cap="flat">
              <a:solidFill>
                <a:srgbClr val="5DC9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" name="pg40"/>
            <p:cNvSpPr/>
            <p:nvPr/>
          </p:nvSpPr>
          <p:spPr>
            <a:xfrm>
              <a:off x="5311355" y="1859855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57C0AC">
                <a:alpha val="100000"/>
              </a:srgbClr>
            </a:solidFill>
            <a:ln w="5420" cap="flat">
              <a:solidFill>
                <a:srgbClr val="5DC9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" name="pg41"/>
            <p:cNvSpPr/>
            <p:nvPr/>
          </p:nvSpPr>
          <p:spPr>
            <a:xfrm>
              <a:off x="5392793" y="1859855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57C1AC">
                <a:alpha val="100000"/>
              </a:srgbClr>
            </a:solidFill>
            <a:ln w="5420" cap="flat">
              <a:solidFill>
                <a:srgbClr val="5DC9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" name="pg42"/>
            <p:cNvSpPr/>
            <p:nvPr/>
          </p:nvSpPr>
          <p:spPr>
            <a:xfrm>
              <a:off x="3682613" y="1963171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593A8">
                <a:alpha val="100000"/>
              </a:srgbClr>
            </a:solidFill>
            <a:ln w="5420" cap="flat">
              <a:solidFill>
                <a:srgbClr val="3FA1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" name="pg43"/>
            <p:cNvSpPr/>
            <p:nvPr/>
          </p:nvSpPr>
          <p:spPr>
            <a:xfrm>
              <a:off x="3764050" y="1963171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690A7">
                <a:alpha val="100000"/>
              </a:srgbClr>
            </a:solidFill>
            <a:ln w="5420" cap="flat">
              <a:solidFill>
                <a:srgbClr val="3C9F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" name="pg44"/>
            <p:cNvSpPr/>
            <p:nvPr/>
          </p:nvSpPr>
          <p:spPr>
            <a:xfrm>
              <a:off x="3845487" y="1963171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78CA7">
                <a:alpha val="100000"/>
              </a:srgbClr>
            </a:solidFill>
            <a:ln w="5420" cap="flat">
              <a:solidFill>
                <a:srgbClr val="399C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" name="pg45"/>
            <p:cNvSpPr/>
            <p:nvPr/>
          </p:nvSpPr>
          <p:spPr>
            <a:xfrm>
              <a:off x="3926924" y="1963171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888A6">
                <a:alpha val="100000"/>
              </a:srgbClr>
            </a:solidFill>
            <a:ln w="5420" cap="flat">
              <a:solidFill>
                <a:srgbClr val="3698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" name="pg46"/>
            <p:cNvSpPr/>
            <p:nvPr/>
          </p:nvSpPr>
          <p:spPr>
            <a:xfrm>
              <a:off x="4008361" y="1963171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985A5">
                <a:alpha val="100000"/>
              </a:srgbClr>
            </a:solidFill>
            <a:ln w="5420" cap="flat">
              <a:solidFill>
                <a:srgbClr val="3596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" name="pg47"/>
            <p:cNvSpPr/>
            <p:nvPr/>
          </p:nvSpPr>
          <p:spPr>
            <a:xfrm>
              <a:off x="4089798" y="1963171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984A5">
                <a:alpha val="100000"/>
              </a:srgbClr>
            </a:solidFill>
            <a:ln w="5420" cap="flat">
              <a:solidFill>
                <a:srgbClr val="3595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" name="pg48"/>
            <p:cNvSpPr/>
            <p:nvPr/>
          </p:nvSpPr>
          <p:spPr>
            <a:xfrm>
              <a:off x="4171236" y="1963171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984A5">
                <a:alpha val="100000"/>
              </a:srgbClr>
            </a:solidFill>
            <a:ln w="5420" cap="flat">
              <a:solidFill>
                <a:srgbClr val="3595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" name="pg49"/>
            <p:cNvSpPr/>
            <p:nvPr/>
          </p:nvSpPr>
          <p:spPr>
            <a:xfrm>
              <a:off x="4252673" y="1963171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985A5">
                <a:alpha val="100000"/>
              </a:srgbClr>
            </a:solidFill>
            <a:ln w="5420" cap="flat">
              <a:solidFill>
                <a:srgbClr val="3496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" name="pg50"/>
            <p:cNvSpPr/>
            <p:nvPr/>
          </p:nvSpPr>
          <p:spPr>
            <a:xfrm>
              <a:off x="4334110" y="1963171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78FA7">
                <a:alpha val="100000"/>
              </a:srgbClr>
            </a:solidFill>
            <a:ln w="5420" cap="flat">
              <a:solidFill>
                <a:srgbClr val="3C9E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" name="pg51"/>
            <p:cNvSpPr/>
            <p:nvPr/>
          </p:nvSpPr>
          <p:spPr>
            <a:xfrm>
              <a:off x="4415547" y="1963171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497A9">
                <a:alpha val="100000"/>
              </a:srgbClr>
            </a:solidFill>
            <a:ln w="5420" cap="flat">
              <a:solidFill>
                <a:srgbClr val="41A4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" name="pg52"/>
            <p:cNvSpPr/>
            <p:nvPr/>
          </p:nvSpPr>
          <p:spPr>
            <a:xfrm>
              <a:off x="4496984" y="1963171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C9EAA">
                <a:alpha val="100000"/>
              </a:srgbClr>
            </a:solidFill>
            <a:ln w="5420" cap="flat">
              <a:solidFill>
                <a:srgbClr val="47AB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" name="pg53"/>
            <p:cNvSpPr/>
            <p:nvPr/>
          </p:nvSpPr>
          <p:spPr>
            <a:xfrm>
              <a:off x="4578421" y="1963171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43A6AA">
                <a:alpha val="100000"/>
              </a:srgbClr>
            </a:solidFill>
            <a:ln w="5420" cap="flat">
              <a:solidFill>
                <a:srgbClr val="4CB2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" name="pg54"/>
            <p:cNvSpPr/>
            <p:nvPr/>
          </p:nvSpPr>
          <p:spPr>
            <a:xfrm>
              <a:off x="4985607" y="1963171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56BEAB">
                <a:alpha val="100000"/>
              </a:srgbClr>
            </a:solidFill>
            <a:ln w="5420" cap="flat">
              <a:solidFill>
                <a:srgbClr val="5CC7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" name="pg55"/>
            <p:cNvSpPr/>
            <p:nvPr/>
          </p:nvSpPr>
          <p:spPr>
            <a:xfrm>
              <a:off x="5067044" y="1963171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56BFAB">
                <a:alpha val="100000"/>
              </a:srgbClr>
            </a:solidFill>
            <a:ln w="5420" cap="flat">
              <a:solidFill>
                <a:srgbClr val="5CC8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" name="pg56"/>
            <p:cNvSpPr/>
            <p:nvPr/>
          </p:nvSpPr>
          <p:spPr>
            <a:xfrm>
              <a:off x="5148481" y="1963171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58C1AC">
                <a:alpha val="100000"/>
              </a:srgbClr>
            </a:solidFill>
            <a:ln w="5420" cap="flat">
              <a:solidFill>
                <a:srgbClr val="5DCA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" name="pg57"/>
            <p:cNvSpPr/>
            <p:nvPr/>
          </p:nvSpPr>
          <p:spPr>
            <a:xfrm>
              <a:off x="5229918" y="1963171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58C2AC">
                <a:alpha val="100000"/>
              </a:srgbClr>
            </a:solidFill>
            <a:ln w="5420" cap="flat">
              <a:solidFill>
                <a:srgbClr val="5ECA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" name="pg58"/>
            <p:cNvSpPr/>
            <p:nvPr/>
          </p:nvSpPr>
          <p:spPr>
            <a:xfrm>
              <a:off x="5311355" y="1963171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58C2AC">
                <a:alpha val="100000"/>
              </a:srgbClr>
            </a:solidFill>
            <a:ln w="5420" cap="flat">
              <a:solidFill>
                <a:srgbClr val="5ECA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" name="pg59"/>
            <p:cNvSpPr/>
            <p:nvPr/>
          </p:nvSpPr>
          <p:spPr>
            <a:xfrm>
              <a:off x="5392793" y="1963171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58C2AC">
                <a:alpha val="100000"/>
              </a:srgbClr>
            </a:solidFill>
            <a:ln w="5420" cap="flat">
              <a:solidFill>
                <a:srgbClr val="5ECA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" name="pg60"/>
            <p:cNvSpPr/>
            <p:nvPr/>
          </p:nvSpPr>
          <p:spPr>
            <a:xfrm>
              <a:off x="3601176" y="2066487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595A9">
                <a:alpha val="100000"/>
              </a:srgbClr>
            </a:solidFill>
            <a:ln w="5420" cap="flat">
              <a:solidFill>
                <a:srgbClr val="40A3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" name="pg61"/>
            <p:cNvSpPr/>
            <p:nvPr/>
          </p:nvSpPr>
          <p:spPr>
            <a:xfrm>
              <a:off x="3682613" y="2066487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692A8">
                <a:alpha val="100000"/>
              </a:srgbClr>
            </a:solidFill>
            <a:ln w="5420" cap="flat">
              <a:solidFill>
                <a:srgbClr val="3DA0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" name="pg62"/>
            <p:cNvSpPr/>
            <p:nvPr/>
          </p:nvSpPr>
          <p:spPr>
            <a:xfrm>
              <a:off x="3764050" y="2066487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78DA7">
                <a:alpha val="100000"/>
              </a:srgbClr>
            </a:solidFill>
            <a:ln w="5420" cap="flat">
              <a:solidFill>
                <a:srgbClr val="3A9C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" name="pg63"/>
            <p:cNvSpPr/>
            <p:nvPr/>
          </p:nvSpPr>
          <p:spPr>
            <a:xfrm>
              <a:off x="3845487" y="2066487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888A6">
                <a:alpha val="100000"/>
              </a:srgbClr>
            </a:solidFill>
            <a:ln w="5420" cap="flat">
              <a:solidFill>
                <a:srgbClr val="3598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" name="pg64"/>
            <p:cNvSpPr/>
            <p:nvPr/>
          </p:nvSpPr>
          <p:spPr>
            <a:xfrm>
              <a:off x="3926924" y="2066487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982A5">
                <a:alpha val="100000"/>
              </a:srgbClr>
            </a:solidFill>
            <a:ln w="5420" cap="flat">
              <a:solidFill>
                <a:srgbClr val="3594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" name="pg65"/>
            <p:cNvSpPr/>
            <p:nvPr/>
          </p:nvSpPr>
          <p:spPr>
            <a:xfrm>
              <a:off x="4008361" y="2066487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A7EA4">
                <a:alpha val="100000"/>
              </a:srgbClr>
            </a:solidFill>
            <a:ln w="5420" cap="flat">
              <a:solidFill>
                <a:srgbClr val="3690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" name="pg66"/>
            <p:cNvSpPr/>
            <p:nvPr/>
          </p:nvSpPr>
          <p:spPr>
            <a:xfrm>
              <a:off x="4089798" y="2066487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A7BA3">
                <a:alpha val="100000"/>
              </a:srgbClr>
            </a:solidFill>
            <a:ln w="5420" cap="flat">
              <a:solidFill>
                <a:srgbClr val="378D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" name="pg67"/>
            <p:cNvSpPr/>
            <p:nvPr/>
          </p:nvSpPr>
          <p:spPr>
            <a:xfrm>
              <a:off x="4171236" y="2066487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A79A3">
                <a:alpha val="100000"/>
              </a:srgbClr>
            </a:solidFill>
            <a:ln w="5420" cap="flat">
              <a:solidFill>
                <a:srgbClr val="388B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" name="pg68"/>
            <p:cNvSpPr/>
            <p:nvPr/>
          </p:nvSpPr>
          <p:spPr>
            <a:xfrm>
              <a:off x="4252673" y="2066487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A7BA3">
                <a:alpha val="100000"/>
              </a:srgbClr>
            </a:solidFill>
            <a:ln w="5420" cap="flat">
              <a:solidFill>
                <a:srgbClr val="378D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" name="pg69"/>
            <p:cNvSpPr/>
            <p:nvPr/>
          </p:nvSpPr>
          <p:spPr>
            <a:xfrm>
              <a:off x="4334110" y="2066487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888A6">
                <a:alpha val="100000"/>
              </a:srgbClr>
            </a:solidFill>
            <a:ln w="5420" cap="flat">
              <a:solidFill>
                <a:srgbClr val="3698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" name="pg70"/>
            <p:cNvSpPr/>
            <p:nvPr/>
          </p:nvSpPr>
          <p:spPr>
            <a:xfrm>
              <a:off x="4415547" y="2066487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692A8">
                <a:alpha val="100000"/>
              </a:srgbClr>
            </a:solidFill>
            <a:ln w="5420" cap="flat">
              <a:solidFill>
                <a:srgbClr val="3EA1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" name="pg71"/>
            <p:cNvSpPr/>
            <p:nvPr/>
          </p:nvSpPr>
          <p:spPr>
            <a:xfrm>
              <a:off x="4496984" y="2066487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A9DA9">
                <a:alpha val="100000"/>
              </a:srgbClr>
            </a:solidFill>
            <a:ln w="5420" cap="flat">
              <a:solidFill>
                <a:srgbClr val="46AA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" name="pg72"/>
            <p:cNvSpPr/>
            <p:nvPr/>
          </p:nvSpPr>
          <p:spPr>
            <a:xfrm>
              <a:off x="4904170" y="2066487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56BFAB">
                <a:alpha val="100000"/>
              </a:srgbClr>
            </a:solidFill>
            <a:ln w="5420" cap="flat">
              <a:solidFill>
                <a:srgbClr val="5CC8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" name="pg73"/>
            <p:cNvSpPr/>
            <p:nvPr/>
          </p:nvSpPr>
          <p:spPr>
            <a:xfrm>
              <a:off x="4985607" y="2066487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58C1AC">
                <a:alpha val="100000"/>
              </a:srgbClr>
            </a:solidFill>
            <a:ln w="5420" cap="flat">
              <a:solidFill>
                <a:srgbClr val="5DCA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" name="pg74"/>
            <p:cNvSpPr/>
            <p:nvPr/>
          </p:nvSpPr>
          <p:spPr>
            <a:xfrm>
              <a:off x="5067044" y="2066487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59C2AC">
                <a:alpha val="100000"/>
              </a:srgbClr>
            </a:solidFill>
            <a:ln w="5420" cap="flat">
              <a:solidFill>
                <a:srgbClr val="5ECB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" name="pg75"/>
            <p:cNvSpPr/>
            <p:nvPr/>
          </p:nvSpPr>
          <p:spPr>
            <a:xfrm>
              <a:off x="5148481" y="2066487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59C4AC">
                <a:alpha val="100000"/>
              </a:srgbClr>
            </a:solidFill>
            <a:ln w="5420" cap="flat">
              <a:solidFill>
                <a:srgbClr val="5FCC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" name="pg76"/>
            <p:cNvSpPr/>
            <p:nvPr/>
          </p:nvSpPr>
          <p:spPr>
            <a:xfrm>
              <a:off x="5229918" y="2066487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59C4AC">
                <a:alpha val="100000"/>
              </a:srgbClr>
            </a:solidFill>
            <a:ln w="5420" cap="flat">
              <a:solidFill>
                <a:srgbClr val="5FCC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" name="pg77"/>
            <p:cNvSpPr/>
            <p:nvPr/>
          </p:nvSpPr>
          <p:spPr>
            <a:xfrm>
              <a:off x="5311355" y="2066487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59C4AC">
                <a:alpha val="100000"/>
              </a:srgbClr>
            </a:solidFill>
            <a:ln w="5420" cap="flat">
              <a:solidFill>
                <a:srgbClr val="5FCC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" name="pg78"/>
            <p:cNvSpPr/>
            <p:nvPr/>
          </p:nvSpPr>
          <p:spPr>
            <a:xfrm>
              <a:off x="5392793" y="2066487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59C3AC">
                <a:alpha val="100000"/>
              </a:srgbClr>
            </a:solidFill>
            <a:ln w="5420" cap="flat">
              <a:solidFill>
                <a:srgbClr val="5FCC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" name="pg79"/>
            <p:cNvSpPr/>
            <p:nvPr/>
          </p:nvSpPr>
          <p:spPr>
            <a:xfrm>
              <a:off x="3438301" y="2169803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DA0AA">
                <a:alpha val="100000"/>
              </a:srgbClr>
            </a:solidFill>
            <a:ln w="5420" cap="flat">
              <a:solidFill>
                <a:srgbClr val="48AC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" name="pg80"/>
            <p:cNvSpPr/>
            <p:nvPr/>
          </p:nvSpPr>
          <p:spPr>
            <a:xfrm>
              <a:off x="3519738" y="2169803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699A9">
                <a:alpha val="100000"/>
              </a:srgbClr>
            </a:solidFill>
            <a:ln w="5420" cap="flat">
              <a:solidFill>
                <a:srgbClr val="43A6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" name="pg81"/>
            <p:cNvSpPr/>
            <p:nvPr/>
          </p:nvSpPr>
          <p:spPr>
            <a:xfrm>
              <a:off x="3601176" y="2169803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595A9">
                <a:alpha val="100000"/>
              </a:srgbClr>
            </a:solidFill>
            <a:ln w="5420" cap="flat">
              <a:solidFill>
                <a:srgbClr val="40A3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" name="pg82"/>
            <p:cNvSpPr/>
            <p:nvPr/>
          </p:nvSpPr>
          <p:spPr>
            <a:xfrm>
              <a:off x="3682613" y="2169803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78FA7">
                <a:alpha val="100000"/>
              </a:srgbClr>
            </a:solidFill>
            <a:ln w="5420" cap="flat">
              <a:solidFill>
                <a:srgbClr val="3C9E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" name="pg83"/>
            <p:cNvSpPr/>
            <p:nvPr/>
          </p:nvSpPr>
          <p:spPr>
            <a:xfrm>
              <a:off x="3764050" y="2169803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889A6">
                <a:alpha val="100000"/>
              </a:srgbClr>
            </a:solidFill>
            <a:ln w="5420" cap="flat">
              <a:solidFill>
                <a:srgbClr val="3699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" name="pg84"/>
            <p:cNvSpPr/>
            <p:nvPr/>
          </p:nvSpPr>
          <p:spPr>
            <a:xfrm>
              <a:off x="3845487" y="2169803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982A4">
                <a:alpha val="100000"/>
              </a:srgbClr>
            </a:solidFill>
            <a:ln w="5420" cap="flat">
              <a:solidFill>
                <a:srgbClr val="3593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" name="pg85"/>
            <p:cNvSpPr/>
            <p:nvPr/>
          </p:nvSpPr>
          <p:spPr>
            <a:xfrm>
              <a:off x="3926924" y="2169803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A7AA3">
                <a:alpha val="100000"/>
              </a:srgbClr>
            </a:solidFill>
            <a:ln w="5420" cap="flat">
              <a:solidFill>
                <a:srgbClr val="378C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" name="pg86"/>
            <p:cNvSpPr/>
            <p:nvPr/>
          </p:nvSpPr>
          <p:spPr>
            <a:xfrm>
              <a:off x="4008361" y="2169803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B72A1">
                <a:alpha val="100000"/>
              </a:srgbClr>
            </a:solidFill>
            <a:ln w="5420" cap="flat">
              <a:solidFill>
                <a:srgbClr val="3985A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" name="pg87"/>
            <p:cNvSpPr/>
            <p:nvPr/>
          </p:nvSpPr>
          <p:spPr>
            <a:xfrm>
              <a:off x="4089798" y="2169803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A6B9F">
                <a:alpha val="100000"/>
              </a:srgbClr>
            </a:solidFill>
            <a:ln w="5420" cap="flat">
              <a:solidFill>
                <a:srgbClr val="3A7FA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" name="pg88"/>
            <p:cNvSpPr/>
            <p:nvPr/>
          </p:nvSpPr>
          <p:spPr>
            <a:xfrm>
              <a:off x="4171236" y="2169803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A669E">
                <a:alpha val="100000"/>
              </a:srgbClr>
            </a:solidFill>
            <a:ln w="5420" cap="flat">
              <a:solidFill>
                <a:srgbClr val="3A7BA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" name="pg89"/>
            <p:cNvSpPr/>
            <p:nvPr/>
          </p:nvSpPr>
          <p:spPr>
            <a:xfrm>
              <a:off x="4252673" y="2169803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A679E">
                <a:alpha val="100000"/>
              </a:srgbClr>
            </a:solidFill>
            <a:ln w="5420" cap="flat">
              <a:solidFill>
                <a:srgbClr val="3A7BA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" name="pg90"/>
            <p:cNvSpPr/>
            <p:nvPr/>
          </p:nvSpPr>
          <p:spPr>
            <a:xfrm>
              <a:off x="4334110" y="2169803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A7DA4">
                <a:alpha val="100000"/>
              </a:srgbClr>
            </a:solidFill>
            <a:ln w="5420" cap="flat">
              <a:solidFill>
                <a:srgbClr val="378F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" name="pg91"/>
            <p:cNvSpPr/>
            <p:nvPr/>
          </p:nvSpPr>
          <p:spPr>
            <a:xfrm>
              <a:off x="4822733" y="2169803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5FCCAC">
                <a:alpha val="100000"/>
              </a:srgbClr>
            </a:solidFill>
            <a:ln w="5420" cap="flat">
              <a:solidFill>
                <a:srgbClr val="6FD2B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" name="pg92"/>
            <p:cNvSpPr/>
            <p:nvPr/>
          </p:nvSpPr>
          <p:spPr>
            <a:xfrm>
              <a:off x="4904170" y="2169803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60CEAC">
                <a:alpha val="100000"/>
              </a:srgbClr>
            </a:solidFill>
            <a:ln w="5420" cap="flat">
              <a:solidFill>
                <a:srgbClr val="72D3B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" name="pg93"/>
            <p:cNvSpPr/>
            <p:nvPr/>
          </p:nvSpPr>
          <p:spPr>
            <a:xfrm>
              <a:off x="4985607" y="2169803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60CEAC">
                <a:alpha val="100000"/>
              </a:srgbClr>
            </a:solidFill>
            <a:ln w="5420" cap="flat">
              <a:solidFill>
                <a:srgbClr val="72D3B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" name="pg94"/>
            <p:cNvSpPr/>
            <p:nvPr/>
          </p:nvSpPr>
          <p:spPr>
            <a:xfrm>
              <a:off x="5067044" y="2169803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60CDAC">
                <a:alpha val="100000"/>
              </a:srgbClr>
            </a:solidFill>
            <a:ln w="5420" cap="flat">
              <a:solidFill>
                <a:srgbClr val="71D3B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" name="pg95"/>
            <p:cNvSpPr/>
            <p:nvPr/>
          </p:nvSpPr>
          <p:spPr>
            <a:xfrm>
              <a:off x="5148481" y="2169803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5ECBAC">
                <a:alpha val="100000"/>
              </a:srgbClr>
            </a:solidFill>
            <a:ln w="5420" cap="flat">
              <a:solidFill>
                <a:srgbClr val="6CD1B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" name="pg96"/>
            <p:cNvSpPr/>
            <p:nvPr/>
          </p:nvSpPr>
          <p:spPr>
            <a:xfrm>
              <a:off x="5229918" y="2169803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5DCAAC">
                <a:alpha val="100000"/>
              </a:srgbClr>
            </a:solidFill>
            <a:ln w="5420" cap="flat">
              <a:solidFill>
                <a:srgbClr val="69D0A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7" name="pg97"/>
            <p:cNvSpPr/>
            <p:nvPr/>
          </p:nvSpPr>
          <p:spPr>
            <a:xfrm>
              <a:off x="3275427" y="2273120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41A4AA">
                <a:alpha val="100000"/>
              </a:srgbClr>
            </a:solidFill>
            <a:ln w="5420" cap="flat">
              <a:solidFill>
                <a:srgbClr val="4BB0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8" name="pg98"/>
            <p:cNvSpPr/>
            <p:nvPr/>
          </p:nvSpPr>
          <p:spPr>
            <a:xfrm>
              <a:off x="3356864" y="2273120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40A3AA">
                <a:alpha val="100000"/>
              </a:srgbClr>
            </a:solidFill>
            <a:ln w="5420" cap="flat">
              <a:solidFill>
                <a:srgbClr val="4AAF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9" name="pg99"/>
            <p:cNvSpPr/>
            <p:nvPr/>
          </p:nvSpPr>
          <p:spPr>
            <a:xfrm>
              <a:off x="3438301" y="2273120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EA0AA">
                <a:alpha val="100000"/>
              </a:srgbClr>
            </a:solidFill>
            <a:ln w="5420" cap="flat">
              <a:solidFill>
                <a:srgbClr val="49AD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0" name="pg100"/>
            <p:cNvSpPr/>
            <p:nvPr/>
          </p:nvSpPr>
          <p:spPr>
            <a:xfrm>
              <a:off x="3519738" y="2273120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89AA9">
                <a:alpha val="100000"/>
              </a:srgbClr>
            </a:solidFill>
            <a:ln w="5420" cap="flat">
              <a:solidFill>
                <a:srgbClr val="44A7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1" name="pg101"/>
            <p:cNvSpPr/>
            <p:nvPr/>
          </p:nvSpPr>
          <p:spPr>
            <a:xfrm>
              <a:off x="3601176" y="2273120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496A9">
                <a:alpha val="100000"/>
              </a:srgbClr>
            </a:solidFill>
            <a:ln w="5420" cap="flat">
              <a:solidFill>
                <a:srgbClr val="41A4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2" name="pg102"/>
            <p:cNvSpPr/>
            <p:nvPr/>
          </p:nvSpPr>
          <p:spPr>
            <a:xfrm>
              <a:off x="3682613" y="2273120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691A8">
                <a:alpha val="100000"/>
              </a:srgbClr>
            </a:solidFill>
            <a:ln w="5420" cap="flat">
              <a:solidFill>
                <a:srgbClr val="3DA0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3" name="pg103"/>
            <p:cNvSpPr/>
            <p:nvPr/>
          </p:nvSpPr>
          <p:spPr>
            <a:xfrm>
              <a:off x="3764050" y="2273120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88BA6">
                <a:alpha val="100000"/>
              </a:srgbClr>
            </a:solidFill>
            <a:ln w="5420" cap="flat">
              <a:solidFill>
                <a:srgbClr val="389A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4" name="pg104"/>
            <p:cNvSpPr/>
            <p:nvPr/>
          </p:nvSpPr>
          <p:spPr>
            <a:xfrm>
              <a:off x="3845487" y="2273120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983A5">
                <a:alpha val="100000"/>
              </a:srgbClr>
            </a:solidFill>
            <a:ln w="5420" cap="flat">
              <a:solidFill>
                <a:srgbClr val="3594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5" name="pg105"/>
            <p:cNvSpPr/>
            <p:nvPr/>
          </p:nvSpPr>
          <p:spPr>
            <a:xfrm>
              <a:off x="3926924" y="2273120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A7BA3">
                <a:alpha val="100000"/>
              </a:srgbClr>
            </a:solidFill>
            <a:ln w="5420" cap="flat">
              <a:solidFill>
                <a:srgbClr val="378D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6" name="pg106"/>
            <p:cNvSpPr/>
            <p:nvPr/>
          </p:nvSpPr>
          <p:spPr>
            <a:xfrm>
              <a:off x="4008361" y="2273120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B73A1">
                <a:alpha val="100000"/>
              </a:srgbClr>
            </a:solidFill>
            <a:ln w="5420" cap="flat">
              <a:solidFill>
                <a:srgbClr val="3986A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7" name="pg107"/>
            <p:cNvSpPr/>
            <p:nvPr/>
          </p:nvSpPr>
          <p:spPr>
            <a:xfrm>
              <a:off x="4089798" y="2273120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A6B9F">
                <a:alpha val="100000"/>
              </a:srgbClr>
            </a:solidFill>
            <a:ln w="5420" cap="flat">
              <a:solidFill>
                <a:srgbClr val="3A7FA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8" name="pg108"/>
            <p:cNvSpPr/>
            <p:nvPr/>
          </p:nvSpPr>
          <p:spPr>
            <a:xfrm>
              <a:off x="4171236" y="2273120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A659E">
                <a:alpha val="100000"/>
              </a:srgbClr>
            </a:solidFill>
            <a:ln w="5420" cap="flat">
              <a:solidFill>
                <a:srgbClr val="3A7AA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9" name="pg109"/>
            <p:cNvSpPr/>
            <p:nvPr/>
          </p:nvSpPr>
          <p:spPr>
            <a:xfrm>
              <a:off x="4252673" y="2273120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A669E">
                <a:alpha val="100000"/>
              </a:srgbClr>
            </a:solidFill>
            <a:ln w="5420" cap="flat">
              <a:solidFill>
                <a:srgbClr val="3A7AA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0" name="pg110"/>
            <p:cNvSpPr/>
            <p:nvPr/>
          </p:nvSpPr>
          <p:spPr>
            <a:xfrm>
              <a:off x="4334110" y="2273120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983A5">
                <a:alpha val="100000"/>
              </a:srgbClr>
            </a:solidFill>
            <a:ln w="5420" cap="flat">
              <a:solidFill>
                <a:srgbClr val="3594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1" name="pg111"/>
            <p:cNvSpPr/>
            <p:nvPr/>
          </p:nvSpPr>
          <p:spPr>
            <a:xfrm>
              <a:off x="4415547" y="2273120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B9DA9">
                <a:alpha val="100000"/>
              </a:srgbClr>
            </a:solidFill>
            <a:ln w="5420" cap="flat">
              <a:solidFill>
                <a:srgbClr val="46AA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2" name="pg112"/>
            <p:cNvSpPr/>
            <p:nvPr/>
          </p:nvSpPr>
          <p:spPr>
            <a:xfrm>
              <a:off x="4496984" y="2273120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4FB5AB">
                <a:alpha val="100000"/>
              </a:srgbClr>
            </a:solidFill>
            <a:ln w="5420" cap="flat">
              <a:solidFill>
                <a:srgbClr val="56BF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3" name="pg113"/>
            <p:cNvSpPr/>
            <p:nvPr/>
          </p:nvSpPr>
          <p:spPr>
            <a:xfrm>
              <a:off x="4578421" y="2273120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5CC7AC">
                <a:alpha val="100000"/>
              </a:srgbClr>
            </a:solidFill>
            <a:ln w="5420" cap="flat">
              <a:solidFill>
                <a:srgbClr val="63CFA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4" name="pg114"/>
            <p:cNvSpPr/>
            <p:nvPr/>
          </p:nvSpPr>
          <p:spPr>
            <a:xfrm>
              <a:off x="4741296" y="2273120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78D5B5">
                <a:alpha val="100000"/>
              </a:srgbClr>
            </a:solidFill>
            <a:ln w="5420" cap="flat">
              <a:solidFill>
                <a:srgbClr val="86D9B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5" name="pg115"/>
            <p:cNvSpPr/>
            <p:nvPr/>
          </p:nvSpPr>
          <p:spPr>
            <a:xfrm>
              <a:off x="4822733" y="2273120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7BD6B6">
                <a:alpha val="100000"/>
              </a:srgbClr>
            </a:solidFill>
            <a:ln w="5420" cap="flat">
              <a:solidFill>
                <a:srgbClr val="89DAB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6" name="pg116"/>
            <p:cNvSpPr/>
            <p:nvPr/>
          </p:nvSpPr>
          <p:spPr>
            <a:xfrm>
              <a:off x="4904170" y="2273120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7AD5B6">
                <a:alpha val="100000"/>
              </a:srgbClr>
            </a:solidFill>
            <a:ln w="5420" cap="flat">
              <a:solidFill>
                <a:srgbClr val="87D9B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7" name="pg117"/>
            <p:cNvSpPr/>
            <p:nvPr/>
          </p:nvSpPr>
          <p:spPr>
            <a:xfrm>
              <a:off x="4985607" y="2273120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75D4B4">
                <a:alpha val="100000"/>
              </a:srgbClr>
            </a:solidFill>
            <a:ln w="5420" cap="flat">
              <a:solidFill>
                <a:srgbClr val="84D8B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8" name="pg118"/>
            <p:cNvSpPr/>
            <p:nvPr/>
          </p:nvSpPr>
          <p:spPr>
            <a:xfrm>
              <a:off x="5067044" y="2273120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70D2B2">
                <a:alpha val="100000"/>
              </a:srgbClr>
            </a:solidFill>
            <a:ln w="5420" cap="flat">
              <a:solidFill>
                <a:srgbClr val="7FD7B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9" name="pg119"/>
            <p:cNvSpPr/>
            <p:nvPr/>
          </p:nvSpPr>
          <p:spPr>
            <a:xfrm>
              <a:off x="5148481" y="2273120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63CFAD">
                <a:alpha val="100000"/>
              </a:srgbClr>
            </a:solidFill>
            <a:ln w="5420" cap="flat">
              <a:solidFill>
                <a:srgbClr val="75D4B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0" name="pg120"/>
            <p:cNvSpPr/>
            <p:nvPr/>
          </p:nvSpPr>
          <p:spPr>
            <a:xfrm>
              <a:off x="5229918" y="2273120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5FCDAC">
                <a:alpha val="100000"/>
              </a:srgbClr>
            </a:solidFill>
            <a:ln w="5420" cap="flat">
              <a:solidFill>
                <a:srgbClr val="70D2B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1" name="pg121"/>
            <p:cNvSpPr/>
            <p:nvPr/>
          </p:nvSpPr>
          <p:spPr>
            <a:xfrm>
              <a:off x="3275427" y="2376436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42A5AA">
                <a:alpha val="100000"/>
              </a:srgbClr>
            </a:solidFill>
            <a:ln w="5420" cap="flat">
              <a:solidFill>
                <a:srgbClr val="4CB1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2" name="pg122"/>
            <p:cNvSpPr/>
            <p:nvPr/>
          </p:nvSpPr>
          <p:spPr>
            <a:xfrm>
              <a:off x="3356864" y="2376436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41A3AA">
                <a:alpha val="100000"/>
              </a:srgbClr>
            </a:solidFill>
            <a:ln w="5420" cap="flat">
              <a:solidFill>
                <a:srgbClr val="4BB0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3" name="pg123"/>
            <p:cNvSpPr/>
            <p:nvPr/>
          </p:nvSpPr>
          <p:spPr>
            <a:xfrm>
              <a:off x="3438301" y="2376436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FA2AA">
                <a:alpha val="100000"/>
              </a:srgbClr>
            </a:solidFill>
            <a:ln w="5420" cap="flat">
              <a:solidFill>
                <a:srgbClr val="4AAE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4" name="pg124"/>
            <p:cNvSpPr/>
            <p:nvPr/>
          </p:nvSpPr>
          <p:spPr>
            <a:xfrm>
              <a:off x="3519738" y="2376436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A9CA9">
                <a:alpha val="100000"/>
              </a:srgbClr>
            </a:solidFill>
            <a:ln w="5420" cap="flat">
              <a:solidFill>
                <a:srgbClr val="46A9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5" name="pg125"/>
            <p:cNvSpPr/>
            <p:nvPr/>
          </p:nvSpPr>
          <p:spPr>
            <a:xfrm>
              <a:off x="3601176" y="2376436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699A9">
                <a:alpha val="100000"/>
              </a:srgbClr>
            </a:solidFill>
            <a:ln w="5420" cap="flat">
              <a:solidFill>
                <a:srgbClr val="43A6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6" name="pg126"/>
            <p:cNvSpPr/>
            <p:nvPr/>
          </p:nvSpPr>
          <p:spPr>
            <a:xfrm>
              <a:off x="3682613" y="2376436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594A8">
                <a:alpha val="100000"/>
              </a:srgbClr>
            </a:solidFill>
            <a:ln w="5420" cap="flat">
              <a:solidFill>
                <a:srgbClr val="3FA2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7" name="pg127"/>
            <p:cNvSpPr/>
            <p:nvPr/>
          </p:nvSpPr>
          <p:spPr>
            <a:xfrm>
              <a:off x="3764050" y="2376436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78FA7">
                <a:alpha val="100000"/>
              </a:srgbClr>
            </a:solidFill>
            <a:ln w="5420" cap="flat">
              <a:solidFill>
                <a:srgbClr val="3B9E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8" name="pg128"/>
            <p:cNvSpPr/>
            <p:nvPr/>
          </p:nvSpPr>
          <p:spPr>
            <a:xfrm>
              <a:off x="3845487" y="2376436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888A6">
                <a:alpha val="100000"/>
              </a:srgbClr>
            </a:solidFill>
            <a:ln w="5420" cap="flat">
              <a:solidFill>
                <a:srgbClr val="3699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9" name="pg129"/>
            <p:cNvSpPr/>
            <p:nvPr/>
          </p:nvSpPr>
          <p:spPr>
            <a:xfrm>
              <a:off x="3926924" y="2376436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981A4">
                <a:alpha val="100000"/>
              </a:srgbClr>
            </a:solidFill>
            <a:ln w="5420" cap="flat">
              <a:solidFill>
                <a:srgbClr val="3692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0" name="pg130"/>
            <p:cNvSpPr/>
            <p:nvPr/>
          </p:nvSpPr>
          <p:spPr>
            <a:xfrm>
              <a:off x="4008361" y="2376436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A7AA3">
                <a:alpha val="100000"/>
              </a:srgbClr>
            </a:solidFill>
            <a:ln w="5420" cap="flat">
              <a:solidFill>
                <a:srgbClr val="378C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1" name="pg131"/>
            <p:cNvSpPr/>
            <p:nvPr/>
          </p:nvSpPr>
          <p:spPr>
            <a:xfrm>
              <a:off x="4089798" y="2376436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A73A1">
                <a:alpha val="100000"/>
              </a:srgbClr>
            </a:solidFill>
            <a:ln w="5420" cap="flat">
              <a:solidFill>
                <a:srgbClr val="3986A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2" name="pg132"/>
            <p:cNvSpPr/>
            <p:nvPr/>
          </p:nvSpPr>
          <p:spPr>
            <a:xfrm>
              <a:off x="4171236" y="2376436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B70A0">
                <a:alpha val="100000"/>
              </a:srgbClr>
            </a:solidFill>
            <a:ln w="5420" cap="flat">
              <a:solidFill>
                <a:srgbClr val="3983A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3" name="pg133"/>
            <p:cNvSpPr/>
            <p:nvPr/>
          </p:nvSpPr>
          <p:spPr>
            <a:xfrm>
              <a:off x="4252673" y="2376436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B73A1">
                <a:alpha val="100000"/>
              </a:srgbClr>
            </a:solidFill>
            <a:ln w="5420" cap="flat">
              <a:solidFill>
                <a:srgbClr val="3986A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4" name="pg134"/>
            <p:cNvSpPr/>
            <p:nvPr/>
          </p:nvSpPr>
          <p:spPr>
            <a:xfrm>
              <a:off x="4334110" y="2376436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598A9">
                <a:alpha val="100000"/>
              </a:srgbClr>
            </a:solidFill>
            <a:ln w="5420" cap="flat">
              <a:solidFill>
                <a:srgbClr val="42A5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5" name="pg135"/>
            <p:cNvSpPr/>
            <p:nvPr/>
          </p:nvSpPr>
          <p:spPr>
            <a:xfrm>
              <a:off x="4415547" y="2376436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4FB5AB">
                <a:alpha val="100000"/>
              </a:srgbClr>
            </a:solidFill>
            <a:ln w="5420" cap="flat">
              <a:solidFill>
                <a:srgbClr val="56BF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6" name="pg136"/>
            <p:cNvSpPr/>
            <p:nvPr/>
          </p:nvSpPr>
          <p:spPr>
            <a:xfrm>
              <a:off x="4496984" y="2376436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62CFAD">
                <a:alpha val="100000"/>
              </a:srgbClr>
            </a:solidFill>
            <a:ln w="5420" cap="flat">
              <a:solidFill>
                <a:srgbClr val="75D4B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7" name="pg137"/>
            <p:cNvSpPr/>
            <p:nvPr/>
          </p:nvSpPr>
          <p:spPr>
            <a:xfrm>
              <a:off x="4578421" y="2376436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8CDBBE">
                <a:alpha val="100000"/>
              </a:srgbClr>
            </a:solidFill>
            <a:ln w="5420" cap="flat">
              <a:solidFill>
                <a:srgbClr val="97DEC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8" name="pg138"/>
            <p:cNvSpPr/>
            <p:nvPr/>
          </p:nvSpPr>
          <p:spPr>
            <a:xfrm>
              <a:off x="4659858" y="2376436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9DE0C5">
                <a:alpha val="100000"/>
              </a:srgbClr>
            </a:solidFill>
            <a:ln w="5420" cap="flat">
              <a:solidFill>
                <a:srgbClr val="A5E3C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9" name="pg139"/>
            <p:cNvSpPr/>
            <p:nvPr/>
          </p:nvSpPr>
          <p:spPr>
            <a:xfrm>
              <a:off x="4741296" y="2376436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9FE1C6">
                <a:alpha val="100000"/>
              </a:srgbClr>
            </a:solidFill>
            <a:ln w="5420" cap="flat">
              <a:solidFill>
                <a:srgbClr val="A7E3C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0" name="pg140"/>
            <p:cNvSpPr/>
            <p:nvPr/>
          </p:nvSpPr>
          <p:spPr>
            <a:xfrm>
              <a:off x="4822733" y="2376436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9ADFC4">
                <a:alpha val="100000"/>
              </a:srgbClr>
            </a:solidFill>
            <a:ln w="5420" cap="flat">
              <a:solidFill>
                <a:srgbClr val="A3E2C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1" name="pg141"/>
            <p:cNvSpPr/>
            <p:nvPr/>
          </p:nvSpPr>
          <p:spPr>
            <a:xfrm>
              <a:off x="4904170" y="2376436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92DCC0">
                <a:alpha val="100000"/>
              </a:srgbClr>
            </a:solidFill>
            <a:ln w="5420" cap="flat">
              <a:solidFill>
                <a:srgbClr val="9CE0C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2" name="pg142"/>
            <p:cNvSpPr/>
            <p:nvPr/>
          </p:nvSpPr>
          <p:spPr>
            <a:xfrm>
              <a:off x="4985607" y="2376436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89D9BC">
                <a:alpha val="100000"/>
              </a:srgbClr>
            </a:solidFill>
            <a:ln w="5420" cap="flat">
              <a:solidFill>
                <a:srgbClr val="94DDC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3" name="pg143"/>
            <p:cNvSpPr/>
            <p:nvPr/>
          </p:nvSpPr>
          <p:spPr>
            <a:xfrm>
              <a:off x="5067044" y="2376436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7FD7B8">
                <a:alpha val="100000"/>
              </a:srgbClr>
            </a:solidFill>
            <a:ln w="5420" cap="flat">
              <a:solidFill>
                <a:srgbClr val="8CDBB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4" name="pg144"/>
            <p:cNvSpPr/>
            <p:nvPr/>
          </p:nvSpPr>
          <p:spPr>
            <a:xfrm>
              <a:off x="5148481" y="2376436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6FD2B2">
                <a:alpha val="100000"/>
              </a:srgbClr>
            </a:solidFill>
            <a:ln w="5420" cap="flat">
              <a:solidFill>
                <a:srgbClr val="7FD7B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5" name="pg145"/>
            <p:cNvSpPr/>
            <p:nvPr/>
          </p:nvSpPr>
          <p:spPr>
            <a:xfrm>
              <a:off x="3275427" y="2479752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42A5AA">
                <a:alpha val="100000"/>
              </a:srgbClr>
            </a:solidFill>
            <a:ln w="5420" cap="flat">
              <a:solidFill>
                <a:srgbClr val="4CB1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6" name="pg146"/>
            <p:cNvSpPr/>
            <p:nvPr/>
          </p:nvSpPr>
          <p:spPr>
            <a:xfrm>
              <a:off x="3356864" y="2479752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42A4AA">
                <a:alpha val="100000"/>
              </a:srgbClr>
            </a:solidFill>
            <a:ln w="5420" cap="flat">
              <a:solidFill>
                <a:srgbClr val="4CB0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7" name="pg147"/>
            <p:cNvSpPr/>
            <p:nvPr/>
          </p:nvSpPr>
          <p:spPr>
            <a:xfrm>
              <a:off x="3438301" y="2479752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40A3AA">
                <a:alpha val="100000"/>
              </a:srgbClr>
            </a:solidFill>
            <a:ln w="5420" cap="flat">
              <a:solidFill>
                <a:srgbClr val="4BAF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8" name="pg148"/>
            <p:cNvSpPr/>
            <p:nvPr/>
          </p:nvSpPr>
          <p:spPr>
            <a:xfrm>
              <a:off x="3519738" y="2479752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D9FAA">
                <a:alpha val="100000"/>
              </a:srgbClr>
            </a:solidFill>
            <a:ln w="5420" cap="flat">
              <a:solidFill>
                <a:srgbClr val="48AC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9" name="pg149"/>
            <p:cNvSpPr/>
            <p:nvPr/>
          </p:nvSpPr>
          <p:spPr>
            <a:xfrm>
              <a:off x="3601176" y="2479752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A9CA9">
                <a:alpha val="100000"/>
              </a:srgbClr>
            </a:solidFill>
            <a:ln w="5420" cap="flat">
              <a:solidFill>
                <a:srgbClr val="46A9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0" name="pg150"/>
            <p:cNvSpPr/>
            <p:nvPr/>
          </p:nvSpPr>
          <p:spPr>
            <a:xfrm>
              <a:off x="3682613" y="2479752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699A9">
                <a:alpha val="100000"/>
              </a:srgbClr>
            </a:solidFill>
            <a:ln w="5420" cap="flat">
              <a:solidFill>
                <a:srgbClr val="43A6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1" name="pg151"/>
            <p:cNvSpPr/>
            <p:nvPr/>
          </p:nvSpPr>
          <p:spPr>
            <a:xfrm>
              <a:off x="3764050" y="2479752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595A9">
                <a:alpha val="100000"/>
              </a:srgbClr>
            </a:solidFill>
            <a:ln w="5420" cap="flat">
              <a:solidFill>
                <a:srgbClr val="40A3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2" name="pg152"/>
            <p:cNvSpPr/>
            <p:nvPr/>
          </p:nvSpPr>
          <p:spPr>
            <a:xfrm>
              <a:off x="3845487" y="2479752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690A8">
                <a:alpha val="100000"/>
              </a:srgbClr>
            </a:solidFill>
            <a:ln w="5420" cap="flat">
              <a:solidFill>
                <a:srgbClr val="3C9F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3" name="pg153"/>
            <p:cNvSpPr/>
            <p:nvPr/>
          </p:nvSpPr>
          <p:spPr>
            <a:xfrm>
              <a:off x="3926924" y="2479752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88BA6">
                <a:alpha val="100000"/>
              </a:srgbClr>
            </a:solidFill>
            <a:ln w="5420" cap="flat">
              <a:solidFill>
                <a:srgbClr val="389B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4" name="pg154"/>
            <p:cNvSpPr/>
            <p:nvPr/>
          </p:nvSpPr>
          <p:spPr>
            <a:xfrm>
              <a:off x="4008361" y="2479752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986A5">
                <a:alpha val="100000"/>
              </a:srgbClr>
            </a:solidFill>
            <a:ln w="5420" cap="flat">
              <a:solidFill>
                <a:srgbClr val="3497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5" name="pg155"/>
            <p:cNvSpPr/>
            <p:nvPr/>
          </p:nvSpPr>
          <p:spPr>
            <a:xfrm>
              <a:off x="4089798" y="2479752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981A4">
                <a:alpha val="100000"/>
              </a:srgbClr>
            </a:solidFill>
            <a:ln w="5420" cap="flat">
              <a:solidFill>
                <a:srgbClr val="3692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6" name="pg156"/>
            <p:cNvSpPr/>
            <p:nvPr/>
          </p:nvSpPr>
          <p:spPr>
            <a:xfrm>
              <a:off x="4171236" y="2479752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984A5">
                <a:alpha val="100000"/>
              </a:srgbClr>
            </a:solidFill>
            <a:ln w="5420" cap="flat">
              <a:solidFill>
                <a:srgbClr val="3595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7" name="pg157"/>
            <p:cNvSpPr/>
            <p:nvPr/>
          </p:nvSpPr>
          <p:spPr>
            <a:xfrm>
              <a:off x="4252673" y="2479752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88BA7">
                <a:alpha val="100000"/>
              </a:srgbClr>
            </a:solidFill>
            <a:ln w="5420" cap="flat">
              <a:solidFill>
                <a:srgbClr val="389B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8" name="pg158"/>
            <p:cNvSpPr/>
            <p:nvPr/>
          </p:nvSpPr>
          <p:spPr>
            <a:xfrm>
              <a:off x="4334110" y="2479752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4EB4AB">
                <a:alpha val="100000"/>
              </a:srgbClr>
            </a:solidFill>
            <a:ln w="5420" cap="flat">
              <a:solidFill>
                <a:srgbClr val="56BE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9" name="pg159"/>
            <p:cNvSpPr/>
            <p:nvPr/>
          </p:nvSpPr>
          <p:spPr>
            <a:xfrm>
              <a:off x="4415547" y="2479752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69D0AF">
                <a:alpha val="100000"/>
              </a:srgbClr>
            </a:solidFill>
            <a:ln w="5420" cap="flat">
              <a:solidFill>
                <a:srgbClr val="7AD5B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0" name="pg160"/>
            <p:cNvSpPr/>
            <p:nvPr/>
          </p:nvSpPr>
          <p:spPr>
            <a:xfrm>
              <a:off x="4496984" y="2479752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A2E1C7">
                <a:alpha val="100000"/>
              </a:srgbClr>
            </a:solidFill>
            <a:ln w="5420" cap="flat">
              <a:solidFill>
                <a:srgbClr val="A9E4C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1" name="pg161"/>
            <p:cNvSpPr/>
            <p:nvPr/>
          </p:nvSpPr>
          <p:spPr>
            <a:xfrm>
              <a:off x="4578421" y="2479752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BDEAD5">
                <a:alpha val="100000"/>
              </a:srgbClr>
            </a:solidFill>
            <a:ln w="5420" cap="flat">
              <a:solidFill>
                <a:srgbClr val="C1ECD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2" name="pg162"/>
            <p:cNvSpPr/>
            <p:nvPr/>
          </p:nvSpPr>
          <p:spPr>
            <a:xfrm>
              <a:off x="4659858" y="2479752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C4ECD8">
                <a:alpha val="100000"/>
              </a:srgbClr>
            </a:solidFill>
            <a:ln w="5420" cap="flat">
              <a:solidFill>
                <a:srgbClr val="C7EDD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3" name="pg163"/>
            <p:cNvSpPr/>
            <p:nvPr/>
          </p:nvSpPr>
          <p:spPr>
            <a:xfrm>
              <a:off x="4741296" y="2479752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BEEAD5">
                <a:alpha val="100000"/>
              </a:srgbClr>
            </a:solidFill>
            <a:ln w="5420" cap="flat">
              <a:solidFill>
                <a:srgbClr val="C2ECD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4" name="pg164"/>
            <p:cNvSpPr/>
            <p:nvPr/>
          </p:nvSpPr>
          <p:spPr>
            <a:xfrm>
              <a:off x="4822733" y="2479752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B2E7CF">
                <a:alpha val="100000"/>
              </a:srgbClr>
            </a:solidFill>
            <a:ln w="5420" cap="flat">
              <a:solidFill>
                <a:srgbClr val="B8E8D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5" name="pg165"/>
            <p:cNvSpPr/>
            <p:nvPr/>
          </p:nvSpPr>
          <p:spPr>
            <a:xfrm>
              <a:off x="4904170" y="2479752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A5E2C9">
                <a:alpha val="100000"/>
              </a:srgbClr>
            </a:solidFill>
            <a:ln w="5420" cap="flat">
              <a:solidFill>
                <a:srgbClr val="ACE5C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6" name="pg166"/>
            <p:cNvSpPr/>
            <p:nvPr/>
          </p:nvSpPr>
          <p:spPr>
            <a:xfrm>
              <a:off x="4985607" y="2479752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97DEC3">
                <a:alpha val="100000"/>
              </a:srgbClr>
            </a:solidFill>
            <a:ln w="5420" cap="flat">
              <a:solidFill>
                <a:srgbClr val="A1E1C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7" name="pg167"/>
            <p:cNvSpPr/>
            <p:nvPr/>
          </p:nvSpPr>
          <p:spPr>
            <a:xfrm>
              <a:off x="5067044" y="2479752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8BDABD">
                <a:alpha val="100000"/>
              </a:srgbClr>
            </a:solidFill>
            <a:ln w="5420" cap="flat">
              <a:solidFill>
                <a:srgbClr val="96DEC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8" name="pg168"/>
            <p:cNvSpPr/>
            <p:nvPr/>
          </p:nvSpPr>
          <p:spPr>
            <a:xfrm>
              <a:off x="3031116" y="2583068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44A7AA">
                <a:alpha val="100000"/>
              </a:srgbClr>
            </a:solidFill>
            <a:ln w="5420" cap="flat">
              <a:solidFill>
                <a:srgbClr val="4DB3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9" name="pg169"/>
            <p:cNvSpPr/>
            <p:nvPr/>
          </p:nvSpPr>
          <p:spPr>
            <a:xfrm>
              <a:off x="3112553" y="2583068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43A7AA">
                <a:alpha val="100000"/>
              </a:srgbClr>
            </a:solidFill>
            <a:ln w="5420" cap="flat">
              <a:solidFill>
                <a:srgbClr val="4DB2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0" name="pg170"/>
            <p:cNvSpPr/>
            <p:nvPr/>
          </p:nvSpPr>
          <p:spPr>
            <a:xfrm>
              <a:off x="3275427" y="2583068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43A6AA">
                <a:alpha val="100000"/>
              </a:srgbClr>
            </a:solidFill>
            <a:ln w="5420" cap="flat">
              <a:solidFill>
                <a:srgbClr val="4CB2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1" name="pg171"/>
            <p:cNvSpPr/>
            <p:nvPr/>
          </p:nvSpPr>
          <p:spPr>
            <a:xfrm>
              <a:off x="3356864" y="2583068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42A5AA">
                <a:alpha val="100000"/>
              </a:srgbClr>
            </a:solidFill>
            <a:ln w="5420" cap="flat">
              <a:solidFill>
                <a:srgbClr val="4CB1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2" name="pg172"/>
            <p:cNvSpPr/>
            <p:nvPr/>
          </p:nvSpPr>
          <p:spPr>
            <a:xfrm>
              <a:off x="3438301" y="2583068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42A5AA">
                <a:alpha val="100000"/>
              </a:srgbClr>
            </a:solidFill>
            <a:ln w="5420" cap="flat">
              <a:solidFill>
                <a:srgbClr val="4CB1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3" name="pg173"/>
            <p:cNvSpPr/>
            <p:nvPr/>
          </p:nvSpPr>
          <p:spPr>
            <a:xfrm>
              <a:off x="3519738" y="2583068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FA2AA">
                <a:alpha val="100000"/>
              </a:srgbClr>
            </a:solidFill>
            <a:ln w="5420" cap="flat">
              <a:solidFill>
                <a:srgbClr val="4AAE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4" name="pg174"/>
            <p:cNvSpPr/>
            <p:nvPr/>
          </p:nvSpPr>
          <p:spPr>
            <a:xfrm>
              <a:off x="3601176" y="2583068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EA0AA">
                <a:alpha val="100000"/>
              </a:srgbClr>
            </a:solidFill>
            <a:ln w="5420" cap="flat">
              <a:solidFill>
                <a:srgbClr val="49AD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5" name="pg175"/>
            <p:cNvSpPr/>
            <p:nvPr/>
          </p:nvSpPr>
          <p:spPr>
            <a:xfrm>
              <a:off x="3682613" y="2583068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B9EAA">
                <a:alpha val="100000"/>
              </a:srgbClr>
            </a:solidFill>
            <a:ln w="5420" cap="flat">
              <a:solidFill>
                <a:srgbClr val="47AB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6" name="pg176"/>
            <p:cNvSpPr/>
            <p:nvPr/>
          </p:nvSpPr>
          <p:spPr>
            <a:xfrm>
              <a:off x="3764050" y="2583068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99CA9">
                <a:alpha val="100000"/>
              </a:srgbClr>
            </a:solidFill>
            <a:ln w="5420" cap="flat">
              <a:solidFill>
                <a:srgbClr val="45A8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7" name="pg177"/>
            <p:cNvSpPr/>
            <p:nvPr/>
          </p:nvSpPr>
          <p:spPr>
            <a:xfrm>
              <a:off x="3845487" y="2583068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699A9">
                <a:alpha val="100000"/>
              </a:srgbClr>
            </a:solidFill>
            <a:ln w="5420" cap="flat">
              <a:solidFill>
                <a:srgbClr val="43A6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8" name="pg178"/>
            <p:cNvSpPr/>
            <p:nvPr/>
          </p:nvSpPr>
          <p:spPr>
            <a:xfrm>
              <a:off x="4089798" y="2583068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496A9">
                <a:alpha val="100000"/>
              </a:srgbClr>
            </a:solidFill>
            <a:ln w="5420" cap="flat">
              <a:solidFill>
                <a:srgbClr val="41A4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9" name="pg179"/>
            <p:cNvSpPr/>
            <p:nvPr/>
          </p:nvSpPr>
          <p:spPr>
            <a:xfrm>
              <a:off x="4171236" y="2583068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79AA9">
                <a:alpha val="100000"/>
              </a:srgbClr>
            </a:solidFill>
            <a:ln w="5420" cap="flat">
              <a:solidFill>
                <a:srgbClr val="44A7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0" name="pg180"/>
            <p:cNvSpPr/>
            <p:nvPr/>
          </p:nvSpPr>
          <p:spPr>
            <a:xfrm>
              <a:off x="4252673" y="2583068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41A4AA">
                <a:alpha val="100000"/>
              </a:srgbClr>
            </a:solidFill>
            <a:ln w="5420" cap="flat">
              <a:solidFill>
                <a:srgbClr val="4BB0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1" name="pg181"/>
            <p:cNvSpPr/>
            <p:nvPr/>
          </p:nvSpPr>
          <p:spPr>
            <a:xfrm>
              <a:off x="4334110" y="2583068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5ECBAC">
                <a:alpha val="100000"/>
              </a:srgbClr>
            </a:solidFill>
            <a:ln w="5420" cap="flat">
              <a:solidFill>
                <a:srgbClr val="6DD1B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2" name="pg182"/>
            <p:cNvSpPr/>
            <p:nvPr/>
          </p:nvSpPr>
          <p:spPr>
            <a:xfrm>
              <a:off x="4415547" y="2583068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96DEC2">
                <a:alpha val="100000"/>
              </a:srgbClr>
            </a:solidFill>
            <a:ln w="5420" cap="flat">
              <a:solidFill>
                <a:srgbClr val="A0E1C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3" name="pg183"/>
            <p:cNvSpPr/>
            <p:nvPr/>
          </p:nvSpPr>
          <p:spPr>
            <a:xfrm>
              <a:off x="4496984" y="2583068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C0EBD6">
                <a:alpha val="100000"/>
              </a:srgbClr>
            </a:solidFill>
            <a:ln w="5420" cap="flat">
              <a:solidFill>
                <a:srgbClr val="C4ECD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4" name="pg184"/>
            <p:cNvSpPr/>
            <p:nvPr/>
          </p:nvSpPr>
          <p:spPr>
            <a:xfrm>
              <a:off x="4578421" y="2583068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D4F2E0">
                <a:alpha val="100000"/>
              </a:srgbClr>
            </a:solidFill>
            <a:ln w="5420" cap="flat">
              <a:solidFill>
                <a:srgbClr val="D5F2E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5" name="pg185"/>
            <p:cNvSpPr/>
            <p:nvPr/>
          </p:nvSpPr>
          <p:spPr>
            <a:xfrm>
              <a:off x="4659858" y="2583068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D6F2E1">
                <a:alpha val="100000"/>
              </a:srgbClr>
            </a:solidFill>
            <a:ln w="5420" cap="flat">
              <a:solidFill>
                <a:srgbClr val="D7F3E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6" name="pg186"/>
            <p:cNvSpPr/>
            <p:nvPr/>
          </p:nvSpPr>
          <p:spPr>
            <a:xfrm>
              <a:off x="4741296" y="2583068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CCEFDC">
                <a:alpha val="100000"/>
              </a:srgbClr>
            </a:solidFill>
            <a:ln w="5420" cap="flat">
              <a:solidFill>
                <a:srgbClr val="CFF0D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7" name="pg187"/>
            <p:cNvSpPr/>
            <p:nvPr/>
          </p:nvSpPr>
          <p:spPr>
            <a:xfrm>
              <a:off x="4822733" y="2583068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BEEBD5">
                <a:alpha val="100000"/>
              </a:srgbClr>
            </a:solidFill>
            <a:ln w="5420" cap="flat">
              <a:solidFill>
                <a:srgbClr val="C2ECD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8" name="pg188"/>
            <p:cNvSpPr/>
            <p:nvPr/>
          </p:nvSpPr>
          <p:spPr>
            <a:xfrm>
              <a:off x="4904170" y="2583068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AFE6CD">
                <a:alpha val="100000"/>
              </a:srgbClr>
            </a:solidFill>
            <a:ln w="5420" cap="flat">
              <a:solidFill>
                <a:srgbClr val="B5E7D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9" name="pg189"/>
            <p:cNvSpPr/>
            <p:nvPr/>
          </p:nvSpPr>
          <p:spPr>
            <a:xfrm>
              <a:off x="4985607" y="2583068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A0E1C6">
                <a:alpha val="100000"/>
              </a:srgbClr>
            </a:solidFill>
            <a:ln w="5420" cap="flat">
              <a:solidFill>
                <a:srgbClr val="A8E3C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0" name="pg190"/>
            <p:cNvSpPr/>
            <p:nvPr/>
          </p:nvSpPr>
          <p:spPr>
            <a:xfrm>
              <a:off x="2949678" y="2686384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43A6AA">
                <a:alpha val="100000"/>
              </a:srgbClr>
            </a:solidFill>
            <a:ln w="5420" cap="flat">
              <a:solidFill>
                <a:srgbClr val="4DB2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1" name="pg191"/>
            <p:cNvSpPr/>
            <p:nvPr/>
          </p:nvSpPr>
          <p:spPr>
            <a:xfrm>
              <a:off x="3031116" y="2686384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43A6AA">
                <a:alpha val="100000"/>
              </a:srgbClr>
            </a:solidFill>
            <a:ln w="5420" cap="flat">
              <a:solidFill>
                <a:srgbClr val="4DB2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2" name="pg192"/>
            <p:cNvSpPr/>
            <p:nvPr/>
          </p:nvSpPr>
          <p:spPr>
            <a:xfrm>
              <a:off x="3112553" y="2686384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43A6AA">
                <a:alpha val="100000"/>
              </a:srgbClr>
            </a:solidFill>
            <a:ln w="5420" cap="flat">
              <a:solidFill>
                <a:srgbClr val="4CB2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3" name="pg193"/>
            <p:cNvSpPr/>
            <p:nvPr/>
          </p:nvSpPr>
          <p:spPr>
            <a:xfrm>
              <a:off x="3193990" y="2686384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43A6AA">
                <a:alpha val="100000"/>
              </a:srgbClr>
            </a:solidFill>
            <a:ln w="5420" cap="flat">
              <a:solidFill>
                <a:srgbClr val="4CB2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4" name="pg194"/>
            <p:cNvSpPr/>
            <p:nvPr/>
          </p:nvSpPr>
          <p:spPr>
            <a:xfrm>
              <a:off x="3275427" y="2686384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43A6AA">
                <a:alpha val="100000"/>
              </a:srgbClr>
            </a:solidFill>
            <a:ln w="5420" cap="flat">
              <a:solidFill>
                <a:srgbClr val="4CB2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5" name="pg195"/>
            <p:cNvSpPr/>
            <p:nvPr/>
          </p:nvSpPr>
          <p:spPr>
            <a:xfrm>
              <a:off x="3356864" y="2686384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43A6AA">
                <a:alpha val="100000"/>
              </a:srgbClr>
            </a:solidFill>
            <a:ln w="5420" cap="flat">
              <a:solidFill>
                <a:srgbClr val="4CB2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6" name="pg196"/>
            <p:cNvSpPr/>
            <p:nvPr/>
          </p:nvSpPr>
          <p:spPr>
            <a:xfrm>
              <a:off x="3438301" y="2686384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43A6AA">
                <a:alpha val="100000"/>
              </a:srgbClr>
            </a:solidFill>
            <a:ln w="5420" cap="flat">
              <a:solidFill>
                <a:srgbClr val="4CB2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7" name="pg197"/>
            <p:cNvSpPr/>
            <p:nvPr/>
          </p:nvSpPr>
          <p:spPr>
            <a:xfrm>
              <a:off x="3519738" y="2686384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42A5AA">
                <a:alpha val="100000"/>
              </a:srgbClr>
            </a:solidFill>
            <a:ln w="5420" cap="flat">
              <a:solidFill>
                <a:srgbClr val="4CB1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8" name="pg198"/>
            <p:cNvSpPr/>
            <p:nvPr/>
          </p:nvSpPr>
          <p:spPr>
            <a:xfrm>
              <a:off x="3601176" y="2686384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41A4AA">
                <a:alpha val="100000"/>
              </a:srgbClr>
            </a:solidFill>
            <a:ln w="5420" cap="flat">
              <a:solidFill>
                <a:srgbClr val="4BB0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9" name="pg199"/>
            <p:cNvSpPr/>
            <p:nvPr/>
          </p:nvSpPr>
          <p:spPr>
            <a:xfrm>
              <a:off x="3682613" y="2686384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40A3AA">
                <a:alpha val="100000"/>
              </a:srgbClr>
            </a:solidFill>
            <a:ln w="5420" cap="flat">
              <a:solidFill>
                <a:srgbClr val="4BAF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0" name="pg200"/>
            <p:cNvSpPr/>
            <p:nvPr/>
          </p:nvSpPr>
          <p:spPr>
            <a:xfrm>
              <a:off x="3764050" y="2686384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FA2AA">
                <a:alpha val="100000"/>
              </a:srgbClr>
            </a:solidFill>
            <a:ln w="5420" cap="flat">
              <a:solidFill>
                <a:srgbClr val="4AAE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1" name="pg201"/>
            <p:cNvSpPr/>
            <p:nvPr/>
          </p:nvSpPr>
          <p:spPr>
            <a:xfrm>
              <a:off x="3845487" y="2686384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EA1AA">
                <a:alpha val="100000"/>
              </a:srgbClr>
            </a:solidFill>
            <a:ln w="5420" cap="flat">
              <a:solidFill>
                <a:srgbClr val="49AD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2" name="pg202"/>
            <p:cNvSpPr/>
            <p:nvPr/>
          </p:nvSpPr>
          <p:spPr>
            <a:xfrm>
              <a:off x="4171236" y="2686384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46AAAA">
                <a:alpha val="100000"/>
              </a:srgbClr>
            </a:solidFill>
            <a:ln w="5420" cap="flat">
              <a:solidFill>
                <a:srgbClr val="4FB5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3" name="pg203"/>
            <p:cNvSpPr/>
            <p:nvPr/>
          </p:nvSpPr>
          <p:spPr>
            <a:xfrm>
              <a:off x="4252673" y="2686384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4FB4AB">
                <a:alpha val="100000"/>
              </a:srgbClr>
            </a:solidFill>
            <a:ln w="5420" cap="flat">
              <a:solidFill>
                <a:srgbClr val="56BF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4" name="pg204"/>
            <p:cNvSpPr/>
            <p:nvPr/>
          </p:nvSpPr>
          <p:spPr>
            <a:xfrm>
              <a:off x="4334110" y="2686384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75D4B4">
                <a:alpha val="100000"/>
              </a:srgbClr>
            </a:solidFill>
            <a:ln w="5420" cap="flat">
              <a:solidFill>
                <a:srgbClr val="84D8B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5" name="pg205"/>
            <p:cNvSpPr/>
            <p:nvPr/>
          </p:nvSpPr>
          <p:spPr>
            <a:xfrm>
              <a:off x="4415547" y="2686384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A1E1C7">
                <a:alpha val="100000"/>
              </a:srgbClr>
            </a:solidFill>
            <a:ln w="5420" cap="flat">
              <a:solidFill>
                <a:srgbClr val="A9E4C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6" name="pg206"/>
            <p:cNvSpPr/>
            <p:nvPr/>
          </p:nvSpPr>
          <p:spPr>
            <a:xfrm>
              <a:off x="4496984" y="2686384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C0EBD6">
                <a:alpha val="100000"/>
              </a:srgbClr>
            </a:solidFill>
            <a:ln w="5420" cap="flat">
              <a:solidFill>
                <a:srgbClr val="C4ECD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7" name="pg207"/>
            <p:cNvSpPr/>
            <p:nvPr/>
          </p:nvSpPr>
          <p:spPr>
            <a:xfrm>
              <a:off x="4578421" y="2686384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D0F0DE">
                <a:alpha val="100000"/>
              </a:srgbClr>
            </a:solidFill>
            <a:ln w="5420" cap="flat">
              <a:solidFill>
                <a:srgbClr val="D2F1D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8" name="pg208"/>
            <p:cNvSpPr/>
            <p:nvPr/>
          </p:nvSpPr>
          <p:spPr>
            <a:xfrm>
              <a:off x="4659858" y="2686384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D2F1DF">
                <a:alpha val="100000"/>
              </a:srgbClr>
            </a:solidFill>
            <a:ln w="5420" cap="flat">
              <a:solidFill>
                <a:srgbClr val="D3F1E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9" name="pg209"/>
            <p:cNvSpPr/>
            <p:nvPr/>
          </p:nvSpPr>
          <p:spPr>
            <a:xfrm>
              <a:off x="4741296" y="2686384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CAEEDB">
                <a:alpha val="100000"/>
              </a:srgbClr>
            </a:solidFill>
            <a:ln w="5420" cap="flat">
              <a:solidFill>
                <a:srgbClr val="CDEFD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0" name="pg210"/>
            <p:cNvSpPr/>
            <p:nvPr/>
          </p:nvSpPr>
          <p:spPr>
            <a:xfrm>
              <a:off x="4822733" y="2686384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BEEAD5">
                <a:alpha val="100000"/>
              </a:srgbClr>
            </a:solidFill>
            <a:ln w="5420" cap="flat">
              <a:solidFill>
                <a:srgbClr val="C2ECD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1" name="pg211"/>
            <p:cNvSpPr/>
            <p:nvPr/>
          </p:nvSpPr>
          <p:spPr>
            <a:xfrm>
              <a:off x="4904170" y="2686384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AFE6CE">
                <a:alpha val="100000"/>
              </a:srgbClr>
            </a:solidFill>
            <a:ln w="5420" cap="flat">
              <a:solidFill>
                <a:srgbClr val="B5E8D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2" name="pg212"/>
            <p:cNvSpPr/>
            <p:nvPr/>
          </p:nvSpPr>
          <p:spPr>
            <a:xfrm>
              <a:off x="2868241" y="2789700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42A5AA">
                <a:alpha val="100000"/>
              </a:srgbClr>
            </a:solidFill>
            <a:ln w="5420" cap="flat">
              <a:solidFill>
                <a:srgbClr val="4CB1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3" name="pg213"/>
            <p:cNvSpPr/>
            <p:nvPr/>
          </p:nvSpPr>
          <p:spPr>
            <a:xfrm>
              <a:off x="2949678" y="2789700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42A5AA">
                <a:alpha val="100000"/>
              </a:srgbClr>
            </a:solidFill>
            <a:ln w="5420" cap="flat">
              <a:solidFill>
                <a:srgbClr val="4CB1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4" name="pg214"/>
            <p:cNvSpPr/>
            <p:nvPr/>
          </p:nvSpPr>
          <p:spPr>
            <a:xfrm>
              <a:off x="3031116" y="2789700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42A5AA">
                <a:alpha val="100000"/>
              </a:srgbClr>
            </a:solidFill>
            <a:ln w="5420" cap="flat">
              <a:solidFill>
                <a:srgbClr val="4CB0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5" name="pg215"/>
            <p:cNvSpPr/>
            <p:nvPr/>
          </p:nvSpPr>
          <p:spPr>
            <a:xfrm>
              <a:off x="3112553" y="2789700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41A4AA">
                <a:alpha val="100000"/>
              </a:srgbClr>
            </a:solidFill>
            <a:ln w="5420" cap="flat">
              <a:solidFill>
                <a:srgbClr val="4BB0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6" name="pg216"/>
            <p:cNvSpPr/>
            <p:nvPr/>
          </p:nvSpPr>
          <p:spPr>
            <a:xfrm>
              <a:off x="3193990" y="2789700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42A5AA">
                <a:alpha val="100000"/>
              </a:srgbClr>
            </a:solidFill>
            <a:ln w="5420" cap="flat">
              <a:solidFill>
                <a:srgbClr val="4CB1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7" name="pg217"/>
            <p:cNvSpPr/>
            <p:nvPr/>
          </p:nvSpPr>
          <p:spPr>
            <a:xfrm>
              <a:off x="3275427" y="2789700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42A5AA">
                <a:alpha val="100000"/>
              </a:srgbClr>
            </a:solidFill>
            <a:ln w="5420" cap="flat">
              <a:solidFill>
                <a:srgbClr val="4CB1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8" name="pg218"/>
            <p:cNvSpPr/>
            <p:nvPr/>
          </p:nvSpPr>
          <p:spPr>
            <a:xfrm>
              <a:off x="3356864" y="2789700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43A6AA">
                <a:alpha val="100000"/>
              </a:srgbClr>
            </a:solidFill>
            <a:ln w="5420" cap="flat">
              <a:solidFill>
                <a:srgbClr val="4CB1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9" name="pg219"/>
            <p:cNvSpPr/>
            <p:nvPr/>
          </p:nvSpPr>
          <p:spPr>
            <a:xfrm>
              <a:off x="3438301" y="2789700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43A6AA">
                <a:alpha val="100000"/>
              </a:srgbClr>
            </a:solidFill>
            <a:ln w="5420" cap="flat">
              <a:solidFill>
                <a:srgbClr val="4DB2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0" name="pg220"/>
            <p:cNvSpPr/>
            <p:nvPr/>
          </p:nvSpPr>
          <p:spPr>
            <a:xfrm>
              <a:off x="3519738" y="2789700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44A7AA">
                <a:alpha val="100000"/>
              </a:srgbClr>
            </a:solidFill>
            <a:ln w="5420" cap="flat">
              <a:solidFill>
                <a:srgbClr val="4DB3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1" name="pg221"/>
            <p:cNvSpPr/>
            <p:nvPr/>
          </p:nvSpPr>
          <p:spPr>
            <a:xfrm>
              <a:off x="3601176" y="2789700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44A7AA">
                <a:alpha val="100000"/>
              </a:srgbClr>
            </a:solidFill>
            <a:ln w="5420" cap="flat">
              <a:solidFill>
                <a:srgbClr val="4DB3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2" name="pg222"/>
            <p:cNvSpPr/>
            <p:nvPr/>
          </p:nvSpPr>
          <p:spPr>
            <a:xfrm>
              <a:off x="3682613" y="2789700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44A7AA">
                <a:alpha val="100000"/>
              </a:srgbClr>
            </a:solidFill>
            <a:ln w="5420" cap="flat">
              <a:solidFill>
                <a:srgbClr val="4EB3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3" name="pg223"/>
            <p:cNvSpPr/>
            <p:nvPr/>
          </p:nvSpPr>
          <p:spPr>
            <a:xfrm>
              <a:off x="3764050" y="2789700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44A8AA">
                <a:alpha val="100000"/>
              </a:srgbClr>
            </a:solidFill>
            <a:ln w="5420" cap="flat">
              <a:solidFill>
                <a:srgbClr val="4EB3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4" name="pg224"/>
            <p:cNvSpPr/>
            <p:nvPr/>
          </p:nvSpPr>
          <p:spPr>
            <a:xfrm>
              <a:off x="3845487" y="2789700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45A8AA">
                <a:alpha val="100000"/>
              </a:srgbClr>
            </a:solidFill>
            <a:ln w="5420" cap="flat">
              <a:solidFill>
                <a:srgbClr val="4EB3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5" name="pg225"/>
            <p:cNvSpPr/>
            <p:nvPr/>
          </p:nvSpPr>
          <p:spPr>
            <a:xfrm>
              <a:off x="4171236" y="2789700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50B6AB">
                <a:alpha val="100000"/>
              </a:srgbClr>
            </a:solidFill>
            <a:ln w="5420" cap="flat">
              <a:solidFill>
                <a:srgbClr val="57C0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6" name="pg226"/>
            <p:cNvSpPr/>
            <p:nvPr/>
          </p:nvSpPr>
          <p:spPr>
            <a:xfrm>
              <a:off x="4252673" y="2789700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56BEAB">
                <a:alpha val="100000"/>
              </a:srgbClr>
            </a:solidFill>
            <a:ln w="5420" cap="flat">
              <a:solidFill>
                <a:srgbClr val="5CC7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7" name="pg227"/>
            <p:cNvSpPr/>
            <p:nvPr/>
          </p:nvSpPr>
          <p:spPr>
            <a:xfrm>
              <a:off x="4334110" y="2789700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7AD5B6">
                <a:alpha val="100000"/>
              </a:srgbClr>
            </a:solidFill>
            <a:ln w="5420" cap="flat">
              <a:solidFill>
                <a:srgbClr val="87D9B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8" name="pg228"/>
            <p:cNvSpPr/>
            <p:nvPr/>
          </p:nvSpPr>
          <p:spPr>
            <a:xfrm>
              <a:off x="4415547" y="2789700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99DFC3">
                <a:alpha val="100000"/>
              </a:srgbClr>
            </a:solidFill>
            <a:ln w="5420" cap="flat">
              <a:solidFill>
                <a:srgbClr val="A2E1C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9" name="pg229"/>
            <p:cNvSpPr/>
            <p:nvPr/>
          </p:nvSpPr>
          <p:spPr>
            <a:xfrm>
              <a:off x="4496984" y="2789700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B0E6CE">
                <a:alpha val="100000"/>
              </a:srgbClr>
            </a:solidFill>
            <a:ln w="5420" cap="flat">
              <a:solidFill>
                <a:srgbClr val="B6E8D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0" name="pg230"/>
            <p:cNvSpPr/>
            <p:nvPr/>
          </p:nvSpPr>
          <p:spPr>
            <a:xfrm>
              <a:off x="4578421" y="2789700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BEEAD5">
                <a:alpha val="100000"/>
              </a:srgbClr>
            </a:solidFill>
            <a:ln w="5420" cap="flat">
              <a:solidFill>
                <a:srgbClr val="C2ECD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1" name="pg231"/>
            <p:cNvSpPr/>
            <p:nvPr/>
          </p:nvSpPr>
          <p:spPr>
            <a:xfrm>
              <a:off x="4659858" y="2789700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C1EBD6">
                <a:alpha val="100000"/>
              </a:srgbClr>
            </a:solidFill>
            <a:ln w="5420" cap="flat">
              <a:solidFill>
                <a:srgbClr val="C5EDD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2" name="pg232"/>
            <p:cNvSpPr/>
            <p:nvPr/>
          </p:nvSpPr>
          <p:spPr>
            <a:xfrm>
              <a:off x="4741296" y="2789700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BCEAD4">
                <a:alpha val="100000"/>
              </a:srgbClr>
            </a:solidFill>
            <a:ln w="5420" cap="flat">
              <a:solidFill>
                <a:srgbClr val="C1EBD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3" name="pg233"/>
            <p:cNvSpPr/>
            <p:nvPr/>
          </p:nvSpPr>
          <p:spPr>
            <a:xfrm>
              <a:off x="4822733" y="2789700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B3E7D0">
                <a:alpha val="100000"/>
              </a:srgbClr>
            </a:solidFill>
            <a:ln w="5420" cap="flat">
              <a:solidFill>
                <a:srgbClr val="B9E9D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4" name="pg234"/>
            <p:cNvSpPr/>
            <p:nvPr/>
          </p:nvSpPr>
          <p:spPr>
            <a:xfrm>
              <a:off x="2786804" y="2893016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41A4AA">
                <a:alpha val="100000"/>
              </a:srgbClr>
            </a:solidFill>
            <a:ln w="5420" cap="flat">
              <a:solidFill>
                <a:srgbClr val="4BB0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5" name="pg235"/>
            <p:cNvSpPr/>
            <p:nvPr/>
          </p:nvSpPr>
          <p:spPr>
            <a:xfrm>
              <a:off x="2868241" y="2893016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41A4AA">
                <a:alpha val="100000"/>
              </a:srgbClr>
            </a:solidFill>
            <a:ln w="5420" cap="flat">
              <a:solidFill>
                <a:srgbClr val="4BB0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6" name="pg236"/>
            <p:cNvSpPr/>
            <p:nvPr/>
          </p:nvSpPr>
          <p:spPr>
            <a:xfrm>
              <a:off x="2949678" y="2893016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40A3AA">
                <a:alpha val="100000"/>
              </a:srgbClr>
            </a:solidFill>
            <a:ln w="5420" cap="flat">
              <a:solidFill>
                <a:srgbClr val="4AAF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7" name="pg237"/>
            <p:cNvSpPr/>
            <p:nvPr/>
          </p:nvSpPr>
          <p:spPr>
            <a:xfrm>
              <a:off x="3031116" y="2893016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40A2AA">
                <a:alpha val="100000"/>
              </a:srgbClr>
            </a:solidFill>
            <a:ln w="5420" cap="flat">
              <a:solidFill>
                <a:srgbClr val="4AAE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8" name="pg238"/>
            <p:cNvSpPr/>
            <p:nvPr/>
          </p:nvSpPr>
          <p:spPr>
            <a:xfrm>
              <a:off x="3112553" y="2893016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40A2AA">
                <a:alpha val="100000"/>
              </a:srgbClr>
            </a:solidFill>
            <a:ln w="5420" cap="flat">
              <a:solidFill>
                <a:srgbClr val="4AAE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9" name="pg239"/>
            <p:cNvSpPr/>
            <p:nvPr/>
          </p:nvSpPr>
          <p:spPr>
            <a:xfrm>
              <a:off x="3193990" y="2893016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40A3AA">
                <a:alpha val="100000"/>
              </a:srgbClr>
            </a:solidFill>
            <a:ln w="5420" cap="flat">
              <a:solidFill>
                <a:srgbClr val="4AAF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0" name="pg240"/>
            <p:cNvSpPr/>
            <p:nvPr/>
          </p:nvSpPr>
          <p:spPr>
            <a:xfrm>
              <a:off x="3275427" y="2893016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41A4AA">
                <a:alpha val="100000"/>
              </a:srgbClr>
            </a:solidFill>
            <a:ln w="5420" cap="flat">
              <a:solidFill>
                <a:srgbClr val="4BB0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1" name="pg241"/>
            <p:cNvSpPr/>
            <p:nvPr/>
          </p:nvSpPr>
          <p:spPr>
            <a:xfrm>
              <a:off x="3356864" y="2893016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42A5AA">
                <a:alpha val="100000"/>
              </a:srgbClr>
            </a:solidFill>
            <a:ln w="5420" cap="flat">
              <a:solidFill>
                <a:srgbClr val="4CB1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2" name="pg242"/>
            <p:cNvSpPr/>
            <p:nvPr/>
          </p:nvSpPr>
          <p:spPr>
            <a:xfrm>
              <a:off x="3438301" y="2893016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43A6AA">
                <a:alpha val="100000"/>
              </a:srgbClr>
            </a:solidFill>
            <a:ln w="5420" cap="flat">
              <a:solidFill>
                <a:srgbClr val="4DB2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3" name="pg243"/>
            <p:cNvSpPr/>
            <p:nvPr/>
          </p:nvSpPr>
          <p:spPr>
            <a:xfrm>
              <a:off x="3519738" y="2893016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45A9AA">
                <a:alpha val="100000"/>
              </a:srgbClr>
            </a:solidFill>
            <a:ln w="5420" cap="flat">
              <a:solidFill>
                <a:srgbClr val="4EB4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4" name="pg244"/>
            <p:cNvSpPr/>
            <p:nvPr/>
          </p:nvSpPr>
          <p:spPr>
            <a:xfrm>
              <a:off x="3601176" y="2893016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46AAAA">
                <a:alpha val="100000"/>
              </a:srgbClr>
            </a:solidFill>
            <a:ln w="5420" cap="flat">
              <a:solidFill>
                <a:srgbClr val="4FB5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5" name="pg245"/>
            <p:cNvSpPr/>
            <p:nvPr/>
          </p:nvSpPr>
          <p:spPr>
            <a:xfrm>
              <a:off x="3682613" y="2893016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47ABAA">
                <a:alpha val="100000"/>
              </a:srgbClr>
            </a:solidFill>
            <a:ln w="5420" cap="flat">
              <a:solidFill>
                <a:srgbClr val="50B6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6" name="pg246"/>
            <p:cNvSpPr/>
            <p:nvPr/>
          </p:nvSpPr>
          <p:spPr>
            <a:xfrm>
              <a:off x="3764050" y="2893016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48ACAA">
                <a:alpha val="100000"/>
              </a:srgbClr>
            </a:solidFill>
            <a:ln w="5420" cap="flat">
              <a:solidFill>
                <a:srgbClr val="51B7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7" name="pg247"/>
            <p:cNvSpPr/>
            <p:nvPr/>
          </p:nvSpPr>
          <p:spPr>
            <a:xfrm>
              <a:off x="3845487" y="2893016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49ADAB">
                <a:alpha val="100000"/>
              </a:srgbClr>
            </a:solidFill>
            <a:ln w="5420" cap="flat">
              <a:solidFill>
                <a:srgbClr val="51B8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8" name="pg248"/>
            <p:cNvSpPr/>
            <p:nvPr/>
          </p:nvSpPr>
          <p:spPr>
            <a:xfrm>
              <a:off x="3926924" y="2893016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4BB0AB">
                <a:alpha val="100000"/>
              </a:srgbClr>
            </a:solidFill>
            <a:ln w="5420" cap="flat">
              <a:solidFill>
                <a:srgbClr val="53BA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9" name="pg249"/>
            <p:cNvSpPr/>
            <p:nvPr/>
          </p:nvSpPr>
          <p:spPr>
            <a:xfrm>
              <a:off x="4252673" y="2893016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59C3AC">
                <a:alpha val="100000"/>
              </a:srgbClr>
            </a:solidFill>
            <a:ln w="5420" cap="flat">
              <a:solidFill>
                <a:srgbClr val="5FCC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0" name="pg250"/>
            <p:cNvSpPr/>
            <p:nvPr/>
          </p:nvSpPr>
          <p:spPr>
            <a:xfrm>
              <a:off x="4334110" y="2893016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74D3B3">
                <a:alpha val="100000"/>
              </a:srgbClr>
            </a:solidFill>
            <a:ln w="5420" cap="flat">
              <a:solidFill>
                <a:srgbClr val="83D8B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1" name="pg251"/>
            <p:cNvSpPr/>
            <p:nvPr/>
          </p:nvSpPr>
          <p:spPr>
            <a:xfrm>
              <a:off x="4415547" y="2893016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8BDABD">
                <a:alpha val="100000"/>
              </a:srgbClr>
            </a:solidFill>
            <a:ln w="5420" cap="flat">
              <a:solidFill>
                <a:srgbClr val="96DEC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2" name="pg252"/>
            <p:cNvSpPr/>
            <p:nvPr/>
          </p:nvSpPr>
          <p:spPr>
            <a:xfrm>
              <a:off x="4496984" y="2893016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9CE0C5">
                <a:alpha val="100000"/>
              </a:srgbClr>
            </a:solidFill>
            <a:ln w="5420" cap="flat">
              <a:solidFill>
                <a:srgbClr val="A5E2C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3" name="pg253"/>
            <p:cNvSpPr/>
            <p:nvPr/>
          </p:nvSpPr>
          <p:spPr>
            <a:xfrm>
              <a:off x="4578421" y="2893016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A7E3CA">
                <a:alpha val="100000"/>
              </a:srgbClr>
            </a:solidFill>
            <a:ln w="5420" cap="flat">
              <a:solidFill>
                <a:srgbClr val="AEE5C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4" name="pg254"/>
            <p:cNvSpPr/>
            <p:nvPr/>
          </p:nvSpPr>
          <p:spPr>
            <a:xfrm>
              <a:off x="4659858" y="2893016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ABE4CC">
                <a:alpha val="100000"/>
              </a:srgbClr>
            </a:solidFill>
            <a:ln w="5420" cap="flat">
              <a:solidFill>
                <a:srgbClr val="B2E7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5" name="pg255"/>
            <p:cNvSpPr/>
            <p:nvPr/>
          </p:nvSpPr>
          <p:spPr>
            <a:xfrm>
              <a:off x="4741296" y="2893016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AAE4CB">
                <a:alpha val="100000"/>
              </a:srgbClr>
            </a:solidFill>
            <a:ln w="5420" cap="flat">
              <a:solidFill>
                <a:srgbClr val="B1E6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6" name="pg256"/>
            <p:cNvSpPr/>
            <p:nvPr/>
          </p:nvSpPr>
          <p:spPr>
            <a:xfrm>
              <a:off x="2786804" y="2996333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40A3AA">
                <a:alpha val="100000"/>
              </a:srgbClr>
            </a:solidFill>
            <a:ln w="5420" cap="flat">
              <a:solidFill>
                <a:srgbClr val="4AAF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7" name="pg257"/>
            <p:cNvSpPr/>
            <p:nvPr/>
          </p:nvSpPr>
          <p:spPr>
            <a:xfrm>
              <a:off x="2868241" y="2996333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FA1AA">
                <a:alpha val="100000"/>
              </a:srgbClr>
            </a:solidFill>
            <a:ln w="5420" cap="flat">
              <a:solidFill>
                <a:srgbClr val="49AE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8" name="pg258"/>
            <p:cNvSpPr/>
            <p:nvPr/>
          </p:nvSpPr>
          <p:spPr>
            <a:xfrm>
              <a:off x="2949678" y="2996333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DA0AA">
                <a:alpha val="100000"/>
              </a:srgbClr>
            </a:solidFill>
            <a:ln w="5420" cap="flat">
              <a:solidFill>
                <a:srgbClr val="48AD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9" name="pg259"/>
            <p:cNvSpPr/>
            <p:nvPr/>
          </p:nvSpPr>
          <p:spPr>
            <a:xfrm>
              <a:off x="3031116" y="2996333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DA0AA">
                <a:alpha val="100000"/>
              </a:srgbClr>
            </a:solidFill>
            <a:ln w="5420" cap="flat">
              <a:solidFill>
                <a:srgbClr val="48AC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0" name="pg260"/>
            <p:cNvSpPr/>
            <p:nvPr/>
          </p:nvSpPr>
          <p:spPr>
            <a:xfrm>
              <a:off x="3112553" y="2996333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D9FAA">
                <a:alpha val="100000"/>
              </a:srgbClr>
            </a:solidFill>
            <a:ln w="5420" cap="flat">
              <a:solidFill>
                <a:srgbClr val="48AC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1" name="pg261"/>
            <p:cNvSpPr/>
            <p:nvPr/>
          </p:nvSpPr>
          <p:spPr>
            <a:xfrm>
              <a:off x="3193990" y="2996333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DA0AA">
                <a:alpha val="100000"/>
              </a:srgbClr>
            </a:solidFill>
            <a:ln w="5420" cap="flat">
              <a:solidFill>
                <a:srgbClr val="48AD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2" name="pg262"/>
            <p:cNvSpPr/>
            <p:nvPr/>
          </p:nvSpPr>
          <p:spPr>
            <a:xfrm>
              <a:off x="3275427" y="2996333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FA1AA">
                <a:alpha val="100000"/>
              </a:srgbClr>
            </a:solidFill>
            <a:ln w="5420" cap="flat">
              <a:solidFill>
                <a:srgbClr val="49AE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3" name="pg263"/>
            <p:cNvSpPr/>
            <p:nvPr/>
          </p:nvSpPr>
          <p:spPr>
            <a:xfrm>
              <a:off x="3356864" y="2996333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40A3AA">
                <a:alpha val="100000"/>
              </a:srgbClr>
            </a:solidFill>
            <a:ln w="5420" cap="flat">
              <a:solidFill>
                <a:srgbClr val="4BAF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4" name="pg264"/>
            <p:cNvSpPr/>
            <p:nvPr/>
          </p:nvSpPr>
          <p:spPr>
            <a:xfrm>
              <a:off x="3438301" y="2996333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42A5AA">
                <a:alpha val="100000"/>
              </a:srgbClr>
            </a:solidFill>
            <a:ln w="5420" cap="flat">
              <a:solidFill>
                <a:srgbClr val="4CB1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5" name="pg265"/>
            <p:cNvSpPr/>
            <p:nvPr/>
          </p:nvSpPr>
          <p:spPr>
            <a:xfrm>
              <a:off x="3519738" y="2996333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46AAAA">
                <a:alpha val="100000"/>
              </a:srgbClr>
            </a:solidFill>
            <a:ln w="5420" cap="flat">
              <a:solidFill>
                <a:srgbClr val="4FB5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6" name="pg266"/>
            <p:cNvSpPr/>
            <p:nvPr/>
          </p:nvSpPr>
          <p:spPr>
            <a:xfrm>
              <a:off x="3601176" y="2996333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48ACAA">
                <a:alpha val="100000"/>
              </a:srgbClr>
            </a:solidFill>
            <a:ln w="5420" cap="flat">
              <a:solidFill>
                <a:srgbClr val="50B7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7" name="pg267"/>
            <p:cNvSpPr/>
            <p:nvPr/>
          </p:nvSpPr>
          <p:spPr>
            <a:xfrm>
              <a:off x="3682613" y="2996333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49ADAB">
                <a:alpha val="100000"/>
              </a:srgbClr>
            </a:solidFill>
            <a:ln w="5420" cap="flat">
              <a:solidFill>
                <a:srgbClr val="52B8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8" name="pg268"/>
            <p:cNvSpPr/>
            <p:nvPr/>
          </p:nvSpPr>
          <p:spPr>
            <a:xfrm>
              <a:off x="3764050" y="2996333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4BAFAB">
                <a:alpha val="100000"/>
              </a:srgbClr>
            </a:solidFill>
            <a:ln w="5420" cap="flat">
              <a:solidFill>
                <a:srgbClr val="53BA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9" name="pg269"/>
            <p:cNvSpPr/>
            <p:nvPr/>
          </p:nvSpPr>
          <p:spPr>
            <a:xfrm>
              <a:off x="3845487" y="2996333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4CB1AB">
                <a:alpha val="100000"/>
              </a:srgbClr>
            </a:solidFill>
            <a:ln w="5420" cap="flat">
              <a:solidFill>
                <a:srgbClr val="54BC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0" name="pg270"/>
            <p:cNvSpPr/>
            <p:nvPr/>
          </p:nvSpPr>
          <p:spPr>
            <a:xfrm>
              <a:off x="3926924" y="2996333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4EB4AB">
                <a:alpha val="100000"/>
              </a:srgbClr>
            </a:solidFill>
            <a:ln w="5420" cap="flat">
              <a:solidFill>
                <a:srgbClr val="55BE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1" name="pg271"/>
            <p:cNvSpPr/>
            <p:nvPr/>
          </p:nvSpPr>
          <p:spPr>
            <a:xfrm>
              <a:off x="4252673" y="2996333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5CC7AC">
                <a:alpha val="100000"/>
              </a:srgbClr>
            </a:solidFill>
            <a:ln w="5420" cap="flat">
              <a:solidFill>
                <a:srgbClr val="63CFA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2" name="pg272"/>
            <p:cNvSpPr/>
            <p:nvPr/>
          </p:nvSpPr>
          <p:spPr>
            <a:xfrm>
              <a:off x="4334110" y="2996333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6BD1B0">
                <a:alpha val="100000"/>
              </a:srgbClr>
            </a:solidFill>
            <a:ln w="5420" cap="flat">
              <a:solidFill>
                <a:srgbClr val="7BD6B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3" name="pg273"/>
            <p:cNvSpPr/>
            <p:nvPr/>
          </p:nvSpPr>
          <p:spPr>
            <a:xfrm>
              <a:off x="4415547" y="2996333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7CD6B7">
                <a:alpha val="100000"/>
              </a:srgbClr>
            </a:solidFill>
            <a:ln w="5420" cap="flat">
              <a:solidFill>
                <a:srgbClr val="89DAB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4" name="pg274"/>
            <p:cNvSpPr/>
            <p:nvPr/>
          </p:nvSpPr>
          <p:spPr>
            <a:xfrm>
              <a:off x="4496984" y="2996333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89DABC">
                <a:alpha val="100000"/>
              </a:srgbClr>
            </a:solidFill>
            <a:ln w="5420" cap="flat">
              <a:solidFill>
                <a:srgbClr val="94DDC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5" name="pg275"/>
            <p:cNvSpPr/>
            <p:nvPr/>
          </p:nvSpPr>
          <p:spPr>
            <a:xfrm>
              <a:off x="4578421" y="2996333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92DCC0">
                <a:alpha val="100000"/>
              </a:srgbClr>
            </a:solidFill>
            <a:ln w="5420" cap="flat">
              <a:solidFill>
                <a:srgbClr val="9CE0C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6" name="pg276"/>
            <p:cNvSpPr/>
            <p:nvPr/>
          </p:nvSpPr>
          <p:spPr>
            <a:xfrm>
              <a:off x="4659858" y="2996333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97DEC3">
                <a:alpha val="100000"/>
              </a:srgbClr>
            </a:solidFill>
            <a:ln w="5420" cap="flat">
              <a:solidFill>
                <a:srgbClr val="A1E1C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7" name="pg277"/>
            <p:cNvSpPr/>
            <p:nvPr/>
          </p:nvSpPr>
          <p:spPr>
            <a:xfrm>
              <a:off x="2705367" y="3099649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40A3AA">
                <a:alpha val="100000"/>
              </a:srgbClr>
            </a:solidFill>
            <a:ln w="5420" cap="flat">
              <a:solidFill>
                <a:srgbClr val="4AAF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8" name="pg278"/>
            <p:cNvSpPr/>
            <p:nvPr/>
          </p:nvSpPr>
          <p:spPr>
            <a:xfrm>
              <a:off x="2786804" y="3099649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EA1AA">
                <a:alpha val="100000"/>
              </a:srgbClr>
            </a:solidFill>
            <a:ln w="5420" cap="flat">
              <a:solidFill>
                <a:srgbClr val="49AD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9" name="pg279"/>
            <p:cNvSpPr/>
            <p:nvPr/>
          </p:nvSpPr>
          <p:spPr>
            <a:xfrm>
              <a:off x="2868241" y="3099649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C9FAA">
                <a:alpha val="100000"/>
              </a:srgbClr>
            </a:solidFill>
            <a:ln w="5420" cap="flat">
              <a:solidFill>
                <a:srgbClr val="47AB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0" name="pg280"/>
            <p:cNvSpPr/>
            <p:nvPr/>
          </p:nvSpPr>
          <p:spPr>
            <a:xfrm>
              <a:off x="2949678" y="3099649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B9DA9">
                <a:alpha val="100000"/>
              </a:srgbClr>
            </a:solidFill>
            <a:ln w="5420" cap="flat">
              <a:solidFill>
                <a:srgbClr val="46AA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1" name="pg281"/>
            <p:cNvSpPr/>
            <p:nvPr/>
          </p:nvSpPr>
          <p:spPr>
            <a:xfrm>
              <a:off x="3031116" y="3099649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A9CA9">
                <a:alpha val="100000"/>
              </a:srgbClr>
            </a:solidFill>
            <a:ln w="5420" cap="flat">
              <a:solidFill>
                <a:srgbClr val="46A9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2" name="pg282"/>
            <p:cNvSpPr/>
            <p:nvPr/>
          </p:nvSpPr>
          <p:spPr>
            <a:xfrm>
              <a:off x="3112553" y="3099649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A9CA9">
                <a:alpha val="100000"/>
              </a:srgbClr>
            </a:solidFill>
            <a:ln w="5420" cap="flat">
              <a:solidFill>
                <a:srgbClr val="46A9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3" name="pg283"/>
            <p:cNvSpPr/>
            <p:nvPr/>
          </p:nvSpPr>
          <p:spPr>
            <a:xfrm>
              <a:off x="3193990" y="3099649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A9DA9">
                <a:alpha val="100000"/>
              </a:srgbClr>
            </a:solidFill>
            <a:ln w="5420" cap="flat">
              <a:solidFill>
                <a:srgbClr val="46AA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4" name="pg284"/>
            <p:cNvSpPr/>
            <p:nvPr/>
          </p:nvSpPr>
          <p:spPr>
            <a:xfrm>
              <a:off x="3275427" y="3099649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C9FAA">
                <a:alpha val="100000"/>
              </a:srgbClr>
            </a:solidFill>
            <a:ln w="5420" cap="flat">
              <a:solidFill>
                <a:srgbClr val="47AB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5" name="pg285"/>
            <p:cNvSpPr/>
            <p:nvPr/>
          </p:nvSpPr>
          <p:spPr>
            <a:xfrm>
              <a:off x="3356864" y="3099649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EA1AA">
                <a:alpha val="100000"/>
              </a:srgbClr>
            </a:solidFill>
            <a:ln w="5420" cap="flat">
              <a:solidFill>
                <a:srgbClr val="49AD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6" name="pg286"/>
            <p:cNvSpPr/>
            <p:nvPr/>
          </p:nvSpPr>
          <p:spPr>
            <a:xfrm>
              <a:off x="3438301" y="3099649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41A4AA">
                <a:alpha val="100000"/>
              </a:srgbClr>
            </a:solidFill>
            <a:ln w="5420" cap="flat">
              <a:solidFill>
                <a:srgbClr val="4BB0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7" name="pg287"/>
            <p:cNvSpPr/>
            <p:nvPr/>
          </p:nvSpPr>
          <p:spPr>
            <a:xfrm>
              <a:off x="3519738" y="3099649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46AAAA">
                <a:alpha val="100000"/>
              </a:srgbClr>
            </a:solidFill>
            <a:ln w="5420" cap="flat">
              <a:solidFill>
                <a:srgbClr val="4FB5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8" name="pg288"/>
            <p:cNvSpPr/>
            <p:nvPr/>
          </p:nvSpPr>
          <p:spPr>
            <a:xfrm>
              <a:off x="3601176" y="3099649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49ADAB">
                <a:alpha val="100000"/>
              </a:srgbClr>
            </a:solidFill>
            <a:ln w="5420" cap="flat">
              <a:solidFill>
                <a:srgbClr val="51B8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9" name="pg289"/>
            <p:cNvSpPr/>
            <p:nvPr/>
          </p:nvSpPr>
          <p:spPr>
            <a:xfrm>
              <a:off x="3682613" y="3099649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4BAFAB">
                <a:alpha val="100000"/>
              </a:srgbClr>
            </a:solidFill>
            <a:ln w="5420" cap="flat">
              <a:solidFill>
                <a:srgbClr val="53BA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0" name="pg290"/>
            <p:cNvSpPr/>
            <p:nvPr/>
          </p:nvSpPr>
          <p:spPr>
            <a:xfrm>
              <a:off x="3764050" y="3099649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4DB2AB">
                <a:alpha val="100000"/>
              </a:srgbClr>
            </a:solidFill>
            <a:ln w="5420" cap="flat">
              <a:solidFill>
                <a:srgbClr val="54BC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1" name="pg291"/>
            <p:cNvSpPr/>
            <p:nvPr/>
          </p:nvSpPr>
          <p:spPr>
            <a:xfrm>
              <a:off x="3845487" y="3099649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4FB4AB">
                <a:alpha val="100000"/>
              </a:srgbClr>
            </a:solidFill>
            <a:ln w="5420" cap="flat">
              <a:solidFill>
                <a:srgbClr val="56BF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2" name="pg292"/>
            <p:cNvSpPr/>
            <p:nvPr/>
          </p:nvSpPr>
          <p:spPr>
            <a:xfrm>
              <a:off x="3926924" y="3099649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50B7AB">
                <a:alpha val="100000"/>
              </a:srgbClr>
            </a:solidFill>
            <a:ln w="5420" cap="flat">
              <a:solidFill>
                <a:srgbClr val="57C1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3" name="pg293"/>
            <p:cNvSpPr/>
            <p:nvPr/>
          </p:nvSpPr>
          <p:spPr>
            <a:xfrm>
              <a:off x="4008361" y="3099649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52BAAB">
                <a:alpha val="100000"/>
              </a:srgbClr>
            </a:solidFill>
            <a:ln w="5420" cap="flat">
              <a:solidFill>
                <a:srgbClr val="59C3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4" name="pg294"/>
            <p:cNvSpPr/>
            <p:nvPr/>
          </p:nvSpPr>
          <p:spPr>
            <a:xfrm>
              <a:off x="4252673" y="3099649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5BC7AC">
                <a:alpha val="100000"/>
              </a:srgbClr>
            </a:solidFill>
            <a:ln w="5420" cap="flat">
              <a:solidFill>
                <a:srgbClr val="62CFA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5" name="pg295"/>
            <p:cNvSpPr/>
            <p:nvPr/>
          </p:nvSpPr>
          <p:spPr>
            <a:xfrm>
              <a:off x="4334110" y="3099649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62CEAD">
                <a:alpha val="100000"/>
              </a:srgbClr>
            </a:solidFill>
            <a:ln w="5420" cap="flat">
              <a:solidFill>
                <a:srgbClr val="74D3B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6" name="pg296"/>
            <p:cNvSpPr/>
            <p:nvPr/>
          </p:nvSpPr>
          <p:spPr>
            <a:xfrm>
              <a:off x="4415547" y="3099649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6ED2B1">
                <a:alpha val="100000"/>
              </a:srgbClr>
            </a:solidFill>
            <a:ln w="5420" cap="flat">
              <a:solidFill>
                <a:srgbClr val="7ED6B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7" name="pg297"/>
            <p:cNvSpPr/>
            <p:nvPr/>
          </p:nvSpPr>
          <p:spPr>
            <a:xfrm>
              <a:off x="4496984" y="3099649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79D5B5">
                <a:alpha val="100000"/>
              </a:srgbClr>
            </a:solidFill>
            <a:ln w="5420" cap="flat">
              <a:solidFill>
                <a:srgbClr val="87D9B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8" name="pg298"/>
            <p:cNvSpPr/>
            <p:nvPr/>
          </p:nvSpPr>
          <p:spPr>
            <a:xfrm>
              <a:off x="4578421" y="3099649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80D7B8">
                <a:alpha val="100000"/>
              </a:srgbClr>
            </a:solidFill>
            <a:ln w="5420" cap="flat">
              <a:solidFill>
                <a:srgbClr val="8DDBB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9" name="pg299"/>
            <p:cNvSpPr/>
            <p:nvPr/>
          </p:nvSpPr>
          <p:spPr>
            <a:xfrm>
              <a:off x="4659858" y="3099649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84D8BA">
                <a:alpha val="100000"/>
              </a:srgbClr>
            </a:solidFill>
            <a:ln w="5420" cap="flat">
              <a:solidFill>
                <a:srgbClr val="90DCB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0" name="pg300"/>
            <p:cNvSpPr/>
            <p:nvPr/>
          </p:nvSpPr>
          <p:spPr>
            <a:xfrm>
              <a:off x="2705367" y="3202965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FA1AA">
                <a:alpha val="100000"/>
              </a:srgbClr>
            </a:solidFill>
            <a:ln w="5420" cap="flat">
              <a:solidFill>
                <a:srgbClr val="49AE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1" name="pg301"/>
            <p:cNvSpPr/>
            <p:nvPr/>
          </p:nvSpPr>
          <p:spPr>
            <a:xfrm>
              <a:off x="2786804" y="3202965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C9EAA">
                <a:alpha val="100000"/>
              </a:srgbClr>
            </a:solidFill>
            <a:ln w="5420" cap="flat">
              <a:solidFill>
                <a:srgbClr val="47AB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2" name="pg302"/>
            <p:cNvSpPr/>
            <p:nvPr/>
          </p:nvSpPr>
          <p:spPr>
            <a:xfrm>
              <a:off x="2868241" y="3202965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99CA9">
                <a:alpha val="100000"/>
              </a:srgbClr>
            </a:solidFill>
            <a:ln w="5420" cap="flat">
              <a:solidFill>
                <a:srgbClr val="45A8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3" name="pg303"/>
            <p:cNvSpPr/>
            <p:nvPr/>
          </p:nvSpPr>
          <p:spPr>
            <a:xfrm>
              <a:off x="2949678" y="3202965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699A9">
                <a:alpha val="100000"/>
              </a:srgbClr>
            </a:solidFill>
            <a:ln w="5420" cap="flat">
              <a:solidFill>
                <a:srgbClr val="43A6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4" name="pg304"/>
            <p:cNvSpPr/>
            <p:nvPr/>
          </p:nvSpPr>
          <p:spPr>
            <a:xfrm>
              <a:off x="3031116" y="3202965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598A9">
                <a:alpha val="100000"/>
              </a:srgbClr>
            </a:solidFill>
            <a:ln w="5420" cap="flat">
              <a:solidFill>
                <a:srgbClr val="42A5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5" name="pg305"/>
            <p:cNvSpPr/>
            <p:nvPr/>
          </p:nvSpPr>
          <p:spPr>
            <a:xfrm>
              <a:off x="3112553" y="3202965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497A9">
                <a:alpha val="100000"/>
              </a:srgbClr>
            </a:solidFill>
            <a:ln w="5420" cap="flat">
              <a:solidFill>
                <a:srgbClr val="41A4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6" name="pg306"/>
            <p:cNvSpPr/>
            <p:nvPr/>
          </p:nvSpPr>
          <p:spPr>
            <a:xfrm>
              <a:off x="3193990" y="3202965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598A9">
                <a:alpha val="100000"/>
              </a:srgbClr>
            </a:solidFill>
            <a:ln w="5420" cap="flat">
              <a:solidFill>
                <a:srgbClr val="42A5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7" name="pg307"/>
            <p:cNvSpPr/>
            <p:nvPr/>
          </p:nvSpPr>
          <p:spPr>
            <a:xfrm>
              <a:off x="3275427" y="3202965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79AA9">
                <a:alpha val="100000"/>
              </a:srgbClr>
            </a:solidFill>
            <a:ln w="5420" cap="flat">
              <a:solidFill>
                <a:srgbClr val="44A7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8" name="pg308"/>
            <p:cNvSpPr/>
            <p:nvPr/>
          </p:nvSpPr>
          <p:spPr>
            <a:xfrm>
              <a:off x="3356864" y="3202965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B9EAA">
                <a:alpha val="100000"/>
              </a:srgbClr>
            </a:solidFill>
            <a:ln w="5420" cap="flat">
              <a:solidFill>
                <a:srgbClr val="47AA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9" name="pg309"/>
            <p:cNvSpPr/>
            <p:nvPr/>
          </p:nvSpPr>
          <p:spPr>
            <a:xfrm>
              <a:off x="3438301" y="3202965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FA2AA">
                <a:alpha val="100000"/>
              </a:srgbClr>
            </a:solidFill>
            <a:ln w="5420" cap="flat">
              <a:solidFill>
                <a:srgbClr val="4AAE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0" name="pg310"/>
            <p:cNvSpPr/>
            <p:nvPr/>
          </p:nvSpPr>
          <p:spPr>
            <a:xfrm>
              <a:off x="3519738" y="3202965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47ABAA">
                <a:alpha val="100000"/>
              </a:srgbClr>
            </a:solidFill>
            <a:ln w="5420" cap="flat">
              <a:solidFill>
                <a:srgbClr val="50B6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1" name="pg311"/>
            <p:cNvSpPr/>
            <p:nvPr/>
          </p:nvSpPr>
          <p:spPr>
            <a:xfrm>
              <a:off x="3601176" y="3202965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4BB0AB">
                <a:alpha val="100000"/>
              </a:srgbClr>
            </a:solidFill>
            <a:ln w="5420" cap="flat">
              <a:solidFill>
                <a:srgbClr val="53BA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2" name="pg312"/>
            <p:cNvSpPr/>
            <p:nvPr/>
          </p:nvSpPr>
          <p:spPr>
            <a:xfrm>
              <a:off x="3682613" y="3202965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4EB3AB">
                <a:alpha val="100000"/>
              </a:srgbClr>
            </a:solidFill>
            <a:ln w="5420" cap="flat">
              <a:solidFill>
                <a:srgbClr val="55BE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3" name="pg313"/>
            <p:cNvSpPr/>
            <p:nvPr/>
          </p:nvSpPr>
          <p:spPr>
            <a:xfrm>
              <a:off x="3764050" y="3202965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50B7AB">
                <a:alpha val="100000"/>
              </a:srgbClr>
            </a:solidFill>
            <a:ln w="5420" cap="flat">
              <a:solidFill>
                <a:srgbClr val="57C0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4" name="pg314"/>
            <p:cNvSpPr/>
            <p:nvPr/>
          </p:nvSpPr>
          <p:spPr>
            <a:xfrm>
              <a:off x="3845487" y="3202965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52B9AB">
                <a:alpha val="100000"/>
              </a:srgbClr>
            </a:solidFill>
            <a:ln w="5420" cap="flat">
              <a:solidFill>
                <a:srgbClr val="59C3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5" name="pg315"/>
            <p:cNvSpPr/>
            <p:nvPr/>
          </p:nvSpPr>
          <p:spPr>
            <a:xfrm>
              <a:off x="3926924" y="3202965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54BCAB">
                <a:alpha val="100000"/>
              </a:srgbClr>
            </a:solidFill>
            <a:ln w="5420" cap="flat">
              <a:solidFill>
                <a:srgbClr val="5AC5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6" name="pg316"/>
            <p:cNvSpPr/>
            <p:nvPr/>
          </p:nvSpPr>
          <p:spPr>
            <a:xfrm>
              <a:off x="4008361" y="3202965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56BEAB">
                <a:alpha val="100000"/>
              </a:srgbClr>
            </a:solidFill>
            <a:ln w="5420" cap="flat">
              <a:solidFill>
                <a:srgbClr val="5CC7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7" name="pg317"/>
            <p:cNvSpPr/>
            <p:nvPr/>
          </p:nvSpPr>
          <p:spPr>
            <a:xfrm>
              <a:off x="4089798" y="3202965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57C1AC">
                <a:alpha val="100000"/>
              </a:srgbClr>
            </a:solidFill>
            <a:ln w="5420" cap="flat">
              <a:solidFill>
                <a:srgbClr val="5DC9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8" name="pg318"/>
            <p:cNvSpPr/>
            <p:nvPr/>
          </p:nvSpPr>
          <p:spPr>
            <a:xfrm>
              <a:off x="4334110" y="3202965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5ECAAC">
                <a:alpha val="100000"/>
              </a:srgbClr>
            </a:solidFill>
            <a:ln w="5420" cap="flat">
              <a:solidFill>
                <a:srgbClr val="6AD1B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9" name="pg319"/>
            <p:cNvSpPr/>
            <p:nvPr/>
          </p:nvSpPr>
          <p:spPr>
            <a:xfrm>
              <a:off x="4415547" y="3202965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5FCDAC">
                <a:alpha val="100000"/>
              </a:srgbClr>
            </a:solidFill>
            <a:ln w="5420" cap="flat">
              <a:solidFill>
                <a:srgbClr val="6FD2B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0" name="pg320"/>
            <p:cNvSpPr/>
            <p:nvPr/>
          </p:nvSpPr>
          <p:spPr>
            <a:xfrm>
              <a:off x="4496984" y="3202965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62CEAD">
                <a:alpha val="100000"/>
              </a:srgbClr>
            </a:solidFill>
            <a:ln w="5420" cap="flat">
              <a:solidFill>
                <a:srgbClr val="74D3B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1" name="pg321"/>
            <p:cNvSpPr/>
            <p:nvPr/>
          </p:nvSpPr>
          <p:spPr>
            <a:xfrm>
              <a:off x="4578421" y="3202965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67D0AE">
                <a:alpha val="100000"/>
              </a:srgbClr>
            </a:solidFill>
            <a:ln w="5420" cap="flat">
              <a:solidFill>
                <a:srgbClr val="78D5B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2" name="pg322"/>
            <p:cNvSpPr/>
            <p:nvPr/>
          </p:nvSpPr>
          <p:spPr>
            <a:xfrm>
              <a:off x="4659858" y="3202965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6AD1B0">
                <a:alpha val="100000"/>
              </a:srgbClr>
            </a:solidFill>
            <a:ln w="5420" cap="flat">
              <a:solidFill>
                <a:srgbClr val="7BD5B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3" name="pg323"/>
            <p:cNvSpPr/>
            <p:nvPr/>
          </p:nvSpPr>
          <p:spPr>
            <a:xfrm>
              <a:off x="2705367" y="3306281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FA2AA">
                <a:alpha val="100000"/>
              </a:srgbClr>
            </a:solidFill>
            <a:ln w="5420" cap="flat">
              <a:solidFill>
                <a:srgbClr val="4AAE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4" name="pg324"/>
            <p:cNvSpPr/>
            <p:nvPr/>
          </p:nvSpPr>
          <p:spPr>
            <a:xfrm>
              <a:off x="2786804" y="3306281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C9FAA">
                <a:alpha val="100000"/>
              </a:srgbClr>
            </a:solidFill>
            <a:ln w="5420" cap="flat">
              <a:solidFill>
                <a:srgbClr val="47AB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5" name="pg325"/>
            <p:cNvSpPr/>
            <p:nvPr/>
          </p:nvSpPr>
          <p:spPr>
            <a:xfrm>
              <a:off x="2868241" y="3306281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99CA9">
                <a:alpha val="100000"/>
              </a:srgbClr>
            </a:solidFill>
            <a:ln w="5420" cap="flat">
              <a:solidFill>
                <a:srgbClr val="45A9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6" name="pg326"/>
            <p:cNvSpPr/>
            <p:nvPr/>
          </p:nvSpPr>
          <p:spPr>
            <a:xfrm>
              <a:off x="2949678" y="3306281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699A9">
                <a:alpha val="100000"/>
              </a:srgbClr>
            </a:solidFill>
            <a:ln w="5420" cap="flat">
              <a:solidFill>
                <a:srgbClr val="43A6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7" name="pg327"/>
            <p:cNvSpPr/>
            <p:nvPr/>
          </p:nvSpPr>
          <p:spPr>
            <a:xfrm>
              <a:off x="3031116" y="3306281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497A9">
                <a:alpha val="100000"/>
              </a:srgbClr>
            </a:solidFill>
            <a:ln w="5420" cap="flat">
              <a:solidFill>
                <a:srgbClr val="42A5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8" name="pg328"/>
            <p:cNvSpPr/>
            <p:nvPr/>
          </p:nvSpPr>
          <p:spPr>
            <a:xfrm>
              <a:off x="3112553" y="3306281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497A9">
                <a:alpha val="100000"/>
              </a:srgbClr>
            </a:solidFill>
            <a:ln w="5420" cap="flat">
              <a:solidFill>
                <a:srgbClr val="41A4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9" name="pg329"/>
            <p:cNvSpPr/>
            <p:nvPr/>
          </p:nvSpPr>
          <p:spPr>
            <a:xfrm>
              <a:off x="3193990" y="3306281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598A9">
                <a:alpha val="100000"/>
              </a:srgbClr>
            </a:solidFill>
            <a:ln w="5420" cap="flat">
              <a:solidFill>
                <a:srgbClr val="42A5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0" name="pg330"/>
            <p:cNvSpPr/>
            <p:nvPr/>
          </p:nvSpPr>
          <p:spPr>
            <a:xfrm>
              <a:off x="3275427" y="3306281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89AA9">
                <a:alpha val="100000"/>
              </a:srgbClr>
            </a:solidFill>
            <a:ln w="5420" cap="flat">
              <a:solidFill>
                <a:srgbClr val="44A7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1" name="pg331"/>
            <p:cNvSpPr/>
            <p:nvPr/>
          </p:nvSpPr>
          <p:spPr>
            <a:xfrm>
              <a:off x="3356864" y="3306281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C9EAA">
                <a:alpha val="100000"/>
              </a:srgbClr>
            </a:solidFill>
            <a:ln w="5420" cap="flat">
              <a:solidFill>
                <a:srgbClr val="47AB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2" name="pg332"/>
            <p:cNvSpPr/>
            <p:nvPr/>
          </p:nvSpPr>
          <p:spPr>
            <a:xfrm>
              <a:off x="3438301" y="3306281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40A3AA">
                <a:alpha val="100000"/>
              </a:srgbClr>
            </a:solidFill>
            <a:ln w="5420" cap="flat">
              <a:solidFill>
                <a:srgbClr val="4AAF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3" name="pg333"/>
            <p:cNvSpPr/>
            <p:nvPr/>
          </p:nvSpPr>
          <p:spPr>
            <a:xfrm>
              <a:off x="3519738" y="3306281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49ADAB">
                <a:alpha val="100000"/>
              </a:srgbClr>
            </a:solidFill>
            <a:ln w="5420" cap="flat">
              <a:solidFill>
                <a:srgbClr val="51B8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4" name="pg334"/>
            <p:cNvSpPr/>
            <p:nvPr/>
          </p:nvSpPr>
          <p:spPr>
            <a:xfrm>
              <a:off x="3601176" y="3306281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4DB2AB">
                <a:alpha val="100000"/>
              </a:srgbClr>
            </a:solidFill>
            <a:ln w="5420" cap="flat">
              <a:solidFill>
                <a:srgbClr val="54BC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5" name="pg335"/>
            <p:cNvSpPr/>
            <p:nvPr/>
          </p:nvSpPr>
          <p:spPr>
            <a:xfrm>
              <a:off x="3682613" y="3306281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50B6AB">
                <a:alpha val="100000"/>
              </a:srgbClr>
            </a:solidFill>
            <a:ln w="5420" cap="flat">
              <a:solidFill>
                <a:srgbClr val="57C0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6" name="pg336"/>
            <p:cNvSpPr/>
            <p:nvPr/>
          </p:nvSpPr>
          <p:spPr>
            <a:xfrm>
              <a:off x="3764050" y="3306281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52B9AB">
                <a:alpha val="100000"/>
              </a:srgbClr>
            </a:solidFill>
            <a:ln w="5420" cap="flat">
              <a:solidFill>
                <a:srgbClr val="59C3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7" name="pg337"/>
            <p:cNvSpPr/>
            <p:nvPr/>
          </p:nvSpPr>
          <p:spPr>
            <a:xfrm>
              <a:off x="3845487" y="3306281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54BCAB">
                <a:alpha val="100000"/>
              </a:srgbClr>
            </a:solidFill>
            <a:ln w="5420" cap="flat">
              <a:solidFill>
                <a:srgbClr val="5BC5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8" name="pg338"/>
            <p:cNvSpPr/>
            <p:nvPr/>
          </p:nvSpPr>
          <p:spPr>
            <a:xfrm>
              <a:off x="3926924" y="3306281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56BFAB">
                <a:alpha val="100000"/>
              </a:srgbClr>
            </a:solidFill>
            <a:ln w="5420" cap="flat">
              <a:solidFill>
                <a:srgbClr val="5CC8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9" name="pg339"/>
            <p:cNvSpPr/>
            <p:nvPr/>
          </p:nvSpPr>
          <p:spPr>
            <a:xfrm>
              <a:off x="4008361" y="3306281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57C1AC">
                <a:alpha val="100000"/>
              </a:srgbClr>
            </a:solidFill>
            <a:ln w="5420" cap="flat">
              <a:solidFill>
                <a:srgbClr val="5DCA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0" name="pg340"/>
            <p:cNvSpPr/>
            <p:nvPr/>
          </p:nvSpPr>
          <p:spPr>
            <a:xfrm>
              <a:off x="4089798" y="3306281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59C3AC">
                <a:alpha val="100000"/>
              </a:srgbClr>
            </a:solidFill>
            <a:ln w="5420" cap="flat">
              <a:solidFill>
                <a:srgbClr val="5ECB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1" name="pg341"/>
            <p:cNvSpPr/>
            <p:nvPr/>
          </p:nvSpPr>
          <p:spPr>
            <a:xfrm>
              <a:off x="4252673" y="3306281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5BC6AC">
                <a:alpha val="100000"/>
              </a:srgbClr>
            </a:solidFill>
            <a:ln w="5420" cap="flat">
              <a:solidFill>
                <a:srgbClr val="61CE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2" name="pg342"/>
            <p:cNvSpPr/>
            <p:nvPr/>
          </p:nvSpPr>
          <p:spPr>
            <a:xfrm>
              <a:off x="4334110" y="3306281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5DC9AC">
                <a:alpha val="100000"/>
              </a:srgbClr>
            </a:solidFill>
            <a:ln w="5420" cap="flat">
              <a:solidFill>
                <a:srgbClr val="68D0A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3" name="pg343"/>
            <p:cNvSpPr/>
            <p:nvPr/>
          </p:nvSpPr>
          <p:spPr>
            <a:xfrm>
              <a:off x="4415547" y="3306281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5ECBAC">
                <a:alpha val="100000"/>
              </a:srgbClr>
            </a:solidFill>
            <a:ln w="5420" cap="flat">
              <a:solidFill>
                <a:srgbClr val="6CD1B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4" name="pg344"/>
            <p:cNvSpPr/>
            <p:nvPr/>
          </p:nvSpPr>
          <p:spPr>
            <a:xfrm>
              <a:off x="4496984" y="3306281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5FCCAC">
                <a:alpha val="100000"/>
              </a:srgbClr>
            </a:solidFill>
            <a:ln w="5420" cap="flat">
              <a:solidFill>
                <a:srgbClr val="6FD2B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5" name="pg345"/>
            <p:cNvSpPr/>
            <p:nvPr/>
          </p:nvSpPr>
          <p:spPr>
            <a:xfrm>
              <a:off x="4578421" y="3306281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60CEAC">
                <a:alpha val="100000"/>
              </a:srgbClr>
            </a:solidFill>
            <a:ln w="5420" cap="flat">
              <a:solidFill>
                <a:srgbClr val="72D3B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6" name="pg346"/>
            <p:cNvSpPr/>
            <p:nvPr/>
          </p:nvSpPr>
          <p:spPr>
            <a:xfrm>
              <a:off x="4659858" y="3306281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62CEAD">
                <a:alpha val="100000"/>
              </a:srgbClr>
            </a:solidFill>
            <a:ln w="5420" cap="flat">
              <a:solidFill>
                <a:srgbClr val="74D3B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7" name="pg347"/>
            <p:cNvSpPr/>
            <p:nvPr/>
          </p:nvSpPr>
          <p:spPr>
            <a:xfrm>
              <a:off x="2786804" y="3409597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EA1AA">
                <a:alpha val="100000"/>
              </a:srgbClr>
            </a:solidFill>
            <a:ln w="5420" cap="flat">
              <a:solidFill>
                <a:srgbClr val="49AD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8" name="pg348"/>
            <p:cNvSpPr/>
            <p:nvPr/>
          </p:nvSpPr>
          <p:spPr>
            <a:xfrm>
              <a:off x="2868241" y="3409597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B9EAA">
                <a:alpha val="100000"/>
              </a:srgbClr>
            </a:solidFill>
            <a:ln w="5420" cap="flat">
              <a:solidFill>
                <a:srgbClr val="47AB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9" name="pg349"/>
            <p:cNvSpPr/>
            <p:nvPr/>
          </p:nvSpPr>
          <p:spPr>
            <a:xfrm>
              <a:off x="2949678" y="3409597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99BA9">
                <a:alpha val="100000"/>
              </a:srgbClr>
            </a:solidFill>
            <a:ln w="5420" cap="flat">
              <a:solidFill>
                <a:srgbClr val="45A8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0" name="pg350"/>
            <p:cNvSpPr/>
            <p:nvPr/>
          </p:nvSpPr>
          <p:spPr>
            <a:xfrm>
              <a:off x="3031116" y="3409597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79AA9">
                <a:alpha val="100000"/>
              </a:srgbClr>
            </a:solidFill>
            <a:ln w="5420" cap="flat">
              <a:solidFill>
                <a:srgbClr val="44A7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1" name="pg351"/>
            <p:cNvSpPr/>
            <p:nvPr/>
          </p:nvSpPr>
          <p:spPr>
            <a:xfrm>
              <a:off x="3112553" y="3409597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699A9">
                <a:alpha val="100000"/>
              </a:srgbClr>
            </a:solidFill>
            <a:ln w="5420" cap="flat">
              <a:solidFill>
                <a:srgbClr val="43A6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2" name="pg352"/>
            <p:cNvSpPr/>
            <p:nvPr/>
          </p:nvSpPr>
          <p:spPr>
            <a:xfrm>
              <a:off x="3193990" y="3409597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89AA9">
                <a:alpha val="100000"/>
              </a:srgbClr>
            </a:solidFill>
            <a:ln w="5420" cap="flat">
              <a:solidFill>
                <a:srgbClr val="44A7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3" name="pg353"/>
            <p:cNvSpPr/>
            <p:nvPr/>
          </p:nvSpPr>
          <p:spPr>
            <a:xfrm>
              <a:off x="3275427" y="3409597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A9DA9">
                <a:alpha val="100000"/>
              </a:srgbClr>
            </a:solidFill>
            <a:ln w="5420" cap="flat">
              <a:solidFill>
                <a:srgbClr val="46AA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4" name="pg354"/>
            <p:cNvSpPr/>
            <p:nvPr/>
          </p:nvSpPr>
          <p:spPr>
            <a:xfrm>
              <a:off x="3356864" y="3409597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EA1AA">
                <a:alpha val="100000"/>
              </a:srgbClr>
            </a:solidFill>
            <a:ln w="5420" cap="flat">
              <a:solidFill>
                <a:srgbClr val="49AD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5" name="pg355"/>
            <p:cNvSpPr/>
            <p:nvPr/>
          </p:nvSpPr>
          <p:spPr>
            <a:xfrm>
              <a:off x="3438301" y="3409597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43A6AA">
                <a:alpha val="100000"/>
              </a:srgbClr>
            </a:solidFill>
            <a:ln w="5420" cap="flat">
              <a:solidFill>
                <a:srgbClr val="4DB2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6" name="pg356"/>
            <p:cNvSpPr/>
            <p:nvPr/>
          </p:nvSpPr>
          <p:spPr>
            <a:xfrm>
              <a:off x="3519738" y="3409597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4CB1AB">
                <a:alpha val="100000"/>
              </a:srgbClr>
            </a:solidFill>
            <a:ln w="5420" cap="flat">
              <a:solidFill>
                <a:srgbClr val="53BB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7" name="pg357"/>
            <p:cNvSpPr/>
            <p:nvPr/>
          </p:nvSpPr>
          <p:spPr>
            <a:xfrm>
              <a:off x="3601176" y="3409597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4FB5AB">
                <a:alpha val="100000"/>
              </a:srgbClr>
            </a:solidFill>
            <a:ln w="5420" cap="flat">
              <a:solidFill>
                <a:srgbClr val="56BF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8" name="pg358"/>
            <p:cNvSpPr/>
            <p:nvPr/>
          </p:nvSpPr>
          <p:spPr>
            <a:xfrm>
              <a:off x="3682613" y="3409597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52B9AB">
                <a:alpha val="100000"/>
              </a:srgbClr>
            </a:solidFill>
            <a:ln w="5420" cap="flat">
              <a:solidFill>
                <a:srgbClr val="59C3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9" name="pg359"/>
            <p:cNvSpPr/>
            <p:nvPr/>
          </p:nvSpPr>
          <p:spPr>
            <a:xfrm>
              <a:off x="3764050" y="3409597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55BDAB">
                <a:alpha val="100000"/>
              </a:srgbClr>
            </a:solidFill>
            <a:ln w="5420" cap="flat">
              <a:solidFill>
                <a:srgbClr val="5BC6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0" name="pg360"/>
            <p:cNvSpPr/>
            <p:nvPr/>
          </p:nvSpPr>
          <p:spPr>
            <a:xfrm>
              <a:off x="3845487" y="3409597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56BFAB">
                <a:alpha val="100000"/>
              </a:srgbClr>
            </a:solidFill>
            <a:ln w="5420" cap="flat">
              <a:solidFill>
                <a:srgbClr val="5CC8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1" name="pg361"/>
            <p:cNvSpPr/>
            <p:nvPr/>
          </p:nvSpPr>
          <p:spPr>
            <a:xfrm>
              <a:off x="3926924" y="3409597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58C2AC">
                <a:alpha val="100000"/>
              </a:srgbClr>
            </a:solidFill>
            <a:ln w="5420" cap="flat">
              <a:solidFill>
                <a:srgbClr val="5ECA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2" name="pg362"/>
            <p:cNvSpPr/>
            <p:nvPr/>
          </p:nvSpPr>
          <p:spPr>
            <a:xfrm>
              <a:off x="4008361" y="3409597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59C4AC">
                <a:alpha val="100000"/>
              </a:srgbClr>
            </a:solidFill>
            <a:ln w="5420" cap="flat">
              <a:solidFill>
                <a:srgbClr val="5FCC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3" name="pg363"/>
            <p:cNvSpPr/>
            <p:nvPr/>
          </p:nvSpPr>
          <p:spPr>
            <a:xfrm>
              <a:off x="4089798" y="3409597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5AC5AC">
                <a:alpha val="100000"/>
              </a:srgbClr>
            </a:solidFill>
            <a:ln w="5420" cap="flat">
              <a:solidFill>
                <a:srgbClr val="5FCD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4" name="pg364"/>
            <p:cNvSpPr/>
            <p:nvPr/>
          </p:nvSpPr>
          <p:spPr>
            <a:xfrm>
              <a:off x="4171236" y="3409597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5BC6AC">
                <a:alpha val="100000"/>
              </a:srgbClr>
            </a:solidFill>
            <a:ln w="5420" cap="flat">
              <a:solidFill>
                <a:srgbClr val="61CE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5" name="pg365"/>
            <p:cNvSpPr/>
            <p:nvPr/>
          </p:nvSpPr>
          <p:spPr>
            <a:xfrm>
              <a:off x="4252673" y="3409597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5CC7AC">
                <a:alpha val="100000"/>
              </a:srgbClr>
            </a:solidFill>
            <a:ln w="5420" cap="flat">
              <a:solidFill>
                <a:srgbClr val="63CFA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6" name="pg366"/>
            <p:cNvSpPr/>
            <p:nvPr/>
          </p:nvSpPr>
          <p:spPr>
            <a:xfrm>
              <a:off x="4334110" y="3409597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5DC9AC">
                <a:alpha val="100000"/>
              </a:srgbClr>
            </a:solidFill>
            <a:ln w="5420" cap="flat">
              <a:solidFill>
                <a:srgbClr val="68D0A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7" name="pg367"/>
            <p:cNvSpPr/>
            <p:nvPr/>
          </p:nvSpPr>
          <p:spPr>
            <a:xfrm>
              <a:off x="4415547" y="3409597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5ECAAC">
                <a:alpha val="100000"/>
              </a:srgbClr>
            </a:solidFill>
            <a:ln w="5420" cap="flat">
              <a:solidFill>
                <a:srgbClr val="6AD1B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8" name="pg368"/>
            <p:cNvSpPr/>
            <p:nvPr/>
          </p:nvSpPr>
          <p:spPr>
            <a:xfrm>
              <a:off x="4496984" y="3409597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5ECBAC">
                <a:alpha val="100000"/>
              </a:srgbClr>
            </a:solidFill>
            <a:ln w="5420" cap="flat">
              <a:solidFill>
                <a:srgbClr val="6CD1B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9" name="pg369"/>
            <p:cNvSpPr/>
            <p:nvPr/>
          </p:nvSpPr>
          <p:spPr>
            <a:xfrm>
              <a:off x="4578421" y="3409597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5FCCAC">
                <a:alpha val="100000"/>
              </a:srgbClr>
            </a:solidFill>
            <a:ln w="5420" cap="flat">
              <a:solidFill>
                <a:srgbClr val="6ED2B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0" name="pg370"/>
            <p:cNvSpPr/>
            <p:nvPr/>
          </p:nvSpPr>
          <p:spPr>
            <a:xfrm>
              <a:off x="4659858" y="3409597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5FCDAC">
                <a:alpha val="100000"/>
              </a:srgbClr>
            </a:solidFill>
            <a:ln w="5420" cap="flat">
              <a:solidFill>
                <a:srgbClr val="70D2B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1" name="pg371"/>
            <p:cNvSpPr/>
            <p:nvPr/>
          </p:nvSpPr>
          <p:spPr>
            <a:xfrm>
              <a:off x="2868241" y="3512913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FA2AA">
                <a:alpha val="100000"/>
              </a:srgbClr>
            </a:solidFill>
            <a:ln w="5420" cap="flat">
              <a:solidFill>
                <a:srgbClr val="4AAE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2" name="pg372"/>
            <p:cNvSpPr/>
            <p:nvPr/>
          </p:nvSpPr>
          <p:spPr>
            <a:xfrm>
              <a:off x="2949678" y="3512913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DA0AA">
                <a:alpha val="100000"/>
              </a:srgbClr>
            </a:solidFill>
            <a:ln w="5420" cap="flat">
              <a:solidFill>
                <a:srgbClr val="48AC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3" name="pg373"/>
            <p:cNvSpPr/>
            <p:nvPr/>
          </p:nvSpPr>
          <p:spPr>
            <a:xfrm>
              <a:off x="3031116" y="3512913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C9EAA">
                <a:alpha val="100000"/>
              </a:srgbClr>
            </a:solidFill>
            <a:ln w="5420" cap="flat">
              <a:solidFill>
                <a:srgbClr val="47AB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4" name="pg374"/>
            <p:cNvSpPr/>
            <p:nvPr/>
          </p:nvSpPr>
          <p:spPr>
            <a:xfrm>
              <a:off x="3112553" y="3512913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C9EAA">
                <a:alpha val="100000"/>
              </a:srgbClr>
            </a:solidFill>
            <a:ln w="5420" cap="flat">
              <a:solidFill>
                <a:srgbClr val="47AB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5" name="pg375"/>
            <p:cNvSpPr/>
            <p:nvPr/>
          </p:nvSpPr>
          <p:spPr>
            <a:xfrm>
              <a:off x="3193990" y="3512913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DA0AA">
                <a:alpha val="100000"/>
              </a:srgbClr>
            </a:solidFill>
            <a:ln w="5420" cap="flat">
              <a:solidFill>
                <a:srgbClr val="48AC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6" name="pg376"/>
            <p:cNvSpPr/>
            <p:nvPr/>
          </p:nvSpPr>
          <p:spPr>
            <a:xfrm>
              <a:off x="3275427" y="3512913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40A2AA">
                <a:alpha val="100000"/>
              </a:srgbClr>
            </a:solidFill>
            <a:ln w="5420" cap="flat">
              <a:solidFill>
                <a:srgbClr val="4AAF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7" name="pg377"/>
            <p:cNvSpPr/>
            <p:nvPr/>
          </p:nvSpPr>
          <p:spPr>
            <a:xfrm>
              <a:off x="3356864" y="3512913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43A6AA">
                <a:alpha val="100000"/>
              </a:srgbClr>
            </a:solidFill>
            <a:ln w="5420" cap="flat">
              <a:solidFill>
                <a:srgbClr val="4DB2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8" name="pg378"/>
            <p:cNvSpPr/>
            <p:nvPr/>
          </p:nvSpPr>
          <p:spPr>
            <a:xfrm>
              <a:off x="3438301" y="3512913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47ABAA">
                <a:alpha val="100000"/>
              </a:srgbClr>
            </a:solidFill>
            <a:ln w="5420" cap="flat">
              <a:solidFill>
                <a:srgbClr val="50B6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9" name="pg379"/>
            <p:cNvSpPr/>
            <p:nvPr/>
          </p:nvSpPr>
          <p:spPr>
            <a:xfrm>
              <a:off x="3519738" y="3512913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4FB5AB">
                <a:alpha val="100000"/>
              </a:srgbClr>
            </a:solidFill>
            <a:ln w="5420" cap="flat">
              <a:solidFill>
                <a:srgbClr val="56BF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0" name="pg380"/>
            <p:cNvSpPr/>
            <p:nvPr/>
          </p:nvSpPr>
          <p:spPr>
            <a:xfrm>
              <a:off x="3601176" y="3512913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52B9AB">
                <a:alpha val="100000"/>
              </a:srgbClr>
            </a:solidFill>
            <a:ln w="5420" cap="flat">
              <a:solidFill>
                <a:srgbClr val="59C3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1" name="pg381"/>
            <p:cNvSpPr/>
            <p:nvPr/>
          </p:nvSpPr>
          <p:spPr>
            <a:xfrm>
              <a:off x="3682613" y="3512913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55BDAB">
                <a:alpha val="100000"/>
              </a:srgbClr>
            </a:solidFill>
            <a:ln w="5420" cap="flat">
              <a:solidFill>
                <a:srgbClr val="5BC6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2" name="pg382"/>
            <p:cNvSpPr/>
            <p:nvPr/>
          </p:nvSpPr>
          <p:spPr>
            <a:xfrm>
              <a:off x="3764050" y="3512913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57C0AC">
                <a:alpha val="100000"/>
              </a:srgbClr>
            </a:solidFill>
            <a:ln w="5420" cap="flat">
              <a:solidFill>
                <a:srgbClr val="5DC9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3" name="pg383"/>
            <p:cNvSpPr/>
            <p:nvPr/>
          </p:nvSpPr>
          <p:spPr>
            <a:xfrm>
              <a:off x="3845487" y="3512913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59C3AC">
                <a:alpha val="100000"/>
              </a:srgbClr>
            </a:solidFill>
            <a:ln w="5420" cap="flat">
              <a:solidFill>
                <a:srgbClr val="5ECB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4" name="pg384"/>
            <p:cNvSpPr/>
            <p:nvPr/>
          </p:nvSpPr>
          <p:spPr>
            <a:xfrm>
              <a:off x="3926924" y="3512913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5AC5AC">
                <a:alpha val="100000"/>
              </a:srgbClr>
            </a:solidFill>
            <a:ln w="5420" cap="flat">
              <a:solidFill>
                <a:srgbClr val="5FCD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5" name="pg385"/>
            <p:cNvSpPr/>
            <p:nvPr/>
          </p:nvSpPr>
          <p:spPr>
            <a:xfrm>
              <a:off x="4008361" y="3512913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5BC6AC">
                <a:alpha val="100000"/>
              </a:srgbClr>
            </a:solidFill>
            <a:ln w="5420" cap="flat">
              <a:solidFill>
                <a:srgbClr val="61CE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6" name="pg386"/>
            <p:cNvSpPr/>
            <p:nvPr/>
          </p:nvSpPr>
          <p:spPr>
            <a:xfrm>
              <a:off x="4089798" y="3512913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5CC8AC">
                <a:alpha val="100000"/>
              </a:srgbClr>
            </a:solidFill>
            <a:ln w="5420" cap="flat">
              <a:solidFill>
                <a:srgbClr val="64CFA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7" name="pg387"/>
            <p:cNvSpPr/>
            <p:nvPr/>
          </p:nvSpPr>
          <p:spPr>
            <a:xfrm>
              <a:off x="4171236" y="3512913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5CC8AC">
                <a:alpha val="100000"/>
              </a:srgbClr>
            </a:solidFill>
            <a:ln w="5420" cap="flat">
              <a:solidFill>
                <a:srgbClr val="66D0A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8" name="pg388"/>
            <p:cNvSpPr/>
            <p:nvPr/>
          </p:nvSpPr>
          <p:spPr>
            <a:xfrm>
              <a:off x="4252673" y="3512913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5DC9AC">
                <a:alpha val="100000"/>
              </a:srgbClr>
            </a:solidFill>
            <a:ln w="5420" cap="flat">
              <a:solidFill>
                <a:srgbClr val="67D0A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9" name="pg389"/>
            <p:cNvSpPr/>
            <p:nvPr/>
          </p:nvSpPr>
          <p:spPr>
            <a:xfrm>
              <a:off x="4334110" y="3512913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5DCAAC">
                <a:alpha val="100000"/>
              </a:srgbClr>
            </a:solidFill>
            <a:ln w="5420" cap="flat">
              <a:solidFill>
                <a:srgbClr val="69D0A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0" name="pg390"/>
            <p:cNvSpPr/>
            <p:nvPr/>
          </p:nvSpPr>
          <p:spPr>
            <a:xfrm>
              <a:off x="4415547" y="3512913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5ECAAC">
                <a:alpha val="100000"/>
              </a:srgbClr>
            </a:solidFill>
            <a:ln w="5420" cap="flat">
              <a:solidFill>
                <a:srgbClr val="6AD1B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1" name="pg391"/>
            <p:cNvSpPr/>
            <p:nvPr/>
          </p:nvSpPr>
          <p:spPr>
            <a:xfrm>
              <a:off x="4496984" y="3512913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5ECBAC">
                <a:alpha val="100000"/>
              </a:srgbClr>
            </a:solidFill>
            <a:ln w="5420" cap="flat">
              <a:solidFill>
                <a:srgbClr val="6BD1B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2" name="pg392"/>
            <p:cNvSpPr/>
            <p:nvPr/>
          </p:nvSpPr>
          <p:spPr>
            <a:xfrm>
              <a:off x="4578421" y="3512913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5ECBAC">
                <a:alpha val="100000"/>
              </a:srgbClr>
            </a:solidFill>
            <a:ln w="5420" cap="flat">
              <a:solidFill>
                <a:srgbClr val="6CD1B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3" name="pg393"/>
            <p:cNvSpPr/>
            <p:nvPr/>
          </p:nvSpPr>
          <p:spPr>
            <a:xfrm>
              <a:off x="2868241" y="3616229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43A7AA">
                <a:alpha val="100000"/>
              </a:srgbClr>
            </a:solidFill>
            <a:ln w="5420" cap="flat">
              <a:solidFill>
                <a:srgbClr val="4DB2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4" name="pg394"/>
            <p:cNvSpPr/>
            <p:nvPr/>
          </p:nvSpPr>
          <p:spPr>
            <a:xfrm>
              <a:off x="2949678" y="3616229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43A6AA">
                <a:alpha val="100000"/>
              </a:srgbClr>
            </a:solidFill>
            <a:ln w="5420" cap="flat">
              <a:solidFill>
                <a:srgbClr val="4DB2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5" name="pg395"/>
            <p:cNvSpPr/>
            <p:nvPr/>
          </p:nvSpPr>
          <p:spPr>
            <a:xfrm>
              <a:off x="3031116" y="3616229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42A5AA">
                <a:alpha val="100000"/>
              </a:srgbClr>
            </a:solidFill>
            <a:ln w="5420" cap="flat">
              <a:solidFill>
                <a:srgbClr val="4CB1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6" name="pg396"/>
            <p:cNvSpPr/>
            <p:nvPr/>
          </p:nvSpPr>
          <p:spPr>
            <a:xfrm>
              <a:off x="3112553" y="3616229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43A6AA">
                <a:alpha val="100000"/>
              </a:srgbClr>
            </a:solidFill>
            <a:ln w="5420" cap="flat">
              <a:solidFill>
                <a:srgbClr val="4CB1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7" name="pg397"/>
            <p:cNvSpPr/>
            <p:nvPr/>
          </p:nvSpPr>
          <p:spPr>
            <a:xfrm>
              <a:off x="3193990" y="3616229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44A7AA">
                <a:alpha val="100000"/>
              </a:srgbClr>
            </a:solidFill>
            <a:ln w="5420" cap="flat">
              <a:solidFill>
                <a:srgbClr val="4DB3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8" name="pg398"/>
            <p:cNvSpPr/>
            <p:nvPr/>
          </p:nvSpPr>
          <p:spPr>
            <a:xfrm>
              <a:off x="3275427" y="3616229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46AAAA">
                <a:alpha val="100000"/>
              </a:srgbClr>
            </a:solidFill>
            <a:ln w="5420" cap="flat">
              <a:solidFill>
                <a:srgbClr val="4FB5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9" name="pg399"/>
            <p:cNvSpPr/>
            <p:nvPr/>
          </p:nvSpPr>
          <p:spPr>
            <a:xfrm>
              <a:off x="3356864" y="3616229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49AEAB">
                <a:alpha val="100000"/>
              </a:srgbClr>
            </a:solidFill>
            <a:ln w="5420" cap="flat">
              <a:solidFill>
                <a:srgbClr val="52B9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0" name="pg400"/>
            <p:cNvSpPr/>
            <p:nvPr/>
          </p:nvSpPr>
          <p:spPr>
            <a:xfrm>
              <a:off x="3438301" y="3616229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4DB2AB">
                <a:alpha val="100000"/>
              </a:srgbClr>
            </a:solidFill>
            <a:ln w="5420" cap="flat">
              <a:solidFill>
                <a:srgbClr val="54BC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1" name="pg401"/>
            <p:cNvSpPr/>
            <p:nvPr/>
          </p:nvSpPr>
          <p:spPr>
            <a:xfrm>
              <a:off x="3519738" y="3616229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53BBAB">
                <a:alpha val="100000"/>
              </a:srgbClr>
            </a:solidFill>
            <a:ln w="5420" cap="flat">
              <a:solidFill>
                <a:srgbClr val="5AC4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2" name="pg402"/>
            <p:cNvSpPr/>
            <p:nvPr/>
          </p:nvSpPr>
          <p:spPr>
            <a:xfrm>
              <a:off x="3601176" y="3616229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56BEAB">
                <a:alpha val="100000"/>
              </a:srgbClr>
            </a:solidFill>
            <a:ln w="5420" cap="flat">
              <a:solidFill>
                <a:srgbClr val="5CC7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3" name="pg403"/>
            <p:cNvSpPr/>
            <p:nvPr/>
          </p:nvSpPr>
          <p:spPr>
            <a:xfrm>
              <a:off x="3682613" y="3616229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58C2AC">
                <a:alpha val="100000"/>
              </a:srgbClr>
            </a:solidFill>
            <a:ln w="5420" cap="flat">
              <a:solidFill>
                <a:srgbClr val="5ECA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4" name="pg404"/>
            <p:cNvSpPr/>
            <p:nvPr/>
          </p:nvSpPr>
          <p:spPr>
            <a:xfrm>
              <a:off x="3764050" y="3616229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5AC4AC">
                <a:alpha val="100000"/>
              </a:srgbClr>
            </a:solidFill>
            <a:ln w="5420" cap="flat">
              <a:solidFill>
                <a:srgbClr val="5FCD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5" name="pg405"/>
            <p:cNvSpPr/>
            <p:nvPr/>
          </p:nvSpPr>
          <p:spPr>
            <a:xfrm>
              <a:off x="3845487" y="3616229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5BC7AC">
                <a:alpha val="100000"/>
              </a:srgbClr>
            </a:solidFill>
            <a:ln w="5420" cap="flat">
              <a:solidFill>
                <a:srgbClr val="62CEA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6" name="pg406"/>
            <p:cNvSpPr/>
            <p:nvPr/>
          </p:nvSpPr>
          <p:spPr>
            <a:xfrm>
              <a:off x="3926924" y="3616229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5CC8AC">
                <a:alpha val="100000"/>
              </a:srgbClr>
            </a:solidFill>
            <a:ln w="5420" cap="flat">
              <a:solidFill>
                <a:srgbClr val="65CFA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7" name="pg407"/>
            <p:cNvSpPr/>
            <p:nvPr/>
          </p:nvSpPr>
          <p:spPr>
            <a:xfrm>
              <a:off x="4008361" y="3616229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5DC9AC">
                <a:alpha val="100000"/>
              </a:srgbClr>
            </a:solidFill>
            <a:ln w="5420" cap="flat">
              <a:solidFill>
                <a:srgbClr val="68D0A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8" name="pg408"/>
            <p:cNvSpPr/>
            <p:nvPr/>
          </p:nvSpPr>
          <p:spPr>
            <a:xfrm>
              <a:off x="4089798" y="3616229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5ECAAC">
                <a:alpha val="100000"/>
              </a:srgbClr>
            </a:solidFill>
            <a:ln w="5420" cap="flat">
              <a:solidFill>
                <a:srgbClr val="6AD1B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9" name="pg409"/>
            <p:cNvSpPr/>
            <p:nvPr/>
          </p:nvSpPr>
          <p:spPr>
            <a:xfrm>
              <a:off x="4171236" y="3616229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5ECAAC">
                <a:alpha val="100000"/>
              </a:srgbClr>
            </a:solidFill>
            <a:ln w="5420" cap="flat">
              <a:solidFill>
                <a:srgbClr val="6BD1B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0" name="pg410"/>
            <p:cNvSpPr/>
            <p:nvPr/>
          </p:nvSpPr>
          <p:spPr>
            <a:xfrm>
              <a:off x="4252673" y="3616229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5ECBAC">
                <a:alpha val="100000"/>
              </a:srgbClr>
            </a:solidFill>
            <a:ln w="5420" cap="flat">
              <a:solidFill>
                <a:srgbClr val="6BD1B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1" name="pg411"/>
            <p:cNvSpPr/>
            <p:nvPr/>
          </p:nvSpPr>
          <p:spPr>
            <a:xfrm>
              <a:off x="4334110" y="3616229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5ECBAC">
                <a:alpha val="100000"/>
              </a:srgbClr>
            </a:solidFill>
            <a:ln w="5420" cap="flat">
              <a:solidFill>
                <a:srgbClr val="6BD1B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2" name="pg412"/>
            <p:cNvSpPr/>
            <p:nvPr/>
          </p:nvSpPr>
          <p:spPr>
            <a:xfrm>
              <a:off x="4415547" y="3616229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5ECBAC">
                <a:alpha val="100000"/>
              </a:srgbClr>
            </a:solidFill>
            <a:ln w="5420" cap="flat">
              <a:solidFill>
                <a:srgbClr val="6BD1B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3" name="pg413"/>
            <p:cNvSpPr/>
            <p:nvPr/>
          </p:nvSpPr>
          <p:spPr>
            <a:xfrm>
              <a:off x="4496984" y="3616229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5ECBAC">
                <a:alpha val="100000"/>
              </a:srgbClr>
            </a:solidFill>
            <a:ln w="5420" cap="flat">
              <a:solidFill>
                <a:srgbClr val="6CD1B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4" name="pg414"/>
            <p:cNvSpPr/>
            <p:nvPr/>
          </p:nvSpPr>
          <p:spPr>
            <a:xfrm>
              <a:off x="3031116" y="3719546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49ADAB">
                <a:alpha val="100000"/>
              </a:srgbClr>
            </a:solidFill>
            <a:ln w="5420" cap="flat">
              <a:solidFill>
                <a:srgbClr val="52B8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5" name="pg415"/>
            <p:cNvSpPr/>
            <p:nvPr/>
          </p:nvSpPr>
          <p:spPr>
            <a:xfrm>
              <a:off x="3112553" y="3719546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4AAFAB">
                <a:alpha val="100000"/>
              </a:srgbClr>
            </a:solidFill>
            <a:ln w="5420" cap="flat">
              <a:solidFill>
                <a:srgbClr val="52B9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6" name="pg416"/>
            <p:cNvSpPr/>
            <p:nvPr/>
          </p:nvSpPr>
          <p:spPr>
            <a:xfrm>
              <a:off x="3193990" y="3719546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4BB0AB">
                <a:alpha val="100000"/>
              </a:srgbClr>
            </a:solidFill>
            <a:ln w="5420" cap="flat">
              <a:solidFill>
                <a:srgbClr val="53BB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7" name="pg417"/>
            <p:cNvSpPr/>
            <p:nvPr/>
          </p:nvSpPr>
          <p:spPr>
            <a:xfrm>
              <a:off x="3275427" y="3719546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4DB3AB">
                <a:alpha val="100000"/>
              </a:srgbClr>
            </a:solidFill>
            <a:ln w="5420" cap="flat">
              <a:solidFill>
                <a:srgbClr val="55BD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8" name="pg418"/>
            <p:cNvSpPr/>
            <p:nvPr/>
          </p:nvSpPr>
          <p:spPr>
            <a:xfrm>
              <a:off x="3356864" y="3719546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50B6AB">
                <a:alpha val="100000"/>
              </a:srgbClr>
            </a:solidFill>
            <a:ln w="5420" cap="flat">
              <a:solidFill>
                <a:srgbClr val="57C0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9" name="pg419"/>
            <p:cNvSpPr/>
            <p:nvPr/>
          </p:nvSpPr>
          <p:spPr>
            <a:xfrm>
              <a:off x="3438301" y="3719546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52BAAB">
                <a:alpha val="100000"/>
              </a:srgbClr>
            </a:solidFill>
            <a:ln w="5420" cap="flat">
              <a:solidFill>
                <a:srgbClr val="59C3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0" name="pg420"/>
            <p:cNvSpPr/>
            <p:nvPr/>
          </p:nvSpPr>
          <p:spPr>
            <a:xfrm>
              <a:off x="3519738" y="3719546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57C1AC">
                <a:alpha val="100000"/>
              </a:srgbClr>
            </a:solidFill>
            <a:ln w="5420" cap="flat">
              <a:solidFill>
                <a:srgbClr val="5DC9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1" name="pg421"/>
            <p:cNvSpPr/>
            <p:nvPr/>
          </p:nvSpPr>
          <p:spPr>
            <a:xfrm>
              <a:off x="3601176" y="3719546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59C4AC">
                <a:alpha val="100000"/>
              </a:srgbClr>
            </a:solidFill>
            <a:ln w="5420" cap="flat">
              <a:solidFill>
                <a:srgbClr val="5FCC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2" name="pg422"/>
            <p:cNvSpPr/>
            <p:nvPr/>
          </p:nvSpPr>
          <p:spPr>
            <a:xfrm>
              <a:off x="3682613" y="3719546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5BC6AC">
                <a:alpha val="100000"/>
              </a:srgbClr>
            </a:solidFill>
            <a:ln w="5420" cap="flat">
              <a:solidFill>
                <a:srgbClr val="60CE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3" name="pg423"/>
            <p:cNvSpPr/>
            <p:nvPr/>
          </p:nvSpPr>
          <p:spPr>
            <a:xfrm>
              <a:off x="3764050" y="3719546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5CC8AC">
                <a:alpha val="100000"/>
              </a:srgbClr>
            </a:solidFill>
            <a:ln w="5420" cap="flat">
              <a:solidFill>
                <a:srgbClr val="65CFA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4" name="pg424"/>
            <p:cNvSpPr/>
            <p:nvPr/>
          </p:nvSpPr>
          <p:spPr>
            <a:xfrm>
              <a:off x="3845487" y="3719546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5DCAAC">
                <a:alpha val="100000"/>
              </a:srgbClr>
            </a:solidFill>
            <a:ln w="5420" cap="flat">
              <a:solidFill>
                <a:srgbClr val="69D0A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5" name="pg425"/>
            <p:cNvSpPr/>
            <p:nvPr/>
          </p:nvSpPr>
          <p:spPr>
            <a:xfrm>
              <a:off x="3926924" y="3719546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5ECBAC">
                <a:alpha val="100000"/>
              </a:srgbClr>
            </a:solidFill>
            <a:ln w="5420" cap="flat">
              <a:solidFill>
                <a:srgbClr val="6CD1B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6" name="pg426"/>
            <p:cNvSpPr/>
            <p:nvPr/>
          </p:nvSpPr>
          <p:spPr>
            <a:xfrm>
              <a:off x="4008361" y="3719546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5FCCAC">
                <a:alpha val="100000"/>
              </a:srgbClr>
            </a:solidFill>
            <a:ln w="5420" cap="flat">
              <a:solidFill>
                <a:srgbClr val="6ED2B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7" name="pg427"/>
            <p:cNvSpPr/>
            <p:nvPr/>
          </p:nvSpPr>
          <p:spPr>
            <a:xfrm>
              <a:off x="4089798" y="3719546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5FCCAC">
                <a:alpha val="100000"/>
              </a:srgbClr>
            </a:solidFill>
            <a:ln w="5420" cap="flat">
              <a:solidFill>
                <a:srgbClr val="6FD2B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8" name="pg428"/>
            <p:cNvSpPr/>
            <p:nvPr/>
          </p:nvSpPr>
          <p:spPr>
            <a:xfrm>
              <a:off x="4171236" y="3719546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5FCCAC">
                <a:alpha val="100000"/>
              </a:srgbClr>
            </a:solidFill>
            <a:ln w="5420" cap="flat">
              <a:solidFill>
                <a:srgbClr val="6FD2B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9" name="pg429"/>
            <p:cNvSpPr/>
            <p:nvPr/>
          </p:nvSpPr>
          <p:spPr>
            <a:xfrm>
              <a:off x="4252673" y="3719546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5FCCAC">
                <a:alpha val="100000"/>
              </a:srgbClr>
            </a:solidFill>
            <a:ln w="5420" cap="flat">
              <a:solidFill>
                <a:srgbClr val="6FD2B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0" name="pg430"/>
            <p:cNvSpPr/>
            <p:nvPr/>
          </p:nvSpPr>
          <p:spPr>
            <a:xfrm>
              <a:off x="4334110" y="3719546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5FCCAC">
                <a:alpha val="100000"/>
              </a:srgbClr>
            </a:solidFill>
            <a:ln w="5420" cap="flat">
              <a:solidFill>
                <a:srgbClr val="6ED2B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1" name="pg431"/>
            <p:cNvSpPr/>
            <p:nvPr/>
          </p:nvSpPr>
          <p:spPr>
            <a:xfrm>
              <a:off x="4415547" y="3719546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5ECBAC">
                <a:alpha val="100000"/>
              </a:srgbClr>
            </a:solidFill>
            <a:ln w="5420" cap="flat">
              <a:solidFill>
                <a:srgbClr val="6DD1B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2" name="pg432"/>
            <p:cNvSpPr/>
            <p:nvPr/>
          </p:nvSpPr>
          <p:spPr>
            <a:xfrm>
              <a:off x="3112553" y="3822862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51B8AB">
                <a:alpha val="100000"/>
              </a:srgbClr>
            </a:solidFill>
            <a:ln w="5420" cap="flat">
              <a:solidFill>
                <a:srgbClr val="58C2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3" name="pg433"/>
            <p:cNvSpPr/>
            <p:nvPr/>
          </p:nvSpPr>
          <p:spPr>
            <a:xfrm>
              <a:off x="3193990" y="3822862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53BAAB">
                <a:alpha val="100000"/>
              </a:srgbClr>
            </a:solidFill>
            <a:ln w="5420" cap="flat">
              <a:solidFill>
                <a:srgbClr val="59C4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4" name="pg434"/>
            <p:cNvSpPr/>
            <p:nvPr/>
          </p:nvSpPr>
          <p:spPr>
            <a:xfrm>
              <a:off x="3275427" y="3822862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54BDAB">
                <a:alpha val="100000"/>
              </a:srgbClr>
            </a:solidFill>
            <a:ln w="5420" cap="flat">
              <a:solidFill>
                <a:srgbClr val="5BC6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5" name="pg435"/>
            <p:cNvSpPr/>
            <p:nvPr/>
          </p:nvSpPr>
          <p:spPr>
            <a:xfrm>
              <a:off x="3356864" y="3822862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56BFAB">
                <a:alpha val="100000"/>
              </a:srgbClr>
            </a:solidFill>
            <a:ln w="5420" cap="flat">
              <a:solidFill>
                <a:srgbClr val="5CC8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6" name="pg436"/>
            <p:cNvSpPr/>
            <p:nvPr/>
          </p:nvSpPr>
          <p:spPr>
            <a:xfrm>
              <a:off x="3438301" y="3822862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58C2AC">
                <a:alpha val="100000"/>
              </a:srgbClr>
            </a:solidFill>
            <a:ln w="5420" cap="flat">
              <a:solidFill>
                <a:srgbClr val="5ECA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7" name="pg437"/>
            <p:cNvSpPr/>
            <p:nvPr/>
          </p:nvSpPr>
          <p:spPr>
            <a:xfrm>
              <a:off x="3519738" y="3822862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5BC7AC">
                <a:alpha val="100000"/>
              </a:srgbClr>
            </a:solidFill>
            <a:ln w="5420" cap="flat">
              <a:solidFill>
                <a:srgbClr val="62CEA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8" name="pg438"/>
            <p:cNvSpPr/>
            <p:nvPr/>
          </p:nvSpPr>
          <p:spPr>
            <a:xfrm>
              <a:off x="3601176" y="3822862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5DC9AC">
                <a:alpha val="100000"/>
              </a:srgbClr>
            </a:solidFill>
            <a:ln w="5420" cap="flat">
              <a:solidFill>
                <a:srgbClr val="66D0A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9" name="pg439"/>
            <p:cNvSpPr/>
            <p:nvPr/>
          </p:nvSpPr>
          <p:spPr>
            <a:xfrm>
              <a:off x="3682613" y="3822862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5ECAAC">
                <a:alpha val="100000"/>
              </a:srgbClr>
            </a:solidFill>
            <a:ln w="5420" cap="flat">
              <a:solidFill>
                <a:srgbClr val="6AD1B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0" name="pg440"/>
            <p:cNvSpPr/>
            <p:nvPr/>
          </p:nvSpPr>
          <p:spPr>
            <a:xfrm>
              <a:off x="3764050" y="3822862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5ECBAC">
                <a:alpha val="100000"/>
              </a:srgbClr>
            </a:solidFill>
            <a:ln w="5420" cap="flat">
              <a:solidFill>
                <a:srgbClr val="6DD1B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1" name="pg441"/>
            <p:cNvSpPr/>
            <p:nvPr/>
          </p:nvSpPr>
          <p:spPr>
            <a:xfrm>
              <a:off x="3845487" y="3822862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5FCCAC">
                <a:alpha val="100000"/>
              </a:srgbClr>
            </a:solidFill>
            <a:ln w="5420" cap="flat">
              <a:solidFill>
                <a:srgbClr val="6FD2B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2" name="pg442"/>
            <p:cNvSpPr/>
            <p:nvPr/>
          </p:nvSpPr>
          <p:spPr>
            <a:xfrm>
              <a:off x="3926924" y="3822862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5FCDAC">
                <a:alpha val="100000"/>
              </a:srgbClr>
            </a:solidFill>
            <a:ln w="5420" cap="flat">
              <a:solidFill>
                <a:srgbClr val="70D2B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3" name="pg443"/>
            <p:cNvSpPr/>
            <p:nvPr/>
          </p:nvSpPr>
          <p:spPr>
            <a:xfrm>
              <a:off x="4008361" y="3822862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60CDAC">
                <a:alpha val="100000"/>
              </a:srgbClr>
            </a:solidFill>
            <a:ln w="5420" cap="flat">
              <a:solidFill>
                <a:srgbClr val="71D3B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4" name="pg444"/>
            <p:cNvSpPr/>
            <p:nvPr/>
          </p:nvSpPr>
          <p:spPr>
            <a:xfrm>
              <a:off x="4089798" y="3822862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60CEAC">
                <a:alpha val="100000"/>
              </a:srgbClr>
            </a:solidFill>
            <a:ln w="5420" cap="flat">
              <a:solidFill>
                <a:srgbClr val="72D3B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5" name="pg445"/>
            <p:cNvSpPr/>
            <p:nvPr/>
          </p:nvSpPr>
          <p:spPr>
            <a:xfrm>
              <a:off x="4171236" y="3822862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60CEAC">
                <a:alpha val="100000"/>
              </a:srgbClr>
            </a:solidFill>
            <a:ln w="5420" cap="flat">
              <a:solidFill>
                <a:srgbClr val="72D3B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6" name="pg446"/>
            <p:cNvSpPr/>
            <p:nvPr/>
          </p:nvSpPr>
          <p:spPr>
            <a:xfrm>
              <a:off x="4252673" y="3822862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60CDAC">
                <a:alpha val="100000"/>
              </a:srgbClr>
            </a:solidFill>
            <a:ln w="5420" cap="flat">
              <a:solidFill>
                <a:srgbClr val="71D3B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7" name="pg447"/>
            <p:cNvSpPr/>
            <p:nvPr/>
          </p:nvSpPr>
          <p:spPr>
            <a:xfrm>
              <a:off x="4334110" y="3822862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5FCDAC">
                <a:alpha val="100000"/>
              </a:srgbClr>
            </a:solidFill>
            <a:ln w="5420" cap="flat">
              <a:solidFill>
                <a:srgbClr val="70D2B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8" name="pg448"/>
            <p:cNvSpPr/>
            <p:nvPr/>
          </p:nvSpPr>
          <p:spPr>
            <a:xfrm>
              <a:off x="3193990" y="3926178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5AC4AC">
                <a:alpha val="100000"/>
              </a:srgbClr>
            </a:solidFill>
            <a:ln w="5420" cap="flat">
              <a:solidFill>
                <a:srgbClr val="5FCC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9" name="pg449"/>
            <p:cNvSpPr/>
            <p:nvPr/>
          </p:nvSpPr>
          <p:spPr>
            <a:xfrm>
              <a:off x="3275427" y="3926178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5BC6AC">
                <a:alpha val="100000"/>
              </a:srgbClr>
            </a:solidFill>
            <a:ln w="5420" cap="flat">
              <a:solidFill>
                <a:srgbClr val="61CE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0" name="pg450"/>
            <p:cNvSpPr/>
            <p:nvPr/>
          </p:nvSpPr>
          <p:spPr>
            <a:xfrm>
              <a:off x="3356864" y="3926178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5DC9AC">
                <a:alpha val="100000"/>
              </a:srgbClr>
            </a:solidFill>
            <a:ln w="5420" cap="flat">
              <a:solidFill>
                <a:srgbClr val="66D0A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1" name="pg451"/>
            <p:cNvSpPr/>
            <p:nvPr/>
          </p:nvSpPr>
          <p:spPr>
            <a:xfrm>
              <a:off x="3438301" y="3926178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5ECAAC">
                <a:alpha val="100000"/>
              </a:srgbClr>
            </a:solidFill>
            <a:ln w="5420" cap="flat">
              <a:solidFill>
                <a:srgbClr val="6BD1B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2" name="pg452"/>
            <p:cNvSpPr/>
            <p:nvPr/>
          </p:nvSpPr>
          <p:spPr>
            <a:xfrm>
              <a:off x="3519738" y="3926178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5FCDAC">
                <a:alpha val="100000"/>
              </a:srgbClr>
            </a:solidFill>
            <a:ln w="5420" cap="flat">
              <a:solidFill>
                <a:srgbClr val="70D2B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3" name="pg453"/>
            <p:cNvSpPr/>
            <p:nvPr/>
          </p:nvSpPr>
          <p:spPr>
            <a:xfrm>
              <a:off x="3601176" y="3926178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60CDAC">
                <a:alpha val="100000"/>
              </a:srgbClr>
            </a:solidFill>
            <a:ln w="5420" cap="flat">
              <a:solidFill>
                <a:srgbClr val="71D3B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4" name="pg454"/>
            <p:cNvSpPr/>
            <p:nvPr/>
          </p:nvSpPr>
          <p:spPr>
            <a:xfrm>
              <a:off x="3682613" y="3926178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60CEAC">
                <a:alpha val="100000"/>
              </a:srgbClr>
            </a:solidFill>
            <a:ln w="5420" cap="flat">
              <a:solidFill>
                <a:srgbClr val="72D3B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5" name="pg455"/>
            <p:cNvSpPr/>
            <p:nvPr/>
          </p:nvSpPr>
          <p:spPr>
            <a:xfrm>
              <a:off x="3764050" y="3926178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60CEAC">
                <a:alpha val="100000"/>
              </a:srgbClr>
            </a:solidFill>
            <a:ln w="5420" cap="flat">
              <a:solidFill>
                <a:srgbClr val="72D3B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6" name="pg456"/>
            <p:cNvSpPr/>
            <p:nvPr/>
          </p:nvSpPr>
          <p:spPr>
            <a:xfrm>
              <a:off x="3845487" y="3926178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60CEAC">
                <a:alpha val="100000"/>
              </a:srgbClr>
            </a:solidFill>
            <a:ln w="5420" cap="flat">
              <a:solidFill>
                <a:srgbClr val="72D3B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7" name="pg457"/>
            <p:cNvSpPr/>
            <p:nvPr/>
          </p:nvSpPr>
          <p:spPr>
            <a:xfrm>
              <a:off x="3926924" y="3926178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60CEAC">
                <a:alpha val="100000"/>
              </a:srgbClr>
            </a:solidFill>
            <a:ln w="5420" cap="flat">
              <a:solidFill>
                <a:srgbClr val="73D3B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8" name="pg458"/>
            <p:cNvSpPr/>
            <p:nvPr/>
          </p:nvSpPr>
          <p:spPr>
            <a:xfrm>
              <a:off x="4008361" y="3926178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61CEAC">
                <a:alpha val="100000"/>
              </a:srgbClr>
            </a:solidFill>
            <a:ln w="5420" cap="flat">
              <a:solidFill>
                <a:srgbClr val="73D3B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9" name="pg459"/>
            <p:cNvSpPr/>
            <p:nvPr/>
          </p:nvSpPr>
          <p:spPr>
            <a:xfrm>
              <a:off x="4089798" y="3926178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61CEAC">
                <a:alpha val="100000"/>
              </a:srgbClr>
            </a:solidFill>
            <a:ln w="5420" cap="flat">
              <a:solidFill>
                <a:srgbClr val="73D3B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0" name="pg460"/>
            <p:cNvSpPr/>
            <p:nvPr/>
          </p:nvSpPr>
          <p:spPr>
            <a:xfrm>
              <a:off x="4171236" y="3926178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61CEAC">
                <a:alpha val="100000"/>
              </a:srgbClr>
            </a:solidFill>
            <a:ln w="5420" cap="flat">
              <a:solidFill>
                <a:srgbClr val="73D3B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1" name="pg461"/>
            <p:cNvSpPr/>
            <p:nvPr/>
          </p:nvSpPr>
          <p:spPr>
            <a:xfrm>
              <a:off x="4252673" y="3926178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60CEAC">
                <a:alpha val="100000"/>
              </a:srgbClr>
            </a:solidFill>
            <a:ln w="5420" cap="flat">
              <a:solidFill>
                <a:srgbClr val="73D3B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2" name="pg462"/>
            <p:cNvSpPr/>
            <p:nvPr/>
          </p:nvSpPr>
          <p:spPr>
            <a:xfrm>
              <a:off x="4334110" y="3926178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60CDAC">
                <a:alpha val="100000"/>
              </a:srgbClr>
            </a:solidFill>
            <a:ln w="5420" cap="flat">
              <a:solidFill>
                <a:srgbClr val="71D3B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3" name="pg463"/>
            <p:cNvSpPr/>
            <p:nvPr/>
          </p:nvSpPr>
          <p:spPr>
            <a:xfrm>
              <a:off x="2868241" y="4029494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5CC8AC">
                <a:alpha val="100000"/>
              </a:srgbClr>
            </a:solidFill>
            <a:ln w="5420" cap="flat">
              <a:solidFill>
                <a:srgbClr val="65CFA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4" name="pg464"/>
            <p:cNvSpPr/>
            <p:nvPr/>
          </p:nvSpPr>
          <p:spPr>
            <a:xfrm>
              <a:off x="2949678" y="4029494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5ECAAC">
                <a:alpha val="100000"/>
              </a:srgbClr>
            </a:solidFill>
            <a:ln w="5420" cap="flat">
              <a:solidFill>
                <a:srgbClr val="6AD1B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5" name="pg465"/>
            <p:cNvSpPr/>
            <p:nvPr/>
          </p:nvSpPr>
          <p:spPr>
            <a:xfrm>
              <a:off x="3031116" y="4029494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5FCDAC">
                <a:alpha val="100000"/>
              </a:srgbClr>
            </a:solidFill>
            <a:ln w="5420" cap="flat">
              <a:solidFill>
                <a:srgbClr val="70D2B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6" name="pg466"/>
            <p:cNvSpPr/>
            <p:nvPr/>
          </p:nvSpPr>
          <p:spPr>
            <a:xfrm>
              <a:off x="3112553" y="4029494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5FCDAC">
                <a:alpha val="100000"/>
              </a:srgbClr>
            </a:solidFill>
            <a:ln w="5420" cap="flat">
              <a:solidFill>
                <a:srgbClr val="70D2B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7" name="pg467"/>
            <p:cNvSpPr/>
            <p:nvPr/>
          </p:nvSpPr>
          <p:spPr>
            <a:xfrm>
              <a:off x="3193990" y="4029494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61CEAC">
                <a:alpha val="100000"/>
              </a:srgbClr>
            </a:solidFill>
            <a:ln w="5420" cap="flat">
              <a:solidFill>
                <a:srgbClr val="73D3B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8" name="pg468"/>
            <p:cNvSpPr/>
            <p:nvPr/>
          </p:nvSpPr>
          <p:spPr>
            <a:xfrm>
              <a:off x="3275427" y="4029494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67D0AE">
                <a:alpha val="100000"/>
              </a:srgbClr>
            </a:solidFill>
            <a:ln w="5420" cap="flat">
              <a:solidFill>
                <a:srgbClr val="78D5B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9" name="pg469"/>
            <p:cNvSpPr/>
            <p:nvPr/>
          </p:nvSpPr>
          <p:spPr>
            <a:xfrm>
              <a:off x="3356864" y="4029494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6CD1B0">
                <a:alpha val="100000"/>
              </a:srgbClr>
            </a:solidFill>
            <a:ln w="5420" cap="flat">
              <a:solidFill>
                <a:srgbClr val="7CD6B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0" name="pg470"/>
            <p:cNvSpPr/>
            <p:nvPr/>
          </p:nvSpPr>
          <p:spPr>
            <a:xfrm>
              <a:off x="3438301" y="4029494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6ED2B1">
                <a:alpha val="100000"/>
              </a:srgbClr>
            </a:solidFill>
            <a:ln w="5420" cap="flat">
              <a:solidFill>
                <a:srgbClr val="7ED6B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1" name="pg471"/>
            <p:cNvSpPr/>
            <p:nvPr/>
          </p:nvSpPr>
          <p:spPr>
            <a:xfrm>
              <a:off x="3519738" y="4029494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6ED2B1">
                <a:alpha val="100000"/>
              </a:srgbClr>
            </a:solidFill>
            <a:ln w="5420" cap="flat">
              <a:solidFill>
                <a:srgbClr val="7ED6B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2" name="pg472"/>
            <p:cNvSpPr/>
            <p:nvPr/>
          </p:nvSpPr>
          <p:spPr>
            <a:xfrm>
              <a:off x="3601176" y="4029494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6CD1B0">
                <a:alpha val="100000"/>
              </a:srgbClr>
            </a:solidFill>
            <a:ln w="5420" cap="flat">
              <a:solidFill>
                <a:srgbClr val="7CD6B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3" name="pg473"/>
            <p:cNvSpPr/>
            <p:nvPr/>
          </p:nvSpPr>
          <p:spPr>
            <a:xfrm>
              <a:off x="3682613" y="4029494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69D0AF">
                <a:alpha val="100000"/>
              </a:srgbClr>
            </a:solidFill>
            <a:ln w="5420" cap="flat">
              <a:solidFill>
                <a:srgbClr val="7AD5B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4" name="pg474"/>
            <p:cNvSpPr/>
            <p:nvPr/>
          </p:nvSpPr>
          <p:spPr>
            <a:xfrm>
              <a:off x="3764050" y="4029494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66CFAE">
                <a:alpha val="100000"/>
              </a:srgbClr>
            </a:solidFill>
            <a:ln w="5420" cap="flat">
              <a:solidFill>
                <a:srgbClr val="77D4B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5" name="pg475"/>
            <p:cNvSpPr/>
            <p:nvPr/>
          </p:nvSpPr>
          <p:spPr>
            <a:xfrm>
              <a:off x="3845487" y="4029494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63CFAD">
                <a:alpha val="100000"/>
              </a:srgbClr>
            </a:solidFill>
            <a:ln w="5420" cap="flat">
              <a:solidFill>
                <a:srgbClr val="75D4B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6" name="pg476"/>
            <p:cNvSpPr/>
            <p:nvPr/>
          </p:nvSpPr>
          <p:spPr>
            <a:xfrm>
              <a:off x="3926924" y="4029494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62CEAD">
                <a:alpha val="100000"/>
              </a:srgbClr>
            </a:solidFill>
            <a:ln w="5420" cap="flat">
              <a:solidFill>
                <a:srgbClr val="74D3B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7" name="pg477"/>
            <p:cNvSpPr/>
            <p:nvPr/>
          </p:nvSpPr>
          <p:spPr>
            <a:xfrm>
              <a:off x="4008361" y="4029494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61CEAC">
                <a:alpha val="100000"/>
              </a:srgbClr>
            </a:solidFill>
            <a:ln w="5420" cap="flat">
              <a:solidFill>
                <a:srgbClr val="74D3B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8" name="pg478"/>
            <p:cNvSpPr/>
            <p:nvPr/>
          </p:nvSpPr>
          <p:spPr>
            <a:xfrm>
              <a:off x="4089798" y="4029494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61CEAC">
                <a:alpha val="100000"/>
              </a:srgbClr>
            </a:solidFill>
            <a:ln w="5420" cap="flat">
              <a:solidFill>
                <a:srgbClr val="74D3B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9" name="pg479"/>
            <p:cNvSpPr/>
            <p:nvPr/>
          </p:nvSpPr>
          <p:spPr>
            <a:xfrm>
              <a:off x="4171236" y="4029494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61CEAC">
                <a:alpha val="100000"/>
              </a:srgbClr>
            </a:solidFill>
            <a:ln w="5420" cap="flat">
              <a:solidFill>
                <a:srgbClr val="74D3B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0" name="pg480"/>
            <p:cNvSpPr/>
            <p:nvPr/>
          </p:nvSpPr>
          <p:spPr>
            <a:xfrm>
              <a:off x="4252673" y="4029494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61CEAC">
                <a:alpha val="100000"/>
              </a:srgbClr>
            </a:solidFill>
            <a:ln w="5420" cap="flat">
              <a:solidFill>
                <a:srgbClr val="73D3B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1" name="pg481"/>
            <p:cNvSpPr/>
            <p:nvPr/>
          </p:nvSpPr>
          <p:spPr>
            <a:xfrm>
              <a:off x="2786804" y="4132810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5ECAAC">
                <a:alpha val="100000"/>
              </a:srgbClr>
            </a:solidFill>
            <a:ln w="5420" cap="flat">
              <a:solidFill>
                <a:srgbClr val="6AD1B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2" name="pg482"/>
            <p:cNvSpPr/>
            <p:nvPr/>
          </p:nvSpPr>
          <p:spPr>
            <a:xfrm>
              <a:off x="2868241" y="4132810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5FCCAC">
                <a:alpha val="100000"/>
              </a:srgbClr>
            </a:solidFill>
            <a:ln w="5420" cap="flat">
              <a:solidFill>
                <a:srgbClr val="6FD2B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3" name="pg483"/>
            <p:cNvSpPr/>
            <p:nvPr/>
          </p:nvSpPr>
          <p:spPr>
            <a:xfrm>
              <a:off x="2949678" y="4132810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63CFAD">
                <a:alpha val="100000"/>
              </a:srgbClr>
            </a:solidFill>
            <a:ln w="5420" cap="flat">
              <a:solidFill>
                <a:srgbClr val="75D4B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4" name="pg484"/>
            <p:cNvSpPr/>
            <p:nvPr/>
          </p:nvSpPr>
          <p:spPr>
            <a:xfrm>
              <a:off x="3031116" y="4132810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6BD1B0">
                <a:alpha val="100000"/>
              </a:srgbClr>
            </a:solidFill>
            <a:ln w="5420" cap="flat">
              <a:solidFill>
                <a:srgbClr val="7BD6B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5" name="pg485"/>
            <p:cNvSpPr/>
            <p:nvPr/>
          </p:nvSpPr>
          <p:spPr>
            <a:xfrm>
              <a:off x="3112553" y="4132810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73D3B3">
                <a:alpha val="100000"/>
              </a:srgbClr>
            </a:solidFill>
            <a:ln w="5420" cap="flat">
              <a:solidFill>
                <a:srgbClr val="82D7B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6" name="pg486"/>
            <p:cNvSpPr/>
            <p:nvPr/>
          </p:nvSpPr>
          <p:spPr>
            <a:xfrm>
              <a:off x="3193990" y="4132810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7AD5B6">
                <a:alpha val="100000"/>
              </a:srgbClr>
            </a:solidFill>
            <a:ln w="5420" cap="flat">
              <a:solidFill>
                <a:srgbClr val="88D9B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7" name="pg487"/>
            <p:cNvSpPr/>
            <p:nvPr/>
          </p:nvSpPr>
          <p:spPr>
            <a:xfrm>
              <a:off x="3275427" y="4132810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80D7B8">
                <a:alpha val="100000"/>
              </a:srgbClr>
            </a:solidFill>
            <a:ln w="5420" cap="flat">
              <a:solidFill>
                <a:srgbClr val="8DDBB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8" name="pg488"/>
            <p:cNvSpPr/>
            <p:nvPr/>
          </p:nvSpPr>
          <p:spPr>
            <a:xfrm>
              <a:off x="3356864" y="4132810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84D8BA">
                <a:alpha val="100000"/>
              </a:srgbClr>
            </a:solidFill>
            <a:ln w="5420" cap="flat">
              <a:solidFill>
                <a:srgbClr val="90DCB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9" name="pg489"/>
            <p:cNvSpPr/>
            <p:nvPr/>
          </p:nvSpPr>
          <p:spPr>
            <a:xfrm>
              <a:off x="3438301" y="4132810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85D9BB">
                <a:alpha val="100000"/>
              </a:srgbClr>
            </a:solidFill>
            <a:ln w="5420" cap="flat">
              <a:solidFill>
                <a:srgbClr val="91DCC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0" name="pg490"/>
            <p:cNvSpPr/>
            <p:nvPr/>
          </p:nvSpPr>
          <p:spPr>
            <a:xfrm>
              <a:off x="3519738" y="4132810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80D7B8">
                <a:alpha val="100000"/>
              </a:srgbClr>
            </a:solidFill>
            <a:ln w="5420" cap="flat">
              <a:solidFill>
                <a:srgbClr val="8DDBB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1" name="pg491"/>
            <p:cNvSpPr/>
            <p:nvPr/>
          </p:nvSpPr>
          <p:spPr>
            <a:xfrm>
              <a:off x="3601176" y="4132810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7AD5B6">
                <a:alpha val="100000"/>
              </a:srgbClr>
            </a:solidFill>
            <a:ln w="5420" cap="flat">
              <a:solidFill>
                <a:srgbClr val="88D9B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2" name="pg492"/>
            <p:cNvSpPr/>
            <p:nvPr/>
          </p:nvSpPr>
          <p:spPr>
            <a:xfrm>
              <a:off x="3682613" y="4132810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74D3B3">
                <a:alpha val="100000"/>
              </a:srgbClr>
            </a:solidFill>
            <a:ln w="5420" cap="flat">
              <a:solidFill>
                <a:srgbClr val="82D8B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3" name="pg493"/>
            <p:cNvSpPr/>
            <p:nvPr/>
          </p:nvSpPr>
          <p:spPr>
            <a:xfrm>
              <a:off x="3764050" y="4132810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6DD1B1">
                <a:alpha val="100000"/>
              </a:srgbClr>
            </a:solidFill>
            <a:ln w="5420" cap="flat">
              <a:solidFill>
                <a:srgbClr val="7DD6B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4" name="pg494"/>
            <p:cNvSpPr/>
            <p:nvPr/>
          </p:nvSpPr>
          <p:spPr>
            <a:xfrm>
              <a:off x="3845487" y="4132810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68D0AF">
                <a:alpha val="100000"/>
              </a:srgbClr>
            </a:solidFill>
            <a:ln w="5420" cap="flat">
              <a:solidFill>
                <a:srgbClr val="79D5B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5" name="pg495"/>
            <p:cNvSpPr/>
            <p:nvPr/>
          </p:nvSpPr>
          <p:spPr>
            <a:xfrm>
              <a:off x="3926924" y="4132810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64CFAD">
                <a:alpha val="100000"/>
              </a:srgbClr>
            </a:solidFill>
            <a:ln w="5420" cap="flat">
              <a:solidFill>
                <a:srgbClr val="76D4B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6" name="pg496"/>
            <p:cNvSpPr/>
            <p:nvPr/>
          </p:nvSpPr>
          <p:spPr>
            <a:xfrm>
              <a:off x="4008361" y="4132810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62CFAD">
                <a:alpha val="100000"/>
              </a:srgbClr>
            </a:solidFill>
            <a:ln w="5420" cap="flat">
              <a:solidFill>
                <a:srgbClr val="74D4B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7" name="pg497"/>
            <p:cNvSpPr/>
            <p:nvPr/>
          </p:nvSpPr>
          <p:spPr>
            <a:xfrm>
              <a:off x="4089798" y="4132810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62CEAD">
                <a:alpha val="100000"/>
              </a:srgbClr>
            </a:solidFill>
            <a:ln w="5420" cap="flat">
              <a:solidFill>
                <a:srgbClr val="74D3B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8" name="pg498"/>
            <p:cNvSpPr/>
            <p:nvPr/>
          </p:nvSpPr>
          <p:spPr>
            <a:xfrm>
              <a:off x="4171236" y="4132810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61CEAD">
                <a:alpha val="100000"/>
              </a:srgbClr>
            </a:solidFill>
            <a:ln w="5420" cap="flat">
              <a:solidFill>
                <a:srgbClr val="74D3B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9" name="pg499"/>
            <p:cNvSpPr/>
            <p:nvPr/>
          </p:nvSpPr>
          <p:spPr>
            <a:xfrm>
              <a:off x="4252673" y="4132810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61CEAC">
                <a:alpha val="100000"/>
              </a:srgbClr>
            </a:solidFill>
            <a:ln w="5420" cap="flat">
              <a:solidFill>
                <a:srgbClr val="74D3B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0" name="pg500"/>
            <p:cNvSpPr/>
            <p:nvPr/>
          </p:nvSpPr>
          <p:spPr>
            <a:xfrm>
              <a:off x="2786804" y="4236126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71D2B2">
                <a:alpha val="100000"/>
              </a:srgbClr>
            </a:solidFill>
            <a:ln w="5420" cap="flat">
              <a:solidFill>
                <a:srgbClr val="80D7B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1" name="pg501"/>
            <p:cNvSpPr/>
            <p:nvPr/>
          </p:nvSpPr>
          <p:spPr>
            <a:xfrm>
              <a:off x="2868241" y="4236126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79D5B6">
                <a:alpha val="100000"/>
              </a:srgbClr>
            </a:solidFill>
            <a:ln w="5420" cap="flat">
              <a:solidFill>
                <a:srgbClr val="87D9B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2" name="pg502"/>
            <p:cNvSpPr/>
            <p:nvPr/>
          </p:nvSpPr>
          <p:spPr>
            <a:xfrm>
              <a:off x="2949678" y="4236126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83D8BA">
                <a:alpha val="100000"/>
              </a:srgbClr>
            </a:solidFill>
            <a:ln w="5420" cap="flat">
              <a:solidFill>
                <a:srgbClr val="8FDBB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3" name="pg503"/>
            <p:cNvSpPr/>
            <p:nvPr/>
          </p:nvSpPr>
          <p:spPr>
            <a:xfrm>
              <a:off x="3031116" y="4236126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8DDBBE">
                <a:alpha val="100000"/>
              </a:srgbClr>
            </a:solidFill>
            <a:ln w="5420" cap="flat">
              <a:solidFill>
                <a:srgbClr val="97DEC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4" name="pg504"/>
            <p:cNvSpPr/>
            <p:nvPr/>
          </p:nvSpPr>
          <p:spPr>
            <a:xfrm>
              <a:off x="3112553" y="4236126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96DEC2">
                <a:alpha val="100000"/>
              </a:srgbClr>
            </a:solidFill>
            <a:ln w="5420" cap="flat">
              <a:solidFill>
                <a:srgbClr val="A0E1C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5" name="pg505"/>
            <p:cNvSpPr/>
            <p:nvPr/>
          </p:nvSpPr>
          <p:spPr>
            <a:xfrm>
              <a:off x="3193990" y="4236126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A0E1C6">
                <a:alpha val="100000"/>
              </a:srgbClr>
            </a:solidFill>
            <a:ln w="5420" cap="flat">
              <a:solidFill>
                <a:srgbClr val="A8E3C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6" name="pg506"/>
            <p:cNvSpPr/>
            <p:nvPr/>
          </p:nvSpPr>
          <p:spPr>
            <a:xfrm>
              <a:off x="3275427" y="4236126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A7E3CA">
                <a:alpha val="100000"/>
              </a:srgbClr>
            </a:solidFill>
            <a:ln w="5420" cap="flat">
              <a:solidFill>
                <a:srgbClr val="AEE5C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7" name="pg507"/>
            <p:cNvSpPr/>
            <p:nvPr/>
          </p:nvSpPr>
          <p:spPr>
            <a:xfrm>
              <a:off x="3356864" y="4236126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ADE5CC">
                <a:alpha val="100000"/>
              </a:srgbClr>
            </a:solidFill>
            <a:ln w="5420" cap="flat">
              <a:solidFill>
                <a:srgbClr val="B3E7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8" name="pg508"/>
            <p:cNvSpPr/>
            <p:nvPr/>
          </p:nvSpPr>
          <p:spPr>
            <a:xfrm>
              <a:off x="3438301" y="4236126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AEE5CD">
                <a:alpha val="100000"/>
              </a:srgbClr>
            </a:solidFill>
            <a:ln w="5420" cap="flat">
              <a:solidFill>
                <a:srgbClr val="B4E7D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9" name="pg509"/>
            <p:cNvSpPr/>
            <p:nvPr/>
          </p:nvSpPr>
          <p:spPr>
            <a:xfrm>
              <a:off x="3519738" y="4236126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A5E2C9">
                <a:alpha val="100000"/>
              </a:srgbClr>
            </a:solidFill>
            <a:ln w="5420" cap="flat">
              <a:solidFill>
                <a:srgbClr val="ACE5C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0" name="pg510"/>
            <p:cNvSpPr/>
            <p:nvPr/>
          </p:nvSpPr>
          <p:spPr>
            <a:xfrm>
              <a:off x="3601176" y="4236126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9BDFC4">
                <a:alpha val="100000"/>
              </a:srgbClr>
            </a:solidFill>
            <a:ln w="5420" cap="flat">
              <a:solidFill>
                <a:srgbClr val="A4E2C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1" name="pg511"/>
            <p:cNvSpPr/>
            <p:nvPr/>
          </p:nvSpPr>
          <p:spPr>
            <a:xfrm>
              <a:off x="3682613" y="4236126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8FDBBF">
                <a:alpha val="100000"/>
              </a:srgbClr>
            </a:solidFill>
            <a:ln w="5420" cap="flat">
              <a:solidFill>
                <a:srgbClr val="99DFC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2" name="pg512"/>
            <p:cNvSpPr/>
            <p:nvPr/>
          </p:nvSpPr>
          <p:spPr>
            <a:xfrm>
              <a:off x="3764050" y="4236126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83D8BA">
                <a:alpha val="100000"/>
              </a:srgbClr>
            </a:solidFill>
            <a:ln w="5420" cap="flat">
              <a:solidFill>
                <a:srgbClr val="8FDCB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3" name="pg513"/>
            <p:cNvSpPr/>
            <p:nvPr/>
          </p:nvSpPr>
          <p:spPr>
            <a:xfrm>
              <a:off x="3845487" y="4236126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78D5B5">
                <a:alpha val="100000"/>
              </a:srgbClr>
            </a:solidFill>
            <a:ln w="5420" cap="flat">
              <a:solidFill>
                <a:srgbClr val="87D9B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4" name="pg514"/>
            <p:cNvSpPr/>
            <p:nvPr/>
          </p:nvSpPr>
          <p:spPr>
            <a:xfrm>
              <a:off x="3926924" y="4236126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71D2B2">
                <a:alpha val="100000"/>
              </a:srgbClr>
            </a:solidFill>
            <a:ln w="5420" cap="flat">
              <a:solidFill>
                <a:srgbClr val="80D7B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5" name="pg515"/>
            <p:cNvSpPr/>
            <p:nvPr/>
          </p:nvSpPr>
          <p:spPr>
            <a:xfrm>
              <a:off x="4008361" y="4236126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6BD1B0">
                <a:alpha val="100000"/>
              </a:srgbClr>
            </a:solidFill>
            <a:ln w="5420" cap="flat">
              <a:solidFill>
                <a:srgbClr val="7CD6B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6" name="pg516"/>
            <p:cNvSpPr/>
            <p:nvPr/>
          </p:nvSpPr>
          <p:spPr>
            <a:xfrm>
              <a:off x="4089798" y="4236126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68D0AF">
                <a:alpha val="100000"/>
              </a:srgbClr>
            </a:solidFill>
            <a:ln w="5420" cap="flat">
              <a:solidFill>
                <a:srgbClr val="79D5B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7" name="pg517"/>
            <p:cNvSpPr/>
            <p:nvPr/>
          </p:nvSpPr>
          <p:spPr>
            <a:xfrm>
              <a:off x="4171236" y="4236126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65CFAE">
                <a:alpha val="100000"/>
              </a:srgbClr>
            </a:solidFill>
            <a:ln w="5420" cap="flat">
              <a:solidFill>
                <a:srgbClr val="77D4B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8" name="pg518"/>
            <p:cNvSpPr/>
            <p:nvPr/>
          </p:nvSpPr>
          <p:spPr>
            <a:xfrm>
              <a:off x="2786804" y="4339442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7AD5B6">
                <a:alpha val="100000"/>
              </a:srgbClr>
            </a:solidFill>
            <a:ln w="5420" cap="flat">
              <a:solidFill>
                <a:srgbClr val="87D9B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9" name="pg519"/>
            <p:cNvSpPr/>
            <p:nvPr/>
          </p:nvSpPr>
          <p:spPr>
            <a:xfrm>
              <a:off x="2868241" y="4339442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83D8B9">
                <a:alpha val="100000"/>
              </a:srgbClr>
            </a:solidFill>
            <a:ln w="5420" cap="flat">
              <a:solidFill>
                <a:srgbClr val="8FDBB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0" name="pg520"/>
            <p:cNvSpPr/>
            <p:nvPr/>
          </p:nvSpPr>
          <p:spPr>
            <a:xfrm>
              <a:off x="2949678" y="4339442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8DDBBE">
                <a:alpha val="100000"/>
              </a:srgbClr>
            </a:solidFill>
            <a:ln w="5420" cap="flat">
              <a:solidFill>
                <a:srgbClr val="97DEC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1" name="pg521"/>
            <p:cNvSpPr/>
            <p:nvPr/>
          </p:nvSpPr>
          <p:spPr>
            <a:xfrm>
              <a:off x="3031116" y="4339442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97DEC2">
                <a:alpha val="100000"/>
              </a:srgbClr>
            </a:solidFill>
            <a:ln w="5420" cap="flat">
              <a:solidFill>
                <a:srgbClr val="A0E1C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2" name="pg522"/>
            <p:cNvSpPr/>
            <p:nvPr/>
          </p:nvSpPr>
          <p:spPr>
            <a:xfrm>
              <a:off x="3112553" y="4339442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A2E1C7">
                <a:alpha val="100000"/>
              </a:srgbClr>
            </a:solidFill>
            <a:ln w="5420" cap="flat">
              <a:solidFill>
                <a:srgbClr val="A9E4C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3" name="pg523"/>
            <p:cNvSpPr/>
            <p:nvPr/>
          </p:nvSpPr>
          <p:spPr>
            <a:xfrm>
              <a:off x="3193990" y="4339442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ACE5CC">
                <a:alpha val="100000"/>
              </a:srgbClr>
            </a:solidFill>
            <a:ln w="5420" cap="flat">
              <a:solidFill>
                <a:srgbClr val="B2E7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4" name="pg524"/>
            <p:cNvSpPr/>
            <p:nvPr/>
          </p:nvSpPr>
          <p:spPr>
            <a:xfrm>
              <a:off x="3275427" y="4339442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B4E7D0">
                <a:alpha val="100000"/>
              </a:srgbClr>
            </a:solidFill>
            <a:ln w="5420" cap="flat">
              <a:solidFill>
                <a:srgbClr val="B9E9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5" name="pg525"/>
            <p:cNvSpPr/>
            <p:nvPr/>
          </p:nvSpPr>
          <p:spPr>
            <a:xfrm>
              <a:off x="3356864" y="4339442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BAE9D3">
                <a:alpha val="100000"/>
              </a:srgbClr>
            </a:solidFill>
            <a:ln w="5420" cap="flat">
              <a:solidFill>
                <a:srgbClr val="BEEBD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6" name="pg526"/>
            <p:cNvSpPr/>
            <p:nvPr/>
          </p:nvSpPr>
          <p:spPr>
            <a:xfrm>
              <a:off x="3438301" y="4339442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BCEAD4">
                <a:alpha val="100000"/>
              </a:srgbClr>
            </a:solidFill>
            <a:ln w="5420" cap="flat">
              <a:solidFill>
                <a:srgbClr val="C0EBD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7" name="pg527"/>
            <p:cNvSpPr/>
            <p:nvPr/>
          </p:nvSpPr>
          <p:spPr>
            <a:xfrm>
              <a:off x="3519738" y="4339442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B3E7CF">
                <a:alpha val="100000"/>
              </a:srgbClr>
            </a:solidFill>
            <a:ln w="5420" cap="flat">
              <a:solidFill>
                <a:srgbClr val="B8E9D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8" name="pg528"/>
            <p:cNvSpPr/>
            <p:nvPr/>
          </p:nvSpPr>
          <p:spPr>
            <a:xfrm>
              <a:off x="3601176" y="4339442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A8E3CA">
                <a:alpha val="100000"/>
              </a:srgbClr>
            </a:solidFill>
            <a:ln w="5420" cap="flat">
              <a:solidFill>
                <a:srgbClr val="AFE6C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9" name="pg529"/>
            <p:cNvSpPr/>
            <p:nvPr/>
          </p:nvSpPr>
          <p:spPr>
            <a:xfrm>
              <a:off x="3682613" y="4339442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9BDFC4">
                <a:alpha val="100000"/>
              </a:srgbClr>
            </a:solidFill>
            <a:ln w="5420" cap="flat">
              <a:solidFill>
                <a:srgbClr val="A4E2C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0" name="pg530"/>
            <p:cNvSpPr/>
            <p:nvPr/>
          </p:nvSpPr>
          <p:spPr>
            <a:xfrm>
              <a:off x="3764050" y="4339442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8EDBBE">
                <a:alpha val="100000"/>
              </a:srgbClr>
            </a:solidFill>
            <a:ln w="5420" cap="flat">
              <a:solidFill>
                <a:srgbClr val="99DFC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1" name="pg531"/>
            <p:cNvSpPr/>
            <p:nvPr/>
          </p:nvSpPr>
          <p:spPr>
            <a:xfrm>
              <a:off x="3845487" y="4339442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82D8B9">
                <a:alpha val="100000"/>
              </a:srgbClr>
            </a:solidFill>
            <a:ln w="5420" cap="flat">
              <a:solidFill>
                <a:srgbClr val="8FDBB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2" name="pg532"/>
            <p:cNvSpPr/>
            <p:nvPr/>
          </p:nvSpPr>
          <p:spPr>
            <a:xfrm>
              <a:off x="3926924" y="4339442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79D5B5">
                <a:alpha val="100000"/>
              </a:srgbClr>
            </a:solidFill>
            <a:ln w="5420" cap="flat">
              <a:solidFill>
                <a:srgbClr val="87D9B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3" name="pg533"/>
            <p:cNvSpPr/>
            <p:nvPr/>
          </p:nvSpPr>
          <p:spPr>
            <a:xfrm>
              <a:off x="4008361" y="4339442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72D3B3">
                <a:alpha val="100000"/>
              </a:srgbClr>
            </a:solidFill>
            <a:ln w="5420" cap="flat">
              <a:solidFill>
                <a:srgbClr val="81D7B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4" name="pg534"/>
            <p:cNvSpPr/>
            <p:nvPr/>
          </p:nvSpPr>
          <p:spPr>
            <a:xfrm>
              <a:off x="4089798" y="4339442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6DD2B1">
                <a:alpha val="100000"/>
              </a:srgbClr>
            </a:solidFill>
            <a:ln w="5420" cap="flat">
              <a:solidFill>
                <a:srgbClr val="7DD6B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5" name="pg535"/>
            <p:cNvSpPr/>
            <p:nvPr/>
          </p:nvSpPr>
          <p:spPr>
            <a:xfrm>
              <a:off x="2868241" y="4442758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89DABC">
                <a:alpha val="100000"/>
              </a:srgbClr>
            </a:solidFill>
            <a:ln w="5420" cap="flat">
              <a:solidFill>
                <a:srgbClr val="94DDC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6" name="pg536"/>
            <p:cNvSpPr/>
            <p:nvPr/>
          </p:nvSpPr>
          <p:spPr>
            <a:xfrm>
              <a:off x="2949678" y="4442758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93DDC0">
                <a:alpha val="100000"/>
              </a:srgbClr>
            </a:solidFill>
            <a:ln w="5420" cap="flat">
              <a:solidFill>
                <a:srgbClr val="9DE0C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7" name="pg537"/>
            <p:cNvSpPr/>
            <p:nvPr/>
          </p:nvSpPr>
          <p:spPr>
            <a:xfrm>
              <a:off x="3031116" y="4442758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9DE0C5">
                <a:alpha val="100000"/>
              </a:srgbClr>
            </a:solidFill>
            <a:ln w="5420" cap="flat">
              <a:solidFill>
                <a:srgbClr val="A6E3C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8" name="pg538"/>
            <p:cNvSpPr/>
            <p:nvPr/>
          </p:nvSpPr>
          <p:spPr>
            <a:xfrm>
              <a:off x="3112553" y="4442758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A8E3CA">
                <a:alpha val="100000"/>
              </a:srgbClr>
            </a:solidFill>
            <a:ln w="5420" cap="flat">
              <a:solidFill>
                <a:srgbClr val="AFE6C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9" name="pg539"/>
            <p:cNvSpPr/>
            <p:nvPr/>
          </p:nvSpPr>
          <p:spPr>
            <a:xfrm>
              <a:off x="3193990" y="4442758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B2E6CF">
                <a:alpha val="100000"/>
              </a:srgbClr>
            </a:solidFill>
            <a:ln w="5420" cap="flat">
              <a:solidFill>
                <a:srgbClr val="B7E8D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0" name="pg540"/>
            <p:cNvSpPr/>
            <p:nvPr/>
          </p:nvSpPr>
          <p:spPr>
            <a:xfrm>
              <a:off x="3275427" y="4442758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BAE9D3">
                <a:alpha val="100000"/>
              </a:srgbClr>
            </a:solidFill>
            <a:ln w="5420" cap="flat">
              <a:solidFill>
                <a:srgbClr val="BFEBD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1" name="pg541"/>
            <p:cNvSpPr/>
            <p:nvPr/>
          </p:nvSpPr>
          <p:spPr>
            <a:xfrm>
              <a:off x="3356864" y="4442758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C0EBD6">
                <a:alpha val="100000"/>
              </a:srgbClr>
            </a:solidFill>
            <a:ln w="5420" cap="flat">
              <a:solidFill>
                <a:srgbClr val="C4ECD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2" name="pg542"/>
            <p:cNvSpPr/>
            <p:nvPr/>
          </p:nvSpPr>
          <p:spPr>
            <a:xfrm>
              <a:off x="3438301" y="4442758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C2ECD7">
                <a:alpha val="100000"/>
              </a:srgbClr>
            </a:solidFill>
            <a:ln w="5420" cap="flat">
              <a:solidFill>
                <a:srgbClr val="C6EDD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3" name="pg543"/>
            <p:cNvSpPr/>
            <p:nvPr/>
          </p:nvSpPr>
          <p:spPr>
            <a:xfrm>
              <a:off x="3519738" y="4442758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BAE9D3">
                <a:alpha val="100000"/>
              </a:srgbClr>
            </a:solidFill>
            <a:ln w="5420" cap="flat">
              <a:solidFill>
                <a:srgbClr val="BEEBD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4" name="pg544"/>
            <p:cNvSpPr/>
            <p:nvPr/>
          </p:nvSpPr>
          <p:spPr>
            <a:xfrm>
              <a:off x="3601176" y="4442758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B0E6CE">
                <a:alpha val="100000"/>
              </a:srgbClr>
            </a:solidFill>
            <a:ln w="5420" cap="flat">
              <a:solidFill>
                <a:srgbClr val="B6E8D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5" name="pg545"/>
            <p:cNvSpPr/>
            <p:nvPr/>
          </p:nvSpPr>
          <p:spPr>
            <a:xfrm>
              <a:off x="3682613" y="4442758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A3E2C8">
                <a:alpha val="100000"/>
              </a:srgbClr>
            </a:solidFill>
            <a:ln w="5420" cap="flat">
              <a:solidFill>
                <a:srgbClr val="ABE4C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6" name="pg546"/>
            <p:cNvSpPr/>
            <p:nvPr/>
          </p:nvSpPr>
          <p:spPr>
            <a:xfrm>
              <a:off x="3764050" y="4442758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96DEC2">
                <a:alpha val="100000"/>
              </a:srgbClr>
            </a:solidFill>
            <a:ln w="5420" cap="flat">
              <a:solidFill>
                <a:srgbClr val="A0E1C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7" name="pg547"/>
            <p:cNvSpPr/>
            <p:nvPr/>
          </p:nvSpPr>
          <p:spPr>
            <a:xfrm>
              <a:off x="3845487" y="4442758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8ADABD">
                <a:alpha val="100000"/>
              </a:srgbClr>
            </a:solidFill>
            <a:ln w="5420" cap="flat">
              <a:solidFill>
                <a:srgbClr val="95DDC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8" name="pg548"/>
            <p:cNvSpPr/>
            <p:nvPr/>
          </p:nvSpPr>
          <p:spPr>
            <a:xfrm>
              <a:off x="3926924" y="4442758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80D7B8">
                <a:alpha val="100000"/>
              </a:srgbClr>
            </a:solidFill>
            <a:ln w="5420" cap="flat">
              <a:solidFill>
                <a:srgbClr val="8DDBB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9" name="pg549"/>
            <p:cNvSpPr/>
            <p:nvPr/>
          </p:nvSpPr>
          <p:spPr>
            <a:xfrm>
              <a:off x="4008361" y="4442758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78D5B5">
                <a:alpha val="100000"/>
              </a:srgbClr>
            </a:solidFill>
            <a:ln w="5420" cap="flat">
              <a:solidFill>
                <a:srgbClr val="86D9B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0" name="pg550"/>
            <p:cNvSpPr/>
            <p:nvPr/>
          </p:nvSpPr>
          <p:spPr>
            <a:xfrm>
              <a:off x="3112553" y="4546075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A9E4CB">
                <a:alpha val="100000"/>
              </a:srgbClr>
            </a:solidFill>
            <a:ln w="5420" cap="flat">
              <a:solidFill>
                <a:srgbClr val="B0E6C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1" name="pg551"/>
            <p:cNvSpPr/>
            <p:nvPr/>
          </p:nvSpPr>
          <p:spPr>
            <a:xfrm>
              <a:off x="3193990" y="4546075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B3E7CF">
                <a:alpha val="100000"/>
              </a:srgbClr>
            </a:solidFill>
            <a:ln w="5420" cap="flat">
              <a:solidFill>
                <a:srgbClr val="B8E9D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2" name="pg552"/>
            <p:cNvSpPr/>
            <p:nvPr/>
          </p:nvSpPr>
          <p:spPr>
            <a:xfrm>
              <a:off x="3275427" y="4546075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BAE9D3">
                <a:alpha val="100000"/>
              </a:srgbClr>
            </a:solidFill>
            <a:ln w="5420" cap="flat">
              <a:solidFill>
                <a:srgbClr val="BFEBD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3" name="pg553"/>
            <p:cNvSpPr/>
            <p:nvPr/>
          </p:nvSpPr>
          <p:spPr>
            <a:xfrm>
              <a:off x="3356864" y="4546075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C0EBD6">
                <a:alpha val="100000"/>
              </a:srgbClr>
            </a:solidFill>
            <a:ln w="5420" cap="flat">
              <a:solidFill>
                <a:srgbClr val="C3ECD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4" name="pg554"/>
            <p:cNvSpPr/>
            <p:nvPr/>
          </p:nvSpPr>
          <p:spPr>
            <a:xfrm>
              <a:off x="3438301" y="4546075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C2ECD7">
                <a:alpha val="100000"/>
              </a:srgbClr>
            </a:solidFill>
            <a:ln w="5420" cap="flat">
              <a:solidFill>
                <a:srgbClr val="C5EDD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5" name="pg555"/>
            <p:cNvSpPr/>
            <p:nvPr/>
          </p:nvSpPr>
          <p:spPr>
            <a:xfrm>
              <a:off x="3519738" y="4546075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BAE9D3">
                <a:alpha val="100000"/>
              </a:srgbClr>
            </a:solidFill>
            <a:ln w="5420" cap="flat">
              <a:solidFill>
                <a:srgbClr val="BFEBD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6" name="pg556"/>
            <p:cNvSpPr/>
            <p:nvPr/>
          </p:nvSpPr>
          <p:spPr>
            <a:xfrm>
              <a:off x="3601176" y="4546075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B1E6CF">
                <a:alpha val="100000"/>
              </a:srgbClr>
            </a:solidFill>
            <a:ln w="5420" cap="flat">
              <a:solidFill>
                <a:srgbClr val="B7E8D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7" name="pg557"/>
            <p:cNvSpPr/>
            <p:nvPr/>
          </p:nvSpPr>
          <p:spPr>
            <a:xfrm>
              <a:off x="3682613" y="4546075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A6E3C9">
                <a:alpha val="100000"/>
              </a:srgbClr>
            </a:solidFill>
            <a:ln w="5420" cap="flat">
              <a:solidFill>
                <a:srgbClr val="ADE5C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8" name="pg558"/>
            <p:cNvSpPr/>
            <p:nvPr/>
          </p:nvSpPr>
          <p:spPr>
            <a:xfrm>
              <a:off x="3764050" y="4546075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9ADFC4">
                <a:alpha val="100000"/>
              </a:srgbClr>
            </a:solidFill>
            <a:ln w="5420" cap="flat">
              <a:solidFill>
                <a:srgbClr val="A3E2C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9" name="pg559"/>
            <p:cNvSpPr/>
            <p:nvPr/>
          </p:nvSpPr>
          <p:spPr>
            <a:xfrm>
              <a:off x="3845487" y="4546075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8FDBBF">
                <a:alpha val="100000"/>
              </a:srgbClr>
            </a:solidFill>
            <a:ln w="5420" cap="flat">
              <a:solidFill>
                <a:srgbClr val="99DFC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0" name="pg560"/>
            <p:cNvSpPr/>
            <p:nvPr/>
          </p:nvSpPr>
          <p:spPr>
            <a:xfrm>
              <a:off x="3926924" y="4546075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85D8BB">
                <a:alpha val="100000"/>
              </a:srgbClr>
            </a:solidFill>
            <a:ln w="5420" cap="flat">
              <a:solidFill>
                <a:srgbClr val="91DCC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1" name="pg561"/>
            <p:cNvSpPr/>
            <p:nvPr/>
          </p:nvSpPr>
          <p:spPr>
            <a:xfrm>
              <a:off x="4008361" y="4546075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7DD6B7">
                <a:alpha val="100000"/>
              </a:srgbClr>
            </a:solidFill>
            <a:ln w="5420" cap="flat">
              <a:solidFill>
                <a:srgbClr val="8ADAB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2" name="pg562"/>
            <p:cNvSpPr/>
            <p:nvPr/>
          </p:nvSpPr>
          <p:spPr>
            <a:xfrm>
              <a:off x="3275427" y="4649391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B6E8D1">
                <a:alpha val="100000"/>
              </a:srgbClr>
            </a:solidFill>
            <a:ln w="5420" cap="flat">
              <a:solidFill>
                <a:srgbClr val="BBEA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3" name="pg563"/>
            <p:cNvSpPr/>
            <p:nvPr/>
          </p:nvSpPr>
          <p:spPr>
            <a:xfrm>
              <a:off x="3356864" y="4649391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BAE9D3">
                <a:alpha val="100000"/>
              </a:srgbClr>
            </a:solidFill>
            <a:ln w="5420" cap="flat">
              <a:solidFill>
                <a:srgbClr val="BFEBD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4" name="pg564"/>
            <p:cNvSpPr/>
            <p:nvPr/>
          </p:nvSpPr>
          <p:spPr>
            <a:xfrm>
              <a:off x="3438301" y="4649391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BCEAD4">
                <a:alpha val="100000"/>
              </a:srgbClr>
            </a:solidFill>
            <a:ln w="5420" cap="flat">
              <a:solidFill>
                <a:srgbClr val="C0EBD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5" name="pg565"/>
            <p:cNvSpPr/>
            <p:nvPr/>
          </p:nvSpPr>
          <p:spPr>
            <a:xfrm>
              <a:off x="3519738" y="4649391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B5E8D1">
                <a:alpha val="100000"/>
              </a:srgbClr>
            </a:solidFill>
            <a:ln w="5420" cap="flat">
              <a:solidFill>
                <a:srgbClr val="BAE9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6" name="pg566"/>
            <p:cNvSpPr/>
            <p:nvPr/>
          </p:nvSpPr>
          <p:spPr>
            <a:xfrm>
              <a:off x="3601176" y="4649391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ADE5CD">
                <a:alpha val="100000"/>
              </a:srgbClr>
            </a:solidFill>
            <a:ln w="5420" cap="flat">
              <a:solidFill>
                <a:srgbClr val="B4E7D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7" name="pg567"/>
            <p:cNvSpPr/>
            <p:nvPr/>
          </p:nvSpPr>
          <p:spPr>
            <a:xfrm>
              <a:off x="3682613" y="4649391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A4E2C8">
                <a:alpha val="100000"/>
              </a:srgbClr>
            </a:solidFill>
            <a:ln w="5420" cap="flat">
              <a:solidFill>
                <a:srgbClr val="ACE5C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8" name="pg568"/>
            <p:cNvSpPr/>
            <p:nvPr/>
          </p:nvSpPr>
          <p:spPr>
            <a:xfrm>
              <a:off x="3764050" y="4649391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9ADFC4">
                <a:alpha val="100000"/>
              </a:srgbClr>
            </a:solidFill>
            <a:ln w="5420" cap="flat">
              <a:solidFill>
                <a:srgbClr val="A3E2C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9" name="pg569"/>
            <p:cNvSpPr/>
            <p:nvPr/>
          </p:nvSpPr>
          <p:spPr>
            <a:xfrm>
              <a:off x="3845487" y="4649391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90DCBF">
                <a:alpha val="100000"/>
              </a:srgbClr>
            </a:solidFill>
            <a:ln w="5420" cap="flat">
              <a:solidFill>
                <a:srgbClr val="9BDFC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0" name="pg570"/>
            <p:cNvSpPr/>
            <p:nvPr/>
          </p:nvSpPr>
          <p:spPr>
            <a:xfrm>
              <a:off x="3926924" y="4649391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87D9BB">
                <a:alpha val="100000"/>
              </a:srgbClr>
            </a:solidFill>
            <a:ln w="5420" cap="flat">
              <a:solidFill>
                <a:srgbClr val="93DDC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1" name="pg571"/>
            <p:cNvSpPr/>
            <p:nvPr/>
          </p:nvSpPr>
          <p:spPr>
            <a:xfrm>
              <a:off x="4008361" y="4649391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80D7B8">
                <a:alpha val="100000"/>
              </a:srgbClr>
            </a:solidFill>
            <a:ln w="5420" cap="flat">
              <a:solidFill>
                <a:srgbClr val="8DDBB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2" name="pg572"/>
            <p:cNvSpPr/>
            <p:nvPr/>
          </p:nvSpPr>
          <p:spPr>
            <a:xfrm>
              <a:off x="3356864" y="4752707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B2E7CF">
                <a:alpha val="100000"/>
              </a:srgbClr>
            </a:solidFill>
            <a:ln w="5420" cap="flat">
              <a:solidFill>
                <a:srgbClr val="B8E8D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3" name="pg573"/>
            <p:cNvSpPr/>
            <p:nvPr/>
          </p:nvSpPr>
          <p:spPr>
            <a:xfrm>
              <a:off x="3438301" y="4752707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B3E7CF">
                <a:alpha val="100000"/>
              </a:srgbClr>
            </a:solidFill>
            <a:ln w="5420" cap="flat">
              <a:solidFill>
                <a:srgbClr val="B8E9D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4" name="pg574"/>
            <p:cNvSpPr/>
            <p:nvPr/>
          </p:nvSpPr>
          <p:spPr>
            <a:xfrm>
              <a:off x="3519738" y="4752707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ADE5CD">
                <a:alpha val="100000"/>
              </a:srgbClr>
            </a:solidFill>
            <a:ln w="5420" cap="flat">
              <a:solidFill>
                <a:srgbClr val="B4E7D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5" name="pg575"/>
            <p:cNvSpPr/>
            <p:nvPr/>
          </p:nvSpPr>
          <p:spPr>
            <a:xfrm>
              <a:off x="3601176" y="4752707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A7E3CA">
                <a:alpha val="100000"/>
              </a:srgbClr>
            </a:solidFill>
            <a:ln w="5420" cap="flat">
              <a:solidFill>
                <a:srgbClr val="AEE5C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6" name="pg576"/>
            <p:cNvSpPr/>
            <p:nvPr/>
          </p:nvSpPr>
          <p:spPr>
            <a:xfrm>
              <a:off x="3682613" y="4752707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A0E1C6">
                <a:alpha val="100000"/>
              </a:srgbClr>
            </a:solidFill>
            <a:ln w="5420" cap="flat">
              <a:solidFill>
                <a:srgbClr val="A8E3C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7" name="pg577"/>
            <p:cNvSpPr/>
            <p:nvPr/>
          </p:nvSpPr>
          <p:spPr>
            <a:xfrm>
              <a:off x="3764050" y="4752707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97DEC3">
                <a:alpha val="100000"/>
              </a:srgbClr>
            </a:solidFill>
            <a:ln w="5420" cap="flat">
              <a:solidFill>
                <a:srgbClr val="A1E1C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8" name="pg578"/>
            <p:cNvSpPr/>
            <p:nvPr/>
          </p:nvSpPr>
          <p:spPr>
            <a:xfrm>
              <a:off x="3845487" y="4752707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8FDCBF">
                <a:alpha val="100000"/>
              </a:srgbClr>
            </a:solidFill>
            <a:ln w="5420" cap="flat">
              <a:solidFill>
                <a:srgbClr val="9ADFC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9" name="pg579"/>
            <p:cNvSpPr/>
            <p:nvPr/>
          </p:nvSpPr>
          <p:spPr>
            <a:xfrm>
              <a:off x="3926924" y="4752707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87D9BB">
                <a:alpha val="100000"/>
              </a:srgbClr>
            </a:solidFill>
            <a:ln w="5420" cap="flat">
              <a:solidFill>
                <a:srgbClr val="93DDC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0" name="pg580"/>
            <p:cNvSpPr/>
            <p:nvPr/>
          </p:nvSpPr>
          <p:spPr>
            <a:xfrm>
              <a:off x="4008361" y="4752707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80D7B9">
                <a:alpha val="100000"/>
              </a:srgbClr>
            </a:solidFill>
            <a:ln w="5420" cap="flat">
              <a:solidFill>
                <a:srgbClr val="8DDBB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1" name="pg581"/>
            <p:cNvSpPr/>
            <p:nvPr/>
          </p:nvSpPr>
          <p:spPr>
            <a:xfrm>
              <a:off x="3438301" y="4856023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A9E4CB">
                <a:alpha val="100000"/>
              </a:srgbClr>
            </a:solidFill>
            <a:ln w="5420" cap="flat">
              <a:solidFill>
                <a:srgbClr val="B0E6C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2" name="pg582"/>
            <p:cNvSpPr/>
            <p:nvPr/>
          </p:nvSpPr>
          <p:spPr>
            <a:xfrm>
              <a:off x="3519738" y="4856023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A4E2C9">
                <a:alpha val="100000"/>
              </a:srgbClr>
            </a:solidFill>
            <a:ln w="5420" cap="flat">
              <a:solidFill>
                <a:srgbClr val="ACE5C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3" name="pg583"/>
            <p:cNvSpPr/>
            <p:nvPr/>
          </p:nvSpPr>
          <p:spPr>
            <a:xfrm>
              <a:off x="3601176" y="4856023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A1E1C7">
                <a:alpha val="100000"/>
              </a:srgbClr>
            </a:solidFill>
            <a:ln w="5420" cap="flat">
              <a:solidFill>
                <a:srgbClr val="A9E4C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4" name="pg584"/>
            <p:cNvSpPr/>
            <p:nvPr/>
          </p:nvSpPr>
          <p:spPr>
            <a:xfrm>
              <a:off x="3682613" y="4856023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9ADFC4">
                <a:alpha val="100000"/>
              </a:srgbClr>
            </a:solidFill>
            <a:ln w="5420" cap="flat">
              <a:solidFill>
                <a:srgbClr val="A3E2C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5" name="pg585"/>
            <p:cNvSpPr/>
            <p:nvPr/>
          </p:nvSpPr>
          <p:spPr>
            <a:xfrm>
              <a:off x="3764050" y="4856023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93DDC1">
                <a:alpha val="100000"/>
              </a:srgbClr>
            </a:solidFill>
            <a:ln w="5420" cap="flat">
              <a:solidFill>
                <a:srgbClr val="9DE0C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6" name="pg586"/>
            <p:cNvSpPr/>
            <p:nvPr/>
          </p:nvSpPr>
          <p:spPr>
            <a:xfrm>
              <a:off x="3845487" y="4856023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8CDBBE">
                <a:alpha val="100000"/>
              </a:srgbClr>
            </a:solidFill>
            <a:ln w="5420" cap="flat">
              <a:solidFill>
                <a:srgbClr val="97DEC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7" name="pg587"/>
            <p:cNvSpPr/>
            <p:nvPr/>
          </p:nvSpPr>
          <p:spPr>
            <a:xfrm>
              <a:off x="3926924" y="4856023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86D9BB">
                <a:alpha val="100000"/>
              </a:srgbClr>
            </a:solidFill>
            <a:ln w="5420" cap="flat">
              <a:solidFill>
                <a:srgbClr val="92DCC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8" name="pg588"/>
            <p:cNvSpPr/>
            <p:nvPr/>
          </p:nvSpPr>
          <p:spPr>
            <a:xfrm>
              <a:off x="4008361" y="4856023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80D7B8">
                <a:alpha val="100000"/>
              </a:srgbClr>
            </a:solidFill>
            <a:ln w="5420" cap="flat">
              <a:solidFill>
                <a:srgbClr val="8DDBB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9" name="pg589"/>
            <p:cNvSpPr/>
            <p:nvPr/>
          </p:nvSpPr>
          <p:spPr>
            <a:xfrm>
              <a:off x="4089798" y="4856023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7BD5B6">
                <a:alpha val="100000"/>
              </a:srgbClr>
            </a:solidFill>
            <a:ln w="5420" cap="flat">
              <a:solidFill>
                <a:srgbClr val="88D9B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0" name="pg590"/>
            <p:cNvSpPr/>
            <p:nvPr/>
          </p:nvSpPr>
          <p:spPr>
            <a:xfrm>
              <a:off x="3682613" y="4959339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93DDC1">
                <a:alpha val="100000"/>
              </a:srgbClr>
            </a:solidFill>
            <a:ln w="5420" cap="flat">
              <a:solidFill>
                <a:srgbClr val="9DE0C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1" name="pg591"/>
            <p:cNvSpPr/>
            <p:nvPr/>
          </p:nvSpPr>
          <p:spPr>
            <a:xfrm>
              <a:off x="3764050" y="4959339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8EDBBE">
                <a:alpha val="100000"/>
              </a:srgbClr>
            </a:solidFill>
            <a:ln w="5420" cap="flat">
              <a:solidFill>
                <a:srgbClr val="99DEC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2" name="pg592"/>
            <p:cNvSpPr/>
            <p:nvPr/>
          </p:nvSpPr>
          <p:spPr>
            <a:xfrm>
              <a:off x="3845487" y="4959339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88D9BC">
                <a:alpha val="100000"/>
              </a:srgbClr>
            </a:solidFill>
            <a:ln w="5420" cap="flat">
              <a:solidFill>
                <a:srgbClr val="94DDC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3" name="pg593"/>
            <p:cNvSpPr/>
            <p:nvPr/>
          </p:nvSpPr>
          <p:spPr>
            <a:xfrm>
              <a:off x="3926924" y="4959339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83D8BA">
                <a:alpha val="100000"/>
              </a:srgbClr>
            </a:solidFill>
            <a:ln w="5420" cap="flat">
              <a:solidFill>
                <a:srgbClr val="8FDCB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4" name="pg594"/>
            <p:cNvSpPr/>
            <p:nvPr/>
          </p:nvSpPr>
          <p:spPr>
            <a:xfrm>
              <a:off x="4008361" y="4959339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7ED6B7">
                <a:alpha val="100000"/>
              </a:srgbClr>
            </a:solidFill>
            <a:ln w="5420" cap="flat">
              <a:solidFill>
                <a:srgbClr val="8BDAB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5" name="pg595"/>
            <p:cNvSpPr/>
            <p:nvPr/>
          </p:nvSpPr>
          <p:spPr>
            <a:xfrm>
              <a:off x="4089798" y="4959339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79D5B5">
                <a:alpha val="100000"/>
              </a:srgbClr>
            </a:solidFill>
            <a:ln w="5420" cap="flat">
              <a:solidFill>
                <a:srgbClr val="87D9B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6" name="pg596"/>
            <p:cNvSpPr/>
            <p:nvPr/>
          </p:nvSpPr>
          <p:spPr>
            <a:xfrm>
              <a:off x="3275427" y="5062655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91DCC0">
                <a:alpha val="100000"/>
              </a:srgbClr>
            </a:solidFill>
            <a:ln w="5420" cap="flat">
              <a:solidFill>
                <a:srgbClr val="9BDFC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7" name="pg597"/>
            <p:cNvSpPr/>
            <p:nvPr/>
          </p:nvSpPr>
          <p:spPr>
            <a:xfrm>
              <a:off x="3601176" y="5062655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8FDBBF">
                <a:alpha val="100000"/>
              </a:srgbClr>
            </a:solidFill>
            <a:ln w="5420" cap="flat">
              <a:solidFill>
                <a:srgbClr val="99DFC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8" name="pg598"/>
            <p:cNvSpPr/>
            <p:nvPr/>
          </p:nvSpPr>
          <p:spPr>
            <a:xfrm>
              <a:off x="3682613" y="5062655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8DDBBE">
                <a:alpha val="100000"/>
              </a:srgbClr>
            </a:solidFill>
            <a:ln w="5420" cap="flat">
              <a:solidFill>
                <a:srgbClr val="98DEC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9" name="pg599"/>
            <p:cNvSpPr/>
            <p:nvPr/>
          </p:nvSpPr>
          <p:spPr>
            <a:xfrm>
              <a:off x="3764050" y="5062655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89DABC">
                <a:alpha val="100000"/>
              </a:srgbClr>
            </a:solidFill>
            <a:ln w="5420" cap="flat">
              <a:solidFill>
                <a:srgbClr val="94DDC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0" name="pg600"/>
            <p:cNvSpPr/>
            <p:nvPr/>
          </p:nvSpPr>
          <p:spPr>
            <a:xfrm>
              <a:off x="3845487" y="5062655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84D8BA">
                <a:alpha val="100000"/>
              </a:srgbClr>
            </a:solidFill>
            <a:ln w="5420" cap="flat">
              <a:solidFill>
                <a:srgbClr val="90DCB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1" name="pg601"/>
            <p:cNvSpPr/>
            <p:nvPr/>
          </p:nvSpPr>
          <p:spPr>
            <a:xfrm>
              <a:off x="3926924" y="5062655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80D7B8">
                <a:alpha val="100000"/>
              </a:srgbClr>
            </a:solidFill>
            <a:ln w="5420" cap="flat">
              <a:solidFill>
                <a:srgbClr val="8DDBB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2" name="pg602"/>
            <p:cNvSpPr/>
            <p:nvPr/>
          </p:nvSpPr>
          <p:spPr>
            <a:xfrm>
              <a:off x="4008361" y="5062655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7BD6B6">
                <a:alpha val="100000"/>
              </a:srgbClr>
            </a:solidFill>
            <a:ln w="5420" cap="flat">
              <a:solidFill>
                <a:srgbClr val="89DAB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3" name="pg603"/>
            <p:cNvSpPr/>
            <p:nvPr/>
          </p:nvSpPr>
          <p:spPr>
            <a:xfrm>
              <a:off x="4089798" y="5062655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77D4B5">
                <a:alpha val="100000"/>
              </a:srgbClr>
            </a:solidFill>
            <a:ln w="5420" cap="flat">
              <a:solidFill>
                <a:srgbClr val="85D9B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4" name="pg604"/>
            <p:cNvSpPr/>
            <p:nvPr/>
          </p:nvSpPr>
          <p:spPr>
            <a:xfrm>
              <a:off x="3193990" y="5165971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89DABC">
                <a:alpha val="100000"/>
              </a:srgbClr>
            </a:solidFill>
            <a:ln w="5420" cap="flat">
              <a:solidFill>
                <a:srgbClr val="94DDC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5" name="pg605"/>
            <p:cNvSpPr/>
            <p:nvPr/>
          </p:nvSpPr>
          <p:spPr>
            <a:xfrm>
              <a:off x="3275427" y="5165971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8BDABD">
                <a:alpha val="100000"/>
              </a:srgbClr>
            </a:solidFill>
            <a:ln w="5420" cap="flat">
              <a:solidFill>
                <a:srgbClr val="96DEC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6" name="pg606"/>
            <p:cNvSpPr/>
            <p:nvPr/>
          </p:nvSpPr>
          <p:spPr>
            <a:xfrm>
              <a:off x="3356864" y="5165971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8DDBBE">
                <a:alpha val="100000"/>
              </a:srgbClr>
            </a:solidFill>
            <a:ln w="5420" cap="flat">
              <a:solidFill>
                <a:srgbClr val="98DEC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7" name="pg607"/>
            <p:cNvSpPr/>
            <p:nvPr/>
          </p:nvSpPr>
          <p:spPr>
            <a:xfrm>
              <a:off x="3438301" y="5165971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8CDBBE">
                <a:alpha val="100000"/>
              </a:srgbClr>
            </a:solidFill>
            <a:ln w="5420" cap="flat">
              <a:solidFill>
                <a:srgbClr val="97DEC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8" name="pg608"/>
            <p:cNvSpPr/>
            <p:nvPr/>
          </p:nvSpPr>
          <p:spPr>
            <a:xfrm>
              <a:off x="3519738" y="5165971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8ADABD">
                <a:alpha val="100000"/>
              </a:srgbClr>
            </a:solidFill>
            <a:ln w="5420" cap="flat">
              <a:solidFill>
                <a:srgbClr val="96DEC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9" name="pg609"/>
            <p:cNvSpPr/>
            <p:nvPr/>
          </p:nvSpPr>
          <p:spPr>
            <a:xfrm>
              <a:off x="3601176" y="5165971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89DABC">
                <a:alpha val="100000"/>
              </a:srgbClr>
            </a:solidFill>
            <a:ln w="5420" cap="flat">
              <a:solidFill>
                <a:srgbClr val="95DDC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0" name="pg610"/>
            <p:cNvSpPr/>
            <p:nvPr/>
          </p:nvSpPr>
          <p:spPr>
            <a:xfrm>
              <a:off x="3682613" y="5165971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86D9BB">
                <a:alpha val="100000"/>
              </a:srgbClr>
            </a:solidFill>
            <a:ln w="5420" cap="flat">
              <a:solidFill>
                <a:srgbClr val="92DCC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1" name="pg611"/>
            <p:cNvSpPr/>
            <p:nvPr/>
          </p:nvSpPr>
          <p:spPr>
            <a:xfrm>
              <a:off x="3764050" y="5165971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83D8BA">
                <a:alpha val="100000"/>
              </a:srgbClr>
            </a:solidFill>
            <a:ln w="5420" cap="flat">
              <a:solidFill>
                <a:srgbClr val="8FDCB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2" name="pg612"/>
            <p:cNvSpPr/>
            <p:nvPr/>
          </p:nvSpPr>
          <p:spPr>
            <a:xfrm>
              <a:off x="3845487" y="5165971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80D7B8">
                <a:alpha val="100000"/>
              </a:srgbClr>
            </a:solidFill>
            <a:ln w="5420" cap="flat">
              <a:solidFill>
                <a:srgbClr val="8DDBB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3" name="pg613"/>
            <p:cNvSpPr/>
            <p:nvPr/>
          </p:nvSpPr>
          <p:spPr>
            <a:xfrm>
              <a:off x="3926924" y="5165971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7CD6B7">
                <a:alpha val="100000"/>
              </a:srgbClr>
            </a:solidFill>
            <a:ln w="5420" cap="flat">
              <a:solidFill>
                <a:srgbClr val="89DAB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4" name="pg614"/>
            <p:cNvSpPr/>
            <p:nvPr/>
          </p:nvSpPr>
          <p:spPr>
            <a:xfrm>
              <a:off x="4008361" y="5165971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78D5B5">
                <a:alpha val="100000"/>
              </a:srgbClr>
            </a:solidFill>
            <a:ln w="5420" cap="flat">
              <a:solidFill>
                <a:srgbClr val="86D9B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5" name="pg615"/>
            <p:cNvSpPr/>
            <p:nvPr/>
          </p:nvSpPr>
          <p:spPr>
            <a:xfrm>
              <a:off x="4089798" y="5165971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75D4B4">
                <a:alpha val="100000"/>
              </a:srgbClr>
            </a:solidFill>
            <a:ln w="5420" cap="flat">
              <a:solidFill>
                <a:srgbClr val="83D8B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6" name="pg616"/>
            <p:cNvSpPr/>
            <p:nvPr/>
          </p:nvSpPr>
          <p:spPr>
            <a:xfrm>
              <a:off x="3112553" y="5269288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7BD5B6">
                <a:alpha val="100000"/>
              </a:srgbClr>
            </a:solidFill>
            <a:ln w="5420" cap="flat">
              <a:solidFill>
                <a:srgbClr val="89DAB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7" name="pg617"/>
            <p:cNvSpPr/>
            <p:nvPr/>
          </p:nvSpPr>
          <p:spPr>
            <a:xfrm>
              <a:off x="3193990" y="5269288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7DD6B7">
                <a:alpha val="100000"/>
              </a:srgbClr>
            </a:solidFill>
            <a:ln w="5420" cap="flat">
              <a:solidFill>
                <a:srgbClr val="8ADAB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8" name="pg618"/>
            <p:cNvSpPr/>
            <p:nvPr/>
          </p:nvSpPr>
          <p:spPr>
            <a:xfrm>
              <a:off x="3275427" y="5269288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7ED6B8">
                <a:alpha val="100000"/>
              </a:srgbClr>
            </a:solidFill>
            <a:ln w="5420" cap="flat">
              <a:solidFill>
                <a:srgbClr val="8BDAB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9" name="pg619"/>
            <p:cNvSpPr/>
            <p:nvPr/>
          </p:nvSpPr>
          <p:spPr>
            <a:xfrm>
              <a:off x="3356864" y="5269288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7FD7B8">
                <a:alpha val="100000"/>
              </a:srgbClr>
            </a:solidFill>
            <a:ln w="5420" cap="flat">
              <a:solidFill>
                <a:srgbClr val="8CDAB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0" name="pg620"/>
            <p:cNvSpPr/>
            <p:nvPr/>
          </p:nvSpPr>
          <p:spPr>
            <a:xfrm>
              <a:off x="3438301" y="5269288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7FD7B8">
                <a:alpha val="100000"/>
              </a:srgbClr>
            </a:solidFill>
            <a:ln w="5420" cap="flat">
              <a:solidFill>
                <a:srgbClr val="8CDBB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1" name="pg621"/>
            <p:cNvSpPr/>
            <p:nvPr/>
          </p:nvSpPr>
          <p:spPr>
            <a:xfrm>
              <a:off x="3519738" y="5269288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7ED6B8">
                <a:alpha val="100000"/>
              </a:srgbClr>
            </a:solidFill>
            <a:ln w="5420" cap="flat">
              <a:solidFill>
                <a:srgbClr val="8BDAB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2" name="pg622"/>
            <p:cNvSpPr/>
            <p:nvPr/>
          </p:nvSpPr>
          <p:spPr>
            <a:xfrm>
              <a:off x="3601176" y="5269288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7DD6B7">
                <a:alpha val="100000"/>
              </a:srgbClr>
            </a:solidFill>
            <a:ln w="5420" cap="flat">
              <a:solidFill>
                <a:srgbClr val="8ADAB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3" name="pg623"/>
            <p:cNvSpPr/>
            <p:nvPr/>
          </p:nvSpPr>
          <p:spPr>
            <a:xfrm>
              <a:off x="3682613" y="5269288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7BD6B6">
                <a:alpha val="100000"/>
              </a:srgbClr>
            </a:solidFill>
            <a:ln w="5420" cap="flat">
              <a:solidFill>
                <a:srgbClr val="89DAB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4" name="pg624"/>
            <p:cNvSpPr/>
            <p:nvPr/>
          </p:nvSpPr>
          <p:spPr>
            <a:xfrm>
              <a:off x="3764050" y="5269288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79D5B6">
                <a:alpha val="100000"/>
              </a:srgbClr>
            </a:solidFill>
            <a:ln w="5420" cap="flat">
              <a:solidFill>
                <a:srgbClr val="87D9B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5" name="pg625"/>
            <p:cNvSpPr/>
            <p:nvPr/>
          </p:nvSpPr>
          <p:spPr>
            <a:xfrm>
              <a:off x="3845487" y="5269288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77D4B5">
                <a:alpha val="100000"/>
              </a:srgbClr>
            </a:solidFill>
            <a:ln w="5420" cap="flat">
              <a:solidFill>
                <a:srgbClr val="85D9B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6" name="pg626"/>
            <p:cNvSpPr/>
            <p:nvPr/>
          </p:nvSpPr>
          <p:spPr>
            <a:xfrm>
              <a:off x="3926924" y="5269288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75D4B4">
                <a:alpha val="100000"/>
              </a:srgbClr>
            </a:solidFill>
            <a:ln w="5420" cap="flat">
              <a:solidFill>
                <a:srgbClr val="83D8B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7" name="pg627"/>
            <p:cNvSpPr/>
            <p:nvPr/>
          </p:nvSpPr>
          <p:spPr>
            <a:xfrm>
              <a:off x="4008361" y="5269288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72D3B3">
                <a:alpha val="100000"/>
              </a:srgbClr>
            </a:solidFill>
            <a:ln w="5420" cap="flat">
              <a:solidFill>
                <a:srgbClr val="81D7B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8" name="pg628"/>
            <p:cNvSpPr/>
            <p:nvPr/>
          </p:nvSpPr>
          <p:spPr>
            <a:xfrm>
              <a:off x="4089798" y="5269288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6FD2B2">
                <a:alpha val="100000"/>
              </a:srgbClr>
            </a:solidFill>
            <a:ln w="5420" cap="flat">
              <a:solidFill>
                <a:srgbClr val="7FD7B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9" name="pg629"/>
            <p:cNvSpPr/>
            <p:nvPr/>
          </p:nvSpPr>
          <p:spPr>
            <a:xfrm>
              <a:off x="4171236" y="5269288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6DD1B1">
                <a:alpha val="100000"/>
              </a:srgbClr>
            </a:solidFill>
            <a:ln w="5420" cap="flat">
              <a:solidFill>
                <a:srgbClr val="7DD6B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0" name="pg630"/>
            <p:cNvSpPr/>
            <p:nvPr/>
          </p:nvSpPr>
          <p:spPr>
            <a:xfrm>
              <a:off x="3112553" y="5372604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76D4B4">
                <a:alpha val="100000"/>
              </a:srgbClr>
            </a:solidFill>
            <a:ln w="5420" cap="flat">
              <a:solidFill>
                <a:srgbClr val="85D8B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1" name="pg631"/>
            <p:cNvSpPr/>
            <p:nvPr/>
          </p:nvSpPr>
          <p:spPr>
            <a:xfrm>
              <a:off x="3193990" y="5372604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77D4B5">
                <a:alpha val="100000"/>
              </a:srgbClr>
            </a:solidFill>
            <a:ln w="5420" cap="flat">
              <a:solidFill>
                <a:srgbClr val="86D9B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2" name="pg632"/>
            <p:cNvSpPr/>
            <p:nvPr/>
          </p:nvSpPr>
          <p:spPr>
            <a:xfrm>
              <a:off x="3275427" y="5372604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78D5B5">
                <a:alpha val="100000"/>
              </a:srgbClr>
            </a:solidFill>
            <a:ln w="5420" cap="flat">
              <a:solidFill>
                <a:srgbClr val="86D9B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3" name="pg633"/>
            <p:cNvSpPr/>
            <p:nvPr/>
          </p:nvSpPr>
          <p:spPr>
            <a:xfrm>
              <a:off x="3356864" y="5372604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79D5B6">
                <a:alpha val="100000"/>
              </a:srgbClr>
            </a:solidFill>
            <a:ln w="5420" cap="flat">
              <a:solidFill>
                <a:srgbClr val="87D9B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4" name="pg634"/>
            <p:cNvSpPr/>
            <p:nvPr/>
          </p:nvSpPr>
          <p:spPr>
            <a:xfrm>
              <a:off x="3438301" y="5372604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79D5B6">
                <a:alpha val="100000"/>
              </a:srgbClr>
            </a:solidFill>
            <a:ln w="5420" cap="flat">
              <a:solidFill>
                <a:srgbClr val="87D9B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5" name="pg635"/>
            <p:cNvSpPr/>
            <p:nvPr/>
          </p:nvSpPr>
          <p:spPr>
            <a:xfrm>
              <a:off x="3519738" y="5372604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79D5B5">
                <a:alpha val="100000"/>
              </a:srgbClr>
            </a:solidFill>
            <a:ln w="5420" cap="flat">
              <a:solidFill>
                <a:srgbClr val="87D9B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6" name="pg636"/>
            <p:cNvSpPr/>
            <p:nvPr/>
          </p:nvSpPr>
          <p:spPr>
            <a:xfrm>
              <a:off x="3601176" y="5372604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78D5B5">
                <a:alpha val="100000"/>
              </a:srgbClr>
            </a:solidFill>
            <a:ln w="5420" cap="flat">
              <a:solidFill>
                <a:srgbClr val="86D9B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7" name="pg637"/>
            <p:cNvSpPr/>
            <p:nvPr/>
          </p:nvSpPr>
          <p:spPr>
            <a:xfrm>
              <a:off x="3682613" y="5372604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77D4B4">
                <a:alpha val="100000"/>
              </a:srgbClr>
            </a:solidFill>
            <a:ln w="5420" cap="flat">
              <a:solidFill>
                <a:srgbClr val="85D8B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8" name="pg638"/>
            <p:cNvSpPr/>
            <p:nvPr/>
          </p:nvSpPr>
          <p:spPr>
            <a:xfrm>
              <a:off x="3764050" y="5372604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75D4B4">
                <a:alpha val="100000"/>
              </a:srgbClr>
            </a:solidFill>
            <a:ln w="5420" cap="flat">
              <a:solidFill>
                <a:srgbClr val="84D8B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9" name="pg639"/>
            <p:cNvSpPr/>
            <p:nvPr/>
          </p:nvSpPr>
          <p:spPr>
            <a:xfrm>
              <a:off x="3845487" y="5372604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73D3B3">
                <a:alpha val="100000"/>
              </a:srgbClr>
            </a:solidFill>
            <a:ln w="5420" cap="flat">
              <a:solidFill>
                <a:srgbClr val="82D8B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0" name="pg640"/>
            <p:cNvSpPr/>
            <p:nvPr/>
          </p:nvSpPr>
          <p:spPr>
            <a:xfrm>
              <a:off x="3926924" y="5372604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71D3B2">
                <a:alpha val="100000"/>
              </a:srgbClr>
            </a:solidFill>
            <a:ln w="5420" cap="flat">
              <a:solidFill>
                <a:srgbClr val="80D7B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1" name="pg641"/>
            <p:cNvSpPr/>
            <p:nvPr/>
          </p:nvSpPr>
          <p:spPr>
            <a:xfrm>
              <a:off x="4008361" y="5372604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6FD2B2">
                <a:alpha val="100000"/>
              </a:srgbClr>
            </a:solidFill>
            <a:ln w="5420" cap="flat">
              <a:solidFill>
                <a:srgbClr val="7FD7B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2" name="pg642"/>
            <p:cNvSpPr/>
            <p:nvPr/>
          </p:nvSpPr>
          <p:spPr>
            <a:xfrm>
              <a:off x="4089798" y="5372604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6DD1B1">
                <a:alpha val="100000"/>
              </a:srgbClr>
            </a:solidFill>
            <a:ln w="5420" cap="flat">
              <a:solidFill>
                <a:srgbClr val="7DD6B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3" name="pg643"/>
            <p:cNvSpPr/>
            <p:nvPr/>
          </p:nvSpPr>
          <p:spPr>
            <a:xfrm>
              <a:off x="4171236" y="5372604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6BD1B0">
                <a:alpha val="100000"/>
              </a:srgbClr>
            </a:solidFill>
            <a:ln w="5420" cap="flat">
              <a:solidFill>
                <a:srgbClr val="7BD5B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4" name="pg644"/>
            <p:cNvSpPr/>
            <p:nvPr/>
          </p:nvSpPr>
          <p:spPr>
            <a:xfrm>
              <a:off x="4252673" y="5372604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68D0AF">
                <a:alpha val="100000"/>
              </a:srgbClr>
            </a:solidFill>
            <a:ln w="5420" cap="flat">
              <a:solidFill>
                <a:srgbClr val="79D5B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5" name="pg645"/>
            <p:cNvSpPr/>
            <p:nvPr/>
          </p:nvSpPr>
          <p:spPr>
            <a:xfrm>
              <a:off x="3112553" y="5475920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72D3B3">
                <a:alpha val="100000"/>
              </a:srgbClr>
            </a:solidFill>
            <a:ln w="5420" cap="flat">
              <a:solidFill>
                <a:srgbClr val="81D7B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6" name="pg646"/>
            <p:cNvSpPr/>
            <p:nvPr/>
          </p:nvSpPr>
          <p:spPr>
            <a:xfrm>
              <a:off x="3193990" y="5475920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73D3B3">
                <a:alpha val="100000"/>
              </a:srgbClr>
            </a:solidFill>
            <a:ln w="5420" cap="flat">
              <a:solidFill>
                <a:srgbClr val="82D7B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7" name="pg647"/>
            <p:cNvSpPr/>
            <p:nvPr/>
          </p:nvSpPr>
          <p:spPr>
            <a:xfrm>
              <a:off x="3275427" y="5475920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74D3B3">
                <a:alpha val="100000"/>
              </a:srgbClr>
            </a:solidFill>
            <a:ln w="5420" cap="flat">
              <a:solidFill>
                <a:srgbClr val="83D8B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8" name="pg648"/>
            <p:cNvSpPr/>
            <p:nvPr/>
          </p:nvSpPr>
          <p:spPr>
            <a:xfrm>
              <a:off x="3356864" y="5475920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74D4B4">
                <a:alpha val="100000"/>
              </a:srgbClr>
            </a:solidFill>
            <a:ln w="5420" cap="flat">
              <a:solidFill>
                <a:srgbClr val="83D8B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9" name="pg649"/>
            <p:cNvSpPr/>
            <p:nvPr/>
          </p:nvSpPr>
          <p:spPr>
            <a:xfrm>
              <a:off x="3438301" y="5475920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75D4B4">
                <a:alpha val="100000"/>
              </a:srgbClr>
            </a:solidFill>
            <a:ln w="5420" cap="flat">
              <a:solidFill>
                <a:srgbClr val="83D8B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0" name="pg650"/>
            <p:cNvSpPr/>
            <p:nvPr/>
          </p:nvSpPr>
          <p:spPr>
            <a:xfrm>
              <a:off x="3519738" y="5475920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74D3B3">
                <a:alpha val="100000"/>
              </a:srgbClr>
            </a:solidFill>
            <a:ln w="5420" cap="flat">
              <a:solidFill>
                <a:srgbClr val="83D8B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1" name="pg651"/>
            <p:cNvSpPr/>
            <p:nvPr/>
          </p:nvSpPr>
          <p:spPr>
            <a:xfrm>
              <a:off x="3601176" y="5475920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73D3B3">
                <a:alpha val="100000"/>
              </a:srgbClr>
            </a:solidFill>
            <a:ln w="5420" cap="flat">
              <a:solidFill>
                <a:srgbClr val="82D8B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2" name="pg652"/>
            <p:cNvSpPr/>
            <p:nvPr/>
          </p:nvSpPr>
          <p:spPr>
            <a:xfrm>
              <a:off x="3682613" y="5475920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72D3B3">
                <a:alpha val="100000"/>
              </a:srgbClr>
            </a:solidFill>
            <a:ln w="5420" cap="flat">
              <a:solidFill>
                <a:srgbClr val="81D7B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3" name="pg653"/>
            <p:cNvSpPr/>
            <p:nvPr/>
          </p:nvSpPr>
          <p:spPr>
            <a:xfrm>
              <a:off x="3764050" y="5475920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71D3B2">
                <a:alpha val="100000"/>
              </a:srgbClr>
            </a:solidFill>
            <a:ln w="5420" cap="flat">
              <a:solidFill>
                <a:srgbClr val="80D7B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4" name="pg654"/>
            <p:cNvSpPr/>
            <p:nvPr/>
          </p:nvSpPr>
          <p:spPr>
            <a:xfrm>
              <a:off x="3845487" y="5475920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70D2B2">
                <a:alpha val="100000"/>
              </a:srgbClr>
            </a:solidFill>
            <a:ln w="5420" cap="flat">
              <a:solidFill>
                <a:srgbClr val="7FD7B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5" name="pg655"/>
            <p:cNvSpPr/>
            <p:nvPr/>
          </p:nvSpPr>
          <p:spPr>
            <a:xfrm>
              <a:off x="3926924" y="5475920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6ED2B1">
                <a:alpha val="100000"/>
              </a:srgbClr>
            </a:solidFill>
            <a:ln w="5420" cap="flat">
              <a:solidFill>
                <a:srgbClr val="7ED6B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6" name="pg656"/>
            <p:cNvSpPr/>
            <p:nvPr/>
          </p:nvSpPr>
          <p:spPr>
            <a:xfrm>
              <a:off x="4008361" y="5475920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6CD1B0">
                <a:alpha val="100000"/>
              </a:srgbClr>
            </a:solidFill>
            <a:ln w="5420" cap="flat">
              <a:solidFill>
                <a:srgbClr val="7CD6B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7" name="pg657"/>
            <p:cNvSpPr/>
            <p:nvPr/>
          </p:nvSpPr>
          <p:spPr>
            <a:xfrm>
              <a:off x="4089798" y="5475920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6AD1B0">
                <a:alpha val="100000"/>
              </a:srgbClr>
            </a:solidFill>
            <a:ln w="5420" cap="flat">
              <a:solidFill>
                <a:srgbClr val="7BD5B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8" name="pg658"/>
            <p:cNvSpPr/>
            <p:nvPr/>
          </p:nvSpPr>
          <p:spPr>
            <a:xfrm>
              <a:off x="4171236" y="5475920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68D0AF">
                <a:alpha val="100000"/>
              </a:srgbClr>
            </a:solidFill>
            <a:ln w="5420" cap="flat">
              <a:solidFill>
                <a:srgbClr val="79D5B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9" name="pg659"/>
            <p:cNvSpPr/>
            <p:nvPr/>
          </p:nvSpPr>
          <p:spPr>
            <a:xfrm>
              <a:off x="4252673" y="5475920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66D0AE">
                <a:alpha val="100000"/>
              </a:srgbClr>
            </a:solidFill>
            <a:ln w="5420" cap="flat">
              <a:solidFill>
                <a:srgbClr val="78D5B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0" name="pg660"/>
            <p:cNvSpPr/>
            <p:nvPr/>
          </p:nvSpPr>
          <p:spPr>
            <a:xfrm>
              <a:off x="5284534" y="1853932"/>
              <a:ext cx="27605" cy="141906"/>
            </a:xfrm>
            <a:custGeom>
              <a:avLst/>
              <a:pathLst>
                <a:path w="27605" h="141906">
                  <a:moveTo>
                    <a:pt x="25965" y="15142"/>
                  </a:moveTo>
                  <a:lnTo>
                    <a:pt x="3001" y="141906"/>
                  </a:lnTo>
                  <a:lnTo>
                    <a:pt x="0" y="103414"/>
                  </a:lnTo>
                  <a:lnTo>
                    <a:pt x="9634" y="0"/>
                  </a:lnTo>
                  <a:lnTo>
                    <a:pt x="27605" y="0"/>
                  </a:lnTo>
                  <a:close/>
                </a:path>
              </a:pathLst>
            </a:custGeom>
            <a:solidFill>
              <a:srgbClr val="FFEFDB">
                <a:alpha val="100000"/>
              </a:srgbClr>
            </a:solidFill>
            <a:ln w="5420" cap="flat">
              <a:solidFill>
                <a:srgbClr val="5959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1" name="pg661"/>
            <p:cNvSpPr/>
            <p:nvPr/>
          </p:nvSpPr>
          <p:spPr>
            <a:xfrm>
              <a:off x="4217860" y="1853932"/>
              <a:ext cx="1042192" cy="937770"/>
            </a:xfrm>
            <a:custGeom>
              <a:avLst/>
              <a:pathLst>
                <a:path w="1042192" h="937770">
                  <a:moveTo>
                    <a:pt x="1041757" y="966"/>
                  </a:moveTo>
                  <a:lnTo>
                    <a:pt x="998433" y="199714"/>
                  </a:lnTo>
                  <a:lnTo>
                    <a:pt x="938872" y="305648"/>
                  </a:lnTo>
                  <a:lnTo>
                    <a:pt x="884012" y="378917"/>
                  </a:lnTo>
                  <a:lnTo>
                    <a:pt x="827417" y="366805"/>
                  </a:lnTo>
                  <a:lnTo>
                    <a:pt x="840146" y="425026"/>
                  </a:lnTo>
                  <a:lnTo>
                    <a:pt x="824596" y="455352"/>
                  </a:lnTo>
                  <a:lnTo>
                    <a:pt x="811288" y="518619"/>
                  </a:lnTo>
                  <a:lnTo>
                    <a:pt x="777548" y="560552"/>
                  </a:lnTo>
                  <a:lnTo>
                    <a:pt x="745832" y="556515"/>
                  </a:lnTo>
                  <a:lnTo>
                    <a:pt x="700266" y="585419"/>
                  </a:lnTo>
                  <a:lnTo>
                    <a:pt x="682293" y="607532"/>
                  </a:lnTo>
                  <a:lnTo>
                    <a:pt x="680955" y="649879"/>
                  </a:lnTo>
                  <a:lnTo>
                    <a:pt x="650470" y="687132"/>
                  </a:lnTo>
                  <a:lnTo>
                    <a:pt x="540461" y="880650"/>
                  </a:lnTo>
                  <a:lnTo>
                    <a:pt x="444953" y="937770"/>
                  </a:lnTo>
                  <a:lnTo>
                    <a:pt x="422098" y="929465"/>
                  </a:lnTo>
                  <a:lnTo>
                    <a:pt x="447268" y="838120"/>
                  </a:lnTo>
                  <a:lnTo>
                    <a:pt x="464518" y="745766"/>
                  </a:lnTo>
                  <a:lnTo>
                    <a:pt x="406548" y="705576"/>
                  </a:lnTo>
                  <a:lnTo>
                    <a:pt x="351073" y="684334"/>
                  </a:lnTo>
                  <a:lnTo>
                    <a:pt x="287426" y="687132"/>
                  </a:lnTo>
                  <a:lnTo>
                    <a:pt x="217124" y="615332"/>
                  </a:lnTo>
                  <a:lnTo>
                    <a:pt x="126499" y="563121"/>
                  </a:lnTo>
                  <a:lnTo>
                    <a:pt x="0" y="421860"/>
                  </a:lnTo>
                  <a:lnTo>
                    <a:pt x="3688" y="382679"/>
                  </a:lnTo>
                  <a:lnTo>
                    <a:pt x="506" y="316935"/>
                  </a:lnTo>
                  <a:lnTo>
                    <a:pt x="38947" y="213064"/>
                  </a:lnTo>
                  <a:lnTo>
                    <a:pt x="75798" y="140438"/>
                  </a:lnTo>
                  <a:lnTo>
                    <a:pt x="126680" y="102817"/>
                  </a:lnTo>
                  <a:lnTo>
                    <a:pt x="274335" y="64508"/>
                  </a:lnTo>
                  <a:lnTo>
                    <a:pt x="311366" y="6884"/>
                  </a:lnTo>
                  <a:lnTo>
                    <a:pt x="314479" y="0"/>
                  </a:lnTo>
                  <a:lnTo>
                    <a:pt x="1042192" y="0"/>
                  </a:lnTo>
                  <a:close/>
                </a:path>
              </a:pathLst>
            </a:custGeom>
            <a:solidFill>
              <a:srgbClr val="FFEFDB">
                <a:alpha val="100000"/>
              </a:srgbClr>
            </a:solidFill>
            <a:ln w="5420" cap="flat">
              <a:solidFill>
                <a:srgbClr val="5959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2" name="pg662"/>
            <p:cNvSpPr/>
            <p:nvPr/>
          </p:nvSpPr>
          <p:spPr>
            <a:xfrm>
              <a:off x="2490532" y="1853932"/>
              <a:ext cx="2088998" cy="3682871"/>
            </a:xfrm>
            <a:custGeom>
              <a:avLst/>
              <a:pathLst>
                <a:path w="2088998" h="3682871">
                  <a:moveTo>
                    <a:pt x="1987487" y="41706"/>
                  </a:moveTo>
                  <a:lnTo>
                    <a:pt x="1877912" y="69968"/>
                  </a:lnTo>
                  <a:lnTo>
                    <a:pt x="1818858" y="101074"/>
                  </a:lnTo>
                  <a:lnTo>
                    <a:pt x="1771628" y="148650"/>
                  </a:lnTo>
                  <a:lnTo>
                    <a:pt x="1743674" y="208385"/>
                  </a:lnTo>
                  <a:lnTo>
                    <a:pt x="1680388" y="280369"/>
                  </a:lnTo>
                  <a:lnTo>
                    <a:pt x="1684836" y="328588"/>
                  </a:lnTo>
                  <a:lnTo>
                    <a:pt x="1695432" y="362859"/>
                  </a:lnTo>
                  <a:lnTo>
                    <a:pt x="1690550" y="434293"/>
                  </a:lnTo>
                  <a:lnTo>
                    <a:pt x="1730583" y="503937"/>
                  </a:lnTo>
                  <a:lnTo>
                    <a:pt x="1809961" y="618039"/>
                  </a:lnTo>
                  <a:lnTo>
                    <a:pt x="1825114" y="795269"/>
                  </a:lnTo>
                  <a:lnTo>
                    <a:pt x="1885687" y="913867"/>
                  </a:lnTo>
                  <a:lnTo>
                    <a:pt x="1978519" y="1052146"/>
                  </a:lnTo>
                  <a:lnTo>
                    <a:pt x="2049905" y="1091464"/>
                  </a:lnTo>
                  <a:lnTo>
                    <a:pt x="2053377" y="1142895"/>
                  </a:lnTo>
                  <a:lnTo>
                    <a:pt x="2020432" y="1227817"/>
                  </a:lnTo>
                  <a:lnTo>
                    <a:pt x="1977000" y="1266630"/>
                  </a:lnTo>
                  <a:lnTo>
                    <a:pt x="2033487" y="1258877"/>
                  </a:lnTo>
                  <a:lnTo>
                    <a:pt x="2061622" y="1278284"/>
                  </a:lnTo>
                  <a:lnTo>
                    <a:pt x="2088998" y="1349121"/>
                  </a:lnTo>
                  <a:lnTo>
                    <a:pt x="2086864" y="1421426"/>
                  </a:lnTo>
                  <a:lnTo>
                    <a:pt x="2077606" y="1462167"/>
                  </a:lnTo>
                  <a:lnTo>
                    <a:pt x="2060501" y="1478408"/>
                  </a:lnTo>
                  <a:lnTo>
                    <a:pt x="2061224" y="1436796"/>
                  </a:lnTo>
                  <a:lnTo>
                    <a:pt x="2049110" y="1422344"/>
                  </a:lnTo>
                  <a:lnTo>
                    <a:pt x="2029111" y="1440374"/>
                  </a:lnTo>
                  <a:lnTo>
                    <a:pt x="2016165" y="1460928"/>
                  </a:lnTo>
                  <a:lnTo>
                    <a:pt x="2010776" y="1541905"/>
                  </a:lnTo>
                  <a:lnTo>
                    <a:pt x="1997071" y="1582370"/>
                  </a:lnTo>
                  <a:lnTo>
                    <a:pt x="1948612" y="1594390"/>
                  </a:lnTo>
                  <a:lnTo>
                    <a:pt x="1899466" y="1700646"/>
                  </a:lnTo>
                  <a:lnTo>
                    <a:pt x="1853755" y="1760931"/>
                  </a:lnTo>
                  <a:lnTo>
                    <a:pt x="1673879" y="2168566"/>
                  </a:lnTo>
                  <a:lnTo>
                    <a:pt x="1680750" y="2236697"/>
                  </a:lnTo>
                  <a:lnTo>
                    <a:pt x="1647841" y="2258627"/>
                  </a:lnTo>
                  <a:lnTo>
                    <a:pt x="1598008" y="2276474"/>
                  </a:lnTo>
                  <a:lnTo>
                    <a:pt x="1547596" y="2317214"/>
                  </a:lnTo>
                  <a:lnTo>
                    <a:pt x="1514145" y="2362130"/>
                  </a:lnTo>
                  <a:lnTo>
                    <a:pt x="1483081" y="2482929"/>
                  </a:lnTo>
                  <a:lnTo>
                    <a:pt x="1423556" y="2618915"/>
                  </a:lnTo>
                  <a:lnTo>
                    <a:pt x="1386416" y="2562254"/>
                  </a:lnTo>
                  <a:lnTo>
                    <a:pt x="1376905" y="2513760"/>
                  </a:lnTo>
                  <a:lnTo>
                    <a:pt x="1393432" y="2387272"/>
                  </a:lnTo>
                  <a:lnTo>
                    <a:pt x="1457803" y="2179898"/>
                  </a:lnTo>
                  <a:lnTo>
                    <a:pt x="1528719" y="2050978"/>
                  </a:lnTo>
                  <a:lnTo>
                    <a:pt x="1582819" y="1989868"/>
                  </a:lnTo>
                  <a:lnTo>
                    <a:pt x="1627300" y="1865306"/>
                  </a:lnTo>
                  <a:lnTo>
                    <a:pt x="1571103" y="1846725"/>
                  </a:lnTo>
                  <a:lnTo>
                    <a:pt x="1485432" y="1848744"/>
                  </a:lnTo>
                  <a:lnTo>
                    <a:pt x="1501560" y="1791257"/>
                  </a:lnTo>
                  <a:lnTo>
                    <a:pt x="1526549" y="1740607"/>
                  </a:lnTo>
                  <a:lnTo>
                    <a:pt x="1481888" y="1690140"/>
                  </a:lnTo>
                  <a:lnTo>
                    <a:pt x="1455452" y="1683717"/>
                  </a:lnTo>
                  <a:lnTo>
                    <a:pt x="1428221" y="1663025"/>
                  </a:lnTo>
                  <a:lnTo>
                    <a:pt x="1460153" y="1621000"/>
                  </a:lnTo>
                  <a:lnTo>
                    <a:pt x="1475740" y="1576589"/>
                  </a:lnTo>
                  <a:lnTo>
                    <a:pt x="1466229" y="1522544"/>
                  </a:lnTo>
                  <a:lnTo>
                    <a:pt x="1479609" y="1481849"/>
                  </a:lnTo>
                  <a:lnTo>
                    <a:pt x="1457296" y="1487997"/>
                  </a:lnTo>
                  <a:lnTo>
                    <a:pt x="1421422" y="1531077"/>
                  </a:lnTo>
                  <a:lnTo>
                    <a:pt x="1399110" y="1548282"/>
                  </a:lnTo>
                  <a:lnTo>
                    <a:pt x="1385512" y="1510156"/>
                  </a:lnTo>
                  <a:lnTo>
                    <a:pt x="1369998" y="1518782"/>
                  </a:lnTo>
                  <a:lnTo>
                    <a:pt x="1359909" y="1544979"/>
                  </a:lnTo>
                  <a:lnTo>
                    <a:pt x="1337017" y="1559385"/>
                  </a:lnTo>
                  <a:lnTo>
                    <a:pt x="1288667" y="1523553"/>
                  </a:lnTo>
                  <a:lnTo>
                    <a:pt x="1218184" y="1482537"/>
                  </a:lnTo>
                  <a:lnTo>
                    <a:pt x="1178947" y="1411975"/>
                  </a:lnTo>
                  <a:lnTo>
                    <a:pt x="1156562" y="1357287"/>
                  </a:lnTo>
                  <a:lnTo>
                    <a:pt x="1179309" y="1258326"/>
                  </a:lnTo>
                  <a:lnTo>
                    <a:pt x="1228021" y="1240755"/>
                  </a:lnTo>
                  <a:lnTo>
                    <a:pt x="1291307" y="1256812"/>
                  </a:lnTo>
                  <a:lnTo>
                    <a:pt x="1374265" y="1256675"/>
                  </a:lnTo>
                  <a:lnTo>
                    <a:pt x="1362404" y="1234699"/>
                  </a:lnTo>
                  <a:lnTo>
                    <a:pt x="1332786" y="1238323"/>
                  </a:lnTo>
                  <a:lnTo>
                    <a:pt x="1245343" y="1158035"/>
                  </a:lnTo>
                  <a:lnTo>
                    <a:pt x="1217208" y="1109541"/>
                  </a:lnTo>
                  <a:lnTo>
                    <a:pt x="1168821" y="1096236"/>
                  </a:lnTo>
                  <a:lnTo>
                    <a:pt x="1146762" y="1142849"/>
                  </a:lnTo>
                  <a:lnTo>
                    <a:pt x="1122279" y="1155236"/>
                  </a:lnTo>
                  <a:lnTo>
                    <a:pt x="1152512" y="1053247"/>
                  </a:lnTo>
                  <a:lnTo>
                    <a:pt x="1192038" y="1049072"/>
                  </a:lnTo>
                  <a:lnTo>
                    <a:pt x="1250406" y="1020811"/>
                  </a:lnTo>
                  <a:lnTo>
                    <a:pt x="1233445" y="961764"/>
                  </a:lnTo>
                  <a:lnTo>
                    <a:pt x="1196595" y="935934"/>
                  </a:lnTo>
                  <a:lnTo>
                    <a:pt x="1130054" y="968325"/>
                  </a:lnTo>
                  <a:lnTo>
                    <a:pt x="1130850" y="926804"/>
                  </a:lnTo>
                  <a:lnTo>
                    <a:pt x="1143326" y="873631"/>
                  </a:lnTo>
                  <a:lnTo>
                    <a:pt x="1193485" y="873814"/>
                  </a:lnTo>
                  <a:lnTo>
                    <a:pt x="1237423" y="891156"/>
                  </a:lnTo>
                  <a:lnTo>
                    <a:pt x="1274816" y="805271"/>
                  </a:lnTo>
                  <a:lnTo>
                    <a:pt x="1276480" y="766916"/>
                  </a:lnTo>
                  <a:lnTo>
                    <a:pt x="1214351" y="822659"/>
                  </a:lnTo>
                  <a:lnTo>
                    <a:pt x="1200392" y="702410"/>
                  </a:lnTo>
                  <a:lnTo>
                    <a:pt x="1261544" y="586428"/>
                  </a:lnTo>
                  <a:lnTo>
                    <a:pt x="1319876" y="535869"/>
                  </a:lnTo>
                  <a:lnTo>
                    <a:pt x="1392745" y="537337"/>
                  </a:lnTo>
                  <a:lnTo>
                    <a:pt x="1466807" y="529171"/>
                  </a:lnTo>
                  <a:lnTo>
                    <a:pt x="1420338" y="507929"/>
                  </a:lnTo>
                  <a:lnTo>
                    <a:pt x="1372638" y="496413"/>
                  </a:lnTo>
                  <a:lnTo>
                    <a:pt x="1408476" y="450580"/>
                  </a:lnTo>
                  <a:lnTo>
                    <a:pt x="1439034" y="442368"/>
                  </a:lnTo>
                  <a:lnTo>
                    <a:pt x="1469050" y="402407"/>
                  </a:lnTo>
                  <a:lnTo>
                    <a:pt x="1396868" y="408326"/>
                  </a:lnTo>
                  <a:lnTo>
                    <a:pt x="1405366" y="332717"/>
                  </a:lnTo>
                  <a:lnTo>
                    <a:pt x="1370287" y="348086"/>
                  </a:lnTo>
                  <a:lnTo>
                    <a:pt x="1328302" y="355198"/>
                  </a:lnTo>
                  <a:lnTo>
                    <a:pt x="1311956" y="387267"/>
                  </a:lnTo>
                  <a:lnTo>
                    <a:pt x="1315175" y="440533"/>
                  </a:lnTo>
                  <a:lnTo>
                    <a:pt x="1302915" y="475492"/>
                  </a:lnTo>
                  <a:lnTo>
                    <a:pt x="1270260" y="503570"/>
                  </a:lnTo>
                  <a:lnTo>
                    <a:pt x="1215111" y="525455"/>
                  </a:lnTo>
                  <a:lnTo>
                    <a:pt x="1209758" y="487513"/>
                  </a:lnTo>
                  <a:lnTo>
                    <a:pt x="1191532" y="470308"/>
                  </a:lnTo>
                  <a:lnTo>
                    <a:pt x="1184733" y="551560"/>
                  </a:lnTo>
                  <a:lnTo>
                    <a:pt x="1170268" y="579179"/>
                  </a:lnTo>
                  <a:lnTo>
                    <a:pt x="1129946" y="502928"/>
                  </a:lnTo>
                  <a:lnTo>
                    <a:pt x="1117831" y="518298"/>
                  </a:lnTo>
                  <a:lnTo>
                    <a:pt x="1119386" y="539952"/>
                  </a:lnTo>
                  <a:lnTo>
                    <a:pt x="1109080" y="577390"/>
                  </a:lnTo>
                  <a:lnTo>
                    <a:pt x="1074507" y="596888"/>
                  </a:lnTo>
                  <a:lnTo>
                    <a:pt x="1076641" y="644878"/>
                  </a:lnTo>
                  <a:lnTo>
                    <a:pt x="1063225" y="671029"/>
                  </a:lnTo>
                  <a:lnTo>
                    <a:pt x="952492" y="629371"/>
                  </a:lnTo>
                  <a:lnTo>
                    <a:pt x="949889" y="643501"/>
                  </a:lnTo>
                  <a:lnTo>
                    <a:pt x="1012524" y="733333"/>
                  </a:lnTo>
                  <a:lnTo>
                    <a:pt x="1058270" y="764026"/>
                  </a:lnTo>
                  <a:lnTo>
                    <a:pt x="1063839" y="813024"/>
                  </a:lnTo>
                  <a:lnTo>
                    <a:pt x="1024566" y="853673"/>
                  </a:lnTo>
                  <a:lnTo>
                    <a:pt x="970393" y="818576"/>
                  </a:lnTo>
                  <a:lnTo>
                    <a:pt x="961280" y="821145"/>
                  </a:lnTo>
                  <a:lnTo>
                    <a:pt x="990717" y="881338"/>
                  </a:lnTo>
                  <a:lnTo>
                    <a:pt x="1009269" y="933916"/>
                  </a:lnTo>
                  <a:lnTo>
                    <a:pt x="990175" y="977960"/>
                  </a:lnTo>
                  <a:lnTo>
                    <a:pt x="993140" y="1032189"/>
                  </a:lnTo>
                  <a:lnTo>
                    <a:pt x="989017" y="1081371"/>
                  </a:lnTo>
                  <a:lnTo>
                    <a:pt x="977337" y="1124268"/>
                  </a:lnTo>
                  <a:lnTo>
                    <a:pt x="1003663" y="1322006"/>
                  </a:lnTo>
                  <a:lnTo>
                    <a:pt x="1035379" y="1375777"/>
                  </a:lnTo>
                  <a:lnTo>
                    <a:pt x="1066552" y="1427207"/>
                  </a:lnTo>
                  <a:lnTo>
                    <a:pt x="1083078" y="1475334"/>
                  </a:lnTo>
                  <a:lnTo>
                    <a:pt x="1049989" y="1482354"/>
                  </a:lnTo>
                  <a:lnTo>
                    <a:pt x="997299" y="1442760"/>
                  </a:lnTo>
                  <a:lnTo>
                    <a:pt x="951010" y="1412572"/>
                  </a:lnTo>
                  <a:lnTo>
                    <a:pt x="895861" y="1316042"/>
                  </a:lnTo>
                  <a:lnTo>
                    <a:pt x="886747" y="1277504"/>
                  </a:lnTo>
                  <a:lnTo>
                    <a:pt x="873295" y="1247040"/>
                  </a:lnTo>
                  <a:lnTo>
                    <a:pt x="879804" y="1317006"/>
                  </a:lnTo>
                  <a:lnTo>
                    <a:pt x="899477" y="1395138"/>
                  </a:lnTo>
                  <a:lnTo>
                    <a:pt x="1072193" y="1569983"/>
                  </a:lnTo>
                  <a:lnTo>
                    <a:pt x="1104089" y="1637058"/>
                  </a:lnTo>
                  <a:lnTo>
                    <a:pt x="1128391" y="1689773"/>
                  </a:lnTo>
                  <a:lnTo>
                    <a:pt x="1122279" y="1740286"/>
                  </a:lnTo>
                  <a:lnTo>
                    <a:pt x="1077256" y="1704546"/>
                  </a:lnTo>
                  <a:lnTo>
                    <a:pt x="1038416" y="1658988"/>
                  </a:lnTo>
                  <a:lnTo>
                    <a:pt x="935315" y="1607512"/>
                  </a:lnTo>
                  <a:lnTo>
                    <a:pt x="805308" y="1574983"/>
                  </a:lnTo>
                  <a:lnTo>
                    <a:pt x="732004" y="1455331"/>
                  </a:lnTo>
                  <a:lnTo>
                    <a:pt x="732258" y="1505247"/>
                  </a:lnTo>
                  <a:lnTo>
                    <a:pt x="715984" y="1547594"/>
                  </a:lnTo>
                  <a:lnTo>
                    <a:pt x="671178" y="1495980"/>
                  </a:lnTo>
                  <a:lnTo>
                    <a:pt x="642934" y="1451936"/>
                  </a:lnTo>
                  <a:lnTo>
                    <a:pt x="633459" y="1403671"/>
                  </a:lnTo>
                  <a:lnTo>
                    <a:pt x="577515" y="1406974"/>
                  </a:lnTo>
                  <a:lnTo>
                    <a:pt x="518858" y="1448908"/>
                  </a:lnTo>
                  <a:lnTo>
                    <a:pt x="462117" y="1438952"/>
                  </a:lnTo>
                  <a:lnTo>
                    <a:pt x="455391" y="1357104"/>
                  </a:lnTo>
                  <a:lnTo>
                    <a:pt x="470724" y="1313748"/>
                  </a:lnTo>
                  <a:lnTo>
                    <a:pt x="534408" y="1211209"/>
                  </a:lnTo>
                  <a:lnTo>
                    <a:pt x="594403" y="1158861"/>
                  </a:lnTo>
                  <a:lnTo>
                    <a:pt x="620875" y="1091281"/>
                  </a:lnTo>
                  <a:lnTo>
                    <a:pt x="611834" y="986493"/>
                  </a:lnTo>
                  <a:lnTo>
                    <a:pt x="600551" y="1093116"/>
                  </a:lnTo>
                  <a:lnTo>
                    <a:pt x="566268" y="1145969"/>
                  </a:lnTo>
                  <a:lnTo>
                    <a:pt x="512384" y="1186342"/>
                  </a:lnTo>
                  <a:lnTo>
                    <a:pt x="441468" y="1258280"/>
                  </a:lnTo>
                  <a:lnTo>
                    <a:pt x="424146" y="1324805"/>
                  </a:lnTo>
                  <a:lnTo>
                    <a:pt x="402014" y="1449367"/>
                  </a:lnTo>
                  <a:lnTo>
                    <a:pt x="431957" y="1491529"/>
                  </a:lnTo>
                  <a:lnTo>
                    <a:pt x="462551" y="1502540"/>
                  </a:lnTo>
                  <a:lnTo>
                    <a:pt x="552924" y="1474279"/>
                  </a:lnTo>
                  <a:lnTo>
                    <a:pt x="599683" y="1486896"/>
                  </a:lnTo>
                  <a:lnTo>
                    <a:pt x="703689" y="1636874"/>
                  </a:lnTo>
                  <a:lnTo>
                    <a:pt x="897343" y="1696196"/>
                  </a:lnTo>
                  <a:lnTo>
                    <a:pt x="967970" y="1733266"/>
                  </a:lnTo>
                  <a:lnTo>
                    <a:pt x="1025542" y="1811536"/>
                  </a:lnTo>
                  <a:lnTo>
                    <a:pt x="1112081" y="1856589"/>
                  </a:lnTo>
                  <a:lnTo>
                    <a:pt x="1179237" y="1922058"/>
                  </a:lnTo>
                  <a:lnTo>
                    <a:pt x="1181045" y="1964772"/>
                  </a:lnTo>
                  <a:lnTo>
                    <a:pt x="1157792" y="2015285"/>
                  </a:lnTo>
                  <a:lnTo>
                    <a:pt x="1148606" y="2083644"/>
                  </a:lnTo>
                  <a:lnTo>
                    <a:pt x="1120073" y="2126771"/>
                  </a:lnTo>
                  <a:lnTo>
                    <a:pt x="1051580" y="2131726"/>
                  </a:lnTo>
                  <a:lnTo>
                    <a:pt x="1010209" y="2120623"/>
                  </a:lnTo>
                  <a:lnTo>
                    <a:pt x="787804" y="1880308"/>
                  </a:lnTo>
                  <a:lnTo>
                    <a:pt x="761261" y="1858195"/>
                  </a:lnTo>
                  <a:lnTo>
                    <a:pt x="678772" y="1732349"/>
                  </a:lnTo>
                  <a:lnTo>
                    <a:pt x="581999" y="1664952"/>
                  </a:lnTo>
                  <a:lnTo>
                    <a:pt x="552056" y="1666374"/>
                  </a:lnTo>
                  <a:lnTo>
                    <a:pt x="689802" y="1791028"/>
                  </a:lnTo>
                  <a:lnTo>
                    <a:pt x="746036" y="1878198"/>
                  </a:lnTo>
                  <a:lnTo>
                    <a:pt x="845087" y="2000420"/>
                  </a:lnTo>
                  <a:lnTo>
                    <a:pt x="915895" y="2052171"/>
                  </a:lnTo>
                  <a:lnTo>
                    <a:pt x="968006" y="2132918"/>
                  </a:lnTo>
                  <a:lnTo>
                    <a:pt x="1016429" y="2170769"/>
                  </a:lnTo>
                  <a:lnTo>
                    <a:pt x="1148642" y="2224676"/>
                  </a:lnTo>
                  <a:lnTo>
                    <a:pt x="1102679" y="2263398"/>
                  </a:lnTo>
                  <a:lnTo>
                    <a:pt x="1176054" y="2296385"/>
                  </a:lnTo>
                  <a:lnTo>
                    <a:pt x="1186542" y="2357037"/>
                  </a:lnTo>
                  <a:lnTo>
                    <a:pt x="1179815" y="2426177"/>
                  </a:lnTo>
                  <a:lnTo>
                    <a:pt x="1077979" y="2398833"/>
                  </a:lnTo>
                  <a:lnTo>
                    <a:pt x="1074652" y="2449759"/>
                  </a:lnTo>
                  <a:lnTo>
                    <a:pt x="1083765" y="2479810"/>
                  </a:lnTo>
                  <a:lnTo>
                    <a:pt x="1038778" y="2504630"/>
                  </a:lnTo>
                  <a:lnTo>
                    <a:pt x="976216" y="2470955"/>
                  </a:lnTo>
                  <a:lnTo>
                    <a:pt x="813770" y="2286751"/>
                  </a:lnTo>
                  <a:lnTo>
                    <a:pt x="815144" y="2311388"/>
                  </a:lnTo>
                  <a:lnTo>
                    <a:pt x="828307" y="2339970"/>
                  </a:lnTo>
                  <a:lnTo>
                    <a:pt x="922513" y="2458568"/>
                  </a:lnTo>
                  <a:lnTo>
                    <a:pt x="1006593" y="2529680"/>
                  </a:lnTo>
                  <a:lnTo>
                    <a:pt x="1077871" y="2561796"/>
                  </a:lnTo>
                  <a:lnTo>
                    <a:pt x="1132803" y="2621392"/>
                  </a:lnTo>
                  <a:lnTo>
                    <a:pt x="1152186" y="2657453"/>
                  </a:lnTo>
                  <a:lnTo>
                    <a:pt x="1165133" y="2712141"/>
                  </a:lnTo>
                  <a:lnTo>
                    <a:pt x="1124413" y="2749303"/>
                  </a:lnTo>
                  <a:lnTo>
                    <a:pt x="1078051" y="2769811"/>
                  </a:lnTo>
                  <a:lnTo>
                    <a:pt x="1032775" y="2732741"/>
                  </a:lnTo>
                  <a:lnTo>
                    <a:pt x="999577" y="2693698"/>
                  </a:lnTo>
                  <a:lnTo>
                    <a:pt x="928878" y="2627403"/>
                  </a:lnTo>
                  <a:lnTo>
                    <a:pt x="907686" y="2553308"/>
                  </a:lnTo>
                  <a:lnTo>
                    <a:pt x="853911" y="2557116"/>
                  </a:lnTo>
                  <a:lnTo>
                    <a:pt x="629156" y="2463156"/>
                  </a:lnTo>
                  <a:lnTo>
                    <a:pt x="448520" y="2452328"/>
                  </a:lnTo>
                  <a:lnTo>
                    <a:pt x="466168" y="2471230"/>
                  </a:lnTo>
                  <a:lnTo>
                    <a:pt x="489023" y="2483801"/>
                  </a:lnTo>
                  <a:lnTo>
                    <a:pt x="632881" y="2506970"/>
                  </a:lnTo>
                  <a:lnTo>
                    <a:pt x="689730" y="2550234"/>
                  </a:lnTo>
                  <a:lnTo>
                    <a:pt x="808056" y="2588635"/>
                  </a:lnTo>
                  <a:lnTo>
                    <a:pt x="877345" y="2599141"/>
                  </a:lnTo>
                  <a:lnTo>
                    <a:pt x="905444" y="2717096"/>
                  </a:lnTo>
                  <a:lnTo>
                    <a:pt x="1001204" y="2798256"/>
                  </a:lnTo>
                  <a:lnTo>
                    <a:pt x="1013645" y="2858403"/>
                  </a:lnTo>
                  <a:lnTo>
                    <a:pt x="1079028" y="2865148"/>
                  </a:lnTo>
                  <a:lnTo>
                    <a:pt x="1194063" y="2806147"/>
                  </a:lnTo>
                  <a:lnTo>
                    <a:pt x="1268307" y="2826839"/>
                  </a:lnTo>
                  <a:lnTo>
                    <a:pt x="1375386" y="2843722"/>
                  </a:lnTo>
                  <a:lnTo>
                    <a:pt x="1399869" y="2891345"/>
                  </a:lnTo>
                  <a:lnTo>
                    <a:pt x="1418240" y="2981956"/>
                  </a:lnTo>
                  <a:lnTo>
                    <a:pt x="1456103" y="3083899"/>
                  </a:lnTo>
                  <a:lnTo>
                    <a:pt x="1554287" y="3485845"/>
                  </a:lnTo>
                  <a:lnTo>
                    <a:pt x="1642687" y="3682871"/>
                  </a:lnTo>
                  <a:lnTo>
                    <a:pt x="1615976" y="3682871"/>
                  </a:lnTo>
                  <a:lnTo>
                    <a:pt x="1576238" y="3603800"/>
                  </a:lnTo>
                  <a:lnTo>
                    <a:pt x="1515845" y="3446573"/>
                  </a:lnTo>
                  <a:lnTo>
                    <a:pt x="1453789" y="3168959"/>
                  </a:lnTo>
                  <a:lnTo>
                    <a:pt x="1435779" y="3106793"/>
                  </a:lnTo>
                  <a:lnTo>
                    <a:pt x="1414588" y="3081972"/>
                  </a:lnTo>
                  <a:lnTo>
                    <a:pt x="1400629" y="3102159"/>
                  </a:lnTo>
                  <a:lnTo>
                    <a:pt x="1394625" y="3137532"/>
                  </a:lnTo>
                  <a:lnTo>
                    <a:pt x="1404751" y="3164692"/>
                  </a:lnTo>
                  <a:lnTo>
                    <a:pt x="1380305" y="3256083"/>
                  </a:lnTo>
                  <a:lnTo>
                    <a:pt x="1390901" y="3298016"/>
                  </a:lnTo>
                  <a:lnTo>
                    <a:pt x="1430608" y="3341372"/>
                  </a:lnTo>
                  <a:lnTo>
                    <a:pt x="1473751" y="3449555"/>
                  </a:lnTo>
                  <a:lnTo>
                    <a:pt x="1508214" y="3595221"/>
                  </a:lnTo>
                  <a:lnTo>
                    <a:pt x="1461600" y="3536174"/>
                  </a:lnTo>
                  <a:lnTo>
                    <a:pt x="1411839" y="3504885"/>
                  </a:lnTo>
                  <a:lnTo>
                    <a:pt x="1334413" y="3480890"/>
                  </a:lnTo>
                  <a:lnTo>
                    <a:pt x="1265450" y="3438819"/>
                  </a:lnTo>
                  <a:lnTo>
                    <a:pt x="1270477" y="3499150"/>
                  </a:lnTo>
                  <a:lnTo>
                    <a:pt x="1263859" y="3564298"/>
                  </a:lnTo>
                  <a:lnTo>
                    <a:pt x="1210699" y="3544433"/>
                  </a:lnTo>
                  <a:lnTo>
                    <a:pt x="1174535" y="3522824"/>
                  </a:lnTo>
                  <a:lnTo>
                    <a:pt x="1206540" y="3592239"/>
                  </a:lnTo>
                  <a:lnTo>
                    <a:pt x="1137070" y="3571410"/>
                  </a:lnTo>
                  <a:lnTo>
                    <a:pt x="1090781" y="3575768"/>
                  </a:lnTo>
                  <a:lnTo>
                    <a:pt x="1060693" y="3637384"/>
                  </a:lnTo>
                  <a:lnTo>
                    <a:pt x="1020335" y="3674775"/>
                  </a:lnTo>
                  <a:lnTo>
                    <a:pt x="980297" y="3682871"/>
                  </a:lnTo>
                  <a:lnTo>
                    <a:pt x="954427" y="3682871"/>
                  </a:lnTo>
                  <a:lnTo>
                    <a:pt x="872137" y="3630502"/>
                  </a:lnTo>
                  <a:lnTo>
                    <a:pt x="843460" y="3562096"/>
                  </a:lnTo>
                  <a:lnTo>
                    <a:pt x="831598" y="3485937"/>
                  </a:lnTo>
                  <a:lnTo>
                    <a:pt x="826861" y="3575997"/>
                  </a:lnTo>
                  <a:lnTo>
                    <a:pt x="842628" y="3669774"/>
                  </a:lnTo>
                  <a:lnTo>
                    <a:pt x="841612" y="3682871"/>
                  </a:lnTo>
                  <a:lnTo>
                    <a:pt x="0" y="3682871"/>
                  </a:lnTo>
                  <a:lnTo>
                    <a:pt x="0" y="0"/>
                  </a:lnTo>
                  <a:lnTo>
                    <a:pt x="2024089" y="0"/>
                  </a:lnTo>
                  <a:close/>
                </a:path>
              </a:pathLst>
            </a:custGeom>
            <a:solidFill>
              <a:srgbClr val="FFEFDB">
                <a:alpha val="100000"/>
              </a:srgbClr>
            </a:solidFill>
            <a:ln w="5420" cap="flat">
              <a:solidFill>
                <a:srgbClr val="5959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3" name="pg663"/>
            <p:cNvSpPr/>
            <p:nvPr/>
          </p:nvSpPr>
          <p:spPr>
            <a:xfrm>
              <a:off x="5159228" y="2035019"/>
              <a:ext cx="108453" cy="203932"/>
            </a:xfrm>
            <a:custGeom>
              <a:avLst/>
              <a:pathLst>
                <a:path w="108453" h="203932">
                  <a:moveTo>
                    <a:pt x="1988" y="203932"/>
                  </a:moveTo>
                  <a:lnTo>
                    <a:pt x="0" y="176588"/>
                  </a:lnTo>
                  <a:lnTo>
                    <a:pt x="108453" y="0"/>
                  </a:lnTo>
                  <a:lnTo>
                    <a:pt x="88853" y="61707"/>
                  </a:lnTo>
                  <a:close/>
                </a:path>
              </a:pathLst>
            </a:custGeom>
            <a:solidFill>
              <a:srgbClr val="FFEFDB">
                <a:alpha val="100000"/>
              </a:srgbClr>
            </a:solidFill>
            <a:ln w="5420" cap="flat">
              <a:solidFill>
                <a:srgbClr val="5959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4" name="pg664"/>
            <p:cNvSpPr/>
            <p:nvPr/>
          </p:nvSpPr>
          <p:spPr>
            <a:xfrm>
              <a:off x="4325772" y="3395883"/>
              <a:ext cx="207830" cy="400294"/>
            </a:xfrm>
            <a:custGeom>
              <a:avLst/>
              <a:pathLst>
                <a:path w="207830" h="400294">
                  <a:moveTo>
                    <a:pt x="0" y="400294"/>
                  </a:moveTo>
                  <a:lnTo>
                    <a:pt x="112974" y="212144"/>
                  </a:lnTo>
                  <a:lnTo>
                    <a:pt x="178574" y="54504"/>
                  </a:lnTo>
                  <a:lnTo>
                    <a:pt x="207830" y="0"/>
                  </a:lnTo>
                  <a:lnTo>
                    <a:pt x="179442" y="110476"/>
                  </a:lnTo>
                  <a:lnTo>
                    <a:pt x="129826" y="212052"/>
                  </a:lnTo>
                  <a:lnTo>
                    <a:pt x="33668" y="385062"/>
                  </a:lnTo>
                  <a:close/>
                </a:path>
              </a:pathLst>
            </a:custGeom>
            <a:solidFill>
              <a:srgbClr val="FFEFDB">
                <a:alpha val="100000"/>
              </a:srgbClr>
            </a:solidFill>
            <a:ln w="5420" cap="flat">
              <a:solidFill>
                <a:srgbClr val="5959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5" name="pt665"/>
            <p:cNvSpPr/>
            <p:nvPr/>
          </p:nvSpPr>
          <p:spPr>
            <a:xfrm>
              <a:off x="4042131" y="3963949"/>
              <a:ext cx="144506" cy="144506"/>
            </a:xfrm>
            <a:prstGeom prst="ellipse">
              <a:avLst/>
            </a:prstGeom>
            <a:solidFill>
              <a:srgbClr val="61CEAC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6" name="pt666"/>
            <p:cNvSpPr/>
            <p:nvPr/>
          </p:nvSpPr>
          <p:spPr>
            <a:xfrm>
              <a:off x="4598279" y="2594972"/>
              <a:ext cx="144506" cy="144506"/>
            </a:xfrm>
            <a:prstGeom prst="ellipse">
              <a:avLst/>
            </a:prstGeom>
            <a:solidFill>
              <a:srgbClr val="D9F3E2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7" name="pt667"/>
            <p:cNvSpPr/>
            <p:nvPr/>
          </p:nvSpPr>
          <p:spPr>
            <a:xfrm>
              <a:off x="4150995" y="2255653"/>
              <a:ext cx="144506" cy="144506"/>
            </a:xfrm>
            <a:prstGeom prst="ellipse">
              <a:avLst/>
            </a:prstGeom>
            <a:solidFill>
              <a:srgbClr val="3A639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8" name="pt668"/>
            <p:cNvSpPr/>
            <p:nvPr/>
          </p:nvSpPr>
          <p:spPr>
            <a:xfrm>
              <a:off x="3069870" y="3287113"/>
              <a:ext cx="144506" cy="144506"/>
            </a:xfrm>
            <a:prstGeom prst="ellipse">
              <a:avLst/>
            </a:prstGeom>
            <a:solidFill>
              <a:srgbClr val="3496A9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9" name="pt669"/>
            <p:cNvSpPr/>
            <p:nvPr/>
          </p:nvSpPr>
          <p:spPr>
            <a:xfrm>
              <a:off x="3376420" y="4483362"/>
              <a:ext cx="144506" cy="144506"/>
            </a:xfrm>
            <a:prstGeom prst="ellipse">
              <a:avLst/>
            </a:prstGeom>
            <a:solidFill>
              <a:srgbClr val="C3ECD8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0" name="pt670"/>
            <p:cNvSpPr/>
            <p:nvPr/>
          </p:nvSpPr>
          <p:spPr>
            <a:xfrm>
              <a:off x="3322218" y="4429159"/>
              <a:ext cx="252911" cy="252911"/>
            </a:xfrm>
            <a:prstGeom prst="ellipse">
              <a:avLst/>
            </a:prstGeom>
            <a:solidFill>
              <a:srgbClr val="C3ECD8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1" name="pt671"/>
            <p:cNvSpPr/>
            <p:nvPr/>
          </p:nvSpPr>
          <p:spPr>
            <a:xfrm>
              <a:off x="3396934" y="3568029"/>
              <a:ext cx="252911" cy="252911"/>
            </a:xfrm>
            <a:prstGeom prst="ellipse">
              <a:avLst/>
            </a:prstGeom>
            <a:solidFill>
              <a:srgbClr val="3690A7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2" name="pt672"/>
            <p:cNvSpPr/>
            <p:nvPr/>
          </p:nvSpPr>
          <p:spPr>
            <a:xfrm>
              <a:off x="3369184" y="4256773"/>
              <a:ext cx="252911" cy="252911"/>
            </a:xfrm>
            <a:prstGeom prst="ellipse">
              <a:avLst/>
            </a:prstGeom>
            <a:solidFill>
              <a:srgbClr val="C7EDD9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3" name="pg673"/>
            <p:cNvSpPr/>
            <p:nvPr/>
          </p:nvSpPr>
          <p:spPr>
            <a:xfrm>
              <a:off x="3287769" y="4134760"/>
              <a:ext cx="267615" cy="231762"/>
            </a:xfrm>
            <a:custGeom>
              <a:avLst/>
              <a:pathLst>
                <a:path w="267615" h="231762">
                  <a:moveTo>
                    <a:pt x="133807" y="0"/>
                  </a:moveTo>
                  <a:lnTo>
                    <a:pt x="267615" y="231762"/>
                  </a:lnTo>
                  <a:lnTo>
                    <a:pt x="0" y="231762"/>
                  </a:lnTo>
                  <a:close/>
                </a:path>
              </a:pathLst>
            </a:custGeom>
            <a:solidFill>
              <a:srgbClr val="FF1493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4" name="pl674"/>
            <p:cNvSpPr/>
            <p:nvPr/>
          </p:nvSpPr>
          <p:spPr>
            <a:xfrm>
              <a:off x="3461457" y="4009600"/>
              <a:ext cx="1081066" cy="539633"/>
            </a:xfrm>
            <a:custGeom>
              <a:avLst/>
              <a:pathLst>
                <a:path w="1081066" h="539633">
                  <a:moveTo>
                    <a:pt x="1081066" y="0"/>
                  </a:moveTo>
                  <a:lnTo>
                    <a:pt x="0" y="539633"/>
                  </a:lnTo>
                </a:path>
              </a:pathLst>
            </a:custGeom>
            <a:ln w="1355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5" name="pl675"/>
            <p:cNvSpPr/>
            <p:nvPr/>
          </p:nvSpPr>
          <p:spPr>
            <a:xfrm>
              <a:off x="3535687" y="3046633"/>
              <a:ext cx="1088766" cy="640616"/>
            </a:xfrm>
            <a:custGeom>
              <a:avLst/>
              <a:pathLst>
                <a:path w="1088766" h="640616">
                  <a:moveTo>
                    <a:pt x="1088766" y="0"/>
                  </a:moveTo>
                  <a:lnTo>
                    <a:pt x="0" y="640616"/>
                  </a:lnTo>
                </a:path>
              </a:pathLst>
            </a:custGeom>
            <a:ln w="1355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6" name="pl676"/>
            <p:cNvSpPr/>
            <p:nvPr/>
          </p:nvSpPr>
          <p:spPr>
            <a:xfrm>
              <a:off x="3507809" y="3593874"/>
              <a:ext cx="1279326" cy="781916"/>
            </a:xfrm>
            <a:custGeom>
              <a:avLst/>
              <a:pathLst>
                <a:path w="1279326" h="781916">
                  <a:moveTo>
                    <a:pt x="1279326" y="0"/>
                  </a:moveTo>
                  <a:lnTo>
                    <a:pt x="0" y="781916"/>
                  </a:lnTo>
                </a:path>
              </a:pathLst>
            </a:custGeom>
            <a:ln w="1355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7" name="pg677"/>
            <p:cNvSpPr/>
            <p:nvPr/>
          </p:nvSpPr>
          <p:spPr>
            <a:xfrm>
              <a:off x="4542524" y="3838435"/>
              <a:ext cx="1193383" cy="324612"/>
            </a:xfrm>
            <a:custGeom>
              <a:avLst/>
              <a:pathLst>
                <a:path w="1193383" h="324612">
                  <a:moveTo>
                    <a:pt x="27432" y="324612"/>
                  </a:moveTo>
                  <a:lnTo>
                    <a:pt x="1165951" y="324612"/>
                  </a:lnTo>
                  <a:lnTo>
                    <a:pt x="1164846" y="324589"/>
                  </a:lnTo>
                  <a:lnTo>
                    <a:pt x="1169258" y="324411"/>
                  </a:lnTo>
                  <a:lnTo>
                    <a:pt x="1173583" y="323528"/>
                  </a:lnTo>
                  <a:lnTo>
                    <a:pt x="1177711" y="321963"/>
                  </a:lnTo>
                  <a:lnTo>
                    <a:pt x="1181534" y="319756"/>
                  </a:lnTo>
                  <a:lnTo>
                    <a:pt x="1184954" y="316964"/>
                  </a:lnTo>
                  <a:lnTo>
                    <a:pt x="1187881" y="313659"/>
                  </a:lnTo>
                  <a:lnTo>
                    <a:pt x="1190241" y="309928"/>
                  </a:lnTo>
                  <a:lnTo>
                    <a:pt x="1191971" y="305866"/>
                  </a:lnTo>
                  <a:lnTo>
                    <a:pt x="1193028" y="301580"/>
                  </a:lnTo>
                  <a:lnTo>
                    <a:pt x="1193383" y="297180"/>
                  </a:lnTo>
                  <a:lnTo>
                    <a:pt x="1193383" y="27432"/>
                  </a:lnTo>
                  <a:lnTo>
                    <a:pt x="1193028" y="23031"/>
                  </a:lnTo>
                  <a:lnTo>
                    <a:pt x="1191971" y="18745"/>
                  </a:lnTo>
                  <a:lnTo>
                    <a:pt x="1190241" y="14683"/>
                  </a:lnTo>
                  <a:lnTo>
                    <a:pt x="1187881" y="10952"/>
                  </a:lnTo>
                  <a:lnTo>
                    <a:pt x="1184954" y="7647"/>
                  </a:lnTo>
                  <a:lnTo>
                    <a:pt x="1181534" y="4855"/>
                  </a:lnTo>
                  <a:lnTo>
                    <a:pt x="1177711" y="2648"/>
                  </a:lnTo>
                  <a:lnTo>
                    <a:pt x="1173583" y="1083"/>
                  </a:lnTo>
                  <a:lnTo>
                    <a:pt x="1169258" y="200"/>
                  </a:lnTo>
                  <a:lnTo>
                    <a:pt x="1165951" y="0"/>
                  </a:lnTo>
                  <a:lnTo>
                    <a:pt x="27432" y="0"/>
                  </a:lnTo>
                  <a:lnTo>
                    <a:pt x="30738" y="200"/>
                  </a:lnTo>
                  <a:lnTo>
                    <a:pt x="26327" y="22"/>
                  </a:lnTo>
                  <a:lnTo>
                    <a:pt x="21944" y="554"/>
                  </a:lnTo>
                  <a:lnTo>
                    <a:pt x="17704" y="1782"/>
                  </a:lnTo>
                  <a:lnTo>
                    <a:pt x="13715" y="3675"/>
                  </a:lnTo>
                  <a:lnTo>
                    <a:pt x="10082" y="6183"/>
                  </a:lnTo>
                  <a:lnTo>
                    <a:pt x="6898" y="9241"/>
                  </a:lnTo>
                  <a:lnTo>
                    <a:pt x="4246" y="12770"/>
                  </a:lnTo>
                  <a:lnTo>
                    <a:pt x="2195" y="16679"/>
                  </a:lnTo>
                  <a:lnTo>
                    <a:pt x="797" y="20867"/>
                  </a:lnTo>
                  <a:lnTo>
                    <a:pt x="88" y="25224"/>
                  </a:lnTo>
                  <a:lnTo>
                    <a:pt x="0" y="27432"/>
                  </a:lnTo>
                  <a:lnTo>
                    <a:pt x="0" y="297180"/>
                  </a:lnTo>
                  <a:lnTo>
                    <a:pt x="88" y="294972"/>
                  </a:lnTo>
                  <a:lnTo>
                    <a:pt x="88" y="299387"/>
                  </a:lnTo>
                  <a:lnTo>
                    <a:pt x="797" y="303744"/>
                  </a:lnTo>
                  <a:lnTo>
                    <a:pt x="2195" y="307932"/>
                  </a:lnTo>
                  <a:lnTo>
                    <a:pt x="4246" y="311841"/>
                  </a:lnTo>
                  <a:lnTo>
                    <a:pt x="6898" y="315370"/>
                  </a:lnTo>
                  <a:lnTo>
                    <a:pt x="10082" y="318428"/>
                  </a:lnTo>
                  <a:lnTo>
                    <a:pt x="13715" y="320936"/>
                  </a:lnTo>
                  <a:lnTo>
                    <a:pt x="17704" y="322829"/>
                  </a:lnTo>
                  <a:lnTo>
                    <a:pt x="21944" y="324057"/>
                  </a:lnTo>
                  <a:lnTo>
                    <a:pt x="26327" y="324589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6775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8" name="tx678"/>
            <p:cNvSpPr/>
            <p:nvPr/>
          </p:nvSpPr>
          <p:spPr>
            <a:xfrm>
              <a:off x="4588244" y="3884155"/>
              <a:ext cx="1101943" cy="23317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256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256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W4_VA</a:t>
              </a:r>
            </a:p>
          </p:txBody>
        </p:sp>
        <p:sp>
          <p:nvSpPr>
            <p:cNvPr id="679" name="pg679"/>
            <p:cNvSpPr/>
            <p:nvPr/>
          </p:nvSpPr>
          <p:spPr>
            <a:xfrm>
              <a:off x="4624454" y="2874463"/>
              <a:ext cx="1500987" cy="324612"/>
            </a:xfrm>
            <a:custGeom>
              <a:avLst/>
              <a:pathLst>
                <a:path w="1500987" h="324612">
                  <a:moveTo>
                    <a:pt x="27431" y="324612"/>
                  </a:moveTo>
                  <a:lnTo>
                    <a:pt x="1473555" y="324612"/>
                  </a:lnTo>
                  <a:lnTo>
                    <a:pt x="1472451" y="324589"/>
                  </a:lnTo>
                  <a:lnTo>
                    <a:pt x="1476862" y="324411"/>
                  </a:lnTo>
                  <a:lnTo>
                    <a:pt x="1481187" y="323528"/>
                  </a:lnTo>
                  <a:lnTo>
                    <a:pt x="1485315" y="321963"/>
                  </a:lnTo>
                  <a:lnTo>
                    <a:pt x="1489138" y="319756"/>
                  </a:lnTo>
                  <a:lnTo>
                    <a:pt x="1492558" y="316964"/>
                  </a:lnTo>
                  <a:lnTo>
                    <a:pt x="1495485" y="313659"/>
                  </a:lnTo>
                  <a:lnTo>
                    <a:pt x="1497845" y="309928"/>
                  </a:lnTo>
                  <a:lnTo>
                    <a:pt x="1499575" y="305866"/>
                  </a:lnTo>
                  <a:lnTo>
                    <a:pt x="1500632" y="301580"/>
                  </a:lnTo>
                  <a:lnTo>
                    <a:pt x="1500987" y="297179"/>
                  </a:lnTo>
                  <a:lnTo>
                    <a:pt x="1500987" y="27432"/>
                  </a:lnTo>
                  <a:lnTo>
                    <a:pt x="1500632" y="23031"/>
                  </a:lnTo>
                  <a:lnTo>
                    <a:pt x="1499575" y="18745"/>
                  </a:lnTo>
                  <a:lnTo>
                    <a:pt x="1497845" y="14683"/>
                  </a:lnTo>
                  <a:lnTo>
                    <a:pt x="1495485" y="10952"/>
                  </a:lnTo>
                  <a:lnTo>
                    <a:pt x="1492558" y="7647"/>
                  </a:lnTo>
                  <a:lnTo>
                    <a:pt x="1489138" y="4855"/>
                  </a:lnTo>
                  <a:lnTo>
                    <a:pt x="1485315" y="2648"/>
                  </a:lnTo>
                  <a:lnTo>
                    <a:pt x="1481187" y="1083"/>
                  </a:lnTo>
                  <a:lnTo>
                    <a:pt x="1476862" y="200"/>
                  </a:lnTo>
                  <a:lnTo>
                    <a:pt x="1473555" y="0"/>
                  </a:lnTo>
                  <a:lnTo>
                    <a:pt x="27431" y="0"/>
                  </a:lnTo>
                  <a:lnTo>
                    <a:pt x="30738" y="200"/>
                  </a:lnTo>
                  <a:lnTo>
                    <a:pt x="26327" y="22"/>
                  </a:lnTo>
                  <a:lnTo>
                    <a:pt x="21944" y="554"/>
                  </a:lnTo>
                  <a:lnTo>
                    <a:pt x="17704" y="1782"/>
                  </a:lnTo>
                  <a:lnTo>
                    <a:pt x="13715" y="3675"/>
                  </a:lnTo>
                  <a:lnTo>
                    <a:pt x="10082" y="6183"/>
                  </a:lnTo>
                  <a:lnTo>
                    <a:pt x="6898" y="9241"/>
                  </a:lnTo>
                  <a:lnTo>
                    <a:pt x="4246" y="12770"/>
                  </a:lnTo>
                  <a:lnTo>
                    <a:pt x="2195" y="16679"/>
                  </a:lnTo>
                  <a:lnTo>
                    <a:pt x="797" y="20867"/>
                  </a:lnTo>
                  <a:lnTo>
                    <a:pt x="88" y="25224"/>
                  </a:lnTo>
                  <a:lnTo>
                    <a:pt x="0" y="27432"/>
                  </a:lnTo>
                  <a:lnTo>
                    <a:pt x="0" y="297179"/>
                  </a:lnTo>
                  <a:lnTo>
                    <a:pt x="88" y="294972"/>
                  </a:lnTo>
                  <a:lnTo>
                    <a:pt x="88" y="299387"/>
                  </a:lnTo>
                  <a:lnTo>
                    <a:pt x="797" y="303744"/>
                  </a:lnTo>
                  <a:lnTo>
                    <a:pt x="2195" y="307932"/>
                  </a:lnTo>
                  <a:lnTo>
                    <a:pt x="4246" y="311841"/>
                  </a:lnTo>
                  <a:lnTo>
                    <a:pt x="6898" y="315370"/>
                  </a:lnTo>
                  <a:lnTo>
                    <a:pt x="10082" y="318428"/>
                  </a:lnTo>
                  <a:lnTo>
                    <a:pt x="13715" y="320936"/>
                  </a:lnTo>
                  <a:lnTo>
                    <a:pt x="17704" y="322829"/>
                  </a:lnTo>
                  <a:lnTo>
                    <a:pt x="21944" y="324057"/>
                  </a:lnTo>
                  <a:lnTo>
                    <a:pt x="26327" y="324589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6775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0" name="tx680"/>
            <p:cNvSpPr/>
            <p:nvPr/>
          </p:nvSpPr>
          <p:spPr>
            <a:xfrm>
              <a:off x="4670174" y="2920183"/>
              <a:ext cx="1409547" cy="23317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256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256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S1_LOLA</a:t>
              </a:r>
            </a:p>
          </p:txBody>
        </p:sp>
        <p:sp>
          <p:nvSpPr>
            <p:cNvPr id="681" name="pg681"/>
            <p:cNvSpPr/>
            <p:nvPr/>
          </p:nvSpPr>
          <p:spPr>
            <a:xfrm>
              <a:off x="4787136" y="3422852"/>
              <a:ext cx="1554937" cy="324612"/>
            </a:xfrm>
            <a:custGeom>
              <a:avLst/>
              <a:pathLst>
                <a:path w="1554937" h="324612">
                  <a:moveTo>
                    <a:pt x="27431" y="324612"/>
                  </a:moveTo>
                  <a:lnTo>
                    <a:pt x="1527505" y="324612"/>
                  </a:lnTo>
                  <a:lnTo>
                    <a:pt x="1526400" y="324589"/>
                  </a:lnTo>
                  <a:lnTo>
                    <a:pt x="1530811" y="324411"/>
                  </a:lnTo>
                  <a:lnTo>
                    <a:pt x="1535137" y="323528"/>
                  </a:lnTo>
                  <a:lnTo>
                    <a:pt x="1539265" y="321963"/>
                  </a:lnTo>
                  <a:lnTo>
                    <a:pt x="1543088" y="319756"/>
                  </a:lnTo>
                  <a:lnTo>
                    <a:pt x="1546508" y="316964"/>
                  </a:lnTo>
                  <a:lnTo>
                    <a:pt x="1549435" y="313659"/>
                  </a:lnTo>
                  <a:lnTo>
                    <a:pt x="1551795" y="309928"/>
                  </a:lnTo>
                  <a:lnTo>
                    <a:pt x="1553525" y="305866"/>
                  </a:lnTo>
                  <a:lnTo>
                    <a:pt x="1554581" y="301580"/>
                  </a:lnTo>
                  <a:lnTo>
                    <a:pt x="1554937" y="297179"/>
                  </a:lnTo>
                  <a:lnTo>
                    <a:pt x="1554937" y="27432"/>
                  </a:lnTo>
                  <a:lnTo>
                    <a:pt x="1554581" y="23031"/>
                  </a:lnTo>
                  <a:lnTo>
                    <a:pt x="1553525" y="18745"/>
                  </a:lnTo>
                  <a:lnTo>
                    <a:pt x="1551795" y="14683"/>
                  </a:lnTo>
                  <a:lnTo>
                    <a:pt x="1549435" y="10952"/>
                  </a:lnTo>
                  <a:lnTo>
                    <a:pt x="1546508" y="7647"/>
                  </a:lnTo>
                  <a:lnTo>
                    <a:pt x="1543088" y="4855"/>
                  </a:lnTo>
                  <a:lnTo>
                    <a:pt x="1539265" y="2648"/>
                  </a:lnTo>
                  <a:lnTo>
                    <a:pt x="1535137" y="1083"/>
                  </a:lnTo>
                  <a:lnTo>
                    <a:pt x="1530811" y="200"/>
                  </a:lnTo>
                  <a:lnTo>
                    <a:pt x="1527505" y="0"/>
                  </a:lnTo>
                  <a:lnTo>
                    <a:pt x="27431" y="0"/>
                  </a:lnTo>
                  <a:lnTo>
                    <a:pt x="30738" y="200"/>
                  </a:lnTo>
                  <a:lnTo>
                    <a:pt x="26327" y="22"/>
                  </a:lnTo>
                  <a:lnTo>
                    <a:pt x="21944" y="554"/>
                  </a:lnTo>
                  <a:lnTo>
                    <a:pt x="17704" y="1782"/>
                  </a:lnTo>
                  <a:lnTo>
                    <a:pt x="13715" y="3675"/>
                  </a:lnTo>
                  <a:lnTo>
                    <a:pt x="10082" y="6183"/>
                  </a:lnTo>
                  <a:lnTo>
                    <a:pt x="6898" y="9241"/>
                  </a:lnTo>
                  <a:lnTo>
                    <a:pt x="4246" y="12770"/>
                  </a:lnTo>
                  <a:lnTo>
                    <a:pt x="2195" y="16679"/>
                  </a:lnTo>
                  <a:lnTo>
                    <a:pt x="797" y="20867"/>
                  </a:lnTo>
                  <a:lnTo>
                    <a:pt x="88" y="25224"/>
                  </a:lnTo>
                  <a:lnTo>
                    <a:pt x="0" y="27432"/>
                  </a:lnTo>
                  <a:lnTo>
                    <a:pt x="0" y="297179"/>
                  </a:lnTo>
                  <a:lnTo>
                    <a:pt x="88" y="294972"/>
                  </a:lnTo>
                  <a:lnTo>
                    <a:pt x="88" y="299387"/>
                  </a:lnTo>
                  <a:lnTo>
                    <a:pt x="797" y="303744"/>
                  </a:lnTo>
                  <a:lnTo>
                    <a:pt x="2195" y="307932"/>
                  </a:lnTo>
                  <a:lnTo>
                    <a:pt x="4246" y="311841"/>
                  </a:lnTo>
                  <a:lnTo>
                    <a:pt x="6898" y="315370"/>
                  </a:lnTo>
                  <a:lnTo>
                    <a:pt x="10082" y="318428"/>
                  </a:lnTo>
                  <a:lnTo>
                    <a:pt x="13715" y="320936"/>
                  </a:lnTo>
                  <a:lnTo>
                    <a:pt x="17704" y="322829"/>
                  </a:lnTo>
                  <a:lnTo>
                    <a:pt x="21944" y="324057"/>
                  </a:lnTo>
                  <a:lnTo>
                    <a:pt x="26327" y="324589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6775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2" name="tx682"/>
            <p:cNvSpPr/>
            <p:nvPr/>
          </p:nvSpPr>
          <p:spPr>
            <a:xfrm>
              <a:off x="4832856" y="3468572"/>
              <a:ext cx="1463497" cy="23317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256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256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S2_DEBY</a:t>
              </a:r>
            </a:p>
          </p:txBody>
        </p:sp>
        <p:sp>
          <p:nvSpPr>
            <p:cNvPr id="683" name="rc683"/>
            <p:cNvSpPr/>
            <p:nvPr/>
          </p:nvSpPr>
          <p:spPr>
            <a:xfrm>
              <a:off x="2301906" y="1669789"/>
              <a:ext cx="4149766" cy="4051159"/>
            </a:xfrm>
            <a:prstGeom prst="rect">
              <a:avLst/>
            </a:prstGeom>
            <a:ln w="13550" cap="rnd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4" name="tx684"/>
            <p:cNvSpPr/>
            <p:nvPr/>
          </p:nvSpPr>
          <p:spPr>
            <a:xfrm>
              <a:off x="1989553" y="5514078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36</a:t>
              </a:r>
            </a:p>
          </p:txBody>
        </p:sp>
        <p:sp>
          <p:nvSpPr>
            <p:cNvPr id="685" name="tx685"/>
            <p:cNvSpPr/>
            <p:nvPr/>
          </p:nvSpPr>
          <p:spPr>
            <a:xfrm>
              <a:off x="2113912" y="5495698"/>
              <a:ext cx="44714" cy="9848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Symbol"/>
                  <a:cs typeface="Symbol"/>
                </a:rPr>
                <a:t>°</a:t>
              </a:r>
            </a:p>
          </p:txBody>
        </p:sp>
        <p:sp>
          <p:nvSpPr>
            <p:cNvPr id="686" name="tx686"/>
            <p:cNvSpPr/>
            <p:nvPr/>
          </p:nvSpPr>
          <p:spPr>
            <a:xfrm>
              <a:off x="2158626" y="5514078"/>
              <a:ext cx="80650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N</a:t>
              </a:r>
            </a:p>
          </p:txBody>
        </p:sp>
        <p:sp>
          <p:nvSpPr>
            <p:cNvPr id="687" name="tx687"/>
            <p:cNvSpPr/>
            <p:nvPr/>
          </p:nvSpPr>
          <p:spPr>
            <a:xfrm>
              <a:off x="1989553" y="4574475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37</a:t>
              </a:r>
            </a:p>
          </p:txBody>
        </p:sp>
        <p:sp>
          <p:nvSpPr>
            <p:cNvPr id="688" name="tx688"/>
            <p:cNvSpPr/>
            <p:nvPr/>
          </p:nvSpPr>
          <p:spPr>
            <a:xfrm>
              <a:off x="2113912" y="4556096"/>
              <a:ext cx="44714" cy="9848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Symbol"/>
                  <a:cs typeface="Symbol"/>
                </a:rPr>
                <a:t>°</a:t>
              </a:r>
            </a:p>
          </p:txBody>
        </p:sp>
        <p:sp>
          <p:nvSpPr>
            <p:cNvPr id="689" name="tx689"/>
            <p:cNvSpPr/>
            <p:nvPr/>
          </p:nvSpPr>
          <p:spPr>
            <a:xfrm>
              <a:off x="2158626" y="4574475"/>
              <a:ext cx="80650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N</a:t>
              </a:r>
            </a:p>
          </p:txBody>
        </p:sp>
        <p:sp>
          <p:nvSpPr>
            <p:cNvPr id="690" name="tx690"/>
            <p:cNvSpPr/>
            <p:nvPr/>
          </p:nvSpPr>
          <p:spPr>
            <a:xfrm>
              <a:off x="1989553" y="3634827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38</a:t>
              </a:r>
            </a:p>
          </p:txBody>
        </p:sp>
        <p:sp>
          <p:nvSpPr>
            <p:cNvPr id="691" name="tx691"/>
            <p:cNvSpPr/>
            <p:nvPr/>
          </p:nvSpPr>
          <p:spPr>
            <a:xfrm>
              <a:off x="2113912" y="3616447"/>
              <a:ext cx="44714" cy="9848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Symbol"/>
                  <a:cs typeface="Symbol"/>
                </a:rPr>
                <a:t>°</a:t>
              </a:r>
            </a:p>
          </p:txBody>
        </p:sp>
        <p:sp>
          <p:nvSpPr>
            <p:cNvPr id="692" name="tx692"/>
            <p:cNvSpPr/>
            <p:nvPr/>
          </p:nvSpPr>
          <p:spPr>
            <a:xfrm>
              <a:off x="2158626" y="3634827"/>
              <a:ext cx="80650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N</a:t>
              </a:r>
            </a:p>
          </p:txBody>
        </p:sp>
        <p:sp>
          <p:nvSpPr>
            <p:cNvPr id="693" name="tx693"/>
            <p:cNvSpPr/>
            <p:nvPr/>
          </p:nvSpPr>
          <p:spPr>
            <a:xfrm>
              <a:off x="1989553" y="2695270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39</a:t>
              </a:r>
            </a:p>
          </p:txBody>
        </p:sp>
        <p:sp>
          <p:nvSpPr>
            <p:cNvPr id="694" name="tx694"/>
            <p:cNvSpPr/>
            <p:nvPr/>
          </p:nvSpPr>
          <p:spPr>
            <a:xfrm>
              <a:off x="2113912" y="2676890"/>
              <a:ext cx="44714" cy="9848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Symbol"/>
                  <a:cs typeface="Symbol"/>
                </a:rPr>
                <a:t>°</a:t>
              </a:r>
            </a:p>
          </p:txBody>
        </p:sp>
        <p:sp>
          <p:nvSpPr>
            <p:cNvPr id="695" name="tx695"/>
            <p:cNvSpPr/>
            <p:nvPr/>
          </p:nvSpPr>
          <p:spPr>
            <a:xfrm>
              <a:off x="2158626" y="2695270"/>
              <a:ext cx="80650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N</a:t>
              </a:r>
            </a:p>
          </p:txBody>
        </p:sp>
        <p:sp>
          <p:nvSpPr>
            <p:cNvPr id="696" name="tx696"/>
            <p:cNvSpPr/>
            <p:nvPr/>
          </p:nvSpPr>
          <p:spPr>
            <a:xfrm>
              <a:off x="1989553" y="1755667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40</a:t>
              </a:r>
            </a:p>
          </p:txBody>
        </p:sp>
        <p:sp>
          <p:nvSpPr>
            <p:cNvPr id="697" name="tx697"/>
            <p:cNvSpPr/>
            <p:nvPr/>
          </p:nvSpPr>
          <p:spPr>
            <a:xfrm>
              <a:off x="2113912" y="1737288"/>
              <a:ext cx="44714" cy="9848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Symbol"/>
                  <a:cs typeface="Symbol"/>
                </a:rPr>
                <a:t>°</a:t>
              </a:r>
            </a:p>
          </p:txBody>
        </p:sp>
        <p:sp>
          <p:nvSpPr>
            <p:cNvPr id="698" name="tx698"/>
            <p:cNvSpPr/>
            <p:nvPr/>
          </p:nvSpPr>
          <p:spPr>
            <a:xfrm>
              <a:off x="2158626" y="1755667"/>
              <a:ext cx="80650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N</a:t>
              </a:r>
            </a:p>
          </p:txBody>
        </p:sp>
        <p:sp>
          <p:nvSpPr>
            <p:cNvPr id="699" name="pl699"/>
            <p:cNvSpPr/>
            <p:nvPr/>
          </p:nvSpPr>
          <p:spPr>
            <a:xfrm>
              <a:off x="2267112" y="5555180"/>
              <a:ext cx="34794" cy="0"/>
            </a:xfrm>
            <a:custGeom>
              <a:avLst/>
              <a:pathLst>
                <a:path w="34794" h="0">
                  <a:moveTo>
                    <a:pt x="0" y="0"/>
                  </a:moveTo>
                  <a:lnTo>
                    <a:pt x="34794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0" name="pl700"/>
            <p:cNvSpPr/>
            <p:nvPr/>
          </p:nvSpPr>
          <p:spPr>
            <a:xfrm>
              <a:off x="2267112" y="4615577"/>
              <a:ext cx="34794" cy="0"/>
            </a:xfrm>
            <a:custGeom>
              <a:avLst/>
              <a:pathLst>
                <a:path w="34794" h="0">
                  <a:moveTo>
                    <a:pt x="0" y="0"/>
                  </a:moveTo>
                  <a:lnTo>
                    <a:pt x="34794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1" name="pl701"/>
            <p:cNvSpPr/>
            <p:nvPr/>
          </p:nvSpPr>
          <p:spPr>
            <a:xfrm>
              <a:off x="2267112" y="3675975"/>
              <a:ext cx="34794" cy="0"/>
            </a:xfrm>
            <a:custGeom>
              <a:avLst/>
              <a:pathLst>
                <a:path w="34794" h="0">
                  <a:moveTo>
                    <a:pt x="0" y="0"/>
                  </a:moveTo>
                  <a:lnTo>
                    <a:pt x="34794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2" name="pl702"/>
            <p:cNvSpPr/>
            <p:nvPr/>
          </p:nvSpPr>
          <p:spPr>
            <a:xfrm>
              <a:off x="2267112" y="2736372"/>
              <a:ext cx="34794" cy="0"/>
            </a:xfrm>
            <a:custGeom>
              <a:avLst/>
              <a:pathLst>
                <a:path w="34794" h="0">
                  <a:moveTo>
                    <a:pt x="0" y="0"/>
                  </a:moveTo>
                  <a:lnTo>
                    <a:pt x="34794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3" name="pl703"/>
            <p:cNvSpPr/>
            <p:nvPr/>
          </p:nvSpPr>
          <p:spPr>
            <a:xfrm>
              <a:off x="2267112" y="1796770"/>
              <a:ext cx="34794" cy="0"/>
            </a:xfrm>
            <a:custGeom>
              <a:avLst/>
              <a:pathLst>
                <a:path w="34794" h="0">
                  <a:moveTo>
                    <a:pt x="0" y="0"/>
                  </a:moveTo>
                  <a:lnTo>
                    <a:pt x="34794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4" name="pl704"/>
            <p:cNvSpPr/>
            <p:nvPr/>
          </p:nvSpPr>
          <p:spPr>
            <a:xfrm>
              <a:off x="2384234" y="5720948"/>
              <a:ext cx="0" cy="34794"/>
            </a:xfrm>
            <a:custGeom>
              <a:avLst/>
              <a:pathLst>
                <a:path w="0" h="34794">
                  <a:moveTo>
                    <a:pt x="0" y="34794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5" name="pl705"/>
            <p:cNvSpPr/>
            <p:nvPr/>
          </p:nvSpPr>
          <p:spPr>
            <a:xfrm>
              <a:off x="3124860" y="5720948"/>
              <a:ext cx="0" cy="34794"/>
            </a:xfrm>
            <a:custGeom>
              <a:avLst/>
              <a:pathLst>
                <a:path w="0" h="34794">
                  <a:moveTo>
                    <a:pt x="0" y="34794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6" name="pl706"/>
            <p:cNvSpPr/>
            <p:nvPr/>
          </p:nvSpPr>
          <p:spPr>
            <a:xfrm>
              <a:off x="3865485" y="5720948"/>
              <a:ext cx="0" cy="34794"/>
            </a:xfrm>
            <a:custGeom>
              <a:avLst/>
              <a:pathLst>
                <a:path w="0" h="34794">
                  <a:moveTo>
                    <a:pt x="0" y="34794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7" name="pl707"/>
            <p:cNvSpPr/>
            <p:nvPr/>
          </p:nvSpPr>
          <p:spPr>
            <a:xfrm>
              <a:off x="4606110" y="5720948"/>
              <a:ext cx="0" cy="34794"/>
            </a:xfrm>
            <a:custGeom>
              <a:avLst/>
              <a:pathLst>
                <a:path w="0" h="34794">
                  <a:moveTo>
                    <a:pt x="0" y="34794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8" name="pl708"/>
            <p:cNvSpPr/>
            <p:nvPr/>
          </p:nvSpPr>
          <p:spPr>
            <a:xfrm>
              <a:off x="5346735" y="5720948"/>
              <a:ext cx="0" cy="34794"/>
            </a:xfrm>
            <a:custGeom>
              <a:avLst/>
              <a:pathLst>
                <a:path w="0" h="34794">
                  <a:moveTo>
                    <a:pt x="0" y="34794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9" name="pl709"/>
            <p:cNvSpPr/>
            <p:nvPr/>
          </p:nvSpPr>
          <p:spPr>
            <a:xfrm>
              <a:off x="6087361" y="5720948"/>
              <a:ext cx="0" cy="34794"/>
            </a:xfrm>
            <a:custGeom>
              <a:avLst/>
              <a:pathLst>
                <a:path w="0" h="34794">
                  <a:moveTo>
                    <a:pt x="0" y="34794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0" name="tx710"/>
            <p:cNvSpPr/>
            <p:nvPr/>
          </p:nvSpPr>
          <p:spPr>
            <a:xfrm>
              <a:off x="2246983" y="5783578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78</a:t>
              </a:r>
            </a:p>
          </p:txBody>
        </p:sp>
        <p:sp>
          <p:nvSpPr>
            <p:cNvPr id="711" name="tx711"/>
            <p:cNvSpPr/>
            <p:nvPr/>
          </p:nvSpPr>
          <p:spPr>
            <a:xfrm>
              <a:off x="2371341" y="5765198"/>
              <a:ext cx="44714" cy="9848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Symbol"/>
                  <a:cs typeface="Symbol"/>
                </a:rPr>
                <a:t>°</a:t>
              </a:r>
            </a:p>
          </p:txBody>
        </p:sp>
        <p:sp>
          <p:nvSpPr>
            <p:cNvPr id="712" name="tx712"/>
            <p:cNvSpPr/>
            <p:nvPr/>
          </p:nvSpPr>
          <p:spPr>
            <a:xfrm>
              <a:off x="2416055" y="5783578"/>
              <a:ext cx="105430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W</a:t>
              </a:r>
            </a:p>
          </p:txBody>
        </p:sp>
        <p:sp>
          <p:nvSpPr>
            <p:cNvPr id="713" name="tx713"/>
            <p:cNvSpPr/>
            <p:nvPr/>
          </p:nvSpPr>
          <p:spPr>
            <a:xfrm>
              <a:off x="2987608" y="5783578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77</a:t>
              </a:r>
            </a:p>
          </p:txBody>
        </p:sp>
        <p:sp>
          <p:nvSpPr>
            <p:cNvPr id="714" name="tx714"/>
            <p:cNvSpPr/>
            <p:nvPr/>
          </p:nvSpPr>
          <p:spPr>
            <a:xfrm>
              <a:off x="3111967" y="5765198"/>
              <a:ext cx="44714" cy="9848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Symbol"/>
                  <a:cs typeface="Symbol"/>
                </a:rPr>
                <a:t>°</a:t>
              </a:r>
            </a:p>
          </p:txBody>
        </p:sp>
        <p:sp>
          <p:nvSpPr>
            <p:cNvPr id="715" name="tx715"/>
            <p:cNvSpPr/>
            <p:nvPr/>
          </p:nvSpPr>
          <p:spPr>
            <a:xfrm>
              <a:off x="3156681" y="5783578"/>
              <a:ext cx="105430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W</a:t>
              </a:r>
            </a:p>
          </p:txBody>
        </p:sp>
        <p:sp>
          <p:nvSpPr>
            <p:cNvPr id="716" name="tx716"/>
            <p:cNvSpPr/>
            <p:nvPr/>
          </p:nvSpPr>
          <p:spPr>
            <a:xfrm>
              <a:off x="3728233" y="5783578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76</a:t>
              </a:r>
            </a:p>
          </p:txBody>
        </p:sp>
        <p:sp>
          <p:nvSpPr>
            <p:cNvPr id="717" name="tx717"/>
            <p:cNvSpPr/>
            <p:nvPr/>
          </p:nvSpPr>
          <p:spPr>
            <a:xfrm>
              <a:off x="3852592" y="5765198"/>
              <a:ext cx="44714" cy="9848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Symbol"/>
                  <a:cs typeface="Symbol"/>
                </a:rPr>
                <a:t>°</a:t>
              </a:r>
            </a:p>
          </p:txBody>
        </p:sp>
        <p:sp>
          <p:nvSpPr>
            <p:cNvPr id="718" name="tx718"/>
            <p:cNvSpPr/>
            <p:nvPr/>
          </p:nvSpPr>
          <p:spPr>
            <a:xfrm>
              <a:off x="3897306" y="5783578"/>
              <a:ext cx="105430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W</a:t>
              </a:r>
            </a:p>
          </p:txBody>
        </p:sp>
        <p:sp>
          <p:nvSpPr>
            <p:cNvPr id="719" name="tx719"/>
            <p:cNvSpPr/>
            <p:nvPr/>
          </p:nvSpPr>
          <p:spPr>
            <a:xfrm>
              <a:off x="4468859" y="5783578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75</a:t>
              </a:r>
            </a:p>
          </p:txBody>
        </p:sp>
        <p:sp>
          <p:nvSpPr>
            <p:cNvPr id="720" name="tx720"/>
            <p:cNvSpPr/>
            <p:nvPr/>
          </p:nvSpPr>
          <p:spPr>
            <a:xfrm>
              <a:off x="4593217" y="5765198"/>
              <a:ext cx="44714" cy="9848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Symbol"/>
                  <a:cs typeface="Symbol"/>
                </a:rPr>
                <a:t>°</a:t>
              </a:r>
            </a:p>
          </p:txBody>
        </p:sp>
        <p:sp>
          <p:nvSpPr>
            <p:cNvPr id="721" name="tx721"/>
            <p:cNvSpPr/>
            <p:nvPr/>
          </p:nvSpPr>
          <p:spPr>
            <a:xfrm>
              <a:off x="4637931" y="5783578"/>
              <a:ext cx="105430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W</a:t>
              </a:r>
            </a:p>
          </p:txBody>
        </p:sp>
        <p:sp>
          <p:nvSpPr>
            <p:cNvPr id="722" name="tx722"/>
            <p:cNvSpPr/>
            <p:nvPr/>
          </p:nvSpPr>
          <p:spPr>
            <a:xfrm>
              <a:off x="5209484" y="5783578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74</a:t>
              </a:r>
            </a:p>
          </p:txBody>
        </p:sp>
        <p:sp>
          <p:nvSpPr>
            <p:cNvPr id="723" name="tx723"/>
            <p:cNvSpPr/>
            <p:nvPr/>
          </p:nvSpPr>
          <p:spPr>
            <a:xfrm>
              <a:off x="5333842" y="5765198"/>
              <a:ext cx="44714" cy="9848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Symbol"/>
                  <a:cs typeface="Symbol"/>
                </a:rPr>
                <a:t>°</a:t>
              </a:r>
            </a:p>
          </p:txBody>
        </p:sp>
        <p:sp>
          <p:nvSpPr>
            <p:cNvPr id="724" name="tx724"/>
            <p:cNvSpPr/>
            <p:nvPr/>
          </p:nvSpPr>
          <p:spPr>
            <a:xfrm>
              <a:off x="5378557" y="5783578"/>
              <a:ext cx="105430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W</a:t>
              </a:r>
            </a:p>
          </p:txBody>
        </p:sp>
        <p:sp>
          <p:nvSpPr>
            <p:cNvPr id="725" name="tx725"/>
            <p:cNvSpPr/>
            <p:nvPr/>
          </p:nvSpPr>
          <p:spPr>
            <a:xfrm>
              <a:off x="5950109" y="5783578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73</a:t>
              </a:r>
            </a:p>
          </p:txBody>
        </p:sp>
        <p:sp>
          <p:nvSpPr>
            <p:cNvPr id="726" name="tx726"/>
            <p:cNvSpPr/>
            <p:nvPr/>
          </p:nvSpPr>
          <p:spPr>
            <a:xfrm>
              <a:off x="6074468" y="5765198"/>
              <a:ext cx="44714" cy="9848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Symbol"/>
                  <a:cs typeface="Symbol"/>
                </a:rPr>
                <a:t>°</a:t>
              </a:r>
            </a:p>
          </p:txBody>
        </p:sp>
        <p:sp>
          <p:nvSpPr>
            <p:cNvPr id="727" name="tx727"/>
            <p:cNvSpPr/>
            <p:nvPr/>
          </p:nvSpPr>
          <p:spPr>
            <a:xfrm>
              <a:off x="6119182" y="5783578"/>
              <a:ext cx="105430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W</a:t>
              </a:r>
            </a:p>
          </p:txBody>
        </p:sp>
        <p:sp>
          <p:nvSpPr>
            <p:cNvPr id="728" name="tx728"/>
            <p:cNvSpPr/>
            <p:nvPr/>
          </p:nvSpPr>
          <p:spPr>
            <a:xfrm>
              <a:off x="3801860" y="5925448"/>
              <a:ext cx="1149858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Longitude_manual</a:t>
              </a:r>
            </a:p>
          </p:txBody>
        </p:sp>
        <p:sp>
          <p:nvSpPr>
            <p:cNvPr id="729" name="tx729"/>
            <p:cNvSpPr/>
            <p:nvPr/>
          </p:nvSpPr>
          <p:spPr>
            <a:xfrm rot="-5400000">
              <a:off x="1357153" y="3645259"/>
              <a:ext cx="1033180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Latitude_manual</a:t>
              </a:r>
            </a:p>
          </p:txBody>
        </p:sp>
        <p:sp>
          <p:nvSpPr>
            <p:cNvPr id="730" name="rc730"/>
            <p:cNvSpPr/>
            <p:nvPr/>
          </p:nvSpPr>
          <p:spPr>
            <a:xfrm>
              <a:off x="6590850" y="2976782"/>
              <a:ext cx="729514" cy="143717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31" name="tx731"/>
            <p:cNvSpPr/>
            <p:nvPr/>
          </p:nvSpPr>
          <p:spPr>
            <a:xfrm>
              <a:off x="6660439" y="3061824"/>
              <a:ext cx="590336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var1.pred</a:t>
              </a:r>
            </a:p>
          </p:txBody>
        </p:sp>
        <p:pic>
          <p:nvPicPr>
            <p:cNvPr id="732" name="pic732"/>
            <p:cNvPicPr/>
            <p:nvPr/>
          </p:nvPicPr>
          <p:blipFill>
            <a:blip r:embed="rId2" cstate="print"/>
            <a:stretch>
              <a:fillRect/>
            </a:stretch>
          </p:blipFill>
          <p:spPr>
            <a:xfrm>
              <a:off x="6660439" y="3247085"/>
              <a:ext cx="219455" cy="1097280"/>
            </a:xfrm>
            <a:prstGeom prst="rect">
              <a:avLst/>
            </a:prstGeom>
          </p:spPr>
        </p:pic>
        <p:sp>
          <p:nvSpPr>
            <p:cNvPr id="733" name="pl733"/>
            <p:cNvSpPr/>
            <p:nvPr/>
          </p:nvSpPr>
          <p:spPr>
            <a:xfrm>
              <a:off x="6836004" y="4342536"/>
              <a:ext cx="43891" cy="0"/>
            </a:xfrm>
            <a:custGeom>
              <a:avLst/>
              <a:pathLst>
                <a:path w="43891" h="0">
                  <a:moveTo>
                    <a:pt x="0" y="0"/>
                  </a:moveTo>
                  <a:lnTo>
                    <a:pt x="43891" y="0"/>
                  </a:lnTo>
                </a:path>
              </a:pathLst>
            </a:custGeom>
            <a:ln w="4762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4" name="pl734"/>
            <p:cNvSpPr/>
            <p:nvPr/>
          </p:nvSpPr>
          <p:spPr>
            <a:xfrm>
              <a:off x="6836004" y="4069131"/>
              <a:ext cx="43891" cy="0"/>
            </a:xfrm>
            <a:custGeom>
              <a:avLst/>
              <a:pathLst>
                <a:path w="43891" h="0">
                  <a:moveTo>
                    <a:pt x="0" y="0"/>
                  </a:moveTo>
                  <a:lnTo>
                    <a:pt x="43891" y="0"/>
                  </a:lnTo>
                </a:path>
              </a:pathLst>
            </a:custGeom>
            <a:ln w="4762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5" name="pl735"/>
            <p:cNvSpPr/>
            <p:nvPr/>
          </p:nvSpPr>
          <p:spPr>
            <a:xfrm>
              <a:off x="6836004" y="3795725"/>
              <a:ext cx="43891" cy="0"/>
            </a:xfrm>
            <a:custGeom>
              <a:avLst/>
              <a:pathLst>
                <a:path w="43891" h="0">
                  <a:moveTo>
                    <a:pt x="0" y="0"/>
                  </a:moveTo>
                  <a:lnTo>
                    <a:pt x="43891" y="0"/>
                  </a:lnTo>
                </a:path>
              </a:pathLst>
            </a:custGeom>
            <a:ln w="4762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6" name="pl736"/>
            <p:cNvSpPr/>
            <p:nvPr/>
          </p:nvSpPr>
          <p:spPr>
            <a:xfrm>
              <a:off x="6836004" y="3522319"/>
              <a:ext cx="43891" cy="0"/>
            </a:xfrm>
            <a:custGeom>
              <a:avLst/>
              <a:pathLst>
                <a:path w="43891" h="0">
                  <a:moveTo>
                    <a:pt x="0" y="0"/>
                  </a:moveTo>
                  <a:lnTo>
                    <a:pt x="43891" y="0"/>
                  </a:lnTo>
                </a:path>
              </a:pathLst>
            </a:custGeom>
            <a:ln w="4762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7" name="pl737"/>
            <p:cNvSpPr/>
            <p:nvPr/>
          </p:nvSpPr>
          <p:spPr>
            <a:xfrm>
              <a:off x="6836004" y="3248914"/>
              <a:ext cx="43891" cy="0"/>
            </a:xfrm>
            <a:custGeom>
              <a:avLst/>
              <a:pathLst>
                <a:path w="43891" h="0">
                  <a:moveTo>
                    <a:pt x="0" y="0"/>
                  </a:moveTo>
                  <a:lnTo>
                    <a:pt x="43891" y="0"/>
                  </a:lnTo>
                </a:path>
              </a:pathLst>
            </a:custGeom>
            <a:ln w="4762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8" name="pl738"/>
            <p:cNvSpPr/>
            <p:nvPr/>
          </p:nvSpPr>
          <p:spPr>
            <a:xfrm>
              <a:off x="6660439" y="4342536"/>
              <a:ext cx="43891" cy="0"/>
            </a:xfrm>
            <a:custGeom>
              <a:avLst/>
              <a:pathLst>
                <a:path w="43891" h="0">
                  <a:moveTo>
                    <a:pt x="43891" y="0"/>
                  </a:moveTo>
                  <a:lnTo>
                    <a:pt x="0" y="0"/>
                  </a:lnTo>
                </a:path>
              </a:pathLst>
            </a:custGeom>
            <a:ln w="4762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9" name="pl739"/>
            <p:cNvSpPr/>
            <p:nvPr/>
          </p:nvSpPr>
          <p:spPr>
            <a:xfrm>
              <a:off x="6660439" y="4069131"/>
              <a:ext cx="43891" cy="0"/>
            </a:xfrm>
            <a:custGeom>
              <a:avLst/>
              <a:pathLst>
                <a:path w="43891" h="0">
                  <a:moveTo>
                    <a:pt x="43891" y="0"/>
                  </a:moveTo>
                  <a:lnTo>
                    <a:pt x="0" y="0"/>
                  </a:lnTo>
                </a:path>
              </a:pathLst>
            </a:custGeom>
            <a:ln w="4762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0" name="pl740"/>
            <p:cNvSpPr/>
            <p:nvPr/>
          </p:nvSpPr>
          <p:spPr>
            <a:xfrm>
              <a:off x="6660439" y="3795725"/>
              <a:ext cx="43891" cy="0"/>
            </a:xfrm>
            <a:custGeom>
              <a:avLst/>
              <a:pathLst>
                <a:path w="43891" h="0">
                  <a:moveTo>
                    <a:pt x="43891" y="0"/>
                  </a:moveTo>
                  <a:lnTo>
                    <a:pt x="0" y="0"/>
                  </a:lnTo>
                </a:path>
              </a:pathLst>
            </a:custGeom>
            <a:ln w="4762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1" name="pl741"/>
            <p:cNvSpPr/>
            <p:nvPr/>
          </p:nvSpPr>
          <p:spPr>
            <a:xfrm>
              <a:off x="6660439" y="3522319"/>
              <a:ext cx="43891" cy="0"/>
            </a:xfrm>
            <a:custGeom>
              <a:avLst/>
              <a:pathLst>
                <a:path w="43891" h="0">
                  <a:moveTo>
                    <a:pt x="43891" y="0"/>
                  </a:moveTo>
                  <a:lnTo>
                    <a:pt x="0" y="0"/>
                  </a:lnTo>
                </a:path>
              </a:pathLst>
            </a:custGeom>
            <a:ln w="4762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2" name="pl742"/>
            <p:cNvSpPr/>
            <p:nvPr/>
          </p:nvSpPr>
          <p:spPr>
            <a:xfrm>
              <a:off x="6660439" y="3248914"/>
              <a:ext cx="43891" cy="0"/>
            </a:xfrm>
            <a:custGeom>
              <a:avLst/>
              <a:pathLst>
                <a:path w="43891" h="0">
                  <a:moveTo>
                    <a:pt x="43891" y="0"/>
                  </a:moveTo>
                  <a:lnTo>
                    <a:pt x="0" y="0"/>
                  </a:lnTo>
                </a:path>
              </a:pathLst>
            </a:custGeom>
            <a:ln w="4762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3" name="tx743"/>
            <p:cNvSpPr/>
            <p:nvPr/>
          </p:nvSpPr>
          <p:spPr>
            <a:xfrm>
              <a:off x="6949485" y="4302486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744" name="tx744"/>
            <p:cNvSpPr/>
            <p:nvPr/>
          </p:nvSpPr>
          <p:spPr>
            <a:xfrm>
              <a:off x="6949485" y="4029080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745" name="tx745"/>
            <p:cNvSpPr/>
            <p:nvPr/>
          </p:nvSpPr>
          <p:spPr>
            <a:xfrm>
              <a:off x="6949485" y="3755674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746" name="tx746"/>
            <p:cNvSpPr/>
            <p:nvPr/>
          </p:nvSpPr>
          <p:spPr>
            <a:xfrm>
              <a:off x="6949485" y="348226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747" name="tx747"/>
            <p:cNvSpPr/>
            <p:nvPr/>
          </p:nvSpPr>
          <p:spPr>
            <a:xfrm>
              <a:off x="6949485" y="3208863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</p:grp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rc4"/>
            <p:cNvSpPr/>
            <p:nvPr/>
          </p:nvSpPr>
          <p:spPr>
            <a:xfrm>
              <a:off x="1654055" y="1600200"/>
              <a:ext cx="5835888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13550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rc5"/>
            <p:cNvSpPr/>
            <p:nvPr/>
          </p:nvSpPr>
          <p:spPr>
            <a:xfrm>
              <a:off x="2201917" y="2354586"/>
              <a:ext cx="4342247" cy="3366361"/>
            </a:xfrm>
            <a:prstGeom prst="rect">
              <a:avLst/>
            </a:prstGeom>
            <a:solidFill>
              <a:srgbClr val="F0F8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2610961" y="2354586"/>
              <a:ext cx="0" cy="3366361"/>
            </a:xfrm>
            <a:custGeom>
              <a:avLst/>
              <a:pathLst>
                <a:path w="0" h="3366361">
                  <a:moveTo>
                    <a:pt x="0" y="3366361"/>
                  </a:moveTo>
                  <a:lnTo>
                    <a:pt x="0" y="3348846"/>
                  </a:lnTo>
                  <a:lnTo>
                    <a:pt x="0" y="3309435"/>
                  </a:lnTo>
                  <a:lnTo>
                    <a:pt x="0" y="3270024"/>
                  </a:lnTo>
                  <a:lnTo>
                    <a:pt x="0" y="3230613"/>
                  </a:lnTo>
                  <a:lnTo>
                    <a:pt x="0" y="3191202"/>
                  </a:lnTo>
                  <a:lnTo>
                    <a:pt x="0" y="3151791"/>
                  </a:lnTo>
                  <a:lnTo>
                    <a:pt x="0" y="3112380"/>
                  </a:lnTo>
                  <a:lnTo>
                    <a:pt x="0" y="3072969"/>
                  </a:lnTo>
                  <a:lnTo>
                    <a:pt x="0" y="3033559"/>
                  </a:lnTo>
                  <a:lnTo>
                    <a:pt x="0" y="2994148"/>
                  </a:lnTo>
                  <a:lnTo>
                    <a:pt x="0" y="2954737"/>
                  </a:lnTo>
                  <a:lnTo>
                    <a:pt x="0" y="2915326"/>
                  </a:lnTo>
                  <a:lnTo>
                    <a:pt x="0" y="2875915"/>
                  </a:lnTo>
                  <a:lnTo>
                    <a:pt x="0" y="2836504"/>
                  </a:lnTo>
                  <a:lnTo>
                    <a:pt x="0" y="2797093"/>
                  </a:lnTo>
                  <a:lnTo>
                    <a:pt x="0" y="2757682"/>
                  </a:lnTo>
                  <a:lnTo>
                    <a:pt x="0" y="2718271"/>
                  </a:lnTo>
                  <a:lnTo>
                    <a:pt x="0" y="2678860"/>
                  </a:lnTo>
                  <a:lnTo>
                    <a:pt x="0" y="2639450"/>
                  </a:lnTo>
                  <a:lnTo>
                    <a:pt x="0" y="2600039"/>
                  </a:lnTo>
                  <a:lnTo>
                    <a:pt x="0" y="2560628"/>
                  </a:lnTo>
                  <a:lnTo>
                    <a:pt x="0" y="2521217"/>
                  </a:lnTo>
                  <a:lnTo>
                    <a:pt x="0" y="2481806"/>
                  </a:lnTo>
                  <a:lnTo>
                    <a:pt x="0" y="2442395"/>
                  </a:lnTo>
                  <a:lnTo>
                    <a:pt x="0" y="2402984"/>
                  </a:lnTo>
                  <a:lnTo>
                    <a:pt x="0" y="2363573"/>
                  </a:lnTo>
                  <a:lnTo>
                    <a:pt x="0" y="2324162"/>
                  </a:lnTo>
                  <a:lnTo>
                    <a:pt x="0" y="2284751"/>
                  </a:lnTo>
                  <a:lnTo>
                    <a:pt x="0" y="2245340"/>
                  </a:lnTo>
                  <a:lnTo>
                    <a:pt x="0" y="2205930"/>
                  </a:lnTo>
                  <a:lnTo>
                    <a:pt x="0" y="2166519"/>
                  </a:lnTo>
                  <a:lnTo>
                    <a:pt x="0" y="2127108"/>
                  </a:lnTo>
                  <a:lnTo>
                    <a:pt x="0" y="2087697"/>
                  </a:lnTo>
                  <a:lnTo>
                    <a:pt x="0" y="2048286"/>
                  </a:lnTo>
                  <a:lnTo>
                    <a:pt x="0" y="2008875"/>
                  </a:lnTo>
                  <a:lnTo>
                    <a:pt x="0" y="1969464"/>
                  </a:lnTo>
                  <a:lnTo>
                    <a:pt x="0" y="1930053"/>
                  </a:lnTo>
                  <a:lnTo>
                    <a:pt x="0" y="1890642"/>
                  </a:lnTo>
                  <a:lnTo>
                    <a:pt x="0" y="1851231"/>
                  </a:lnTo>
                  <a:lnTo>
                    <a:pt x="0" y="1811821"/>
                  </a:lnTo>
                  <a:lnTo>
                    <a:pt x="0" y="1772410"/>
                  </a:lnTo>
                  <a:lnTo>
                    <a:pt x="0" y="1732999"/>
                  </a:lnTo>
                  <a:lnTo>
                    <a:pt x="0" y="1693588"/>
                  </a:lnTo>
                  <a:lnTo>
                    <a:pt x="0" y="1654177"/>
                  </a:lnTo>
                  <a:lnTo>
                    <a:pt x="0" y="1614766"/>
                  </a:lnTo>
                  <a:lnTo>
                    <a:pt x="0" y="1575355"/>
                  </a:lnTo>
                  <a:lnTo>
                    <a:pt x="0" y="1535944"/>
                  </a:lnTo>
                  <a:lnTo>
                    <a:pt x="0" y="1496533"/>
                  </a:lnTo>
                  <a:lnTo>
                    <a:pt x="0" y="1457122"/>
                  </a:lnTo>
                  <a:lnTo>
                    <a:pt x="0" y="1417711"/>
                  </a:lnTo>
                  <a:lnTo>
                    <a:pt x="0" y="1378301"/>
                  </a:lnTo>
                  <a:lnTo>
                    <a:pt x="0" y="1338890"/>
                  </a:lnTo>
                  <a:lnTo>
                    <a:pt x="0" y="1299479"/>
                  </a:lnTo>
                  <a:lnTo>
                    <a:pt x="0" y="1260068"/>
                  </a:lnTo>
                  <a:lnTo>
                    <a:pt x="0" y="1220657"/>
                  </a:lnTo>
                  <a:lnTo>
                    <a:pt x="0" y="1181246"/>
                  </a:lnTo>
                  <a:lnTo>
                    <a:pt x="0" y="1141835"/>
                  </a:lnTo>
                  <a:lnTo>
                    <a:pt x="0" y="1102424"/>
                  </a:lnTo>
                  <a:lnTo>
                    <a:pt x="0" y="1063013"/>
                  </a:lnTo>
                  <a:lnTo>
                    <a:pt x="0" y="1023602"/>
                  </a:lnTo>
                  <a:lnTo>
                    <a:pt x="0" y="984192"/>
                  </a:lnTo>
                  <a:lnTo>
                    <a:pt x="0" y="944781"/>
                  </a:lnTo>
                  <a:lnTo>
                    <a:pt x="0" y="905370"/>
                  </a:lnTo>
                  <a:lnTo>
                    <a:pt x="0" y="865959"/>
                  </a:lnTo>
                  <a:lnTo>
                    <a:pt x="0" y="826548"/>
                  </a:lnTo>
                  <a:lnTo>
                    <a:pt x="0" y="787137"/>
                  </a:lnTo>
                  <a:lnTo>
                    <a:pt x="0" y="747726"/>
                  </a:lnTo>
                  <a:lnTo>
                    <a:pt x="0" y="708315"/>
                  </a:lnTo>
                  <a:lnTo>
                    <a:pt x="0" y="668904"/>
                  </a:lnTo>
                  <a:lnTo>
                    <a:pt x="0" y="629493"/>
                  </a:lnTo>
                  <a:lnTo>
                    <a:pt x="0" y="590082"/>
                  </a:lnTo>
                  <a:lnTo>
                    <a:pt x="0" y="550672"/>
                  </a:lnTo>
                  <a:lnTo>
                    <a:pt x="0" y="511261"/>
                  </a:lnTo>
                  <a:lnTo>
                    <a:pt x="0" y="471850"/>
                  </a:lnTo>
                  <a:lnTo>
                    <a:pt x="0" y="432439"/>
                  </a:lnTo>
                  <a:lnTo>
                    <a:pt x="0" y="393028"/>
                  </a:lnTo>
                  <a:lnTo>
                    <a:pt x="0" y="353617"/>
                  </a:lnTo>
                  <a:lnTo>
                    <a:pt x="0" y="314206"/>
                  </a:lnTo>
                  <a:lnTo>
                    <a:pt x="0" y="274795"/>
                  </a:lnTo>
                  <a:lnTo>
                    <a:pt x="0" y="235384"/>
                  </a:lnTo>
                  <a:lnTo>
                    <a:pt x="0" y="195973"/>
                  </a:lnTo>
                  <a:lnTo>
                    <a:pt x="0" y="156563"/>
                  </a:lnTo>
                  <a:lnTo>
                    <a:pt x="0" y="117152"/>
                  </a:lnTo>
                  <a:lnTo>
                    <a:pt x="0" y="77741"/>
                  </a:lnTo>
                  <a:lnTo>
                    <a:pt x="0" y="38330"/>
                  </a:ln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rnd">
              <a:solidFill>
                <a:srgbClr val="F0F8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3140137" y="2354586"/>
              <a:ext cx="0" cy="3366361"/>
            </a:xfrm>
            <a:custGeom>
              <a:avLst/>
              <a:pathLst>
                <a:path w="0" h="3366361">
                  <a:moveTo>
                    <a:pt x="0" y="3366361"/>
                  </a:moveTo>
                  <a:lnTo>
                    <a:pt x="0" y="3348846"/>
                  </a:lnTo>
                  <a:lnTo>
                    <a:pt x="0" y="3309435"/>
                  </a:lnTo>
                  <a:lnTo>
                    <a:pt x="0" y="3270024"/>
                  </a:lnTo>
                  <a:lnTo>
                    <a:pt x="0" y="3230613"/>
                  </a:lnTo>
                  <a:lnTo>
                    <a:pt x="0" y="3191202"/>
                  </a:lnTo>
                  <a:lnTo>
                    <a:pt x="0" y="3151791"/>
                  </a:lnTo>
                  <a:lnTo>
                    <a:pt x="0" y="3112380"/>
                  </a:lnTo>
                  <a:lnTo>
                    <a:pt x="0" y="3072969"/>
                  </a:lnTo>
                  <a:lnTo>
                    <a:pt x="0" y="3033559"/>
                  </a:lnTo>
                  <a:lnTo>
                    <a:pt x="0" y="2994148"/>
                  </a:lnTo>
                  <a:lnTo>
                    <a:pt x="0" y="2954737"/>
                  </a:lnTo>
                  <a:lnTo>
                    <a:pt x="0" y="2915326"/>
                  </a:lnTo>
                  <a:lnTo>
                    <a:pt x="0" y="2875915"/>
                  </a:lnTo>
                  <a:lnTo>
                    <a:pt x="0" y="2836504"/>
                  </a:lnTo>
                  <a:lnTo>
                    <a:pt x="0" y="2797093"/>
                  </a:lnTo>
                  <a:lnTo>
                    <a:pt x="0" y="2757682"/>
                  </a:lnTo>
                  <a:lnTo>
                    <a:pt x="0" y="2718271"/>
                  </a:lnTo>
                  <a:lnTo>
                    <a:pt x="0" y="2678860"/>
                  </a:lnTo>
                  <a:lnTo>
                    <a:pt x="0" y="2639450"/>
                  </a:lnTo>
                  <a:lnTo>
                    <a:pt x="0" y="2600039"/>
                  </a:lnTo>
                  <a:lnTo>
                    <a:pt x="0" y="2560628"/>
                  </a:lnTo>
                  <a:lnTo>
                    <a:pt x="0" y="2521217"/>
                  </a:lnTo>
                  <a:lnTo>
                    <a:pt x="0" y="2481806"/>
                  </a:lnTo>
                  <a:lnTo>
                    <a:pt x="0" y="2442395"/>
                  </a:lnTo>
                  <a:lnTo>
                    <a:pt x="0" y="2402984"/>
                  </a:lnTo>
                  <a:lnTo>
                    <a:pt x="0" y="2363573"/>
                  </a:lnTo>
                  <a:lnTo>
                    <a:pt x="0" y="2324162"/>
                  </a:lnTo>
                  <a:lnTo>
                    <a:pt x="0" y="2284751"/>
                  </a:lnTo>
                  <a:lnTo>
                    <a:pt x="0" y="2245340"/>
                  </a:lnTo>
                  <a:lnTo>
                    <a:pt x="0" y="2205930"/>
                  </a:lnTo>
                  <a:lnTo>
                    <a:pt x="0" y="2166519"/>
                  </a:lnTo>
                  <a:lnTo>
                    <a:pt x="0" y="2127108"/>
                  </a:lnTo>
                  <a:lnTo>
                    <a:pt x="0" y="2087697"/>
                  </a:lnTo>
                  <a:lnTo>
                    <a:pt x="0" y="2048286"/>
                  </a:lnTo>
                  <a:lnTo>
                    <a:pt x="0" y="2008875"/>
                  </a:lnTo>
                  <a:lnTo>
                    <a:pt x="0" y="1969464"/>
                  </a:lnTo>
                  <a:lnTo>
                    <a:pt x="0" y="1930053"/>
                  </a:lnTo>
                  <a:lnTo>
                    <a:pt x="0" y="1890642"/>
                  </a:lnTo>
                  <a:lnTo>
                    <a:pt x="0" y="1851231"/>
                  </a:lnTo>
                  <a:lnTo>
                    <a:pt x="0" y="1811821"/>
                  </a:lnTo>
                  <a:lnTo>
                    <a:pt x="0" y="1772410"/>
                  </a:lnTo>
                  <a:lnTo>
                    <a:pt x="0" y="1732999"/>
                  </a:lnTo>
                  <a:lnTo>
                    <a:pt x="0" y="1693588"/>
                  </a:lnTo>
                  <a:lnTo>
                    <a:pt x="0" y="1654177"/>
                  </a:lnTo>
                  <a:lnTo>
                    <a:pt x="0" y="1614766"/>
                  </a:lnTo>
                  <a:lnTo>
                    <a:pt x="0" y="1575355"/>
                  </a:lnTo>
                  <a:lnTo>
                    <a:pt x="0" y="1535944"/>
                  </a:lnTo>
                  <a:lnTo>
                    <a:pt x="0" y="1496533"/>
                  </a:lnTo>
                  <a:lnTo>
                    <a:pt x="0" y="1457122"/>
                  </a:lnTo>
                  <a:lnTo>
                    <a:pt x="0" y="1417711"/>
                  </a:lnTo>
                  <a:lnTo>
                    <a:pt x="0" y="1378301"/>
                  </a:lnTo>
                  <a:lnTo>
                    <a:pt x="0" y="1338890"/>
                  </a:lnTo>
                  <a:lnTo>
                    <a:pt x="0" y="1299479"/>
                  </a:lnTo>
                  <a:lnTo>
                    <a:pt x="0" y="1260068"/>
                  </a:lnTo>
                  <a:lnTo>
                    <a:pt x="0" y="1220657"/>
                  </a:lnTo>
                  <a:lnTo>
                    <a:pt x="0" y="1181246"/>
                  </a:lnTo>
                  <a:lnTo>
                    <a:pt x="0" y="1141835"/>
                  </a:lnTo>
                  <a:lnTo>
                    <a:pt x="0" y="1102424"/>
                  </a:lnTo>
                  <a:lnTo>
                    <a:pt x="0" y="1063013"/>
                  </a:lnTo>
                  <a:lnTo>
                    <a:pt x="0" y="1023602"/>
                  </a:lnTo>
                  <a:lnTo>
                    <a:pt x="0" y="984192"/>
                  </a:lnTo>
                  <a:lnTo>
                    <a:pt x="0" y="944781"/>
                  </a:lnTo>
                  <a:lnTo>
                    <a:pt x="0" y="905370"/>
                  </a:lnTo>
                  <a:lnTo>
                    <a:pt x="0" y="865959"/>
                  </a:lnTo>
                  <a:lnTo>
                    <a:pt x="0" y="826548"/>
                  </a:lnTo>
                  <a:lnTo>
                    <a:pt x="0" y="787137"/>
                  </a:lnTo>
                  <a:lnTo>
                    <a:pt x="0" y="747726"/>
                  </a:lnTo>
                  <a:lnTo>
                    <a:pt x="0" y="708315"/>
                  </a:lnTo>
                  <a:lnTo>
                    <a:pt x="0" y="668904"/>
                  </a:lnTo>
                  <a:lnTo>
                    <a:pt x="0" y="629493"/>
                  </a:lnTo>
                  <a:lnTo>
                    <a:pt x="0" y="590082"/>
                  </a:lnTo>
                  <a:lnTo>
                    <a:pt x="0" y="550672"/>
                  </a:lnTo>
                  <a:lnTo>
                    <a:pt x="0" y="511261"/>
                  </a:lnTo>
                  <a:lnTo>
                    <a:pt x="0" y="471850"/>
                  </a:lnTo>
                  <a:lnTo>
                    <a:pt x="0" y="432439"/>
                  </a:lnTo>
                  <a:lnTo>
                    <a:pt x="0" y="393028"/>
                  </a:lnTo>
                  <a:lnTo>
                    <a:pt x="0" y="353617"/>
                  </a:lnTo>
                  <a:lnTo>
                    <a:pt x="0" y="314206"/>
                  </a:lnTo>
                  <a:lnTo>
                    <a:pt x="0" y="274795"/>
                  </a:lnTo>
                  <a:lnTo>
                    <a:pt x="0" y="235384"/>
                  </a:lnTo>
                  <a:lnTo>
                    <a:pt x="0" y="195973"/>
                  </a:lnTo>
                  <a:lnTo>
                    <a:pt x="0" y="156563"/>
                  </a:lnTo>
                  <a:lnTo>
                    <a:pt x="0" y="117152"/>
                  </a:lnTo>
                  <a:lnTo>
                    <a:pt x="0" y="77741"/>
                  </a:lnTo>
                  <a:lnTo>
                    <a:pt x="0" y="38330"/>
                  </a:ln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rnd">
              <a:solidFill>
                <a:srgbClr val="F0F8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3669312" y="2354586"/>
              <a:ext cx="0" cy="3366361"/>
            </a:xfrm>
            <a:custGeom>
              <a:avLst/>
              <a:pathLst>
                <a:path w="0" h="3366361">
                  <a:moveTo>
                    <a:pt x="0" y="3366361"/>
                  </a:moveTo>
                  <a:lnTo>
                    <a:pt x="0" y="3348846"/>
                  </a:lnTo>
                  <a:lnTo>
                    <a:pt x="0" y="3309435"/>
                  </a:lnTo>
                  <a:lnTo>
                    <a:pt x="0" y="3270024"/>
                  </a:lnTo>
                  <a:lnTo>
                    <a:pt x="0" y="3230613"/>
                  </a:lnTo>
                  <a:lnTo>
                    <a:pt x="0" y="3191202"/>
                  </a:lnTo>
                  <a:lnTo>
                    <a:pt x="0" y="3151791"/>
                  </a:lnTo>
                  <a:lnTo>
                    <a:pt x="0" y="3112380"/>
                  </a:lnTo>
                  <a:lnTo>
                    <a:pt x="0" y="3072969"/>
                  </a:lnTo>
                  <a:lnTo>
                    <a:pt x="0" y="3033559"/>
                  </a:lnTo>
                  <a:lnTo>
                    <a:pt x="0" y="2994148"/>
                  </a:lnTo>
                  <a:lnTo>
                    <a:pt x="0" y="2954737"/>
                  </a:lnTo>
                  <a:lnTo>
                    <a:pt x="0" y="2915326"/>
                  </a:lnTo>
                  <a:lnTo>
                    <a:pt x="0" y="2875915"/>
                  </a:lnTo>
                  <a:lnTo>
                    <a:pt x="0" y="2836504"/>
                  </a:lnTo>
                  <a:lnTo>
                    <a:pt x="0" y="2797093"/>
                  </a:lnTo>
                  <a:lnTo>
                    <a:pt x="0" y="2757682"/>
                  </a:lnTo>
                  <a:lnTo>
                    <a:pt x="0" y="2718271"/>
                  </a:lnTo>
                  <a:lnTo>
                    <a:pt x="0" y="2678860"/>
                  </a:lnTo>
                  <a:lnTo>
                    <a:pt x="0" y="2639450"/>
                  </a:lnTo>
                  <a:lnTo>
                    <a:pt x="0" y="2600039"/>
                  </a:lnTo>
                  <a:lnTo>
                    <a:pt x="0" y="2560628"/>
                  </a:lnTo>
                  <a:lnTo>
                    <a:pt x="0" y="2521217"/>
                  </a:lnTo>
                  <a:lnTo>
                    <a:pt x="0" y="2481806"/>
                  </a:lnTo>
                  <a:lnTo>
                    <a:pt x="0" y="2442395"/>
                  </a:lnTo>
                  <a:lnTo>
                    <a:pt x="0" y="2402984"/>
                  </a:lnTo>
                  <a:lnTo>
                    <a:pt x="0" y="2363573"/>
                  </a:lnTo>
                  <a:lnTo>
                    <a:pt x="0" y="2324162"/>
                  </a:lnTo>
                  <a:lnTo>
                    <a:pt x="0" y="2284751"/>
                  </a:lnTo>
                  <a:lnTo>
                    <a:pt x="0" y="2245340"/>
                  </a:lnTo>
                  <a:lnTo>
                    <a:pt x="0" y="2205930"/>
                  </a:lnTo>
                  <a:lnTo>
                    <a:pt x="0" y="2166519"/>
                  </a:lnTo>
                  <a:lnTo>
                    <a:pt x="0" y="2127108"/>
                  </a:lnTo>
                  <a:lnTo>
                    <a:pt x="0" y="2087697"/>
                  </a:lnTo>
                  <a:lnTo>
                    <a:pt x="0" y="2048286"/>
                  </a:lnTo>
                  <a:lnTo>
                    <a:pt x="0" y="2008875"/>
                  </a:lnTo>
                  <a:lnTo>
                    <a:pt x="0" y="1969464"/>
                  </a:lnTo>
                  <a:lnTo>
                    <a:pt x="0" y="1930053"/>
                  </a:lnTo>
                  <a:lnTo>
                    <a:pt x="0" y="1890642"/>
                  </a:lnTo>
                  <a:lnTo>
                    <a:pt x="0" y="1851231"/>
                  </a:lnTo>
                  <a:lnTo>
                    <a:pt x="0" y="1811821"/>
                  </a:lnTo>
                  <a:lnTo>
                    <a:pt x="0" y="1772410"/>
                  </a:lnTo>
                  <a:lnTo>
                    <a:pt x="0" y="1732999"/>
                  </a:lnTo>
                  <a:lnTo>
                    <a:pt x="0" y="1693588"/>
                  </a:lnTo>
                  <a:lnTo>
                    <a:pt x="0" y="1654177"/>
                  </a:lnTo>
                  <a:lnTo>
                    <a:pt x="0" y="1614766"/>
                  </a:lnTo>
                  <a:lnTo>
                    <a:pt x="0" y="1575355"/>
                  </a:lnTo>
                  <a:lnTo>
                    <a:pt x="0" y="1535944"/>
                  </a:lnTo>
                  <a:lnTo>
                    <a:pt x="0" y="1496533"/>
                  </a:lnTo>
                  <a:lnTo>
                    <a:pt x="0" y="1457122"/>
                  </a:lnTo>
                  <a:lnTo>
                    <a:pt x="0" y="1417711"/>
                  </a:lnTo>
                  <a:lnTo>
                    <a:pt x="0" y="1378301"/>
                  </a:lnTo>
                  <a:lnTo>
                    <a:pt x="0" y="1338890"/>
                  </a:lnTo>
                  <a:lnTo>
                    <a:pt x="0" y="1299479"/>
                  </a:lnTo>
                  <a:lnTo>
                    <a:pt x="0" y="1260068"/>
                  </a:lnTo>
                  <a:lnTo>
                    <a:pt x="0" y="1220657"/>
                  </a:lnTo>
                  <a:lnTo>
                    <a:pt x="0" y="1181246"/>
                  </a:lnTo>
                  <a:lnTo>
                    <a:pt x="0" y="1141835"/>
                  </a:lnTo>
                  <a:lnTo>
                    <a:pt x="0" y="1102424"/>
                  </a:lnTo>
                  <a:lnTo>
                    <a:pt x="0" y="1063013"/>
                  </a:lnTo>
                  <a:lnTo>
                    <a:pt x="0" y="1023602"/>
                  </a:lnTo>
                  <a:lnTo>
                    <a:pt x="0" y="984192"/>
                  </a:lnTo>
                  <a:lnTo>
                    <a:pt x="0" y="944781"/>
                  </a:lnTo>
                  <a:lnTo>
                    <a:pt x="0" y="905370"/>
                  </a:lnTo>
                  <a:lnTo>
                    <a:pt x="0" y="865959"/>
                  </a:lnTo>
                  <a:lnTo>
                    <a:pt x="0" y="826548"/>
                  </a:lnTo>
                  <a:lnTo>
                    <a:pt x="0" y="787137"/>
                  </a:lnTo>
                  <a:lnTo>
                    <a:pt x="0" y="747726"/>
                  </a:lnTo>
                  <a:lnTo>
                    <a:pt x="0" y="708315"/>
                  </a:lnTo>
                  <a:lnTo>
                    <a:pt x="0" y="668904"/>
                  </a:lnTo>
                  <a:lnTo>
                    <a:pt x="0" y="629493"/>
                  </a:lnTo>
                  <a:lnTo>
                    <a:pt x="0" y="590082"/>
                  </a:lnTo>
                  <a:lnTo>
                    <a:pt x="0" y="550672"/>
                  </a:lnTo>
                  <a:lnTo>
                    <a:pt x="0" y="511261"/>
                  </a:lnTo>
                  <a:lnTo>
                    <a:pt x="0" y="471850"/>
                  </a:lnTo>
                  <a:lnTo>
                    <a:pt x="0" y="432439"/>
                  </a:lnTo>
                  <a:lnTo>
                    <a:pt x="0" y="393028"/>
                  </a:lnTo>
                  <a:lnTo>
                    <a:pt x="0" y="353617"/>
                  </a:lnTo>
                  <a:lnTo>
                    <a:pt x="0" y="314206"/>
                  </a:lnTo>
                  <a:lnTo>
                    <a:pt x="0" y="274795"/>
                  </a:lnTo>
                  <a:lnTo>
                    <a:pt x="0" y="235384"/>
                  </a:lnTo>
                  <a:lnTo>
                    <a:pt x="0" y="195973"/>
                  </a:lnTo>
                  <a:lnTo>
                    <a:pt x="0" y="156563"/>
                  </a:lnTo>
                  <a:lnTo>
                    <a:pt x="0" y="117152"/>
                  </a:lnTo>
                  <a:lnTo>
                    <a:pt x="0" y="77741"/>
                  </a:lnTo>
                  <a:lnTo>
                    <a:pt x="0" y="38330"/>
                  </a:ln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rnd">
              <a:solidFill>
                <a:srgbClr val="F0F8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4198487" y="2354586"/>
              <a:ext cx="0" cy="3366361"/>
            </a:xfrm>
            <a:custGeom>
              <a:avLst/>
              <a:pathLst>
                <a:path w="0" h="3366361">
                  <a:moveTo>
                    <a:pt x="0" y="3366361"/>
                  </a:moveTo>
                  <a:lnTo>
                    <a:pt x="0" y="3348846"/>
                  </a:lnTo>
                  <a:lnTo>
                    <a:pt x="0" y="3309435"/>
                  </a:lnTo>
                  <a:lnTo>
                    <a:pt x="0" y="3270024"/>
                  </a:lnTo>
                  <a:lnTo>
                    <a:pt x="0" y="3230613"/>
                  </a:lnTo>
                  <a:lnTo>
                    <a:pt x="0" y="3191202"/>
                  </a:lnTo>
                  <a:lnTo>
                    <a:pt x="0" y="3151791"/>
                  </a:lnTo>
                  <a:lnTo>
                    <a:pt x="0" y="3112380"/>
                  </a:lnTo>
                  <a:lnTo>
                    <a:pt x="0" y="3072969"/>
                  </a:lnTo>
                  <a:lnTo>
                    <a:pt x="0" y="3033559"/>
                  </a:lnTo>
                  <a:lnTo>
                    <a:pt x="0" y="2994148"/>
                  </a:lnTo>
                  <a:lnTo>
                    <a:pt x="0" y="2954737"/>
                  </a:lnTo>
                  <a:lnTo>
                    <a:pt x="0" y="2915326"/>
                  </a:lnTo>
                  <a:lnTo>
                    <a:pt x="0" y="2875915"/>
                  </a:lnTo>
                  <a:lnTo>
                    <a:pt x="0" y="2836504"/>
                  </a:lnTo>
                  <a:lnTo>
                    <a:pt x="0" y="2797093"/>
                  </a:lnTo>
                  <a:lnTo>
                    <a:pt x="0" y="2757682"/>
                  </a:lnTo>
                  <a:lnTo>
                    <a:pt x="0" y="2718271"/>
                  </a:lnTo>
                  <a:lnTo>
                    <a:pt x="0" y="2678860"/>
                  </a:lnTo>
                  <a:lnTo>
                    <a:pt x="0" y="2639450"/>
                  </a:lnTo>
                  <a:lnTo>
                    <a:pt x="0" y="2600039"/>
                  </a:lnTo>
                  <a:lnTo>
                    <a:pt x="0" y="2560628"/>
                  </a:lnTo>
                  <a:lnTo>
                    <a:pt x="0" y="2521217"/>
                  </a:lnTo>
                  <a:lnTo>
                    <a:pt x="0" y="2481806"/>
                  </a:lnTo>
                  <a:lnTo>
                    <a:pt x="0" y="2442395"/>
                  </a:lnTo>
                  <a:lnTo>
                    <a:pt x="0" y="2402984"/>
                  </a:lnTo>
                  <a:lnTo>
                    <a:pt x="0" y="2363573"/>
                  </a:lnTo>
                  <a:lnTo>
                    <a:pt x="0" y="2324162"/>
                  </a:lnTo>
                  <a:lnTo>
                    <a:pt x="0" y="2284751"/>
                  </a:lnTo>
                  <a:lnTo>
                    <a:pt x="0" y="2245340"/>
                  </a:lnTo>
                  <a:lnTo>
                    <a:pt x="0" y="2205930"/>
                  </a:lnTo>
                  <a:lnTo>
                    <a:pt x="0" y="2166519"/>
                  </a:lnTo>
                  <a:lnTo>
                    <a:pt x="0" y="2127108"/>
                  </a:lnTo>
                  <a:lnTo>
                    <a:pt x="0" y="2087697"/>
                  </a:lnTo>
                  <a:lnTo>
                    <a:pt x="0" y="2048286"/>
                  </a:lnTo>
                  <a:lnTo>
                    <a:pt x="0" y="2008875"/>
                  </a:lnTo>
                  <a:lnTo>
                    <a:pt x="0" y="1969464"/>
                  </a:lnTo>
                  <a:lnTo>
                    <a:pt x="0" y="1930053"/>
                  </a:lnTo>
                  <a:lnTo>
                    <a:pt x="0" y="1890642"/>
                  </a:lnTo>
                  <a:lnTo>
                    <a:pt x="0" y="1851231"/>
                  </a:lnTo>
                  <a:lnTo>
                    <a:pt x="0" y="1811821"/>
                  </a:lnTo>
                  <a:lnTo>
                    <a:pt x="0" y="1772410"/>
                  </a:lnTo>
                  <a:lnTo>
                    <a:pt x="0" y="1732999"/>
                  </a:lnTo>
                  <a:lnTo>
                    <a:pt x="0" y="1693588"/>
                  </a:lnTo>
                  <a:lnTo>
                    <a:pt x="0" y="1654177"/>
                  </a:lnTo>
                  <a:lnTo>
                    <a:pt x="0" y="1614766"/>
                  </a:lnTo>
                  <a:lnTo>
                    <a:pt x="0" y="1575355"/>
                  </a:lnTo>
                  <a:lnTo>
                    <a:pt x="0" y="1535944"/>
                  </a:lnTo>
                  <a:lnTo>
                    <a:pt x="0" y="1496533"/>
                  </a:lnTo>
                  <a:lnTo>
                    <a:pt x="0" y="1457122"/>
                  </a:lnTo>
                  <a:lnTo>
                    <a:pt x="0" y="1417711"/>
                  </a:lnTo>
                  <a:lnTo>
                    <a:pt x="0" y="1378301"/>
                  </a:lnTo>
                  <a:lnTo>
                    <a:pt x="0" y="1338890"/>
                  </a:lnTo>
                  <a:lnTo>
                    <a:pt x="0" y="1299479"/>
                  </a:lnTo>
                  <a:lnTo>
                    <a:pt x="0" y="1260068"/>
                  </a:lnTo>
                  <a:lnTo>
                    <a:pt x="0" y="1220657"/>
                  </a:lnTo>
                  <a:lnTo>
                    <a:pt x="0" y="1181246"/>
                  </a:lnTo>
                  <a:lnTo>
                    <a:pt x="0" y="1141835"/>
                  </a:lnTo>
                  <a:lnTo>
                    <a:pt x="0" y="1102424"/>
                  </a:lnTo>
                  <a:lnTo>
                    <a:pt x="0" y="1063013"/>
                  </a:lnTo>
                  <a:lnTo>
                    <a:pt x="0" y="1023602"/>
                  </a:lnTo>
                  <a:lnTo>
                    <a:pt x="0" y="984192"/>
                  </a:lnTo>
                  <a:lnTo>
                    <a:pt x="0" y="944781"/>
                  </a:lnTo>
                  <a:lnTo>
                    <a:pt x="0" y="905370"/>
                  </a:lnTo>
                  <a:lnTo>
                    <a:pt x="0" y="865959"/>
                  </a:lnTo>
                  <a:lnTo>
                    <a:pt x="0" y="826548"/>
                  </a:lnTo>
                  <a:lnTo>
                    <a:pt x="0" y="787137"/>
                  </a:lnTo>
                  <a:lnTo>
                    <a:pt x="0" y="747726"/>
                  </a:lnTo>
                  <a:lnTo>
                    <a:pt x="0" y="708315"/>
                  </a:lnTo>
                  <a:lnTo>
                    <a:pt x="0" y="668904"/>
                  </a:lnTo>
                  <a:lnTo>
                    <a:pt x="0" y="629493"/>
                  </a:lnTo>
                  <a:lnTo>
                    <a:pt x="0" y="590082"/>
                  </a:lnTo>
                  <a:lnTo>
                    <a:pt x="0" y="550672"/>
                  </a:lnTo>
                  <a:lnTo>
                    <a:pt x="0" y="511261"/>
                  </a:lnTo>
                  <a:lnTo>
                    <a:pt x="0" y="471850"/>
                  </a:lnTo>
                  <a:lnTo>
                    <a:pt x="0" y="432439"/>
                  </a:lnTo>
                  <a:lnTo>
                    <a:pt x="0" y="393028"/>
                  </a:lnTo>
                  <a:lnTo>
                    <a:pt x="0" y="353617"/>
                  </a:lnTo>
                  <a:lnTo>
                    <a:pt x="0" y="314206"/>
                  </a:lnTo>
                  <a:lnTo>
                    <a:pt x="0" y="274795"/>
                  </a:lnTo>
                  <a:lnTo>
                    <a:pt x="0" y="235384"/>
                  </a:lnTo>
                  <a:lnTo>
                    <a:pt x="0" y="195973"/>
                  </a:lnTo>
                  <a:lnTo>
                    <a:pt x="0" y="156563"/>
                  </a:lnTo>
                  <a:lnTo>
                    <a:pt x="0" y="117152"/>
                  </a:lnTo>
                  <a:lnTo>
                    <a:pt x="0" y="77741"/>
                  </a:lnTo>
                  <a:lnTo>
                    <a:pt x="0" y="38330"/>
                  </a:ln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rnd">
              <a:solidFill>
                <a:srgbClr val="F0F8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4727662" y="2354586"/>
              <a:ext cx="0" cy="3366361"/>
            </a:xfrm>
            <a:custGeom>
              <a:avLst/>
              <a:pathLst>
                <a:path w="0" h="3366361">
                  <a:moveTo>
                    <a:pt x="0" y="3366361"/>
                  </a:moveTo>
                  <a:lnTo>
                    <a:pt x="0" y="3348846"/>
                  </a:lnTo>
                  <a:lnTo>
                    <a:pt x="0" y="3309435"/>
                  </a:lnTo>
                  <a:lnTo>
                    <a:pt x="0" y="3270024"/>
                  </a:lnTo>
                  <a:lnTo>
                    <a:pt x="0" y="3230613"/>
                  </a:lnTo>
                  <a:lnTo>
                    <a:pt x="0" y="3191202"/>
                  </a:lnTo>
                  <a:lnTo>
                    <a:pt x="0" y="3151791"/>
                  </a:lnTo>
                  <a:lnTo>
                    <a:pt x="0" y="3112380"/>
                  </a:lnTo>
                  <a:lnTo>
                    <a:pt x="0" y="3072969"/>
                  </a:lnTo>
                  <a:lnTo>
                    <a:pt x="0" y="3033559"/>
                  </a:lnTo>
                  <a:lnTo>
                    <a:pt x="0" y="2994148"/>
                  </a:lnTo>
                  <a:lnTo>
                    <a:pt x="0" y="2954737"/>
                  </a:lnTo>
                  <a:lnTo>
                    <a:pt x="0" y="2915326"/>
                  </a:lnTo>
                  <a:lnTo>
                    <a:pt x="0" y="2875915"/>
                  </a:lnTo>
                  <a:lnTo>
                    <a:pt x="0" y="2836504"/>
                  </a:lnTo>
                  <a:lnTo>
                    <a:pt x="0" y="2797093"/>
                  </a:lnTo>
                  <a:lnTo>
                    <a:pt x="0" y="2757682"/>
                  </a:lnTo>
                  <a:lnTo>
                    <a:pt x="0" y="2718271"/>
                  </a:lnTo>
                  <a:lnTo>
                    <a:pt x="0" y="2678860"/>
                  </a:lnTo>
                  <a:lnTo>
                    <a:pt x="0" y="2639450"/>
                  </a:lnTo>
                  <a:lnTo>
                    <a:pt x="0" y="2600039"/>
                  </a:lnTo>
                  <a:lnTo>
                    <a:pt x="0" y="2560628"/>
                  </a:lnTo>
                  <a:lnTo>
                    <a:pt x="0" y="2521217"/>
                  </a:lnTo>
                  <a:lnTo>
                    <a:pt x="0" y="2481806"/>
                  </a:lnTo>
                  <a:lnTo>
                    <a:pt x="0" y="2442395"/>
                  </a:lnTo>
                  <a:lnTo>
                    <a:pt x="0" y="2402984"/>
                  </a:lnTo>
                  <a:lnTo>
                    <a:pt x="0" y="2363573"/>
                  </a:lnTo>
                  <a:lnTo>
                    <a:pt x="0" y="2324162"/>
                  </a:lnTo>
                  <a:lnTo>
                    <a:pt x="0" y="2284751"/>
                  </a:lnTo>
                  <a:lnTo>
                    <a:pt x="0" y="2245340"/>
                  </a:lnTo>
                  <a:lnTo>
                    <a:pt x="0" y="2205930"/>
                  </a:lnTo>
                  <a:lnTo>
                    <a:pt x="0" y="2166519"/>
                  </a:lnTo>
                  <a:lnTo>
                    <a:pt x="0" y="2127108"/>
                  </a:lnTo>
                  <a:lnTo>
                    <a:pt x="0" y="2087697"/>
                  </a:lnTo>
                  <a:lnTo>
                    <a:pt x="0" y="2048286"/>
                  </a:lnTo>
                  <a:lnTo>
                    <a:pt x="0" y="2008875"/>
                  </a:lnTo>
                  <a:lnTo>
                    <a:pt x="0" y="1969464"/>
                  </a:lnTo>
                  <a:lnTo>
                    <a:pt x="0" y="1930053"/>
                  </a:lnTo>
                  <a:lnTo>
                    <a:pt x="0" y="1890642"/>
                  </a:lnTo>
                  <a:lnTo>
                    <a:pt x="0" y="1851231"/>
                  </a:lnTo>
                  <a:lnTo>
                    <a:pt x="0" y="1811821"/>
                  </a:lnTo>
                  <a:lnTo>
                    <a:pt x="0" y="1772410"/>
                  </a:lnTo>
                  <a:lnTo>
                    <a:pt x="0" y="1732999"/>
                  </a:lnTo>
                  <a:lnTo>
                    <a:pt x="0" y="1693588"/>
                  </a:lnTo>
                  <a:lnTo>
                    <a:pt x="0" y="1654177"/>
                  </a:lnTo>
                  <a:lnTo>
                    <a:pt x="0" y="1614766"/>
                  </a:lnTo>
                  <a:lnTo>
                    <a:pt x="0" y="1575355"/>
                  </a:lnTo>
                  <a:lnTo>
                    <a:pt x="0" y="1535944"/>
                  </a:lnTo>
                  <a:lnTo>
                    <a:pt x="0" y="1496533"/>
                  </a:lnTo>
                  <a:lnTo>
                    <a:pt x="0" y="1457122"/>
                  </a:lnTo>
                  <a:lnTo>
                    <a:pt x="0" y="1417711"/>
                  </a:lnTo>
                  <a:lnTo>
                    <a:pt x="0" y="1378301"/>
                  </a:lnTo>
                  <a:lnTo>
                    <a:pt x="0" y="1338890"/>
                  </a:lnTo>
                  <a:lnTo>
                    <a:pt x="0" y="1299479"/>
                  </a:lnTo>
                  <a:lnTo>
                    <a:pt x="0" y="1260068"/>
                  </a:lnTo>
                  <a:lnTo>
                    <a:pt x="0" y="1220657"/>
                  </a:lnTo>
                  <a:lnTo>
                    <a:pt x="0" y="1181246"/>
                  </a:lnTo>
                  <a:lnTo>
                    <a:pt x="0" y="1141835"/>
                  </a:lnTo>
                  <a:lnTo>
                    <a:pt x="0" y="1102424"/>
                  </a:lnTo>
                  <a:lnTo>
                    <a:pt x="0" y="1063013"/>
                  </a:lnTo>
                  <a:lnTo>
                    <a:pt x="0" y="1023602"/>
                  </a:lnTo>
                  <a:lnTo>
                    <a:pt x="0" y="984192"/>
                  </a:lnTo>
                  <a:lnTo>
                    <a:pt x="0" y="944781"/>
                  </a:lnTo>
                  <a:lnTo>
                    <a:pt x="0" y="905370"/>
                  </a:lnTo>
                  <a:lnTo>
                    <a:pt x="0" y="865959"/>
                  </a:lnTo>
                  <a:lnTo>
                    <a:pt x="0" y="826548"/>
                  </a:lnTo>
                  <a:lnTo>
                    <a:pt x="0" y="787137"/>
                  </a:lnTo>
                  <a:lnTo>
                    <a:pt x="0" y="747726"/>
                  </a:lnTo>
                  <a:lnTo>
                    <a:pt x="0" y="708315"/>
                  </a:lnTo>
                  <a:lnTo>
                    <a:pt x="0" y="668904"/>
                  </a:lnTo>
                  <a:lnTo>
                    <a:pt x="0" y="629493"/>
                  </a:lnTo>
                  <a:lnTo>
                    <a:pt x="0" y="590082"/>
                  </a:lnTo>
                  <a:lnTo>
                    <a:pt x="0" y="550672"/>
                  </a:lnTo>
                  <a:lnTo>
                    <a:pt x="0" y="511261"/>
                  </a:lnTo>
                  <a:lnTo>
                    <a:pt x="0" y="471850"/>
                  </a:lnTo>
                  <a:lnTo>
                    <a:pt x="0" y="432439"/>
                  </a:lnTo>
                  <a:lnTo>
                    <a:pt x="0" y="393028"/>
                  </a:lnTo>
                  <a:lnTo>
                    <a:pt x="0" y="353617"/>
                  </a:lnTo>
                  <a:lnTo>
                    <a:pt x="0" y="314206"/>
                  </a:lnTo>
                  <a:lnTo>
                    <a:pt x="0" y="274795"/>
                  </a:lnTo>
                  <a:lnTo>
                    <a:pt x="0" y="235384"/>
                  </a:lnTo>
                  <a:lnTo>
                    <a:pt x="0" y="195973"/>
                  </a:lnTo>
                  <a:lnTo>
                    <a:pt x="0" y="156563"/>
                  </a:lnTo>
                  <a:lnTo>
                    <a:pt x="0" y="117152"/>
                  </a:lnTo>
                  <a:lnTo>
                    <a:pt x="0" y="77741"/>
                  </a:lnTo>
                  <a:lnTo>
                    <a:pt x="0" y="38330"/>
                  </a:ln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rnd">
              <a:solidFill>
                <a:srgbClr val="F0F8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5256837" y="2354586"/>
              <a:ext cx="0" cy="3366361"/>
            </a:xfrm>
            <a:custGeom>
              <a:avLst/>
              <a:pathLst>
                <a:path w="0" h="3366361">
                  <a:moveTo>
                    <a:pt x="0" y="3366361"/>
                  </a:moveTo>
                  <a:lnTo>
                    <a:pt x="0" y="3348846"/>
                  </a:lnTo>
                  <a:lnTo>
                    <a:pt x="0" y="3309435"/>
                  </a:lnTo>
                  <a:lnTo>
                    <a:pt x="0" y="3270024"/>
                  </a:lnTo>
                  <a:lnTo>
                    <a:pt x="0" y="3230613"/>
                  </a:lnTo>
                  <a:lnTo>
                    <a:pt x="0" y="3191202"/>
                  </a:lnTo>
                  <a:lnTo>
                    <a:pt x="0" y="3151791"/>
                  </a:lnTo>
                  <a:lnTo>
                    <a:pt x="0" y="3112380"/>
                  </a:lnTo>
                  <a:lnTo>
                    <a:pt x="0" y="3072969"/>
                  </a:lnTo>
                  <a:lnTo>
                    <a:pt x="0" y="3033559"/>
                  </a:lnTo>
                  <a:lnTo>
                    <a:pt x="0" y="2994148"/>
                  </a:lnTo>
                  <a:lnTo>
                    <a:pt x="0" y="2954737"/>
                  </a:lnTo>
                  <a:lnTo>
                    <a:pt x="0" y="2915326"/>
                  </a:lnTo>
                  <a:lnTo>
                    <a:pt x="0" y="2875915"/>
                  </a:lnTo>
                  <a:lnTo>
                    <a:pt x="0" y="2836504"/>
                  </a:lnTo>
                  <a:lnTo>
                    <a:pt x="0" y="2797093"/>
                  </a:lnTo>
                  <a:lnTo>
                    <a:pt x="0" y="2757682"/>
                  </a:lnTo>
                  <a:lnTo>
                    <a:pt x="0" y="2718271"/>
                  </a:lnTo>
                  <a:lnTo>
                    <a:pt x="0" y="2678860"/>
                  </a:lnTo>
                  <a:lnTo>
                    <a:pt x="0" y="2639450"/>
                  </a:lnTo>
                  <a:lnTo>
                    <a:pt x="0" y="2600039"/>
                  </a:lnTo>
                  <a:lnTo>
                    <a:pt x="0" y="2560628"/>
                  </a:lnTo>
                  <a:lnTo>
                    <a:pt x="0" y="2521217"/>
                  </a:lnTo>
                  <a:lnTo>
                    <a:pt x="0" y="2481806"/>
                  </a:lnTo>
                  <a:lnTo>
                    <a:pt x="0" y="2442395"/>
                  </a:lnTo>
                  <a:lnTo>
                    <a:pt x="0" y="2402984"/>
                  </a:lnTo>
                  <a:lnTo>
                    <a:pt x="0" y="2363573"/>
                  </a:lnTo>
                  <a:lnTo>
                    <a:pt x="0" y="2324162"/>
                  </a:lnTo>
                  <a:lnTo>
                    <a:pt x="0" y="2284751"/>
                  </a:lnTo>
                  <a:lnTo>
                    <a:pt x="0" y="2245340"/>
                  </a:lnTo>
                  <a:lnTo>
                    <a:pt x="0" y="2205930"/>
                  </a:lnTo>
                  <a:lnTo>
                    <a:pt x="0" y="2166519"/>
                  </a:lnTo>
                  <a:lnTo>
                    <a:pt x="0" y="2127108"/>
                  </a:lnTo>
                  <a:lnTo>
                    <a:pt x="0" y="2087697"/>
                  </a:lnTo>
                  <a:lnTo>
                    <a:pt x="0" y="2048286"/>
                  </a:lnTo>
                  <a:lnTo>
                    <a:pt x="0" y="2008875"/>
                  </a:lnTo>
                  <a:lnTo>
                    <a:pt x="0" y="1969464"/>
                  </a:lnTo>
                  <a:lnTo>
                    <a:pt x="0" y="1930053"/>
                  </a:lnTo>
                  <a:lnTo>
                    <a:pt x="0" y="1890642"/>
                  </a:lnTo>
                  <a:lnTo>
                    <a:pt x="0" y="1851231"/>
                  </a:lnTo>
                  <a:lnTo>
                    <a:pt x="0" y="1811821"/>
                  </a:lnTo>
                  <a:lnTo>
                    <a:pt x="0" y="1772410"/>
                  </a:lnTo>
                  <a:lnTo>
                    <a:pt x="0" y="1732999"/>
                  </a:lnTo>
                  <a:lnTo>
                    <a:pt x="0" y="1693588"/>
                  </a:lnTo>
                  <a:lnTo>
                    <a:pt x="0" y="1654177"/>
                  </a:lnTo>
                  <a:lnTo>
                    <a:pt x="0" y="1614766"/>
                  </a:lnTo>
                  <a:lnTo>
                    <a:pt x="0" y="1575355"/>
                  </a:lnTo>
                  <a:lnTo>
                    <a:pt x="0" y="1535944"/>
                  </a:lnTo>
                  <a:lnTo>
                    <a:pt x="0" y="1496533"/>
                  </a:lnTo>
                  <a:lnTo>
                    <a:pt x="0" y="1457122"/>
                  </a:lnTo>
                  <a:lnTo>
                    <a:pt x="0" y="1417711"/>
                  </a:lnTo>
                  <a:lnTo>
                    <a:pt x="0" y="1378301"/>
                  </a:lnTo>
                  <a:lnTo>
                    <a:pt x="0" y="1338890"/>
                  </a:lnTo>
                  <a:lnTo>
                    <a:pt x="0" y="1299479"/>
                  </a:lnTo>
                  <a:lnTo>
                    <a:pt x="0" y="1260068"/>
                  </a:lnTo>
                  <a:lnTo>
                    <a:pt x="0" y="1220657"/>
                  </a:lnTo>
                  <a:lnTo>
                    <a:pt x="0" y="1181246"/>
                  </a:lnTo>
                  <a:lnTo>
                    <a:pt x="0" y="1141835"/>
                  </a:lnTo>
                  <a:lnTo>
                    <a:pt x="0" y="1102424"/>
                  </a:lnTo>
                  <a:lnTo>
                    <a:pt x="0" y="1063013"/>
                  </a:lnTo>
                  <a:lnTo>
                    <a:pt x="0" y="1023602"/>
                  </a:lnTo>
                  <a:lnTo>
                    <a:pt x="0" y="984192"/>
                  </a:lnTo>
                  <a:lnTo>
                    <a:pt x="0" y="944781"/>
                  </a:lnTo>
                  <a:lnTo>
                    <a:pt x="0" y="905370"/>
                  </a:lnTo>
                  <a:lnTo>
                    <a:pt x="0" y="865959"/>
                  </a:lnTo>
                  <a:lnTo>
                    <a:pt x="0" y="826548"/>
                  </a:lnTo>
                  <a:lnTo>
                    <a:pt x="0" y="787137"/>
                  </a:lnTo>
                  <a:lnTo>
                    <a:pt x="0" y="747726"/>
                  </a:lnTo>
                  <a:lnTo>
                    <a:pt x="0" y="708315"/>
                  </a:lnTo>
                  <a:lnTo>
                    <a:pt x="0" y="668904"/>
                  </a:lnTo>
                  <a:lnTo>
                    <a:pt x="0" y="629493"/>
                  </a:lnTo>
                  <a:lnTo>
                    <a:pt x="0" y="590082"/>
                  </a:lnTo>
                  <a:lnTo>
                    <a:pt x="0" y="550672"/>
                  </a:lnTo>
                  <a:lnTo>
                    <a:pt x="0" y="511261"/>
                  </a:lnTo>
                  <a:lnTo>
                    <a:pt x="0" y="471850"/>
                  </a:lnTo>
                  <a:lnTo>
                    <a:pt x="0" y="432439"/>
                  </a:lnTo>
                  <a:lnTo>
                    <a:pt x="0" y="393028"/>
                  </a:lnTo>
                  <a:lnTo>
                    <a:pt x="0" y="353617"/>
                  </a:lnTo>
                  <a:lnTo>
                    <a:pt x="0" y="314206"/>
                  </a:lnTo>
                  <a:lnTo>
                    <a:pt x="0" y="274795"/>
                  </a:lnTo>
                  <a:lnTo>
                    <a:pt x="0" y="235384"/>
                  </a:lnTo>
                  <a:lnTo>
                    <a:pt x="0" y="195973"/>
                  </a:lnTo>
                  <a:lnTo>
                    <a:pt x="0" y="156563"/>
                  </a:lnTo>
                  <a:lnTo>
                    <a:pt x="0" y="117152"/>
                  </a:lnTo>
                  <a:lnTo>
                    <a:pt x="0" y="77741"/>
                  </a:lnTo>
                  <a:lnTo>
                    <a:pt x="0" y="38330"/>
                  </a:ln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rnd">
              <a:solidFill>
                <a:srgbClr val="F0F8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5786012" y="2354586"/>
              <a:ext cx="0" cy="3366361"/>
            </a:xfrm>
            <a:custGeom>
              <a:avLst/>
              <a:pathLst>
                <a:path w="0" h="3366361">
                  <a:moveTo>
                    <a:pt x="0" y="3366361"/>
                  </a:moveTo>
                  <a:lnTo>
                    <a:pt x="0" y="3348846"/>
                  </a:lnTo>
                  <a:lnTo>
                    <a:pt x="0" y="3309435"/>
                  </a:lnTo>
                  <a:lnTo>
                    <a:pt x="0" y="3270024"/>
                  </a:lnTo>
                  <a:lnTo>
                    <a:pt x="0" y="3230613"/>
                  </a:lnTo>
                  <a:lnTo>
                    <a:pt x="0" y="3191202"/>
                  </a:lnTo>
                  <a:lnTo>
                    <a:pt x="0" y="3151791"/>
                  </a:lnTo>
                  <a:lnTo>
                    <a:pt x="0" y="3112380"/>
                  </a:lnTo>
                  <a:lnTo>
                    <a:pt x="0" y="3072969"/>
                  </a:lnTo>
                  <a:lnTo>
                    <a:pt x="0" y="3033559"/>
                  </a:lnTo>
                  <a:lnTo>
                    <a:pt x="0" y="2994148"/>
                  </a:lnTo>
                  <a:lnTo>
                    <a:pt x="0" y="2954737"/>
                  </a:lnTo>
                  <a:lnTo>
                    <a:pt x="0" y="2915326"/>
                  </a:lnTo>
                  <a:lnTo>
                    <a:pt x="0" y="2875915"/>
                  </a:lnTo>
                  <a:lnTo>
                    <a:pt x="0" y="2836504"/>
                  </a:lnTo>
                  <a:lnTo>
                    <a:pt x="0" y="2797093"/>
                  </a:lnTo>
                  <a:lnTo>
                    <a:pt x="0" y="2757682"/>
                  </a:lnTo>
                  <a:lnTo>
                    <a:pt x="0" y="2718271"/>
                  </a:lnTo>
                  <a:lnTo>
                    <a:pt x="0" y="2678860"/>
                  </a:lnTo>
                  <a:lnTo>
                    <a:pt x="0" y="2639450"/>
                  </a:lnTo>
                  <a:lnTo>
                    <a:pt x="0" y="2600039"/>
                  </a:lnTo>
                  <a:lnTo>
                    <a:pt x="0" y="2560628"/>
                  </a:lnTo>
                  <a:lnTo>
                    <a:pt x="0" y="2521217"/>
                  </a:lnTo>
                  <a:lnTo>
                    <a:pt x="0" y="2481806"/>
                  </a:lnTo>
                  <a:lnTo>
                    <a:pt x="0" y="2442395"/>
                  </a:lnTo>
                  <a:lnTo>
                    <a:pt x="0" y="2402984"/>
                  </a:lnTo>
                  <a:lnTo>
                    <a:pt x="0" y="2363573"/>
                  </a:lnTo>
                  <a:lnTo>
                    <a:pt x="0" y="2324162"/>
                  </a:lnTo>
                  <a:lnTo>
                    <a:pt x="0" y="2284751"/>
                  </a:lnTo>
                  <a:lnTo>
                    <a:pt x="0" y="2245340"/>
                  </a:lnTo>
                  <a:lnTo>
                    <a:pt x="0" y="2205930"/>
                  </a:lnTo>
                  <a:lnTo>
                    <a:pt x="0" y="2166519"/>
                  </a:lnTo>
                  <a:lnTo>
                    <a:pt x="0" y="2127108"/>
                  </a:lnTo>
                  <a:lnTo>
                    <a:pt x="0" y="2087697"/>
                  </a:lnTo>
                  <a:lnTo>
                    <a:pt x="0" y="2048286"/>
                  </a:lnTo>
                  <a:lnTo>
                    <a:pt x="0" y="2008875"/>
                  </a:lnTo>
                  <a:lnTo>
                    <a:pt x="0" y="1969464"/>
                  </a:lnTo>
                  <a:lnTo>
                    <a:pt x="0" y="1930053"/>
                  </a:lnTo>
                  <a:lnTo>
                    <a:pt x="0" y="1890642"/>
                  </a:lnTo>
                  <a:lnTo>
                    <a:pt x="0" y="1851231"/>
                  </a:lnTo>
                  <a:lnTo>
                    <a:pt x="0" y="1811821"/>
                  </a:lnTo>
                  <a:lnTo>
                    <a:pt x="0" y="1772410"/>
                  </a:lnTo>
                  <a:lnTo>
                    <a:pt x="0" y="1732999"/>
                  </a:lnTo>
                  <a:lnTo>
                    <a:pt x="0" y="1693588"/>
                  </a:lnTo>
                  <a:lnTo>
                    <a:pt x="0" y="1654177"/>
                  </a:lnTo>
                  <a:lnTo>
                    <a:pt x="0" y="1614766"/>
                  </a:lnTo>
                  <a:lnTo>
                    <a:pt x="0" y="1575355"/>
                  </a:lnTo>
                  <a:lnTo>
                    <a:pt x="0" y="1535944"/>
                  </a:lnTo>
                  <a:lnTo>
                    <a:pt x="0" y="1496533"/>
                  </a:lnTo>
                  <a:lnTo>
                    <a:pt x="0" y="1457122"/>
                  </a:lnTo>
                  <a:lnTo>
                    <a:pt x="0" y="1417711"/>
                  </a:lnTo>
                  <a:lnTo>
                    <a:pt x="0" y="1378301"/>
                  </a:lnTo>
                  <a:lnTo>
                    <a:pt x="0" y="1338890"/>
                  </a:lnTo>
                  <a:lnTo>
                    <a:pt x="0" y="1299479"/>
                  </a:lnTo>
                  <a:lnTo>
                    <a:pt x="0" y="1260068"/>
                  </a:lnTo>
                  <a:lnTo>
                    <a:pt x="0" y="1220657"/>
                  </a:lnTo>
                  <a:lnTo>
                    <a:pt x="0" y="1181246"/>
                  </a:lnTo>
                  <a:lnTo>
                    <a:pt x="0" y="1141835"/>
                  </a:lnTo>
                  <a:lnTo>
                    <a:pt x="0" y="1102424"/>
                  </a:lnTo>
                  <a:lnTo>
                    <a:pt x="0" y="1063013"/>
                  </a:lnTo>
                  <a:lnTo>
                    <a:pt x="0" y="1023602"/>
                  </a:lnTo>
                  <a:lnTo>
                    <a:pt x="0" y="984192"/>
                  </a:lnTo>
                  <a:lnTo>
                    <a:pt x="0" y="944781"/>
                  </a:lnTo>
                  <a:lnTo>
                    <a:pt x="0" y="905370"/>
                  </a:lnTo>
                  <a:lnTo>
                    <a:pt x="0" y="865959"/>
                  </a:lnTo>
                  <a:lnTo>
                    <a:pt x="0" y="826548"/>
                  </a:lnTo>
                  <a:lnTo>
                    <a:pt x="0" y="787137"/>
                  </a:lnTo>
                  <a:lnTo>
                    <a:pt x="0" y="747726"/>
                  </a:lnTo>
                  <a:lnTo>
                    <a:pt x="0" y="708315"/>
                  </a:lnTo>
                  <a:lnTo>
                    <a:pt x="0" y="668904"/>
                  </a:lnTo>
                  <a:lnTo>
                    <a:pt x="0" y="629493"/>
                  </a:lnTo>
                  <a:lnTo>
                    <a:pt x="0" y="590082"/>
                  </a:lnTo>
                  <a:lnTo>
                    <a:pt x="0" y="550672"/>
                  </a:lnTo>
                  <a:lnTo>
                    <a:pt x="0" y="511261"/>
                  </a:lnTo>
                  <a:lnTo>
                    <a:pt x="0" y="471850"/>
                  </a:lnTo>
                  <a:lnTo>
                    <a:pt x="0" y="432439"/>
                  </a:lnTo>
                  <a:lnTo>
                    <a:pt x="0" y="393028"/>
                  </a:lnTo>
                  <a:lnTo>
                    <a:pt x="0" y="353617"/>
                  </a:lnTo>
                  <a:lnTo>
                    <a:pt x="0" y="314206"/>
                  </a:lnTo>
                  <a:lnTo>
                    <a:pt x="0" y="274795"/>
                  </a:lnTo>
                  <a:lnTo>
                    <a:pt x="0" y="235384"/>
                  </a:lnTo>
                  <a:lnTo>
                    <a:pt x="0" y="195973"/>
                  </a:lnTo>
                  <a:lnTo>
                    <a:pt x="0" y="156563"/>
                  </a:lnTo>
                  <a:lnTo>
                    <a:pt x="0" y="117152"/>
                  </a:lnTo>
                  <a:lnTo>
                    <a:pt x="0" y="77741"/>
                  </a:lnTo>
                  <a:lnTo>
                    <a:pt x="0" y="38330"/>
                  </a:ln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rnd">
              <a:solidFill>
                <a:srgbClr val="F0F8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6315187" y="2354586"/>
              <a:ext cx="0" cy="3366361"/>
            </a:xfrm>
            <a:custGeom>
              <a:avLst/>
              <a:pathLst>
                <a:path w="0" h="3366361">
                  <a:moveTo>
                    <a:pt x="0" y="3366361"/>
                  </a:moveTo>
                  <a:lnTo>
                    <a:pt x="0" y="3348846"/>
                  </a:lnTo>
                  <a:lnTo>
                    <a:pt x="0" y="3309435"/>
                  </a:lnTo>
                  <a:lnTo>
                    <a:pt x="0" y="3270024"/>
                  </a:lnTo>
                  <a:lnTo>
                    <a:pt x="0" y="3230613"/>
                  </a:lnTo>
                  <a:lnTo>
                    <a:pt x="0" y="3191202"/>
                  </a:lnTo>
                  <a:lnTo>
                    <a:pt x="0" y="3151791"/>
                  </a:lnTo>
                  <a:lnTo>
                    <a:pt x="0" y="3112380"/>
                  </a:lnTo>
                  <a:lnTo>
                    <a:pt x="0" y="3072969"/>
                  </a:lnTo>
                  <a:lnTo>
                    <a:pt x="0" y="3033559"/>
                  </a:lnTo>
                  <a:lnTo>
                    <a:pt x="0" y="2994148"/>
                  </a:lnTo>
                  <a:lnTo>
                    <a:pt x="0" y="2954737"/>
                  </a:lnTo>
                  <a:lnTo>
                    <a:pt x="0" y="2915326"/>
                  </a:lnTo>
                  <a:lnTo>
                    <a:pt x="0" y="2875915"/>
                  </a:lnTo>
                  <a:lnTo>
                    <a:pt x="0" y="2836504"/>
                  </a:lnTo>
                  <a:lnTo>
                    <a:pt x="0" y="2797093"/>
                  </a:lnTo>
                  <a:lnTo>
                    <a:pt x="0" y="2757682"/>
                  </a:lnTo>
                  <a:lnTo>
                    <a:pt x="0" y="2718271"/>
                  </a:lnTo>
                  <a:lnTo>
                    <a:pt x="0" y="2678860"/>
                  </a:lnTo>
                  <a:lnTo>
                    <a:pt x="0" y="2639450"/>
                  </a:lnTo>
                  <a:lnTo>
                    <a:pt x="0" y="2600039"/>
                  </a:lnTo>
                  <a:lnTo>
                    <a:pt x="0" y="2560628"/>
                  </a:lnTo>
                  <a:lnTo>
                    <a:pt x="0" y="2521217"/>
                  </a:lnTo>
                  <a:lnTo>
                    <a:pt x="0" y="2481806"/>
                  </a:lnTo>
                  <a:lnTo>
                    <a:pt x="0" y="2442395"/>
                  </a:lnTo>
                  <a:lnTo>
                    <a:pt x="0" y="2402984"/>
                  </a:lnTo>
                  <a:lnTo>
                    <a:pt x="0" y="2363573"/>
                  </a:lnTo>
                  <a:lnTo>
                    <a:pt x="0" y="2324162"/>
                  </a:lnTo>
                  <a:lnTo>
                    <a:pt x="0" y="2284751"/>
                  </a:lnTo>
                  <a:lnTo>
                    <a:pt x="0" y="2245340"/>
                  </a:lnTo>
                  <a:lnTo>
                    <a:pt x="0" y="2205930"/>
                  </a:lnTo>
                  <a:lnTo>
                    <a:pt x="0" y="2166519"/>
                  </a:lnTo>
                  <a:lnTo>
                    <a:pt x="0" y="2127108"/>
                  </a:lnTo>
                  <a:lnTo>
                    <a:pt x="0" y="2087697"/>
                  </a:lnTo>
                  <a:lnTo>
                    <a:pt x="0" y="2048286"/>
                  </a:lnTo>
                  <a:lnTo>
                    <a:pt x="0" y="2008875"/>
                  </a:lnTo>
                  <a:lnTo>
                    <a:pt x="0" y="1969464"/>
                  </a:lnTo>
                  <a:lnTo>
                    <a:pt x="0" y="1930053"/>
                  </a:lnTo>
                  <a:lnTo>
                    <a:pt x="0" y="1890642"/>
                  </a:lnTo>
                  <a:lnTo>
                    <a:pt x="0" y="1851231"/>
                  </a:lnTo>
                  <a:lnTo>
                    <a:pt x="0" y="1811821"/>
                  </a:lnTo>
                  <a:lnTo>
                    <a:pt x="0" y="1772410"/>
                  </a:lnTo>
                  <a:lnTo>
                    <a:pt x="0" y="1732999"/>
                  </a:lnTo>
                  <a:lnTo>
                    <a:pt x="0" y="1693588"/>
                  </a:lnTo>
                  <a:lnTo>
                    <a:pt x="0" y="1654177"/>
                  </a:lnTo>
                  <a:lnTo>
                    <a:pt x="0" y="1614766"/>
                  </a:lnTo>
                  <a:lnTo>
                    <a:pt x="0" y="1575355"/>
                  </a:lnTo>
                  <a:lnTo>
                    <a:pt x="0" y="1535944"/>
                  </a:lnTo>
                  <a:lnTo>
                    <a:pt x="0" y="1496533"/>
                  </a:lnTo>
                  <a:lnTo>
                    <a:pt x="0" y="1457122"/>
                  </a:lnTo>
                  <a:lnTo>
                    <a:pt x="0" y="1417711"/>
                  </a:lnTo>
                  <a:lnTo>
                    <a:pt x="0" y="1378301"/>
                  </a:lnTo>
                  <a:lnTo>
                    <a:pt x="0" y="1338890"/>
                  </a:lnTo>
                  <a:lnTo>
                    <a:pt x="0" y="1299479"/>
                  </a:lnTo>
                  <a:lnTo>
                    <a:pt x="0" y="1260068"/>
                  </a:lnTo>
                  <a:lnTo>
                    <a:pt x="0" y="1220657"/>
                  </a:lnTo>
                  <a:lnTo>
                    <a:pt x="0" y="1181246"/>
                  </a:lnTo>
                  <a:lnTo>
                    <a:pt x="0" y="1141835"/>
                  </a:lnTo>
                  <a:lnTo>
                    <a:pt x="0" y="1102424"/>
                  </a:lnTo>
                  <a:lnTo>
                    <a:pt x="0" y="1063013"/>
                  </a:lnTo>
                  <a:lnTo>
                    <a:pt x="0" y="1023602"/>
                  </a:lnTo>
                  <a:lnTo>
                    <a:pt x="0" y="984192"/>
                  </a:lnTo>
                  <a:lnTo>
                    <a:pt x="0" y="944781"/>
                  </a:lnTo>
                  <a:lnTo>
                    <a:pt x="0" y="905370"/>
                  </a:lnTo>
                  <a:lnTo>
                    <a:pt x="0" y="865959"/>
                  </a:lnTo>
                  <a:lnTo>
                    <a:pt x="0" y="826548"/>
                  </a:lnTo>
                  <a:lnTo>
                    <a:pt x="0" y="787137"/>
                  </a:lnTo>
                  <a:lnTo>
                    <a:pt x="0" y="747726"/>
                  </a:lnTo>
                  <a:lnTo>
                    <a:pt x="0" y="708315"/>
                  </a:lnTo>
                  <a:lnTo>
                    <a:pt x="0" y="668904"/>
                  </a:lnTo>
                  <a:lnTo>
                    <a:pt x="0" y="629493"/>
                  </a:lnTo>
                  <a:lnTo>
                    <a:pt x="0" y="590082"/>
                  </a:lnTo>
                  <a:lnTo>
                    <a:pt x="0" y="550672"/>
                  </a:lnTo>
                  <a:lnTo>
                    <a:pt x="0" y="511261"/>
                  </a:lnTo>
                  <a:lnTo>
                    <a:pt x="0" y="471850"/>
                  </a:lnTo>
                  <a:lnTo>
                    <a:pt x="0" y="432439"/>
                  </a:lnTo>
                  <a:lnTo>
                    <a:pt x="0" y="393028"/>
                  </a:lnTo>
                  <a:lnTo>
                    <a:pt x="0" y="353617"/>
                  </a:lnTo>
                  <a:lnTo>
                    <a:pt x="0" y="314206"/>
                  </a:lnTo>
                  <a:lnTo>
                    <a:pt x="0" y="274795"/>
                  </a:lnTo>
                  <a:lnTo>
                    <a:pt x="0" y="235384"/>
                  </a:lnTo>
                  <a:lnTo>
                    <a:pt x="0" y="195973"/>
                  </a:lnTo>
                  <a:lnTo>
                    <a:pt x="0" y="156563"/>
                  </a:lnTo>
                  <a:lnTo>
                    <a:pt x="0" y="117152"/>
                  </a:lnTo>
                  <a:lnTo>
                    <a:pt x="0" y="77741"/>
                  </a:lnTo>
                  <a:lnTo>
                    <a:pt x="0" y="38330"/>
                  </a:ln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rnd">
              <a:solidFill>
                <a:srgbClr val="F0F8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2201917" y="5407850"/>
              <a:ext cx="4342247" cy="0"/>
            </a:xfrm>
            <a:custGeom>
              <a:avLst/>
              <a:pathLst>
                <a:path w="4342247" h="0">
                  <a:moveTo>
                    <a:pt x="0" y="0"/>
                  </a:moveTo>
                  <a:lnTo>
                    <a:pt x="24190" y="0"/>
                  </a:lnTo>
                  <a:lnTo>
                    <a:pt x="72297" y="0"/>
                  </a:lnTo>
                  <a:lnTo>
                    <a:pt x="120403" y="0"/>
                  </a:lnTo>
                  <a:lnTo>
                    <a:pt x="168510" y="0"/>
                  </a:lnTo>
                  <a:lnTo>
                    <a:pt x="216617" y="0"/>
                  </a:lnTo>
                  <a:lnTo>
                    <a:pt x="264724" y="0"/>
                  </a:lnTo>
                  <a:lnTo>
                    <a:pt x="312831" y="0"/>
                  </a:lnTo>
                  <a:lnTo>
                    <a:pt x="360938" y="0"/>
                  </a:lnTo>
                  <a:lnTo>
                    <a:pt x="409044" y="0"/>
                  </a:lnTo>
                  <a:lnTo>
                    <a:pt x="457151" y="0"/>
                  </a:lnTo>
                  <a:lnTo>
                    <a:pt x="505258" y="0"/>
                  </a:lnTo>
                  <a:lnTo>
                    <a:pt x="553365" y="0"/>
                  </a:lnTo>
                  <a:lnTo>
                    <a:pt x="601472" y="0"/>
                  </a:lnTo>
                  <a:lnTo>
                    <a:pt x="649579" y="0"/>
                  </a:lnTo>
                  <a:lnTo>
                    <a:pt x="697685" y="0"/>
                  </a:lnTo>
                  <a:lnTo>
                    <a:pt x="745792" y="0"/>
                  </a:lnTo>
                  <a:lnTo>
                    <a:pt x="793899" y="0"/>
                  </a:lnTo>
                  <a:lnTo>
                    <a:pt x="842006" y="0"/>
                  </a:lnTo>
                  <a:lnTo>
                    <a:pt x="890113" y="0"/>
                  </a:lnTo>
                  <a:lnTo>
                    <a:pt x="938219" y="0"/>
                  </a:lnTo>
                  <a:lnTo>
                    <a:pt x="986326" y="0"/>
                  </a:lnTo>
                  <a:lnTo>
                    <a:pt x="1034433" y="0"/>
                  </a:lnTo>
                  <a:lnTo>
                    <a:pt x="1082540" y="0"/>
                  </a:lnTo>
                  <a:lnTo>
                    <a:pt x="1130647" y="0"/>
                  </a:lnTo>
                  <a:lnTo>
                    <a:pt x="1178754" y="0"/>
                  </a:lnTo>
                  <a:lnTo>
                    <a:pt x="1226860" y="0"/>
                  </a:lnTo>
                  <a:lnTo>
                    <a:pt x="1274967" y="0"/>
                  </a:lnTo>
                  <a:lnTo>
                    <a:pt x="1323074" y="0"/>
                  </a:lnTo>
                  <a:lnTo>
                    <a:pt x="1371181" y="0"/>
                  </a:lnTo>
                  <a:lnTo>
                    <a:pt x="1419288" y="0"/>
                  </a:lnTo>
                  <a:lnTo>
                    <a:pt x="1467394" y="0"/>
                  </a:lnTo>
                  <a:lnTo>
                    <a:pt x="1515501" y="0"/>
                  </a:lnTo>
                  <a:lnTo>
                    <a:pt x="1563608" y="0"/>
                  </a:lnTo>
                  <a:lnTo>
                    <a:pt x="1611715" y="0"/>
                  </a:lnTo>
                  <a:lnTo>
                    <a:pt x="1659822" y="0"/>
                  </a:lnTo>
                  <a:lnTo>
                    <a:pt x="1707929" y="0"/>
                  </a:lnTo>
                  <a:lnTo>
                    <a:pt x="1756035" y="0"/>
                  </a:lnTo>
                  <a:lnTo>
                    <a:pt x="1804142" y="0"/>
                  </a:lnTo>
                  <a:lnTo>
                    <a:pt x="1852249" y="0"/>
                  </a:lnTo>
                  <a:lnTo>
                    <a:pt x="1900356" y="0"/>
                  </a:lnTo>
                  <a:lnTo>
                    <a:pt x="1948463" y="0"/>
                  </a:lnTo>
                  <a:lnTo>
                    <a:pt x="1996570" y="0"/>
                  </a:lnTo>
                  <a:lnTo>
                    <a:pt x="2044676" y="0"/>
                  </a:lnTo>
                  <a:lnTo>
                    <a:pt x="2092783" y="0"/>
                  </a:lnTo>
                  <a:lnTo>
                    <a:pt x="2140890" y="0"/>
                  </a:lnTo>
                  <a:lnTo>
                    <a:pt x="2188997" y="0"/>
                  </a:lnTo>
                  <a:lnTo>
                    <a:pt x="2237104" y="0"/>
                  </a:lnTo>
                  <a:lnTo>
                    <a:pt x="2285210" y="0"/>
                  </a:lnTo>
                  <a:lnTo>
                    <a:pt x="2333317" y="0"/>
                  </a:lnTo>
                  <a:lnTo>
                    <a:pt x="2381424" y="0"/>
                  </a:lnTo>
                  <a:lnTo>
                    <a:pt x="2429531" y="0"/>
                  </a:lnTo>
                  <a:lnTo>
                    <a:pt x="2477638" y="0"/>
                  </a:lnTo>
                  <a:lnTo>
                    <a:pt x="2525745" y="0"/>
                  </a:lnTo>
                  <a:lnTo>
                    <a:pt x="2573851" y="0"/>
                  </a:lnTo>
                  <a:lnTo>
                    <a:pt x="2621958" y="0"/>
                  </a:lnTo>
                  <a:lnTo>
                    <a:pt x="2670065" y="0"/>
                  </a:lnTo>
                  <a:lnTo>
                    <a:pt x="2718172" y="0"/>
                  </a:lnTo>
                  <a:lnTo>
                    <a:pt x="2766279" y="0"/>
                  </a:lnTo>
                  <a:lnTo>
                    <a:pt x="2814386" y="0"/>
                  </a:lnTo>
                  <a:lnTo>
                    <a:pt x="2862492" y="0"/>
                  </a:lnTo>
                  <a:lnTo>
                    <a:pt x="2910599" y="0"/>
                  </a:lnTo>
                  <a:lnTo>
                    <a:pt x="2958706" y="0"/>
                  </a:lnTo>
                  <a:lnTo>
                    <a:pt x="3006813" y="0"/>
                  </a:lnTo>
                  <a:lnTo>
                    <a:pt x="3054920" y="0"/>
                  </a:lnTo>
                  <a:lnTo>
                    <a:pt x="3103026" y="0"/>
                  </a:lnTo>
                  <a:lnTo>
                    <a:pt x="3151133" y="0"/>
                  </a:lnTo>
                  <a:lnTo>
                    <a:pt x="3199240" y="0"/>
                  </a:lnTo>
                  <a:lnTo>
                    <a:pt x="3247347" y="0"/>
                  </a:lnTo>
                  <a:lnTo>
                    <a:pt x="3295454" y="0"/>
                  </a:lnTo>
                  <a:lnTo>
                    <a:pt x="3343561" y="0"/>
                  </a:lnTo>
                  <a:lnTo>
                    <a:pt x="3391667" y="0"/>
                  </a:lnTo>
                  <a:lnTo>
                    <a:pt x="3439774" y="0"/>
                  </a:lnTo>
                  <a:lnTo>
                    <a:pt x="3487881" y="0"/>
                  </a:lnTo>
                  <a:lnTo>
                    <a:pt x="3535988" y="0"/>
                  </a:lnTo>
                  <a:lnTo>
                    <a:pt x="3584095" y="0"/>
                  </a:lnTo>
                  <a:lnTo>
                    <a:pt x="3632202" y="0"/>
                  </a:lnTo>
                  <a:lnTo>
                    <a:pt x="3680308" y="0"/>
                  </a:lnTo>
                  <a:lnTo>
                    <a:pt x="3728415" y="0"/>
                  </a:lnTo>
                  <a:lnTo>
                    <a:pt x="3776522" y="0"/>
                  </a:lnTo>
                  <a:lnTo>
                    <a:pt x="3824629" y="0"/>
                  </a:lnTo>
                  <a:lnTo>
                    <a:pt x="3872736" y="0"/>
                  </a:lnTo>
                  <a:lnTo>
                    <a:pt x="3920842" y="0"/>
                  </a:lnTo>
                  <a:lnTo>
                    <a:pt x="3968949" y="0"/>
                  </a:lnTo>
                  <a:lnTo>
                    <a:pt x="4017056" y="0"/>
                  </a:lnTo>
                  <a:lnTo>
                    <a:pt x="4065163" y="0"/>
                  </a:lnTo>
                  <a:lnTo>
                    <a:pt x="4113270" y="0"/>
                  </a:lnTo>
                  <a:lnTo>
                    <a:pt x="4161377" y="0"/>
                  </a:lnTo>
                  <a:lnTo>
                    <a:pt x="4209483" y="0"/>
                  </a:lnTo>
                  <a:lnTo>
                    <a:pt x="4257590" y="0"/>
                  </a:lnTo>
                  <a:lnTo>
                    <a:pt x="4305697" y="0"/>
                  </a:lnTo>
                  <a:lnTo>
                    <a:pt x="4342247" y="0"/>
                  </a:lnTo>
                  <a:lnTo>
                    <a:pt x="4342247" y="0"/>
                  </a:lnTo>
                </a:path>
              </a:pathLst>
            </a:custGeom>
            <a:ln w="13550" cap="rnd">
              <a:solidFill>
                <a:srgbClr val="F0F8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2201917" y="4757570"/>
              <a:ext cx="4342247" cy="0"/>
            </a:xfrm>
            <a:custGeom>
              <a:avLst/>
              <a:pathLst>
                <a:path w="4342247" h="0">
                  <a:moveTo>
                    <a:pt x="0" y="0"/>
                  </a:moveTo>
                  <a:lnTo>
                    <a:pt x="24190" y="0"/>
                  </a:lnTo>
                  <a:lnTo>
                    <a:pt x="72297" y="0"/>
                  </a:lnTo>
                  <a:lnTo>
                    <a:pt x="120403" y="0"/>
                  </a:lnTo>
                  <a:lnTo>
                    <a:pt x="168510" y="0"/>
                  </a:lnTo>
                  <a:lnTo>
                    <a:pt x="216617" y="0"/>
                  </a:lnTo>
                  <a:lnTo>
                    <a:pt x="264724" y="0"/>
                  </a:lnTo>
                  <a:lnTo>
                    <a:pt x="312831" y="0"/>
                  </a:lnTo>
                  <a:lnTo>
                    <a:pt x="360938" y="0"/>
                  </a:lnTo>
                  <a:lnTo>
                    <a:pt x="409044" y="0"/>
                  </a:lnTo>
                  <a:lnTo>
                    <a:pt x="457151" y="0"/>
                  </a:lnTo>
                  <a:lnTo>
                    <a:pt x="505258" y="0"/>
                  </a:lnTo>
                  <a:lnTo>
                    <a:pt x="553365" y="0"/>
                  </a:lnTo>
                  <a:lnTo>
                    <a:pt x="601472" y="0"/>
                  </a:lnTo>
                  <a:lnTo>
                    <a:pt x="649579" y="0"/>
                  </a:lnTo>
                  <a:lnTo>
                    <a:pt x="697685" y="0"/>
                  </a:lnTo>
                  <a:lnTo>
                    <a:pt x="745792" y="0"/>
                  </a:lnTo>
                  <a:lnTo>
                    <a:pt x="793899" y="0"/>
                  </a:lnTo>
                  <a:lnTo>
                    <a:pt x="842006" y="0"/>
                  </a:lnTo>
                  <a:lnTo>
                    <a:pt x="890113" y="0"/>
                  </a:lnTo>
                  <a:lnTo>
                    <a:pt x="938219" y="0"/>
                  </a:lnTo>
                  <a:lnTo>
                    <a:pt x="986326" y="0"/>
                  </a:lnTo>
                  <a:lnTo>
                    <a:pt x="1034433" y="0"/>
                  </a:lnTo>
                  <a:lnTo>
                    <a:pt x="1082540" y="0"/>
                  </a:lnTo>
                  <a:lnTo>
                    <a:pt x="1130647" y="0"/>
                  </a:lnTo>
                  <a:lnTo>
                    <a:pt x="1178754" y="0"/>
                  </a:lnTo>
                  <a:lnTo>
                    <a:pt x="1226860" y="0"/>
                  </a:lnTo>
                  <a:lnTo>
                    <a:pt x="1274967" y="0"/>
                  </a:lnTo>
                  <a:lnTo>
                    <a:pt x="1323074" y="0"/>
                  </a:lnTo>
                  <a:lnTo>
                    <a:pt x="1371181" y="0"/>
                  </a:lnTo>
                  <a:lnTo>
                    <a:pt x="1419288" y="0"/>
                  </a:lnTo>
                  <a:lnTo>
                    <a:pt x="1467394" y="0"/>
                  </a:lnTo>
                  <a:lnTo>
                    <a:pt x="1515501" y="0"/>
                  </a:lnTo>
                  <a:lnTo>
                    <a:pt x="1563608" y="0"/>
                  </a:lnTo>
                  <a:lnTo>
                    <a:pt x="1611715" y="0"/>
                  </a:lnTo>
                  <a:lnTo>
                    <a:pt x="1659822" y="0"/>
                  </a:lnTo>
                  <a:lnTo>
                    <a:pt x="1707929" y="0"/>
                  </a:lnTo>
                  <a:lnTo>
                    <a:pt x="1756035" y="0"/>
                  </a:lnTo>
                  <a:lnTo>
                    <a:pt x="1804142" y="0"/>
                  </a:lnTo>
                  <a:lnTo>
                    <a:pt x="1852249" y="0"/>
                  </a:lnTo>
                  <a:lnTo>
                    <a:pt x="1900356" y="0"/>
                  </a:lnTo>
                  <a:lnTo>
                    <a:pt x="1948463" y="0"/>
                  </a:lnTo>
                  <a:lnTo>
                    <a:pt x="1996570" y="0"/>
                  </a:lnTo>
                  <a:lnTo>
                    <a:pt x="2044676" y="0"/>
                  </a:lnTo>
                  <a:lnTo>
                    <a:pt x="2092783" y="0"/>
                  </a:lnTo>
                  <a:lnTo>
                    <a:pt x="2140890" y="0"/>
                  </a:lnTo>
                  <a:lnTo>
                    <a:pt x="2188997" y="0"/>
                  </a:lnTo>
                  <a:lnTo>
                    <a:pt x="2237104" y="0"/>
                  </a:lnTo>
                  <a:lnTo>
                    <a:pt x="2285210" y="0"/>
                  </a:lnTo>
                  <a:lnTo>
                    <a:pt x="2333317" y="0"/>
                  </a:lnTo>
                  <a:lnTo>
                    <a:pt x="2381424" y="0"/>
                  </a:lnTo>
                  <a:lnTo>
                    <a:pt x="2429531" y="0"/>
                  </a:lnTo>
                  <a:lnTo>
                    <a:pt x="2477638" y="0"/>
                  </a:lnTo>
                  <a:lnTo>
                    <a:pt x="2525745" y="0"/>
                  </a:lnTo>
                  <a:lnTo>
                    <a:pt x="2573851" y="0"/>
                  </a:lnTo>
                  <a:lnTo>
                    <a:pt x="2621958" y="0"/>
                  </a:lnTo>
                  <a:lnTo>
                    <a:pt x="2670065" y="0"/>
                  </a:lnTo>
                  <a:lnTo>
                    <a:pt x="2718172" y="0"/>
                  </a:lnTo>
                  <a:lnTo>
                    <a:pt x="2766279" y="0"/>
                  </a:lnTo>
                  <a:lnTo>
                    <a:pt x="2814386" y="0"/>
                  </a:lnTo>
                  <a:lnTo>
                    <a:pt x="2862492" y="0"/>
                  </a:lnTo>
                  <a:lnTo>
                    <a:pt x="2910599" y="0"/>
                  </a:lnTo>
                  <a:lnTo>
                    <a:pt x="2958706" y="0"/>
                  </a:lnTo>
                  <a:lnTo>
                    <a:pt x="3006813" y="0"/>
                  </a:lnTo>
                  <a:lnTo>
                    <a:pt x="3054920" y="0"/>
                  </a:lnTo>
                  <a:lnTo>
                    <a:pt x="3103026" y="0"/>
                  </a:lnTo>
                  <a:lnTo>
                    <a:pt x="3151133" y="0"/>
                  </a:lnTo>
                  <a:lnTo>
                    <a:pt x="3199240" y="0"/>
                  </a:lnTo>
                  <a:lnTo>
                    <a:pt x="3247347" y="0"/>
                  </a:lnTo>
                  <a:lnTo>
                    <a:pt x="3295454" y="0"/>
                  </a:lnTo>
                  <a:lnTo>
                    <a:pt x="3343561" y="0"/>
                  </a:lnTo>
                  <a:lnTo>
                    <a:pt x="3391667" y="0"/>
                  </a:lnTo>
                  <a:lnTo>
                    <a:pt x="3439774" y="0"/>
                  </a:lnTo>
                  <a:lnTo>
                    <a:pt x="3487881" y="0"/>
                  </a:lnTo>
                  <a:lnTo>
                    <a:pt x="3535988" y="0"/>
                  </a:lnTo>
                  <a:lnTo>
                    <a:pt x="3584095" y="0"/>
                  </a:lnTo>
                  <a:lnTo>
                    <a:pt x="3632202" y="0"/>
                  </a:lnTo>
                  <a:lnTo>
                    <a:pt x="3680308" y="0"/>
                  </a:lnTo>
                  <a:lnTo>
                    <a:pt x="3728415" y="0"/>
                  </a:lnTo>
                  <a:lnTo>
                    <a:pt x="3776522" y="0"/>
                  </a:lnTo>
                  <a:lnTo>
                    <a:pt x="3824629" y="0"/>
                  </a:lnTo>
                  <a:lnTo>
                    <a:pt x="3872736" y="0"/>
                  </a:lnTo>
                  <a:lnTo>
                    <a:pt x="3920842" y="0"/>
                  </a:lnTo>
                  <a:lnTo>
                    <a:pt x="3968949" y="0"/>
                  </a:lnTo>
                  <a:lnTo>
                    <a:pt x="4017056" y="0"/>
                  </a:lnTo>
                  <a:lnTo>
                    <a:pt x="4065163" y="0"/>
                  </a:lnTo>
                  <a:lnTo>
                    <a:pt x="4113270" y="0"/>
                  </a:lnTo>
                  <a:lnTo>
                    <a:pt x="4161377" y="0"/>
                  </a:lnTo>
                  <a:lnTo>
                    <a:pt x="4209483" y="0"/>
                  </a:lnTo>
                  <a:lnTo>
                    <a:pt x="4257590" y="0"/>
                  </a:lnTo>
                  <a:lnTo>
                    <a:pt x="4305697" y="0"/>
                  </a:lnTo>
                  <a:lnTo>
                    <a:pt x="4342247" y="0"/>
                  </a:lnTo>
                  <a:lnTo>
                    <a:pt x="4342247" y="0"/>
                  </a:lnTo>
                </a:path>
              </a:pathLst>
            </a:custGeom>
            <a:ln w="13550" cap="rnd">
              <a:solidFill>
                <a:srgbClr val="F0F8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2201917" y="4107291"/>
              <a:ext cx="4342247" cy="0"/>
            </a:xfrm>
            <a:custGeom>
              <a:avLst/>
              <a:pathLst>
                <a:path w="4342247" h="0">
                  <a:moveTo>
                    <a:pt x="0" y="0"/>
                  </a:moveTo>
                  <a:lnTo>
                    <a:pt x="24190" y="0"/>
                  </a:lnTo>
                  <a:lnTo>
                    <a:pt x="72297" y="0"/>
                  </a:lnTo>
                  <a:lnTo>
                    <a:pt x="120403" y="0"/>
                  </a:lnTo>
                  <a:lnTo>
                    <a:pt x="168510" y="0"/>
                  </a:lnTo>
                  <a:lnTo>
                    <a:pt x="216617" y="0"/>
                  </a:lnTo>
                  <a:lnTo>
                    <a:pt x="264724" y="0"/>
                  </a:lnTo>
                  <a:lnTo>
                    <a:pt x="312831" y="0"/>
                  </a:lnTo>
                  <a:lnTo>
                    <a:pt x="360938" y="0"/>
                  </a:lnTo>
                  <a:lnTo>
                    <a:pt x="409044" y="0"/>
                  </a:lnTo>
                  <a:lnTo>
                    <a:pt x="457151" y="0"/>
                  </a:lnTo>
                  <a:lnTo>
                    <a:pt x="505258" y="0"/>
                  </a:lnTo>
                  <a:lnTo>
                    <a:pt x="553365" y="0"/>
                  </a:lnTo>
                  <a:lnTo>
                    <a:pt x="601472" y="0"/>
                  </a:lnTo>
                  <a:lnTo>
                    <a:pt x="649579" y="0"/>
                  </a:lnTo>
                  <a:lnTo>
                    <a:pt x="697685" y="0"/>
                  </a:lnTo>
                  <a:lnTo>
                    <a:pt x="745792" y="0"/>
                  </a:lnTo>
                  <a:lnTo>
                    <a:pt x="793899" y="0"/>
                  </a:lnTo>
                  <a:lnTo>
                    <a:pt x="842006" y="0"/>
                  </a:lnTo>
                  <a:lnTo>
                    <a:pt x="890113" y="0"/>
                  </a:lnTo>
                  <a:lnTo>
                    <a:pt x="938219" y="0"/>
                  </a:lnTo>
                  <a:lnTo>
                    <a:pt x="986326" y="0"/>
                  </a:lnTo>
                  <a:lnTo>
                    <a:pt x="1034433" y="0"/>
                  </a:lnTo>
                  <a:lnTo>
                    <a:pt x="1082540" y="0"/>
                  </a:lnTo>
                  <a:lnTo>
                    <a:pt x="1130647" y="0"/>
                  </a:lnTo>
                  <a:lnTo>
                    <a:pt x="1178754" y="0"/>
                  </a:lnTo>
                  <a:lnTo>
                    <a:pt x="1226860" y="0"/>
                  </a:lnTo>
                  <a:lnTo>
                    <a:pt x="1274967" y="0"/>
                  </a:lnTo>
                  <a:lnTo>
                    <a:pt x="1323074" y="0"/>
                  </a:lnTo>
                  <a:lnTo>
                    <a:pt x="1371181" y="0"/>
                  </a:lnTo>
                  <a:lnTo>
                    <a:pt x="1419288" y="0"/>
                  </a:lnTo>
                  <a:lnTo>
                    <a:pt x="1467394" y="0"/>
                  </a:lnTo>
                  <a:lnTo>
                    <a:pt x="1515501" y="0"/>
                  </a:lnTo>
                  <a:lnTo>
                    <a:pt x="1563608" y="0"/>
                  </a:lnTo>
                  <a:lnTo>
                    <a:pt x="1611715" y="0"/>
                  </a:lnTo>
                  <a:lnTo>
                    <a:pt x="1659822" y="0"/>
                  </a:lnTo>
                  <a:lnTo>
                    <a:pt x="1707929" y="0"/>
                  </a:lnTo>
                  <a:lnTo>
                    <a:pt x="1756035" y="0"/>
                  </a:lnTo>
                  <a:lnTo>
                    <a:pt x="1804142" y="0"/>
                  </a:lnTo>
                  <a:lnTo>
                    <a:pt x="1852249" y="0"/>
                  </a:lnTo>
                  <a:lnTo>
                    <a:pt x="1900356" y="0"/>
                  </a:lnTo>
                  <a:lnTo>
                    <a:pt x="1948463" y="0"/>
                  </a:lnTo>
                  <a:lnTo>
                    <a:pt x="1996570" y="0"/>
                  </a:lnTo>
                  <a:lnTo>
                    <a:pt x="2044676" y="0"/>
                  </a:lnTo>
                  <a:lnTo>
                    <a:pt x="2092783" y="0"/>
                  </a:lnTo>
                  <a:lnTo>
                    <a:pt x="2140890" y="0"/>
                  </a:lnTo>
                  <a:lnTo>
                    <a:pt x="2188997" y="0"/>
                  </a:lnTo>
                  <a:lnTo>
                    <a:pt x="2237104" y="0"/>
                  </a:lnTo>
                  <a:lnTo>
                    <a:pt x="2285210" y="0"/>
                  </a:lnTo>
                  <a:lnTo>
                    <a:pt x="2333317" y="0"/>
                  </a:lnTo>
                  <a:lnTo>
                    <a:pt x="2381424" y="0"/>
                  </a:lnTo>
                  <a:lnTo>
                    <a:pt x="2429531" y="0"/>
                  </a:lnTo>
                  <a:lnTo>
                    <a:pt x="2477638" y="0"/>
                  </a:lnTo>
                  <a:lnTo>
                    <a:pt x="2525745" y="0"/>
                  </a:lnTo>
                  <a:lnTo>
                    <a:pt x="2573851" y="0"/>
                  </a:lnTo>
                  <a:lnTo>
                    <a:pt x="2621958" y="0"/>
                  </a:lnTo>
                  <a:lnTo>
                    <a:pt x="2670065" y="0"/>
                  </a:lnTo>
                  <a:lnTo>
                    <a:pt x="2718172" y="0"/>
                  </a:lnTo>
                  <a:lnTo>
                    <a:pt x="2766279" y="0"/>
                  </a:lnTo>
                  <a:lnTo>
                    <a:pt x="2814386" y="0"/>
                  </a:lnTo>
                  <a:lnTo>
                    <a:pt x="2862492" y="0"/>
                  </a:lnTo>
                  <a:lnTo>
                    <a:pt x="2910599" y="0"/>
                  </a:lnTo>
                  <a:lnTo>
                    <a:pt x="2958706" y="0"/>
                  </a:lnTo>
                  <a:lnTo>
                    <a:pt x="3006813" y="0"/>
                  </a:lnTo>
                  <a:lnTo>
                    <a:pt x="3054920" y="0"/>
                  </a:lnTo>
                  <a:lnTo>
                    <a:pt x="3103026" y="0"/>
                  </a:lnTo>
                  <a:lnTo>
                    <a:pt x="3151133" y="0"/>
                  </a:lnTo>
                  <a:lnTo>
                    <a:pt x="3199240" y="0"/>
                  </a:lnTo>
                  <a:lnTo>
                    <a:pt x="3247347" y="0"/>
                  </a:lnTo>
                  <a:lnTo>
                    <a:pt x="3295454" y="0"/>
                  </a:lnTo>
                  <a:lnTo>
                    <a:pt x="3343561" y="0"/>
                  </a:lnTo>
                  <a:lnTo>
                    <a:pt x="3391667" y="0"/>
                  </a:lnTo>
                  <a:lnTo>
                    <a:pt x="3439774" y="0"/>
                  </a:lnTo>
                  <a:lnTo>
                    <a:pt x="3487881" y="0"/>
                  </a:lnTo>
                  <a:lnTo>
                    <a:pt x="3535988" y="0"/>
                  </a:lnTo>
                  <a:lnTo>
                    <a:pt x="3584095" y="0"/>
                  </a:lnTo>
                  <a:lnTo>
                    <a:pt x="3632202" y="0"/>
                  </a:lnTo>
                  <a:lnTo>
                    <a:pt x="3680308" y="0"/>
                  </a:lnTo>
                  <a:lnTo>
                    <a:pt x="3728415" y="0"/>
                  </a:lnTo>
                  <a:lnTo>
                    <a:pt x="3776522" y="0"/>
                  </a:lnTo>
                  <a:lnTo>
                    <a:pt x="3824629" y="0"/>
                  </a:lnTo>
                  <a:lnTo>
                    <a:pt x="3872736" y="0"/>
                  </a:lnTo>
                  <a:lnTo>
                    <a:pt x="3920842" y="0"/>
                  </a:lnTo>
                  <a:lnTo>
                    <a:pt x="3968949" y="0"/>
                  </a:lnTo>
                  <a:lnTo>
                    <a:pt x="4017056" y="0"/>
                  </a:lnTo>
                  <a:lnTo>
                    <a:pt x="4065163" y="0"/>
                  </a:lnTo>
                  <a:lnTo>
                    <a:pt x="4113270" y="0"/>
                  </a:lnTo>
                  <a:lnTo>
                    <a:pt x="4161377" y="0"/>
                  </a:lnTo>
                  <a:lnTo>
                    <a:pt x="4209483" y="0"/>
                  </a:lnTo>
                  <a:lnTo>
                    <a:pt x="4257590" y="0"/>
                  </a:lnTo>
                  <a:lnTo>
                    <a:pt x="4305697" y="0"/>
                  </a:lnTo>
                  <a:lnTo>
                    <a:pt x="4342247" y="0"/>
                  </a:lnTo>
                  <a:lnTo>
                    <a:pt x="4342247" y="0"/>
                  </a:lnTo>
                </a:path>
              </a:pathLst>
            </a:custGeom>
            <a:ln w="13550" cap="rnd">
              <a:solidFill>
                <a:srgbClr val="F0F8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2201917" y="3457011"/>
              <a:ext cx="4342247" cy="0"/>
            </a:xfrm>
            <a:custGeom>
              <a:avLst/>
              <a:pathLst>
                <a:path w="4342247" h="0">
                  <a:moveTo>
                    <a:pt x="0" y="0"/>
                  </a:moveTo>
                  <a:lnTo>
                    <a:pt x="24190" y="0"/>
                  </a:lnTo>
                  <a:lnTo>
                    <a:pt x="72297" y="0"/>
                  </a:lnTo>
                  <a:lnTo>
                    <a:pt x="120403" y="0"/>
                  </a:lnTo>
                  <a:lnTo>
                    <a:pt x="168510" y="0"/>
                  </a:lnTo>
                  <a:lnTo>
                    <a:pt x="216617" y="0"/>
                  </a:lnTo>
                  <a:lnTo>
                    <a:pt x="264724" y="0"/>
                  </a:lnTo>
                  <a:lnTo>
                    <a:pt x="312831" y="0"/>
                  </a:lnTo>
                  <a:lnTo>
                    <a:pt x="360938" y="0"/>
                  </a:lnTo>
                  <a:lnTo>
                    <a:pt x="409044" y="0"/>
                  </a:lnTo>
                  <a:lnTo>
                    <a:pt x="457151" y="0"/>
                  </a:lnTo>
                  <a:lnTo>
                    <a:pt x="505258" y="0"/>
                  </a:lnTo>
                  <a:lnTo>
                    <a:pt x="553365" y="0"/>
                  </a:lnTo>
                  <a:lnTo>
                    <a:pt x="601472" y="0"/>
                  </a:lnTo>
                  <a:lnTo>
                    <a:pt x="649579" y="0"/>
                  </a:lnTo>
                  <a:lnTo>
                    <a:pt x="697685" y="0"/>
                  </a:lnTo>
                  <a:lnTo>
                    <a:pt x="745792" y="0"/>
                  </a:lnTo>
                  <a:lnTo>
                    <a:pt x="793899" y="0"/>
                  </a:lnTo>
                  <a:lnTo>
                    <a:pt x="842006" y="0"/>
                  </a:lnTo>
                  <a:lnTo>
                    <a:pt x="890113" y="0"/>
                  </a:lnTo>
                  <a:lnTo>
                    <a:pt x="938219" y="0"/>
                  </a:lnTo>
                  <a:lnTo>
                    <a:pt x="986326" y="0"/>
                  </a:lnTo>
                  <a:lnTo>
                    <a:pt x="1034433" y="0"/>
                  </a:lnTo>
                  <a:lnTo>
                    <a:pt x="1082540" y="0"/>
                  </a:lnTo>
                  <a:lnTo>
                    <a:pt x="1130647" y="0"/>
                  </a:lnTo>
                  <a:lnTo>
                    <a:pt x="1178754" y="0"/>
                  </a:lnTo>
                  <a:lnTo>
                    <a:pt x="1226860" y="0"/>
                  </a:lnTo>
                  <a:lnTo>
                    <a:pt x="1274967" y="0"/>
                  </a:lnTo>
                  <a:lnTo>
                    <a:pt x="1323074" y="0"/>
                  </a:lnTo>
                  <a:lnTo>
                    <a:pt x="1371181" y="0"/>
                  </a:lnTo>
                  <a:lnTo>
                    <a:pt x="1419288" y="0"/>
                  </a:lnTo>
                  <a:lnTo>
                    <a:pt x="1467394" y="0"/>
                  </a:lnTo>
                  <a:lnTo>
                    <a:pt x="1515501" y="0"/>
                  </a:lnTo>
                  <a:lnTo>
                    <a:pt x="1563608" y="0"/>
                  </a:lnTo>
                  <a:lnTo>
                    <a:pt x="1611715" y="0"/>
                  </a:lnTo>
                  <a:lnTo>
                    <a:pt x="1659822" y="0"/>
                  </a:lnTo>
                  <a:lnTo>
                    <a:pt x="1707929" y="0"/>
                  </a:lnTo>
                  <a:lnTo>
                    <a:pt x="1756035" y="0"/>
                  </a:lnTo>
                  <a:lnTo>
                    <a:pt x="1804142" y="0"/>
                  </a:lnTo>
                  <a:lnTo>
                    <a:pt x="1852249" y="0"/>
                  </a:lnTo>
                  <a:lnTo>
                    <a:pt x="1900356" y="0"/>
                  </a:lnTo>
                  <a:lnTo>
                    <a:pt x="1948463" y="0"/>
                  </a:lnTo>
                  <a:lnTo>
                    <a:pt x="1996570" y="0"/>
                  </a:lnTo>
                  <a:lnTo>
                    <a:pt x="2044676" y="0"/>
                  </a:lnTo>
                  <a:lnTo>
                    <a:pt x="2092783" y="0"/>
                  </a:lnTo>
                  <a:lnTo>
                    <a:pt x="2140890" y="0"/>
                  </a:lnTo>
                  <a:lnTo>
                    <a:pt x="2188997" y="0"/>
                  </a:lnTo>
                  <a:lnTo>
                    <a:pt x="2237104" y="0"/>
                  </a:lnTo>
                  <a:lnTo>
                    <a:pt x="2285210" y="0"/>
                  </a:lnTo>
                  <a:lnTo>
                    <a:pt x="2333317" y="0"/>
                  </a:lnTo>
                  <a:lnTo>
                    <a:pt x="2381424" y="0"/>
                  </a:lnTo>
                  <a:lnTo>
                    <a:pt x="2429531" y="0"/>
                  </a:lnTo>
                  <a:lnTo>
                    <a:pt x="2477638" y="0"/>
                  </a:lnTo>
                  <a:lnTo>
                    <a:pt x="2525745" y="0"/>
                  </a:lnTo>
                  <a:lnTo>
                    <a:pt x="2573851" y="0"/>
                  </a:lnTo>
                  <a:lnTo>
                    <a:pt x="2621958" y="0"/>
                  </a:lnTo>
                  <a:lnTo>
                    <a:pt x="2670065" y="0"/>
                  </a:lnTo>
                  <a:lnTo>
                    <a:pt x="2718172" y="0"/>
                  </a:lnTo>
                  <a:lnTo>
                    <a:pt x="2766279" y="0"/>
                  </a:lnTo>
                  <a:lnTo>
                    <a:pt x="2814386" y="0"/>
                  </a:lnTo>
                  <a:lnTo>
                    <a:pt x="2862492" y="0"/>
                  </a:lnTo>
                  <a:lnTo>
                    <a:pt x="2910599" y="0"/>
                  </a:lnTo>
                  <a:lnTo>
                    <a:pt x="2958706" y="0"/>
                  </a:lnTo>
                  <a:lnTo>
                    <a:pt x="3006813" y="0"/>
                  </a:lnTo>
                  <a:lnTo>
                    <a:pt x="3054920" y="0"/>
                  </a:lnTo>
                  <a:lnTo>
                    <a:pt x="3103026" y="0"/>
                  </a:lnTo>
                  <a:lnTo>
                    <a:pt x="3151133" y="0"/>
                  </a:lnTo>
                  <a:lnTo>
                    <a:pt x="3199240" y="0"/>
                  </a:lnTo>
                  <a:lnTo>
                    <a:pt x="3247347" y="0"/>
                  </a:lnTo>
                  <a:lnTo>
                    <a:pt x="3295454" y="0"/>
                  </a:lnTo>
                  <a:lnTo>
                    <a:pt x="3343561" y="0"/>
                  </a:lnTo>
                  <a:lnTo>
                    <a:pt x="3391667" y="0"/>
                  </a:lnTo>
                  <a:lnTo>
                    <a:pt x="3439774" y="0"/>
                  </a:lnTo>
                  <a:lnTo>
                    <a:pt x="3487881" y="0"/>
                  </a:lnTo>
                  <a:lnTo>
                    <a:pt x="3535988" y="0"/>
                  </a:lnTo>
                  <a:lnTo>
                    <a:pt x="3584095" y="0"/>
                  </a:lnTo>
                  <a:lnTo>
                    <a:pt x="3632202" y="0"/>
                  </a:lnTo>
                  <a:lnTo>
                    <a:pt x="3680308" y="0"/>
                  </a:lnTo>
                  <a:lnTo>
                    <a:pt x="3728415" y="0"/>
                  </a:lnTo>
                  <a:lnTo>
                    <a:pt x="3776522" y="0"/>
                  </a:lnTo>
                  <a:lnTo>
                    <a:pt x="3824629" y="0"/>
                  </a:lnTo>
                  <a:lnTo>
                    <a:pt x="3872736" y="0"/>
                  </a:lnTo>
                  <a:lnTo>
                    <a:pt x="3920842" y="0"/>
                  </a:lnTo>
                  <a:lnTo>
                    <a:pt x="3968949" y="0"/>
                  </a:lnTo>
                  <a:lnTo>
                    <a:pt x="4017056" y="0"/>
                  </a:lnTo>
                  <a:lnTo>
                    <a:pt x="4065163" y="0"/>
                  </a:lnTo>
                  <a:lnTo>
                    <a:pt x="4113270" y="0"/>
                  </a:lnTo>
                  <a:lnTo>
                    <a:pt x="4161377" y="0"/>
                  </a:lnTo>
                  <a:lnTo>
                    <a:pt x="4209483" y="0"/>
                  </a:lnTo>
                  <a:lnTo>
                    <a:pt x="4257590" y="0"/>
                  </a:lnTo>
                  <a:lnTo>
                    <a:pt x="4305697" y="0"/>
                  </a:lnTo>
                  <a:lnTo>
                    <a:pt x="4342247" y="0"/>
                  </a:lnTo>
                  <a:lnTo>
                    <a:pt x="4342247" y="0"/>
                  </a:lnTo>
                </a:path>
              </a:pathLst>
            </a:custGeom>
            <a:ln w="13550" cap="rnd">
              <a:solidFill>
                <a:srgbClr val="F0F8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2201917" y="2806731"/>
              <a:ext cx="4342247" cy="0"/>
            </a:xfrm>
            <a:custGeom>
              <a:avLst/>
              <a:pathLst>
                <a:path w="4342247" h="0">
                  <a:moveTo>
                    <a:pt x="0" y="0"/>
                  </a:moveTo>
                  <a:lnTo>
                    <a:pt x="24190" y="0"/>
                  </a:lnTo>
                  <a:lnTo>
                    <a:pt x="72297" y="0"/>
                  </a:lnTo>
                  <a:lnTo>
                    <a:pt x="120403" y="0"/>
                  </a:lnTo>
                  <a:lnTo>
                    <a:pt x="168510" y="0"/>
                  </a:lnTo>
                  <a:lnTo>
                    <a:pt x="216617" y="0"/>
                  </a:lnTo>
                  <a:lnTo>
                    <a:pt x="264724" y="0"/>
                  </a:lnTo>
                  <a:lnTo>
                    <a:pt x="312831" y="0"/>
                  </a:lnTo>
                  <a:lnTo>
                    <a:pt x="360938" y="0"/>
                  </a:lnTo>
                  <a:lnTo>
                    <a:pt x="409044" y="0"/>
                  </a:lnTo>
                  <a:lnTo>
                    <a:pt x="457151" y="0"/>
                  </a:lnTo>
                  <a:lnTo>
                    <a:pt x="505258" y="0"/>
                  </a:lnTo>
                  <a:lnTo>
                    <a:pt x="553365" y="0"/>
                  </a:lnTo>
                  <a:lnTo>
                    <a:pt x="601472" y="0"/>
                  </a:lnTo>
                  <a:lnTo>
                    <a:pt x="649579" y="0"/>
                  </a:lnTo>
                  <a:lnTo>
                    <a:pt x="697685" y="0"/>
                  </a:lnTo>
                  <a:lnTo>
                    <a:pt x="745792" y="0"/>
                  </a:lnTo>
                  <a:lnTo>
                    <a:pt x="793899" y="0"/>
                  </a:lnTo>
                  <a:lnTo>
                    <a:pt x="842006" y="0"/>
                  </a:lnTo>
                  <a:lnTo>
                    <a:pt x="890113" y="0"/>
                  </a:lnTo>
                  <a:lnTo>
                    <a:pt x="938219" y="0"/>
                  </a:lnTo>
                  <a:lnTo>
                    <a:pt x="986326" y="0"/>
                  </a:lnTo>
                  <a:lnTo>
                    <a:pt x="1034433" y="0"/>
                  </a:lnTo>
                  <a:lnTo>
                    <a:pt x="1082540" y="0"/>
                  </a:lnTo>
                  <a:lnTo>
                    <a:pt x="1130647" y="0"/>
                  </a:lnTo>
                  <a:lnTo>
                    <a:pt x="1178754" y="0"/>
                  </a:lnTo>
                  <a:lnTo>
                    <a:pt x="1226860" y="0"/>
                  </a:lnTo>
                  <a:lnTo>
                    <a:pt x="1274967" y="0"/>
                  </a:lnTo>
                  <a:lnTo>
                    <a:pt x="1323074" y="0"/>
                  </a:lnTo>
                  <a:lnTo>
                    <a:pt x="1371181" y="0"/>
                  </a:lnTo>
                  <a:lnTo>
                    <a:pt x="1419288" y="0"/>
                  </a:lnTo>
                  <a:lnTo>
                    <a:pt x="1467394" y="0"/>
                  </a:lnTo>
                  <a:lnTo>
                    <a:pt x="1515501" y="0"/>
                  </a:lnTo>
                  <a:lnTo>
                    <a:pt x="1563608" y="0"/>
                  </a:lnTo>
                  <a:lnTo>
                    <a:pt x="1611715" y="0"/>
                  </a:lnTo>
                  <a:lnTo>
                    <a:pt x="1659822" y="0"/>
                  </a:lnTo>
                  <a:lnTo>
                    <a:pt x="1707929" y="0"/>
                  </a:lnTo>
                  <a:lnTo>
                    <a:pt x="1756035" y="0"/>
                  </a:lnTo>
                  <a:lnTo>
                    <a:pt x="1804142" y="0"/>
                  </a:lnTo>
                  <a:lnTo>
                    <a:pt x="1852249" y="0"/>
                  </a:lnTo>
                  <a:lnTo>
                    <a:pt x="1900356" y="0"/>
                  </a:lnTo>
                  <a:lnTo>
                    <a:pt x="1948463" y="0"/>
                  </a:lnTo>
                  <a:lnTo>
                    <a:pt x="1996570" y="0"/>
                  </a:lnTo>
                  <a:lnTo>
                    <a:pt x="2044676" y="0"/>
                  </a:lnTo>
                  <a:lnTo>
                    <a:pt x="2092783" y="0"/>
                  </a:lnTo>
                  <a:lnTo>
                    <a:pt x="2140890" y="0"/>
                  </a:lnTo>
                  <a:lnTo>
                    <a:pt x="2188997" y="0"/>
                  </a:lnTo>
                  <a:lnTo>
                    <a:pt x="2237104" y="0"/>
                  </a:lnTo>
                  <a:lnTo>
                    <a:pt x="2285210" y="0"/>
                  </a:lnTo>
                  <a:lnTo>
                    <a:pt x="2333317" y="0"/>
                  </a:lnTo>
                  <a:lnTo>
                    <a:pt x="2381424" y="0"/>
                  </a:lnTo>
                  <a:lnTo>
                    <a:pt x="2429531" y="0"/>
                  </a:lnTo>
                  <a:lnTo>
                    <a:pt x="2477638" y="0"/>
                  </a:lnTo>
                  <a:lnTo>
                    <a:pt x="2525745" y="0"/>
                  </a:lnTo>
                  <a:lnTo>
                    <a:pt x="2573851" y="0"/>
                  </a:lnTo>
                  <a:lnTo>
                    <a:pt x="2621958" y="0"/>
                  </a:lnTo>
                  <a:lnTo>
                    <a:pt x="2670065" y="0"/>
                  </a:lnTo>
                  <a:lnTo>
                    <a:pt x="2718172" y="0"/>
                  </a:lnTo>
                  <a:lnTo>
                    <a:pt x="2766279" y="0"/>
                  </a:lnTo>
                  <a:lnTo>
                    <a:pt x="2814386" y="0"/>
                  </a:lnTo>
                  <a:lnTo>
                    <a:pt x="2862492" y="0"/>
                  </a:lnTo>
                  <a:lnTo>
                    <a:pt x="2910599" y="0"/>
                  </a:lnTo>
                  <a:lnTo>
                    <a:pt x="2958706" y="0"/>
                  </a:lnTo>
                  <a:lnTo>
                    <a:pt x="3006813" y="0"/>
                  </a:lnTo>
                  <a:lnTo>
                    <a:pt x="3054920" y="0"/>
                  </a:lnTo>
                  <a:lnTo>
                    <a:pt x="3103026" y="0"/>
                  </a:lnTo>
                  <a:lnTo>
                    <a:pt x="3151133" y="0"/>
                  </a:lnTo>
                  <a:lnTo>
                    <a:pt x="3199240" y="0"/>
                  </a:lnTo>
                  <a:lnTo>
                    <a:pt x="3247347" y="0"/>
                  </a:lnTo>
                  <a:lnTo>
                    <a:pt x="3295454" y="0"/>
                  </a:lnTo>
                  <a:lnTo>
                    <a:pt x="3343561" y="0"/>
                  </a:lnTo>
                  <a:lnTo>
                    <a:pt x="3391667" y="0"/>
                  </a:lnTo>
                  <a:lnTo>
                    <a:pt x="3439774" y="0"/>
                  </a:lnTo>
                  <a:lnTo>
                    <a:pt x="3487881" y="0"/>
                  </a:lnTo>
                  <a:lnTo>
                    <a:pt x="3535988" y="0"/>
                  </a:lnTo>
                  <a:lnTo>
                    <a:pt x="3584095" y="0"/>
                  </a:lnTo>
                  <a:lnTo>
                    <a:pt x="3632202" y="0"/>
                  </a:lnTo>
                  <a:lnTo>
                    <a:pt x="3680308" y="0"/>
                  </a:lnTo>
                  <a:lnTo>
                    <a:pt x="3728415" y="0"/>
                  </a:lnTo>
                  <a:lnTo>
                    <a:pt x="3776522" y="0"/>
                  </a:lnTo>
                  <a:lnTo>
                    <a:pt x="3824629" y="0"/>
                  </a:lnTo>
                  <a:lnTo>
                    <a:pt x="3872736" y="0"/>
                  </a:lnTo>
                  <a:lnTo>
                    <a:pt x="3920842" y="0"/>
                  </a:lnTo>
                  <a:lnTo>
                    <a:pt x="3968949" y="0"/>
                  </a:lnTo>
                  <a:lnTo>
                    <a:pt x="4017056" y="0"/>
                  </a:lnTo>
                  <a:lnTo>
                    <a:pt x="4065163" y="0"/>
                  </a:lnTo>
                  <a:lnTo>
                    <a:pt x="4113270" y="0"/>
                  </a:lnTo>
                  <a:lnTo>
                    <a:pt x="4161377" y="0"/>
                  </a:lnTo>
                  <a:lnTo>
                    <a:pt x="4209483" y="0"/>
                  </a:lnTo>
                  <a:lnTo>
                    <a:pt x="4257590" y="0"/>
                  </a:lnTo>
                  <a:lnTo>
                    <a:pt x="4305697" y="0"/>
                  </a:lnTo>
                  <a:lnTo>
                    <a:pt x="4342247" y="0"/>
                  </a:lnTo>
                  <a:lnTo>
                    <a:pt x="4342247" y="0"/>
                  </a:lnTo>
                </a:path>
              </a:pathLst>
            </a:custGeom>
            <a:ln w="13550" cap="rnd">
              <a:solidFill>
                <a:srgbClr val="F0F8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g19"/>
            <p:cNvSpPr/>
            <p:nvPr/>
          </p:nvSpPr>
          <p:spPr>
            <a:xfrm>
              <a:off x="5671824" y="250760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5B98">
                <a:alpha val="100000"/>
              </a:srgbClr>
            </a:solidFill>
            <a:ln w="5420" cap="flat">
              <a:solidFill>
                <a:srgbClr val="3A5B9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g20"/>
            <p:cNvSpPr/>
            <p:nvPr/>
          </p:nvSpPr>
          <p:spPr>
            <a:xfrm>
              <a:off x="5683461" y="250760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5A98">
                <a:alpha val="100000"/>
              </a:srgbClr>
            </a:solidFill>
            <a:ln w="5420" cap="flat">
              <a:solidFill>
                <a:srgbClr val="3A5A9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g21"/>
            <p:cNvSpPr/>
            <p:nvPr/>
          </p:nvSpPr>
          <p:spPr>
            <a:xfrm>
              <a:off x="5695098" y="250760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5A98">
                <a:alpha val="100000"/>
              </a:srgbClr>
            </a:solidFill>
            <a:ln w="5420" cap="flat">
              <a:solidFill>
                <a:srgbClr val="3A5A9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g22"/>
            <p:cNvSpPr/>
            <p:nvPr/>
          </p:nvSpPr>
          <p:spPr>
            <a:xfrm>
              <a:off x="5718373" y="250760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5A97">
                <a:alpha val="100000"/>
              </a:srgbClr>
            </a:solidFill>
            <a:ln w="5420" cap="flat">
              <a:solidFill>
                <a:srgbClr val="3A5A9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pg23"/>
            <p:cNvSpPr/>
            <p:nvPr/>
          </p:nvSpPr>
          <p:spPr>
            <a:xfrm>
              <a:off x="5730010" y="250760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5997">
                <a:alpha val="100000"/>
              </a:srgbClr>
            </a:solidFill>
            <a:ln w="5420" cap="flat">
              <a:solidFill>
                <a:srgbClr val="3A599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g24"/>
            <p:cNvSpPr/>
            <p:nvPr/>
          </p:nvSpPr>
          <p:spPr>
            <a:xfrm>
              <a:off x="5741648" y="250760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5997">
                <a:alpha val="100000"/>
              </a:srgbClr>
            </a:solidFill>
            <a:ln w="5420" cap="flat">
              <a:solidFill>
                <a:srgbClr val="3A599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g25"/>
            <p:cNvSpPr/>
            <p:nvPr/>
          </p:nvSpPr>
          <p:spPr>
            <a:xfrm>
              <a:off x="6276965" y="250760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5B98">
                <a:alpha val="100000"/>
              </a:srgbClr>
            </a:solidFill>
            <a:ln w="5420" cap="flat">
              <a:solidFill>
                <a:srgbClr val="3A5B9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" name="pg26"/>
            <p:cNvSpPr/>
            <p:nvPr/>
          </p:nvSpPr>
          <p:spPr>
            <a:xfrm>
              <a:off x="6288602" y="250760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5B99">
                <a:alpha val="100000"/>
              </a:srgbClr>
            </a:solidFill>
            <a:ln w="5420" cap="flat">
              <a:solidFill>
                <a:srgbClr val="3A5B9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" name="pg27"/>
            <p:cNvSpPr/>
            <p:nvPr/>
          </p:nvSpPr>
          <p:spPr>
            <a:xfrm>
              <a:off x="6300240" y="250760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5B99">
                <a:alpha val="100000"/>
              </a:srgbClr>
            </a:solidFill>
            <a:ln w="5420" cap="flat">
              <a:solidFill>
                <a:srgbClr val="3A5B9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" name="pg28"/>
            <p:cNvSpPr/>
            <p:nvPr/>
          </p:nvSpPr>
          <p:spPr>
            <a:xfrm>
              <a:off x="5648549" y="252190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5B99">
                <a:alpha val="100000"/>
              </a:srgbClr>
            </a:solidFill>
            <a:ln w="5420" cap="flat">
              <a:solidFill>
                <a:srgbClr val="3A5B9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" name="pg29"/>
            <p:cNvSpPr/>
            <p:nvPr/>
          </p:nvSpPr>
          <p:spPr>
            <a:xfrm>
              <a:off x="5660186" y="252190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5A98">
                <a:alpha val="100000"/>
              </a:srgbClr>
            </a:solidFill>
            <a:ln w="5420" cap="flat">
              <a:solidFill>
                <a:srgbClr val="3A5A9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" name="pg30"/>
            <p:cNvSpPr/>
            <p:nvPr/>
          </p:nvSpPr>
          <p:spPr>
            <a:xfrm>
              <a:off x="5671824" y="252190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5A98">
                <a:alpha val="100000"/>
              </a:srgbClr>
            </a:solidFill>
            <a:ln w="5420" cap="flat">
              <a:solidFill>
                <a:srgbClr val="3A5A9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" name="pg31"/>
            <p:cNvSpPr/>
            <p:nvPr/>
          </p:nvSpPr>
          <p:spPr>
            <a:xfrm>
              <a:off x="5683461" y="252190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5A97">
                <a:alpha val="100000"/>
              </a:srgbClr>
            </a:solidFill>
            <a:ln w="5420" cap="flat">
              <a:solidFill>
                <a:srgbClr val="3A5A9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" name="pg32"/>
            <p:cNvSpPr/>
            <p:nvPr/>
          </p:nvSpPr>
          <p:spPr>
            <a:xfrm>
              <a:off x="5695098" y="252190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5A97">
                <a:alpha val="100000"/>
              </a:srgbClr>
            </a:solidFill>
            <a:ln w="5420" cap="flat">
              <a:solidFill>
                <a:srgbClr val="3A5A9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" name="pg33"/>
            <p:cNvSpPr/>
            <p:nvPr/>
          </p:nvSpPr>
          <p:spPr>
            <a:xfrm>
              <a:off x="5706736" y="252190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5997">
                <a:alpha val="100000"/>
              </a:srgbClr>
            </a:solidFill>
            <a:ln w="5420" cap="flat">
              <a:solidFill>
                <a:srgbClr val="3A599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" name="pg34"/>
            <p:cNvSpPr/>
            <p:nvPr/>
          </p:nvSpPr>
          <p:spPr>
            <a:xfrm>
              <a:off x="5718373" y="252190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5997">
                <a:alpha val="100000"/>
              </a:srgbClr>
            </a:solidFill>
            <a:ln w="5420" cap="flat">
              <a:solidFill>
                <a:srgbClr val="3A599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" name="pg35"/>
            <p:cNvSpPr/>
            <p:nvPr/>
          </p:nvSpPr>
          <p:spPr>
            <a:xfrm>
              <a:off x="5730010" y="252190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5996">
                <a:alpha val="100000"/>
              </a:srgbClr>
            </a:solidFill>
            <a:ln w="5420" cap="flat">
              <a:solidFill>
                <a:srgbClr val="3A599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" name="pg36"/>
            <p:cNvSpPr/>
            <p:nvPr/>
          </p:nvSpPr>
          <p:spPr>
            <a:xfrm>
              <a:off x="5741648" y="252190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5996">
                <a:alpha val="100000"/>
              </a:srgbClr>
            </a:solidFill>
            <a:ln w="5420" cap="flat">
              <a:solidFill>
                <a:srgbClr val="3A599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" name="pg37"/>
            <p:cNvSpPr/>
            <p:nvPr/>
          </p:nvSpPr>
          <p:spPr>
            <a:xfrm>
              <a:off x="6265328" y="252190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5A98">
                <a:alpha val="100000"/>
              </a:srgbClr>
            </a:solidFill>
            <a:ln w="5420" cap="flat">
              <a:solidFill>
                <a:srgbClr val="3A5A9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" name="pg38"/>
            <p:cNvSpPr/>
            <p:nvPr/>
          </p:nvSpPr>
          <p:spPr>
            <a:xfrm>
              <a:off x="6276965" y="252190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5A98">
                <a:alpha val="100000"/>
              </a:srgbClr>
            </a:solidFill>
            <a:ln w="5420" cap="flat">
              <a:solidFill>
                <a:srgbClr val="3A5A9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" name="pg39"/>
            <p:cNvSpPr/>
            <p:nvPr/>
          </p:nvSpPr>
          <p:spPr>
            <a:xfrm>
              <a:off x="6288602" y="252190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5A98">
                <a:alpha val="100000"/>
              </a:srgbClr>
            </a:solidFill>
            <a:ln w="5420" cap="flat">
              <a:solidFill>
                <a:srgbClr val="3A5A9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" name="pg40"/>
            <p:cNvSpPr/>
            <p:nvPr/>
          </p:nvSpPr>
          <p:spPr>
            <a:xfrm>
              <a:off x="6300240" y="252190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5B98">
                <a:alpha val="100000"/>
              </a:srgbClr>
            </a:solidFill>
            <a:ln w="5420" cap="flat">
              <a:solidFill>
                <a:srgbClr val="3A5B9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" name="pg41"/>
            <p:cNvSpPr/>
            <p:nvPr/>
          </p:nvSpPr>
          <p:spPr>
            <a:xfrm>
              <a:off x="6311877" y="252190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5B99">
                <a:alpha val="100000"/>
              </a:srgbClr>
            </a:solidFill>
            <a:ln w="5420" cap="flat">
              <a:solidFill>
                <a:srgbClr val="3A5B9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" name="pg42"/>
            <p:cNvSpPr/>
            <p:nvPr/>
          </p:nvSpPr>
          <p:spPr>
            <a:xfrm>
              <a:off x="5636912" y="253620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5B98">
                <a:alpha val="100000"/>
              </a:srgbClr>
            </a:solidFill>
            <a:ln w="5420" cap="flat">
              <a:solidFill>
                <a:srgbClr val="3A5B9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" name="pg43"/>
            <p:cNvSpPr/>
            <p:nvPr/>
          </p:nvSpPr>
          <p:spPr>
            <a:xfrm>
              <a:off x="5648549" y="253620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5A98">
                <a:alpha val="100000"/>
              </a:srgbClr>
            </a:solidFill>
            <a:ln w="5420" cap="flat">
              <a:solidFill>
                <a:srgbClr val="3A5A9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" name="pg44"/>
            <p:cNvSpPr/>
            <p:nvPr/>
          </p:nvSpPr>
          <p:spPr>
            <a:xfrm>
              <a:off x="5660186" y="253620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5A98">
                <a:alpha val="100000"/>
              </a:srgbClr>
            </a:solidFill>
            <a:ln w="5420" cap="flat">
              <a:solidFill>
                <a:srgbClr val="3A5A9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" name="pg45"/>
            <p:cNvSpPr/>
            <p:nvPr/>
          </p:nvSpPr>
          <p:spPr>
            <a:xfrm>
              <a:off x="5671824" y="253620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5A97">
                <a:alpha val="100000"/>
              </a:srgbClr>
            </a:solidFill>
            <a:ln w="5420" cap="flat">
              <a:solidFill>
                <a:srgbClr val="3A5A9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" name="pg46"/>
            <p:cNvSpPr/>
            <p:nvPr/>
          </p:nvSpPr>
          <p:spPr>
            <a:xfrm>
              <a:off x="5683461" y="253620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5997">
                <a:alpha val="100000"/>
              </a:srgbClr>
            </a:solidFill>
            <a:ln w="5420" cap="flat">
              <a:solidFill>
                <a:srgbClr val="3A599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" name="pg47"/>
            <p:cNvSpPr/>
            <p:nvPr/>
          </p:nvSpPr>
          <p:spPr>
            <a:xfrm>
              <a:off x="5695098" y="253620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5996">
                <a:alpha val="100000"/>
              </a:srgbClr>
            </a:solidFill>
            <a:ln w="5420" cap="flat">
              <a:solidFill>
                <a:srgbClr val="3A599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" name="pg48"/>
            <p:cNvSpPr/>
            <p:nvPr/>
          </p:nvSpPr>
          <p:spPr>
            <a:xfrm>
              <a:off x="5706736" y="253620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5996">
                <a:alpha val="100000"/>
              </a:srgbClr>
            </a:solidFill>
            <a:ln w="5420" cap="flat">
              <a:solidFill>
                <a:srgbClr val="3A599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" name="pg49"/>
            <p:cNvSpPr/>
            <p:nvPr/>
          </p:nvSpPr>
          <p:spPr>
            <a:xfrm>
              <a:off x="5718373" y="253620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5996">
                <a:alpha val="100000"/>
              </a:srgbClr>
            </a:solidFill>
            <a:ln w="5420" cap="flat">
              <a:solidFill>
                <a:srgbClr val="3A599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" name="pg50"/>
            <p:cNvSpPr/>
            <p:nvPr/>
          </p:nvSpPr>
          <p:spPr>
            <a:xfrm>
              <a:off x="5730010" y="253620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5996">
                <a:alpha val="100000"/>
              </a:srgbClr>
            </a:solidFill>
            <a:ln w="5420" cap="flat">
              <a:solidFill>
                <a:srgbClr val="3A599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" name="pg51"/>
            <p:cNvSpPr/>
            <p:nvPr/>
          </p:nvSpPr>
          <p:spPr>
            <a:xfrm>
              <a:off x="5741648" y="253620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5895">
                <a:alpha val="100000"/>
              </a:srgbClr>
            </a:solidFill>
            <a:ln w="5420" cap="flat">
              <a:solidFill>
                <a:srgbClr val="3A589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" name="pg52"/>
            <p:cNvSpPr/>
            <p:nvPr/>
          </p:nvSpPr>
          <p:spPr>
            <a:xfrm>
              <a:off x="5753285" y="253620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5895">
                <a:alpha val="100000"/>
              </a:srgbClr>
            </a:solidFill>
            <a:ln w="5420" cap="flat">
              <a:solidFill>
                <a:srgbClr val="3A589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" name="pg53"/>
            <p:cNvSpPr/>
            <p:nvPr/>
          </p:nvSpPr>
          <p:spPr>
            <a:xfrm>
              <a:off x="6265328" y="253620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5A98">
                <a:alpha val="100000"/>
              </a:srgbClr>
            </a:solidFill>
            <a:ln w="5420" cap="flat">
              <a:solidFill>
                <a:srgbClr val="3A5A9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" name="pg54"/>
            <p:cNvSpPr/>
            <p:nvPr/>
          </p:nvSpPr>
          <p:spPr>
            <a:xfrm>
              <a:off x="6276965" y="253620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5A98">
                <a:alpha val="100000"/>
              </a:srgbClr>
            </a:solidFill>
            <a:ln w="5420" cap="flat">
              <a:solidFill>
                <a:srgbClr val="3A5A9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" name="pg55"/>
            <p:cNvSpPr/>
            <p:nvPr/>
          </p:nvSpPr>
          <p:spPr>
            <a:xfrm>
              <a:off x="6288602" y="253620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5A98">
                <a:alpha val="100000"/>
              </a:srgbClr>
            </a:solidFill>
            <a:ln w="5420" cap="flat">
              <a:solidFill>
                <a:srgbClr val="3A5A9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" name="pg56"/>
            <p:cNvSpPr/>
            <p:nvPr/>
          </p:nvSpPr>
          <p:spPr>
            <a:xfrm>
              <a:off x="6300240" y="253620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5A98">
                <a:alpha val="100000"/>
              </a:srgbClr>
            </a:solidFill>
            <a:ln w="5420" cap="flat">
              <a:solidFill>
                <a:srgbClr val="3A5A9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" name="pg57"/>
            <p:cNvSpPr/>
            <p:nvPr/>
          </p:nvSpPr>
          <p:spPr>
            <a:xfrm>
              <a:off x="6311877" y="253620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5A98">
                <a:alpha val="100000"/>
              </a:srgbClr>
            </a:solidFill>
            <a:ln w="5420" cap="flat">
              <a:solidFill>
                <a:srgbClr val="3A5A9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" name="pg58"/>
            <p:cNvSpPr/>
            <p:nvPr/>
          </p:nvSpPr>
          <p:spPr>
            <a:xfrm>
              <a:off x="5578725" y="255050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5C9A">
                <a:alpha val="100000"/>
              </a:srgbClr>
            </a:solidFill>
            <a:ln w="5420" cap="flat">
              <a:solidFill>
                <a:srgbClr val="395C9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" name="pg59"/>
            <p:cNvSpPr/>
            <p:nvPr/>
          </p:nvSpPr>
          <p:spPr>
            <a:xfrm>
              <a:off x="5590363" y="255050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5B9A">
                <a:alpha val="100000"/>
              </a:srgbClr>
            </a:solidFill>
            <a:ln w="5420" cap="flat">
              <a:solidFill>
                <a:srgbClr val="395B9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" name="pg60"/>
            <p:cNvSpPr/>
            <p:nvPr/>
          </p:nvSpPr>
          <p:spPr>
            <a:xfrm>
              <a:off x="5602000" y="255050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5B99">
                <a:alpha val="100000"/>
              </a:srgbClr>
            </a:solidFill>
            <a:ln w="5420" cap="flat">
              <a:solidFill>
                <a:srgbClr val="395B9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" name="pg61"/>
            <p:cNvSpPr/>
            <p:nvPr/>
          </p:nvSpPr>
          <p:spPr>
            <a:xfrm>
              <a:off x="5613637" y="255050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5B99">
                <a:alpha val="100000"/>
              </a:srgbClr>
            </a:solidFill>
            <a:ln w="5420" cap="flat">
              <a:solidFill>
                <a:srgbClr val="3A5B9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" name="pg62"/>
            <p:cNvSpPr/>
            <p:nvPr/>
          </p:nvSpPr>
          <p:spPr>
            <a:xfrm>
              <a:off x="5625275" y="255050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5A98">
                <a:alpha val="100000"/>
              </a:srgbClr>
            </a:solidFill>
            <a:ln w="5420" cap="flat">
              <a:solidFill>
                <a:srgbClr val="3A5A9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" name="pg63"/>
            <p:cNvSpPr/>
            <p:nvPr/>
          </p:nvSpPr>
          <p:spPr>
            <a:xfrm>
              <a:off x="5636912" y="255050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5A98">
                <a:alpha val="100000"/>
              </a:srgbClr>
            </a:solidFill>
            <a:ln w="5420" cap="flat">
              <a:solidFill>
                <a:srgbClr val="3A5A9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" name="pg64"/>
            <p:cNvSpPr/>
            <p:nvPr/>
          </p:nvSpPr>
          <p:spPr>
            <a:xfrm>
              <a:off x="5648549" y="255050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5A98">
                <a:alpha val="100000"/>
              </a:srgbClr>
            </a:solidFill>
            <a:ln w="5420" cap="flat">
              <a:solidFill>
                <a:srgbClr val="3A5A9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" name="pg65"/>
            <p:cNvSpPr/>
            <p:nvPr/>
          </p:nvSpPr>
          <p:spPr>
            <a:xfrm>
              <a:off x="5660186" y="255050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5A97">
                <a:alpha val="100000"/>
              </a:srgbClr>
            </a:solidFill>
            <a:ln w="5420" cap="flat">
              <a:solidFill>
                <a:srgbClr val="3A5A9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" name="pg66"/>
            <p:cNvSpPr/>
            <p:nvPr/>
          </p:nvSpPr>
          <p:spPr>
            <a:xfrm>
              <a:off x="5671824" y="255050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5997">
                <a:alpha val="100000"/>
              </a:srgbClr>
            </a:solidFill>
            <a:ln w="5420" cap="flat">
              <a:solidFill>
                <a:srgbClr val="3A599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" name="pg67"/>
            <p:cNvSpPr/>
            <p:nvPr/>
          </p:nvSpPr>
          <p:spPr>
            <a:xfrm>
              <a:off x="5683461" y="255050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5996">
                <a:alpha val="100000"/>
              </a:srgbClr>
            </a:solidFill>
            <a:ln w="5420" cap="flat">
              <a:solidFill>
                <a:srgbClr val="3A599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" name="pg68"/>
            <p:cNvSpPr/>
            <p:nvPr/>
          </p:nvSpPr>
          <p:spPr>
            <a:xfrm>
              <a:off x="5695098" y="255050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5996">
                <a:alpha val="100000"/>
              </a:srgbClr>
            </a:solidFill>
            <a:ln w="5420" cap="flat">
              <a:solidFill>
                <a:srgbClr val="3A599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" name="pg69"/>
            <p:cNvSpPr/>
            <p:nvPr/>
          </p:nvSpPr>
          <p:spPr>
            <a:xfrm>
              <a:off x="5706736" y="255050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5996">
                <a:alpha val="100000"/>
              </a:srgbClr>
            </a:solidFill>
            <a:ln w="5420" cap="flat">
              <a:solidFill>
                <a:srgbClr val="3A599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" name="pg70"/>
            <p:cNvSpPr/>
            <p:nvPr/>
          </p:nvSpPr>
          <p:spPr>
            <a:xfrm>
              <a:off x="5718373" y="255050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5895">
                <a:alpha val="100000"/>
              </a:srgbClr>
            </a:solidFill>
            <a:ln w="5420" cap="flat">
              <a:solidFill>
                <a:srgbClr val="3A589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" name="pg71"/>
            <p:cNvSpPr/>
            <p:nvPr/>
          </p:nvSpPr>
          <p:spPr>
            <a:xfrm>
              <a:off x="5730010" y="255050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5895">
                <a:alpha val="100000"/>
              </a:srgbClr>
            </a:solidFill>
            <a:ln w="5420" cap="flat">
              <a:solidFill>
                <a:srgbClr val="3A589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" name="pg72"/>
            <p:cNvSpPr/>
            <p:nvPr/>
          </p:nvSpPr>
          <p:spPr>
            <a:xfrm>
              <a:off x="5741648" y="255050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5895">
                <a:alpha val="100000"/>
              </a:srgbClr>
            </a:solidFill>
            <a:ln w="5420" cap="flat">
              <a:solidFill>
                <a:srgbClr val="3A589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" name="pg73"/>
            <p:cNvSpPr/>
            <p:nvPr/>
          </p:nvSpPr>
          <p:spPr>
            <a:xfrm>
              <a:off x="6276965" y="255050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5A98">
                <a:alpha val="100000"/>
              </a:srgbClr>
            </a:solidFill>
            <a:ln w="5420" cap="flat">
              <a:solidFill>
                <a:srgbClr val="3A5A9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" name="pg74"/>
            <p:cNvSpPr/>
            <p:nvPr/>
          </p:nvSpPr>
          <p:spPr>
            <a:xfrm>
              <a:off x="6288602" y="255050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5A98">
                <a:alpha val="100000"/>
              </a:srgbClr>
            </a:solidFill>
            <a:ln w="5420" cap="flat">
              <a:solidFill>
                <a:srgbClr val="3A5A9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" name="pg75"/>
            <p:cNvSpPr/>
            <p:nvPr/>
          </p:nvSpPr>
          <p:spPr>
            <a:xfrm>
              <a:off x="6300240" y="255050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5A98">
                <a:alpha val="100000"/>
              </a:srgbClr>
            </a:solidFill>
            <a:ln w="5420" cap="flat">
              <a:solidFill>
                <a:srgbClr val="3A5A9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" name="pg76"/>
            <p:cNvSpPr/>
            <p:nvPr/>
          </p:nvSpPr>
          <p:spPr>
            <a:xfrm>
              <a:off x="5543813" y="256480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5D9B">
                <a:alpha val="100000"/>
              </a:srgbClr>
            </a:solidFill>
            <a:ln w="5420" cap="flat">
              <a:solidFill>
                <a:srgbClr val="395D9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" name="pg77"/>
            <p:cNvSpPr/>
            <p:nvPr/>
          </p:nvSpPr>
          <p:spPr>
            <a:xfrm>
              <a:off x="5555451" y="256480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5C9B">
                <a:alpha val="100000"/>
              </a:srgbClr>
            </a:solidFill>
            <a:ln w="5420" cap="flat">
              <a:solidFill>
                <a:srgbClr val="395C9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" name="pg78"/>
            <p:cNvSpPr/>
            <p:nvPr/>
          </p:nvSpPr>
          <p:spPr>
            <a:xfrm>
              <a:off x="5567088" y="256480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5C9A">
                <a:alpha val="100000"/>
              </a:srgbClr>
            </a:solidFill>
            <a:ln w="5420" cap="flat">
              <a:solidFill>
                <a:srgbClr val="395C9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" name="pg79"/>
            <p:cNvSpPr/>
            <p:nvPr/>
          </p:nvSpPr>
          <p:spPr>
            <a:xfrm>
              <a:off x="5578725" y="256480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5B9A">
                <a:alpha val="100000"/>
              </a:srgbClr>
            </a:solidFill>
            <a:ln w="5420" cap="flat">
              <a:solidFill>
                <a:srgbClr val="395B9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" name="pg80"/>
            <p:cNvSpPr/>
            <p:nvPr/>
          </p:nvSpPr>
          <p:spPr>
            <a:xfrm>
              <a:off x="5590363" y="256480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5B99">
                <a:alpha val="100000"/>
              </a:srgbClr>
            </a:solidFill>
            <a:ln w="5420" cap="flat">
              <a:solidFill>
                <a:srgbClr val="395B9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" name="pg81"/>
            <p:cNvSpPr/>
            <p:nvPr/>
          </p:nvSpPr>
          <p:spPr>
            <a:xfrm>
              <a:off x="5602000" y="256480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5B99">
                <a:alpha val="100000"/>
              </a:srgbClr>
            </a:solidFill>
            <a:ln w="5420" cap="flat">
              <a:solidFill>
                <a:srgbClr val="3A5B9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" name="pg82"/>
            <p:cNvSpPr/>
            <p:nvPr/>
          </p:nvSpPr>
          <p:spPr>
            <a:xfrm>
              <a:off x="5613637" y="256480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5A98">
                <a:alpha val="100000"/>
              </a:srgbClr>
            </a:solidFill>
            <a:ln w="5420" cap="flat">
              <a:solidFill>
                <a:srgbClr val="3A5A9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" name="pg83"/>
            <p:cNvSpPr/>
            <p:nvPr/>
          </p:nvSpPr>
          <p:spPr>
            <a:xfrm>
              <a:off x="5625275" y="256480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5A98">
                <a:alpha val="100000"/>
              </a:srgbClr>
            </a:solidFill>
            <a:ln w="5420" cap="flat">
              <a:solidFill>
                <a:srgbClr val="3A5A9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" name="pg84"/>
            <p:cNvSpPr/>
            <p:nvPr/>
          </p:nvSpPr>
          <p:spPr>
            <a:xfrm>
              <a:off x="5636912" y="256480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5A98">
                <a:alpha val="100000"/>
              </a:srgbClr>
            </a:solidFill>
            <a:ln w="5420" cap="flat">
              <a:solidFill>
                <a:srgbClr val="3A5A9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" name="pg85"/>
            <p:cNvSpPr/>
            <p:nvPr/>
          </p:nvSpPr>
          <p:spPr>
            <a:xfrm>
              <a:off x="5648549" y="256480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5A97">
                <a:alpha val="100000"/>
              </a:srgbClr>
            </a:solidFill>
            <a:ln w="5420" cap="flat">
              <a:solidFill>
                <a:srgbClr val="3A5A9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" name="pg86"/>
            <p:cNvSpPr/>
            <p:nvPr/>
          </p:nvSpPr>
          <p:spPr>
            <a:xfrm>
              <a:off x="5660186" y="256480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5997">
                <a:alpha val="100000"/>
              </a:srgbClr>
            </a:solidFill>
            <a:ln w="5420" cap="flat">
              <a:solidFill>
                <a:srgbClr val="3A599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" name="pg87"/>
            <p:cNvSpPr/>
            <p:nvPr/>
          </p:nvSpPr>
          <p:spPr>
            <a:xfrm>
              <a:off x="5671824" y="256480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5996">
                <a:alpha val="100000"/>
              </a:srgbClr>
            </a:solidFill>
            <a:ln w="5420" cap="flat">
              <a:solidFill>
                <a:srgbClr val="3A599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" name="pg88"/>
            <p:cNvSpPr/>
            <p:nvPr/>
          </p:nvSpPr>
          <p:spPr>
            <a:xfrm>
              <a:off x="5683461" y="256480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5996">
                <a:alpha val="100000"/>
              </a:srgbClr>
            </a:solidFill>
            <a:ln w="5420" cap="flat">
              <a:solidFill>
                <a:srgbClr val="3A599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" name="pg89"/>
            <p:cNvSpPr/>
            <p:nvPr/>
          </p:nvSpPr>
          <p:spPr>
            <a:xfrm>
              <a:off x="5695098" y="256480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5895">
                <a:alpha val="100000"/>
              </a:srgbClr>
            </a:solidFill>
            <a:ln w="5420" cap="flat">
              <a:solidFill>
                <a:srgbClr val="3A589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" name="pg90"/>
            <p:cNvSpPr/>
            <p:nvPr/>
          </p:nvSpPr>
          <p:spPr>
            <a:xfrm>
              <a:off x="5706736" y="256480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5895">
                <a:alpha val="100000"/>
              </a:srgbClr>
            </a:solidFill>
            <a:ln w="5420" cap="flat">
              <a:solidFill>
                <a:srgbClr val="3A589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" name="pg91"/>
            <p:cNvSpPr/>
            <p:nvPr/>
          </p:nvSpPr>
          <p:spPr>
            <a:xfrm>
              <a:off x="5718373" y="256480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5895">
                <a:alpha val="100000"/>
              </a:srgbClr>
            </a:solidFill>
            <a:ln w="5420" cap="flat">
              <a:solidFill>
                <a:srgbClr val="3A589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" name="pg92"/>
            <p:cNvSpPr/>
            <p:nvPr/>
          </p:nvSpPr>
          <p:spPr>
            <a:xfrm>
              <a:off x="5730010" y="256480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5894">
                <a:alpha val="100000"/>
              </a:srgbClr>
            </a:solidFill>
            <a:ln w="5420" cap="flat">
              <a:solidFill>
                <a:srgbClr val="3A589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" name="pg93"/>
            <p:cNvSpPr/>
            <p:nvPr/>
          </p:nvSpPr>
          <p:spPr>
            <a:xfrm>
              <a:off x="6288602" y="256480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5A98">
                <a:alpha val="100000"/>
              </a:srgbClr>
            </a:solidFill>
            <a:ln w="5420" cap="flat">
              <a:solidFill>
                <a:srgbClr val="3A5A9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" name="pg94"/>
            <p:cNvSpPr/>
            <p:nvPr/>
          </p:nvSpPr>
          <p:spPr>
            <a:xfrm>
              <a:off x="5532176" y="257910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5D9C">
                <a:alpha val="100000"/>
              </a:srgbClr>
            </a:solidFill>
            <a:ln w="5420" cap="flat">
              <a:solidFill>
                <a:srgbClr val="395D9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" name="pg95"/>
            <p:cNvSpPr/>
            <p:nvPr/>
          </p:nvSpPr>
          <p:spPr>
            <a:xfrm>
              <a:off x="5543813" y="257910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5C9B">
                <a:alpha val="100000"/>
              </a:srgbClr>
            </a:solidFill>
            <a:ln w="5420" cap="flat">
              <a:solidFill>
                <a:srgbClr val="395C9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" name="pg96"/>
            <p:cNvSpPr/>
            <p:nvPr/>
          </p:nvSpPr>
          <p:spPr>
            <a:xfrm>
              <a:off x="5555451" y="257910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5C9B">
                <a:alpha val="100000"/>
              </a:srgbClr>
            </a:solidFill>
            <a:ln w="5420" cap="flat">
              <a:solidFill>
                <a:srgbClr val="395C9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7" name="pg97"/>
            <p:cNvSpPr/>
            <p:nvPr/>
          </p:nvSpPr>
          <p:spPr>
            <a:xfrm>
              <a:off x="5567088" y="257910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5B9A">
                <a:alpha val="100000"/>
              </a:srgbClr>
            </a:solidFill>
            <a:ln w="5420" cap="flat">
              <a:solidFill>
                <a:srgbClr val="395B9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8" name="pg98"/>
            <p:cNvSpPr/>
            <p:nvPr/>
          </p:nvSpPr>
          <p:spPr>
            <a:xfrm>
              <a:off x="5578725" y="257910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5B99">
                <a:alpha val="100000"/>
              </a:srgbClr>
            </a:solidFill>
            <a:ln w="5420" cap="flat">
              <a:solidFill>
                <a:srgbClr val="395B9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9" name="pg99"/>
            <p:cNvSpPr/>
            <p:nvPr/>
          </p:nvSpPr>
          <p:spPr>
            <a:xfrm>
              <a:off x="5590363" y="257910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5B99">
                <a:alpha val="100000"/>
              </a:srgbClr>
            </a:solidFill>
            <a:ln w="5420" cap="flat">
              <a:solidFill>
                <a:srgbClr val="3A5B9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0" name="pg100"/>
            <p:cNvSpPr/>
            <p:nvPr/>
          </p:nvSpPr>
          <p:spPr>
            <a:xfrm>
              <a:off x="5602000" y="257910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5A98">
                <a:alpha val="100000"/>
              </a:srgbClr>
            </a:solidFill>
            <a:ln w="5420" cap="flat">
              <a:solidFill>
                <a:srgbClr val="3A5A9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1" name="pg101"/>
            <p:cNvSpPr/>
            <p:nvPr/>
          </p:nvSpPr>
          <p:spPr>
            <a:xfrm>
              <a:off x="5613637" y="257910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5A98">
                <a:alpha val="100000"/>
              </a:srgbClr>
            </a:solidFill>
            <a:ln w="5420" cap="flat">
              <a:solidFill>
                <a:srgbClr val="3A5A9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2" name="pg102"/>
            <p:cNvSpPr/>
            <p:nvPr/>
          </p:nvSpPr>
          <p:spPr>
            <a:xfrm>
              <a:off x="5625275" y="257910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5A97">
                <a:alpha val="100000"/>
              </a:srgbClr>
            </a:solidFill>
            <a:ln w="5420" cap="flat">
              <a:solidFill>
                <a:srgbClr val="3A5A9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3" name="pg103"/>
            <p:cNvSpPr/>
            <p:nvPr/>
          </p:nvSpPr>
          <p:spPr>
            <a:xfrm>
              <a:off x="5636912" y="257910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5A97">
                <a:alpha val="100000"/>
              </a:srgbClr>
            </a:solidFill>
            <a:ln w="5420" cap="flat">
              <a:solidFill>
                <a:srgbClr val="3A5A9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4" name="pg104"/>
            <p:cNvSpPr/>
            <p:nvPr/>
          </p:nvSpPr>
          <p:spPr>
            <a:xfrm>
              <a:off x="5648549" y="257910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5997">
                <a:alpha val="100000"/>
              </a:srgbClr>
            </a:solidFill>
            <a:ln w="5420" cap="flat">
              <a:solidFill>
                <a:srgbClr val="3A599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5" name="pg105"/>
            <p:cNvSpPr/>
            <p:nvPr/>
          </p:nvSpPr>
          <p:spPr>
            <a:xfrm>
              <a:off x="5660186" y="257910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5996">
                <a:alpha val="100000"/>
              </a:srgbClr>
            </a:solidFill>
            <a:ln w="5420" cap="flat">
              <a:solidFill>
                <a:srgbClr val="3A599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6" name="pg106"/>
            <p:cNvSpPr/>
            <p:nvPr/>
          </p:nvSpPr>
          <p:spPr>
            <a:xfrm>
              <a:off x="5671824" y="257910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5996">
                <a:alpha val="100000"/>
              </a:srgbClr>
            </a:solidFill>
            <a:ln w="5420" cap="flat">
              <a:solidFill>
                <a:srgbClr val="3A599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7" name="pg107"/>
            <p:cNvSpPr/>
            <p:nvPr/>
          </p:nvSpPr>
          <p:spPr>
            <a:xfrm>
              <a:off x="5683461" y="257910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5895">
                <a:alpha val="100000"/>
              </a:srgbClr>
            </a:solidFill>
            <a:ln w="5420" cap="flat">
              <a:solidFill>
                <a:srgbClr val="3A589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8" name="pg108"/>
            <p:cNvSpPr/>
            <p:nvPr/>
          </p:nvSpPr>
          <p:spPr>
            <a:xfrm>
              <a:off x="5695098" y="257910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5895">
                <a:alpha val="100000"/>
              </a:srgbClr>
            </a:solidFill>
            <a:ln w="5420" cap="flat">
              <a:solidFill>
                <a:srgbClr val="3A589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9" name="pg109"/>
            <p:cNvSpPr/>
            <p:nvPr/>
          </p:nvSpPr>
          <p:spPr>
            <a:xfrm>
              <a:off x="5508901" y="259340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5D9C">
                <a:alpha val="100000"/>
              </a:srgbClr>
            </a:solidFill>
            <a:ln w="5420" cap="flat">
              <a:solidFill>
                <a:srgbClr val="395D9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0" name="pg110"/>
            <p:cNvSpPr/>
            <p:nvPr/>
          </p:nvSpPr>
          <p:spPr>
            <a:xfrm>
              <a:off x="5520539" y="259340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5D9C">
                <a:alpha val="100000"/>
              </a:srgbClr>
            </a:solidFill>
            <a:ln w="5420" cap="flat">
              <a:solidFill>
                <a:srgbClr val="395D9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1" name="pg111"/>
            <p:cNvSpPr/>
            <p:nvPr/>
          </p:nvSpPr>
          <p:spPr>
            <a:xfrm>
              <a:off x="5532176" y="259340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5C9B">
                <a:alpha val="100000"/>
              </a:srgbClr>
            </a:solidFill>
            <a:ln w="5420" cap="flat">
              <a:solidFill>
                <a:srgbClr val="395C9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2" name="pg112"/>
            <p:cNvSpPr/>
            <p:nvPr/>
          </p:nvSpPr>
          <p:spPr>
            <a:xfrm>
              <a:off x="5543813" y="259340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5C9B">
                <a:alpha val="100000"/>
              </a:srgbClr>
            </a:solidFill>
            <a:ln w="5420" cap="flat">
              <a:solidFill>
                <a:srgbClr val="395C9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3" name="pg113"/>
            <p:cNvSpPr/>
            <p:nvPr/>
          </p:nvSpPr>
          <p:spPr>
            <a:xfrm>
              <a:off x="5555451" y="259340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5C9A">
                <a:alpha val="100000"/>
              </a:srgbClr>
            </a:solidFill>
            <a:ln w="5420" cap="flat">
              <a:solidFill>
                <a:srgbClr val="395C9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4" name="pg114"/>
            <p:cNvSpPr/>
            <p:nvPr/>
          </p:nvSpPr>
          <p:spPr>
            <a:xfrm>
              <a:off x="5567088" y="259340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5B99">
                <a:alpha val="100000"/>
              </a:srgbClr>
            </a:solidFill>
            <a:ln w="5420" cap="flat">
              <a:solidFill>
                <a:srgbClr val="395B9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5" name="pg115"/>
            <p:cNvSpPr/>
            <p:nvPr/>
          </p:nvSpPr>
          <p:spPr>
            <a:xfrm>
              <a:off x="5578725" y="259340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5B99">
                <a:alpha val="100000"/>
              </a:srgbClr>
            </a:solidFill>
            <a:ln w="5420" cap="flat">
              <a:solidFill>
                <a:srgbClr val="3A5B9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6" name="pg116"/>
            <p:cNvSpPr/>
            <p:nvPr/>
          </p:nvSpPr>
          <p:spPr>
            <a:xfrm>
              <a:off x="5590363" y="259340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5A98">
                <a:alpha val="100000"/>
              </a:srgbClr>
            </a:solidFill>
            <a:ln w="5420" cap="flat">
              <a:solidFill>
                <a:srgbClr val="3A5A9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7" name="pg117"/>
            <p:cNvSpPr/>
            <p:nvPr/>
          </p:nvSpPr>
          <p:spPr>
            <a:xfrm>
              <a:off x="5602000" y="259340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5A98">
                <a:alpha val="100000"/>
              </a:srgbClr>
            </a:solidFill>
            <a:ln w="5420" cap="flat">
              <a:solidFill>
                <a:srgbClr val="3A5A9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8" name="pg118"/>
            <p:cNvSpPr/>
            <p:nvPr/>
          </p:nvSpPr>
          <p:spPr>
            <a:xfrm>
              <a:off x="5613637" y="259340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5A97">
                <a:alpha val="100000"/>
              </a:srgbClr>
            </a:solidFill>
            <a:ln w="5420" cap="flat">
              <a:solidFill>
                <a:srgbClr val="3A5A9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9" name="pg119"/>
            <p:cNvSpPr/>
            <p:nvPr/>
          </p:nvSpPr>
          <p:spPr>
            <a:xfrm>
              <a:off x="5625275" y="259340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5997">
                <a:alpha val="100000"/>
              </a:srgbClr>
            </a:solidFill>
            <a:ln w="5420" cap="flat">
              <a:solidFill>
                <a:srgbClr val="3A599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0" name="pg120"/>
            <p:cNvSpPr/>
            <p:nvPr/>
          </p:nvSpPr>
          <p:spPr>
            <a:xfrm>
              <a:off x="5636912" y="259340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5996">
                <a:alpha val="100000"/>
              </a:srgbClr>
            </a:solidFill>
            <a:ln w="5420" cap="flat">
              <a:solidFill>
                <a:srgbClr val="3A599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1" name="pg121"/>
            <p:cNvSpPr/>
            <p:nvPr/>
          </p:nvSpPr>
          <p:spPr>
            <a:xfrm>
              <a:off x="5648549" y="259340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5996">
                <a:alpha val="100000"/>
              </a:srgbClr>
            </a:solidFill>
            <a:ln w="5420" cap="flat">
              <a:solidFill>
                <a:srgbClr val="3A599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2" name="pg122"/>
            <p:cNvSpPr/>
            <p:nvPr/>
          </p:nvSpPr>
          <p:spPr>
            <a:xfrm>
              <a:off x="5660186" y="259340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5996">
                <a:alpha val="100000"/>
              </a:srgbClr>
            </a:solidFill>
            <a:ln w="5420" cap="flat">
              <a:solidFill>
                <a:srgbClr val="3A599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3" name="pg123"/>
            <p:cNvSpPr/>
            <p:nvPr/>
          </p:nvSpPr>
          <p:spPr>
            <a:xfrm>
              <a:off x="5473989" y="260770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5E9C">
                <a:alpha val="100000"/>
              </a:srgbClr>
            </a:solidFill>
            <a:ln w="5420" cap="flat">
              <a:solidFill>
                <a:srgbClr val="395E9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4" name="pg124"/>
            <p:cNvSpPr/>
            <p:nvPr/>
          </p:nvSpPr>
          <p:spPr>
            <a:xfrm>
              <a:off x="5485627" y="260770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5E9C">
                <a:alpha val="100000"/>
              </a:srgbClr>
            </a:solidFill>
            <a:ln w="5420" cap="flat">
              <a:solidFill>
                <a:srgbClr val="395E9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5" name="pg125"/>
            <p:cNvSpPr/>
            <p:nvPr/>
          </p:nvSpPr>
          <p:spPr>
            <a:xfrm>
              <a:off x="5497264" y="260770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5D9C">
                <a:alpha val="100000"/>
              </a:srgbClr>
            </a:solidFill>
            <a:ln w="5420" cap="flat">
              <a:solidFill>
                <a:srgbClr val="395D9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6" name="pg126"/>
            <p:cNvSpPr/>
            <p:nvPr/>
          </p:nvSpPr>
          <p:spPr>
            <a:xfrm>
              <a:off x="5508901" y="260770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5D9C">
                <a:alpha val="100000"/>
              </a:srgbClr>
            </a:solidFill>
            <a:ln w="5420" cap="flat">
              <a:solidFill>
                <a:srgbClr val="395D9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7" name="pg127"/>
            <p:cNvSpPr/>
            <p:nvPr/>
          </p:nvSpPr>
          <p:spPr>
            <a:xfrm>
              <a:off x="5520539" y="260770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5D9B">
                <a:alpha val="100000"/>
              </a:srgbClr>
            </a:solidFill>
            <a:ln w="5420" cap="flat">
              <a:solidFill>
                <a:srgbClr val="395D9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8" name="pg128"/>
            <p:cNvSpPr/>
            <p:nvPr/>
          </p:nvSpPr>
          <p:spPr>
            <a:xfrm>
              <a:off x="5532176" y="260770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5C9B">
                <a:alpha val="100000"/>
              </a:srgbClr>
            </a:solidFill>
            <a:ln w="5420" cap="flat">
              <a:solidFill>
                <a:srgbClr val="395C9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9" name="pg129"/>
            <p:cNvSpPr/>
            <p:nvPr/>
          </p:nvSpPr>
          <p:spPr>
            <a:xfrm>
              <a:off x="5543813" y="260770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5C9A">
                <a:alpha val="100000"/>
              </a:srgbClr>
            </a:solidFill>
            <a:ln w="5420" cap="flat">
              <a:solidFill>
                <a:srgbClr val="395C9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0" name="pg130"/>
            <p:cNvSpPr/>
            <p:nvPr/>
          </p:nvSpPr>
          <p:spPr>
            <a:xfrm>
              <a:off x="5555451" y="260770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5C9A">
                <a:alpha val="100000"/>
              </a:srgbClr>
            </a:solidFill>
            <a:ln w="5420" cap="flat">
              <a:solidFill>
                <a:srgbClr val="395C9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1" name="pg131"/>
            <p:cNvSpPr/>
            <p:nvPr/>
          </p:nvSpPr>
          <p:spPr>
            <a:xfrm>
              <a:off x="5567088" y="260770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5B99">
                <a:alpha val="100000"/>
              </a:srgbClr>
            </a:solidFill>
            <a:ln w="5420" cap="flat">
              <a:solidFill>
                <a:srgbClr val="3A5B9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2" name="pg132"/>
            <p:cNvSpPr/>
            <p:nvPr/>
          </p:nvSpPr>
          <p:spPr>
            <a:xfrm>
              <a:off x="5578725" y="260770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5A98">
                <a:alpha val="100000"/>
              </a:srgbClr>
            </a:solidFill>
            <a:ln w="5420" cap="flat">
              <a:solidFill>
                <a:srgbClr val="3A5A9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3" name="pg133"/>
            <p:cNvSpPr/>
            <p:nvPr/>
          </p:nvSpPr>
          <p:spPr>
            <a:xfrm>
              <a:off x="5590363" y="260770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5A98">
                <a:alpha val="100000"/>
              </a:srgbClr>
            </a:solidFill>
            <a:ln w="5420" cap="flat">
              <a:solidFill>
                <a:srgbClr val="3A5A9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4" name="pg134"/>
            <p:cNvSpPr/>
            <p:nvPr/>
          </p:nvSpPr>
          <p:spPr>
            <a:xfrm>
              <a:off x="5602000" y="260770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5A97">
                <a:alpha val="100000"/>
              </a:srgbClr>
            </a:solidFill>
            <a:ln w="5420" cap="flat">
              <a:solidFill>
                <a:srgbClr val="3A5A9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5" name="pg135"/>
            <p:cNvSpPr/>
            <p:nvPr/>
          </p:nvSpPr>
          <p:spPr>
            <a:xfrm>
              <a:off x="5613637" y="260770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5997">
                <a:alpha val="100000"/>
              </a:srgbClr>
            </a:solidFill>
            <a:ln w="5420" cap="flat">
              <a:solidFill>
                <a:srgbClr val="3A599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6" name="pg136"/>
            <p:cNvSpPr/>
            <p:nvPr/>
          </p:nvSpPr>
          <p:spPr>
            <a:xfrm>
              <a:off x="5625275" y="260770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5996">
                <a:alpha val="100000"/>
              </a:srgbClr>
            </a:solidFill>
            <a:ln w="5420" cap="flat">
              <a:solidFill>
                <a:srgbClr val="3A599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7" name="pg137"/>
            <p:cNvSpPr/>
            <p:nvPr/>
          </p:nvSpPr>
          <p:spPr>
            <a:xfrm>
              <a:off x="5450715" y="262200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5F9C">
                <a:alpha val="100000"/>
              </a:srgbClr>
            </a:solidFill>
            <a:ln w="5420" cap="flat">
              <a:solidFill>
                <a:srgbClr val="395F9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8" name="pg138"/>
            <p:cNvSpPr/>
            <p:nvPr/>
          </p:nvSpPr>
          <p:spPr>
            <a:xfrm>
              <a:off x="5462352" y="262200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5E9C">
                <a:alpha val="100000"/>
              </a:srgbClr>
            </a:solidFill>
            <a:ln w="5420" cap="flat">
              <a:solidFill>
                <a:srgbClr val="395E9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9" name="pg139"/>
            <p:cNvSpPr/>
            <p:nvPr/>
          </p:nvSpPr>
          <p:spPr>
            <a:xfrm>
              <a:off x="5473989" y="262200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5E9C">
                <a:alpha val="100000"/>
              </a:srgbClr>
            </a:solidFill>
            <a:ln w="5420" cap="flat">
              <a:solidFill>
                <a:srgbClr val="395E9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0" name="pg140"/>
            <p:cNvSpPr/>
            <p:nvPr/>
          </p:nvSpPr>
          <p:spPr>
            <a:xfrm>
              <a:off x="5485627" y="262200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5E9C">
                <a:alpha val="100000"/>
              </a:srgbClr>
            </a:solidFill>
            <a:ln w="5420" cap="flat">
              <a:solidFill>
                <a:srgbClr val="395E9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1" name="pg141"/>
            <p:cNvSpPr/>
            <p:nvPr/>
          </p:nvSpPr>
          <p:spPr>
            <a:xfrm>
              <a:off x="5497264" y="262200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5D9C">
                <a:alpha val="100000"/>
              </a:srgbClr>
            </a:solidFill>
            <a:ln w="5420" cap="flat">
              <a:solidFill>
                <a:srgbClr val="395D9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2" name="pg142"/>
            <p:cNvSpPr/>
            <p:nvPr/>
          </p:nvSpPr>
          <p:spPr>
            <a:xfrm>
              <a:off x="5508901" y="262200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5D9C">
                <a:alpha val="100000"/>
              </a:srgbClr>
            </a:solidFill>
            <a:ln w="5420" cap="flat">
              <a:solidFill>
                <a:srgbClr val="395D9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3" name="pg143"/>
            <p:cNvSpPr/>
            <p:nvPr/>
          </p:nvSpPr>
          <p:spPr>
            <a:xfrm>
              <a:off x="5520539" y="262200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5C9B">
                <a:alpha val="100000"/>
              </a:srgbClr>
            </a:solidFill>
            <a:ln w="5420" cap="flat">
              <a:solidFill>
                <a:srgbClr val="395C9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4" name="pg144"/>
            <p:cNvSpPr/>
            <p:nvPr/>
          </p:nvSpPr>
          <p:spPr>
            <a:xfrm>
              <a:off x="5532176" y="262200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5C9B">
                <a:alpha val="100000"/>
              </a:srgbClr>
            </a:solidFill>
            <a:ln w="5420" cap="flat">
              <a:solidFill>
                <a:srgbClr val="395C9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5" name="pg145"/>
            <p:cNvSpPr/>
            <p:nvPr/>
          </p:nvSpPr>
          <p:spPr>
            <a:xfrm>
              <a:off x="5543813" y="262200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5C9A">
                <a:alpha val="100000"/>
              </a:srgbClr>
            </a:solidFill>
            <a:ln w="5420" cap="flat">
              <a:solidFill>
                <a:srgbClr val="395C9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6" name="pg146"/>
            <p:cNvSpPr/>
            <p:nvPr/>
          </p:nvSpPr>
          <p:spPr>
            <a:xfrm>
              <a:off x="5555451" y="262200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5B9A">
                <a:alpha val="100000"/>
              </a:srgbClr>
            </a:solidFill>
            <a:ln w="5420" cap="flat">
              <a:solidFill>
                <a:srgbClr val="395B9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7" name="pg147"/>
            <p:cNvSpPr/>
            <p:nvPr/>
          </p:nvSpPr>
          <p:spPr>
            <a:xfrm>
              <a:off x="5567088" y="262200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5B99">
                <a:alpha val="100000"/>
              </a:srgbClr>
            </a:solidFill>
            <a:ln w="5420" cap="flat">
              <a:solidFill>
                <a:srgbClr val="3A5B9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8" name="pg148"/>
            <p:cNvSpPr/>
            <p:nvPr/>
          </p:nvSpPr>
          <p:spPr>
            <a:xfrm>
              <a:off x="5578725" y="262200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5A98">
                <a:alpha val="100000"/>
              </a:srgbClr>
            </a:solidFill>
            <a:ln w="5420" cap="flat">
              <a:solidFill>
                <a:srgbClr val="3A5A9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9" name="pg149"/>
            <p:cNvSpPr/>
            <p:nvPr/>
          </p:nvSpPr>
          <p:spPr>
            <a:xfrm>
              <a:off x="5439077" y="263630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5F9D">
                <a:alpha val="100000"/>
              </a:srgbClr>
            </a:solidFill>
            <a:ln w="5420" cap="flat">
              <a:solidFill>
                <a:srgbClr val="395F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0" name="pg150"/>
            <p:cNvSpPr/>
            <p:nvPr/>
          </p:nvSpPr>
          <p:spPr>
            <a:xfrm>
              <a:off x="5450715" y="263630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5F9C">
                <a:alpha val="100000"/>
              </a:srgbClr>
            </a:solidFill>
            <a:ln w="5420" cap="flat">
              <a:solidFill>
                <a:srgbClr val="395F9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1" name="pg151"/>
            <p:cNvSpPr/>
            <p:nvPr/>
          </p:nvSpPr>
          <p:spPr>
            <a:xfrm>
              <a:off x="5462352" y="263630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5E9C">
                <a:alpha val="100000"/>
              </a:srgbClr>
            </a:solidFill>
            <a:ln w="5420" cap="flat">
              <a:solidFill>
                <a:srgbClr val="395E9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2" name="pg152"/>
            <p:cNvSpPr/>
            <p:nvPr/>
          </p:nvSpPr>
          <p:spPr>
            <a:xfrm>
              <a:off x="5473989" y="263630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5E9C">
                <a:alpha val="100000"/>
              </a:srgbClr>
            </a:solidFill>
            <a:ln w="5420" cap="flat">
              <a:solidFill>
                <a:srgbClr val="395E9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3" name="pg153"/>
            <p:cNvSpPr/>
            <p:nvPr/>
          </p:nvSpPr>
          <p:spPr>
            <a:xfrm>
              <a:off x="5485627" y="263630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5D9C">
                <a:alpha val="100000"/>
              </a:srgbClr>
            </a:solidFill>
            <a:ln w="5420" cap="flat">
              <a:solidFill>
                <a:srgbClr val="395D9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4" name="pg154"/>
            <p:cNvSpPr/>
            <p:nvPr/>
          </p:nvSpPr>
          <p:spPr>
            <a:xfrm>
              <a:off x="5497264" y="263630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5D9C">
                <a:alpha val="100000"/>
              </a:srgbClr>
            </a:solidFill>
            <a:ln w="5420" cap="flat">
              <a:solidFill>
                <a:srgbClr val="395D9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5" name="pg155"/>
            <p:cNvSpPr/>
            <p:nvPr/>
          </p:nvSpPr>
          <p:spPr>
            <a:xfrm>
              <a:off x="5508901" y="263630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5D9C">
                <a:alpha val="100000"/>
              </a:srgbClr>
            </a:solidFill>
            <a:ln w="5420" cap="flat">
              <a:solidFill>
                <a:srgbClr val="395D9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6" name="pg156"/>
            <p:cNvSpPr/>
            <p:nvPr/>
          </p:nvSpPr>
          <p:spPr>
            <a:xfrm>
              <a:off x="5520539" y="263630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5C9B">
                <a:alpha val="100000"/>
              </a:srgbClr>
            </a:solidFill>
            <a:ln w="5420" cap="flat">
              <a:solidFill>
                <a:srgbClr val="395C9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7" name="pg157"/>
            <p:cNvSpPr/>
            <p:nvPr/>
          </p:nvSpPr>
          <p:spPr>
            <a:xfrm>
              <a:off x="5532176" y="263630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5C9A">
                <a:alpha val="100000"/>
              </a:srgbClr>
            </a:solidFill>
            <a:ln w="5420" cap="flat">
              <a:solidFill>
                <a:srgbClr val="395C9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8" name="pg158"/>
            <p:cNvSpPr/>
            <p:nvPr/>
          </p:nvSpPr>
          <p:spPr>
            <a:xfrm>
              <a:off x="5543813" y="263630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5B9A">
                <a:alpha val="100000"/>
              </a:srgbClr>
            </a:solidFill>
            <a:ln w="5420" cap="flat">
              <a:solidFill>
                <a:srgbClr val="395B9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9" name="pg159"/>
            <p:cNvSpPr/>
            <p:nvPr/>
          </p:nvSpPr>
          <p:spPr>
            <a:xfrm>
              <a:off x="5555451" y="263630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5B99">
                <a:alpha val="100000"/>
              </a:srgbClr>
            </a:solidFill>
            <a:ln w="5420" cap="flat">
              <a:solidFill>
                <a:srgbClr val="395B9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0" name="pg160"/>
            <p:cNvSpPr/>
            <p:nvPr/>
          </p:nvSpPr>
          <p:spPr>
            <a:xfrm>
              <a:off x="5427440" y="265060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609D">
                <a:alpha val="100000"/>
              </a:srgbClr>
            </a:solidFill>
            <a:ln w="5420" cap="flat">
              <a:solidFill>
                <a:srgbClr val="3960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1" name="pg161"/>
            <p:cNvSpPr/>
            <p:nvPr/>
          </p:nvSpPr>
          <p:spPr>
            <a:xfrm>
              <a:off x="5439077" y="265060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5F9D">
                <a:alpha val="100000"/>
              </a:srgbClr>
            </a:solidFill>
            <a:ln w="5420" cap="flat">
              <a:solidFill>
                <a:srgbClr val="395F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2" name="pg162"/>
            <p:cNvSpPr/>
            <p:nvPr/>
          </p:nvSpPr>
          <p:spPr>
            <a:xfrm>
              <a:off x="5450715" y="265060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5F9C">
                <a:alpha val="100000"/>
              </a:srgbClr>
            </a:solidFill>
            <a:ln w="5420" cap="flat">
              <a:solidFill>
                <a:srgbClr val="395F9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3" name="pg163"/>
            <p:cNvSpPr/>
            <p:nvPr/>
          </p:nvSpPr>
          <p:spPr>
            <a:xfrm>
              <a:off x="5462352" y="265060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5E9C">
                <a:alpha val="100000"/>
              </a:srgbClr>
            </a:solidFill>
            <a:ln w="5420" cap="flat">
              <a:solidFill>
                <a:srgbClr val="395E9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4" name="pg164"/>
            <p:cNvSpPr/>
            <p:nvPr/>
          </p:nvSpPr>
          <p:spPr>
            <a:xfrm>
              <a:off x="5473989" y="265060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5E9C">
                <a:alpha val="100000"/>
              </a:srgbClr>
            </a:solidFill>
            <a:ln w="5420" cap="flat">
              <a:solidFill>
                <a:srgbClr val="395E9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5" name="pg165"/>
            <p:cNvSpPr/>
            <p:nvPr/>
          </p:nvSpPr>
          <p:spPr>
            <a:xfrm>
              <a:off x="5485627" y="265060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5D9C">
                <a:alpha val="100000"/>
              </a:srgbClr>
            </a:solidFill>
            <a:ln w="5420" cap="flat">
              <a:solidFill>
                <a:srgbClr val="395D9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6" name="pg166"/>
            <p:cNvSpPr/>
            <p:nvPr/>
          </p:nvSpPr>
          <p:spPr>
            <a:xfrm>
              <a:off x="5497264" y="265060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5D9C">
                <a:alpha val="100000"/>
              </a:srgbClr>
            </a:solidFill>
            <a:ln w="5420" cap="flat">
              <a:solidFill>
                <a:srgbClr val="395D9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7" name="pg167"/>
            <p:cNvSpPr/>
            <p:nvPr/>
          </p:nvSpPr>
          <p:spPr>
            <a:xfrm>
              <a:off x="5508901" y="265060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5C9B">
                <a:alpha val="100000"/>
              </a:srgbClr>
            </a:solidFill>
            <a:ln w="5420" cap="flat">
              <a:solidFill>
                <a:srgbClr val="395C9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8" name="pg168"/>
            <p:cNvSpPr/>
            <p:nvPr/>
          </p:nvSpPr>
          <p:spPr>
            <a:xfrm>
              <a:off x="5520539" y="265060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5C9B">
                <a:alpha val="100000"/>
              </a:srgbClr>
            </a:solidFill>
            <a:ln w="5420" cap="flat">
              <a:solidFill>
                <a:srgbClr val="395C9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9" name="pg169"/>
            <p:cNvSpPr/>
            <p:nvPr/>
          </p:nvSpPr>
          <p:spPr>
            <a:xfrm>
              <a:off x="5532176" y="265060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5C9A">
                <a:alpha val="100000"/>
              </a:srgbClr>
            </a:solidFill>
            <a:ln w="5420" cap="flat">
              <a:solidFill>
                <a:srgbClr val="395C9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0" name="pg170"/>
            <p:cNvSpPr/>
            <p:nvPr/>
          </p:nvSpPr>
          <p:spPr>
            <a:xfrm>
              <a:off x="5415803" y="266490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609D">
                <a:alpha val="100000"/>
              </a:srgbClr>
            </a:solidFill>
            <a:ln w="5420" cap="flat">
              <a:solidFill>
                <a:srgbClr val="3960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1" name="pg171"/>
            <p:cNvSpPr/>
            <p:nvPr/>
          </p:nvSpPr>
          <p:spPr>
            <a:xfrm>
              <a:off x="5427440" y="266490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609D">
                <a:alpha val="100000"/>
              </a:srgbClr>
            </a:solidFill>
            <a:ln w="5420" cap="flat">
              <a:solidFill>
                <a:srgbClr val="3960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2" name="pg172"/>
            <p:cNvSpPr/>
            <p:nvPr/>
          </p:nvSpPr>
          <p:spPr>
            <a:xfrm>
              <a:off x="5439077" y="266490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5F9D">
                <a:alpha val="100000"/>
              </a:srgbClr>
            </a:solidFill>
            <a:ln w="5420" cap="flat">
              <a:solidFill>
                <a:srgbClr val="395F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3" name="pg173"/>
            <p:cNvSpPr/>
            <p:nvPr/>
          </p:nvSpPr>
          <p:spPr>
            <a:xfrm>
              <a:off x="5450715" y="266490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5E9C">
                <a:alpha val="100000"/>
              </a:srgbClr>
            </a:solidFill>
            <a:ln w="5420" cap="flat">
              <a:solidFill>
                <a:srgbClr val="395E9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4" name="pg174"/>
            <p:cNvSpPr/>
            <p:nvPr/>
          </p:nvSpPr>
          <p:spPr>
            <a:xfrm>
              <a:off x="5462352" y="266490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5E9C">
                <a:alpha val="100000"/>
              </a:srgbClr>
            </a:solidFill>
            <a:ln w="5420" cap="flat">
              <a:solidFill>
                <a:srgbClr val="395E9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5" name="pg175"/>
            <p:cNvSpPr/>
            <p:nvPr/>
          </p:nvSpPr>
          <p:spPr>
            <a:xfrm>
              <a:off x="5473989" y="266490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5E9C">
                <a:alpha val="100000"/>
              </a:srgbClr>
            </a:solidFill>
            <a:ln w="5420" cap="flat">
              <a:solidFill>
                <a:srgbClr val="395E9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6" name="pg176"/>
            <p:cNvSpPr/>
            <p:nvPr/>
          </p:nvSpPr>
          <p:spPr>
            <a:xfrm>
              <a:off x="5485627" y="266490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5D9C">
                <a:alpha val="100000"/>
              </a:srgbClr>
            </a:solidFill>
            <a:ln w="5420" cap="flat">
              <a:solidFill>
                <a:srgbClr val="395D9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7" name="pg177"/>
            <p:cNvSpPr/>
            <p:nvPr/>
          </p:nvSpPr>
          <p:spPr>
            <a:xfrm>
              <a:off x="5497264" y="266490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5D9B">
                <a:alpha val="100000"/>
              </a:srgbClr>
            </a:solidFill>
            <a:ln w="5420" cap="flat">
              <a:solidFill>
                <a:srgbClr val="395D9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8" name="pg178"/>
            <p:cNvSpPr/>
            <p:nvPr/>
          </p:nvSpPr>
          <p:spPr>
            <a:xfrm>
              <a:off x="5508901" y="266490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5C9B">
                <a:alpha val="100000"/>
              </a:srgbClr>
            </a:solidFill>
            <a:ln w="5420" cap="flat">
              <a:solidFill>
                <a:srgbClr val="395C9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9" name="pg179"/>
            <p:cNvSpPr/>
            <p:nvPr/>
          </p:nvSpPr>
          <p:spPr>
            <a:xfrm>
              <a:off x="5380891" y="267921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19D">
                <a:alpha val="100000"/>
              </a:srgbClr>
            </a:solidFill>
            <a:ln w="5420" cap="flat">
              <a:solidFill>
                <a:srgbClr val="3A61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0" name="pg180"/>
            <p:cNvSpPr/>
            <p:nvPr/>
          </p:nvSpPr>
          <p:spPr>
            <a:xfrm>
              <a:off x="5392528" y="267921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19D">
                <a:alpha val="100000"/>
              </a:srgbClr>
            </a:solidFill>
            <a:ln w="5420" cap="flat">
              <a:solidFill>
                <a:srgbClr val="3A61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1" name="pg181"/>
            <p:cNvSpPr/>
            <p:nvPr/>
          </p:nvSpPr>
          <p:spPr>
            <a:xfrm>
              <a:off x="5404165" y="267921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619D">
                <a:alpha val="100000"/>
              </a:srgbClr>
            </a:solidFill>
            <a:ln w="5420" cap="flat">
              <a:solidFill>
                <a:srgbClr val="3961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2" name="pg182"/>
            <p:cNvSpPr/>
            <p:nvPr/>
          </p:nvSpPr>
          <p:spPr>
            <a:xfrm>
              <a:off x="5415803" y="267921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609D">
                <a:alpha val="100000"/>
              </a:srgbClr>
            </a:solidFill>
            <a:ln w="5420" cap="flat">
              <a:solidFill>
                <a:srgbClr val="3960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3" name="pg183"/>
            <p:cNvSpPr/>
            <p:nvPr/>
          </p:nvSpPr>
          <p:spPr>
            <a:xfrm>
              <a:off x="5427440" y="267921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609D">
                <a:alpha val="100000"/>
              </a:srgbClr>
            </a:solidFill>
            <a:ln w="5420" cap="flat">
              <a:solidFill>
                <a:srgbClr val="3960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4" name="pg184"/>
            <p:cNvSpPr/>
            <p:nvPr/>
          </p:nvSpPr>
          <p:spPr>
            <a:xfrm>
              <a:off x="5439077" y="267921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5F9D">
                <a:alpha val="100000"/>
              </a:srgbClr>
            </a:solidFill>
            <a:ln w="5420" cap="flat">
              <a:solidFill>
                <a:srgbClr val="395F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5" name="pg185"/>
            <p:cNvSpPr/>
            <p:nvPr/>
          </p:nvSpPr>
          <p:spPr>
            <a:xfrm>
              <a:off x="5450715" y="267921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5E9C">
                <a:alpha val="100000"/>
              </a:srgbClr>
            </a:solidFill>
            <a:ln w="5420" cap="flat">
              <a:solidFill>
                <a:srgbClr val="395E9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6" name="pg186"/>
            <p:cNvSpPr/>
            <p:nvPr/>
          </p:nvSpPr>
          <p:spPr>
            <a:xfrm>
              <a:off x="5462352" y="267921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5E9C">
                <a:alpha val="100000"/>
              </a:srgbClr>
            </a:solidFill>
            <a:ln w="5420" cap="flat">
              <a:solidFill>
                <a:srgbClr val="395E9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7" name="pg187"/>
            <p:cNvSpPr/>
            <p:nvPr/>
          </p:nvSpPr>
          <p:spPr>
            <a:xfrm>
              <a:off x="5473989" y="267921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5D9C">
                <a:alpha val="100000"/>
              </a:srgbClr>
            </a:solidFill>
            <a:ln w="5420" cap="flat">
              <a:solidFill>
                <a:srgbClr val="395D9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8" name="pg188"/>
            <p:cNvSpPr/>
            <p:nvPr/>
          </p:nvSpPr>
          <p:spPr>
            <a:xfrm>
              <a:off x="5485627" y="267921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5D9C">
                <a:alpha val="100000"/>
              </a:srgbClr>
            </a:solidFill>
            <a:ln w="5420" cap="flat">
              <a:solidFill>
                <a:srgbClr val="395D9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9" name="pg189"/>
            <p:cNvSpPr/>
            <p:nvPr/>
          </p:nvSpPr>
          <p:spPr>
            <a:xfrm>
              <a:off x="5369253" y="269351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29D">
                <a:alpha val="100000"/>
              </a:srgbClr>
            </a:solidFill>
            <a:ln w="5420" cap="flat">
              <a:solidFill>
                <a:srgbClr val="3A62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0" name="pg190"/>
            <p:cNvSpPr/>
            <p:nvPr/>
          </p:nvSpPr>
          <p:spPr>
            <a:xfrm>
              <a:off x="5380891" y="269351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29D">
                <a:alpha val="100000"/>
              </a:srgbClr>
            </a:solidFill>
            <a:ln w="5420" cap="flat">
              <a:solidFill>
                <a:srgbClr val="3A62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1" name="pg191"/>
            <p:cNvSpPr/>
            <p:nvPr/>
          </p:nvSpPr>
          <p:spPr>
            <a:xfrm>
              <a:off x="5392528" y="269351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19D">
                <a:alpha val="100000"/>
              </a:srgbClr>
            </a:solidFill>
            <a:ln w="5420" cap="flat">
              <a:solidFill>
                <a:srgbClr val="3A61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2" name="pg192"/>
            <p:cNvSpPr/>
            <p:nvPr/>
          </p:nvSpPr>
          <p:spPr>
            <a:xfrm>
              <a:off x="5404165" y="269351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619D">
                <a:alpha val="100000"/>
              </a:srgbClr>
            </a:solidFill>
            <a:ln w="5420" cap="flat">
              <a:solidFill>
                <a:srgbClr val="3961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3" name="pg193"/>
            <p:cNvSpPr/>
            <p:nvPr/>
          </p:nvSpPr>
          <p:spPr>
            <a:xfrm>
              <a:off x="5415803" y="269351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609D">
                <a:alpha val="100000"/>
              </a:srgbClr>
            </a:solidFill>
            <a:ln w="5420" cap="flat">
              <a:solidFill>
                <a:srgbClr val="3960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4" name="pg194"/>
            <p:cNvSpPr/>
            <p:nvPr/>
          </p:nvSpPr>
          <p:spPr>
            <a:xfrm>
              <a:off x="5427440" y="269351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609D">
                <a:alpha val="100000"/>
              </a:srgbClr>
            </a:solidFill>
            <a:ln w="5420" cap="flat">
              <a:solidFill>
                <a:srgbClr val="3960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5" name="pg195"/>
            <p:cNvSpPr/>
            <p:nvPr/>
          </p:nvSpPr>
          <p:spPr>
            <a:xfrm>
              <a:off x="5439077" y="269351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5F9D">
                <a:alpha val="100000"/>
              </a:srgbClr>
            </a:solidFill>
            <a:ln w="5420" cap="flat">
              <a:solidFill>
                <a:srgbClr val="395F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6" name="pg196"/>
            <p:cNvSpPr/>
            <p:nvPr/>
          </p:nvSpPr>
          <p:spPr>
            <a:xfrm>
              <a:off x="5450715" y="269351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5E9C">
                <a:alpha val="100000"/>
              </a:srgbClr>
            </a:solidFill>
            <a:ln w="5420" cap="flat">
              <a:solidFill>
                <a:srgbClr val="395E9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7" name="pg197"/>
            <p:cNvSpPr/>
            <p:nvPr/>
          </p:nvSpPr>
          <p:spPr>
            <a:xfrm>
              <a:off x="5462352" y="269351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5E9C">
                <a:alpha val="100000"/>
              </a:srgbClr>
            </a:solidFill>
            <a:ln w="5420" cap="flat">
              <a:solidFill>
                <a:srgbClr val="395E9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8" name="pg198"/>
            <p:cNvSpPr/>
            <p:nvPr/>
          </p:nvSpPr>
          <p:spPr>
            <a:xfrm>
              <a:off x="6311877" y="269351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5996">
                <a:alpha val="100000"/>
              </a:srgbClr>
            </a:solidFill>
            <a:ln w="5420" cap="flat">
              <a:solidFill>
                <a:srgbClr val="3A599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9" name="pg199"/>
            <p:cNvSpPr/>
            <p:nvPr/>
          </p:nvSpPr>
          <p:spPr>
            <a:xfrm>
              <a:off x="5311067" y="270781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49E">
                <a:alpha val="100000"/>
              </a:srgbClr>
            </a:solidFill>
            <a:ln w="5420" cap="flat">
              <a:solidFill>
                <a:srgbClr val="3A64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0" name="pg200"/>
            <p:cNvSpPr/>
            <p:nvPr/>
          </p:nvSpPr>
          <p:spPr>
            <a:xfrm>
              <a:off x="5322704" y="270781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49E">
                <a:alpha val="100000"/>
              </a:srgbClr>
            </a:solidFill>
            <a:ln w="5420" cap="flat">
              <a:solidFill>
                <a:srgbClr val="3A64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1" name="pg201"/>
            <p:cNvSpPr/>
            <p:nvPr/>
          </p:nvSpPr>
          <p:spPr>
            <a:xfrm>
              <a:off x="5334341" y="270781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39E">
                <a:alpha val="100000"/>
              </a:srgbClr>
            </a:solidFill>
            <a:ln w="5420" cap="flat">
              <a:solidFill>
                <a:srgbClr val="3A63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2" name="pg202"/>
            <p:cNvSpPr/>
            <p:nvPr/>
          </p:nvSpPr>
          <p:spPr>
            <a:xfrm>
              <a:off x="5345979" y="270781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39D">
                <a:alpha val="100000"/>
              </a:srgbClr>
            </a:solidFill>
            <a:ln w="5420" cap="flat">
              <a:solidFill>
                <a:srgbClr val="3A63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3" name="pg203"/>
            <p:cNvSpPr/>
            <p:nvPr/>
          </p:nvSpPr>
          <p:spPr>
            <a:xfrm>
              <a:off x="5357616" y="270781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29D">
                <a:alpha val="100000"/>
              </a:srgbClr>
            </a:solidFill>
            <a:ln w="5420" cap="flat">
              <a:solidFill>
                <a:srgbClr val="3A62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4" name="pg204"/>
            <p:cNvSpPr/>
            <p:nvPr/>
          </p:nvSpPr>
          <p:spPr>
            <a:xfrm>
              <a:off x="5369253" y="270781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29D">
                <a:alpha val="100000"/>
              </a:srgbClr>
            </a:solidFill>
            <a:ln w="5420" cap="flat">
              <a:solidFill>
                <a:srgbClr val="3A62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5" name="pg205"/>
            <p:cNvSpPr/>
            <p:nvPr/>
          </p:nvSpPr>
          <p:spPr>
            <a:xfrm>
              <a:off x="5380891" y="270781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29D">
                <a:alpha val="100000"/>
              </a:srgbClr>
            </a:solidFill>
            <a:ln w="5420" cap="flat">
              <a:solidFill>
                <a:srgbClr val="3A62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6" name="pg206"/>
            <p:cNvSpPr/>
            <p:nvPr/>
          </p:nvSpPr>
          <p:spPr>
            <a:xfrm>
              <a:off x="5392528" y="270781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19D">
                <a:alpha val="100000"/>
              </a:srgbClr>
            </a:solidFill>
            <a:ln w="5420" cap="flat">
              <a:solidFill>
                <a:srgbClr val="3A61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7" name="pg207"/>
            <p:cNvSpPr/>
            <p:nvPr/>
          </p:nvSpPr>
          <p:spPr>
            <a:xfrm>
              <a:off x="5404165" y="270781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19D">
                <a:alpha val="100000"/>
              </a:srgbClr>
            </a:solidFill>
            <a:ln w="5420" cap="flat">
              <a:solidFill>
                <a:srgbClr val="3A61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8" name="pg208"/>
            <p:cNvSpPr/>
            <p:nvPr/>
          </p:nvSpPr>
          <p:spPr>
            <a:xfrm>
              <a:off x="5415803" y="270781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609D">
                <a:alpha val="100000"/>
              </a:srgbClr>
            </a:solidFill>
            <a:ln w="5420" cap="flat">
              <a:solidFill>
                <a:srgbClr val="3960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9" name="pg209"/>
            <p:cNvSpPr/>
            <p:nvPr/>
          </p:nvSpPr>
          <p:spPr>
            <a:xfrm>
              <a:off x="5427440" y="270781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609D">
                <a:alpha val="100000"/>
              </a:srgbClr>
            </a:solidFill>
            <a:ln w="5420" cap="flat">
              <a:solidFill>
                <a:srgbClr val="3960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0" name="pg210"/>
            <p:cNvSpPr/>
            <p:nvPr/>
          </p:nvSpPr>
          <p:spPr>
            <a:xfrm>
              <a:off x="5439077" y="270781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5F9D">
                <a:alpha val="100000"/>
              </a:srgbClr>
            </a:solidFill>
            <a:ln w="5420" cap="flat">
              <a:solidFill>
                <a:srgbClr val="395F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1" name="pg211"/>
            <p:cNvSpPr/>
            <p:nvPr/>
          </p:nvSpPr>
          <p:spPr>
            <a:xfrm>
              <a:off x="5450715" y="270781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5E9C">
                <a:alpha val="100000"/>
              </a:srgbClr>
            </a:solidFill>
            <a:ln w="5420" cap="flat">
              <a:solidFill>
                <a:srgbClr val="395E9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2" name="pg212"/>
            <p:cNvSpPr/>
            <p:nvPr/>
          </p:nvSpPr>
          <p:spPr>
            <a:xfrm>
              <a:off x="6276965" y="270781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5895">
                <a:alpha val="100000"/>
              </a:srgbClr>
            </a:solidFill>
            <a:ln w="5420" cap="flat">
              <a:solidFill>
                <a:srgbClr val="3A589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3" name="pg213"/>
            <p:cNvSpPr/>
            <p:nvPr/>
          </p:nvSpPr>
          <p:spPr>
            <a:xfrm>
              <a:off x="6288602" y="270781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5896">
                <a:alpha val="100000"/>
              </a:srgbClr>
            </a:solidFill>
            <a:ln w="5420" cap="flat">
              <a:solidFill>
                <a:srgbClr val="3A589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4" name="pg214"/>
            <p:cNvSpPr/>
            <p:nvPr/>
          </p:nvSpPr>
          <p:spPr>
            <a:xfrm>
              <a:off x="6300240" y="270781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5996">
                <a:alpha val="100000"/>
              </a:srgbClr>
            </a:solidFill>
            <a:ln w="5420" cap="flat">
              <a:solidFill>
                <a:srgbClr val="3A599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5" name="pg215"/>
            <p:cNvSpPr/>
            <p:nvPr/>
          </p:nvSpPr>
          <p:spPr>
            <a:xfrm>
              <a:off x="6311877" y="270781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5996">
                <a:alpha val="100000"/>
              </a:srgbClr>
            </a:solidFill>
            <a:ln w="5420" cap="flat">
              <a:solidFill>
                <a:srgbClr val="3A599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6" name="pg216"/>
            <p:cNvSpPr/>
            <p:nvPr/>
          </p:nvSpPr>
          <p:spPr>
            <a:xfrm>
              <a:off x="6323514" y="270781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5996">
                <a:alpha val="100000"/>
              </a:srgbClr>
            </a:solidFill>
            <a:ln w="5420" cap="flat">
              <a:solidFill>
                <a:srgbClr val="3A599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7" name="pg217"/>
            <p:cNvSpPr/>
            <p:nvPr/>
          </p:nvSpPr>
          <p:spPr>
            <a:xfrm>
              <a:off x="5299429" y="272211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59E">
                <a:alpha val="100000"/>
              </a:srgbClr>
            </a:solidFill>
            <a:ln w="5420" cap="flat">
              <a:solidFill>
                <a:srgbClr val="3A65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8" name="pg218"/>
            <p:cNvSpPr/>
            <p:nvPr/>
          </p:nvSpPr>
          <p:spPr>
            <a:xfrm>
              <a:off x="5311067" y="272211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59E">
                <a:alpha val="100000"/>
              </a:srgbClr>
            </a:solidFill>
            <a:ln w="5420" cap="flat">
              <a:solidFill>
                <a:srgbClr val="3A65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9" name="pg219"/>
            <p:cNvSpPr/>
            <p:nvPr/>
          </p:nvSpPr>
          <p:spPr>
            <a:xfrm>
              <a:off x="5322704" y="272211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49E">
                <a:alpha val="100000"/>
              </a:srgbClr>
            </a:solidFill>
            <a:ln w="5420" cap="flat">
              <a:solidFill>
                <a:srgbClr val="3A64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0" name="pg220"/>
            <p:cNvSpPr/>
            <p:nvPr/>
          </p:nvSpPr>
          <p:spPr>
            <a:xfrm>
              <a:off x="5334341" y="272211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39E">
                <a:alpha val="100000"/>
              </a:srgbClr>
            </a:solidFill>
            <a:ln w="5420" cap="flat">
              <a:solidFill>
                <a:srgbClr val="3A63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1" name="pg221"/>
            <p:cNvSpPr/>
            <p:nvPr/>
          </p:nvSpPr>
          <p:spPr>
            <a:xfrm>
              <a:off x="5345979" y="272211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39D">
                <a:alpha val="100000"/>
              </a:srgbClr>
            </a:solidFill>
            <a:ln w="5420" cap="flat">
              <a:solidFill>
                <a:srgbClr val="3A63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2" name="pg222"/>
            <p:cNvSpPr/>
            <p:nvPr/>
          </p:nvSpPr>
          <p:spPr>
            <a:xfrm>
              <a:off x="5357616" y="272211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39D">
                <a:alpha val="100000"/>
              </a:srgbClr>
            </a:solidFill>
            <a:ln w="5420" cap="flat">
              <a:solidFill>
                <a:srgbClr val="3A63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3" name="pg223"/>
            <p:cNvSpPr/>
            <p:nvPr/>
          </p:nvSpPr>
          <p:spPr>
            <a:xfrm>
              <a:off x="5369253" y="272211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29D">
                <a:alpha val="100000"/>
              </a:srgbClr>
            </a:solidFill>
            <a:ln w="5420" cap="flat">
              <a:solidFill>
                <a:srgbClr val="3A62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4" name="pg224"/>
            <p:cNvSpPr/>
            <p:nvPr/>
          </p:nvSpPr>
          <p:spPr>
            <a:xfrm>
              <a:off x="5380891" y="272211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29D">
                <a:alpha val="100000"/>
              </a:srgbClr>
            </a:solidFill>
            <a:ln w="5420" cap="flat">
              <a:solidFill>
                <a:srgbClr val="3A62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5" name="pg225"/>
            <p:cNvSpPr/>
            <p:nvPr/>
          </p:nvSpPr>
          <p:spPr>
            <a:xfrm>
              <a:off x="5392528" y="272211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19D">
                <a:alpha val="100000"/>
              </a:srgbClr>
            </a:solidFill>
            <a:ln w="5420" cap="flat">
              <a:solidFill>
                <a:srgbClr val="3A61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6" name="pg226"/>
            <p:cNvSpPr/>
            <p:nvPr/>
          </p:nvSpPr>
          <p:spPr>
            <a:xfrm>
              <a:off x="5404165" y="272211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19D">
                <a:alpha val="100000"/>
              </a:srgbClr>
            </a:solidFill>
            <a:ln w="5420" cap="flat">
              <a:solidFill>
                <a:srgbClr val="3A61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7" name="pg227"/>
            <p:cNvSpPr/>
            <p:nvPr/>
          </p:nvSpPr>
          <p:spPr>
            <a:xfrm>
              <a:off x="5415803" y="272211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609D">
                <a:alpha val="100000"/>
              </a:srgbClr>
            </a:solidFill>
            <a:ln w="5420" cap="flat">
              <a:solidFill>
                <a:srgbClr val="3960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8" name="pg228"/>
            <p:cNvSpPr/>
            <p:nvPr/>
          </p:nvSpPr>
          <p:spPr>
            <a:xfrm>
              <a:off x="5427440" y="272211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609D">
                <a:alpha val="100000"/>
              </a:srgbClr>
            </a:solidFill>
            <a:ln w="5420" cap="flat">
              <a:solidFill>
                <a:srgbClr val="3960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9" name="pg229"/>
            <p:cNvSpPr/>
            <p:nvPr/>
          </p:nvSpPr>
          <p:spPr>
            <a:xfrm>
              <a:off x="5439077" y="272211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5F9D">
                <a:alpha val="100000"/>
              </a:srgbClr>
            </a:solidFill>
            <a:ln w="5420" cap="flat">
              <a:solidFill>
                <a:srgbClr val="395F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0" name="pg230"/>
            <p:cNvSpPr/>
            <p:nvPr/>
          </p:nvSpPr>
          <p:spPr>
            <a:xfrm>
              <a:off x="6183866" y="272211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5793">
                <a:alpha val="100000"/>
              </a:srgbClr>
            </a:solidFill>
            <a:ln w="5420" cap="flat">
              <a:solidFill>
                <a:srgbClr val="3A579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1" name="pg231"/>
            <p:cNvSpPr/>
            <p:nvPr/>
          </p:nvSpPr>
          <p:spPr>
            <a:xfrm>
              <a:off x="6195504" y="272211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5793">
                <a:alpha val="100000"/>
              </a:srgbClr>
            </a:solidFill>
            <a:ln w="5420" cap="flat">
              <a:solidFill>
                <a:srgbClr val="3A579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2" name="pg232"/>
            <p:cNvSpPr/>
            <p:nvPr/>
          </p:nvSpPr>
          <p:spPr>
            <a:xfrm>
              <a:off x="6207141" y="272211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5793">
                <a:alpha val="100000"/>
              </a:srgbClr>
            </a:solidFill>
            <a:ln w="5420" cap="flat">
              <a:solidFill>
                <a:srgbClr val="3A579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3" name="pg233"/>
            <p:cNvSpPr/>
            <p:nvPr/>
          </p:nvSpPr>
          <p:spPr>
            <a:xfrm>
              <a:off x="6218778" y="272211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5794">
                <a:alpha val="100000"/>
              </a:srgbClr>
            </a:solidFill>
            <a:ln w="5420" cap="flat">
              <a:solidFill>
                <a:srgbClr val="3A579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4" name="pg234"/>
            <p:cNvSpPr/>
            <p:nvPr/>
          </p:nvSpPr>
          <p:spPr>
            <a:xfrm>
              <a:off x="6253690" y="272211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5894">
                <a:alpha val="100000"/>
              </a:srgbClr>
            </a:solidFill>
            <a:ln w="5420" cap="flat">
              <a:solidFill>
                <a:srgbClr val="3A589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5" name="pg235"/>
            <p:cNvSpPr/>
            <p:nvPr/>
          </p:nvSpPr>
          <p:spPr>
            <a:xfrm>
              <a:off x="6265328" y="272211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5895">
                <a:alpha val="100000"/>
              </a:srgbClr>
            </a:solidFill>
            <a:ln w="5420" cap="flat">
              <a:solidFill>
                <a:srgbClr val="3A589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6" name="pg236"/>
            <p:cNvSpPr/>
            <p:nvPr/>
          </p:nvSpPr>
          <p:spPr>
            <a:xfrm>
              <a:off x="6276965" y="272211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5895">
                <a:alpha val="100000"/>
              </a:srgbClr>
            </a:solidFill>
            <a:ln w="5420" cap="flat">
              <a:solidFill>
                <a:srgbClr val="3A589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7" name="pg237"/>
            <p:cNvSpPr/>
            <p:nvPr/>
          </p:nvSpPr>
          <p:spPr>
            <a:xfrm>
              <a:off x="6288602" y="272211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5895">
                <a:alpha val="100000"/>
              </a:srgbClr>
            </a:solidFill>
            <a:ln w="5420" cap="flat">
              <a:solidFill>
                <a:srgbClr val="3A589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8" name="pg238"/>
            <p:cNvSpPr/>
            <p:nvPr/>
          </p:nvSpPr>
          <p:spPr>
            <a:xfrm>
              <a:off x="6300240" y="272211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5996">
                <a:alpha val="100000"/>
              </a:srgbClr>
            </a:solidFill>
            <a:ln w="5420" cap="flat">
              <a:solidFill>
                <a:srgbClr val="3A599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9" name="pg239"/>
            <p:cNvSpPr/>
            <p:nvPr/>
          </p:nvSpPr>
          <p:spPr>
            <a:xfrm>
              <a:off x="6311877" y="272211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5996">
                <a:alpha val="100000"/>
              </a:srgbClr>
            </a:solidFill>
            <a:ln w="5420" cap="flat">
              <a:solidFill>
                <a:srgbClr val="3A599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0" name="pg240"/>
            <p:cNvSpPr/>
            <p:nvPr/>
          </p:nvSpPr>
          <p:spPr>
            <a:xfrm>
              <a:off x="6323514" y="272211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5996">
                <a:alpha val="100000"/>
              </a:srgbClr>
            </a:solidFill>
            <a:ln w="5420" cap="flat">
              <a:solidFill>
                <a:srgbClr val="3A599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1" name="pg241"/>
            <p:cNvSpPr/>
            <p:nvPr/>
          </p:nvSpPr>
          <p:spPr>
            <a:xfrm>
              <a:off x="6335152" y="272211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5996">
                <a:alpha val="100000"/>
              </a:srgbClr>
            </a:solidFill>
            <a:ln w="5420" cap="flat">
              <a:solidFill>
                <a:srgbClr val="3A599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2" name="pg242"/>
            <p:cNvSpPr/>
            <p:nvPr/>
          </p:nvSpPr>
          <p:spPr>
            <a:xfrm>
              <a:off x="5299429" y="273641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59E">
                <a:alpha val="100000"/>
              </a:srgbClr>
            </a:solidFill>
            <a:ln w="5420" cap="flat">
              <a:solidFill>
                <a:srgbClr val="3A65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3" name="pg243"/>
            <p:cNvSpPr/>
            <p:nvPr/>
          </p:nvSpPr>
          <p:spPr>
            <a:xfrm>
              <a:off x="5311067" y="273641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59E">
                <a:alpha val="100000"/>
              </a:srgbClr>
            </a:solidFill>
            <a:ln w="5420" cap="flat">
              <a:solidFill>
                <a:srgbClr val="3A65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4" name="pg244"/>
            <p:cNvSpPr/>
            <p:nvPr/>
          </p:nvSpPr>
          <p:spPr>
            <a:xfrm>
              <a:off x="5322704" y="273641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49E">
                <a:alpha val="100000"/>
              </a:srgbClr>
            </a:solidFill>
            <a:ln w="5420" cap="flat">
              <a:solidFill>
                <a:srgbClr val="3A64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5" name="pg245"/>
            <p:cNvSpPr/>
            <p:nvPr/>
          </p:nvSpPr>
          <p:spPr>
            <a:xfrm>
              <a:off x="5334341" y="273641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49E">
                <a:alpha val="100000"/>
              </a:srgbClr>
            </a:solidFill>
            <a:ln w="5420" cap="flat">
              <a:solidFill>
                <a:srgbClr val="3A64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6" name="pg246"/>
            <p:cNvSpPr/>
            <p:nvPr/>
          </p:nvSpPr>
          <p:spPr>
            <a:xfrm>
              <a:off x="5345979" y="273641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39D">
                <a:alpha val="100000"/>
              </a:srgbClr>
            </a:solidFill>
            <a:ln w="5420" cap="flat">
              <a:solidFill>
                <a:srgbClr val="3A63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7" name="pg247"/>
            <p:cNvSpPr/>
            <p:nvPr/>
          </p:nvSpPr>
          <p:spPr>
            <a:xfrm>
              <a:off x="5357616" y="273641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39D">
                <a:alpha val="100000"/>
              </a:srgbClr>
            </a:solidFill>
            <a:ln w="5420" cap="flat">
              <a:solidFill>
                <a:srgbClr val="3A63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8" name="pg248"/>
            <p:cNvSpPr/>
            <p:nvPr/>
          </p:nvSpPr>
          <p:spPr>
            <a:xfrm>
              <a:off x="5369253" y="273641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29D">
                <a:alpha val="100000"/>
              </a:srgbClr>
            </a:solidFill>
            <a:ln w="5420" cap="flat">
              <a:solidFill>
                <a:srgbClr val="3A62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9" name="pg249"/>
            <p:cNvSpPr/>
            <p:nvPr/>
          </p:nvSpPr>
          <p:spPr>
            <a:xfrm>
              <a:off x="5380891" y="273641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29D">
                <a:alpha val="100000"/>
              </a:srgbClr>
            </a:solidFill>
            <a:ln w="5420" cap="flat">
              <a:solidFill>
                <a:srgbClr val="3A62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0" name="pg250"/>
            <p:cNvSpPr/>
            <p:nvPr/>
          </p:nvSpPr>
          <p:spPr>
            <a:xfrm>
              <a:off x="5392528" y="273641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19D">
                <a:alpha val="100000"/>
              </a:srgbClr>
            </a:solidFill>
            <a:ln w="5420" cap="flat">
              <a:solidFill>
                <a:srgbClr val="3A61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1" name="pg251"/>
            <p:cNvSpPr/>
            <p:nvPr/>
          </p:nvSpPr>
          <p:spPr>
            <a:xfrm>
              <a:off x="5404165" y="273641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19D">
                <a:alpha val="100000"/>
              </a:srgbClr>
            </a:solidFill>
            <a:ln w="5420" cap="flat">
              <a:solidFill>
                <a:srgbClr val="3A61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2" name="pg252"/>
            <p:cNvSpPr/>
            <p:nvPr/>
          </p:nvSpPr>
          <p:spPr>
            <a:xfrm>
              <a:off x="5415803" y="273641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609D">
                <a:alpha val="100000"/>
              </a:srgbClr>
            </a:solidFill>
            <a:ln w="5420" cap="flat">
              <a:solidFill>
                <a:srgbClr val="3960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3" name="pg253"/>
            <p:cNvSpPr/>
            <p:nvPr/>
          </p:nvSpPr>
          <p:spPr>
            <a:xfrm>
              <a:off x="5427440" y="273641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609D">
                <a:alpha val="100000"/>
              </a:srgbClr>
            </a:solidFill>
            <a:ln w="5420" cap="flat">
              <a:solidFill>
                <a:srgbClr val="3960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4" name="pg254"/>
            <p:cNvSpPr/>
            <p:nvPr/>
          </p:nvSpPr>
          <p:spPr>
            <a:xfrm>
              <a:off x="6172229" y="273641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5692">
                <a:alpha val="100000"/>
              </a:srgbClr>
            </a:solidFill>
            <a:ln w="5420" cap="flat">
              <a:solidFill>
                <a:srgbClr val="3A569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5" name="pg255"/>
            <p:cNvSpPr/>
            <p:nvPr/>
          </p:nvSpPr>
          <p:spPr>
            <a:xfrm>
              <a:off x="6183866" y="273641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5693">
                <a:alpha val="100000"/>
              </a:srgbClr>
            </a:solidFill>
            <a:ln w="5420" cap="flat">
              <a:solidFill>
                <a:srgbClr val="3A569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6" name="pg256"/>
            <p:cNvSpPr/>
            <p:nvPr/>
          </p:nvSpPr>
          <p:spPr>
            <a:xfrm>
              <a:off x="6195504" y="273641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5793">
                <a:alpha val="100000"/>
              </a:srgbClr>
            </a:solidFill>
            <a:ln w="5420" cap="flat">
              <a:solidFill>
                <a:srgbClr val="3A579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7" name="pg257"/>
            <p:cNvSpPr/>
            <p:nvPr/>
          </p:nvSpPr>
          <p:spPr>
            <a:xfrm>
              <a:off x="6207141" y="273641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5793">
                <a:alpha val="100000"/>
              </a:srgbClr>
            </a:solidFill>
            <a:ln w="5420" cap="flat">
              <a:solidFill>
                <a:srgbClr val="3A579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8" name="pg258"/>
            <p:cNvSpPr/>
            <p:nvPr/>
          </p:nvSpPr>
          <p:spPr>
            <a:xfrm>
              <a:off x="6218778" y="273641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5794">
                <a:alpha val="100000"/>
              </a:srgbClr>
            </a:solidFill>
            <a:ln w="5420" cap="flat">
              <a:solidFill>
                <a:srgbClr val="3A579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9" name="pg259"/>
            <p:cNvSpPr/>
            <p:nvPr/>
          </p:nvSpPr>
          <p:spPr>
            <a:xfrm>
              <a:off x="6230416" y="273641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5794">
                <a:alpha val="100000"/>
              </a:srgbClr>
            </a:solidFill>
            <a:ln w="5420" cap="flat">
              <a:solidFill>
                <a:srgbClr val="3A579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0" name="pg260"/>
            <p:cNvSpPr/>
            <p:nvPr/>
          </p:nvSpPr>
          <p:spPr>
            <a:xfrm>
              <a:off x="6242053" y="273641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5894">
                <a:alpha val="100000"/>
              </a:srgbClr>
            </a:solidFill>
            <a:ln w="5420" cap="flat">
              <a:solidFill>
                <a:srgbClr val="3A589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1" name="pg261"/>
            <p:cNvSpPr/>
            <p:nvPr/>
          </p:nvSpPr>
          <p:spPr>
            <a:xfrm>
              <a:off x="6253690" y="273641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5894">
                <a:alpha val="100000"/>
              </a:srgbClr>
            </a:solidFill>
            <a:ln w="5420" cap="flat">
              <a:solidFill>
                <a:srgbClr val="3A589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2" name="pg262"/>
            <p:cNvSpPr/>
            <p:nvPr/>
          </p:nvSpPr>
          <p:spPr>
            <a:xfrm>
              <a:off x="6265328" y="273641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5895">
                <a:alpha val="100000"/>
              </a:srgbClr>
            </a:solidFill>
            <a:ln w="5420" cap="flat">
              <a:solidFill>
                <a:srgbClr val="3A589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3" name="pg263"/>
            <p:cNvSpPr/>
            <p:nvPr/>
          </p:nvSpPr>
          <p:spPr>
            <a:xfrm>
              <a:off x="6276965" y="273641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5895">
                <a:alpha val="100000"/>
              </a:srgbClr>
            </a:solidFill>
            <a:ln w="5420" cap="flat">
              <a:solidFill>
                <a:srgbClr val="3A589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4" name="pg264"/>
            <p:cNvSpPr/>
            <p:nvPr/>
          </p:nvSpPr>
          <p:spPr>
            <a:xfrm>
              <a:off x="6288602" y="273641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5895">
                <a:alpha val="100000"/>
              </a:srgbClr>
            </a:solidFill>
            <a:ln w="5420" cap="flat">
              <a:solidFill>
                <a:srgbClr val="3A589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5" name="pg265"/>
            <p:cNvSpPr/>
            <p:nvPr/>
          </p:nvSpPr>
          <p:spPr>
            <a:xfrm>
              <a:off x="6300240" y="273641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5996">
                <a:alpha val="100000"/>
              </a:srgbClr>
            </a:solidFill>
            <a:ln w="5420" cap="flat">
              <a:solidFill>
                <a:srgbClr val="3A599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6" name="pg266"/>
            <p:cNvSpPr/>
            <p:nvPr/>
          </p:nvSpPr>
          <p:spPr>
            <a:xfrm>
              <a:off x="6311877" y="273641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5996">
                <a:alpha val="100000"/>
              </a:srgbClr>
            </a:solidFill>
            <a:ln w="5420" cap="flat">
              <a:solidFill>
                <a:srgbClr val="3A599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7" name="pg267"/>
            <p:cNvSpPr/>
            <p:nvPr/>
          </p:nvSpPr>
          <p:spPr>
            <a:xfrm>
              <a:off x="6323514" y="273641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5996">
                <a:alpha val="100000"/>
              </a:srgbClr>
            </a:solidFill>
            <a:ln w="5420" cap="flat">
              <a:solidFill>
                <a:srgbClr val="3A599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8" name="pg268"/>
            <p:cNvSpPr/>
            <p:nvPr/>
          </p:nvSpPr>
          <p:spPr>
            <a:xfrm>
              <a:off x="5299429" y="275071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59E">
                <a:alpha val="100000"/>
              </a:srgbClr>
            </a:solidFill>
            <a:ln w="5420" cap="flat">
              <a:solidFill>
                <a:srgbClr val="3A65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9" name="pg269"/>
            <p:cNvSpPr/>
            <p:nvPr/>
          </p:nvSpPr>
          <p:spPr>
            <a:xfrm>
              <a:off x="5311067" y="275071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59E">
                <a:alpha val="100000"/>
              </a:srgbClr>
            </a:solidFill>
            <a:ln w="5420" cap="flat">
              <a:solidFill>
                <a:srgbClr val="3A65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0" name="pg270"/>
            <p:cNvSpPr/>
            <p:nvPr/>
          </p:nvSpPr>
          <p:spPr>
            <a:xfrm>
              <a:off x="5322704" y="275071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59E">
                <a:alpha val="100000"/>
              </a:srgbClr>
            </a:solidFill>
            <a:ln w="5420" cap="flat">
              <a:solidFill>
                <a:srgbClr val="3A65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1" name="pg271"/>
            <p:cNvSpPr/>
            <p:nvPr/>
          </p:nvSpPr>
          <p:spPr>
            <a:xfrm>
              <a:off x="5334341" y="275071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49E">
                <a:alpha val="100000"/>
              </a:srgbClr>
            </a:solidFill>
            <a:ln w="5420" cap="flat">
              <a:solidFill>
                <a:srgbClr val="3A64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2" name="pg272"/>
            <p:cNvSpPr/>
            <p:nvPr/>
          </p:nvSpPr>
          <p:spPr>
            <a:xfrm>
              <a:off x="5345979" y="275071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39E">
                <a:alpha val="100000"/>
              </a:srgbClr>
            </a:solidFill>
            <a:ln w="5420" cap="flat">
              <a:solidFill>
                <a:srgbClr val="3A63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3" name="pg273"/>
            <p:cNvSpPr/>
            <p:nvPr/>
          </p:nvSpPr>
          <p:spPr>
            <a:xfrm>
              <a:off x="5357616" y="275071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39D">
                <a:alpha val="100000"/>
              </a:srgbClr>
            </a:solidFill>
            <a:ln w="5420" cap="flat">
              <a:solidFill>
                <a:srgbClr val="3A63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4" name="pg274"/>
            <p:cNvSpPr/>
            <p:nvPr/>
          </p:nvSpPr>
          <p:spPr>
            <a:xfrm>
              <a:off x="5369253" y="275071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29D">
                <a:alpha val="100000"/>
              </a:srgbClr>
            </a:solidFill>
            <a:ln w="5420" cap="flat">
              <a:solidFill>
                <a:srgbClr val="3A62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5" name="pg275"/>
            <p:cNvSpPr/>
            <p:nvPr/>
          </p:nvSpPr>
          <p:spPr>
            <a:xfrm>
              <a:off x="5380891" y="275071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29D">
                <a:alpha val="100000"/>
              </a:srgbClr>
            </a:solidFill>
            <a:ln w="5420" cap="flat">
              <a:solidFill>
                <a:srgbClr val="3A62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6" name="pg276"/>
            <p:cNvSpPr/>
            <p:nvPr/>
          </p:nvSpPr>
          <p:spPr>
            <a:xfrm>
              <a:off x="5392528" y="275071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19D">
                <a:alpha val="100000"/>
              </a:srgbClr>
            </a:solidFill>
            <a:ln w="5420" cap="flat">
              <a:solidFill>
                <a:srgbClr val="3A61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7" name="pg277"/>
            <p:cNvSpPr/>
            <p:nvPr/>
          </p:nvSpPr>
          <p:spPr>
            <a:xfrm>
              <a:off x="5404165" y="275071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19D">
                <a:alpha val="100000"/>
              </a:srgbClr>
            </a:solidFill>
            <a:ln w="5420" cap="flat">
              <a:solidFill>
                <a:srgbClr val="3A61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8" name="pg278"/>
            <p:cNvSpPr/>
            <p:nvPr/>
          </p:nvSpPr>
          <p:spPr>
            <a:xfrm>
              <a:off x="5415803" y="275071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619D">
                <a:alpha val="100000"/>
              </a:srgbClr>
            </a:solidFill>
            <a:ln w="5420" cap="flat">
              <a:solidFill>
                <a:srgbClr val="3961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9" name="pg279"/>
            <p:cNvSpPr/>
            <p:nvPr/>
          </p:nvSpPr>
          <p:spPr>
            <a:xfrm>
              <a:off x="5427440" y="275071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609D">
                <a:alpha val="100000"/>
              </a:srgbClr>
            </a:solidFill>
            <a:ln w="5420" cap="flat">
              <a:solidFill>
                <a:srgbClr val="3960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0" name="pg280"/>
            <p:cNvSpPr/>
            <p:nvPr/>
          </p:nvSpPr>
          <p:spPr>
            <a:xfrm>
              <a:off x="6079130" y="275071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538E">
                <a:alpha val="100000"/>
              </a:srgbClr>
            </a:solidFill>
            <a:ln w="5420" cap="flat">
              <a:solidFill>
                <a:srgbClr val="3B538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1" name="pg281"/>
            <p:cNvSpPr/>
            <p:nvPr/>
          </p:nvSpPr>
          <p:spPr>
            <a:xfrm>
              <a:off x="6090768" y="275071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538E">
                <a:alpha val="100000"/>
              </a:srgbClr>
            </a:solidFill>
            <a:ln w="5420" cap="flat">
              <a:solidFill>
                <a:srgbClr val="3B538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2" name="pg282"/>
            <p:cNvSpPr/>
            <p:nvPr/>
          </p:nvSpPr>
          <p:spPr>
            <a:xfrm>
              <a:off x="6102405" y="275071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548F">
                <a:alpha val="100000"/>
              </a:srgbClr>
            </a:solidFill>
            <a:ln w="5420" cap="flat">
              <a:solidFill>
                <a:srgbClr val="3B548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3" name="pg283"/>
            <p:cNvSpPr/>
            <p:nvPr/>
          </p:nvSpPr>
          <p:spPr>
            <a:xfrm>
              <a:off x="6114042" y="275071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548F">
                <a:alpha val="100000"/>
              </a:srgbClr>
            </a:solidFill>
            <a:ln w="5420" cap="flat">
              <a:solidFill>
                <a:srgbClr val="3B548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4" name="pg284"/>
            <p:cNvSpPr/>
            <p:nvPr/>
          </p:nvSpPr>
          <p:spPr>
            <a:xfrm>
              <a:off x="6148954" y="275071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5691">
                <a:alpha val="100000"/>
              </a:srgbClr>
            </a:solidFill>
            <a:ln w="5420" cap="flat">
              <a:solidFill>
                <a:srgbClr val="3B569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5" name="pg285"/>
            <p:cNvSpPr/>
            <p:nvPr/>
          </p:nvSpPr>
          <p:spPr>
            <a:xfrm>
              <a:off x="6160592" y="275071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5692">
                <a:alpha val="100000"/>
              </a:srgbClr>
            </a:solidFill>
            <a:ln w="5420" cap="flat">
              <a:solidFill>
                <a:srgbClr val="3A569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6" name="pg286"/>
            <p:cNvSpPr/>
            <p:nvPr/>
          </p:nvSpPr>
          <p:spPr>
            <a:xfrm>
              <a:off x="6172229" y="275071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5692">
                <a:alpha val="100000"/>
              </a:srgbClr>
            </a:solidFill>
            <a:ln w="5420" cap="flat">
              <a:solidFill>
                <a:srgbClr val="3A569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7" name="pg287"/>
            <p:cNvSpPr/>
            <p:nvPr/>
          </p:nvSpPr>
          <p:spPr>
            <a:xfrm>
              <a:off x="6183866" y="275071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5693">
                <a:alpha val="100000"/>
              </a:srgbClr>
            </a:solidFill>
            <a:ln w="5420" cap="flat">
              <a:solidFill>
                <a:srgbClr val="3A569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8" name="pg288"/>
            <p:cNvSpPr/>
            <p:nvPr/>
          </p:nvSpPr>
          <p:spPr>
            <a:xfrm>
              <a:off x="6195504" y="275071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5793">
                <a:alpha val="100000"/>
              </a:srgbClr>
            </a:solidFill>
            <a:ln w="5420" cap="flat">
              <a:solidFill>
                <a:srgbClr val="3A579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9" name="pg289"/>
            <p:cNvSpPr/>
            <p:nvPr/>
          </p:nvSpPr>
          <p:spPr>
            <a:xfrm>
              <a:off x="6207141" y="275071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5793">
                <a:alpha val="100000"/>
              </a:srgbClr>
            </a:solidFill>
            <a:ln w="5420" cap="flat">
              <a:solidFill>
                <a:srgbClr val="3A579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0" name="pg290"/>
            <p:cNvSpPr/>
            <p:nvPr/>
          </p:nvSpPr>
          <p:spPr>
            <a:xfrm>
              <a:off x="6218778" y="275071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5794">
                <a:alpha val="100000"/>
              </a:srgbClr>
            </a:solidFill>
            <a:ln w="5420" cap="flat">
              <a:solidFill>
                <a:srgbClr val="3A579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1" name="pg291"/>
            <p:cNvSpPr/>
            <p:nvPr/>
          </p:nvSpPr>
          <p:spPr>
            <a:xfrm>
              <a:off x="6230416" y="275071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5794">
                <a:alpha val="100000"/>
              </a:srgbClr>
            </a:solidFill>
            <a:ln w="5420" cap="flat">
              <a:solidFill>
                <a:srgbClr val="3A579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2" name="pg292"/>
            <p:cNvSpPr/>
            <p:nvPr/>
          </p:nvSpPr>
          <p:spPr>
            <a:xfrm>
              <a:off x="6242053" y="275071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5794">
                <a:alpha val="100000"/>
              </a:srgbClr>
            </a:solidFill>
            <a:ln w="5420" cap="flat">
              <a:solidFill>
                <a:srgbClr val="3A579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3" name="pg293"/>
            <p:cNvSpPr/>
            <p:nvPr/>
          </p:nvSpPr>
          <p:spPr>
            <a:xfrm>
              <a:off x="6253690" y="275071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5894">
                <a:alpha val="100000"/>
              </a:srgbClr>
            </a:solidFill>
            <a:ln w="5420" cap="flat">
              <a:solidFill>
                <a:srgbClr val="3A589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4" name="pg294"/>
            <p:cNvSpPr/>
            <p:nvPr/>
          </p:nvSpPr>
          <p:spPr>
            <a:xfrm>
              <a:off x="6265328" y="275071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5895">
                <a:alpha val="100000"/>
              </a:srgbClr>
            </a:solidFill>
            <a:ln w="5420" cap="flat">
              <a:solidFill>
                <a:srgbClr val="3A589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5" name="pg295"/>
            <p:cNvSpPr/>
            <p:nvPr/>
          </p:nvSpPr>
          <p:spPr>
            <a:xfrm>
              <a:off x="6276965" y="275071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5895">
                <a:alpha val="100000"/>
              </a:srgbClr>
            </a:solidFill>
            <a:ln w="5420" cap="flat">
              <a:solidFill>
                <a:srgbClr val="3A589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6" name="pg296"/>
            <p:cNvSpPr/>
            <p:nvPr/>
          </p:nvSpPr>
          <p:spPr>
            <a:xfrm>
              <a:off x="6288602" y="275071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5895">
                <a:alpha val="100000"/>
              </a:srgbClr>
            </a:solidFill>
            <a:ln w="5420" cap="flat">
              <a:solidFill>
                <a:srgbClr val="3A589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7" name="pg297"/>
            <p:cNvSpPr/>
            <p:nvPr/>
          </p:nvSpPr>
          <p:spPr>
            <a:xfrm>
              <a:off x="6300240" y="275071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5896">
                <a:alpha val="100000"/>
              </a:srgbClr>
            </a:solidFill>
            <a:ln w="5420" cap="flat">
              <a:solidFill>
                <a:srgbClr val="3A589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8" name="pg298"/>
            <p:cNvSpPr/>
            <p:nvPr/>
          </p:nvSpPr>
          <p:spPr>
            <a:xfrm>
              <a:off x="6311877" y="275071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5996">
                <a:alpha val="100000"/>
              </a:srgbClr>
            </a:solidFill>
            <a:ln w="5420" cap="flat">
              <a:solidFill>
                <a:srgbClr val="3A599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9" name="pg299"/>
            <p:cNvSpPr/>
            <p:nvPr/>
          </p:nvSpPr>
          <p:spPr>
            <a:xfrm>
              <a:off x="6323514" y="275071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5996">
                <a:alpha val="100000"/>
              </a:srgbClr>
            </a:solidFill>
            <a:ln w="5420" cap="flat">
              <a:solidFill>
                <a:srgbClr val="3A599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0" name="pg300"/>
            <p:cNvSpPr/>
            <p:nvPr/>
          </p:nvSpPr>
          <p:spPr>
            <a:xfrm>
              <a:off x="5287792" y="276501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69E">
                <a:alpha val="100000"/>
              </a:srgbClr>
            </a:solidFill>
            <a:ln w="5420" cap="flat">
              <a:solidFill>
                <a:srgbClr val="3A66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1" name="pg301"/>
            <p:cNvSpPr/>
            <p:nvPr/>
          </p:nvSpPr>
          <p:spPr>
            <a:xfrm>
              <a:off x="5299429" y="276501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69E">
                <a:alpha val="100000"/>
              </a:srgbClr>
            </a:solidFill>
            <a:ln w="5420" cap="flat">
              <a:solidFill>
                <a:srgbClr val="3A66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2" name="pg302"/>
            <p:cNvSpPr/>
            <p:nvPr/>
          </p:nvSpPr>
          <p:spPr>
            <a:xfrm>
              <a:off x="5311067" y="276501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59E">
                <a:alpha val="100000"/>
              </a:srgbClr>
            </a:solidFill>
            <a:ln w="5420" cap="flat">
              <a:solidFill>
                <a:srgbClr val="3A65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3" name="pg303"/>
            <p:cNvSpPr/>
            <p:nvPr/>
          </p:nvSpPr>
          <p:spPr>
            <a:xfrm>
              <a:off x="5322704" y="276501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59E">
                <a:alpha val="100000"/>
              </a:srgbClr>
            </a:solidFill>
            <a:ln w="5420" cap="flat">
              <a:solidFill>
                <a:srgbClr val="3A65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4" name="pg304"/>
            <p:cNvSpPr/>
            <p:nvPr/>
          </p:nvSpPr>
          <p:spPr>
            <a:xfrm>
              <a:off x="5334341" y="276501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49E">
                <a:alpha val="100000"/>
              </a:srgbClr>
            </a:solidFill>
            <a:ln w="5420" cap="flat">
              <a:solidFill>
                <a:srgbClr val="3A64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5" name="pg305"/>
            <p:cNvSpPr/>
            <p:nvPr/>
          </p:nvSpPr>
          <p:spPr>
            <a:xfrm>
              <a:off x="5345979" y="276501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39E">
                <a:alpha val="100000"/>
              </a:srgbClr>
            </a:solidFill>
            <a:ln w="5420" cap="flat">
              <a:solidFill>
                <a:srgbClr val="3A63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6" name="pg306"/>
            <p:cNvSpPr/>
            <p:nvPr/>
          </p:nvSpPr>
          <p:spPr>
            <a:xfrm>
              <a:off x="5357616" y="276501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39D">
                <a:alpha val="100000"/>
              </a:srgbClr>
            </a:solidFill>
            <a:ln w="5420" cap="flat">
              <a:solidFill>
                <a:srgbClr val="3A63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7" name="pg307"/>
            <p:cNvSpPr/>
            <p:nvPr/>
          </p:nvSpPr>
          <p:spPr>
            <a:xfrm>
              <a:off x="5369253" y="276501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39D">
                <a:alpha val="100000"/>
              </a:srgbClr>
            </a:solidFill>
            <a:ln w="5420" cap="flat">
              <a:solidFill>
                <a:srgbClr val="3A63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8" name="pg308"/>
            <p:cNvSpPr/>
            <p:nvPr/>
          </p:nvSpPr>
          <p:spPr>
            <a:xfrm>
              <a:off x="5380891" y="276501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29D">
                <a:alpha val="100000"/>
              </a:srgbClr>
            </a:solidFill>
            <a:ln w="5420" cap="flat">
              <a:solidFill>
                <a:srgbClr val="3A62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9" name="pg309"/>
            <p:cNvSpPr/>
            <p:nvPr/>
          </p:nvSpPr>
          <p:spPr>
            <a:xfrm>
              <a:off x="5392528" y="276501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29D">
                <a:alpha val="100000"/>
              </a:srgbClr>
            </a:solidFill>
            <a:ln w="5420" cap="flat">
              <a:solidFill>
                <a:srgbClr val="3A62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0" name="pg310"/>
            <p:cNvSpPr/>
            <p:nvPr/>
          </p:nvSpPr>
          <p:spPr>
            <a:xfrm>
              <a:off x="5404165" y="276501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19D">
                <a:alpha val="100000"/>
              </a:srgbClr>
            </a:solidFill>
            <a:ln w="5420" cap="flat">
              <a:solidFill>
                <a:srgbClr val="3A61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1" name="pg311"/>
            <p:cNvSpPr/>
            <p:nvPr/>
          </p:nvSpPr>
          <p:spPr>
            <a:xfrm>
              <a:off x="5415803" y="276501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619D">
                <a:alpha val="100000"/>
              </a:srgbClr>
            </a:solidFill>
            <a:ln w="5420" cap="flat">
              <a:solidFill>
                <a:srgbClr val="3961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2" name="pg312"/>
            <p:cNvSpPr/>
            <p:nvPr/>
          </p:nvSpPr>
          <p:spPr>
            <a:xfrm>
              <a:off x="6067493" y="276501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528D">
                <a:alpha val="100000"/>
              </a:srgbClr>
            </a:solidFill>
            <a:ln w="5420" cap="flat">
              <a:solidFill>
                <a:srgbClr val="3B528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3" name="pg313"/>
            <p:cNvSpPr/>
            <p:nvPr/>
          </p:nvSpPr>
          <p:spPr>
            <a:xfrm>
              <a:off x="6079130" y="276501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538D">
                <a:alpha val="100000"/>
              </a:srgbClr>
            </a:solidFill>
            <a:ln w="5420" cap="flat">
              <a:solidFill>
                <a:srgbClr val="3B538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4" name="pg314"/>
            <p:cNvSpPr/>
            <p:nvPr/>
          </p:nvSpPr>
          <p:spPr>
            <a:xfrm>
              <a:off x="6090768" y="276501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538E">
                <a:alpha val="100000"/>
              </a:srgbClr>
            </a:solidFill>
            <a:ln w="5420" cap="flat">
              <a:solidFill>
                <a:srgbClr val="3B538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5" name="pg315"/>
            <p:cNvSpPr/>
            <p:nvPr/>
          </p:nvSpPr>
          <p:spPr>
            <a:xfrm>
              <a:off x="6102405" y="276501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548F">
                <a:alpha val="100000"/>
              </a:srgbClr>
            </a:solidFill>
            <a:ln w="5420" cap="flat">
              <a:solidFill>
                <a:srgbClr val="3B548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6" name="pg316"/>
            <p:cNvSpPr/>
            <p:nvPr/>
          </p:nvSpPr>
          <p:spPr>
            <a:xfrm>
              <a:off x="6114042" y="276501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548F">
                <a:alpha val="100000"/>
              </a:srgbClr>
            </a:solidFill>
            <a:ln w="5420" cap="flat">
              <a:solidFill>
                <a:srgbClr val="3B548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7" name="pg317"/>
            <p:cNvSpPr/>
            <p:nvPr/>
          </p:nvSpPr>
          <p:spPr>
            <a:xfrm>
              <a:off x="6125680" y="276501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5490">
                <a:alpha val="100000"/>
              </a:srgbClr>
            </a:solidFill>
            <a:ln w="5420" cap="flat">
              <a:solidFill>
                <a:srgbClr val="3B549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8" name="pg318"/>
            <p:cNvSpPr/>
            <p:nvPr/>
          </p:nvSpPr>
          <p:spPr>
            <a:xfrm>
              <a:off x="6137317" y="276501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5590">
                <a:alpha val="100000"/>
              </a:srgbClr>
            </a:solidFill>
            <a:ln w="5420" cap="flat">
              <a:solidFill>
                <a:srgbClr val="3B559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9" name="pg319"/>
            <p:cNvSpPr/>
            <p:nvPr/>
          </p:nvSpPr>
          <p:spPr>
            <a:xfrm>
              <a:off x="6148954" y="276501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5691">
                <a:alpha val="100000"/>
              </a:srgbClr>
            </a:solidFill>
            <a:ln w="5420" cap="flat">
              <a:solidFill>
                <a:srgbClr val="3B569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0" name="pg320"/>
            <p:cNvSpPr/>
            <p:nvPr/>
          </p:nvSpPr>
          <p:spPr>
            <a:xfrm>
              <a:off x="6160592" y="276501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5692">
                <a:alpha val="100000"/>
              </a:srgbClr>
            </a:solidFill>
            <a:ln w="5420" cap="flat">
              <a:solidFill>
                <a:srgbClr val="3B569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1" name="pg321"/>
            <p:cNvSpPr/>
            <p:nvPr/>
          </p:nvSpPr>
          <p:spPr>
            <a:xfrm>
              <a:off x="6172229" y="276501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5692">
                <a:alpha val="100000"/>
              </a:srgbClr>
            </a:solidFill>
            <a:ln w="5420" cap="flat">
              <a:solidFill>
                <a:srgbClr val="3A569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2" name="pg322"/>
            <p:cNvSpPr/>
            <p:nvPr/>
          </p:nvSpPr>
          <p:spPr>
            <a:xfrm>
              <a:off x="6183866" y="276501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5693">
                <a:alpha val="100000"/>
              </a:srgbClr>
            </a:solidFill>
            <a:ln w="5420" cap="flat">
              <a:solidFill>
                <a:srgbClr val="3A569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3" name="pg323"/>
            <p:cNvSpPr/>
            <p:nvPr/>
          </p:nvSpPr>
          <p:spPr>
            <a:xfrm>
              <a:off x="6195504" y="276501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5793">
                <a:alpha val="100000"/>
              </a:srgbClr>
            </a:solidFill>
            <a:ln w="5420" cap="flat">
              <a:solidFill>
                <a:srgbClr val="3A579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4" name="pg324"/>
            <p:cNvSpPr/>
            <p:nvPr/>
          </p:nvSpPr>
          <p:spPr>
            <a:xfrm>
              <a:off x="6207141" y="276501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5793">
                <a:alpha val="100000"/>
              </a:srgbClr>
            </a:solidFill>
            <a:ln w="5420" cap="flat">
              <a:solidFill>
                <a:srgbClr val="3A579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5" name="pg325"/>
            <p:cNvSpPr/>
            <p:nvPr/>
          </p:nvSpPr>
          <p:spPr>
            <a:xfrm>
              <a:off x="6218778" y="276501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5794">
                <a:alpha val="100000"/>
              </a:srgbClr>
            </a:solidFill>
            <a:ln w="5420" cap="flat">
              <a:solidFill>
                <a:srgbClr val="3A579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6" name="pg326"/>
            <p:cNvSpPr/>
            <p:nvPr/>
          </p:nvSpPr>
          <p:spPr>
            <a:xfrm>
              <a:off x="6230416" y="276501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5794">
                <a:alpha val="100000"/>
              </a:srgbClr>
            </a:solidFill>
            <a:ln w="5420" cap="flat">
              <a:solidFill>
                <a:srgbClr val="3A579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7" name="pg327"/>
            <p:cNvSpPr/>
            <p:nvPr/>
          </p:nvSpPr>
          <p:spPr>
            <a:xfrm>
              <a:off x="6242053" y="276501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5794">
                <a:alpha val="100000"/>
              </a:srgbClr>
            </a:solidFill>
            <a:ln w="5420" cap="flat">
              <a:solidFill>
                <a:srgbClr val="3A579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8" name="pg328"/>
            <p:cNvSpPr/>
            <p:nvPr/>
          </p:nvSpPr>
          <p:spPr>
            <a:xfrm>
              <a:off x="6253690" y="276501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5894">
                <a:alpha val="100000"/>
              </a:srgbClr>
            </a:solidFill>
            <a:ln w="5420" cap="flat">
              <a:solidFill>
                <a:srgbClr val="3A589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9" name="pg329"/>
            <p:cNvSpPr/>
            <p:nvPr/>
          </p:nvSpPr>
          <p:spPr>
            <a:xfrm>
              <a:off x="6265328" y="276501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5895">
                <a:alpha val="100000"/>
              </a:srgbClr>
            </a:solidFill>
            <a:ln w="5420" cap="flat">
              <a:solidFill>
                <a:srgbClr val="3A589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0" name="pg330"/>
            <p:cNvSpPr/>
            <p:nvPr/>
          </p:nvSpPr>
          <p:spPr>
            <a:xfrm>
              <a:off x="6276965" y="276501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5895">
                <a:alpha val="100000"/>
              </a:srgbClr>
            </a:solidFill>
            <a:ln w="5420" cap="flat">
              <a:solidFill>
                <a:srgbClr val="3A589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1" name="pg331"/>
            <p:cNvSpPr/>
            <p:nvPr/>
          </p:nvSpPr>
          <p:spPr>
            <a:xfrm>
              <a:off x="6288602" y="276501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5895">
                <a:alpha val="100000"/>
              </a:srgbClr>
            </a:solidFill>
            <a:ln w="5420" cap="flat">
              <a:solidFill>
                <a:srgbClr val="3A589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2" name="pg332"/>
            <p:cNvSpPr/>
            <p:nvPr/>
          </p:nvSpPr>
          <p:spPr>
            <a:xfrm>
              <a:off x="6300240" y="276501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5895">
                <a:alpha val="100000"/>
              </a:srgbClr>
            </a:solidFill>
            <a:ln w="5420" cap="flat">
              <a:solidFill>
                <a:srgbClr val="3A589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3" name="pg333"/>
            <p:cNvSpPr/>
            <p:nvPr/>
          </p:nvSpPr>
          <p:spPr>
            <a:xfrm>
              <a:off x="6311877" y="276501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5996">
                <a:alpha val="100000"/>
              </a:srgbClr>
            </a:solidFill>
            <a:ln w="5420" cap="flat">
              <a:solidFill>
                <a:srgbClr val="3A599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4" name="pg334"/>
            <p:cNvSpPr/>
            <p:nvPr/>
          </p:nvSpPr>
          <p:spPr>
            <a:xfrm>
              <a:off x="6323514" y="276501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5996">
                <a:alpha val="100000"/>
              </a:srgbClr>
            </a:solidFill>
            <a:ln w="5420" cap="flat">
              <a:solidFill>
                <a:srgbClr val="3A599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5" name="pg335"/>
            <p:cNvSpPr/>
            <p:nvPr/>
          </p:nvSpPr>
          <p:spPr>
            <a:xfrm>
              <a:off x="5264517" y="277931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79E">
                <a:alpha val="100000"/>
              </a:srgbClr>
            </a:solidFill>
            <a:ln w="5420" cap="flat">
              <a:solidFill>
                <a:srgbClr val="3A67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6" name="pg336"/>
            <p:cNvSpPr/>
            <p:nvPr/>
          </p:nvSpPr>
          <p:spPr>
            <a:xfrm>
              <a:off x="5276155" y="277931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79E">
                <a:alpha val="100000"/>
              </a:srgbClr>
            </a:solidFill>
            <a:ln w="5420" cap="flat">
              <a:solidFill>
                <a:srgbClr val="3A67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7" name="pg337"/>
            <p:cNvSpPr/>
            <p:nvPr/>
          </p:nvSpPr>
          <p:spPr>
            <a:xfrm>
              <a:off x="5287792" y="277931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69E">
                <a:alpha val="100000"/>
              </a:srgbClr>
            </a:solidFill>
            <a:ln w="5420" cap="flat">
              <a:solidFill>
                <a:srgbClr val="3A66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8" name="pg338"/>
            <p:cNvSpPr/>
            <p:nvPr/>
          </p:nvSpPr>
          <p:spPr>
            <a:xfrm>
              <a:off x="5299429" y="277931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69E">
                <a:alpha val="100000"/>
              </a:srgbClr>
            </a:solidFill>
            <a:ln w="5420" cap="flat">
              <a:solidFill>
                <a:srgbClr val="3A66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9" name="pg339"/>
            <p:cNvSpPr/>
            <p:nvPr/>
          </p:nvSpPr>
          <p:spPr>
            <a:xfrm>
              <a:off x="5311067" y="277931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59E">
                <a:alpha val="100000"/>
              </a:srgbClr>
            </a:solidFill>
            <a:ln w="5420" cap="flat">
              <a:solidFill>
                <a:srgbClr val="3A65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0" name="pg340"/>
            <p:cNvSpPr/>
            <p:nvPr/>
          </p:nvSpPr>
          <p:spPr>
            <a:xfrm>
              <a:off x="5322704" y="277931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59E">
                <a:alpha val="100000"/>
              </a:srgbClr>
            </a:solidFill>
            <a:ln w="5420" cap="flat">
              <a:solidFill>
                <a:srgbClr val="3A65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1" name="pg341"/>
            <p:cNvSpPr/>
            <p:nvPr/>
          </p:nvSpPr>
          <p:spPr>
            <a:xfrm>
              <a:off x="5334341" y="277931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49E">
                <a:alpha val="100000"/>
              </a:srgbClr>
            </a:solidFill>
            <a:ln w="5420" cap="flat">
              <a:solidFill>
                <a:srgbClr val="3A64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2" name="pg342"/>
            <p:cNvSpPr/>
            <p:nvPr/>
          </p:nvSpPr>
          <p:spPr>
            <a:xfrm>
              <a:off x="5345979" y="277931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49E">
                <a:alpha val="100000"/>
              </a:srgbClr>
            </a:solidFill>
            <a:ln w="5420" cap="flat">
              <a:solidFill>
                <a:srgbClr val="3A64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3" name="pg343"/>
            <p:cNvSpPr/>
            <p:nvPr/>
          </p:nvSpPr>
          <p:spPr>
            <a:xfrm>
              <a:off x="5357616" y="277931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39D">
                <a:alpha val="100000"/>
              </a:srgbClr>
            </a:solidFill>
            <a:ln w="5420" cap="flat">
              <a:solidFill>
                <a:srgbClr val="3A63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4" name="pg344"/>
            <p:cNvSpPr/>
            <p:nvPr/>
          </p:nvSpPr>
          <p:spPr>
            <a:xfrm>
              <a:off x="5369253" y="277931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39D">
                <a:alpha val="100000"/>
              </a:srgbClr>
            </a:solidFill>
            <a:ln w="5420" cap="flat">
              <a:solidFill>
                <a:srgbClr val="3A63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5" name="pg345"/>
            <p:cNvSpPr/>
            <p:nvPr/>
          </p:nvSpPr>
          <p:spPr>
            <a:xfrm>
              <a:off x="5380891" y="277931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29D">
                <a:alpha val="100000"/>
              </a:srgbClr>
            </a:solidFill>
            <a:ln w="5420" cap="flat">
              <a:solidFill>
                <a:srgbClr val="3A62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6" name="pg346"/>
            <p:cNvSpPr/>
            <p:nvPr/>
          </p:nvSpPr>
          <p:spPr>
            <a:xfrm>
              <a:off x="6067493" y="277931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528C">
                <a:alpha val="100000"/>
              </a:srgbClr>
            </a:solidFill>
            <a:ln w="5420" cap="flat">
              <a:solidFill>
                <a:srgbClr val="3B528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7" name="pg347"/>
            <p:cNvSpPr/>
            <p:nvPr/>
          </p:nvSpPr>
          <p:spPr>
            <a:xfrm>
              <a:off x="6079130" y="277931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538D">
                <a:alpha val="100000"/>
              </a:srgbClr>
            </a:solidFill>
            <a:ln w="5420" cap="flat">
              <a:solidFill>
                <a:srgbClr val="3B538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8" name="pg348"/>
            <p:cNvSpPr/>
            <p:nvPr/>
          </p:nvSpPr>
          <p:spPr>
            <a:xfrm>
              <a:off x="6090768" y="277931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538E">
                <a:alpha val="100000"/>
              </a:srgbClr>
            </a:solidFill>
            <a:ln w="5420" cap="flat">
              <a:solidFill>
                <a:srgbClr val="3B538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9" name="pg349"/>
            <p:cNvSpPr/>
            <p:nvPr/>
          </p:nvSpPr>
          <p:spPr>
            <a:xfrm>
              <a:off x="6102405" y="277931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548E">
                <a:alpha val="100000"/>
              </a:srgbClr>
            </a:solidFill>
            <a:ln w="5420" cap="flat">
              <a:solidFill>
                <a:srgbClr val="3B548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0" name="pg350"/>
            <p:cNvSpPr/>
            <p:nvPr/>
          </p:nvSpPr>
          <p:spPr>
            <a:xfrm>
              <a:off x="6114042" y="277931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548F">
                <a:alpha val="100000"/>
              </a:srgbClr>
            </a:solidFill>
            <a:ln w="5420" cap="flat">
              <a:solidFill>
                <a:srgbClr val="3B548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1" name="pg351"/>
            <p:cNvSpPr/>
            <p:nvPr/>
          </p:nvSpPr>
          <p:spPr>
            <a:xfrm>
              <a:off x="6125680" y="277931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5490">
                <a:alpha val="100000"/>
              </a:srgbClr>
            </a:solidFill>
            <a:ln w="5420" cap="flat">
              <a:solidFill>
                <a:srgbClr val="3B549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2" name="pg352"/>
            <p:cNvSpPr/>
            <p:nvPr/>
          </p:nvSpPr>
          <p:spPr>
            <a:xfrm>
              <a:off x="6137317" y="277931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5590">
                <a:alpha val="100000"/>
              </a:srgbClr>
            </a:solidFill>
            <a:ln w="5420" cap="flat">
              <a:solidFill>
                <a:srgbClr val="3B559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3" name="pg353"/>
            <p:cNvSpPr/>
            <p:nvPr/>
          </p:nvSpPr>
          <p:spPr>
            <a:xfrm>
              <a:off x="6148954" y="277931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5691">
                <a:alpha val="100000"/>
              </a:srgbClr>
            </a:solidFill>
            <a:ln w="5420" cap="flat">
              <a:solidFill>
                <a:srgbClr val="3B569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4" name="pg354"/>
            <p:cNvSpPr/>
            <p:nvPr/>
          </p:nvSpPr>
          <p:spPr>
            <a:xfrm>
              <a:off x="6160592" y="277931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5692">
                <a:alpha val="100000"/>
              </a:srgbClr>
            </a:solidFill>
            <a:ln w="5420" cap="flat">
              <a:solidFill>
                <a:srgbClr val="3B569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5" name="pg355"/>
            <p:cNvSpPr/>
            <p:nvPr/>
          </p:nvSpPr>
          <p:spPr>
            <a:xfrm>
              <a:off x="6172229" y="277931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5692">
                <a:alpha val="100000"/>
              </a:srgbClr>
            </a:solidFill>
            <a:ln w="5420" cap="flat">
              <a:solidFill>
                <a:srgbClr val="3A569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6" name="pg356"/>
            <p:cNvSpPr/>
            <p:nvPr/>
          </p:nvSpPr>
          <p:spPr>
            <a:xfrm>
              <a:off x="6183866" y="277931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5693">
                <a:alpha val="100000"/>
              </a:srgbClr>
            </a:solidFill>
            <a:ln w="5420" cap="flat">
              <a:solidFill>
                <a:srgbClr val="3A569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7" name="pg357"/>
            <p:cNvSpPr/>
            <p:nvPr/>
          </p:nvSpPr>
          <p:spPr>
            <a:xfrm>
              <a:off x="6195504" y="277931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5793">
                <a:alpha val="100000"/>
              </a:srgbClr>
            </a:solidFill>
            <a:ln w="5420" cap="flat">
              <a:solidFill>
                <a:srgbClr val="3A579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8" name="pg358"/>
            <p:cNvSpPr/>
            <p:nvPr/>
          </p:nvSpPr>
          <p:spPr>
            <a:xfrm>
              <a:off x="6207141" y="277931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5793">
                <a:alpha val="100000"/>
              </a:srgbClr>
            </a:solidFill>
            <a:ln w="5420" cap="flat">
              <a:solidFill>
                <a:srgbClr val="3A579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9" name="pg359"/>
            <p:cNvSpPr/>
            <p:nvPr/>
          </p:nvSpPr>
          <p:spPr>
            <a:xfrm>
              <a:off x="6218778" y="277931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5794">
                <a:alpha val="100000"/>
              </a:srgbClr>
            </a:solidFill>
            <a:ln w="5420" cap="flat">
              <a:solidFill>
                <a:srgbClr val="3A579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0" name="pg360"/>
            <p:cNvSpPr/>
            <p:nvPr/>
          </p:nvSpPr>
          <p:spPr>
            <a:xfrm>
              <a:off x="6230416" y="277931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5794">
                <a:alpha val="100000"/>
              </a:srgbClr>
            </a:solidFill>
            <a:ln w="5420" cap="flat">
              <a:solidFill>
                <a:srgbClr val="3A579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1" name="pg361"/>
            <p:cNvSpPr/>
            <p:nvPr/>
          </p:nvSpPr>
          <p:spPr>
            <a:xfrm>
              <a:off x="6242053" y="277931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5794">
                <a:alpha val="100000"/>
              </a:srgbClr>
            </a:solidFill>
            <a:ln w="5420" cap="flat">
              <a:solidFill>
                <a:srgbClr val="3A579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2" name="pg362"/>
            <p:cNvSpPr/>
            <p:nvPr/>
          </p:nvSpPr>
          <p:spPr>
            <a:xfrm>
              <a:off x="6253690" y="277931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5894">
                <a:alpha val="100000"/>
              </a:srgbClr>
            </a:solidFill>
            <a:ln w="5420" cap="flat">
              <a:solidFill>
                <a:srgbClr val="3A589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3" name="pg363"/>
            <p:cNvSpPr/>
            <p:nvPr/>
          </p:nvSpPr>
          <p:spPr>
            <a:xfrm>
              <a:off x="6265328" y="277931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5895">
                <a:alpha val="100000"/>
              </a:srgbClr>
            </a:solidFill>
            <a:ln w="5420" cap="flat">
              <a:solidFill>
                <a:srgbClr val="3A589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4" name="pg364"/>
            <p:cNvSpPr/>
            <p:nvPr/>
          </p:nvSpPr>
          <p:spPr>
            <a:xfrm>
              <a:off x="6276965" y="277931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5895">
                <a:alpha val="100000"/>
              </a:srgbClr>
            </a:solidFill>
            <a:ln w="5420" cap="flat">
              <a:solidFill>
                <a:srgbClr val="3A589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5" name="pg365"/>
            <p:cNvSpPr/>
            <p:nvPr/>
          </p:nvSpPr>
          <p:spPr>
            <a:xfrm>
              <a:off x="6288602" y="277931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5895">
                <a:alpha val="100000"/>
              </a:srgbClr>
            </a:solidFill>
            <a:ln w="5420" cap="flat">
              <a:solidFill>
                <a:srgbClr val="3A589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6" name="pg366"/>
            <p:cNvSpPr/>
            <p:nvPr/>
          </p:nvSpPr>
          <p:spPr>
            <a:xfrm>
              <a:off x="6300240" y="277931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5895">
                <a:alpha val="100000"/>
              </a:srgbClr>
            </a:solidFill>
            <a:ln w="5420" cap="flat">
              <a:solidFill>
                <a:srgbClr val="3A589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7" name="pg367"/>
            <p:cNvSpPr/>
            <p:nvPr/>
          </p:nvSpPr>
          <p:spPr>
            <a:xfrm>
              <a:off x="6311877" y="277931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5996">
                <a:alpha val="100000"/>
              </a:srgbClr>
            </a:solidFill>
            <a:ln w="5420" cap="flat">
              <a:solidFill>
                <a:srgbClr val="3A599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8" name="pg368"/>
            <p:cNvSpPr/>
            <p:nvPr/>
          </p:nvSpPr>
          <p:spPr>
            <a:xfrm>
              <a:off x="6323514" y="277931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5996">
                <a:alpha val="100000"/>
              </a:srgbClr>
            </a:solidFill>
            <a:ln w="5420" cap="flat">
              <a:solidFill>
                <a:srgbClr val="3A599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9" name="pg369"/>
            <p:cNvSpPr/>
            <p:nvPr/>
          </p:nvSpPr>
          <p:spPr>
            <a:xfrm>
              <a:off x="5264517" y="279361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89F">
                <a:alpha val="100000"/>
              </a:srgbClr>
            </a:solidFill>
            <a:ln w="5420" cap="flat">
              <a:solidFill>
                <a:srgbClr val="3A68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0" name="pg370"/>
            <p:cNvSpPr/>
            <p:nvPr/>
          </p:nvSpPr>
          <p:spPr>
            <a:xfrm>
              <a:off x="5276155" y="279361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79E">
                <a:alpha val="100000"/>
              </a:srgbClr>
            </a:solidFill>
            <a:ln w="5420" cap="flat">
              <a:solidFill>
                <a:srgbClr val="3A67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1" name="pg371"/>
            <p:cNvSpPr/>
            <p:nvPr/>
          </p:nvSpPr>
          <p:spPr>
            <a:xfrm>
              <a:off x="5287792" y="279361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79E">
                <a:alpha val="100000"/>
              </a:srgbClr>
            </a:solidFill>
            <a:ln w="5420" cap="flat">
              <a:solidFill>
                <a:srgbClr val="3A67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2" name="pg372"/>
            <p:cNvSpPr/>
            <p:nvPr/>
          </p:nvSpPr>
          <p:spPr>
            <a:xfrm>
              <a:off x="5299429" y="279361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69E">
                <a:alpha val="100000"/>
              </a:srgbClr>
            </a:solidFill>
            <a:ln w="5420" cap="flat">
              <a:solidFill>
                <a:srgbClr val="3A66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3" name="pg373"/>
            <p:cNvSpPr/>
            <p:nvPr/>
          </p:nvSpPr>
          <p:spPr>
            <a:xfrm>
              <a:off x="5311067" y="279361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69E">
                <a:alpha val="100000"/>
              </a:srgbClr>
            </a:solidFill>
            <a:ln w="5420" cap="flat">
              <a:solidFill>
                <a:srgbClr val="3A66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4" name="pg374"/>
            <p:cNvSpPr/>
            <p:nvPr/>
          </p:nvSpPr>
          <p:spPr>
            <a:xfrm>
              <a:off x="5322704" y="279361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59E">
                <a:alpha val="100000"/>
              </a:srgbClr>
            </a:solidFill>
            <a:ln w="5420" cap="flat">
              <a:solidFill>
                <a:srgbClr val="3A65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5" name="pg375"/>
            <p:cNvSpPr/>
            <p:nvPr/>
          </p:nvSpPr>
          <p:spPr>
            <a:xfrm>
              <a:off x="5334341" y="279361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59E">
                <a:alpha val="100000"/>
              </a:srgbClr>
            </a:solidFill>
            <a:ln w="5420" cap="flat">
              <a:solidFill>
                <a:srgbClr val="3A65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6" name="pg376"/>
            <p:cNvSpPr/>
            <p:nvPr/>
          </p:nvSpPr>
          <p:spPr>
            <a:xfrm>
              <a:off x="5345979" y="279361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49E">
                <a:alpha val="100000"/>
              </a:srgbClr>
            </a:solidFill>
            <a:ln w="5420" cap="flat">
              <a:solidFill>
                <a:srgbClr val="3A64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7" name="pg377"/>
            <p:cNvSpPr/>
            <p:nvPr/>
          </p:nvSpPr>
          <p:spPr>
            <a:xfrm>
              <a:off x="5357616" y="279361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49E">
                <a:alpha val="100000"/>
              </a:srgbClr>
            </a:solidFill>
            <a:ln w="5420" cap="flat">
              <a:solidFill>
                <a:srgbClr val="3A64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8" name="pg378"/>
            <p:cNvSpPr/>
            <p:nvPr/>
          </p:nvSpPr>
          <p:spPr>
            <a:xfrm>
              <a:off x="6067493" y="279361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528C">
                <a:alpha val="100000"/>
              </a:srgbClr>
            </a:solidFill>
            <a:ln w="5420" cap="flat">
              <a:solidFill>
                <a:srgbClr val="3B528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9" name="pg379"/>
            <p:cNvSpPr/>
            <p:nvPr/>
          </p:nvSpPr>
          <p:spPr>
            <a:xfrm>
              <a:off x="6079130" y="279361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528D">
                <a:alpha val="100000"/>
              </a:srgbClr>
            </a:solidFill>
            <a:ln w="5420" cap="flat">
              <a:solidFill>
                <a:srgbClr val="3B528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0" name="pg380"/>
            <p:cNvSpPr/>
            <p:nvPr/>
          </p:nvSpPr>
          <p:spPr>
            <a:xfrm>
              <a:off x="6090768" y="279361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538E">
                <a:alpha val="100000"/>
              </a:srgbClr>
            </a:solidFill>
            <a:ln w="5420" cap="flat">
              <a:solidFill>
                <a:srgbClr val="3B538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1" name="pg381"/>
            <p:cNvSpPr/>
            <p:nvPr/>
          </p:nvSpPr>
          <p:spPr>
            <a:xfrm>
              <a:off x="6102405" y="279361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538E">
                <a:alpha val="100000"/>
              </a:srgbClr>
            </a:solidFill>
            <a:ln w="5420" cap="flat">
              <a:solidFill>
                <a:srgbClr val="3B538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2" name="pg382"/>
            <p:cNvSpPr/>
            <p:nvPr/>
          </p:nvSpPr>
          <p:spPr>
            <a:xfrm>
              <a:off x="6114042" y="279361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548F">
                <a:alpha val="100000"/>
              </a:srgbClr>
            </a:solidFill>
            <a:ln w="5420" cap="flat">
              <a:solidFill>
                <a:srgbClr val="3B548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3" name="pg383"/>
            <p:cNvSpPr/>
            <p:nvPr/>
          </p:nvSpPr>
          <p:spPr>
            <a:xfrm>
              <a:off x="6125680" y="279361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5490">
                <a:alpha val="100000"/>
              </a:srgbClr>
            </a:solidFill>
            <a:ln w="5420" cap="flat">
              <a:solidFill>
                <a:srgbClr val="3B549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4" name="pg384"/>
            <p:cNvSpPr/>
            <p:nvPr/>
          </p:nvSpPr>
          <p:spPr>
            <a:xfrm>
              <a:off x="6137317" y="279361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5590">
                <a:alpha val="100000"/>
              </a:srgbClr>
            </a:solidFill>
            <a:ln w="5420" cap="flat">
              <a:solidFill>
                <a:srgbClr val="3B559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5" name="pg385"/>
            <p:cNvSpPr/>
            <p:nvPr/>
          </p:nvSpPr>
          <p:spPr>
            <a:xfrm>
              <a:off x="6148954" y="279361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5691">
                <a:alpha val="100000"/>
              </a:srgbClr>
            </a:solidFill>
            <a:ln w="5420" cap="flat">
              <a:solidFill>
                <a:srgbClr val="3B569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6" name="pg386"/>
            <p:cNvSpPr/>
            <p:nvPr/>
          </p:nvSpPr>
          <p:spPr>
            <a:xfrm>
              <a:off x="6160592" y="279361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5692">
                <a:alpha val="100000"/>
              </a:srgbClr>
            </a:solidFill>
            <a:ln w="5420" cap="flat">
              <a:solidFill>
                <a:srgbClr val="3A569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7" name="pg387"/>
            <p:cNvSpPr/>
            <p:nvPr/>
          </p:nvSpPr>
          <p:spPr>
            <a:xfrm>
              <a:off x="6172229" y="279361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5692">
                <a:alpha val="100000"/>
              </a:srgbClr>
            </a:solidFill>
            <a:ln w="5420" cap="flat">
              <a:solidFill>
                <a:srgbClr val="3A569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8" name="pg388"/>
            <p:cNvSpPr/>
            <p:nvPr/>
          </p:nvSpPr>
          <p:spPr>
            <a:xfrm>
              <a:off x="6183866" y="279361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5793">
                <a:alpha val="100000"/>
              </a:srgbClr>
            </a:solidFill>
            <a:ln w="5420" cap="flat">
              <a:solidFill>
                <a:srgbClr val="3A579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9" name="pg389"/>
            <p:cNvSpPr/>
            <p:nvPr/>
          </p:nvSpPr>
          <p:spPr>
            <a:xfrm>
              <a:off x="6195504" y="279361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5793">
                <a:alpha val="100000"/>
              </a:srgbClr>
            </a:solidFill>
            <a:ln w="5420" cap="flat">
              <a:solidFill>
                <a:srgbClr val="3A579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0" name="pg390"/>
            <p:cNvSpPr/>
            <p:nvPr/>
          </p:nvSpPr>
          <p:spPr>
            <a:xfrm>
              <a:off x="6207141" y="279361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5793">
                <a:alpha val="100000"/>
              </a:srgbClr>
            </a:solidFill>
            <a:ln w="5420" cap="flat">
              <a:solidFill>
                <a:srgbClr val="3A579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1" name="pg391"/>
            <p:cNvSpPr/>
            <p:nvPr/>
          </p:nvSpPr>
          <p:spPr>
            <a:xfrm>
              <a:off x="6218778" y="279361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5794">
                <a:alpha val="100000"/>
              </a:srgbClr>
            </a:solidFill>
            <a:ln w="5420" cap="flat">
              <a:solidFill>
                <a:srgbClr val="3A579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2" name="pg392"/>
            <p:cNvSpPr/>
            <p:nvPr/>
          </p:nvSpPr>
          <p:spPr>
            <a:xfrm>
              <a:off x="6230416" y="279361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5794">
                <a:alpha val="100000"/>
              </a:srgbClr>
            </a:solidFill>
            <a:ln w="5420" cap="flat">
              <a:solidFill>
                <a:srgbClr val="3A579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3" name="pg393"/>
            <p:cNvSpPr/>
            <p:nvPr/>
          </p:nvSpPr>
          <p:spPr>
            <a:xfrm>
              <a:off x="6242053" y="279361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5894">
                <a:alpha val="100000"/>
              </a:srgbClr>
            </a:solidFill>
            <a:ln w="5420" cap="flat">
              <a:solidFill>
                <a:srgbClr val="3A589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4" name="pg394"/>
            <p:cNvSpPr/>
            <p:nvPr/>
          </p:nvSpPr>
          <p:spPr>
            <a:xfrm>
              <a:off x="6253690" y="279361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5894">
                <a:alpha val="100000"/>
              </a:srgbClr>
            </a:solidFill>
            <a:ln w="5420" cap="flat">
              <a:solidFill>
                <a:srgbClr val="3A589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5" name="pg395"/>
            <p:cNvSpPr/>
            <p:nvPr/>
          </p:nvSpPr>
          <p:spPr>
            <a:xfrm>
              <a:off x="6265328" y="279361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5895">
                <a:alpha val="100000"/>
              </a:srgbClr>
            </a:solidFill>
            <a:ln w="5420" cap="flat">
              <a:solidFill>
                <a:srgbClr val="3A589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6" name="pg396"/>
            <p:cNvSpPr/>
            <p:nvPr/>
          </p:nvSpPr>
          <p:spPr>
            <a:xfrm>
              <a:off x="6276965" y="279361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5895">
                <a:alpha val="100000"/>
              </a:srgbClr>
            </a:solidFill>
            <a:ln w="5420" cap="flat">
              <a:solidFill>
                <a:srgbClr val="3A589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7" name="pg397"/>
            <p:cNvSpPr/>
            <p:nvPr/>
          </p:nvSpPr>
          <p:spPr>
            <a:xfrm>
              <a:off x="6288602" y="279361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5895">
                <a:alpha val="100000"/>
              </a:srgbClr>
            </a:solidFill>
            <a:ln w="5420" cap="flat">
              <a:solidFill>
                <a:srgbClr val="3A589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8" name="pg398"/>
            <p:cNvSpPr/>
            <p:nvPr/>
          </p:nvSpPr>
          <p:spPr>
            <a:xfrm>
              <a:off x="6300240" y="279361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5895">
                <a:alpha val="100000"/>
              </a:srgbClr>
            </a:solidFill>
            <a:ln w="5420" cap="flat">
              <a:solidFill>
                <a:srgbClr val="3A589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9" name="pg399"/>
            <p:cNvSpPr/>
            <p:nvPr/>
          </p:nvSpPr>
          <p:spPr>
            <a:xfrm>
              <a:off x="6311877" y="279361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5996">
                <a:alpha val="100000"/>
              </a:srgbClr>
            </a:solidFill>
            <a:ln w="5420" cap="flat">
              <a:solidFill>
                <a:srgbClr val="3A599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0" name="pg400"/>
            <p:cNvSpPr/>
            <p:nvPr/>
          </p:nvSpPr>
          <p:spPr>
            <a:xfrm>
              <a:off x="6323514" y="279361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5996">
                <a:alpha val="100000"/>
              </a:srgbClr>
            </a:solidFill>
            <a:ln w="5420" cap="flat">
              <a:solidFill>
                <a:srgbClr val="3A599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1" name="pg401"/>
            <p:cNvSpPr/>
            <p:nvPr/>
          </p:nvSpPr>
          <p:spPr>
            <a:xfrm>
              <a:off x="6335152" y="279361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5996">
                <a:alpha val="100000"/>
              </a:srgbClr>
            </a:solidFill>
            <a:ln w="5420" cap="flat">
              <a:solidFill>
                <a:srgbClr val="3A599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2" name="pg402"/>
            <p:cNvSpPr/>
            <p:nvPr/>
          </p:nvSpPr>
          <p:spPr>
            <a:xfrm>
              <a:off x="5264517" y="280791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89F">
                <a:alpha val="100000"/>
              </a:srgbClr>
            </a:solidFill>
            <a:ln w="5420" cap="flat">
              <a:solidFill>
                <a:srgbClr val="3A68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3" name="pg403"/>
            <p:cNvSpPr/>
            <p:nvPr/>
          </p:nvSpPr>
          <p:spPr>
            <a:xfrm>
              <a:off x="5276155" y="280791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79E">
                <a:alpha val="100000"/>
              </a:srgbClr>
            </a:solidFill>
            <a:ln w="5420" cap="flat">
              <a:solidFill>
                <a:srgbClr val="3A67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4" name="pg404"/>
            <p:cNvSpPr/>
            <p:nvPr/>
          </p:nvSpPr>
          <p:spPr>
            <a:xfrm>
              <a:off x="5287792" y="280791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79E">
                <a:alpha val="100000"/>
              </a:srgbClr>
            </a:solidFill>
            <a:ln w="5420" cap="flat">
              <a:solidFill>
                <a:srgbClr val="3A67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5" name="pg405"/>
            <p:cNvSpPr/>
            <p:nvPr/>
          </p:nvSpPr>
          <p:spPr>
            <a:xfrm>
              <a:off x="5299429" y="280791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79E">
                <a:alpha val="100000"/>
              </a:srgbClr>
            </a:solidFill>
            <a:ln w="5420" cap="flat">
              <a:solidFill>
                <a:srgbClr val="3A67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6" name="pg406"/>
            <p:cNvSpPr/>
            <p:nvPr/>
          </p:nvSpPr>
          <p:spPr>
            <a:xfrm>
              <a:off x="5311067" y="280791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69E">
                <a:alpha val="100000"/>
              </a:srgbClr>
            </a:solidFill>
            <a:ln w="5420" cap="flat">
              <a:solidFill>
                <a:srgbClr val="3A66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7" name="pg407"/>
            <p:cNvSpPr/>
            <p:nvPr/>
          </p:nvSpPr>
          <p:spPr>
            <a:xfrm>
              <a:off x="5322704" y="280791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69E">
                <a:alpha val="100000"/>
              </a:srgbClr>
            </a:solidFill>
            <a:ln w="5420" cap="flat">
              <a:solidFill>
                <a:srgbClr val="3A66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8" name="pg408"/>
            <p:cNvSpPr/>
            <p:nvPr/>
          </p:nvSpPr>
          <p:spPr>
            <a:xfrm>
              <a:off x="6055856" y="280791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518B">
                <a:alpha val="100000"/>
              </a:srgbClr>
            </a:solidFill>
            <a:ln w="5420" cap="flat">
              <a:solidFill>
                <a:srgbClr val="3B518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9" name="pg409"/>
            <p:cNvSpPr/>
            <p:nvPr/>
          </p:nvSpPr>
          <p:spPr>
            <a:xfrm>
              <a:off x="6067493" y="280791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528C">
                <a:alpha val="100000"/>
              </a:srgbClr>
            </a:solidFill>
            <a:ln w="5420" cap="flat">
              <a:solidFill>
                <a:srgbClr val="3B528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0" name="pg410"/>
            <p:cNvSpPr/>
            <p:nvPr/>
          </p:nvSpPr>
          <p:spPr>
            <a:xfrm>
              <a:off x="6079130" y="280791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528D">
                <a:alpha val="100000"/>
              </a:srgbClr>
            </a:solidFill>
            <a:ln w="5420" cap="flat">
              <a:solidFill>
                <a:srgbClr val="3B528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1" name="pg411"/>
            <p:cNvSpPr/>
            <p:nvPr/>
          </p:nvSpPr>
          <p:spPr>
            <a:xfrm>
              <a:off x="6090768" y="280791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538E">
                <a:alpha val="100000"/>
              </a:srgbClr>
            </a:solidFill>
            <a:ln w="5420" cap="flat">
              <a:solidFill>
                <a:srgbClr val="3B538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2" name="pg412"/>
            <p:cNvSpPr/>
            <p:nvPr/>
          </p:nvSpPr>
          <p:spPr>
            <a:xfrm>
              <a:off x="6102405" y="280791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538E">
                <a:alpha val="100000"/>
              </a:srgbClr>
            </a:solidFill>
            <a:ln w="5420" cap="flat">
              <a:solidFill>
                <a:srgbClr val="3B538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3" name="pg413"/>
            <p:cNvSpPr/>
            <p:nvPr/>
          </p:nvSpPr>
          <p:spPr>
            <a:xfrm>
              <a:off x="6114042" y="280791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548F">
                <a:alpha val="100000"/>
              </a:srgbClr>
            </a:solidFill>
            <a:ln w="5420" cap="flat">
              <a:solidFill>
                <a:srgbClr val="3B548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4" name="pg414"/>
            <p:cNvSpPr/>
            <p:nvPr/>
          </p:nvSpPr>
          <p:spPr>
            <a:xfrm>
              <a:off x="6125680" y="280791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5590">
                <a:alpha val="100000"/>
              </a:srgbClr>
            </a:solidFill>
            <a:ln w="5420" cap="flat">
              <a:solidFill>
                <a:srgbClr val="3B559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5" name="pg415"/>
            <p:cNvSpPr/>
            <p:nvPr/>
          </p:nvSpPr>
          <p:spPr>
            <a:xfrm>
              <a:off x="6137317" y="280791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5591">
                <a:alpha val="100000"/>
              </a:srgbClr>
            </a:solidFill>
            <a:ln w="5420" cap="flat">
              <a:solidFill>
                <a:srgbClr val="3B559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6" name="pg416"/>
            <p:cNvSpPr/>
            <p:nvPr/>
          </p:nvSpPr>
          <p:spPr>
            <a:xfrm>
              <a:off x="6148954" y="280791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5692">
                <a:alpha val="100000"/>
              </a:srgbClr>
            </a:solidFill>
            <a:ln w="5420" cap="flat">
              <a:solidFill>
                <a:srgbClr val="3B569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7" name="pg417"/>
            <p:cNvSpPr/>
            <p:nvPr/>
          </p:nvSpPr>
          <p:spPr>
            <a:xfrm>
              <a:off x="6160592" y="280791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5692">
                <a:alpha val="100000"/>
              </a:srgbClr>
            </a:solidFill>
            <a:ln w="5420" cap="flat">
              <a:solidFill>
                <a:srgbClr val="3A569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8" name="pg418"/>
            <p:cNvSpPr/>
            <p:nvPr/>
          </p:nvSpPr>
          <p:spPr>
            <a:xfrm>
              <a:off x="6172229" y="280791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5692">
                <a:alpha val="100000"/>
              </a:srgbClr>
            </a:solidFill>
            <a:ln w="5420" cap="flat">
              <a:solidFill>
                <a:srgbClr val="3A569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9" name="pg419"/>
            <p:cNvSpPr/>
            <p:nvPr/>
          </p:nvSpPr>
          <p:spPr>
            <a:xfrm>
              <a:off x="6230416" y="280791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5794">
                <a:alpha val="100000"/>
              </a:srgbClr>
            </a:solidFill>
            <a:ln w="5420" cap="flat">
              <a:solidFill>
                <a:srgbClr val="3A579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0" name="pg420"/>
            <p:cNvSpPr/>
            <p:nvPr/>
          </p:nvSpPr>
          <p:spPr>
            <a:xfrm>
              <a:off x="6242053" y="280791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5894">
                <a:alpha val="100000"/>
              </a:srgbClr>
            </a:solidFill>
            <a:ln w="5420" cap="flat">
              <a:solidFill>
                <a:srgbClr val="3A589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1" name="pg421"/>
            <p:cNvSpPr/>
            <p:nvPr/>
          </p:nvSpPr>
          <p:spPr>
            <a:xfrm>
              <a:off x="6253690" y="280791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5895">
                <a:alpha val="100000"/>
              </a:srgbClr>
            </a:solidFill>
            <a:ln w="5420" cap="flat">
              <a:solidFill>
                <a:srgbClr val="3A589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2" name="pg422"/>
            <p:cNvSpPr/>
            <p:nvPr/>
          </p:nvSpPr>
          <p:spPr>
            <a:xfrm>
              <a:off x="6265328" y="280791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5895">
                <a:alpha val="100000"/>
              </a:srgbClr>
            </a:solidFill>
            <a:ln w="5420" cap="flat">
              <a:solidFill>
                <a:srgbClr val="3A589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3" name="pg423"/>
            <p:cNvSpPr/>
            <p:nvPr/>
          </p:nvSpPr>
          <p:spPr>
            <a:xfrm>
              <a:off x="6276965" y="280791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5895">
                <a:alpha val="100000"/>
              </a:srgbClr>
            </a:solidFill>
            <a:ln w="5420" cap="flat">
              <a:solidFill>
                <a:srgbClr val="3A589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4" name="pg424"/>
            <p:cNvSpPr/>
            <p:nvPr/>
          </p:nvSpPr>
          <p:spPr>
            <a:xfrm>
              <a:off x="6288602" y="280791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5895">
                <a:alpha val="100000"/>
              </a:srgbClr>
            </a:solidFill>
            <a:ln w="5420" cap="flat">
              <a:solidFill>
                <a:srgbClr val="3A589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5" name="pg425"/>
            <p:cNvSpPr/>
            <p:nvPr/>
          </p:nvSpPr>
          <p:spPr>
            <a:xfrm>
              <a:off x="6300240" y="280791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5895">
                <a:alpha val="100000"/>
              </a:srgbClr>
            </a:solidFill>
            <a:ln w="5420" cap="flat">
              <a:solidFill>
                <a:srgbClr val="3A589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6" name="pg426"/>
            <p:cNvSpPr/>
            <p:nvPr/>
          </p:nvSpPr>
          <p:spPr>
            <a:xfrm>
              <a:off x="6311877" y="280791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5996">
                <a:alpha val="100000"/>
              </a:srgbClr>
            </a:solidFill>
            <a:ln w="5420" cap="flat">
              <a:solidFill>
                <a:srgbClr val="3A599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7" name="pg427"/>
            <p:cNvSpPr/>
            <p:nvPr/>
          </p:nvSpPr>
          <p:spPr>
            <a:xfrm>
              <a:off x="6323514" y="280791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5996">
                <a:alpha val="100000"/>
              </a:srgbClr>
            </a:solidFill>
            <a:ln w="5420" cap="flat">
              <a:solidFill>
                <a:srgbClr val="3A599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8" name="pg428"/>
            <p:cNvSpPr/>
            <p:nvPr/>
          </p:nvSpPr>
          <p:spPr>
            <a:xfrm>
              <a:off x="5264517" y="282221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89F">
                <a:alpha val="100000"/>
              </a:srgbClr>
            </a:solidFill>
            <a:ln w="5420" cap="flat">
              <a:solidFill>
                <a:srgbClr val="3A68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9" name="pg429"/>
            <p:cNvSpPr/>
            <p:nvPr/>
          </p:nvSpPr>
          <p:spPr>
            <a:xfrm>
              <a:off x="5276155" y="282221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89F">
                <a:alpha val="100000"/>
              </a:srgbClr>
            </a:solidFill>
            <a:ln w="5420" cap="flat">
              <a:solidFill>
                <a:srgbClr val="3A68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0" name="pg430"/>
            <p:cNvSpPr/>
            <p:nvPr/>
          </p:nvSpPr>
          <p:spPr>
            <a:xfrm>
              <a:off x="5287792" y="282221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79E">
                <a:alpha val="100000"/>
              </a:srgbClr>
            </a:solidFill>
            <a:ln w="5420" cap="flat">
              <a:solidFill>
                <a:srgbClr val="3A67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1" name="pg431"/>
            <p:cNvSpPr/>
            <p:nvPr/>
          </p:nvSpPr>
          <p:spPr>
            <a:xfrm>
              <a:off x="5299429" y="282221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79E">
                <a:alpha val="100000"/>
              </a:srgbClr>
            </a:solidFill>
            <a:ln w="5420" cap="flat">
              <a:solidFill>
                <a:srgbClr val="3A67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2" name="pg432"/>
            <p:cNvSpPr/>
            <p:nvPr/>
          </p:nvSpPr>
          <p:spPr>
            <a:xfrm>
              <a:off x="6009306" y="282221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D84">
                <a:alpha val="100000"/>
              </a:srgbClr>
            </a:solidFill>
            <a:ln w="5420" cap="flat">
              <a:solidFill>
                <a:srgbClr val="3C4D8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3" name="pg433"/>
            <p:cNvSpPr/>
            <p:nvPr/>
          </p:nvSpPr>
          <p:spPr>
            <a:xfrm>
              <a:off x="6020944" y="282221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4D86">
                <a:alpha val="100000"/>
              </a:srgbClr>
            </a:solidFill>
            <a:ln w="5420" cap="flat">
              <a:solidFill>
                <a:srgbClr val="3B4D8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4" name="pg434"/>
            <p:cNvSpPr/>
            <p:nvPr/>
          </p:nvSpPr>
          <p:spPr>
            <a:xfrm>
              <a:off x="6032581" y="282221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4F88">
                <a:alpha val="100000"/>
              </a:srgbClr>
            </a:solidFill>
            <a:ln w="5420" cap="flat">
              <a:solidFill>
                <a:srgbClr val="3B4F8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5" name="pg435"/>
            <p:cNvSpPr/>
            <p:nvPr/>
          </p:nvSpPr>
          <p:spPr>
            <a:xfrm>
              <a:off x="6044218" y="282221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5089">
                <a:alpha val="100000"/>
              </a:srgbClr>
            </a:solidFill>
            <a:ln w="5420" cap="flat">
              <a:solidFill>
                <a:srgbClr val="3B508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6" name="pg436"/>
            <p:cNvSpPr/>
            <p:nvPr/>
          </p:nvSpPr>
          <p:spPr>
            <a:xfrm>
              <a:off x="6055856" y="282221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518B">
                <a:alpha val="100000"/>
              </a:srgbClr>
            </a:solidFill>
            <a:ln w="5420" cap="flat">
              <a:solidFill>
                <a:srgbClr val="3B518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7" name="pg437"/>
            <p:cNvSpPr/>
            <p:nvPr/>
          </p:nvSpPr>
          <p:spPr>
            <a:xfrm>
              <a:off x="6067493" y="282221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528C">
                <a:alpha val="100000"/>
              </a:srgbClr>
            </a:solidFill>
            <a:ln w="5420" cap="flat">
              <a:solidFill>
                <a:srgbClr val="3B528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8" name="pg438"/>
            <p:cNvSpPr/>
            <p:nvPr/>
          </p:nvSpPr>
          <p:spPr>
            <a:xfrm>
              <a:off x="6079130" y="282221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528D">
                <a:alpha val="100000"/>
              </a:srgbClr>
            </a:solidFill>
            <a:ln w="5420" cap="flat">
              <a:solidFill>
                <a:srgbClr val="3B528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9" name="pg439"/>
            <p:cNvSpPr/>
            <p:nvPr/>
          </p:nvSpPr>
          <p:spPr>
            <a:xfrm>
              <a:off x="6090768" y="282221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538E">
                <a:alpha val="100000"/>
              </a:srgbClr>
            </a:solidFill>
            <a:ln w="5420" cap="flat">
              <a:solidFill>
                <a:srgbClr val="3B538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0" name="pg440"/>
            <p:cNvSpPr/>
            <p:nvPr/>
          </p:nvSpPr>
          <p:spPr>
            <a:xfrm>
              <a:off x="6102405" y="282221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548F">
                <a:alpha val="100000"/>
              </a:srgbClr>
            </a:solidFill>
            <a:ln w="5420" cap="flat">
              <a:solidFill>
                <a:srgbClr val="3B548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1" name="pg441"/>
            <p:cNvSpPr/>
            <p:nvPr/>
          </p:nvSpPr>
          <p:spPr>
            <a:xfrm>
              <a:off x="6114042" y="282221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548F">
                <a:alpha val="100000"/>
              </a:srgbClr>
            </a:solidFill>
            <a:ln w="5420" cap="flat">
              <a:solidFill>
                <a:srgbClr val="3B548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2" name="pg442"/>
            <p:cNvSpPr/>
            <p:nvPr/>
          </p:nvSpPr>
          <p:spPr>
            <a:xfrm>
              <a:off x="6207141" y="282221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5794">
                <a:alpha val="100000"/>
              </a:srgbClr>
            </a:solidFill>
            <a:ln w="5420" cap="flat">
              <a:solidFill>
                <a:srgbClr val="3A579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3" name="pg443"/>
            <p:cNvSpPr/>
            <p:nvPr/>
          </p:nvSpPr>
          <p:spPr>
            <a:xfrm>
              <a:off x="6218778" y="282221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5794">
                <a:alpha val="100000"/>
              </a:srgbClr>
            </a:solidFill>
            <a:ln w="5420" cap="flat">
              <a:solidFill>
                <a:srgbClr val="3A579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4" name="pg444"/>
            <p:cNvSpPr/>
            <p:nvPr/>
          </p:nvSpPr>
          <p:spPr>
            <a:xfrm>
              <a:off x="6230416" y="282221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5894">
                <a:alpha val="100000"/>
              </a:srgbClr>
            </a:solidFill>
            <a:ln w="5420" cap="flat">
              <a:solidFill>
                <a:srgbClr val="3A589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5" name="pg445"/>
            <p:cNvSpPr/>
            <p:nvPr/>
          </p:nvSpPr>
          <p:spPr>
            <a:xfrm>
              <a:off x="6242053" y="282221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5894">
                <a:alpha val="100000"/>
              </a:srgbClr>
            </a:solidFill>
            <a:ln w="5420" cap="flat">
              <a:solidFill>
                <a:srgbClr val="3A589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6" name="pg446"/>
            <p:cNvSpPr/>
            <p:nvPr/>
          </p:nvSpPr>
          <p:spPr>
            <a:xfrm>
              <a:off x="6253690" y="282221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5895">
                <a:alpha val="100000"/>
              </a:srgbClr>
            </a:solidFill>
            <a:ln w="5420" cap="flat">
              <a:solidFill>
                <a:srgbClr val="3A589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7" name="pg447"/>
            <p:cNvSpPr/>
            <p:nvPr/>
          </p:nvSpPr>
          <p:spPr>
            <a:xfrm>
              <a:off x="6265328" y="282221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5895">
                <a:alpha val="100000"/>
              </a:srgbClr>
            </a:solidFill>
            <a:ln w="5420" cap="flat">
              <a:solidFill>
                <a:srgbClr val="3A589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8" name="pg448"/>
            <p:cNvSpPr/>
            <p:nvPr/>
          </p:nvSpPr>
          <p:spPr>
            <a:xfrm>
              <a:off x="6276965" y="282221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5895">
                <a:alpha val="100000"/>
              </a:srgbClr>
            </a:solidFill>
            <a:ln w="5420" cap="flat">
              <a:solidFill>
                <a:srgbClr val="3A589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9" name="pg449"/>
            <p:cNvSpPr/>
            <p:nvPr/>
          </p:nvSpPr>
          <p:spPr>
            <a:xfrm>
              <a:off x="6288602" y="282221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5895">
                <a:alpha val="100000"/>
              </a:srgbClr>
            </a:solidFill>
            <a:ln w="5420" cap="flat">
              <a:solidFill>
                <a:srgbClr val="3A589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0" name="pg450"/>
            <p:cNvSpPr/>
            <p:nvPr/>
          </p:nvSpPr>
          <p:spPr>
            <a:xfrm>
              <a:off x="6300240" y="282221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5895">
                <a:alpha val="100000"/>
              </a:srgbClr>
            </a:solidFill>
            <a:ln w="5420" cap="flat">
              <a:solidFill>
                <a:srgbClr val="3A589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1" name="pg451"/>
            <p:cNvSpPr/>
            <p:nvPr/>
          </p:nvSpPr>
          <p:spPr>
            <a:xfrm>
              <a:off x="6311877" y="282221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5996">
                <a:alpha val="100000"/>
              </a:srgbClr>
            </a:solidFill>
            <a:ln w="5420" cap="flat">
              <a:solidFill>
                <a:srgbClr val="3A599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2" name="pg452"/>
            <p:cNvSpPr/>
            <p:nvPr/>
          </p:nvSpPr>
          <p:spPr>
            <a:xfrm>
              <a:off x="5892933" y="283651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174">
                <a:alpha val="100000"/>
              </a:srgbClr>
            </a:solidFill>
            <a:ln w="5420" cap="flat">
              <a:solidFill>
                <a:srgbClr val="3C417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3" name="pg453"/>
            <p:cNvSpPr/>
            <p:nvPr/>
          </p:nvSpPr>
          <p:spPr>
            <a:xfrm>
              <a:off x="5904570" y="283651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275">
                <a:alpha val="100000"/>
              </a:srgbClr>
            </a:solidFill>
            <a:ln w="5420" cap="flat">
              <a:solidFill>
                <a:srgbClr val="3C427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4" name="pg454"/>
            <p:cNvSpPr/>
            <p:nvPr/>
          </p:nvSpPr>
          <p:spPr>
            <a:xfrm>
              <a:off x="5916208" y="283651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478">
                <a:alpha val="100000"/>
              </a:srgbClr>
            </a:solidFill>
            <a:ln w="5420" cap="flat">
              <a:solidFill>
                <a:srgbClr val="3C447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5" name="pg455"/>
            <p:cNvSpPr/>
            <p:nvPr/>
          </p:nvSpPr>
          <p:spPr>
            <a:xfrm>
              <a:off x="5927845" y="283651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579">
                <a:alpha val="100000"/>
              </a:srgbClr>
            </a:solidFill>
            <a:ln w="5420" cap="flat">
              <a:solidFill>
                <a:srgbClr val="3C457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6" name="pg456"/>
            <p:cNvSpPr/>
            <p:nvPr/>
          </p:nvSpPr>
          <p:spPr>
            <a:xfrm>
              <a:off x="5939482" y="283651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67B">
                <a:alpha val="100000"/>
              </a:srgbClr>
            </a:solidFill>
            <a:ln w="5420" cap="flat">
              <a:solidFill>
                <a:srgbClr val="3C467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7" name="pg457"/>
            <p:cNvSpPr/>
            <p:nvPr/>
          </p:nvSpPr>
          <p:spPr>
            <a:xfrm>
              <a:off x="5951120" y="283651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77D">
                <a:alpha val="100000"/>
              </a:srgbClr>
            </a:solidFill>
            <a:ln w="5420" cap="flat">
              <a:solidFill>
                <a:srgbClr val="3C477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8" name="pg458"/>
            <p:cNvSpPr/>
            <p:nvPr/>
          </p:nvSpPr>
          <p:spPr>
            <a:xfrm>
              <a:off x="5962757" y="283651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87E">
                <a:alpha val="100000"/>
              </a:srgbClr>
            </a:solidFill>
            <a:ln w="5420" cap="flat">
              <a:solidFill>
                <a:srgbClr val="3C487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9" name="pg459"/>
            <p:cNvSpPr/>
            <p:nvPr/>
          </p:nvSpPr>
          <p:spPr>
            <a:xfrm>
              <a:off x="5974394" y="283651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980">
                <a:alpha val="100000"/>
              </a:srgbClr>
            </a:solidFill>
            <a:ln w="5420" cap="flat">
              <a:solidFill>
                <a:srgbClr val="3C498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0" name="pg460"/>
            <p:cNvSpPr/>
            <p:nvPr/>
          </p:nvSpPr>
          <p:spPr>
            <a:xfrm>
              <a:off x="5986032" y="283651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A81">
                <a:alpha val="100000"/>
              </a:srgbClr>
            </a:solidFill>
            <a:ln w="5420" cap="flat">
              <a:solidFill>
                <a:srgbClr val="3C4A8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1" name="pg461"/>
            <p:cNvSpPr/>
            <p:nvPr/>
          </p:nvSpPr>
          <p:spPr>
            <a:xfrm>
              <a:off x="5997669" y="283651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B83">
                <a:alpha val="100000"/>
              </a:srgbClr>
            </a:solidFill>
            <a:ln w="5420" cap="flat">
              <a:solidFill>
                <a:srgbClr val="3C4B8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2" name="pg462"/>
            <p:cNvSpPr/>
            <p:nvPr/>
          </p:nvSpPr>
          <p:spPr>
            <a:xfrm>
              <a:off x="6009306" y="283651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C84">
                <a:alpha val="100000"/>
              </a:srgbClr>
            </a:solidFill>
            <a:ln w="5420" cap="flat">
              <a:solidFill>
                <a:srgbClr val="3C4C8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3" name="pg463"/>
            <p:cNvSpPr/>
            <p:nvPr/>
          </p:nvSpPr>
          <p:spPr>
            <a:xfrm>
              <a:off x="6020944" y="283651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4D85">
                <a:alpha val="100000"/>
              </a:srgbClr>
            </a:solidFill>
            <a:ln w="5420" cap="flat">
              <a:solidFill>
                <a:srgbClr val="3B4D8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4" name="pg464"/>
            <p:cNvSpPr/>
            <p:nvPr/>
          </p:nvSpPr>
          <p:spPr>
            <a:xfrm>
              <a:off x="6032581" y="283651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4F88">
                <a:alpha val="100000"/>
              </a:srgbClr>
            </a:solidFill>
            <a:ln w="5420" cap="flat">
              <a:solidFill>
                <a:srgbClr val="3B4F8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5" name="pg465"/>
            <p:cNvSpPr/>
            <p:nvPr/>
          </p:nvSpPr>
          <p:spPr>
            <a:xfrm>
              <a:off x="6044218" y="283651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5089">
                <a:alpha val="100000"/>
              </a:srgbClr>
            </a:solidFill>
            <a:ln w="5420" cap="flat">
              <a:solidFill>
                <a:srgbClr val="3B508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6" name="pg466"/>
            <p:cNvSpPr/>
            <p:nvPr/>
          </p:nvSpPr>
          <p:spPr>
            <a:xfrm>
              <a:off x="6055856" y="283651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518B">
                <a:alpha val="100000"/>
              </a:srgbClr>
            </a:solidFill>
            <a:ln w="5420" cap="flat">
              <a:solidFill>
                <a:srgbClr val="3B518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7" name="pg467"/>
            <p:cNvSpPr/>
            <p:nvPr/>
          </p:nvSpPr>
          <p:spPr>
            <a:xfrm>
              <a:off x="6067493" y="283651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528C">
                <a:alpha val="100000"/>
              </a:srgbClr>
            </a:solidFill>
            <a:ln w="5420" cap="flat">
              <a:solidFill>
                <a:srgbClr val="3B528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8" name="pg468"/>
            <p:cNvSpPr/>
            <p:nvPr/>
          </p:nvSpPr>
          <p:spPr>
            <a:xfrm>
              <a:off x="6079130" y="283651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528D">
                <a:alpha val="100000"/>
              </a:srgbClr>
            </a:solidFill>
            <a:ln w="5420" cap="flat">
              <a:solidFill>
                <a:srgbClr val="3B528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9" name="pg469"/>
            <p:cNvSpPr/>
            <p:nvPr/>
          </p:nvSpPr>
          <p:spPr>
            <a:xfrm>
              <a:off x="6090768" y="283651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538E">
                <a:alpha val="100000"/>
              </a:srgbClr>
            </a:solidFill>
            <a:ln w="5420" cap="flat">
              <a:solidFill>
                <a:srgbClr val="3B538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0" name="pg470"/>
            <p:cNvSpPr/>
            <p:nvPr/>
          </p:nvSpPr>
          <p:spPr>
            <a:xfrm>
              <a:off x="6102405" y="283651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548F">
                <a:alpha val="100000"/>
              </a:srgbClr>
            </a:solidFill>
            <a:ln w="5420" cap="flat">
              <a:solidFill>
                <a:srgbClr val="3B548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1" name="pg471"/>
            <p:cNvSpPr/>
            <p:nvPr/>
          </p:nvSpPr>
          <p:spPr>
            <a:xfrm>
              <a:off x="6114042" y="283651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5490">
                <a:alpha val="100000"/>
              </a:srgbClr>
            </a:solidFill>
            <a:ln w="5420" cap="flat">
              <a:solidFill>
                <a:srgbClr val="3B549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2" name="pg472"/>
            <p:cNvSpPr/>
            <p:nvPr/>
          </p:nvSpPr>
          <p:spPr>
            <a:xfrm>
              <a:off x="6183866" y="283651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5793">
                <a:alpha val="100000"/>
              </a:srgbClr>
            </a:solidFill>
            <a:ln w="5420" cap="flat">
              <a:solidFill>
                <a:srgbClr val="3A579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3" name="pg473"/>
            <p:cNvSpPr/>
            <p:nvPr/>
          </p:nvSpPr>
          <p:spPr>
            <a:xfrm>
              <a:off x="6195504" y="283651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5794">
                <a:alpha val="100000"/>
              </a:srgbClr>
            </a:solidFill>
            <a:ln w="5420" cap="flat">
              <a:solidFill>
                <a:srgbClr val="3A579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4" name="pg474"/>
            <p:cNvSpPr/>
            <p:nvPr/>
          </p:nvSpPr>
          <p:spPr>
            <a:xfrm>
              <a:off x="6207141" y="283651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5794">
                <a:alpha val="100000"/>
              </a:srgbClr>
            </a:solidFill>
            <a:ln w="5420" cap="flat">
              <a:solidFill>
                <a:srgbClr val="3A579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5" name="pg475"/>
            <p:cNvSpPr/>
            <p:nvPr/>
          </p:nvSpPr>
          <p:spPr>
            <a:xfrm>
              <a:off x="6218778" y="283651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5894">
                <a:alpha val="100000"/>
              </a:srgbClr>
            </a:solidFill>
            <a:ln w="5420" cap="flat">
              <a:solidFill>
                <a:srgbClr val="3A589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6" name="pg476"/>
            <p:cNvSpPr/>
            <p:nvPr/>
          </p:nvSpPr>
          <p:spPr>
            <a:xfrm>
              <a:off x="6230416" y="283651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5894">
                <a:alpha val="100000"/>
              </a:srgbClr>
            </a:solidFill>
            <a:ln w="5420" cap="flat">
              <a:solidFill>
                <a:srgbClr val="3A589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7" name="pg477"/>
            <p:cNvSpPr/>
            <p:nvPr/>
          </p:nvSpPr>
          <p:spPr>
            <a:xfrm>
              <a:off x="6242053" y="283651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5895">
                <a:alpha val="100000"/>
              </a:srgbClr>
            </a:solidFill>
            <a:ln w="5420" cap="flat">
              <a:solidFill>
                <a:srgbClr val="3A589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8" name="pg478"/>
            <p:cNvSpPr/>
            <p:nvPr/>
          </p:nvSpPr>
          <p:spPr>
            <a:xfrm>
              <a:off x="6253690" y="283651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5895">
                <a:alpha val="100000"/>
              </a:srgbClr>
            </a:solidFill>
            <a:ln w="5420" cap="flat">
              <a:solidFill>
                <a:srgbClr val="3A589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9" name="pg479"/>
            <p:cNvSpPr/>
            <p:nvPr/>
          </p:nvSpPr>
          <p:spPr>
            <a:xfrm>
              <a:off x="6265328" y="283651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5895">
                <a:alpha val="100000"/>
              </a:srgbClr>
            </a:solidFill>
            <a:ln w="5420" cap="flat">
              <a:solidFill>
                <a:srgbClr val="3A589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0" name="pg480"/>
            <p:cNvSpPr/>
            <p:nvPr/>
          </p:nvSpPr>
          <p:spPr>
            <a:xfrm>
              <a:off x="6276965" y="283651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5895">
                <a:alpha val="100000"/>
              </a:srgbClr>
            </a:solidFill>
            <a:ln w="5420" cap="flat">
              <a:solidFill>
                <a:srgbClr val="3A589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1" name="pg481"/>
            <p:cNvSpPr/>
            <p:nvPr/>
          </p:nvSpPr>
          <p:spPr>
            <a:xfrm>
              <a:off x="6288602" y="283651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5895">
                <a:alpha val="100000"/>
              </a:srgbClr>
            </a:solidFill>
            <a:ln w="5420" cap="flat">
              <a:solidFill>
                <a:srgbClr val="3A589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2" name="pg482"/>
            <p:cNvSpPr/>
            <p:nvPr/>
          </p:nvSpPr>
          <p:spPr>
            <a:xfrm>
              <a:off x="5881296" y="285081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3E71">
                <a:alpha val="100000"/>
              </a:srgbClr>
            </a:solidFill>
            <a:ln w="5420" cap="flat">
              <a:solidFill>
                <a:srgbClr val="3B3E7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3" name="pg483"/>
            <p:cNvSpPr/>
            <p:nvPr/>
          </p:nvSpPr>
          <p:spPr>
            <a:xfrm>
              <a:off x="5892933" y="285081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3F72">
                <a:alpha val="100000"/>
              </a:srgbClr>
            </a:solidFill>
            <a:ln w="5420" cap="flat">
              <a:solidFill>
                <a:srgbClr val="3B3F7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4" name="pg484"/>
            <p:cNvSpPr/>
            <p:nvPr/>
          </p:nvSpPr>
          <p:spPr>
            <a:xfrm>
              <a:off x="5904570" y="285081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073">
                <a:alpha val="100000"/>
              </a:srgbClr>
            </a:solidFill>
            <a:ln w="5420" cap="flat">
              <a:solidFill>
                <a:srgbClr val="3C407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5" name="pg485"/>
            <p:cNvSpPr/>
            <p:nvPr/>
          </p:nvSpPr>
          <p:spPr>
            <a:xfrm>
              <a:off x="5916208" y="285081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376">
                <a:alpha val="100000"/>
              </a:srgbClr>
            </a:solidFill>
            <a:ln w="5420" cap="flat">
              <a:solidFill>
                <a:srgbClr val="3C437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6" name="pg486"/>
            <p:cNvSpPr/>
            <p:nvPr/>
          </p:nvSpPr>
          <p:spPr>
            <a:xfrm>
              <a:off x="5927845" y="285081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478">
                <a:alpha val="100000"/>
              </a:srgbClr>
            </a:solidFill>
            <a:ln w="5420" cap="flat">
              <a:solidFill>
                <a:srgbClr val="3C447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7" name="pg487"/>
            <p:cNvSpPr/>
            <p:nvPr/>
          </p:nvSpPr>
          <p:spPr>
            <a:xfrm>
              <a:off x="5939482" y="285081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57A">
                <a:alpha val="100000"/>
              </a:srgbClr>
            </a:solidFill>
            <a:ln w="5420" cap="flat">
              <a:solidFill>
                <a:srgbClr val="3C457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8" name="pg488"/>
            <p:cNvSpPr/>
            <p:nvPr/>
          </p:nvSpPr>
          <p:spPr>
            <a:xfrm>
              <a:off x="5951120" y="285081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67B">
                <a:alpha val="100000"/>
              </a:srgbClr>
            </a:solidFill>
            <a:ln w="5420" cap="flat">
              <a:solidFill>
                <a:srgbClr val="3C467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9" name="pg489"/>
            <p:cNvSpPr/>
            <p:nvPr/>
          </p:nvSpPr>
          <p:spPr>
            <a:xfrm>
              <a:off x="5962757" y="285081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77D">
                <a:alpha val="100000"/>
              </a:srgbClr>
            </a:solidFill>
            <a:ln w="5420" cap="flat">
              <a:solidFill>
                <a:srgbClr val="3C477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0" name="pg490"/>
            <p:cNvSpPr/>
            <p:nvPr/>
          </p:nvSpPr>
          <p:spPr>
            <a:xfrm>
              <a:off x="5974394" y="285081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87F">
                <a:alpha val="100000"/>
              </a:srgbClr>
            </a:solidFill>
            <a:ln w="5420" cap="flat">
              <a:solidFill>
                <a:srgbClr val="3C487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1" name="pg491"/>
            <p:cNvSpPr/>
            <p:nvPr/>
          </p:nvSpPr>
          <p:spPr>
            <a:xfrm>
              <a:off x="5986032" y="285081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A80">
                <a:alpha val="100000"/>
              </a:srgbClr>
            </a:solidFill>
            <a:ln w="5420" cap="flat">
              <a:solidFill>
                <a:srgbClr val="3C4A8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2" name="pg492"/>
            <p:cNvSpPr/>
            <p:nvPr/>
          </p:nvSpPr>
          <p:spPr>
            <a:xfrm>
              <a:off x="5997669" y="285081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B82">
                <a:alpha val="100000"/>
              </a:srgbClr>
            </a:solidFill>
            <a:ln w="5420" cap="flat">
              <a:solidFill>
                <a:srgbClr val="3C4B8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3" name="pg493"/>
            <p:cNvSpPr/>
            <p:nvPr/>
          </p:nvSpPr>
          <p:spPr>
            <a:xfrm>
              <a:off x="6009306" y="285081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C83">
                <a:alpha val="100000"/>
              </a:srgbClr>
            </a:solidFill>
            <a:ln w="5420" cap="flat">
              <a:solidFill>
                <a:srgbClr val="3C4C8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4" name="pg494"/>
            <p:cNvSpPr/>
            <p:nvPr/>
          </p:nvSpPr>
          <p:spPr>
            <a:xfrm>
              <a:off x="6020944" y="285081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D85">
                <a:alpha val="100000"/>
              </a:srgbClr>
            </a:solidFill>
            <a:ln w="5420" cap="flat">
              <a:solidFill>
                <a:srgbClr val="3C4D8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5" name="pg495"/>
            <p:cNvSpPr/>
            <p:nvPr/>
          </p:nvSpPr>
          <p:spPr>
            <a:xfrm>
              <a:off x="6032581" y="285081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4F88">
                <a:alpha val="100000"/>
              </a:srgbClr>
            </a:solidFill>
            <a:ln w="5420" cap="flat">
              <a:solidFill>
                <a:srgbClr val="3B4F8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6" name="pg496"/>
            <p:cNvSpPr/>
            <p:nvPr/>
          </p:nvSpPr>
          <p:spPr>
            <a:xfrm>
              <a:off x="6044218" y="285081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5089">
                <a:alpha val="100000"/>
              </a:srgbClr>
            </a:solidFill>
            <a:ln w="5420" cap="flat">
              <a:solidFill>
                <a:srgbClr val="3B508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7" name="pg497"/>
            <p:cNvSpPr/>
            <p:nvPr/>
          </p:nvSpPr>
          <p:spPr>
            <a:xfrm>
              <a:off x="6055856" y="285081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518B">
                <a:alpha val="100000"/>
              </a:srgbClr>
            </a:solidFill>
            <a:ln w="5420" cap="flat">
              <a:solidFill>
                <a:srgbClr val="3B518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8" name="pg498"/>
            <p:cNvSpPr/>
            <p:nvPr/>
          </p:nvSpPr>
          <p:spPr>
            <a:xfrm>
              <a:off x="6067493" y="285081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528C">
                <a:alpha val="100000"/>
              </a:srgbClr>
            </a:solidFill>
            <a:ln w="5420" cap="flat">
              <a:solidFill>
                <a:srgbClr val="3B528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9" name="pg499"/>
            <p:cNvSpPr/>
            <p:nvPr/>
          </p:nvSpPr>
          <p:spPr>
            <a:xfrm>
              <a:off x="6079130" y="285081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528D">
                <a:alpha val="100000"/>
              </a:srgbClr>
            </a:solidFill>
            <a:ln w="5420" cap="flat">
              <a:solidFill>
                <a:srgbClr val="3B528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0" name="pg500"/>
            <p:cNvSpPr/>
            <p:nvPr/>
          </p:nvSpPr>
          <p:spPr>
            <a:xfrm>
              <a:off x="6090768" y="285081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538E">
                <a:alpha val="100000"/>
              </a:srgbClr>
            </a:solidFill>
            <a:ln w="5420" cap="flat">
              <a:solidFill>
                <a:srgbClr val="3B538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1" name="pg501"/>
            <p:cNvSpPr/>
            <p:nvPr/>
          </p:nvSpPr>
          <p:spPr>
            <a:xfrm>
              <a:off x="6102405" y="285081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548F">
                <a:alpha val="100000"/>
              </a:srgbClr>
            </a:solidFill>
            <a:ln w="5420" cap="flat">
              <a:solidFill>
                <a:srgbClr val="3B548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2" name="pg502"/>
            <p:cNvSpPr/>
            <p:nvPr/>
          </p:nvSpPr>
          <p:spPr>
            <a:xfrm>
              <a:off x="6172229" y="285081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5793">
                <a:alpha val="100000"/>
              </a:srgbClr>
            </a:solidFill>
            <a:ln w="5420" cap="flat">
              <a:solidFill>
                <a:srgbClr val="3A579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3" name="pg503"/>
            <p:cNvSpPr/>
            <p:nvPr/>
          </p:nvSpPr>
          <p:spPr>
            <a:xfrm>
              <a:off x="6183866" y="285081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5794">
                <a:alpha val="100000"/>
              </a:srgbClr>
            </a:solidFill>
            <a:ln w="5420" cap="flat">
              <a:solidFill>
                <a:srgbClr val="3A579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4" name="pg504"/>
            <p:cNvSpPr/>
            <p:nvPr/>
          </p:nvSpPr>
          <p:spPr>
            <a:xfrm>
              <a:off x="6195504" y="285081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5794">
                <a:alpha val="100000"/>
              </a:srgbClr>
            </a:solidFill>
            <a:ln w="5420" cap="flat">
              <a:solidFill>
                <a:srgbClr val="3A579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5" name="pg505"/>
            <p:cNvSpPr/>
            <p:nvPr/>
          </p:nvSpPr>
          <p:spPr>
            <a:xfrm>
              <a:off x="6207141" y="285081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5894">
                <a:alpha val="100000"/>
              </a:srgbClr>
            </a:solidFill>
            <a:ln w="5420" cap="flat">
              <a:solidFill>
                <a:srgbClr val="3A589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6" name="pg506"/>
            <p:cNvSpPr/>
            <p:nvPr/>
          </p:nvSpPr>
          <p:spPr>
            <a:xfrm>
              <a:off x="6218778" y="285081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5895">
                <a:alpha val="100000"/>
              </a:srgbClr>
            </a:solidFill>
            <a:ln w="5420" cap="flat">
              <a:solidFill>
                <a:srgbClr val="3A589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7" name="pg507"/>
            <p:cNvSpPr/>
            <p:nvPr/>
          </p:nvSpPr>
          <p:spPr>
            <a:xfrm>
              <a:off x="6230416" y="285081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5895">
                <a:alpha val="100000"/>
              </a:srgbClr>
            </a:solidFill>
            <a:ln w="5420" cap="flat">
              <a:solidFill>
                <a:srgbClr val="3A589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8" name="pg508"/>
            <p:cNvSpPr/>
            <p:nvPr/>
          </p:nvSpPr>
          <p:spPr>
            <a:xfrm>
              <a:off x="6242053" y="285081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5895">
                <a:alpha val="100000"/>
              </a:srgbClr>
            </a:solidFill>
            <a:ln w="5420" cap="flat">
              <a:solidFill>
                <a:srgbClr val="3A589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9" name="pg509"/>
            <p:cNvSpPr/>
            <p:nvPr/>
          </p:nvSpPr>
          <p:spPr>
            <a:xfrm>
              <a:off x="6253690" y="285081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5895">
                <a:alpha val="100000"/>
              </a:srgbClr>
            </a:solidFill>
            <a:ln w="5420" cap="flat">
              <a:solidFill>
                <a:srgbClr val="3A589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0" name="pg510"/>
            <p:cNvSpPr/>
            <p:nvPr/>
          </p:nvSpPr>
          <p:spPr>
            <a:xfrm>
              <a:off x="6265328" y="285081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5895">
                <a:alpha val="100000"/>
              </a:srgbClr>
            </a:solidFill>
            <a:ln w="5420" cap="flat">
              <a:solidFill>
                <a:srgbClr val="3A589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1" name="pg511"/>
            <p:cNvSpPr/>
            <p:nvPr/>
          </p:nvSpPr>
          <p:spPr>
            <a:xfrm>
              <a:off x="6276965" y="285081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5895">
                <a:alpha val="100000"/>
              </a:srgbClr>
            </a:solidFill>
            <a:ln w="5420" cap="flat">
              <a:solidFill>
                <a:srgbClr val="3A589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2" name="pg512"/>
            <p:cNvSpPr/>
            <p:nvPr/>
          </p:nvSpPr>
          <p:spPr>
            <a:xfrm>
              <a:off x="5869658" y="286511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3C6C">
                <a:alpha val="100000"/>
              </a:srgbClr>
            </a:solidFill>
            <a:ln w="5420" cap="flat">
              <a:solidFill>
                <a:srgbClr val="3B3C6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3" name="pg513"/>
            <p:cNvSpPr/>
            <p:nvPr/>
          </p:nvSpPr>
          <p:spPr>
            <a:xfrm>
              <a:off x="5881296" y="286511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3C6E">
                <a:alpha val="100000"/>
              </a:srgbClr>
            </a:solidFill>
            <a:ln w="5420" cap="flat">
              <a:solidFill>
                <a:srgbClr val="3B3C6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4" name="pg514"/>
            <p:cNvSpPr/>
            <p:nvPr/>
          </p:nvSpPr>
          <p:spPr>
            <a:xfrm>
              <a:off x="5892933" y="286511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3E6F">
                <a:alpha val="100000"/>
              </a:srgbClr>
            </a:solidFill>
            <a:ln w="5420" cap="flat">
              <a:solidFill>
                <a:srgbClr val="3B3E6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5" name="pg515"/>
            <p:cNvSpPr/>
            <p:nvPr/>
          </p:nvSpPr>
          <p:spPr>
            <a:xfrm>
              <a:off x="5904570" y="286511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3F71">
                <a:alpha val="100000"/>
              </a:srgbClr>
            </a:solidFill>
            <a:ln w="5420" cap="flat">
              <a:solidFill>
                <a:srgbClr val="3B3F7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6" name="pg516"/>
            <p:cNvSpPr/>
            <p:nvPr/>
          </p:nvSpPr>
          <p:spPr>
            <a:xfrm>
              <a:off x="5916208" y="286511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175">
                <a:alpha val="100000"/>
              </a:srgbClr>
            </a:solidFill>
            <a:ln w="5420" cap="flat">
              <a:solidFill>
                <a:srgbClr val="3C417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7" name="pg517"/>
            <p:cNvSpPr/>
            <p:nvPr/>
          </p:nvSpPr>
          <p:spPr>
            <a:xfrm>
              <a:off x="5927845" y="286511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376">
                <a:alpha val="100000"/>
              </a:srgbClr>
            </a:solidFill>
            <a:ln w="5420" cap="flat">
              <a:solidFill>
                <a:srgbClr val="3C437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8" name="pg518"/>
            <p:cNvSpPr/>
            <p:nvPr/>
          </p:nvSpPr>
          <p:spPr>
            <a:xfrm>
              <a:off x="5939482" y="286511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478">
                <a:alpha val="100000"/>
              </a:srgbClr>
            </a:solidFill>
            <a:ln w="5420" cap="flat">
              <a:solidFill>
                <a:srgbClr val="3C447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9" name="pg519"/>
            <p:cNvSpPr/>
            <p:nvPr/>
          </p:nvSpPr>
          <p:spPr>
            <a:xfrm>
              <a:off x="5951120" y="286511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57A">
                <a:alpha val="100000"/>
              </a:srgbClr>
            </a:solidFill>
            <a:ln w="5420" cap="flat">
              <a:solidFill>
                <a:srgbClr val="3C457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0" name="pg520"/>
            <p:cNvSpPr/>
            <p:nvPr/>
          </p:nvSpPr>
          <p:spPr>
            <a:xfrm>
              <a:off x="5962757" y="286511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77C">
                <a:alpha val="100000"/>
              </a:srgbClr>
            </a:solidFill>
            <a:ln w="5420" cap="flat">
              <a:solidFill>
                <a:srgbClr val="3C477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1" name="pg521"/>
            <p:cNvSpPr/>
            <p:nvPr/>
          </p:nvSpPr>
          <p:spPr>
            <a:xfrm>
              <a:off x="5974394" y="286511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87E">
                <a:alpha val="100000"/>
              </a:srgbClr>
            </a:solidFill>
            <a:ln w="5420" cap="flat">
              <a:solidFill>
                <a:srgbClr val="3C487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2" name="pg522"/>
            <p:cNvSpPr/>
            <p:nvPr/>
          </p:nvSpPr>
          <p:spPr>
            <a:xfrm>
              <a:off x="5986032" y="286511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980">
                <a:alpha val="100000"/>
              </a:srgbClr>
            </a:solidFill>
            <a:ln w="5420" cap="flat">
              <a:solidFill>
                <a:srgbClr val="3C498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3" name="pg523"/>
            <p:cNvSpPr/>
            <p:nvPr/>
          </p:nvSpPr>
          <p:spPr>
            <a:xfrm>
              <a:off x="5997669" y="286511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A81">
                <a:alpha val="100000"/>
              </a:srgbClr>
            </a:solidFill>
            <a:ln w="5420" cap="flat">
              <a:solidFill>
                <a:srgbClr val="3C4A8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4" name="pg524"/>
            <p:cNvSpPr/>
            <p:nvPr/>
          </p:nvSpPr>
          <p:spPr>
            <a:xfrm>
              <a:off x="6009306" y="286511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C83">
                <a:alpha val="100000"/>
              </a:srgbClr>
            </a:solidFill>
            <a:ln w="5420" cap="flat">
              <a:solidFill>
                <a:srgbClr val="3C4C8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5" name="pg525"/>
            <p:cNvSpPr/>
            <p:nvPr/>
          </p:nvSpPr>
          <p:spPr>
            <a:xfrm>
              <a:off x="6020944" y="286511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D85">
                <a:alpha val="100000"/>
              </a:srgbClr>
            </a:solidFill>
            <a:ln w="5420" cap="flat">
              <a:solidFill>
                <a:srgbClr val="3C4D8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6" name="pg526"/>
            <p:cNvSpPr/>
            <p:nvPr/>
          </p:nvSpPr>
          <p:spPr>
            <a:xfrm>
              <a:off x="6032581" y="286511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4F88">
                <a:alpha val="100000"/>
              </a:srgbClr>
            </a:solidFill>
            <a:ln w="5420" cap="flat">
              <a:solidFill>
                <a:srgbClr val="3B4F8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7" name="pg527"/>
            <p:cNvSpPr/>
            <p:nvPr/>
          </p:nvSpPr>
          <p:spPr>
            <a:xfrm>
              <a:off x="6044218" y="286511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5089">
                <a:alpha val="100000"/>
              </a:srgbClr>
            </a:solidFill>
            <a:ln w="5420" cap="flat">
              <a:solidFill>
                <a:srgbClr val="3B508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8" name="pg528"/>
            <p:cNvSpPr/>
            <p:nvPr/>
          </p:nvSpPr>
          <p:spPr>
            <a:xfrm>
              <a:off x="6055856" y="286511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518B">
                <a:alpha val="100000"/>
              </a:srgbClr>
            </a:solidFill>
            <a:ln w="5420" cap="flat">
              <a:solidFill>
                <a:srgbClr val="3B518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9" name="pg529"/>
            <p:cNvSpPr/>
            <p:nvPr/>
          </p:nvSpPr>
          <p:spPr>
            <a:xfrm>
              <a:off x="6067493" y="286511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528C">
                <a:alpha val="100000"/>
              </a:srgbClr>
            </a:solidFill>
            <a:ln w="5420" cap="flat">
              <a:solidFill>
                <a:srgbClr val="3B528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0" name="pg530"/>
            <p:cNvSpPr/>
            <p:nvPr/>
          </p:nvSpPr>
          <p:spPr>
            <a:xfrm>
              <a:off x="6079130" y="286511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538D">
                <a:alpha val="100000"/>
              </a:srgbClr>
            </a:solidFill>
            <a:ln w="5420" cap="flat">
              <a:solidFill>
                <a:srgbClr val="3B538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1" name="pg531"/>
            <p:cNvSpPr/>
            <p:nvPr/>
          </p:nvSpPr>
          <p:spPr>
            <a:xfrm>
              <a:off x="6090768" y="286511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538E">
                <a:alpha val="100000"/>
              </a:srgbClr>
            </a:solidFill>
            <a:ln w="5420" cap="flat">
              <a:solidFill>
                <a:srgbClr val="3B538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2" name="pg532"/>
            <p:cNvSpPr/>
            <p:nvPr/>
          </p:nvSpPr>
          <p:spPr>
            <a:xfrm>
              <a:off x="6172229" y="286511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5794">
                <a:alpha val="100000"/>
              </a:srgbClr>
            </a:solidFill>
            <a:ln w="5420" cap="flat">
              <a:solidFill>
                <a:srgbClr val="3A579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3" name="pg533"/>
            <p:cNvSpPr/>
            <p:nvPr/>
          </p:nvSpPr>
          <p:spPr>
            <a:xfrm>
              <a:off x="6183866" y="286511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5794">
                <a:alpha val="100000"/>
              </a:srgbClr>
            </a:solidFill>
            <a:ln w="5420" cap="flat">
              <a:solidFill>
                <a:srgbClr val="3A579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4" name="pg534"/>
            <p:cNvSpPr/>
            <p:nvPr/>
          </p:nvSpPr>
          <p:spPr>
            <a:xfrm>
              <a:off x="6195504" y="286511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5894">
                <a:alpha val="100000"/>
              </a:srgbClr>
            </a:solidFill>
            <a:ln w="5420" cap="flat">
              <a:solidFill>
                <a:srgbClr val="3A589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5" name="pg535"/>
            <p:cNvSpPr/>
            <p:nvPr/>
          </p:nvSpPr>
          <p:spPr>
            <a:xfrm>
              <a:off x="6207141" y="286511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5895">
                <a:alpha val="100000"/>
              </a:srgbClr>
            </a:solidFill>
            <a:ln w="5420" cap="flat">
              <a:solidFill>
                <a:srgbClr val="3A589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6" name="pg536"/>
            <p:cNvSpPr/>
            <p:nvPr/>
          </p:nvSpPr>
          <p:spPr>
            <a:xfrm>
              <a:off x="6218778" y="286511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5895">
                <a:alpha val="100000"/>
              </a:srgbClr>
            </a:solidFill>
            <a:ln w="5420" cap="flat">
              <a:solidFill>
                <a:srgbClr val="3A589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7" name="pg537"/>
            <p:cNvSpPr/>
            <p:nvPr/>
          </p:nvSpPr>
          <p:spPr>
            <a:xfrm>
              <a:off x="6230416" y="286511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5895">
                <a:alpha val="100000"/>
              </a:srgbClr>
            </a:solidFill>
            <a:ln w="5420" cap="flat">
              <a:solidFill>
                <a:srgbClr val="3A589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8" name="pg538"/>
            <p:cNvSpPr/>
            <p:nvPr/>
          </p:nvSpPr>
          <p:spPr>
            <a:xfrm>
              <a:off x="6242053" y="286511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5895">
                <a:alpha val="100000"/>
              </a:srgbClr>
            </a:solidFill>
            <a:ln w="5420" cap="flat">
              <a:solidFill>
                <a:srgbClr val="3A589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9" name="pg539"/>
            <p:cNvSpPr/>
            <p:nvPr/>
          </p:nvSpPr>
          <p:spPr>
            <a:xfrm>
              <a:off x="6253690" y="286511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5895">
                <a:alpha val="100000"/>
              </a:srgbClr>
            </a:solidFill>
            <a:ln w="5420" cap="flat">
              <a:solidFill>
                <a:srgbClr val="3A589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0" name="pg540"/>
            <p:cNvSpPr/>
            <p:nvPr/>
          </p:nvSpPr>
          <p:spPr>
            <a:xfrm>
              <a:off x="5869658" y="287941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3969">
                <a:alpha val="100000"/>
              </a:srgbClr>
            </a:solidFill>
            <a:ln w="5420" cap="flat">
              <a:solidFill>
                <a:srgbClr val="3B396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1" name="pg541"/>
            <p:cNvSpPr/>
            <p:nvPr/>
          </p:nvSpPr>
          <p:spPr>
            <a:xfrm>
              <a:off x="5881296" y="287941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3B6B">
                <a:alpha val="100000"/>
              </a:srgbClr>
            </a:solidFill>
            <a:ln w="5420" cap="flat">
              <a:solidFill>
                <a:srgbClr val="3B3B6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2" name="pg542"/>
            <p:cNvSpPr/>
            <p:nvPr/>
          </p:nvSpPr>
          <p:spPr>
            <a:xfrm>
              <a:off x="5892933" y="287941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3C6D">
                <a:alpha val="100000"/>
              </a:srgbClr>
            </a:solidFill>
            <a:ln w="5420" cap="flat">
              <a:solidFill>
                <a:srgbClr val="3B3C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3" name="pg543"/>
            <p:cNvSpPr/>
            <p:nvPr/>
          </p:nvSpPr>
          <p:spPr>
            <a:xfrm>
              <a:off x="5904570" y="287941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3D6F">
                <a:alpha val="100000"/>
              </a:srgbClr>
            </a:solidFill>
            <a:ln w="5420" cap="flat">
              <a:solidFill>
                <a:srgbClr val="3B3D6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4" name="pg544"/>
            <p:cNvSpPr/>
            <p:nvPr/>
          </p:nvSpPr>
          <p:spPr>
            <a:xfrm>
              <a:off x="5916208" y="287941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073">
                <a:alpha val="100000"/>
              </a:srgbClr>
            </a:solidFill>
            <a:ln w="5420" cap="flat">
              <a:solidFill>
                <a:srgbClr val="3C407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5" name="pg545"/>
            <p:cNvSpPr/>
            <p:nvPr/>
          </p:nvSpPr>
          <p:spPr>
            <a:xfrm>
              <a:off x="5927845" y="287941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275">
                <a:alpha val="100000"/>
              </a:srgbClr>
            </a:solidFill>
            <a:ln w="5420" cap="flat">
              <a:solidFill>
                <a:srgbClr val="3C427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6" name="pg546"/>
            <p:cNvSpPr/>
            <p:nvPr/>
          </p:nvSpPr>
          <p:spPr>
            <a:xfrm>
              <a:off x="5939482" y="287941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377">
                <a:alpha val="100000"/>
              </a:srgbClr>
            </a:solidFill>
            <a:ln w="5420" cap="flat">
              <a:solidFill>
                <a:srgbClr val="3C437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7" name="pg547"/>
            <p:cNvSpPr/>
            <p:nvPr/>
          </p:nvSpPr>
          <p:spPr>
            <a:xfrm>
              <a:off x="5951120" y="287941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579">
                <a:alpha val="100000"/>
              </a:srgbClr>
            </a:solidFill>
            <a:ln w="5420" cap="flat">
              <a:solidFill>
                <a:srgbClr val="3C457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8" name="pg548"/>
            <p:cNvSpPr/>
            <p:nvPr/>
          </p:nvSpPr>
          <p:spPr>
            <a:xfrm>
              <a:off x="5962757" y="287941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67B">
                <a:alpha val="100000"/>
              </a:srgbClr>
            </a:solidFill>
            <a:ln w="5420" cap="flat">
              <a:solidFill>
                <a:srgbClr val="3C467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9" name="pg549"/>
            <p:cNvSpPr/>
            <p:nvPr/>
          </p:nvSpPr>
          <p:spPr>
            <a:xfrm>
              <a:off x="5974394" y="287941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77D">
                <a:alpha val="100000"/>
              </a:srgbClr>
            </a:solidFill>
            <a:ln w="5420" cap="flat">
              <a:solidFill>
                <a:srgbClr val="3C477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0" name="pg550"/>
            <p:cNvSpPr/>
            <p:nvPr/>
          </p:nvSpPr>
          <p:spPr>
            <a:xfrm>
              <a:off x="5986032" y="287941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97F">
                <a:alpha val="100000"/>
              </a:srgbClr>
            </a:solidFill>
            <a:ln w="5420" cap="flat">
              <a:solidFill>
                <a:srgbClr val="3C497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1" name="pg551"/>
            <p:cNvSpPr/>
            <p:nvPr/>
          </p:nvSpPr>
          <p:spPr>
            <a:xfrm>
              <a:off x="5997669" y="287941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A81">
                <a:alpha val="100000"/>
              </a:srgbClr>
            </a:solidFill>
            <a:ln w="5420" cap="flat">
              <a:solidFill>
                <a:srgbClr val="3C4A8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2" name="pg552"/>
            <p:cNvSpPr/>
            <p:nvPr/>
          </p:nvSpPr>
          <p:spPr>
            <a:xfrm>
              <a:off x="6009306" y="287941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B83">
                <a:alpha val="100000"/>
              </a:srgbClr>
            </a:solidFill>
            <a:ln w="5420" cap="flat">
              <a:solidFill>
                <a:srgbClr val="3C4B8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3" name="pg553"/>
            <p:cNvSpPr/>
            <p:nvPr/>
          </p:nvSpPr>
          <p:spPr>
            <a:xfrm>
              <a:off x="6020944" y="287941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D85">
                <a:alpha val="100000"/>
              </a:srgbClr>
            </a:solidFill>
            <a:ln w="5420" cap="flat">
              <a:solidFill>
                <a:srgbClr val="3C4D8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4" name="pg554"/>
            <p:cNvSpPr/>
            <p:nvPr/>
          </p:nvSpPr>
          <p:spPr>
            <a:xfrm>
              <a:off x="6032581" y="287941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4F88">
                <a:alpha val="100000"/>
              </a:srgbClr>
            </a:solidFill>
            <a:ln w="5420" cap="flat">
              <a:solidFill>
                <a:srgbClr val="3B4F8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5" name="pg555"/>
            <p:cNvSpPr/>
            <p:nvPr/>
          </p:nvSpPr>
          <p:spPr>
            <a:xfrm>
              <a:off x="6044218" y="287941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5089">
                <a:alpha val="100000"/>
              </a:srgbClr>
            </a:solidFill>
            <a:ln w="5420" cap="flat">
              <a:solidFill>
                <a:srgbClr val="3B508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6" name="pg556"/>
            <p:cNvSpPr/>
            <p:nvPr/>
          </p:nvSpPr>
          <p:spPr>
            <a:xfrm>
              <a:off x="6172229" y="287941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5894">
                <a:alpha val="100000"/>
              </a:srgbClr>
            </a:solidFill>
            <a:ln w="5420" cap="flat">
              <a:solidFill>
                <a:srgbClr val="3A589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7" name="pg557"/>
            <p:cNvSpPr/>
            <p:nvPr/>
          </p:nvSpPr>
          <p:spPr>
            <a:xfrm>
              <a:off x="6183866" y="287941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5894">
                <a:alpha val="100000"/>
              </a:srgbClr>
            </a:solidFill>
            <a:ln w="5420" cap="flat">
              <a:solidFill>
                <a:srgbClr val="3A589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8" name="pg558"/>
            <p:cNvSpPr/>
            <p:nvPr/>
          </p:nvSpPr>
          <p:spPr>
            <a:xfrm>
              <a:off x="6195504" y="287941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5895">
                <a:alpha val="100000"/>
              </a:srgbClr>
            </a:solidFill>
            <a:ln w="5420" cap="flat">
              <a:solidFill>
                <a:srgbClr val="3A589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9" name="pg559"/>
            <p:cNvSpPr/>
            <p:nvPr/>
          </p:nvSpPr>
          <p:spPr>
            <a:xfrm>
              <a:off x="6207141" y="287941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5895">
                <a:alpha val="100000"/>
              </a:srgbClr>
            </a:solidFill>
            <a:ln w="5420" cap="flat">
              <a:solidFill>
                <a:srgbClr val="3A589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0" name="pg560"/>
            <p:cNvSpPr/>
            <p:nvPr/>
          </p:nvSpPr>
          <p:spPr>
            <a:xfrm>
              <a:off x="6218778" y="287941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5895">
                <a:alpha val="100000"/>
              </a:srgbClr>
            </a:solidFill>
            <a:ln w="5420" cap="flat">
              <a:solidFill>
                <a:srgbClr val="3A589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1" name="pg561"/>
            <p:cNvSpPr/>
            <p:nvPr/>
          </p:nvSpPr>
          <p:spPr>
            <a:xfrm>
              <a:off x="6230416" y="287941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5895">
                <a:alpha val="100000"/>
              </a:srgbClr>
            </a:solidFill>
            <a:ln w="5420" cap="flat">
              <a:solidFill>
                <a:srgbClr val="3A589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2" name="pg562"/>
            <p:cNvSpPr/>
            <p:nvPr/>
          </p:nvSpPr>
          <p:spPr>
            <a:xfrm>
              <a:off x="5858021" y="289371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3664">
                <a:alpha val="100000"/>
              </a:srgbClr>
            </a:solidFill>
            <a:ln w="5420" cap="flat">
              <a:solidFill>
                <a:srgbClr val="3A366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3" name="pg563"/>
            <p:cNvSpPr/>
            <p:nvPr/>
          </p:nvSpPr>
          <p:spPr>
            <a:xfrm>
              <a:off x="5869658" y="289371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3766">
                <a:alpha val="100000"/>
              </a:srgbClr>
            </a:solidFill>
            <a:ln w="5420" cap="flat">
              <a:solidFill>
                <a:srgbClr val="3B37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4" name="pg564"/>
            <p:cNvSpPr/>
            <p:nvPr/>
          </p:nvSpPr>
          <p:spPr>
            <a:xfrm>
              <a:off x="5881296" y="289371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3968">
                <a:alpha val="100000"/>
              </a:srgbClr>
            </a:solidFill>
            <a:ln w="5420" cap="flat">
              <a:solidFill>
                <a:srgbClr val="3B396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5" name="pg565"/>
            <p:cNvSpPr/>
            <p:nvPr/>
          </p:nvSpPr>
          <p:spPr>
            <a:xfrm>
              <a:off x="5892933" y="289371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3A6B">
                <a:alpha val="100000"/>
              </a:srgbClr>
            </a:solidFill>
            <a:ln w="5420" cap="flat">
              <a:solidFill>
                <a:srgbClr val="3B3A6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6" name="pg566"/>
            <p:cNvSpPr/>
            <p:nvPr/>
          </p:nvSpPr>
          <p:spPr>
            <a:xfrm>
              <a:off x="5904570" y="289371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3C6D">
                <a:alpha val="100000"/>
              </a:srgbClr>
            </a:solidFill>
            <a:ln w="5420" cap="flat">
              <a:solidFill>
                <a:srgbClr val="3B3C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7" name="pg567"/>
            <p:cNvSpPr/>
            <p:nvPr/>
          </p:nvSpPr>
          <p:spPr>
            <a:xfrm>
              <a:off x="5916208" y="289371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3F72">
                <a:alpha val="100000"/>
              </a:srgbClr>
            </a:solidFill>
            <a:ln w="5420" cap="flat">
              <a:solidFill>
                <a:srgbClr val="3B3F7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8" name="pg568"/>
            <p:cNvSpPr/>
            <p:nvPr/>
          </p:nvSpPr>
          <p:spPr>
            <a:xfrm>
              <a:off x="5927845" y="289371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174">
                <a:alpha val="100000"/>
              </a:srgbClr>
            </a:solidFill>
            <a:ln w="5420" cap="flat">
              <a:solidFill>
                <a:srgbClr val="3C417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9" name="pg569"/>
            <p:cNvSpPr/>
            <p:nvPr/>
          </p:nvSpPr>
          <p:spPr>
            <a:xfrm>
              <a:off x="5939482" y="289371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376">
                <a:alpha val="100000"/>
              </a:srgbClr>
            </a:solidFill>
            <a:ln w="5420" cap="flat">
              <a:solidFill>
                <a:srgbClr val="3C437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0" name="pg570"/>
            <p:cNvSpPr/>
            <p:nvPr/>
          </p:nvSpPr>
          <p:spPr>
            <a:xfrm>
              <a:off x="5951120" y="289371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479">
                <a:alpha val="100000"/>
              </a:srgbClr>
            </a:solidFill>
            <a:ln w="5420" cap="flat">
              <a:solidFill>
                <a:srgbClr val="3C447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1" name="pg571"/>
            <p:cNvSpPr/>
            <p:nvPr/>
          </p:nvSpPr>
          <p:spPr>
            <a:xfrm>
              <a:off x="5962757" y="289371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67B">
                <a:alpha val="100000"/>
              </a:srgbClr>
            </a:solidFill>
            <a:ln w="5420" cap="flat">
              <a:solidFill>
                <a:srgbClr val="3C467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2" name="pg572"/>
            <p:cNvSpPr/>
            <p:nvPr/>
          </p:nvSpPr>
          <p:spPr>
            <a:xfrm>
              <a:off x="5974394" y="289371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77D">
                <a:alpha val="100000"/>
              </a:srgbClr>
            </a:solidFill>
            <a:ln w="5420" cap="flat">
              <a:solidFill>
                <a:srgbClr val="3C477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3" name="pg573"/>
            <p:cNvSpPr/>
            <p:nvPr/>
          </p:nvSpPr>
          <p:spPr>
            <a:xfrm>
              <a:off x="5986032" y="289371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97F">
                <a:alpha val="100000"/>
              </a:srgbClr>
            </a:solidFill>
            <a:ln w="5420" cap="flat">
              <a:solidFill>
                <a:srgbClr val="3C497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4" name="pg574"/>
            <p:cNvSpPr/>
            <p:nvPr/>
          </p:nvSpPr>
          <p:spPr>
            <a:xfrm>
              <a:off x="5997669" y="289371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A81">
                <a:alpha val="100000"/>
              </a:srgbClr>
            </a:solidFill>
            <a:ln w="5420" cap="flat">
              <a:solidFill>
                <a:srgbClr val="3C4A8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5" name="pg575"/>
            <p:cNvSpPr/>
            <p:nvPr/>
          </p:nvSpPr>
          <p:spPr>
            <a:xfrm>
              <a:off x="6009306" y="289371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B83">
                <a:alpha val="100000"/>
              </a:srgbClr>
            </a:solidFill>
            <a:ln w="5420" cap="flat">
              <a:solidFill>
                <a:srgbClr val="3C4B8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6" name="pg576"/>
            <p:cNvSpPr/>
            <p:nvPr/>
          </p:nvSpPr>
          <p:spPr>
            <a:xfrm>
              <a:off x="6160592" y="289371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5894">
                <a:alpha val="100000"/>
              </a:srgbClr>
            </a:solidFill>
            <a:ln w="5420" cap="flat">
              <a:solidFill>
                <a:srgbClr val="3A589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7" name="pg577"/>
            <p:cNvSpPr/>
            <p:nvPr/>
          </p:nvSpPr>
          <p:spPr>
            <a:xfrm>
              <a:off x="6172229" y="289371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5895">
                <a:alpha val="100000"/>
              </a:srgbClr>
            </a:solidFill>
            <a:ln w="5420" cap="flat">
              <a:solidFill>
                <a:srgbClr val="3A589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8" name="pg578"/>
            <p:cNvSpPr/>
            <p:nvPr/>
          </p:nvSpPr>
          <p:spPr>
            <a:xfrm>
              <a:off x="6183866" y="289371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5895">
                <a:alpha val="100000"/>
              </a:srgbClr>
            </a:solidFill>
            <a:ln w="5420" cap="flat">
              <a:solidFill>
                <a:srgbClr val="3A589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9" name="pg579"/>
            <p:cNvSpPr/>
            <p:nvPr/>
          </p:nvSpPr>
          <p:spPr>
            <a:xfrm>
              <a:off x="6195504" y="289371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5895">
                <a:alpha val="100000"/>
              </a:srgbClr>
            </a:solidFill>
            <a:ln w="5420" cap="flat">
              <a:solidFill>
                <a:srgbClr val="3A589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0" name="pg580"/>
            <p:cNvSpPr/>
            <p:nvPr/>
          </p:nvSpPr>
          <p:spPr>
            <a:xfrm>
              <a:off x="6207141" y="289371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5895">
                <a:alpha val="100000"/>
              </a:srgbClr>
            </a:solidFill>
            <a:ln w="5420" cap="flat">
              <a:solidFill>
                <a:srgbClr val="3A589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1" name="pg581"/>
            <p:cNvSpPr/>
            <p:nvPr/>
          </p:nvSpPr>
          <p:spPr>
            <a:xfrm>
              <a:off x="6218778" y="289371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5895">
                <a:alpha val="100000"/>
              </a:srgbClr>
            </a:solidFill>
            <a:ln w="5420" cap="flat">
              <a:solidFill>
                <a:srgbClr val="3A589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2" name="pg582"/>
            <p:cNvSpPr/>
            <p:nvPr/>
          </p:nvSpPr>
          <p:spPr>
            <a:xfrm>
              <a:off x="5799834" y="290801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3563">
                <a:alpha val="100000"/>
              </a:srgbClr>
            </a:solidFill>
            <a:ln w="5420" cap="flat">
              <a:solidFill>
                <a:srgbClr val="3A356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3" name="pg583"/>
            <p:cNvSpPr/>
            <p:nvPr/>
          </p:nvSpPr>
          <p:spPr>
            <a:xfrm>
              <a:off x="5811472" y="290801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3360">
                <a:alpha val="100000"/>
              </a:srgbClr>
            </a:solidFill>
            <a:ln w="5420" cap="flat">
              <a:solidFill>
                <a:srgbClr val="3A336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4" name="pg584"/>
            <p:cNvSpPr/>
            <p:nvPr/>
          </p:nvSpPr>
          <p:spPr>
            <a:xfrm>
              <a:off x="5823109" y="290801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315E">
                <a:alpha val="100000"/>
              </a:srgbClr>
            </a:solidFill>
            <a:ln w="5420" cap="flat">
              <a:solidFill>
                <a:srgbClr val="3A315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5" name="pg585"/>
            <p:cNvSpPr/>
            <p:nvPr/>
          </p:nvSpPr>
          <p:spPr>
            <a:xfrm>
              <a:off x="5834746" y="290801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315E">
                <a:alpha val="100000"/>
              </a:srgbClr>
            </a:solidFill>
            <a:ln w="5420" cap="flat">
              <a:solidFill>
                <a:srgbClr val="3A315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6" name="pg586"/>
            <p:cNvSpPr/>
            <p:nvPr/>
          </p:nvSpPr>
          <p:spPr>
            <a:xfrm>
              <a:off x="5846384" y="290801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325F">
                <a:alpha val="100000"/>
              </a:srgbClr>
            </a:solidFill>
            <a:ln w="5420" cap="flat">
              <a:solidFill>
                <a:srgbClr val="3A325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7" name="pg587"/>
            <p:cNvSpPr/>
            <p:nvPr/>
          </p:nvSpPr>
          <p:spPr>
            <a:xfrm>
              <a:off x="5858021" y="290801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3361">
                <a:alpha val="100000"/>
              </a:srgbClr>
            </a:solidFill>
            <a:ln w="5420" cap="flat">
              <a:solidFill>
                <a:srgbClr val="3A336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8" name="pg588"/>
            <p:cNvSpPr/>
            <p:nvPr/>
          </p:nvSpPr>
          <p:spPr>
            <a:xfrm>
              <a:off x="5869658" y="290801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3564">
                <a:alpha val="100000"/>
              </a:srgbClr>
            </a:solidFill>
            <a:ln w="5420" cap="flat">
              <a:solidFill>
                <a:srgbClr val="3A356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9" name="pg589"/>
            <p:cNvSpPr/>
            <p:nvPr/>
          </p:nvSpPr>
          <p:spPr>
            <a:xfrm>
              <a:off x="5881296" y="290801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3766">
                <a:alpha val="100000"/>
              </a:srgbClr>
            </a:solidFill>
            <a:ln w="5420" cap="flat">
              <a:solidFill>
                <a:srgbClr val="3B37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0" name="pg590"/>
            <p:cNvSpPr/>
            <p:nvPr/>
          </p:nvSpPr>
          <p:spPr>
            <a:xfrm>
              <a:off x="5892933" y="290801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3969">
                <a:alpha val="100000"/>
              </a:srgbClr>
            </a:solidFill>
            <a:ln w="5420" cap="flat">
              <a:solidFill>
                <a:srgbClr val="3B396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1" name="pg591"/>
            <p:cNvSpPr/>
            <p:nvPr/>
          </p:nvSpPr>
          <p:spPr>
            <a:xfrm>
              <a:off x="5904570" y="290801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3B6C">
                <a:alpha val="100000"/>
              </a:srgbClr>
            </a:solidFill>
            <a:ln w="5420" cap="flat">
              <a:solidFill>
                <a:srgbClr val="3B3B6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2" name="pg592"/>
            <p:cNvSpPr/>
            <p:nvPr/>
          </p:nvSpPr>
          <p:spPr>
            <a:xfrm>
              <a:off x="5916208" y="290801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3F71">
                <a:alpha val="100000"/>
              </a:srgbClr>
            </a:solidFill>
            <a:ln w="5420" cap="flat">
              <a:solidFill>
                <a:srgbClr val="3B3F7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3" name="pg593"/>
            <p:cNvSpPr/>
            <p:nvPr/>
          </p:nvSpPr>
          <p:spPr>
            <a:xfrm>
              <a:off x="5927845" y="290801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174">
                <a:alpha val="100000"/>
              </a:srgbClr>
            </a:solidFill>
            <a:ln w="5420" cap="flat">
              <a:solidFill>
                <a:srgbClr val="3C417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4" name="pg594"/>
            <p:cNvSpPr/>
            <p:nvPr/>
          </p:nvSpPr>
          <p:spPr>
            <a:xfrm>
              <a:off x="5939482" y="290801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276">
                <a:alpha val="100000"/>
              </a:srgbClr>
            </a:solidFill>
            <a:ln w="5420" cap="flat">
              <a:solidFill>
                <a:srgbClr val="3C427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5" name="pg595"/>
            <p:cNvSpPr/>
            <p:nvPr/>
          </p:nvSpPr>
          <p:spPr>
            <a:xfrm>
              <a:off x="5951120" y="290801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478">
                <a:alpha val="100000"/>
              </a:srgbClr>
            </a:solidFill>
            <a:ln w="5420" cap="flat">
              <a:solidFill>
                <a:srgbClr val="3C447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6" name="pg596"/>
            <p:cNvSpPr/>
            <p:nvPr/>
          </p:nvSpPr>
          <p:spPr>
            <a:xfrm>
              <a:off x="5974394" y="290801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77D">
                <a:alpha val="100000"/>
              </a:srgbClr>
            </a:solidFill>
            <a:ln w="5420" cap="flat">
              <a:solidFill>
                <a:srgbClr val="3C477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7" name="pg597"/>
            <p:cNvSpPr/>
            <p:nvPr/>
          </p:nvSpPr>
          <p:spPr>
            <a:xfrm>
              <a:off x="5986032" y="290801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97F">
                <a:alpha val="100000"/>
              </a:srgbClr>
            </a:solidFill>
            <a:ln w="5420" cap="flat">
              <a:solidFill>
                <a:srgbClr val="3C497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8" name="pg598"/>
            <p:cNvSpPr/>
            <p:nvPr/>
          </p:nvSpPr>
          <p:spPr>
            <a:xfrm>
              <a:off x="5997669" y="290801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A81">
                <a:alpha val="100000"/>
              </a:srgbClr>
            </a:solidFill>
            <a:ln w="5420" cap="flat">
              <a:solidFill>
                <a:srgbClr val="3C4A8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9" name="pg599"/>
            <p:cNvSpPr/>
            <p:nvPr/>
          </p:nvSpPr>
          <p:spPr>
            <a:xfrm>
              <a:off x="6160592" y="290801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5895">
                <a:alpha val="100000"/>
              </a:srgbClr>
            </a:solidFill>
            <a:ln w="5420" cap="flat">
              <a:solidFill>
                <a:srgbClr val="3A589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0" name="pg600"/>
            <p:cNvSpPr/>
            <p:nvPr/>
          </p:nvSpPr>
          <p:spPr>
            <a:xfrm>
              <a:off x="6172229" y="290801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5895">
                <a:alpha val="100000"/>
              </a:srgbClr>
            </a:solidFill>
            <a:ln w="5420" cap="flat">
              <a:solidFill>
                <a:srgbClr val="3A589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1" name="pg601"/>
            <p:cNvSpPr/>
            <p:nvPr/>
          </p:nvSpPr>
          <p:spPr>
            <a:xfrm>
              <a:off x="6183866" y="290801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5895">
                <a:alpha val="100000"/>
              </a:srgbClr>
            </a:solidFill>
            <a:ln w="5420" cap="flat">
              <a:solidFill>
                <a:srgbClr val="3A589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2" name="pg602"/>
            <p:cNvSpPr/>
            <p:nvPr/>
          </p:nvSpPr>
          <p:spPr>
            <a:xfrm>
              <a:off x="6195504" y="290801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5895">
                <a:alpha val="100000"/>
              </a:srgbClr>
            </a:solidFill>
            <a:ln w="5420" cap="flat">
              <a:solidFill>
                <a:srgbClr val="3A589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3" name="pg603"/>
            <p:cNvSpPr/>
            <p:nvPr/>
          </p:nvSpPr>
          <p:spPr>
            <a:xfrm>
              <a:off x="6207141" y="290801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5895">
                <a:alpha val="100000"/>
              </a:srgbClr>
            </a:solidFill>
            <a:ln w="5420" cap="flat">
              <a:solidFill>
                <a:srgbClr val="3A589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4" name="pg604"/>
            <p:cNvSpPr/>
            <p:nvPr/>
          </p:nvSpPr>
          <p:spPr>
            <a:xfrm>
              <a:off x="5764922" y="292232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3F71">
                <a:alpha val="100000"/>
              </a:srgbClr>
            </a:solidFill>
            <a:ln w="5420" cap="flat">
              <a:solidFill>
                <a:srgbClr val="3B3F7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5" name="pg605"/>
            <p:cNvSpPr/>
            <p:nvPr/>
          </p:nvSpPr>
          <p:spPr>
            <a:xfrm>
              <a:off x="5776560" y="292232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3E70">
                <a:alpha val="100000"/>
              </a:srgbClr>
            </a:solidFill>
            <a:ln w="5420" cap="flat">
              <a:solidFill>
                <a:srgbClr val="3B3E7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6" name="pg606"/>
            <p:cNvSpPr/>
            <p:nvPr/>
          </p:nvSpPr>
          <p:spPr>
            <a:xfrm>
              <a:off x="5788197" y="292232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3C6D">
                <a:alpha val="100000"/>
              </a:srgbClr>
            </a:solidFill>
            <a:ln w="5420" cap="flat">
              <a:solidFill>
                <a:srgbClr val="3B3C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7" name="pg607"/>
            <p:cNvSpPr/>
            <p:nvPr/>
          </p:nvSpPr>
          <p:spPr>
            <a:xfrm>
              <a:off x="5799834" y="292232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3563">
                <a:alpha val="100000"/>
              </a:srgbClr>
            </a:solidFill>
            <a:ln w="5420" cap="flat">
              <a:solidFill>
                <a:srgbClr val="3A356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8" name="pg608"/>
            <p:cNvSpPr/>
            <p:nvPr/>
          </p:nvSpPr>
          <p:spPr>
            <a:xfrm>
              <a:off x="5811472" y="292232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315D">
                <a:alpha val="100000"/>
              </a:srgbClr>
            </a:solidFill>
            <a:ln w="5420" cap="flat">
              <a:solidFill>
                <a:srgbClr val="39315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9" name="pg609"/>
            <p:cNvSpPr/>
            <p:nvPr/>
          </p:nvSpPr>
          <p:spPr>
            <a:xfrm>
              <a:off x="5823109" y="292232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2E5A">
                <a:alpha val="100000"/>
              </a:srgbClr>
            </a:solidFill>
            <a:ln w="5420" cap="flat">
              <a:solidFill>
                <a:srgbClr val="392E5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0" name="pg610"/>
            <p:cNvSpPr/>
            <p:nvPr/>
          </p:nvSpPr>
          <p:spPr>
            <a:xfrm>
              <a:off x="5834746" y="292232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2E5A">
                <a:alpha val="100000"/>
              </a:srgbClr>
            </a:solidFill>
            <a:ln w="5420" cap="flat">
              <a:solidFill>
                <a:srgbClr val="392E5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1" name="pg611"/>
            <p:cNvSpPr/>
            <p:nvPr/>
          </p:nvSpPr>
          <p:spPr>
            <a:xfrm>
              <a:off x="5846384" y="292232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305C">
                <a:alpha val="100000"/>
              </a:srgbClr>
            </a:solidFill>
            <a:ln w="5420" cap="flat">
              <a:solidFill>
                <a:srgbClr val="3930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2" name="pg612"/>
            <p:cNvSpPr/>
            <p:nvPr/>
          </p:nvSpPr>
          <p:spPr>
            <a:xfrm>
              <a:off x="5858021" y="292232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325F">
                <a:alpha val="100000"/>
              </a:srgbClr>
            </a:solidFill>
            <a:ln w="5420" cap="flat">
              <a:solidFill>
                <a:srgbClr val="3A325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3" name="pg613"/>
            <p:cNvSpPr/>
            <p:nvPr/>
          </p:nvSpPr>
          <p:spPr>
            <a:xfrm>
              <a:off x="5869658" y="292232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3462">
                <a:alpha val="100000"/>
              </a:srgbClr>
            </a:solidFill>
            <a:ln w="5420" cap="flat">
              <a:solidFill>
                <a:srgbClr val="3A346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4" name="pg614"/>
            <p:cNvSpPr/>
            <p:nvPr/>
          </p:nvSpPr>
          <p:spPr>
            <a:xfrm>
              <a:off x="5881296" y="292232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3665">
                <a:alpha val="100000"/>
              </a:srgbClr>
            </a:solidFill>
            <a:ln w="5420" cap="flat">
              <a:solidFill>
                <a:srgbClr val="3A366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5" name="pg615"/>
            <p:cNvSpPr/>
            <p:nvPr/>
          </p:nvSpPr>
          <p:spPr>
            <a:xfrm>
              <a:off x="5892933" y="292232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3968">
                <a:alpha val="100000"/>
              </a:srgbClr>
            </a:solidFill>
            <a:ln w="5420" cap="flat">
              <a:solidFill>
                <a:srgbClr val="3B396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6" name="pg616"/>
            <p:cNvSpPr/>
            <p:nvPr/>
          </p:nvSpPr>
          <p:spPr>
            <a:xfrm>
              <a:off x="5904570" y="292232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3B6B">
                <a:alpha val="100000"/>
              </a:srgbClr>
            </a:solidFill>
            <a:ln w="5420" cap="flat">
              <a:solidFill>
                <a:srgbClr val="3B3B6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7" name="pg617"/>
            <p:cNvSpPr/>
            <p:nvPr/>
          </p:nvSpPr>
          <p:spPr>
            <a:xfrm>
              <a:off x="5927845" y="292232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073">
                <a:alpha val="100000"/>
              </a:srgbClr>
            </a:solidFill>
            <a:ln w="5420" cap="flat">
              <a:solidFill>
                <a:srgbClr val="3C407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8" name="pg618"/>
            <p:cNvSpPr/>
            <p:nvPr/>
          </p:nvSpPr>
          <p:spPr>
            <a:xfrm>
              <a:off x="5939482" y="292232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276">
                <a:alpha val="100000"/>
              </a:srgbClr>
            </a:solidFill>
            <a:ln w="5420" cap="flat">
              <a:solidFill>
                <a:srgbClr val="3C427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9" name="pg619"/>
            <p:cNvSpPr/>
            <p:nvPr/>
          </p:nvSpPr>
          <p:spPr>
            <a:xfrm>
              <a:off x="6160592" y="292232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5895">
                <a:alpha val="100000"/>
              </a:srgbClr>
            </a:solidFill>
            <a:ln w="5420" cap="flat">
              <a:solidFill>
                <a:srgbClr val="3A589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0" name="pg620"/>
            <p:cNvSpPr/>
            <p:nvPr/>
          </p:nvSpPr>
          <p:spPr>
            <a:xfrm>
              <a:off x="6172229" y="292232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5895">
                <a:alpha val="100000"/>
              </a:srgbClr>
            </a:solidFill>
            <a:ln w="5420" cap="flat">
              <a:solidFill>
                <a:srgbClr val="3A589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1" name="pg621"/>
            <p:cNvSpPr/>
            <p:nvPr/>
          </p:nvSpPr>
          <p:spPr>
            <a:xfrm>
              <a:off x="6183866" y="292232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5895">
                <a:alpha val="100000"/>
              </a:srgbClr>
            </a:solidFill>
            <a:ln w="5420" cap="flat">
              <a:solidFill>
                <a:srgbClr val="3A589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2" name="pg622"/>
            <p:cNvSpPr/>
            <p:nvPr/>
          </p:nvSpPr>
          <p:spPr>
            <a:xfrm>
              <a:off x="6195504" y="292232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5896">
                <a:alpha val="100000"/>
              </a:srgbClr>
            </a:solidFill>
            <a:ln w="5420" cap="flat">
              <a:solidFill>
                <a:srgbClr val="3A589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3" name="pg623"/>
            <p:cNvSpPr/>
            <p:nvPr/>
          </p:nvSpPr>
          <p:spPr>
            <a:xfrm>
              <a:off x="6207141" y="292232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5996">
                <a:alpha val="100000"/>
              </a:srgbClr>
            </a:solidFill>
            <a:ln w="5420" cap="flat">
              <a:solidFill>
                <a:srgbClr val="3A599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4" name="pg624"/>
            <p:cNvSpPr/>
            <p:nvPr/>
          </p:nvSpPr>
          <p:spPr>
            <a:xfrm>
              <a:off x="5753285" y="293662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276">
                <a:alpha val="100000"/>
              </a:srgbClr>
            </a:solidFill>
            <a:ln w="5420" cap="flat">
              <a:solidFill>
                <a:srgbClr val="3C427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5" name="pg625"/>
            <p:cNvSpPr/>
            <p:nvPr/>
          </p:nvSpPr>
          <p:spPr>
            <a:xfrm>
              <a:off x="5764922" y="293662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173">
                <a:alpha val="100000"/>
              </a:srgbClr>
            </a:solidFill>
            <a:ln w="5420" cap="flat">
              <a:solidFill>
                <a:srgbClr val="3C417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6" name="pg626"/>
            <p:cNvSpPr/>
            <p:nvPr/>
          </p:nvSpPr>
          <p:spPr>
            <a:xfrm>
              <a:off x="5776560" y="293662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4072">
                <a:alpha val="100000"/>
              </a:srgbClr>
            </a:solidFill>
            <a:ln w="5420" cap="flat">
              <a:solidFill>
                <a:srgbClr val="3B407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7" name="pg627"/>
            <p:cNvSpPr/>
            <p:nvPr/>
          </p:nvSpPr>
          <p:spPr>
            <a:xfrm>
              <a:off x="5788197" y="293662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4072">
                <a:alpha val="100000"/>
              </a:srgbClr>
            </a:solidFill>
            <a:ln w="5420" cap="flat">
              <a:solidFill>
                <a:srgbClr val="3B407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8" name="pg628"/>
            <p:cNvSpPr/>
            <p:nvPr/>
          </p:nvSpPr>
          <p:spPr>
            <a:xfrm>
              <a:off x="5799834" y="293662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3C6D">
                <a:alpha val="100000"/>
              </a:srgbClr>
            </a:solidFill>
            <a:ln w="5420" cap="flat">
              <a:solidFill>
                <a:srgbClr val="3B3C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9" name="pg629"/>
            <p:cNvSpPr/>
            <p:nvPr/>
          </p:nvSpPr>
          <p:spPr>
            <a:xfrm>
              <a:off x="5811472" y="293662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3665">
                <a:alpha val="100000"/>
              </a:srgbClr>
            </a:solidFill>
            <a:ln w="5420" cap="flat">
              <a:solidFill>
                <a:srgbClr val="3A366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0" name="pg630"/>
            <p:cNvSpPr/>
            <p:nvPr/>
          </p:nvSpPr>
          <p:spPr>
            <a:xfrm>
              <a:off x="5823109" y="293662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325F">
                <a:alpha val="100000"/>
              </a:srgbClr>
            </a:solidFill>
            <a:ln w="5420" cap="flat">
              <a:solidFill>
                <a:srgbClr val="3A325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1" name="pg631"/>
            <p:cNvSpPr/>
            <p:nvPr/>
          </p:nvSpPr>
          <p:spPr>
            <a:xfrm>
              <a:off x="5834746" y="293662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315E">
                <a:alpha val="100000"/>
              </a:srgbClr>
            </a:solidFill>
            <a:ln w="5420" cap="flat">
              <a:solidFill>
                <a:srgbClr val="3A315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2" name="pg632"/>
            <p:cNvSpPr/>
            <p:nvPr/>
          </p:nvSpPr>
          <p:spPr>
            <a:xfrm>
              <a:off x="5846384" y="293662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325F">
                <a:alpha val="100000"/>
              </a:srgbClr>
            </a:solidFill>
            <a:ln w="5420" cap="flat">
              <a:solidFill>
                <a:srgbClr val="3A325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3" name="pg633"/>
            <p:cNvSpPr/>
            <p:nvPr/>
          </p:nvSpPr>
          <p:spPr>
            <a:xfrm>
              <a:off x="5858021" y="293662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3461">
                <a:alpha val="100000"/>
              </a:srgbClr>
            </a:solidFill>
            <a:ln w="5420" cap="flat">
              <a:solidFill>
                <a:srgbClr val="3A346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4" name="pg634"/>
            <p:cNvSpPr/>
            <p:nvPr/>
          </p:nvSpPr>
          <p:spPr>
            <a:xfrm>
              <a:off x="5869658" y="293662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3664">
                <a:alpha val="100000"/>
              </a:srgbClr>
            </a:solidFill>
            <a:ln w="5420" cap="flat">
              <a:solidFill>
                <a:srgbClr val="3A366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5" name="pg635"/>
            <p:cNvSpPr/>
            <p:nvPr/>
          </p:nvSpPr>
          <p:spPr>
            <a:xfrm>
              <a:off x="5881296" y="293662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3867">
                <a:alpha val="100000"/>
              </a:srgbClr>
            </a:solidFill>
            <a:ln w="5420" cap="flat">
              <a:solidFill>
                <a:srgbClr val="3B386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6" name="pg636"/>
            <p:cNvSpPr/>
            <p:nvPr/>
          </p:nvSpPr>
          <p:spPr>
            <a:xfrm>
              <a:off x="5892933" y="293662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3A6A">
                <a:alpha val="100000"/>
              </a:srgbClr>
            </a:solidFill>
            <a:ln w="5420" cap="flat">
              <a:solidFill>
                <a:srgbClr val="3B3A6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7" name="pg637"/>
            <p:cNvSpPr/>
            <p:nvPr/>
          </p:nvSpPr>
          <p:spPr>
            <a:xfrm>
              <a:off x="6160592" y="293662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5895">
                <a:alpha val="100000"/>
              </a:srgbClr>
            </a:solidFill>
            <a:ln w="5420" cap="flat">
              <a:solidFill>
                <a:srgbClr val="3A589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8" name="pg638"/>
            <p:cNvSpPr/>
            <p:nvPr/>
          </p:nvSpPr>
          <p:spPr>
            <a:xfrm>
              <a:off x="6172229" y="293662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5896">
                <a:alpha val="100000"/>
              </a:srgbClr>
            </a:solidFill>
            <a:ln w="5420" cap="flat">
              <a:solidFill>
                <a:srgbClr val="3A589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9" name="pg639"/>
            <p:cNvSpPr/>
            <p:nvPr/>
          </p:nvSpPr>
          <p:spPr>
            <a:xfrm>
              <a:off x="6183866" y="293662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5996">
                <a:alpha val="100000"/>
              </a:srgbClr>
            </a:solidFill>
            <a:ln w="5420" cap="flat">
              <a:solidFill>
                <a:srgbClr val="3A599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0" name="pg640"/>
            <p:cNvSpPr/>
            <p:nvPr/>
          </p:nvSpPr>
          <p:spPr>
            <a:xfrm>
              <a:off x="6195504" y="293662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5996">
                <a:alpha val="100000"/>
              </a:srgbClr>
            </a:solidFill>
            <a:ln w="5420" cap="flat">
              <a:solidFill>
                <a:srgbClr val="3A599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1" name="pg641"/>
            <p:cNvSpPr/>
            <p:nvPr/>
          </p:nvSpPr>
          <p:spPr>
            <a:xfrm>
              <a:off x="6207141" y="293662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5996">
                <a:alpha val="100000"/>
              </a:srgbClr>
            </a:solidFill>
            <a:ln w="5420" cap="flat">
              <a:solidFill>
                <a:srgbClr val="3A599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2" name="pg642"/>
            <p:cNvSpPr/>
            <p:nvPr/>
          </p:nvSpPr>
          <p:spPr>
            <a:xfrm>
              <a:off x="6218778" y="293662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5996">
                <a:alpha val="100000"/>
              </a:srgbClr>
            </a:solidFill>
            <a:ln w="5420" cap="flat">
              <a:solidFill>
                <a:srgbClr val="3A599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3" name="pg643"/>
            <p:cNvSpPr/>
            <p:nvPr/>
          </p:nvSpPr>
          <p:spPr>
            <a:xfrm>
              <a:off x="6230416" y="293662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5996">
                <a:alpha val="100000"/>
              </a:srgbClr>
            </a:solidFill>
            <a:ln w="5420" cap="flat">
              <a:solidFill>
                <a:srgbClr val="3A599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4" name="pg644"/>
            <p:cNvSpPr/>
            <p:nvPr/>
          </p:nvSpPr>
          <p:spPr>
            <a:xfrm>
              <a:off x="6276965" y="293662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5996">
                <a:alpha val="100000"/>
              </a:srgbClr>
            </a:solidFill>
            <a:ln w="5420" cap="flat">
              <a:solidFill>
                <a:srgbClr val="3A599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5" name="pg645"/>
            <p:cNvSpPr/>
            <p:nvPr/>
          </p:nvSpPr>
          <p:spPr>
            <a:xfrm>
              <a:off x="6288602" y="293662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5996">
                <a:alpha val="100000"/>
              </a:srgbClr>
            </a:solidFill>
            <a:ln w="5420" cap="flat">
              <a:solidFill>
                <a:srgbClr val="3A599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6" name="pg646"/>
            <p:cNvSpPr/>
            <p:nvPr/>
          </p:nvSpPr>
          <p:spPr>
            <a:xfrm>
              <a:off x="6300240" y="293662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5996">
                <a:alpha val="100000"/>
              </a:srgbClr>
            </a:solidFill>
            <a:ln w="5420" cap="flat">
              <a:solidFill>
                <a:srgbClr val="3A599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7" name="pg647"/>
            <p:cNvSpPr/>
            <p:nvPr/>
          </p:nvSpPr>
          <p:spPr>
            <a:xfrm>
              <a:off x="6311877" y="293662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5996">
                <a:alpha val="100000"/>
              </a:srgbClr>
            </a:solidFill>
            <a:ln w="5420" cap="flat">
              <a:solidFill>
                <a:srgbClr val="3A599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8" name="pg648"/>
            <p:cNvSpPr/>
            <p:nvPr/>
          </p:nvSpPr>
          <p:spPr>
            <a:xfrm>
              <a:off x="6323514" y="293662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5996">
                <a:alpha val="100000"/>
              </a:srgbClr>
            </a:solidFill>
            <a:ln w="5420" cap="flat">
              <a:solidFill>
                <a:srgbClr val="3A599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9" name="pg649"/>
            <p:cNvSpPr/>
            <p:nvPr/>
          </p:nvSpPr>
          <p:spPr>
            <a:xfrm>
              <a:off x="5741648" y="295092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67B">
                <a:alpha val="100000"/>
              </a:srgbClr>
            </a:solidFill>
            <a:ln w="5420" cap="flat">
              <a:solidFill>
                <a:srgbClr val="3C467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0" name="pg650"/>
            <p:cNvSpPr/>
            <p:nvPr/>
          </p:nvSpPr>
          <p:spPr>
            <a:xfrm>
              <a:off x="5753285" y="295092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377">
                <a:alpha val="100000"/>
              </a:srgbClr>
            </a:solidFill>
            <a:ln w="5420" cap="flat">
              <a:solidFill>
                <a:srgbClr val="3C437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1" name="pg651"/>
            <p:cNvSpPr/>
            <p:nvPr/>
          </p:nvSpPr>
          <p:spPr>
            <a:xfrm>
              <a:off x="5764922" y="295092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175">
                <a:alpha val="100000"/>
              </a:srgbClr>
            </a:solidFill>
            <a:ln w="5420" cap="flat">
              <a:solidFill>
                <a:srgbClr val="3C417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2" name="pg652"/>
            <p:cNvSpPr/>
            <p:nvPr/>
          </p:nvSpPr>
          <p:spPr>
            <a:xfrm>
              <a:off x="5776560" y="295092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073">
                <a:alpha val="100000"/>
              </a:srgbClr>
            </a:solidFill>
            <a:ln w="5420" cap="flat">
              <a:solidFill>
                <a:srgbClr val="3C407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3" name="pg653"/>
            <p:cNvSpPr/>
            <p:nvPr/>
          </p:nvSpPr>
          <p:spPr>
            <a:xfrm>
              <a:off x="5788197" y="295092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073">
                <a:alpha val="100000"/>
              </a:srgbClr>
            </a:solidFill>
            <a:ln w="5420" cap="flat">
              <a:solidFill>
                <a:srgbClr val="3C407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4" name="pg654"/>
            <p:cNvSpPr/>
            <p:nvPr/>
          </p:nvSpPr>
          <p:spPr>
            <a:xfrm>
              <a:off x="5799834" y="295092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3E70">
                <a:alpha val="100000"/>
              </a:srgbClr>
            </a:solidFill>
            <a:ln w="5420" cap="flat">
              <a:solidFill>
                <a:srgbClr val="3B3E7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5" name="pg655"/>
            <p:cNvSpPr/>
            <p:nvPr/>
          </p:nvSpPr>
          <p:spPr>
            <a:xfrm>
              <a:off x="5811472" y="295092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3B6C">
                <a:alpha val="100000"/>
              </a:srgbClr>
            </a:solidFill>
            <a:ln w="5420" cap="flat">
              <a:solidFill>
                <a:srgbClr val="3B3B6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6" name="pg656"/>
            <p:cNvSpPr/>
            <p:nvPr/>
          </p:nvSpPr>
          <p:spPr>
            <a:xfrm>
              <a:off x="5823109" y="295092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3867">
                <a:alpha val="100000"/>
              </a:srgbClr>
            </a:solidFill>
            <a:ln w="5420" cap="flat">
              <a:solidFill>
                <a:srgbClr val="3B386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7" name="pg657"/>
            <p:cNvSpPr/>
            <p:nvPr/>
          </p:nvSpPr>
          <p:spPr>
            <a:xfrm>
              <a:off x="5834746" y="295092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3665">
                <a:alpha val="100000"/>
              </a:srgbClr>
            </a:solidFill>
            <a:ln w="5420" cap="flat">
              <a:solidFill>
                <a:srgbClr val="3A366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8" name="pg658"/>
            <p:cNvSpPr/>
            <p:nvPr/>
          </p:nvSpPr>
          <p:spPr>
            <a:xfrm>
              <a:off x="5846384" y="295092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3665">
                <a:alpha val="100000"/>
              </a:srgbClr>
            </a:solidFill>
            <a:ln w="5420" cap="flat">
              <a:solidFill>
                <a:srgbClr val="3A366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9" name="pg659"/>
            <p:cNvSpPr/>
            <p:nvPr/>
          </p:nvSpPr>
          <p:spPr>
            <a:xfrm>
              <a:off x="5858021" y="295092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3766">
                <a:alpha val="100000"/>
              </a:srgbClr>
            </a:solidFill>
            <a:ln w="5420" cap="flat">
              <a:solidFill>
                <a:srgbClr val="3B37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0" name="pg660"/>
            <p:cNvSpPr/>
            <p:nvPr/>
          </p:nvSpPr>
          <p:spPr>
            <a:xfrm>
              <a:off x="5869658" y="295092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3868">
                <a:alpha val="100000"/>
              </a:srgbClr>
            </a:solidFill>
            <a:ln w="5420" cap="flat">
              <a:solidFill>
                <a:srgbClr val="3B386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1" name="pg661"/>
            <p:cNvSpPr/>
            <p:nvPr/>
          </p:nvSpPr>
          <p:spPr>
            <a:xfrm>
              <a:off x="5881296" y="295092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3969">
                <a:alpha val="100000"/>
              </a:srgbClr>
            </a:solidFill>
            <a:ln w="5420" cap="flat">
              <a:solidFill>
                <a:srgbClr val="3B396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2" name="pg662"/>
            <p:cNvSpPr/>
            <p:nvPr/>
          </p:nvSpPr>
          <p:spPr>
            <a:xfrm>
              <a:off x="6172229" y="295092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5996">
                <a:alpha val="100000"/>
              </a:srgbClr>
            </a:solidFill>
            <a:ln w="5420" cap="flat">
              <a:solidFill>
                <a:srgbClr val="3A599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3" name="pg663"/>
            <p:cNvSpPr/>
            <p:nvPr/>
          </p:nvSpPr>
          <p:spPr>
            <a:xfrm>
              <a:off x="6183866" y="295092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5996">
                <a:alpha val="100000"/>
              </a:srgbClr>
            </a:solidFill>
            <a:ln w="5420" cap="flat">
              <a:solidFill>
                <a:srgbClr val="3A599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4" name="pg664"/>
            <p:cNvSpPr/>
            <p:nvPr/>
          </p:nvSpPr>
          <p:spPr>
            <a:xfrm>
              <a:off x="6195504" y="295092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5996">
                <a:alpha val="100000"/>
              </a:srgbClr>
            </a:solidFill>
            <a:ln w="5420" cap="flat">
              <a:solidFill>
                <a:srgbClr val="3A599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5" name="pg665"/>
            <p:cNvSpPr/>
            <p:nvPr/>
          </p:nvSpPr>
          <p:spPr>
            <a:xfrm>
              <a:off x="6207141" y="295092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5996">
                <a:alpha val="100000"/>
              </a:srgbClr>
            </a:solidFill>
            <a:ln w="5420" cap="flat">
              <a:solidFill>
                <a:srgbClr val="3A599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6" name="pg666"/>
            <p:cNvSpPr/>
            <p:nvPr/>
          </p:nvSpPr>
          <p:spPr>
            <a:xfrm>
              <a:off x="6218778" y="295092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5996">
                <a:alpha val="100000"/>
              </a:srgbClr>
            </a:solidFill>
            <a:ln w="5420" cap="flat">
              <a:solidFill>
                <a:srgbClr val="3A599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7" name="pg667"/>
            <p:cNvSpPr/>
            <p:nvPr/>
          </p:nvSpPr>
          <p:spPr>
            <a:xfrm>
              <a:off x="6230416" y="295092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5996">
                <a:alpha val="100000"/>
              </a:srgbClr>
            </a:solidFill>
            <a:ln w="5420" cap="flat">
              <a:solidFill>
                <a:srgbClr val="3A599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8" name="pg668"/>
            <p:cNvSpPr/>
            <p:nvPr/>
          </p:nvSpPr>
          <p:spPr>
            <a:xfrm>
              <a:off x="6242053" y="295092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5996">
                <a:alpha val="100000"/>
              </a:srgbClr>
            </a:solidFill>
            <a:ln w="5420" cap="flat">
              <a:solidFill>
                <a:srgbClr val="3A599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9" name="pg669"/>
            <p:cNvSpPr/>
            <p:nvPr/>
          </p:nvSpPr>
          <p:spPr>
            <a:xfrm>
              <a:off x="6265328" y="295092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5996">
                <a:alpha val="100000"/>
              </a:srgbClr>
            </a:solidFill>
            <a:ln w="5420" cap="flat">
              <a:solidFill>
                <a:srgbClr val="3A599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0" name="pg670"/>
            <p:cNvSpPr/>
            <p:nvPr/>
          </p:nvSpPr>
          <p:spPr>
            <a:xfrm>
              <a:off x="6276965" y="295092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5996">
                <a:alpha val="100000"/>
              </a:srgbClr>
            </a:solidFill>
            <a:ln w="5420" cap="flat">
              <a:solidFill>
                <a:srgbClr val="3A599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1" name="pg671"/>
            <p:cNvSpPr/>
            <p:nvPr/>
          </p:nvSpPr>
          <p:spPr>
            <a:xfrm>
              <a:off x="6288602" y="295092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5996">
                <a:alpha val="100000"/>
              </a:srgbClr>
            </a:solidFill>
            <a:ln w="5420" cap="flat">
              <a:solidFill>
                <a:srgbClr val="3A599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2" name="pg672"/>
            <p:cNvSpPr/>
            <p:nvPr/>
          </p:nvSpPr>
          <p:spPr>
            <a:xfrm>
              <a:off x="6300240" y="295092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5996">
                <a:alpha val="100000"/>
              </a:srgbClr>
            </a:solidFill>
            <a:ln w="5420" cap="flat">
              <a:solidFill>
                <a:srgbClr val="3A599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3" name="pg673"/>
            <p:cNvSpPr/>
            <p:nvPr/>
          </p:nvSpPr>
          <p:spPr>
            <a:xfrm>
              <a:off x="6311877" y="295092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5996">
                <a:alpha val="100000"/>
              </a:srgbClr>
            </a:solidFill>
            <a:ln w="5420" cap="flat">
              <a:solidFill>
                <a:srgbClr val="3A599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4" name="pg674"/>
            <p:cNvSpPr/>
            <p:nvPr/>
          </p:nvSpPr>
          <p:spPr>
            <a:xfrm>
              <a:off x="6323514" y="295092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5996">
                <a:alpha val="100000"/>
              </a:srgbClr>
            </a:solidFill>
            <a:ln w="5420" cap="flat">
              <a:solidFill>
                <a:srgbClr val="3A599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5" name="pg675"/>
            <p:cNvSpPr/>
            <p:nvPr/>
          </p:nvSpPr>
          <p:spPr>
            <a:xfrm>
              <a:off x="6335152" y="295092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5996">
                <a:alpha val="100000"/>
              </a:srgbClr>
            </a:solidFill>
            <a:ln w="5420" cap="flat">
              <a:solidFill>
                <a:srgbClr val="3A599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6" name="pg676"/>
            <p:cNvSpPr/>
            <p:nvPr/>
          </p:nvSpPr>
          <p:spPr>
            <a:xfrm>
              <a:off x="5730010" y="296522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C83">
                <a:alpha val="100000"/>
              </a:srgbClr>
            </a:solidFill>
            <a:ln w="5420" cap="flat">
              <a:solidFill>
                <a:srgbClr val="3C4C8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7" name="pg677"/>
            <p:cNvSpPr/>
            <p:nvPr/>
          </p:nvSpPr>
          <p:spPr>
            <a:xfrm>
              <a:off x="5741648" y="296522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87E">
                <a:alpha val="100000"/>
              </a:srgbClr>
            </a:solidFill>
            <a:ln w="5420" cap="flat">
              <a:solidFill>
                <a:srgbClr val="3C487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8" name="pg678"/>
            <p:cNvSpPr/>
            <p:nvPr/>
          </p:nvSpPr>
          <p:spPr>
            <a:xfrm>
              <a:off x="5753285" y="296522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57A">
                <a:alpha val="100000"/>
              </a:srgbClr>
            </a:solidFill>
            <a:ln w="5420" cap="flat">
              <a:solidFill>
                <a:srgbClr val="3C457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9" name="pg679"/>
            <p:cNvSpPr/>
            <p:nvPr/>
          </p:nvSpPr>
          <p:spPr>
            <a:xfrm>
              <a:off x="5764922" y="296522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377">
                <a:alpha val="100000"/>
              </a:srgbClr>
            </a:solidFill>
            <a:ln w="5420" cap="flat">
              <a:solidFill>
                <a:srgbClr val="3C437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0" name="pg680"/>
            <p:cNvSpPr/>
            <p:nvPr/>
          </p:nvSpPr>
          <p:spPr>
            <a:xfrm>
              <a:off x="5776560" y="296522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175">
                <a:alpha val="100000"/>
              </a:srgbClr>
            </a:solidFill>
            <a:ln w="5420" cap="flat">
              <a:solidFill>
                <a:srgbClr val="3C417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1" name="pg681"/>
            <p:cNvSpPr/>
            <p:nvPr/>
          </p:nvSpPr>
          <p:spPr>
            <a:xfrm>
              <a:off x="5788197" y="296522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173">
                <a:alpha val="100000"/>
              </a:srgbClr>
            </a:solidFill>
            <a:ln w="5420" cap="flat">
              <a:solidFill>
                <a:srgbClr val="3C417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2" name="pg682"/>
            <p:cNvSpPr/>
            <p:nvPr/>
          </p:nvSpPr>
          <p:spPr>
            <a:xfrm>
              <a:off x="5799834" y="296522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3F71">
                <a:alpha val="100000"/>
              </a:srgbClr>
            </a:solidFill>
            <a:ln w="5420" cap="flat">
              <a:solidFill>
                <a:srgbClr val="3B3F7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3" name="pg683"/>
            <p:cNvSpPr/>
            <p:nvPr/>
          </p:nvSpPr>
          <p:spPr>
            <a:xfrm>
              <a:off x="5811472" y="296522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3E6F">
                <a:alpha val="100000"/>
              </a:srgbClr>
            </a:solidFill>
            <a:ln w="5420" cap="flat">
              <a:solidFill>
                <a:srgbClr val="3B3E6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4" name="pg684"/>
            <p:cNvSpPr/>
            <p:nvPr/>
          </p:nvSpPr>
          <p:spPr>
            <a:xfrm>
              <a:off x="5823109" y="296522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3C6D">
                <a:alpha val="100000"/>
              </a:srgbClr>
            </a:solidFill>
            <a:ln w="5420" cap="flat">
              <a:solidFill>
                <a:srgbClr val="3B3C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5" name="pg685"/>
            <p:cNvSpPr/>
            <p:nvPr/>
          </p:nvSpPr>
          <p:spPr>
            <a:xfrm>
              <a:off x="5834746" y="296522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3B6B">
                <a:alpha val="100000"/>
              </a:srgbClr>
            </a:solidFill>
            <a:ln w="5420" cap="flat">
              <a:solidFill>
                <a:srgbClr val="3B3B6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6" name="pg686"/>
            <p:cNvSpPr/>
            <p:nvPr/>
          </p:nvSpPr>
          <p:spPr>
            <a:xfrm>
              <a:off x="5846384" y="296522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3A6A">
                <a:alpha val="100000"/>
              </a:srgbClr>
            </a:solidFill>
            <a:ln w="5420" cap="flat">
              <a:solidFill>
                <a:srgbClr val="3B3A6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7" name="pg687"/>
            <p:cNvSpPr/>
            <p:nvPr/>
          </p:nvSpPr>
          <p:spPr>
            <a:xfrm>
              <a:off x="6172229" y="296522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5996">
                <a:alpha val="100000"/>
              </a:srgbClr>
            </a:solidFill>
            <a:ln w="5420" cap="flat">
              <a:solidFill>
                <a:srgbClr val="3A599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8" name="pg688"/>
            <p:cNvSpPr/>
            <p:nvPr/>
          </p:nvSpPr>
          <p:spPr>
            <a:xfrm>
              <a:off x="6183866" y="296522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5996">
                <a:alpha val="100000"/>
              </a:srgbClr>
            </a:solidFill>
            <a:ln w="5420" cap="flat">
              <a:solidFill>
                <a:srgbClr val="3A599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9" name="pg689"/>
            <p:cNvSpPr/>
            <p:nvPr/>
          </p:nvSpPr>
          <p:spPr>
            <a:xfrm>
              <a:off x="6195504" y="296522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5996">
                <a:alpha val="100000"/>
              </a:srgbClr>
            </a:solidFill>
            <a:ln w="5420" cap="flat">
              <a:solidFill>
                <a:srgbClr val="3A599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0" name="pg690"/>
            <p:cNvSpPr/>
            <p:nvPr/>
          </p:nvSpPr>
          <p:spPr>
            <a:xfrm>
              <a:off x="6207141" y="296522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5996">
                <a:alpha val="100000"/>
              </a:srgbClr>
            </a:solidFill>
            <a:ln w="5420" cap="flat">
              <a:solidFill>
                <a:srgbClr val="3A599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1" name="pg691"/>
            <p:cNvSpPr/>
            <p:nvPr/>
          </p:nvSpPr>
          <p:spPr>
            <a:xfrm>
              <a:off x="6218778" y="296522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5996">
                <a:alpha val="100000"/>
              </a:srgbClr>
            </a:solidFill>
            <a:ln w="5420" cap="flat">
              <a:solidFill>
                <a:srgbClr val="3A599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2" name="pg692"/>
            <p:cNvSpPr/>
            <p:nvPr/>
          </p:nvSpPr>
          <p:spPr>
            <a:xfrm>
              <a:off x="6230416" y="296522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5996">
                <a:alpha val="100000"/>
              </a:srgbClr>
            </a:solidFill>
            <a:ln w="5420" cap="flat">
              <a:solidFill>
                <a:srgbClr val="3A599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3" name="pg693"/>
            <p:cNvSpPr/>
            <p:nvPr/>
          </p:nvSpPr>
          <p:spPr>
            <a:xfrm>
              <a:off x="6242053" y="296522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5996">
                <a:alpha val="100000"/>
              </a:srgbClr>
            </a:solidFill>
            <a:ln w="5420" cap="flat">
              <a:solidFill>
                <a:srgbClr val="3A599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4" name="pg694"/>
            <p:cNvSpPr/>
            <p:nvPr/>
          </p:nvSpPr>
          <p:spPr>
            <a:xfrm>
              <a:off x="6253690" y="296522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5996">
                <a:alpha val="100000"/>
              </a:srgbClr>
            </a:solidFill>
            <a:ln w="5420" cap="flat">
              <a:solidFill>
                <a:srgbClr val="3A599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5" name="pg695"/>
            <p:cNvSpPr/>
            <p:nvPr/>
          </p:nvSpPr>
          <p:spPr>
            <a:xfrm>
              <a:off x="6265328" y="296522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5996">
                <a:alpha val="100000"/>
              </a:srgbClr>
            </a:solidFill>
            <a:ln w="5420" cap="flat">
              <a:solidFill>
                <a:srgbClr val="3A599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6" name="pg696"/>
            <p:cNvSpPr/>
            <p:nvPr/>
          </p:nvSpPr>
          <p:spPr>
            <a:xfrm>
              <a:off x="6276965" y="296522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5996">
                <a:alpha val="100000"/>
              </a:srgbClr>
            </a:solidFill>
            <a:ln w="5420" cap="flat">
              <a:solidFill>
                <a:srgbClr val="3A599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7" name="pg697"/>
            <p:cNvSpPr/>
            <p:nvPr/>
          </p:nvSpPr>
          <p:spPr>
            <a:xfrm>
              <a:off x="6288602" y="296522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5996">
                <a:alpha val="100000"/>
              </a:srgbClr>
            </a:solidFill>
            <a:ln w="5420" cap="flat">
              <a:solidFill>
                <a:srgbClr val="3A599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8" name="pg698"/>
            <p:cNvSpPr/>
            <p:nvPr/>
          </p:nvSpPr>
          <p:spPr>
            <a:xfrm>
              <a:off x="6300240" y="296522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5996">
                <a:alpha val="100000"/>
              </a:srgbClr>
            </a:solidFill>
            <a:ln w="5420" cap="flat">
              <a:solidFill>
                <a:srgbClr val="3A599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9" name="pg699"/>
            <p:cNvSpPr/>
            <p:nvPr/>
          </p:nvSpPr>
          <p:spPr>
            <a:xfrm>
              <a:off x="6311877" y="296522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5996">
                <a:alpha val="100000"/>
              </a:srgbClr>
            </a:solidFill>
            <a:ln w="5420" cap="flat">
              <a:solidFill>
                <a:srgbClr val="3A599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0" name="pg700"/>
            <p:cNvSpPr/>
            <p:nvPr/>
          </p:nvSpPr>
          <p:spPr>
            <a:xfrm>
              <a:off x="6323514" y="296522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5996">
                <a:alpha val="100000"/>
              </a:srgbClr>
            </a:solidFill>
            <a:ln w="5420" cap="flat">
              <a:solidFill>
                <a:srgbClr val="3A599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1" name="pg701"/>
            <p:cNvSpPr/>
            <p:nvPr/>
          </p:nvSpPr>
          <p:spPr>
            <a:xfrm>
              <a:off x="6335152" y="296522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5996">
                <a:alpha val="100000"/>
              </a:srgbClr>
            </a:solidFill>
            <a:ln w="5420" cap="flat">
              <a:solidFill>
                <a:srgbClr val="3A599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2" name="pg702"/>
            <p:cNvSpPr/>
            <p:nvPr/>
          </p:nvSpPr>
          <p:spPr>
            <a:xfrm>
              <a:off x="5718373" y="297952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548F">
                <a:alpha val="100000"/>
              </a:srgbClr>
            </a:solidFill>
            <a:ln w="5420" cap="flat">
              <a:solidFill>
                <a:srgbClr val="3B548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3" name="pg703"/>
            <p:cNvSpPr/>
            <p:nvPr/>
          </p:nvSpPr>
          <p:spPr>
            <a:xfrm>
              <a:off x="5730010" y="297952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5089">
                <a:alpha val="100000"/>
              </a:srgbClr>
            </a:solidFill>
            <a:ln w="5420" cap="flat">
              <a:solidFill>
                <a:srgbClr val="3B508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4" name="pg704"/>
            <p:cNvSpPr/>
            <p:nvPr/>
          </p:nvSpPr>
          <p:spPr>
            <a:xfrm>
              <a:off x="5741648" y="297952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C84">
                <a:alpha val="100000"/>
              </a:srgbClr>
            </a:solidFill>
            <a:ln w="5420" cap="flat">
              <a:solidFill>
                <a:srgbClr val="3C4C8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5" name="pg705"/>
            <p:cNvSpPr/>
            <p:nvPr/>
          </p:nvSpPr>
          <p:spPr>
            <a:xfrm>
              <a:off x="5753285" y="297952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97F">
                <a:alpha val="100000"/>
              </a:srgbClr>
            </a:solidFill>
            <a:ln w="5420" cap="flat">
              <a:solidFill>
                <a:srgbClr val="3C497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6" name="pg706"/>
            <p:cNvSpPr/>
            <p:nvPr/>
          </p:nvSpPr>
          <p:spPr>
            <a:xfrm>
              <a:off x="5764922" y="297952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67B">
                <a:alpha val="100000"/>
              </a:srgbClr>
            </a:solidFill>
            <a:ln w="5420" cap="flat">
              <a:solidFill>
                <a:srgbClr val="3C467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7" name="pg707"/>
            <p:cNvSpPr/>
            <p:nvPr/>
          </p:nvSpPr>
          <p:spPr>
            <a:xfrm>
              <a:off x="5776560" y="297952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478">
                <a:alpha val="100000"/>
              </a:srgbClr>
            </a:solidFill>
            <a:ln w="5420" cap="flat">
              <a:solidFill>
                <a:srgbClr val="3C447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8" name="pg708"/>
            <p:cNvSpPr/>
            <p:nvPr/>
          </p:nvSpPr>
          <p:spPr>
            <a:xfrm>
              <a:off x="5788197" y="297952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376">
                <a:alpha val="100000"/>
              </a:srgbClr>
            </a:solidFill>
            <a:ln w="5420" cap="flat">
              <a:solidFill>
                <a:srgbClr val="3C437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9" name="pg709"/>
            <p:cNvSpPr/>
            <p:nvPr/>
          </p:nvSpPr>
          <p:spPr>
            <a:xfrm>
              <a:off x="5799834" y="297952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174">
                <a:alpha val="100000"/>
              </a:srgbClr>
            </a:solidFill>
            <a:ln w="5420" cap="flat">
              <a:solidFill>
                <a:srgbClr val="3C417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0" name="pg710"/>
            <p:cNvSpPr/>
            <p:nvPr/>
          </p:nvSpPr>
          <p:spPr>
            <a:xfrm>
              <a:off x="5811472" y="297952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4072">
                <a:alpha val="100000"/>
              </a:srgbClr>
            </a:solidFill>
            <a:ln w="5420" cap="flat">
              <a:solidFill>
                <a:srgbClr val="3B407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1" name="pg711"/>
            <p:cNvSpPr/>
            <p:nvPr/>
          </p:nvSpPr>
          <p:spPr>
            <a:xfrm>
              <a:off x="6183866" y="297952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5996">
                <a:alpha val="100000"/>
              </a:srgbClr>
            </a:solidFill>
            <a:ln w="5420" cap="flat">
              <a:solidFill>
                <a:srgbClr val="3A599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2" name="pg712"/>
            <p:cNvSpPr/>
            <p:nvPr/>
          </p:nvSpPr>
          <p:spPr>
            <a:xfrm>
              <a:off x="6195504" y="297952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5996">
                <a:alpha val="100000"/>
              </a:srgbClr>
            </a:solidFill>
            <a:ln w="5420" cap="flat">
              <a:solidFill>
                <a:srgbClr val="3A599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3" name="pg713"/>
            <p:cNvSpPr/>
            <p:nvPr/>
          </p:nvSpPr>
          <p:spPr>
            <a:xfrm>
              <a:off x="6207141" y="297952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5996">
                <a:alpha val="100000"/>
              </a:srgbClr>
            </a:solidFill>
            <a:ln w="5420" cap="flat">
              <a:solidFill>
                <a:srgbClr val="3A599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4" name="pg714"/>
            <p:cNvSpPr/>
            <p:nvPr/>
          </p:nvSpPr>
          <p:spPr>
            <a:xfrm>
              <a:off x="6218778" y="297952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5996">
                <a:alpha val="100000"/>
              </a:srgbClr>
            </a:solidFill>
            <a:ln w="5420" cap="flat">
              <a:solidFill>
                <a:srgbClr val="3A599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5" name="pg715"/>
            <p:cNvSpPr/>
            <p:nvPr/>
          </p:nvSpPr>
          <p:spPr>
            <a:xfrm>
              <a:off x="6230416" y="297952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5996">
                <a:alpha val="100000"/>
              </a:srgbClr>
            </a:solidFill>
            <a:ln w="5420" cap="flat">
              <a:solidFill>
                <a:srgbClr val="3A599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6" name="pg716"/>
            <p:cNvSpPr/>
            <p:nvPr/>
          </p:nvSpPr>
          <p:spPr>
            <a:xfrm>
              <a:off x="6242053" y="297952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5996">
                <a:alpha val="100000"/>
              </a:srgbClr>
            </a:solidFill>
            <a:ln w="5420" cap="flat">
              <a:solidFill>
                <a:srgbClr val="3A599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7" name="pg717"/>
            <p:cNvSpPr/>
            <p:nvPr/>
          </p:nvSpPr>
          <p:spPr>
            <a:xfrm>
              <a:off x="6253690" y="297952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5996">
                <a:alpha val="100000"/>
              </a:srgbClr>
            </a:solidFill>
            <a:ln w="5420" cap="flat">
              <a:solidFill>
                <a:srgbClr val="3A599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8" name="pg718"/>
            <p:cNvSpPr/>
            <p:nvPr/>
          </p:nvSpPr>
          <p:spPr>
            <a:xfrm>
              <a:off x="6265328" y="297952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5996">
                <a:alpha val="100000"/>
              </a:srgbClr>
            </a:solidFill>
            <a:ln w="5420" cap="flat">
              <a:solidFill>
                <a:srgbClr val="3A599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9" name="pg719"/>
            <p:cNvSpPr/>
            <p:nvPr/>
          </p:nvSpPr>
          <p:spPr>
            <a:xfrm>
              <a:off x="6276965" y="297952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5996">
                <a:alpha val="100000"/>
              </a:srgbClr>
            </a:solidFill>
            <a:ln w="5420" cap="flat">
              <a:solidFill>
                <a:srgbClr val="3A599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0" name="pg720"/>
            <p:cNvSpPr/>
            <p:nvPr/>
          </p:nvSpPr>
          <p:spPr>
            <a:xfrm>
              <a:off x="6288602" y="297952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5996">
                <a:alpha val="100000"/>
              </a:srgbClr>
            </a:solidFill>
            <a:ln w="5420" cap="flat">
              <a:solidFill>
                <a:srgbClr val="3A599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1" name="pg721"/>
            <p:cNvSpPr/>
            <p:nvPr/>
          </p:nvSpPr>
          <p:spPr>
            <a:xfrm>
              <a:off x="6300240" y="297952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5996">
                <a:alpha val="100000"/>
              </a:srgbClr>
            </a:solidFill>
            <a:ln w="5420" cap="flat">
              <a:solidFill>
                <a:srgbClr val="3A599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2" name="pg722"/>
            <p:cNvSpPr/>
            <p:nvPr/>
          </p:nvSpPr>
          <p:spPr>
            <a:xfrm>
              <a:off x="6311877" y="297952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5996">
                <a:alpha val="100000"/>
              </a:srgbClr>
            </a:solidFill>
            <a:ln w="5420" cap="flat">
              <a:solidFill>
                <a:srgbClr val="3A599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3" name="pg723"/>
            <p:cNvSpPr/>
            <p:nvPr/>
          </p:nvSpPr>
          <p:spPr>
            <a:xfrm>
              <a:off x="6323514" y="297952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5996">
                <a:alpha val="100000"/>
              </a:srgbClr>
            </a:solidFill>
            <a:ln w="5420" cap="flat">
              <a:solidFill>
                <a:srgbClr val="3A599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4" name="pg724"/>
            <p:cNvSpPr/>
            <p:nvPr/>
          </p:nvSpPr>
          <p:spPr>
            <a:xfrm>
              <a:off x="5706736" y="299382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5C9B">
                <a:alpha val="100000"/>
              </a:srgbClr>
            </a:solidFill>
            <a:ln w="5420" cap="flat">
              <a:solidFill>
                <a:srgbClr val="395C9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5" name="pg725"/>
            <p:cNvSpPr/>
            <p:nvPr/>
          </p:nvSpPr>
          <p:spPr>
            <a:xfrm>
              <a:off x="5718373" y="299382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5996">
                <a:alpha val="100000"/>
              </a:srgbClr>
            </a:solidFill>
            <a:ln w="5420" cap="flat">
              <a:solidFill>
                <a:srgbClr val="3A599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6" name="pg726"/>
            <p:cNvSpPr/>
            <p:nvPr/>
          </p:nvSpPr>
          <p:spPr>
            <a:xfrm>
              <a:off x="5730010" y="299382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5591">
                <a:alpha val="100000"/>
              </a:srgbClr>
            </a:solidFill>
            <a:ln w="5420" cap="flat">
              <a:solidFill>
                <a:srgbClr val="3B559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7" name="pg727"/>
            <p:cNvSpPr/>
            <p:nvPr/>
          </p:nvSpPr>
          <p:spPr>
            <a:xfrm>
              <a:off x="5741648" y="299382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528C">
                <a:alpha val="100000"/>
              </a:srgbClr>
            </a:solidFill>
            <a:ln w="5420" cap="flat">
              <a:solidFill>
                <a:srgbClr val="3B528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8" name="pg728"/>
            <p:cNvSpPr/>
            <p:nvPr/>
          </p:nvSpPr>
          <p:spPr>
            <a:xfrm>
              <a:off x="5753285" y="299382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4E87">
                <a:alpha val="100000"/>
              </a:srgbClr>
            </a:solidFill>
            <a:ln w="5420" cap="flat">
              <a:solidFill>
                <a:srgbClr val="3B4E8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9" name="pg729"/>
            <p:cNvSpPr/>
            <p:nvPr/>
          </p:nvSpPr>
          <p:spPr>
            <a:xfrm>
              <a:off x="5764922" y="299382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B82">
                <a:alpha val="100000"/>
              </a:srgbClr>
            </a:solidFill>
            <a:ln w="5420" cap="flat">
              <a:solidFill>
                <a:srgbClr val="3C4B8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0" name="pg730"/>
            <p:cNvSpPr/>
            <p:nvPr/>
          </p:nvSpPr>
          <p:spPr>
            <a:xfrm>
              <a:off x="5776560" y="299382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87E">
                <a:alpha val="100000"/>
              </a:srgbClr>
            </a:solidFill>
            <a:ln w="5420" cap="flat">
              <a:solidFill>
                <a:srgbClr val="3C487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1" name="pg731"/>
            <p:cNvSpPr/>
            <p:nvPr/>
          </p:nvSpPr>
          <p:spPr>
            <a:xfrm>
              <a:off x="6195504" y="299382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5996">
                <a:alpha val="100000"/>
              </a:srgbClr>
            </a:solidFill>
            <a:ln w="5420" cap="flat">
              <a:solidFill>
                <a:srgbClr val="3A599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2" name="pg732"/>
            <p:cNvSpPr/>
            <p:nvPr/>
          </p:nvSpPr>
          <p:spPr>
            <a:xfrm>
              <a:off x="6207141" y="299382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5996">
                <a:alpha val="100000"/>
              </a:srgbClr>
            </a:solidFill>
            <a:ln w="5420" cap="flat">
              <a:solidFill>
                <a:srgbClr val="3A599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3" name="pg733"/>
            <p:cNvSpPr/>
            <p:nvPr/>
          </p:nvSpPr>
          <p:spPr>
            <a:xfrm>
              <a:off x="6218778" y="299382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5996">
                <a:alpha val="100000"/>
              </a:srgbClr>
            </a:solidFill>
            <a:ln w="5420" cap="flat">
              <a:solidFill>
                <a:srgbClr val="3A599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4" name="pg734"/>
            <p:cNvSpPr/>
            <p:nvPr/>
          </p:nvSpPr>
          <p:spPr>
            <a:xfrm>
              <a:off x="6230416" y="299382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5996">
                <a:alpha val="100000"/>
              </a:srgbClr>
            </a:solidFill>
            <a:ln w="5420" cap="flat">
              <a:solidFill>
                <a:srgbClr val="3A599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5" name="pg735"/>
            <p:cNvSpPr/>
            <p:nvPr/>
          </p:nvSpPr>
          <p:spPr>
            <a:xfrm>
              <a:off x="6242053" y="299382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5996">
                <a:alpha val="100000"/>
              </a:srgbClr>
            </a:solidFill>
            <a:ln w="5420" cap="flat">
              <a:solidFill>
                <a:srgbClr val="3A599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6" name="pg736"/>
            <p:cNvSpPr/>
            <p:nvPr/>
          </p:nvSpPr>
          <p:spPr>
            <a:xfrm>
              <a:off x="6253690" y="299382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5996">
                <a:alpha val="100000"/>
              </a:srgbClr>
            </a:solidFill>
            <a:ln w="5420" cap="flat">
              <a:solidFill>
                <a:srgbClr val="3A599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7" name="pg737"/>
            <p:cNvSpPr/>
            <p:nvPr/>
          </p:nvSpPr>
          <p:spPr>
            <a:xfrm>
              <a:off x="6265328" y="299382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5996">
                <a:alpha val="100000"/>
              </a:srgbClr>
            </a:solidFill>
            <a:ln w="5420" cap="flat">
              <a:solidFill>
                <a:srgbClr val="3A599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8" name="pg738"/>
            <p:cNvSpPr/>
            <p:nvPr/>
          </p:nvSpPr>
          <p:spPr>
            <a:xfrm>
              <a:off x="6276965" y="299382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5996">
                <a:alpha val="100000"/>
              </a:srgbClr>
            </a:solidFill>
            <a:ln w="5420" cap="flat">
              <a:solidFill>
                <a:srgbClr val="3A599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9" name="pg739"/>
            <p:cNvSpPr/>
            <p:nvPr/>
          </p:nvSpPr>
          <p:spPr>
            <a:xfrm>
              <a:off x="6288602" y="299382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5996">
                <a:alpha val="100000"/>
              </a:srgbClr>
            </a:solidFill>
            <a:ln w="5420" cap="flat">
              <a:solidFill>
                <a:srgbClr val="3A599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0" name="pg740"/>
            <p:cNvSpPr/>
            <p:nvPr/>
          </p:nvSpPr>
          <p:spPr>
            <a:xfrm>
              <a:off x="6300240" y="299382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5996">
                <a:alpha val="100000"/>
              </a:srgbClr>
            </a:solidFill>
            <a:ln w="5420" cap="flat">
              <a:solidFill>
                <a:srgbClr val="3A599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1" name="pg741"/>
            <p:cNvSpPr/>
            <p:nvPr/>
          </p:nvSpPr>
          <p:spPr>
            <a:xfrm>
              <a:off x="6311877" y="299382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5996">
                <a:alpha val="100000"/>
              </a:srgbClr>
            </a:solidFill>
            <a:ln w="5420" cap="flat">
              <a:solidFill>
                <a:srgbClr val="3A599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2" name="pg742"/>
            <p:cNvSpPr/>
            <p:nvPr/>
          </p:nvSpPr>
          <p:spPr>
            <a:xfrm>
              <a:off x="5706736" y="300812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29D">
                <a:alpha val="100000"/>
              </a:srgbClr>
            </a:solidFill>
            <a:ln w="5420" cap="flat">
              <a:solidFill>
                <a:srgbClr val="3A62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3" name="pg743"/>
            <p:cNvSpPr/>
            <p:nvPr/>
          </p:nvSpPr>
          <p:spPr>
            <a:xfrm>
              <a:off x="5718373" y="300812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5F9C">
                <a:alpha val="100000"/>
              </a:srgbClr>
            </a:solidFill>
            <a:ln w="5420" cap="flat">
              <a:solidFill>
                <a:srgbClr val="395F9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4" name="pg744"/>
            <p:cNvSpPr/>
            <p:nvPr/>
          </p:nvSpPr>
          <p:spPr>
            <a:xfrm>
              <a:off x="5730010" y="300812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5B9A">
                <a:alpha val="100000"/>
              </a:srgbClr>
            </a:solidFill>
            <a:ln w="5420" cap="flat">
              <a:solidFill>
                <a:srgbClr val="395B9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5" name="pg745"/>
            <p:cNvSpPr/>
            <p:nvPr/>
          </p:nvSpPr>
          <p:spPr>
            <a:xfrm>
              <a:off x="5741648" y="300812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5894">
                <a:alpha val="100000"/>
              </a:srgbClr>
            </a:solidFill>
            <a:ln w="5420" cap="flat">
              <a:solidFill>
                <a:srgbClr val="3A589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6" name="pg746"/>
            <p:cNvSpPr/>
            <p:nvPr/>
          </p:nvSpPr>
          <p:spPr>
            <a:xfrm>
              <a:off x="5753285" y="300812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548F">
                <a:alpha val="100000"/>
              </a:srgbClr>
            </a:solidFill>
            <a:ln w="5420" cap="flat">
              <a:solidFill>
                <a:srgbClr val="3B548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7" name="pg747"/>
            <p:cNvSpPr/>
            <p:nvPr/>
          </p:nvSpPr>
          <p:spPr>
            <a:xfrm>
              <a:off x="5764922" y="300812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508A">
                <a:alpha val="100000"/>
              </a:srgbClr>
            </a:solidFill>
            <a:ln w="5420" cap="flat">
              <a:solidFill>
                <a:srgbClr val="3B508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8" name="pg748"/>
            <p:cNvSpPr/>
            <p:nvPr/>
          </p:nvSpPr>
          <p:spPr>
            <a:xfrm>
              <a:off x="6218778" y="300812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5996">
                <a:alpha val="100000"/>
              </a:srgbClr>
            </a:solidFill>
            <a:ln w="5420" cap="flat">
              <a:solidFill>
                <a:srgbClr val="3A599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9" name="pg749"/>
            <p:cNvSpPr/>
            <p:nvPr/>
          </p:nvSpPr>
          <p:spPr>
            <a:xfrm>
              <a:off x="6230416" y="300812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5996">
                <a:alpha val="100000"/>
              </a:srgbClr>
            </a:solidFill>
            <a:ln w="5420" cap="flat">
              <a:solidFill>
                <a:srgbClr val="3A599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0" name="pg750"/>
            <p:cNvSpPr/>
            <p:nvPr/>
          </p:nvSpPr>
          <p:spPr>
            <a:xfrm>
              <a:off x="6242053" y="300812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5996">
                <a:alpha val="100000"/>
              </a:srgbClr>
            </a:solidFill>
            <a:ln w="5420" cap="flat">
              <a:solidFill>
                <a:srgbClr val="3A599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1" name="pg751"/>
            <p:cNvSpPr/>
            <p:nvPr/>
          </p:nvSpPr>
          <p:spPr>
            <a:xfrm>
              <a:off x="6253690" y="300812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5996">
                <a:alpha val="100000"/>
              </a:srgbClr>
            </a:solidFill>
            <a:ln w="5420" cap="flat">
              <a:solidFill>
                <a:srgbClr val="3A599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2" name="pg752"/>
            <p:cNvSpPr/>
            <p:nvPr/>
          </p:nvSpPr>
          <p:spPr>
            <a:xfrm>
              <a:off x="6265328" y="300812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5996">
                <a:alpha val="100000"/>
              </a:srgbClr>
            </a:solidFill>
            <a:ln w="5420" cap="flat">
              <a:solidFill>
                <a:srgbClr val="3A599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3" name="pg753"/>
            <p:cNvSpPr/>
            <p:nvPr/>
          </p:nvSpPr>
          <p:spPr>
            <a:xfrm>
              <a:off x="6276965" y="300812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5996">
                <a:alpha val="100000"/>
              </a:srgbClr>
            </a:solidFill>
            <a:ln w="5420" cap="flat">
              <a:solidFill>
                <a:srgbClr val="3A599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4" name="pg754"/>
            <p:cNvSpPr/>
            <p:nvPr/>
          </p:nvSpPr>
          <p:spPr>
            <a:xfrm>
              <a:off x="6288602" y="300812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5996">
                <a:alpha val="100000"/>
              </a:srgbClr>
            </a:solidFill>
            <a:ln w="5420" cap="flat">
              <a:solidFill>
                <a:srgbClr val="3A599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5" name="pg755"/>
            <p:cNvSpPr/>
            <p:nvPr/>
          </p:nvSpPr>
          <p:spPr>
            <a:xfrm>
              <a:off x="5695098" y="302242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99F">
                <a:alpha val="100000"/>
              </a:srgbClr>
            </a:solidFill>
            <a:ln w="5420" cap="flat">
              <a:solidFill>
                <a:srgbClr val="3A69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6" name="pg756"/>
            <p:cNvSpPr/>
            <p:nvPr/>
          </p:nvSpPr>
          <p:spPr>
            <a:xfrm>
              <a:off x="5706736" y="302242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79E">
                <a:alpha val="100000"/>
              </a:srgbClr>
            </a:solidFill>
            <a:ln w="5420" cap="flat">
              <a:solidFill>
                <a:srgbClr val="3A67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7" name="pg757"/>
            <p:cNvSpPr/>
            <p:nvPr/>
          </p:nvSpPr>
          <p:spPr>
            <a:xfrm>
              <a:off x="5718373" y="302242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49E">
                <a:alpha val="100000"/>
              </a:srgbClr>
            </a:solidFill>
            <a:ln w="5420" cap="flat">
              <a:solidFill>
                <a:srgbClr val="3A64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8" name="pg758"/>
            <p:cNvSpPr/>
            <p:nvPr/>
          </p:nvSpPr>
          <p:spPr>
            <a:xfrm>
              <a:off x="5730010" y="302242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19D">
                <a:alpha val="100000"/>
              </a:srgbClr>
            </a:solidFill>
            <a:ln w="5420" cap="flat">
              <a:solidFill>
                <a:srgbClr val="3A61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9" name="pg759"/>
            <p:cNvSpPr/>
            <p:nvPr/>
          </p:nvSpPr>
          <p:spPr>
            <a:xfrm>
              <a:off x="5741648" y="302242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5D9C">
                <a:alpha val="100000"/>
              </a:srgbClr>
            </a:solidFill>
            <a:ln w="5420" cap="flat">
              <a:solidFill>
                <a:srgbClr val="395D9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0" name="pg760"/>
            <p:cNvSpPr/>
            <p:nvPr/>
          </p:nvSpPr>
          <p:spPr>
            <a:xfrm>
              <a:off x="5753285" y="302242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5A97">
                <a:alpha val="100000"/>
              </a:srgbClr>
            </a:solidFill>
            <a:ln w="5420" cap="flat">
              <a:solidFill>
                <a:srgbClr val="3A5A9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1" name="pg761"/>
            <p:cNvSpPr/>
            <p:nvPr/>
          </p:nvSpPr>
          <p:spPr>
            <a:xfrm>
              <a:off x="6242053" y="302242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5996">
                <a:alpha val="100000"/>
              </a:srgbClr>
            </a:solidFill>
            <a:ln w="5420" cap="flat">
              <a:solidFill>
                <a:srgbClr val="3A599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2" name="pg762"/>
            <p:cNvSpPr/>
            <p:nvPr/>
          </p:nvSpPr>
          <p:spPr>
            <a:xfrm>
              <a:off x="6253690" y="302242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5996">
                <a:alpha val="100000"/>
              </a:srgbClr>
            </a:solidFill>
            <a:ln w="5420" cap="flat">
              <a:solidFill>
                <a:srgbClr val="3A599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3" name="pg763"/>
            <p:cNvSpPr/>
            <p:nvPr/>
          </p:nvSpPr>
          <p:spPr>
            <a:xfrm>
              <a:off x="6265328" y="302242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5996">
                <a:alpha val="100000"/>
              </a:srgbClr>
            </a:solidFill>
            <a:ln w="5420" cap="flat">
              <a:solidFill>
                <a:srgbClr val="3A599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4" name="pg764"/>
            <p:cNvSpPr/>
            <p:nvPr/>
          </p:nvSpPr>
          <p:spPr>
            <a:xfrm>
              <a:off x="5683461" y="303672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DA0">
                <a:alpha val="100000"/>
              </a:srgbClr>
            </a:solidFill>
            <a:ln w="5420" cap="flat">
              <a:solidFill>
                <a:srgbClr val="3A6DA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5" name="pg765"/>
            <p:cNvSpPr/>
            <p:nvPr/>
          </p:nvSpPr>
          <p:spPr>
            <a:xfrm>
              <a:off x="5695098" y="303672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CA0">
                <a:alpha val="100000"/>
              </a:srgbClr>
            </a:solidFill>
            <a:ln w="5420" cap="flat">
              <a:solidFill>
                <a:srgbClr val="3A6CA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6" name="pg766"/>
            <p:cNvSpPr/>
            <p:nvPr/>
          </p:nvSpPr>
          <p:spPr>
            <a:xfrm>
              <a:off x="5706736" y="303672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B9F">
                <a:alpha val="100000"/>
              </a:srgbClr>
            </a:solidFill>
            <a:ln w="5420" cap="flat">
              <a:solidFill>
                <a:srgbClr val="3A6B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7" name="pg767"/>
            <p:cNvSpPr/>
            <p:nvPr/>
          </p:nvSpPr>
          <p:spPr>
            <a:xfrm>
              <a:off x="5718373" y="303672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89F">
                <a:alpha val="100000"/>
              </a:srgbClr>
            </a:solidFill>
            <a:ln w="5420" cap="flat">
              <a:solidFill>
                <a:srgbClr val="3A68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8" name="pg768"/>
            <p:cNvSpPr/>
            <p:nvPr/>
          </p:nvSpPr>
          <p:spPr>
            <a:xfrm>
              <a:off x="5730010" y="303672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69E">
                <a:alpha val="100000"/>
              </a:srgbClr>
            </a:solidFill>
            <a:ln w="5420" cap="flat">
              <a:solidFill>
                <a:srgbClr val="3A66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9" name="pg769"/>
            <p:cNvSpPr/>
            <p:nvPr/>
          </p:nvSpPr>
          <p:spPr>
            <a:xfrm>
              <a:off x="5741648" y="303672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29D">
                <a:alpha val="100000"/>
              </a:srgbClr>
            </a:solidFill>
            <a:ln w="5420" cap="flat">
              <a:solidFill>
                <a:srgbClr val="3A62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0" name="pg770"/>
            <p:cNvSpPr/>
            <p:nvPr/>
          </p:nvSpPr>
          <p:spPr>
            <a:xfrm>
              <a:off x="5683461" y="305102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EA0">
                <a:alpha val="100000"/>
              </a:srgbClr>
            </a:solidFill>
            <a:ln w="5420" cap="flat">
              <a:solidFill>
                <a:srgbClr val="3A6EA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1" name="pg771"/>
            <p:cNvSpPr/>
            <p:nvPr/>
          </p:nvSpPr>
          <p:spPr>
            <a:xfrm>
              <a:off x="5695098" y="305102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EA0">
                <a:alpha val="100000"/>
              </a:srgbClr>
            </a:solidFill>
            <a:ln w="5420" cap="flat">
              <a:solidFill>
                <a:srgbClr val="3A6EA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2" name="pg772"/>
            <p:cNvSpPr/>
            <p:nvPr/>
          </p:nvSpPr>
          <p:spPr>
            <a:xfrm>
              <a:off x="5706736" y="305102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DA0">
                <a:alpha val="100000"/>
              </a:srgbClr>
            </a:solidFill>
            <a:ln w="5420" cap="flat">
              <a:solidFill>
                <a:srgbClr val="3A6DA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3" name="pg773"/>
            <p:cNvSpPr/>
            <p:nvPr/>
          </p:nvSpPr>
          <p:spPr>
            <a:xfrm>
              <a:off x="5718373" y="305102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B9F">
                <a:alpha val="100000"/>
              </a:srgbClr>
            </a:solidFill>
            <a:ln w="5420" cap="flat">
              <a:solidFill>
                <a:srgbClr val="3A6B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4" name="pg774"/>
            <p:cNvSpPr/>
            <p:nvPr/>
          </p:nvSpPr>
          <p:spPr>
            <a:xfrm>
              <a:off x="5730010" y="305102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99F">
                <a:alpha val="100000"/>
              </a:srgbClr>
            </a:solidFill>
            <a:ln w="5420" cap="flat">
              <a:solidFill>
                <a:srgbClr val="3A69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5" name="pg775"/>
            <p:cNvSpPr/>
            <p:nvPr/>
          </p:nvSpPr>
          <p:spPr>
            <a:xfrm>
              <a:off x="5671824" y="306532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FA0">
                <a:alpha val="100000"/>
              </a:srgbClr>
            </a:solidFill>
            <a:ln w="5420" cap="flat">
              <a:solidFill>
                <a:srgbClr val="3A6FA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6" name="pg776"/>
            <p:cNvSpPr/>
            <p:nvPr/>
          </p:nvSpPr>
          <p:spPr>
            <a:xfrm>
              <a:off x="5683461" y="306532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EA0">
                <a:alpha val="100000"/>
              </a:srgbClr>
            </a:solidFill>
            <a:ln w="5420" cap="flat">
              <a:solidFill>
                <a:srgbClr val="3A6EA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7" name="pg777"/>
            <p:cNvSpPr/>
            <p:nvPr/>
          </p:nvSpPr>
          <p:spPr>
            <a:xfrm>
              <a:off x="5695098" y="306532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FA0">
                <a:alpha val="100000"/>
              </a:srgbClr>
            </a:solidFill>
            <a:ln w="5420" cap="flat">
              <a:solidFill>
                <a:srgbClr val="3A6FA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8" name="pg778"/>
            <p:cNvSpPr/>
            <p:nvPr/>
          </p:nvSpPr>
          <p:spPr>
            <a:xfrm>
              <a:off x="5706736" y="306532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EA0">
                <a:alpha val="100000"/>
              </a:srgbClr>
            </a:solidFill>
            <a:ln w="5420" cap="flat">
              <a:solidFill>
                <a:srgbClr val="3A6EA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9" name="pg779"/>
            <p:cNvSpPr/>
            <p:nvPr/>
          </p:nvSpPr>
          <p:spPr>
            <a:xfrm>
              <a:off x="5718373" y="306532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DA0">
                <a:alpha val="100000"/>
              </a:srgbClr>
            </a:solidFill>
            <a:ln w="5420" cap="flat">
              <a:solidFill>
                <a:srgbClr val="3A6DA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0" name="pg780"/>
            <p:cNvSpPr/>
            <p:nvPr/>
          </p:nvSpPr>
          <p:spPr>
            <a:xfrm>
              <a:off x="5730010" y="306532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B9F">
                <a:alpha val="100000"/>
              </a:srgbClr>
            </a:solidFill>
            <a:ln w="5420" cap="flat">
              <a:solidFill>
                <a:srgbClr val="3A6B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1" name="pg781"/>
            <p:cNvSpPr/>
            <p:nvPr/>
          </p:nvSpPr>
          <p:spPr>
            <a:xfrm>
              <a:off x="5671824" y="307962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73A1">
                <a:alpha val="100000"/>
              </a:srgbClr>
            </a:solidFill>
            <a:ln w="5420" cap="flat">
              <a:solidFill>
                <a:srgbClr val="3B73A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2" name="pg782"/>
            <p:cNvSpPr/>
            <p:nvPr/>
          </p:nvSpPr>
          <p:spPr>
            <a:xfrm>
              <a:off x="5683461" y="307962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6A2">
                <a:alpha val="100000"/>
              </a:srgbClr>
            </a:solidFill>
            <a:ln w="5420" cap="flat">
              <a:solidFill>
                <a:srgbClr val="3A76A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3" name="pg783"/>
            <p:cNvSpPr/>
            <p:nvPr/>
          </p:nvSpPr>
          <p:spPr>
            <a:xfrm>
              <a:off x="5695098" y="307962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5A2">
                <a:alpha val="100000"/>
              </a:srgbClr>
            </a:solidFill>
            <a:ln w="5420" cap="flat">
              <a:solidFill>
                <a:srgbClr val="3A75A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4" name="pg784"/>
            <p:cNvSpPr/>
            <p:nvPr/>
          </p:nvSpPr>
          <p:spPr>
            <a:xfrm>
              <a:off x="5706736" y="307962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4A1">
                <a:alpha val="100000"/>
              </a:srgbClr>
            </a:solidFill>
            <a:ln w="5420" cap="flat">
              <a:solidFill>
                <a:srgbClr val="3A74A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5" name="pg785"/>
            <p:cNvSpPr/>
            <p:nvPr/>
          </p:nvSpPr>
          <p:spPr>
            <a:xfrm>
              <a:off x="5718373" y="307962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71A1">
                <a:alpha val="100000"/>
              </a:srgbClr>
            </a:solidFill>
            <a:ln w="5420" cap="flat">
              <a:solidFill>
                <a:srgbClr val="3B71A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6" name="pg786"/>
            <p:cNvSpPr/>
            <p:nvPr/>
          </p:nvSpPr>
          <p:spPr>
            <a:xfrm>
              <a:off x="5730010" y="307962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FA0">
                <a:alpha val="100000"/>
              </a:srgbClr>
            </a:solidFill>
            <a:ln w="5420" cap="flat">
              <a:solidFill>
                <a:srgbClr val="3A6FA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7" name="pg787"/>
            <p:cNvSpPr/>
            <p:nvPr/>
          </p:nvSpPr>
          <p:spPr>
            <a:xfrm>
              <a:off x="5671824" y="309392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3A1">
                <a:alpha val="100000"/>
              </a:srgbClr>
            </a:solidFill>
            <a:ln w="5420" cap="flat">
              <a:solidFill>
                <a:srgbClr val="3A73A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8" name="pg788"/>
            <p:cNvSpPr/>
            <p:nvPr/>
          </p:nvSpPr>
          <p:spPr>
            <a:xfrm>
              <a:off x="5683461" y="309392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6A2">
                <a:alpha val="100000"/>
              </a:srgbClr>
            </a:solidFill>
            <a:ln w="5420" cap="flat">
              <a:solidFill>
                <a:srgbClr val="3A76A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9" name="pg789"/>
            <p:cNvSpPr/>
            <p:nvPr/>
          </p:nvSpPr>
          <p:spPr>
            <a:xfrm>
              <a:off x="5695098" y="309392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6A2">
                <a:alpha val="100000"/>
              </a:srgbClr>
            </a:solidFill>
            <a:ln w="5420" cap="flat">
              <a:solidFill>
                <a:srgbClr val="3A76A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0" name="pg790"/>
            <p:cNvSpPr/>
            <p:nvPr/>
          </p:nvSpPr>
          <p:spPr>
            <a:xfrm>
              <a:off x="5706736" y="309392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4A1">
                <a:alpha val="100000"/>
              </a:srgbClr>
            </a:solidFill>
            <a:ln w="5420" cap="flat">
              <a:solidFill>
                <a:srgbClr val="3A74A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1" name="pg791"/>
            <p:cNvSpPr/>
            <p:nvPr/>
          </p:nvSpPr>
          <p:spPr>
            <a:xfrm>
              <a:off x="5718373" y="309392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72A1">
                <a:alpha val="100000"/>
              </a:srgbClr>
            </a:solidFill>
            <a:ln w="5420" cap="flat">
              <a:solidFill>
                <a:srgbClr val="3B72A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2" name="pg792"/>
            <p:cNvSpPr/>
            <p:nvPr/>
          </p:nvSpPr>
          <p:spPr>
            <a:xfrm>
              <a:off x="5730010" y="309392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70A0">
                <a:alpha val="100000"/>
              </a:srgbClr>
            </a:solidFill>
            <a:ln w="5420" cap="flat">
              <a:solidFill>
                <a:srgbClr val="3B70A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3" name="pg793"/>
            <p:cNvSpPr/>
            <p:nvPr/>
          </p:nvSpPr>
          <p:spPr>
            <a:xfrm>
              <a:off x="5671824" y="310822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72A1">
                <a:alpha val="100000"/>
              </a:srgbClr>
            </a:solidFill>
            <a:ln w="5420" cap="flat">
              <a:solidFill>
                <a:srgbClr val="3B72A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4" name="pg794"/>
            <p:cNvSpPr/>
            <p:nvPr/>
          </p:nvSpPr>
          <p:spPr>
            <a:xfrm>
              <a:off x="5683461" y="310822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4A1">
                <a:alpha val="100000"/>
              </a:srgbClr>
            </a:solidFill>
            <a:ln w="5420" cap="flat">
              <a:solidFill>
                <a:srgbClr val="3A74A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5" name="pg795"/>
            <p:cNvSpPr/>
            <p:nvPr/>
          </p:nvSpPr>
          <p:spPr>
            <a:xfrm>
              <a:off x="5695098" y="310822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4A1">
                <a:alpha val="100000"/>
              </a:srgbClr>
            </a:solidFill>
            <a:ln w="5420" cap="flat">
              <a:solidFill>
                <a:srgbClr val="3A74A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6" name="pg796"/>
            <p:cNvSpPr/>
            <p:nvPr/>
          </p:nvSpPr>
          <p:spPr>
            <a:xfrm>
              <a:off x="5706736" y="310822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73A1">
                <a:alpha val="100000"/>
              </a:srgbClr>
            </a:solidFill>
            <a:ln w="5420" cap="flat">
              <a:solidFill>
                <a:srgbClr val="3B73A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7" name="pg797"/>
            <p:cNvSpPr/>
            <p:nvPr/>
          </p:nvSpPr>
          <p:spPr>
            <a:xfrm>
              <a:off x="5718373" y="310822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71A1">
                <a:alpha val="100000"/>
              </a:srgbClr>
            </a:solidFill>
            <a:ln w="5420" cap="flat">
              <a:solidFill>
                <a:srgbClr val="3B71A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8" name="pg798"/>
            <p:cNvSpPr/>
            <p:nvPr/>
          </p:nvSpPr>
          <p:spPr>
            <a:xfrm>
              <a:off x="5730010" y="310822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FA0">
                <a:alpha val="100000"/>
              </a:srgbClr>
            </a:solidFill>
            <a:ln w="5420" cap="flat">
              <a:solidFill>
                <a:srgbClr val="3A6FA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9" name="pg799"/>
            <p:cNvSpPr/>
            <p:nvPr/>
          </p:nvSpPr>
          <p:spPr>
            <a:xfrm>
              <a:off x="5741648" y="310822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DA0">
                <a:alpha val="100000"/>
              </a:srgbClr>
            </a:solidFill>
            <a:ln w="5420" cap="flat">
              <a:solidFill>
                <a:srgbClr val="3A6DA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0" name="pg800"/>
            <p:cNvSpPr/>
            <p:nvPr/>
          </p:nvSpPr>
          <p:spPr>
            <a:xfrm>
              <a:off x="5660186" y="312252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EA0">
                <a:alpha val="100000"/>
              </a:srgbClr>
            </a:solidFill>
            <a:ln w="5420" cap="flat">
              <a:solidFill>
                <a:srgbClr val="3A6EA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1" name="pg801"/>
            <p:cNvSpPr/>
            <p:nvPr/>
          </p:nvSpPr>
          <p:spPr>
            <a:xfrm>
              <a:off x="5671824" y="312252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FA0">
                <a:alpha val="100000"/>
              </a:srgbClr>
            </a:solidFill>
            <a:ln w="5420" cap="flat">
              <a:solidFill>
                <a:srgbClr val="3A6FA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2" name="pg802"/>
            <p:cNvSpPr/>
            <p:nvPr/>
          </p:nvSpPr>
          <p:spPr>
            <a:xfrm>
              <a:off x="5683461" y="312252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71A1">
                <a:alpha val="100000"/>
              </a:srgbClr>
            </a:solidFill>
            <a:ln w="5420" cap="flat">
              <a:solidFill>
                <a:srgbClr val="3B71A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3" name="pg803"/>
            <p:cNvSpPr/>
            <p:nvPr/>
          </p:nvSpPr>
          <p:spPr>
            <a:xfrm>
              <a:off x="5695098" y="312252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71A1">
                <a:alpha val="100000"/>
              </a:srgbClr>
            </a:solidFill>
            <a:ln w="5420" cap="flat">
              <a:solidFill>
                <a:srgbClr val="3B71A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4" name="pg804"/>
            <p:cNvSpPr/>
            <p:nvPr/>
          </p:nvSpPr>
          <p:spPr>
            <a:xfrm>
              <a:off x="5706736" y="312252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70A0">
                <a:alpha val="100000"/>
              </a:srgbClr>
            </a:solidFill>
            <a:ln w="5420" cap="flat">
              <a:solidFill>
                <a:srgbClr val="3B70A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5" name="pg805"/>
            <p:cNvSpPr/>
            <p:nvPr/>
          </p:nvSpPr>
          <p:spPr>
            <a:xfrm>
              <a:off x="5718373" y="312252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FA0">
                <a:alpha val="100000"/>
              </a:srgbClr>
            </a:solidFill>
            <a:ln w="5420" cap="flat">
              <a:solidFill>
                <a:srgbClr val="3A6FA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6" name="pg806"/>
            <p:cNvSpPr/>
            <p:nvPr/>
          </p:nvSpPr>
          <p:spPr>
            <a:xfrm>
              <a:off x="5730010" y="312252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DA0">
                <a:alpha val="100000"/>
              </a:srgbClr>
            </a:solidFill>
            <a:ln w="5420" cap="flat">
              <a:solidFill>
                <a:srgbClr val="3A6DA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7" name="pg807"/>
            <p:cNvSpPr/>
            <p:nvPr/>
          </p:nvSpPr>
          <p:spPr>
            <a:xfrm>
              <a:off x="5648549" y="313682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A9F">
                <a:alpha val="100000"/>
              </a:srgbClr>
            </a:solidFill>
            <a:ln w="5420" cap="flat">
              <a:solidFill>
                <a:srgbClr val="3A6A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8" name="pg808"/>
            <p:cNvSpPr/>
            <p:nvPr/>
          </p:nvSpPr>
          <p:spPr>
            <a:xfrm>
              <a:off x="5660186" y="313682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B9F">
                <a:alpha val="100000"/>
              </a:srgbClr>
            </a:solidFill>
            <a:ln w="5420" cap="flat">
              <a:solidFill>
                <a:srgbClr val="3A6B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9" name="pg809"/>
            <p:cNvSpPr/>
            <p:nvPr/>
          </p:nvSpPr>
          <p:spPr>
            <a:xfrm>
              <a:off x="5671824" y="313682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CA0">
                <a:alpha val="100000"/>
              </a:srgbClr>
            </a:solidFill>
            <a:ln w="5420" cap="flat">
              <a:solidFill>
                <a:srgbClr val="3A6CA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0" name="pg810"/>
            <p:cNvSpPr/>
            <p:nvPr/>
          </p:nvSpPr>
          <p:spPr>
            <a:xfrm>
              <a:off x="5683461" y="313682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EA0">
                <a:alpha val="100000"/>
              </a:srgbClr>
            </a:solidFill>
            <a:ln w="5420" cap="flat">
              <a:solidFill>
                <a:srgbClr val="3A6EA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1" name="pg811"/>
            <p:cNvSpPr/>
            <p:nvPr/>
          </p:nvSpPr>
          <p:spPr>
            <a:xfrm>
              <a:off x="5695098" y="313682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EA0">
                <a:alpha val="100000"/>
              </a:srgbClr>
            </a:solidFill>
            <a:ln w="5420" cap="flat">
              <a:solidFill>
                <a:srgbClr val="3A6EA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2" name="pg812"/>
            <p:cNvSpPr/>
            <p:nvPr/>
          </p:nvSpPr>
          <p:spPr>
            <a:xfrm>
              <a:off x="5706736" y="313682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DA0">
                <a:alpha val="100000"/>
              </a:srgbClr>
            </a:solidFill>
            <a:ln w="5420" cap="flat">
              <a:solidFill>
                <a:srgbClr val="3A6DA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3" name="pg813"/>
            <p:cNvSpPr/>
            <p:nvPr/>
          </p:nvSpPr>
          <p:spPr>
            <a:xfrm>
              <a:off x="5718373" y="313682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CA0">
                <a:alpha val="100000"/>
              </a:srgbClr>
            </a:solidFill>
            <a:ln w="5420" cap="flat">
              <a:solidFill>
                <a:srgbClr val="3A6CA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4" name="pg814"/>
            <p:cNvSpPr/>
            <p:nvPr/>
          </p:nvSpPr>
          <p:spPr>
            <a:xfrm>
              <a:off x="5648549" y="315112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79E">
                <a:alpha val="100000"/>
              </a:srgbClr>
            </a:solidFill>
            <a:ln w="5420" cap="flat">
              <a:solidFill>
                <a:srgbClr val="3A67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5" name="pg815"/>
            <p:cNvSpPr/>
            <p:nvPr/>
          </p:nvSpPr>
          <p:spPr>
            <a:xfrm>
              <a:off x="5660186" y="315112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89F">
                <a:alpha val="100000"/>
              </a:srgbClr>
            </a:solidFill>
            <a:ln w="5420" cap="flat">
              <a:solidFill>
                <a:srgbClr val="3A68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6" name="pg816"/>
            <p:cNvSpPr/>
            <p:nvPr/>
          </p:nvSpPr>
          <p:spPr>
            <a:xfrm>
              <a:off x="5671824" y="315112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99F">
                <a:alpha val="100000"/>
              </a:srgbClr>
            </a:solidFill>
            <a:ln w="5420" cap="flat">
              <a:solidFill>
                <a:srgbClr val="3A69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7" name="pg817"/>
            <p:cNvSpPr/>
            <p:nvPr/>
          </p:nvSpPr>
          <p:spPr>
            <a:xfrm>
              <a:off x="5683461" y="315112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A9F">
                <a:alpha val="100000"/>
              </a:srgbClr>
            </a:solidFill>
            <a:ln w="5420" cap="flat">
              <a:solidFill>
                <a:srgbClr val="3A6A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8" name="pg818"/>
            <p:cNvSpPr/>
            <p:nvPr/>
          </p:nvSpPr>
          <p:spPr>
            <a:xfrm>
              <a:off x="5695098" y="315112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A9F">
                <a:alpha val="100000"/>
              </a:srgbClr>
            </a:solidFill>
            <a:ln w="5420" cap="flat">
              <a:solidFill>
                <a:srgbClr val="3A6A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9" name="pg819"/>
            <p:cNvSpPr/>
            <p:nvPr/>
          </p:nvSpPr>
          <p:spPr>
            <a:xfrm>
              <a:off x="5706736" y="315112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A9F">
                <a:alpha val="100000"/>
              </a:srgbClr>
            </a:solidFill>
            <a:ln w="5420" cap="flat">
              <a:solidFill>
                <a:srgbClr val="3A6A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0" name="pg820"/>
            <p:cNvSpPr/>
            <p:nvPr/>
          </p:nvSpPr>
          <p:spPr>
            <a:xfrm>
              <a:off x="5718373" y="315112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A9F">
                <a:alpha val="100000"/>
              </a:srgbClr>
            </a:solidFill>
            <a:ln w="5420" cap="flat">
              <a:solidFill>
                <a:srgbClr val="3A6A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1" name="pg821"/>
            <p:cNvSpPr/>
            <p:nvPr/>
          </p:nvSpPr>
          <p:spPr>
            <a:xfrm>
              <a:off x="5741648" y="315112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79E">
                <a:alpha val="100000"/>
              </a:srgbClr>
            </a:solidFill>
            <a:ln w="5420" cap="flat">
              <a:solidFill>
                <a:srgbClr val="3A67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2" name="pg822"/>
            <p:cNvSpPr/>
            <p:nvPr/>
          </p:nvSpPr>
          <p:spPr>
            <a:xfrm>
              <a:off x="5753285" y="315112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79E">
                <a:alpha val="100000"/>
              </a:srgbClr>
            </a:solidFill>
            <a:ln w="5420" cap="flat">
              <a:solidFill>
                <a:srgbClr val="3A67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3" name="pg823"/>
            <p:cNvSpPr/>
            <p:nvPr/>
          </p:nvSpPr>
          <p:spPr>
            <a:xfrm>
              <a:off x="5764922" y="315112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69E">
                <a:alpha val="100000"/>
              </a:srgbClr>
            </a:solidFill>
            <a:ln w="5420" cap="flat">
              <a:solidFill>
                <a:srgbClr val="3A66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4" name="pg824"/>
            <p:cNvSpPr/>
            <p:nvPr/>
          </p:nvSpPr>
          <p:spPr>
            <a:xfrm>
              <a:off x="5776560" y="315112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59E">
                <a:alpha val="100000"/>
              </a:srgbClr>
            </a:solidFill>
            <a:ln w="5420" cap="flat">
              <a:solidFill>
                <a:srgbClr val="3A65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5" name="pg825"/>
            <p:cNvSpPr/>
            <p:nvPr/>
          </p:nvSpPr>
          <p:spPr>
            <a:xfrm>
              <a:off x="5648549" y="316543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39D">
                <a:alpha val="100000"/>
              </a:srgbClr>
            </a:solidFill>
            <a:ln w="5420" cap="flat">
              <a:solidFill>
                <a:srgbClr val="3A63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6" name="pg826"/>
            <p:cNvSpPr/>
            <p:nvPr/>
          </p:nvSpPr>
          <p:spPr>
            <a:xfrm>
              <a:off x="5660186" y="316543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39E">
                <a:alpha val="100000"/>
              </a:srgbClr>
            </a:solidFill>
            <a:ln w="5420" cap="flat">
              <a:solidFill>
                <a:srgbClr val="3A63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7" name="pg827"/>
            <p:cNvSpPr/>
            <p:nvPr/>
          </p:nvSpPr>
          <p:spPr>
            <a:xfrm>
              <a:off x="5671824" y="316543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49E">
                <a:alpha val="100000"/>
              </a:srgbClr>
            </a:solidFill>
            <a:ln w="5420" cap="flat">
              <a:solidFill>
                <a:srgbClr val="3A64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8" name="pg828"/>
            <p:cNvSpPr/>
            <p:nvPr/>
          </p:nvSpPr>
          <p:spPr>
            <a:xfrm>
              <a:off x="5683461" y="316543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69E">
                <a:alpha val="100000"/>
              </a:srgbClr>
            </a:solidFill>
            <a:ln w="5420" cap="flat">
              <a:solidFill>
                <a:srgbClr val="3A66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9" name="pg829"/>
            <p:cNvSpPr/>
            <p:nvPr/>
          </p:nvSpPr>
          <p:spPr>
            <a:xfrm>
              <a:off x="5695098" y="316543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79E">
                <a:alpha val="100000"/>
              </a:srgbClr>
            </a:solidFill>
            <a:ln w="5420" cap="flat">
              <a:solidFill>
                <a:srgbClr val="3A67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0" name="pg830"/>
            <p:cNvSpPr/>
            <p:nvPr/>
          </p:nvSpPr>
          <p:spPr>
            <a:xfrm>
              <a:off x="5706736" y="316543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79E">
                <a:alpha val="100000"/>
              </a:srgbClr>
            </a:solidFill>
            <a:ln w="5420" cap="flat">
              <a:solidFill>
                <a:srgbClr val="3A67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1" name="pg831"/>
            <p:cNvSpPr/>
            <p:nvPr/>
          </p:nvSpPr>
          <p:spPr>
            <a:xfrm>
              <a:off x="5718373" y="316543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79E">
                <a:alpha val="100000"/>
              </a:srgbClr>
            </a:solidFill>
            <a:ln w="5420" cap="flat">
              <a:solidFill>
                <a:srgbClr val="3A67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2" name="pg832"/>
            <p:cNvSpPr/>
            <p:nvPr/>
          </p:nvSpPr>
          <p:spPr>
            <a:xfrm>
              <a:off x="5730010" y="316543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69E">
                <a:alpha val="100000"/>
              </a:srgbClr>
            </a:solidFill>
            <a:ln w="5420" cap="flat">
              <a:solidFill>
                <a:srgbClr val="3A66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3" name="pg833"/>
            <p:cNvSpPr/>
            <p:nvPr/>
          </p:nvSpPr>
          <p:spPr>
            <a:xfrm>
              <a:off x="5741648" y="316543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69E">
                <a:alpha val="100000"/>
              </a:srgbClr>
            </a:solidFill>
            <a:ln w="5420" cap="flat">
              <a:solidFill>
                <a:srgbClr val="3A66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4" name="pg834"/>
            <p:cNvSpPr/>
            <p:nvPr/>
          </p:nvSpPr>
          <p:spPr>
            <a:xfrm>
              <a:off x="5753285" y="316543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59E">
                <a:alpha val="100000"/>
              </a:srgbClr>
            </a:solidFill>
            <a:ln w="5420" cap="flat">
              <a:solidFill>
                <a:srgbClr val="3A65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5" name="pg835"/>
            <p:cNvSpPr/>
            <p:nvPr/>
          </p:nvSpPr>
          <p:spPr>
            <a:xfrm>
              <a:off x="5764922" y="316543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49E">
                <a:alpha val="100000"/>
              </a:srgbClr>
            </a:solidFill>
            <a:ln w="5420" cap="flat">
              <a:solidFill>
                <a:srgbClr val="3A64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6" name="pg836"/>
            <p:cNvSpPr/>
            <p:nvPr/>
          </p:nvSpPr>
          <p:spPr>
            <a:xfrm>
              <a:off x="5776560" y="316543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49E">
                <a:alpha val="100000"/>
              </a:srgbClr>
            </a:solidFill>
            <a:ln w="5420" cap="flat">
              <a:solidFill>
                <a:srgbClr val="3A64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7" name="pg837"/>
            <p:cNvSpPr/>
            <p:nvPr/>
          </p:nvSpPr>
          <p:spPr>
            <a:xfrm>
              <a:off x="5788197" y="316543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39D">
                <a:alpha val="100000"/>
              </a:srgbClr>
            </a:solidFill>
            <a:ln w="5420" cap="flat">
              <a:solidFill>
                <a:srgbClr val="3A63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8" name="pg838"/>
            <p:cNvSpPr/>
            <p:nvPr/>
          </p:nvSpPr>
          <p:spPr>
            <a:xfrm>
              <a:off x="5671824" y="317973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609D">
                <a:alpha val="100000"/>
              </a:srgbClr>
            </a:solidFill>
            <a:ln w="5420" cap="flat">
              <a:solidFill>
                <a:srgbClr val="3960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9" name="pg839"/>
            <p:cNvSpPr/>
            <p:nvPr/>
          </p:nvSpPr>
          <p:spPr>
            <a:xfrm>
              <a:off x="5683461" y="317973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29D">
                <a:alpha val="100000"/>
              </a:srgbClr>
            </a:solidFill>
            <a:ln w="5420" cap="flat">
              <a:solidFill>
                <a:srgbClr val="3A62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0" name="pg840"/>
            <p:cNvSpPr/>
            <p:nvPr/>
          </p:nvSpPr>
          <p:spPr>
            <a:xfrm>
              <a:off x="5695098" y="317973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39D">
                <a:alpha val="100000"/>
              </a:srgbClr>
            </a:solidFill>
            <a:ln w="5420" cap="flat">
              <a:solidFill>
                <a:srgbClr val="3A63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1" name="pg841"/>
            <p:cNvSpPr/>
            <p:nvPr/>
          </p:nvSpPr>
          <p:spPr>
            <a:xfrm>
              <a:off x="5706736" y="317973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39E">
                <a:alpha val="100000"/>
              </a:srgbClr>
            </a:solidFill>
            <a:ln w="5420" cap="flat">
              <a:solidFill>
                <a:srgbClr val="3A63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2" name="pg842"/>
            <p:cNvSpPr/>
            <p:nvPr/>
          </p:nvSpPr>
          <p:spPr>
            <a:xfrm>
              <a:off x="5718373" y="317973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49E">
                <a:alpha val="100000"/>
              </a:srgbClr>
            </a:solidFill>
            <a:ln w="5420" cap="flat">
              <a:solidFill>
                <a:srgbClr val="3A64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3" name="pg843"/>
            <p:cNvSpPr/>
            <p:nvPr/>
          </p:nvSpPr>
          <p:spPr>
            <a:xfrm>
              <a:off x="5730010" y="317973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49E">
                <a:alpha val="100000"/>
              </a:srgbClr>
            </a:solidFill>
            <a:ln w="5420" cap="flat">
              <a:solidFill>
                <a:srgbClr val="3A64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4" name="pg844"/>
            <p:cNvSpPr/>
            <p:nvPr/>
          </p:nvSpPr>
          <p:spPr>
            <a:xfrm>
              <a:off x="5741648" y="317973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49E">
                <a:alpha val="100000"/>
              </a:srgbClr>
            </a:solidFill>
            <a:ln w="5420" cap="flat">
              <a:solidFill>
                <a:srgbClr val="3A64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5" name="pg845"/>
            <p:cNvSpPr/>
            <p:nvPr/>
          </p:nvSpPr>
          <p:spPr>
            <a:xfrm>
              <a:off x="5753285" y="317973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39E">
                <a:alpha val="100000"/>
              </a:srgbClr>
            </a:solidFill>
            <a:ln w="5420" cap="flat">
              <a:solidFill>
                <a:srgbClr val="3A63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6" name="pg846"/>
            <p:cNvSpPr/>
            <p:nvPr/>
          </p:nvSpPr>
          <p:spPr>
            <a:xfrm>
              <a:off x="5764922" y="317973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39D">
                <a:alpha val="100000"/>
              </a:srgbClr>
            </a:solidFill>
            <a:ln w="5420" cap="flat">
              <a:solidFill>
                <a:srgbClr val="3A63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7" name="pg847"/>
            <p:cNvSpPr/>
            <p:nvPr/>
          </p:nvSpPr>
          <p:spPr>
            <a:xfrm>
              <a:off x="5776560" y="317973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39D">
                <a:alpha val="100000"/>
              </a:srgbClr>
            </a:solidFill>
            <a:ln w="5420" cap="flat">
              <a:solidFill>
                <a:srgbClr val="3A63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8" name="pg848"/>
            <p:cNvSpPr/>
            <p:nvPr/>
          </p:nvSpPr>
          <p:spPr>
            <a:xfrm>
              <a:off x="5788197" y="317973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29D">
                <a:alpha val="100000"/>
              </a:srgbClr>
            </a:solidFill>
            <a:ln w="5420" cap="flat">
              <a:solidFill>
                <a:srgbClr val="3A62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9" name="pg849"/>
            <p:cNvSpPr/>
            <p:nvPr/>
          </p:nvSpPr>
          <p:spPr>
            <a:xfrm>
              <a:off x="5799834" y="317973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19D">
                <a:alpha val="100000"/>
              </a:srgbClr>
            </a:solidFill>
            <a:ln w="5420" cap="flat">
              <a:solidFill>
                <a:srgbClr val="3A61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0" name="pg850"/>
            <p:cNvSpPr/>
            <p:nvPr/>
          </p:nvSpPr>
          <p:spPr>
            <a:xfrm>
              <a:off x="5625275" y="319403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5793">
                <a:alpha val="100000"/>
              </a:srgbClr>
            </a:solidFill>
            <a:ln w="5420" cap="flat">
              <a:solidFill>
                <a:srgbClr val="3A579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1" name="pg851"/>
            <p:cNvSpPr/>
            <p:nvPr/>
          </p:nvSpPr>
          <p:spPr>
            <a:xfrm>
              <a:off x="5636912" y="319403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5894">
                <a:alpha val="100000"/>
              </a:srgbClr>
            </a:solidFill>
            <a:ln w="5420" cap="flat">
              <a:solidFill>
                <a:srgbClr val="3A589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2" name="pg852"/>
            <p:cNvSpPr/>
            <p:nvPr/>
          </p:nvSpPr>
          <p:spPr>
            <a:xfrm>
              <a:off x="5648549" y="319403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5894">
                <a:alpha val="100000"/>
              </a:srgbClr>
            </a:solidFill>
            <a:ln w="5420" cap="flat">
              <a:solidFill>
                <a:srgbClr val="3A589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3" name="pg853"/>
            <p:cNvSpPr/>
            <p:nvPr/>
          </p:nvSpPr>
          <p:spPr>
            <a:xfrm>
              <a:off x="5660186" y="319403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5895">
                <a:alpha val="100000"/>
              </a:srgbClr>
            </a:solidFill>
            <a:ln w="5420" cap="flat">
              <a:solidFill>
                <a:srgbClr val="3A589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4" name="pg854"/>
            <p:cNvSpPr/>
            <p:nvPr/>
          </p:nvSpPr>
          <p:spPr>
            <a:xfrm>
              <a:off x="5695098" y="319403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5F9D">
                <a:alpha val="100000"/>
              </a:srgbClr>
            </a:solidFill>
            <a:ln w="5420" cap="flat">
              <a:solidFill>
                <a:srgbClr val="395F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5" name="pg855"/>
            <p:cNvSpPr/>
            <p:nvPr/>
          </p:nvSpPr>
          <p:spPr>
            <a:xfrm>
              <a:off x="5706736" y="319403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609D">
                <a:alpha val="100000"/>
              </a:srgbClr>
            </a:solidFill>
            <a:ln w="5420" cap="flat">
              <a:solidFill>
                <a:srgbClr val="3960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6" name="pg856"/>
            <p:cNvSpPr/>
            <p:nvPr/>
          </p:nvSpPr>
          <p:spPr>
            <a:xfrm>
              <a:off x="5718373" y="319403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19D">
                <a:alpha val="100000"/>
              </a:srgbClr>
            </a:solidFill>
            <a:ln w="5420" cap="flat">
              <a:solidFill>
                <a:srgbClr val="3A61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7" name="pg857"/>
            <p:cNvSpPr/>
            <p:nvPr/>
          </p:nvSpPr>
          <p:spPr>
            <a:xfrm>
              <a:off x="5730010" y="319403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19D">
                <a:alpha val="100000"/>
              </a:srgbClr>
            </a:solidFill>
            <a:ln w="5420" cap="flat">
              <a:solidFill>
                <a:srgbClr val="3A61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8" name="pg858"/>
            <p:cNvSpPr/>
            <p:nvPr/>
          </p:nvSpPr>
          <p:spPr>
            <a:xfrm>
              <a:off x="5741648" y="319403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29D">
                <a:alpha val="100000"/>
              </a:srgbClr>
            </a:solidFill>
            <a:ln w="5420" cap="flat">
              <a:solidFill>
                <a:srgbClr val="3A62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9" name="pg859"/>
            <p:cNvSpPr/>
            <p:nvPr/>
          </p:nvSpPr>
          <p:spPr>
            <a:xfrm>
              <a:off x="5753285" y="319403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29D">
                <a:alpha val="100000"/>
              </a:srgbClr>
            </a:solidFill>
            <a:ln w="5420" cap="flat">
              <a:solidFill>
                <a:srgbClr val="3A62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0" name="pg860"/>
            <p:cNvSpPr/>
            <p:nvPr/>
          </p:nvSpPr>
          <p:spPr>
            <a:xfrm>
              <a:off x="5764922" y="319403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29D">
                <a:alpha val="100000"/>
              </a:srgbClr>
            </a:solidFill>
            <a:ln w="5420" cap="flat">
              <a:solidFill>
                <a:srgbClr val="3A62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1" name="pg861"/>
            <p:cNvSpPr/>
            <p:nvPr/>
          </p:nvSpPr>
          <p:spPr>
            <a:xfrm>
              <a:off x="5776560" y="319403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29D">
                <a:alpha val="100000"/>
              </a:srgbClr>
            </a:solidFill>
            <a:ln w="5420" cap="flat">
              <a:solidFill>
                <a:srgbClr val="3A62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2" name="pg862"/>
            <p:cNvSpPr/>
            <p:nvPr/>
          </p:nvSpPr>
          <p:spPr>
            <a:xfrm>
              <a:off x="5788197" y="319403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19D">
                <a:alpha val="100000"/>
              </a:srgbClr>
            </a:solidFill>
            <a:ln w="5420" cap="flat">
              <a:solidFill>
                <a:srgbClr val="3A61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3" name="pg863"/>
            <p:cNvSpPr/>
            <p:nvPr/>
          </p:nvSpPr>
          <p:spPr>
            <a:xfrm>
              <a:off x="5799834" y="319403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609D">
                <a:alpha val="100000"/>
              </a:srgbClr>
            </a:solidFill>
            <a:ln w="5420" cap="flat">
              <a:solidFill>
                <a:srgbClr val="3960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4" name="pg864"/>
            <p:cNvSpPr/>
            <p:nvPr/>
          </p:nvSpPr>
          <p:spPr>
            <a:xfrm>
              <a:off x="5613637" y="320833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538E">
                <a:alpha val="100000"/>
              </a:srgbClr>
            </a:solidFill>
            <a:ln w="5420" cap="flat">
              <a:solidFill>
                <a:srgbClr val="3B538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5" name="pg865"/>
            <p:cNvSpPr/>
            <p:nvPr/>
          </p:nvSpPr>
          <p:spPr>
            <a:xfrm>
              <a:off x="5625275" y="320833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538D">
                <a:alpha val="100000"/>
              </a:srgbClr>
            </a:solidFill>
            <a:ln w="5420" cap="flat">
              <a:solidFill>
                <a:srgbClr val="3B538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6" name="pg866"/>
            <p:cNvSpPr/>
            <p:nvPr/>
          </p:nvSpPr>
          <p:spPr>
            <a:xfrm>
              <a:off x="5636912" y="320833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538E">
                <a:alpha val="100000"/>
              </a:srgbClr>
            </a:solidFill>
            <a:ln w="5420" cap="flat">
              <a:solidFill>
                <a:srgbClr val="3B538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7" name="pg867"/>
            <p:cNvSpPr/>
            <p:nvPr/>
          </p:nvSpPr>
          <p:spPr>
            <a:xfrm>
              <a:off x="5648549" y="320833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548F">
                <a:alpha val="100000"/>
              </a:srgbClr>
            </a:solidFill>
            <a:ln w="5420" cap="flat">
              <a:solidFill>
                <a:srgbClr val="3B548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8" name="pg868"/>
            <p:cNvSpPr/>
            <p:nvPr/>
          </p:nvSpPr>
          <p:spPr>
            <a:xfrm>
              <a:off x="5660186" y="320833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5591">
                <a:alpha val="100000"/>
              </a:srgbClr>
            </a:solidFill>
            <a:ln w="5420" cap="flat">
              <a:solidFill>
                <a:srgbClr val="3B559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9" name="pg869"/>
            <p:cNvSpPr/>
            <p:nvPr/>
          </p:nvSpPr>
          <p:spPr>
            <a:xfrm>
              <a:off x="5671824" y="320833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5793">
                <a:alpha val="100000"/>
              </a:srgbClr>
            </a:solidFill>
            <a:ln w="5420" cap="flat">
              <a:solidFill>
                <a:srgbClr val="3A579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0" name="pg870"/>
            <p:cNvSpPr/>
            <p:nvPr/>
          </p:nvSpPr>
          <p:spPr>
            <a:xfrm>
              <a:off x="5683461" y="320833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5A98">
                <a:alpha val="100000"/>
              </a:srgbClr>
            </a:solidFill>
            <a:ln w="5420" cap="flat">
              <a:solidFill>
                <a:srgbClr val="3A5A9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1" name="pg871"/>
            <p:cNvSpPr/>
            <p:nvPr/>
          </p:nvSpPr>
          <p:spPr>
            <a:xfrm>
              <a:off x="5695098" y="320833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5C9A">
                <a:alpha val="100000"/>
              </a:srgbClr>
            </a:solidFill>
            <a:ln w="5420" cap="flat">
              <a:solidFill>
                <a:srgbClr val="395C9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2" name="pg872"/>
            <p:cNvSpPr/>
            <p:nvPr/>
          </p:nvSpPr>
          <p:spPr>
            <a:xfrm>
              <a:off x="5706736" y="320833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5D9C">
                <a:alpha val="100000"/>
              </a:srgbClr>
            </a:solidFill>
            <a:ln w="5420" cap="flat">
              <a:solidFill>
                <a:srgbClr val="395D9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3" name="pg873"/>
            <p:cNvSpPr/>
            <p:nvPr/>
          </p:nvSpPr>
          <p:spPr>
            <a:xfrm>
              <a:off x="5718373" y="320833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5E9C">
                <a:alpha val="100000"/>
              </a:srgbClr>
            </a:solidFill>
            <a:ln w="5420" cap="flat">
              <a:solidFill>
                <a:srgbClr val="395E9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4" name="pg874"/>
            <p:cNvSpPr/>
            <p:nvPr/>
          </p:nvSpPr>
          <p:spPr>
            <a:xfrm>
              <a:off x="5730010" y="320833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5F9D">
                <a:alpha val="100000"/>
              </a:srgbClr>
            </a:solidFill>
            <a:ln w="5420" cap="flat">
              <a:solidFill>
                <a:srgbClr val="395F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5" name="pg875"/>
            <p:cNvSpPr/>
            <p:nvPr/>
          </p:nvSpPr>
          <p:spPr>
            <a:xfrm>
              <a:off x="5741648" y="320833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609D">
                <a:alpha val="100000"/>
              </a:srgbClr>
            </a:solidFill>
            <a:ln w="5420" cap="flat">
              <a:solidFill>
                <a:srgbClr val="3960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6" name="pg876"/>
            <p:cNvSpPr/>
            <p:nvPr/>
          </p:nvSpPr>
          <p:spPr>
            <a:xfrm>
              <a:off x="5753285" y="320833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609D">
                <a:alpha val="100000"/>
              </a:srgbClr>
            </a:solidFill>
            <a:ln w="5420" cap="flat">
              <a:solidFill>
                <a:srgbClr val="3960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7" name="pg877"/>
            <p:cNvSpPr/>
            <p:nvPr/>
          </p:nvSpPr>
          <p:spPr>
            <a:xfrm>
              <a:off x="5764922" y="320833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609D">
                <a:alpha val="100000"/>
              </a:srgbClr>
            </a:solidFill>
            <a:ln w="5420" cap="flat">
              <a:solidFill>
                <a:srgbClr val="3960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8" name="pg878"/>
            <p:cNvSpPr/>
            <p:nvPr/>
          </p:nvSpPr>
          <p:spPr>
            <a:xfrm>
              <a:off x="5776560" y="320833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619D">
                <a:alpha val="100000"/>
              </a:srgbClr>
            </a:solidFill>
            <a:ln w="5420" cap="flat">
              <a:solidFill>
                <a:srgbClr val="3961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9" name="pg879"/>
            <p:cNvSpPr/>
            <p:nvPr/>
          </p:nvSpPr>
          <p:spPr>
            <a:xfrm>
              <a:off x="5788197" y="320833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609D">
                <a:alpha val="100000"/>
              </a:srgbClr>
            </a:solidFill>
            <a:ln w="5420" cap="flat">
              <a:solidFill>
                <a:srgbClr val="3960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0" name="pg880"/>
            <p:cNvSpPr/>
            <p:nvPr/>
          </p:nvSpPr>
          <p:spPr>
            <a:xfrm>
              <a:off x="5799834" y="320833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609D">
                <a:alpha val="100000"/>
              </a:srgbClr>
            </a:solidFill>
            <a:ln w="5420" cap="flat">
              <a:solidFill>
                <a:srgbClr val="3960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1" name="pg881"/>
            <p:cNvSpPr/>
            <p:nvPr/>
          </p:nvSpPr>
          <p:spPr>
            <a:xfrm>
              <a:off x="5811472" y="320833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609D">
                <a:alpha val="100000"/>
              </a:srgbClr>
            </a:solidFill>
            <a:ln w="5420" cap="flat">
              <a:solidFill>
                <a:srgbClr val="3960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2" name="pg882"/>
            <p:cNvSpPr/>
            <p:nvPr/>
          </p:nvSpPr>
          <p:spPr>
            <a:xfrm>
              <a:off x="5613637" y="322263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C84">
                <a:alpha val="100000"/>
              </a:srgbClr>
            </a:solidFill>
            <a:ln w="5420" cap="flat">
              <a:solidFill>
                <a:srgbClr val="3C4C8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3" name="pg883"/>
            <p:cNvSpPr/>
            <p:nvPr/>
          </p:nvSpPr>
          <p:spPr>
            <a:xfrm>
              <a:off x="5625275" y="322263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B83">
                <a:alpha val="100000"/>
              </a:srgbClr>
            </a:solidFill>
            <a:ln w="5420" cap="flat">
              <a:solidFill>
                <a:srgbClr val="3C4B8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4" name="pg884"/>
            <p:cNvSpPr/>
            <p:nvPr/>
          </p:nvSpPr>
          <p:spPr>
            <a:xfrm>
              <a:off x="5636912" y="322263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C83">
                <a:alpha val="100000"/>
              </a:srgbClr>
            </a:solidFill>
            <a:ln w="5420" cap="flat">
              <a:solidFill>
                <a:srgbClr val="3C4C8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5" name="pg885"/>
            <p:cNvSpPr/>
            <p:nvPr/>
          </p:nvSpPr>
          <p:spPr>
            <a:xfrm>
              <a:off x="5648549" y="322263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D84">
                <a:alpha val="100000"/>
              </a:srgbClr>
            </a:solidFill>
            <a:ln w="5420" cap="flat">
              <a:solidFill>
                <a:srgbClr val="3C4D8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6" name="pg886"/>
            <p:cNvSpPr/>
            <p:nvPr/>
          </p:nvSpPr>
          <p:spPr>
            <a:xfrm>
              <a:off x="5660186" y="322263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4E87">
                <a:alpha val="100000"/>
              </a:srgbClr>
            </a:solidFill>
            <a:ln w="5420" cap="flat">
              <a:solidFill>
                <a:srgbClr val="3B4E8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7" name="pg887"/>
            <p:cNvSpPr/>
            <p:nvPr/>
          </p:nvSpPr>
          <p:spPr>
            <a:xfrm>
              <a:off x="5671824" y="322263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508A">
                <a:alpha val="100000"/>
              </a:srgbClr>
            </a:solidFill>
            <a:ln w="5420" cap="flat">
              <a:solidFill>
                <a:srgbClr val="3B508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8" name="pg888"/>
            <p:cNvSpPr/>
            <p:nvPr/>
          </p:nvSpPr>
          <p:spPr>
            <a:xfrm>
              <a:off x="5683461" y="322263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5591">
                <a:alpha val="100000"/>
              </a:srgbClr>
            </a:solidFill>
            <a:ln w="5420" cap="flat">
              <a:solidFill>
                <a:srgbClr val="3B559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9" name="pg889"/>
            <p:cNvSpPr/>
            <p:nvPr/>
          </p:nvSpPr>
          <p:spPr>
            <a:xfrm>
              <a:off x="5695098" y="322263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5794">
                <a:alpha val="100000"/>
              </a:srgbClr>
            </a:solidFill>
            <a:ln w="5420" cap="flat">
              <a:solidFill>
                <a:srgbClr val="3A579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0" name="pg890"/>
            <p:cNvSpPr/>
            <p:nvPr/>
          </p:nvSpPr>
          <p:spPr>
            <a:xfrm>
              <a:off x="5706736" y="322263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5996">
                <a:alpha val="100000"/>
              </a:srgbClr>
            </a:solidFill>
            <a:ln w="5420" cap="flat">
              <a:solidFill>
                <a:srgbClr val="3A599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1" name="pg891"/>
            <p:cNvSpPr/>
            <p:nvPr/>
          </p:nvSpPr>
          <p:spPr>
            <a:xfrm>
              <a:off x="5718373" y="322263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5B99">
                <a:alpha val="100000"/>
              </a:srgbClr>
            </a:solidFill>
            <a:ln w="5420" cap="flat">
              <a:solidFill>
                <a:srgbClr val="3A5B9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2" name="pg892"/>
            <p:cNvSpPr/>
            <p:nvPr/>
          </p:nvSpPr>
          <p:spPr>
            <a:xfrm>
              <a:off x="5730010" y="322263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5C9A">
                <a:alpha val="100000"/>
              </a:srgbClr>
            </a:solidFill>
            <a:ln w="5420" cap="flat">
              <a:solidFill>
                <a:srgbClr val="395C9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3" name="pg893"/>
            <p:cNvSpPr/>
            <p:nvPr/>
          </p:nvSpPr>
          <p:spPr>
            <a:xfrm>
              <a:off x="5741648" y="322263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5D9C">
                <a:alpha val="100000"/>
              </a:srgbClr>
            </a:solidFill>
            <a:ln w="5420" cap="flat">
              <a:solidFill>
                <a:srgbClr val="395D9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4" name="pg894"/>
            <p:cNvSpPr/>
            <p:nvPr/>
          </p:nvSpPr>
          <p:spPr>
            <a:xfrm>
              <a:off x="5753285" y="322263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5E9C">
                <a:alpha val="100000"/>
              </a:srgbClr>
            </a:solidFill>
            <a:ln w="5420" cap="flat">
              <a:solidFill>
                <a:srgbClr val="395E9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5" name="pg895"/>
            <p:cNvSpPr/>
            <p:nvPr/>
          </p:nvSpPr>
          <p:spPr>
            <a:xfrm>
              <a:off x="5764922" y="322263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5E9C">
                <a:alpha val="100000"/>
              </a:srgbClr>
            </a:solidFill>
            <a:ln w="5420" cap="flat">
              <a:solidFill>
                <a:srgbClr val="395E9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6" name="pg896"/>
            <p:cNvSpPr/>
            <p:nvPr/>
          </p:nvSpPr>
          <p:spPr>
            <a:xfrm>
              <a:off x="5776560" y="322263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5F9C">
                <a:alpha val="100000"/>
              </a:srgbClr>
            </a:solidFill>
            <a:ln w="5420" cap="flat">
              <a:solidFill>
                <a:srgbClr val="395F9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7" name="pg897"/>
            <p:cNvSpPr/>
            <p:nvPr/>
          </p:nvSpPr>
          <p:spPr>
            <a:xfrm>
              <a:off x="5788197" y="322263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5F9D">
                <a:alpha val="100000"/>
              </a:srgbClr>
            </a:solidFill>
            <a:ln w="5420" cap="flat">
              <a:solidFill>
                <a:srgbClr val="395F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8" name="pg898"/>
            <p:cNvSpPr/>
            <p:nvPr/>
          </p:nvSpPr>
          <p:spPr>
            <a:xfrm>
              <a:off x="5799834" y="322263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5F9D">
                <a:alpha val="100000"/>
              </a:srgbClr>
            </a:solidFill>
            <a:ln w="5420" cap="flat">
              <a:solidFill>
                <a:srgbClr val="395F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9" name="pg899"/>
            <p:cNvSpPr/>
            <p:nvPr/>
          </p:nvSpPr>
          <p:spPr>
            <a:xfrm>
              <a:off x="5811472" y="322263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5F9D">
                <a:alpha val="100000"/>
              </a:srgbClr>
            </a:solidFill>
            <a:ln w="5420" cap="flat">
              <a:solidFill>
                <a:srgbClr val="395F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0" name="pg900"/>
            <p:cNvSpPr/>
            <p:nvPr/>
          </p:nvSpPr>
          <p:spPr>
            <a:xfrm>
              <a:off x="5613637" y="323693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B82">
                <a:alpha val="100000"/>
              </a:srgbClr>
            </a:solidFill>
            <a:ln w="5420" cap="flat">
              <a:solidFill>
                <a:srgbClr val="3C4B8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1" name="pg901"/>
            <p:cNvSpPr/>
            <p:nvPr/>
          </p:nvSpPr>
          <p:spPr>
            <a:xfrm>
              <a:off x="5625275" y="323693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A81">
                <a:alpha val="100000"/>
              </a:srgbClr>
            </a:solidFill>
            <a:ln w="5420" cap="flat">
              <a:solidFill>
                <a:srgbClr val="3C4A8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2" name="pg902"/>
            <p:cNvSpPr/>
            <p:nvPr/>
          </p:nvSpPr>
          <p:spPr>
            <a:xfrm>
              <a:off x="5636912" y="323693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A81">
                <a:alpha val="100000"/>
              </a:srgbClr>
            </a:solidFill>
            <a:ln w="5420" cap="flat">
              <a:solidFill>
                <a:srgbClr val="3C4A8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3" name="pg903"/>
            <p:cNvSpPr/>
            <p:nvPr/>
          </p:nvSpPr>
          <p:spPr>
            <a:xfrm>
              <a:off x="5648549" y="323693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B82">
                <a:alpha val="100000"/>
              </a:srgbClr>
            </a:solidFill>
            <a:ln w="5420" cap="flat">
              <a:solidFill>
                <a:srgbClr val="3C4B8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4" name="pg904"/>
            <p:cNvSpPr/>
            <p:nvPr/>
          </p:nvSpPr>
          <p:spPr>
            <a:xfrm>
              <a:off x="5660186" y="323693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D85">
                <a:alpha val="100000"/>
              </a:srgbClr>
            </a:solidFill>
            <a:ln w="5420" cap="flat">
              <a:solidFill>
                <a:srgbClr val="3C4D8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5" name="pg905"/>
            <p:cNvSpPr/>
            <p:nvPr/>
          </p:nvSpPr>
          <p:spPr>
            <a:xfrm>
              <a:off x="5671824" y="323693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4F88">
                <a:alpha val="100000"/>
              </a:srgbClr>
            </a:solidFill>
            <a:ln w="5420" cap="flat">
              <a:solidFill>
                <a:srgbClr val="3B4F8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6" name="pg906"/>
            <p:cNvSpPr/>
            <p:nvPr/>
          </p:nvSpPr>
          <p:spPr>
            <a:xfrm>
              <a:off x="5683461" y="323693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548F">
                <a:alpha val="100000"/>
              </a:srgbClr>
            </a:solidFill>
            <a:ln w="5420" cap="flat">
              <a:solidFill>
                <a:srgbClr val="3B548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7" name="pg907"/>
            <p:cNvSpPr/>
            <p:nvPr/>
          </p:nvSpPr>
          <p:spPr>
            <a:xfrm>
              <a:off x="5695098" y="323693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5692">
                <a:alpha val="100000"/>
              </a:srgbClr>
            </a:solidFill>
            <a:ln w="5420" cap="flat">
              <a:solidFill>
                <a:srgbClr val="3B569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8" name="pg908"/>
            <p:cNvSpPr/>
            <p:nvPr/>
          </p:nvSpPr>
          <p:spPr>
            <a:xfrm>
              <a:off x="5706736" y="323693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5895">
                <a:alpha val="100000"/>
              </a:srgbClr>
            </a:solidFill>
            <a:ln w="5420" cap="flat">
              <a:solidFill>
                <a:srgbClr val="3A589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9" name="pg909"/>
            <p:cNvSpPr/>
            <p:nvPr/>
          </p:nvSpPr>
          <p:spPr>
            <a:xfrm>
              <a:off x="5718373" y="323693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5997">
                <a:alpha val="100000"/>
              </a:srgbClr>
            </a:solidFill>
            <a:ln w="5420" cap="flat">
              <a:solidFill>
                <a:srgbClr val="3A599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0" name="pg910"/>
            <p:cNvSpPr/>
            <p:nvPr/>
          </p:nvSpPr>
          <p:spPr>
            <a:xfrm>
              <a:off x="5730010" y="323693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5B99">
                <a:alpha val="100000"/>
              </a:srgbClr>
            </a:solidFill>
            <a:ln w="5420" cap="flat">
              <a:solidFill>
                <a:srgbClr val="3A5B9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1" name="pg911"/>
            <p:cNvSpPr/>
            <p:nvPr/>
          </p:nvSpPr>
          <p:spPr>
            <a:xfrm>
              <a:off x="5741648" y="323693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5C9B">
                <a:alpha val="100000"/>
              </a:srgbClr>
            </a:solidFill>
            <a:ln w="5420" cap="flat">
              <a:solidFill>
                <a:srgbClr val="395C9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2" name="pg912"/>
            <p:cNvSpPr/>
            <p:nvPr/>
          </p:nvSpPr>
          <p:spPr>
            <a:xfrm>
              <a:off x="5753285" y="323693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5D9C">
                <a:alpha val="100000"/>
              </a:srgbClr>
            </a:solidFill>
            <a:ln w="5420" cap="flat">
              <a:solidFill>
                <a:srgbClr val="395D9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3" name="pg913"/>
            <p:cNvSpPr/>
            <p:nvPr/>
          </p:nvSpPr>
          <p:spPr>
            <a:xfrm>
              <a:off x="5764922" y="323693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5E9C">
                <a:alpha val="100000"/>
              </a:srgbClr>
            </a:solidFill>
            <a:ln w="5420" cap="flat">
              <a:solidFill>
                <a:srgbClr val="395E9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4" name="pg914"/>
            <p:cNvSpPr/>
            <p:nvPr/>
          </p:nvSpPr>
          <p:spPr>
            <a:xfrm>
              <a:off x="5776560" y="323693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5E9C">
                <a:alpha val="100000"/>
              </a:srgbClr>
            </a:solidFill>
            <a:ln w="5420" cap="flat">
              <a:solidFill>
                <a:srgbClr val="395E9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5" name="pg915"/>
            <p:cNvSpPr/>
            <p:nvPr/>
          </p:nvSpPr>
          <p:spPr>
            <a:xfrm>
              <a:off x="5788197" y="323693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5F9C">
                <a:alpha val="100000"/>
              </a:srgbClr>
            </a:solidFill>
            <a:ln w="5420" cap="flat">
              <a:solidFill>
                <a:srgbClr val="395F9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6" name="pg916"/>
            <p:cNvSpPr/>
            <p:nvPr/>
          </p:nvSpPr>
          <p:spPr>
            <a:xfrm>
              <a:off x="5799834" y="323693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5F9D">
                <a:alpha val="100000"/>
              </a:srgbClr>
            </a:solidFill>
            <a:ln w="5420" cap="flat">
              <a:solidFill>
                <a:srgbClr val="395F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7" name="pg917"/>
            <p:cNvSpPr/>
            <p:nvPr/>
          </p:nvSpPr>
          <p:spPr>
            <a:xfrm>
              <a:off x="5811472" y="323693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5F9D">
                <a:alpha val="100000"/>
              </a:srgbClr>
            </a:solidFill>
            <a:ln w="5420" cap="flat">
              <a:solidFill>
                <a:srgbClr val="395F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8" name="pg918"/>
            <p:cNvSpPr/>
            <p:nvPr/>
          </p:nvSpPr>
          <p:spPr>
            <a:xfrm>
              <a:off x="5473989" y="325123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6A2">
                <a:alpha val="100000"/>
              </a:srgbClr>
            </a:solidFill>
            <a:ln w="5420" cap="flat">
              <a:solidFill>
                <a:srgbClr val="3A76A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9" name="pg919"/>
            <p:cNvSpPr/>
            <p:nvPr/>
          </p:nvSpPr>
          <p:spPr>
            <a:xfrm>
              <a:off x="5520539" y="325123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A9F">
                <a:alpha val="100000"/>
              </a:srgbClr>
            </a:solidFill>
            <a:ln w="5420" cap="flat">
              <a:solidFill>
                <a:srgbClr val="3A6A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0" name="pg920"/>
            <p:cNvSpPr/>
            <p:nvPr/>
          </p:nvSpPr>
          <p:spPr>
            <a:xfrm>
              <a:off x="5532176" y="325123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69E">
                <a:alpha val="100000"/>
              </a:srgbClr>
            </a:solidFill>
            <a:ln w="5420" cap="flat">
              <a:solidFill>
                <a:srgbClr val="3A66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1" name="pg921"/>
            <p:cNvSpPr/>
            <p:nvPr/>
          </p:nvSpPr>
          <p:spPr>
            <a:xfrm>
              <a:off x="5543813" y="325123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29D">
                <a:alpha val="100000"/>
              </a:srgbClr>
            </a:solidFill>
            <a:ln w="5420" cap="flat">
              <a:solidFill>
                <a:srgbClr val="3A62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2" name="pg922"/>
            <p:cNvSpPr/>
            <p:nvPr/>
          </p:nvSpPr>
          <p:spPr>
            <a:xfrm>
              <a:off x="5555451" y="325123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5D9C">
                <a:alpha val="100000"/>
              </a:srgbClr>
            </a:solidFill>
            <a:ln w="5420" cap="flat">
              <a:solidFill>
                <a:srgbClr val="395D9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3" name="pg923"/>
            <p:cNvSpPr/>
            <p:nvPr/>
          </p:nvSpPr>
          <p:spPr>
            <a:xfrm>
              <a:off x="5567088" y="325123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5591">
                <a:alpha val="100000"/>
              </a:srgbClr>
            </a:solidFill>
            <a:ln w="5420" cap="flat">
              <a:solidFill>
                <a:srgbClr val="3B559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4" name="pg924"/>
            <p:cNvSpPr/>
            <p:nvPr/>
          </p:nvSpPr>
          <p:spPr>
            <a:xfrm>
              <a:off x="5578725" y="325123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528C">
                <a:alpha val="100000"/>
              </a:srgbClr>
            </a:solidFill>
            <a:ln w="5420" cap="flat">
              <a:solidFill>
                <a:srgbClr val="3B528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5" name="pg925"/>
            <p:cNvSpPr/>
            <p:nvPr/>
          </p:nvSpPr>
          <p:spPr>
            <a:xfrm>
              <a:off x="5590363" y="325123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4F88">
                <a:alpha val="100000"/>
              </a:srgbClr>
            </a:solidFill>
            <a:ln w="5420" cap="flat">
              <a:solidFill>
                <a:srgbClr val="3B4F8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6" name="pg926"/>
            <p:cNvSpPr/>
            <p:nvPr/>
          </p:nvSpPr>
          <p:spPr>
            <a:xfrm>
              <a:off x="5602000" y="325123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C84">
                <a:alpha val="100000"/>
              </a:srgbClr>
            </a:solidFill>
            <a:ln w="5420" cap="flat">
              <a:solidFill>
                <a:srgbClr val="3C4C8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7" name="pg927"/>
            <p:cNvSpPr/>
            <p:nvPr/>
          </p:nvSpPr>
          <p:spPr>
            <a:xfrm>
              <a:off x="5613637" y="325123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B82">
                <a:alpha val="100000"/>
              </a:srgbClr>
            </a:solidFill>
            <a:ln w="5420" cap="flat">
              <a:solidFill>
                <a:srgbClr val="3C4B8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8" name="pg928"/>
            <p:cNvSpPr/>
            <p:nvPr/>
          </p:nvSpPr>
          <p:spPr>
            <a:xfrm>
              <a:off x="5625275" y="325123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A81">
                <a:alpha val="100000"/>
              </a:srgbClr>
            </a:solidFill>
            <a:ln w="5420" cap="flat">
              <a:solidFill>
                <a:srgbClr val="3C4A8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9" name="pg929"/>
            <p:cNvSpPr/>
            <p:nvPr/>
          </p:nvSpPr>
          <p:spPr>
            <a:xfrm>
              <a:off x="5636912" y="325123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A81">
                <a:alpha val="100000"/>
              </a:srgbClr>
            </a:solidFill>
            <a:ln w="5420" cap="flat">
              <a:solidFill>
                <a:srgbClr val="3C4A8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0" name="pg930"/>
            <p:cNvSpPr/>
            <p:nvPr/>
          </p:nvSpPr>
          <p:spPr>
            <a:xfrm>
              <a:off x="5648549" y="325123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B82">
                <a:alpha val="100000"/>
              </a:srgbClr>
            </a:solidFill>
            <a:ln w="5420" cap="flat">
              <a:solidFill>
                <a:srgbClr val="3C4B8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1" name="pg931"/>
            <p:cNvSpPr/>
            <p:nvPr/>
          </p:nvSpPr>
          <p:spPr>
            <a:xfrm>
              <a:off x="5660186" y="325123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D85">
                <a:alpha val="100000"/>
              </a:srgbClr>
            </a:solidFill>
            <a:ln w="5420" cap="flat">
              <a:solidFill>
                <a:srgbClr val="3C4D8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2" name="pg932"/>
            <p:cNvSpPr/>
            <p:nvPr/>
          </p:nvSpPr>
          <p:spPr>
            <a:xfrm>
              <a:off x="5671824" y="325123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4F88">
                <a:alpha val="100000"/>
              </a:srgbClr>
            </a:solidFill>
            <a:ln w="5420" cap="flat">
              <a:solidFill>
                <a:srgbClr val="3B4F8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3" name="pg933"/>
            <p:cNvSpPr/>
            <p:nvPr/>
          </p:nvSpPr>
          <p:spPr>
            <a:xfrm>
              <a:off x="5683461" y="325123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538E">
                <a:alpha val="100000"/>
              </a:srgbClr>
            </a:solidFill>
            <a:ln w="5420" cap="flat">
              <a:solidFill>
                <a:srgbClr val="3B538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4" name="pg934"/>
            <p:cNvSpPr/>
            <p:nvPr/>
          </p:nvSpPr>
          <p:spPr>
            <a:xfrm>
              <a:off x="5695098" y="325123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5591">
                <a:alpha val="100000"/>
              </a:srgbClr>
            </a:solidFill>
            <a:ln w="5420" cap="flat">
              <a:solidFill>
                <a:srgbClr val="3B559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5" name="pg935"/>
            <p:cNvSpPr/>
            <p:nvPr/>
          </p:nvSpPr>
          <p:spPr>
            <a:xfrm>
              <a:off x="5706736" y="325123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5794">
                <a:alpha val="100000"/>
              </a:srgbClr>
            </a:solidFill>
            <a:ln w="5420" cap="flat">
              <a:solidFill>
                <a:srgbClr val="3A579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6" name="pg936"/>
            <p:cNvSpPr/>
            <p:nvPr/>
          </p:nvSpPr>
          <p:spPr>
            <a:xfrm>
              <a:off x="5718373" y="325123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5996">
                <a:alpha val="100000"/>
              </a:srgbClr>
            </a:solidFill>
            <a:ln w="5420" cap="flat">
              <a:solidFill>
                <a:srgbClr val="3A599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7" name="pg937"/>
            <p:cNvSpPr/>
            <p:nvPr/>
          </p:nvSpPr>
          <p:spPr>
            <a:xfrm>
              <a:off x="5730010" y="325123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5A98">
                <a:alpha val="100000"/>
              </a:srgbClr>
            </a:solidFill>
            <a:ln w="5420" cap="flat">
              <a:solidFill>
                <a:srgbClr val="3A5A9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8" name="pg938"/>
            <p:cNvSpPr/>
            <p:nvPr/>
          </p:nvSpPr>
          <p:spPr>
            <a:xfrm>
              <a:off x="5741648" y="325123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5C9A">
                <a:alpha val="100000"/>
              </a:srgbClr>
            </a:solidFill>
            <a:ln w="5420" cap="flat">
              <a:solidFill>
                <a:srgbClr val="395C9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9" name="pg939"/>
            <p:cNvSpPr/>
            <p:nvPr/>
          </p:nvSpPr>
          <p:spPr>
            <a:xfrm>
              <a:off x="5753285" y="325123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5D9B">
                <a:alpha val="100000"/>
              </a:srgbClr>
            </a:solidFill>
            <a:ln w="5420" cap="flat">
              <a:solidFill>
                <a:srgbClr val="395D9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0" name="pg940"/>
            <p:cNvSpPr/>
            <p:nvPr/>
          </p:nvSpPr>
          <p:spPr>
            <a:xfrm>
              <a:off x="5764922" y="325123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5D9C">
                <a:alpha val="100000"/>
              </a:srgbClr>
            </a:solidFill>
            <a:ln w="5420" cap="flat">
              <a:solidFill>
                <a:srgbClr val="395D9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1" name="pg941"/>
            <p:cNvSpPr/>
            <p:nvPr/>
          </p:nvSpPr>
          <p:spPr>
            <a:xfrm>
              <a:off x="5776560" y="325123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5E9C">
                <a:alpha val="100000"/>
              </a:srgbClr>
            </a:solidFill>
            <a:ln w="5420" cap="flat">
              <a:solidFill>
                <a:srgbClr val="395E9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2" name="pg942"/>
            <p:cNvSpPr/>
            <p:nvPr/>
          </p:nvSpPr>
          <p:spPr>
            <a:xfrm>
              <a:off x="5788197" y="325123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5F9C">
                <a:alpha val="100000"/>
              </a:srgbClr>
            </a:solidFill>
            <a:ln w="5420" cap="flat">
              <a:solidFill>
                <a:srgbClr val="395F9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3" name="pg943"/>
            <p:cNvSpPr/>
            <p:nvPr/>
          </p:nvSpPr>
          <p:spPr>
            <a:xfrm>
              <a:off x="5799834" y="325123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5F9D">
                <a:alpha val="100000"/>
              </a:srgbClr>
            </a:solidFill>
            <a:ln w="5420" cap="flat">
              <a:solidFill>
                <a:srgbClr val="395F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4" name="pg944"/>
            <p:cNvSpPr/>
            <p:nvPr/>
          </p:nvSpPr>
          <p:spPr>
            <a:xfrm>
              <a:off x="5345979" y="326553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CA3">
                <a:alpha val="100000"/>
              </a:srgbClr>
            </a:solidFill>
            <a:ln w="5420" cap="flat">
              <a:solidFill>
                <a:srgbClr val="3A7CA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5" name="pg945"/>
            <p:cNvSpPr/>
            <p:nvPr/>
          </p:nvSpPr>
          <p:spPr>
            <a:xfrm>
              <a:off x="5357616" y="326553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CA3">
                <a:alpha val="100000"/>
              </a:srgbClr>
            </a:solidFill>
            <a:ln w="5420" cap="flat">
              <a:solidFill>
                <a:srgbClr val="3A7CA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6" name="pg946"/>
            <p:cNvSpPr/>
            <p:nvPr/>
          </p:nvSpPr>
          <p:spPr>
            <a:xfrm>
              <a:off x="5369253" y="326553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CA3">
                <a:alpha val="100000"/>
              </a:srgbClr>
            </a:solidFill>
            <a:ln w="5420" cap="flat">
              <a:solidFill>
                <a:srgbClr val="3A7CA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7" name="pg947"/>
            <p:cNvSpPr/>
            <p:nvPr/>
          </p:nvSpPr>
          <p:spPr>
            <a:xfrm>
              <a:off x="5439077" y="326553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DA3">
                <a:alpha val="100000"/>
              </a:srgbClr>
            </a:solidFill>
            <a:ln w="5420" cap="flat">
              <a:solidFill>
                <a:srgbClr val="3A7DA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8" name="pg948"/>
            <p:cNvSpPr/>
            <p:nvPr/>
          </p:nvSpPr>
          <p:spPr>
            <a:xfrm>
              <a:off x="5450715" y="326553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BA3">
                <a:alpha val="100000"/>
              </a:srgbClr>
            </a:solidFill>
            <a:ln w="5420" cap="flat">
              <a:solidFill>
                <a:srgbClr val="3A7BA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9" name="pg949"/>
            <p:cNvSpPr/>
            <p:nvPr/>
          </p:nvSpPr>
          <p:spPr>
            <a:xfrm>
              <a:off x="5462352" y="326553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AA3">
                <a:alpha val="100000"/>
              </a:srgbClr>
            </a:solidFill>
            <a:ln w="5420" cap="flat">
              <a:solidFill>
                <a:srgbClr val="3A7AA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0" name="pg950"/>
            <p:cNvSpPr/>
            <p:nvPr/>
          </p:nvSpPr>
          <p:spPr>
            <a:xfrm>
              <a:off x="5473989" y="326553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8A2">
                <a:alpha val="100000"/>
              </a:srgbClr>
            </a:solidFill>
            <a:ln w="5420" cap="flat">
              <a:solidFill>
                <a:srgbClr val="3A78A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1" name="pg951"/>
            <p:cNvSpPr/>
            <p:nvPr/>
          </p:nvSpPr>
          <p:spPr>
            <a:xfrm>
              <a:off x="5485627" y="326553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6A2">
                <a:alpha val="100000"/>
              </a:srgbClr>
            </a:solidFill>
            <a:ln w="5420" cap="flat">
              <a:solidFill>
                <a:srgbClr val="3A76A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2" name="pg952"/>
            <p:cNvSpPr/>
            <p:nvPr/>
          </p:nvSpPr>
          <p:spPr>
            <a:xfrm>
              <a:off x="5497264" y="326553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3A1">
                <a:alpha val="100000"/>
              </a:srgbClr>
            </a:solidFill>
            <a:ln w="5420" cap="flat">
              <a:solidFill>
                <a:srgbClr val="3A73A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3" name="pg953"/>
            <p:cNvSpPr/>
            <p:nvPr/>
          </p:nvSpPr>
          <p:spPr>
            <a:xfrm>
              <a:off x="5508901" y="326553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6FA0">
                <a:alpha val="100000"/>
              </a:srgbClr>
            </a:solidFill>
            <a:ln w="5420" cap="flat">
              <a:solidFill>
                <a:srgbClr val="3B6FA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4" name="pg954"/>
            <p:cNvSpPr/>
            <p:nvPr/>
          </p:nvSpPr>
          <p:spPr>
            <a:xfrm>
              <a:off x="5520539" y="326553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C9F">
                <a:alpha val="100000"/>
              </a:srgbClr>
            </a:solidFill>
            <a:ln w="5420" cap="flat">
              <a:solidFill>
                <a:srgbClr val="3A6C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5" name="pg955"/>
            <p:cNvSpPr/>
            <p:nvPr/>
          </p:nvSpPr>
          <p:spPr>
            <a:xfrm>
              <a:off x="5532176" y="326553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79E">
                <a:alpha val="100000"/>
              </a:srgbClr>
            </a:solidFill>
            <a:ln w="5420" cap="flat">
              <a:solidFill>
                <a:srgbClr val="3A67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6" name="pg956"/>
            <p:cNvSpPr/>
            <p:nvPr/>
          </p:nvSpPr>
          <p:spPr>
            <a:xfrm>
              <a:off x="5543813" y="326553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39D">
                <a:alpha val="100000"/>
              </a:srgbClr>
            </a:solidFill>
            <a:ln w="5420" cap="flat">
              <a:solidFill>
                <a:srgbClr val="3A63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7" name="pg957"/>
            <p:cNvSpPr/>
            <p:nvPr/>
          </p:nvSpPr>
          <p:spPr>
            <a:xfrm>
              <a:off x="5555451" y="326553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5F9C">
                <a:alpha val="100000"/>
              </a:srgbClr>
            </a:solidFill>
            <a:ln w="5420" cap="flat">
              <a:solidFill>
                <a:srgbClr val="395F9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8" name="pg958"/>
            <p:cNvSpPr/>
            <p:nvPr/>
          </p:nvSpPr>
          <p:spPr>
            <a:xfrm>
              <a:off x="5567088" y="326553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5793">
                <a:alpha val="100000"/>
              </a:srgbClr>
            </a:solidFill>
            <a:ln w="5420" cap="flat">
              <a:solidFill>
                <a:srgbClr val="3A579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9" name="pg959"/>
            <p:cNvSpPr/>
            <p:nvPr/>
          </p:nvSpPr>
          <p:spPr>
            <a:xfrm>
              <a:off x="5578725" y="326553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538E">
                <a:alpha val="100000"/>
              </a:srgbClr>
            </a:solidFill>
            <a:ln w="5420" cap="flat">
              <a:solidFill>
                <a:srgbClr val="3B538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0" name="pg960"/>
            <p:cNvSpPr/>
            <p:nvPr/>
          </p:nvSpPr>
          <p:spPr>
            <a:xfrm>
              <a:off x="5590363" y="326553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508A">
                <a:alpha val="100000"/>
              </a:srgbClr>
            </a:solidFill>
            <a:ln w="5420" cap="flat">
              <a:solidFill>
                <a:srgbClr val="3B508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1" name="pg961"/>
            <p:cNvSpPr/>
            <p:nvPr/>
          </p:nvSpPr>
          <p:spPr>
            <a:xfrm>
              <a:off x="5602000" y="326553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4E86">
                <a:alpha val="100000"/>
              </a:srgbClr>
            </a:solidFill>
            <a:ln w="5420" cap="flat">
              <a:solidFill>
                <a:srgbClr val="3B4E8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2" name="pg962"/>
            <p:cNvSpPr/>
            <p:nvPr/>
          </p:nvSpPr>
          <p:spPr>
            <a:xfrm>
              <a:off x="5613637" y="326553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C84">
                <a:alpha val="100000"/>
              </a:srgbClr>
            </a:solidFill>
            <a:ln w="5420" cap="flat">
              <a:solidFill>
                <a:srgbClr val="3C4C8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3" name="pg963"/>
            <p:cNvSpPr/>
            <p:nvPr/>
          </p:nvSpPr>
          <p:spPr>
            <a:xfrm>
              <a:off x="5625275" y="326553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C83">
                <a:alpha val="100000"/>
              </a:srgbClr>
            </a:solidFill>
            <a:ln w="5420" cap="flat">
              <a:solidFill>
                <a:srgbClr val="3C4C8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4" name="pg964"/>
            <p:cNvSpPr/>
            <p:nvPr/>
          </p:nvSpPr>
          <p:spPr>
            <a:xfrm>
              <a:off x="5636912" y="326553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C83">
                <a:alpha val="100000"/>
              </a:srgbClr>
            </a:solidFill>
            <a:ln w="5420" cap="flat">
              <a:solidFill>
                <a:srgbClr val="3C4C8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5" name="pg965"/>
            <p:cNvSpPr/>
            <p:nvPr/>
          </p:nvSpPr>
          <p:spPr>
            <a:xfrm>
              <a:off x="5648549" y="326553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C84">
                <a:alpha val="100000"/>
              </a:srgbClr>
            </a:solidFill>
            <a:ln w="5420" cap="flat">
              <a:solidFill>
                <a:srgbClr val="3C4C8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6" name="pg966"/>
            <p:cNvSpPr/>
            <p:nvPr/>
          </p:nvSpPr>
          <p:spPr>
            <a:xfrm>
              <a:off x="5660186" y="326553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4E86">
                <a:alpha val="100000"/>
              </a:srgbClr>
            </a:solidFill>
            <a:ln w="5420" cap="flat">
              <a:solidFill>
                <a:srgbClr val="3B4E8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7" name="pg967"/>
            <p:cNvSpPr/>
            <p:nvPr/>
          </p:nvSpPr>
          <p:spPr>
            <a:xfrm>
              <a:off x="5671824" y="326553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5089">
                <a:alpha val="100000"/>
              </a:srgbClr>
            </a:solidFill>
            <a:ln w="5420" cap="flat">
              <a:solidFill>
                <a:srgbClr val="3B508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8" name="pg968"/>
            <p:cNvSpPr/>
            <p:nvPr/>
          </p:nvSpPr>
          <p:spPr>
            <a:xfrm>
              <a:off x="5683461" y="326553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548E">
                <a:alpha val="100000"/>
              </a:srgbClr>
            </a:solidFill>
            <a:ln w="5420" cap="flat">
              <a:solidFill>
                <a:srgbClr val="3B548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9" name="pg969"/>
            <p:cNvSpPr/>
            <p:nvPr/>
          </p:nvSpPr>
          <p:spPr>
            <a:xfrm>
              <a:off x="5695098" y="326553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5591">
                <a:alpha val="100000"/>
              </a:srgbClr>
            </a:solidFill>
            <a:ln w="5420" cap="flat">
              <a:solidFill>
                <a:srgbClr val="3B559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70" name="pg970"/>
            <p:cNvSpPr/>
            <p:nvPr/>
          </p:nvSpPr>
          <p:spPr>
            <a:xfrm>
              <a:off x="5706736" y="326553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5794">
                <a:alpha val="100000"/>
              </a:srgbClr>
            </a:solidFill>
            <a:ln w="5420" cap="flat">
              <a:solidFill>
                <a:srgbClr val="3A579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71" name="pg971"/>
            <p:cNvSpPr/>
            <p:nvPr/>
          </p:nvSpPr>
          <p:spPr>
            <a:xfrm>
              <a:off x="5718373" y="326553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5996">
                <a:alpha val="100000"/>
              </a:srgbClr>
            </a:solidFill>
            <a:ln w="5420" cap="flat">
              <a:solidFill>
                <a:srgbClr val="3A599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72" name="pg972"/>
            <p:cNvSpPr/>
            <p:nvPr/>
          </p:nvSpPr>
          <p:spPr>
            <a:xfrm>
              <a:off x="5730010" y="326553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5A98">
                <a:alpha val="100000"/>
              </a:srgbClr>
            </a:solidFill>
            <a:ln w="5420" cap="flat">
              <a:solidFill>
                <a:srgbClr val="3A5A9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73" name="pg973"/>
            <p:cNvSpPr/>
            <p:nvPr/>
          </p:nvSpPr>
          <p:spPr>
            <a:xfrm>
              <a:off x="5741648" y="326553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5B9A">
                <a:alpha val="100000"/>
              </a:srgbClr>
            </a:solidFill>
            <a:ln w="5420" cap="flat">
              <a:solidFill>
                <a:srgbClr val="395B9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74" name="pg974"/>
            <p:cNvSpPr/>
            <p:nvPr/>
          </p:nvSpPr>
          <p:spPr>
            <a:xfrm>
              <a:off x="5753285" y="326553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5C9B">
                <a:alpha val="100000"/>
              </a:srgbClr>
            </a:solidFill>
            <a:ln w="5420" cap="flat">
              <a:solidFill>
                <a:srgbClr val="395C9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75" name="pg975"/>
            <p:cNvSpPr/>
            <p:nvPr/>
          </p:nvSpPr>
          <p:spPr>
            <a:xfrm>
              <a:off x="5764922" y="326553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5D9C">
                <a:alpha val="100000"/>
              </a:srgbClr>
            </a:solidFill>
            <a:ln w="5420" cap="flat">
              <a:solidFill>
                <a:srgbClr val="395D9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76" name="pg976"/>
            <p:cNvSpPr/>
            <p:nvPr/>
          </p:nvSpPr>
          <p:spPr>
            <a:xfrm>
              <a:off x="5334341" y="327983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DA3">
                <a:alpha val="100000"/>
              </a:srgbClr>
            </a:solidFill>
            <a:ln w="5420" cap="flat">
              <a:solidFill>
                <a:srgbClr val="3A7DA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77" name="pg977"/>
            <p:cNvSpPr/>
            <p:nvPr/>
          </p:nvSpPr>
          <p:spPr>
            <a:xfrm>
              <a:off x="5345979" y="327983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DA3">
                <a:alpha val="100000"/>
              </a:srgbClr>
            </a:solidFill>
            <a:ln w="5420" cap="flat">
              <a:solidFill>
                <a:srgbClr val="3A7DA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78" name="pg978"/>
            <p:cNvSpPr/>
            <p:nvPr/>
          </p:nvSpPr>
          <p:spPr>
            <a:xfrm>
              <a:off x="5357616" y="327983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CA3">
                <a:alpha val="100000"/>
              </a:srgbClr>
            </a:solidFill>
            <a:ln w="5420" cap="flat">
              <a:solidFill>
                <a:srgbClr val="3A7CA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79" name="pg979"/>
            <p:cNvSpPr/>
            <p:nvPr/>
          </p:nvSpPr>
          <p:spPr>
            <a:xfrm>
              <a:off x="5369253" y="327983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CA3">
                <a:alpha val="100000"/>
              </a:srgbClr>
            </a:solidFill>
            <a:ln w="5420" cap="flat">
              <a:solidFill>
                <a:srgbClr val="3A7CA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80" name="pg980"/>
            <p:cNvSpPr/>
            <p:nvPr/>
          </p:nvSpPr>
          <p:spPr>
            <a:xfrm>
              <a:off x="5380891" y="327983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CA3">
                <a:alpha val="100000"/>
              </a:srgbClr>
            </a:solidFill>
            <a:ln w="5420" cap="flat">
              <a:solidFill>
                <a:srgbClr val="3A7CA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81" name="pg981"/>
            <p:cNvSpPr/>
            <p:nvPr/>
          </p:nvSpPr>
          <p:spPr>
            <a:xfrm>
              <a:off x="5415803" y="327983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DA3">
                <a:alpha val="100000"/>
              </a:srgbClr>
            </a:solidFill>
            <a:ln w="5420" cap="flat">
              <a:solidFill>
                <a:srgbClr val="3A7DA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82" name="pg982"/>
            <p:cNvSpPr/>
            <p:nvPr/>
          </p:nvSpPr>
          <p:spPr>
            <a:xfrm>
              <a:off x="5427440" y="327983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DA4">
                <a:alpha val="100000"/>
              </a:srgbClr>
            </a:solidFill>
            <a:ln w="5420" cap="flat">
              <a:solidFill>
                <a:srgbClr val="3A7DA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83" name="pg983"/>
            <p:cNvSpPr/>
            <p:nvPr/>
          </p:nvSpPr>
          <p:spPr>
            <a:xfrm>
              <a:off x="5439077" y="327983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EA4">
                <a:alpha val="100000"/>
              </a:srgbClr>
            </a:solidFill>
            <a:ln w="5420" cap="flat">
              <a:solidFill>
                <a:srgbClr val="3A7EA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84" name="pg984"/>
            <p:cNvSpPr/>
            <p:nvPr/>
          </p:nvSpPr>
          <p:spPr>
            <a:xfrm>
              <a:off x="5450715" y="327983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DA3">
                <a:alpha val="100000"/>
              </a:srgbClr>
            </a:solidFill>
            <a:ln w="5420" cap="flat">
              <a:solidFill>
                <a:srgbClr val="3A7DA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85" name="pg985"/>
            <p:cNvSpPr/>
            <p:nvPr/>
          </p:nvSpPr>
          <p:spPr>
            <a:xfrm>
              <a:off x="5462352" y="327983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CA3">
                <a:alpha val="100000"/>
              </a:srgbClr>
            </a:solidFill>
            <a:ln w="5420" cap="flat">
              <a:solidFill>
                <a:srgbClr val="3A7CA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86" name="pg986"/>
            <p:cNvSpPr/>
            <p:nvPr/>
          </p:nvSpPr>
          <p:spPr>
            <a:xfrm>
              <a:off x="5473989" y="327983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AA3">
                <a:alpha val="100000"/>
              </a:srgbClr>
            </a:solidFill>
            <a:ln w="5420" cap="flat">
              <a:solidFill>
                <a:srgbClr val="3A7AA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87" name="pg987"/>
            <p:cNvSpPr/>
            <p:nvPr/>
          </p:nvSpPr>
          <p:spPr>
            <a:xfrm>
              <a:off x="5485627" y="327983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8A2">
                <a:alpha val="100000"/>
              </a:srgbClr>
            </a:solidFill>
            <a:ln w="5420" cap="flat">
              <a:solidFill>
                <a:srgbClr val="3A78A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88" name="pg988"/>
            <p:cNvSpPr/>
            <p:nvPr/>
          </p:nvSpPr>
          <p:spPr>
            <a:xfrm>
              <a:off x="5497264" y="327983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5A2">
                <a:alpha val="100000"/>
              </a:srgbClr>
            </a:solidFill>
            <a:ln w="5420" cap="flat">
              <a:solidFill>
                <a:srgbClr val="3A75A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89" name="pg989"/>
            <p:cNvSpPr/>
            <p:nvPr/>
          </p:nvSpPr>
          <p:spPr>
            <a:xfrm>
              <a:off x="5508901" y="327983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71A1">
                <a:alpha val="100000"/>
              </a:srgbClr>
            </a:solidFill>
            <a:ln w="5420" cap="flat">
              <a:solidFill>
                <a:srgbClr val="3B71A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90" name="pg990"/>
            <p:cNvSpPr/>
            <p:nvPr/>
          </p:nvSpPr>
          <p:spPr>
            <a:xfrm>
              <a:off x="5520539" y="327983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DA0">
                <a:alpha val="100000"/>
              </a:srgbClr>
            </a:solidFill>
            <a:ln w="5420" cap="flat">
              <a:solidFill>
                <a:srgbClr val="3A6DA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91" name="pg991"/>
            <p:cNvSpPr/>
            <p:nvPr/>
          </p:nvSpPr>
          <p:spPr>
            <a:xfrm>
              <a:off x="5532176" y="327983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99F">
                <a:alpha val="100000"/>
              </a:srgbClr>
            </a:solidFill>
            <a:ln w="5420" cap="flat">
              <a:solidFill>
                <a:srgbClr val="3A69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92" name="pg992"/>
            <p:cNvSpPr/>
            <p:nvPr/>
          </p:nvSpPr>
          <p:spPr>
            <a:xfrm>
              <a:off x="5543813" y="327983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59E">
                <a:alpha val="100000"/>
              </a:srgbClr>
            </a:solidFill>
            <a:ln w="5420" cap="flat">
              <a:solidFill>
                <a:srgbClr val="3A65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93" name="pg993"/>
            <p:cNvSpPr/>
            <p:nvPr/>
          </p:nvSpPr>
          <p:spPr>
            <a:xfrm>
              <a:off x="5555451" y="327983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619D">
                <a:alpha val="100000"/>
              </a:srgbClr>
            </a:solidFill>
            <a:ln w="5420" cap="flat">
              <a:solidFill>
                <a:srgbClr val="3961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94" name="pg994"/>
            <p:cNvSpPr/>
            <p:nvPr/>
          </p:nvSpPr>
          <p:spPr>
            <a:xfrm>
              <a:off x="5567088" y="327983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5996">
                <a:alpha val="100000"/>
              </a:srgbClr>
            </a:solidFill>
            <a:ln w="5420" cap="flat">
              <a:solidFill>
                <a:srgbClr val="3A599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95" name="pg995"/>
            <p:cNvSpPr/>
            <p:nvPr/>
          </p:nvSpPr>
          <p:spPr>
            <a:xfrm>
              <a:off x="5578725" y="327983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5591">
                <a:alpha val="100000"/>
              </a:srgbClr>
            </a:solidFill>
            <a:ln w="5420" cap="flat">
              <a:solidFill>
                <a:srgbClr val="3B559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96" name="pg996"/>
            <p:cNvSpPr/>
            <p:nvPr/>
          </p:nvSpPr>
          <p:spPr>
            <a:xfrm>
              <a:off x="5590363" y="327983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538D">
                <a:alpha val="100000"/>
              </a:srgbClr>
            </a:solidFill>
            <a:ln w="5420" cap="flat">
              <a:solidFill>
                <a:srgbClr val="3B538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97" name="pg997"/>
            <p:cNvSpPr/>
            <p:nvPr/>
          </p:nvSpPr>
          <p:spPr>
            <a:xfrm>
              <a:off x="5602000" y="327983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508A">
                <a:alpha val="100000"/>
              </a:srgbClr>
            </a:solidFill>
            <a:ln w="5420" cap="flat">
              <a:solidFill>
                <a:srgbClr val="3B508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98" name="pg998"/>
            <p:cNvSpPr/>
            <p:nvPr/>
          </p:nvSpPr>
          <p:spPr>
            <a:xfrm>
              <a:off x="5613637" y="327983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4F88">
                <a:alpha val="100000"/>
              </a:srgbClr>
            </a:solidFill>
            <a:ln w="5420" cap="flat">
              <a:solidFill>
                <a:srgbClr val="3B4F8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99" name="pg999"/>
            <p:cNvSpPr/>
            <p:nvPr/>
          </p:nvSpPr>
          <p:spPr>
            <a:xfrm>
              <a:off x="5625275" y="327983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4E87">
                <a:alpha val="100000"/>
              </a:srgbClr>
            </a:solidFill>
            <a:ln w="5420" cap="flat">
              <a:solidFill>
                <a:srgbClr val="3B4E8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00" name="pg1000"/>
            <p:cNvSpPr/>
            <p:nvPr/>
          </p:nvSpPr>
          <p:spPr>
            <a:xfrm>
              <a:off x="5636912" y="327983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4E87">
                <a:alpha val="100000"/>
              </a:srgbClr>
            </a:solidFill>
            <a:ln w="5420" cap="flat">
              <a:solidFill>
                <a:srgbClr val="3B4E8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01" name="pg1001"/>
            <p:cNvSpPr/>
            <p:nvPr/>
          </p:nvSpPr>
          <p:spPr>
            <a:xfrm>
              <a:off x="5648549" y="327983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4F88">
                <a:alpha val="100000"/>
              </a:srgbClr>
            </a:solidFill>
            <a:ln w="5420" cap="flat">
              <a:solidFill>
                <a:srgbClr val="3B4F8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02" name="pg1002"/>
            <p:cNvSpPr/>
            <p:nvPr/>
          </p:nvSpPr>
          <p:spPr>
            <a:xfrm>
              <a:off x="5660186" y="327983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5089">
                <a:alpha val="100000"/>
              </a:srgbClr>
            </a:solidFill>
            <a:ln w="5420" cap="flat">
              <a:solidFill>
                <a:srgbClr val="3B508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03" name="pg1003"/>
            <p:cNvSpPr/>
            <p:nvPr/>
          </p:nvSpPr>
          <p:spPr>
            <a:xfrm>
              <a:off x="5671824" y="327983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518B">
                <a:alpha val="100000"/>
              </a:srgbClr>
            </a:solidFill>
            <a:ln w="5420" cap="flat">
              <a:solidFill>
                <a:srgbClr val="3B518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04" name="pg1004"/>
            <p:cNvSpPr/>
            <p:nvPr/>
          </p:nvSpPr>
          <p:spPr>
            <a:xfrm>
              <a:off x="5683461" y="327983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548F">
                <a:alpha val="100000"/>
              </a:srgbClr>
            </a:solidFill>
            <a:ln w="5420" cap="flat">
              <a:solidFill>
                <a:srgbClr val="3B548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05" name="pg1005"/>
            <p:cNvSpPr/>
            <p:nvPr/>
          </p:nvSpPr>
          <p:spPr>
            <a:xfrm>
              <a:off x="5706736" y="327983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5894">
                <a:alpha val="100000"/>
              </a:srgbClr>
            </a:solidFill>
            <a:ln w="5420" cap="flat">
              <a:solidFill>
                <a:srgbClr val="3A589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06" name="pg1006"/>
            <p:cNvSpPr/>
            <p:nvPr/>
          </p:nvSpPr>
          <p:spPr>
            <a:xfrm>
              <a:off x="5718373" y="327983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5996">
                <a:alpha val="100000"/>
              </a:srgbClr>
            </a:solidFill>
            <a:ln w="5420" cap="flat">
              <a:solidFill>
                <a:srgbClr val="3A599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07" name="pg1007"/>
            <p:cNvSpPr/>
            <p:nvPr/>
          </p:nvSpPr>
          <p:spPr>
            <a:xfrm>
              <a:off x="5334341" y="329413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EA4">
                <a:alpha val="100000"/>
              </a:srgbClr>
            </a:solidFill>
            <a:ln w="5420" cap="flat">
              <a:solidFill>
                <a:srgbClr val="3A7EA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08" name="pg1008"/>
            <p:cNvSpPr/>
            <p:nvPr/>
          </p:nvSpPr>
          <p:spPr>
            <a:xfrm>
              <a:off x="5345979" y="329413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DA4">
                <a:alpha val="100000"/>
              </a:srgbClr>
            </a:solidFill>
            <a:ln w="5420" cap="flat">
              <a:solidFill>
                <a:srgbClr val="3A7DA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09" name="pg1009"/>
            <p:cNvSpPr/>
            <p:nvPr/>
          </p:nvSpPr>
          <p:spPr>
            <a:xfrm>
              <a:off x="5357616" y="329413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DA3">
                <a:alpha val="100000"/>
              </a:srgbClr>
            </a:solidFill>
            <a:ln w="5420" cap="flat">
              <a:solidFill>
                <a:srgbClr val="3A7DA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10" name="pg1010"/>
            <p:cNvSpPr/>
            <p:nvPr/>
          </p:nvSpPr>
          <p:spPr>
            <a:xfrm>
              <a:off x="5369253" y="329413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DA3">
                <a:alpha val="100000"/>
              </a:srgbClr>
            </a:solidFill>
            <a:ln w="5420" cap="flat">
              <a:solidFill>
                <a:srgbClr val="3A7DA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11" name="pg1011"/>
            <p:cNvSpPr/>
            <p:nvPr/>
          </p:nvSpPr>
          <p:spPr>
            <a:xfrm>
              <a:off x="5380891" y="329413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DA3">
                <a:alpha val="100000"/>
              </a:srgbClr>
            </a:solidFill>
            <a:ln w="5420" cap="flat">
              <a:solidFill>
                <a:srgbClr val="3A7DA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12" name="pg1012"/>
            <p:cNvSpPr/>
            <p:nvPr/>
          </p:nvSpPr>
          <p:spPr>
            <a:xfrm>
              <a:off x="5392528" y="329413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DA3">
                <a:alpha val="100000"/>
              </a:srgbClr>
            </a:solidFill>
            <a:ln w="5420" cap="flat">
              <a:solidFill>
                <a:srgbClr val="3A7DA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13" name="pg1013"/>
            <p:cNvSpPr/>
            <p:nvPr/>
          </p:nvSpPr>
          <p:spPr>
            <a:xfrm>
              <a:off x="5404165" y="329413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DA3">
                <a:alpha val="100000"/>
              </a:srgbClr>
            </a:solidFill>
            <a:ln w="5420" cap="flat">
              <a:solidFill>
                <a:srgbClr val="3A7DA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14" name="pg1014"/>
            <p:cNvSpPr/>
            <p:nvPr/>
          </p:nvSpPr>
          <p:spPr>
            <a:xfrm>
              <a:off x="5415803" y="329413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EA4">
                <a:alpha val="100000"/>
              </a:srgbClr>
            </a:solidFill>
            <a:ln w="5420" cap="flat">
              <a:solidFill>
                <a:srgbClr val="3A7EA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15" name="pg1015"/>
            <p:cNvSpPr/>
            <p:nvPr/>
          </p:nvSpPr>
          <p:spPr>
            <a:xfrm>
              <a:off x="5427440" y="329413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EA4">
                <a:alpha val="100000"/>
              </a:srgbClr>
            </a:solidFill>
            <a:ln w="5420" cap="flat">
              <a:solidFill>
                <a:srgbClr val="3A7EA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16" name="pg1016"/>
            <p:cNvSpPr/>
            <p:nvPr/>
          </p:nvSpPr>
          <p:spPr>
            <a:xfrm>
              <a:off x="5439077" y="329413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EA4">
                <a:alpha val="100000"/>
              </a:srgbClr>
            </a:solidFill>
            <a:ln w="5420" cap="flat">
              <a:solidFill>
                <a:srgbClr val="3A7EA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17" name="pg1017"/>
            <p:cNvSpPr/>
            <p:nvPr/>
          </p:nvSpPr>
          <p:spPr>
            <a:xfrm>
              <a:off x="5450715" y="329413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EA4">
                <a:alpha val="100000"/>
              </a:srgbClr>
            </a:solidFill>
            <a:ln w="5420" cap="flat">
              <a:solidFill>
                <a:srgbClr val="3A7EA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18" name="pg1018"/>
            <p:cNvSpPr/>
            <p:nvPr/>
          </p:nvSpPr>
          <p:spPr>
            <a:xfrm>
              <a:off x="5462352" y="329413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DA3">
                <a:alpha val="100000"/>
              </a:srgbClr>
            </a:solidFill>
            <a:ln w="5420" cap="flat">
              <a:solidFill>
                <a:srgbClr val="3A7DA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19" name="pg1019"/>
            <p:cNvSpPr/>
            <p:nvPr/>
          </p:nvSpPr>
          <p:spPr>
            <a:xfrm>
              <a:off x="5473989" y="329413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BA3">
                <a:alpha val="100000"/>
              </a:srgbClr>
            </a:solidFill>
            <a:ln w="5420" cap="flat">
              <a:solidFill>
                <a:srgbClr val="3A7BA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20" name="pg1020"/>
            <p:cNvSpPr/>
            <p:nvPr/>
          </p:nvSpPr>
          <p:spPr>
            <a:xfrm>
              <a:off x="5485627" y="329413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9A2">
                <a:alpha val="100000"/>
              </a:srgbClr>
            </a:solidFill>
            <a:ln w="5420" cap="flat">
              <a:solidFill>
                <a:srgbClr val="3A79A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21" name="pg1021"/>
            <p:cNvSpPr/>
            <p:nvPr/>
          </p:nvSpPr>
          <p:spPr>
            <a:xfrm>
              <a:off x="5497264" y="329413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6A2">
                <a:alpha val="100000"/>
              </a:srgbClr>
            </a:solidFill>
            <a:ln w="5420" cap="flat">
              <a:solidFill>
                <a:srgbClr val="3A76A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22" name="pg1022"/>
            <p:cNvSpPr/>
            <p:nvPr/>
          </p:nvSpPr>
          <p:spPr>
            <a:xfrm>
              <a:off x="5508901" y="329413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73A1">
                <a:alpha val="100000"/>
              </a:srgbClr>
            </a:solidFill>
            <a:ln w="5420" cap="flat">
              <a:solidFill>
                <a:srgbClr val="3B73A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23" name="pg1023"/>
            <p:cNvSpPr/>
            <p:nvPr/>
          </p:nvSpPr>
          <p:spPr>
            <a:xfrm>
              <a:off x="5520539" y="329413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FA0">
                <a:alpha val="100000"/>
              </a:srgbClr>
            </a:solidFill>
            <a:ln w="5420" cap="flat">
              <a:solidFill>
                <a:srgbClr val="3A6FA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24" name="pg1024"/>
            <p:cNvSpPr/>
            <p:nvPr/>
          </p:nvSpPr>
          <p:spPr>
            <a:xfrm>
              <a:off x="5532176" y="329413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B9F">
                <a:alpha val="100000"/>
              </a:srgbClr>
            </a:solidFill>
            <a:ln w="5420" cap="flat">
              <a:solidFill>
                <a:srgbClr val="3A6B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25" name="pg1025"/>
            <p:cNvSpPr/>
            <p:nvPr/>
          </p:nvSpPr>
          <p:spPr>
            <a:xfrm>
              <a:off x="5543813" y="329413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79E">
                <a:alpha val="100000"/>
              </a:srgbClr>
            </a:solidFill>
            <a:ln w="5420" cap="flat">
              <a:solidFill>
                <a:srgbClr val="3A67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26" name="pg1026"/>
            <p:cNvSpPr/>
            <p:nvPr/>
          </p:nvSpPr>
          <p:spPr>
            <a:xfrm>
              <a:off x="5555451" y="329413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39D">
                <a:alpha val="100000"/>
              </a:srgbClr>
            </a:solidFill>
            <a:ln w="5420" cap="flat">
              <a:solidFill>
                <a:srgbClr val="3A63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27" name="pg1027"/>
            <p:cNvSpPr/>
            <p:nvPr/>
          </p:nvSpPr>
          <p:spPr>
            <a:xfrm>
              <a:off x="5567088" y="329413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5B9A">
                <a:alpha val="100000"/>
              </a:srgbClr>
            </a:solidFill>
            <a:ln w="5420" cap="flat">
              <a:solidFill>
                <a:srgbClr val="395B9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28" name="pg1028"/>
            <p:cNvSpPr/>
            <p:nvPr/>
          </p:nvSpPr>
          <p:spPr>
            <a:xfrm>
              <a:off x="5578725" y="329413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5895">
                <a:alpha val="100000"/>
              </a:srgbClr>
            </a:solidFill>
            <a:ln w="5420" cap="flat">
              <a:solidFill>
                <a:srgbClr val="3A589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29" name="pg1029"/>
            <p:cNvSpPr/>
            <p:nvPr/>
          </p:nvSpPr>
          <p:spPr>
            <a:xfrm>
              <a:off x="5590363" y="329413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5691">
                <a:alpha val="100000"/>
              </a:srgbClr>
            </a:solidFill>
            <a:ln w="5420" cap="flat">
              <a:solidFill>
                <a:srgbClr val="3B569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30" name="pg1030"/>
            <p:cNvSpPr/>
            <p:nvPr/>
          </p:nvSpPr>
          <p:spPr>
            <a:xfrm>
              <a:off x="5602000" y="329413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548F">
                <a:alpha val="100000"/>
              </a:srgbClr>
            </a:solidFill>
            <a:ln w="5420" cap="flat">
              <a:solidFill>
                <a:srgbClr val="3B548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31" name="pg1031"/>
            <p:cNvSpPr/>
            <p:nvPr/>
          </p:nvSpPr>
          <p:spPr>
            <a:xfrm>
              <a:off x="5613637" y="329413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528D">
                <a:alpha val="100000"/>
              </a:srgbClr>
            </a:solidFill>
            <a:ln w="5420" cap="flat">
              <a:solidFill>
                <a:srgbClr val="3B528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32" name="pg1032"/>
            <p:cNvSpPr/>
            <p:nvPr/>
          </p:nvSpPr>
          <p:spPr>
            <a:xfrm>
              <a:off x="5625275" y="329413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518B">
                <a:alpha val="100000"/>
              </a:srgbClr>
            </a:solidFill>
            <a:ln w="5420" cap="flat">
              <a:solidFill>
                <a:srgbClr val="3B518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33" name="pg1033"/>
            <p:cNvSpPr/>
            <p:nvPr/>
          </p:nvSpPr>
          <p:spPr>
            <a:xfrm>
              <a:off x="5636912" y="329413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518B">
                <a:alpha val="100000"/>
              </a:srgbClr>
            </a:solidFill>
            <a:ln w="5420" cap="flat">
              <a:solidFill>
                <a:srgbClr val="3B518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34" name="pg1034"/>
            <p:cNvSpPr/>
            <p:nvPr/>
          </p:nvSpPr>
          <p:spPr>
            <a:xfrm>
              <a:off x="5345979" y="330843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EA4">
                <a:alpha val="100000"/>
              </a:srgbClr>
            </a:solidFill>
            <a:ln w="5420" cap="flat">
              <a:solidFill>
                <a:srgbClr val="3A7EA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35" name="pg1035"/>
            <p:cNvSpPr/>
            <p:nvPr/>
          </p:nvSpPr>
          <p:spPr>
            <a:xfrm>
              <a:off x="5357616" y="330843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EA4">
                <a:alpha val="100000"/>
              </a:srgbClr>
            </a:solidFill>
            <a:ln w="5420" cap="flat">
              <a:solidFill>
                <a:srgbClr val="3A7EA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36" name="pg1036"/>
            <p:cNvSpPr/>
            <p:nvPr/>
          </p:nvSpPr>
          <p:spPr>
            <a:xfrm>
              <a:off x="5369253" y="330843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DA3">
                <a:alpha val="100000"/>
              </a:srgbClr>
            </a:solidFill>
            <a:ln w="5420" cap="flat">
              <a:solidFill>
                <a:srgbClr val="3A7DA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37" name="pg1037"/>
            <p:cNvSpPr/>
            <p:nvPr/>
          </p:nvSpPr>
          <p:spPr>
            <a:xfrm>
              <a:off x="5380891" y="330843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DA3">
                <a:alpha val="100000"/>
              </a:srgbClr>
            </a:solidFill>
            <a:ln w="5420" cap="flat">
              <a:solidFill>
                <a:srgbClr val="3A7DA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38" name="pg1038"/>
            <p:cNvSpPr/>
            <p:nvPr/>
          </p:nvSpPr>
          <p:spPr>
            <a:xfrm>
              <a:off x="5392528" y="330843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DA3">
                <a:alpha val="100000"/>
              </a:srgbClr>
            </a:solidFill>
            <a:ln w="5420" cap="flat">
              <a:solidFill>
                <a:srgbClr val="3A7DA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39" name="pg1039"/>
            <p:cNvSpPr/>
            <p:nvPr/>
          </p:nvSpPr>
          <p:spPr>
            <a:xfrm>
              <a:off x="5404165" y="330843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DA4">
                <a:alpha val="100000"/>
              </a:srgbClr>
            </a:solidFill>
            <a:ln w="5420" cap="flat">
              <a:solidFill>
                <a:srgbClr val="3A7DA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40" name="pg1040"/>
            <p:cNvSpPr/>
            <p:nvPr/>
          </p:nvSpPr>
          <p:spPr>
            <a:xfrm>
              <a:off x="5415803" y="330843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EA4">
                <a:alpha val="100000"/>
              </a:srgbClr>
            </a:solidFill>
            <a:ln w="5420" cap="flat">
              <a:solidFill>
                <a:srgbClr val="3A7EA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41" name="pg1041"/>
            <p:cNvSpPr/>
            <p:nvPr/>
          </p:nvSpPr>
          <p:spPr>
            <a:xfrm>
              <a:off x="5427440" y="330843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EA4">
                <a:alpha val="100000"/>
              </a:srgbClr>
            </a:solidFill>
            <a:ln w="5420" cap="flat">
              <a:solidFill>
                <a:srgbClr val="3A7EA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42" name="pg1042"/>
            <p:cNvSpPr/>
            <p:nvPr/>
          </p:nvSpPr>
          <p:spPr>
            <a:xfrm>
              <a:off x="5439077" y="330843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EA4">
                <a:alpha val="100000"/>
              </a:srgbClr>
            </a:solidFill>
            <a:ln w="5420" cap="flat">
              <a:solidFill>
                <a:srgbClr val="3A7EA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43" name="pg1043"/>
            <p:cNvSpPr/>
            <p:nvPr/>
          </p:nvSpPr>
          <p:spPr>
            <a:xfrm>
              <a:off x="5450715" y="330843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EA4">
                <a:alpha val="100000"/>
              </a:srgbClr>
            </a:solidFill>
            <a:ln w="5420" cap="flat">
              <a:solidFill>
                <a:srgbClr val="3A7EA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44" name="pg1044"/>
            <p:cNvSpPr/>
            <p:nvPr/>
          </p:nvSpPr>
          <p:spPr>
            <a:xfrm>
              <a:off x="5462352" y="330843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DA3">
                <a:alpha val="100000"/>
              </a:srgbClr>
            </a:solidFill>
            <a:ln w="5420" cap="flat">
              <a:solidFill>
                <a:srgbClr val="3A7DA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45" name="pg1045"/>
            <p:cNvSpPr/>
            <p:nvPr/>
          </p:nvSpPr>
          <p:spPr>
            <a:xfrm>
              <a:off x="5473989" y="330843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BA3">
                <a:alpha val="100000"/>
              </a:srgbClr>
            </a:solidFill>
            <a:ln w="5420" cap="flat">
              <a:solidFill>
                <a:srgbClr val="3A7BA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46" name="pg1046"/>
            <p:cNvSpPr/>
            <p:nvPr/>
          </p:nvSpPr>
          <p:spPr>
            <a:xfrm>
              <a:off x="5485627" y="330843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9A3">
                <a:alpha val="100000"/>
              </a:srgbClr>
            </a:solidFill>
            <a:ln w="5420" cap="flat">
              <a:solidFill>
                <a:srgbClr val="3A79A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47" name="pg1047"/>
            <p:cNvSpPr/>
            <p:nvPr/>
          </p:nvSpPr>
          <p:spPr>
            <a:xfrm>
              <a:off x="5497264" y="330843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7A2">
                <a:alpha val="100000"/>
              </a:srgbClr>
            </a:solidFill>
            <a:ln w="5420" cap="flat">
              <a:solidFill>
                <a:srgbClr val="3A77A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48" name="pg1048"/>
            <p:cNvSpPr/>
            <p:nvPr/>
          </p:nvSpPr>
          <p:spPr>
            <a:xfrm>
              <a:off x="5508901" y="330843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4A1">
                <a:alpha val="100000"/>
              </a:srgbClr>
            </a:solidFill>
            <a:ln w="5420" cap="flat">
              <a:solidFill>
                <a:srgbClr val="3A74A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49" name="pg1049"/>
            <p:cNvSpPr/>
            <p:nvPr/>
          </p:nvSpPr>
          <p:spPr>
            <a:xfrm>
              <a:off x="5520539" y="330843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70A1">
                <a:alpha val="100000"/>
              </a:srgbClr>
            </a:solidFill>
            <a:ln w="5420" cap="flat">
              <a:solidFill>
                <a:srgbClr val="3B70A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50" name="pg1050"/>
            <p:cNvSpPr/>
            <p:nvPr/>
          </p:nvSpPr>
          <p:spPr>
            <a:xfrm>
              <a:off x="5532176" y="330843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DA0">
                <a:alpha val="100000"/>
              </a:srgbClr>
            </a:solidFill>
            <a:ln w="5420" cap="flat">
              <a:solidFill>
                <a:srgbClr val="3A6DA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51" name="pg1051"/>
            <p:cNvSpPr/>
            <p:nvPr/>
          </p:nvSpPr>
          <p:spPr>
            <a:xfrm>
              <a:off x="5543813" y="330843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99F">
                <a:alpha val="100000"/>
              </a:srgbClr>
            </a:solidFill>
            <a:ln w="5420" cap="flat">
              <a:solidFill>
                <a:srgbClr val="3A69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52" name="pg1052"/>
            <p:cNvSpPr/>
            <p:nvPr/>
          </p:nvSpPr>
          <p:spPr>
            <a:xfrm>
              <a:off x="5555451" y="330843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59E">
                <a:alpha val="100000"/>
              </a:srgbClr>
            </a:solidFill>
            <a:ln w="5420" cap="flat">
              <a:solidFill>
                <a:srgbClr val="3A65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53" name="pg1053"/>
            <p:cNvSpPr/>
            <p:nvPr/>
          </p:nvSpPr>
          <p:spPr>
            <a:xfrm>
              <a:off x="5567088" y="330843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5E9C">
                <a:alpha val="100000"/>
              </a:srgbClr>
            </a:solidFill>
            <a:ln w="5420" cap="flat">
              <a:solidFill>
                <a:srgbClr val="395E9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54" name="pg1054"/>
            <p:cNvSpPr/>
            <p:nvPr/>
          </p:nvSpPr>
          <p:spPr>
            <a:xfrm>
              <a:off x="5590363" y="330843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5895">
                <a:alpha val="100000"/>
              </a:srgbClr>
            </a:solidFill>
            <a:ln w="5420" cap="flat">
              <a:solidFill>
                <a:srgbClr val="3A589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55" name="pg1055"/>
            <p:cNvSpPr/>
            <p:nvPr/>
          </p:nvSpPr>
          <p:spPr>
            <a:xfrm>
              <a:off x="5345979" y="332273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FA4">
                <a:alpha val="100000"/>
              </a:srgbClr>
            </a:solidFill>
            <a:ln w="5420" cap="flat">
              <a:solidFill>
                <a:srgbClr val="3A7FA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56" name="pg1056"/>
            <p:cNvSpPr/>
            <p:nvPr/>
          </p:nvSpPr>
          <p:spPr>
            <a:xfrm>
              <a:off x="5357616" y="332273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EA4">
                <a:alpha val="100000"/>
              </a:srgbClr>
            </a:solidFill>
            <a:ln w="5420" cap="flat">
              <a:solidFill>
                <a:srgbClr val="3A7EA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57" name="pg1057"/>
            <p:cNvSpPr/>
            <p:nvPr/>
          </p:nvSpPr>
          <p:spPr>
            <a:xfrm>
              <a:off x="5369253" y="332273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EA4">
                <a:alpha val="100000"/>
              </a:srgbClr>
            </a:solidFill>
            <a:ln w="5420" cap="flat">
              <a:solidFill>
                <a:srgbClr val="3A7EA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58" name="pg1058"/>
            <p:cNvSpPr/>
            <p:nvPr/>
          </p:nvSpPr>
          <p:spPr>
            <a:xfrm>
              <a:off x="5380891" y="332273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DA4">
                <a:alpha val="100000"/>
              </a:srgbClr>
            </a:solidFill>
            <a:ln w="5420" cap="flat">
              <a:solidFill>
                <a:srgbClr val="3A7DA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59" name="pg1059"/>
            <p:cNvSpPr/>
            <p:nvPr/>
          </p:nvSpPr>
          <p:spPr>
            <a:xfrm>
              <a:off x="5392528" y="332273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DA3">
                <a:alpha val="100000"/>
              </a:srgbClr>
            </a:solidFill>
            <a:ln w="5420" cap="flat">
              <a:solidFill>
                <a:srgbClr val="3A7DA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60" name="pg1060"/>
            <p:cNvSpPr/>
            <p:nvPr/>
          </p:nvSpPr>
          <p:spPr>
            <a:xfrm>
              <a:off x="5404165" y="332273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DA4">
                <a:alpha val="100000"/>
              </a:srgbClr>
            </a:solidFill>
            <a:ln w="5420" cap="flat">
              <a:solidFill>
                <a:srgbClr val="3A7DA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61" name="pg1061"/>
            <p:cNvSpPr/>
            <p:nvPr/>
          </p:nvSpPr>
          <p:spPr>
            <a:xfrm>
              <a:off x="5415803" y="332273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EA4">
                <a:alpha val="100000"/>
              </a:srgbClr>
            </a:solidFill>
            <a:ln w="5420" cap="flat">
              <a:solidFill>
                <a:srgbClr val="3A7EA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62" name="pg1062"/>
            <p:cNvSpPr/>
            <p:nvPr/>
          </p:nvSpPr>
          <p:spPr>
            <a:xfrm>
              <a:off x="5427440" y="332273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EA4">
                <a:alpha val="100000"/>
              </a:srgbClr>
            </a:solidFill>
            <a:ln w="5420" cap="flat">
              <a:solidFill>
                <a:srgbClr val="3A7EA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63" name="pg1063"/>
            <p:cNvSpPr/>
            <p:nvPr/>
          </p:nvSpPr>
          <p:spPr>
            <a:xfrm>
              <a:off x="5439077" y="332273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EA4">
                <a:alpha val="100000"/>
              </a:srgbClr>
            </a:solidFill>
            <a:ln w="5420" cap="flat">
              <a:solidFill>
                <a:srgbClr val="3A7EA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64" name="pg1064"/>
            <p:cNvSpPr/>
            <p:nvPr/>
          </p:nvSpPr>
          <p:spPr>
            <a:xfrm>
              <a:off x="5450715" y="332273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DA3">
                <a:alpha val="100000"/>
              </a:srgbClr>
            </a:solidFill>
            <a:ln w="5420" cap="flat">
              <a:solidFill>
                <a:srgbClr val="3A7DA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65" name="pg1065"/>
            <p:cNvSpPr/>
            <p:nvPr/>
          </p:nvSpPr>
          <p:spPr>
            <a:xfrm>
              <a:off x="5462352" y="332273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CA3">
                <a:alpha val="100000"/>
              </a:srgbClr>
            </a:solidFill>
            <a:ln w="5420" cap="flat">
              <a:solidFill>
                <a:srgbClr val="3A7CA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66" name="pg1066"/>
            <p:cNvSpPr/>
            <p:nvPr/>
          </p:nvSpPr>
          <p:spPr>
            <a:xfrm>
              <a:off x="5334341" y="333703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81A4">
                <a:alpha val="100000"/>
              </a:srgbClr>
            </a:solidFill>
            <a:ln w="5420" cap="flat">
              <a:solidFill>
                <a:srgbClr val="3A81A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67" name="pg1067"/>
            <p:cNvSpPr/>
            <p:nvPr/>
          </p:nvSpPr>
          <p:spPr>
            <a:xfrm>
              <a:off x="5345979" y="333703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80A4">
                <a:alpha val="100000"/>
              </a:srgbClr>
            </a:solidFill>
            <a:ln w="5420" cap="flat">
              <a:solidFill>
                <a:srgbClr val="3A80A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68" name="pg1068"/>
            <p:cNvSpPr/>
            <p:nvPr/>
          </p:nvSpPr>
          <p:spPr>
            <a:xfrm>
              <a:off x="5357616" y="333703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FA4">
                <a:alpha val="100000"/>
              </a:srgbClr>
            </a:solidFill>
            <a:ln w="5420" cap="flat">
              <a:solidFill>
                <a:srgbClr val="3A7FA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69" name="pg1069"/>
            <p:cNvSpPr/>
            <p:nvPr/>
          </p:nvSpPr>
          <p:spPr>
            <a:xfrm>
              <a:off x="5369253" y="333703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EA4">
                <a:alpha val="100000"/>
              </a:srgbClr>
            </a:solidFill>
            <a:ln w="5420" cap="flat">
              <a:solidFill>
                <a:srgbClr val="3A7EA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70" name="pg1070"/>
            <p:cNvSpPr/>
            <p:nvPr/>
          </p:nvSpPr>
          <p:spPr>
            <a:xfrm>
              <a:off x="5380891" y="333703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EA4">
                <a:alpha val="100000"/>
              </a:srgbClr>
            </a:solidFill>
            <a:ln w="5420" cap="flat">
              <a:solidFill>
                <a:srgbClr val="3A7EA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71" name="pg1071"/>
            <p:cNvSpPr/>
            <p:nvPr/>
          </p:nvSpPr>
          <p:spPr>
            <a:xfrm>
              <a:off x="5392528" y="333703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EA4">
                <a:alpha val="100000"/>
              </a:srgbClr>
            </a:solidFill>
            <a:ln w="5420" cap="flat">
              <a:solidFill>
                <a:srgbClr val="3A7EA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72" name="pg1072"/>
            <p:cNvSpPr/>
            <p:nvPr/>
          </p:nvSpPr>
          <p:spPr>
            <a:xfrm>
              <a:off x="5404165" y="333703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DA4">
                <a:alpha val="100000"/>
              </a:srgbClr>
            </a:solidFill>
            <a:ln w="5420" cap="flat">
              <a:solidFill>
                <a:srgbClr val="3A7DA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73" name="pg1073"/>
            <p:cNvSpPr/>
            <p:nvPr/>
          </p:nvSpPr>
          <p:spPr>
            <a:xfrm>
              <a:off x="5415803" y="333703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DA3">
                <a:alpha val="100000"/>
              </a:srgbClr>
            </a:solidFill>
            <a:ln w="5420" cap="flat">
              <a:solidFill>
                <a:srgbClr val="3A7DA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74" name="pg1074"/>
            <p:cNvSpPr/>
            <p:nvPr/>
          </p:nvSpPr>
          <p:spPr>
            <a:xfrm>
              <a:off x="5427440" y="333703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DA3">
                <a:alpha val="100000"/>
              </a:srgbClr>
            </a:solidFill>
            <a:ln w="5420" cap="flat">
              <a:solidFill>
                <a:srgbClr val="3A7DA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75" name="pg1075"/>
            <p:cNvSpPr/>
            <p:nvPr/>
          </p:nvSpPr>
          <p:spPr>
            <a:xfrm>
              <a:off x="5322704" y="335133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85A5">
                <a:alpha val="100000"/>
              </a:srgbClr>
            </a:solidFill>
            <a:ln w="5420" cap="flat">
              <a:solidFill>
                <a:srgbClr val="3985A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76" name="pg1076"/>
            <p:cNvSpPr/>
            <p:nvPr/>
          </p:nvSpPr>
          <p:spPr>
            <a:xfrm>
              <a:off x="5334341" y="335133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82A5">
                <a:alpha val="100000"/>
              </a:srgbClr>
            </a:solidFill>
            <a:ln w="5420" cap="flat">
              <a:solidFill>
                <a:srgbClr val="3982A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77" name="pg1077"/>
            <p:cNvSpPr/>
            <p:nvPr/>
          </p:nvSpPr>
          <p:spPr>
            <a:xfrm>
              <a:off x="5345979" y="335133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81A4">
                <a:alpha val="100000"/>
              </a:srgbClr>
            </a:solidFill>
            <a:ln w="5420" cap="flat">
              <a:solidFill>
                <a:srgbClr val="3981A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78" name="pg1078"/>
            <p:cNvSpPr/>
            <p:nvPr/>
          </p:nvSpPr>
          <p:spPr>
            <a:xfrm>
              <a:off x="5357616" y="335133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80A4">
                <a:alpha val="100000"/>
              </a:srgbClr>
            </a:solidFill>
            <a:ln w="5420" cap="flat">
              <a:solidFill>
                <a:srgbClr val="3A80A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79" name="pg1079"/>
            <p:cNvSpPr/>
            <p:nvPr/>
          </p:nvSpPr>
          <p:spPr>
            <a:xfrm>
              <a:off x="5369253" y="335133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FA4">
                <a:alpha val="100000"/>
              </a:srgbClr>
            </a:solidFill>
            <a:ln w="5420" cap="flat">
              <a:solidFill>
                <a:srgbClr val="3A7FA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80" name="pg1080"/>
            <p:cNvSpPr/>
            <p:nvPr/>
          </p:nvSpPr>
          <p:spPr>
            <a:xfrm>
              <a:off x="5380891" y="335133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EA4">
                <a:alpha val="100000"/>
              </a:srgbClr>
            </a:solidFill>
            <a:ln w="5420" cap="flat">
              <a:solidFill>
                <a:srgbClr val="3A7EA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81" name="pg1081"/>
            <p:cNvSpPr/>
            <p:nvPr/>
          </p:nvSpPr>
          <p:spPr>
            <a:xfrm>
              <a:off x="5392528" y="335133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EA4">
                <a:alpha val="100000"/>
              </a:srgbClr>
            </a:solidFill>
            <a:ln w="5420" cap="flat">
              <a:solidFill>
                <a:srgbClr val="3A7EA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82" name="pg1082"/>
            <p:cNvSpPr/>
            <p:nvPr/>
          </p:nvSpPr>
          <p:spPr>
            <a:xfrm>
              <a:off x="5404165" y="335133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DA4">
                <a:alpha val="100000"/>
              </a:srgbClr>
            </a:solidFill>
            <a:ln w="5420" cap="flat">
              <a:solidFill>
                <a:srgbClr val="3A7DA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83" name="pg1083"/>
            <p:cNvSpPr/>
            <p:nvPr/>
          </p:nvSpPr>
          <p:spPr>
            <a:xfrm>
              <a:off x="5311067" y="336563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88AA6">
                <a:alpha val="100000"/>
              </a:srgbClr>
            </a:solidFill>
            <a:ln w="5420" cap="flat">
              <a:solidFill>
                <a:srgbClr val="388AA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84" name="pg1084"/>
            <p:cNvSpPr/>
            <p:nvPr/>
          </p:nvSpPr>
          <p:spPr>
            <a:xfrm>
              <a:off x="5322704" y="336563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889A6">
                <a:alpha val="100000"/>
              </a:srgbClr>
            </a:solidFill>
            <a:ln w="5420" cap="flat">
              <a:solidFill>
                <a:srgbClr val="3889A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85" name="pg1085"/>
            <p:cNvSpPr/>
            <p:nvPr/>
          </p:nvSpPr>
          <p:spPr>
            <a:xfrm>
              <a:off x="5334341" y="336563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85A5">
                <a:alpha val="100000"/>
              </a:srgbClr>
            </a:solidFill>
            <a:ln w="5420" cap="flat">
              <a:solidFill>
                <a:srgbClr val="3985A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86" name="pg1086"/>
            <p:cNvSpPr/>
            <p:nvPr/>
          </p:nvSpPr>
          <p:spPr>
            <a:xfrm>
              <a:off x="5345979" y="336563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84A5">
                <a:alpha val="100000"/>
              </a:srgbClr>
            </a:solidFill>
            <a:ln w="5420" cap="flat">
              <a:solidFill>
                <a:srgbClr val="3984A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87" name="pg1087"/>
            <p:cNvSpPr/>
            <p:nvPr/>
          </p:nvSpPr>
          <p:spPr>
            <a:xfrm>
              <a:off x="5357616" y="336563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82A5">
                <a:alpha val="100000"/>
              </a:srgbClr>
            </a:solidFill>
            <a:ln w="5420" cap="flat">
              <a:solidFill>
                <a:srgbClr val="3982A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88" name="pg1088"/>
            <p:cNvSpPr/>
            <p:nvPr/>
          </p:nvSpPr>
          <p:spPr>
            <a:xfrm>
              <a:off x="5369253" y="336563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81A4">
                <a:alpha val="100000"/>
              </a:srgbClr>
            </a:solidFill>
            <a:ln w="5420" cap="flat">
              <a:solidFill>
                <a:srgbClr val="3981A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89" name="pg1089"/>
            <p:cNvSpPr/>
            <p:nvPr/>
          </p:nvSpPr>
          <p:spPr>
            <a:xfrm>
              <a:off x="5380891" y="336563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80A4">
                <a:alpha val="100000"/>
              </a:srgbClr>
            </a:solidFill>
            <a:ln w="5420" cap="flat">
              <a:solidFill>
                <a:srgbClr val="3A80A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90" name="pg1090"/>
            <p:cNvSpPr/>
            <p:nvPr/>
          </p:nvSpPr>
          <p:spPr>
            <a:xfrm>
              <a:off x="5311067" y="337993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8CA7">
                <a:alpha val="100000"/>
              </a:srgbClr>
            </a:solidFill>
            <a:ln w="5420" cap="flat">
              <a:solidFill>
                <a:srgbClr val="378C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91" name="pg1091"/>
            <p:cNvSpPr/>
            <p:nvPr/>
          </p:nvSpPr>
          <p:spPr>
            <a:xfrm>
              <a:off x="5322704" y="337993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88BA6">
                <a:alpha val="100000"/>
              </a:srgbClr>
            </a:solidFill>
            <a:ln w="5420" cap="flat">
              <a:solidFill>
                <a:srgbClr val="388BA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92" name="pg1092"/>
            <p:cNvSpPr/>
            <p:nvPr/>
          </p:nvSpPr>
          <p:spPr>
            <a:xfrm>
              <a:off x="5334341" y="337993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887A6">
                <a:alpha val="100000"/>
              </a:srgbClr>
            </a:solidFill>
            <a:ln w="5420" cap="flat">
              <a:solidFill>
                <a:srgbClr val="3887A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93" name="pg1093"/>
            <p:cNvSpPr/>
            <p:nvPr/>
          </p:nvSpPr>
          <p:spPr>
            <a:xfrm>
              <a:off x="5345979" y="337993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86A5">
                <a:alpha val="100000"/>
              </a:srgbClr>
            </a:solidFill>
            <a:ln w="5420" cap="flat">
              <a:solidFill>
                <a:srgbClr val="3986A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94" name="pg1094"/>
            <p:cNvSpPr/>
            <p:nvPr/>
          </p:nvSpPr>
          <p:spPr>
            <a:xfrm>
              <a:off x="5357616" y="337993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84A5">
                <a:alpha val="100000"/>
              </a:srgbClr>
            </a:solidFill>
            <a:ln w="5420" cap="flat">
              <a:solidFill>
                <a:srgbClr val="3984A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95" name="pg1095"/>
            <p:cNvSpPr/>
            <p:nvPr/>
          </p:nvSpPr>
          <p:spPr>
            <a:xfrm>
              <a:off x="5369253" y="337993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83A5">
                <a:alpha val="100000"/>
              </a:srgbClr>
            </a:solidFill>
            <a:ln w="5420" cap="flat">
              <a:solidFill>
                <a:srgbClr val="3983A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96" name="pg1096"/>
            <p:cNvSpPr/>
            <p:nvPr/>
          </p:nvSpPr>
          <p:spPr>
            <a:xfrm>
              <a:off x="5380891" y="337993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82A4">
                <a:alpha val="100000"/>
              </a:srgbClr>
            </a:solidFill>
            <a:ln w="5420" cap="flat">
              <a:solidFill>
                <a:srgbClr val="3982A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97" name="pg1097"/>
            <p:cNvSpPr/>
            <p:nvPr/>
          </p:nvSpPr>
          <p:spPr>
            <a:xfrm>
              <a:off x="5311067" y="339424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8EA7">
                <a:alpha val="100000"/>
              </a:srgbClr>
            </a:solidFill>
            <a:ln w="5420" cap="flat">
              <a:solidFill>
                <a:srgbClr val="378E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98" name="pg1098"/>
            <p:cNvSpPr/>
            <p:nvPr/>
          </p:nvSpPr>
          <p:spPr>
            <a:xfrm>
              <a:off x="5322704" y="339424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8DA7">
                <a:alpha val="100000"/>
              </a:srgbClr>
            </a:solidFill>
            <a:ln w="5420" cap="flat">
              <a:solidFill>
                <a:srgbClr val="378D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99" name="pg1099"/>
            <p:cNvSpPr/>
            <p:nvPr/>
          </p:nvSpPr>
          <p:spPr>
            <a:xfrm>
              <a:off x="5334341" y="339424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889A6">
                <a:alpha val="100000"/>
              </a:srgbClr>
            </a:solidFill>
            <a:ln w="5420" cap="flat">
              <a:solidFill>
                <a:srgbClr val="3889A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00" name="pg1100"/>
            <p:cNvSpPr/>
            <p:nvPr/>
          </p:nvSpPr>
          <p:spPr>
            <a:xfrm>
              <a:off x="5345979" y="339424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887A6">
                <a:alpha val="100000"/>
              </a:srgbClr>
            </a:solidFill>
            <a:ln w="5420" cap="flat">
              <a:solidFill>
                <a:srgbClr val="3887A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01" name="pg1101"/>
            <p:cNvSpPr/>
            <p:nvPr/>
          </p:nvSpPr>
          <p:spPr>
            <a:xfrm>
              <a:off x="5357616" y="339424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86A5">
                <a:alpha val="100000"/>
              </a:srgbClr>
            </a:solidFill>
            <a:ln w="5420" cap="flat">
              <a:solidFill>
                <a:srgbClr val="3986A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02" name="pg1102"/>
            <p:cNvSpPr/>
            <p:nvPr/>
          </p:nvSpPr>
          <p:spPr>
            <a:xfrm>
              <a:off x="5369253" y="339424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84A5">
                <a:alpha val="100000"/>
              </a:srgbClr>
            </a:solidFill>
            <a:ln w="5420" cap="flat">
              <a:solidFill>
                <a:srgbClr val="3984A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03" name="pg1103"/>
            <p:cNvSpPr/>
            <p:nvPr/>
          </p:nvSpPr>
          <p:spPr>
            <a:xfrm>
              <a:off x="5380891" y="339424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83A5">
                <a:alpha val="100000"/>
              </a:srgbClr>
            </a:solidFill>
            <a:ln w="5420" cap="flat">
              <a:solidFill>
                <a:srgbClr val="3983A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04" name="pg1104"/>
            <p:cNvSpPr/>
            <p:nvPr/>
          </p:nvSpPr>
          <p:spPr>
            <a:xfrm>
              <a:off x="5311067" y="340854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690A8">
                <a:alpha val="100000"/>
              </a:srgbClr>
            </a:solidFill>
            <a:ln w="5420" cap="flat">
              <a:solidFill>
                <a:srgbClr val="3690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05" name="pg1105"/>
            <p:cNvSpPr/>
            <p:nvPr/>
          </p:nvSpPr>
          <p:spPr>
            <a:xfrm>
              <a:off x="5322704" y="340854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8FA7">
                <a:alpha val="100000"/>
              </a:srgbClr>
            </a:solidFill>
            <a:ln w="5420" cap="flat">
              <a:solidFill>
                <a:srgbClr val="378F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06" name="pg1106"/>
            <p:cNvSpPr/>
            <p:nvPr/>
          </p:nvSpPr>
          <p:spPr>
            <a:xfrm>
              <a:off x="5334341" y="340854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88BA7">
                <a:alpha val="100000"/>
              </a:srgbClr>
            </a:solidFill>
            <a:ln w="5420" cap="flat">
              <a:solidFill>
                <a:srgbClr val="388B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07" name="pg1107"/>
            <p:cNvSpPr/>
            <p:nvPr/>
          </p:nvSpPr>
          <p:spPr>
            <a:xfrm>
              <a:off x="5345979" y="340854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889A6">
                <a:alpha val="100000"/>
              </a:srgbClr>
            </a:solidFill>
            <a:ln w="5420" cap="flat">
              <a:solidFill>
                <a:srgbClr val="3889A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08" name="pg1108"/>
            <p:cNvSpPr/>
            <p:nvPr/>
          </p:nvSpPr>
          <p:spPr>
            <a:xfrm>
              <a:off x="5357616" y="340854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888A6">
                <a:alpha val="100000"/>
              </a:srgbClr>
            </a:solidFill>
            <a:ln w="5420" cap="flat">
              <a:solidFill>
                <a:srgbClr val="3888A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09" name="pg1109"/>
            <p:cNvSpPr/>
            <p:nvPr/>
          </p:nvSpPr>
          <p:spPr>
            <a:xfrm>
              <a:off x="5369253" y="340854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86A5">
                <a:alpha val="100000"/>
              </a:srgbClr>
            </a:solidFill>
            <a:ln w="5420" cap="flat">
              <a:solidFill>
                <a:srgbClr val="3986A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10" name="pg1110"/>
            <p:cNvSpPr/>
            <p:nvPr/>
          </p:nvSpPr>
          <p:spPr>
            <a:xfrm>
              <a:off x="5380891" y="340854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84A5">
                <a:alpha val="100000"/>
              </a:srgbClr>
            </a:solidFill>
            <a:ln w="5420" cap="flat">
              <a:solidFill>
                <a:srgbClr val="3984A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11" name="pg1111"/>
            <p:cNvSpPr/>
            <p:nvPr/>
          </p:nvSpPr>
          <p:spPr>
            <a:xfrm>
              <a:off x="5241243" y="342284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EA1AA">
                <a:alpha val="100000"/>
              </a:srgbClr>
            </a:solidFill>
            <a:ln w="5420" cap="flat">
              <a:solidFill>
                <a:srgbClr val="3EA1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12" name="pg1112"/>
            <p:cNvSpPr/>
            <p:nvPr/>
          </p:nvSpPr>
          <p:spPr>
            <a:xfrm>
              <a:off x="5252880" y="342284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D9FAA">
                <a:alpha val="100000"/>
              </a:srgbClr>
            </a:solidFill>
            <a:ln w="5420" cap="flat">
              <a:solidFill>
                <a:srgbClr val="3D9F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13" name="pg1113"/>
            <p:cNvSpPr/>
            <p:nvPr/>
          </p:nvSpPr>
          <p:spPr>
            <a:xfrm>
              <a:off x="5334341" y="342284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8DA7">
                <a:alpha val="100000"/>
              </a:srgbClr>
            </a:solidFill>
            <a:ln w="5420" cap="flat">
              <a:solidFill>
                <a:srgbClr val="378D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14" name="pg1114"/>
            <p:cNvSpPr/>
            <p:nvPr/>
          </p:nvSpPr>
          <p:spPr>
            <a:xfrm>
              <a:off x="5345979" y="342284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88BA7">
                <a:alpha val="100000"/>
              </a:srgbClr>
            </a:solidFill>
            <a:ln w="5420" cap="flat">
              <a:solidFill>
                <a:srgbClr val="388B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15" name="pg1115"/>
            <p:cNvSpPr/>
            <p:nvPr/>
          </p:nvSpPr>
          <p:spPr>
            <a:xfrm>
              <a:off x="5357616" y="342284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889A6">
                <a:alpha val="100000"/>
              </a:srgbClr>
            </a:solidFill>
            <a:ln w="5420" cap="flat">
              <a:solidFill>
                <a:srgbClr val="3889A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16" name="pg1116"/>
            <p:cNvSpPr/>
            <p:nvPr/>
          </p:nvSpPr>
          <p:spPr>
            <a:xfrm>
              <a:off x="5369253" y="342284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888A6">
                <a:alpha val="100000"/>
              </a:srgbClr>
            </a:solidFill>
            <a:ln w="5420" cap="flat">
              <a:solidFill>
                <a:srgbClr val="3888A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17" name="pg1117"/>
            <p:cNvSpPr/>
            <p:nvPr/>
          </p:nvSpPr>
          <p:spPr>
            <a:xfrm>
              <a:off x="5380891" y="342284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86A5">
                <a:alpha val="100000"/>
              </a:srgbClr>
            </a:solidFill>
            <a:ln w="5420" cap="flat">
              <a:solidFill>
                <a:srgbClr val="3986A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18" name="pg1118"/>
            <p:cNvSpPr/>
            <p:nvPr/>
          </p:nvSpPr>
          <p:spPr>
            <a:xfrm>
              <a:off x="5217968" y="343714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5A8AA">
                <a:alpha val="100000"/>
              </a:srgbClr>
            </a:solidFill>
            <a:ln w="5420" cap="flat">
              <a:solidFill>
                <a:srgbClr val="45A8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19" name="pg1119"/>
            <p:cNvSpPr/>
            <p:nvPr/>
          </p:nvSpPr>
          <p:spPr>
            <a:xfrm>
              <a:off x="5229605" y="343714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3A6AA">
                <a:alpha val="100000"/>
              </a:srgbClr>
            </a:solidFill>
            <a:ln w="5420" cap="flat">
              <a:solidFill>
                <a:srgbClr val="43A6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20" name="pg1120"/>
            <p:cNvSpPr/>
            <p:nvPr/>
          </p:nvSpPr>
          <p:spPr>
            <a:xfrm>
              <a:off x="5241243" y="343714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1A4AA">
                <a:alpha val="100000"/>
              </a:srgbClr>
            </a:solidFill>
            <a:ln w="5420" cap="flat">
              <a:solidFill>
                <a:srgbClr val="41A4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21" name="pg1121"/>
            <p:cNvSpPr/>
            <p:nvPr/>
          </p:nvSpPr>
          <p:spPr>
            <a:xfrm>
              <a:off x="5252880" y="343714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FA2AA">
                <a:alpha val="100000"/>
              </a:srgbClr>
            </a:solidFill>
            <a:ln w="5420" cap="flat">
              <a:solidFill>
                <a:srgbClr val="3FA2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22" name="pg1122"/>
            <p:cNvSpPr/>
            <p:nvPr/>
          </p:nvSpPr>
          <p:spPr>
            <a:xfrm>
              <a:off x="5264517" y="343714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DA0AA">
                <a:alpha val="100000"/>
              </a:srgbClr>
            </a:solidFill>
            <a:ln w="5420" cap="flat">
              <a:solidFill>
                <a:srgbClr val="3DA0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23" name="pg1123"/>
            <p:cNvSpPr/>
            <p:nvPr/>
          </p:nvSpPr>
          <p:spPr>
            <a:xfrm>
              <a:off x="5334341" y="343714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8FA7">
                <a:alpha val="100000"/>
              </a:srgbClr>
            </a:solidFill>
            <a:ln w="5420" cap="flat">
              <a:solidFill>
                <a:srgbClr val="378F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24" name="pg1124"/>
            <p:cNvSpPr/>
            <p:nvPr/>
          </p:nvSpPr>
          <p:spPr>
            <a:xfrm>
              <a:off x="5345979" y="343714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8DA7">
                <a:alpha val="100000"/>
              </a:srgbClr>
            </a:solidFill>
            <a:ln w="5420" cap="flat">
              <a:solidFill>
                <a:srgbClr val="378D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25" name="pg1125"/>
            <p:cNvSpPr/>
            <p:nvPr/>
          </p:nvSpPr>
          <p:spPr>
            <a:xfrm>
              <a:off x="5357616" y="343714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88BA7">
                <a:alpha val="100000"/>
              </a:srgbClr>
            </a:solidFill>
            <a:ln w="5420" cap="flat">
              <a:solidFill>
                <a:srgbClr val="388B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26" name="pg1126"/>
            <p:cNvSpPr/>
            <p:nvPr/>
          </p:nvSpPr>
          <p:spPr>
            <a:xfrm>
              <a:off x="5369253" y="343714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889A6">
                <a:alpha val="100000"/>
              </a:srgbClr>
            </a:solidFill>
            <a:ln w="5420" cap="flat">
              <a:solidFill>
                <a:srgbClr val="3889A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27" name="pg1127"/>
            <p:cNvSpPr/>
            <p:nvPr/>
          </p:nvSpPr>
          <p:spPr>
            <a:xfrm>
              <a:off x="5380891" y="343714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888A6">
                <a:alpha val="100000"/>
              </a:srgbClr>
            </a:solidFill>
            <a:ln w="5420" cap="flat">
              <a:solidFill>
                <a:srgbClr val="3888A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28" name="pg1128"/>
            <p:cNvSpPr/>
            <p:nvPr/>
          </p:nvSpPr>
          <p:spPr>
            <a:xfrm>
              <a:off x="5194693" y="345144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CB1AB">
                <a:alpha val="100000"/>
              </a:srgbClr>
            </a:solidFill>
            <a:ln w="5420" cap="flat">
              <a:solidFill>
                <a:srgbClr val="4CB1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29" name="pg1129"/>
            <p:cNvSpPr/>
            <p:nvPr/>
          </p:nvSpPr>
          <p:spPr>
            <a:xfrm>
              <a:off x="5206331" y="345144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BB0AB">
                <a:alpha val="100000"/>
              </a:srgbClr>
            </a:solidFill>
            <a:ln w="5420" cap="flat">
              <a:solidFill>
                <a:srgbClr val="4BB0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30" name="pg1130"/>
            <p:cNvSpPr/>
            <p:nvPr/>
          </p:nvSpPr>
          <p:spPr>
            <a:xfrm>
              <a:off x="5217968" y="345144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8ADAB">
                <a:alpha val="100000"/>
              </a:srgbClr>
            </a:solidFill>
            <a:ln w="5420" cap="flat">
              <a:solidFill>
                <a:srgbClr val="48AD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31" name="pg1131"/>
            <p:cNvSpPr/>
            <p:nvPr/>
          </p:nvSpPr>
          <p:spPr>
            <a:xfrm>
              <a:off x="5229605" y="345144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6AAAA">
                <a:alpha val="100000"/>
              </a:srgbClr>
            </a:solidFill>
            <a:ln w="5420" cap="flat">
              <a:solidFill>
                <a:srgbClr val="46AA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32" name="pg1132"/>
            <p:cNvSpPr/>
            <p:nvPr/>
          </p:nvSpPr>
          <p:spPr>
            <a:xfrm>
              <a:off x="5241243" y="345144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4A7AA">
                <a:alpha val="100000"/>
              </a:srgbClr>
            </a:solidFill>
            <a:ln w="5420" cap="flat">
              <a:solidFill>
                <a:srgbClr val="44A7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33" name="pg1133"/>
            <p:cNvSpPr/>
            <p:nvPr/>
          </p:nvSpPr>
          <p:spPr>
            <a:xfrm>
              <a:off x="5252880" y="345144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2A5AA">
                <a:alpha val="100000"/>
              </a:srgbClr>
            </a:solidFill>
            <a:ln w="5420" cap="flat">
              <a:solidFill>
                <a:srgbClr val="42A5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34" name="pg1134"/>
            <p:cNvSpPr/>
            <p:nvPr/>
          </p:nvSpPr>
          <p:spPr>
            <a:xfrm>
              <a:off x="5264517" y="345144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FA2AA">
                <a:alpha val="100000"/>
              </a:srgbClr>
            </a:solidFill>
            <a:ln w="5420" cap="flat">
              <a:solidFill>
                <a:srgbClr val="3FA2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35" name="pg1135"/>
            <p:cNvSpPr/>
            <p:nvPr/>
          </p:nvSpPr>
          <p:spPr>
            <a:xfrm>
              <a:off x="5322704" y="345144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595A8">
                <a:alpha val="100000"/>
              </a:srgbClr>
            </a:solidFill>
            <a:ln w="5420" cap="flat">
              <a:solidFill>
                <a:srgbClr val="3595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36" name="pg1136"/>
            <p:cNvSpPr/>
            <p:nvPr/>
          </p:nvSpPr>
          <p:spPr>
            <a:xfrm>
              <a:off x="5334341" y="345144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691A8">
                <a:alpha val="100000"/>
              </a:srgbClr>
            </a:solidFill>
            <a:ln w="5420" cap="flat">
              <a:solidFill>
                <a:srgbClr val="3691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37" name="pg1137"/>
            <p:cNvSpPr/>
            <p:nvPr/>
          </p:nvSpPr>
          <p:spPr>
            <a:xfrm>
              <a:off x="5345979" y="345144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8FA7">
                <a:alpha val="100000"/>
              </a:srgbClr>
            </a:solidFill>
            <a:ln w="5420" cap="flat">
              <a:solidFill>
                <a:srgbClr val="378F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38" name="pg1138"/>
            <p:cNvSpPr/>
            <p:nvPr/>
          </p:nvSpPr>
          <p:spPr>
            <a:xfrm>
              <a:off x="5357616" y="345144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8DA7">
                <a:alpha val="100000"/>
              </a:srgbClr>
            </a:solidFill>
            <a:ln w="5420" cap="flat">
              <a:solidFill>
                <a:srgbClr val="378D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39" name="pg1139"/>
            <p:cNvSpPr/>
            <p:nvPr/>
          </p:nvSpPr>
          <p:spPr>
            <a:xfrm>
              <a:off x="5369253" y="345144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88BA6">
                <a:alpha val="100000"/>
              </a:srgbClr>
            </a:solidFill>
            <a:ln w="5420" cap="flat">
              <a:solidFill>
                <a:srgbClr val="388BA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40" name="pg1140"/>
            <p:cNvSpPr/>
            <p:nvPr/>
          </p:nvSpPr>
          <p:spPr>
            <a:xfrm>
              <a:off x="5183056" y="346574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0B7AB">
                <a:alpha val="100000"/>
              </a:srgbClr>
            </a:solidFill>
            <a:ln w="5420" cap="flat">
              <a:solidFill>
                <a:srgbClr val="50B7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41" name="pg1141"/>
            <p:cNvSpPr/>
            <p:nvPr/>
          </p:nvSpPr>
          <p:spPr>
            <a:xfrm>
              <a:off x="5194693" y="346574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0B6AB">
                <a:alpha val="100000"/>
              </a:srgbClr>
            </a:solidFill>
            <a:ln w="5420" cap="flat">
              <a:solidFill>
                <a:srgbClr val="50B6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42" name="pg1142"/>
            <p:cNvSpPr/>
            <p:nvPr/>
          </p:nvSpPr>
          <p:spPr>
            <a:xfrm>
              <a:off x="5206331" y="346574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FB5AB">
                <a:alpha val="100000"/>
              </a:srgbClr>
            </a:solidFill>
            <a:ln w="5420" cap="flat">
              <a:solidFill>
                <a:srgbClr val="4FB5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43" name="pg1143"/>
            <p:cNvSpPr/>
            <p:nvPr/>
          </p:nvSpPr>
          <p:spPr>
            <a:xfrm>
              <a:off x="5217968" y="346574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CB1AB">
                <a:alpha val="100000"/>
              </a:srgbClr>
            </a:solidFill>
            <a:ln w="5420" cap="flat">
              <a:solidFill>
                <a:srgbClr val="4CB1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44" name="pg1144"/>
            <p:cNvSpPr/>
            <p:nvPr/>
          </p:nvSpPr>
          <p:spPr>
            <a:xfrm>
              <a:off x="5229605" y="346574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AAEAB">
                <a:alpha val="100000"/>
              </a:srgbClr>
            </a:solidFill>
            <a:ln w="5420" cap="flat">
              <a:solidFill>
                <a:srgbClr val="4AAE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45" name="pg1145"/>
            <p:cNvSpPr/>
            <p:nvPr/>
          </p:nvSpPr>
          <p:spPr>
            <a:xfrm>
              <a:off x="5241243" y="346574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7ABAA">
                <a:alpha val="100000"/>
              </a:srgbClr>
            </a:solidFill>
            <a:ln w="5420" cap="flat">
              <a:solidFill>
                <a:srgbClr val="47AB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46" name="pg1146"/>
            <p:cNvSpPr/>
            <p:nvPr/>
          </p:nvSpPr>
          <p:spPr>
            <a:xfrm>
              <a:off x="5252880" y="346574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4A7AA">
                <a:alpha val="100000"/>
              </a:srgbClr>
            </a:solidFill>
            <a:ln w="5420" cap="flat">
              <a:solidFill>
                <a:srgbClr val="44A7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47" name="pg1147"/>
            <p:cNvSpPr/>
            <p:nvPr/>
          </p:nvSpPr>
          <p:spPr>
            <a:xfrm>
              <a:off x="5264517" y="346574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1A4AA">
                <a:alpha val="100000"/>
              </a:srgbClr>
            </a:solidFill>
            <a:ln w="5420" cap="flat">
              <a:solidFill>
                <a:srgbClr val="41A4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48" name="pg1148"/>
            <p:cNvSpPr/>
            <p:nvPr/>
          </p:nvSpPr>
          <p:spPr>
            <a:xfrm>
              <a:off x="5322704" y="346574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496A9">
                <a:alpha val="100000"/>
              </a:srgbClr>
            </a:solidFill>
            <a:ln w="5420" cap="flat">
              <a:solidFill>
                <a:srgbClr val="3496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49" name="pg1149"/>
            <p:cNvSpPr/>
            <p:nvPr/>
          </p:nvSpPr>
          <p:spPr>
            <a:xfrm>
              <a:off x="5334341" y="346574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692A8">
                <a:alpha val="100000"/>
              </a:srgbClr>
            </a:solidFill>
            <a:ln w="5420" cap="flat">
              <a:solidFill>
                <a:srgbClr val="3692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50" name="pg1150"/>
            <p:cNvSpPr/>
            <p:nvPr/>
          </p:nvSpPr>
          <p:spPr>
            <a:xfrm>
              <a:off x="5345979" y="346574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690A8">
                <a:alpha val="100000"/>
              </a:srgbClr>
            </a:solidFill>
            <a:ln w="5420" cap="flat">
              <a:solidFill>
                <a:srgbClr val="3690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51" name="pg1151"/>
            <p:cNvSpPr/>
            <p:nvPr/>
          </p:nvSpPr>
          <p:spPr>
            <a:xfrm>
              <a:off x="5357616" y="346574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8EA7">
                <a:alpha val="100000"/>
              </a:srgbClr>
            </a:solidFill>
            <a:ln w="5420" cap="flat">
              <a:solidFill>
                <a:srgbClr val="378E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52" name="pg1152"/>
            <p:cNvSpPr/>
            <p:nvPr/>
          </p:nvSpPr>
          <p:spPr>
            <a:xfrm>
              <a:off x="5369253" y="346574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8CA7">
                <a:alpha val="100000"/>
              </a:srgbClr>
            </a:solidFill>
            <a:ln w="5420" cap="flat">
              <a:solidFill>
                <a:srgbClr val="378C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53" name="pg1153"/>
            <p:cNvSpPr/>
            <p:nvPr/>
          </p:nvSpPr>
          <p:spPr>
            <a:xfrm>
              <a:off x="5124869" y="348004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DB3AB">
                <a:alpha val="100000"/>
              </a:srgbClr>
            </a:solidFill>
            <a:ln w="5420" cap="flat">
              <a:solidFill>
                <a:srgbClr val="4DB3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54" name="pg1154"/>
            <p:cNvSpPr/>
            <p:nvPr/>
          </p:nvSpPr>
          <p:spPr>
            <a:xfrm>
              <a:off x="5136507" y="348004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FB5AB">
                <a:alpha val="100000"/>
              </a:srgbClr>
            </a:solidFill>
            <a:ln w="5420" cap="flat">
              <a:solidFill>
                <a:srgbClr val="4FB5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55" name="pg1155"/>
            <p:cNvSpPr/>
            <p:nvPr/>
          </p:nvSpPr>
          <p:spPr>
            <a:xfrm>
              <a:off x="5148144" y="348004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0B7AB">
                <a:alpha val="100000"/>
              </a:srgbClr>
            </a:solidFill>
            <a:ln w="5420" cap="flat">
              <a:solidFill>
                <a:srgbClr val="50B7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56" name="pg1156"/>
            <p:cNvSpPr/>
            <p:nvPr/>
          </p:nvSpPr>
          <p:spPr>
            <a:xfrm>
              <a:off x="5159781" y="348004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2B9AB">
                <a:alpha val="100000"/>
              </a:srgbClr>
            </a:solidFill>
            <a:ln w="5420" cap="flat">
              <a:solidFill>
                <a:srgbClr val="52B9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57" name="pg1157"/>
            <p:cNvSpPr/>
            <p:nvPr/>
          </p:nvSpPr>
          <p:spPr>
            <a:xfrm>
              <a:off x="5171419" y="348004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4BBAB">
                <a:alpha val="100000"/>
              </a:srgbClr>
            </a:solidFill>
            <a:ln w="5420" cap="flat">
              <a:solidFill>
                <a:srgbClr val="54BB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58" name="pg1158"/>
            <p:cNvSpPr/>
            <p:nvPr/>
          </p:nvSpPr>
          <p:spPr>
            <a:xfrm>
              <a:off x="5183056" y="348004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4BCAB">
                <a:alpha val="100000"/>
              </a:srgbClr>
            </a:solidFill>
            <a:ln w="5420" cap="flat">
              <a:solidFill>
                <a:srgbClr val="54BC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59" name="pg1159"/>
            <p:cNvSpPr/>
            <p:nvPr/>
          </p:nvSpPr>
          <p:spPr>
            <a:xfrm>
              <a:off x="5194693" y="348004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4BCAB">
                <a:alpha val="100000"/>
              </a:srgbClr>
            </a:solidFill>
            <a:ln w="5420" cap="flat">
              <a:solidFill>
                <a:srgbClr val="54BC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60" name="pg1160"/>
            <p:cNvSpPr/>
            <p:nvPr/>
          </p:nvSpPr>
          <p:spPr>
            <a:xfrm>
              <a:off x="5206331" y="348004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4BBAB">
                <a:alpha val="100000"/>
              </a:srgbClr>
            </a:solidFill>
            <a:ln w="5420" cap="flat">
              <a:solidFill>
                <a:srgbClr val="54BB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61" name="pg1161"/>
            <p:cNvSpPr/>
            <p:nvPr/>
          </p:nvSpPr>
          <p:spPr>
            <a:xfrm>
              <a:off x="5217968" y="348004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0B6AB">
                <a:alpha val="100000"/>
              </a:srgbClr>
            </a:solidFill>
            <a:ln w="5420" cap="flat">
              <a:solidFill>
                <a:srgbClr val="50B6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62" name="pg1162"/>
            <p:cNvSpPr/>
            <p:nvPr/>
          </p:nvSpPr>
          <p:spPr>
            <a:xfrm>
              <a:off x="5229605" y="348004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DB2AB">
                <a:alpha val="100000"/>
              </a:srgbClr>
            </a:solidFill>
            <a:ln w="5420" cap="flat">
              <a:solidFill>
                <a:srgbClr val="4DB2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63" name="pg1163"/>
            <p:cNvSpPr/>
            <p:nvPr/>
          </p:nvSpPr>
          <p:spPr>
            <a:xfrm>
              <a:off x="5241243" y="348004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9AEAB">
                <a:alpha val="100000"/>
              </a:srgbClr>
            </a:solidFill>
            <a:ln w="5420" cap="flat">
              <a:solidFill>
                <a:srgbClr val="49AE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64" name="pg1164"/>
            <p:cNvSpPr/>
            <p:nvPr/>
          </p:nvSpPr>
          <p:spPr>
            <a:xfrm>
              <a:off x="5252880" y="348004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6A9AA">
                <a:alpha val="100000"/>
              </a:srgbClr>
            </a:solidFill>
            <a:ln w="5420" cap="flat">
              <a:solidFill>
                <a:srgbClr val="46A9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65" name="pg1165"/>
            <p:cNvSpPr/>
            <p:nvPr/>
          </p:nvSpPr>
          <p:spPr>
            <a:xfrm>
              <a:off x="5311067" y="348004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699A9">
                <a:alpha val="100000"/>
              </a:srgbClr>
            </a:solidFill>
            <a:ln w="5420" cap="flat">
              <a:solidFill>
                <a:srgbClr val="3699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66" name="pg1166"/>
            <p:cNvSpPr/>
            <p:nvPr/>
          </p:nvSpPr>
          <p:spPr>
            <a:xfrm>
              <a:off x="5322704" y="348004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497A9">
                <a:alpha val="100000"/>
              </a:srgbClr>
            </a:solidFill>
            <a:ln w="5420" cap="flat">
              <a:solidFill>
                <a:srgbClr val="3497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67" name="pg1167"/>
            <p:cNvSpPr/>
            <p:nvPr/>
          </p:nvSpPr>
          <p:spPr>
            <a:xfrm>
              <a:off x="5334341" y="348004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593A8">
                <a:alpha val="100000"/>
              </a:srgbClr>
            </a:solidFill>
            <a:ln w="5420" cap="flat">
              <a:solidFill>
                <a:srgbClr val="3593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68" name="pg1168"/>
            <p:cNvSpPr/>
            <p:nvPr/>
          </p:nvSpPr>
          <p:spPr>
            <a:xfrm>
              <a:off x="5345979" y="348004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691A8">
                <a:alpha val="100000"/>
              </a:srgbClr>
            </a:solidFill>
            <a:ln w="5420" cap="flat">
              <a:solidFill>
                <a:srgbClr val="3691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69" name="pg1169"/>
            <p:cNvSpPr/>
            <p:nvPr/>
          </p:nvSpPr>
          <p:spPr>
            <a:xfrm>
              <a:off x="5357616" y="348004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8FA7">
                <a:alpha val="100000"/>
              </a:srgbClr>
            </a:solidFill>
            <a:ln w="5420" cap="flat">
              <a:solidFill>
                <a:srgbClr val="378F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70" name="pg1170"/>
            <p:cNvSpPr/>
            <p:nvPr/>
          </p:nvSpPr>
          <p:spPr>
            <a:xfrm>
              <a:off x="5369253" y="348004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8DA7">
                <a:alpha val="100000"/>
              </a:srgbClr>
            </a:solidFill>
            <a:ln w="5420" cap="flat">
              <a:solidFill>
                <a:srgbClr val="378D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71" name="pg1171"/>
            <p:cNvSpPr/>
            <p:nvPr/>
          </p:nvSpPr>
          <p:spPr>
            <a:xfrm>
              <a:off x="5113232" y="349434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DB2AB">
                <a:alpha val="100000"/>
              </a:srgbClr>
            </a:solidFill>
            <a:ln w="5420" cap="flat">
              <a:solidFill>
                <a:srgbClr val="4DB2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72" name="pg1172"/>
            <p:cNvSpPr/>
            <p:nvPr/>
          </p:nvSpPr>
          <p:spPr>
            <a:xfrm>
              <a:off x="5124869" y="349434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EB4AB">
                <a:alpha val="100000"/>
              </a:srgbClr>
            </a:solidFill>
            <a:ln w="5420" cap="flat">
              <a:solidFill>
                <a:srgbClr val="4EB4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73" name="pg1173"/>
            <p:cNvSpPr/>
            <p:nvPr/>
          </p:nvSpPr>
          <p:spPr>
            <a:xfrm>
              <a:off x="5136507" y="349434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0B7AB">
                <a:alpha val="100000"/>
              </a:srgbClr>
            </a:solidFill>
            <a:ln w="5420" cap="flat">
              <a:solidFill>
                <a:srgbClr val="50B7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74" name="pg1174"/>
            <p:cNvSpPr/>
            <p:nvPr/>
          </p:nvSpPr>
          <p:spPr>
            <a:xfrm>
              <a:off x="5148144" y="349434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3BAAB">
                <a:alpha val="100000"/>
              </a:srgbClr>
            </a:solidFill>
            <a:ln w="5420" cap="flat">
              <a:solidFill>
                <a:srgbClr val="53BA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75" name="pg1175"/>
            <p:cNvSpPr/>
            <p:nvPr/>
          </p:nvSpPr>
          <p:spPr>
            <a:xfrm>
              <a:off x="5159781" y="349434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5BDAB">
                <a:alpha val="100000"/>
              </a:srgbClr>
            </a:solidFill>
            <a:ln w="5420" cap="flat">
              <a:solidFill>
                <a:srgbClr val="55BD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76" name="pg1176"/>
            <p:cNvSpPr/>
            <p:nvPr/>
          </p:nvSpPr>
          <p:spPr>
            <a:xfrm>
              <a:off x="5171419" y="349434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7BFAB">
                <a:alpha val="100000"/>
              </a:srgbClr>
            </a:solidFill>
            <a:ln w="5420" cap="flat">
              <a:solidFill>
                <a:srgbClr val="57BF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77" name="pg1177"/>
            <p:cNvSpPr/>
            <p:nvPr/>
          </p:nvSpPr>
          <p:spPr>
            <a:xfrm>
              <a:off x="5183056" y="349434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8C1AC">
                <a:alpha val="100000"/>
              </a:srgbClr>
            </a:solidFill>
            <a:ln w="5420" cap="flat">
              <a:solidFill>
                <a:srgbClr val="58C1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78" name="pg1178"/>
            <p:cNvSpPr/>
            <p:nvPr/>
          </p:nvSpPr>
          <p:spPr>
            <a:xfrm>
              <a:off x="5194693" y="349434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8C2AC">
                <a:alpha val="100000"/>
              </a:srgbClr>
            </a:solidFill>
            <a:ln w="5420" cap="flat">
              <a:solidFill>
                <a:srgbClr val="58C2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79" name="pg1179"/>
            <p:cNvSpPr/>
            <p:nvPr/>
          </p:nvSpPr>
          <p:spPr>
            <a:xfrm>
              <a:off x="5206331" y="349434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8C2AC">
                <a:alpha val="100000"/>
              </a:srgbClr>
            </a:solidFill>
            <a:ln w="5420" cap="flat">
              <a:solidFill>
                <a:srgbClr val="58C2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80" name="pg1180"/>
            <p:cNvSpPr/>
            <p:nvPr/>
          </p:nvSpPr>
          <p:spPr>
            <a:xfrm>
              <a:off x="5217968" y="349434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3BBAB">
                <a:alpha val="100000"/>
              </a:srgbClr>
            </a:solidFill>
            <a:ln w="5420" cap="flat">
              <a:solidFill>
                <a:srgbClr val="53BB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81" name="pg1181"/>
            <p:cNvSpPr/>
            <p:nvPr/>
          </p:nvSpPr>
          <p:spPr>
            <a:xfrm>
              <a:off x="5229605" y="349434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FB5AB">
                <a:alpha val="100000"/>
              </a:srgbClr>
            </a:solidFill>
            <a:ln w="5420" cap="flat">
              <a:solidFill>
                <a:srgbClr val="4FB5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82" name="pg1182"/>
            <p:cNvSpPr/>
            <p:nvPr/>
          </p:nvSpPr>
          <p:spPr>
            <a:xfrm>
              <a:off x="5241243" y="349434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BB0AB">
                <a:alpha val="100000"/>
              </a:srgbClr>
            </a:solidFill>
            <a:ln w="5420" cap="flat">
              <a:solidFill>
                <a:srgbClr val="4BB0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83" name="pg1183"/>
            <p:cNvSpPr/>
            <p:nvPr/>
          </p:nvSpPr>
          <p:spPr>
            <a:xfrm>
              <a:off x="5299429" y="349434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89BA9">
                <a:alpha val="100000"/>
              </a:srgbClr>
            </a:solidFill>
            <a:ln w="5420" cap="flat">
              <a:solidFill>
                <a:srgbClr val="389B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84" name="pg1184"/>
            <p:cNvSpPr/>
            <p:nvPr/>
          </p:nvSpPr>
          <p:spPr>
            <a:xfrm>
              <a:off x="5311067" y="349434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699A9">
                <a:alpha val="100000"/>
              </a:srgbClr>
            </a:solidFill>
            <a:ln w="5420" cap="flat">
              <a:solidFill>
                <a:srgbClr val="3699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85" name="pg1185"/>
            <p:cNvSpPr/>
            <p:nvPr/>
          </p:nvSpPr>
          <p:spPr>
            <a:xfrm>
              <a:off x="5322704" y="349434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497A9">
                <a:alpha val="100000"/>
              </a:srgbClr>
            </a:solidFill>
            <a:ln w="5420" cap="flat">
              <a:solidFill>
                <a:srgbClr val="3497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86" name="pg1186"/>
            <p:cNvSpPr/>
            <p:nvPr/>
          </p:nvSpPr>
          <p:spPr>
            <a:xfrm>
              <a:off x="5334341" y="349434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593A8">
                <a:alpha val="100000"/>
              </a:srgbClr>
            </a:solidFill>
            <a:ln w="5420" cap="flat">
              <a:solidFill>
                <a:srgbClr val="3593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87" name="pg1187"/>
            <p:cNvSpPr/>
            <p:nvPr/>
          </p:nvSpPr>
          <p:spPr>
            <a:xfrm>
              <a:off x="5345979" y="349434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691A8">
                <a:alpha val="100000"/>
              </a:srgbClr>
            </a:solidFill>
            <a:ln w="5420" cap="flat">
              <a:solidFill>
                <a:srgbClr val="3691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88" name="pg1188"/>
            <p:cNvSpPr/>
            <p:nvPr/>
          </p:nvSpPr>
          <p:spPr>
            <a:xfrm>
              <a:off x="5357616" y="349434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690A7">
                <a:alpha val="100000"/>
              </a:srgbClr>
            </a:solidFill>
            <a:ln w="5420" cap="flat">
              <a:solidFill>
                <a:srgbClr val="3690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89" name="pg1189"/>
            <p:cNvSpPr/>
            <p:nvPr/>
          </p:nvSpPr>
          <p:spPr>
            <a:xfrm>
              <a:off x="5369253" y="349434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8EA7">
                <a:alpha val="100000"/>
              </a:srgbClr>
            </a:solidFill>
            <a:ln w="5420" cap="flat">
              <a:solidFill>
                <a:srgbClr val="378E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90" name="pg1190"/>
            <p:cNvSpPr/>
            <p:nvPr/>
          </p:nvSpPr>
          <p:spPr>
            <a:xfrm>
              <a:off x="5089957" y="350864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9AEAB">
                <a:alpha val="100000"/>
              </a:srgbClr>
            </a:solidFill>
            <a:ln w="5420" cap="flat">
              <a:solidFill>
                <a:srgbClr val="49AE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91" name="pg1191"/>
            <p:cNvSpPr/>
            <p:nvPr/>
          </p:nvSpPr>
          <p:spPr>
            <a:xfrm>
              <a:off x="5101595" y="350864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CB1AB">
                <a:alpha val="100000"/>
              </a:srgbClr>
            </a:solidFill>
            <a:ln w="5420" cap="flat">
              <a:solidFill>
                <a:srgbClr val="4CB1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92" name="pg1192"/>
            <p:cNvSpPr/>
            <p:nvPr/>
          </p:nvSpPr>
          <p:spPr>
            <a:xfrm>
              <a:off x="5113232" y="350864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EB3AB">
                <a:alpha val="100000"/>
              </a:srgbClr>
            </a:solidFill>
            <a:ln w="5420" cap="flat">
              <a:solidFill>
                <a:srgbClr val="4EB3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93" name="pg1193"/>
            <p:cNvSpPr/>
            <p:nvPr/>
          </p:nvSpPr>
          <p:spPr>
            <a:xfrm>
              <a:off x="5124869" y="350864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0B6AB">
                <a:alpha val="100000"/>
              </a:srgbClr>
            </a:solidFill>
            <a:ln w="5420" cap="flat">
              <a:solidFill>
                <a:srgbClr val="50B6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94" name="pg1194"/>
            <p:cNvSpPr/>
            <p:nvPr/>
          </p:nvSpPr>
          <p:spPr>
            <a:xfrm>
              <a:off x="5136507" y="350864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3BAAB">
                <a:alpha val="100000"/>
              </a:srgbClr>
            </a:solidFill>
            <a:ln w="5420" cap="flat">
              <a:solidFill>
                <a:srgbClr val="53BA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95" name="pg1195"/>
            <p:cNvSpPr/>
            <p:nvPr/>
          </p:nvSpPr>
          <p:spPr>
            <a:xfrm>
              <a:off x="5148144" y="350864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5BEAB">
                <a:alpha val="100000"/>
              </a:srgbClr>
            </a:solidFill>
            <a:ln w="5420" cap="flat">
              <a:solidFill>
                <a:srgbClr val="55BE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96" name="pg1196"/>
            <p:cNvSpPr/>
            <p:nvPr/>
          </p:nvSpPr>
          <p:spPr>
            <a:xfrm>
              <a:off x="5159781" y="350864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8C2AC">
                <a:alpha val="100000"/>
              </a:srgbClr>
            </a:solidFill>
            <a:ln w="5420" cap="flat">
              <a:solidFill>
                <a:srgbClr val="58C2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97" name="pg1197"/>
            <p:cNvSpPr/>
            <p:nvPr/>
          </p:nvSpPr>
          <p:spPr>
            <a:xfrm>
              <a:off x="5171419" y="350864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BC7AC">
                <a:alpha val="100000"/>
              </a:srgbClr>
            </a:solidFill>
            <a:ln w="5420" cap="flat">
              <a:solidFill>
                <a:srgbClr val="5BC7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98" name="pg1198"/>
            <p:cNvSpPr/>
            <p:nvPr/>
          </p:nvSpPr>
          <p:spPr>
            <a:xfrm>
              <a:off x="5183056" y="350864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ECAAC">
                <a:alpha val="100000"/>
              </a:srgbClr>
            </a:solidFill>
            <a:ln w="5420" cap="flat">
              <a:solidFill>
                <a:srgbClr val="5ECA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99" name="pg1199"/>
            <p:cNvSpPr/>
            <p:nvPr/>
          </p:nvSpPr>
          <p:spPr>
            <a:xfrm>
              <a:off x="5194693" y="350864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FCDAC">
                <a:alpha val="100000"/>
              </a:srgbClr>
            </a:solidFill>
            <a:ln w="5420" cap="flat">
              <a:solidFill>
                <a:srgbClr val="5FCD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00" name="pg1200"/>
            <p:cNvSpPr/>
            <p:nvPr/>
          </p:nvSpPr>
          <p:spPr>
            <a:xfrm>
              <a:off x="5206331" y="350864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FCDAC">
                <a:alpha val="100000"/>
              </a:srgbClr>
            </a:solidFill>
            <a:ln w="5420" cap="flat">
              <a:solidFill>
                <a:srgbClr val="5FCD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01" name="pg1201"/>
            <p:cNvSpPr/>
            <p:nvPr/>
          </p:nvSpPr>
          <p:spPr>
            <a:xfrm>
              <a:off x="5217968" y="350864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8C1AC">
                <a:alpha val="100000"/>
              </a:srgbClr>
            </a:solidFill>
            <a:ln w="5420" cap="flat">
              <a:solidFill>
                <a:srgbClr val="58C1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02" name="pg1202"/>
            <p:cNvSpPr/>
            <p:nvPr/>
          </p:nvSpPr>
          <p:spPr>
            <a:xfrm>
              <a:off x="5287792" y="350864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699A9">
                <a:alpha val="100000"/>
              </a:srgbClr>
            </a:solidFill>
            <a:ln w="5420" cap="flat">
              <a:solidFill>
                <a:srgbClr val="3699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03" name="pg1203"/>
            <p:cNvSpPr/>
            <p:nvPr/>
          </p:nvSpPr>
          <p:spPr>
            <a:xfrm>
              <a:off x="5299429" y="350864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598A9">
                <a:alpha val="100000"/>
              </a:srgbClr>
            </a:solidFill>
            <a:ln w="5420" cap="flat">
              <a:solidFill>
                <a:srgbClr val="3598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04" name="pg1204"/>
            <p:cNvSpPr/>
            <p:nvPr/>
          </p:nvSpPr>
          <p:spPr>
            <a:xfrm>
              <a:off x="5311067" y="350864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496A9">
                <a:alpha val="100000"/>
              </a:srgbClr>
            </a:solidFill>
            <a:ln w="5420" cap="flat">
              <a:solidFill>
                <a:srgbClr val="3496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05" name="pg1205"/>
            <p:cNvSpPr/>
            <p:nvPr/>
          </p:nvSpPr>
          <p:spPr>
            <a:xfrm>
              <a:off x="5322704" y="350864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595A9">
                <a:alpha val="100000"/>
              </a:srgbClr>
            </a:solidFill>
            <a:ln w="5420" cap="flat">
              <a:solidFill>
                <a:srgbClr val="3595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06" name="pg1206"/>
            <p:cNvSpPr/>
            <p:nvPr/>
          </p:nvSpPr>
          <p:spPr>
            <a:xfrm>
              <a:off x="5334341" y="350864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693A8">
                <a:alpha val="100000"/>
              </a:srgbClr>
            </a:solidFill>
            <a:ln w="5420" cap="flat">
              <a:solidFill>
                <a:srgbClr val="3693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07" name="pg1207"/>
            <p:cNvSpPr/>
            <p:nvPr/>
          </p:nvSpPr>
          <p:spPr>
            <a:xfrm>
              <a:off x="5345979" y="350864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692A8">
                <a:alpha val="100000"/>
              </a:srgbClr>
            </a:solidFill>
            <a:ln w="5420" cap="flat">
              <a:solidFill>
                <a:srgbClr val="3692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08" name="pg1208"/>
            <p:cNvSpPr/>
            <p:nvPr/>
          </p:nvSpPr>
          <p:spPr>
            <a:xfrm>
              <a:off x="5066683" y="352294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9ADAB">
                <a:alpha val="100000"/>
              </a:srgbClr>
            </a:solidFill>
            <a:ln w="5420" cap="flat">
              <a:solidFill>
                <a:srgbClr val="49AD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09" name="pg1209"/>
            <p:cNvSpPr/>
            <p:nvPr/>
          </p:nvSpPr>
          <p:spPr>
            <a:xfrm>
              <a:off x="5078320" y="352294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9ADAB">
                <a:alpha val="100000"/>
              </a:srgbClr>
            </a:solidFill>
            <a:ln w="5420" cap="flat">
              <a:solidFill>
                <a:srgbClr val="49AD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10" name="pg1210"/>
            <p:cNvSpPr/>
            <p:nvPr/>
          </p:nvSpPr>
          <p:spPr>
            <a:xfrm>
              <a:off x="5089957" y="352294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AAEAB">
                <a:alpha val="100000"/>
              </a:srgbClr>
            </a:solidFill>
            <a:ln w="5420" cap="flat">
              <a:solidFill>
                <a:srgbClr val="4AAE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11" name="pg1211"/>
            <p:cNvSpPr/>
            <p:nvPr/>
          </p:nvSpPr>
          <p:spPr>
            <a:xfrm>
              <a:off x="5101595" y="352294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CB1AB">
                <a:alpha val="100000"/>
              </a:srgbClr>
            </a:solidFill>
            <a:ln w="5420" cap="flat">
              <a:solidFill>
                <a:srgbClr val="4CB1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12" name="pg1212"/>
            <p:cNvSpPr/>
            <p:nvPr/>
          </p:nvSpPr>
          <p:spPr>
            <a:xfrm>
              <a:off x="5113232" y="352294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EB3AB">
                <a:alpha val="100000"/>
              </a:srgbClr>
            </a:solidFill>
            <a:ln w="5420" cap="flat">
              <a:solidFill>
                <a:srgbClr val="4EB3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13" name="pg1213"/>
            <p:cNvSpPr/>
            <p:nvPr/>
          </p:nvSpPr>
          <p:spPr>
            <a:xfrm>
              <a:off x="5124869" y="352294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0B6AB">
                <a:alpha val="100000"/>
              </a:srgbClr>
            </a:solidFill>
            <a:ln w="5420" cap="flat">
              <a:solidFill>
                <a:srgbClr val="50B6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14" name="pg1214"/>
            <p:cNvSpPr/>
            <p:nvPr/>
          </p:nvSpPr>
          <p:spPr>
            <a:xfrm>
              <a:off x="5136507" y="352294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2B9AB">
                <a:alpha val="100000"/>
              </a:srgbClr>
            </a:solidFill>
            <a:ln w="5420" cap="flat">
              <a:solidFill>
                <a:srgbClr val="52B9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15" name="pg1215"/>
            <p:cNvSpPr/>
            <p:nvPr/>
          </p:nvSpPr>
          <p:spPr>
            <a:xfrm>
              <a:off x="5148144" y="352294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5BDAB">
                <a:alpha val="100000"/>
              </a:srgbClr>
            </a:solidFill>
            <a:ln w="5420" cap="flat">
              <a:solidFill>
                <a:srgbClr val="55BD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16" name="pg1216"/>
            <p:cNvSpPr/>
            <p:nvPr/>
          </p:nvSpPr>
          <p:spPr>
            <a:xfrm>
              <a:off x="5159781" y="352294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8C2AC">
                <a:alpha val="100000"/>
              </a:srgbClr>
            </a:solidFill>
            <a:ln w="5420" cap="flat">
              <a:solidFill>
                <a:srgbClr val="58C2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17" name="pg1217"/>
            <p:cNvSpPr/>
            <p:nvPr/>
          </p:nvSpPr>
          <p:spPr>
            <a:xfrm>
              <a:off x="5171419" y="352294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BC6AC">
                <a:alpha val="100000"/>
              </a:srgbClr>
            </a:solidFill>
            <a:ln w="5420" cap="flat">
              <a:solidFill>
                <a:srgbClr val="5BC6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18" name="pg1218"/>
            <p:cNvSpPr/>
            <p:nvPr/>
          </p:nvSpPr>
          <p:spPr>
            <a:xfrm>
              <a:off x="5183056" y="352294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ECBAC">
                <a:alpha val="100000"/>
              </a:srgbClr>
            </a:solidFill>
            <a:ln w="5420" cap="flat">
              <a:solidFill>
                <a:srgbClr val="5ECB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19" name="pg1219"/>
            <p:cNvSpPr/>
            <p:nvPr/>
          </p:nvSpPr>
          <p:spPr>
            <a:xfrm>
              <a:off x="5194693" y="352294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0CDAC">
                <a:alpha val="100000"/>
              </a:srgbClr>
            </a:solidFill>
            <a:ln w="5420" cap="flat">
              <a:solidFill>
                <a:srgbClr val="60CD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20" name="pg1220"/>
            <p:cNvSpPr/>
            <p:nvPr/>
          </p:nvSpPr>
          <p:spPr>
            <a:xfrm>
              <a:off x="5206331" y="352294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0CDAC">
                <a:alpha val="100000"/>
              </a:srgbClr>
            </a:solidFill>
            <a:ln w="5420" cap="flat">
              <a:solidFill>
                <a:srgbClr val="60CD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21" name="pg1221"/>
            <p:cNvSpPr/>
            <p:nvPr/>
          </p:nvSpPr>
          <p:spPr>
            <a:xfrm>
              <a:off x="5217968" y="352294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6BFAB">
                <a:alpha val="100000"/>
              </a:srgbClr>
            </a:solidFill>
            <a:ln w="5420" cap="flat">
              <a:solidFill>
                <a:srgbClr val="56BF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22" name="pg1222"/>
            <p:cNvSpPr/>
            <p:nvPr/>
          </p:nvSpPr>
          <p:spPr>
            <a:xfrm>
              <a:off x="5229605" y="352294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DB2AB">
                <a:alpha val="100000"/>
              </a:srgbClr>
            </a:solidFill>
            <a:ln w="5420" cap="flat">
              <a:solidFill>
                <a:srgbClr val="4DB2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23" name="pg1223"/>
            <p:cNvSpPr/>
            <p:nvPr/>
          </p:nvSpPr>
          <p:spPr>
            <a:xfrm>
              <a:off x="5241243" y="352294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4A7AA">
                <a:alpha val="100000"/>
              </a:srgbClr>
            </a:solidFill>
            <a:ln w="5420" cap="flat">
              <a:solidFill>
                <a:srgbClr val="44A7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24" name="pg1224"/>
            <p:cNvSpPr/>
            <p:nvPr/>
          </p:nvSpPr>
          <p:spPr>
            <a:xfrm>
              <a:off x="5252880" y="352294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9EAA">
                <a:alpha val="100000"/>
              </a:srgbClr>
            </a:solidFill>
            <a:ln w="5420" cap="flat">
              <a:solidFill>
                <a:srgbClr val="3C9E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25" name="pg1225"/>
            <p:cNvSpPr/>
            <p:nvPr/>
          </p:nvSpPr>
          <p:spPr>
            <a:xfrm>
              <a:off x="5276155" y="352294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496A9">
                <a:alpha val="100000"/>
              </a:srgbClr>
            </a:solidFill>
            <a:ln w="5420" cap="flat">
              <a:solidFill>
                <a:srgbClr val="3496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26" name="pg1226"/>
            <p:cNvSpPr/>
            <p:nvPr/>
          </p:nvSpPr>
          <p:spPr>
            <a:xfrm>
              <a:off x="5287792" y="352294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595A9">
                <a:alpha val="100000"/>
              </a:srgbClr>
            </a:solidFill>
            <a:ln w="5420" cap="flat">
              <a:solidFill>
                <a:srgbClr val="3595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27" name="pg1227"/>
            <p:cNvSpPr/>
            <p:nvPr/>
          </p:nvSpPr>
          <p:spPr>
            <a:xfrm>
              <a:off x="5299429" y="352294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594A8">
                <a:alpha val="100000"/>
              </a:srgbClr>
            </a:solidFill>
            <a:ln w="5420" cap="flat">
              <a:solidFill>
                <a:srgbClr val="3594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28" name="pg1228"/>
            <p:cNvSpPr/>
            <p:nvPr/>
          </p:nvSpPr>
          <p:spPr>
            <a:xfrm>
              <a:off x="5311067" y="352294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594A8">
                <a:alpha val="100000"/>
              </a:srgbClr>
            </a:solidFill>
            <a:ln w="5420" cap="flat">
              <a:solidFill>
                <a:srgbClr val="3594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29" name="pg1229"/>
            <p:cNvSpPr/>
            <p:nvPr/>
          </p:nvSpPr>
          <p:spPr>
            <a:xfrm>
              <a:off x="5322704" y="352294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593A8">
                <a:alpha val="100000"/>
              </a:srgbClr>
            </a:solidFill>
            <a:ln w="5420" cap="flat">
              <a:solidFill>
                <a:srgbClr val="3593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30" name="pg1230"/>
            <p:cNvSpPr/>
            <p:nvPr/>
          </p:nvSpPr>
          <p:spPr>
            <a:xfrm>
              <a:off x="5334341" y="352294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692A8">
                <a:alpha val="100000"/>
              </a:srgbClr>
            </a:solidFill>
            <a:ln w="5420" cap="flat">
              <a:solidFill>
                <a:srgbClr val="3692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31" name="pg1231"/>
            <p:cNvSpPr/>
            <p:nvPr/>
          </p:nvSpPr>
          <p:spPr>
            <a:xfrm>
              <a:off x="5345979" y="352294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692A8">
                <a:alpha val="100000"/>
              </a:srgbClr>
            </a:solidFill>
            <a:ln w="5420" cap="flat">
              <a:solidFill>
                <a:srgbClr val="3692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32" name="pg1232"/>
            <p:cNvSpPr/>
            <p:nvPr/>
          </p:nvSpPr>
          <p:spPr>
            <a:xfrm>
              <a:off x="5066683" y="353724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9AEAB">
                <a:alpha val="100000"/>
              </a:srgbClr>
            </a:solidFill>
            <a:ln w="5420" cap="flat">
              <a:solidFill>
                <a:srgbClr val="49AE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33" name="pg1233"/>
            <p:cNvSpPr/>
            <p:nvPr/>
          </p:nvSpPr>
          <p:spPr>
            <a:xfrm>
              <a:off x="5078320" y="353724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AAEAB">
                <a:alpha val="100000"/>
              </a:srgbClr>
            </a:solidFill>
            <a:ln w="5420" cap="flat">
              <a:solidFill>
                <a:srgbClr val="4AAE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34" name="pg1234"/>
            <p:cNvSpPr/>
            <p:nvPr/>
          </p:nvSpPr>
          <p:spPr>
            <a:xfrm>
              <a:off x="5089957" y="353724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AAFAB">
                <a:alpha val="100000"/>
              </a:srgbClr>
            </a:solidFill>
            <a:ln w="5420" cap="flat">
              <a:solidFill>
                <a:srgbClr val="4AAF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35" name="pg1235"/>
            <p:cNvSpPr/>
            <p:nvPr/>
          </p:nvSpPr>
          <p:spPr>
            <a:xfrm>
              <a:off x="5101595" y="353724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CB1AB">
                <a:alpha val="100000"/>
              </a:srgbClr>
            </a:solidFill>
            <a:ln w="5420" cap="flat">
              <a:solidFill>
                <a:srgbClr val="4CB1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36" name="pg1236"/>
            <p:cNvSpPr/>
            <p:nvPr/>
          </p:nvSpPr>
          <p:spPr>
            <a:xfrm>
              <a:off x="5113232" y="353724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DB3AB">
                <a:alpha val="100000"/>
              </a:srgbClr>
            </a:solidFill>
            <a:ln w="5420" cap="flat">
              <a:solidFill>
                <a:srgbClr val="4DB3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37" name="pg1237"/>
            <p:cNvSpPr/>
            <p:nvPr/>
          </p:nvSpPr>
          <p:spPr>
            <a:xfrm>
              <a:off x="5124869" y="353724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FB5AB">
                <a:alpha val="100000"/>
              </a:srgbClr>
            </a:solidFill>
            <a:ln w="5420" cap="flat">
              <a:solidFill>
                <a:srgbClr val="4FB5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38" name="pg1238"/>
            <p:cNvSpPr/>
            <p:nvPr/>
          </p:nvSpPr>
          <p:spPr>
            <a:xfrm>
              <a:off x="5136507" y="353724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1B8AB">
                <a:alpha val="100000"/>
              </a:srgbClr>
            </a:solidFill>
            <a:ln w="5420" cap="flat">
              <a:solidFill>
                <a:srgbClr val="51B8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39" name="pg1239"/>
            <p:cNvSpPr/>
            <p:nvPr/>
          </p:nvSpPr>
          <p:spPr>
            <a:xfrm>
              <a:off x="5148144" y="353724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4BBAB">
                <a:alpha val="100000"/>
              </a:srgbClr>
            </a:solidFill>
            <a:ln w="5420" cap="flat">
              <a:solidFill>
                <a:srgbClr val="54BB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40" name="pg1240"/>
            <p:cNvSpPr/>
            <p:nvPr/>
          </p:nvSpPr>
          <p:spPr>
            <a:xfrm>
              <a:off x="5159781" y="353724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6BFAB">
                <a:alpha val="100000"/>
              </a:srgbClr>
            </a:solidFill>
            <a:ln w="5420" cap="flat">
              <a:solidFill>
                <a:srgbClr val="56BF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41" name="pg1241"/>
            <p:cNvSpPr/>
            <p:nvPr/>
          </p:nvSpPr>
          <p:spPr>
            <a:xfrm>
              <a:off x="5171419" y="353724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9C3AC">
                <a:alpha val="100000"/>
              </a:srgbClr>
            </a:solidFill>
            <a:ln w="5420" cap="flat">
              <a:solidFill>
                <a:srgbClr val="59C3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42" name="pg1242"/>
            <p:cNvSpPr/>
            <p:nvPr/>
          </p:nvSpPr>
          <p:spPr>
            <a:xfrm>
              <a:off x="5183056" y="353724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BC6AC">
                <a:alpha val="100000"/>
              </a:srgbClr>
            </a:solidFill>
            <a:ln w="5420" cap="flat">
              <a:solidFill>
                <a:srgbClr val="5BC6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43" name="pg1243"/>
            <p:cNvSpPr/>
            <p:nvPr/>
          </p:nvSpPr>
          <p:spPr>
            <a:xfrm>
              <a:off x="5194693" y="353724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CC8AC">
                <a:alpha val="100000"/>
              </a:srgbClr>
            </a:solidFill>
            <a:ln w="5420" cap="flat">
              <a:solidFill>
                <a:srgbClr val="5CC8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44" name="pg1244"/>
            <p:cNvSpPr/>
            <p:nvPr/>
          </p:nvSpPr>
          <p:spPr>
            <a:xfrm>
              <a:off x="5206331" y="353724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BC7AC">
                <a:alpha val="100000"/>
              </a:srgbClr>
            </a:solidFill>
            <a:ln w="5420" cap="flat">
              <a:solidFill>
                <a:srgbClr val="5BC7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45" name="pg1245"/>
            <p:cNvSpPr/>
            <p:nvPr/>
          </p:nvSpPr>
          <p:spPr>
            <a:xfrm>
              <a:off x="5217968" y="353724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FB5AB">
                <a:alpha val="100000"/>
              </a:srgbClr>
            </a:solidFill>
            <a:ln w="5420" cap="flat">
              <a:solidFill>
                <a:srgbClr val="4FB5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46" name="pg1246"/>
            <p:cNvSpPr/>
            <p:nvPr/>
          </p:nvSpPr>
          <p:spPr>
            <a:xfrm>
              <a:off x="5229605" y="353724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4A8AA">
                <a:alpha val="100000"/>
              </a:srgbClr>
            </a:solidFill>
            <a:ln w="5420" cap="flat">
              <a:solidFill>
                <a:srgbClr val="44A8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47" name="pg1247"/>
            <p:cNvSpPr/>
            <p:nvPr/>
          </p:nvSpPr>
          <p:spPr>
            <a:xfrm>
              <a:off x="5241243" y="353724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9CA9">
                <a:alpha val="100000"/>
              </a:srgbClr>
            </a:solidFill>
            <a:ln w="5420" cap="flat">
              <a:solidFill>
                <a:srgbClr val="399C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48" name="pg1248"/>
            <p:cNvSpPr/>
            <p:nvPr/>
          </p:nvSpPr>
          <p:spPr>
            <a:xfrm>
              <a:off x="5252880" y="353724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594A8">
                <a:alpha val="100000"/>
              </a:srgbClr>
            </a:solidFill>
            <a:ln w="5420" cap="flat">
              <a:solidFill>
                <a:srgbClr val="3594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49" name="pg1249"/>
            <p:cNvSpPr/>
            <p:nvPr/>
          </p:nvSpPr>
          <p:spPr>
            <a:xfrm>
              <a:off x="5264517" y="353724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690A8">
                <a:alpha val="100000"/>
              </a:srgbClr>
            </a:solidFill>
            <a:ln w="5420" cap="flat">
              <a:solidFill>
                <a:srgbClr val="3690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50" name="pg1250"/>
            <p:cNvSpPr/>
            <p:nvPr/>
          </p:nvSpPr>
          <p:spPr>
            <a:xfrm>
              <a:off x="5276155" y="353724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8FA7">
                <a:alpha val="100000"/>
              </a:srgbClr>
            </a:solidFill>
            <a:ln w="5420" cap="flat">
              <a:solidFill>
                <a:srgbClr val="378F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51" name="pg1251"/>
            <p:cNvSpPr/>
            <p:nvPr/>
          </p:nvSpPr>
          <p:spPr>
            <a:xfrm>
              <a:off x="5287792" y="353724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690A7">
                <a:alpha val="100000"/>
              </a:srgbClr>
            </a:solidFill>
            <a:ln w="5420" cap="flat">
              <a:solidFill>
                <a:srgbClr val="3690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52" name="pg1252"/>
            <p:cNvSpPr/>
            <p:nvPr/>
          </p:nvSpPr>
          <p:spPr>
            <a:xfrm>
              <a:off x="5299429" y="353724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690A8">
                <a:alpha val="100000"/>
              </a:srgbClr>
            </a:solidFill>
            <a:ln w="5420" cap="flat">
              <a:solidFill>
                <a:srgbClr val="3690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53" name="pg1253"/>
            <p:cNvSpPr/>
            <p:nvPr/>
          </p:nvSpPr>
          <p:spPr>
            <a:xfrm>
              <a:off x="5311067" y="353724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691A8">
                <a:alpha val="100000"/>
              </a:srgbClr>
            </a:solidFill>
            <a:ln w="5420" cap="flat">
              <a:solidFill>
                <a:srgbClr val="3691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54" name="pg1254"/>
            <p:cNvSpPr/>
            <p:nvPr/>
          </p:nvSpPr>
          <p:spPr>
            <a:xfrm>
              <a:off x="5322704" y="353724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691A8">
                <a:alpha val="100000"/>
              </a:srgbClr>
            </a:solidFill>
            <a:ln w="5420" cap="flat">
              <a:solidFill>
                <a:srgbClr val="3691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55" name="pg1255"/>
            <p:cNvSpPr/>
            <p:nvPr/>
          </p:nvSpPr>
          <p:spPr>
            <a:xfrm>
              <a:off x="5334341" y="353724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691A8">
                <a:alpha val="100000"/>
              </a:srgbClr>
            </a:solidFill>
            <a:ln w="5420" cap="flat">
              <a:solidFill>
                <a:srgbClr val="3691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56" name="pg1256"/>
            <p:cNvSpPr/>
            <p:nvPr/>
          </p:nvSpPr>
          <p:spPr>
            <a:xfrm>
              <a:off x="5066683" y="355154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BAFAB">
                <a:alpha val="100000"/>
              </a:srgbClr>
            </a:solidFill>
            <a:ln w="5420" cap="flat">
              <a:solidFill>
                <a:srgbClr val="4BAF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57" name="pg1257"/>
            <p:cNvSpPr/>
            <p:nvPr/>
          </p:nvSpPr>
          <p:spPr>
            <a:xfrm>
              <a:off x="5078320" y="355154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BB0AB">
                <a:alpha val="100000"/>
              </a:srgbClr>
            </a:solidFill>
            <a:ln w="5420" cap="flat">
              <a:solidFill>
                <a:srgbClr val="4BB0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58" name="pg1258"/>
            <p:cNvSpPr/>
            <p:nvPr/>
          </p:nvSpPr>
          <p:spPr>
            <a:xfrm>
              <a:off x="5089957" y="355154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BB0AB">
                <a:alpha val="100000"/>
              </a:srgbClr>
            </a:solidFill>
            <a:ln w="5420" cap="flat">
              <a:solidFill>
                <a:srgbClr val="4BB0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59" name="pg1259"/>
            <p:cNvSpPr/>
            <p:nvPr/>
          </p:nvSpPr>
          <p:spPr>
            <a:xfrm>
              <a:off x="5101595" y="355154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CB1AB">
                <a:alpha val="100000"/>
              </a:srgbClr>
            </a:solidFill>
            <a:ln w="5420" cap="flat">
              <a:solidFill>
                <a:srgbClr val="4CB1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60" name="pg1260"/>
            <p:cNvSpPr/>
            <p:nvPr/>
          </p:nvSpPr>
          <p:spPr>
            <a:xfrm>
              <a:off x="5113232" y="355154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CB2AB">
                <a:alpha val="100000"/>
              </a:srgbClr>
            </a:solidFill>
            <a:ln w="5420" cap="flat">
              <a:solidFill>
                <a:srgbClr val="4CB2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61" name="pg1261"/>
            <p:cNvSpPr/>
            <p:nvPr/>
          </p:nvSpPr>
          <p:spPr>
            <a:xfrm>
              <a:off x="5124869" y="355154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EB3AB">
                <a:alpha val="100000"/>
              </a:srgbClr>
            </a:solidFill>
            <a:ln w="5420" cap="flat">
              <a:solidFill>
                <a:srgbClr val="4EB3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62" name="pg1262"/>
            <p:cNvSpPr/>
            <p:nvPr/>
          </p:nvSpPr>
          <p:spPr>
            <a:xfrm>
              <a:off x="5136507" y="355154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FB5AB">
                <a:alpha val="100000"/>
              </a:srgbClr>
            </a:solidFill>
            <a:ln w="5420" cap="flat">
              <a:solidFill>
                <a:srgbClr val="4FB5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63" name="pg1263"/>
            <p:cNvSpPr/>
            <p:nvPr/>
          </p:nvSpPr>
          <p:spPr>
            <a:xfrm>
              <a:off x="5148144" y="355154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1B8AB">
                <a:alpha val="100000"/>
              </a:srgbClr>
            </a:solidFill>
            <a:ln w="5420" cap="flat">
              <a:solidFill>
                <a:srgbClr val="51B8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64" name="pg1264"/>
            <p:cNvSpPr/>
            <p:nvPr/>
          </p:nvSpPr>
          <p:spPr>
            <a:xfrm>
              <a:off x="5159781" y="355154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3BAAB">
                <a:alpha val="100000"/>
              </a:srgbClr>
            </a:solidFill>
            <a:ln w="5420" cap="flat">
              <a:solidFill>
                <a:srgbClr val="53BA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65" name="pg1265"/>
            <p:cNvSpPr/>
            <p:nvPr/>
          </p:nvSpPr>
          <p:spPr>
            <a:xfrm>
              <a:off x="5171419" y="355154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5BDAB">
                <a:alpha val="100000"/>
              </a:srgbClr>
            </a:solidFill>
            <a:ln w="5420" cap="flat">
              <a:solidFill>
                <a:srgbClr val="55BD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66" name="pg1266"/>
            <p:cNvSpPr/>
            <p:nvPr/>
          </p:nvSpPr>
          <p:spPr>
            <a:xfrm>
              <a:off x="5183056" y="355154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6BFAB">
                <a:alpha val="100000"/>
              </a:srgbClr>
            </a:solidFill>
            <a:ln w="5420" cap="flat">
              <a:solidFill>
                <a:srgbClr val="56BF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67" name="pg1267"/>
            <p:cNvSpPr/>
            <p:nvPr/>
          </p:nvSpPr>
          <p:spPr>
            <a:xfrm>
              <a:off x="5194693" y="355154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6BEAB">
                <a:alpha val="100000"/>
              </a:srgbClr>
            </a:solidFill>
            <a:ln w="5420" cap="flat">
              <a:solidFill>
                <a:srgbClr val="56BE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68" name="pg1268"/>
            <p:cNvSpPr/>
            <p:nvPr/>
          </p:nvSpPr>
          <p:spPr>
            <a:xfrm>
              <a:off x="5206331" y="355154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3BBAB">
                <a:alpha val="100000"/>
              </a:srgbClr>
            </a:solidFill>
            <a:ln w="5420" cap="flat">
              <a:solidFill>
                <a:srgbClr val="53BB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69" name="pg1269"/>
            <p:cNvSpPr/>
            <p:nvPr/>
          </p:nvSpPr>
          <p:spPr>
            <a:xfrm>
              <a:off x="5217968" y="355154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4A8AA">
                <a:alpha val="100000"/>
              </a:srgbClr>
            </a:solidFill>
            <a:ln w="5420" cap="flat">
              <a:solidFill>
                <a:srgbClr val="44A8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70" name="pg1270"/>
            <p:cNvSpPr/>
            <p:nvPr/>
          </p:nvSpPr>
          <p:spPr>
            <a:xfrm>
              <a:off x="5229605" y="355154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89BA9">
                <a:alpha val="100000"/>
              </a:srgbClr>
            </a:solidFill>
            <a:ln w="5420" cap="flat">
              <a:solidFill>
                <a:srgbClr val="389B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71" name="pg1271"/>
            <p:cNvSpPr/>
            <p:nvPr/>
          </p:nvSpPr>
          <p:spPr>
            <a:xfrm>
              <a:off x="5241243" y="355154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690A8">
                <a:alpha val="100000"/>
              </a:srgbClr>
            </a:solidFill>
            <a:ln w="5420" cap="flat">
              <a:solidFill>
                <a:srgbClr val="3690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72" name="pg1272"/>
            <p:cNvSpPr/>
            <p:nvPr/>
          </p:nvSpPr>
          <p:spPr>
            <a:xfrm>
              <a:off x="5252880" y="355154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88AA6">
                <a:alpha val="100000"/>
              </a:srgbClr>
            </a:solidFill>
            <a:ln w="5420" cap="flat">
              <a:solidFill>
                <a:srgbClr val="388AA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73" name="pg1273"/>
            <p:cNvSpPr/>
            <p:nvPr/>
          </p:nvSpPr>
          <p:spPr>
            <a:xfrm>
              <a:off x="5264517" y="355154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889A6">
                <a:alpha val="100000"/>
              </a:srgbClr>
            </a:solidFill>
            <a:ln w="5420" cap="flat">
              <a:solidFill>
                <a:srgbClr val="3889A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74" name="pg1274"/>
            <p:cNvSpPr/>
            <p:nvPr/>
          </p:nvSpPr>
          <p:spPr>
            <a:xfrm>
              <a:off x="5276155" y="355154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88AA6">
                <a:alpha val="100000"/>
              </a:srgbClr>
            </a:solidFill>
            <a:ln w="5420" cap="flat">
              <a:solidFill>
                <a:srgbClr val="388AA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75" name="pg1275"/>
            <p:cNvSpPr/>
            <p:nvPr/>
          </p:nvSpPr>
          <p:spPr>
            <a:xfrm>
              <a:off x="5287792" y="355154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88BA7">
                <a:alpha val="100000"/>
              </a:srgbClr>
            </a:solidFill>
            <a:ln w="5420" cap="flat">
              <a:solidFill>
                <a:srgbClr val="388B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76" name="pg1276"/>
            <p:cNvSpPr/>
            <p:nvPr/>
          </p:nvSpPr>
          <p:spPr>
            <a:xfrm>
              <a:off x="5299429" y="355154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8DA7">
                <a:alpha val="100000"/>
              </a:srgbClr>
            </a:solidFill>
            <a:ln w="5420" cap="flat">
              <a:solidFill>
                <a:srgbClr val="378D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77" name="pg1277"/>
            <p:cNvSpPr/>
            <p:nvPr/>
          </p:nvSpPr>
          <p:spPr>
            <a:xfrm>
              <a:off x="5311067" y="355154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8FA7">
                <a:alpha val="100000"/>
              </a:srgbClr>
            </a:solidFill>
            <a:ln w="5420" cap="flat">
              <a:solidFill>
                <a:srgbClr val="378F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78" name="pg1278"/>
            <p:cNvSpPr/>
            <p:nvPr/>
          </p:nvSpPr>
          <p:spPr>
            <a:xfrm>
              <a:off x="5322704" y="355154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690A7">
                <a:alpha val="100000"/>
              </a:srgbClr>
            </a:solidFill>
            <a:ln w="5420" cap="flat">
              <a:solidFill>
                <a:srgbClr val="3690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79" name="pg1279"/>
            <p:cNvSpPr/>
            <p:nvPr/>
          </p:nvSpPr>
          <p:spPr>
            <a:xfrm>
              <a:off x="5031771" y="356584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DB3AB">
                <a:alpha val="100000"/>
              </a:srgbClr>
            </a:solidFill>
            <a:ln w="5420" cap="flat">
              <a:solidFill>
                <a:srgbClr val="4DB3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80" name="pg1280"/>
            <p:cNvSpPr/>
            <p:nvPr/>
          </p:nvSpPr>
          <p:spPr>
            <a:xfrm>
              <a:off x="5043408" y="356584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DB3AB">
                <a:alpha val="100000"/>
              </a:srgbClr>
            </a:solidFill>
            <a:ln w="5420" cap="flat">
              <a:solidFill>
                <a:srgbClr val="4DB3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81" name="pg1281"/>
            <p:cNvSpPr/>
            <p:nvPr/>
          </p:nvSpPr>
          <p:spPr>
            <a:xfrm>
              <a:off x="5066683" y="356584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DB2AB">
                <a:alpha val="100000"/>
              </a:srgbClr>
            </a:solidFill>
            <a:ln w="5420" cap="flat">
              <a:solidFill>
                <a:srgbClr val="4DB2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82" name="pg1282"/>
            <p:cNvSpPr/>
            <p:nvPr/>
          </p:nvSpPr>
          <p:spPr>
            <a:xfrm>
              <a:off x="5078320" y="356584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CB1AB">
                <a:alpha val="100000"/>
              </a:srgbClr>
            </a:solidFill>
            <a:ln w="5420" cap="flat">
              <a:solidFill>
                <a:srgbClr val="4CB1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83" name="pg1283"/>
            <p:cNvSpPr/>
            <p:nvPr/>
          </p:nvSpPr>
          <p:spPr>
            <a:xfrm>
              <a:off x="5089957" y="356584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CB1AB">
                <a:alpha val="100000"/>
              </a:srgbClr>
            </a:solidFill>
            <a:ln w="5420" cap="flat">
              <a:solidFill>
                <a:srgbClr val="4CB1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84" name="pg1284"/>
            <p:cNvSpPr/>
            <p:nvPr/>
          </p:nvSpPr>
          <p:spPr>
            <a:xfrm>
              <a:off x="5101595" y="356584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BB0AB">
                <a:alpha val="100000"/>
              </a:srgbClr>
            </a:solidFill>
            <a:ln w="5420" cap="flat">
              <a:solidFill>
                <a:srgbClr val="4BB0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85" name="pg1285"/>
            <p:cNvSpPr/>
            <p:nvPr/>
          </p:nvSpPr>
          <p:spPr>
            <a:xfrm>
              <a:off x="5113232" y="356584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CB0AB">
                <a:alpha val="100000"/>
              </a:srgbClr>
            </a:solidFill>
            <a:ln w="5420" cap="flat">
              <a:solidFill>
                <a:srgbClr val="4CB0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86" name="pg1286"/>
            <p:cNvSpPr/>
            <p:nvPr/>
          </p:nvSpPr>
          <p:spPr>
            <a:xfrm>
              <a:off x="5124869" y="356584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CB1AB">
                <a:alpha val="100000"/>
              </a:srgbClr>
            </a:solidFill>
            <a:ln w="5420" cap="flat">
              <a:solidFill>
                <a:srgbClr val="4CB1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87" name="pg1287"/>
            <p:cNvSpPr/>
            <p:nvPr/>
          </p:nvSpPr>
          <p:spPr>
            <a:xfrm>
              <a:off x="5136507" y="356584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DB2AB">
                <a:alpha val="100000"/>
              </a:srgbClr>
            </a:solidFill>
            <a:ln w="5420" cap="flat">
              <a:solidFill>
                <a:srgbClr val="4DB2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88" name="pg1288"/>
            <p:cNvSpPr/>
            <p:nvPr/>
          </p:nvSpPr>
          <p:spPr>
            <a:xfrm>
              <a:off x="5148144" y="356584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EB3AB">
                <a:alpha val="100000"/>
              </a:srgbClr>
            </a:solidFill>
            <a:ln w="5420" cap="flat">
              <a:solidFill>
                <a:srgbClr val="4EB3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89" name="pg1289"/>
            <p:cNvSpPr/>
            <p:nvPr/>
          </p:nvSpPr>
          <p:spPr>
            <a:xfrm>
              <a:off x="5183056" y="356584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FB5AB">
                <a:alpha val="100000"/>
              </a:srgbClr>
            </a:solidFill>
            <a:ln w="5420" cap="flat">
              <a:solidFill>
                <a:srgbClr val="4FB5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90" name="pg1290"/>
            <p:cNvSpPr/>
            <p:nvPr/>
          </p:nvSpPr>
          <p:spPr>
            <a:xfrm>
              <a:off x="5194693" y="356584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EB3AB">
                <a:alpha val="100000"/>
              </a:srgbClr>
            </a:solidFill>
            <a:ln w="5420" cap="flat">
              <a:solidFill>
                <a:srgbClr val="4EB3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91" name="pg1291"/>
            <p:cNvSpPr/>
            <p:nvPr/>
          </p:nvSpPr>
          <p:spPr>
            <a:xfrm>
              <a:off x="5206331" y="356584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AAFAB">
                <a:alpha val="100000"/>
              </a:srgbClr>
            </a:solidFill>
            <a:ln w="5420" cap="flat">
              <a:solidFill>
                <a:srgbClr val="4AAF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92" name="pg1292"/>
            <p:cNvSpPr/>
            <p:nvPr/>
          </p:nvSpPr>
          <p:spPr>
            <a:xfrm>
              <a:off x="5217968" y="356584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9DA9">
                <a:alpha val="100000"/>
              </a:srgbClr>
            </a:solidFill>
            <a:ln w="5420" cap="flat">
              <a:solidFill>
                <a:srgbClr val="3B9D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93" name="pg1293"/>
            <p:cNvSpPr/>
            <p:nvPr/>
          </p:nvSpPr>
          <p:spPr>
            <a:xfrm>
              <a:off x="5229605" y="356584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692A8">
                <a:alpha val="100000"/>
              </a:srgbClr>
            </a:solidFill>
            <a:ln w="5420" cap="flat">
              <a:solidFill>
                <a:srgbClr val="3692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94" name="pg1294"/>
            <p:cNvSpPr/>
            <p:nvPr/>
          </p:nvSpPr>
          <p:spPr>
            <a:xfrm>
              <a:off x="5241243" y="356584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88AA6">
                <a:alpha val="100000"/>
              </a:srgbClr>
            </a:solidFill>
            <a:ln w="5420" cap="flat">
              <a:solidFill>
                <a:srgbClr val="388AA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95" name="pg1295"/>
            <p:cNvSpPr/>
            <p:nvPr/>
          </p:nvSpPr>
          <p:spPr>
            <a:xfrm>
              <a:off x="5252880" y="356584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85A5">
                <a:alpha val="100000"/>
              </a:srgbClr>
            </a:solidFill>
            <a:ln w="5420" cap="flat">
              <a:solidFill>
                <a:srgbClr val="3985A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96" name="pg1296"/>
            <p:cNvSpPr/>
            <p:nvPr/>
          </p:nvSpPr>
          <p:spPr>
            <a:xfrm>
              <a:off x="5264517" y="356584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85A5">
                <a:alpha val="100000"/>
              </a:srgbClr>
            </a:solidFill>
            <a:ln w="5420" cap="flat">
              <a:solidFill>
                <a:srgbClr val="3985A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97" name="pg1297"/>
            <p:cNvSpPr/>
            <p:nvPr/>
          </p:nvSpPr>
          <p:spPr>
            <a:xfrm>
              <a:off x="5276155" y="356584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87A6">
                <a:alpha val="100000"/>
              </a:srgbClr>
            </a:solidFill>
            <a:ln w="5420" cap="flat">
              <a:solidFill>
                <a:srgbClr val="3987A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98" name="pg1298"/>
            <p:cNvSpPr/>
            <p:nvPr/>
          </p:nvSpPr>
          <p:spPr>
            <a:xfrm>
              <a:off x="5287792" y="356584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889A6">
                <a:alpha val="100000"/>
              </a:srgbClr>
            </a:solidFill>
            <a:ln w="5420" cap="flat">
              <a:solidFill>
                <a:srgbClr val="3889A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99" name="pg1299"/>
            <p:cNvSpPr/>
            <p:nvPr/>
          </p:nvSpPr>
          <p:spPr>
            <a:xfrm>
              <a:off x="5299429" y="356584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88BA7">
                <a:alpha val="100000"/>
              </a:srgbClr>
            </a:solidFill>
            <a:ln w="5420" cap="flat">
              <a:solidFill>
                <a:srgbClr val="388B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00" name="pg1300"/>
            <p:cNvSpPr/>
            <p:nvPr/>
          </p:nvSpPr>
          <p:spPr>
            <a:xfrm>
              <a:off x="5311067" y="356584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8DA7">
                <a:alpha val="100000"/>
              </a:srgbClr>
            </a:solidFill>
            <a:ln w="5420" cap="flat">
              <a:solidFill>
                <a:srgbClr val="378D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01" name="pg1301"/>
            <p:cNvSpPr/>
            <p:nvPr/>
          </p:nvSpPr>
          <p:spPr>
            <a:xfrm>
              <a:off x="5020133" y="358014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0B6AB">
                <a:alpha val="100000"/>
              </a:srgbClr>
            </a:solidFill>
            <a:ln w="5420" cap="flat">
              <a:solidFill>
                <a:srgbClr val="50B6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02" name="pg1302"/>
            <p:cNvSpPr/>
            <p:nvPr/>
          </p:nvSpPr>
          <p:spPr>
            <a:xfrm>
              <a:off x="5031771" y="358014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0B6AB">
                <a:alpha val="100000"/>
              </a:srgbClr>
            </a:solidFill>
            <a:ln w="5420" cap="flat">
              <a:solidFill>
                <a:srgbClr val="50B6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03" name="pg1303"/>
            <p:cNvSpPr/>
            <p:nvPr/>
          </p:nvSpPr>
          <p:spPr>
            <a:xfrm>
              <a:off x="5043408" y="358014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0B6AB">
                <a:alpha val="100000"/>
              </a:srgbClr>
            </a:solidFill>
            <a:ln w="5420" cap="flat">
              <a:solidFill>
                <a:srgbClr val="50B6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04" name="pg1304"/>
            <p:cNvSpPr/>
            <p:nvPr/>
          </p:nvSpPr>
          <p:spPr>
            <a:xfrm>
              <a:off x="5055045" y="358014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FB6AB">
                <a:alpha val="100000"/>
              </a:srgbClr>
            </a:solidFill>
            <a:ln w="5420" cap="flat">
              <a:solidFill>
                <a:srgbClr val="4FB6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05" name="pg1305"/>
            <p:cNvSpPr/>
            <p:nvPr/>
          </p:nvSpPr>
          <p:spPr>
            <a:xfrm>
              <a:off x="5066683" y="358014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FB5AB">
                <a:alpha val="100000"/>
              </a:srgbClr>
            </a:solidFill>
            <a:ln w="5420" cap="flat">
              <a:solidFill>
                <a:srgbClr val="4FB5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06" name="pg1306"/>
            <p:cNvSpPr/>
            <p:nvPr/>
          </p:nvSpPr>
          <p:spPr>
            <a:xfrm>
              <a:off x="5078320" y="358014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EB4AB">
                <a:alpha val="100000"/>
              </a:srgbClr>
            </a:solidFill>
            <a:ln w="5420" cap="flat">
              <a:solidFill>
                <a:srgbClr val="4EB4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07" name="pg1307"/>
            <p:cNvSpPr/>
            <p:nvPr/>
          </p:nvSpPr>
          <p:spPr>
            <a:xfrm>
              <a:off x="5089957" y="358014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DB2AB">
                <a:alpha val="100000"/>
              </a:srgbClr>
            </a:solidFill>
            <a:ln w="5420" cap="flat">
              <a:solidFill>
                <a:srgbClr val="4DB2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08" name="pg1308"/>
            <p:cNvSpPr/>
            <p:nvPr/>
          </p:nvSpPr>
          <p:spPr>
            <a:xfrm>
              <a:off x="5101595" y="358014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BB0AB">
                <a:alpha val="100000"/>
              </a:srgbClr>
            </a:solidFill>
            <a:ln w="5420" cap="flat">
              <a:solidFill>
                <a:srgbClr val="4BB0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09" name="pg1309"/>
            <p:cNvSpPr/>
            <p:nvPr/>
          </p:nvSpPr>
          <p:spPr>
            <a:xfrm>
              <a:off x="5113232" y="358014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BB0AB">
                <a:alpha val="100000"/>
              </a:srgbClr>
            </a:solidFill>
            <a:ln w="5420" cap="flat">
              <a:solidFill>
                <a:srgbClr val="4BB0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10" name="pg1310"/>
            <p:cNvSpPr/>
            <p:nvPr/>
          </p:nvSpPr>
          <p:spPr>
            <a:xfrm>
              <a:off x="5124869" y="358014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BAFAB">
                <a:alpha val="100000"/>
              </a:srgbClr>
            </a:solidFill>
            <a:ln w="5420" cap="flat">
              <a:solidFill>
                <a:srgbClr val="4BAF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11" name="pg1311"/>
            <p:cNvSpPr/>
            <p:nvPr/>
          </p:nvSpPr>
          <p:spPr>
            <a:xfrm>
              <a:off x="5136507" y="358014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AAFAB">
                <a:alpha val="100000"/>
              </a:srgbClr>
            </a:solidFill>
            <a:ln w="5420" cap="flat">
              <a:solidFill>
                <a:srgbClr val="4AAF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12" name="pg1312"/>
            <p:cNvSpPr/>
            <p:nvPr/>
          </p:nvSpPr>
          <p:spPr>
            <a:xfrm>
              <a:off x="5148144" y="358014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BAFAB">
                <a:alpha val="100000"/>
              </a:srgbClr>
            </a:solidFill>
            <a:ln w="5420" cap="flat">
              <a:solidFill>
                <a:srgbClr val="4BAF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13" name="pg1313"/>
            <p:cNvSpPr/>
            <p:nvPr/>
          </p:nvSpPr>
          <p:spPr>
            <a:xfrm>
              <a:off x="5194693" y="358014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7ABAA">
                <a:alpha val="100000"/>
              </a:srgbClr>
            </a:solidFill>
            <a:ln w="5420" cap="flat">
              <a:solidFill>
                <a:srgbClr val="47AB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14" name="pg1314"/>
            <p:cNvSpPr/>
            <p:nvPr/>
          </p:nvSpPr>
          <p:spPr>
            <a:xfrm>
              <a:off x="5206331" y="358014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3A6AA">
                <a:alpha val="100000"/>
              </a:srgbClr>
            </a:solidFill>
            <a:ln w="5420" cap="flat">
              <a:solidFill>
                <a:srgbClr val="43A6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15" name="pg1315"/>
            <p:cNvSpPr/>
            <p:nvPr/>
          </p:nvSpPr>
          <p:spPr>
            <a:xfrm>
              <a:off x="5217968" y="358014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598A9">
                <a:alpha val="100000"/>
              </a:srgbClr>
            </a:solidFill>
            <a:ln w="5420" cap="flat">
              <a:solidFill>
                <a:srgbClr val="3598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16" name="pg1316"/>
            <p:cNvSpPr/>
            <p:nvPr/>
          </p:nvSpPr>
          <p:spPr>
            <a:xfrm>
              <a:off x="5229605" y="358014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690A7">
                <a:alpha val="100000"/>
              </a:srgbClr>
            </a:solidFill>
            <a:ln w="5420" cap="flat">
              <a:solidFill>
                <a:srgbClr val="3690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17" name="pg1317"/>
            <p:cNvSpPr/>
            <p:nvPr/>
          </p:nvSpPr>
          <p:spPr>
            <a:xfrm>
              <a:off x="5241243" y="358014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889A6">
                <a:alpha val="100000"/>
              </a:srgbClr>
            </a:solidFill>
            <a:ln w="5420" cap="flat">
              <a:solidFill>
                <a:srgbClr val="3889A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18" name="pg1318"/>
            <p:cNvSpPr/>
            <p:nvPr/>
          </p:nvSpPr>
          <p:spPr>
            <a:xfrm>
              <a:off x="5252880" y="358014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86A5">
                <a:alpha val="100000"/>
              </a:srgbClr>
            </a:solidFill>
            <a:ln w="5420" cap="flat">
              <a:solidFill>
                <a:srgbClr val="3986A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19" name="pg1319"/>
            <p:cNvSpPr/>
            <p:nvPr/>
          </p:nvSpPr>
          <p:spPr>
            <a:xfrm>
              <a:off x="5264517" y="358014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86A5">
                <a:alpha val="100000"/>
              </a:srgbClr>
            </a:solidFill>
            <a:ln w="5420" cap="flat">
              <a:solidFill>
                <a:srgbClr val="3986A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20" name="pg1320"/>
            <p:cNvSpPr/>
            <p:nvPr/>
          </p:nvSpPr>
          <p:spPr>
            <a:xfrm>
              <a:off x="5276155" y="358014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87A6">
                <a:alpha val="100000"/>
              </a:srgbClr>
            </a:solidFill>
            <a:ln w="5420" cap="flat">
              <a:solidFill>
                <a:srgbClr val="3987A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21" name="pg1321"/>
            <p:cNvSpPr/>
            <p:nvPr/>
          </p:nvSpPr>
          <p:spPr>
            <a:xfrm>
              <a:off x="5287792" y="358014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889A6">
                <a:alpha val="100000"/>
              </a:srgbClr>
            </a:solidFill>
            <a:ln w="5420" cap="flat">
              <a:solidFill>
                <a:srgbClr val="3889A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22" name="pg1322"/>
            <p:cNvSpPr/>
            <p:nvPr/>
          </p:nvSpPr>
          <p:spPr>
            <a:xfrm>
              <a:off x="5299429" y="358014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88BA6">
                <a:alpha val="100000"/>
              </a:srgbClr>
            </a:solidFill>
            <a:ln w="5420" cap="flat">
              <a:solidFill>
                <a:srgbClr val="388BA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23" name="pg1323"/>
            <p:cNvSpPr/>
            <p:nvPr/>
          </p:nvSpPr>
          <p:spPr>
            <a:xfrm>
              <a:off x="5008496" y="359444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3BAAB">
                <a:alpha val="100000"/>
              </a:srgbClr>
            </a:solidFill>
            <a:ln w="5420" cap="flat">
              <a:solidFill>
                <a:srgbClr val="53BA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24" name="pg1324"/>
            <p:cNvSpPr/>
            <p:nvPr/>
          </p:nvSpPr>
          <p:spPr>
            <a:xfrm>
              <a:off x="5020133" y="359444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3BAAB">
                <a:alpha val="100000"/>
              </a:srgbClr>
            </a:solidFill>
            <a:ln w="5420" cap="flat">
              <a:solidFill>
                <a:srgbClr val="53BA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25" name="pg1325"/>
            <p:cNvSpPr/>
            <p:nvPr/>
          </p:nvSpPr>
          <p:spPr>
            <a:xfrm>
              <a:off x="5031771" y="359444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3BBAB">
                <a:alpha val="100000"/>
              </a:srgbClr>
            </a:solidFill>
            <a:ln w="5420" cap="flat">
              <a:solidFill>
                <a:srgbClr val="53BB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26" name="pg1326"/>
            <p:cNvSpPr/>
            <p:nvPr/>
          </p:nvSpPr>
          <p:spPr>
            <a:xfrm>
              <a:off x="5043408" y="359444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3BBAB">
                <a:alpha val="100000"/>
              </a:srgbClr>
            </a:solidFill>
            <a:ln w="5420" cap="flat">
              <a:solidFill>
                <a:srgbClr val="53BB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27" name="pg1327"/>
            <p:cNvSpPr/>
            <p:nvPr/>
          </p:nvSpPr>
          <p:spPr>
            <a:xfrm>
              <a:off x="5055045" y="359444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3BAAB">
                <a:alpha val="100000"/>
              </a:srgbClr>
            </a:solidFill>
            <a:ln w="5420" cap="flat">
              <a:solidFill>
                <a:srgbClr val="53BA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28" name="pg1328"/>
            <p:cNvSpPr/>
            <p:nvPr/>
          </p:nvSpPr>
          <p:spPr>
            <a:xfrm>
              <a:off x="5066683" y="359444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2B8AB">
                <a:alpha val="100000"/>
              </a:srgbClr>
            </a:solidFill>
            <a:ln w="5420" cap="flat">
              <a:solidFill>
                <a:srgbClr val="52B8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29" name="pg1329"/>
            <p:cNvSpPr/>
            <p:nvPr/>
          </p:nvSpPr>
          <p:spPr>
            <a:xfrm>
              <a:off x="5078320" y="359444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0B7AB">
                <a:alpha val="100000"/>
              </a:srgbClr>
            </a:solidFill>
            <a:ln w="5420" cap="flat">
              <a:solidFill>
                <a:srgbClr val="50B7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30" name="pg1330"/>
            <p:cNvSpPr/>
            <p:nvPr/>
          </p:nvSpPr>
          <p:spPr>
            <a:xfrm>
              <a:off x="5089957" y="359444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FB5AB">
                <a:alpha val="100000"/>
              </a:srgbClr>
            </a:solidFill>
            <a:ln w="5420" cap="flat">
              <a:solidFill>
                <a:srgbClr val="4FB5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31" name="pg1331"/>
            <p:cNvSpPr/>
            <p:nvPr/>
          </p:nvSpPr>
          <p:spPr>
            <a:xfrm>
              <a:off x="5101595" y="359444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CB1AB">
                <a:alpha val="100000"/>
              </a:srgbClr>
            </a:solidFill>
            <a:ln w="5420" cap="flat">
              <a:solidFill>
                <a:srgbClr val="4CB1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32" name="pg1332"/>
            <p:cNvSpPr/>
            <p:nvPr/>
          </p:nvSpPr>
          <p:spPr>
            <a:xfrm>
              <a:off x="5113232" y="359444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AAFAB">
                <a:alpha val="100000"/>
              </a:srgbClr>
            </a:solidFill>
            <a:ln w="5420" cap="flat">
              <a:solidFill>
                <a:srgbClr val="4AAF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33" name="pg1333"/>
            <p:cNvSpPr/>
            <p:nvPr/>
          </p:nvSpPr>
          <p:spPr>
            <a:xfrm>
              <a:off x="5124869" y="359444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9AEAB">
                <a:alpha val="100000"/>
              </a:srgbClr>
            </a:solidFill>
            <a:ln w="5420" cap="flat">
              <a:solidFill>
                <a:srgbClr val="49AE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34" name="pg1334"/>
            <p:cNvSpPr/>
            <p:nvPr/>
          </p:nvSpPr>
          <p:spPr>
            <a:xfrm>
              <a:off x="5136507" y="359444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9ADAB">
                <a:alpha val="100000"/>
              </a:srgbClr>
            </a:solidFill>
            <a:ln w="5420" cap="flat">
              <a:solidFill>
                <a:srgbClr val="49AD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35" name="pg1335"/>
            <p:cNvSpPr/>
            <p:nvPr/>
          </p:nvSpPr>
          <p:spPr>
            <a:xfrm>
              <a:off x="5148144" y="359444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8ACAA">
                <a:alpha val="100000"/>
              </a:srgbClr>
            </a:solidFill>
            <a:ln w="5420" cap="flat">
              <a:solidFill>
                <a:srgbClr val="48AC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36" name="pg1336"/>
            <p:cNvSpPr/>
            <p:nvPr/>
          </p:nvSpPr>
          <p:spPr>
            <a:xfrm>
              <a:off x="5194693" y="359444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2A5AA">
                <a:alpha val="100000"/>
              </a:srgbClr>
            </a:solidFill>
            <a:ln w="5420" cap="flat">
              <a:solidFill>
                <a:srgbClr val="42A5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37" name="pg1337"/>
            <p:cNvSpPr/>
            <p:nvPr/>
          </p:nvSpPr>
          <p:spPr>
            <a:xfrm>
              <a:off x="5206331" y="359444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EA1AA">
                <a:alpha val="100000"/>
              </a:srgbClr>
            </a:solidFill>
            <a:ln w="5420" cap="flat">
              <a:solidFill>
                <a:srgbClr val="3EA1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38" name="pg1338"/>
            <p:cNvSpPr/>
            <p:nvPr/>
          </p:nvSpPr>
          <p:spPr>
            <a:xfrm>
              <a:off x="5217968" y="359444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497A9">
                <a:alpha val="100000"/>
              </a:srgbClr>
            </a:solidFill>
            <a:ln w="5420" cap="flat">
              <a:solidFill>
                <a:srgbClr val="3497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39" name="pg1339"/>
            <p:cNvSpPr/>
            <p:nvPr/>
          </p:nvSpPr>
          <p:spPr>
            <a:xfrm>
              <a:off x="5229605" y="359444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691A8">
                <a:alpha val="100000"/>
              </a:srgbClr>
            </a:solidFill>
            <a:ln w="5420" cap="flat">
              <a:solidFill>
                <a:srgbClr val="3691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40" name="pg1340"/>
            <p:cNvSpPr/>
            <p:nvPr/>
          </p:nvSpPr>
          <p:spPr>
            <a:xfrm>
              <a:off x="5241243" y="359444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8CA7">
                <a:alpha val="100000"/>
              </a:srgbClr>
            </a:solidFill>
            <a:ln w="5420" cap="flat">
              <a:solidFill>
                <a:srgbClr val="378C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41" name="pg1341"/>
            <p:cNvSpPr/>
            <p:nvPr/>
          </p:nvSpPr>
          <p:spPr>
            <a:xfrm>
              <a:off x="5252880" y="359444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889A6">
                <a:alpha val="100000"/>
              </a:srgbClr>
            </a:solidFill>
            <a:ln w="5420" cap="flat">
              <a:solidFill>
                <a:srgbClr val="3889A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42" name="pg1342"/>
            <p:cNvSpPr/>
            <p:nvPr/>
          </p:nvSpPr>
          <p:spPr>
            <a:xfrm>
              <a:off x="5264517" y="359444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889A6">
                <a:alpha val="100000"/>
              </a:srgbClr>
            </a:solidFill>
            <a:ln w="5420" cap="flat">
              <a:solidFill>
                <a:srgbClr val="3889A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43" name="pg1343"/>
            <p:cNvSpPr/>
            <p:nvPr/>
          </p:nvSpPr>
          <p:spPr>
            <a:xfrm>
              <a:off x="5276155" y="359444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889A6">
                <a:alpha val="100000"/>
              </a:srgbClr>
            </a:solidFill>
            <a:ln w="5420" cap="flat">
              <a:solidFill>
                <a:srgbClr val="3889A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44" name="pg1344"/>
            <p:cNvSpPr/>
            <p:nvPr/>
          </p:nvSpPr>
          <p:spPr>
            <a:xfrm>
              <a:off x="5287792" y="359444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88AA6">
                <a:alpha val="100000"/>
              </a:srgbClr>
            </a:solidFill>
            <a:ln w="5420" cap="flat">
              <a:solidFill>
                <a:srgbClr val="388AA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45" name="pg1345"/>
            <p:cNvSpPr/>
            <p:nvPr/>
          </p:nvSpPr>
          <p:spPr>
            <a:xfrm>
              <a:off x="4996859" y="360874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5BDAB">
                <a:alpha val="100000"/>
              </a:srgbClr>
            </a:solidFill>
            <a:ln w="5420" cap="flat">
              <a:solidFill>
                <a:srgbClr val="55BD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46" name="pg1346"/>
            <p:cNvSpPr/>
            <p:nvPr/>
          </p:nvSpPr>
          <p:spPr>
            <a:xfrm>
              <a:off x="5008496" y="360874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6BEAB">
                <a:alpha val="100000"/>
              </a:srgbClr>
            </a:solidFill>
            <a:ln w="5420" cap="flat">
              <a:solidFill>
                <a:srgbClr val="56BE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47" name="pg1347"/>
            <p:cNvSpPr/>
            <p:nvPr/>
          </p:nvSpPr>
          <p:spPr>
            <a:xfrm>
              <a:off x="5020133" y="360874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7BFAB">
                <a:alpha val="100000"/>
              </a:srgbClr>
            </a:solidFill>
            <a:ln w="5420" cap="flat">
              <a:solidFill>
                <a:srgbClr val="57BF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48" name="pg1348"/>
            <p:cNvSpPr/>
            <p:nvPr/>
          </p:nvSpPr>
          <p:spPr>
            <a:xfrm>
              <a:off x="5031771" y="360874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7C0AC">
                <a:alpha val="100000"/>
              </a:srgbClr>
            </a:solidFill>
            <a:ln w="5420" cap="flat">
              <a:solidFill>
                <a:srgbClr val="57C0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49" name="pg1349"/>
            <p:cNvSpPr/>
            <p:nvPr/>
          </p:nvSpPr>
          <p:spPr>
            <a:xfrm>
              <a:off x="5043408" y="360874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7C0AC">
                <a:alpha val="100000"/>
              </a:srgbClr>
            </a:solidFill>
            <a:ln w="5420" cap="flat">
              <a:solidFill>
                <a:srgbClr val="57C0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50" name="pg1350"/>
            <p:cNvSpPr/>
            <p:nvPr/>
          </p:nvSpPr>
          <p:spPr>
            <a:xfrm>
              <a:off x="5055045" y="360874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6BFAB">
                <a:alpha val="100000"/>
              </a:srgbClr>
            </a:solidFill>
            <a:ln w="5420" cap="flat">
              <a:solidFill>
                <a:srgbClr val="56BF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51" name="pg1351"/>
            <p:cNvSpPr/>
            <p:nvPr/>
          </p:nvSpPr>
          <p:spPr>
            <a:xfrm>
              <a:off x="5066683" y="360874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5BDAB">
                <a:alpha val="100000"/>
              </a:srgbClr>
            </a:solidFill>
            <a:ln w="5420" cap="flat">
              <a:solidFill>
                <a:srgbClr val="55BD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52" name="pg1352"/>
            <p:cNvSpPr/>
            <p:nvPr/>
          </p:nvSpPr>
          <p:spPr>
            <a:xfrm>
              <a:off x="5078320" y="360874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3BBAB">
                <a:alpha val="100000"/>
              </a:srgbClr>
            </a:solidFill>
            <a:ln w="5420" cap="flat">
              <a:solidFill>
                <a:srgbClr val="53BB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53" name="pg1353"/>
            <p:cNvSpPr/>
            <p:nvPr/>
          </p:nvSpPr>
          <p:spPr>
            <a:xfrm>
              <a:off x="5089957" y="360874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1B8AB">
                <a:alpha val="100000"/>
              </a:srgbClr>
            </a:solidFill>
            <a:ln w="5420" cap="flat">
              <a:solidFill>
                <a:srgbClr val="51B8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54" name="pg1354"/>
            <p:cNvSpPr/>
            <p:nvPr/>
          </p:nvSpPr>
          <p:spPr>
            <a:xfrm>
              <a:off x="5101595" y="360874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DB2AB">
                <a:alpha val="100000"/>
              </a:srgbClr>
            </a:solidFill>
            <a:ln w="5420" cap="flat">
              <a:solidFill>
                <a:srgbClr val="4DB2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55" name="pg1355"/>
            <p:cNvSpPr/>
            <p:nvPr/>
          </p:nvSpPr>
          <p:spPr>
            <a:xfrm>
              <a:off x="5113232" y="360874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BAFAB">
                <a:alpha val="100000"/>
              </a:srgbClr>
            </a:solidFill>
            <a:ln w="5420" cap="flat">
              <a:solidFill>
                <a:srgbClr val="4BAF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56" name="pg1356"/>
            <p:cNvSpPr/>
            <p:nvPr/>
          </p:nvSpPr>
          <p:spPr>
            <a:xfrm>
              <a:off x="5124869" y="360874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9ADAB">
                <a:alpha val="100000"/>
              </a:srgbClr>
            </a:solidFill>
            <a:ln w="5420" cap="flat">
              <a:solidFill>
                <a:srgbClr val="49AD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57" name="pg1357"/>
            <p:cNvSpPr/>
            <p:nvPr/>
          </p:nvSpPr>
          <p:spPr>
            <a:xfrm>
              <a:off x="5136507" y="360874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7ABAA">
                <a:alpha val="100000"/>
              </a:srgbClr>
            </a:solidFill>
            <a:ln w="5420" cap="flat">
              <a:solidFill>
                <a:srgbClr val="47AB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58" name="pg1358"/>
            <p:cNvSpPr/>
            <p:nvPr/>
          </p:nvSpPr>
          <p:spPr>
            <a:xfrm>
              <a:off x="5148144" y="360874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6A9AA">
                <a:alpha val="100000"/>
              </a:srgbClr>
            </a:solidFill>
            <a:ln w="5420" cap="flat">
              <a:solidFill>
                <a:srgbClr val="46A9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59" name="pg1359"/>
            <p:cNvSpPr/>
            <p:nvPr/>
          </p:nvSpPr>
          <p:spPr>
            <a:xfrm>
              <a:off x="5159781" y="360874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4A7AA">
                <a:alpha val="100000"/>
              </a:srgbClr>
            </a:solidFill>
            <a:ln w="5420" cap="flat">
              <a:solidFill>
                <a:srgbClr val="44A7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60" name="pg1360"/>
            <p:cNvSpPr/>
            <p:nvPr/>
          </p:nvSpPr>
          <p:spPr>
            <a:xfrm>
              <a:off x="5206331" y="360874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9EAA">
                <a:alpha val="100000"/>
              </a:srgbClr>
            </a:solidFill>
            <a:ln w="5420" cap="flat">
              <a:solidFill>
                <a:srgbClr val="3B9E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61" name="pg1361"/>
            <p:cNvSpPr/>
            <p:nvPr/>
          </p:nvSpPr>
          <p:spPr>
            <a:xfrm>
              <a:off x="5217968" y="360874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496A9">
                <a:alpha val="100000"/>
              </a:srgbClr>
            </a:solidFill>
            <a:ln w="5420" cap="flat">
              <a:solidFill>
                <a:srgbClr val="3496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62" name="pg1362"/>
            <p:cNvSpPr/>
            <p:nvPr/>
          </p:nvSpPr>
          <p:spPr>
            <a:xfrm>
              <a:off x="5229605" y="360874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692A8">
                <a:alpha val="100000"/>
              </a:srgbClr>
            </a:solidFill>
            <a:ln w="5420" cap="flat">
              <a:solidFill>
                <a:srgbClr val="3692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63" name="pg1363"/>
            <p:cNvSpPr/>
            <p:nvPr/>
          </p:nvSpPr>
          <p:spPr>
            <a:xfrm>
              <a:off x="5241243" y="360874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8FA7">
                <a:alpha val="100000"/>
              </a:srgbClr>
            </a:solidFill>
            <a:ln w="5420" cap="flat">
              <a:solidFill>
                <a:srgbClr val="378F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64" name="pg1364"/>
            <p:cNvSpPr/>
            <p:nvPr/>
          </p:nvSpPr>
          <p:spPr>
            <a:xfrm>
              <a:off x="5252880" y="360874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8DA7">
                <a:alpha val="100000"/>
              </a:srgbClr>
            </a:solidFill>
            <a:ln w="5420" cap="flat">
              <a:solidFill>
                <a:srgbClr val="378D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65" name="pg1365"/>
            <p:cNvSpPr/>
            <p:nvPr/>
          </p:nvSpPr>
          <p:spPr>
            <a:xfrm>
              <a:off x="5264517" y="360874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8CA7">
                <a:alpha val="100000"/>
              </a:srgbClr>
            </a:solidFill>
            <a:ln w="5420" cap="flat">
              <a:solidFill>
                <a:srgbClr val="378C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66" name="pg1366"/>
            <p:cNvSpPr/>
            <p:nvPr/>
          </p:nvSpPr>
          <p:spPr>
            <a:xfrm>
              <a:off x="5276155" y="360874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8CA7">
                <a:alpha val="100000"/>
              </a:srgbClr>
            </a:solidFill>
            <a:ln w="5420" cap="flat">
              <a:solidFill>
                <a:srgbClr val="378C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67" name="pg1367"/>
            <p:cNvSpPr/>
            <p:nvPr/>
          </p:nvSpPr>
          <p:spPr>
            <a:xfrm>
              <a:off x="4996859" y="362304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7C1AC">
                <a:alpha val="100000"/>
              </a:srgbClr>
            </a:solidFill>
            <a:ln w="5420" cap="flat">
              <a:solidFill>
                <a:srgbClr val="57C1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68" name="pg1368"/>
            <p:cNvSpPr/>
            <p:nvPr/>
          </p:nvSpPr>
          <p:spPr>
            <a:xfrm>
              <a:off x="5008496" y="362304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9C3AC">
                <a:alpha val="100000"/>
              </a:srgbClr>
            </a:solidFill>
            <a:ln w="5420" cap="flat">
              <a:solidFill>
                <a:srgbClr val="59C3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69" name="pg1369"/>
            <p:cNvSpPr/>
            <p:nvPr/>
          </p:nvSpPr>
          <p:spPr>
            <a:xfrm>
              <a:off x="5020133" y="362304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AC5AC">
                <a:alpha val="100000"/>
              </a:srgbClr>
            </a:solidFill>
            <a:ln w="5420" cap="flat">
              <a:solidFill>
                <a:srgbClr val="5AC5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70" name="pg1370"/>
            <p:cNvSpPr/>
            <p:nvPr/>
          </p:nvSpPr>
          <p:spPr>
            <a:xfrm>
              <a:off x="5031771" y="362304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BC6AC">
                <a:alpha val="100000"/>
              </a:srgbClr>
            </a:solidFill>
            <a:ln w="5420" cap="flat">
              <a:solidFill>
                <a:srgbClr val="5BC6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71" name="pg1371"/>
            <p:cNvSpPr/>
            <p:nvPr/>
          </p:nvSpPr>
          <p:spPr>
            <a:xfrm>
              <a:off x="5043408" y="362304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BC6AC">
                <a:alpha val="100000"/>
              </a:srgbClr>
            </a:solidFill>
            <a:ln w="5420" cap="flat">
              <a:solidFill>
                <a:srgbClr val="5BC6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72" name="pg1372"/>
            <p:cNvSpPr/>
            <p:nvPr/>
          </p:nvSpPr>
          <p:spPr>
            <a:xfrm>
              <a:off x="5055045" y="362304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AC5AC">
                <a:alpha val="100000"/>
              </a:srgbClr>
            </a:solidFill>
            <a:ln w="5420" cap="flat">
              <a:solidFill>
                <a:srgbClr val="5AC5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73" name="pg1373"/>
            <p:cNvSpPr/>
            <p:nvPr/>
          </p:nvSpPr>
          <p:spPr>
            <a:xfrm>
              <a:off x="5066683" y="362304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9C3AC">
                <a:alpha val="100000"/>
              </a:srgbClr>
            </a:solidFill>
            <a:ln w="5420" cap="flat">
              <a:solidFill>
                <a:srgbClr val="59C3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74" name="pg1374"/>
            <p:cNvSpPr/>
            <p:nvPr/>
          </p:nvSpPr>
          <p:spPr>
            <a:xfrm>
              <a:off x="5078320" y="362304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6BFAB">
                <a:alpha val="100000"/>
              </a:srgbClr>
            </a:solidFill>
            <a:ln w="5420" cap="flat">
              <a:solidFill>
                <a:srgbClr val="56BF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75" name="pg1375"/>
            <p:cNvSpPr/>
            <p:nvPr/>
          </p:nvSpPr>
          <p:spPr>
            <a:xfrm>
              <a:off x="5089957" y="362304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4BBAB">
                <a:alpha val="100000"/>
              </a:srgbClr>
            </a:solidFill>
            <a:ln w="5420" cap="flat">
              <a:solidFill>
                <a:srgbClr val="54BB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76" name="pg1376"/>
            <p:cNvSpPr/>
            <p:nvPr/>
          </p:nvSpPr>
          <p:spPr>
            <a:xfrm>
              <a:off x="5101595" y="362304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EB3AB">
                <a:alpha val="100000"/>
              </a:srgbClr>
            </a:solidFill>
            <a:ln w="5420" cap="flat">
              <a:solidFill>
                <a:srgbClr val="4EB3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77" name="pg1377"/>
            <p:cNvSpPr/>
            <p:nvPr/>
          </p:nvSpPr>
          <p:spPr>
            <a:xfrm>
              <a:off x="5113232" y="362304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BB0AB">
                <a:alpha val="100000"/>
              </a:srgbClr>
            </a:solidFill>
            <a:ln w="5420" cap="flat">
              <a:solidFill>
                <a:srgbClr val="4BB0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78" name="pg1378"/>
            <p:cNvSpPr/>
            <p:nvPr/>
          </p:nvSpPr>
          <p:spPr>
            <a:xfrm>
              <a:off x="5124869" y="362304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8ACAB">
                <a:alpha val="100000"/>
              </a:srgbClr>
            </a:solidFill>
            <a:ln w="5420" cap="flat">
              <a:solidFill>
                <a:srgbClr val="48AC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79" name="pg1379"/>
            <p:cNvSpPr/>
            <p:nvPr/>
          </p:nvSpPr>
          <p:spPr>
            <a:xfrm>
              <a:off x="5136507" y="362304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6AAAA">
                <a:alpha val="100000"/>
              </a:srgbClr>
            </a:solidFill>
            <a:ln w="5420" cap="flat">
              <a:solidFill>
                <a:srgbClr val="46AA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80" name="pg1380"/>
            <p:cNvSpPr/>
            <p:nvPr/>
          </p:nvSpPr>
          <p:spPr>
            <a:xfrm>
              <a:off x="5148144" y="362304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4A7AA">
                <a:alpha val="100000"/>
              </a:srgbClr>
            </a:solidFill>
            <a:ln w="5420" cap="flat">
              <a:solidFill>
                <a:srgbClr val="44A7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81" name="pg1381"/>
            <p:cNvSpPr/>
            <p:nvPr/>
          </p:nvSpPr>
          <p:spPr>
            <a:xfrm>
              <a:off x="5159781" y="362304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2A5AA">
                <a:alpha val="100000"/>
              </a:srgbClr>
            </a:solidFill>
            <a:ln w="5420" cap="flat">
              <a:solidFill>
                <a:srgbClr val="42A5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82" name="pg1382"/>
            <p:cNvSpPr/>
            <p:nvPr/>
          </p:nvSpPr>
          <p:spPr>
            <a:xfrm>
              <a:off x="5206331" y="362304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9BA9">
                <a:alpha val="100000"/>
              </a:srgbClr>
            </a:solidFill>
            <a:ln w="5420" cap="flat">
              <a:solidFill>
                <a:srgbClr val="399B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83" name="pg1383"/>
            <p:cNvSpPr/>
            <p:nvPr/>
          </p:nvSpPr>
          <p:spPr>
            <a:xfrm>
              <a:off x="5217968" y="362304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497A9">
                <a:alpha val="100000"/>
              </a:srgbClr>
            </a:solidFill>
            <a:ln w="5420" cap="flat">
              <a:solidFill>
                <a:srgbClr val="3497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84" name="pg1384"/>
            <p:cNvSpPr/>
            <p:nvPr/>
          </p:nvSpPr>
          <p:spPr>
            <a:xfrm>
              <a:off x="5229605" y="362304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594A8">
                <a:alpha val="100000"/>
              </a:srgbClr>
            </a:solidFill>
            <a:ln w="5420" cap="flat">
              <a:solidFill>
                <a:srgbClr val="3594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85" name="pg1385"/>
            <p:cNvSpPr/>
            <p:nvPr/>
          </p:nvSpPr>
          <p:spPr>
            <a:xfrm>
              <a:off x="5241243" y="362304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691A8">
                <a:alpha val="100000"/>
              </a:srgbClr>
            </a:solidFill>
            <a:ln w="5420" cap="flat">
              <a:solidFill>
                <a:srgbClr val="3691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86" name="pg1386"/>
            <p:cNvSpPr/>
            <p:nvPr/>
          </p:nvSpPr>
          <p:spPr>
            <a:xfrm>
              <a:off x="5252880" y="362304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690A7">
                <a:alpha val="100000"/>
              </a:srgbClr>
            </a:solidFill>
            <a:ln w="5420" cap="flat">
              <a:solidFill>
                <a:srgbClr val="3690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87" name="pg1387"/>
            <p:cNvSpPr/>
            <p:nvPr/>
          </p:nvSpPr>
          <p:spPr>
            <a:xfrm>
              <a:off x="5264517" y="362304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8EA7">
                <a:alpha val="100000"/>
              </a:srgbClr>
            </a:solidFill>
            <a:ln w="5420" cap="flat">
              <a:solidFill>
                <a:srgbClr val="378E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88" name="pg1388"/>
            <p:cNvSpPr/>
            <p:nvPr/>
          </p:nvSpPr>
          <p:spPr>
            <a:xfrm>
              <a:off x="4985221" y="363735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8C1AC">
                <a:alpha val="100000"/>
              </a:srgbClr>
            </a:solidFill>
            <a:ln w="5420" cap="flat">
              <a:solidFill>
                <a:srgbClr val="58C1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89" name="pg1389"/>
            <p:cNvSpPr/>
            <p:nvPr/>
          </p:nvSpPr>
          <p:spPr>
            <a:xfrm>
              <a:off x="4996859" y="363735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AC5AC">
                <a:alpha val="100000"/>
              </a:srgbClr>
            </a:solidFill>
            <a:ln w="5420" cap="flat">
              <a:solidFill>
                <a:srgbClr val="5AC5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90" name="pg1390"/>
            <p:cNvSpPr/>
            <p:nvPr/>
          </p:nvSpPr>
          <p:spPr>
            <a:xfrm>
              <a:off x="5008496" y="363735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CC8AC">
                <a:alpha val="100000"/>
              </a:srgbClr>
            </a:solidFill>
            <a:ln w="5420" cap="flat">
              <a:solidFill>
                <a:srgbClr val="5CC8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91" name="pg1391"/>
            <p:cNvSpPr/>
            <p:nvPr/>
          </p:nvSpPr>
          <p:spPr>
            <a:xfrm>
              <a:off x="5020133" y="363735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ECAAC">
                <a:alpha val="100000"/>
              </a:srgbClr>
            </a:solidFill>
            <a:ln w="5420" cap="flat">
              <a:solidFill>
                <a:srgbClr val="5ECA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92" name="pg1392"/>
            <p:cNvSpPr/>
            <p:nvPr/>
          </p:nvSpPr>
          <p:spPr>
            <a:xfrm>
              <a:off x="5031771" y="363735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FCCAC">
                <a:alpha val="100000"/>
              </a:srgbClr>
            </a:solidFill>
            <a:ln w="5420" cap="flat">
              <a:solidFill>
                <a:srgbClr val="5FCC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93" name="pg1393"/>
            <p:cNvSpPr/>
            <p:nvPr/>
          </p:nvSpPr>
          <p:spPr>
            <a:xfrm>
              <a:off x="5043408" y="363735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FCCAC">
                <a:alpha val="100000"/>
              </a:srgbClr>
            </a:solidFill>
            <a:ln w="5420" cap="flat">
              <a:solidFill>
                <a:srgbClr val="5FCC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94" name="pg1394"/>
            <p:cNvSpPr/>
            <p:nvPr/>
          </p:nvSpPr>
          <p:spPr>
            <a:xfrm>
              <a:off x="5055045" y="363735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ECBAC">
                <a:alpha val="100000"/>
              </a:srgbClr>
            </a:solidFill>
            <a:ln w="5420" cap="flat">
              <a:solidFill>
                <a:srgbClr val="5ECB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95" name="pg1395"/>
            <p:cNvSpPr/>
            <p:nvPr/>
          </p:nvSpPr>
          <p:spPr>
            <a:xfrm>
              <a:off x="5066683" y="363735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CC8AC">
                <a:alpha val="100000"/>
              </a:srgbClr>
            </a:solidFill>
            <a:ln w="5420" cap="flat">
              <a:solidFill>
                <a:srgbClr val="5CC8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96" name="pg1396"/>
            <p:cNvSpPr/>
            <p:nvPr/>
          </p:nvSpPr>
          <p:spPr>
            <a:xfrm>
              <a:off x="5078320" y="363735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AC4AC">
                <a:alpha val="100000"/>
              </a:srgbClr>
            </a:solidFill>
            <a:ln w="5420" cap="flat">
              <a:solidFill>
                <a:srgbClr val="5AC4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97" name="pg1397"/>
            <p:cNvSpPr/>
            <p:nvPr/>
          </p:nvSpPr>
          <p:spPr>
            <a:xfrm>
              <a:off x="5089957" y="363735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6BFAB">
                <a:alpha val="100000"/>
              </a:srgbClr>
            </a:solidFill>
            <a:ln w="5420" cap="flat">
              <a:solidFill>
                <a:srgbClr val="56BF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98" name="pg1398"/>
            <p:cNvSpPr/>
            <p:nvPr/>
          </p:nvSpPr>
          <p:spPr>
            <a:xfrm>
              <a:off x="5101595" y="363735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FB5AB">
                <a:alpha val="100000"/>
              </a:srgbClr>
            </a:solidFill>
            <a:ln w="5420" cap="flat">
              <a:solidFill>
                <a:srgbClr val="4FB5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99" name="pg1399"/>
            <p:cNvSpPr/>
            <p:nvPr/>
          </p:nvSpPr>
          <p:spPr>
            <a:xfrm>
              <a:off x="5113232" y="363735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BB0AB">
                <a:alpha val="100000"/>
              </a:srgbClr>
            </a:solidFill>
            <a:ln w="5420" cap="flat">
              <a:solidFill>
                <a:srgbClr val="4BB0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00" name="pg1400"/>
            <p:cNvSpPr/>
            <p:nvPr/>
          </p:nvSpPr>
          <p:spPr>
            <a:xfrm>
              <a:off x="5124869" y="363735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8ACAA">
                <a:alpha val="100000"/>
              </a:srgbClr>
            </a:solidFill>
            <a:ln w="5420" cap="flat">
              <a:solidFill>
                <a:srgbClr val="48AC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01" name="pg1401"/>
            <p:cNvSpPr/>
            <p:nvPr/>
          </p:nvSpPr>
          <p:spPr>
            <a:xfrm>
              <a:off x="5136507" y="363735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5A8AA">
                <a:alpha val="100000"/>
              </a:srgbClr>
            </a:solidFill>
            <a:ln w="5420" cap="flat">
              <a:solidFill>
                <a:srgbClr val="45A8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02" name="pg1402"/>
            <p:cNvSpPr/>
            <p:nvPr/>
          </p:nvSpPr>
          <p:spPr>
            <a:xfrm>
              <a:off x="5148144" y="363735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2A5AA">
                <a:alpha val="100000"/>
              </a:srgbClr>
            </a:solidFill>
            <a:ln w="5420" cap="flat">
              <a:solidFill>
                <a:srgbClr val="42A5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03" name="pg1403"/>
            <p:cNvSpPr/>
            <p:nvPr/>
          </p:nvSpPr>
          <p:spPr>
            <a:xfrm>
              <a:off x="5159781" y="363735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0A3AA">
                <a:alpha val="100000"/>
              </a:srgbClr>
            </a:solidFill>
            <a:ln w="5420" cap="flat">
              <a:solidFill>
                <a:srgbClr val="40A3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04" name="pg1404"/>
            <p:cNvSpPr/>
            <p:nvPr/>
          </p:nvSpPr>
          <p:spPr>
            <a:xfrm>
              <a:off x="5171419" y="363735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EA1AA">
                <a:alpha val="100000"/>
              </a:srgbClr>
            </a:solidFill>
            <a:ln w="5420" cap="flat">
              <a:solidFill>
                <a:srgbClr val="3EA1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05" name="pg1405"/>
            <p:cNvSpPr/>
            <p:nvPr/>
          </p:nvSpPr>
          <p:spPr>
            <a:xfrm>
              <a:off x="5206331" y="363735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99A9">
                <a:alpha val="100000"/>
              </a:srgbClr>
            </a:solidFill>
            <a:ln w="5420" cap="flat">
              <a:solidFill>
                <a:srgbClr val="3799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06" name="pg1406"/>
            <p:cNvSpPr/>
            <p:nvPr/>
          </p:nvSpPr>
          <p:spPr>
            <a:xfrm>
              <a:off x="5217968" y="363735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496A9">
                <a:alpha val="100000"/>
              </a:srgbClr>
            </a:solidFill>
            <a:ln w="5420" cap="flat">
              <a:solidFill>
                <a:srgbClr val="3496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07" name="pg1407"/>
            <p:cNvSpPr/>
            <p:nvPr/>
          </p:nvSpPr>
          <p:spPr>
            <a:xfrm>
              <a:off x="5229605" y="363735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594A8">
                <a:alpha val="100000"/>
              </a:srgbClr>
            </a:solidFill>
            <a:ln w="5420" cap="flat">
              <a:solidFill>
                <a:srgbClr val="3594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08" name="pg1408"/>
            <p:cNvSpPr/>
            <p:nvPr/>
          </p:nvSpPr>
          <p:spPr>
            <a:xfrm>
              <a:off x="5241243" y="363735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692A8">
                <a:alpha val="100000"/>
              </a:srgbClr>
            </a:solidFill>
            <a:ln w="5420" cap="flat">
              <a:solidFill>
                <a:srgbClr val="3692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09" name="pg1409"/>
            <p:cNvSpPr/>
            <p:nvPr/>
          </p:nvSpPr>
          <p:spPr>
            <a:xfrm>
              <a:off x="5252880" y="363735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691A8">
                <a:alpha val="100000"/>
              </a:srgbClr>
            </a:solidFill>
            <a:ln w="5420" cap="flat">
              <a:solidFill>
                <a:srgbClr val="3691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10" name="pg1410"/>
            <p:cNvSpPr/>
            <p:nvPr/>
          </p:nvSpPr>
          <p:spPr>
            <a:xfrm>
              <a:off x="5264517" y="363735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690A8">
                <a:alpha val="100000"/>
              </a:srgbClr>
            </a:solidFill>
            <a:ln w="5420" cap="flat">
              <a:solidFill>
                <a:srgbClr val="3690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11" name="pg1411"/>
            <p:cNvSpPr/>
            <p:nvPr/>
          </p:nvSpPr>
          <p:spPr>
            <a:xfrm>
              <a:off x="4985221" y="365165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AC5AC">
                <a:alpha val="100000"/>
              </a:srgbClr>
            </a:solidFill>
            <a:ln w="5420" cap="flat">
              <a:solidFill>
                <a:srgbClr val="5AC5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12" name="pg1412"/>
            <p:cNvSpPr/>
            <p:nvPr/>
          </p:nvSpPr>
          <p:spPr>
            <a:xfrm>
              <a:off x="4996859" y="365165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DCAAC">
                <a:alpha val="100000"/>
              </a:srgbClr>
            </a:solidFill>
            <a:ln w="5420" cap="flat">
              <a:solidFill>
                <a:srgbClr val="5DCA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13" name="pg1413"/>
            <p:cNvSpPr/>
            <p:nvPr/>
          </p:nvSpPr>
          <p:spPr>
            <a:xfrm>
              <a:off x="5008496" y="365165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0CEAC">
                <a:alpha val="100000"/>
              </a:srgbClr>
            </a:solidFill>
            <a:ln w="5420" cap="flat">
              <a:solidFill>
                <a:srgbClr val="60CE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14" name="pg1414"/>
            <p:cNvSpPr/>
            <p:nvPr/>
          </p:nvSpPr>
          <p:spPr>
            <a:xfrm>
              <a:off x="5020133" y="365165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AD1B0">
                <a:alpha val="100000"/>
              </a:srgbClr>
            </a:solidFill>
            <a:ln w="5420" cap="flat">
              <a:solidFill>
                <a:srgbClr val="6AD1B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15" name="pg1415"/>
            <p:cNvSpPr/>
            <p:nvPr/>
          </p:nvSpPr>
          <p:spPr>
            <a:xfrm>
              <a:off x="5031771" y="365165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0D2B2">
                <a:alpha val="100000"/>
              </a:srgbClr>
            </a:solidFill>
            <a:ln w="5420" cap="flat">
              <a:solidFill>
                <a:srgbClr val="70D2B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16" name="pg1416"/>
            <p:cNvSpPr/>
            <p:nvPr/>
          </p:nvSpPr>
          <p:spPr>
            <a:xfrm>
              <a:off x="5043408" y="365165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2D3B3">
                <a:alpha val="100000"/>
              </a:srgbClr>
            </a:solidFill>
            <a:ln w="5420" cap="flat">
              <a:solidFill>
                <a:srgbClr val="72D3B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17" name="pg1417"/>
            <p:cNvSpPr/>
            <p:nvPr/>
          </p:nvSpPr>
          <p:spPr>
            <a:xfrm>
              <a:off x="5055045" y="365165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FD2B2">
                <a:alpha val="100000"/>
              </a:srgbClr>
            </a:solidFill>
            <a:ln w="5420" cap="flat">
              <a:solidFill>
                <a:srgbClr val="6FD2B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18" name="pg1418"/>
            <p:cNvSpPr/>
            <p:nvPr/>
          </p:nvSpPr>
          <p:spPr>
            <a:xfrm>
              <a:off x="5066683" y="365165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6D0AE">
                <a:alpha val="100000"/>
              </a:srgbClr>
            </a:solidFill>
            <a:ln w="5420" cap="flat">
              <a:solidFill>
                <a:srgbClr val="66D0A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19" name="pg1419"/>
            <p:cNvSpPr/>
            <p:nvPr/>
          </p:nvSpPr>
          <p:spPr>
            <a:xfrm>
              <a:off x="5078320" y="365165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ECBAC">
                <a:alpha val="100000"/>
              </a:srgbClr>
            </a:solidFill>
            <a:ln w="5420" cap="flat">
              <a:solidFill>
                <a:srgbClr val="5ECB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20" name="pg1420"/>
            <p:cNvSpPr/>
            <p:nvPr/>
          </p:nvSpPr>
          <p:spPr>
            <a:xfrm>
              <a:off x="5089957" y="365165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AC4AC">
                <a:alpha val="100000"/>
              </a:srgbClr>
            </a:solidFill>
            <a:ln w="5420" cap="flat">
              <a:solidFill>
                <a:srgbClr val="5AC4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21" name="pg1421"/>
            <p:cNvSpPr/>
            <p:nvPr/>
          </p:nvSpPr>
          <p:spPr>
            <a:xfrm>
              <a:off x="5101595" y="365165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0B6AB">
                <a:alpha val="100000"/>
              </a:srgbClr>
            </a:solidFill>
            <a:ln w="5420" cap="flat">
              <a:solidFill>
                <a:srgbClr val="50B6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22" name="pg1422"/>
            <p:cNvSpPr/>
            <p:nvPr/>
          </p:nvSpPr>
          <p:spPr>
            <a:xfrm>
              <a:off x="5113232" y="365165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BAFAB">
                <a:alpha val="100000"/>
              </a:srgbClr>
            </a:solidFill>
            <a:ln w="5420" cap="flat">
              <a:solidFill>
                <a:srgbClr val="4BAF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23" name="pg1423"/>
            <p:cNvSpPr/>
            <p:nvPr/>
          </p:nvSpPr>
          <p:spPr>
            <a:xfrm>
              <a:off x="5124869" y="365165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6AAAA">
                <a:alpha val="100000"/>
              </a:srgbClr>
            </a:solidFill>
            <a:ln w="5420" cap="flat">
              <a:solidFill>
                <a:srgbClr val="46AA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24" name="pg1424"/>
            <p:cNvSpPr/>
            <p:nvPr/>
          </p:nvSpPr>
          <p:spPr>
            <a:xfrm>
              <a:off x="5136507" y="365165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2A5AA">
                <a:alpha val="100000"/>
              </a:srgbClr>
            </a:solidFill>
            <a:ln w="5420" cap="flat">
              <a:solidFill>
                <a:srgbClr val="42A5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25" name="pg1425"/>
            <p:cNvSpPr/>
            <p:nvPr/>
          </p:nvSpPr>
          <p:spPr>
            <a:xfrm>
              <a:off x="5148144" y="365165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EA1AA">
                <a:alpha val="100000"/>
              </a:srgbClr>
            </a:solidFill>
            <a:ln w="5420" cap="flat">
              <a:solidFill>
                <a:srgbClr val="3EA1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26" name="pg1426"/>
            <p:cNvSpPr/>
            <p:nvPr/>
          </p:nvSpPr>
          <p:spPr>
            <a:xfrm>
              <a:off x="5159781" y="365165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9EAA">
                <a:alpha val="100000"/>
              </a:srgbClr>
            </a:solidFill>
            <a:ln w="5420" cap="flat">
              <a:solidFill>
                <a:srgbClr val="3B9E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27" name="pg1427"/>
            <p:cNvSpPr/>
            <p:nvPr/>
          </p:nvSpPr>
          <p:spPr>
            <a:xfrm>
              <a:off x="5171419" y="365165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89BA9">
                <a:alpha val="100000"/>
              </a:srgbClr>
            </a:solidFill>
            <a:ln w="5420" cap="flat">
              <a:solidFill>
                <a:srgbClr val="389B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28" name="pg1428"/>
            <p:cNvSpPr/>
            <p:nvPr/>
          </p:nvSpPr>
          <p:spPr>
            <a:xfrm>
              <a:off x="5183056" y="365165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699A9">
                <a:alpha val="100000"/>
              </a:srgbClr>
            </a:solidFill>
            <a:ln w="5420" cap="flat">
              <a:solidFill>
                <a:srgbClr val="3699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29" name="pg1429"/>
            <p:cNvSpPr/>
            <p:nvPr/>
          </p:nvSpPr>
          <p:spPr>
            <a:xfrm>
              <a:off x="5217968" y="365165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593A8">
                <a:alpha val="100000"/>
              </a:srgbClr>
            </a:solidFill>
            <a:ln w="5420" cap="flat">
              <a:solidFill>
                <a:srgbClr val="3593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30" name="pg1430"/>
            <p:cNvSpPr/>
            <p:nvPr/>
          </p:nvSpPr>
          <p:spPr>
            <a:xfrm>
              <a:off x="5229605" y="365165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692A8">
                <a:alpha val="100000"/>
              </a:srgbClr>
            </a:solidFill>
            <a:ln w="5420" cap="flat">
              <a:solidFill>
                <a:srgbClr val="3692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31" name="pg1431"/>
            <p:cNvSpPr/>
            <p:nvPr/>
          </p:nvSpPr>
          <p:spPr>
            <a:xfrm>
              <a:off x="5241243" y="365165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691A8">
                <a:alpha val="100000"/>
              </a:srgbClr>
            </a:solidFill>
            <a:ln w="5420" cap="flat">
              <a:solidFill>
                <a:srgbClr val="3691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32" name="pg1432"/>
            <p:cNvSpPr/>
            <p:nvPr/>
          </p:nvSpPr>
          <p:spPr>
            <a:xfrm>
              <a:off x="5252880" y="365165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691A8">
                <a:alpha val="100000"/>
              </a:srgbClr>
            </a:solidFill>
            <a:ln w="5420" cap="flat">
              <a:solidFill>
                <a:srgbClr val="3691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33" name="pg1433"/>
            <p:cNvSpPr/>
            <p:nvPr/>
          </p:nvSpPr>
          <p:spPr>
            <a:xfrm>
              <a:off x="5264517" y="365165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690A8">
                <a:alpha val="100000"/>
              </a:srgbClr>
            </a:solidFill>
            <a:ln w="5420" cap="flat">
              <a:solidFill>
                <a:srgbClr val="3690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34" name="pg1434"/>
            <p:cNvSpPr/>
            <p:nvPr/>
          </p:nvSpPr>
          <p:spPr>
            <a:xfrm>
              <a:off x="4985221" y="366595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AC5AC">
                <a:alpha val="100000"/>
              </a:srgbClr>
            </a:solidFill>
            <a:ln w="5420" cap="flat">
              <a:solidFill>
                <a:srgbClr val="5AC5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35" name="pg1435"/>
            <p:cNvSpPr/>
            <p:nvPr/>
          </p:nvSpPr>
          <p:spPr>
            <a:xfrm>
              <a:off x="4996859" y="366595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DC9AC">
                <a:alpha val="100000"/>
              </a:srgbClr>
            </a:solidFill>
            <a:ln w="5420" cap="flat">
              <a:solidFill>
                <a:srgbClr val="5DC9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36" name="pg1436"/>
            <p:cNvSpPr/>
            <p:nvPr/>
          </p:nvSpPr>
          <p:spPr>
            <a:xfrm>
              <a:off x="5008496" y="366595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0CEAC">
                <a:alpha val="100000"/>
              </a:srgbClr>
            </a:solidFill>
            <a:ln w="5420" cap="flat">
              <a:solidFill>
                <a:srgbClr val="60CE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37" name="pg1437"/>
            <p:cNvSpPr/>
            <p:nvPr/>
          </p:nvSpPr>
          <p:spPr>
            <a:xfrm>
              <a:off x="5020133" y="366595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AD1B0">
                <a:alpha val="100000"/>
              </a:srgbClr>
            </a:solidFill>
            <a:ln w="5420" cap="flat">
              <a:solidFill>
                <a:srgbClr val="6AD1B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38" name="pg1438"/>
            <p:cNvSpPr/>
            <p:nvPr/>
          </p:nvSpPr>
          <p:spPr>
            <a:xfrm>
              <a:off x="5031771" y="366595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1D3B2">
                <a:alpha val="100000"/>
              </a:srgbClr>
            </a:solidFill>
            <a:ln w="5420" cap="flat">
              <a:solidFill>
                <a:srgbClr val="71D3B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39" name="pg1439"/>
            <p:cNvSpPr/>
            <p:nvPr/>
          </p:nvSpPr>
          <p:spPr>
            <a:xfrm>
              <a:off x="5043408" y="366595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3D3B3">
                <a:alpha val="100000"/>
              </a:srgbClr>
            </a:solidFill>
            <a:ln w="5420" cap="flat">
              <a:solidFill>
                <a:srgbClr val="73D3B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40" name="pg1440"/>
            <p:cNvSpPr/>
            <p:nvPr/>
          </p:nvSpPr>
          <p:spPr>
            <a:xfrm>
              <a:off x="5055045" y="366595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0D2B2">
                <a:alpha val="100000"/>
              </a:srgbClr>
            </a:solidFill>
            <a:ln w="5420" cap="flat">
              <a:solidFill>
                <a:srgbClr val="70D2B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41" name="pg1441"/>
            <p:cNvSpPr/>
            <p:nvPr/>
          </p:nvSpPr>
          <p:spPr>
            <a:xfrm>
              <a:off x="5066683" y="366595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6D0AE">
                <a:alpha val="100000"/>
              </a:srgbClr>
            </a:solidFill>
            <a:ln w="5420" cap="flat">
              <a:solidFill>
                <a:srgbClr val="66D0A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42" name="pg1442"/>
            <p:cNvSpPr/>
            <p:nvPr/>
          </p:nvSpPr>
          <p:spPr>
            <a:xfrm>
              <a:off x="5078320" y="366595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ECAAC">
                <a:alpha val="100000"/>
              </a:srgbClr>
            </a:solidFill>
            <a:ln w="5420" cap="flat">
              <a:solidFill>
                <a:srgbClr val="5ECA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43" name="pg1443"/>
            <p:cNvSpPr/>
            <p:nvPr/>
          </p:nvSpPr>
          <p:spPr>
            <a:xfrm>
              <a:off x="5089957" y="366595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9C3AC">
                <a:alpha val="100000"/>
              </a:srgbClr>
            </a:solidFill>
            <a:ln w="5420" cap="flat">
              <a:solidFill>
                <a:srgbClr val="59C3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44" name="pg1444"/>
            <p:cNvSpPr/>
            <p:nvPr/>
          </p:nvSpPr>
          <p:spPr>
            <a:xfrm>
              <a:off x="5101595" y="366595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EB4AB">
                <a:alpha val="100000"/>
              </a:srgbClr>
            </a:solidFill>
            <a:ln w="5420" cap="flat">
              <a:solidFill>
                <a:srgbClr val="4EB4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45" name="pg1445"/>
            <p:cNvSpPr/>
            <p:nvPr/>
          </p:nvSpPr>
          <p:spPr>
            <a:xfrm>
              <a:off x="5113232" y="366595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9ADAB">
                <a:alpha val="100000"/>
              </a:srgbClr>
            </a:solidFill>
            <a:ln w="5420" cap="flat">
              <a:solidFill>
                <a:srgbClr val="49AD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46" name="pg1446"/>
            <p:cNvSpPr/>
            <p:nvPr/>
          </p:nvSpPr>
          <p:spPr>
            <a:xfrm>
              <a:off x="5124869" y="366595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4A7AA">
                <a:alpha val="100000"/>
              </a:srgbClr>
            </a:solidFill>
            <a:ln w="5420" cap="flat">
              <a:solidFill>
                <a:srgbClr val="44A7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47" name="pg1447"/>
            <p:cNvSpPr/>
            <p:nvPr/>
          </p:nvSpPr>
          <p:spPr>
            <a:xfrm>
              <a:off x="5136507" y="366595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FA2AA">
                <a:alpha val="100000"/>
              </a:srgbClr>
            </a:solidFill>
            <a:ln w="5420" cap="flat">
              <a:solidFill>
                <a:srgbClr val="3FA2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48" name="pg1448"/>
            <p:cNvSpPr/>
            <p:nvPr/>
          </p:nvSpPr>
          <p:spPr>
            <a:xfrm>
              <a:off x="5148144" y="366595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9EAA">
                <a:alpha val="100000"/>
              </a:srgbClr>
            </a:solidFill>
            <a:ln w="5420" cap="flat">
              <a:solidFill>
                <a:srgbClr val="3B9E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49" name="pg1449"/>
            <p:cNvSpPr/>
            <p:nvPr/>
          </p:nvSpPr>
          <p:spPr>
            <a:xfrm>
              <a:off x="5159781" y="366595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9AA9">
                <a:alpha val="100000"/>
              </a:srgbClr>
            </a:solidFill>
            <a:ln w="5420" cap="flat">
              <a:solidFill>
                <a:srgbClr val="379A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50" name="pg1450"/>
            <p:cNvSpPr/>
            <p:nvPr/>
          </p:nvSpPr>
          <p:spPr>
            <a:xfrm>
              <a:off x="5171419" y="366595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497A9">
                <a:alpha val="100000"/>
              </a:srgbClr>
            </a:solidFill>
            <a:ln w="5420" cap="flat">
              <a:solidFill>
                <a:srgbClr val="3497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51" name="pg1451"/>
            <p:cNvSpPr/>
            <p:nvPr/>
          </p:nvSpPr>
          <p:spPr>
            <a:xfrm>
              <a:off x="5183056" y="366595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595A9">
                <a:alpha val="100000"/>
              </a:srgbClr>
            </a:solidFill>
            <a:ln w="5420" cap="flat">
              <a:solidFill>
                <a:srgbClr val="3595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52" name="pg1452"/>
            <p:cNvSpPr/>
            <p:nvPr/>
          </p:nvSpPr>
          <p:spPr>
            <a:xfrm>
              <a:off x="5206331" y="366595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692A8">
                <a:alpha val="100000"/>
              </a:srgbClr>
            </a:solidFill>
            <a:ln w="5420" cap="flat">
              <a:solidFill>
                <a:srgbClr val="3692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53" name="pg1453"/>
            <p:cNvSpPr/>
            <p:nvPr/>
          </p:nvSpPr>
          <p:spPr>
            <a:xfrm>
              <a:off x="5217968" y="366595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691A8">
                <a:alpha val="100000"/>
              </a:srgbClr>
            </a:solidFill>
            <a:ln w="5420" cap="flat">
              <a:solidFill>
                <a:srgbClr val="3691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54" name="pg1454"/>
            <p:cNvSpPr/>
            <p:nvPr/>
          </p:nvSpPr>
          <p:spPr>
            <a:xfrm>
              <a:off x="5229605" y="366595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690A8">
                <a:alpha val="100000"/>
              </a:srgbClr>
            </a:solidFill>
            <a:ln w="5420" cap="flat">
              <a:solidFill>
                <a:srgbClr val="3690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55" name="pg1455"/>
            <p:cNvSpPr/>
            <p:nvPr/>
          </p:nvSpPr>
          <p:spPr>
            <a:xfrm>
              <a:off x="5241243" y="366595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690A7">
                <a:alpha val="100000"/>
              </a:srgbClr>
            </a:solidFill>
            <a:ln w="5420" cap="flat">
              <a:solidFill>
                <a:srgbClr val="3690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56" name="pg1456"/>
            <p:cNvSpPr/>
            <p:nvPr/>
          </p:nvSpPr>
          <p:spPr>
            <a:xfrm>
              <a:off x="5252880" y="366595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8FA7">
                <a:alpha val="100000"/>
              </a:srgbClr>
            </a:solidFill>
            <a:ln w="5420" cap="flat">
              <a:solidFill>
                <a:srgbClr val="378F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57" name="pg1457"/>
            <p:cNvSpPr/>
            <p:nvPr/>
          </p:nvSpPr>
          <p:spPr>
            <a:xfrm>
              <a:off x="5264517" y="366595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8FA7">
                <a:alpha val="100000"/>
              </a:srgbClr>
            </a:solidFill>
            <a:ln w="5420" cap="flat">
              <a:solidFill>
                <a:srgbClr val="378F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58" name="pg1458"/>
            <p:cNvSpPr/>
            <p:nvPr/>
          </p:nvSpPr>
          <p:spPr>
            <a:xfrm>
              <a:off x="4996859" y="368025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CC7AC">
                <a:alpha val="100000"/>
              </a:srgbClr>
            </a:solidFill>
            <a:ln w="5420" cap="flat">
              <a:solidFill>
                <a:srgbClr val="5CC7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59" name="pg1459"/>
            <p:cNvSpPr/>
            <p:nvPr/>
          </p:nvSpPr>
          <p:spPr>
            <a:xfrm>
              <a:off x="5008496" y="368025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ECBAC">
                <a:alpha val="100000"/>
              </a:srgbClr>
            </a:solidFill>
            <a:ln w="5420" cap="flat">
              <a:solidFill>
                <a:srgbClr val="5ECB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60" name="pg1460"/>
            <p:cNvSpPr/>
            <p:nvPr/>
          </p:nvSpPr>
          <p:spPr>
            <a:xfrm>
              <a:off x="5020133" y="368025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3CFAD">
                <a:alpha val="100000"/>
              </a:srgbClr>
            </a:solidFill>
            <a:ln w="5420" cap="flat">
              <a:solidFill>
                <a:srgbClr val="63CFA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61" name="pg1461"/>
            <p:cNvSpPr/>
            <p:nvPr/>
          </p:nvSpPr>
          <p:spPr>
            <a:xfrm>
              <a:off x="5031771" y="368025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9D0AF">
                <a:alpha val="100000"/>
              </a:srgbClr>
            </a:solidFill>
            <a:ln w="5420" cap="flat">
              <a:solidFill>
                <a:srgbClr val="69D0A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62" name="pg1462"/>
            <p:cNvSpPr/>
            <p:nvPr/>
          </p:nvSpPr>
          <p:spPr>
            <a:xfrm>
              <a:off x="5043408" y="368025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BD1B0">
                <a:alpha val="100000"/>
              </a:srgbClr>
            </a:solidFill>
            <a:ln w="5420" cap="flat">
              <a:solidFill>
                <a:srgbClr val="6BD1B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63" name="pg1463"/>
            <p:cNvSpPr/>
            <p:nvPr/>
          </p:nvSpPr>
          <p:spPr>
            <a:xfrm>
              <a:off x="5055045" y="368025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7D0AF">
                <a:alpha val="100000"/>
              </a:srgbClr>
            </a:solidFill>
            <a:ln w="5420" cap="flat">
              <a:solidFill>
                <a:srgbClr val="67D0A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64" name="pg1464"/>
            <p:cNvSpPr/>
            <p:nvPr/>
          </p:nvSpPr>
          <p:spPr>
            <a:xfrm>
              <a:off x="5066683" y="368025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FCDAC">
                <a:alpha val="100000"/>
              </a:srgbClr>
            </a:solidFill>
            <a:ln w="5420" cap="flat">
              <a:solidFill>
                <a:srgbClr val="5FCD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65" name="pg1465"/>
            <p:cNvSpPr/>
            <p:nvPr/>
          </p:nvSpPr>
          <p:spPr>
            <a:xfrm>
              <a:off x="5078320" y="368025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CC7AC">
                <a:alpha val="100000"/>
              </a:srgbClr>
            </a:solidFill>
            <a:ln w="5420" cap="flat">
              <a:solidFill>
                <a:srgbClr val="5CC7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66" name="pg1466"/>
            <p:cNvSpPr/>
            <p:nvPr/>
          </p:nvSpPr>
          <p:spPr>
            <a:xfrm>
              <a:off x="5089957" y="368025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7C0AC">
                <a:alpha val="100000"/>
              </a:srgbClr>
            </a:solidFill>
            <a:ln w="5420" cap="flat">
              <a:solidFill>
                <a:srgbClr val="57C0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67" name="pg1467"/>
            <p:cNvSpPr/>
            <p:nvPr/>
          </p:nvSpPr>
          <p:spPr>
            <a:xfrm>
              <a:off x="5101595" y="368025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CB1AB">
                <a:alpha val="100000"/>
              </a:srgbClr>
            </a:solidFill>
            <a:ln w="5420" cap="flat">
              <a:solidFill>
                <a:srgbClr val="4CB1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68" name="pg1468"/>
            <p:cNvSpPr/>
            <p:nvPr/>
          </p:nvSpPr>
          <p:spPr>
            <a:xfrm>
              <a:off x="5113232" y="368025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6AAAA">
                <a:alpha val="100000"/>
              </a:srgbClr>
            </a:solidFill>
            <a:ln w="5420" cap="flat">
              <a:solidFill>
                <a:srgbClr val="46AA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69" name="pg1469"/>
            <p:cNvSpPr/>
            <p:nvPr/>
          </p:nvSpPr>
          <p:spPr>
            <a:xfrm>
              <a:off x="5124869" y="368025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0A3AA">
                <a:alpha val="100000"/>
              </a:srgbClr>
            </a:solidFill>
            <a:ln w="5420" cap="flat">
              <a:solidFill>
                <a:srgbClr val="40A3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70" name="pg1470"/>
            <p:cNvSpPr/>
            <p:nvPr/>
          </p:nvSpPr>
          <p:spPr>
            <a:xfrm>
              <a:off x="5136507" y="368025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9EAA">
                <a:alpha val="100000"/>
              </a:srgbClr>
            </a:solidFill>
            <a:ln w="5420" cap="flat">
              <a:solidFill>
                <a:srgbClr val="3B9E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71" name="pg1471"/>
            <p:cNvSpPr/>
            <p:nvPr/>
          </p:nvSpPr>
          <p:spPr>
            <a:xfrm>
              <a:off x="5148144" y="368025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699A9">
                <a:alpha val="100000"/>
              </a:srgbClr>
            </a:solidFill>
            <a:ln w="5420" cap="flat">
              <a:solidFill>
                <a:srgbClr val="3699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72" name="pg1472"/>
            <p:cNvSpPr/>
            <p:nvPr/>
          </p:nvSpPr>
          <p:spPr>
            <a:xfrm>
              <a:off x="5159781" y="368025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595A9">
                <a:alpha val="100000"/>
              </a:srgbClr>
            </a:solidFill>
            <a:ln w="5420" cap="flat">
              <a:solidFill>
                <a:srgbClr val="3595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73" name="pg1473"/>
            <p:cNvSpPr/>
            <p:nvPr/>
          </p:nvSpPr>
          <p:spPr>
            <a:xfrm>
              <a:off x="5171419" y="368025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692A8">
                <a:alpha val="100000"/>
              </a:srgbClr>
            </a:solidFill>
            <a:ln w="5420" cap="flat">
              <a:solidFill>
                <a:srgbClr val="3692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74" name="pg1474"/>
            <p:cNvSpPr/>
            <p:nvPr/>
          </p:nvSpPr>
          <p:spPr>
            <a:xfrm>
              <a:off x="5183056" y="368025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690A8">
                <a:alpha val="100000"/>
              </a:srgbClr>
            </a:solidFill>
            <a:ln w="5420" cap="flat">
              <a:solidFill>
                <a:srgbClr val="3690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75" name="pg1475"/>
            <p:cNvSpPr/>
            <p:nvPr/>
          </p:nvSpPr>
          <p:spPr>
            <a:xfrm>
              <a:off x="5194693" y="368025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8EA7">
                <a:alpha val="100000"/>
              </a:srgbClr>
            </a:solidFill>
            <a:ln w="5420" cap="flat">
              <a:solidFill>
                <a:srgbClr val="378E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76" name="pg1476"/>
            <p:cNvSpPr/>
            <p:nvPr/>
          </p:nvSpPr>
          <p:spPr>
            <a:xfrm>
              <a:off x="5206331" y="368025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8EA7">
                <a:alpha val="100000"/>
              </a:srgbClr>
            </a:solidFill>
            <a:ln w="5420" cap="flat">
              <a:solidFill>
                <a:srgbClr val="378E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77" name="pg1477"/>
            <p:cNvSpPr/>
            <p:nvPr/>
          </p:nvSpPr>
          <p:spPr>
            <a:xfrm>
              <a:off x="5217968" y="368025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8DA7">
                <a:alpha val="100000"/>
              </a:srgbClr>
            </a:solidFill>
            <a:ln w="5420" cap="flat">
              <a:solidFill>
                <a:srgbClr val="378D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78" name="pg1478"/>
            <p:cNvSpPr/>
            <p:nvPr/>
          </p:nvSpPr>
          <p:spPr>
            <a:xfrm>
              <a:off x="5229605" y="368025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8DA7">
                <a:alpha val="100000"/>
              </a:srgbClr>
            </a:solidFill>
            <a:ln w="5420" cap="flat">
              <a:solidFill>
                <a:srgbClr val="378D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79" name="pg1479"/>
            <p:cNvSpPr/>
            <p:nvPr/>
          </p:nvSpPr>
          <p:spPr>
            <a:xfrm>
              <a:off x="5241243" y="368025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8DA7">
                <a:alpha val="100000"/>
              </a:srgbClr>
            </a:solidFill>
            <a:ln w="5420" cap="flat">
              <a:solidFill>
                <a:srgbClr val="378D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80" name="pg1480"/>
            <p:cNvSpPr/>
            <p:nvPr/>
          </p:nvSpPr>
          <p:spPr>
            <a:xfrm>
              <a:off x="5252880" y="368025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8DA7">
                <a:alpha val="100000"/>
              </a:srgbClr>
            </a:solidFill>
            <a:ln w="5420" cap="flat">
              <a:solidFill>
                <a:srgbClr val="378D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81" name="pg1481"/>
            <p:cNvSpPr/>
            <p:nvPr/>
          </p:nvSpPr>
          <p:spPr>
            <a:xfrm>
              <a:off x="5264517" y="368025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8EA7">
                <a:alpha val="100000"/>
              </a:srgbClr>
            </a:solidFill>
            <a:ln w="5420" cap="flat">
              <a:solidFill>
                <a:srgbClr val="378E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82" name="pg1482"/>
            <p:cNvSpPr/>
            <p:nvPr/>
          </p:nvSpPr>
          <p:spPr>
            <a:xfrm>
              <a:off x="5008496" y="369455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BC7AC">
                <a:alpha val="100000"/>
              </a:srgbClr>
            </a:solidFill>
            <a:ln w="5420" cap="flat">
              <a:solidFill>
                <a:srgbClr val="5BC7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83" name="pg1483"/>
            <p:cNvSpPr/>
            <p:nvPr/>
          </p:nvSpPr>
          <p:spPr>
            <a:xfrm>
              <a:off x="5020133" y="369455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DCAAC">
                <a:alpha val="100000"/>
              </a:srgbClr>
            </a:solidFill>
            <a:ln w="5420" cap="flat">
              <a:solidFill>
                <a:srgbClr val="5DCA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84" name="pg1484"/>
            <p:cNvSpPr/>
            <p:nvPr/>
          </p:nvSpPr>
          <p:spPr>
            <a:xfrm>
              <a:off x="5031771" y="369455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ECBAC">
                <a:alpha val="100000"/>
              </a:srgbClr>
            </a:solidFill>
            <a:ln w="5420" cap="flat">
              <a:solidFill>
                <a:srgbClr val="5ECB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85" name="pg1485"/>
            <p:cNvSpPr/>
            <p:nvPr/>
          </p:nvSpPr>
          <p:spPr>
            <a:xfrm>
              <a:off x="5043408" y="369455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FCCAC">
                <a:alpha val="100000"/>
              </a:srgbClr>
            </a:solidFill>
            <a:ln w="5420" cap="flat">
              <a:solidFill>
                <a:srgbClr val="5FCC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86" name="pg1486"/>
            <p:cNvSpPr/>
            <p:nvPr/>
          </p:nvSpPr>
          <p:spPr>
            <a:xfrm>
              <a:off x="5055045" y="369455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DCAAC">
                <a:alpha val="100000"/>
              </a:srgbClr>
            </a:solidFill>
            <a:ln w="5420" cap="flat">
              <a:solidFill>
                <a:srgbClr val="5DCA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87" name="pg1487"/>
            <p:cNvSpPr/>
            <p:nvPr/>
          </p:nvSpPr>
          <p:spPr>
            <a:xfrm>
              <a:off x="5066683" y="369455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BC6AC">
                <a:alpha val="100000"/>
              </a:srgbClr>
            </a:solidFill>
            <a:ln w="5420" cap="flat">
              <a:solidFill>
                <a:srgbClr val="5BC6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88" name="pg1488"/>
            <p:cNvSpPr/>
            <p:nvPr/>
          </p:nvSpPr>
          <p:spPr>
            <a:xfrm>
              <a:off x="5078320" y="369455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7C1AC">
                <a:alpha val="100000"/>
              </a:srgbClr>
            </a:solidFill>
            <a:ln w="5420" cap="flat">
              <a:solidFill>
                <a:srgbClr val="57C1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89" name="pg1489"/>
            <p:cNvSpPr/>
            <p:nvPr/>
          </p:nvSpPr>
          <p:spPr>
            <a:xfrm>
              <a:off x="5089957" y="369455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3BAAB">
                <a:alpha val="100000"/>
              </a:srgbClr>
            </a:solidFill>
            <a:ln w="5420" cap="flat">
              <a:solidFill>
                <a:srgbClr val="53BA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90" name="pg1490"/>
            <p:cNvSpPr/>
            <p:nvPr/>
          </p:nvSpPr>
          <p:spPr>
            <a:xfrm>
              <a:off x="5101595" y="369455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8ACAA">
                <a:alpha val="100000"/>
              </a:srgbClr>
            </a:solidFill>
            <a:ln w="5420" cap="flat">
              <a:solidFill>
                <a:srgbClr val="48AC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91" name="pg1491"/>
            <p:cNvSpPr/>
            <p:nvPr/>
          </p:nvSpPr>
          <p:spPr>
            <a:xfrm>
              <a:off x="5113232" y="369455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2A5AA">
                <a:alpha val="100000"/>
              </a:srgbClr>
            </a:solidFill>
            <a:ln w="5420" cap="flat">
              <a:solidFill>
                <a:srgbClr val="42A5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92" name="pg1492"/>
            <p:cNvSpPr/>
            <p:nvPr/>
          </p:nvSpPr>
          <p:spPr>
            <a:xfrm>
              <a:off x="5124869" y="369455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9EAA">
                <a:alpha val="100000"/>
              </a:srgbClr>
            </a:solidFill>
            <a:ln w="5420" cap="flat">
              <a:solidFill>
                <a:srgbClr val="3C9E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93" name="pg1493"/>
            <p:cNvSpPr/>
            <p:nvPr/>
          </p:nvSpPr>
          <p:spPr>
            <a:xfrm>
              <a:off x="5136507" y="369455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699A9">
                <a:alpha val="100000"/>
              </a:srgbClr>
            </a:solidFill>
            <a:ln w="5420" cap="flat">
              <a:solidFill>
                <a:srgbClr val="3699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94" name="pg1494"/>
            <p:cNvSpPr/>
            <p:nvPr/>
          </p:nvSpPr>
          <p:spPr>
            <a:xfrm>
              <a:off x="5148144" y="369455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594A8">
                <a:alpha val="100000"/>
              </a:srgbClr>
            </a:solidFill>
            <a:ln w="5420" cap="flat">
              <a:solidFill>
                <a:srgbClr val="3594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95" name="pg1495"/>
            <p:cNvSpPr/>
            <p:nvPr/>
          </p:nvSpPr>
          <p:spPr>
            <a:xfrm>
              <a:off x="5159781" y="369455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8FA7">
                <a:alpha val="100000"/>
              </a:srgbClr>
            </a:solidFill>
            <a:ln w="5420" cap="flat">
              <a:solidFill>
                <a:srgbClr val="378F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96" name="pg1496"/>
            <p:cNvSpPr/>
            <p:nvPr/>
          </p:nvSpPr>
          <p:spPr>
            <a:xfrm>
              <a:off x="5171419" y="369455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8CA7">
                <a:alpha val="100000"/>
              </a:srgbClr>
            </a:solidFill>
            <a:ln w="5420" cap="flat">
              <a:solidFill>
                <a:srgbClr val="378C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97" name="pg1497"/>
            <p:cNvSpPr/>
            <p:nvPr/>
          </p:nvSpPr>
          <p:spPr>
            <a:xfrm>
              <a:off x="5183056" y="369455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88AA6">
                <a:alpha val="100000"/>
              </a:srgbClr>
            </a:solidFill>
            <a:ln w="5420" cap="flat">
              <a:solidFill>
                <a:srgbClr val="388AA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98" name="pg1498"/>
            <p:cNvSpPr/>
            <p:nvPr/>
          </p:nvSpPr>
          <p:spPr>
            <a:xfrm>
              <a:off x="5194693" y="369455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889A6">
                <a:alpha val="100000"/>
              </a:srgbClr>
            </a:solidFill>
            <a:ln w="5420" cap="flat">
              <a:solidFill>
                <a:srgbClr val="3889A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99" name="pg1499"/>
            <p:cNvSpPr/>
            <p:nvPr/>
          </p:nvSpPr>
          <p:spPr>
            <a:xfrm>
              <a:off x="5206331" y="369455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889A6">
                <a:alpha val="100000"/>
              </a:srgbClr>
            </a:solidFill>
            <a:ln w="5420" cap="flat">
              <a:solidFill>
                <a:srgbClr val="3889A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00" name="pg1500"/>
            <p:cNvSpPr/>
            <p:nvPr/>
          </p:nvSpPr>
          <p:spPr>
            <a:xfrm>
              <a:off x="5217968" y="369455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889A6">
                <a:alpha val="100000"/>
              </a:srgbClr>
            </a:solidFill>
            <a:ln w="5420" cap="flat">
              <a:solidFill>
                <a:srgbClr val="3889A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01" name="pg1501"/>
            <p:cNvSpPr/>
            <p:nvPr/>
          </p:nvSpPr>
          <p:spPr>
            <a:xfrm>
              <a:off x="5229605" y="369455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88AA6">
                <a:alpha val="100000"/>
              </a:srgbClr>
            </a:solidFill>
            <a:ln w="5420" cap="flat">
              <a:solidFill>
                <a:srgbClr val="388AA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02" name="pg1502"/>
            <p:cNvSpPr/>
            <p:nvPr/>
          </p:nvSpPr>
          <p:spPr>
            <a:xfrm>
              <a:off x="5241243" y="369455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88BA6">
                <a:alpha val="100000"/>
              </a:srgbClr>
            </a:solidFill>
            <a:ln w="5420" cap="flat">
              <a:solidFill>
                <a:srgbClr val="388BA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03" name="pg1503"/>
            <p:cNvSpPr/>
            <p:nvPr/>
          </p:nvSpPr>
          <p:spPr>
            <a:xfrm>
              <a:off x="5252880" y="369455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88BA7">
                <a:alpha val="100000"/>
              </a:srgbClr>
            </a:solidFill>
            <a:ln w="5420" cap="flat">
              <a:solidFill>
                <a:srgbClr val="388B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04" name="pg1504"/>
            <p:cNvSpPr/>
            <p:nvPr/>
          </p:nvSpPr>
          <p:spPr>
            <a:xfrm>
              <a:off x="5008496" y="370885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8C1AC">
                <a:alpha val="100000"/>
              </a:srgbClr>
            </a:solidFill>
            <a:ln w="5420" cap="flat">
              <a:solidFill>
                <a:srgbClr val="58C1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05" name="pg1505"/>
            <p:cNvSpPr/>
            <p:nvPr/>
          </p:nvSpPr>
          <p:spPr>
            <a:xfrm>
              <a:off x="5020133" y="370885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9C3AC">
                <a:alpha val="100000"/>
              </a:srgbClr>
            </a:solidFill>
            <a:ln w="5420" cap="flat">
              <a:solidFill>
                <a:srgbClr val="59C3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06" name="pg1506"/>
            <p:cNvSpPr/>
            <p:nvPr/>
          </p:nvSpPr>
          <p:spPr>
            <a:xfrm>
              <a:off x="5031771" y="370885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9C4AC">
                <a:alpha val="100000"/>
              </a:srgbClr>
            </a:solidFill>
            <a:ln w="5420" cap="flat">
              <a:solidFill>
                <a:srgbClr val="59C4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07" name="pg1507"/>
            <p:cNvSpPr/>
            <p:nvPr/>
          </p:nvSpPr>
          <p:spPr>
            <a:xfrm>
              <a:off x="5043408" y="370885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9C3AC">
                <a:alpha val="100000"/>
              </a:srgbClr>
            </a:solidFill>
            <a:ln w="5420" cap="flat">
              <a:solidFill>
                <a:srgbClr val="59C3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08" name="pg1508"/>
            <p:cNvSpPr/>
            <p:nvPr/>
          </p:nvSpPr>
          <p:spPr>
            <a:xfrm>
              <a:off x="5055045" y="370885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8C1AC">
                <a:alpha val="100000"/>
              </a:srgbClr>
            </a:solidFill>
            <a:ln w="5420" cap="flat">
              <a:solidFill>
                <a:srgbClr val="58C1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09" name="pg1509"/>
            <p:cNvSpPr/>
            <p:nvPr/>
          </p:nvSpPr>
          <p:spPr>
            <a:xfrm>
              <a:off x="5066683" y="370885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5BEAB">
                <a:alpha val="100000"/>
              </a:srgbClr>
            </a:solidFill>
            <a:ln w="5420" cap="flat">
              <a:solidFill>
                <a:srgbClr val="55BE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10" name="pg1510"/>
            <p:cNvSpPr/>
            <p:nvPr/>
          </p:nvSpPr>
          <p:spPr>
            <a:xfrm>
              <a:off x="5078320" y="370885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2B9AB">
                <a:alpha val="100000"/>
              </a:srgbClr>
            </a:solidFill>
            <a:ln w="5420" cap="flat">
              <a:solidFill>
                <a:srgbClr val="52B9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11" name="pg1511"/>
            <p:cNvSpPr/>
            <p:nvPr/>
          </p:nvSpPr>
          <p:spPr>
            <a:xfrm>
              <a:off x="5089957" y="370885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EB3AB">
                <a:alpha val="100000"/>
              </a:srgbClr>
            </a:solidFill>
            <a:ln w="5420" cap="flat">
              <a:solidFill>
                <a:srgbClr val="4EB3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12" name="pg1512"/>
            <p:cNvSpPr/>
            <p:nvPr/>
          </p:nvSpPr>
          <p:spPr>
            <a:xfrm>
              <a:off x="5101595" y="370885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3A6AA">
                <a:alpha val="100000"/>
              </a:srgbClr>
            </a:solidFill>
            <a:ln w="5420" cap="flat">
              <a:solidFill>
                <a:srgbClr val="43A6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13" name="pg1513"/>
            <p:cNvSpPr/>
            <p:nvPr/>
          </p:nvSpPr>
          <p:spPr>
            <a:xfrm>
              <a:off x="5113232" y="370885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D9FAA">
                <a:alpha val="100000"/>
              </a:srgbClr>
            </a:solidFill>
            <a:ln w="5420" cap="flat">
              <a:solidFill>
                <a:srgbClr val="3D9F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14" name="pg1514"/>
            <p:cNvSpPr/>
            <p:nvPr/>
          </p:nvSpPr>
          <p:spPr>
            <a:xfrm>
              <a:off x="5124869" y="370885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699A9">
                <a:alpha val="100000"/>
              </a:srgbClr>
            </a:solidFill>
            <a:ln w="5420" cap="flat">
              <a:solidFill>
                <a:srgbClr val="3699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15" name="pg1515"/>
            <p:cNvSpPr/>
            <p:nvPr/>
          </p:nvSpPr>
          <p:spPr>
            <a:xfrm>
              <a:off x="5136507" y="370885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693A8">
                <a:alpha val="100000"/>
              </a:srgbClr>
            </a:solidFill>
            <a:ln w="5420" cap="flat">
              <a:solidFill>
                <a:srgbClr val="3693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16" name="pg1516"/>
            <p:cNvSpPr/>
            <p:nvPr/>
          </p:nvSpPr>
          <p:spPr>
            <a:xfrm>
              <a:off x="5148144" y="370885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8DA7">
                <a:alpha val="100000"/>
              </a:srgbClr>
            </a:solidFill>
            <a:ln w="5420" cap="flat">
              <a:solidFill>
                <a:srgbClr val="378D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17" name="pg1517"/>
            <p:cNvSpPr/>
            <p:nvPr/>
          </p:nvSpPr>
          <p:spPr>
            <a:xfrm>
              <a:off x="5159781" y="370885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889A6">
                <a:alpha val="100000"/>
              </a:srgbClr>
            </a:solidFill>
            <a:ln w="5420" cap="flat">
              <a:solidFill>
                <a:srgbClr val="3889A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18" name="pg1518"/>
            <p:cNvSpPr/>
            <p:nvPr/>
          </p:nvSpPr>
          <p:spPr>
            <a:xfrm>
              <a:off x="5171419" y="370885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86A5">
                <a:alpha val="100000"/>
              </a:srgbClr>
            </a:solidFill>
            <a:ln w="5420" cap="flat">
              <a:solidFill>
                <a:srgbClr val="3986A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19" name="pg1519"/>
            <p:cNvSpPr/>
            <p:nvPr/>
          </p:nvSpPr>
          <p:spPr>
            <a:xfrm>
              <a:off x="5183056" y="370885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84A5">
                <a:alpha val="100000"/>
              </a:srgbClr>
            </a:solidFill>
            <a:ln w="5420" cap="flat">
              <a:solidFill>
                <a:srgbClr val="3984A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20" name="pg1520"/>
            <p:cNvSpPr/>
            <p:nvPr/>
          </p:nvSpPr>
          <p:spPr>
            <a:xfrm>
              <a:off x="5194693" y="370885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83A5">
                <a:alpha val="100000"/>
              </a:srgbClr>
            </a:solidFill>
            <a:ln w="5420" cap="flat">
              <a:solidFill>
                <a:srgbClr val="3983A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21" name="pg1521"/>
            <p:cNvSpPr/>
            <p:nvPr/>
          </p:nvSpPr>
          <p:spPr>
            <a:xfrm>
              <a:off x="5206331" y="370885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83A5">
                <a:alpha val="100000"/>
              </a:srgbClr>
            </a:solidFill>
            <a:ln w="5420" cap="flat">
              <a:solidFill>
                <a:srgbClr val="3983A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22" name="pg1522"/>
            <p:cNvSpPr/>
            <p:nvPr/>
          </p:nvSpPr>
          <p:spPr>
            <a:xfrm>
              <a:off x="5217968" y="370885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85A5">
                <a:alpha val="100000"/>
              </a:srgbClr>
            </a:solidFill>
            <a:ln w="5420" cap="flat">
              <a:solidFill>
                <a:srgbClr val="3985A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23" name="pg1523"/>
            <p:cNvSpPr/>
            <p:nvPr/>
          </p:nvSpPr>
          <p:spPr>
            <a:xfrm>
              <a:off x="5229605" y="370885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86A5">
                <a:alpha val="100000"/>
              </a:srgbClr>
            </a:solidFill>
            <a:ln w="5420" cap="flat">
              <a:solidFill>
                <a:srgbClr val="3986A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24" name="pg1524"/>
            <p:cNvSpPr/>
            <p:nvPr/>
          </p:nvSpPr>
          <p:spPr>
            <a:xfrm>
              <a:off x="5241243" y="370885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888A6">
                <a:alpha val="100000"/>
              </a:srgbClr>
            </a:solidFill>
            <a:ln w="5420" cap="flat">
              <a:solidFill>
                <a:srgbClr val="3888A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25" name="pg1525"/>
            <p:cNvSpPr/>
            <p:nvPr/>
          </p:nvSpPr>
          <p:spPr>
            <a:xfrm>
              <a:off x="5031771" y="372315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4BCAB">
                <a:alpha val="100000"/>
              </a:srgbClr>
            </a:solidFill>
            <a:ln w="5420" cap="flat">
              <a:solidFill>
                <a:srgbClr val="54BC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26" name="pg1526"/>
            <p:cNvSpPr/>
            <p:nvPr/>
          </p:nvSpPr>
          <p:spPr>
            <a:xfrm>
              <a:off x="5043408" y="372315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3BBAB">
                <a:alpha val="100000"/>
              </a:srgbClr>
            </a:solidFill>
            <a:ln w="5420" cap="flat">
              <a:solidFill>
                <a:srgbClr val="53BB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27" name="pg1527"/>
            <p:cNvSpPr/>
            <p:nvPr/>
          </p:nvSpPr>
          <p:spPr>
            <a:xfrm>
              <a:off x="5055045" y="372315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2B9AB">
                <a:alpha val="100000"/>
              </a:srgbClr>
            </a:solidFill>
            <a:ln w="5420" cap="flat">
              <a:solidFill>
                <a:srgbClr val="52B9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28" name="pg1528"/>
            <p:cNvSpPr/>
            <p:nvPr/>
          </p:nvSpPr>
          <p:spPr>
            <a:xfrm>
              <a:off x="5066683" y="372315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FB6AB">
                <a:alpha val="100000"/>
              </a:srgbClr>
            </a:solidFill>
            <a:ln w="5420" cap="flat">
              <a:solidFill>
                <a:srgbClr val="4FB6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29" name="pg1529"/>
            <p:cNvSpPr/>
            <p:nvPr/>
          </p:nvSpPr>
          <p:spPr>
            <a:xfrm>
              <a:off x="5078320" y="372315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CB1AB">
                <a:alpha val="100000"/>
              </a:srgbClr>
            </a:solidFill>
            <a:ln w="5420" cap="flat">
              <a:solidFill>
                <a:srgbClr val="4CB1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30" name="pg1530"/>
            <p:cNvSpPr/>
            <p:nvPr/>
          </p:nvSpPr>
          <p:spPr>
            <a:xfrm>
              <a:off x="5089957" y="372315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8ACAA">
                <a:alpha val="100000"/>
              </a:srgbClr>
            </a:solidFill>
            <a:ln w="5420" cap="flat">
              <a:solidFill>
                <a:srgbClr val="48AC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31" name="pg1531"/>
            <p:cNvSpPr/>
            <p:nvPr/>
          </p:nvSpPr>
          <p:spPr>
            <a:xfrm>
              <a:off x="5101595" y="372315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EA0AA">
                <a:alpha val="100000"/>
              </a:srgbClr>
            </a:solidFill>
            <a:ln w="5420" cap="flat">
              <a:solidFill>
                <a:srgbClr val="3EA0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32" name="pg1532"/>
            <p:cNvSpPr/>
            <p:nvPr/>
          </p:nvSpPr>
          <p:spPr>
            <a:xfrm>
              <a:off x="5113232" y="372315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9AA9">
                <a:alpha val="100000"/>
              </a:srgbClr>
            </a:solidFill>
            <a:ln w="5420" cap="flat">
              <a:solidFill>
                <a:srgbClr val="379A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33" name="pg1533"/>
            <p:cNvSpPr/>
            <p:nvPr/>
          </p:nvSpPr>
          <p:spPr>
            <a:xfrm>
              <a:off x="5124869" y="372315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593A8">
                <a:alpha val="100000"/>
              </a:srgbClr>
            </a:solidFill>
            <a:ln w="5420" cap="flat">
              <a:solidFill>
                <a:srgbClr val="3593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34" name="pg1534"/>
            <p:cNvSpPr/>
            <p:nvPr/>
          </p:nvSpPr>
          <p:spPr>
            <a:xfrm>
              <a:off x="5136507" y="372315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8DA7">
                <a:alpha val="100000"/>
              </a:srgbClr>
            </a:solidFill>
            <a:ln w="5420" cap="flat">
              <a:solidFill>
                <a:srgbClr val="378D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35" name="pg1535"/>
            <p:cNvSpPr/>
            <p:nvPr/>
          </p:nvSpPr>
          <p:spPr>
            <a:xfrm>
              <a:off x="5148144" y="372315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87A6">
                <a:alpha val="100000"/>
              </a:srgbClr>
            </a:solidFill>
            <a:ln w="5420" cap="flat">
              <a:solidFill>
                <a:srgbClr val="3987A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36" name="pg1536"/>
            <p:cNvSpPr/>
            <p:nvPr/>
          </p:nvSpPr>
          <p:spPr>
            <a:xfrm>
              <a:off x="5159781" y="372315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82A5">
                <a:alpha val="100000"/>
              </a:srgbClr>
            </a:solidFill>
            <a:ln w="5420" cap="flat">
              <a:solidFill>
                <a:srgbClr val="3982A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37" name="pg1537"/>
            <p:cNvSpPr/>
            <p:nvPr/>
          </p:nvSpPr>
          <p:spPr>
            <a:xfrm>
              <a:off x="5171419" y="372315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FA4">
                <a:alpha val="100000"/>
              </a:srgbClr>
            </a:solidFill>
            <a:ln w="5420" cap="flat">
              <a:solidFill>
                <a:srgbClr val="3A7FA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38" name="pg1538"/>
            <p:cNvSpPr/>
            <p:nvPr/>
          </p:nvSpPr>
          <p:spPr>
            <a:xfrm>
              <a:off x="5183056" y="372315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DA3">
                <a:alpha val="100000"/>
              </a:srgbClr>
            </a:solidFill>
            <a:ln w="5420" cap="flat">
              <a:solidFill>
                <a:srgbClr val="3A7DA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39" name="pg1539"/>
            <p:cNvSpPr/>
            <p:nvPr/>
          </p:nvSpPr>
          <p:spPr>
            <a:xfrm>
              <a:off x="5194693" y="372315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DA3">
                <a:alpha val="100000"/>
              </a:srgbClr>
            </a:solidFill>
            <a:ln w="5420" cap="flat">
              <a:solidFill>
                <a:srgbClr val="3A7DA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40" name="pg1540"/>
            <p:cNvSpPr/>
            <p:nvPr/>
          </p:nvSpPr>
          <p:spPr>
            <a:xfrm>
              <a:off x="5206331" y="372315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EA4">
                <a:alpha val="100000"/>
              </a:srgbClr>
            </a:solidFill>
            <a:ln w="5420" cap="flat">
              <a:solidFill>
                <a:srgbClr val="3A7EA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41" name="pg1541"/>
            <p:cNvSpPr/>
            <p:nvPr/>
          </p:nvSpPr>
          <p:spPr>
            <a:xfrm>
              <a:off x="5217968" y="372315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81A4">
                <a:alpha val="100000"/>
              </a:srgbClr>
            </a:solidFill>
            <a:ln w="5420" cap="flat">
              <a:solidFill>
                <a:srgbClr val="3981A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42" name="pg1542"/>
            <p:cNvSpPr/>
            <p:nvPr/>
          </p:nvSpPr>
          <p:spPr>
            <a:xfrm>
              <a:off x="5229605" y="372315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83A5">
                <a:alpha val="100000"/>
              </a:srgbClr>
            </a:solidFill>
            <a:ln w="5420" cap="flat">
              <a:solidFill>
                <a:srgbClr val="3983A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43" name="pg1543"/>
            <p:cNvSpPr/>
            <p:nvPr/>
          </p:nvSpPr>
          <p:spPr>
            <a:xfrm>
              <a:off x="5043408" y="373745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DB3AB">
                <a:alpha val="100000"/>
              </a:srgbClr>
            </a:solidFill>
            <a:ln w="5420" cap="flat">
              <a:solidFill>
                <a:srgbClr val="4DB3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44" name="pg1544"/>
            <p:cNvSpPr/>
            <p:nvPr/>
          </p:nvSpPr>
          <p:spPr>
            <a:xfrm>
              <a:off x="5055045" y="373745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CB1AB">
                <a:alpha val="100000"/>
              </a:srgbClr>
            </a:solidFill>
            <a:ln w="5420" cap="flat">
              <a:solidFill>
                <a:srgbClr val="4CB1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45" name="pg1545"/>
            <p:cNvSpPr/>
            <p:nvPr/>
          </p:nvSpPr>
          <p:spPr>
            <a:xfrm>
              <a:off x="5066683" y="373745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AAEAB">
                <a:alpha val="100000"/>
              </a:srgbClr>
            </a:solidFill>
            <a:ln w="5420" cap="flat">
              <a:solidFill>
                <a:srgbClr val="4AAE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46" name="pg1546"/>
            <p:cNvSpPr/>
            <p:nvPr/>
          </p:nvSpPr>
          <p:spPr>
            <a:xfrm>
              <a:off x="5078320" y="373745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7ABAA">
                <a:alpha val="100000"/>
              </a:srgbClr>
            </a:solidFill>
            <a:ln w="5420" cap="flat">
              <a:solidFill>
                <a:srgbClr val="47AB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47" name="pg1547"/>
            <p:cNvSpPr/>
            <p:nvPr/>
          </p:nvSpPr>
          <p:spPr>
            <a:xfrm>
              <a:off x="5089957" y="373745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3A6AA">
                <a:alpha val="100000"/>
              </a:srgbClr>
            </a:solidFill>
            <a:ln w="5420" cap="flat">
              <a:solidFill>
                <a:srgbClr val="43A6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48" name="pg1548"/>
            <p:cNvSpPr/>
            <p:nvPr/>
          </p:nvSpPr>
          <p:spPr>
            <a:xfrm>
              <a:off x="5101595" y="373745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9CA9">
                <a:alpha val="100000"/>
              </a:srgbClr>
            </a:solidFill>
            <a:ln w="5420" cap="flat">
              <a:solidFill>
                <a:srgbClr val="399C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49" name="pg1549"/>
            <p:cNvSpPr/>
            <p:nvPr/>
          </p:nvSpPr>
          <p:spPr>
            <a:xfrm>
              <a:off x="5113232" y="373745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496A9">
                <a:alpha val="100000"/>
              </a:srgbClr>
            </a:solidFill>
            <a:ln w="5420" cap="flat">
              <a:solidFill>
                <a:srgbClr val="3496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50" name="pg1550"/>
            <p:cNvSpPr/>
            <p:nvPr/>
          </p:nvSpPr>
          <p:spPr>
            <a:xfrm>
              <a:off x="5124869" y="373745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8FA7">
                <a:alpha val="100000"/>
              </a:srgbClr>
            </a:solidFill>
            <a:ln w="5420" cap="flat">
              <a:solidFill>
                <a:srgbClr val="378F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51" name="pg1551"/>
            <p:cNvSpPr/>
            <p:nvPr/>
          </p:nvSpPr>
          <p:spPr>
            <a:xfrm>
              <a:off x="5136507" y="373745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888A6">
                <a:alpha val="100000"/>
              </a:srgbClr>
            </a:solidFill>
            <a:ln w="5420" cap="flat">
              <a:solidFill>
                <a:srgbClr val="3888A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52" name="pg1552"/>
            <p:cNvSpPr/>
            <p:nvPr/>
          </p:nvSpPr>
          <p:spPr>
            <a:xfrm>
              <a:off x="5148144" y="373745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81A4">
                <a:alpha val="100000"/>
              </a:srgbClr>
            </a:solidFill>
            <a:ln w="5420" cap="flat">
              <a:solidFill>
                <a:srgbClr val="3981A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53" name="pg1553"/>
            <p:cNvSpPr/>
            <p:nvPr/>
          </p:nvSpPr>
          <p:spPr>
            <a:xfrm>
              <a:off x="5159781" y="373745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CA3">
                <a:alpha val="100000"/>
              </a:srgbClr>
            </a:solidFill>
            <a:ln w="5420" cap="flat">
              <a:solidFill>
                <a:srgbClr val="3A7CA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54" name="pg1554"/>
            <p:cNvSpPr/>
            <p:nvPr/>
          </p:nvSpPr>
          <p:spPr>
            <a:xfrm>
              <a:off x="5171419" y="373745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9A2">
                <a:alpha val="100000"/>
              </a:srgbClr>
            </a:solidFill>
            <a:ln w="5420" cap="flat">
              <a:solidFill>
                <a:srgbClr val="3A79A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55" name="pg1555"/>
            <p:cNvSpPr/>
            <p:nvPr/>
          </p:nvSpPr>
          <p:spPr>
            <a:xfrm>
              <a:off x="5183056" y="373745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7A2">
                <a:alpha val="100000"/>
              </a:srgbClr>
            </a:solidFill>
            <a:ln w="5420" cap="flat">
              <a:solidFill>
                <a:srgbClr val="3A77A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56" name="pg1556"/>
            <p:cNvSpPr/>
            <p:nvPr/>
          </p:nvSpPr>
          <p:spPr>
            <a:xfrm>
              <a:off x="5194693" y="373745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8A2">
                <a:alpha val="100000"/>
              </a:srgbClr>
            </a:solidFill>
            <a:ln w="5420" cap="flat">
              <a:solidFill>
                <a:srgbClr val="3A78A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57" name="pg1557"/>
            <p:cNvSpPr/>
            <p:nvPr/>
          </p:nvSpPr>
          <p:spPr>
            <a:xfrm>
              <a:off x="5206331" y="373745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9A3">
                <a:alpha val="100000"/>
              </a:srgbClr>
            </a:solidFill>
            <a:ln w="5420" cap="flat">
              <a:solidFill>
                <a:srgbClr val="3A79A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58" name="pg1558"/>
            <p:cNvSpPr/>
            <p:nvPr/>
          </p:nvSpPr>
          <p:spPr>
            <a:xfrm>
              <a:off x="5217968" y="373745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EA4">
                <a:alpha val="100000"/>
              </a:srgbClr>
            </a:solidFill>
            <a:ln w="5420" cap="flat">
              <a:solidFill>
                <a:srgbClr val="3A7EA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59" name="pg1559"/>
            <p:cNvSpPr/>
            <p:nvPr/>
          </p:nvSpPr>
          <p:spPr>
            <a:xfrm>
              <a:off x="5055045" y="375175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7ABAA">
                <a:alpha val="100000"/>
              </a:srgbClr>
            </a:solidFill>
            <a:ln w="5420" cap="flat">
              <a:solidFill>
                <a:srgbClr val="47AB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60" name="pg1560"/>
            <p:cNvSpPr/>
            <p:nvPr/>
          </p:nvSpPr>
          <p:spPr>
            <a:xfrm>
              <a:off x="5066683" y="375175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5A9AA">
                <a:alpha val="100000"/>
              </a:srgbClr>
            </a:solidFill>
            <a:ln w="5420" cap="flat">
              <a:solidFill>
                <a:srgbClr val="45A9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61" name="pg1561"/>
            <p:cNvSpPr/>
            <p:nvPr/>
          </p:nvSpPr>
          <p:spPr>
            <a:xfrm>
              <a:off x="5078320" y="375175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3A6AA">
                <a:alpha val="100000"/>
              </a:srgbClr>
            </a:solidFill>
            <a:ln w="5420" cap="flat">
              <a:solidFill>
                <a:srgbClr val="43A6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62" name="pg1562"/>
            <p:cNvSpPr/>
            <p:nvPr/>
          </p:nvSpPr>
          <p:spPr>
            <a:xfrm>
              <a:off x="5089957" y="375175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0A3AA">
                <a:alpha val="100000"/>
              </a:srgbClr>
            </a:solidFill>
            <a:ln w="5420" cap="flat">
              <a:solidFill>
                <a:srgbClr val="40A3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63" name="pg1563"/>
            <p:cNvSpPr/>
            <p:nvPr/>
          </p:nvSpPr>
          <p:spPr>
            <a:xfrm>
              <a:off x="5101595" y="375175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99A9">
                <a:alpha val="100000"/>
              </a:srgbClr>
            </a:solidFill>
            <a:ln w="5420" cap="flat">
              <a:solidFill>
                <a:srgbClr val="3799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64" name="pg1564"/>
            <p:cNvSpPr/>
            <p:nvPr/>
          </p:nvSpPr>
          <p:spPr>
            <a:xfrm>
              <a:off x="5113232" y="375175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593A8">
                <a:alpha val="100000"/>
              </a:srgbClr>
            </a:solidFill>
            <a:ln w="5420" cap="flat">
              <a:solidFill>
                <a:srgbClr val="3593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65" name="pg1565"/>
            <p:cNvSpPr/>
            <p:nvPr/>
          </p:nvSpPr>
          <p:spPr>
            <a:xfrm>
              <a:off x="5124869" y="375175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8CA7">
                <a:alpha val="100000"/>
              </a:srgbClr>
            </a:solidFill>
            <a:ln w="5420" cap="flat">
              <a:solidFill>
                <a:srgbClr val="378C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66" name="pg1566"/>
            <p:cNvSpPr/>
            <p:nvPr/>
          </p:nvSpPr>
          <p:spPr>
            <a:xfrm>
              <a:off x="5136507" y="375175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85A5">
                <a:alpha val="100000"/>
              </a:srgbClr>
            </a:solidFill>
            <a:ln w="5420" cap="flat">
              <a:solidFill>
                <a:srgbClr val="3985A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67" name="pg1567"/>
            <p:cNvSpPr/>
            <p:nvPr/>
          </p:nvSpPr>
          <p:spPr>
            <a:xfrm>
              <a:off x="5148144" y="375175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EA4">
                <a:alpha val="100000"/>
              </a:srgbClr>
            </a:solidFill>
            <a:ln w="5420" cap="flat">
              <a:solidFill>
                <a:srgbClr val="3A7EA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68" name="pg1568"/>
            <p:cNvSpPr/>
            <p:nvPr/>
          </p:nvSpPr>
          <p:spPr>
            <a:xfrm>
              <a:off x="5159781" y="375175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8A2">
                <a:alpha val="100000"/>
              </a:srgbClr>
            </a:solidFill>
            <a:ln w="5420" cap="flat">
              <a:solidFill>
                <a:srgbClr val="3A78A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69" name="pg1569"/>
            <p:cNvSpPr/>
            <p:nvPr/>
          </p:nvSpPr>
          <p:spPr>
            <a:xfrm>
              <a:off x="5171419" y="375175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5A2">
                <a:alpha val="100000"/>
              </a:srgbClr>
            </a:solidFill>
            <a:ln w="5420" cap="flat">
              <a:solidFill>
                <a:srgbClr val="3A75A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70" name="pg1570"/>
            <p:cNvSpPr/>
            <p:nvPr/>
          </p:nvSpPr>
          <p:spPr>
            <a:xfrm>
              <a:off x="5183056" y="375175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4A1">
                <a:alpha val="100000"/>
              </a:srgbClr>
            </a:solidFill>
            <a:ln w="5420" cap="flat">
              <a:solidFill>
                <a:srgbClr val="3A74A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71" name="pg1571"/>
            <p:cNvSpPr/>
            <p:nvPr/>
          </p:nvSpPr>
          <p:spPr>
            <a:xfrm>
              <a:off x="5194693" y="375175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4A1">
                <a:alpha val="100000"/>
              </a:srgbClr>
            </a:solidFill>
            <a:ln w="5420" cap="flat">
              <a:solidFill>
                <a:srgbClr val="3A74A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72" name="pg1572"/>
            <p:cNvSpPr/>
            <p:nvPr/>
          </p:nvSpPr>
          <p:spPr>
            <a:xfrm>
              <a:off x="5206331" y="375175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6A2">
                <a:alpha val="100000"/>
              </a:srgbClr>
            </a:solidFill>
            <a:ln w="5420" cap="flat">
              <a:solidFill>
                <a:srgbClr val="3A76A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73" name="pg1573"/>
            <p:cNvSpPr/>
            <p:nvPr/>
          </p:nvSpPr>
          <p:spPr>
            <a:xfrm>
              <a:off x="5217968" y="375175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BA3">
                <a:alpha val="100000"/>
              </a:srgbClr>
            </a:solidFill>
            <a:ln w="5420" cap="flat">
              <a:solidFill>
                <a:srgbClr val="3A7BA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74" name="pg1574"/>
            <p:cNvSpPr/>
            <p:nvPr/>
          </p:nvSpPr>
          <p:spPr>
            <a:xfrm>
              <a:off x="5008496" y="376605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5A8AA">
                <a:alpha val="100000"/>
              </a:srgbClr>
            </a:solidFill>
            <a:ln w="5420" cap="flat">
              <a:solidFill>
                <a:srgbClr val="45A8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75" name="pg1575"/>
            <p:cNvSpPr/>
            <p:nvPr/>
          </p:nvSpPr>
          <p:spPr>
            <a:xfrm>
              <a:off x="5020133" y="376605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5A8AA">
                <a:alpha val="100000"/>
              </a:srgbClr>
            </a:solidFill>
            <a:ln w="5420" cap="flat">
              <a:solidFill>
                <a:srgbClr val="45A8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76" name="pg1576"/>
            <p:cNvSpPr/>
            <p:nvPr/>
          </p:nvSpPr>
          <p:spPr>
            <a:xfrm>
              <a:off x="5031771" y="376605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4A8AA">
                <a:alpha val="100000"/>
              </a:srgbClr>
            </a:solidFill>
            <a:ln w="5420" cap="flat">
              <a:solidFill>
                <a:srgbClr val="44A8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77" name="pg1577"/>
            <p:cNvSpPr/>
            <p:nvPr/>
          </p:nvSpPr>
          <p:spPr>
            <a:xfrm>
              <a:off x="5043408" y="376605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5A8AA">
                <a:alpha val="100000"/>
              </a:srgbClr>
            </a:solidFill>
            <a:ln w="5420" cap="flat">
              <a:solidFill>
                <a:srgbClr val="45A8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78" name="pg1578"/>
            <p:cNvSpPr/>
            <p:nvPr/>
          </p:nvSpPr>
          <p:spPr>
            <a:xfrm>
              <a:off x="5055045" y="376605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4A7AA">
                <a:alpha val="100000"/>
              </a:srgbClr>
            </a:solidFill>
            <a:ln w="5420" cap="flat">
              <a:solidFill>
                <a:srgbClr val="44A7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79" name="pg1579"/>
            <p:cNvSpPr/>
            <p:nvPr/>
          </p:nvSpPr>
          <p:spPr>
            <a:xfrm>
              <a:off x="5066683" y="376605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3A6AA">
                <a:alpha val="100000"/>
              </a:srgbClr>
            </a:solidFill>
            <a:ln w="5420" cap="flat">
              <a:solidFill>
                <a:srgbClr val="43A6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80" name="pg1580"/>
            <p:cNvSpPr/>
            <p:nvPr/>
          </p:nvSpPr>
          <p:spPr>
            <a:xfrm>
              <a:off x="5078320" y="376605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1A4AA">
                <a:alpha val="100000"/>
              </a:srgbClr>
            </a:solidFill>
            <a:ln w="5420" cap="flat">
              <a:solidFill>
                <a:srgbClr val="41A4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81" name="pg1581"/>
            <p:cNvSpPr/>
            <p:nvPr/>
          </p:nvSpPr>
          <p:spPr>
            <a:xfrm>
              <a:off x="5089957" y="376605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EA1AA">
                <a:alpha val="100000"/>
              </a:srgbClr>
            </a:solidFill>
            <a:ln w="5420" cap="flat">
              <a:solidFill>
                <a:srgbClr val="3EA1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82" name="pg1582"/>
            <p:cNvSpPr/>
            <p:nvPr/>
          </p:nvSpPr>
          <p:spPr>
            <a:xfrm>
              <a:off x="5101595" y="376605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699A9">
                <a:alpha val="100000"/>
              </a:srgbClr>
            </a:solidFill>
            <a:ln w="5420" cap="flat">
              <a:solidFill>
                <a:srgbClr val="3699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83" name="pg1583"/>
            <p:cNvSpPr/>
            <p:nvPr/>
          </p:nvSpPr>
          <p:spPr>
            <a:xfrm>
              <a:off x="5113232" y="376605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593A8">
                <a:alpha val="100000"/>
              </a:srgbClr>
            </a:solidFill>
            <a:ln w="5420" cap="flat">
              <a:solidFill>
                <a:srgbClr val="3593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84" name="pg1584"/>
            <p:cNvSpPr/>
            <p:nvPr/>
          </p:nvSpPr>
          <p:spPr>
            <a:xfrm>
              <a:off x="5124869" y="376605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8CA7">
                <a:alpha val="100000"/>
              </a:srgbClr>
            </a:solidFill>
            <a:ln w="5420" cap="flat">
              <a:solidFill>
                <a:srgbClr val="378C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85" name="pg1585"/>
            <p:cNvSpPr/>
            <p:nvPr/>
          </p:nvSpPr>
          <p:spPr>
            <a:xfrm>
              <a:off x="5136507" y="376605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84A5">
                <a:alpha val="100000"/>
              </a:srgbClr>
            </a:solidFill>
            <a:ln w="5420" cap="flat">
              <a:solidFill>
                <a:srgbClr val="3984A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86" name="pg1586"/>
            <p:cNvSpPr/>
            <p:nvPr/>
          </p:nvSpPr>
          <p:spPr>
            <a:xfrm>
              <a:off x="5148144" y="376605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DA3">
                <a:alpha val="100000"/>
              </a:srgbClr>
            </a:solidFill>
            <a:ln w="5420" cap="flat">
              <a:solidFill>
                <a:srgbClr val="3A7DA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87" name="pg1587"/>
            <p:cNvSpPr/>
            <p:nvPr/>
          </p:nvSpPr>
          <p:spPr>
            <a:xfrm>
              <a:off x="5159781" y="376605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7A2">
                <a:alpha val="100000"/>
              </a:srgbClr>
            </a:solidFill>
            <a:ln w="5420" cap="flat">
              <a:solidFill>
                <a:srgbClr val="3A77A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88" name="pg1588"/>
            <p:cNvSpPr/>
            <p:nvPr/>
          </p:nvSpPr>
          <p:spPr>
            <a:xfrm>
              <a:off x="5171419" y="376605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4A1">
                <a:alpha val="100000"/>
              </a:srgbClr>
            </a:solidFill>
            <a:ln w="5420" cap="flat">
              <a:solidFill>
                <a:srgbClr val="3A74A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89" name="pg1589"/>
            <p:cNvSpPr/>
            <p:nvPr/>
          </p:nvSpPr>
          <p:spPr>
            <a:xfrm>
              <a:off x="5183056" y="376605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73A1">
                <a:alpha val="100000"/>
              </a:srgbClr>
            </a:solidFill>
            <a:ln w="5420" cap="flat">
              <a:solidFill>
                <a:srgbClr val="3B73A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90" name="pg1590"/>
            <p:cNvSpPr/>
            <p:nvPr/>
          </p:nvSpPr>
          <p:spPr>
            <a:xfrm>
              <a:off x="5194693" y="376605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3A1">
                <a:alpha val="100000"/>
              </a:srgbClr>
            </a:solidFill>
            <a:ln w="5420" cap="flat">
              <a:solidFill>
                <a:srgbClr val="3A73A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91" name="pg1591"/>
            <p:cNvSpPr/>
            <p:nvPr/>
          </p:nvSpPr>
          <p:spPr>
            <a:xfrm>
              <a:off x="5206331" y="376605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5A2">
                <a:alpha val="100000"/>
              </a:srgbClr>
            </a:solidFill>
            <a:ln w="5420" cap="flat">
              <a:solidFill>
                <a:srgbClr val="3A75A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92" name="pg1592"/>
            <p:cNvSpPr/>
            <p:nvPr/>
          </p:nvSpPr>
          <p:spPr>
            <a:xfrm>
              <a:off x="4996859" y="378035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3A6AA">
                <a:alpha val="100000"/>
              </a:srgbClr>
            </a:solidFill>
            <a:ln w="5420" cap="flat">
              <a:solidFill>
                <a:srgbClr val="43A6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93" name="pg1593"/>
            <p:cNvSpPr/>
            <p:nvPr/>
          </p:nvSpPr>
          <p:spPr>
            <a:xfrm>
              <a:off x="5008496" y="378035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3A6AA">
                <a:alpha val="100000"/>
              </a:srgbClr>
            </a:solidFill>
            <a:ln w="5420" cap="flat">
              <a:solidFill>
                <a:srgbClr val="43A6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94" name="pg1594"/>
            <p:cNvSpPr/>
            <p:nvPr/>
          </p:nvSpPr>
          <p:spPr>
            <a:xfrm>
              <a:off x="5020133" y="378035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3A6AA">
                <a:alpha val="100000"/>
              </a:srgbClr>
            </a:solidFill>
            <a:ln w="5420" cap="flat">
              <a:solidFill>
                <a:srgbClr val="43A6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95" name="pg1595"/>
            <p:cNvSpPr/>
            <p:nvPr/>
          </p:nvSpPr>
          <p:spPr>
            <a:xfrm>
              <a:off x="5031771" y="378035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3A6AA">
                <a:alpha val="100000"/>
              </a:srgbClr>
            </a:solidFill>
            <a:ln w="5420" cap="flat">
              <a:solidFill>
                <a:srgbClr val="43A6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96" name="pg1596"/>
            <p:cNvSpPr/>
            <p:nvPr/>
          </p:nvSpPr>
          <p:spPr>
            <a:xfrm>
              <a:off x="5043408" y="378035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3A6AA">
                <a:alpha val="100000"/>
              </a:srgbClr>
            </a:solidFill>
            <a:ln w="5420" cap="flat">
              <a:solidFill>
                <a:srgbClr val="43A6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97" name="pg1597"/>
            <p:cNvSpPr/>
            <p:nvPr/>
          </p:nvSpPr>
          <p:spPr>
            <a:xfrm>
              <a:off x="5055045" y="378035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2A6AA">
                <a:alpha val="100000"/>
              </a:srgbClr>
            </a:solidFill>
            <a:ln w="5420" cap="flat">
              <a:solidFill>
                <a:srgbClr val="42A6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98" name="pg1598"/>
            <p:cNvSpPr/>
            <p:nvPr/>
          </p:nvSpPr>
          <p:spPr>
            <a:xfrm>
              <a:off x="5066683" y="378035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2A5AA">
                <a:alpha val="100000"/>
              </a:srgbClr>
            </a:solidFill>
            <a:ln w="5420" cap="flat">
              <a:solidFill>
                <a:srgbClr val="42A5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99" name="pg1599"/>
            <p:cNvSpPr/>
            <p:nvPr/>
          </p:nvSpPr>
          <p:spPr>
            <a:xfrm>
              <a:off x="5078320" y="378035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1A3AA">
                <a:alpha val="100000"/>
              </a:srgbClr>
            </a:solidFill>
            <a:ln w="5420" cap="flat">
              <a:solidFill>
                <a:srgbClr val="41A3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00" name="pg1600"/>
            <p:cNvSpPr/>
            <p:nvPr/>
          </p:nvSpPr>
          <p:spPr>
            <a:xfrm>
              <a:off x="5089957" y="378035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FA1AA">
                <a:alpha val="100000"/>
              </a:srgbClr>
            </a:solidFill>
            <a:ln w="5420" cap="flat">
              <a:solidFill>
                <a:srgbClr val="3FA1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01" name="pg1601"/>
            <p:cNvSpPr/>
            <p:nvPr/>
          </p:nvSpPr>
          <p:spPr>
            <a:xfrm>
              <a:off x="5101595" y="378035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89BA9">
                <a:alpha val="100000"/>
              </a:srgbClr>
            </a:solidFill>
            <a:ln w="5420" cap="flat">
              <a:solidFill>
                <a:srgbClr val="389B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02" name="pg1602"/>
            <p:cNvSpPr/>
            <p:nvPr/>
          </p:nvSpPr>
          <p:spPr>
            <a:xfrm>
              <a:off x="5113232" y="378035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595A9">
                <a:alpha val="100000"/>
              </a:srgbClr>
            </a:solidFill>
            <a:ln w="5420" cap="flat">
              <a:solidFill>
                <a:srgbClr val="3595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03" name="pg1603"/>
            <p:cNvSpPr/>
            <p:nvPr/>
          </p:nvSpPr>
          <p:spPr>
            <a:xfrm>
              <a:off x="5124869" y="378035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8EA7">
                <a:alpha val="100000"/>
              </a:srgbClr>
            </a:solidFill>
            <a:ln w="5420" cap="flat">
              <a:solidFill>
                <a:srgbClr val="378E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04" name="pg1604"/>
            <p:cNvSpPr/>
            <p:nvPr/>
          </p:nvSpPr>
          <p:spPr>
            <a:xfrm>
              <a:off x="5136507" y="378035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87A6">
                <a:alpha val="100000"/>
              </a:srgbClr>
            </a:solidFill>
            <a:ln w="5420" cap="flat">
              <a:solidFill>
                <a:srgbClr val="3987A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05" name="pg1605"/>
            <p:cNvSpPr/>
            <p:nvPr/>
          </p:nvSpPr>
          <p:spPr>
            <a:xfrm>
              <a:off x="5148144" y="378035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FA4">
                <a:alpha val="100000"/>
              </a:srgbClr>
            </a:solidFill>
            <a:ln w="5420" cap="flat">
              <a:solidFill>
                <a:srgbClr val="3A7FA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06" name="pg1606"/>
            <p:cNvSpPr/>
            <p:nvPr/>
          </p:nvSpPr>
          <p:spPr>
            <a:xfrm>
              <a:off x="5159781" y="378035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AA3">
                <a:alpha val="100000"/>
              </a:srgbClr>
            </a:solidFill>
            <a:ln w="5420" cap="flat">
              <a:solidFill>
                <a:srgbClr val="3A7AA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07" name="pg1607"/>
            <p:cNvSpPr/>
            <p:nvPr/>
          </p:nvSpPr>
          <p:spPr>
            <a:xfrm>
              <a:off x="5171419" y="378035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6A2">
                <a:alpha val="100000"/>
              </a:srgbClr>
            </a:solidFill>
            <a:ln w="5420" cap="flat">
              <a:solidFill>
                <a:srgbClr val="3A76A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08" name="pg1608"/>
            <p:cNvSpPr/>
            <p:nvPr/>
          </p:nvSpPr>
          <p:spPr>
            <a:xfrm>
              <a:off x="5183056" y="378035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5A2">
                <a:alpha val="100000"/>
              </a:srgbClr>
            </a:solidFill>
            <a:ln w="5420" cap="flat">
              <a:solidFill>
                <a:srgbClr val="3A75A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09" name="pg1609"/>
            <p:cNvSpPr/>
            <p:nvPr/>
          </p:nvSpPr>
          <p:spPr>
            <a:xfrm>
              <a:off x="5194693" y="378035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5A2">
                <a:alpha val="100000"/>
              </a:srgbClr>
            </a:solidFill>
            <a:ln w="5420" cap="flat">
              <a:solidFill>
                <a:srgbClr val="3A75A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10" name="pg1610"/>
            <p:cNvSpPr/>
            <p:nvPr/>
          </p:nvSpPr>
          <p:spPr>
            <a:xfrm>
              <a:off x="5206331" y="378035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7A2">
                <a:alpha val="100000"/>
              </a:srgbClr>
            </a:solidFill>
            <a:ln w="5420" cap="flat">
              <a:solidFill>
                <a:srgbClr val="3A77A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11" name="pg1611"/>
            <p:cNvSpPr/>
            <p:nvPr/>
          </p:nvSpPr>
          <p:spPr>
            <a:xfrm>
              <a:off x="4996859" y="379465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FA2AA">
                <a:alpha val="100000"/>
              </a:srgbClr>
            </a:solidFill>
            <a:ln w="5420" cap="flat">
              <a:solidFill>
                <a:srgbClr val="3FA2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12" name="pg1612"/>
            <p:cNvSpPr/>
            <p:nvPr/>
          </p:nvSpPr>
          <p:spPr>
            <a:xfrm>
              <a:off x="5008496" y="379465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0A3AA">
                <a:alpha val="100000"/>
              </a:srgbClr>
            </a:solidFill>
            <a:ln w="5420" cap="flat">
              <a:solidFill>
                <a:srgbClr val="40A3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13" name="pg1613"/>
            <p:cNvSpPr/>
            <p:nvPr/>
          </p:nvSpPr>
          <p:spPr>
            <a:xfrm>
              <a:off x="5020133" y="379465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1A4AA">
                <a:alpha val="100000"/>
              </a:srgbClr>
            </a:solidFill>
            <a:ln w="5420" cap="flat">
              <a:solidFill>
                <a:srgbClr val="41A4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14" name="pg1614"/>
            <p:cNvSpPr/>
            <p:nvPr/>
          </p:nvSpPr>
          <p:spPr>
            <a:xfrm>
              <a:off x="5031771" y="379465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2A5AA">
                <a:alpha val="100000"/>
              </a:srgbClr>
            </a:solidFill>
            <a:ln w="5420" cap="flat">
              <a:solidFill>
                <a:srgbClr val="42A5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15" name="pg1615"/>
            <p:cNvSpPr/>
            <p:nvPr/>
          </p:nvSpPr>
          <p:spPr>
            <a:xfrm>
              <a:off x="5043408" y="379465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2A6AA">
                <a:alpha val="100000"/>
              </a:srgbClr>
            </a:solidFill>
            <a:ln w="5420" cap="flat">
              <a:solidFill>
                <a:srgbClr val="42A6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16" name="pg1616"/>
            <p:cNvSpPr/>
            <p:nvPr/>
          </p:nvSpPr>
          <p:spPr>
            <a:xfrm>
              <a:off x="5055045" y="379465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3A6AA">
                <a:alpha val="100000"/>
              </a:srgbClr>
            </a:solidFill>
            <a:ln w="5420" cap="flat">
              <a:solidFill>
                <a:srgbClr val="43A6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17" name="pg1617"/>
            <p:cNvSpPr/>
            <p:nvPr/>
          </p:nvSpPr>
          <p:spPr>
            <a:xfrm>
              <a:off x="5066683" y="379465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4A7AA">
                <a:alpha val="100000"/>
              </a:srgbClr>
            </a:solidFill>
            <a:ln w="5420" cap="flat">
              <a:solidFill>
                <a:srgbClr val="44A7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18" name="pg1618"/>
            <p:cNvSpPr/>
            <p:nvPr/>
          </p:nvSpPr>
          <p:spPr>
            <a:xfrm>
              <a:off x="5078320" y="379465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4A8AA">
                <a:alpha val="100000"/>
              </a:srgbClr>
            </a:solidFill>
            <a:ln w="5420" cap="flat">
              <a:solidFill>
                <a:srgbClr val="44A8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19" name="pg1619"/>
            <p:cNvSpPr/>
            <p:nvPr/>
          </p:nvSpPr>
          <p:spPr>
            <a:xfrm>
              <a:off x="5089957" y="379465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4A7AA">
                <a:alpha val="100000"/>
              </a:srgbClr>
            </a:solidFill>
            <a:ln w="5420" cap="flat">
              <a:solidFill>
                <a:srgbClr val="44A7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20" name="pg1620"/>
            <p:cNvSpPr/>
            <p:nvPr/>
          </p:nvSpPr>
          <p:spPr>
            <a:xfrm>
              <a:off x="5101595" y="379465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0A3AA">
                <a:alpha val="100000"/>
              </a:srgbClr>
            </a:solidFill>
            <a:ln w="5420" cap="flat">
              <a:solidFill>
                <a:srgbClr val="40A3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21" name="pg1621"/>
            <p:cNvSpPr/>
            <p:nvPr/>
          </p:nvSpPr>
          <p:spPr>
            <a:xfrm>
              <a:off x="5113232" y="379465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9FAA">
                <a:alpha val="100000"/>
              </a:srgbClr>
            </a:solidFill>
            <a:ln w="5420" cap="flat">
              <a:solidFill>
                <a:srgbClr val="3C9F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22" name="pg1622"/>
            <p:cNvSpPr/>
            <p:nvPr/>
          </p:nvSpPr>
          <p:spPr>
            <a:xfrm>
              <a:off x="5124869" y="379465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699A9">
                <a:alpha val="100000"/>
              </a:srgbClr>
            </a:solidFill>
            <a:ln w="5420" cap="flat">
              <a:solidFill>
                <a:srgbClr val="3699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23" name="pg1623"/>
            <p:cNvSpPr/>
            <p:nvPr/>
          </p:nvSpPr>
          <p:spPr>
            <a:xfrm>
              <a:off x="5136507" y="379465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692A8">
                <a:alpha val="100000"/>
              </a:srgbClr>
            </a:solidFill>
            <a:ln w="5420" cap="flat">
              <a:solidFill>
                <a:srgbClr val="3692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24" name="pg1624"/>
            <p:cNvSpPr/>
            <p:nvPr/>
          </p:nvSpPr>
          <p:spPr>
            <a:xfrm>
              <a:off x="5148144" y="379465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88BA6">
                <a:alpha val="100000"/>
              </a:srgbClr>
            </a:solidFill>
            <a:ln w="5420" cap="flat">
              <a:solidFill>
                <a:srgbClr val="388BA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25" name="pg1625"/>
            <p:cNvSpPr/>
            <p:nvPr/>
          </p:nvSpPr>
          <p:spPr>
            <a:xfrm>
              <a:off x="5159781" y="379465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85A5">
                <a:alpha val="100000"/>
              </a:srgbClr>
            </a:solidFill>
            <a:ln w="5420" cap="flat">
              <a:solidFill>
                <a:srgbClr val="3985A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26" name="pg1626"/>
            <p:cNvSpPr/>
            <p:nvPr/>
          </p:nvSpPr>
          <p:spPr>
            <a:xfrm>
              <a:off x="5171419" y="379465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81A4">
                <a:alpha val="100000"/>
              </a:srgbClr>
            </a:solidFill>
            <a:ln w="5420" cap="flat">
              <a:solidFill>
                <a:srgbClr val="3981A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27" name="pg1627"/>
            <p:cNvSpPr/>
            <p:nvPr/>
          </p:nvSpPr>
          <p:spPr>
            <a:xfrm>
              <a:off x="5183056" y="379465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FA4">
                <a:alpha val="100000"/>
              </a:srgbClr>
            </a:solidFill>
            <a:ln w="5420" cap="flat">
              <a:solidFill>
                <a:srgbClr val="3A7FA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28" name="pg1628"/>
            <p:cNvSpPr/>
            <p:nvPr/>
          </p:nvSpPr>
          <p:spPr>
            <a:xfrm>
              <a:off x="5194693" y="379465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DA3">
                <a:alpha val="100000"/>
              </a:srgbClr>
            </a:solidFill>
            <a:ln w="5420" cap="flat">
              <a:solidFill>
                <a:srgbClr val="3A7DA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29" name="pg1629"/>
            <p:cNvSpPr/>
            <p:nvPr/>
          </p:nvSpPr>
          <p:spPr>
            <a:xfrm>
              <a:off x="4996859" y="380895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EA1AA">
                <a:alpha val="100000"/>
              </a:srgbClr>
            </a:solidFill>
            <a:ln w="5420" cap="flat">
              <a:solidFill>
                <a:srgbClr val="3EA1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30" name="pg1630"/>
            <p:cNvSpPr/>
            <p:nvPr/>
          </p:nvSpPr>
          <p:spPr>
            <a:xfrm>
              <a:off x="5008496" y="380895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FA2AA">
                <a:alpha val="100000"/>
              </a:srgbClr>
            </a:solidFill>
            <a:ln w="5420" cap="flat">
              <a:solidFill>
                <a:srgbClr val="3FA2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31" name="pg1631"/>
            <p:cNvSpPr/>
            <p:nvPr/>
          </p:nvSpPr>
          <p:spPr>
            <a:xfrm>
              <a:off x="5020133" y="380895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0A3AA">
                <a:alpha val="100000"/>
              </a:srgbClr>
            </a:solidFill>
            <a:ln w="5420" cap="flat">
              <a:solidFill>
                <a:srgbClr val="40A3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32" name="pg1632"/>
            <p:cNvSpPr/>
            <p:nvPr/>
          </p:nvSpPr>
          <p:spPr>
            <a:xfrm>
              <a:off x="5031771" y="380895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2A5AA">
                <a:alpha val="100000"/>
              </a:srgbClr>
            </a:solidFill>
            <a:ln w="5420" cap="flat">
              <a:solidFill>
                <a:srgbClr val="42A5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33" name="pg1633"/>
            <p:cNvSpPr/>
            <p:nvPr/>
          </p:nvSpPr>
          <p:spPr>
            <a:xfrm>
              <a:off x="5043408" y="380895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3A6AA">
                <a:alpha val="100000"/>
              </a:srgbClr>
            </a:solidFill>
            <a:ln w="5420" cap="flat">
              <a:solidFill>
                <a:srgbClr val="43A6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34" name="pg1634"/>
            <p:cNvSpPr/>
            <p:nvPr/>
          </p:nvSpPr>
          <p:spPr>
            <a:xfrm>
              <a:off x="5055045" y="380895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4A8AA">
                <a:alpha val="100000"/>
              </a:srgbClr>
            </a:solidFill>
            <a:ln w="5420" cap="flat">
              <a:solidFill>
                <a:srgbClr val="44A8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35" name="pg1635"/>
            <p:cNvSpPr/>
            <p:nvPr/>
          </p:nvSpPr>
          <p:spPr>
            <a:xfrm>
              <a:off x="5066683" y="380895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6A9AA">
                <a:alpha val="100000"/>
              </a:srgbClr>
            </a:solidFill>
            <a:ln w="5420" cap="flat">
              <a:solidFill>
                <a:srgbClr val="46A9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36" name="pg1636"/>
            <p:cNvSpPr/>
            <p:nvPr/>
          </p:nvSpPr>
          <p:spPr>
            <a:xfrm>
              <a:off x="5078320" y="380895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6AAAA">
                <a:alpha val="100000"/>
              </a:srgbClr>
            </a:solidFill>
            <a:ln w="5420" cap="flat">
              <a:solidFill>
                <a:srgbClr val="46AA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37" name="pg1637"/>
            <p:cNvSpPr/>
            <p:nvPr/>
          </p:nvSpPr>
          <p:spPr>
            <a:xfrm>
              <a:off x="5089957" y="380895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7AAAA">
                <a:alpha val="100000"/>
              </a:srgbClr>
            </a:solidFill>
            <a:ln w="5420" cap="flat">
              <a:solidFill>
                <a:srgbClr val="47AA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38" name="pg1638"/>
            <p:cNvSpPr/>
            <p:nvPr/>
          </p:nvSpPr>
          <p:spPr>
            <a:xfrm>
              <a:off x="5101595" y="380895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4A7AA">
                <a:alpha val="100000"/>
              </a:srgbClr>
            </a:solidFill>
            <a:ln w="5420" cap="flat">
              <a:solidFill>
                <a:srgbClr val="44A7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39" name="pg1639"/>
            <p:cNvSpPr/>
            <p:nvPr/>
          </p:nvSpPr>
          <p:spPr>
            <a:xfrm>
              <a:off x="5113232" y="380895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0A3AA">
                <a:alpha val="100000"/>
              </a:srgbClr>
            </a:solidFill>
            <a:ln w="5420" cap="flat">
              <a:solidFill>
                <a:srgbClr val="40A3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40" name="pg1640"/>
            <p:cNvSpPr/>
            <p:nvPr/>
          </p:nvSpPr>
          <p:spPr>
            <a:xfrm>
              <a:off x="5124869" y="380895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9EAA">
                <a:alpha val="100000"/>
              </a:srgbClr>
            </a:solidFill>
            <a:ln w="5420" cap="flat">
              <a:solidFill>
                <a:srgbClr val="3B9E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41" name="pg1641"/>
            <p:cNvSpPr/>
            <p:nvPr/>
          </p:nvSpPr>
          <p:spPr>
            <a:xfrm>
              <a:off x="5136507" y="380895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597A9">
                <a:alpha val="100000"/>
              </a:srgbClr>
            </a:solidFill>
            <a:ln w="5420" cap="flat">
              <a:solidFill>
                <a:srgbClr val="3597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42" name="pg1642"/>
            <p:cNvSpPr/>
            <p:nvPr/>
          </p:nvSpPr>
          <p:spPr>
            <a:xfrm>
              <a:off x="5148144" y="380895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691A8">
                <a:alpha val="100000"/>
              </a:srgbClr>
            </a:solidFill>
            <a:ln w="5420" cap="flat">
              <a:solidFill>
                <a:srgbClr val="3691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43" name="pg1643"/>
            <p:cNvSpPr/>
            <p:nvPr/>
          </p:nvSpPr>
          <p:spPr>
            <a:xfrm>
              <a:off x="5159781" y="380895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88BA7">
                <a:alpha val="100000"/>
              </a:srgbClr>
            </a:solidFill>
            <a:ln w="5420" cap="flat">
              <a:solidFill>
                <a:srgbClr val="388B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44" name="pg1644"/>
            <p:cNvSpPr/>
            <p:nvPr/>
          </p:nvSpPr>
          <p:spPr>
            <a:xfrm>
              <a:off x="5171419" y="380895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887A6">
                <a:alpha val="100000"/>
              </a:srgbClr>
            </a:solidFill>
            <a:ln w="5420" cap="flat">
              <a:solidFill>
                <a:srgbClr val="3887A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45" name="pg1645"/>
            <p:cNvSpPr/>
            <p:nvPr/>
          </p:nvSpPr>
          <p:spPr>
            <a:xfrm>
              <a:off x="5183056" y="380895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84A5">
                <a:alpha val="100000"/>
              </a:srgbClr>
            </a:solidFill>
            <a:ln w="5420" cap="flat">
              <a:solidFill>
                <a:srgbClr val="3984A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46" name="pg1646"/>
            <p:cNvSpPr/>
            <p:nvPr/>
          </p:nvSpPr>
          <p:spPr>
            <a:xfrm>
              <a:off x="5008496" y="382325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EA1AA">
                <a:alpha val="100000"/>
              </a:srgbClr>
            </a:solidFill>
            <a:ln w="5420" cap="flat">
              <a:solidFill>
                <a:srgbClr val="3EA1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47" name="pg1647"/>
            <p:cNvSpPr/>
            <p:nvPr/>
          </p:nvSpPr>
          <p:spPr>
            <a:xfrm>
              <a:off x="5020133" y="382325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0A3AA">
                <a:alpha val="100000"/>
              </a:srgbClr>
            </a:solidFill>
            <a:ln w="5420" cap="flat">
              <a:solidFill>
                <a:srgbClr val="40A3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48" name="pg1648"/>
            <p:cNvSpPr/>
            <p:nvPr/>
          </p:nvSpPr>
          <p:spPr>
            <a:xfrm>
              <a:off x="5031771" y="382325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2A4AA">
                <a:alpha val="100000"/>
              </a:srgbClr>
            </a:solidFill>
            <a:ln w="5420" cap="flat">
              <a:solidFill>
                <a:srgbClr val="42A4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49" name="pg1649"/>
            <p:cNvSpPr/>
            <p:nvPr/>
          </p:nvSpPr>
          <p:spPr>
            <a:xfrm>
              <a:off x="5043408" y="382325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3A6AA">
                <a:alpha val="100000"/>
              </a:srgbClr>
            </a:solidFill>
            <a:ln w="5420" cap="flat">
              <a:solidFill>
                <a:srgbClr val="43A6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50" name="pg1650"/>
            <p:cNvSpPr/>
            <p:nvPr/>
          </p:nvSpPr>
          <p:spPr>
            <a:xfrm>
              <a:off x="5055045" y="382325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5A8AA">
                <a:alpha val="100000"/>
              </a:srgbClr>
            </a:solidFill>
            <a:ln w="5420" cap="flat">
              <a:solidFill>
                <a:srgbClr val="45A8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51" name="pg1651"/>
            <p:cNvSpPr/>
            <p:nvPr/>
          </p:nvSpPr>
          <p:spPr>
            <a:xfrm>
              <a:off x="5066683" y="382325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6AAAA">
                <a:alpha val="100000"/>
              </a:srgbClr>
            </a:solidFill>
            <a:ln w="5420" cap="flat">
              <a:solidFill>
                <a:srgbClr val="46AA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52" name="pg1652"/>
            <p:cNvSpPr/>
            <p:nvPr/>
          </p:nvSpPr>
          <p:spPr>
            <a:xfrm>
              <a:off x="5078320" y="382325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8ACAA">
                <a:alpha val="100000"/>
              </a:srgbClr>
            </a:solidFill>
            <a:ln w="5420" cap="flat">
              <a:solidFill>
                <a:srgbClr val="48AC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53" name="pg1653"/>
            <p:cNvSpPr/>
            <p:nvPr/>
          </p:nvSpPr>
          <p:spPr>
            <a:xfrm>
              <a:off x="5089957" y="382325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8ACAA">
                <a:alpha val="100000"/>
              </a:srgbClr>
            </a:solidFill>
            <a:ln w="5420" cap="flat">
              <a:solidFill>
                <a:srgbClr val="48AC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54" name="pg1654"/>
            <p:cNvSpPr/>
            <p:nvPr/>
          </p:nvSpPr>
          <p:spPr>
            <a:xfrm>
              <a:off x="5101595" y="382325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6A9AA">
                <a:alpha val="100000"/>
              </a:srgbClr>
            </a:solidFill>
            <a:ln w="5420" cap="flat">
              <a:solidFill>
                <a:srgbClr val="46A9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55" name="pg1655"/>
            <p:cNvSpPr/>
            <p:nvPr/>
          </p:nvSpPr>
          <p:spPr>
            <a:xfrm>
              <a:off x="5113232" y="382325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2A6AA">
                <a:alpha val="100000"/>
              </a:srgbClr>
            </a:solidFill>
            <a:ln w="5420" cap="flat">
              <a:solidFill>
                <a:srgbClr val="42A6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56" name="pg1656"/>
            <p:cNvSpPr/>
            <p:nvPr/>
          </p:nvSpPr>
          <p:spPr>
            <a:xfrm>
              <a:off x="5124869" y="382325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EA1AA">
                <a:alpha val="100000"/>
              </a:srgbClr>
            </a:solidFill>
            <a:ln w="5420" cap="flat">
              <a:solidFill>
                <a:srgbClr val="3EA1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57" name="pg1657"/>
            <p:cNvSpPr/>
            <p:nvPr/>
          </p:nvSpPr>
          <p:spPr>
            <a:xfrm>
              <a:off x="5136507" y="382325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89BA9">
                <a:alpha val="100000"/>
              </a:srgbClr>
            </a:solidFill>
            <a:ln w="5420" cap="flat">
              <a:solidFill>
                <a:srgbClr val="389B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58" name="pg1658"/>
            <p:cNvSpPr/>
            <p:nvPr/>
          </p:nvSpPr>
          <p:spPr>
            <a:xfrm>
              <a:off x="5148144" y="382325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596A9">
                <a:alpha val="100000"/>
              </a:srgbClr>
            </a:solidFill>
            <a:ln w="5420" cap="flat">
              <a:solidFill>
                <a:srgbClr val="3596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59" name="pg1659"/>
            <p:cNvSpPr/>
            <p:nvPr/>
          </p:nvSpPr>
          <p:spPr>
            <a:xfrm>
              <a:off x="5159781" y="382325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690A8">
                <a:alpha val="100000"/>
              </a:srgbClr>
            </a:solidFill>
            <a:ln w="5420" cap="flat">
              <a:solidFill>
                <a:srgbClr val="3690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60" name="pg1660"/>
            <p:cNvSpPr/>
            <p:nvPr/>
          </p:nvSpPr>
          <p:spPr>
            <a:xfrm>
              <a:off x="5171419" y="382325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8CA7">
                <a:alpha val="100000"/>
              </a:srgbClr>
            </a:solidFill>
            <a:ln w="5420" cap="flat">
              <a:solidFill>
                <a:srgbClr val="378C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61" name="pg1661"/>
            <p:cNvSpPr/>
            <p:nvPr/>
          </p:nvSpPr>
          <p:spPr>
            <a:xfrm>
              <a:off x="5043408" y="383755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3A6AA">
                <a:alpha val="100000"/>
              </a:srgbClr>
            </a:solidFill>
            <a:ln w="5420" cap="flat">
              <a:solidFill>
                <a:srgbClr val="43A6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62" name="pg1662"/>
            <p:cNvSpPr/>
            <p:nvPr/>
          </p:nvSpPr>
          <p:spPr>
            <a:xfrm>
              <a:off x="5055045" y="383755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5A8AA">
                <a:alpha val="100000"/>
              </a:srgbClr>
            </a:solidFill>
            <a:ln w="5420" cap="flat">
              <a:solidFill>
                <a:srgbClr val="45A8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63" name="pg1663"/>
            <p:cNvSpPr/>
            <p:nvPr/>
          </p:nvSpPr>
          <p:spPr>
            <a:xfrm>
              <a:off x="5066683" y="383755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6AAAA">
                <a:alpha val="100000"/>
              </a:srgbClr>
            </a:solidFill>
            <a:ln w="5420" cap="flat">
              <a:solidFill>
                <a:srgbClr val="46AA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64" name="pg1664"/>
            <p:cNvSpPr/>
            <p:nvPr/>
          </p:nvSpPr>
          <p:spPr>
            <a:xfrm>
              <a:off x="5078320" y="383755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7ABAA">
                <a:alpha val="100000"/>
              </a:srgbClr>
            </a:solidFill>
            <a:ln w="5420" cap="flat">
              <a:solidFill>
                <a:srgbClr val="47AB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65" name="pg1665"/>
            <p:cNvSpPr/>
            <p:nvPr/>
          </p:nvSpPr>
          <p:spPr>
            <a:xfrm>
              <a:off x="5089957" y="383755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8ACAA">
                <a:alpha val="100000"/>
              </a:srgbClr>
            </a:solidFill>
            <a:ln w="5420" cap="flat">
              <a:solidFill>
                <a:srgbClr val="48AC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66" name="pg1666"/>
            <p:cNvSpPr/>
            <p:nvPr/>
          </p:nvSpPr>
          <p:spPr>
            <a:xfrm>
              <a:off x="5101595" y="383755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6A9AA">
                <a:alpha val="100000"/>
              </a:srgbClr>
            </a:solidFill>
            <a:ln w="5420" cap="flat">
              <a:solidFill>
                <a:srgbClr val="46A9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67" name="pg1667"/>
            <p:cNvSpPr/>
            <p:nvPr/>
          </p:nvSpPr>
          <p:spPr>
            <a:xfrm>
              <a:off x="5113232" y="383755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3A6AA">
                <a:alpha val="100000"/>
              </a:srgbClr>
            </a:solidFill>
            <a:ln w="5420" cap="flat">
              <a:solidFill>
                <a:srgbClr val="43A6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68" name="pg1668"/>
            <p:cNvSpPr/>
            <p:nvPr/>
          </p:nvSpPr>
          <p:spPr>
            <a:xfrm>
              <a:off x="5124869" y="383755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FA2AA">
                <a:alpha val="100000"/>
              </a:srgbClr>
            </a:solidFill>
            <a:ln w="5420" cap="flat">
              <a:solidFill>
                <a:srgbClr val="3FA2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69" name="pg1669"/>
            <p:cNvSpPr/>
            <p:nvPr/>
          </p:nvSpPr>
          <p:spPr>
            <a:xfrm>
              <a:off x="5136507" y="383755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9DA9">
                <a:alpha val="100000"/>
              </a:srgbClr>
            </a:solidFill>
            <a:ln w="5420" cap="flat">
              <a:solidFill>
                <a:srgbClr val="3A9D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70" name="pg1670"/>
            <p:cNvSpPr/>
            <p:nvPr/>
          </p:nvSpPr>
          <p:spPr>
            <a:xfrm>
              <a:off x="5148144" y="383755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598A9">
                <a:alpha val="100000"/>
              </a:srgbClr>
            </a:solidFill>
            <a:ln w="5420" cap="flat">
              <a:solidFill>
                <a:srgbClr val="3598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71" name="pg1671"/>
            <p:cNvSpPr/>
            <p:nvPr/>
          </p:nvSpPr>
          <p:spPr>
            <a:xfrm>
              <a:off x="5159781" y="383755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594A8">
                <a:alpha val="100000"/>
              </a:srgbClr>
            </a:solidFill>
            <a:ln w="5420" cap="flat">
              <a:solidFill>
                <a:srgbClr val="3594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72" name="pg1672"/>
            <p:cNvSpPr/>
            <p:nvPr/>
          </p:nvSpPr>
          <p:spPr>
            <a:xfrm>
              <a:off x="5171419" y="383755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690A7">
                <a:alpha val="100000"/>
              </a:srgbClr>
            </a:solidFill>
            <a:ln w="5420" cap="flat">
              <a:solidFill>
                <a:srgbClr val="3690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73" name="pg1673"/>
            <p:cNvSpPr/>
            <p:nvPr/>
          </p:nvSpPr>
          <p:spPr>
            <a:xfrm>
              <a:off x="5066683" y="385185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5A8AA">
                <a:alpha val="100000"/>
              </a:srgbClr>
            </a:solidFill>
            <a:ln w="5420" cap="flat">
              <a:solidFill>
                <a:srgbClr val="45A8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74" name="pg1674"/>
            <p:cNvSpPr/>
            <p:nvPr/>
          </p:nvSpPr>
          <p:spPr>
            <a:xfrm>
              <a:off x="5078320" y="385185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6AAAA">
                <a:alpha val="100000"/>
              </a:srgbClr>
            </a:solidFill>
            <a:ln w="5420" cap="flat">
              <a:solidFill>
                <a:srgbClr val="46AA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75" name="pg1675"/>
            <p:cNvSpPr/>
            <p:nvPr/>
          </p:nvSpPr>
          <p:spPr>
            <a:xfrm>
              <a:off x="5089957" y="385185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6AAAA">
                <a:alpha val="100000"/>
              </a:srgbClr>
            </a:solidFill>
            <a:ln w="5420" cap="flat">
              <a:solidFill>
                <a:srgbClr val="46AA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76" name="pg1676"/>
            <p:cNvSpPr/>
            <p:nvPr/>
          </p:nvSpPr>
          <p:spPr>
            <a:xfrm>
              <a:off x="5101595" y="385185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4A8AA">
                <a:alpha val="100000"/>
              </a:srgbClr>
            </a:solidFill>
            <a:ln w="5420" cap="flat">
              <a:solidFill>
                <a:srgbClr val="44A8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77" name="pg1677"/>
            <p:cNvSpPr/>
            <p:nvPr/>
          </p:nvSpPr>
          <p:spPr>
            <a:xfrm>
              <a:off x="5113232" y="385185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2A5AA">
                <a:alpha val="100000"/>
              </a:srgbClr>
            </a:solidFill>
            <a:ln w="5420" cap="flat">
              <a:solidFill>
                <a:srgbClr val="42A5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78" name="pg1678"/>
            <p:cNvSpPr/>
            <p:nvPr/>
          </p:nvSpPr>
          <p:spPr>
            <a:xfrm>
              <a:off x="5124869" y="385185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EA1AA">
                <a:alpha val="100000"/>
              </a:srgbClr>
            </a:solidFill>
            <a:ln w="5420" cap="flat">
              <a:solidFill>
                <a:srgbClr val="3EA1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79" name="pg1679"/>
            <p:cNvSpPr/>
            <p:nvPr/>
          </p:nvSpPr>
          <p:spPr>
            <a:xfrm>
              <a:off x="5136507" y="385185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9DA9">
                <a:alpha val="100000"/>
              </a:srgbClr>
            </a:solidFill>
            <a:ln w="5420" cap="flat">
              <a:solidFill>
                <a:srgbClr val="3B9D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80" name="pg1680"/>
            <p:cNvSpPr/>
            <p:nvPr/>
          </p:nvSpPr>
          <p:spPr>
            <a:xfrm>
              <a:off x="5148144" y="385185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699A9">
                <a:alpha val="100000"/>
              </a:srgbClr>
            </a:solidFill>
            <a:ln w="5420" cap="flat">
              <a:solidFill>
                <a:srgbClr val="3699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81" name="pg1681"/>
            <p:cNvSpPr/>
            <p:nvPr/>
          </p:nvSpPr>
          <p:spPr>
            <a:xfrm>
              <a:off x="5159781" y="385185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595A9">
                <a:alpha val="100000"/>
              </a:srgbClr>
            </a:solidFill>
            <a:ln w="5420" cap="flat">
              <a:solidFill>
                <a:srgbClr val="3595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82" name="pg1682"/>
            <p:cNvSpPr/>
            <p:nvPr/>
          </p:nvSpPr>
          <p:spPr>
            <a:xfrm>
              <a:off x="5171419" y="385185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692A8">
                <a:alpha val="100000"/>
              </a:srgbClr>
            </a:solidFill>
            <a:ln w="5420" cap="flat">
              <a:solidFill>
                <a:srgbClr val="3692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83" name="pg1683"/>
            <p:cNvSpPr/>
            <p:nvPr/>
          </p:nvSpPr>
          <p:spPr>
            <a:xfrm>
              <a:off x="5078320" y="386616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4A7AA">
                <a:alpha val="100000"/>
              </a:srgbClr>
            </a:solidFill>
            <a:ln w="5420" cap="flat">
              <a:solidFill>
                <a:srgbClr val="44A7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84" name="pg1684"/>
            <p:cNvSpPr/>
            <p:nvPr/>
          </p:nvSpPr>
          <p:spPr>
            <a:xfrm>
              <a:off x="5089957" y="386616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4A7AA">
                <a:alpha val="100000"/>
              </a:srgbClr>
            </a:solidFill>
            <a:ln w="5420" cap="flat">
              <a:solidFill>
                <a:srgbClr val="44A7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85" name="pg1685"/>
            <p:cNvSpPr/>
            <p:nvPr/>
          </p:nvSpPr>
          <p:spPr>
            <a:xfrm>
              <a:off x="5101595" y="386616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2A5AA">
                <a:alpha val="100000"/>
              </a:srgbClr>
            </a:solidFill>
            <a:ln w="5420" cap="flat">
              <a:solidFill>
                <a:srgbClr val="42A5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86" name="pg1686"/>
            <p:cNvSpPr/>
            <p:nvPr/>
          </p:nvSpPr>
          <p:spPr>
            <a:xfrm>
              <a:off x="5113232" y="386616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0A2AA">
                <a:alpha val="100000"/>
              </a:srgbClr>
            </a:solidFill>
            <a:ln w="5420" cap="flat">
              <a:solidFill>
                <a:srgbClr val="40A2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87" name="pg1687"/>
            <p:cNvSpPr/>
            <p:nvPr/>
          </p:nvSpPr>
          <p:spPr>
            <a:xfrm>
              <a:off x="5124869" y="386616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DA0AA">
                <a:alpha val="100000"/>
              </a:srgbClr>
            </a:solidFill>
            <a:ln w="5420" cap="flat">
              <a:solidFill>
                <a:srgbClr val="3DA0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88" name="pg1688"/>
            <p:cNvSpPr/>
            <p:nvPr/>
          </p:nvSpPr>
          <p:spPr>
            <a:xfrm>
              <a:off x="5136507" y="386616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9CA9">
                <a:alpha val="100000"/>
              </a:srgbClr>
            </a:solidFill>
            <a:ln w="5420" cap="flat">
              <a:solidFill>
                <a:srgbClr val="3A9C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89" name="pg1689"/>
            <p:cNvSpPr/>
            <p:nvPr/>
          </p:nvSpPr>
          <p:spPr>
            <a:xfrm>
              <a:off x="5148144" y="386616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699A9">
                <a:alpha val="100000"/>
              </a:srgbClr>
            </a:solidFill>
            <a:ln w="5420" cap="flat">
              <a:solidFill>
                <a:srgbClr val="3699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90" name="pg1690"/>
            <p:cNvSpPr/>
            <p:nvPr/>
          </p:nvSpPr>
          <p:spPr>
            <a:xfrm>
              <a:off x="5159781" y="386616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496A9">
                <a:alpha val="100000"/>
              </a:srgbClr>
            </a:solidFill>
            <a:ln w="5420" cap="flat">
              <a:solidFill>
                <a:srgbClr val="3496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91" name="pg1691"/>
            <p:cNvSpPr/>
            <p:nvPr/>
          </p:nvSpPr>
          <p:spPr>
            <a:xfrm>
              <a:off x="5171419" y="386616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693A8">
                <a:alpha val="100000"/>
              </a:srgbClr>
            </a:solidFill>
            <a:ln w="5420" cap="flat">
              <a:solidFill>
                <a:srgbClr val="3693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92" name="pg1692"/>
            <p:cNvSpPr/>
            <p:nvPr/>
          </p:nvSpPr>
          <p:spPr>
            <a:xfrm>
              <a:off x="5089957" y="388046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1A4AA">
                <a:alpha val="100000"/>
              </a:srgbClr>
            </a:solidFill>
            <a:ln w="5420" cap="flat">
              <a:solidFill>
                <a:srgbClr val="41A4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93" name="pg1693"/>
            <p:cNvSpPr/>
            <p:nvPr/>
          </p:nvSpPr>
          <p:spPr>
            <a:xfrm>
              <a:off x="5101595" y="388046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FA2AA">
                <a:alpha val="100000"/>
              </a:srgbClr>
            </a:solidFill>
            <a:ln w="5420" cap="flat">
              <a:solidFill>
                <a:srgbClr val="3FA2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94" name="pg1694"/>
            <p:cNvSpPr/>
            <p:nvPr/>
          </p:nvSpPr>
          <p:spPr>
            <a:xfrm>
              <a:off x="5113232" y="388046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DA0AA">
                <a:alpha val="100000"/>
              </a:srgbClr>
            </a:solidFill>
            <a:ln w="5420" cap="flat">
              <a:solidFill>
                <a:srgbClr val="3DA0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95" name="pg1695"/>
            <p:cNvSpPr/>
            <p:nvPr/>
          </p:nvSpPr>
          <p:spPr>
            <a:xfrm>
              <a:off x="5124869" y="388046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9DA9">
                <a:alpha val="100000"/>
              </a:srgbClr>
            </a:solidFill>
            <a:ln w="5420" cap="flat">
              <a:solidFill>
                <a:srgbClr val="3B9D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96" name="pg1696"/>
            <p:cNvSpPr/>
            <p:nvPr/>
          </p:nvSpPr>
          <p:spPr>
            <a:xfrm>
              <a:off x="5136507" y="388046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89BA9">
                <a:alpha val="100000"/>
              </a:srgbClr>
            </a:solidFill>
            <a:ln w="5420" cap="flat">
              <a:solidFill>
                <a:srgbClr val="389B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97" name="pg1697"/>
            <p:cNvSpPr/>
            <p:nvPr/>
          </p:nvSpPr>
          <p:spPr>
            <a:xfrm>
              <a:off x="5148144" y="388046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598A9">
                <a:alpha val="100000"/>
              </a:srgbClr>
            </a:solidFill>
            <a:ln w="5420" cap="flat">
              <a:solidFill>
                <a:srgbClr val="3598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98" name="pg1698"/>
            <p:cNvSpPr/>
            <p:nvPr/>
          </p:nvSpPr>
          <p:spPr>
            <a:xfrm>
              <a:off x="5159781" y="388046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595A9">
                <a:alpha val="100000"/>
              </a:srgbClr>
            </a:solidFill>
            <a:ln w="5420" cap="flat">
              <a:solidFill>
                <a:srgbClr val="3595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99" name="pg1699"/>
            <p:cNvSpPr/>
            <p:nvPr/>
          </p:nvSpPr>
          <p:spPr>
            <a:xfrm>
              <a:off x="5171419" y="388046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693A8">
                <a:alpha val="100000"/>
              </a:srgbClr>
            </a:solidFill>
            <a:ln w="5420" cap="flat">
              <a:solidFill>
                <a:srgbClr val="3693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00" name="pg1700"/>
            <p:cNvSpPr/>
            <p:nvPr/>
          </p:nvSpPr>
          <p:spPr>
            <a:xfrm>
              <a:off x="5183056" y="388046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690A8">
                <a:alpha val="100000"/>
              </a:srgbClr>
            </a:solidFill>
            <a:ln w="5420" cap="flat">
              <a:solidFill>
                <a:srgbClr val="3690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01" name="pg1701"/>
            <p:cNvSpPr/>
            <p:nvPr/>
          </p:nvSpPr>
          <p:spPr>
            <a:xfrm>
              <a:off x="5124869" y="389476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89BA9">
                <a:alpha val="100000"/>
              </a:srgbClr>
            </a:solidFill>
            <a:ln w="5420" cap="flat">
              <a:solidFill>
                <a:srgbClr val="389B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02" name="pg1702"/>
            <p:cNvSpPr/>
            <p:nvPr/>
          </p:nvSpPr>
          <p:spPr>
            <a:xfrm>
              <a:off x="5136507" y="389476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699A9">
                <a:alpha val="100000"/>
              </a:srgbClr>
            </a:solidFill>
            <a:ln w="5420" cap="flat">
              <a:solidFill>
                <a:srgbClr val="3699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03" name="pg1703"/>
            <p:cNvSpPr/>
            <p:nvPr/>
          </p:nvSpPr>
          <p:spPr>
            <a:xfrm>
              <a:off x="5148144" y="389476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496A9">
                <a:alpha val="100000"/>
              </a:srgbClr>
            </a:solidFill>
            <a:ln w="5420" cap="flat">
              <a:solidFill>
                <a:srgbClr val="3496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04" name="pg1704"/>
            <p:cNvSpPr/>
            <p:nvPr/>
          </p:nvSpPr>
          <p:spPr>
            <a:xfrm>
              <a:off x="5159781" y="389476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594A8">
                <a:alpha val="100000"/>
              </a:srgbClr>
            </a:solidFill>
            <a:ln w="5420" cap="flat">
              <a:solidFill>
                <a:srgbClr val="3594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05" name="pg1705"/>
            <p:cNvSpPr/>
            <p:nvPr/>
          </p:nvSpPr>
          <p:spPr>
            <a:xfrm>
              <a:off x="5171419" y="389476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692A8">
                <a:alpha val="100000"/>
              </a:srgbClr>
            </a:solidFill>
            <a:ln w="5420" cap="flat">
              <a:solidFill>
                <a:srgbClr val="3692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06" name="pg1706"/>
            <p:cNvSpPr/>
            <p:nvPr/>
          </p:nvSpPr>
          <p:spPr>
            <a:xfrm>
              <a:off x="5183056" y="389476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690A7">
                <a:alpha val="100000"/>
              </a:srgbClr>
            </a:solidFill>
            <a:ln w="5420" cap="flat">
              <a:solidFill>
                <a:srgbClr val="3690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07" name="pg1707"/>
            <p:cNvSpPr/>
            <p:nvPr/>
          </p:nvSpPr>
          <p:spPr>
            <a:xfrm>
              <a:off x="5066683" y="390906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9AA9">
                <a:alpha val="100000"/>
              </a:srgbClr>
            </a:solidFill>
            <a:ln w="5420" cap="flat">
              <a:solidFill>
                <a:srgbClr val="379A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08" name="pg1708"/>
            <p:cNvSpPr/>
            <p:nvPr/>
          </p:nvSpPr>
          <p:spPr>
            <a:xfrm>
              <a:off x="5113232" y="390906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699A9">
                <a:alpha val="100000"/>
              </a:srgbClr>
            </a:solidFill>
            <a:ln w="5420" cap="flat">
              <a:solidFill>
                <a:srgbClr val="3699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09" name="pg1709"/>
            <p:cNvSpPr/>
            <p:nvPr/>
          </p:nvSpPr>
          <p:spPr>
            <a:xfrm>
              <a:off x="5124869" y="390906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598A9">
                <a:alpha val="100000"/>
              </a:srgbClr>
            </a:solidFill>
            <a:ln w="5420" cap="flat">
              <a:solidFill>
                <a:srgbClr val="3598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10" name="pg1710"/>
            <p:cNvSpPr/>
            <p:nvPr/>
          </p:nvSpPr>
          <p:spPr>
            <a:xfrm>
              <a:off x="5136507" y="390906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496A9">
                <a:alpha val="100000"/>
              </a:srgbClr>
            </a:solidFill>
            <a:ln w="5420" cap="flat">
              <a:solidFill>
                <a:srgbClr val="3496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11" name="pg1711"/>
            <p:cNvSpPr/>
            <p:nvPr/>
          </p:nvSpPr>
          <p:spPr>
            <a:xfrm>
              <a:off x="5148144" y="390906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594A8">
                <a:alpha val="100000"/>
              </a:srgbClr>
            </a:solidFill>
            <a:ln w="5420" cap="flat">
              <a:solidFill>
                <a:srgbClr val="3594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12" name="pg1712"/>
            <p:cNvSpPr/>
            <p:nvPr/>
          </p:nvSpPr>
          <p:spPr>
            <a:xfrm>
              <a:off x="5159781" y="390906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692A8">
                <a:alpha val="100000"/>
              </a:srgbClr>
            </a:solidFill>
            <a:ln w="5420" cap="flat">
              <a:solidFill>
                <a:srgbClr val="3692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13" name="pg1713"/>
            <p:cNvSpPr/>
            <p:nvPr/>
          </p:nvSpPr>
          <p:spPr>
            <a:xfrm>
              <a:off x="5171419" y="390906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690A8">
                <a:alpha val="100000"/>
              </a:srgbClr>
            </a:solidFill>
            <a:ln w="5420" cap="flat">
              <a:solidFill>
                <a:srgbClr val="3690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14" name="pg1714"/>
            <p:cNvSpPr/>
            <p:nvPr/>
          </p:nvSpPr>
          <p:spPr>
            <a:xfrm>
              <a:off x="5183056" y="390906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8FA7">
                <a:alpha val="100000"/>
              </a:srgbClr>
            </a:solidFill>
            <a:ln w="5420" cap="flat">
              <a:solidFill>
                <a:srgbClr val="378F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15" name="pg1715"/>
            <p:cNvSpPr/>
            <p:nvPr/>
          </p:nvSpPr>
          <p:spPr>
            <a:xfrm>
              <a:off x="5055045" y="392336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496A9">
                <a:alpha val="100000"/>
              </a:srgbClr>
            </a:solidFill>
            <a:ln w="5420" cap="flat">
              <a:solidFill>
                <a:srgbClr val="3496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16" name="pg1716"/>
            <p:cNvSpPr/>
            <p:nvPr/>
          </p:nvSpPr>
          <p:spPr>
            <a:xfrm>
              <a:off x="5066683" y="392336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497A9">
                <a:alpha val="100000"/>
              </a:srgbClr>
            </a:solidFill>
            <a:ln w="5420" cap="flat">
              <a:solidFill>
                <a:srgbClr val="3497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17" name="pg1717"/>
            <p:cNvSpPr/>
            <p:nvPr/>
          </p:nvSpPr>
          <p:spPr>
            <a:xfrm>
              <a:off x="5078320" y="392336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598A9">
                <a:alpha val="100000"/>
              </a:srgbClr>
            </a:solidFill>
            <a:ln w="5420" cap="flat">
              <a:solidFill>
                <a:srgbClr val="3598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18" name="pg1718"/>
            <p:cNvSpPr/>
            <p:nvPr/>
          </p:nvSpPr>
          <p:spPr>
            <a:xfrm>
              <a:off x="5089957" y="392336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497A9">
                <a:alpha val="100000"/>
              </a:srgbClr>
            </a:solidFill>
            <a:ln w="5420" cap="flat">
              <a:solidFill>
                <a:srgbClr val="3497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19" name="pg1719"/>
            <p:cNvSpPr/>
            <p:nvPr/>
          </p:nvSpPr>
          <p:spPr>
            <a:xfrm>
              <a:off x="5101595" y="392336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496A9">
                <a:alpha val="100000"/>
              </a:srgbClr>
            </a:solidFill>
            <a:ln w="5420" cap="flat">
              <a:solidFill>
                <a:srgbClr val="3496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20" name="pg1720"/>
            <p:cNvSpPr/>
            <p:nvPr/>
          </p:nvSpPr>
          <p:spPr>
            <a:xfrm>
              <a:off x="5113232" y="392336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496A9">
                <a:alpha val="100000"/>
              </a:srgbClr>
            </a:solidFill>
            <a:ln w="5420" cap="flat">
              <a:solidFill>
                <a:srgbClr val="3496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21" name="pg1721"/>
            <p:cNvSpPr/>
            <p:nvPr/>
          </p:nvSpPr>
          <p:spPr>
            <a:xfrm>
              <a:off x="5124869" y="392336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595A9">
                <a:alpha val="100000"/>
              </a:srgbClr>
            </a:solidFill>
            <a:ln w="5420" cap="flat">
              <a:solidFill>
                <a:srgbClr val="3595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22" name="pg1722"/>
            <p:cNvSpPr/>
            <p:nvPr/>
          </p:nvSpPr>
          <p:spPr>
            <a:xfrm>
              <a:off x="5136507" y="392336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593A8">
                <a:alpha val="100000"/>
              </a:srgbClr>
            </a:solidFill>
            <a:ln w="5420" cap="flat">
              <a:solidFill>
                <a:srgbClr val="3593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23" name="pg1723"/>
            <p:cNvSpPr/>
            <p:nvPr/>
          </p:nvSpPr>
          <p:spPr>
            <a:xfrm>
              <a:off x="5148144" y="392336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692A8">
                <a:alpha val="100000"/>
              </a:srgbClr>
            </a:solidFill>
            <a:ln w="5420" cap="flat">
              <a:solidFill>
                <a:srgbClr val="3692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24" name="pg1724"/>
            <p:cNvSpPr/>
            <p:nvPr/>
          </p:nvSpPr>
          <p:spPr>
            <a:xfrm>
              <a:off x="5159781" y="392336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690A8">
                <a:alpha val="100000"/>
              </a:srgbClr>
            </a:solidFill>
            <a:ln w="5420" cap="flat">
              <a:solidFill>
                <a:srgbClr val="3690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25" name="pg1725"/>
            <p:cNvSpPr/>
            <p:nvPr/>
          </p:nvSpPr>
          <p:spPr>
            <a:xfrm>
              <a:off x="5171419" y="392336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8FA7">
                <a:alpha val="100000"/>
              </a:srgbClr>
            </a:solidFill>
            <a:ln w="5420" cap="flat">
              <a:solidFill>
                <a:srgbClr val="378F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26" name="pg1726"/>
            <p:cNvSpPr/>
            <p:nvPr/>
          </p:nvSpPr>
          <p:spPr>
            <a:xfrm>
              <a:off x="5183056" y="392336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8DA7">
                <a:alpha val="100000"/>
              </a:srgbClr>
            </a:solidFill>
            <a:ln w="5420" cap="flat">
              <a:solidFill>
                <a:srgbClr val="378D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27" name="pg1727"/>
            <p:cNvSpPr/>
            <p:nvPr/>
          </p:nvSpPr>
          <p:spPr>
            <a:xfrm>
              <a:off x="5043408" y="393766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8DA7">
                <a:alpha val="100000"/>
              </a:srgbClr>
            </a:solidFill>
            <a:ln w="5420" cap="flat">
              <a:solidFill>
                <a:srgbClr val="378D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28" name="pg1728"/>
            <p:cNvSpPr/>
            <p:nvPr/>
          </p:nvSpPr>
          <p:spPr>
            <a:xfrm>
              <a:off x="5055045" y="393766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8DA7">
                <a:alpha val="100000"/>
              </a:srgbClr>
            </a:solidFill>
            <a:ln w="5420" cap="flat">
              <a:solidFill>
                <a:srgbClr val="378D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29" name="pg1729"/>
            <p:cNvSpPr/>
            <p:nvPr/>
          </p:nvSpPr>
          <p:spPr>
            <a:xfrm>
              <a:off x="5066683" y="393766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8EA7">
                <a:alpha val="100000"/>
              </a:srgbClr>
            </a:solidFill>
            <a:ln w="5420" cap="flat">
              <a:solidFill>
                <a:srgbClr val="378E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30" name="pg1730"/>
            <p:cNvSpPr/>
            <p:nvPr/>
          </p:nvSpPr>
          <p:spPr>
            <a:xfrm>
              <a:off x="5078320" y="393766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8FA7">
                <a:alpha val="100000"/>
              </a:srgbClr>
            </a:solidFill>
            <a:ln w="5420" cap="flat">
              <a:solidFill>
                <a:srgbClr val="378F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31" name="pg1731"/>
            <p:cNvSpPr/>
            <p:nvPr/>
          </p:nvSpPr>
          <p:spPr>
            <a:xfrm>
              <a:off x="5089957" y="393766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8FA7">
                <a:alpha val="100000"/>
              </a:srgbClr>
            </a:solidFill>
            <a:ln w="5420" cap="flat">
              <a:solidFill>
                <a:srgbClr val="378F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32" name="pg1732"/>
            <p:cNvSpPr/>
            <p:nvPr/>
          </p:nvSpPr>
          <p:spPr>
            <a:xfrm>
              <a:off x="5101595" y="393766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8FA7">
                <a:alpha val="100000"/>
              </a:srgbClr>
            </a:solidFill>
            <a:ln w="5420" cap="flat">
              <a:solidFill>
                <a:srgbClr val="378F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33" name="pg1733"/>
            <p:cNvSpPr/>
            <p:nvPr/>
          </p:nvSpPr>
          <p:spPr>
            <a:xfrm>
              <a:off x="5113232" y="393766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8FA7">
                <a:alpha val="100000"/>
              </a:srgbClr>
            </a:solidFill>
            <a:ln w="5420" cap="flat">
              <a:solidFill>
                <a:srgbClr val="378F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34" name="pg1734"/>
            <p:cNvSpPr/>
            <p:nvPr/>
          </p:nvSpPr>
          <p:spPr>
            <a:xfrm>
              <a:off x="5124869" y="393766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8EA7">
                <a:alpha val="100000"/>
              </a:srgbClr>
            </a:solidFill>
            <a:ln w="5420" cap="flat">
              <a:solidFill>
                <a:srgbClr val="378E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35" name="pg1735"/>
            <p:cNvSpPr/>
            <p:nvPr/>
          </p:nvSpPr>
          <p:spPr>
            <a:xfrm>
              <a:off x="5136507" y="393766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8DA7">
                <a:alpha val="100000"/>
              </a:srgbClr>
            </a:solidFill>
            <a:ln w="5420" cap="flat">
              <a:solidFill>
                <a:srgbClr val="378D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36" name="pg1736"/>
            <p:cNvSpPr/>
            <p:nvPr/>
          </p:nvSpPr>
          <p:spPr>
            <a:xfrm>
              <a:off x="5148144" y="393766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8CA7">
                <a:alpha val="100000"/>
              </a:srgbClr>
            </a:solidFill>
            <a:ln w="5420" cap="flat">
              <a:solidFill>
                <a:srgbClr val="378C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37" name="pg1737"/>
            <p:cNvSpPr/>
            <p:nvPr/>
          </p:nvSpPr>
          <p:spPr>
            <a:xfrm>
              <a:off x="5159781" y="393766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88BA7">
                <a:alpha val="100000"/>
              </a:srgbClr>
            </a:solidFill>
            <a:ln w="5420" cap="flat">
              <a:solidFill>
                <a:srgbClr val="388B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38" name="pg1738"/>
            <p:cNvSpPr/>
            <p:nvPr/>
          </p:nvSpPr>
          <p:spPr>
            <a:xfrm>
              <a:off x="5171419" y="393766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88BA6">
                <a:alpha val="100000"/>
              </a:srgbClr>
            </a:solidFill>
            <a:ln w="5420" cap="flat">
              <a:solidFill>
                <a:srgbClr val="388BA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39" name="pg1739"/>
            <p:cNvSpPr/>
            <p:nvPr/>
          </p:nvSpPr>
          <p:spPr>
            <a:xfrm>
              <a:off x="5183056" y="393766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88AA6">
                <a:alpha val="100000"/>
              </a:srgbClr>
            </a:solidFill>
            <a:ln w="5420" cap="flat">
              <a:solidFill>
                <a:srgbClr val="388AA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40" name="pg1740"/>
            <p:cNvSpPr/>
            <p:nvPr/>
          </p:nvSpPr>
          <p:spPr>
            <a:xfrm>
              <a:off x="5194693" y="393766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889A6">
                <a:alpha val="100000"/>
              </a:srgbClr>
            </a:solidFill>
            <a:ln w="5420" cap="flat">
              <a:solidFill>
                <a:srgbClr val="3889A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41" name="pg1741"/>
            <p:cNvSpPr/>
            <p:nvPr/>
          </p:nvSpPr>
          <p:spPr>
            <a:xfrm>
              <a:off x="5043408" y="395196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888A6">
                <a:alpha val="100000"/>
              </a:srgbClr>
            </a:solidFill>
            <a:ln w="5420" cap="flat">
              <a:solidFill>
                <a:srgbClr val="3888A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42" name="pg1742"/>
            <p:cNvSpPr/>
            <p:nvPr/>
          </p:nvSpPr>
          <p:spPr>
            <a:xfrm>
              <a:off x="5055045" y="395196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889A6">
                <a:alpha val="100000"/>
              </a:srgbClr>
            </a:solidFill>
            <a:ln w="5420" cap="flat">
              <a:solidFill>
                <a:srgbClr val="3889A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43" name="pg1743"/>
            <p:cNvSpPr/>
            <p:nvPr/>
          </p:nvSpPr>
          <p:spPr>
            <a:xfrm>
              <a:off x="5066683" y="395196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88AA6">
                <a:alpha val="100000"/>
              </a:srgbClr>
            </a:solidFill>
            <a:ln w="5420" cap="flat">
              <a:solidFill>
                <a:srgbClr val="388AA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44" name="pg1744"/>
            <p:cNvSpPr/>
            <p:nvPr/>
          </p:nvSpPr>
          <p:spPr>
            <a:xfrm>
              <a:off x="5078320" y="395196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88BA6">
                <a:alpha val="100000"/>
              </a:srgbClr>
            </a:solidFill>
            <a:ln w="5420" cap="flat">
              <a:solidFill>
                <a:srgbClr val="388BA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45" name="pg1745"/>
            <p:cNvSpPr/>
            <p:nvPr/>
          </p:nvSpPr>
          <p:spPr>
            <a:xfrm>
              <a:off x="5089957" y="395196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88BA6">
                <a:alpha val="100000"/>
              </a:srgbClr>
            </a:solidFill>
            <a:ln w="5420" cap="flat">
              <a:solidFill>
                <a:srgbClr val="388BA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46" name="pg1746"/>
            <p:cNvSpPr/>
            <p:nvPr/>
          </p:nvSpPr>
          <p:spPr>
            <a:xfrm>
              <a:off x="5101595" y="395196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88BA7">
                <a:alpha val="100000"/>
              </a:srgbClr>
            </a:solidFill>
            <a:ln w="5420" cap="flat">
              <a:solidFill>
                <a:srgbClr val="388B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47" name="pg1747"/>
            <p:cNvSpPr/>
            <p:nvPr/>
          </p:nvSpPr>
          <p:spPr>
            <a:xfrm>
              <a:off x="5113232" y="395196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88BA6">
                <a:alpha val="100000"/>
              </a:srgbClr>
            </a:solidFill>
            <a:ln w="5420" cap="flat">
              <a:solidFill>
                <a:srgbClr val="388BA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48" name="pg1748"/>
            <p:cNvSpPr/>
            <p:nvPr/>
          </p:nvSpPr>
          <p:spPr>
            <a:xfrm>
              <a:off x="5124869" y="395196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88BA6">
                <a:alpha val="100000"/>
              </a:srgbClr>
            </a:solidFill>
            <a:ln w="5420" cap="flat">
              <a:solidFill>
                <a:srgbClr val="388BA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49" name="pg1749"/>
            <p:cNvSpPr/>
            <p:nvPr/>
          </p:nvSpPr>
          <p:spPr>
            <a:xfrm>
              <a:off x="5136507" y="395196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88AA6">
                <a:alpha val="100000"/>
              </a:srgbClr>
            </a:solidFill>
            <a:ln w="5420" cap="flat">
              <a:solidFill>
                <a:srgbClr val="388AA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50" name="pg1750"/>
            <p:cNvSpPr/>
            <p:nvPr/>
          </p:nvSpPr>
          <p:spPr>
            <a:xfrm>
              <a:off x="5148144" y="395196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88AA6">
                <a:alpha val="100000"/>
              </a:srgbClr>
            </a:solidFill>
            <a:ln w="5420" cap="flat">
              <a:solidFill>
                <a:srgbClr val="388AA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51" name="pg1751"/>
            <p:cNvSpPr/>
            <p:nvPr/>
          </p:nvSpPr>
          <p:spPr>
            <a:xfrm>
              <a:off x="5159781" y="395196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889A6">
                <a:alpha val="100000"/>
              </a:srgbClr>
            </a:solidFill>
            <a:ln w="5420" cap="flat">
              <a:solidFill>
                <a:srgbClr val="3889A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52" name="pg1752"/>
            <p:cNvSpPr/>
            <p:nvPr/>
          </p:nvSpPr>
          <p:spPr>
            <a:xfrm>
              <a:off x="5171419" y="395196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888A6">
                <a:alpha val="100000"/>
              </a:srgbClr>
            </a:solidFill>
            <a:ln w="5420" cap="flat">
              <a:solidFill>
                <a:srgbClr val="3888A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53" name="pg1753"/>
            <p:cNvSpPr/>
            <p:nvPr/>
          </p:nvSpPr>
          <p:spPr>
            <a:xfrm>
              <a:off x="5183056" y="395196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887A6">
                <a:alpha val="100000"/>
              </a:srgbClr>
            </a:solidFill>
            <a:ln w="5420" cap="flat">
              <a:solidFill>
                <a:srgbClr val="3887A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54" name="pg1754"/>
            <p:cNvSpPr/>
            <p:nvPr/>
          </p:nvSpPr>
          <p:spPr>
            <a:xfrm>
              <a:off x="5194693" y="395196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87A6">
                <a:alpha val="100000"/>
              </a:srgbClr>
            </a:solidFill>
            <a:ln w="5420" cap="flat">
              <a:solidFill>
                <a:srgbClr val="3987A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55" name="pg1755"/>
            <p:cNvSpPr/>
            <p:nvPr/>
          </p:nvSpPr>
          <p:spPr>
            <a:xfrm>
              <a:off x="5206331" y="395196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86A5">
                <a:alpha val="100000"/>
              </a:srgbClr>
            </a:solidFill>
            <a:ln w="5420" cap="flat">
              <a:solidFill>
                <a:srgbClr val="3986A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56" name="pg1756"/>
            <p:cNvSpPr/>
            <p:nvPr/>
          </p:nvSpPr>
          <p:spPr>
            <a:xfrm>
              <a:off x="5043408" y="396626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84A5">
                <a:alpha val="100000"/>
              </a:srgbClr>
            </a:solidFill>
            <a:ln w="5420" cap="flat">
              <a:solidFill>
                <a:srgbClr val="3984A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57" name="pg1757"/>
            <p:cNvSpPr/>
            <p:nvPr/>
          </p:nvSpPr>
          <p:spPr>
            <a:xfrm>
              <a:off x="5055045" y="396626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85A5">
                <a:alpha val="100000"/>
              </a:srgbClr>
            </a:solidFill>
            <a:ln w="5420" cap="flat">
              <a:solidFill>
                <a:srgbClr val="3985A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58" name="pg1758"/>
            <p:cNvSpPr/>
            <p:nvPr/>
          </p:nvSpPr>
          <p:spPr>
            <a:xfrm>
              <a:off x="5066683" y="396626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86A5">
                <a:alpha val="100000"/>
              </a:srgbClr>
            </a:solidFill>
            <a:ln w="5420" cap="flat">
              <a:solidFill>
                <a:srgbClr val="3986A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59" name="pg1759"/>
            <p:cNvSpPr/>
            <p:nvPr/>
          </p:nvSpPr>
          <p:spPr>
            <a:xfrm>
              <a:off x="5078320" y="396626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86A5">
                <a:alpha val="100000"/>
              </a:srgbClr>
            </a:solidFill>
            <a:ln w="5420" cap="flat">
              <a:solidFill>
                <a:srgbClr val="3986A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60" name="pg1760"/>
            <p:cNvSpPr/>
            <p:nvPr/>
          </p:nvSpPr>
          <p:spPr>
            <a:xfrm>
              <a:off x="5089957" y="396626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87A6">
                <a:alpha val="100000"/>
              </a:srgbClr>
            </a:solidFill>
            <a:ln w="5420" cap="flat">
              <a:solidFill>
                <a:srgbClr val="3987A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61" name="pg1761"/>
            <p:cNvSpPr/>
            <p:nvPr/>
          </p:nvSpPr>
          <p:spPr>
            <a:xfrm>
              <a:off x="5101595" y="396626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887A6">
                <a:alpha val="100000"/>
              </a:srgbClr>
            </a:solidFill>
            <a:ln w="5420" cap="flat">
              <a:solidFill>
                <a:srgbClr val="3887A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62" name="pg1762"/>
            <p:cNvSpPr/>
            <p:nvPr/>
          </p:nvSpPr>
          <p:spPr>
            <a:xfrm>
              <a:off x="5113232" y="396626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887A6">
                <a:alpha val="100000"/>
              </a:srgbClr>
            </a:solidFill>
            <a:ln w="5420" cap="flat">
              <a:solidFill>
                <a:srgbClr val="3887A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63" name="pg1763"/>
            <p:cNvSpPr/>
            <p:nvPr/>
          </p:nvSpPr>
          <p:spPr>
            <a:xfrm>
              <a:off x="5124869" y="396626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887A6">
                <a:alpha val="100000"/>
              </a:srgbClr>
            </a:solidFill>
            <a:ln w="5420" cap="flat">
              <a:solidFill>
                <a:srgbClr val="3887A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64" name="pg1764"/>
            <p:cNvSpPr/>
            <p:nvPr/>
          </p:nvSpPr>
          <p:spPr>
            <a:xfrm>
              <a:off x="5136507" y="396626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87A6">
                <a:alpha val="100000"/>
              </a:srgbClr>
            </a:solidFill>
            <a:ln w="5420" cap="flat">
              <a:solidFill>
                <a:srgbClr val="3987A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65" name="pg1765"/>
            <p:cNvSpPr/>
            <p:nvPr/>
          </p:nvSpPr>
          <p:spPr>
            <a:xfrm>
              <a:off x="5148144" y="396626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87A6">
                <a:alpha val="100000"/>
              </a:srgbClr>
            </a:solidFill>
            <a:ln w="5420" cap="flat">
              <a:solidFill>
                <a:srgbClr val="3987A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66" name="pg1766"/>
            <p:cNvSpPr/>
            <p:nvPr/>
          </p:nvSpPr>
          <p:spPr>
            <a:xfrm>
              <a:off x="5159781" y="396626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86A5">
                <a:alpha val="100000"/>
              </a:srgbClr>
            </a:solidFill>
            <a:ln w="5420" cap="flat">
              <a:solidFill>
                <a:srgbClr val="3986A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67" name="pg1767"/>
            <p:cNvSpPr/>
            <p:nvPr/>
          </p:nvSpPr>
          <p:spPr>
            <a:xfrm>
              <a:off x="5171419" y="396626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86A5">
                <a:alpha val="100000"/>
              </a:srgbClr>
            </a:solidFill>
            <a:ln w="5420" cap="flat">
              <a:solidFill>
                <a:srgbClr val="3986A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68" name="pg1768"/>
            <p:cNvSpPr/>
            <p:nvPr/>
          </p:nvSpPr>
          <p:spPr>
            <a:xfrm>
              <a:off x="5183056" y="396626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85A5">
                <a:alpha val="100000"/>
              </a:srgbClr>
            </a:solidFill>
            <a:ln w="5420" cap="flat">
              <a:solidFill>
                <a:srgbClr val="3985A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69" name="pg1769"/>
            <p:cNvSpPr/>
            <p:nvPr/>
          </p:nvSpPr>
          <p:spPr>
            <a:xfrm>
              <a:off x="5194693" y="396626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85A5">
                <a:alpha val="100000"/>
              </a:srgbClr>
            </a:solidFill>
            <a:ln w="5420" cap="flat">
              <a:solidFill>
                <a:srgbClr val="3985A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70" name="pg1770"/>
            <p:cNvSpPr/>
            <p:nvPr/>
          </p:nvSpPr>
          <p:spPr>
            <a:xfrm>
              <a:off x="5206331" y="396626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84A5">
                <a:alpha val="100000"/>
              </a:srgbClr>
            </a:solidFill>
            <a:ln w="5420" cap="flat">
              <a:solidFill>
                <a:srgbClr val="3984A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71" name="pg1771"/>
            <p:cNvSpPr/>
            <p:nvPr/>
          </p:nvSpPr>
          <p:spPr>
            <a:xfrm>
              <a:off x="5043408" y="398056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80A4">
                <a:alpha val="100000"/>
              </a:srgbClr>
            </a:solidFill>
            <a:ln w="5420" cap="flat">
              <a:solidFill>
                <a:srgbClr val="3A80A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72" name="pg1772"/>
            <p:cNvSpPr/>
            <p:nvPr/>
          </p:nvSpPr>
          <p:spPr>
            <a:xfrm>
              <a:off x="5055045" y="398056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81A4">
                <a:alpha val="100000"/>
              </a:srgbClr>
            </a:solidFill>
            <a:ln w="5420" cap="flat">
              <a:solidFill>
                <a:srgbClr val="3A81A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73" name="pg1773"/>
            <p:cNvSpPr/>
            <p:nvPr/>
          </p:nvSpPr>
          <p:spPr>
            <a:xfrm>
              <a:off x="5066683" y="398056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82A4">
                <a:alpha val="100000"/>
              </a:srgbClr>
            </a:solidFill>
            <a:ln w="5420" cap="flat">
              <a:solidFill>
                <a:srgbClr val="3982A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74" name="pg1774"/>
            <p:cNvSpPr/>
            <p:nvPr/>
          </p:nvSpPr>
          <p:spPr>
            <a:xfrm>
              <a:off x="5078320" y="398056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82A5">
                <a:alpha val="100000"/>
              </a:srgbClr>
            </a:solidFill>
            <a:ln w="5420" cap="flat">
              <a:solidFill>
                <a:srgbClr val="3982A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75" name="pg1775"/>
            <p:cNvSpPr/>
            <p:nvPr/>
          </p:nvSpPr>
          <p:spPr>
            <a:xfrm>
              <a:off x="5089957" y="398056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83A5">
                <a:alpha val="100000"/>
              </a:srgbClr>
            </a:solidFill>
            <a:ln w="5420" cap="flat">
              <a:solidFill>
                <a:srgbClr val="3983A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76" name="pg1776"/>
            <p:cNvSpPr/>
            <p:nvPr/>
          </p:nvSpPr>
          <p:spPr>
            <a:xfrm>
              <a:off x="5101595" y="398056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84A5">
                <a:alpha val="100000"/>
              </a:srgbClr>
            </a:solidFill>
            <a:ln w="5420" cap="flat">
              <a:solidFill>
                <a:srgbClr val="3984A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77" name="pg1777"/>
            <p:cNvSpPr/>
            <p:nvPr/>
          </p:nvSpPr>
          <p:spPr>
            <a:xfrm>
              <a:off x="5113232" y="398056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84A5">
                <a:alpha val="100000"/>
              </a:srgbClr>
            </a:solidFill>
            <a:ln w="5420" cap="flat">
              <a:solidFill>
                <a:srgbClr val="3984A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78" name="pg1778"/>
            <p:cNvSpPr/>
            <p:nvPr/>
          </p:nvSpPr>
          <p:spPr>
            <a:xfrm>
              <a:off x="5124869" y="398056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84A5">
                <a:alpha val="100000"/>
              </a:srgbClr>
            </a:solidFill>
            <a:ln w="5420" cap="flat">
              <a:solidFill>
                <a:srgbClr val="3984A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79" name="pg1779"/>
            <p:cNvSpPr/>
            <p:nvPr/>
          </p:nvSpPr>
          <p:spPr>
            <a:xfrm>
              <a:off x="5136507" y="398056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84A5">
                <a:alpha val="100000"/>
              </a:srgbClr>
            </a:solidFill>
            <a:ln w="5420" cap="flat">
              <a:solidFill>
                <a:srgbClr val="3984A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80" name="pg1780"/>
            <p:cNvSpPr/>
            <p:nvPr/>
          </p:nvSpPr>
          <p:spPr>
            <a:xfrm>
              <a:off x="5148144" y="398056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84A5">
                <a:alpha val="100000"/>
              </a:srgbClr>
            </a:solidFill>
            <a:ln w="5420" cap="flat">
              <a:solidFill>
                <a:srgbClr val="3984A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81" name="pg1781"/>
            <p:cNvSpPr/>
            <p:nvPr/>
          </p:nvSpPr>
          <p:spPr>
            <a:xfrm>
              <a:off x="5159781" y="398056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83A5">
                <a:alpha val="100000"/>
              </a:srgbClr>
            </a:solidFill>
            <a:ln w="5420" cap="flat">
              <a:solidFill>
                <a:srgbClr val="3983A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82" name="pg1782"/>
            <p:cNvSpPr/>
            <p:nvPr/>
          </p:nvSpPr>
          <p:spPr>
            <a:xfrm>
              <a:off x="5171419" y="398056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83A5">
                <a:alpha val="100000"/>
              </a:srgbClr>
            </a:solidFill>
            <a:ln w="5420" cap="flat">
              <a:solidFill>
                <a:srgbClr val="3983A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83" name="pg1783"/>
            <p:cNvSpPr/>
            <p:nvPr/>
          </p:nvSpPr>
          <p:spPr>
            <a:xfrm>
              <a:off x="5183056" y="398056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83A5">
                <a:alpha val="100000"/>
              </a:srgbClr>
            </a:solidFill>
            <a:ln w="5420" cap="flat">
              <a:solidFill>
                <a:srgbClr val="3983A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84" name="pg1784"/>
            <p:cNvSpPr/>
            <p:nvPr/>
          </p:nvSpPr>
          <p:spPr>
            <a:xfrm>
              <a:off x="5194693" y="398056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82A5">
                <a:alpha val="100000"/>
              </a:srgbClr>
            </a:solidFill>
            <a:ln w="5420" cap="flat">
              <a:solidFill>
                <a:srgbClr val="3982A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85" name="pg1785"/>
            <p:cNvSpPr/>
            <p:nvPr/>
          </p:nvSpPr>
          <p:spPr>
            <a:xfrm>
              <a:off x="5206331" y="398056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82A5">
                <a:alpha val="100000"/>
              </a:srgbClr>
            </a:solidFill>
            <a:ln w="5420" cap="flat">
              <a:solidFill>
                <a:srgbClr val="3982A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86" name="pg1786"/>
            <p:cNvSpPr/>
            <p:nvPr/>
          </p:nvSpPr>
          <p:spPr>
            <a:xfrm>
              <a:off x="5217968" y="398056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81A4">
                <a:alpha val="100000"/>
              </a:srgbClr>
            </a:solidFill>
            <a:ln w="5420" cap="flat">
              <a:solidFill>
                <a:srgbClr val="3981A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87" name="pg1787"/>
            <p:cNvSpPr/>
            <p:nvPr/>
          </p:nvSpPr>
          <p:spPr>
            <a:xfrm>
              <a:off x="5055045" y="399486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DA3">
                <a:alpha val="100000"/>
              </a:srgbClr>
            </a:solidFill>
            <a:ln w="5420" cap="flat">
              <a:solidFill>
                <a:srgbClr val="3A7DA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88" name="pg1788"/>
            <p:cNvSpPr/>
            <p:nvPr/>
          </p:nvSpPr>
          <p:spPr>
            <a:xfrm>
              <a:off x="5066683" y="399486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EA4">
                <a:alpha val="100000"/>
              </a:srgbClr>
            </a:solidFill>
            <a:ln w="5420" cap="flat">
              <a:solidFill>
                <a:srgbClr val="3A7EA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89" name="pg1789"/>
            <p:cNvSpPr/>
            <p:nvPr/>
          </p:nvSpPr>
          <p:spPr>
            <a:xfrm>
              <a:off x="5078320" y="399486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EA4">
                <a:alpha val="100000"/>
              </a:srgbClr>
            </a:solidFill>
            <a:ln w="5420" cap="flat">
              <a:solidFill>
                <a:srgbClr val="3A7EA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90" name="pg1790"/>
            <p:cNvSpPr/>
            <p:nvPr/>
          </p:nvSpPr>
          <p:spPr>
            <a:xfrm>
              <a:off x="5089957" y="399486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FA4">
                <a:alpha val="100000"/>
              </a:srgbClr>
            </a:solidFill>
            <a:ln w="5420" cap="flat">
              <a:solidFill>
                <a:srgbClr val="3A7FA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91" name="pg1791"/>
            <p:cNvSpPr/>
            <p:nvPr/>
          </p:nvSpPr>
          <p:spPr>
            <a:xfrm>
              <a:off x="5101595" y="399486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80A4">
                <a:alpha val="100000"/>
              </a:srgbClr>
            </a:solidFill>
            <a:ln w="5420" cap="flat">
              <a:solidFill>
                <a:srgbClr val="3A80A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92" name="pg1792"/>
            <p:cNvSpPr/>
            <p:nvPr/>
          </p:nvSpPr>
          <p:spPr>
            <a:xfrm>
              <a:off x="5113232" y="399486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80A4">
                <a:alpha val="100000"/>
              </a:srgbClr>
            </a:solidFill>
            <a:ln w="5420" cap="flat">
              <a:solidFill>
                <a:srgbClr val="3A80A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93" name="pg1793"/>
            <p:cNvSpPr/>
            <p:nvPr/>
          </p:nvSpPr>
          <p:spPr>
            <a:xfrm>
              <a:off x="5124869" y="399486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81A4">
                <a:alpha val="100000"/>
              </a:srgbClr>
            </a:solidFill>
            <a:ln w="5420" cap="flat">
              <a:solidFill>
                <a:srgbClr val="3A81A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94" name="pg1794"/>
            <p:cNvSpPr/>
            <p:nvPr/>
          </p:nvSpPr>
          <p:spPr>
            <a:xfrm>
              <a:off x="5136507" y="399486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81A4">
                <a:alpha val="100000"/>
              </a:srgbClr>
            </a:solidFill>
            <a:ln w="5420" cap="flat">
              <a:solidFill>
                <a:srgbClr val="3A81A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95" name="pg1795"/>
            <p:cNvSpPr/>
            <p:nvPr/>
          </p:nvSpPr>
          <p:spPr>
            <a:xfrm>
              <a:off x="5148144" y="399486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81A4">
                <a:alpha val="100000"/>
              </a:srgbClr>
            </a:solidFill>
            <a:ln w="5420" cap="flat">
              <a:solidFill>
                <a:srgbClr val="3A81A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96" name="pg1796"/>
            <p:cNvSpPr/>
            <p:nvPr/>
          </p:nvSpPr>
          <p:spPr>
            <a:xfrm>
              <a:off x="5159781" y="399486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81A4">
                <a:alpha val="100000"/>
              </a:srgbClr>
            </a:solidFill>
            <a:ln w="5420" cap="flat">
              <a:solidFill>
                <a:srgbClr val="3A81A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97" name="pg1797"/>
            <p:cNvSpPr/>
            <p:nvPr/>
          </p:nvSpPr>
          <p:spPr>
            <a:xfrm>
              <a:off x="5171419" y="399486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81A4">
                <a:alpha val="100000"/>
              </a:srgbClr>
            </a:solidFill>
            <a:ln w="5420" cap="flat">
              <a:solidFill>
                <a:srgbClr val="3A81A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98" name="pg1798"/>
            <p:cNvSpPr/>
            <p:nvPr/>
          </p:nvSpPr>
          <p:spPr>
            <a:xfrm>
              <a:off x="5183056" y="399486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80A4">
                <a:alpha val="100000"/>
              </a:srgbClr>
            </a:solidFill>
            <a:ln w="5420" cap="flat">
              <a:solidFill>
                <a:srgbClr val="3A80A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99" name="pg1799"/>
            <p:cNvSpPr/>
            <p:nvPr/>
          </p:nvSpPr>
          <p:spPr>
            <a:xfrm>
              <a:off x="5194693" y="399486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80A4">
                <a:alpha val="100000"/>
              </a:srgbClr>
            </a:solidFill>
            <a:ln w="5420" cap="flat">
              <a:solidFill>
                <a:srgbClr val="3A80A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00" name="pg1800"/>
            <p:cNvSpPr/>
            <p:nvPr/>
          </p:nvSpPr>
          <p:spPr>
            <a:xfrm>
              <a:off x="5206331" y="399486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80A4">
                <a:alpha val="100000"/>
              </a:srgbClr>
            </a:solidFill>
            <a:ln w="5420" cap="flat">
              <a:solidFill>
                <a:srgbClr val="3A80A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01" name="pg1801"/>
            <p:cNvSpPr/>
            <p:nvPr/>
          </p:nvSpPr>
          <p:spPr>
            <a:xfrm>
              <a:off x="5217968" y="399486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80A4">
                <a:alpha val="100000"/>
              </a:srgbClr>
            </a:solidFill>
            <a:ln w="5420" cap="flat">
              <a:solidFill>
                <a:srgbClr val="3A80A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02" name="pg1802"/>
            <p:cNvSpPr/>
            <p:nvPr/>
          </p:nvSpPr>
          <p:spPr>
            <a:xfrm>
              <a:off x="5020133" y="400916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5A2">
                <a:alpha val="100000"/>
              </a:srgbClr>
            </a:solidFill>
            <a:ln w="5420" cap="flat">
              <a:solidFill>
                <a:srgbClr val="3A75A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03" name="pg1803"/>
            <p:cNvSpPr/>
            <p:nvPr/>
          </p:nvSpPr>
          <p:spPr>
            <a:xfrm>
              <a:off x="5031771" y="400916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7A2">
                <a:alpha val="100000"/>
              </a:srgbClr>
            </a:solidFill>
            <a:ln w="5420" cap="flat">
              <a:solidFill>
                <a:srgbClr val="3A77A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04" name="pg1804"/>
            <p:cNvSpPr/>
            <p:nvPr/>
          </p:nvSpPr>
          <p:spPr>
            <a:xfrm>
              <a:off x="5043408" y="400916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8A2">
                <a:alpha val="100000"/>
              </a:srgbClr>
            </a:solidFill>
            <a:ln w="5420" cap="flat">
              <a:solidFill>
                <a:srgbClr val="3A78A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05" name="pg1805"/>
            <p:cNvSpPr/>
            <p:nvPr/>
          </p:nvSpPr>
          <p:spPr>
            <a:xfrm>
              <a:off x="5055045" y="400916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8A2">
                <a:alpha val="100000"/>
              </a:srgbClr>
            </a:solidFill>
            <a:ln w="5420" cap="flat">
              <a:solidFill>
                <a:srgbClr val="3A78A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06" name="pg1806"/>
            <p:cNvSpPr/>
            <p:nvPr/>
          </p:nvSpPr>
          <p:spPr>
            <a:xfrm>
              <a:off x="5066683" y="400916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AA3">
                <a:alpha val="100000"/>
              </a:srgbClr>
            </a:solidFill>
            <a:ln w="5420" cap="flat">
              <a:solidFill>
                <a:srgbClr val="3A7AA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07" name="pg1807"/>
            <p:cNvSpPr/>
            <p:nvPr/>
          </p:nvSpPr>
          <p:spPr>
            <a:xfrm>
              <a:off x="5078320" y="400916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AA3">
                <a:alpha val="100000"/>
              </a:srgbClr>
            </a:solidFill>
            <a:ln w="5420" cap="flat">
              <a:solidFill>
                <a:srgbClr val="3A7AA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08" name="pg1808"/>
            <p:cNvSpPr/>
            <p:nvPr/>
          </p:nvSpPr>
          <p:spPr>
            <a:xfrm>
              <a:off x="5089957" y="400916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BA3">
                <a:alpha val="100000"/>
              </a:srgbClr>
            </a:solidFill>
            <a:ln w="5420" cap="flat">
              <a:solidFill>
                <a:srgbClr val="3A7BA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09" name="pg1809"/>
            <p:cNvSpPr/>
            <p:nvPr/>
          </p:nvSpPr>
          <p:spPr>
            <a:xfrm>
              <a:off x="5101595" y="400916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CA3">
                <a:alpha val="100000"/>
              </a:srgbClr>
            </a:solidFill>
            <a:ln w="5420" cap="flat">
              <a:solidFill>
                <a:srgbClr val="3A7CA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10" name="pg1810"/>
            <p:cNvSpPr/>
            <p:nvPr/>
          </p:nvSpPr>
          <p:spPr>
            <a:xfrm>
              <a:off x="5113232" y="400916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DA3">
                <a:alpha val="100000"/>
              </a:srgbClr>
            </a:solidFill>
            <a:ln w="5420" cap="flat">
              <a:solidFill>
                <a:srgbClr val="3A7DA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11" name="pg1811"/>
            <p:cNvSpPr/>
            <p:nvPr/>
          </p:nvSpPr>
          <p:spPr>
            <a:xfrm>
              <a:off x="5124869" y="400916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DA3">
                <a:alpha val="100000"/>
              </a:srgbClr>
            </a:solidFill>
            <a:ln w="5420" cap="flat">
              <a:solidFill>
                <a:srgbClr val="3A7DA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12" name="pg1812"/>
            <p:cNvSpPr/>
            <p:nvPr/>
          </p:nvSpPr>
          <p:spPr>
            <a:xfrm>
              <a:off x="5136507" y="400916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EA4">
                <a:alpha val="100000"/>
              </a:srgbClr>
            </a:solidFill>
            <a:ln w="5420" cap="flat">
              <a:solidFill>
                <a:srgbClr val="3A7EA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13" name="pg1813"/>
            <p:cNvSpPr/>
            <p:nvPr/>
          </p:nvSpPr>
          <p:spPr>
            <a:xfrm>
              <a:off x="5148144" y="400916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EA4">
                <a:alpha val="100000"/>
              </a:srgbClr>
            </a:solidFill>
            <a:ln w="5420" cap="flat">
              <a:solidFill>
                <a:srgbClr val="3A7EA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14" name="pg1814"/>
            <p:cNvSpPr/>
            <p:nvPr/>
          </p:nvSpPr>
          <p:spPr>
            <a:xfrm>
              <a:off x="5159781" y="400916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EA4">
                <a:alpha val="100000"/>
              </a:srgbClr>
            </a:solidFill>
            <a:ln w="5420" cap="flat">
              <a:solidFill>
                <a:srgbClr val="3A7EA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15" name="pg1815"/>
            <p:cNvSpPr/>
            <p:nvPr/>
          </p:nvSpPr>
          <p:spPr>
            <a:xfrm>
              <a:off x="5171419" y="400916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EA4">
                <a:alpha val="100000"/>
              </a:srgbClr>
            </a:solidFill>
            <a:ln w="5420" cap="flat">
              <a:solidFill>
                <a:srgbClr val="3A7EA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16" name="pg1816"/>
            <p:cNvSpPr/>
            <p:nvPr/>
          </p:nvSpPr>
          <p:spPr>
            <a:xfrm>
              <a:off x="5183056" y="400916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EA4">
                <a:alpha val="100000"/>
              </a:srgbClr>
            </a:solidFill>
            <a:ln w="5420" cap="flat">
              <a:solidFill>
                <a:srgbClr val="3A7EA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17" name="pg1817"/>
            <p:cNvSpPr/>
            <p:nvPr/>
          </p:nvSpPr>
          <p:spPr>
            <a:xfrm>
              <a:off x="5194693" y="400916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EA4">
                <a:alpha val="100000"/>
              </a:srgbClr>
            </a:solidFill>
            <a:ln w="5420" cap="flat">
              <a:solidFill>
                <a:srgbClr val="3A7EA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18" name="pg1818"/>
            <p:cNvSpPr/>
            <p:nvPr/>
          </p:nvSpPr>
          <p:spPr>
            <a:xfrm>
              <a:off x="5206331" y="400916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EA4">
                <a:alpha val="100000"/>
              </a:srgbClr>
            </a:solidFill>
            <a:ln w="5420" cap="flat">
              <a:solidFill>
                <a:srgbClr val="3A7EA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19" name="pg1819"/>
            <p:cNvSpPr/>
            <p:nvPr/>
          </p:nvSpPr>
          <p:spPr>
            <a:xfrm>
              <a:off x="5020133" y="402346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71A1">
                <a:alpha val="100000"/>
              </a:srgbClr>
            </a:solidFill>
            <a:ln w="5420" cap="flat">
              <a:solidFill>
                <a:srgbClr val="3B71A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20" name="pg1820"/>
            <p:cNvSpPr/>
            <p:nvPr/>
          </p:nvSpPr>
          <p:spPr>
            <a:xfrm>
              <a:off x="5031771" y="402346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73A1">
                <a:alpha val="100000"/>
              </a:srgbClr>
            </a:solidFill>
            <a:ln w="5420" cap="flat">
              <a:solidFill>
                <a:srgbClr val="3B73A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21" name="pg1821"/>
            <p:cNvSpPr/>
            <p:nvPr/>
          </p:nvSpPr>
          <p:spPr>
            <a:xfrm>
              <a:off x="5043408" y="402346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4A1">
                <a:alpha val="100000"/>
              </a:srgbClr>
            </a:solidFill>
            <a:ln w="5420" cap="flat">
              <a:solidFill>
                <a:srgbClr val="3A74A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22" name="pg1822"/>
            <p:cNvSpPr/>
            <p:nvPr/>
          </p:nvSpPr>
          <p:spPr>
            <a:xfrm>
              <a:off x="5055045" y="402346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5A2">
                <a:alpha val="100000"/>
              </a:srgbClr>
            </a:solidFill>
            <a:ln w="5420" cap="flat">
              <a:solidFill>
                <a:srgbClr val="3A75A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23" name="pg1823"/>
            <p:cNvSpPr/>
            <p:nvPr/>
          </p:nvSpPr>
          <p:spPr>
            <a:xfrm>
              <a:off x="5066683" y="402346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6A2">
                <a:alpha val="100000"/>
              </a:srgbClr>
            </a:solidFill>
            <a:ln w="5420" cap="flat">
              <a:solidFill>
                <a:srgbClr val="3A76A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24" name="pg1824"/>
            <p:cNvSpPr/>
            <p:nvPr/>
          </p:nvSpPr>
          <p:spPr>
            <a:xfrm>
              <a:off x="5078320" y="402346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7A2">
                <a:alpha val="100000"/>
              </a:srgbClr>
            </a:solidFill>
            <a:ln w="5420" cap="flat">
              <a:solidFill>
                <a:srgbClr val="3A77A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25" name="pg1825"/>
            <p:cNvSpPr/>
            <p:nvPr/>
          </p:nvSpPr>
          <p:spPr>
            <a:xfrm>
              <a:off x="5089957" y="402346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8A2">
                <a:alpha val="100000"/>
              </a:srgbClr>
            </a:solidFill>
            <a:ln w="5420" cap="flat">
              <a:solidFill>
                <a:srgbClr val="3A78A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26" name="pg1826"/>
            <p:cNvSpPr/>
            <p:nvPr/>
          </p:nvSpPr>
          <p:spPr>
            <a:xfrm>
              <a:off x="5101595" y="402346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9A3">
                <a:alpha val="100000"/>
              </a:srgbClr>
            </a:solidFill>
            <a:ln w="5420" cap="flat">
              <a:solidFill>
                <a:srgbClr val="3A79A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27" name="pg1827"/>
            <p:cNvSpPr/>
            <p:nvPr/>
          </p:nvSpPr>
          <p:spPr>
            <a:xfrm>
              <a:off x="5113232" y="402346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AA3">
                <a:alpha val="100000"/>
              </a:srgbClr>
            </a:solidFill>
            <a:ln w="5420" cap="flat">
              <a:solidFill>
                <a:srgbClr val="3A7AA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28" name="pg1828"/>
            <p:cNvSpPr/>
            <p:nvPr/>
          </p:nvSpPr>
          <p:spPr>
            <a:xfrm>
              <a:off x="5124869" y="402346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AA3">
                <a:alpha val="100000"/>
              </a:srgbClr>
            </a:solidFill>
            <a:ln w="5420" cap="flat">
              <a:solidFill>
                <a:srgbClr val="3A7AA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29" name="pg1829"/>
            <p:cNvSpPr/>
            <p:nvPr/>
          </p:nvSpPr>
          <p:spPr>
            <a:xfrm>
              <a:off x="5136507" y="402346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BA3">
                <a:alpha val="100000"/>
              </a:srgbClr>
            </a:solidFill>
            <a:ln w="5420" cap="flat">
              <a:solidFill>
                <a:srgbClr val="3A7BA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30" name="pg1830"/>
            <p:cNvSpPr/>
            <p:nvPr/>
          </p:nvSpPr>
          <p:spPr>
            <a:xfrm>
              <a:off x="5148144" y="402346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BA3">
                <a:alpha val="100000"/>
              </a:srgbClr>
            </a:solidFill>
            <a:ln w="5420" cap="flat">
              <a:solidFill>
                <a:srgbClr val="3A7BA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31" name="pg1831"/>
            <p:cNvSpPr/>
            <p:nvPr/>
          </p:nvSpPr>
          <p:spPr>
            <a:xfrm>
              <a:off x="5159781" y="402346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BA3">
                <a:alpha val="100000"/>
              </a:srgbClr>
            </a:solidFill>
            <a:ln w="5420" cap="flat">
              <a:solidFill>
                <a:srgbClr val="3A7BA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32" name="pg1832"/>
            <p:cNvSpPr/>
            <p:nvPr/>
          </p:nvSpPr>
          <p:spPr>
            <a:xfrm>
              <a:off x="5171419" y="402346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BA3">
                <a:alpha val="100000"/>
              </a:srgbClr>
            </a:solidFill>
            <a:ln w="5420" cap="flat">
              <a:solidFill>
                <a:srgbClr val="3A7BA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33" name="pg1833"/>
            <p:cNvSpPr/>
            <p:nvPr/>
          </p:nvSpPr>
          <p:spPr>
            <a:xfrm>
              <a:off x="5183056" y="402346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BA3">
                <a:alpha val="100000"/>
              </a:srgbClr>
            </a:solidFill>
            <a:ln w="5420" cap="flat">
              <a:solidFill>
                <a:srgbClr val="3A7BA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34" name="pg1834"/>
            <p:cNvSpPr/>
            <p:nvPr/>
          </p:nvSpPr>
          <p:spPr>
            <a:xfrm>
              <a:off x="5194693" y="402346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CA3">
                <a:alpha val="100000"/>
              </a:srgbClr>
            </a:solidFill>
            <a:ln w="5420" cap="flat">
              <a:solidFill>
                <a:srgbClr val="3A7CA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35" name="pg1835"/>
            <p:cNvSpPr/>
            <p:nvPr/>
          </p:nvSpPr>
          <p:spPr>
            <a:xfrm>
              <a:off x="5020133" y="403776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EA0">
                <a:alpha val="100000"/>
              </a:srgbClr>
            </a:solidFill>
            <a:ln w="5420" cap="flat">
              <a:solidFill>
                <a:srgbClr val="3A6EA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36" name="pg1836"/>
            <p:cNvSpPr/>
            <p:nvPr/>
          </p:nvSpPr>
          <p:spPr>
            <a:xfrm>
              <a:off x="5031771" y="403776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FA0">
                <a:alpha val="100000"/>
              </a:srgbClr>
            </a:solidFill>
            <a:ln w="5420" cap="flat">
              <a:solidFill>
                <a:srgbClr val="3A6FA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37" name="pg1837"/>
            <p:cNvSpPr/>
            <p:nvPr/>
          </p:nvSpPr>
          <p:spPr>
            <a:xfrm>
              <a:off x="5043408" y="403776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70A0">
                <a:alpha val="100000"/>
              </a:srgbClr>
            </a:solidFill>
            <a:ln w="5420" cap="flat">
              <a:solidFill>
                <a:srgbClr val="3B70A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38" name="pg1838"/>
            <p:cNvSpPr/>
            <p:nvPr/>
          </p:nvSpPr>
          <p:spPr>
            <a:xfrm>
              <a:off x="5055045" y="403776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71A1">
                <a:alpha val="100000"/>
              </a:srgbClr>
            </a:solidFill>
            <a:ln w="5420" cap="flat">
              <a:solidFill>
                <a:srgbClr val="3B71A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39" name="pg1839"/>
            <p:cNvSpPr/>
            <p:nvPr/>
          </p:nvSpPr>
          <p:spPr>
            <a:xfrm>
              <a:off x="5066683" y="403776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72A1">
                <a:alpha val="100000"/>
              </a:srgbClr>
            </a:solidFill>
            <a:ln w="5420" cap="flat">
              <a:solidFill>
                <a:srgbClr val="3B72A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40" name="pg1840"/>
            <p:cNvSpPr/>
            <p:nvPr/>
          </p:nvSpPr>
          <p:spPr>
            <a:xfrm>
              <a:off x="5078320" y="403776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3A1">
                <a:alpha val="100000"/>
              </a:srgbClr>
            </a:solidFill>
            <a:ln w="5420" cap="flat">
              <a:solidFill>
                <a:srgbClr val="3A73A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41" name="pg1841"/>
            <p:cNvSpPr/>
            <p:nvPr/>
          </p:nvSpPr>
          <p:spPr>
            <a:xfrm>
              <a:off x="5089957" y="403776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4A1">
                <a:alpha val="100000"/>
              </a:srgbClr>
            </a:solidFill>
            <a:ln w="5420" cap="flat">
              <a:solidFill>
                <a:srgbClr val="3A74A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42" name="pg1842"/>
            <p:cNvSpPr/>
            <p:nvPr/>
          </p:nvSpPr>
          <p:spPr>
            <a:xfrm>
              <a:off x="5101595" y="403776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6A2">
                <a:alpha val="100000"/>
              </a:srgbClr>
            </a:solidFill>
            <a:ln w="5420" cap="flat">
              <a:solidFill>
                <a:srgbClr val="3A76A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43" name="pg1843"/>
            <p:cNvSpPr/>
            <p:nvPr/>
          </p:nvSpPr>
          <p:spPr>
            <a:xfrm>
              <a:off x="5113232" y="403776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6A2">
                <a:alpha val="100000"/>
              </a:srgbClr>
            </a:solidFill>
            <a:ln w="5420" cap="flat">
              <a:solidFill>
                <a:srgbClr val="3A76A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44" name="pg1844"/>
            <p:cNvSpPr/>
            <p:nvPr/>
          </p:nvSpPr>
          <p:spPr>
            <a:xfrm>
              <a:off x="5124869" y="403776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7A2">
                <a:alpha val="100000"/>
              </a:srgbClr>
            </a:solidFill>
            <a:ln w="5420" cap="flat">
              <a:solidFill>
                <a:srgbClr val="3A77A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45" name="pg1845"/>
            <p:cNvSpPr/>
            <p:nvPr/>
          </p:nvSpPr>
          <p:spPr>
            <a:xfrm>
              <a:off x="5136507" y="403776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8A2">
                <a:alpha val="100000"/>
              </a:srgbClr>
            </a:solidFill>
            <a:ln w="5420" cap="flat">
              <a:solidFill>
                <a:srgbClr val="3A78A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46" name="pg1846"/>
            <p:cNvSpPr/>
            <p:nvPr/>
          </p:nvSpPr>
          <p:spPr>
            <a:xfrm>
              <a:off x="5148144" y="403776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8A2">
                <a:alpha val="100000"/>
              </a:srgbClr>
            </a:solidFill>
            <a:ln w="5420" cap="flat">
              <a:solidFill>
                <a:srgbClr val="3A78A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47" name="pg1847"/>
            <p:cNvSpPr/>
            <p:nvPr/>
          </p:nvSpPr>
          <p:spPr>
            <a:xfrm>
              <a:off x="5159781" y="403776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8A2">
                <a:alpha val="100000"/>
              </a:srgbClr>
            </a:solidFill>
            <a:ln w="5420" cap="flat">
              <a:solidFill>
                <a:srgbClr val="3A78A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48" name="pg1848"/>
            <p:cNvSpPr/>
            <p:nvPr/>
          </p:nvSpPr>
          <p:spPr>
            <a:xfrm>
              <a:off x="5171419" y="403776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9A2">
                <a:alpha val="100000"/>
              </a:srgbClr>
            </a:solidFill>
            <a:ln w="5420" cap="flat">
              <a:solidFill>
                <a:srgbClr val="3A79A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49" name="pg1849"/>
            <p:cNvSpPr/>
            <p:nvPr/>
          </p:nvSpPr>
          <p:spPr>
            <a:xfrm>
              <a:off x="5183056" y="403776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9A3">
                <a:alpha val="100000"/>
              </a:srgbClr>
            </a:solidFill>
            <a:ln w="5420" cap="flat">
              <a:solidFill>
                <a:srgbClr val="3A79A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50" name="pg1850"/>
            <p:cNvSpPr/>
            <p:nvPr/>
          </p:nvSpPr>
          <p:spPr>
            <a:xfrm>
              <a:off x="5020133" y="405206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A9F">
                <a:alpha val="100000"/>
              </a:srgbClr>
            </a:solidFill>
            <a:ln w="5420" cap="flat">
              <a:solidFill>
                <a:srgbClr val="3A6A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51" name="pg1851"/>
            <p:cNvSpPr/>
            <p:nvPr/>
          </p:nvSpPr>
          <p:spPr>
            <a:xfrm>
              <a:off x="5031771" y="405206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B9F">
                <a:alpha val="100000"/>
              </a:srgbClr>
            </a:solidFill>
            <a:ln w="5420" cap="flat">
              <a:solidFill>
                <a:srgbClr val="3A6B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52" name="pg1852"/>
            <p:cNvSpPr/>
            <p:nvPr/>
          </p:nvSpPr>
          <p:spPr>
            <a:xfrm>
              <a:off x="5043408" y="405206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CA0">
                <a:alpha val="100000"/>
              </a:srgbClr>
            </a:solidFill>
            <a:ln w="5420" cap="flat">
              <a:solidFill>
                <a:srgbClr val="3A6CA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53" name="pg1853"/>
            <p:cNvSpPr/>
            <p:nvPr/>
          </p:nvSpPr>
          <p:spPr>
            <a:xfrm>
              <a:off x="5055045" y="405206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DA0">
                <a:alpha val="100000"/>
              </a:srgbClr>
            </a:solidFill>
            <a:ln w="5420" cap="flat">
              <a:solidFill>
                <a:srgbClr val="3A6DA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54" name="pg1854"/>
            <p:cNvSpPr/>
            <p:nvPr/>
          </p:nvSpPr>
          <p:spPr>
            <a:xfrm>
              <a:off x="5066683" y="405206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FA0">
                <a:alpha val="100000"/>
              </a:srgbClr>
            </a:solidFill>
            <a:ln w="5420" cap="flat">
              <a:solidFill>
                <a:srgbClr val="3A6FA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55" name="pg1855"/>
            <p:cNvSpPr/>
            <p:nvPr/>
          </p:nvSpPr>
          <p:spPr>
            <a:xfrm>
              <a:off x="5078320" y="405206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70A0">
                <a:alpha val="100000"/>
              </a:srgbClr>
            </a:solidFill>
            <a:ln w="5420" cap="flat">
              <a:solidFill>
                <a:srgbClr val="3B70A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56" name="pg1856"/>
            <p:cNvSpPr/>
            <p:nvPr/>
          </p:nvSpPr>
          <p:spPr>
            <a:xfrm>
              <a:off x="5089957" y="405206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71A1">
                <a:alpha val="100000"/>
              </a:srgbClr>
            </a:solidFill>
            <a:ln w="5420" cap="flat">
              <a:solidFill>
                <a:srgbClr val="3B71A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57" name="pg1857"/>
            <p:cNvSpPr/>
            <p:nvPr/>
          </p:nvSpPr>
          <p:spPr>
            <a:xfrm>
              <a:off x="5101595" y="405206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72A1">
                <a:alpha val="100000"/>
              </a:srgbClr>
            </a:solidFill>
            <a:ln w="5420" cap="flat">
              <a:solidFill>
                <a:srgbClr val="3B72A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58" name="pg1858"/>
            <p:cNvSpPr/>
            <p:nvPr/>
          </p:nvSpPr>
          <p:spPr>
            <a:xfrm>
              <a:off x="5113232" y="405206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3A1">
                <a:alpha val="100000"/>
              </a:srgbClr>
            </a:solidFill>
            <a:ln w="5420" cap="flat">
              <a:solidFill>
                <a:srgbClr val="3A73A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59" name="pg1859"/>
            <p:cNvSpPr/>
            <p:nvPr/>
          </p:nvSpPr>
          <p:spPr>
            <a:xfrm>
              <a:off x="5124869" y="405206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4A1">
                <a:alpha val="100000"/>
              </a:srgbClr>
            </a:solidFill>
            <a:ln w="5420" cap="flat">
              <a:solidFill>
                <a:srgbClr val="3A74A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60" name="pg1860"/>
            <p:cNvSpPr/>
            <p:nvPr/>
          </p:nvSpPr>
          <p:spPr>
            <a:xfrm>
              <a:off x="5136507" y="405206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5A2">
                <a:alpha val="100000"/>
              </a:srgbClr>
            </a:solidFill>
            <a:ln w="5420" cap="flat">
              <a:solidFill>
                <a:srgbClr val="3A75A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61" name="pg1861"/>
            <p:cNvSpPr/>
            <p:nvPr/>
          </p:nvSpPr>
          <p:spPr>
            <a:xfrm>
              <a:off x="5148144" y="405206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5A2">
                <a:alpha val="100000"/>
              </a:srgbClr>
            </a:solidFill>
            <a:ln w="5420" cap="flat">
              <a:solidFill>
                <a:srgbClr val="3A75A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62" name="pg1862"/>
            <p:cNvSpPr/>
            <p:nvPr/>
          </p:nvSpPr>
          <p:spPr>
            <a:xfrm>
              <a:off x="5159781" y="405206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6A2">
                <a:alpha val="100000"/>
              </a:srgbClr>
            </a:solidFill>
            <a:ln w="5420" cap="flat">
              <a:solidFill>
                <a:srgbClr val="3A76A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63" name="pg1863"/>
            <p:cNvSpPr/>
            <p:nvPr/>
          </p:nvSpPr>
          <p:spPr>
            <a:xfrm>
              <a:off x="5171419" y="405206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6A2">
                <a:alpha val="100000"/>
              </a:srgbClr>
            </a:solidFill>
            <a:ln w="5420" cap="flat">
              <a:solidFill>
                <a:srgbClr val="3A76A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64" name="pg1864"/>
            <p:cNvSpPr/>
            <p:nvPr/>
          </p:nvSpPr>
          <p:spPr>
            <a:xfrm>
              <a:off x="5008496" y="406636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59E">
                <a:alpha val="100000"/>
              </a:srgbClr>
            </a:solidFill>
            <a:ln w="5420" cap="flat">
              <a:solidFill>
                <a:srgbClr val="3A65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65" name="pg1865"/>
            <p:cNvSpPr/>
            <p:nvPr/>
          </p:nvSpPr>
          <p:spPr>
            <a:xfrm>
              <a:off x="5020133" y="406636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69E">
                <a:alpha val="100000"/>
              </a:srgbClr>
            </a:solidFill>
            <a:ln w="5420" cap="flat">
              <a:solidFill>
                <a:srgbClr val="3A66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66" name="pg1866"/>
            <p:cNvSpPr/>
            <p:nvPr/>
          </p:nvSpPr>
          <p:spPr>
            <a:xfrm>
              <a:off x="5031771" y="406636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89F">
                <a:alpha val="100000"/>
              </a:srgbClr>
            </a:solidFill>
            <a:ln w="5420" cap="flat">
              <a:solidFill>
                <a:srgbClr val="3A68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67" name="pg1867"/>
            <p:cNvSpPr/>
            <p:nvPr/>
          </p:nvSpPr>
          <p:spPr>
            <a:xfrm>
              <a:off x="5043408" y="406636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99F">
                <a:alpha val="100000"/>
              </a:srgbClr>
            </a:solidFill>
            <a:ln w="5420" cap="flat">
              <a:solidFill>
                <a:srgbClr val="3A69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68" name="pg1868"/>
            <p:cNvSpPr/>
            <p:nvPr/>
          </p:nvSpPr>
          <p:spPr>
            <a:xfrm>
              <a:off x="5055045" y="406636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A9F">
                <a:alpha val="100000"/>
              </a:srgbClr>
            </a:solidFill>
            <a:ln w="5420" cap="flat">
              <a:solidFill>
                <a:srgbClr val="3A6A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69" name="pg1869"/>
            <p:cNvSpPr/>
            <p:nvPr/>
          </p:nvSpPr>
          <p:spPr>
            <a:xfrm>
              <a:off x="5066683" y="406636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B9F">
                <a:alpha val="100000"/>
              </a:srgbClr>
            </a:solidFill>
            <a:ln w="5420" cap="flat">
              <a:solidFill>
                <a:srgbClr val="3A6B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70" name="pg1870"/>
            <p:cNvSpPr/>
            <p:nvPr/>
          </p:nvSpPr>
          <p:spPr>
            <a:xfrm>
              <a:off x="5078320" y="406636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CA0">
                <a:alpha val="100000"/>
              </a:srgbClr>
            </a:solidFill>
            <a:ln w="5420" cap="flat">
              <a:solidFill>
                <a:srgbClr val="3A6CA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71" name="pg1871"/>
            <p:cNvSpPr/>
            <p:nvPr/>
          </p:nvSpPr>
          <p:spPr>
            <a:xfrm>
              <a:off x="5089957" y="406636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DA0">
                <a:alpha val="100000"/>
              </a:srgbClr>
            </a:solidFill>
            <a:ln w="5420" cap="flat">
              <a:solidFill>
                <a:srgbClr val="3A6DA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72" name="pg1872"/>
            <p:cNvSpPr/>
            <p:nvPr/>
          </p:nvSpPr>
          <p:spPr>
            <a:xfrm>
              <a:off x="5101595" y="406636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6FA0">
                <a:alpha val="100000"/>
              </a:srgbClr>
            </a:solidFill>
            <a:ln w="5420" cap="flat">
              <a:solidFill>
                <a:srgbClr val="3B6FA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73" name="pg1873"/>
            <p:cNvSpPr/>
            <p:nvPr/>
          </p:nvSpPr>
          <p:spPr>
            <a:xfrm>
              <a:off x="5113232" y="406636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70A1">
                <a:alpha val="100000"/>
              </a:srgbClr>
            </a:solidFill>
            <a:ln w="5420" cap="flat">
              <a:solidFill>
                <a:srgbClr val="3B70A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74" name="pg1874"/>
            <p:cNvSpPr/>
            <p:nvPr/>
          </p:nvSpPr>
          <p:spPr>
            <a:xfrm>
              <a:off x="5124869" y="406636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71A1">
                <a:alpha val="100000"/>
              </a:srgbClr>
            </a:solidFill>
            <a:ln w="5420" cap="flat">
              <a:solidFill>
                <a:srgbClr val="3B71A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75" name="pg1875"/>
            <p:cNvSpPr/>
            <p:nvPr/>
          </p:nvSpPr>
          <p:spPr>
            <a:xfrm>
              <a:off x="5136507" y="406636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72A1">
                <a:alpha val="100000"/>
              </a:srgbClr>
            </a:solidFill>
            <a:ln w="5420" cap="flat">
              <a:solidFill>
                <a:srgbClr val="3B72A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76" name="pg1876"/>
            <p:cNvSpPr/>
            <p:nvPr/>
          </p:nvSpPr>
          <p:spPr>
            <a:xfrm>
              <a:off x="5148144" y="406636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73A1">
                <a:alpha val="100000"/>
              </a:srgbClr>
            </a:solidFill>
            <a:ln w="5420" cap="flat">
              <a:solidFill>
                <a:srgbClr val="3B73A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77" name="pg1877"/>
            <p:cNvSpPr/>
            <p:nvPr/>
          </p:nvSpPr>
          <p:spPr>
            <a:xfrm>
              <a:off x="5008496" y="408066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5F9C">
                <a:alpha val="100000"/>
              </a:srgbClr>
            </a:solidFill>
            <a:ln w="5420" cap="flat">
              <a:solidFill>
                <a:srgbClr val="395F9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78" name="pg1878"/>
            <p:cNvSpPr/>
            <p:nvPr/>
          </p:nvSpPr>
          <p:spPr>
            <a:xfrm>
              <a:off x="5020133" y="408066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609D">
                <a:alpha val="100000"/>
              </a:srgbClr>
            </a:solidFill>
            <a:ln w="5420" cap="flat">
              <a:solidFill>
                <a:srgbClr val="3960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79" name="pg1879"/>
            <p:cNvSpPr/>
            <p:nvPr/>
          </p:nvSpPr>
          <p:spPr>
            <a:xfrm>
              <a:off x="5031771" y="408066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19D">
                <a:alpha val="100000"/>
              </a:srgbClr>
            </a:solidFill>
            <a:ln w="5420" cap="flat">
              <a:solidFill>
                <a:srgbClr val="3A61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80" name="pg1880"/>
            <p:cNvSpPr/>
            <p:nvPr/>
          </p:nvSpPr>
          <p:spPr>
            <a:xfrm>
              <a:off x="5043408" y="408066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29D">
                <a:alpha val="100000"/>
              </a:srgbClr>
            </a:solidFill>
            <a:ln w="5420" cap="flat">
              <a:solidFill>
                <a:srgbClr val="3A62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81" name="pg1881"/>
            <p:cNvSpPr/>
            <p:nvPr/>
          </p:nvSpPr>
          <p:spPr>
            <a:xfrm>
              <a:off x="5055045" y="408066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49E">
                <a:alpha val="100000"/>
              </a:srgbClr>
            </a:solidFill>
            <a:ln w="5420" cap="flat">
              <a:solidFill>
                <a:srgbClr val="3A64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82" name="pg1882"/>
            <p:cNvSpPr/>
            <p:nvPr/>
          </p:nvSpPr>
          <p:spPr>
            <a:xfrm>
              <a:off x="5066683" y="408066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59E">
                <a:alpha val="100000"/>
              </a:srgbClr>
            </a:solidFill>
            <a:ln w="5420" cap="flat">
              <a:solidFill>
                <a:srgbClr val="3A65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83" name="pg1883"/>
            <p:cNvSpPr/>
            <p:nvPr/>
          </p:nvSpPr>
          <p:spPr>
            <a:xfrm>
              <a:off x="5078320" y="408066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69E">
                <a:alpha val="100000"/>
              </a:srgbClr>
            </a:solidFill>
            <a:ln w="5420" cap="flat">
              <a:solidFill>
                <a:srgbClr val="3A66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84" name="pg1884"/>
            <p:cNvSpPr/>
            <p:nvPr/>
          </p:nvSpPr>
          <p:spPr>
            <a:xfrm>
              <a:off x="5089957" y="408066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79E">
                <a:alpha val="100000"/>
              </a:srgbClr>
            </a:solidFill>
            <a:ln w="5420" cap="flat">
              <a:solidFill>
                <a:srgbClr val="3A67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85" name="pg1885"/>
            <p:cNvSpPr/>
            <p:nvPr/>
          </p:nvSpPr>
          <p:spPr>
            <a:xfrm>
              <a:off x="5101595" y="408066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A9F">
                <a:alpha val="100000"/>
              </a:srgbClr>
            </a:solidFill>
            <a:ln w="5420" cap="flat">
              <a:solidFill>
                <a:srgbClr val="3A6A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86" name="pg1886"/>
            <p:cNvSpPr/>
            <p:nvPr/>
          </p:nvSpPr>
          <p:spPr>
            <a:xfrm>
              <a:off x="5113232" y="408066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B9F">
                <a:alpha val="100000"/>
              </a:srgbClr>
            </a:solidFill>
            <a:ln w="5420" cap="flat">
              <a:solidFill>
                <a:srgbClr val="3A6B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87" name="pg1887"/>
            <p:cNvSpPr/>
            <p:nvPr/>
          </p:nvSpPr>
          <p:spPr>
            <a:xfrm>
              <a:off x="5124869" y="408066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CA0">
                <a:alpha val="100000"/>
              </a:srgbClr>
            </a:solidFill>
            <a:ln w="5420" cap="flat">
              <a:solidFill>
                <a:srgbClr val="3A6CA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88" name="pg1888"/>
            <p:cNvSpPr/>
            <p:nvPr/>
          </p:nvSpPr>
          <p:spPr>
            <a:xfrm>
              <a:off x="5136507" y="408066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EA0">
                <a:alpha val="100000"/>
              </a:srgbClr>
            </a:solidFill>
            <a:ln w="5420" cap="flat">
              <a:solidFill>
                <a:srgbClr val="3A6EA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89" name="pg1889"/>
            <p:cNvSpPr/>
            <p:nvPr/>
          </p:nvSpPr>
          <p:spPr>
            <a:xfrm>
              <a:off x="5008496" y="409496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5C9B">
                <a:alpha val="100000"/>
              </a:srgbClr>
            </a:solidFill>
            <a:ln w="5420" cap="flat">
              <a:solidFill>
                <a:srgbClr val="395C9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90" name="pg1890"/>
            <p:cNvSpPr/>
            <p:nvPr/>
          </p:nvSpPr>
          <p:spPr>
            <a:xfrm>
              <a:off x="5020133" y="409496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5D9C">
                <a:alpha val="100000"/>
              </a:srgbClr>
            </a:solidFill>
            <a:ln w="5420" cap="flat">
              <a:solidFill>
                <a:srgbClr val="395D9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91" name="pg1891"/>
            <p:cNvSpPr/>
            <p:nvPr/>
          </p:nvSpPr>
          <p:spPr>
            <a:xfrm>
              <a:off x="5031771" y="409496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5E9C">
                <a:alpha val="100000"/>
              </a:srgbClr>
            </a:solidFill>
            <a:ln w="5420" cap="flat">
              <a:solidFill>
                <a:srgbClr val="395E9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92" name="pg1892"/>
            <p:cNvSpPr/>
            <p:nvPr/>
          </p:nvSpPr>
          <p:spPr>
            <a:xfrm>
              <a:off x="5043408" y="409496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5F9D">
                <a:alpha val="100000"/>
              </a:srgbClr>
            </a:solidFill>
            <a:ln w="5420" cap="flat">
              <a:solidFill>
                <a:srgbClr val="395F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93" name="pg1893"/>
            <p:cNvSpPr/>
            <p:nvPr/>
          </p:nvSpPr>
          <p:spPr>
            <a:xfrm>
              <a:off x="5055045" y="409496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19D">
                <a:alpha val="100000"/>
              </a:srgbClr>
            </a:solidFill>
            <a:ln w="5420" cap="flat">
              <a:solidFill>
                <a:srgbClr val="3A61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94" name="pg1894"/>
            <p:cNvSpPr/>
            <p:nvPr/>
          </p:nvSpPr>
          <p:spPr>
            <a:xfrm>
              <a:off x="5066683" y="409496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29D">
                <a:alpha val="100000"/>
              </a:srgbClr>
            </a:solidFill>
            <a:ln w="5420" cap="flat">
              <a:solidFill>
                <a:srgbClr val="3A62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95" name="pg1895"/>
            <p:cNvSpPr/>
            <p:nvPr/>
          </p:nvSpPr>
          <p:spPr>
            <a:xfrm>
              <a:off x="5078320" y="409496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39E">
                <a:alpha val="100000"/>
              </a:srgbClr>
            </a:solidFill>
            <a:ln w="5420" cap="flat">
              <a:solidFill>
                <a:srgbClr val="3A63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96" name="pg1896"/>
            <p:cNvSpPr/>
            <p:nvPr/>
          </p:nvSpPr>
          <p:spPr>
            <a:xfrm>
              <a:off x="5089957" y="409496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59E">
                <a:alpha val="100000"/>
              </a:srgbClr>
            </a:solidFill>
            <a:ln w="5420" cap="flat">
              <a:solidFill>
                <a:srgbClr val="3A65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97" name="pg1897"/>
            <p:cNvSpPr/>
            <p:nvPr/>
          </p:nvSpPr>
          <p:spPr>
            <a:xfrm>
              <a:off x="5101595" y="409496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79E">
                <a:alpha val="100000"/>
              </a:srgbClr>
            </a:solidFill>
            <a:ln w="5420" cap="flat">
              <a:solidFill>
                <a:srgbClr val="3A67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98" name="pg1898"/>
            <p:cNvSpPr/>
            <p:nvPr/>
          </p:nvSpPr>
          <p:spPr>
            <a:xfrm>
              <a:off x="5113232" y="409496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99F">
                <a:alpha val="100000"/>
              </a:srgbClr>
            </a:solidFill>
            <a:ln w="5420" cap="flat">
              <a:solidFill>
                <a:srgbClr val="3A69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99" name="pg1899"/>
            <p:cNvSpPr/>
            <p:nvPr/>
          </p:nvSpPr>
          <p:spPr>
            <a:xfrm>
              <a:off x="5124869" y="409496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A9F">
                <a:alpha val="100000"/>
              </a:srgbClr>
            </a:solidFill>
            <a:ln w="5420" cap="flat">
              <a:solidFill>
                <a:srgbClr val="3A6A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00" name="pg1900"/>
            <p:cNvSpPr/>
            <p:nvPr/>
          </p:nvSpPr>
          <p:spPr>
            <a:xfrm>
              <a:off x="4985221" y="410927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5793">
                <a:alpha val="100000"/>
              </a:srgbClr>
            </a:solidFill>
            <a:ln w="5420" cap="flat">
              <a:solidFill>
                <a:srgbClr val="3A579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01" name="pg1901"/>
            <p:cNvSpPr/>
            <p:nvPr/>
          </p:nvSpPr>
          <p:spPr>
            <a:xfrm>
              <a:off x="4996859" y="410927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5895">
                <a:alpha val="100000"/>
              </a:srgbClr>
            </a:solidFill>
            <a:ln w="5420" cap="flat">
              <a:solidFill>
                <a:srgbClr val="3A589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02" name="pg1902"/>
            <p:cNvSpPr/>
            <p:nvPr/>
          </p:nvSpPr>
          <p:spPr>
            <a:xfrm>
              <a:off x="5008496" y="410927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5996">
                <a:alpha val="100000"/>
              </a:srgbClr>
            </a:solidFill>
            <a:ln w="5420" cap="flat">
              <a:solidFill>
                <a:srgbClr val="3A599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03" name="pg1903"/>
            <p:cNvSpPr/>
            <p:nvPr/>
          </p:nvSpPr>
          <p:spPr>
            <a:xfrm>
              <a:off x="5020133" y="410927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5A98">
                <a:alpha val="100000"/>
              </a:srgbClr>
            </a:solidFill>
            <a:ln w="5420" cap="flat">
              <a:solidFill>
                <a:srgbClr val="3A5A9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04" name="pg1904"/>
            <p:cNvSpPr/>
            <p:nvPr/>
          </p:nvSpPr>
          <p:spPr>
            <a:xfrm>
              <a:off x="5031771" y="410927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5B9A">
                <a:alpha val="100000"/>
              </a:srgbClr>
            </a:solidFill>
            <a:ln w="5420" cap="flat">
              <a:solidFill>
                <a:srgbClr val="395B9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05" name="pg1905"/>
            <p:cNvSpPr/>
            <p:nvPr/>
          </p:nvSpPr>
          <p:spPr>
            <a:xfrm>
              <a:off x="5043408" y="410927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5D9C">
                <a:alpha val="100000"/>
              </a:srgbClr>
            </a:solidFill>
            <a:ln w="5420" cap="flat">
              <a:solidFill>
                <a:srgbClr val="395D9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06" name="pg1906"/>
            <p:cNvSpPr/>
            <p:nvPr/>
          </p:nvSpPr>
          <p:spPr>
            <a:xfrm>
              <a:off x="5055045" y="410927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5E9C">
                <a:alpha val="100000"/>
              </a:srgbClr>
            </a:solidFill>
            <a:ln w="5420" cap="flat">
              <a:solidFill>
                <a:srgbClr val="395E9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07" name="pg1907"/>
            <p:cNvSpPr/>
            <p:nvPr/>
          </p:nvSpPr>
          <p:spPr>
            <a:xfrm>
              <a:off x="5066683" y="410927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609D">
                <a:alpha val="100000"/>
              </a:srgbClr>
            </a:solidFill>
            <a:ln w="5420" cap="flat">
              <a:solidFill>
                <a:srgbClr val="3960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08" name="pg1908"/>
            <p:cNvSpPr/>
            <p:nvPr/>
          </p:nvSpPr>
          <p:spPr>
            <a:xfrm>
              <a:off x="5078320" y="410927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19D">
                <a:alpha val="100000"/>
              </a:srgbClr>
            </a:solidFill>
            <a:ln w="5420" cap="flat">
              <a:solidFill>
                <a:srgbClr val="3A61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09" name="pg1909"/>
            <p:cNvSpPr/>
            <p:nvPr/>
          </p:nvSpPr>
          <p:spPr>
            <a:xfrm>
              <a:off x="5089957" y="410927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29D">
                <a:alpha val="100000"/>
              </a:srgbClr>
            </a:solidFill>
            <a:ln w="5420" cap="flat">
              <a:solidFill>
                <a:srgbClr val="3A62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10" name="pg1910"/>
            <p:cNvSpPr/>
            <p:nvPr/>
          </p:nvSpPr>
          <p:spPr>
            <a:xfrm>
              <a:off x="5101595" y="410927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59E">
                <a:alpha val="100000"/>
              </a:srgbClr>
            </a:solidFill>
            <a:ln w="5420" cap="flat">
              <a:solidFill>
                <a:srgbClr val="3A65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11" name="pg1911"/>
            <p:cNvSpPr/>
            <p:nvPr/>
          </p:nvSpPr>
          <p:spPr>
            <a:xfrm>
              <a:off x="5113232" y="410927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69E">
                <a:alpha val="100000"/>
              </a:srgbClr>
            </a:solidFill>
            <a:ln w="5420" cap="flat">
              <a:solidFill>
                <a:srgbClr val="3A66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12" name="pg1912"/>
            <p:cNvSpPr/>
            <p:nvPr/>
          </p:nvSpPr>
          <p:spPr>
            <a:xfrm>
              <a:off x="5124869" y="410927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79E">
                <a:alpha val="100000"/>
              </a:srgbClr>
            </a:solidFill>
            <a:ln w="5420" cap="flat">
              <a:solidFill>
                <a:srgbClr val="3A67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13" name="pg1913"/>
            <p:cNvSpPr/>
            <p:nvPr/>
          </p:nvSpPr>
          <p:spPr>
            <a:xfrm>
              <a:off x="4973584" y="412357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538E">
                <a:alpha val="100000"/>
              </a:srgbClr>
            </a:solidFill>
            <a:ln w="5420" cap="flat">
              <a:solidFill>
                <a:srgbClr val="3B538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14" name="pg1914"/>
            <p:cNvSpPr/>
            <p:nvPr/>
          </p:nvSpPr>
          <p:spPr>
            <a:xfrm>
              <a:off x="4985221" y="412357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5490">
                <a:alpha val="100000"/>
              </a:srgbClr>
            </a:solidFill>
            <a:ln w="5420" cap="flat">
              <a:solidFill>
                <a:srgbClr val="3B549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15" name="pg1915"/>
            <p:cNvSpPr/>
            <p:nvPr/>
          </p:nvSpPr>
          <p:spPr>
            <a:xfrm>
              <a:off x="4996859" y="412357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5591">
                <a:alpha val="100000"/>
              </a:srgbClr>
            </a:solidFill>
            <a:ln w="5420" cap="flat">
              <a:solidFill>
                <a:srgbClr val="3B559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16" name="pg1916"/>
            <p:cNvSpPr/>
            <p:nvPr/>
          </p:nvSpPr>
          <p:spPr>
            <a:xfrm>
              <a:off x="5008496" y="412357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5693">
                <a:alpha val="100000"/>
              </a:srgbClr>
            </a:solidFill>
            <a:ln w="5420" cap="flat">
              <a:solidFill>
                <a:srgbClr val="3A569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17" name="pg1917"/>
            <p:cNvSpPr/>
            <p:nvPr/>
          </p:nvSpPr>
          <p:spPr>
            <a:xfrm>
              <a:off x="5020133" y="412357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5894">
                <a:alpha val="100000"/>
              </a:srgbClr>
            </a:solidFill>
            <a:ln w="5420" cap="flat">
              <a:solidFill>
                <a:srgbClr val="3A589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18" name="pg1918"/>
            <p:cNvSpPr/>
            <p:nvPr/>
          </p:nvSpPr>
          <p:spPr>
            <a:xfrm>
              <a:off x="5031771" y="412357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5996">
                <a:alpha val="100000"/>
              </a:srgbClr>
            </a:solidFill>
            <a:ln w="5420" cap="flat">
              <a:solidFill>
                <a:srgbClr val="3A599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19" name="pg1919"/>
            <p:cNvSpPr/>
            <p:nvPr/>
          </p:nvSpPr>
          <p:spPr>
            <a:xfrm>
              <a:off x="5043408" y="412357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5A98">
                <a:alpha val="100000"/>
              </a:srgbClr>
            </a:solidFill>
            <a:ln w="5420" cap="flat">
              <a:solidFill>
                <a:srgbClr val="3A5A9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20" name="pg1920"/>
            <p:cNvSpPr/>
            <p:nvPr/>
          </p:nvSpPr>
          <p:spPr>
            <a:xfrm>
              <a:off x="5055045" y="412357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5C9A">
                <a:alpha val="100000"/>
              </a:srgbClr>
            </a:solidFill>
            <a:ln w="5420" cap="flat">
              <a:solidFill>
                <a:srgbClr val="395C9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21" name="pg1921"/>
            <p:cNvSpPr/>
            <p:nvPr/>
          </p:nvSpPr>
          <p:spPr>
            <a:xfrm>
              <a:off x="5066683" y="412357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5D9C">
                <a:alpha val="100000"/>
              </a:srgbClr>
            </a:solidFill>
            <a:ln w="5420" cap="flat">
              <a:solidFill>
                <a:srgbClr val="395D9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22" name="pg1922"/>
            <p:cNvSpPr/>
            <p:nvPr/>
          </p:nvSpPr>
          <p:spPr>
            <a:xfrm>
              <a:off x="5078320" y="412357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5F9C">
                <a:alpha val="100000"/>
              </a:srgbClr>
            </a:solidFill>
            <a:ln w="5420" cap="flat">
              <a:solidFill>
                <a:srgbClr val="395F9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23" name="pg1923"/>
            <p:cNvSpPr/>
            <p:nvPr/>
          </p:nvSpPr>
          <p:spPr>
            <a:xfrm>
              <a:off x="5089957" y="412357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609D">
                <a:alpha val="100000"/>
              </a:srgbClr>
            </a:solidFill>
            <a:ln w="5420" cap="flat">
              <a:solidFill>
                <a:srgbClr val="3960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24" name="pg1924"/>
            <p:cNvSpPr/>
            <p:nvPr/>
          </p:nvSpPr>
          <p:spPr>
            <a:xfrm>
              <a:off x="5101595" y="412357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39D">
                <a:alpha val="100000"/>
              </a:srgbClr>
            </a:solidFill>
            <a:ln w="5420" cap="flat">
              <a:solidFill>
                <a:srgbClr val="3A63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25" name="pg1925"/>
            <p:cNvSpPr/>
            <p:nvPr/>
          </p:nvSpPr>
          <p:spPr>
            <a:xfrm>
              <a:off x="5113232" y="412357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49E">
                <a:alpha val="100000"/>
              </a:srgbClr>
            </a:solidFill>
            <a:ln w="5420" cap="flat">
              <a:solidFill>
                <a:srgbClr val="3A64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26" name="pg1926"/>
            <p:cNvSpPr/>
            <p:nvPr/>
          </p:nvSpPr>
          <p:spPr>
            <a:xfrm>
              <a:off x="5124869" y="412357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59E">
                <a:alpha val="100000"/>
              </a:srgbClr>
            </a:solidFill>
            <a:ln w="5420" cap="flat">
              <a:solidFill>
                <a:srgbClr val="3A65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27" name="pg1927"/>
            <p:cNvSpPr/>
            <p:nvPr/>
          </p:nvSpPr>
          <p:spPr>
            <a:xfrm>
              <a:off x="4973584" y="413787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508A">
                <a:alpha val="100000"/>
              </a:srgbClr>
            </a:solidFill>
            <a:ln w="5420" cap="flat">
              <a:solidFill>
                <a:srgbClr val="3B508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28" name="pg1928"/>
            <p:cNvSpPr/>
            <p:nvPr/>
          </p:nvSpPr>
          <p:spPr>
            <a:xfrm>
              <a:off x="4985221" y="413787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528C">
                <a:alpha val="100000"/>
              </a:srgbClr>
            </a:solidFill>
            <a:ln w="5420" cap="flat">
              <a:solidFill>
                <a:srgbClr val="3B528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29" name="pg1929"/>
            <p:cNvSpPr/>
            <p:nvPr/>
          </p:nvSpPr>
          <p:spPr>
            <a:xfrm>
              <a:off x="4996859" y="413787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538E">
                <a:alpha val="100000"/>
              </a:srgbClr>
            </a:solidFill>
            <a:ln w="5420" cap="flat">
              <a:solidFill>
                <a:srgbClr val="3B538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30" name="pg1930"/>
            <p:cNvSpPr/>
            <p:nvPr/>
          </p:nvSpPr>
          <p:spPr>
            <a:xfrm>
              <a:off x="5008496" y="413787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548F">
                <a:alpha val="100000"/>
              </a:srgbClr>
            </a:solidFill>
            <a:ln w="5420" cap="flat">
              <a:solidFill>
                <a:srgbClr val="3B548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31" name="pg1931"/>
            <p:cNvSpPr/>
            <p:nvPr/>
          </p:nvSpPr>
          <p:spPr>
            <a:xfrm>
              <a:off x="5020133" y="413787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5691">
                <a:alpha val="100000"/>
              </a:srgbClr>
            </a:solidFill>
            <a:ln w="5420" cap="flat">
              <a:solidFill>
                <a:srgbClr val="3B569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32" name="pg1932"/>
            <p:cNvSpPr/>
            <p:nvPr/>
          </p:nvSpPr>
          <p:spPr>
            <a:xfrm>
              <a:off x="5031771" y="413787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5793">
                <a:alpha val="100000"/>
              </a:srgbClr>
            </a:solidFill>
            <a:ln w="5420" cap="flat">
              <a:solidFill>
                <a:srgbClr val="3A579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33" name="pg1933"/>
            <p:cNvSpPr/>
            <p:nvPr/>
          </p:nvSpPr>
          <p:spPr>
            <a:xfrm>
              <a:off x="5043408" y="413787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5895">
                <a:alpha val="100000"/>
              </a:srgbClr>
            </a:solidFill>
            <a:ln w="5420" cap="flat">
              <a:solidFill>
                <a:srgbClr val="3A589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34" name="pg1934"/>
            <p:cNvSpPr/>
            <p:nvPr/>
          </p:nvSpPr>
          <p:spPr>
            <a:xfrm>
              <a:off x="5055045" y="413787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5A97">
                <a:alpha val="100000"/>
              </a:srgbClr>
            </a:solidFill>
            <a:ln w="5420" cap="flat">
              <a:solidFill>
                <a:srgbClr val="3A5A9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35" name="pg1935"/>
            <p:cNvSpPr/>
            <p:nvPr/>
          </p:nvSpPr>
          <p:spPr>
            <a:xfrm>
              <a:off x="5066683" y="413787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5B99">
                <a:alpha val="100000"/>
              </a:srgbClr>
            </a:solidFill>
            <a:ln w="5420" cap="flat">
              <a:solidFill>
                <a:srgbClr val="395B9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36" name="pg1936"/>
            <p:cNvSpPr/>
            <p:nvPr/>
          </p:nvSpPr>
          <p:spPr>
            <a:xfrm>
              <a:off x="5078320" y="413787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5D9C">
                <a:alpha val="100000"/>
              </a:srgbClr>
            </a:solidFill>
            <a:ln w="5420" cap="flat">
              <a:solidFill>
                <a:srgbClr val="395D9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37" name="pg1937"/>
            <p:cNvSpPr/>
            <p:nvPr/>
          </p:nvSpPr>
          <p:spPr>
            <a:xfrm>
              <a:off x="5089957" y="413787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5E9C">
                <a:alpha val="100000"/>
              </a:srgbClr>
            </a:solidFill>
            <a:ln w="5420" cap="flat">
              <a:solidFill>
                <a:srgbClr val="395E9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38" name="pg1938"/>
            <p:cNvSpPr/>
            <p:nvPr/>
          </p:nvSpPr>
          <p:spPr>
            <a:xfrm>
              <a:off x="5101595" y="413787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19D">
                <a:alpha val="100000"/>
              </a:srgbClr>
            </a:solidFill>
            <a:ln w="5420" cap="flat">
              <a:solidFill>
                <a:srgbClr val="3A61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39" name="pg1939"/>
            <p:cNvSpPr/>
            <p:nvPr/>
          </p:nvSpPr>
          <p:spPr>
            <a:xfrm>
              <a:off x="5113232" y="413787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29D">
                <a:alpha val="100000"/>
              </a:srgbClr>
            </a:solidFill>
            <a:ln w="5420" cap="flat">
              <a:solidFill>
                <a:srgbClr val="3A62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40" name="pg1940"/>
            <p:cNvSpPr/>
            <p:nvPr/>
          </p:nvSpPr>
          <p:spPr>
            <a:xfrm>
              <a:off x="4961947" y="415217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D85">
                <a:alpha val="100000"/>
              </a:srgbClr>
            </a:solidFill>
            <a:ln w="5420" cap="flat">
              <a:solidFill>
                <a:srgbClr val="3C4D8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41" name="pg1941"/>
            <p:cNvSpPr/>
            <p:nvPr/>
          </p:nvSpPr>
          <p:spPr>
            <a:xfrm>
              <a:off x="4973584" y="415217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4E86">
                <a:alpha val="100000"/>
              </a:srgbClr>
            </a:solidFill>
            <a:ln w="5420" cap="flat">
              <a:solidFill>
                <a:srgbClr val="3B4E8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42" name="pg1942"/>
            <p:cNvSpPr/>
            <p:nvPr/>
          </p:nvSpPr>
          <p:spPr>
            <a:xfrm>
              <a:off x="4985221" y="415217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5089">
                <a:alpha val="100000"/>
              </a:srgbClr>
            </a:solidFill>
            <a:ln w="5420" cap="flat">
              <a:solidFill>
                <a:srgbClr val="3B508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43" name="pg1943"/>
            <p:cNvSpPr/>
            <p:nvPr/>
          </p:nvSpPr>
          <p:spPr>
            <a:xfrm>
              <a:off x="4996859" y="415217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518B">
                <a:alpha val="100000"/>
              </a:srgbClr>
            </a:solidFill>
            <a:ln w="5420" cap="flat">
              <a:solidFill>
                <a:srgbClr val="3B518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44" name="pg1944"/>
            <p:cNvSpPr/>
            <p:nvPr/>
          </p:nvSpPr>
          <p:spPr>
            <a:xfrm>
              <a:off x="5008496" y="415217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528D">
                <a:alpha val="100000"/>
              </a:srgbClr>
            </a:solidFill>
            <a:ln w="5420" cap="flat">
              <a:solidFill>
                <a:srgbClr val="3B528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45" name="pg1945"/>
            <p:cNvSpPr/>
            <p:nvPr/>
          </p:nvSpPr>
          <p:spPr>
            <a:xfrm>
              <a:off x="5020133" y="415217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548F">
                <a:alpha val="100000"/>
              </a:srgbClr>
            </a:solidFill>
            <a:ln w="5420" cap="flat">
              <a:solidFill>
                <a:srgbClr val="3B548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46" name="pg1946"/>
            <p:cNvSpPr/>
            <p:nvPr/>
          </p:nvSpPr>
          <p:spPr>
            <a:xfrm>
              <a:off x="5031771" y="415217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5591">
                <a:alpha val="100000"/>
              </a:srgbClr>
            </a:solidFill>
            <a:ln w="5420" cap="flat">
              <a:solidFill>
                <a:srgbClr val="3B559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47" name="pg1947"/>
            <p:cNvSpPr/>
            <p:nvPr/>
          </p:nvSpPr>
          <p:spPr>
            <a:xfrm>
              <a:off x="5043408" y="415217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5793">
                <a:alpha val="100000"/>
              </a:srgbClr>
            </a:solidFill>
            <a:ln w="5420" cap="flat">
              <a:solidFill>
                <a:srgbClr val="3A579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48" name="pg1948"/>
            <p:cNvSpPr/>
            <p:nvPr/>
          </p:nvSpPr>
          <p:spPr>
            <a:xfrm>
              <a:off x="5055045" y="415217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5895">
                <a:alpha val="100000"/>
              </a:srgbClr>
            </a:solidFill>
            <a:ln w="5420" cap="flat">
              <a:solidFill>
                <a:srgbClr val="3A589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49" name="pg1949"/>
            <p:cNvSpPr/>
            <p:nvPr/>
          </p:nvSpPr>
          <p:spPr>
            <a:xfrm>
              <a:off x="5066683" y="415217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5A97">
                <a:alpha val="100000"/>
              </a:srgbClr>
            </a:solidFill>
            <a:ln w="5420" cap="flat">
              <a:solidFill>
                <a:srgbClr val="3A5A9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50" name="pg1950"/>
            <p:cNvSpPr/>
            <p:nvPr/>
          </p:nvSpPr>
          <p:spPr>
            <a:xfrm>
              <a:off x="5078320" y="415217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5B99">
                <a:alpha val="100000"/>
              </a:srgbClr>
            </a:solidFill>
            <a:ln w="5420" cap="flat">
              <a:solidFill>
                <a:srgbClr val="395B9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51" name="pg1951"/>
            <p:cNvSpPr/>
            <p:nvPr/>
          </p:nvSpPr>
          <p:spPr>
            <a:xfrm>
              <a:off x="5089957" y="415217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5C9B">
                <a:alpha val="100000"/>
              </a:srgbClr>
            </a:solidFill>
            <a:ln w="5420" cap="flat">
              <a:solidFill>
                <a:srgbClr val="395C9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52" name="pg1952"/>
            <p:cNvSpPr/>
            <p:nvPr/>
          </p:nvSpPr>
          <p:spPr>
            <a:xfrm>
              <a:off x="5101595" y="415217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5F9D">
                <a:alpha val="100000"/>
              </a:srgbClr>
            </a:solidFill>
            <a:ln w="5420" cap="flat">
              <a:solidFill>
                <a:srgbClr val="395F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53" name="pg1953"/>
            <p:cNvSpPr/>
            <p:nvPr/>
          </p:nvSpPr>
          <p:spPr>
            <a:xfrm>
              <a:off x="4950309" y="416647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A81">
                <a:alpha val="100000"/>
              </a:srgbClr>
            </a:solidFill>
            <a:ln w="5420" cap="flat">
              <a:solidFill>
                <a:srgbClr val="3C4A8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54" name="pg1954"/>
            <p:cNvSpPr/>
            <p:nvPr/>
          </p:nvSpPr>
          <p:spPr>
            <a:xfrm>
              <a:off x="4961947" y="416647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B82">
                <a:alpha val="100000"/>
              </a:srgbClr>
            </a:solidFill>
            <a:ln w="5420" cap="flat">
              <a:solidFill>
                <a:srgbClr val="3C4B8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55" name="pg1955"/>
            <p:cNvSpPr/>
            <p:nvPr/>
          </p:nvSpPr>
          <p:spPr>
            <a:xfrm>
              <a:off x="4973584" y="416647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B83">
                <a:alpha val="100000"/>
              </a:srgbClr>
            </a:solidFill>
            <a:ln w="5420" cap="flat">
              <a:solidFill>
                <a:srgbClr val="3C4B8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56" name="pg1956"/>
            <p:cNvSpPr/>
            <p:nvPr/>
          </p:nvSpPr>
          <p:spPr>
            <a:xfrm>
              <a:off x="4985221" y="416647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4E86">
                <a:alpha val="100000"/>
              </a:srgbClr>
            </a:solidFill>
            <a:ln w="5420" cap="flat">
              <a:solidFill>
                <a:srgbClr val="3B4E8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57" name="pg1957"/>
            <p:cNvSpPr/>
            <p:nvPr/>
          </p:nvSpPr>
          <p:spPr>
            <a:xfrm>
              <a:off x="4996859" y="416647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4F88">
                <a:alpha val="100000"/>
              </a:srgbClr>
            </a:solidFill>
            <a:ln w="5420" cap="flat">
              <a:solidFill>
                <a:srgbClr val="3B4F8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58" name="pg1958"/>
            <p:cNvSpPr/>
            <p:nvPr/>
          </p:nvSpPr>
          <p:spPr>
            <a:xfrm>
              <a:off x="5008496" y="416647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518A">
                <a:alpha val="100000"/>
              </a:srgbClr>
            </a:solidFill>
            <a:ln w="5420" cap="flat">
              <a:solidFill>
                <a:srgbClr val="3B518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59" name="pg1959"/>
            <p:cNvSpPr/>
            <p:nvPr/>
          </p:nvSpPr>
          <p:spPr>
            <a:xfrm>
              <a:off x="5020133" y="416647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528C">
                <a:alpha val="100000"/>
              </a:srgbClr>
            </a:solidFill>
            <a:ln w="5420" cap="flat">
              <a:solidFill>
                <a:srgbClr val="3B528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60" name="pg1960"/>
            <p:cNvSpPr/>
            <p:nvPr/>
          </p:nvSpPr>
          <p:spPr>
            <a:xfrm>
              <a:off x="5031771" y="416647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548E">
                <a:alpha val="100000"/>
              </a:srgbClr>
            </a:solidFill>
            <a:ln w="5420" cap="flat">
              <a:solidFill>
                <a:srgbClr val="3B548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61" name="pg1961"/>
            <p:cNvSpPr/>
            <p:nvPr/>
          </p:nvSpPr>
          <p:spPr>
            <a:xfrm>
              <a:off x="5043408" y="416647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5591">
                <a:alpha val="100000"/>
              </a:srgbClr>
            </a:solidFill>
            <a:ln w="5420" cap="flat">
              <a:solidFill>
                <a:srgbClr val="3B559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62" name="pg1962"/>
            <p:cNvSpPr/>
            <p:nvPr/>
          </p:nvSpPr>
          <p:spPr>
            <a:xfrm>
              <a:off x="5055045" y="416647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5793">
                <a:alpha val="100000"/>
              </a:srgbClr>
            </a:solidFill>
            <a:ln w="5420" cap="flat">
              <a:solidFill>
                <a:srgbClr val="3A579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63" name="pg1963"/>
            <p:cNvSpPr/>
            <p:nvPr/>
          </p:nvSpPr>
          <p:spPr>
            <a:xfrm>
              <a:off x="5066683" y="416647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5895">
                <a:alpha val="100000"/>
              </a:srgbClr>
            </a:solidFill>
            <a:ln w="5420" cap="flat">
              <a:solidFill>
                <a:srgbClr val="3A589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64" name="pg1964"/>
            <p:cNvSpPr/>
            <p:nvPr/>
          </p:nvSpPr>
          <p:spPr>
            <a:xfrm>
              <a:off x="5078320" y="416647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5A97">
                <a:alpha val="100000"/>
              </a:srgbClr>
            </a:solidFill>
            <a:ln w="5420" cap="flat">
              <a:solidFill>
                <a:srgbClr val="3A5A9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65" name="pg1965"/>
            <p:cNvSpPr/>
            <p:nvPr/>
          </p:nvSpPr>
          <p:spPr>
            <a:xfrm>
              <a:off x="4927035" y="418077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980">
                <a:alpha val="100000"/>
              </a:srgbClr>
            </a:solidFill>
            <a:ln w="5420" cap="flat">
              <a:solidFill>
                <a:srgbClr val="3C498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66" name="pg1966"/>
            <p:cNvSpPr/>
            <p:nvPr/>
          </p:nvSpPr>
          <p:spPr>
            <a:xfrm>
              <a:off x="4938672" y="418077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87F">
                <a:alpha val="100000"/>
              </a:srgbClr>
            </a:solidFill>
            <a:ln w="5420" cap="flat">
              <a:solidFill>
                <a:srgbClr val="3C487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67" name="pg1967"/>
            <p:cNvSpPr/>
            <p:nvPr/>
          </p:nvSpPr>
          <p:spPr>
            <a:xfrm>
              <a:off x="4950309" y="418077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87E">
                <a:alpha val="100000"/>
              </a:srgbClr>
            </a:solidFill>
            <a:ln w="5420" cap="flat">
              <a:solidFill>
                <a:srgbClr val="3C487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68" name="pg1968"/>
            <p:cNvSpPr/>
            <p:nvPr/>
          </p:nvSpPr>
          <p:spPr>
            <a:xfrm>
              <a:off x="4961947" y="418077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87E">
                <a:alpha val="100000"/>
              </a:srgbClr>
            </a:solidFill>
            <a:ln w="5420" cap="flat">
              <a:solidFill>
                <a:srgbClr val="3C487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69" name="pg1969"/>
            <p:cNvSpPr/>
            <p:nvPr/>
          </p:nvSpPr>
          <p:spPr>
            <a:xfrm>
              <a:off x="4973584" y="418077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980">
                <a:alpha val="100000"/>
              </a:srgbClr>
            </a:solidFill>
            <a:ln w="5420" cap="flat">
              <a:solidFill>
                <a:srgbClr val="3C498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70" name="pg1970"/>
            <p:cNvSpPr/>
            <p:nvPr/>
          </p:nvSpPr>
          <p:spPr>
            <a:xfrm>
              <a:off x="4985221" y="418077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C84">
                <a:alpha val="100000"/>
              </a:srgbClr>
            </a:solidFill>
            <a:ln w="5420" cap="flat">
              <a:solidFill>
                <a:srgbClr val="3C4C8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71" name="pg1971"/>
            <p:cNvSpPr/>
            <p:nvPr/>
          </p:nvSpPr>
          <p:spPr>
            <a:xfrm>
              <a:off x="4996859" y="418077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4E86">
                <a:alpha val="100000"/>
              </a:srgbClr>
            </a:solidFill>
            <a:ln w="5420" cap="flat">
              <a:solidFill>
                <a:srgbClr val="3B4E8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72" name="pg1972"/>
            <p:cNvSpPr/>
            <p:nvPr/>
          </p:nvSpPr>
          <p:spPr>
            <a:xfrm>
              <a:off x="5008496" y="418077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4F88">
                <a:alpha val="100000"/>
              </a:srgbClr>
            </a:solidFill>
            <a:ln w="5420" cap="flat">
              <a:solidFill>
                <a:srgbClr val="3B4F8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73" name="pg1973"/>
            <p:cNvSpPr/>
            <p:nvPr/>
          </p:nvSpPr>
          <p:spPr>
            <a:xfrm>
              <a:off x="5020133" y="418077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518B">
                <a:alpha val="100000"/>
              </a:srgbClr>
            </a:solidFill>
            <a:ln w="5420" cap="flat">
              <a:solidFill>
                <a:srgbClr val="3B518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74" name="pg1974"/>
            <p:cNvSpPr/>
            <p:nvPr/>
          </p:nvSpPr>
          <p:spPr>
            <a:xfrm>
              <a:off x="4915397" y="419507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A81">
                <a:alpha val="100000"/>
              </a:srgbClr>
            </a:solidFill>
            <a:ln w="5420" cap="flat">
              <a:solidFill>
                <a:srgbClr val="3C4A8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75" name="pg1975"/>
            <p:cNvSpPr/>
            <p:nvPr/>
          </p:nvSpPr>
          <p:spPr>
            <a:xfrm>
              <a:off x="4927035" y="419507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97F">
                <a:alpha val="100000"/>
              </a:srgbClr>
            </a:solidFill>
            <a:ln w="5420" cap="flat">
              <a:solidFill>
                <a:srgbClr val="3C497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76" name="pg1976"/>
            <p:cNvSpPr/>
            <p:nvPr/>
          </p:nvSpPr>
          <p:spPr>
            <a:xfrm>
              <a:off x="4938672" y="419507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67C">
                <a:alpha val="100000"/>
              </a:srgbClr>
            </a:solidFill>
            <a:ln w="5420" cap="flat">
              <a:solidFill>
                <a:srgbClr val="3C467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77" name="pg1977"/>
            <p:cNvSpPr/>
            <p:nvPr/>
          </p:nvSpPr>
          <p:spPr>
            <a:xfrm>
              <a:off x="4950309" y="419507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57A">
                <a:alpha val="100000"/>
              </a:srgbClr>
            </a:solidFill>
            <a:ln w="5420" cap="flat">
              <a:solidFill>
                <a:srgbClr val="3C457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78" name="pg1978"/>
            <p:cNvSpPr/>
            <p:nvPr/>
          </p:nvSpPr>
          <p:spPr>
            <a:xfrm>
              <a:off x="4961947" y="419507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67B">
                <a:alpha val="100000"/>
              </a:srgbClr>
            </a:solidFill>
            <a:ln w="5420" cap="flat">
              <a:solidFill>
                <a:srgbClr val="3C467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79" name="pg1979"/>
            <p:cNvSpPr/>
            <p:nvPr/>
          </p:nvSpPr>
          <p:spPr>
            <a:xfrm>
              <a:off x="4973584" y="419507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77D">
                <a:alpha val="100000"/>
              </a:srgbClr>
            </a:solidFill>
            <a:ln w="5420" cap="flat">
              <a:solidFill>
                <a:srgbClr val="3C477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80" name="pg1980"/>
            <p:cNvSpPr/>
            <p:nvPr/>
          </p:nvSpPr>
          <p:spPr>
            <a:xfrm>
              <a:off x="4985221" y="419507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B82">
                <a:alpha val="100000"/>
              </a:srgbClr>
            </a:solidFill>
            <a:ln w="5420" cap="flat">
              <a:solidFill>
                <a:srgbClr val="3C4B8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81" name="pg1981"/>
            <p:cNvSpPr/>
            <p:nvPr/>
          </p:nvSpPr>
          <p:spPr>
            <a:xfrm>
              <a:off x="4996859" y="419507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D85">
                <a:alpha val="100000"/>
              </a:srgbClr>
            </a:solidFill>
            <a:ln w="5420" cap="flat">
              <a:solidFill>
                <a:srgbClr val="3C4D8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82" name="pg1982"/>
            <p:cNvSpPr/>
            <p:nvPr/>
          </p:nvSpPr>
          <p:spPr>
            <a:xfrm>
              <a:off x="4892123" y="420937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4F88">
                <a:alpha val="100000"/>
              </a:srgbClr>
            </a:solidFill>
            <a:ln w="5420" cap="flat">
              <a:solidFill>
                <a:srgbClr val="3B4F8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83" name="pg1983"/>
            <p:cNvSpPr/>
            <p:nvPr/>
          </p:nvSpPr>
          <p:spPr>
            <a:xfrm>
              <a:off x="4903760" y="420937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4D86">
                <a:alpha val="100000"/>
              </a:srgbClr>
            </a:solidFill>
            <a:ln w="5420" cap="flat">
              <a:solidFill>
                <a:srgbClr val="3B4D8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84" name="pg1984"/>
            <p:cNvSpPr/>
            <p:nvPr/>
          </p:nvSpPr>
          <p:spPr>
            <a:xfrm>
              <a:off x="4915397" y="420937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B82">
                <a:alpha val="100000"/>
              </a:srgbClr>
            </a:solidFill>
            <a:ln w="5420" cap="flat">
              <a:solidFill>
                <a:srgbClr val="3C4B8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85" name="pg1985"/>
            <p:cNvSpPr/>
            <p:nvPr/>
          </p:nvSpPr>
          <p:spPr>
            <a:xfrm>
              <a:off x="4927035" y="420937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87E">
                <a:alpha val="100000"/>
              </a:srgbClr>
            </a:solidFill>
            <a:ln w="5420" cap="flat">
              <a:solidFill>
                <a:srgbClr val="3C487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86" name="pg1986"/>
            <p:cNvSpPr/>
            <p:nvPr/>
          </p:nvSpPr>
          <p:spPr>
            <a:xfrm>
              <a:off x="4938672" y="420937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479">
                <a:alpha val="100000"/>
              </a:srgbClr>
            </a:solidFill>
            <a:ln w="5420" cap="flat">
              <a:solidFill>
                <a:srgbClr val="3C447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87" name="pg1987"/>
            <p:cNvSpPr/>
            <p:nvPr/>
          </p:nvSpPr>
          <p:spPr>
            <a:xfrm>
              <a:off x="4950309" y="420937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275">
                <a:alpha val="100000"/>
              </a:srgbClr>
            </a:solidFill>
            <a:ln w="5420" cap="flat">
              <a:solidFill>
                <a:srgbClr val="3C427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88" name="pg1988"/>
            <p:cNvSpPr/>
            <p:nvPr/>
          </p:nvSpPr>
          <p:spPr>
            <a:xfrm>
              <a:off x="4961947" y="420937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377">
                <a:alpha val="100000"/>
              </a:srgbClr>
            </a:solidFill>
            <a:ln w="5420" cap="flat">
              <a:solidFill>
                <a:srgbClr val="3C437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89" name="pg1989"/>
            <p:cNvSpPr/>
            <p:nvPr/>
          </p:nvSpPr>
          <p:spPr>
            <a:xfrm>
              <a:off x="4973584" y="420937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67B">
                <a:alpha val="100000"/>
              </a:srgbClr>
            </a:solidFill>
            <a:ln w="5420" cap="flat">
              <a:solidFill>
                <a:srgbClr val="3C467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90" name="pg1990"/>
            <p:cNvSpPr/>
            <p:nvPr/>
          </p:nvSpPr>
          <p:spPr>
            <a:xfrm>
              <a:off x="4985221" y="420937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A81">
                <a:alpha val="100000"/>
              </a:srgbClr>
            </a:solidFill>
            <a:ln w="5420" cap="flat">
              <a:solidFill>
                <a:srgbClr val="3C4A8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91" name="pg1991"/>
            <p:cNvSpPr/>
            <p:nvPr/>
          </p:nvSpPr>
          <p:spPr>
            <a:xfrm>
              <a:off x="4857211" y="422367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5794">
                <a:alpha val="100000"/>
              </a:srgbClr>
            </a:solidFill>
            <a:ln w="5420" cap="flat">
              <a:solidFill>
                <a:srgbClr val="3A579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92" name="pg1992"/>
            <p:cNvSpPr/>
            <p:nvPr/>
          </p:nvSpPr>
          <p:spPr>
            <a:xfrm>
              <a:off x="4868848" y="422367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548E">
                <a:alpha val="100000"/>
              </a:srgbClr>
            </a:solidFill>
            <a:ln w="5420" cap="flat">
              <a:solidFill>
                <a:srgbClr val="3B548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93" name="pg1993"/>
            <p:cNvSpPr/>
            <p:nvPr/>
          </p:nvSpPr>
          <p:spPr>
            <a:xfrm>
              <a:off x="4880485" y="422367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528C">
                <a:alpha val="100000"/>
              </a:srgbClr>
            </a:solidFill>
            <a:ln w="5420" cap="flat">
              <a:solidFill>
                <a:srgbClr val="3B528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94" name="pg1994"/>
            <p:cNvSpPr/>
            <p:nvPr/>
          </p:nvSpPr>
          <p:spPr>
            <a:xfrm>
              <a:off x="4892123" y="422367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5089">
                <a:alpha val="100000"/>
              </a:srgbClr>
            </a:solidFill>
            <a:ln w="5420" cap="flat">
              <a:solidFill>
                <a:srgbClr val="3B508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95" name="pg1995"/>
            <p:cNvSpPr/>
            <p:nvPr/>
          </p:nvSpPr>
          <p:spPr>
            <a:xfrm>
              <a:off x="4903760" y="422367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4E87">
                <a:alpha val="100000"/>
              </a:srgbClr>
            </a:solidFill>
            <a:ln w="5420" cap="flat">
              <a:solidFill>
                <a:srgbClr val="3B4E8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96" name="pg1996"/>
            <p:cNvSpPr/>
            <p:nvPr/>
          </p:nvSpPr>
          <p:spPr>
            <a:xfrm>
              <a:off x="4915397" y="422367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D85">
                <a:alpha val="100000"/>
              </a:srgbClr>
            </a:solidFill>
            <a:ln w="5420" cap="flat">
              <a:solidFill>
                <a:srgbClr val="3C4D8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97" name="pg1997"/>
            <p:cNvSpPr/>
            <p:nvPr/>
          </p:nvSpPr>
          <p:spPr>
            <a:xfrm>
              <a:off x="4927035" y="422367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B83">
                <a:alpha val="100000"/>
              </a:srgbClr>
            </a:solidFill>
            <a:ln w="5420" cap="flat">
              <a:solidFill>
                <a:srgbClr val="3C4B8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98" name="pg1998"/>
            <p:cNvSpPr/>
            <p:nvPr/>
          </p:nvSpPr>
          <p:spPr>
            <a:xfrm>
              <a:off x="4938672" y="422367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87D">
                <a:alpha val="100000"/>
              </a:srgbClr>
            </a:solidFill>
            <a:ln w="5420" cap="flat">
              <a:solidFill>
                <a:srgbClr val="3C487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99" name="pg1999"/>
            <p:cNvSpPr/>
            <p:nvPr/>
          </p:nvSpPr>
          <p:spPr>
            <a:xfrm>
              <a:off x="4950309" y="422367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377">
                <a:alpha val="100000"/>
              </a:srgbClr>
            </a:solidFill>
            <a:ln w="5420" cap="flat">
              <a:solidFill>
                <a:srgbClr val="3C437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00" name="pg2000"/>
            <p:cNvSpPr/>
            <p:nvPr/>
          </p:nvSpPr>
          <p:spPr>
            <a:xfrm>
              <a:off x="4961947" y="422367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479">
                <a:alpha val="100000"/>
              </a:srgbClr>
            </a:solidFill>
            <a:ln w="5420" cap="flat">
              <a:solidFill>
                <a:srgbClr val="3C447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01" name="pg2001"/>
            <p:cNvSpPr/>
            <p:nvPr/>
          </p:nvSpPr>
          <p:spPr>
            <a:xfrm>
              <a:off x="4973584" y="422367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77D">
                <a:alpha val="100000"/>
              </a:srgbClr>
            </a:solidFill>
            <a:ln w="5420" cap="flat">
              <a:solidFill>
                <a:srgbClr val="3C477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02" name="pg2002"/>
            <p:cNvSpPr/>
            <p:nvPr/>
          </p:nvSpPr>
          <p:spPr>
            <a:xfrm>
              <a:off x="4833936" y="423797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5E9C">
                <a:alpha val="100000"/>
              </a:srgbClr>
            </a:solidFill>
            <a:ln w="5420" cap="flat">
              <a:solidFill>
                <a:srgbClr val="395E9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03" name="pg2003"/>
            <p:cNvSpPr/>
            <p:nvPr/>
          </p:nvSpPr>
          <p:spPr>
            <a:xfrm>
              <a:off x="4845573" y="423797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5C9B">
                <a:alpha val="100000"/>
              </a:srgbClr>
            </a:solidFill>
            <a:ln w="5420" cap="flat">
              <a:solidFill>
                <a:srgbClr val="395C9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04" name="pg2004"/>
            <p:cNvSpPr/>
            <p:nvPr/>
          </p:nvSpPr>
          <p:spPr>
            <a:xfrm>
              <a:off x="4857211" y="423797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5B99">
                <a:alpha val="100000"/>
              </a:srgbClr>
            </a:solidFill>
            <a:ln w="5420" cap="flat">
              <a:solidFill>
                <a:srgbClr val="3A5B9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05" name="pg2005"/>
            <p:cNvSpPr/>
            <p:nvPr/>
          </p:nvSpPr>
          <p:spPr>
            <a:xfrm>
              <a:off x="4868848" y="423797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5692">
                <a:alpha val="100000"/>
              </a:srgbClr>
            </a:solidFill>
            <a:ln w="5420" cap="flat">
              <a:solidFill>
                <a:srgbClr val="3A569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06" name="pg2006"/>
            <p:cNvSpPr/>
            <p:nvPr/>
          </p:nvSpPr>
          <p:spPr>
            <a:xfrm>
              <a:off x="4880485" y="423797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548F">
                <a:alpha val="100000"/>
              </a:srgbClr>
            </a:solidFill>
            <a:ln w="5420" cap="flat">
              <a:solidFill>
                <a:srgbClr val="3B548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07" name="pg2007"/>
            <p:cNvSpPr/>
            <p:nvPr/>
          </p:nvSpPr>
          <p:spPr>
            <a:xfrm>
              <a:off x="4892123" y="423797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528C">
                <a:alpha val="100000"/>
              </a:srgbClr>
            </a:solidFill>
            <a:ln w="5420" cap="flat">
              <a:solidFill>
                <a:srgbClr val="3B528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08" name="pg2008"/>
            <p:cNvSpPr/>
            <p:nvPr/>
          </p:nvSpPr>
          <p:spPr>
            <a:xfrm>
              <a:off x="4903760" y="423797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518B">
                <a:alpha val="100000"/>
              </a:srgbClr>
            </a:solidFill>
            <a:ln w="5420" cap="flat">
              <a:solidFill>
                <a:srgbClr val="3B518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09" name="pg2009"/>
            <p:cNvSpPr/>
            <p:nvPr/>
          </p:nvSpPr>
          <p:spPr>
            <a:xfrm>
              <a:off x="4915397" y="423797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518B">
                <a:alpha val="100000"/>
              </a:srgbClr>
            </a:solidFill>
            <a:ln w="5420" cap="flat">
              <a:solidFill>
                <a:srgbClr val="3B518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10" name="pg2010"/>
            <p:cNvSpPr/>
            <p:nvPr/>
          </p:nvSpPr>
          <p:spPr>
            <a:xfrm>
              <a:off x="4927035" y="423797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528C">
                <a:alpha val="100000"/>
              </a:srgbClr>
            </a:solidFill>
            <a:ln w="5420" cap="flat">
              <a:solidFill>
                <a:srgbClr val="3B528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11" name="pg2011"/>
            <p:cNvSpPr/>
            <p:nvPr/>
          </p:nvSpPr>
          <p:spPr>
            <a:xfrm>
              <a:off x="4938672" y="423797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538E">
                <a:alpha val="100000"/>
              </a:srgbClr>
            </a:solidFill>
            <a:ln w="5420" cap="flat">
              <a:solidFill>
                <a:srgbClr val="3B538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12" name="pg2012"/>
            <p:cNvSpPr/>
            <p:nvPr/>
          </p:nvSpPr>
          <p:spPr>
            <a:xfrm>
              <a:off x="4950309" y="423797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528D">
                <a:alpha val="100000"/>
              </a:srgbClr>
            </a:solidFill>
            <a:ln w="5420" cap="flat">
              <a:solidFill>
                <a:srgbClr val="3B528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13" name="pg2013"/>
            <p:cNvSpPr/>
            <p:nvPr/>
          </p:nvSpPr>
          <p:spPr>
            <a:xfrm>
              <a:off x="4961947" y="423797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5089">
                <a:alpha val="100000"/>
              </a:srgbClr>
            </a:solidFill>
            <a:ln w="5420" cap="flat">
              <a:solidFill>
                <a:srgbClr val="3B508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14" name="pg2014"/>
            <p:cNvSpPr/>
            <p:nvPr/>
          </p:nvSpPr>
          <p:spPr>
            <a:xfrm>
              <a:off x="4822299" y="425227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19D">
                <a:alpha val="100000"/>
              </a:srgbClr>
            </a:solidFill>
            <a:ln w="5420" cap="flat">
              <a:solidFill>
                <a:srgbClr val="3A61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15" name="pg2015"/>
            <p:cNvSpPr/>
            <p:nvPr/>
          </p:nvSpPr>
          <p:spPr>
            <a:xfrm>
              <a:off x="4833936" y="425227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609D">
                <a:alpha val="100000"/>
              </a:srgbClr>
            </a:solidFill>
            <a:ln w="5420" cap="flat">
              <a:solidFill>
                <a:srgbClr val="3960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16" name="pg2016"/>
            <p:cNvSpPr/>
            <p:nvPr/>
          </p:nvSpPr>
          <p:spPr>
            <a:xfrm>
              <a:off x="4845573" y="425227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5F9C">
                <a:alpha val="100000"/>
              </a:srgbClr>
            </a:solidFill>
            <a:ln w="5420" cap="flat">
              <a:solidFill>
                <a:srgbClr val="395F9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17" name="pg2017"/>
            <p:cNvSpPr/>
            <p:nvPr/>
          </p:nvSpPr>
          <p:spPr>
            <a:xfrm>
              <a:off x="4857211" y="425227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5D9C">
                <a:alpha val="100000"/>
              </a:srgbClr>
            </a:solidFill>
            <a:ln w="5420" cap="flat">
              <a:solidFill>
                <a:srgbClr val="395D9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18" name="pg2018"/>
            <p:cNvSpPr/>
            <p:nvPr/>
          </p:nvSpPr>
          <p:spPr>
            <a:xfrm>
              <a:off x="4868848" y="425227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5895">
                <a:alpha val="100000"/>
              </a:srgbClr>
            </a:solidFill>
            <a:ln w="5420" cap="flat">
              <a:solidFill>
                <a:srgbClr val="3A589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19" name="pg2019"/>
            <p:cNvSpPr/>
            <p:nvPr/>
          </p:nvSpPr>
          <p:spPr>
            <a:xfrm>
              <a:off x="4880485" y="425227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5591">
                <a:alpha val="100000"/>
              </a:srgbClr>
            </a:solidFill>
            <a:ln w="5420" cap="flat">
              <a:solidFill>
                <a:srgbClr val="3B559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20" name="pg2020"/>
            <p:cNvSpPr/>
            <p:nvPr/>
          </p:nvSpPr>
          <p:spPr>
            <a:xfrm>
              <a:off x="4892123" y="425227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538E">
                <a:alpha val="100000"/>
              </a:srgbClr>
            </a:solidFill>
            <a:ln w="5420" cap="flat">
              <a:solidFill>
                <a:srgbClr val="3B538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21" name="pg2021"/>
            <p:cNvSpPr/>
            <p:nvPr/>
          </p:nvSpPr>
          <p:spPr>
            <a:xfrm>
              <a:off x="4903760" y="425227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528D">
                <a:alpha val="100000"/>
              </a:srgbClr>
            </a:solidFill>
            <a:ln w="5420" cap="flat">
              <a:solidFill>
                <a:srgbClr val="3B528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22" name="pg2022"/>
            <p:cNvSpPr/>
            <p:nvPr/>
          </p:nvSpPr>
          <p:spPr>
            <a:xfrm>
              <a:off x="4915397" y="425227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528C">
                <a:alpha val="100000"/>
              </a:srgbClr>
            </a:solidFill>
            <a:ln w="5420" cap="flat">
              <a:solidFill>
                <a:srgbClr val="3B528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23" name="pg2023"/>
            <p:cNvSpPr/>
            <p:nvPr/>
          </p:nvSpPr>
          <p:spPr>
            <a:xfrm>
              <a:off x="4927035" y="425227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528C">
                <a:alpha val="100000"/>
              </a:srgbClr>
            </a:solidFill>
            <a:ln w="5420" cap="flat">
              <a:solidFill>
                <a:srgbClr val="3B528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24" name="pg2024"/>
            <p:cNvSpPr/>
            <p:nvPr/>
          </p:nvSpPr>
          <p:spPr>
            <a:xfrm>
              <a:off x="4938672" y="425227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528C">
                <a:alpha val="100000"/>
              </a:srgbClr>
            </a:solidFill>
            <a:ln w="5420" cap="flat">
              <a:solidFill>
                <a:srgbClr val="3B528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25" name="pg2025"/>
            <p:cNvSpPr/>
            <p:nvPr/>
          </p:nvSpPr>
          <p:spPr>
            <a:xfrm>
              <a:off x="4950309" y="425227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518B">
                <a:alpha val="100000"/>
              </a:srgbClr>
            </a:solidFill>
            <a:ln w="5420" cap="flat">
              <a:solidFill>
                <a:srgbClr val="3B518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26" name="pg2026"/>
            <p:cNvSpPr/>
            <p:nvPr/>
          </p:nvSpPr>
          <p:spPr>
            <a:xfrm>
              <a:off x="4961947" y="425227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508A">
                <a:alpha val="100000"/>
              </a:srgbClr>
            </a:solidFill>
            <a:ln w="5420" cap="flat">
              <a:solidFill>
                <a:srgbClr val="3B508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27" name="pg2027"/>
            <p:cNvSpPr/>
            <p:nvPr/>
          </p:nvSpPr>
          <p:spPr>
            <a:xfrm>
              <a:off x="4810661" y="426657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39D">
                <a:alpha val="100000"/>
              </a:srgbClr>
            </a:solidFill>
            <a:ln w="5420" cap="flat">
              <a:solidFill>
                <a:srgbClr val="3A63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28" name="pg2028"/>
            <p:cNvSpPr/>
            <p:nvPr/>
          </p:nvSpPr>
          <p:spPr>
            <a:xfrm>
              <a:off x="4822299" y="426657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39D">
                <a:alpha val="100000"/>
              </a:srgbClr>
            </a:solidFill>
            <a:ln w="5420" cap="flat">
              <a:solidFill>
                <a:srgbClr val="3A63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29" name="pg2029"/>
            <p:cNvSpPr/>
            <p:nvPr/>
          </p:nvSpPr>
          <p:spPr>
            <a:xfrm>
              <a:off x="4833936" y="426657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29D">
                <a:alpha val="100000"/>
              </a:srgbClr>
            </a:solidFill>
            <a:ln w="5420" cap="flat">
              <a:solidFill>
                <a:srgbClr val="3A62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30" name="pg2030"/>
            <p:cNvSpPr/>
            <p:nvPr/>
          </p:nvSpPr>
          <p:spPr>
            <a:xfrm>
              <a:off x="4845573" y="426657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19D">
                <a:alpha val="100000"/>
              </a:srgbClr>
            </a:solidFill>
            <a:ln w="5420" cap="flat">
              <a:solidFill>
                <a:srgbClr val="3A61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31" name="pg2031"/>
            <p:cNvSpPr/>
            <p:nvPr/>
          </p:nvSpPr>
          <p:spPr>
            <a:xfrm>
              <a:off x="4857211" y="426657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5F9C">
                <a:alpha val="100000"/>
              </a:srgbClr>
            </a:solidFill>
            <a:ln w="5420" cap="flat">
              <a:solidFill>
                <a:srgbClr val="395F9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32" name="pg2032"/>
            <p:cNvSpPr/>
            <p:nvPr/>
          </p:nvSpPr>
          <p:spPr>
            <a:xfrm>
              <a:off x="4868848" y="426657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5997">
                <a:alpha val="100000"/>
              </a:srgbClr>
            </a:solidFill>
            <a:ln w="5420" cap="flat">
              <a:solidFill>
                <a:srgbClr val="3A599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33" name="pg2033"/>
            <p:cNvSpPr/>
            <p:nvPr/>
          </p:nvSpPr>
          <p:spPr>
            <a:xfrm>
              <a:off x="4880485" y="426657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5793">
                <a:alpha val="100000"/>
              </a:srgbClr>
            </a:solidFill>
            <a:ln w="5420" cap="flat">
              <a:solidFill>
                <a:srgbClr val="3A579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34" name="pg2034"/>
            <p:cNvSpPr/>
            <p:nvPr/>
          </p:nvSpPr>
          <p:spPr>
            <a:xfrm>
              <a:off x="4892123" y="426657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5590">
                <a:alpha val="100000"/>
              </a:srgbClr>
            </a:solidFill>
            <a:ln w="5420" cap="flat">
              <a:solidFill>
                <a:srgbClr val="3B559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35" name="pg2035"/>
            <p:cNvSpPr/>
            <p:nvPr/>
          </p:nvSpPr>
          <p:spPr>
            <a:xfrm>
              <a:off x="4903760" y="426657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538E">
                <a:alpha val="100000"/>
              </a:srgbClr>
            </a:solidFill>
            <a:ln w="5420" cap="flat">
              <a:solidFill>
                <a:srgbClr val="3B538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36" name="pg2036"/>
            <p:cNvSpPr/>
            <p:nvPr/>
          </p:nvSpPr>
          <p:spPr>
            <a:xfrm>
              <a:off x="4915397" y="426657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528D">
                <a:alpha val="100000"/>
              </a:srgbClr>
            </a:solidFill>
            <a:ln w="5420" cap="flat">
              <a:solidFill>
                <a:srgbClr val="3B528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37" name="pg2037"/>
            <p:cNvSpPr/>
            <p:nvPr/>
          </p:nvSpPr>
          <p:spPr>
            <a:xfrm>
              <a:off x="4927035" y="426657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528C">
                <a:alpha val="100000"/>
              </a:srgbClr>
            </a:solidFill>
            <a:ln w="5420" cap="flat">
              <a:solidFill>
                <a:srgbClr val="3B528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38" name="pg2038"/>
            <p:cNvSpPr/>
            <p:nvPr/>
          </p:nvSpPr>
          <p:spPr>
            <a:xfrm>
              <a:off x="4938672" y="426657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528C">
                <a:alpha val="100000"/>
              </a:srgbClr>
            </a:solidFill>
            <a:ln w="5420" cap="flat">
              <a:solidFill>
                <a:srgbClr val="3B528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39" name="pg2039"/>
            <p:cNvSpPr/>
            <p:nvPr/>
          </p:nvSpPr>
          <p:spPr>
            <a:xfrm>
              <a:off x="4950309" y="426657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518B">
                <a:alpha val="100000"/>
              </a:srgbClr>
            </a:solidFill>
            <a:ln w="5420" cap="flat">
              <a:solidFill>
                <a:srgbClr val="3B518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40" name="pg2040"/>
            <p:cNvSpPr/>
            <p:nvPr/>
          </p:nvSpPr>
          <p:spPr>
            <a:xfrm>
              <a:off x="4799024" y="428087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39D">
                <a:alpha val="100000"/>
              </a:srgbClr>
            </a:solidFill>
            <a:ln w="5420" cap="flat">
              <a:solidFill>
                <a:srgbClr val="3A63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41" name="pg2041"/>
            <p:cNvSpPr/>
            <p:nvPr/>
          </p:nvSpPr>
          <p:spPr>
            <a:xfrm>
              <a:off x="4810661" y="428087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49E">
                <a:alpha val="100000"/>
              </a:srgbClr>
            </a:solidFill>
            <a:ln w="5420" cap="flat">
              <a:solidFill>
                <a:srgbClr val="3A64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42" name="pg2042"/>
            <p:cNvSpPr/>
            <p:nvPr/>
          </p:nvSpPr>
          <p:spPr>
            <a:xfrm>
              <a:off x="4822299" y="428087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49E">
                <a:alpha val="100000"/>
              </a:srgbClr>
            </a:solidFill>
            <a:ln w="5420" cap="flat">
              <a:solidFill>
                <a:srgbClr val="3A64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43" name="pg2043"/>
            <p:cNvSpPr/>
            <p:nvPr/>
          </p:nvSpPr>
          <p:spPr>
            <a:xfrm>
              <a:off x="4833936" y="428087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49E">
                <a:alpha val="100000"/>
              </a:srgbClr>
            </a:solidFill>
            <a:ln w="5420" cap="flat">
              <a:solidFill>
                <a:srgbClr val="3A64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44" name="pg2044"/>
            <p:cNvSpPr/>
            <p:nvPr/>
          </p:nvSpPr>
          <p:spPr>
            <a:xfrm>
              <a:off x="4845573" y="428087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29D">
                <a:alpha val="100000"/>
              </a:srgbClr>
            </a:solidFill>
            <a:ln w="5420" cap="flat">
              <a:solidFill>
                <a:srgbClr val="3A62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45" name="pg2045"/>
            <p:cNvSpPr/>
            <p:nvPr/>
          </p:nvSpPr>
          <p:spPr>
            <a:xfrm>
              <a:off x="4857211" y="428087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609D">
                <a:alpha val="100000"/>
              </a:srgbClr>
            </a:solidFill>
            <a:ln w="5420" cap="flat">
              <a:solidFill>
                <a:srgbClr val="3960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46" name="pg2046"/>
            <p:cNvSpPr/>
            <p:nvPr/>
          </p:nvSpPr>
          <p:spPr>
            <a:xfrm>
              <a:off x="4868848" y="428087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5B99">
                <a:alpha val="100000"/>
              </a:srgbClr>
            </a:solidFill>
            <a:ln w="5420" cap="flat">
              <a:solidFill>
                <a:srgbClr val="3A5B9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47" name="pg2047"/>
            <p:cNvSpPr/>
            <p:nvPr/>
          </p:nvSpPr>
          <p:spPr>
            <a:xfrm>
              <a:off x="4787387" y="429517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29D">
                <a:alpha val="100000"/>
              </a:srgbClr>
            </a:solidFill>
            <a:ln w="5420" cap="flat">
              <a:solidFill>
                <a:srgbClr val="3A62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48" name="pg2048"/>
            <p:cNvSpPr/>
            <p:nvPr/>
          </p:nvSpPr>
          <p:spPr>
            <a:xfrm>
              <a:off x="4799024" y="429517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39D">
                <a:alpha val="100000"/>
              </a:srgbClr>
            </a:solidFill>
            <a:ln w="5420" cap="flat">
              <a:solidFill>
                <a:srgbClr val="3A63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49" name="pg2049"/>
            <p:cNvSpPr/>
            <p:nvPr/>
          </p:nvSpPr>
          <p:spPr>
            <a:xfrm>
              <a:off x="4810661" y="429517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49E">
                <a:alpha val="100000"/>
              </a:srgbClr>
            </a:solidFill>
            <a:ln w="5420" cap="flat">
              <a:solidFill>
                <a:srgbClr val="3A64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50" name="pg2050"/>
            <p:cNvSpPr/>
            <p:nvPr/>
          </p:nvSpPr>
          <p:spPr>
            <a:xfrm>
              <a:off x="4822299" y="429517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49E">
                <a:alpha val="100000"/>
              </a:srgbClr>
            </a:solidFill>
            <a:ln w="5420" cap="flat">
              <a:solidFill>
                <a:srgbClr val="3A64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51" name="pg2051"/>
            <p:cNvSpPr/>
            <p:nvPr/>
          </p:nvSpPr>
          <p:spPr>
            <a:xfrm>
              <a:off x="4833936" y="429517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49E">
                <a:alpha val="100000"/>
              </a:srgbClr>
            </a:solidFill>
            <a:ln w="5420" cap="flat">
              <a:solidFill>
                <a:srgbClr val="3A64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52" name="pg2052"/>
            <p:cNvSpPr/>
            <p:nvPr/>
          </p:nvSpPr>
          <p:spPr>
            <a:xfrm>
              <a:off x="4845573" y="429517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39D">
                <a:alpha val="100000"/>
              </a:srgbClr>
            </a:solidFill>
            <a:ln w="5420" cap="flat">
              <a:solidFill>
                <a:srgbClr val="3A63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53" name="pg2053"/>
            <p:cNvSpPr/>
            <p:nvPr/>
          </p:nvSpPr>
          <p:spPr>
            <a:xfrm>
              <a:off x="4857211" y="429517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19D">
                <a:alpha val="100000"/>
              </a:srgbClr>
            </a:solidFill>
            <a:ln w="5420" cap="flat">
              <a:solidFill>
                <a:srgbClr val="3A61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54" name="pg2054"/>
            <p:cNvSpPr/>
            <p:nvPr/>
          </p:nvSpPr>
          <p:spPr>
            <a:xfrm>
              <a:off x="4775749" y="430947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19D">
                <a:alpha val="100000"/>
              </a:srgbClr>
            </a:solidFill>
            <a:ln w="5420" cap="flat">
              <a:solidFill>
                <a:srgbClr val="3A61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55" name="pg2055"/>
            <p:cNvSpPr/>
            <p:nvPr/>
          </p:nvSpPr>
          <p:spPr>
            <a:xfrm>
              <a:off x="4787387" y="430947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29D">
                <a:alpha val="100000"/>
              </a:srgbClr>
            </a:solidFill>
            <a:ln w="5420" cap="flat">
              <a:solidFill>
                <a:srgbClr val="3A62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56" name="pg2056"/>
            <p:cNvSpPr/>
            <p:nvPr/>
          </p:nvSpPr>
          <p:spPr>
            <a:xfrm>
              <a:off x="4799024" y="430947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39D">
                <a:alpha val="100000"/>
              </a:srgbClr>
            </a:solidFill>
            <a:ln w="5420" cap="flat">
              <a:solidFill>
                <a:srgbClr val="3A63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57" name="pg2057"/>
            <p:cNvSpPr/>
            <p:nvPr/>
          </p:nvSpPr>
          <p:spPr>
            <a:xfrm>
              <a:off x="4810661" y="430947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39E">
                <a:alpha val="100000"/>
              </a:srgbClr>
            </a:solidFill>
            <a:ln w="5420" cap="flat">
              <a:solidFill>
                <a:srgbClr val="3A63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58" name="pg2058"/>
            <p:cNvSpPr/>
            <p:nvPr/>
          </p:nvSpPr>
          <p:spPr>
            <a:xfrm>
              <a:off x="4822299" y="430947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49E">
                <a:alpha val="100000"/>
              </a:srgbClr>
            </a:solidFill>
            <a:ln w="5420" cap="flat">
              <a:solidFill>
                <a:srgbClr val="3A64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59" name="pg2059"/>
            <p:cNvSpPr/>
            <p:nvPr/>
          </p:nvSpPr>
          <p:spPr>
            <a:xfrm>
              <a:off x="4833936" y="430947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39E">
                <a:alpha val="100000"/>
              </a:srgbClr>
            </a:solidFill>
            <a:ln w="5420" cap="flat">
              <a:solidFill>
                <a:srgbClr val="3A63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60" name="pg2060"/>
            <p:cNvSpPr/>
            <p:nvPr/>
          </p:nvSpPr>
          <p:spPr>
            <a:xfrm>
              <a:off x="4845573" y="430947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29D">
                <a:alpha val="100000"/>
              </a:srgbClr>
            </a:solidFill>
            <a:ln w="5420" cap="flat">
              <a:solidFill>
                <a:srgbClr val="3A62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61" name="pg2061"/>
            <p:cNvSpPr/>
            <p:nvPr/>
          </p:nvSpPr>
          <p:spPr>
            <a:xfrm>
              <a:off x="4775749" y="432377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619D">
                <a:alpha val="100000"/>
              </a:srgbClr>
            </a:solidFill>
            <a:ln w="5420" cap="flat">
              <a:solidFill>
                <a:srgbClr val="3961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62" name="pg2062"/>
            <p:cNvSpPr/>
            <p:nvPr/>
          </p:nvSpPr>
          <p:spPr>
            <a:xfrm>
              <a:off x="4787387" y="432377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19D">
                <a:alpha val="100000"/>
              </a:srgbClr>
            </a:solidFill>
            <a:ln w="5420" cap="flat">
              <a:solidFill>
                <a:srgbClr val="3A61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63" name="pg2063"/>
            <p:cNvSpPr/>
            <p:nvPr/>
          </p:nvSpPr>
          <p:spPr>
            <a:xfrm>
              <a:off x="4799024" y="432377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29D">
                <a:alpha val="100000"/>
              </a:srgbClr>
            </a:solidFill>
            <a:ln w="5420" cap="flat">
              <a:solidFill>
                <a:srgbClr val="3A62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64" name="pg2064"/>
            <p:cNvSpPr/>
            <p:nvPr/>
          </p:nvSpPr>
          <p:spPr>
            <a:xfrm>
              <a:off x="4810661" y="432377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29D">
                <a:alpha val="100000"/>
              </a:srgbClr>
            </a:solidFill>
            <a:ln w="5420" cap="flat">
              <a:solidFill>
                <a:srgbClr val="3A62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65" name="pg2065"/>
            <p:cNvSpPr/>
            <p:nvPr/>
          </p:nvSpPr>
          <p:spPr>
            <a:xfrm>
              <a:off x="4822299" y="432377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29D">
                <a:alpha val="100000"/>
              </a:srgbClr>
            </a:solidFill>
            <a:ln w="5420" cap="flat">
              <a:solidFill>
                <a:srgbClr val="3A62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66" name="pg2066"/>
            <p:cNvSpPr/>
            <p:nvPr/>
          </p:nvSpPr>
          <p:spPr>
            <a:xfrm>
              <a:off x="4833936" y="432377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29D">
                <a:alpha val="100000"/>
              </a:srgbClr>
            </a:solidFill>
            <a:ln w="5420" cap="flat">
              <a:solidFill>
                <a:srgbClr val="3A62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67" name="pg2067"/>
            <p:cNvSpPr/>
            <p:nvPr/>
          </p:nvSpPr>
          <p:spPr>
            <a:xfrm>
              <a:off x="4752475" y="433807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19D">
                <a:alpha val="100000"/>
              </a:srgbClr>
            </a:solidFill>
            <a:ln w="5420" cap="flat">
              <a:solidFill>
                <a:srgbClr val="3A61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68" name="pg2068"/>
            <p:cNvSpPr/>
            <p:nvPr/>
          </p:nvSpPr>
          <p:spPr>
            <a:xfrm>
              <a:off x="4764112" y="433807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619D">
                <a:alpha val="100000"/>
              </a:srgbClr>
            </a:solidFill>
            <a:ln w="5420" cap="flat">
              <a:solidFill>
                <a:srgbClr val="3961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69" name="pg2069"/>
            <p:cNvSpPr/>
            <p:nvPr/>
          </p:nvSpPr>
          <p:spPr>
            <a:xfrm>
              <a:off x="4775749" y="433807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619D">
                <a:alpha val="100000"/>
              </a:srgbClr>
            </a:solidFill>
            <a:ln w="5420" cap="flat">
              <a:solidFill>
                <a:srgbClr val="3961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70" name="pg2070"/>
            <p:cNvSpPr/>
            <p:nvPr/>
          </p:nvSpPr>
          <p:spPr>
            <a:xfrm>
              <a:off x="4787387" y="433807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619D">
                <a:alpha val="100000"/>
              </a:srgbClr>
            </a:solidFill>
            <a:ln w="5420" cap="flat">
              <a:solidFill>
                <a:srgbClr val="3961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71" name="pg2071"/>
            <p:cNvSpPr/>
            <p:nvPr/>
          </p:nvSpPr>
          <p:spPr>
            <a:xfrm>
              <a:off x="4799024" y="433807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19D">
                <a:alpha val="100000"/>
              </a:srgbClr>
            </a:solidFill>
            <a:ln w="5420" cap="flat">
              <a:solidFill>
                <a:srgbClr val="3A61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72" name="pg2072"/>
            <p:cNvSpPr/>
            <p:nvPr/>
          </p:nvSpPr>
          <p:spPr>
            <a:xfrm>
              <a:off x="4810661" y="433807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19D">
                <a:alpha val="100000"/>
              </a:srgbClr>
            </a:solidFill>
            <a:ln w="5420" cap="flat">
              <a:solidFill>
                <a:srgbClr val="3A61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73" name="pg2073"/>
            <p:cNvSpPr/>
            <p:nvPr/>
          </p:nvSpPr>
          <p:spPr>
            <a:xfrm>
              <a:off x="4822299" y="433807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19D">
                <a:alpha val="100000"/>
              </a:srgbClr>
            </a:solidFill>
            <a:ln w="5420" cap="flat">
              <a:solidFill>
                <a:srgbClr val="3A61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74" name="pg2074"/>
            <p:cNvSpPr/>
            <p:nvPr/>
          </p:nvSpPr>
          <p:spPr>
            <a:xfrm>
              <a:off x="4740837" y="435238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49E">
                <a:alpha val="100000"/>
              </a:srgbClr>
            </a:solidFill>
            <a:ln w="5420" cap="flat">
              <a:solidFill>
                <a:srgbClr val="3A64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75" name="pg2075"/>
            <p:cNvSpPr/>
            <p:nvPr/>
          </p:nvSpPr>
          <p:spPr>
            <a:xfrm>
              <a:off x="4752475" y="435238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29D">
                <a:alpha val="100000"/>
              </a:srgbClr>
            </a:solidFill>
            <a:ln w="5420" cap="flat">
              <a:solidFill>
                <a:srgbClr val="3A62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76" name="pg2076"/>
            <p:cNvSpPr/>
            <p:nvPr/>
          </p:nvSpPr>
          <p:spPr>
            <a:xfrm>
              <a:off x="4764112" y="435238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29D">
                <a:alpha val="100000"/>
              </a:srgbClr>
            </a:solidFill>
            <a:ln w="5420" cap="flat">
              <a:solidFill>
                <a:srgbClr val="3A62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77" name="pg2077"/>
            <p:cNvSpPr/>
            <p:nvPr/>
          </p:nvSpPr>
          <p:spPr>
            <a:xfrm>
              <a:off x="4775749" y="435238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19D">
                <a:alpha val="100000"/>
              </a:srgbClr>
            </a:solidFill>
            <a:ln w="5420" cap="flat">
              <a:solidFill>
                <a:srgbClr val="3A61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78" name="pg2078"/>
            <p:cNvSpPr/>
            <p:nvPr/>
          </p:nvSpPr>
          <p:spPr>
            <a:xfrm>
              <a:off x="4787387" y="435238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609D">
                <a:alpha val="100000"/>
              </a:srgbClr>
            </a:solidFill>
            <a:ln w="5420" cap="flat">
              <a:solidFill>
                <a:srgbClr val="3960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79" name="pg2079"/>
            <p:cNvSpPr/>
            <p:nvPr/>
          </p:nvSpPr>
          <p:spPr>
            <a:xfrm>
              <a:off x="4799024" y="435238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609D">
                <a:alpha val="100000"/>
              </a:srgbClr>
            </a:solidFill>
            <a:ln w="5420" cap="flat">
              <a:solidFill>
                <a:srgbClr val="3960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80" name="pg2080"/>
            <p:cNvSpPr/>
            <p:nvPr/>
          </p:nvSpPr>
          <p:spPr>
            <a:xfrm>
              <a:off x="4810661" y="435238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609D">
                <a:alpha val="100000"/>
              </a:srgbClr>
            </a:solidFill>
            <a:ln w="5420" cap="flat">
              <a:solidFill>
                <a:srgbClr val="3960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81" name="pg2081"/>
            <p:cNvSpPr/>
            <p:nvPr/>
          </p:nvSpPr>
          <p:spPr>
            <a:xfrm>
              <a:off x="4822299" y="435238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609D">
                <a:alpha val="100000"/>
              </a:srgbClr>
            </a:solidFill>
            <a:ln w="5420" cap="flat">
              <a:solidFill>
                <a:srgbClr val="3960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82" name="pg2082"/>
            <p:cNvSpPr/>
            <p:nvPr/>
          </p:nvSpPr>
          <p:spPr>
            <a:xfrm>
              <a:off x="4717563" y="436668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49E">
                <a:alpha val="100000"/>
              </a:srgbClr>
            </a:solidFill>
            <a:ln w="5420" cap="flat">
              <a:solidFill>
                <a:srgbClr val="3A64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83" name="pg2083"/>
            <p:cNvSpPr/>
            <p:nvPr/>
          </p:nvSpPr>
          <p:spPr>
            <a:xfrm>
              <a:off x="4729200" y="436668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59E">
                <a:alpha val="100000"/>
              </a:srgbClr>
            </a:solidFill>
            <a:ln w="5420" cap="flat">
              <a:solidFill>
                <a:srgbClr val="3A65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84" name="pg2084"/>
            <p:cNvSpPr/>
            <p:nvPr/>
          </p:nvSpPr>
          <p:spPr>
            <a:xfrm>
              <a:off x="4740837" y="436668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69E">
                <a:alpha val="100000"/>
              </a:srgbClr>
            </a:solidFill>
            <a:ln w="5420" cap="flat">
              <a:solidFill>
                <a:srgbClr val="3A66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85" name="pg2085"/>
            <p:cNvSpPr/>
            <p:nvPr/>
          </p:nvSpPr>
          <p:spPr>
            <a:xfrm>
              <a:off x="4752475" y="436668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49E">
                <a:alpha val="100000"/>
              </a:srgbClr>
            </a:solidFill>
            <a:ln w="5420" cap="flat">
              <a:solidFill>
                <a:srgbClr val="3A64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86" name="pg2086"/>
            <p:cNvSpPr/>
            <p:nvPr/>
          </p:nvSpPr>
          <p:spPr>
            <a:xfrm>
              <a:off x="4764112" y="436668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39D">
                <a:alpha val="100000"/>
              </a:srgbClr>
            </a:solidFill>
            <a:ln w="5420" cap="flat">
              <a:solidFill>
                <a:srgbClr val="3A63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87" name="pg2087"/>
            <p:cNvSpPr/>
            <p:nvPr/>
          </p:nvSpPr>
          <p:spPr>
            <a:xfrm>
              <a:off x="4775749" y="436668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29D">
                <a:alpha val="100000"/>
              </a:srgbClr>
            </a:solidFill>
            <a:ln w="5420" cap="flat">
              <a:solidFill>
                <a:srgbClr val="3A62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88" name="pg2088"/>
            <p:cNvSpPr/>
            <p:nvPr/>
          </p:nvSpPr>
          <p:spPr>
            <a:xfrm>
              <a:off x="4787387" y="436668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619D">
                <a:alpha val="100000"/>
              </a:srgbClr>
            </a:solidFill>
            <a:ln w="5420" cap="flat">
              <a:solidFill>
                <a:srgbClr val="3961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89" name="pg2089"/>
            <p:cNvSpPr/>
            <p:nvPr/>
          </p:nvSpPr>
          <p:spPr>
            <a:xfrm>
              <a:off x="4799024" y="436668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609D">
                <a:alpha val="100000"/>
              </a:srgbClr>
            </a:solidFill>
            <a:ln w="5420" cap="flat">
              <a:solidFill>
                <a:srgbClr val="3960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90" name="pg2090"/>
            <p:cNvSpPr/>
            <p:nvPr/>
          </p:nvSpPr>
          <p:spPr>
            <a:xfrm>
              <a:off x="4810661" y="436668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5F9D">
                <a:alpha val="100000"/>
              </a:srgbClr>
            </a:solidFill>
            <a:ln w="5420" cap="flat">
              <a:solidFill>
                <a:srgbClr val="395F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91" name="pg2091"/>
            <p:cNvSpPr/>
            <p:nvPr/>
          </p:nvSpPr>
          <p:spPr>
            <a:xfrm>
              <a:off x="4705925" y="438098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59E">
                <a:alpha val="100000"/>
              </a:srgbClr>
            </a:solidFill>
            <a:ln w="5420" cap="flat">
              <a:solidFill>
                <a:srgbClr val="3A65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92" name="pg2092"/>
            <p:cNvSpPr/>
            <p:nvPr/>
          </p:nvSpPr>
          <p:spPr>
            <a:xfrm>
              <a:off x="4717563" y="438098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89F">
                <a:alpha val="100000"/>
              </a:srgbClr>
            </a:solidFill>
            <a:ln w="5420" cap="flat">
              <a:solidFill>
                <a:srgbClr val="3A68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93" name="pg2093"/>
            <p:cNvSpPr/>
            <p:nvPr/>
          </p:nvSpPr>
          <p:spPr>
            <a:xfrm>
              <a:off x="4729200" y="438098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A9F">
                <a:alpha val="100000"/>
              </a:srgbClr>
            </a:solidFill>
            <a:ln w="5420" cap="flat">
              <a:solidFill>
                <a:srgbClr val="3A6A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94" name="pg2094"/>
            <p:cNvSpPr/>
            <p:nvPr/>
          </p:nvSpPr>
          <p:spPr>
            <a:xfrm>
              <a:off x="4740837" y="438098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A9F">
                <a:alpha val="100000"/>
              </a:srgbClr>
            </a:solidFill>
            <a:ln w="5420" cap="flat">
              <a:solidFill>
                <a:srgbClr val="3A6A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95" name="pg2095"/>
            <p:cNvSpPr/>
            <p:nvPr/>
          </p:nvSpPr>
          <p:spPr>
            <a:xfrm>
              <a:off x="4752475" y="438098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79E">
                <a:alpha val="100000"/>
              </a:srgbClr>
            </a:solidFill>
            <a:ln w="5420" cap="flat">
              <a:solidFill>
                <a:srgbClr val="3A67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96" name="pg2096"/>
            <p:cNvSpPr/>
            <p:nvPr/>
          </p:nvSpPr>
          <p:spPr>
            <a:xfrm>
              <a:off x="4764112" y="438098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59E">
                <a:alpha val="100000"/>
              </a:srgbClr>
            </a:solidFill>
            <a:ln w="5420" cap="flat">
              <a:solidFill>
                <a:srgbClr val="3A65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97" name="pg2097"/>
            <p:cNvSpPr/>
            <p:nvPr/>
          </p:nvSpPr>
          <p:spPr>
            <a:xfrm>
              <a:off x="4775749" y="438098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39D">
                <a:alpha val="100000"/>
              </a:srgbClr>
            </a:solidFill>
            <a:ln w="5420" cap="flat">
              <a:solidFill>
                <a:srgbClr val="3A63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98" name="pg2098"/>
            <p:cNvSpPr/>
            <p:nvPr/>
          </p:nvSpPr>
          <p:spPr>
            <a:xfrm>
              <a:off x="4787387" y="438098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19D">
                <a:alpha val="100000"/>
              </a:srgbClr>
            </a:solidFill>
            <a:ln w="5420" cap="flat">
              <a:solidFill>
                <a:srgbClr val="3A61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99" name="pg2099"/>
            <p:cNvSpPr/>
            <p:nvPr/>
          </p:nvSpPr>
          <p:spPr>
            <a:xfrm>
              <a:off x="4647739" y="439528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4F88">
                <a:alpha val="100000"/>
              </a:srgbClr>
            </a:solidFill>
            <a:ln w="5420" cap="flat">
              <a:solidFill>
                <a:srgbClr val="3B4F8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00" name="pg2100"/>
            <p:cNvSpPr/>
            <p:nvPr/>
          </p:nvSpPr>
          <p:spPr>
            <a:xfrm>
              <a:off x="4659376" y="439528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528D">
                <a:alpha val="100000"/>
              </a:srgbClr>
            </a:solidFill>
            <a:ln w="5420" cap="flat">
              <a:solidFill>
                <a:srgbClr val="3B528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01" name="pg2101"/>
            <p:cNvSpPr/>
            <p:nvPr/>
          </p:nvSpPr>
          <p:spPr>
            <a:xfrm>
              <a:off x="4671013" y="439528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5692">
                <a:alpha val="100000"/>
              </a:srgbClr>
            </a:solidFill>
            <a:ln w="5420" cap="flat">
              <a:solidFill>
                <a:srgbClr val="3A569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02" name="pg2102"/>
            <p:cNvSpPr/>
            <p:nvPr/>
          </p:nvSpPr>
          <p:spPr>
            <a:xfrm>
              <a:off x="4682651" y="439528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5A98">
                <a:alpha val="100000"/>
              </a:srgbClr>
            </a:solidFill>
            <a:ln w="5420" cap="flat">
              <a:solidFill>
                <a:srgbClr val="3A5A9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03" name="pg2103"/>
            <p:cNvSpPr/>
            <p:nvPr/>
          </p:nvSpPr>
          <p:spPr>
            <a:xfrm>
              <a:off x="4694288" y="439528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5F9C">
                <a:alpha val="100000"/>
              </a:srgbClr>
            </a:solidFill>
            <a:ln w="5420" cap="flat">
              <a:solidFill>
                <a:srgbClr val="395F9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04" name="pg2104"/>
            <p:cNvSpPr/>
            <p:nvPr/>
          </p:nvSpPr>
          <p:spPr>
            <a:xfrm>
              <a:off x="4705925" y="439528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49E">
                <a:alpha val="100000"/>
              </a:srgbClr>
            </a:solidFill>
            <a:ln w="5420" cap="flat">
              <a:solidFill>
                <a:srgbClr val="3A64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05" name="pg2105"/>
            <p:cNvSpPr/>
            <p:nvPr/>
          </p:nvSpPr>
          <p:spPr>
            <a:xfrm>
              <a:off x="4717563" y="439528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79E">
                <a:alpha val="100000"/>
              </a:srgbClr>
            </a:solidFill>
            <a:ln w="5420" cap="flat">
              <a:solidFill>
                <a:srgbClr val="3A67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06" name="pg2106"/>
            <p:cNvSpPr/>
            <p:nvPr/>
          </p:nvSpPr>
          <p:spPr>
            <a:xfrm>
              <a:off x="4729200" y="439528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A9F">
                <a:alpha val="100000"/>
              </a:srgbClr>
            </a:solidFill>
            <a:ln w="5420" cap="flat">
              <a:solidFill>
                <a:srgbClr val="3A6A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07" name="pg2107"/>
            <p:cNvSpPr/>
            <p:nvPr/>
          </p:nvSpPr>
          <p:spPr>
            <a:xfrm>
              <a:off x="4740837" y="439528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A9F">
                <a:alpha val="100000"/>
              </a:srgbClr>
            </a:solidFill>
            <a:ln w="5420" cap="flat">
              <a:solidFill>
                <a:srgbClr val="3A6A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08" name="pg2108"/>
            <p:cNvSpPr/>
            <p:nvPr/>
          </p:nvSpPr>
          <p:spPr>
            <a:xfrm>
              <a:off x="4752475" y="439528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79E">
                <a:alpha val="100000"/>
              </a:srgbClr>
            </a:solidFill>
            <a:ln w="5420" cap="flat">
              <a:solidFill>
                <a:srgbClr val="3A67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09" name="pg2109"/>
            <p:cNvSpPr/>
            <p:nvPr/>
          </p:nvSpPr>
          <p:spPr>
            <a:xfrm>
              <a:off x="4764112" y="439528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59E">
                <a:alpha val="100000"/>
              </a:srgbClr>
            </a:solidFill>
            <a:ln w="5420" cap="flat">
              <a:solidFill>
                <a:srgbClr val="3A65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10" name="pg2110"/>
            <p:cNvSpPr/>
            <p:nvPr/>
          </p:nvSpPr>
          <p:spPr>
            <a:xfrm>
              <a:off x="4775749" y="439528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39D">
                <a:alpha val="100000"/>
              </a:srgbClr>
            </a:solidFill>
            <a:ln w="5420" cap="flat">
              <a:solidFill>
                <a:srgbClr val="3A63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11" name="pg2111"/>
            <p:cNvSpPr/>
            <p:nvPr/>
          </p:nvSpPr>
          <p:spPr>
            <a:xfrm>
              <a:off x="4624464" y="440958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87D">
                <a:alpha val="100000"/>
              </a:srgbClr>
            </a:solidFill>
            <a:ln w="5420" cap="flat">
              <a:solidFill>
                <a:srgbClr val="3C487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12" name="pg2112"/>
            <p:cNvSpPr/>
            <p:nvPr/>
          </p:nvSpPr>
          <p:spPr>
            <a:xfrm>
              <a:off x="4636101" y="440958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B82">
                <a:alpha val="100000"/>
              </a:srgbClr>
            </a:solidFill>
            <a:ln w="5420" cap="flat">
              <a:solidFill>
                <a:srgbClr val="3C4B8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13" name="pg2113"/>
            <p:cNvSpPr/>
            <p:nvPr/>
          </p:nvSpPr>
          <p:spPr>
            <a:xfrm>
              <a:off x="4647739" y="440958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D85">
                <a:alpha val="100000"/>
              </a:srgbClr>
            </a:solidFill>
            <a:ln w="5420" cap="flat">
              <a:solidFill>
                <a:srgbClr val="3C4D8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14" name="pg2114"/>
            <p:cNvSpPr/>
            <p:nvPr/>
          </p:nvSpPr>
          <p:spPr>
            <a:xfrm>
              <a:off x="4659376" y="440958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5089">
                <a:alpha val="100000"/>
              </a:srgbClr>
            </a:solidFill>
            <a:ln w="5420" cap="flat">
              <a:solidFill>
                <a:srgbClr val="3B508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15" name="pg2115"/>
            <p:cNvSpPr/>
            <p:nvPr/>
          </p:nvSpPr>
          <p:spPr>
            <a:xfrm>
              <a:off x="4671013" y="440958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538E">
                <a:alpha val="100000"/>
              </a:srgbClr>
            </a:solidFill>
            <a:ln w="5420" cap="flat">
              <a:solidFill>
                <a:srgbClr val="3B538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16" name="pg2116"/>
            <p:cNvSpPr/>
            <p:nvPr/>
          </p:nvSpPr>
          <p:spPr>
            <a:xfrm>
              <a:off x="4682651" y="440958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5894">
                <a:alpha val="100000"/>
              </a:srgbClr>
            </a:solidFill>
            <a:ln w="5420" cap="flat">
              <a:solidFill>
                <a:srgbClr val="3A589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17" name="pg2117"/>
            <p:cNvSpPr/>
            <p:nvPr/>
          </p:nvSpPr>
          <p:spPr>
            <a:xfrm>
              <a:off x="4694288" y="440958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5C9B">
                <a:alpha val="100000"/>
              </a:srgbClr>
            </a:solidFill>
            <a:ln w="5420" cap="flat">
              <a:solidFill>
                <a:srgbClr val="395C9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18" name="pg2118"/>
            <p:cNvSpPr/>
            <p:nvPr/>
          </p:nvSpPr>
          <p:spPr>
            <a:xfrm>
              <a:off x="4705925" y="440958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19D">
                <a:alpha val="100000"/>
              </a:srgbClr>
            </a:solidFill>
            <a:ln w="5420" cap="flat">
              <a:solidFill>
                <a:srgbClr val="3A61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19" name="pg2119"/>
            <p:cNvSpPr/>
            <p:nvPr/>
          </p:nvSpPr>
          <p:spPr>
            <a:xfrm>
              <a:off x="4717563" y="440958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59E">
                <a:alpha val="100000"/>
              </a:srgbClr>
            </a:solidFill>
            <a:ln w="5420" cap="flat">
              <a:solidFill>
                <a:srgbClr val="3A65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20" name="pg2120"/>
            <p:cNvSpPr/>
            <p:nvPr/>
          </p:nvSpPr>
          <p:spPr>
            <a:xfrm>
              <a:off x="4729200" y="440958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79E">
                <a:alpha val="100000"/>
              </a:srgbClr>
            </a:solidFill>
            <a:ln w="5420" cap="flat">
              <a:solidFill>
                <a:srgbClr val="3A67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21" name="pg2121"/>
            <p:cNvSpPr/>
            <p:nvPr/>
          </p:nvSpPr>
          <p:spPr>
            <a:xfrm>
              <a:off x="4740837" y="440958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89F">
                <a:alpha val="100000"/>
              </a:srgbClr>
            </a:solidFill>
            <a:ln w="5420" cap="flat">
              <a:solidFill>
                <a:srgbClr val="3A68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22" name="pg2122"/>
            <p:cNvSpPr/>
            <p:nvPr/>
          </p:nvSpPr>
          <p:spPr>
            <a:xfrm>
              <a:off x="4752475" y="440958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69E">
                <a:alpha val="100000"/>
              </a:srgbClr>
            </a:solidFill>
            <a:ln w="5420" cap="flat">
              <a:solidFill>
                <a:srgbClr val="3A66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23" name="pg2123"/>
            <p:cNvSpPr/>
            <p:nvPr/>
          </p:nvSpPr>
          <p:spPr>
            <a:xfrm>
              <a:off x="4764112" y="440958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49E">
                <a:alpha val="100000"/>
              </a:srgbClr>
            </a:solidFill>
            <a:ln w="5420" cap="flat">
              <a:solidFill>
                <a:srgbClr val="3A64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24" name="pg2124"/>
            <p:cNvSpPr/>
            <p:nvPr/>
          </p:nvSpPr>
          <p:spPr>
            <a:xfrm>
              <a:off x="4612827" y="442388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57A">
                <a:alpha val="100000"/>
              </a:srgbClr>
            </a:solidFill>
            <a:ln w="5420" cap="flat">
              <a:solidFill>
                <a:srgbClr val="3C457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25" name="pg2125"/>
            <p:cNvSpPr/>
            <p:nvPr/>
          </p:nvSpPr>
          <p:spPr>
            <a:xfrm>
              <a:off x="4624464" y="442388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57A">
                <a:alpha val="100000"/>
              </a:srgbClr>
            </a:solidFill>
            <a:ln w="5420" cap="flat">
              <a:solidFill>
                <a:srgbClr val="3C457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26" name="pg2126"/>
            <p:cNvSpPr/>
            <p:nvPr/>
          </p:nvSpPr>
          <p:spPr>
            <a:xfrm>
              <a:off x="4636101" y="442388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87E">
                <a:alpha val="100000"/>
              </a:srgbClr>
            </a:solidFill>
            <a:ln w="5420" cap="flat">
              <a:solidFill>
                <a:srgbClr val="3C487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27" name="pg2127"/>
            <p:cNvSpPr/>
            <p:nvPr/>
          </p:nvSpPr>
          <p:spPr>
            <a:xfrm>
              <a:off x="4647739" y="442388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A81">
                <a:alpha val="100000"/>
              </a:srgbClr>
            </a:solidFill>
            <a:ln w="5420" cap="flat">
              <a:solidFill>
                <a:srgbClr val="3C4A8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28" name="pg2128"/>
            <p:cNvSpPr/>
            <p:nvPr/>
          </p:nvSpPr>
          <p:spPr>
            <a:xfrm>
              <a:off x="4659376" y="442388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D85">
                <a:alpha val="100000"/>
              </a:srgbClr>
            </a:solidFill>
            <a:ln w="5420" cap="flat">
              <a:solidFill>
                <a:srgbClr val="3C4D8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29" name="pg2129"/>
            <p:cNvSpPr/>
            <p:nvPr/>
          </p:nvSpPr>
          <p:spPr>
            <a:xfrm>
              <a:off x="4671013" y="442388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5089">
                <a:alpha val="100000"/>
              </a:srgbClr>
            </a:solidFill>
            <a:ln w="5420" cap="flat">
              <a:solidFill>
                <a:srgbClr val="3B508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30" name="pg2130"/>
            <p:cNvSpPr/>
            <p:nvPr/>
          </p:nvSpPr>
          <p:spPr>
            <a:xfrm>
              <a:off x="4682651" y="442388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548F">
                <a:alpha val="100000"/>
              </a:srgbClr>
            </a:solidFill>
            <a:ln w="5420" cap="flat">
              <a:solidFill>
                <a:srgbClr val="3B548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31" name="pg2131"/>
            <p:cNvSpPr/>
            <p:nvPr/>
          </p:nvSpPr>
          <p:spPr>
            <a:xfrm>
              <a:off x="4694288" y="442388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5895">
                <a:alpha val="100000"/>
              </a:srgbClr>
            </a:solidFill>
            <a:ln w="5420" cap="flat">
              <a:solidFill>
                <a:srgbClr val="3A589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32" name="pg2132"/>
            <p:cNvSpPr/>
            <p:nvPr/>
          </p:nvSpPr>
          <p:spPr>
            <a:xfrm>
              <a:off x="4705925" y="442388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5C9B">
                <a:alpha val="100000"/>
              </a:srgbClr>
            </a:solidFill>
            <a:ln w="5420" cap="flat">
              <a:solidFill>
                <a:srgbClr val="395C9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33" name="pg2133"/>
            <p:cNvSpPr/>
            <p:nvPr/>
          </p:nvSpPr>
          <p:spPr>
            <a:xfrm>
              <a:off x="4717563" y="442388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609D">
                <a:alpha val="100000"/>
              </a:srgbClr>
            </a:solidFill>
            <a:ln w="5420" cap="flat">
              <a:solidFill>
                <a:srgbClr val="3960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34" name="pg2134"/>
            <p:cNvSpPr/>
            <p:nvPr/>
          </p:nvSpPr>
          <p:spPr>
            <a:xfrm>
              <a:off x="4729200" y="442388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39D">
                <a:alpha val="100000"/>
              </a:srgbClr>
            </a:solidFill>
            <a:ln w="5420" cap="flat">
              <a:solidFill>
                <a:srgbClr val="3A63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35" name="pg2135"/>
            <p:cNvSpPr/>
            <p:nvPr/>
          </p:nvSpPr>
          <p:spPr>
            <a:xfrm>
              <a:off x="4740837" y="442388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49E">
                <a:alpha val="100000"/>
              </a:srgbClr>
            </a:solidFill>
            <a:ln w="5420" cap="flat">
              <a:solidFill>
                <a:srgbClr val="3A64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36" name="pg2136"/>
            <p:cNvSpPr/>
            <p:nvPr/>
          </p:nvSpPr>
          <p:spPr>
            <a:xfrm>
              <a:off x="4612827" y="443818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377">
                <a:alpha val="100000"/>
              </a:srgbClr>
            </a:solidFill>
            <a:ln w="5420" cap="flat">
              <a:solidFill>
                <a:srgbClr val="3C437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37" name="pg2137"/>
            <p:cNvSpPr/>
            <p:nvPr/>
          </p:nvSpPr>
          <p:spPr>
            <a:xfrm>
              <a:off x="4624464" y="443818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378">
                <a:alpha val="100000"/>
              </a:srgbClr>
            </a:solidFill>
            <a:ln w="5420" cap="flat">
              <a:solidFill>
                <a:srgbClr val="3C437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38" name="pg2138"/>
            <p:cNvSpPr/>
            <p:nvPr/>
          </p:nvSpPr>
          <p:spPr>
            <a:xfrm>
              <a:off x="4636101" y="443818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67B">
                <a:alpha val="100000"/>
              </a:srgbClr>
            </a:solidFill>
            <a:ln w="5420" cap="flat">
              <a:solidFill>
                <a:srgbClr val="3C467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39" name="pg2139"/>
            <p:cNvSpPr/>
            <p:nvPr/>
          </p:nvSpPr>
          <p:spPr>
            <a:xfrm>
              <a:off x="4647739" y="443818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77D">
                <a:alpha val="100000"/>
              </a:srgbClr>
            </a:solidFill>
            <a:ln w="5420" cap="flat">
              <a:solidFill>
                <a:srgbClr val="3C477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40" name="pg2140"/>
            <p:cNvSpPr/>
            <p:nvPr/>
          </p:nvSpPr>
          <p:spPr>
            <a:xfrm>
              <a:off x="4659376" y="443818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A80">
                <a:alpha val="100000"/>
              </a:srgbClr>
            </a:solidFill>
            <a:ln w="5420" cap="flat">
              <a:solidFill>
                <a:srgbClr val="3C4A8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41" name="pg2141"/>
            <p:cNvSpPr/>
            <p:nvPr/>
          </p:nvSpPr>
          <p:spPr>
            <a:xfrm>
              <a:off x="4671013" y="443818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D85">
                <a:alpha val="100000"/>
              </a:srgbClr>
            </a:solidFill>
            <a:ln w="5420" cap="flat">
              <a:solidFill>
                <a:srgbClr val="3C4D8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42" name="pg2142"/>
            <p:cNvSpPr/>
            <p:nvPr/>
          </p:nvSpPr>
          <p:spPr>
            <a:xfrm>
              <a:off x="4682651" y="443818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508A">
                <a:alpha val="100000"/>
              </a:srgbClr>
            </a:solidFill>
            <a:ln w="5420" cap="flat">
              <a:solidFill>
                <a:srgbClr val="3B508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43" name="pg2143"/>
            <p:cNvSpPr/>
            <p:nvPr/>
          </p:nvSpPr>
          <p:spPr>
            <a:xfrm>
              <a:off x="4694288" y="443818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548F">
                <a:alpha val="100000"/>
              </a:srgbClr>
            </a:solidFill>
            <a:ln w="5420" cap="flat">
              <a:solidFill>
                <a:srgbClr val="3B548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44" name="pg2144"/>
            <p:cNvSpPr/>
            <p:nvPr/>
          </p:nvSpPr>
          <p:spPr>
            <a:xfrm>
              <a:off x="4705925" y="443818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5894">
                <a:alpha val="100000"/>
              </a:srgbClr>
            </a:solidFill>
            <a:ln w="5420" cap="flat">
              <a:solidFill>
                <a:srgbClr val="3A589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45" name="pg2145"/>
            <p:cNvSpPr/>
            <p:nvPr/>
          </p:nvSpPr>
          <p:spPr>
            <a:xfrm>
              <a:off x="4717563" y="443818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5B99">
                <a:alpha val="100000"/>
              </a:srgbClr>
            </a:solidFill>
            <a:ln w="5420" cap="flat">
              <a:solidFill>
                <a:srgbClr val="395B9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46" name="pg2146"/>
            <p:cNvSpPr/>
            <p:nvPr/>
          </p:nvSpPr>
          <p:spPr>
            <a:xfrm>
              <a:off x="4729200" y="443818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5E9C">
                <a:alpha val="100000"/>
              </a:srgbClr>
            </a:solidFill>
            <a:ln w="5420" cap="flat">
              <a:solidFill>
                <a:srgbClr val="395E9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47" name="pg2147"/>
            <p:cNvSpPr/>
            <p:nvPr/>
          </p:nvSpPr>
          <p:spPr>
            <a:xfrm>
              <a:off x="4612827" y="445248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275">
                <a:alpha val="100000"/>
              </a:srgbClr>
            </a:solidFill>
            <a:ln w="5420" cap="flat">
              <a:solidFill>
                <a:srgbClr val="3C427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48" name="pg2148"/>
            <p:cNvSpPr/>
            <p:nvPr/>
          </p:nvSpPr>
          <p:spPr>
            <a:xfrm>
              <a:off x="4624464" y="445248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275">
                <a:alpha val="100000"/>
              </a:srgbClr>
            </a:solidFill>
            <a:ln w="5420" cap="flat">
              <a:solidFill>
                <a:srgbClr val="3C427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49" name="pg2149"/>
            <p:cNvSpPr/>
            <p:nvPr/>
          </p:nvSpPr>
          <p:spPr>
            <a:xfrm>
              <a:off x="4636101" y="445248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478">
                <a:alpha val="100000"/>
              </a:srgbClr>
            </a:solidFill>
            <a:ln w="5420" cap="flat">
              <a:solidFill>
                <a:srgbClr val="3C447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50" name="pg2150"/>
            <p:cNvSpPr/>
            <p:nvPr/>
          </p:nvSpPr>
          <p:spPr>
            <a:xfrm>
              <a:off x="4647739" y="445248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57A">
                <a:alpha val="100000"/>
              </a:srgbClr>
            </a:solidFill>
            <a:ln w="5420" cap="flat">
              <a:solidFill>
                <a:srgbClr val="3C457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51" name="pg2151"/>
            <p:cNvSpPr/>
            <p:nvPr/>
          </p:nvSpPr>
          <p:spPr>
            <a:xfrm>
              <a:off x="4659376" y="445248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77D">
                <a:alpha val="100000"/>
              </a:srgbClr>
            </a:solidFill>
            <a:ln w="5420" cap="flat">
              <a:solidFill>
                <a:srgbClr val="3C477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52" name="pg2152"/>
            <p:cNvSpPr/>
            <p:nvPr/>
          </p:nvSpPr>
          <p:spPr>
            <a:xfrm>
              <a:off x="4671013" y="445248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A80">
                <a:alpha val="100000"/>
              </a:srgbClr>
            </a:solidFill>
            <a:ln w="5420" cap="flat">
              <a:solidFill>
                <a:srgbClr val="3C4A8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53" name="pg2153"/>
            <p:cNvSpPr/>
            <p:nvPr/>
          </p:nvSpPr>
          <p:spPr>
            <a:xfrm>
              <a:off x="4682651" y="445248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D85">
                <a:alpha val="100000"/>
              </a:srgbClr>
            </a:solidFill>
            <a:ln w="5420" cap="flat">
              <a:solidFill>
                <a:srgbClr val="3C4D8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54" name="pg2154"/>
            <p:cNvSpPr/>
            <p:nvPr/>
          </p:nvSpPr>
          <p:spPr>
            <a:xfrm>
              <a:off x="4694288" y="445248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5089">
                <a:alpha val="100000"/>
              </a:srgbClr>
            </a:solidFill>
            <a:ln w="5420" cap="flat">
              <a:solidFill>
                <a:srgbClr val="3B508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55" name="pg2155"/>
            <p:cNvSpPr/>
            <p:nvPr/>
          </p:nvSpPr>
          <p:spPr>
            <a:xfrm>
              <a:off x="4612827" y="446678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4073">
                <a:alpha val="100000"/>
              </a:srgbClr>
            </a:solidFill>
            <a:ln w="5420" cap="flat">
              <a:solidFill>
                <a:srgbClr val="3B407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56" name="pg2156"/>
            <p:cNvSpPr/>
            <p:nvPr/>
          </p:nvSpPr>
          <p:spPr>
            <a:xfrm>
              <a:off x="4624464" y="446678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174">
                <a:alpha val="100000"/>
              </a:srgbClr>
            </a:solidFill>
            <a:ln w="5420" cap="flat">
              <a:solidFill>
                <a:srgbClr val="3C417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57" name="pg2157"/>
            <p:cNvSpPr/>
            <p:nvPr/>
          </p:nvSpPr>
          <p:spPr>
            <a:xfrm>
              <a:off x="4636101" y="446678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376">
                <a:alpha val="100000"/>
              </a:srgbClr>
            </a:solidFill>
            <a:ln w="5420" cap="flat">
              <a:solidFill>
                <a:srgbClr val="3C437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58" name="pg2158"/>
            <p:cNvSpPr/>
            <p:nvPr/>
          </p:nvSpPr>
          <p:spPr>
            <a:xfrm>
              <a:off x="4647739" y="446678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478">
                <a:alpha val="100000"/>
              </a:srgbClr>
            </a:solidFill>
            <a:ln w="5420" cap="flat">
              <a:solidFill>
                <a:srgbClr val="3C447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59" name="pg2159"/>
            <p:cNvSpPr/>
            <p:nvPr/>
          </p:nvSpPr>
          <p:spPr>
            <a:xfrm>
              <a:off x="4659376" y="446678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57A">
                <a:alpha val="100000"/>
              </a:srgbClr>
            </a:solidFill>
            <a:ln w="5420" cap="flat">
              <a:solidFill>
                <a:srgbClr val="3C457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60" name="pg2160"/>
            <p:cNvSpPr/>
            <p:nvPr/>
          </p:nvSpPr>
          <p:spPr>
            <a:xfrm>
              <a:off x="4671013" y="446678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77D">
                <a:alpha val="100000"/>
              </a:srgbClr>
            </a:solidFill>
            <a:ln w="5420" cap="flat">
              <a:solidFill>
                <a:srgbClr val="3C477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61" name="pg2161"/>
            <p:cNvSpPr/>
            <p:nvPr/>
          </p:nvSpPr>
          <p:spPr>
            <a:xfrm>
              <a:off x="4682651" y="446678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A81">
                <a:alpha val="100000"/>
              </a:srgbClr>
            </a:solidFill>
            <a:ln w="5420" cap="flat">
              <a:solidFill>
                <a:srgbClr val="3C4A8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62" name="pg2162"/>
            <p:cNvSpPr/>
            <p:nvPr/>
          </p:nvSpPr>
          <p:spPr>
            <a:xfrm>
              <a:off x="4589552" y="448108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3E70">
                <a:alpha val="100000"/>
              </a:srgbClr>
            </a:solidFill>
            <a:ln w="5420" cap="flat">
              <a:solidFill>
                <a:srgbClr val="3B3E7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63" name="pg2163"/>
            <p:cNvSpPr/>
            <p:nvPr/>
          </p:nvSpPr>
          <p:spPr>
            <a:xfrm>
              <a:off x="4601190" y="448108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3E70">
                <a:alpha val="100000"/>
              </a:srgbClr>
            </a:solidFill>
            <a:ln w="5420" cap="flat">
              <a:solidFill>
                <a:srgbClr val="3B3E7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64" name="pg2164"/>
            <p:cNvSpPr/>
            <p:nvPr/>
          </p:nvSpPr>
          <p:spPr>
            <a:xfrm>
              <a:off x="4612827" y="448108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3E70">
                <a:alpha val="100000"/>
              </a:srgbClr>
            </a:solidFill>
            <a:ln w="5420" cap="flat">
              <a:solidFill>
                <a:srgbClr val="3B3E7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65" name="pg2165"/>
            <p:cNvSpPr/>
            <p:nvPr/>
          </p:nvSpPr>
          <p:spPr>
            <a:xfrm>
              <a:off x="4624464" y="448108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174">
                <a:alpha val="100000"/>
              </a:srgbClr>
            </a:solidFill>
            <a:ln w="5420" cap="flat">
              <a:solidFill>
                <a:srgbClr val="3C417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66" name="pg2166"/>
            <p:cNvSpPr/>
            <p:nvPr/>
          </p:nvSpPr>
          <p:spPr>
            <a:xfrm>
              <a:off x="4636101" y="448108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276">
                <a:alpha val="100000"/>
              </a:srgbClr>
            </a:solidFill>
            <a:ln w="5420" cap="flat">
              <a:solidFill>
                <a:srgbClr val="3C427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67" name="pg2167"/>
            <p:cNvSpPr/>
            <p:nvPr/>
          </p:nvSpPr>
          <p:spPr>
            <a:xfrm>
              <a:off x="4647739" y="448108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377">
                <a:alpha val="100000"/>
              </a:srgbClr>
            </a:solidFill>
            <a:ln w="5420" cap="flat">
              <a:solidFill>
                <a:srgbClr val="3C437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68" name="pg2168"/>
            <p:cNvSpPr/>
            <p:nvPr/>
          </p:nvSpPr>
          <p:spPr>
            <a:xfrm>
              <a:off x="4659376" y="448108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478">
                <a:alpha val="100000"/>
              </a:srgbClr>
            </a:solidFill>
            <a:ln w="5420" cap="flat">
              <a:solidFill>
                <a:srgbClr val="3C447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69" name="pg2169"/>
            <p:cNvSpPr/>
            <p:nvPr/>
          </p:nvSpPr>
          <p:spPr>
            <a:xfrm>
              <a:off x="4671013" y="448108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67B">
                <a:alpha val="100000"/>
              </a:srgbClr>
            </a:solidFill>
            <a:ln w="5420" cap="flat">
              <a:solidFill>
                <a:srgbClr val="3C467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70" name="pg2170"/>
            <p:cNvSpPr/>
            <p:nvPr/>
          </p:nvSpPr>
          <p:spPr>
            <a:xfrm>
              <a:off x="4589552" y="449538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3E70">
                <a:alpha val="100000"/>
              </a:srgbClr>
            </a:solidFill>
            <a:ln w="5420" cap="flat">
              <a:solidFill>
                <a:srgbClr val="3B3E7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71" name="pg2171"/>
            <p:cNvSpPr/>
            <p:nvPr/>
          </p:nvSpPr>
          <p:spPr>
            <a:xfrm>
              <a:off x="4601190" y="449538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3D6E">
                <a:alpha val="100000"/>
              </a:srgbClr>
            </a:solidFill>
            <a:ln w="5420" cap="flat">
              <a:solidFill>
                <a:srgbClr val="3B3D6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72" name="pg2172"/>
            <p:cNvSpPr/>
            <p:nvPr/>
          </p:nvSpPr>
          <p:spPr>
            <a:xfrm>
              <a:off x="4612827" y="449538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3B6B">
                <a:alpha val="100000"/>
              </a:srgbClr>
            </a:solidFill>
            <a:ln w="5420" cap="flat">
              <a:solidFill>
                <a:srgbClr val="3B3B6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73" name="pg2173"/>
            <p:cNvSpPr/>
            <p:nvPr/>
          </p:nvSpPr>
          <p:spPr>
            <a:xfrm>
              <a:off x="4624464" y="449538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3F71">
                <a:alpha val="100000"/>
              </a:srgbClr>
            </a:solidFill>
            <a:ln w="5420" cap="flat">
              <a:solidFill>
                <a:srgbClr val="3B3F7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74" name="pg2174"/>
            <p:cNvSpPr/>
            <p:nvPr/>
          </p:nvSpPr>
          <p:spPr>
            <a:xfrm>
              <a:off x="4636101" y="449538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276">
                <a:alpha val="100000"/>
              </a:srgbClr>
            </a:solidFill>
            <a:ln w="5420" cap="flat">
              <a:solidFill>
                <a:srgbClr val="3C427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75" name="pg2175"/>
            <p:cNvSpPr/>
            <p:nvPr/>
          </p:nvSpPr>
          <p:spPr>
            <a:xfrm>
              <a:off x="4647739" y="449538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276">
                <a:alpha val="100000"/>
              </a:srgbClr>
            </a:solidFill>
            <a:ln w="5420" cap="flat">
              <a:solidFill>
                <a:srgbClr val="3C427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76" name="pg2176"/>
            <p:cNvSpPr/>
            <p:nvPr/>
          </p:nvSpPr>
          <p:spPr>
            <a:xfrm>
              <a:off x="4659376" y="449538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377">
                <a:alpha val="100000"/>
              </a:srgbClr>
            </a:solidFill>
            <a:ln w="5420" cap="flat">
              <a:solidFill>
                <a:srgbClr val="3C437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77" name="pg2177"/>
            <p:cNvSpPr/>
            <p:nvPr/>
          </p:nvSpPr>
          <p:spPr>
            <a:xfrm>
              <a:off x="4577915" y="450968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3F71">
                <a:alpha val="100000"/>
              </a:srgbClr>
            </a:solidFill>
            <a:ln w="5420" cap="flat">
              <a:solidFill>
                <a:srgbClr val="3B3F7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78" name="pg2178"/>
            <p:cNvSpPr/>
            <p:nvPr/>
          </p:nvSpPr>
          <p:spPr>
            <a:xfrm>
              <a:off x="4589552" y="450968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3E70">
                <a:alpha val="100000"/>
              </a:srgbClr>
            </a:solidFill>
            <a:ln w="5420" cap="flat">
              <a:solidFill>
                <a:srgbClr val="3B3E7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79" name="pg2179"/>
            <p:cNvSpPr/>
            <p:nvPr/>
          </p:nvSpPr>
          <p:spPr>
            <a:xfrm>
              <a:off x="4601190" y="450968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3D6F">
                <a:alpha val="100000"/>
              </a:srgbClr>
            </a:solidFill>
            <a:ln w="5420" cap="flat">
              <a:solidFill>
                <a:srgbClr val="3B3D6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80" name="pg2180"/>
            <p:cNvSpPr/>
            <p:nvPr/>
          </p:nvSpPr>
          <p:spPr>
            <a:xfrm>
              <a:off x="4612827" y="450968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3D6E">
                <a:alpha val="100000"/>
              </a:srgbClr>
            </a:solidFill>
            <a:ln w="5420" cap="flat">
              <a:solidFill>
                <a:srgbClr val="3B3D6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81" name="pg2181"/>
            <p:cNvSpPr/>
            <p:nvPr/>
          </p:nvSpPr>
          <p:spPr>
            <a:xfrm>
              <a:off x="4624464" y="450968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3E70">
                <a:alpha val="100000"/>
              </a:srgbClr>
            </a:solidFill>
            <a:ln w="5420" cap="flat">
              <a:solidFill>
                <a:srgbClr val="3B3E7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82" name="pg2182"/>
            <p:cNvSpPr/>
            <p:nvPr/>
          </p:nvSpPr>
          <p:spPr>
            <a:xfrm>
              <a:off x="4636101" y="450968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175">
                <a:alpha val="100000"/>
              </a:srgbClr>
            </a:solidFill>
            <a:ln w="5420" cap="flat">
              <a:solidFill>
                <a:srgbClr val="3C417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83" name="pg2183"/>
            <p:cNvSpPr/>
            <p:nvPr/>
          </p:nvSpPr>
          <p:spPr>
            <a:xfrm>
              <a:off x="4647739" y="450968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275">
                <a:alpha val="100000"/>
              </a:srgbClr>
            </a:solidFill>
            <a:ln w="5420" cap="flat">
              <a:solidFill>
                <a:srgbClr val="3C427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84" name="pg2184"/>
            <p:cNvSpPr/>
            <p:nvPr/>
          </p:nvSpPr>
          <p:spPr>
            <a:xfrm>
              <a:off x="4577915" y="452398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3E70">
                <a:alpha val="100000"/>
              </a:srgbClr>
            </a:solidFill>
            <a:ln w="5420" cap="flat">
              <a:solidFill>
                <a:srgbClr val="3B3E7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85" name="pg2185"/>
            <p:cNvSpPr/>
            <p:nvPr/>
          </p:nvSpPr>
          <p:spPr>
            <a:xfrm>
              <a:off x="4589552" y="452398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3E70">
                <a:alpha val="100000"/>
              </a:srgbClr>
            </a:solidFill>
            <a:ln w="5420" cap="flat">
              <a:solidFill>
                <a:srgbClr val="3B3E7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86" name="pg2186"/>
            <p:cNvSpPr/>
            <p:nvPr/>
          </p:nvSpPr>
          <p:spPr>
            <a:xfrm>
              <a:off x="4601190" y="452398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3F71">
                <a:alpha val="100000"/>
              </a:srgbClr>
            </a:solidFill>
            <a:ln w="5420" cap="flat">
              <a:solidFill>
                <a:srgbClr val="3B3F7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87" name="pg2187"/>
            <p:cNvSpPr/>
            <p:nvPr/>
          </p:nvSpPr>
          <p:spPr>
            <a:xfrm>
              <a:off x="4612827" y="452398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3F71">
                <a:alpha val="100000"/>
              </a:srgbClr>
            </a:solidFill>
            <a:ln w="5420" cap="flat">
              <a:solidFill>
                <a:srgbClr val="3B3F7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88" name="pg2188"/>
            <p:cNvSpPr/>
            <p:nvPr/>
          </p:nvSpPr>
          <p:spPr>
            <a:xfrm>
              <a:off x="4624464" y="452398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4072">
                <a:alpha val="100000"/>
              </a:srgbClr>
            </a:solidFill>
            <a:ln w="5420" cap="flat">
              <a:solidFill>
                <a:srgbClr val="3B407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89" name="pg2189"/>
            <p:cNvSpPr/>
            <p:nvPr/>
          </p:nvSpPr>
          <p:spPr>
            <a:xfrm>
              <a:off x="4636101" y="452398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174">
                <a:alpha val="100000"/>
              </a:srgbClr>
            </a:solidFill>
            <a:ln w="5420" cap="flat">
              <a:solidFill>
                <a:srgbClr val="3C417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90" name="pg2190"/>
            <p:cNvSpPr/>
            <p:nvPr/>
          </p:nvSpPr>
          <p:spPr>
            <a:xfrm>
              <a:off x="4566278" y="453828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3C6D">
                <a:alpha val="100000"/>
              </a:srgbClr>
            </a:solidFill>
            <a:ln w="5420" cap="flat">
              <a:solidFill>
                <a:srgbClr val="3B3C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91" name="pg2191"/>
            <p:cNvSpPr/>
            <p:nvPr/>
          </p:nvSpPr>
          <p:spPr>
            <a:xfrm>
              <a:off x="4577915" y="453828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3C6E">
                <a:alpha val="100000"/>
              </a:srgbClr>
            </a:solidFill>
            <a:ln w="5420" cap="flat">
              <a:solidFill>
                <a:srgbClr val="3B3C6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92" name="pg2192"/>
            <p:cNvSpPr/>
            <p:nvPr/>
          </p:nvSpPr>
          <p:spPr>
            <a:xfrm>
              <a:off x="4589552" y="453828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3E6F">
                <a:alpha val="100000"/>
              </a:srgbClr>
            </a:solidFill>
            <a:ln w="5420" cap="flat">
              <a:solidFill>
                <a:srgbClr val="3B3E6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93" name="pg2193"/>
            <p:cNvSpPr/>
            <p:nvPr/>
          </p:nvSpPr>
          <p:spPr>
            <a:xfrm>
              <a:off x="4601190" y="453828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3F71">
                <a:alpha val="100000"/>
              </a:srgbClr>
            </a:solidFill>
            <a:ln w="5420" cap="flat">
              <a:solidFill>
                <a:srgbClr val="3B3F7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94" name="pg2194"/>
            <p:cNvSpPr/>
            <p:nvPr/>
          </p:nvSpPr>
          <p:spPr>
            <a:xfrm>
              <a:off x="4612827" y="453828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3F72">
                <a:alpha val="100000"/>
              </a:srgbClr>
            </a:solidFill>
            <a:ln w="5420" cap="flat">
              <a:solidFill>
                <a:srgbClr val="3B3F7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95" name="pg2195"/>
            <p:cNvSpPr/>
            <p:nvPr/>
          </p:nvSpPr>
          <p:spPr>
            <a:xfrm>
              <a:off x="4624464" y="453828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4072">
                <a:alpha val="100000"/>
              </a:srgbClr>
            </a:solidFill>
            <a:ln w="5420" cap="flat">
              <a:solidFill>
                <a:srgbClr val="3B407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96" name="pg2196"/>
            <p:cNvSpPr/>
            <p:nvPr/>
          </p:nvSpPr>
          <p:spPr>
            <a:xfrm>
              <a:off x="4566278" y="455258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3B6B">
                <a:alpha val="100000"/>
              </a:srgbClr>
            </a:solidFill>
            <a:ln w="5420" cap="flat">
              <a:solidFill>
                <a:srgbClr val="3B3B6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97" name="pg2197"/>
            <p:cNvSpPr/>
            <p:nvPr/>
          </p:nvSpPr>
          <p:spPr>
            <a:xfrm>
              <a:off x="4577915" y="455258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3969">
                <a:alpha val="100000"/>
              </a:srgbClr>
            </a:solidFill>
            <a:ln w="5420" cap="flat">
              <a:solidFill>
                <a:srgbClr val="3B396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98" name="pg2198"/>
            <p:cNvSpPr/>
            <p:nvPr/>
          </p:nvSpPr>
          <p:spPr>
            <a:xfrm>
              <a:off x="4589552" y="455258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3E70">
                <a:alpha val="100000"/>
              </a:srgbClr>
            </a:solidFill>
            <a:ln w="5420" cap="flat">
              <a:solidFill>
                <a:srgbClr val="3B3E7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99" name="pg2199"/>
            <p:cNvSpPr/>
            <p:nvPr/>
          </p:nvSpPr>
          <p:spPr>
            <a:xfrm>
              <a:off x="4601190" y="455258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4072">
                <a:alpha val="100000"/>
              </a:srgbClr>
            </a:solidFill>
            <a:ln w="5420" cap="flat">
              <a:solidFill>
                <a:srgbClr val="3B407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00" name="pg2200"/>
            <p:cNvSpPr/>
            <p:nvPr/>
          </p:nvSpPr>
          <p:spPr>
            <a:xfrm>
              <a:off x="4612827" y="455258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4072">
                <a:alpha val="100000"/>
              </a:srgbClr>
            </a:solidFill>
            <a:ln w="5420" cap="flat">
              <a:solidFill>
                <a:srgbClr val="3B407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01" name="pg2201"/>
            <p:cNvSpPr/>
            <p:nvPr/>
          </p:nvSpPr>
          <p:spPr>
            <a:xfrm>
              <a:off x="4554640" y="456688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3D6E">
                <a:alpha val="100000"/>
              </a:srgbClr>
            </a:solidFill>
            <a:ln w="5420" cap="flat">
              <a:solidFill>
                <a:srgbClr val="3B3D6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02" name="pg2202"/>
            <p:cNvSpPr/>
            <p:nvPr/>
          </p:nvSpPr>
          <p:spPr>
            <a:xfrm>
              <a:off x="4566278" y="456688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3C6C">
                <a:alpha val="100000"/>
              </a:srgbClr>
            </a:solidFill>
            <a:ln w="5420" cap="flat">
              <a:solidFill>
                <a:srgbClr val="3B3C6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03" name="pg2203"/>
            <p:cNvSpPr/>
            <p:nvPr/>
          </p:nvSpPr>
          <p:spPr>
            <a:xfrm>
              <a:off x="4577915" y="456688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3C6E">
                <a:alpha val="100000"/>
              </a:srgbClr>
            </a:solidFill>
            <a:ln w="5420" cap="flat">
              <a:solidFill>
                <a:srgbClr val="3B3C6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04" name="pg2204"/>
            <p:cNvSpPr/>
            <p:nvPr/>
          </p:nvSpPr>
          <p:spPr>
            <a:xfrm>
              <a:off x="4589552" y="456688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376">
                <a:alpha val="100000"/>
              </a:srgbClr>
            </a:solidFill>
            <a:ln w="5420" cap="flat">
              <a:solidFill>
                <a:srgbClr val="3C437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05" name="pg2205"/>
            <p:cNvSpPr/>
            <p:nvPr/>
          </p:nvSpPr>
          <p:spPr>
            <a:xfrm>
              <a:off x="4601190" y="456688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174">
                <a:alpha val="100000"/>
              </a:srgbClr>
            </a:solidFill>
            <a:ln w="5420" cap="flat">
              <a:solidFill>
                <a:srgbClr val="3C417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06" name="pg2206"/>
            <p:cNvSpPr/>
            <p:nvPr/>
          </p:nvSpPr>
          <p:spPr>
            <a:xfrm>
              <a:off x="4612827" y="456688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073">
                <a:alpha val="100000"/>
              </a:srgbClr>
            </a:solidFill>
            <a:ln w="5420" cap="flat">
              <a:solidFill>
                <a:srgbClr val="3C407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07" name="pg2207"/>
            <p:cNvSpPr/>
            <p:nvPr/>
          </p:nvSpPr>
          <p:spPr>
            <a:xfrm>
              <a:off x="4554640" y="458119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3E70">
                <a:alpha val="100000"/>
              </a:srgbClr>
            </a:solidFill>
            <a:ln w="5420" cap="flat">
              <a:solidFill>
                <a:srgbClr val="3B3E7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08" name="pg2208"/>
            <p:cNvSpPr/>
            <p:nvPr/>
          </p:nvSpPr>
          <p:spPr>
            <a:xfrm>
              <a:off x="4566278" y="458119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3E6F">
                <a:alpha val="100000"/>
              </a:srgbClr>
            </a:solidFill>
            <a:ln w="5420" cap="flat">
              <a:solidFill>
                <a:srgbClr val="3B3E6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09" name="pg2209"/>
            <p:cNvSpPr/>
            <p:nvPr/>
          </p:nvSpPr>
          <p:spPr>
            <a:xfrm>
              <a:off x="4577915" y="458119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3F71">
                <a:alpha val="100000"/>
              </a:srgbClr>
            </a:solidFill>
            <a:ln w="5420" cap="flat">
              <a:solidFill>
                <a:srgbClr val="3B3F7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10" name="pg2210"/>
            <p:cNvSpPr/>
            <p:nvPr/>
          </p:nvSpPr>
          <p:spPr>
            <a:xfrm>
              <a:off x="4589552" y="458119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073">
                <a:alpha val="100000"/>
              </a:srgbClr>
            </a:solidFill>
            <a:ln w="5420" cap="flat">
              <a:solidFill>
                <a:srgbClr val="3C407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11" name="pg2211"/>
            <p:cNvSpPr/>
            <p:nvPr/>
          </p:nvSpPr>
          <p:spPr>
            <a:xfrm>
              <a:off x="4601190" y="458119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073">
                <a:alpha val="100000"/>
              </a:srgbClr>
            </a:solidFill>
            <a:ln w="5420" cap="flat">
              <a:solidFill>
                <a:srgbClr val="3C407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12" name="pg2212"/>
            <p:cNvSpPr/>
            <p:nvPr/>
          </p:nvSpPr>
          <p:spPr>
            <a:xfrm>
              <a:off x="4543003" y="459549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3F71">
                <a:alpha val="100000"/>
              </a:srgbClr>
            </a:solidFill>
            <a:ln w="5420" cap="flat">
              <a:solidFill>
                <a:srgbClr val="3B3F7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13" name="pg2213"/>
            <p:cNvSpPr/>
            <p:nvPr/>
          </p:nvSpPr>
          <p:spPr>
            <a:xfrm>
              <a:off x="4554640" y="459549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3F71">
                <a:alpha val="100000"/>
              </a:srgbClr>
            </a:solidFill>
            <a:ln w="5420" cap="flat">
              <a:solidFill>
                <a:srgbClr val="3B3F7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14" name="pg2214"/>
            <p:cNvSpPr/>
            <p:nvPr/>
          </p:nvSpPr>
          <p:spPr>
            <a:xfrm>
              <a:off x="4566278" y="459549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3F71">
                <a:alpha val="100000"/>
              </a:srgbClr>
            </a:solidFill>
            <a:ln w="5420" cap="flat">
              <a:solidFill>
                <a:srgbClr val="3B3F7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15" name="pg2215"/>
            <p:cNvSpPr/>
            <p:nvPr/>
          </p:nvSpPr>
          <p:spPr>
            <a:xfrm>
              <a:off x="4577915" y="459549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3F71">
                <a:alpha val="100000"/>
              </a:srgbClr>
            </a:solidFill>
            <a:ln w="5420" cap="flat">
              <a:solidFill>
                <a:srgbClr val="3B3F7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16" name="pg2216"/>
            <p:cNvSpPr/>
            <p:nvPr/>
          </p:nvSpPr>
          <p:spPr>
            <a:xfrm>
              <a:off x="4589552" y="459549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4072">
                <a:alpha val="100000"/>
              </a:srgbClr>
            </a:solidFill>
            <a:ln w="5420" cap="flat">
              <a:solidFill>
                <a:srgbClr val="3B407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17" name="pg2217"/>
            <p:cNvSpPr/>
            <p:nvPr/>
          </p:nvSpPr>
          <p:spPr>
            <a:xfrm>
              <a:off x="4601190" y="459549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073">
                <a:alpha val="100000"/>
              </a:srgbClr>
            </a:solidFill>
            <a:ln w="5420" cap="flat">
              <a:solidFill>
                <a:srgbClr val="3C407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18" name="pg2218"/>
            <p:cNvSpPr/>
            <p:nvPr/>
          </p:nvSpPr>
          <p:spPr>
            <a:xfrm>
              <a:off x="4543003" y="460979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4072">
                <a:alpha val="100000"/>
              </a:srgbClr>
            </a:solidFill>
            <a:ln w="5420" cap="flat">
              <a:solidFill>
                <a:srgbClr val="3B407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19" name="pg2219"/>
            <p:cNvSpPr/>
            <p:nvPr/>
          </p:nvSpPr>
          <p:spPr>
            <a:xfrm>
              <a:off x="4554640" y="460979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3F72">
                <a:alpha val="100000"/>
              </a:srgbClr>
            </a:solidFill>
            <a:ln w="5420" cap="flat">
              <a:solidFill>
                <a:srgbClr val="3B3F7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20" name="pg2220"/>
            <p:cNvSpPr/>
            <p:nvPr/>
          </p:nvSpPr>
          <p:spPr>
            <a:xfrm>
              <a:off x="4566278" y="460979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3F72">
                <a:alpha val="100000"/>
              </a:srgbClr>
            </a:solidFill>
            <a:ln w="5420" cap="flat">
              <a:solidFill>
                <a:srgbClr val="3B3F7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21" name="pg2221"/>
            <p:cNvSpPr/>
            <p:nvPr/>
          </p:nvSpPr>
          <p:spPr>
            <a:xfrm>
              <a:off x="4577915" y="460979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4072">
                <a:alpha val="100000"/>
              </a:srgbClr>
            </a:solidFill>
            <a:ln w="5420" cap="flat">
              <a:solidFill>
                <a:srgbClr val="3B407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22" name="pg2222"/>
            <p:cNvSpPr/>
            <p:nvPr/>
          </p:nvSpPr>
          <p:spPr>
            <a:xfrm>
              <a:off x="4589552" y="460979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4072">
                <a:alpha val="100000"/>
              </a:srgbClr>
            </a:solidFill>
            <a:ln w="5420" cap="flat">
              <a:solidFill>
                <a:srgbClr val="3B407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23" name="pg2223"/>
            <p:cNvSpPr/>
            <p:nvPr/>
          </p:nvSpPr>
          <p:spPr>
            <a:xfrm>
              <a:off x="4601190" y="460979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073">
                <a:alpha val="100000"/>
              </a:srgbClr>
            </a:solidFill>
            <a:ln w="5420" cap="flat">
              <a:solidFill>
                <a:srgbClr val="3C407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24" name="pg2224"/>
            <p:cNvSpPr/>
            <p:nvPr/>
          </p:nvSpPr>
          <p:spPr>
            <a:xfrm>
              <a:off x="4543003" y="462409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073">
                <a:alpha val="100000"/>
              </a:srgbClr>
            </a:solidFill>
            <a:ln w="5420" cap="flat">
              <a:solidFill>
                <a:srgbClr val="3C407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25" name="pg2225"/>
            <p:cNvSpPr/>
            <p:nvPr/>
          </p:nvSpPr>
          <p:spPr>
            <a:xfrm>
              <a:off x="4554640" y="462409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4072">
                <a:alpha val="100000"/>
              </a:srgbClr>
            </a:solidFill>
            <a:ln w="5420" cap="flat">
              <a:solidFill>
                <a:srgbClr val="3B407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26" name="pg2226"/>
            <p:cNvSpPr/>
            <p:nvPr/>
          </p:nvSpPr>
          <p:spPr>
            <a:xfrm>
              <a:off x="4566278" y="462409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4072">
                <a:alpha val="100000"/>
              </a:srgbClr>
            </a:solidFill>
            <a:ln w="5420" cap="flat">
              <a:solidFill>
                <a:srgbClr val="3B407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27" name="pg2227"/>
            <p:cNvSpPr/>
            <p:nvPr/>
          </p:nvSpPr>
          <p:spPr>
            <a:xfrm>
              <a:off x="4577915" y="462409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4072">
                <a:alpha val="100000"/>
              </a:srgbClr>
            </a:solidFill>
            <a:ln w="5420" cap="flat">
              <a:solidFill>
                <a:srgbClr val="3B407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28" name="pg2228"/>
            <p:cNvSpPr/>
            <p:nvPr/>
          </p:nvSpPr>
          <p:spPr>
            <a:xfrm>
              <a:off x="4589552" y="462409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073">
                <a:alpha val="100000"/>
              </a:srgbClr>
            </a:solidFill>
            <a:ln w="5420" cap="flat">
              <a:solidFill>
                <a:srgbClr val="3C407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29" name="pg2229"/>
            <p:cNvSpPr/>
            <p:nvPr/>
          </p:nvSpPr>
          <p:spPr>
            <a:xfrm>
              <a:off x="3856400" y="463839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5C9B">
                <a:alpha val="100000"/>
              </a:srgbClr>
            </a:solidFill>
            <a:ln w="5420" cap="flat">
              <a:solidFill>
                <a:srgbClr val="395C9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30" name="pg2230"/>
            <p:cNvSpPr/>
            <p:nvPr/>
          </p:nvSpPr>
          <p:spPr>
            <a:xfrm>
              <a:off x="3868038" y="463839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5D9B">
                <a:alpha val="100000"/>
              </a:srgbClr>
            </a:solidFill>
            <a:ln w="5420" cap="flat">
              <a:solidFill>
                <a:srgbClr val="395D9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31" name="pg2231"/>
            <p:cNvSpPr/>
            <p:nvPr/>
          </p:nvSpPr>
          <p:spPr>
            <a:xfrm>
              <a:off x="3879675" y="463839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5D9C">
                <a:alpha val="100000"/>
              </a:srgbClr>
            </a:solidFill>
            <a:ln w="5420" cap="flat">
              <a:solidFill>
                <a:srgbClr val="395D9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32" name="pg2232"/>
            <p:cNvSpPr/>
            <p:nvPr/>
          </p:nvSpPr>
          <p:spPr>
            <a:xfrm>
              <a:off x="3891312" y="463839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5D9C">
                <a:alpha val="100000"/>
              </a:srgbClr>
            </a:solidFill>
            <a:ln w="5420" cap="flat">
              <a:solidFill>
                <a:srgbClr val="395D9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33" name="pg2233"/>
            <p:cNvSpPr/>
            <p:nvPr/>
          </p:nvSpPr>
          <p:spPr>
            <a:xfrm>
              <a:off x="4543003" y="463839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073">
                <a:alpha val="100000"/>
              </a:srgbClr>
            </a:solidFill>
            <a:ln w="5420" cap="flat">
              <a:solidFill>
                <a:srgbClr val="3C407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34" name="pg2234"/>
            <p:cNvSpPr/>
            <p:nvPr/>
          </p:nvSpPr>
          <p:spPr>
            <a:xfrm>
              <a:off x="4554640" y="463839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4072">
                <a:alpha val="100000"/>
              </a:srgbClr>
            </a:solidFill>
            <a:ln w="5420" cap="flat">
              <a:solidFill>
                <a:srgbClr val="3B407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35" name="pg2235"/>
            <p:cNvSpPr/>
            <p:nvPr/>
          </p:nvSpPr>
          <p:spPr>
            <a:xfrm>
              <a:off x="4566278" y="463839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4072">
                <a:alpha val="100000"/>
              </a:srgbClr>
            </a:solidFill>
            <a:ln w="5420" cap="flat">
              <a:solidFill>
                <a:srgbClr val="3B407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36" name="pg2236"/>
            <p:cNvSpPr/>
            <p:nvPr/>
          </p:nvSpPr>
          <p:spPr>
            <a:xfrm>
              <a:off x="4577915" y="463839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4072">
                <a:alpha val="100000"/>
              </a:srgbClr>
            </a:solidFill>
            <a:ln w="5420" cap="flat">
              <a:solidFill>
                <a:srgbClr val="3B407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37" name="pg2237"/>
            <p:cNvSpPr/>
            <p:nvPr/>
          </p:nvSpPr>
          <p:spPr>
            <a:xfrm>
              <a:off x="3856400" y="465269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5C9A">
                <a:alpha val="100000"/>
              </a:srgbClr>
            </a:solidFill>
            <a:ln w="5420" cap="flat">
              <a:solidFill>
                <a:srgbClr val="395C9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38" name="pg2238"/>
            <p:cNvSpPr/>
            <p:nvPr/>
          </p:nvSpPr>
          <p:spPr>
            <a:xfrm>
              <a:off x="3868038" y="465269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5C9A">
                <a:alpha val="100000"/>
              </a:srgbClr>
            </a:solidFill>
            <a:ln w="5420" cap="flat">
              <a:solidFill>
                <a:srgbClr val="395C9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39" name="pg2239"/>
            <p:cNvSpPr/>
            <p:nvPr/>
          </p:nvSpPr>
          <p:spPr>
            <a:xfrm>
              <a:off x="3879675" y="465269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5C9B">
                <a:alpha val="100000"/>
              </a:srgbClr>
            </a:solidFill>
            <a:ln w="5420" cap="flat">
              <a:solidFill>
                <a:srgbClr val="395C9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40" name="pg2240"/>
            <p:cNvSpPr/>
            <p:nvPr/>
          </p:nvSpPr>
          <p:spPr>
            <a:xfrm>
              <a:off x="3891312" y="465269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5C9B">
                <a:alpha val="100000"/>
              </a:srgbClr>
            </a:solidFill>
            <a:ln w="5420" cap="flat">
              <a:solidFill>
                <a:srgbClr val="395C9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41" name="pg2241"/>
            <p:cNvSpPr/>
            <p:nvPr/>
          </p:nvSpPr>
          <p:spPr>
            <a:xfrm>
              <a:off x="3902950" y="465269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5D9C">
                <a:alpha val="100000"/>
              </a:srgbClr>
            </a:solidFill>
            <a:ln w="5420" cap="flat">
              <a:solidFill>
                <a:srgbClr val="395D9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42" name="pg2242"/>
            <p:cNvSpPr/>
            <p:nvPr/>
          </p:nvSpPr>
          <p:spPr>
            <a:xfrm>
              <a:off x="3949499" y="465269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5E9C">
                <a:alpha val="100000"/>
              </a:srgbClr>
            </a:solidFill>
            <a:ln w="5420" cap="flat">
              <a:solidFill>
                <a:srgbClr val="395E9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43" name="pg2243"/>
            <p:cNvSpPr/>
            <p:nvPr/>
          </p:nvSpPr>
          <p:spPr>
            <a:xfrm>
              <a:off x="3961136" y="465269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5E9C">
                <a:alpha val="100000"/>
              </a:srgbClr>
            </a:solidFill>
            <a:ln w="5420" cap="flat">
              <a:solidFill>
                <a:srgbClr val="395E9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44" name="pg2244"/>
            <p:cNvSpPr/>
            <p:nvPr/>
          </p:nvSpPr>
          <p:spPr>
            <a:xfrm>
              <a:off x="3972774" y="465269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5E9C">
                <a:alpha val="100000"/>
              </a:srgbClr>
            </a:solidFill>
            <a:ln w="5420" cap="flat">
              <a:solidFill>
                <a:srgbClr val="395E9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45" name="pg2245"/>
            <p:cNvSpPr/>
            <p:nvPr/>
          </p:nvSpPr>
          <p:spPr>
            <a:xfrm>
              <a:off x="3984411" y="465269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5E9C">
                <a:alpha val="100000"/>
              </a:srgbClr>
            </a:solidFill>
            <a:ln w="5420" cap="flat">
              <a:solidFill>
                <a:srgbClr val="395E9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46" name="pg2246"/>
            <p:cNvSpPr/>
            <p:nvPr/>
          </p:nvSpPr>
          <p:spPr>
            <a:xfrm>
              <a:off x="3996048" y="465269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5E9C">
                <a:alpha val="100000"/>
              </a:srgbClr>
            </a:solidFill>
            <a:ln w="5420" cap="flat">
              <a:solidFill>
                <a:srgbClr val="395E9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47" name="pg2247"/>
            <p:cNvSpPr/>
            <p:nvPr/>
          </p:nvSpPr>
          <p:spPr>
            <a:xfrm>
              <a:off x="4543003" y="465269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4072">
                <a:alpha val="100000"/>
              </a:srgbClr>
            </a:solidFill>
            <a:ln w="5420" cap="flat">
              <a:solidFill>
                <a:srgbClr val="3B407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48" name="pg2248"/>
            <p:cNvSpPr/>
            <p:nvPr/>
          </p:nvSpPr>
          <p:spPr>
            <a:xfrm>
              <a:off x="4554640" y="465269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3F72">
                <a:alpha val="100000"/>
              </a:srgbClr>
            </a:solidFill>
            <a:ln w="5420" cap="flat">
              <a:solidFill>
                <a:srgbClr val="3B3F7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49" name="pg2249"/>
            <p:cNvSpPr/>
            <p:nvPr/>
          </p:nvSpPr>
          <p:spPr>
            <a:xfrm>
              <a:off x="4566278" y="465269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3F72">
                <a:alpha val="100000"/>
              </a:srgbClr>
            </a:solidFill>
            <a:ln w="5420" cap="flat">
              <a:solidFill>
                <a:srgbClr val="3B3F7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50" name="pg2250"/>
            <p:cNvSpPr/>
            <p:nvPr/>
          </p:nvSpPr>
          <p:spPr>
            <a:xfrm>
              <a:off x="4577915" y="465269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3F72">
                <a:alpha val="100000"/>
              </a:srgbClr>
            </a:solidFill>
            <a:ln w="5420" cap="flat">
              <a:solidFill>
                <a:srgbClr val="3B3F7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51" name="pg2251"/>
            <p:cNvSpPr/>
            <p:nvPr/>
          </p:nvSpPr>
          <p:spPr>
            <a:xfrm>
              <a:off x="4589552" y="465269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4072">
                <a:alpha val="100000"/>
              </a:srgbClr>
            </a:solidFill>
            <a:ln w="5420" cap="flat">
              <a:solidFill>
                <a:srgbClr val="3B407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52" name="pg2252"/>
            <p:cNvSpPr/>
            <p:nvPr/>
          </p:nvSpPr>
          <p:spPr>
            <a:xfrm>
              <a:off x="3774939" y="466699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19D">
                <a:alpha val="100000"/>
              </a:srgbClr>
            </a:solidFill>
            <a:ln w="5420" cap="flat">
              <a:solidFill>
                <a:srgbClr val="3A61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53" name="pg2253"/>
            <p:cNvSpPr/>
            <p:nvPr/>
          </p:nvSpPr>
          <p:spPr>
            <a:xfrm>
              <a:off x="3786576" y="466699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5F9D">
                <a:alpha val="100000"/>
              </a:srgbClr>
            </a:solidFill>
            <a:ln w="5420" cap="flat">
              <a:solidFill>
                <a:srgbClr val="395F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54" name="pg2254"/>
            <p:cNvSpPr/>
            <p:nvPr/>
          </p:nvSpPr>
          <p:spPr>
            <a:xfrm>
              <a:off x="3844763" y="466699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5A98">
                <a:alpha val="100000"/>
              </a:srgbClr>
            </a:solidFill>
            <a:ln w="5420" cap="flat">
              <a:solidFill>
                <a:srgbClr val="3A5A9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55" name="pg2255"/>
            <p:cNvSpPr/>
            <p:nvPr/>
          </p:nvSpPr>
          <p:spPr>
            <a:xfrm>
              <a:off x="3856400" y="466699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5A98">
                <a:alpha val="100000"/>
              </a:srgbClr>
            </a:solidFill>
            <a:ln w="5420" cap="flat">
              <a:solidFill>
                <a:srgbClr val="3A5A9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56" name="pg2256"/>
            <p:cNvSpPr/>
            <p:nvPr/>
          </p:nvSpPr>
          <p:spPr>
            <a:xfrm>
              <a:off x="3868038" y="466699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5A98">
                <a:alpha val="100000"/>
              </a:srgbClr>
            </a:solidFill>
            <a:ln w="5420" cap="flat">
              <a:solidFill>
                <a:srgbClr val="3A5A9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57" name="pg2257"/>
            <p:cNvSpPr/>
            <p:nvPr/>
          </p:nvSpPr>
          <p:spPr>
            <a:xfrm>
              <a:off x="3879675" y="466699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5B99">
                <a:alpha val="100000"/>
              </a:srgbClr>
            </a:solidFill>
            <a:ln w="5420" cap="flat">
              <a:solidFill>
                <a:srgbClr val="395B9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58" name="pg2258"/>
            <p:cNvSpPr/>
            <p:nvPr/>
          </p:nvSpPr>
          <p:spPr>
            <a:xfrm>
              <a:off x="3891312" y="466699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5C9A">
                <a:alpha val="100000"/>
              </a:srgbClr>
            </a:solidFill>
            <a:ln w="5420" cap="flat">
              <a:solidFill>
                <a:srgbClr val="395C9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59" name="pg2259"/>
            <p:cNvSpPr/>
            <p:nvPr/>
          </p:nvSpPr>
          <p:spPr>
            <a:xfrm>
              <a:off x="3902950" y="466699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5C9B">
                <a:alpha val="100000"/>
              </a:srgbClr>
            </a:solidFill>
            <a:ln w="5420" cap="flat">
              <a:solidFill>
                <a:srgbClr val="395C9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60" name="pg2260"/>
            <p:cNvSpPr/>
            <p:nvPr/>
          </p:nvSpPr>
          <p:spPr>
            <a:xfrm>
              <a:off x="3949499" y="466699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5E9C">
                <a:alpha val="100000"/>
              </a:srgbClr>
            </a:solidFill>
            <a:ln w="5420" cap="flat">
              <a:solidFill>
                <a:srgbClr val="395E9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61" name="pg2261"/>
            <p:cNvSpPr/>
            <p:nvPr/>
          </p:nvSpPr>
          <p:spPr>
            <a:xfrm>
              <a:off x="3961136" y="466699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5E9C">
                <a:alpha val="100000"/>
              </a:srgbClr>
            </a:solidFill>
            <a:ln w="5420" cap="flat">
              <a:solidFill>
                <a:srgbClr val="395E9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62" name="pg2262"/>
            <p:cNvSpPr/>
            <p:nvPr/>
          </p:nvSpPr>
          <p:spPr>
            <a:xfrm>
              <a:off x="3972774" y="466699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5E9C">
                <a:alpha val="100000"/>
              </a:srgbClr>
            </a:solidFill>
            <a:ln w="5420" cap="flat">
              <a:solidFill>
                <a:srgbClr val="395E9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63" name="pg2263"/>
            <p:cNvSpPr/>
            <p:nvPr/>
          </p:nvSpPr>
          <p:spPr>
            <a:xfrm>
              <a:off x="3984411" y="466699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5E9C">
                <a:alpha val="100000"/>
              </a:srgbClr>
            </a:solidFill>
            <a:ln w="5420" cap="flat">
              <a:solidFill>
                <a:srgbClr val="395E9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64" name="pg2264"/>
            <p:cNvSpPr/>
            <p:nvPr/>
          </p:nvSpPr>
          <p:spPr>
            <a:xfrm>
              <a:off x="3996048" y="466699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5E9C">
                <a:alpha val="100000"/>
              </a:srgbClr>
            </a:solidFill>
            <a:ln w="5420" cap="flat">
              <a:solidFill>
                <a:srgbClr val="395E9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65" name="pg2265"/>
            <p:cNvSpPr/>
            <p:nvPr/>
          </p:nvSpPr>
          <p:spPr>
            <a:xfrm>
              <a:off x="4007686" y="466699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5E9C">
                <a:alpha val="100000"/>
              </a:srgbClr>
            </a:solidFill>
            <a:ln w="5420" cap="flat">
              <a:solidFill>
                <a:srgbClr val="395E9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66" name="pg2266"/>
            <p:cNvSpPr/>
            <p:nvPr/>
          </p:nvSpPr>
          <p:spPr>
            <a:xfrm>
              <a:off x="4019323" y="466699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5D9C">
                <a:alpha val="100000"/>
              </a:srgbClr>
            </a:solidFill>
            <a:ln w="5420" cap="flat">
              <a:solidFill>
                <a:srgbClr val="395D9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67" name="pg2267"/>
            <p:cNvSpPr/>
            <p:nvPr/>
          </p:nvSpPr>
          <p:spPr>
            <a:xfrm>
              <a:off x="4030960" y="466699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5D9C">
                <a:alpha val="100000"/>
              </a:srgbClr>
            </a:solidFill>
            <a:ln w="5420" cap="flat">
              <a:solidFill>
                <a:srgbClr val="395D9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68" name="pg2268"/>
            <p:cNvSpPr/>
            <p:nvPr/>
          </p:nvSpPr>
          <p:spPr>
            <a:xfrm>
              <a:off x="4042598" y="466699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5D9C">
                <a:alpha val="100000"/>
              </a:srgbClr>
            </a:solidFill>
            <a:ln w="5420" cap="flat">
              <a:solidFill>
                <a:srgbClr val="395D9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69" name="pg2269"/>
            <p:cNvSpPr/>
            <p:nvPr/>
          </p:nvSpPr>
          <p:spPr>
            <a:xfrm>
              <a:off x="4054235" y="466699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5D9C">
                <a:alpha val="100000"/>
              </a:srgbClr>
            </a:solidFill>
            <a:ln w="5420" cap="flat">
              <a:solidFill>
                <a:srgbClr val="395D9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70" name="pg2270"/>
            <p:cNvSpPr/>
            <p:nvPr/>
          </p:nvSpPr>
          <p:spPr>
            <a:xfrm>
              <a:off x="4065872" y="466699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5C9B">
                <a:alpha val="100000"/>
              </a:srgbClr>
            </a:solidFill>
            <a:ln w="5420" cap="flat">
              <a:solidFill>
                <a:srgbClr val="395C9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71" name="pg2271"/>
            <p:cNvSpPr/>
            <p:nvPr/>
          </p:nvSpPr>
          <p:spPr>
            <a:xfrm>
              <a:off x="4077510" y="466699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5C9B">
                <a:alpha val="100000"/>
              </a:srgbClr>
            </a:solidFill>
            <a:ln w="5420" cap="flat">
              <a:solidFill>
                <a:srgbClr val="395C9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72" name="pg2272"/>
            <p:cNvSpPr/>
            <p:nvPr/>
          </p:nvSpPr>
          <p:spPr>
            <a:xfrm>
              <a:off x="4543003" y="466699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3E70">
                <a:alpha val="100000"/>
              </a:srgbClr>
            </a:solidFill>
            <a:ln w="5420" cap="flat">
              <a:solidFill>
                <a:srgbClr val="3B3E7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73" name="pg2273"/>
            <p:cNvSpPr/>
            <p:nvPr/>
          </p:nvSpPr>
          <p:spPr>
            <a:xfrm>
              <a:off x="4554640" y="466699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3E70">
                <a:alpha val="100000"/>
              </a:srgbClr>
            </a:solidFill>
            <a:ln w="5420" cap="flat">
              <a:solidFill>
                <a:srgbClr val="3B3E7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74" name="pg2274"/>
            <p:cNvSpPr/>
            <p:nvPr/>
          </p:nvSpPr>
          <p:spPr>
            <a:xfrm>
              <a:off x="4566278" y="466699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3D6F">
                <a:alpha val="100000"/>
              </a:srgbClr>
            </a:solidFill>
            <a:ln w="5420" cap="flat">
              <a:solidFill>
                <a:srgbClr val="3B3D6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75" name="pg2275"/>
            <p:cNvSpPr/>
            <p:nvPr/>
          </p:nvSpPr>
          <p:spPr>
            <a:xfrm>
              <a:off x="4577915" y="466699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3E6F">
                <a:alpha val="100000"/>
              </a:srgbClr>
            </a:solidFill>
            <a:ln w="5420" cap="flat">
              <a:solidFill>
                <a:srgbClr val="3B3E6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76" name="pg2276"/>
            <p:cNvSpPr/>
            <p:nvPr/>
          </p:nvSpPr>
          <p:spPr>
            <a:xfrm>
              <a:off x="4589552" y="466699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3E70">
                <a:alpha val="100000"/>
              </a:srgbClr>
            </a:solidFill>
            <a:ln w="5420" cap="flat">
              <a:solidFill>
                <a:srgbClr val="3B3E7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77" name="pg2277"/>
            <p:cNvSpPr/>
            <p:nvPr/>
          </p:nvSpPr>
          <p:spPr>
            <a:xfrm>
              <a:off x="3623654" y="468129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B9F">
                <a:alpha val="100000"/>
              </a:srgbClr>
            </a:solidFill>
            <a:ln w="5420" cap="flat">
              <a:solidFill>
                <a:srgbClr val="3A6B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78" name="pg2278"/>
            <p:cNvSpPr/>
            <p:nvPr/>
          </p:nvSpPr>
          <p:spPr>
            <a:xfrm>
              <a:off x="3635291" y="468129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B9F">
                <a:alpha val="100000"/>
              </a:srgbClr>
            </a:solidFill>
            <a:ln w="5420" cap="flat">
              <a:solidFill>
                <a:srgbClr val="3A6B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79" name="pg2279"/>
            <p:cNvSpPr/>
            <p:nvPr/>
          </p:nvSpPr>
          <p:spPr>
            <a:xfrm>
              <a:off x="3646928" y="468129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A9F">
                <a:alpha val="100000"/>
              </a:srgbClr>
            </a:solidFill>
            <a:ln w="5420" cap="flat">
              <a:solidFill>
                <a:srgbClr val="3A6A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80" name="pg2280"/>
            <p:cNvSpPr/>
            <p:nvPr/>
          </p:nvSpPr>
          <p:spPr>
            <a:xfrm>
              <a:off x="3658566" y="468129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A9F">
                <a:alpha val="100000"/>
              </a:srgbClr>
            </a:solidFill>
            <a:ln w="5420" cap="flat">
              <a:solidFill>
                <a:srgbClr val="3A6A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81" name="pg2281"/>
            <p:cNvSpPr/>
            <p:nvPr/>
          </p:nvSpPr>
          <p:spPr>
            <a:xfrm>
              <a:off x="3670203" y="468129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A9F">
                <a:alpha val="100000"/>
              </a:srgbClr>
            </a:solidFill>
            <a:ln w="5420" cap="flat">
              <a:solidFill>
                <a:srgbClr val="3A6A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82" name="pg2282"/>
            <p:cNvSpPr/>
            <p:nvPr/>
          </p:nvSpPr>
          <p:spPr>
            <a:xfrm>
              <a:off x="3728390" y="468129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79E">
                <a:alpha val="100000"/>
              </a:srgbClr>
            </a:solidFill>
            <a:ln w="5420" cap="flat">
              <a:solidFill>
                <a:srgbClr val="3A67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83" name="pg2283"/>
            <p:cNvSpPr/>
            <p:nvPr/>
          </p:nvSpPr>
          <p:spPr>
            <a:xfrm>
              <a:off x="3740027" y="468129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69E">
                <a:alpha val="100000"/>
              </a:srgbClr>
            </a:solidFill>
            <a:ln w="5420" cap="flat">
              <a:solidFill>
                <a:srgbClr val="3A66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84" name="pg2284"/>
            <p:cNvSpPr/>
            <p:nvPr/>
          </p:nvSpPr>
          <p:spPr>
            <a:xfrm>
              <a:off x="3751664" y="468129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49E">
                <a:alpha val="100000"/>
              </a:srgbClr>
            </a:solidFill>
            <a:ln w="5420" cap="flat">
              <a:solidFill>
                <a:srgbClr val="3A64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85" name="pg2285"/>
            <p:cNvSpPr/>
            <p:nvPr/>
          </p:nvSpPr>
          <p:spPr>
            <a:xfrm>
              <a:off x="3763302" y="468129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39D">
                <a:alpha val="100000"/>
              </a:srgbClr>
            </a:solidFill>
            <a:ln w="5420" cap="flat">
              <a:solidFill>
                <a:srgbClr val="3A63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86" name="pg2286"/>
            <p:cNvSpPr/>
            <p:nvPr/>
          </p:nvSpPr>
          <p:spPr>
            <a:xfrm>
              <a:off x="3774939" y="468129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19D">
                <a:alpha val="100000"/>
              </a:srgbClr>
            </a:solidFill>
            <a:ln w="5420" cap="flat">
              <a:solidFill>
                <a:srgbClr val="3A61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87" name="pg2287"/>
            <p:cNvSpPr/>
            <p:nvPr/>
          </p:nvSpPr>
          <p:spPr>
            <a:xfrm>
              <a:off x="3786576" y="468129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5F9D">
                <a:alpha val="100000"/>
              </a:srgbClr>
            </a:solidFill>
            <a:ln w="5420" cap="flat">
              <a:solidFill>
                <a:srgbClr val="395F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88" name="pg2288"/>
            <p:cNvSpPr/>
            <p:nvPr/>
          </p:nvSpPr>
          <p:spPr>
            <a:xfrm>
              <a:off x="3798214" y="468129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5D9C">
                <a:alpha val="100000"/>
              </a:srgbClr>
            </a:solidFill>
            <a:ln w="5420" cap="flat">
              <a:solidFill>
                <a:srgbClr val="395D9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89" name="pg2289"/>
            <p:cNvSpPr/>
            <p:nvPr/>
          </p:nvSpPr>
          <p:spPr>
            <a:xfrm>
              <a:off x="3809851" y="468129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5B99">
                <a:alpha val="100000"/>
              </a:srgbClr>
            </a:solidFill>
            <a:ln w="5420" cap="flat">
              <a:solidFill>
                <a:srgbClr val="3A5B9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90" name="pg2290"/>
            <p:cNvSpPr/>
            <p:nvPr/>
          </p:nvSpPr>
          <p:spPr>
            <a:xfrm>
              <a:off x="3821488" y="468129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5A97">
                <a:alpha val="100000"/>
              </a:srgbClr>
            </a:solidFill>
            <a:ln w="5420" cap="flat">
              <a:solidFill>
                <a:srgbClr val="3A5A9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91" name="pg2291"/>
            <p:cNvSpPr/>
            <p:nvPr/>
          </p:nvSpPr>
          <p:spPr>
            <a:xfrm>
              <a:off x="3833126" y="468129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5997">
                <a:alpha val="100000"/>
              </a:srgbClr>
            </a:solidFill>
            <a:ln w="5420" cap="flat">
              <a:solidFill>
                <a:srgbClr val="3A599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92" name="pg2292"/>
            <p:cNvSpPr/>
            <p:nvPr/>
          </p:nvSpPr>
          <p:spPr>
            <a:xfrm>
              <a:off x="3844763" y="468129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5997">
                <a:alpha val="100000"/>
              </a:srgbClr>
            </a:solidFill>
            <a:ln w="5420" cap="flat">
              <a:solidFill>
                <a:srgbClr val="3A599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93" name="pg2293"/>
            <p:cNvSpPr/>
            <p:nvPr/>
          </p:nvSpPr>
          <p:spPr>
            <a:xfrm>
              <a:off x="3856400" y="468129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5997">
                <a:alpha val="100000"/>
              </a:srgbClr>
            </a:solidFill>
            <a:ln w="5420" cap="flat">
              <a:solidFill>
                <a:srgbClr val="3A599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94" name="pg2294"/>
            <p:cNvSpPr/>
            <p:nvPr/>
          </p:nvSpPr>
          <p:spPr>
            <a:xfrm>
              <a:off x="3868038" y="468129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5A98">
                <a:alpha val="100000"/>
              </a:srgbClr>
            </a:solidFill>
            <a:ln w="5420" cap="flat">
              <a:solidFill>
                <a:srgbClr val="3A5A9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95" name="pg2295"/>
            <p:cNvSpPr/>
            <p:nvPr/>
          </p:nvSpPr>
          <p:spPr>
            <a:xfrm>
              <a:off x="3879675" y="468129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5B99">
                <a:alpha val="100000"/>
              </a:srgbClr>
            </a:solidFill>
            <a:ln w="5420" cap="flat">
              <a:solidFill>
                <a:srgbClr val="3A5B9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96" name="pg2296"/>
            <p:cNvSpPr/>
            <p:nvPr/>
          </p:nvSpPr>
          <p:spPr>
            <a:xfrm>
              <a:off x="3891312" y="468129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5B99">
                <a:alpha val="100000"/>
              </a:srgbClr>
            </a:solidFill>
            <a:ln w="5420" cap="flat">
              <a:solidFill>
                <a:srgbClr val="395B9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97" name="pg2297"/>
            <p:cNvSpPr/>
            <p:nvPr/>
          </p:nvSpPr>
          <p:spPr>
            <a:xfrm>
              <a:off x="3902950" y="468129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5C9A">
                <a:alpha val="100000"/>
              </a:srgbClr>
            </a:solidFill>
            <a:ln w="5420" cap="flat">
              <a:solidFill>
                <a:srgbClr val="395C9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98" name="pg2298"/>
            <p:cNvSpPr/>
            <p:nvPr/>
          </p:nvSpPr>
          <p:spPr>
            <a:xfrm>
              <a:off x="3914587" y="468129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5C9B">
                <a:alpha val="100000"/>
              </a:srgbClr>
            </a:solidFill>
            <a:ln w="5420" cap="flat">
              <a:solidFill>
                <a:srgbClr val="395C9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99" name="pg2299"/>
            <p:cNvSpPr/>
            <p:nvPr/>
          </p:nvSpPr>
          <p:spPr>
            <a:xfrm>
              <a:off x="3926224" y="468129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5D9C">
                <a:alpha val="100000"/>
              </a:srgbClr>
            </a:solidFill>
            <a:ln w="5420" cap="flat">
              <a:solidFill>
                <a:srgbClr val="395D9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00" name="pg2300"/>
            <p:cNvSpPr/>
            <p:nvPr/>
          </p:nvSpPr>
          <p:spPr>
            <a:xfrm>
              <a:off x="3937862" y="468129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5E9C">
                <a:alpha val="100000"/>
              </a:srgbClr>
            </a:solidFill>
            <a:ln w="5420" cap="flat">
              <a:solidFill>
                <a:srgbClr val="395E9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01" name="pg2301"/>
            <p:cNvSpPr/>
            <p:nvPr/>
          </p:nvSpPr>
          <p:spPr>
            <a:xfrm>
              <a:off x="3949499" y="468129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5E9C">
                <a:alpha val="100000"/>
              </a:srgbClr>
            </a:solidFill>
            <a:ln w="5420" cap="flat">
              <a:solidFill>
                <a:srgbClr val="395E9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02" name="pg2302"/>
            <p:cNvSpPr/>
            <p:nvPr/>
          </p:nvSpPr>
          <p:spPr>
            <a:xfrm>
              <a:off x="3961136" y="468129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5E9C">
                <a:alpha val="100000"/>
              </a:srgbClr>
            </a:solidFill>
            <a:ln w="5420" cap="flat">
              <a:solidFill>
                <a:srgbClr val="395E9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03" name="pg2303"/>
            <p:cNvSpPr/>
            <p:nvPr/>
          </p:nvSpPr>
          <p:spPr>
            <a:xfrm>
              <a:off x="3972774" y="468129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5E9C">
                <a:alpha val="100000"/>
              </a:srgbClr>
            </a:solidFill>
            <a:ln w="5420" cap="flat">
              <a:solidFill>
                <a:srgbClr val="395E9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04" name="pg2304"/>
            <p:cNvSpPr/>
            <p:nvPr/>
          </p:nvSpPr>
          <p:spPr>
            <a:xfrm>
              <a:off x="3984411" y="468129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5E9C">
                <a:alpha val="100000"/>
              </a:srgbClr>
            </a:solidFill>
            <a:ln w="5420" cap="flat">
              <a:solidFill>
                <a:srgbClr val="395E9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05" name="pg2305"/>
            <p:cNvSpPr/>
            <p:nvPr/>
          </p:nvSpPr>
          <p:spPr>
            <a:xfrm>
              <a:off x="3996048" y="468129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5E9C">
                <a:alpha val="100000"/>
              </a:srgbClr>
            </a:solidFill>
            <a:ln w="5420" cap="flat">
              <a:solidFill>
                <a:srgbClr val="395E9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06" name="pg2306"/>
            <p:cNvSpPr/>
            <p:nvPr/>
          </p:nvSpPr>
          <p:spPr>
            <a:xfrm>
              <a:off x="4007686" y="468129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5E9C">
                <a:alpha val="100000"/>
              </a:srgbClr>
            </a:solidFill>
            <a:ln w="5420" cap="flat">
              <a:solidFill>
                <a:srgbClr val="395E9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07" name="pg2307"/>
            <p:cNvSpPr/>
            <p:nvPr/>
          </p:nvSpPr>
          <p:spPr>
            <a:xfrm>
              <a:off x="4019323" y="468129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5D9C">
                <a:alpha val="100000"/>
              </a:srgbClr>
            </a:solidFill>
            <a:ln w="5420" cap="flat">
              <a:solidFill>
                <a:srgbClr val="395D9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08" name="pg2308"/>
            <p:cNvSpPr/>
            <p:nvPr/>
          </p:nvSpPr>
          <p:spPr>
            <a:xfrm>
              <a:off x="4030960" y="468129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5D9C">
                <a:alpha val="100000"/>
              </a:srgbClr>
            </a:solidFill>
            <a:ln w="5420" cap="flat">
              <a:solidFill>
                <a:srgbClr val="395D9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09" name="pg2309"/>
            <p:cNvSpPr/>
            <p:nvPr/>
          </p:nvSpPr>
          <p:spPr>
            <a:xfrm>
              <a:off x="4042598" y="468129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5D9C">
                <a:alpha val="100000"/>
              </a:srgbClr>
            </a:solidFill>
            <a:ln w="5420" cap="flat">
              <a:solidFill>
                <a:srgbClr val="395D9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10" name="pg2310"/>
            <p:cNvSpPr/>
            <p:nvPr/>
          </p:nvSpPr>
          <p:spPr>
            <a:xfrm>
              <a:off x="4054235" y="468129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5D9C">
                <a:alpha val="100000"/>
              </a:srgbClr>
            </a:solidFill>
            <a:ln w="5420" cap="flat">
              <a:solidFill>
                <a:srgbClr val="395D9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11" name="pg2311"/>
            <p:cNvSpPr/>
            <p:nvPr/>
          </p:nvSpPr>
          <p:spPr>
            <a:xfrm>
              <a:off x="4065872" y="468129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5D9B">
                <a:alpha val="100000"/>
              </a:srgbClr>
            </a:solidFill>
            <a:ln w="5420" cap="flat">
              <a:solidFill>
                <a:srgbClr val="395D9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12" name="pg2312"/>
            <p:cNvSpPr/>
            <p:nvPr/>
          </p:nvSpPr>
          <p:spPr>
            <a:xfrm>
              <a:off x="4077510" y="468129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5C9B">
                <a:alpha val="100000"/>
              </a:srgbClr>
            </a:solidFill>
            <a:ln w="5420" cap="flat">
              <a:solidFill>
                <a:srgbClr val="395C9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13" name="pg2313"/>
            <p:cNvSpPr/>
            <p:nvPr/>
          </p:nvSpPr>
          <p:spPr>
            <a:xfrm>
              <a:off x="4089147" y="468129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5C9B">
                <a:alpha val="100000"/>
              </a:srgbClr>
            </a:solidFill>
            <a:ln w="5420" cap="flat">
              <a:solidFill>
                <a:srgbClr val="395C9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14" name="pg2314"/>
            <p:cNvSpPr/>
            <p:nvPr/>
          </p:nvSpPr>
          <p:spPr>
            <a:xfrm>
              <a:off x="4124059" y="468129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5C9A">
                <a:alpha val="100000"/>
              </a:srgbClr>
            </a:solidFill>
            <a:ln w="5420" cap="flat">
              <a:solidFill>
                <a:srgbClr val="395C9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15" name="pg2315"/>
            <p:cNvSpPr/>
            <p:nvPr/>
          </p:nvSpPr>
          <p:spPr>
            <a:xfrm>
              <a:off x="4543003" y="468129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3E6F">
                <a:alpha val="100000"/>
              </a:srgbClr>
            </a:solidFill>
            <a:ln w="5420" cap="flat">
              <a:solidFill>
                <a:srgbClr val="3B3E6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16" name="pg2316"/>
            <p:cNvSpPr/>
            <p:nvPr/>
          </p:nvSpPr>
          <p:spPr>
            <a:xfrm>
              <a:off x="4554640" y="468129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3D6F">
                <a:alpha val="100000"/>
              </a:srgbClr>
            </a:solidFill>
            <a:ln w="5420" cap="flat">
              <a:solidFill>
                <a:srgbClr val="3B3D6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17" name="pg2317"/>
            <p:cNvSpPr/>
            <p:nvPr/>
          </p:nvSpPr>
          <p:spPr>
            <a:xfrm>
              <a:off x="4566278" y="468129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3D6E">
                <a:alpha val="100000"/>
              </a:srgbClr>
            </a:solidFill>
            <a:ln w="5420" cap="flat">
              <a:solidFill>
                <a:srgbClr val="3B3D6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18" name="pg2318"/>
            <p:cNvSpPr/>
            <p:nvPr/>
          </p:nvSpPr>
          <p:spPr>
            <a:xfrm>
              <a:off x="4577915" y="468129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3D6E">
                <a:alpha val="100000"/>
              </a:srgbClr>
            </a:solidFill>
            <a:ln w="5420" cap="flat">
              <a:solidFill>
                <a:srgbClr val="3B3D6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19" name="pg2319"/>
            <p:cNvSpPr/>
            <p:nvPr/>
          </p:nvSpPr>
          <p:spPr>
            <a:xfrm>
              <a:off x="4589552" y="468129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3D6F">
                <a:alpha val="100000"/>
              </a:srgbClr>
            </a:solidFill>
            <a:ln w="5420" cap="flat">
              <a:solidFill>
                <a:srgbClr val="3B3D6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20" name="pg2320"/>
            <p:cNvSpPr/>
            <p:nvPr/>
          </p:nvSpPr>
          <p:spPr>
            <a:xfrm>
              <a:off x="3612016" y="469559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C9F">
                <a:alpha val="100000"/>
              </a:srgbClr>
            </a:solidFill>
            <a:ln w="5420" cap="flat">
              <a:solidFill>
                <a:srgbClr val="3A6C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21" name="pg2321"/>
            <p:cNvSpPr/>
            <p:nvPr/>
          </p:nvSpPr>
          <p:spPr>
            <a:xfrm>
              <a:off x="3623654" y="469559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B9F">
                <a:alpha val="100000"/>
              </a:srgbClr>
            </a:solidFill>
            <a:ln w="5420" cap="flat">
              <a:solidFill>
                <a:srgbClr val="3A6B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22" name="pg2322"/>
            <p:cNvSpPr/>
            <p:nvPr/>
          </p:nvSpPr>
          <p:spPr>
            <a:xfrm>
              <a:off x="3635291" y="469559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B9F">
                <a:alpha val="100000"/>
              </a:srgbClr>
            </a:solidFill>
            <a:ln w="5420" cap="flat">
              <a:solidFill>
                <a:srgbClr val="3A6B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23" name="pg2323"/>
            <p:cNvSpPr/>
            <p:nvPr/>
          </p:nvSpPr>
          <p:spPr>
            <a:xfrm>
              <a:off x="3646928" y="469559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B9F">
                <a:alpha val="100000"/>
              </a:srgbClr>
            </a:solidFill>
            <a:ln w="5420" cap="flat">
              <a:solidFill>
                <a:srgbClr val="3A6B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24" name="pg2324"/>
            <p:cNvSpPr/>
            <p:nvPr/>
          </p:nvSpPr>
          <p:spPr>
            <a:xfrm>
              <a:off x="3658566" y="469559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B9F">
                <a:alpha val="100000"/>
              </a:srgbClr>
            </a:solidFill>
            <a:ln w="5420" cap="flat">
              <a:solidFill>
                <a:srgbClr val="3A6B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25" name="pg2325"/>
            <p:cNvSpPr/>
            <p:nvPr/>
          </p:nvSpPr>
          <p:spPr>
            <a:xfrm>
              <a:off x="3670203" y="469559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A9F">
                <a:alpha val="100000"/>
              </a:srgbClr>
            </a:solidFill>
            <a:ln w="5420" cap="flat">
              <a:solidFill>
                <a:srgbClr val="3A6A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26" name="pg2326"/>
            <p:cNvSpPr/>
            <p:nvPr/>
          </p:nvSpPr>
          <p:spPr>
            <a:xfrm>
              <a:off x="3681840" y="469559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A9F">
                <a:alpha val="100000"/>
              </a:srgbClr>
            </a:solidFill>
            <a:ln w="5420" cap="flat">
              <a:solidFill>
                <a:srgbClr val="3A6A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27" name="pg2327"/>
            <p:cNvSpPr/>
            <p:nvPr/>
          </p:nvSpPr>
          <p:spPr>
            <a:xfrm>
              <a:off x="3693478" y="469559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99F">
                <a:alpha val="100000"/>
              </a:srgbClr>
            </a:solidFill>
            <a:ln w="5420" cap="flat">
              <a:solidFill>
                <a:srgbClr val="3A69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28" name="pg2328"/>
            <p:cNvSpPr/>
            <p:nvPr/>
          </p:nvSpPr>
          <p:spPr>
            <a:xfrm>
              <a:off x="3705115" y="469559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99F">
                <a:alpha val="100000"/>
              </a:srgbClr>
            </a:solidFill>
            <a:ln w="5420" cap="flat">
              <a:solidFill>
                <a:srgbClr val="3A69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29" name="pg2329"/>
            <p:cNvSpPr/>
            <p:nvPr/>
          </p:nvSpPr>
          <p:spPr>
            <a:xfrm>
              <a:off x="3716752" y="469559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89F">
                <a:alpha val="100000"/>
              </a:srgbClr>
            </a:solidFill>
            <a:ln w="5420" cap="flat">
              <a:solidFill>
                <a:srgbClr val="3A68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30" name="pg2330"/>
            <p:cNvSpPr/>
            <p:nvPr/>
          </p:nvSpPr>
          <p:spPr>
            <a:xfrm>
              <a:off x="3728390" y="469559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79E">
                <a:alpha val="100000"/>
              </a:srgbClr>
            </a:solidFill>
            <a:ln w="5420" cap="flat">
              <a:solidFill>
                <a:srgbClr val="3A67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31" name="pg2331"/>
            <p:cNvSpPr/>
            <p:nvPr/>
          </p:nvSpPr>
          <p:spPr>
            <a:xfrm>
              <a:off x="3740027" y="469559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69E">
                <a:alpha val="100000"/>
              </a:srgbClr>
            </a:solidFill>
            <a:ln w="5420" cap="flat">
              <a:solidFill>
                <a:srgbClr val="3A66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32" name="pg2332"/>
            <p:cNvSpPr/>
            <p:nvPr/>
          </p:nvSpPr>
          <p:spPr>
            <a:xfrm>
              <a:off x="3751664" y="469559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59E">
                <a:alpha val="100000"/>
              </a:srgbClr>
            </a:solidFill>
            <a:ln w="5420" cap="flat">
              <a:solidFill>
                <a:srgbClr val="3A65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33" name="pg2333"/>
            <p:cNvSpPr/>
            <p:nvPr/>
          </p:nvSpPr>
          <p:spPr>
            <a:xfrm>
              <a:off x="3763302" y="469559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39E">
                <a:alpha val="100000"/>
              </a:srgbClr>
            </a:solidFill>
            <a:ln w="5420" cap="flat">
              <a:solidFill>
                <a:srgbClr val="3A63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34" name="pg2334"/>
            <p:cNvSpPr/>
            <p:nvPr/>
          </p:nvSpPr>
          <p:spPr>
            <a:xfrm>
              <a:off x="3774939" y="469559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19D">
                <a:alpha val="100000"/>
              </a:srgbClr>
            </a:solidFill>
            <a:ln w="5420" cap="flat">
              <a:solidFill>
                <a:srgbClr val="3A61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35" name="pg2335"/>
            <p:cNvSpPr/>
            <p:nvPr/>
          </p:nvSpPr>
          <p:spPr>
            <a:xfrm>
              <a:off x="3786576" y="469559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5F9D">
                <a:alpha val="100000"/>
              </a:srgbClr>
            </a:solidFill>
            <a:ln w="5420" cap="flat">
              <a:solidFill>
                <a:srgbClr val="395F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36" name="pg2336"/>
            <p:cNvSpPr/>
            <p:nvPr/>
          </p:nvSpPr>
          <p:spPr>
            <a:xfrm>
              <a:off x="3798214" y="469559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5D9C">
                <a:alpha val="100000"/>
              </a:srgbClr>
            </a:solidFill>
            <a:ln w="5420" cap="flat">
              <a:solidFill>
                <a:srgbClr val="395D9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37" name="pg2337"/>
            <p:cNvSpPr/>
            <p:nvPr/>
          </p:nvSpPr>
          <p:spPr>
            <a:xfrm>
              <a:off x="3809851" y="469559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5A98">
                <a:alpha val="100000"/>
              </a:srgbClr>
            </a:solidFill>
            <a:ln w="5420" cap="flat">
              <a:solidFill>
                <a:srgbClr val="3A5A9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38" name="pg2338"/>
            <p:cNvSpPr/>
            <p:nvPr/>
          </p:nvSpPr>
          <p:spPr>
            <a:xfrm>
              <a:off x="3821488" y="469559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5997">
                <a:alpha val="100000"/>
              </a:srgbClr>
            </a:solidFill>
            <a:ln w="5420" cap="flat">
              <a:solidFill>
                <a:srgbClr val="3A599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39" name="pg2339"/>
            <p:cNvSpPr/>
            <p:nvPr/>
          </p:nvSpPr>
          <p:spPr>
            <a:xfrm>
              <a:off x="3833126" y="469559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5996">
                <a:alpha val="100000"/>
              </a:srgbClr>
            </a:solidFill>
            <a:ln w="5420" cap="flat">
              <a:solidFill>
                <a:srgbClr val="3A599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40" name="pg2340"/>
            <p:cNvSpPr/>
            <p:nvPr/>
          </p:nvSpPr>
          <p:spPr>
            <a:xfrm>
              <a:off x="3844763" y="469559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5996">
                <a:alpha val="100000"/>
              </a:srgbClr>
            </a:solidFill>
            <a:ln w="5420" cap="flat">
              <a:solidFill>
                <a:srgbClr val="3A599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41" name="pg2341"/>
            <p:cNvSpPr/>
            <p:nvPr/>
          </p:nvSpPr>
          <p:spPr>
            <a:xfrm>
              <a:off x="3856400" y="469559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5997">
                <a:alpha val="100000"/>
              </a:srgbClr>
            </a:solidFill>
            <a:ln w="5420" cap="flat">
              <a:solidFill>
                <a:srgbClr val="3A599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42" name="pg2342"/>
            <p:cNvSpPr/>
            <p:nvPr/>
          </p:nvSpPr>
          <p:spPr>
            <a:xfrm>
              <a:off x="3868038" y="469559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5A97">
                <a:alpha val="100000"/>
              </a:srgbClr>
            </a:solidFill>
            <a:ln w="5420" cap="flat">
              <a:solidFill>
                <a:srgbClr val="3A5A9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43" name="pg2343"/>
            <p:cNvSpPr/>
            <p:nvPr/>
          </p:nvSpPr>
          <p:spPr>
            <a:xfrm>
              <a:off x="3879675" y="469559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5A98">
                <a:alpha val="100000"/>
              </a:srgbClr>
            </a:solidFill>
            <a:ln w="5420" cap="flat">
              <a:solidFill>
                <a:srgbClr val="3A5A9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44" name="pg2344"/>
            <p:cNvSpPr/>
            <p:nvPr/>
          </p:nvSpPr>
          <p:spPr>
            <a:xfrm>
              <a:off x="3891312" y="469559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5B99">
                <a:alpha val="100000"/>
              </a:srgbClr>
            </a:solidFill>
            <a:ln w="5420" cap="flat">
              <a:solidFill>
                <a:srgbClr val="395B9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45" name="pg2345"/>
            <p:cNvSpPr/>
            <p:nvPr/>
          </p:nvSpPr>
          <p:spPr>
            <a:xfrm>
              <a:off x="3902950" y="469559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5C9A">
                <a:alpha val="100000"/>
              </a:srgbClr>
            </a:solidFill>
            <a:ln w="5420" cap="flat">
              <a:solidFill>
                <a:srgbClr val="395C9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46" name="pg2346"/>
            <p:cNvSpPr/>
            <p:nvPr/>
          </p:nvSpPr>
          <p:spPr>
            <a:xfrm>
              <a:off x="3914587" y="469559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5C9B">
                <a:alpha val="100000"/>
              </a:srgbClr>
            </a:solidFill>
            <a:ln w="5420" cap="flat">
              <a:solidFill>
                <a:srgbClr val="395C9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47" name="pg2347"/>
            <p:cNvSpPr/>
            <p:nvPr/>
          </p:nvSpPr>
          <p:spPr>
            <a:xfrm>
              <a:off x="3926224" y="469559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5D9C">
                <a:alpha val="100000"/>
              </a:srgbClr>
            </a:solidFill>
            <a:ln w="5420" cap="flat">
              <a:solidFill>
                <a:srgbClr val="395D9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48" name="pg2348"/>
            <p:cNvSpPr/>
            <p:nvPr/>
          </p:nvSpPr>
          <p:spPr>
            <a:xfrm>
              <a:off x="3937862" y="469559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5E9C">
                <a:alpha val="100000"/>
              </a:srgbClr>
            </a:solidFill>
            <a:ln w="5420" cap="flat">
              <a:solidFill>
                <a:srgbClr val="395E9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49" name="pg2349"/>
            <p:cNvSpPr/>
            <p:nvPr/>
          </p:nvSpPr>
          <p:spPr>
            <a:xfrm>
              <a:off x="3949499" y="469559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5E9C">
                <a:alpha val="100000"/>
              </a:srgbClr>
            </a:solidFill>
            <a:ln w="5420" cap="flat">
              <a:solidFill>
                <a:srgbClr val="395E9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50" name="pg2350"/>
            <p:cNvSpPr/>
            <p:nvPr/>
          </p:nvSpPr>
          <p:spPr>
            <a:xfrm>
              <a:off x="3961136" y="469559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5E9C">
                <a:alpha val="100000"/>
              </a:srgbClr>
            </a:solidFill>
            <a:ln w="5420" cap="flat">
              <a:solidFill>
                <a:srgbClr val="395E9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51" name="pg2351"/>
            <p:cNvSpPr/>
            <p:nvPr/>
          </p:nvSpPr>
          <p:spPr>
            <a:xfrm>
              <a:off x="3972774" y="469559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5E9C">
                <a:alpha val="100000"/>
              </a:srgbClr>
            </a:solidFill>
            <a:ln w="5420" cap="flat">
              <a:solidFill>
                <a:srgbClr val="395E9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52" name="pg2352"/>
            <p:cNvSpPr/>
            <p:nvPr/>
          </p:nvSpPr>
          <p:spPr>
            <a:xfrm>
              <a:off x="3984411" y="469559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5E9C">
                <a:alpha val="100000"/>
              </a:srgbClr>
            </a:solidFill>
            <a:ln w="5420" cap="flat">
              <a:solidFill>
                <a:srgbClr val="395E9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53" name="pg2353"/>
            <p:cNvSpPr/>
            <p:nvPr/>
          </p:nvSpPr>
          <p:spPr>
            <a:xfrm>
              <a:off x="3996048" y="469559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5E9C">
                <a:alpha val="100000"/>
              </a:srgbClr>
            </a:solidFill>
            <a:ln w="5420" cap="flat">
              <a:solidFill>
                <a:srgbClr val="395E9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54" name="pg2354"/>
            <p:cNvSpPr/>
            <p:nvPr/>
          </p:nvSpPr>
          <p:spPr>
            <a:xfrm>
              <a:off x="4007686" y="469559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5E9C">
                <a:alpha val="100000"/>
              </a:srgbClr>
            </a:solidFill>
            <a:ln w="5420" cap="flat">
              <a:solidFill>
                <a:srgbClr val="395E9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55" name="pg2355"/>
            <p:cNvSpPr/>
            <p:nvPr/>
          </p:nvSpPr>
          <p:spPr>
            <a:xfrm>
              <a:off x="4019323" y="469559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5E9C">
                <a:alpha val="100000"/>
              </a:srgbClr>
            </a:solidFill>
            <a:ln w="5420" cap="flat">
              <a:solidFill>
                <a:srgbClr val="395E9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56" name="pg2356"/>
            <p:cNvSpPr/>
            <p:nvPr/>
          </p:nvSpPr>
          <p:spPr>
            <a:xfrm>
              <a:off x="4030960" y="469559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5D9C">
                <a:alpha val="100000"/>
              </a:srgbClr>
            </a:solidFill>
            <a:ln w="5420" cap="flat">
              <a:solidFill>
                <a:srgbClr val="395D9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57" name="pg2357"/>
            <p:cNvSpPr/>
            <p:nvPr/>
          </p:nvSpPr>
          <p:spPr>
            <a:xfrm>
              <a:off x="4042598" y="469559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5D9C">
                <a:alpha val="100000"/>
              </a:srgbClr>
            </a:solidFill>
            <a:ln w="5420" cap="flat">
              <a:solidFill>
                <a:srgbClr val="395D9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58" name="pg2358"/>
            <p:cNvSpPr/>
            <p:nvPr/>
          </p:nvSpPr>
          <p:spPr>
            <a:xfrm>
              <a:off x="4054235" y="469559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5D9C">
                <a:alpha val="100000"/>
              </a:srgbClr>
            </a:solidFill>
            <a:ln w="5420" cap="flat">
              <a:solidFill>
                <a:srgbClr val="395D9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59" name="pg2359"/>
            <p:cNvSpPr/>
            <p:nvPr/>
          </p:nvSpPr>
          <p:spPr>
            <a:xfrm>
              <a:off x="4065872" y="469559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5D9B">
                <a:alpha val="100000"/>
              </a:srgbClr>
            </a:solidFill>
            <a:ln w="5420" cap="flat">
              <a:solidFill>
                <a:srgbClr val="395D9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60" name="pg2360"/>
            <p:cNvSpPr/>
            <p:nvPr/>
          </p:nvSpPr>
          <p:spPr>
            <a:xfrm>
              <a:off x="4077510" y="469559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5C9B">
                <a:alpha val="100000"/>
              </a:srgbClr>
            </a:solidFill>
            <a:ln w="5420" cap="flat">
              <a:solidFill>
                <a:srgbClr val="395C9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61" name="pg2361"/>
            <p:cNvSpPr/>
            <p:nvPr/>
          </p:nvSpPr>
          <p:spPr>
            <a:xfrm>
              <a:off x="4089147" y="469559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5C9B">
                <a:alpha val="100000"/>
              </a:srgbClr>
            </a:solidFill>
            <a:ln w="5420" cap="flat">
              <a:solidFill>
                <a:srgbClr val="395C9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62" name="pg2362"/>
            <p:cNvSpPr/>
            <p:nvPr/>
          </p:nvSpPr>
          <p:spPr>
            <a:xfrm>
              <a:off x="4100784" y="469559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5C9B">
                <a:alpha val="100000"/>
              </a:srgbClr>
            </a:solidFill>
            <a:ln w="5420" cap="flat">
              <a:solidFill>
                <a:srgbClr val="395C9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63" name="pg2363"/>
            <p:cNvSpPr/>
            <p:nvPr/>
          </p:nvSpPr>
          <p:spPr>
            <a:xfrm>
              <a:off x="4112422" y="469559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5C9B">
                <a:alpha val="100000"/>
              </a:srgbClr>
            </a:solidFill>
            <a:ln w="5420" cap="flat">
              <a:solidFill>
                <a:srgbClr val="395C9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64" name="pg2364"/>
            <p:cNvSpPr/>
            <p:nvPr/>
          </p:nvSpPr>
          <p:spPr>
            <a:xfrm>
              <a:off x="4124059" y="469559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5C9B">
                <a:alpha val="100000"/>
              </a:srgbClr>
            </a:solidFill>
            <a:ln w="5420" cap="flat">
              <a:solidFill>
                <a:srgbClr val="395C9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65" name="pg2365"/>
            <p:cNvSpPr/>
            <p:nvPr/>
          </p:nvSpPr>
          <p:spPr>
            <a:xfrm>
              <a:off x="4135696" y="469559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5C9A">
                <a:alpha val="100000"/>
              </a:srgbClr>
            </a:solidFill>
            <a:ln w="5420" cap="flat">
              <a:solidFill>
                <a:srgbClr val="395C9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66" name="pg2366"/>
            <p:cNvSpPr/>
            <p:nvPr/>
          </p:nvSpPr>
          <p:spPr>
            <a:xfrm>
              <a:off x="4147334" y="469559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5C9A">
                <a:alpha val="100000"/>
              </a:srgbClr>
            </a:solidFill>
            <a:ln w="5420" cap="flat">
              <a:solidFill>
                <a:srgbClr val="395C9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67" name="pg2367"/>
            <p:cNvSpPr/>
            <p:nvPr/>
          </p:nvSpPr>
          <p:spPr>
            <a:xfrm>
              <a:off x="4554640" y="469559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3D6F">
                <a:alpha val="100000"/>
              </a:srgbClr>
            </a:solidFill>
            <a:ln w="5420" cap="flat">
              <a:solidFill>
                <a:srgbClr val="3B3D6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68" name="pg2368"/>
            <p:cNvSpPr/>
            <p:nvPr/>
          </p:nvSpPr>
          <p:spPr>
            <a:xfrm>
              <a:off x="4566278" y="469559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3D6E">
                <a:alpha val="100000"/>
              </a:srgbClr>
            </a:solidFill>
            <a:ln w="5420" cap="flat">
              <a:solidFill>
                <a:srgbClr val="3B3D6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69" name="pg2369"/>
            <p:cNvSpPr/>
            <p:nvPr/>
          </p:nvSpPr>
          <p:spPr>
            <a:xfrm>
              <a:off x="4577915" y="469559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3D6E">
                <a:alpha val="100000"/>
              </a:srgbClr>
            </a:solidFill>
            <a:ln w="5420" cap="flat">
              <a:solidFill>
                <a:srgbClr val="3B3D6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70" name="pg2370"/>
            <p:cNvSpPr/>
            <p:nvPr/>
          </p:nvSpPr>
          <p:spPr>
            <a:xfrm>
              <a:off x="4589552" y="469559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3D6F">
                <a:alpha val="100000"/>
              </a:srgbClr>
            </a:solidFill>
            <a:ln w="5420" cap="flat">
              <a:solidFill>
                <a:srgbClr val="3B3D6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71" name="pg2371"/>
            <p:cNvSpPr/>
            <p:nvPr/>
          </p:nvSpPr>
          <p:spPr>
            <a:xfrm>
              <a:off x="3600379" y="470989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CA0">
                <a:alpha val="100000"/>
              </a:srgbClr>
            </a:solidFill>
            <a:ln w="5420" cap="flat">
              <a:solidFill>
                <a:srgbClr val="3A6CA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72" name="pg2372"/>
            <p:cNvSpPr/>
            <p:nvPr/>
          </p:nvSpPr>
          <p:spPr>
            <a:xfrm>
              <a:off x="3612016" y="470989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C9F">
                <a:alpha val="100000"/>
              </a:srgbClr>
            </a:solidFill>
            <a:ln w="5420" cap="flat">
              <a:solidFill>
                <a:srgbClr val="3A6C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73" name="pg2373"/>
            <p:cNvSpPr/>
            <p:nvPr/>
          </p:nvSpPr>
          <p:spPr>
            <a:xfrm>
              <a:off x="3623654" y="470989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B9F">
                <a:alpha val="100000"/>
              </a:srgbClr>
            </a:solidFill>
            <a:ln w="5420" cap="flat">
              <a:solidFill>
                <a:srgbClr val="3A6B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74" name="pg2374"/>
            <p:cNvSpPr/>
            <p:nvPr/>
          </p:nvSpPr>
          <p:spPr>
            <a:xfrm>
              <a:off x="3635291" y="470989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B9F">
                <a:alpha val="100000"/>
              </a:srgbClr>
            </a:solidFill>
            <a:ln w="5420" cap="flat">
              <a:solidFill>
                <a:srgbClr val="3A6B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75" name="pg2375"/>
            <p:cNvSpPr/>
            <p:nvPr/>
          </p:nvSpPr>
          <p:spPr>
            <a:xfrm>
              <a:off x="3646928" y="470989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B9F">
                <a:alpha val="100000"/>
              </a:srgbClr>
            </a:solidFill>
            <a:ln w="5420" cap="flat">
              <a:solidFill>
                <a:srgbClr val="3A6B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76" name="pg2376"/>
            <p:cNvSpPr/>
            <p:nvPr/>
          </p:nvSpPr>
          <p:spPr>
            <a:xfrm>
              <a:off x="3658566" y="470989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B9F">
                <a:alpha val="100000"/>
              </a:srgbClr>
            </a:solidFill>
            <a:ln w="5420" cap="flat">
              <a:solidFill>
                <a:srgbClr val="3A6B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77" name="pg2377"/>
            <p:cNvSpPr/>
            <p:nvPr/>
          </p:nvSpPr>
          <p:spPr>
            <a:xfrm>
              <a:off x="3670203" y="470989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B9F">
                <a:alpha val="100000"/>
              </a:srgbClr>
            </a:solidFill>
            <a:ln w="5420" cap="flat">
              <a:solidFill>
                <a:srgbClr val="3A6B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78" name="pg2378"/>
            <p:cNvSpPr/>
            <p:nvPr/>
          </p:nvSpPr>
          <p:spPr>
            <a:xfrm>
              <a:off x="3681840" y="470989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B9F">
                <a:alpha val="100000"/>
              </a:srgbClr>
            </a:solidFill>
            <a:ln w="5420" cap="flat">
              <a:solidFill>
                <a:srgbClr val="3A6B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79" name="pg2379"/>
            <p:cNvSpPr/>
            <p:nvPr/>
          </p:nvSpPr>
          <p:spPr>
            <a:xfrm>
              <a:off x="3693478" y="470989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A9F">
                <a:alpha val="100000"/>
              </a:srgbClr>
            </a:solidFill>
            <a:ln w="5420" cap="flat">
              <a:solidFill>
                <a:srgbClr val="3A6A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80" name="pg2380"/>
            <p:cNvSpPr/>
            <p:nvPr/>
          </p:nvSpPr>
          <p:spPr>
            <a:xfrm>
              <a:off x="3705115" y="470989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A9F">
                <a:alpha val="100000"/>
              </a:srgbClr>
            </a:solidFill>
            <a:ln w="5420" cap="flat">
              <a:solidFill>
                <a:srgbClr val="3A6A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81" name="pg2381"/>
            <p:cNvSpPr/>
            <p:nvPr/>
          </p:nvSpPr>
          <p:spPr>
            <a:xfrm>
              <a:off x="3716752" y="470989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99F">
                <a:alpha val="100000"/>
              </a:srgbClr>
            </a:solidFill>
            <a:ln w="5420" cap="flat">
              <a:solidFill>
                <a:srgbClr val="3A69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82" name="pg2382"/>
            <p:cNvSpPr/>
            <p:nvPr/>
          </p:nvSpPr>
          <p:spPr>
            <a:xfrm>
              <a:off x="3728390" y="470989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89F">
                <a:alpha val="100000"/>
              </a:srgbClr>
            </a:solidFill>
            <a:ln w="5420" cap="flat">
              <a:solidFill>
                <a:srgbClr val="3A68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83" name="pg2383"/>
            <p:cNvSpPr/>
            <p:nvPr/>
          </p:nvSpPr>
          <p:spPr>
            <a:xfrm>
              <a:off x="3740027" y="470989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79E">
                <a:alpha val="100000"/>
              </a:srgbClr>
            </a:solidFill>
            <a:ln w="5420" cap="flat">
              <a:solidFill>
                <a:srgbClr val="3A67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84" name="pg2384"/>
            <p:cNvSpPr/>
            <p:nvPr/>
          </p:nvSpPr>
          <p:spPr>
            <a:xfrm>
              <a:off x="3751664" y="470989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69E">
                <a:alpha val="100000"/>
              </a:srgbClr>
            </a:solidFill>
            <a:ln w="5420" cap="flat">
              <a:solidFill>
                <a:srgbClr val="3A66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85" name="pg2385"/>
            <p:cNvSpPr/>
            <p:nvPr/>
          </p:nvSpPr>
          <p:spPr>
            <a:xfrm>
              <a:off x="3763302" y="470989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49E">
                <a:alpha val="100000"/>
              </a:srgbClr>
            </a:solidFill>
            <a:ln w="5420" cap="flat">
              <a:solidFill>
                <a:srgbClr val="3A64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86" name="pg2386"/>
            <p:cNvSpPr/>
            <p:nvPr/>
          </p:nvSpPr>
          <p:spPr>
            <a:xfrm>
              <a:off x="3774939" y="470989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29D">
                <a:alpha val="100000"/>
              </a:srgbClr>
            </a:solidFill>
            <a:ln w="5420" cap="flat">
              <a:solidFill>
                <a:srgbClr val="3A62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87" name="pg2387"/>
            <p:cNvSpPr/>
            <p:nvPr/>
          </p:nvSpPr>
          <p:spPr>
            <a:xfrm>
              <a:off x="3786576" y="470989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609D">
                <a:alpha val="100000"/>
              </a:srgbClr>
            </a:solidFill>
            <a:ln w="5420" cap="flat">
              <a:solidFill>
                <a:srgbClr val="3960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88" name="pg2388"/>
            <p:cNvSpPr/>
            <p:nvPr/>
          </p:nvSpPr>
          <p:spPr>
            <a:xfrm>
              <a:off x="3798214" y="470989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5E9C">
                <a:alpha val="100000"/>
              </a:srgbClr>
            </a:solidFill>
            <a:ln w="5420" cap="flat">
              <a:solidFill>
                <a:srgbClr val="395E9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89" name="pg2389"/>
            <p:cNvSpPr/>
            <p:nvPr/>
          </p:nvSpPr>
          <p:spPr>
            <a:xfrm>
              <a:off x="3809851" y="470989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5B99">
                <a:alpha val="100000"/>
              </a:srgbClr>
            </a:solidFill>
            <a:ln w="5420" cap="flat">
              <a:solidFill>
                <a:srgbClr val="3A5B9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90" name="pg2390"/>
            <p:cNvSpPr/>
            <p:nvPr/>
          </p:nvSpPr>
          <p:spPr>
            <a:xfrm>
              <a:off x="3821488" y="470989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5A97">
                <a:alpha val="100000"/>
              </a:srgbClr>
            </a:solidFill>
            <a:ln w="5420" cap="flat">
              <a:solidFill>
                <a:srgbClr val="3A5A9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91" name="pg2391"/>
            <p:cNvSpPr/>
            <p:nvPr/>
          </p:nvSpPr>
          <p:spPr>
            <a:xfrm>
              <a:off x="3833126" y="470989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5996">
                <a:alpha val="100000"/>
              </a:srgbClr>
            </a:solidFill>
            <a:ln w="5420" cap="flat">
              <a:solidFill>
                <a:srgbClr val="3A599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92" name="pg2392"/>
            <p:cNvSpPr/>
            <p:nvPr/>
          </p:nvSpPr>
          <p:spPr>
            <a:xfrm>
              <a:off x="3844763" y="470989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5996">
                <a:alpha val="100000"/>
              </a:srgbClr>
            </a:solidFill>
            <a:ln w="5420" cap="flat">
              <a:solidFill>
                <a:srgbClr val="3A599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93" name="pg2393"/>
            <p:cNvSpPr/>
            <p:nvPr/>
          </p:nvSpPr>
          <p:spPr>
            <a:xfrm>
              <a:off x="3856400" y="470989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5997">
                <a:alpha val="100000"/>
              </a:srgbClr>
            </a:solidFill>
            <a:ln w="5420" cap="flat">
              <a:solidFill>
                <a:srgbClr val="3A599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94" name="pg2394"/>
            <p:cNvSpPr/>
            <p:nvPr/>
          </p:nvSpPr>
          <p:spPr>
            <a:xfrm>
              <a:off x="3868038" y="470989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5A98">
                <a:alpha val="100000"/>
              </a:srgbClr>
            </a:solidFill>
            <a:ln w="5420" cap="flat">
              <a:solidFill>
                <a:srgbClr val="3A5A9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95" name="pg2395"/>
            <p:cNvSpPr/>
            <p:nvPr/>
          </p:nvSpPr>
          <p:spPr>
            <a:xfrm>
              <a:off x="3879675" y="470989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5B99">
                <a:alpha val="100000"/>
              </a:srgbClr>
            </a:solidFill>
            <a:ln w="5420" cap="flat">
              <a:solidFill>
                <a:srgbClr val="3A5B9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96" name="pg2396"/>
            <p:cNvSpPr/>
            <p:nvPr/>
          </p:nvSpPr>
          <p:spPr>
            <a:xfrm>
              <a:off x="3891312" y="470989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5B9A">
                <a:alpha val="100000"/>
              </a:srgbClr>
            </a:solidFill>
            <a:ln w="5420" cap="flat">
              <a:solidFill>
                <a:srgbClr val="395B9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97" name="pg2397"/>
            <p:cNvSpPr/>
            <p:nvPr/>
          </p:nvSpPr>
          <p:spPr>
            <a:xfrm>
              <a:off x="3902950" y="470989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5C9A">
                <a:alpha val="100000"/>
              </a:srgbClr>
            </a:solidFill>
            <a:ln w="5420" cap="flat">
              <a:solidFill>
                <a:srgbClr val="395C9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98" name="pg2398"/>
            <p:cNvSpPr/>
            <p:nvPr/>
          </p:nvSpPr>
          <p:spPr>
            <a:xfrm>
              <a:off x="3914587" y="470989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5D9B">
                <a:alpha val="100000"/>
              </a:srgbClr>
            </a:solidFill>
            <a:ln w="5420" cap="flat">
              <a:solidFill>
                <a:srgbClr val="395D9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99" name="pg2399"/>
            <p:cNvSpPr/>
            <p:nvPr/>
          </p:nvSpPr>
          <p:spPr>
            <a:xfrm>
              <a:off x="3926224" y="470989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5D9C">
                <a:alpha val="100000"/>
              </a:srgbClr>
            </a:solidFill>
            <a:ln w="5420" cap="flat">
              <a:solidFill>
                <a:srgbClr val="395D9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00" name="pg2400"/>
            <p:cNvSpPr/>
            <p:nvPr/>
          </p:nvSpPr>
          <p:spPr>
            <a:xfrm>
              <a:off x="3937862" y="470989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5E9C">
                <a:alpha val="100000"/>
              </a:srgbClr>
            </a:solidFill>
            <a:ln w="5420" cap="flat">
              <a:solidFill>
                <a:srgbClr val="395E9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01" name="pg2401"/>
            <p:cNvSpPr/>
            <p:nvPr/>
          </p:nvSpPr>
          <p:spPr>
            <a:xfrm>
              <a:off x="3949499" y="470989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5E9C">
                <a:alpha val="100000"/>
              </a:srgbClr>
            </a:solidFill>
            <a:ln w="5420" cap="flat">
              <a:solidFill>
                <a:srgbClr val="395E9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02" name="pg2402"/>
            <p:cNvSpPr/>
            <p:nvPr/>
          </p:nvSpPr>
          <p:spPr>
            <a:xfrm>
              <a:off x="3961136" y="470989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5E9C">
                <a:alpha val="100000"/>
              </a:srgbClr>
            </a:solidFill>
            <a:ln w="5420" cap="flat">
              <a:solidFill>
                <a:srgbClr val="395E9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03" name="pg2403"/>
            <p:cNvSpPr/>
            <p:nvPr/>
          </p:nvSpPr>
          <p:spPr>
            <a:xfrm>
              <a:off x="3972774" y="470989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5E9C">
                <a:alpha val="100000"/>
              </a:srgbClr>
            </a:solidFill>
            <a:ln w="5420" cap="flat">
              <a:solidFill>
                <a:srgbClr val="395E9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04" name="pg2404"/>
            <p:cNvSpPr/>
            <p:nvPr/>
          </p:nvSpPr>
          <p:spPr>
            <a:xfrm>
              <a:off x="3984411" y="470989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5E9C">
                <a:alpha val="100000"/>
              </a:srgbClr>
            </a:solidFill>
            <a:ln w="5420" cap="flat">
              <a:solidFill>
                <a:srgbClr val="395E9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05" name="pg2405"/>
            <p:cNvSpPr/>
            <p:nvPr/>
          </p:nvSpPr>
          <p:spPr>
            <a:xfrm>
              <a:off x="3996048" y="470989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5E9C">
                <a:alpha val="100000"/>
              </a:srgbClr>
            </a:solidFill>
            <a:ln w="5420" cap="flat">
              <a:solidFill>
                <a:srgbClr val="395E9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06" name="pg2406"/>
            <p:cNvSpPr/>
            <p:nvPr/>
          </p:nvSpPr>
          <p:spPr>
            <a:xfrm>
              <a:off x="4007686" y="470989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5E9C">
                <a:alpha val="100000"/>
              </a:srgbClr>
            </a:solidFill>
            <a:ln w="5420" cap="flat">
              <a:solidFill>
                <a:srgbClr val="395E9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07" name="pg2407"/>
            <p:cNvSpPr/>
            <p:nvPr/>
          </p:nvSpPr>
          <p:spPr>
            <a:xfrm>
              <a:off x="4019323" y="470989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5E9C">
                <a:alpha val="100000"/>
              </a:srgbClr>
            </a:solidFill>
            <a:ln w="5420" cap="flat">
              <a:solidFill>
                <a:srgbClr val="395E9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08" name="pg2408"/>
            <p:cNvSpPr/>
            <p:nvPr/>
          </p:nvSpPr>
          <p:spPr>
            <a:xfrm>
              <a:off x="4030960" y="470989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5D9C">
                <a:alpha val="100000"/>
              </a:srgbClr>
            </a:solidFill>
            <a:ln w="5420" cap="flat">
              <a:solidFill>
                <a:srgbClr val="395D9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09" name="pg2409"/>
            <p:cNvSpPr/>
            <p:nvPr/>
          </p:nvSpPr>
          <p:spPr>
            <a:xfrm>
              <a:off x="4042598" y="470989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5D9C">
                <a:alpha val="100000"/>
              </a:srgbClr>
            </a:solidFill>
            <a:ln w="5420" cap="flat">
              <a:solidFill>
                <a:srgbClr val="395D9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10" name="pg2410"/>
            <p:cNvSpPr/>
            <p:nvPr/>
          </p:nvSpPr>
          <p:spPr>
            <a:xfrm>
              <a:off x="4054235" y="470989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5D9C">
                <a:alpha val="100000"/>
              </a:srgbClr>
            </a:solidFill>
            <a:ln w="5420" cap="flat">
              <a:solidFill>
                <a:srgbClr val="395D9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11" name="pg2411"/>
            <p:cNvSpPr/>
            <p:nvPr/>
          </p:nvSpPr>
          <p:spPr>
            <a:xfrm>
              <a:off x="4065872" y="470989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5D9C">
                <a:alpha val="100000"/>
              </a:srgbClr>
            </a:solidFill>
            <a:ln w="5420" cap="flat">
              <a:solidFill>
                <a:srgbClr val="395D9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12" name="pg2412"/>
            <p:cNvSpPr/>
            <p:nvPr/>
          </p:nvSpPr>
          <p:spPr>
            <a:xfrm>
              <a:off x="4077510" y="470989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5D9B">
                <a:alpha val="100000"/>
              </a:srgbClr>
            </a:solidFill>
            <a:ln w="5420" cap="flat">
              <a:solidFill>
                <a:srgbClr val="395D9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13" name="pg2413"/>
            <p:cNvSpPr/>
            <p:nvPr/>
          </p:nvSpPr>
          <p:spPr>
            <a:xfrm>
              <a:off x="4089147" y="470989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5C9B">
                <a:alpha val="100000"/>
              </a:srgbClr>
            </a:solidFill>
            <a:ln w="5420" cap="flat">
              <a:solidFill>
                <a:srgbClr val="395C9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14" name="pg2414"/>
            <p:cNvSpPr/>
            <p:nvPr/>
          </p:nvSpPr>
          <p:spPr>
            <a:xfrm>
              <a:off x="4100784" y="470989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5C9B">
                <a:alpha val="100000"/>
              </a:srgbClr>
            </a:solidFill>
            <a:ln w="5420" cap="flat">
              <a:solidFill>
                <a:srgbClr val="395C9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15" name="pg2415"/>
            <p:cNvSpPr/>
            <p:nvPr/>
          </p:nvSpPr>
          <p:spPr>
            <a:xfrm>
              <a:off x="4112422" y="470989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5C9B">
                <a:alpha val="100000"/>
              </a:srgbClr>
            </a:solidFill>
            <a:ln w="5420" cap="flat">
              <a:solidFill>
                <a:srgbClr val="395C9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16" name="pg2416"/>
            <p:cNvSpPr/>
            <p:nvPr/>
          </p:nvSpPr>
          <p:spPr>
            <a:xfrm>
              <a:off x="4124059" y="470989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5C9B">
                <a:alpha val="100000"/>
              </a:srgbClr>
            </a:solidFill>
            <a:ln w="5420" cap="flat">
              <a:solidFill>
                <a:srgbClr val="395C9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17" name="pg2417"/>
            <p:cNvSpPr/>
            <p:nvPr/>
          </p:nvSpPr>
          <p:spPr>
            <a:xfrm>
              <a:off x="4135696" y="470989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5C9B">
                <a:alpha val="100000"/>
              </a:srgbClr>
            </a:solidFill>
            <a:ln w="5420" cap="flat">
              <a:solidFill>
                <a:srgbClr val="395C9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18" name="pg2418"/>
            <p:cNvSpPr/>
            <p:nvPr/>
          </p:nvSpPr>
          <p:spPr>
            <a:xfrm>
              <a:off x="4147334" y="470989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5C9B">
                <a:alpha val="100000"/>
              </a:srgbClr>
            </a:solidFill>
            <a:ln w="5420" cap="flat">
              <a:solidFill>
                <a:srgbClr val="395C9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19" name="pg2419"/>
            <p:cNvSpPr/>
            <p:nvPr/>
          </p:nvSpPr>
          <p:spPr>
            <a:xfrm>
              <a:off x="4263707" y="470989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5A97">
                <a:alpha val="100000"/>
              </a:srgbClr>
            </a:solidFill>
            <a:ln w="5420" cap="flat">
              <a:solidFill>
                <a:srgbClr val="3A5A9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20" name="pg2420"/>
            <p:cNvSpPr/>
            <p:nvPr/>
          </p:nvSpPr>
          <p:spPr>
            <a:xfrm>
              <a:off x="4275344" y="470989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5996">
                <a:alpha val="100000"/>
              </a:srgbClr>
            </a:solidFill>
            <a:ln w="5420" cap="flat">
              <a:solidFill>
                <a:srgbClr val="3A599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21" name="pg2421"/>
            <p:cNvSpPr/>
            <p:nvPr/>
          </p:nvSpPr>
          <p:spPr>
            <a:xfrm>
              <a:off x="4286982" y="470989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5894">
                <a:alpha val="100000"/>
              </a:srgbClr>
            </a:solidFill>
            <a:ln w="5420" cap="flat">
              <a:solidFill>
                <a:srgbClr val="3A589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22" name="pg2422"/>
            <p:cNvSpPr/>
            <p:nvPr/>
          </p:nvSpPr>
          <p:spPr>
            <a:xfrm>
              <a:off x="4298619" y="470989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5793">
                <a:alpha val="100000"/>
              </a:srgbClr>
            </a:solidFill>
            <a:ln w="5420" cap="flat">
              <a:solidFill>
                <a:srgbClr val="3A579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23" name="pg2423"/>
            <p:cNvSpPr/>
            <p:nvPr/>
          </p:nvSpPr>
          <p:spPr>
            <a:xfrm>
              <a:off x="4554640" y="470989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3E6F">
                <a:alpha val="100000"/>
              </a:srgbClr>
            </a:solidFill>
            <a:ln w="5420" cap="flat">
              <a:solidFill>
                <a:srgbClr val="3B3E6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24" name="pg2424"/>
            <p:cNvSpPr/>
            <p:nvPr/>
          </p:nvSpPr>
          <p:spPr>
            <a:xfrm>
              <a:off x="4566278" y="470989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3D6F">
                <a:alpha val="100000"/>
              </a:srgbClr>
            </a:solidFill>
            <a:ln w="5420" cap="flat">
              <a:solidFill>
                <a:srgbClr val="3B3D6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25" name="pg2425"/>
            <p:cNvSpPr/>
            <p:nvPr/>
          </p:nvSpPr>
          <p:spPr>
            <a:xfrm>
              <a:off x="4577915" y="470989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3D6F">
                <a:alpha val="100000"/>
              </a:srgbClr>
            </a:solidFill>
            <a:ln w="5420" cap="flat">
              <a:solidFill>
                <a:srgbClr val="3B3D6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26" name="pg2426"/>
            <p:cNvSpPr/>
            <p:nvPr/>
          </p:nvSpPr>
          <p:spPr>
            <a:xfrm>
              <a:off x="4589552" y="470989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3E6F">
                <a:alpha val="100000"/>
              </a:srgbClr>
            </a:solidFill>
            <a:ln w="5420" cap="flat">
              <a:solidFill>
                <a:srgbClr val="3B3E6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27" name="pg2427"/>
            <p:cNvSpPr/>
            <p:nvPr/>
          </p:nvSpPr>
          <p:spPr>
            <a:xfrm>
              <a:off x="4601190" y="470989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3E71">
                <a:alpha val="100000"/>
              </a:srgbClr>
            </a:solidFill>
            <a:ln w="5420" cap="flat">
              <a:solidFill>
                <a:srgbClr val="3B3E7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28" name="pg2428"/>
            <p:cNvSpPr/>
            <p:nvPr/>
          </p:nvSpPr>
          <p:spPr>
            <a:xfrm>
              <a:off x="3251259" y="472419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59E">
                <a:alpha val="100000"/>
              </a:srgbClr>
            </a:solidFill>
            <a:ln w="5420" cap="flat">
              <a:solidFill>
                <a:srgbClr val="3A65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29" name="pg2429"/>
            <p:cNvSpPr/>
            <p:nvPr/>
          </p:nvSpPr>
          <p:spPr>
            <a:xfrm>
              <a:off x="3262897" y="472419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59E">
                <a:alpha val="100000"/>
              </a:srgbClr>
            </a:solidFill>
            <a:ln w="5420" cap="flat">
              <a:solidFill>
                <a:srgbClr val="3A65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30" name="pg2430"/>
            <p:cNvSpPr/>
            <p:nvPr/>
          </p:nvSpPr>
          <p:spPr>
            <a:xfrm>
              <a:off x="3600379" y="472419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CA0">
                <a:alpha val="100000"/>
              </a:srgbClr>
            </a:solidFill>
            <a:ln w="5420" cap="flat">
              <a:solidFill>
                <a:srgbClr val="3A6CA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31" name="pg2431"/>
            <p:cNvSpPr/>
            <p:nvPr/>
          </p:nvSpPr>
          <p:spPr>
            <a:xfrm>
              <a:off x="3612016" y="472419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CA0">
                <a:alpha val="100000"/>
              </a:srgbClr>
            </a:solidFill>
            <a:ln w="5420" cap="flat">
              <a:solidFill>
                <a:srgbClr val="3A6CA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32" name="pg2432"/>
            <p:cNvSpPr/>
            <p:nvPr/>
          </p:nvSpPr>
          <p:spPr>
            <a:xfrm>
              <a:off x="3623654" y="472419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C9F">
                <a:alpha val="100000"/>
              </a:srgbClr>
            </a:solidFill>
            <a:ln w="5420" cap="flat">
              <a:solidFill>
                <a:srgbClr val="3A6C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33" name="pg2433"/>
            <p:cNvSpPr/>
            <p:nvPr/>
          </p:nvSpPr>
          <p:spPr>
            <a:xfrm>
              <a:off x="3635291" y="472419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B9F">
                <a:alpha val="100000"/>
              </a:srgbClr>
            </a:solidFill>
            <a:ln w="5420" cap="flat">
              <a:solidFill>
                <a:srgbClr val="3A6B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34" name="pg2434"/>
            <p:cNvSpPr/>
            <p:nvPr/>
          </p:nvSpPr>
          <p:spPr>
            <a:xfrm>
              <a:off x="3646928" y="472419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B9F">
                <a:alpha val="100000"/>
              </a:srgbClr>
            </a:solidFill>
            <a:ln w="5420" cap="flat">
              <a:solidFill>
                <a:srgbClr val="3A6B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35" name="pg2435"/>
            <p:cNvSpPr/>
            <p:nvPr/>
          </p:nvSpPr>
          <p:spPr>
            <a:xfrm>
              <a:off x="3658566" y="472419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B9F">
                <a:alpha val="100000"/>
              </a:srgbClr>
            </a:solidFill>
            <a:ln w="5420" cap="flat">
              <a:solidFill>
                <a:srgbClr val="3A6B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36" name="pg2436"/>
            <p:cNvSpPr/>
            <p:nvPr/>
          </p:nvSpPr>
          <p:spPr>
            <a:xfrm>
              <a:off x="3670203" y="472419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B9F">
                <a:alpha val="100000"/>
              </a:srgbClr>
            </a:solidFill>
            <a:ln w="5420" cap="flat">
              <a:solidFill>
                <a:srgbClr val="3A6B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37" name="pg2437"/>
            <p:cNvSpPr/>
            <p:nvPr/>
          </p:nvSpPr>
          <p:spPr>
            <a:xfrm>
              <a:off x="3681840" y="472419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B9F">
                <a:alpha val="100000"/>
              </a:srgbClr>
            </a:solidFill>
            <a:ln w="5420" cap="flat">
              <a:solidFill>
                <a:srgbClr val="3A6B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38" name="pg2438"/>
            <p:cNvSpPr/>
            <p:nvPr/>
          </p:nvSpPr>
          <p:spPr>
            <a:xfrm>
              <a:off x="3693478" y="472419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B9F">
                <a:alpha val="100000"/>
              </a:srgbClr>
            </a:solidFill>
            <a:ln w="5420" cap="flat">
              <a:solidFill>
                <a:srgbClr val="3A6B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39" name="pg2439"/>
            <p:cNvSpPr/>
            <p:nvPr/>
          </p:nvSpPr>
          <p:spPr>
            <a:xfrm>
              <a:off x="3705115" y="472419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B9F">
                <a:alpha val="100000"/>
              </a:srgbClr>
            </a:solidFill>
            <a:ln w="5420" cap="flat">
              <a:solidFill>
                <a:srgbClr val="3A6B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40" name="pg2440"/>
            <p:cNvSpPr/>
            <p:nvPr/>
          </p:nvSpPr>
          <p:spPr>
            <a:xfrm>
              <a:off x="3716752" y="472419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A9F">
                <a:alpha val="100000"/>
              </a:srgbClr>
            </a:solidFill>
            <a:ln w="5420" cap="flat">
              <a:solidFill>
                <a:srgbClr val="3A6A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41" name="pg2441"/>
            <p:cNvSpPr/>
            <p:nvPr/>
          </p:nvSpPr>
          <p:spPr>
            <a:xfrm>
              <a:off x="3728390" y="472419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A9F">
                <a:alpha val="100000"/>
              </a:srgbClr>
            </a:solidFill>
            <a:ln w="5420" cap="flat">
              <a:solidFill>
                <a:srgbClr val="3A6A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42" name="pg2442"/>
            <p:cNvSpPr/>
            <p:nvPr/>
          </p:nvSpPr>
          <p:spPr>
            <a:xfrm>
              <a:off x="3740027" y="472419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99F">
                <a:alpha val="100000"/>
              </a:srgbClr>
            </a:solidFill>
            <a:ln w="5420" cap="flat">
              <a:solidFill>
                <a:srgbClr val="3A69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43" name="pg2443"/>
            <p:cNvSpPr/>
            <p:nvPr/>
          </p:nvSpPr>
          <p:spPr>
            <a:xfrm>
              <a:off x="3751664" y="472419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79E">
                <a:alpha val="100000"/>
              </a:srgbClr>
            </a:solidFill>
            <a:ln w="5420" cap="flat">
              <a:solidFill>
                <a:srgbClr val="3A67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44" name="pg2444"/>
            <p:cNvSpPr/>
            <p:nvPr/>
          </p:nvSpPr>
          <p:spPr>
            <a:xfrm>
              <a:off x="3763302" y="472419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69E">
                <a:alpha val="100000"/>
              </a:srgbClr>
            </a:solidFill>
            <a:ln w="5420" cap="flat">
              <a:solidFill>
                <a:srgbClr val="3A66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45" name="pg2445"/>
            <p:cNvSpPr/>
            <p:nvPr/>
          </p:nvSpPr>
          <p:spPr>
            <a:xfrm>
              <a:off x="3774939" y="472419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49E">
                <a:alpha val="100000"/>
              </a:srgbClr>
            </a:solidFill>
            <a:ln w="5420" cap="flat">
              <a:solidFill>
                <a:srgbClr val="3A64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46" name="pg2446"/>
            <p:cNvSpPr/>
            <p:nvPr/>
          </p:nvSpPr>
          <p:spPr>
            <a:xfrm>
              <a:off x="3786576" y="472419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19D">
                <a:alpha val="100000"/>
              </a:srgbClr>
            </a:solidFill>
            <a:ln w="5420" cap="flat">
              <a:solidFill>
                <a:srgbClr val="3A61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47" name="pg2447"/>
            <p:cNvSpPr/>
            <p:nvPr/>
          </p:nvSpPr>
          <p:spPr>
            <a:xfrm>
              <a:off x="3798214" y="472419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5F9D">
                <a:alpha val="100000"/>
              </a:srgbClr>
            </a:solidFill>
            <a:ln w="5420" cap="flat">
              <a:solidFill>
                <a:srgbClr val="395F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48" name="pg2448"/>
            <p:cNvSpPr/>
            <p:nvPr/>
          </p:nvSpPr>
          <p:spPr>
            <a:xfrm>
              <a:off x="3809851" y="472419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5B9A">
                <a:alpha val="100000"/>
              </a:srgbClr>
            </a:solidFill>
            <a:ln w="5420" cap="flat">
              <a:solidFill>
                <a:srgbClr val="395B9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49" name="pg2449"/>
            <p:cNvSpPr/>
            <p:nvPr/>
          </p:nvSpPr>
          <p:spPr>
            <a:xfrm>
              <a:off x="3821488" y="472419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5A98">
                <a:alpha val="100000"/>
              </a:srgbClr>
            </a:solidFill>
            <a:ln w="5420" cap="flat">
              <a:solidFill>
                <a:srgbClr val="3A5A9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50" name="pg2450"/>
            <p:cNvSpPr/>
            <p:nvPr/>
          </p:nvSpPr>
          <p:spPr>
            <a:xfrm>
              <a:off x="3833126" y="472419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5A97">
                <a:alpha val="100000"/>
              </a:srgbClr>
            </a:solidFill>
            <a:ln w="5420" cap="flat">
              <a:solidFill>
                <a:srgbClr val="3A5A9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51" name="pg2451"/>
            <p:cNvSpPr/>
            <p:nvPr/>
          </p:nvSpPr>
          <p:spPr>
            <a:xfrm>
              <a:off x="3844763" y="472419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5A97">
                <a:alpha val="100000"/>
              </a:srgbClr>
            </a:solidFill>
            <a:ln w="5420" cap="flat">
              <a:solidFill>
                <a:srgbClr val="3A5A9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52" name="pg2452"/>
            <p:cNvSpPr/>
            <p:nvPr/>
          </p:nvSpPr>
          <p:spPr>
            <a:xfrm>
              <a:off x="3856400" y="472419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5A98">
                <a:alpha val="100000"/>
              </a:srgbClr>
            </a:solidFill>
            <a:ln w="5420" cap="flat">
              <a:solidFill>
                <a:srgbClr val="3A5A9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53" name="pg2453"/>
            <p:cNvSpPr/>
            <p:nvPr/>
          </p:nvSpPr>
          <p:spPr>
            <a:xfrm>
              <a:off x="3868038" y="472419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5A98">
                <a:alpha val="100000"/>
              </a:srgbClr>
            </a:solidFill>
            <a:ln w="5420" cap="flat">
              <a:solidFill>
                <a:srgbClr val="3A5A9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54" name="pg2454"/>
            <p:cNvSpPr/>
            <p:nvPr/>
          </p:nvSpPr>
          <p:spPr>
            <a:xfrm>
              <a:off x="3879675" y="472419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5B99">
                <a:alpha val="100000"/>
              </a:srgbClr>
            </a:solidFill>
            <a:ln w="5420" cap="flat">
              <a:solidFill>
                <a:srgbClr val="395B9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55" name="pg2455"/>
            <p:cNvSpPr/>
            <p:nvPr/>
          </p:nvSpPr>
          <p:spPr>
            <a:xfrm>
              <a:off x="3891312" y="472419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5C9A">
                <a:alpha val="100000"/>
              </a:srgbClr>
            </a:solidFill>
            <a:ln w="5420" cap="flat">
              <a:solidFill>
                <a:srgbClr val="395C9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56" name="pg2456"/>
            <p:cNvSpPr/>
            <p:nvPr/>
          </p:nvSpPr>
          <p:spPr>
            <a:xfrm>
              <a:off x="3902950" y="472419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5C9B">
                <a:alpha val="100000"/>
              </a:srgbClr>
            </a:solidFill>
            <a:ln w="5420" cap="flat">
              <a:solidFill>
                <a:srgbClr val="395C9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57" name="pg2457"/>
            <p:cNvSpPr/>
            <p:nvPr/>
          </p:nvSpPr>
          <p:spPr>
            <a:xfrm>
              <a:off x="3914587" y="472419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5D9C">
                <a:alpha val="100000"/>
              </a:srgbClr>
            </a:solidFill>
            <a:ln w="5420" cap="flat">
              <a:solidFill>
                <a:srgbClr val="395D9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58" name="pg2458"/>
            <p:cNvSpPr/>
            <p:nvPr/>
          </p:nvSpPr>
          <p:spPr>
            <a:xfrm>
              <a:off x="3926224" y="472419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5E9C">
                <a:alpha val="100000"/>
              </a:srgbClr>
            </a:solidFill>
            <a:ln w="5420" cap="flat">
              <a:solidFill>
                <a:srgbClr val="395E9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59" name="pg2459"/>
            <p:cNvSpPr/>
            <p:nvPr/>
          </p:nvSpPr>
          <p:spPr>
            <a:xfrm>
              <a:off x="3937862" y="472419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5E9C">
                <a:alpha val="100000"/>
              </a:srgbClr>
            </a:solidFill>
            <a:ln w="5420" cap="flat">
              <a:solidFill>
                <a:srgbClr val="395E9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60" name="pg2460"/>
            <p:cNvSpPr/>
            <p:nvPr/>
          </p:nvSpPr>
          <p:spPr>
            <a:xfrm>
              <a:off x="3949499" y="472419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5E9C">
                <a:alpha val="100000"/>
              </a:srgbClr>
            </a:solidFill>
            <a:ln w="5420" cap="flat">
              <a:solidFill>
                <a:srgbClr val="395E9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61" name="pg2461"/>
            <p:cNvSpPr/>
            <p:nvPr/>
          </p:nvSpPr>
          <p:spPr>
            <a:xfrm>
              <a:off x="3961136" y="472419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5E9C">
                <a:alpha val="100000"/>
              </a:srgbClr>
            </a:solidFill>
            <a:ln w="5420" cap="flat">
              <a:solidFill>
                <a:srgbClr val="395E9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62" name="pg2462"/>
            <p:cNvSpPr/>
            <p:nvPr/>
          </p:nvSpPr>
          <p:spPr>
            <a:xfrm>
              <a:off x="3972774" y="472419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5E9C">
                <a:alpha val="100000"/>
              </a:srgbClr>
            </a:solidFill>
            <a:ln w="5420" cap="flat">
              <a:solidFill>
                <a:srgbClr val="395E9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63" name="pg2463"/>
            <p:cNvSpPr/>
            <p:nvPr/>
          </p:nvSpPr>
          <p:spPr>
            <a:xfrm>
              <a:off x="3984411" y="472419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5E9C">
                <a:alpha val="100000"/>
              </a:srgbClr>
            </a:solidFill>
            <a:ln w="5420" cap="flat">
              <a:solidFill>
                <a:srgbClr val="395E9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64" name="pg2464"/>
            <p:cNvSpPr/>
            <p:nvPr/>
          </p:nvSpPr>
          <p:spPr>
            <a:xfrm>
              <a:off x="3996048" y="472419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5E9C">
                <a:alpha val="100000"/>
              </a:srgbClr>
            </a:solidFill>
            <a:ln w="5420" cap="flat">
              <a:solidFill>
                <a:srgbClr val="395E9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65" name="pg2465"/>
            <p:cNvSpPr/>
            <p:nvPr/>
          </p:nvSpPr>
          <p:spPr>
            <a:xfrm>
              <a:off x="4007686" y="472419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5E9C">
                <a:alpha val="100000"/>
              </a:srgbClr>
            </a:solidFill>
            <a:ln w="5420" cap="flat">
              <a:solidFill>
                <a:srgbClr val="395E9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66" name="pg2466"/>
            <p:cNvSpPr/>
            <p:nvPr/>
          </p:nvSpPr>
          <p:spPr>
            <a:xfrm>
              <a:off x="4019323" y="472419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5E9C">
                <a:alpha val="100000"/>
              </a:srgbClr>
            </a:solidFill>
            <a:ln w="5420" cap="flat">
              <a:solidFill>
                <a:srgbClr val="395E9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67" name="pg2467"/>
            <p:cNvSpPr/>
            <p:nvPr/>
          </p:nvSpPr>
          <p:spPr>
            <a:xfrm>
              <a:off x="4030960" y="472419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5D9C">
                <a:alpha val="100000"/>
              </a:srgbClr>
            </a:solidFill>
            <a:ln w="5420" cap="flat">
              <a:solidFill>
                <a:srgbClr val="395D9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68" name="pg2468"/>
            <p:cNvSpPr/>
            <p:nvPr/>
          </p:nvSpPr>
          <p:spPr>
            <a:xfrm>
              <a:off x="4042598" y="472419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5D9C">
                <a:alpha val="100000"/>
              </a:srgbClr>
            </a:solidFill>
            <a:ln w="5420" cap="flat">
              <a:solidFill>
                <a:srgbClr val="395D9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69" name="pg2469"/>
            <p:cNvSpPr/>
            <p:nvPr/>
          </p:nvSpPr>
          <p:spPr>
            <a:xfrm>
              <a:off x="4054235" y="472419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5D9C">
                <a:alpha val="100000"/>
              </a:srgbClr>
            </a:solidFill>
            <a:ln w="5420" cap="flat">
              <a:solidFill>
                <a:srgbClr val="395D9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70" name="pg2470"/>
            <p:cNvSpPr/>
            <p:nvPr/>
          </p:nvSpPr>
          <p:spPr>
            <a:xfrm>
              <a:off x="4065872" y="472419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5D9C">
                <a:alpha val="100000"/>
              </a:srgbClr>
            </a:solidFill>
            <a:ln w="5420" cap="flat">
              <a:solidFill>
                <a:srgbClr val="395D9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71" name="pg2471"/>
            <p:cNvSpPr/>
            <p:nvPr/>
          </p:nvSpPr>
          <p:spPr>
            <a:xfrm>
              <a:off x="4077510" y="472419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5D9B">
                <a:alpha val="100000"/>
              </a:srgbClr>
            </a:solidFill>
            <a:ln w="5420" cap="flat">
              <a:solidFill>
                <a:srgbClr val="395D9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72" name="pg2472"/>
            <p:cNvSpPr/>
            <p:nvPr/>
          </p:nvSpPr>
          <p:spPr>
            <a:xfrm>
              <a:off x="4089147" y="472419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5D9B">
                <a:alpha val="100000"/>
              </a:srgbClr>
            </a:solidFill>
            <a:ln w="5420" cap="flat">
              <a:solidFill>
                <a:srgbClr val="395D9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73" name="pg2473"/>
            <p:cNvSpPr/>
            <p:nvPr/>
          </p:nvSpPr>
          <p:spPr>
            <a:xfrm>
              <a:off x="4100784" y="472419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5C9B">
                <a:alpha val="100000"/>
              </a:srgbClr>
            </a:solidFill>
            <a:ln w="5420" cap="flat">
              <a:solidFill>
                <a:srgbClr val="395C9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74" name="pg2474"/>
            <p:cNvSpPr/>
            <p:nvPr/>
          </p:nvSpPr>
          <p:spPr>
            <a:xfrm>
              <a:off x="4112422" y="472419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5C9B">
                <a:alpha val="100000"/>
              </a:srgbClr>
            </a:solidFill>
            <a:ln w="5420" cap="flat">
              <a:solidFill>
                <a:srgbClr val="395C9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75" name="pg2475"/>
            <p:cNvSpPr/>
            <p:nvPr/>
          </p:nvSpPr>
          <p:spPr>
            <a:xfrm>
              <a:off x="4124059" y="472419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5C9B">
                <a:alpha val="100000"/>
              </a:srgbClr>
            </a:solidFill>
            <a:ln w="5420" cap="flat">
              <a:solidFill>
                <a:srgbClr val="395C9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76" name="pg2476"/>
            <p:cNvSpPr/>
            <p:nvPr/>
          </p:nvSpPr>
          <p:spPr>
            <a:xfrm>
              <a:off x="4135696" y="472419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5C9B">
                <a:alpha val="100000"/>
              </a:srgbClr>
            </a:solidFill>
            <a:ln w="5420" cap="flat">
              <a:solidFill>
                <a:srgbClr val="395C9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77" name="pg2477"/>
            <p:cNvSpPr/>
            <p:nvPr/>
          </p:nvSpPr>
          <p:spPr>
            <a:xfrm>
              <a:off x="4147334" y="472419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5C9B">
                <a:alpha val="100000"/>
              </a:srgbClr>
            </a:solidFill>
            <a:ln w="5420" cap="flat">
              <a:solidFill>
                <a:srgbClr val="395C9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78" name="pg2478"/>
            <p:cNvSpPr/>
            <p:nvPr/>
          </p:nvSpPr>
          <p:spPr>
            <a:xfrm>
              <a:off x="4252070" y="472419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5A98">
                <a:alpha val="100000"/>
              </a:srgbClr>
            </a:solidFill>
            <a:ln w="5420" cap="flat">
              <a:solidFill>
                <a:srgbClr val="3A5A9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79" name="pg2479"/>
            <p:cNvSpPr/>
            <p:nvPr/>
          </p:nvSpPr>
          <p:spPr>
            <a:xfrm>
              <a:off x="4263707" y="472419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5A98">
                <a:alpha val="100000"/>
              </a:srgbClr>
            </a:solidFill>
            <a:ln w="5420" cap="flat">
              <a:solidFill>
                <a:srgbClr val="3A5A9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80" name="pg2480"/>
            <p:cNvSpPr/>
            <p:nvPr/>
          </p:nvSpPr>
          <p:spPr>
            <a:xfrm>
              <a:off x="4275344" y="472419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5997">
                <a:alpha val="100000"/>
              </a:srgbClr>
            </a:solidFill>
            <a:ln w="5420" cap="flat">
              <a:solidFill>
                <a:srgbClr val="3A599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81" name="pg2481"/>
            <p:cNvSpPr/>
            <p:nvPr/>
          </p:nvSpPr>
          <p:spPr>
            <a:xfrm>
              <a:off x="4286982" y="472419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5895">
                <a:alpha val="100000"/>
              </a:srgbClr>
            </a:solidFill>
            <a:ln w="5420" cap="flat">
              <a:solidFill>
                <a:srgbClr val="3A589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82" name="pg2482"/>
            <p:cNvSpPr/>
            <p:nvPr/>
          </p:nvSpPr>
          <p:spPr>
            <a:xfrm>
              <a:off x="4298619" y="472419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5794">
                <a:alpha val="100000"/>
              </a:srgbClr>
            </a:solidFill>
            <a:ln w="5420" cap="flat">
              <a:solidFill>
                <a:srgbClr val="3A579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83" name="pg2483"/>
            <p:cNvSpPr/>
            <p:nvPr/>
          </p:nvSpPr>
          <p:spPr>
            <a:xfrm>
              <a:off x="4310256" y="472419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5693">
                <a:alpha val="100000"/>
              </a:srgbClr>
            </a:solidFill>
            <a:ln w="5420" cap="flat">
              <a:solidFill>
                <a:srgbClr val="3A569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84" name="pg2484"/>
            <p:cNvSpPr/>
            <p:nvPr/>
          </p:nvSpPr>
          <p:spPr>
            <a:xfrm>
              <a:off x="4321894" y="472419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5691">
                <a:alpha val="100000"/>
              </a:srgbClr>
            </a:solidFill>
            <a:ln w="5420" cap="flat">
              <a:solidFill>
                <a:srgbClr val="3B569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85" name="pg2485"/>
            <p:cNvSpPr/>
            <p:nvPr/>
          </p:nvSpPr>
          <p:spPr>
            <a:xfrm>
              <a:off x="4554640" y="472419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3E70">
                <a:alpha val="100000"/>
              </a:srgbClr>
            </a:solidFill>
            <a:ln w="5420" cap="flat">
              <a:solidFill>
                <a:srgbClr val="3B3E7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86" name="pg2486"/>
            <p:cNvSpPr/>
            <p:nvPr/>
          </p:nvSpPr>
          <p:spPr>
            <a:xfrm>
              <a:off x="4566278" y="472419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3E70">
                <a:alpha val="100000"/>
              </a:srgbClr>
            </a:solidFill>
            <a:ln w="5420" cap="flat">
              <a:solidFill>
                <a:srgbClr val="3B3E7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87" name="pg2487"/>
            <p:cNvSpPr/>
            <p:nvPr/>
          </p:nvSpPr>
          <p:spPr>
            <a:xfrm>
              <a:off x="4577915" y="472419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3E70">
                <a:alpha val="100000"/>
              </a:srgbClr>
            </a:solidFill>
            <a:ln w="5420" cap="flat">
              <a:solidFill>
                <a:srgbClr val="3B3E7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88" name="pg2488"/>
            <p:cNvSpPr/>
            <p:nvPr/>
          </p:nvSpPr>
          <p:spPr>
            <a:xfrm>
              <a:off x="4589552" y="472419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3F71">
                <a:alpha val="100000"/>
              </a:srgbClr>
            </a:solidFill>
            <a:ln w="5420" cap="flat">
              <a:solidFill>
                <a:srgbClr val="3B3F7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89" name="pg2489"/>
            <p:cNvSpPr/>
            <p:nvPr/>
          </p:nvSpPr>
          <p:spPr>
            <a:xfrm>
              <a:off x="4601190" y="472419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3F72">
                <a:alpha val="100000"/>
              </a:srgbClr>
            </a:solidFill>
            <a:ln w="5420" cap="flat">
              <a:solidFill>
                <a:srgbClr val="3B3F7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90" name="pg2490"/>
            <p:cNvSpPr/>
            <p:nvPr/>
          </p:nvSpPr>
          <p:spPr>
            <a:xfrm>
              <a:off x="3239622" y="473849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49E">
                <a:alpha val="100000"/>
              </a:srgbClr>
            </a:solidFill>
            <a:ln w="5420" cap="flat">
              <a:solidFill>
                <a:srgbClr val="3A64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91" name="pg2491"/>
            <p:cNvSpPr/>
            <p:nvPr/>
          </p:nvSpPr>
          <p:spPr>
            <a:xfrm>
              <a:off x="3251259" y="473849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39E">
                <a:alpha val="100000"/>
              </a:srgbClr>
            </a:solidFill>
            <a:ln w="5420" cap="flat">
              <a:solidFill>
                <a:srgbClr val="3A63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92" name="pg2492"/>
            <p:cNvSpPr/>
            <p:nvPr/>
          </p:nvSpPr>
          <p:spPr>
            <a:xfrm>
              <a:off x="3262897" y="473849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39E">
                <a:alpha val="100000"/>
              </a:srgbClr>
            </a:solidFill>
            <a:ln w="5420" cap="flat">
              <a:solidFill>
                <a:srgbClr val="3A63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93" name="pg2493"/>
            <p:cNvSpPr/>
            <p:nvPr/>
          </p:nvSpPr>
          <p:spPr>
            <a:xfrm>
              <a:off x="3274534" y="473849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49E">
                <a:alpha val="100000"/>
              </a:srgbClr>
            </a:solidFill>
            <a:ln w="5420" cap="flat">
              <a:solidFill>
                <a:srgbClr val="3A64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94" name="pg2494"/>
            <p:cNvSpPr/>
            <p:nvPr/>
          </p:nvSpPr>
          <p:spPr>
            <a:xfrm>
              <a:off x="3286171" y="473849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49E">
                <a:alpha val="100000"/>
              </a:srgbClr>
            </a:solidFill>
            <a:ln w="5420" cap="flat">
              <a:solidFill>
                <a:srgbClr val="3A64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95" name="pg2495"/>
            <p:cNvSpPr/>
            <p:nvPr/>
          </p:nvSpPr>
          <p:spPr>
            <a:xfrm>
              <a:off x="3600379" y="473849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CA0">
                <a:alpha val="100000"/>
              </a:srgbClr>
            </a:solidFill>
            <a:ln w="5420" cap="flat">
              <a:solidFill>
                <a:srgbClr val="3A6CA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96" name="pg2496"/>
            <p:cNvSpPr/>
            <p:nvPr/>
          </p:nvSpPr>
          <p:spPr>
            <a:xfrm>
              <a:off x="3612016" y="473849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CA0">
                <a:alpha val="100000"/>
              </a:srgbClr>
            </a:solidFill>
            <a:ln w="5420" cap="flat">
              <a:solidFill>
                <a:srgbClr val="3A6CA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97" name="pg2497"/>
            <p:cNvSpPr/>
            <p:nvPr/>
          </p:nvSpPr>
          <p:spPr>
            <a:xfrm>
              <a:off x="3623654" y="473849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C9F">
                <a:alpha val="100000"/>
              </a:srgbClr>
            </a:solidFill>
            <a:ln w="5420" cap="flat">
              <a:solidFill>
                <a:srgbClr val="3A6C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98" name="pg2498"/>
            <p:cNvSpPr/>
            <p:nvPr/>
          </p:nvSpPr>
          <p:spPr>
            <a:xfrm>
              <a:off x="3635291" y="473849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B9F">
                <a:alpha val="100000"/>
              </a:srgbClr>
            </a:solidFill>
            <a:ln w="5420" cap="flat">
              <a:solidFill>
                <a:srgbClr val="3A6B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99" name="pg2499"/>
            <p:cNvSpPr/>
            <p:nvPr/>
          </p:nvSpPr>
          <p:spPr>
            <a:xfrm>
              <a:off x="3646928" y="473849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B9F">
                <a:alpha val="100000"/>
              </a:srgbClr>
            </a:solidFill>
            <a:ln w="5420" cap="flat">
              <a:solidFill>
                <a:srgbClr val="3A6B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00" name="pg2500"/>
            <p:cNvSpPr/>
            <p:nvPr/>
          </p:nvSpPr>
          <p:spPr>
            <a:xfrm>
              <a:off x="3658566" y="473849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B9F">
                <a:alpha val="100000"/>
              </a:srgbClr>
            </a:solidFill>
            <a:ln w="5420" cap="flat">
              <a:solidFill>
                <a:srgbClr val="3A6B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01" name="pg2501"/>
            <p:cNvSpPr/>
            <p:nvPr/>
          </p:nvSpPr>
          <p:spPr>
            <a:xfrm>
              <a:off x="3670203" y="473849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B9F">
                <a:alpha val="100000"/>
              </a:srgbClr>
            </a:solidFill>
            <a:ln w="5420" cap="flat">
              <a:solidFill>
                <a:srgbClr val="3A6B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02" name="pg2502"/>
            <p:cNvSpPr/>
            <p:nvPr/>
          </p:nvSpPr>
          <p:spPr>
            <a:xfrm>
              <a:off x="3681840" y="473849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C9F">
                <a:alpha val="100000"/>
              </a:srgbClr>
            </a:solidFill>
            <a:ln w="5420" cap="flat">
              <a:solidFill>
                <a:srgbClr val="3A6C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03" name="pg2503"/>
            <p:cNvSpPr/>
            <p:nvPr/>
          </p:nvSpPr>
          <p:spPr>
            <a:xfrm>
              <a:off x="3693478" y="473849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CA0">
                <a:alpha val="100000"/>
              </a:srgbClr>
            </a:solidFill>
            <a:ln w="5420" cap="flat">
              <a:solidFill>
                <a:srgbClr val="3A6CA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04" name="pg2504"/>
            <p:cNvSpPr/>
            <p:nvPr/>
          </p:nvSpPr>
          <p:spPr>
            <a:xfrm>
              <a:off x="3705115" y="473849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CA0">
                <a:alpha val="100000"/>
              </a:srgbClr>
            </a:solidFill>
            <a:ln w="5420" cap="flat">
              <a:solidFill>
                <a:srgbClr val="3A6CA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05" name="pg2505"/>
            <p:cNvSpPr/>
            <p:nvPr/>
          </p:nvSpPr>
          <p:spPr>
            <a:xfrm>
              <a:off x="3716752" y="473849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C9F">
                <a:alpha val="100000"/>
              </a:srgbClr>
            </a:solidFill>
            <a:ln w="5420" cap="flat">
              <a:solidFill>
                <a:srgbClr val="3A6C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06" name="pg2506"/>
            <p:cNvSpPr/>
            <p:nvPr/>
          </p:nvSpPr>
          <p:spPr>
            <a:xfrm>
              <a:off x="3728390" y="473849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B9F">
                <a:alpha val="100000"/>
              </a:srgbClr>
            </a:solidFill>
            <a:ln w="5420" cap="flat">
              <a:solidFill>
                <a:srgbClr val="3A6B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07" name="pg2507"/>
            <p:cNvSpPr/>
            <p:nvPr/>
          </p:nvSpPr>
          <p:spPr>
            <a:xfrm>
              <a:off x="3740027" y="473849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A9F">
                <a:alpha val="100000"/>
              </a:srgbClr>
            </a:solidFill>
            <a:ln w="5420" cap="flat">
              <a:solidFill>
                <a:srgbClr val="3A6A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08" name="pg2508"/>
            <p:cNvSpPr/>
            <p:nvPr/>
          </p:nvSpPr>
          <p:spPr>
            <a:xfrm>
              <a:off x="3751664" y="473849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99F">
                <a:alpha val="100000"/>
              </a:srgbClr>
            </a:solidFill>
            <a:ln w="5420" cap="flat">
              <a:solidFill>
                <a:srgbClr val="3A69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09" name="pg2509"/>
            <p:cNvSpPr/>
            <p:nvPr/>
          </p:nvSpPr>
          <p:spPr>
            <a:xfrm>
              <a:off x="3856400" y="473849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5B99">
                <a:alpha val="100000"/>
              </a:srgbClr>
            </a:solidFill>
            <a:ln w="5420" cap="flat">
              <a:solidFill>
                <a:srgbClr val="3A5B9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10" name="pg2510"/>
            <p:cNvSpPr/>
            <p:nvPr/>
          </p:nvSpPr>
          <p:spPr>
            <a:xfrm>
              <a:off x="3868038" y="473849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5B9A">
                <a:alpha val="100000"/>
              </a:srgbClr>
            </a:solidFill>
            <a:ln w="5420" cap="flat">
              <a:solidFill>
                <a:srgbClr val="395B9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11" name="pg2511"/>
            <p:cNvSpPr/>
            <p:nvPr/>
          </p:nvSpPr>
          <p:spPr>
            <a:xfrm>
              <a:off x="3879675" y="473849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5C9A">
                <a:alpha val="100000"/>
              </a:srgbClr>
            </a:solidFill>
            <a:ln w="5420" cap="flat">
              <a:solidFill>
                <a:srgbClr val="395C9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12" name="pg2512"/>
            <p:cNvSpPr/>
            <p:nvPr/>
          </p:nvSpPr>
          <p:spPr>
            <a:xfrm>
              <a:off x="3891312" y="473849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5C9B">
                <a:alpha val="100000"/>
              </a:srgbClr>
            </a:solidFill>
            <a:ln w="5420" cap="flat">
              <a:solidFill>
                <a:srgbClr val="395C9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13" name="pg2513"/>
            <p:cNvSpPr/>
            <p:nvPr/>
          </p:nvSpPr>
          <p:spPr>
            <a:xfrm>
              <a:off x="3902950" y="473849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5D9C">
                <a:alpha val="100000"/>
              </a:srgbClr>
            </a:solidFill>
            <a:ln w="5420" cap="flat">
              <a:solidFill>
                <a:srgbClr val="395D9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14" name="pg2514"/>
            <p:cNvSpPr/>
            <p:nvPr/>
          </p:nvSpPr>
          <p:spPr>
            <a:xfrm>
              <a:off x="3914587" y="473849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5D9C">
                <a:alpha val="100000"/>
              </a:srgbClr>
            </a:solidFill>
            <a:ln w="5420" cap="flat">
              <a:solidFill>
                <a:srgbClr val="395D9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15" name="pg2515"/>
            <p:cNvSpPr/>
            <p:nvPr/>
          </p:nvSpPr>
          <p:spPr>
            <a:xfrm>
              <a:off x="3926224" y="473849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5E9C">
                <a:alpha val="100000"/>
              </a:srgbClr>
            </a:solidFill>
            <a:ln w="5420" cap="flat">
              <a:solidFill>
                <a:srgbClr val="395E9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16" name="pg2516"/>
            <p:cNvSpPr/>
            <p:nvPr/>
          </p:nvSpPr>
          <p:spPr>
            <a:xfrm>
              <a:off x="3937862" y="473849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5E9C">
                <a:alpha val="100000"/>
              </a:srgbClr>
            </a:solidFill>
            <a:ln w="5420" cap="flat">
              <a:solidFill>
                <a:srgbClr val="395E9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17" name="pg2517"/>
            <p:cNvSpPr/>
            <p:nvPr/>
          </p:nvSpPr>
          <p:spPr>
            <a:xfrm>
              <a:off x="3949499" y="473849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5E9C">
                <a:alpha val="100000"/>
              </a:srgbClr>
            </a:solidFill>
            <a:ln w="5420" cap="flat">
              <a:solidFill>
                <a:srgbClr val="395E9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18" name="pg2518"/>
            <p:cNvSpPr/>
            <p:nvPr/>
          </p:nvSpPr>
          <p:spPr>
            <a:xfrm>
              <a:off x="3961136" y="473849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5E9C">
                <a:alpha val="100000"/>
              </a:srgbClr>
            </a:solidFill>
            <a:ln w="5420" cap="flat">
              <a:solidFill>
                <a:srgbClr val="395E9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19" name="pg2519"/>
            <p:cNvSpPr/>
            <p:nvPr/>
          </p:nvSpPr>
          <p:spPr>
            <a:xfrm>
              <a:off x="4065872" y="473849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5D9C">
                <a:alpha val="100000"/>
              </a:srgbClr>
            </a:solidFill>
            <a:ln w="5420" cap="flat">
              <a:solidFill>
                <a:srgbClr val="395D9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20" name="pg2520"/>
            <p:cNvSpPr/>
            <p:nvPr/>
          </p:nvSpPr>
          <p:spPr>
            <a:xfrm>
              <a:off x="4077510" y="473849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5D9C">
                <a:alpha val="100000"/>
              </a:srgbClr>
            </a:solidFill>
            <a:ln w="5420" cap="flat">
              <a:solidFill>
                <a:srgbClr val="395D9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21" name="pg2521"/>
            <p:cNvSpPr/>
            <p:nvPr/>
          </p:nvSpPr>
          <p:spPr>
            <a:xfrm>
              <a:off x="4089147" y="473849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5D9B">
                <a:alpha val="100000"/>
              </a:srgbClr>
            </a:solidFill>
            <a:ln w="5420" cap="flat">
              <a:solidFill>
                <a:srgbClr val="395D9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22" name="pg2522"/>
            <p:cNvSpPr/>
            <p:nvPr/>
          </p:nvSpPr>
          <p:spPr>
            <a:xfrm>
              <a:off x="4100784" y="473849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5D9B">
                <a:alpha val="100000"/>
              </a:srgbClr>
            </a:solidFill>
            <a:ln w="5420" cap="flat">
              <a:solidFill>
                <a:srgbClr val="395D9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23" name="pg2523"/>
            <p:cNvSpPr/>
            <p:nvPr/>
          </p:nvSpPr>
          <p:spPr>
            <a:xfrm>
              <a:off x="4112422" y="473849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5D9B">
                <a:alpha val="100000"/>
              </a:srgbClr>
            </a:solidFill>
            <a:ln w="5420" cap="flat">
              <a:solidFill>
                <a:srgbClr val="395D9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24" name="pg2524"/>
            <p:cNvSpPr/>
            <p:nvPr/>
          </p:nvSpPr>
          <p:spPr>
            <a:xfrm>
              <a:off x="4124059" y="473849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5D9B">
                <a:alpha val="100000"/>
              </a:srgbClr>
            </a:solidFill>
            <a:ln w="5420" cap="flat">
              <a:solidFill>
                <a:srgbClr val="395D9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25" name="pg2525"/>
            <p:cNvSpPr/>
            <p:nvPr/>
          </p:nvSpPr>
          <p:spPr>
            <a:xfrm>
              <a:off x="4135696" y="473849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5D9B">
                <a:alpha val="100000"/>
              </a:srgbClr>
            </a:solidFill>
            <a:ln w="5420" cap="flat">
              <a:solidFill>
                <a:srgbClr val="395D9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26" name="pg2526"/>
            <p:cNvSpPr/>
            <p:nvPr/>
          </p:nvSpPr>
          <p:spPr>
            <a:xfrm>
              <a:off x="4147334" y="473849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5D9B">
                <a:alpha val="100000"/>
              </a:srgbClr>
            </a:solidFill>
            <a:ln w="5420" cap="flat">
              <a:solidFill>
                <a:srgbClr val="395D9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27" name="pg2527"/>
            <p:cNvSpPr/>
            <p:nvPr/>
          </p:nvSpPr>
          <p:spPr>
            <a:xfrm>
              <a:off x="4158971" y="473849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5C9B">
                <a:alpha val="100000"/>
              </a:srgbClr>
            </a:solidFill>
            <a:ln w="5420" cap="flat">
              <a:solidFill>
                <a:srgbClr val="395C9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28" name="pg2528"/>
            <p:cNvSpPr/>
            <p:nvPr/>
          </p:nvSpPr>
          <p:spPr>
            <a:xfrm>
              <a:off x="4228795" y="473849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5B9A">
                <a:alpha val="100000"/>
              </a:srgbClr>
            </a:solidFill>
            <a:ln w="5420" cap="flat">
              <a:solidFill>
                <a:srgbClr val="395B9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29" name="pg2529"/>
            <p:cNvSpPr/>
            <p:nvPr/>
          </p:nvSpPr>
          <p:spPr>
            <a:xfrm>
              <a:off x="4240432" y="473849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5B99">
                <a:alpha val="100000"/>
              </a:srgbClr>
            </a:solidFill>
            <a:ln w="5420" cap="flat">
              <a:solidFill>
                <a:srgbClr val="395B9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30" name="pg2530"/>
            <p:cNvSpPr/>
            <p:nvPr/>
          </p:nvSpPr>
          <p:spPr>
            <a:xfrm>
              <a:off x="4252070" y="473849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5B99">
                <a:alpha val="100000"/>
              </a:srgbClr>
            </a:solidFill>
            <a:ln w="5420" cap="flat">
              <a:solidFill>
                <a:srgbClr val="3A5B9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31" name="pg2531"/>
            <p:cNvSpPr/>
            <p:nvPr/>
          </p:nvSpPr>
          <p:spPr>
            <a:xfrm>
              <a:off x="4263707" y="473849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5A98">
                <a:alpha val="100000"/>
              </a:srgbClr>
            </a:solidFill>
            <a:ln w="5420" cap="flat">
              <a:solidFill>
                <a:srgbClr val="3A5A9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32" name="pg2532"/>
            <p:cNvSpPr/>
            <p:nvPr/>
          </p:nvSpPr>
          <p:spPr>
            <a:xfrm>
              <a:off x="4275344" y="473849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5A98">
                <a:alpha val="100000"/>
              </a:srgbClr>
            </a:solidFill>
            <a:ln w="5420" cap="flat">
              <a:solidFill>
                <a:srgbClr val="3A5A9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33" name="pg2533"/>
            <p:cNvSpPr/>
            <p:nvPr/>
          </p:nvSpPr>
          <p:spPr>
            <a:xfrm>
              <a:off x="4286982" y="473849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5996">
                <a:alpha val="100000"/>
              </a:srgbClr>
            </a:solidFill>
            <a:ln w="5420" cap="flat">
              <a:solidFill>
                <a:srgbClr val="3A599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34" name="pg2534"/>
            <p:cNvSpPr/>
            <p:nvPr/>
          </p:nvSpPr>
          <p:spPr>
            <a:xfrm>
              <a:off x="4298619" y="473849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5895">
                <a:alpha val="100000"/>
              </a:srgbClr>
            </a:solidFill>
            <a:ln w="5420" cap="flat">
              <a:solidFill>
                <a:srgbClr val="3A589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35" name="pg2535"/>
            <p:cNvSpPr/>
            <p:nvPr/>
          </p:nvSpPr>
          <p:spPr>
            <a:xfrm>
              <a:off x="4310256" y="473849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5793">
                <a:alpha val="100000"/>
              </a:srgbClr>
            </a:solidFill>
            <a:ln w="5420" cap="flat">
              <a:solidFill>
                <a:srgbClr val="3A579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36" name="pg2536"/>
            <p:cNvSpPr/>
            <p:nvPr/>
          </p:nvSpPr>
          <p:spPr>
            <a:xfrm>
              <a:off x="4321894" y="473849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5692">
                <a:alpha val="100000"/>
              </a:srgbClr>
            </a:solidFill>
            <a:ln w="5420" cap="flat">
              <a:solidFill>
                <a:srgbClr val="3A569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37" name="pg2537"/>
            <p:cNvSpPr/>
            <p:nvPr/>
          </p:nvSpPr>
          <p:spPr>
            <a:xfrm>
              <a:off x="4333531" y="473849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5591">
                <a:alpha val="100000"/>
              </a:srgbClr>
            </a:solidFill>
            <a:ln w="5420" cap="flat">
              <a:solidFill>
                <a:srgbClr val="3B559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38" name="pg2538"/>
            <p:cNvSpPr/>
            <p:nvPr/>
          </p:nvSpPr>
          <p:spPr>
            <a:xfrm>
              <a:off x="4345168" y="473849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548F">
                <a:alpha val="100000"/>
              </a:srgbClr>
            </a:solidFill>
            <a:ln w="5420" cap="flat">
              <a:solidFill>
                <a:srgbClr val="3B548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39" name="pg2539"/>
            <p:cNvSpPr/>
            <p:nvPr/>
          </p:nvSpPr>
          <p:spPr>
            <a:xfrm>
              <a:off x="4554640" y="473849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3F72">
                <a:alpha val="100000"/>
              </a:srgbClr>
            </a:solidFill>
            <a:ln w="5420" cap="flat">
              <a:solidFill>
                <a:srgbClr val="3B3F7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40" name="pg2540"/>
            <p:cNvSpPr/>
            <p:nvPr/>
          </p:nvSpPr>
          <p:spPr>
            <a:xfrm>
              <a:off x="4566278" y="473849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3F72">
                <a:alpha val="100000"/>
              </a:srgbClr>
            </a:solidFill>
            <a:ln w="5420" cap="flat">
              <a:solidFill>
                <a:srgbClr val="3B3F7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41" name="pg2541"/>
            <p:cNvSpPr/>
            <p:nvPr/>
          </p:nvSpPr>
          <p:spPr>
            <a:xfrm>
              <a:off x="4577915" y="473849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3F72">
                <a:alpha val="100000"/>
              </a:srgbClr>
            </a:solidFill>
            <a:ln w="5420" cap="flat">
              <a:solidFill>
                <a:srgbClr val="3B3F7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42" name="pg2542"/>
            <p:cNvSpPr/>
            <p:nvPr/>
          </p:nvSpPr>
          <p:spPr>
            <a:xfrm>
              <a:off x="4589552" y="473849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4072">
                <a:alpha val="100000"/>
              </a:srgbClr>
            </a:solidFill>
            <a:ln w="5420" cap="flat">
              <a:solidFill>
                <a:srgbClr val="3B407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43" name="pg2543"/>
            <p:cNvSpPr/>
            <p:nvPr/>
          </p:nvSpPr>
          <p:spPr>
            <a:xfrm>
              <a:off x="4601190" y="473849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073">
                <a:alpha val="100000"/>
              </a:srgbClr>
            </a:solidFill>
            <a:ln w="5420" cap="flat">
              <a:solidFill>
                <a:srgbClr val="3C407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44" name="pg2544"/>
            <p:cNvSpPr/>
            <p:nvPr/>
          </p:nvSpPr>
          <p:spPr>
            <a:xfrm>
              <a:off x="3146523" y="475279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8DA7">
                <a:alpha val="100000"/>
              </a:srgbClr>
            </a:solidFill>
            <a:ln w="5420" cap="flat">
              <a:solidFill>
                <a:srgbClr val="378D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45" name="pg2545"/>
            <p:cNvSpPr/>
            <p:nvPr/>
          </p:nvSpPr>
          <p:spPr>
            <a:xfrm>
              <a:off x="3158161" y="475279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88AA6">
                <a:alpha val="100000"/>
              </a:srgbClr>
            </a:solidFill>
            <a:ln w="5420" cap="flat">
              <a:solidFill>
                <a:srgbClr val="388AA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46" name="pg2546"/>
            <p:cNvSpPr/>
            <p:nvPr/>
          </p:nvSpPr>
          <p:spPr>
            <a:xfrm>
              <a:off x="3169798" y="475279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86A5">
                <a:alpha val="100000"/>
              </a:srgbClr>
            </a:solidFill>
            <a:ln w="5420" cap="flat">
              <a:solidFill>
                <a:srgbClr val="3986A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47" name="pg2547"/>
            <p:cNvSpPr/>
            <p:nvPr/>
          </p:nvSpPr>
          <p:spPr>
            <a:xfrm>
              <a:off x="3227985" y="475279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39D">
                <a:alpha val="100000"/>
              </a:srgbClr>
            </a:solidFill>
            <a:ln w="5420" cap="flat">
              <a:solidFill>
                <a:srgbClr val="3A63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48" name="pg2548"/>
            <p:cNvSpPr/>
            <p:nvPr/>
          </p:nvSpPr>
          <p:spPr>
            <a:xfrm>
              <a:off x="3239622" y="475279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19D">
                <a:alpha val="100000"/>
              </a:srgbClr>
            </a:solidFill>
            <a:ln w="5420" cap="flat">
              <a:solidFill>
                <a:srgbClr val="3A61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49" name="pg2549"/>
            <p:cNvSpPr/>
            <p:nvPr/>
          </p:nvSpPr>
          <p:spPr>
            <a:xfrm>
              <a:off x="3251259" y="475279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19D">
                <a:alpha val="100000"/>
              </a:srgbClr>
            </a:solidFill>
            <a:ln w="5420" cap="flat">
              <a:solidFill>
                <a:srgbClr val="3A61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50" name="pg2550"/>
            <p:cNvSpPr/>
            <p:nvPr/>
          </p:nvSpPr>
          <p:spPr>
            <a:xfrm>
              <a:off x="3262897" y="475279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29D">
                <a:alpha val="100000"/>
              </a:srgbClr>
            </a:solidFill>
            <a:ln w="5420" cap="flat">
              <a:solidFill>
                <a:srgbClr val="3A62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51" name="pg2551"/>
            <p:cNvSpPr/>
            <p:nvPr/>
          </p:nvSpPr>
          <p:spPr>
            <a:xfrm>
              <a:off x="3274534" y="475279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29D">
                <a:alpha val="100000"/>
              </a:srgbClr>
            </a:solidFill>
            <a:ln w="5420" cap="flat">
              <a:solidFill>
                <a:srgbClr val="3A62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52" name="pg2552"/>
            <p:cNvSpPr/>
            <p:nvPr/>
          </p:nvSpPr>
          <p:spPr>
            <a:xfrm>
              <a:off x="3286171" y="475279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39D">
                <a:alpha val="100000"/>
              </a:srgbClr>
            </a:solidFill>
            <a:ln w="5420" cap="flat">
              <a:solidFill>
                <a:srgbClr val="3A63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53" name="pg2553"/>
            <p:cNvSpPr/>
            <p:nvPr/>
          </p:nvSpPr>
          <p:spPr>
            <a:xfrm>
              <a:off x="3297809" y="475279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39D">
                <a:alpha val="100000"/>
              </a:srgbClr>
            </a:solidFill>
            <a:ln w="5420" cap="flat">
              <a:solidFill>
                <a:srgbClr val="3A63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54" name="pg2554"/>
            <p:cNvSpPr/>
            <p:nvPr/>
          </p:nvSpPr>
          <p:spPr>
            <a:xfrm>
              <a:off x="3309446" y="475279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39D">
                <a:alpha val="100000"/>
              </a:srgbClr>
            </a:solidFill>
            <a:ln w="5420" cap="flat">
              <a:solidFill>
                <a:srgbClr val="3A63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55" name="pg2555"/>
            <p:cNvSpPr/>
            <p:nvPr/>
          </p:nvSpPr>
          <p:spPr>
            <a:xfrm>
              <a:off x="3321083" y="475279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39D">
                <a:alpha val="100000"/>
              </a:srgbClr>
            </a:solidFill>
            <a:ln w="5420" cap="flat">
              <a:solidFill>
                <a:srgbClr val="3A63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56" name="pg2556"/>
            <p:cNvSpPr/>
            <p:nvPr/>
          </p:nvSpPr>
          <p:spPr>
            <a:xfrm>
              <a:off x="3332721" y="475279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39D">
                <a:alpha val="100000"/>
              </a:srgbClr>
            </a:solidFill>
            <a:ln w="5420" cap="flat">
              <a:solidFill>
                <a:srgbClr val="3A63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57" name="pg2557"/>
            <p:cNvSpPr/>
            <p:nvPr/>
          </p:nvSpPr>
          <p:spPr>
            <a:xfrm>
              <a:off x="3344358" y="475279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59E">
                <a:alpha val="100000"/>
              </a:srgbClr>
            </a:solidFill>
            <a:ln w="5420" cap="flat">
              <a:solidFill>
                <a:srgbClr val="3A65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58" name="pg2558"/>
            <p:cNvSpPr/>
            <p:nvPr/>
          </p:nvSpPr>
          <p:spPr>
            <a:xfrm>
              <a:off x="3437457" y="475279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72A1">
                <a:alpha val="100000"/>
              </a:srgbClr>
            </a:solidFill>
            <a:ln w="5420" cap="flat">
              <a:solidFill>
                <a:srgbClr val="3B72A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59" name="pg2559"/>
            <p:cNvSpPr/>
            <p:nvPr/>
          </p:nvSpPr>
          <p:spPr>
            <a:xfrm>
              <a:off x="3449094" y="475279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3A1">
                <a:alpha val="100000"/>
              </a:srgbClr>
            </a:solidFill>
            <a:ln w="5420" cap="flat">
              <a:solidFill>
                <a:srgbClr val="3A73A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60" name="pg2560"/>
            <p:cNvSpPr/>
            <p:nvPr/>
          </p:nvSpPr>
          <p:spPr>
            <a:xfrm>
              <a:off x="3460731" y="475279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5A2">
                <a:alpha val="100000"/>
              </a:srgbClr>
            </a:solidFill>
            <a:ln w="5420" cap="flat">
              <a:solidFill>
                <a:srgbClr val="3A75A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61" name="pg2561"/>
            <p:cNvSpPr/>
            <p:nvPr/>
          </p:nvSpPr>
          <p:spPr>
            <a:xfrm>
              <a:off x="3472369" y="475279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5A2">
                <a:alpha val="100000"/>
              </a:srgbClr>
            </a:solidFill>
            <a:ln w="5420" cap="flat">
              <a:solidFill>
                <a:srgbClr val="3A75A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62" name="pg2562"/>
            <p:cNvSpPr/>
            <p:nvPr/>
          </p:nvSpPr>
          <p:spPr>
            <a:xfrm>
              <a:off x="3484006" y="475279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5A2">
                <a:alpha val="100000"/>
              </a:srgbClr>
            </a:solidFill>
            <a:ln w="5420" cap="flat">
              <a:solidFill>
                <a:srgbClr val="3A75A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63" name="pg2563"/>
            <p:cNvSpPr/>
            <p:nvPr/>
          </p:nvSpPr>
          <p:spPr>
            <a:xfrm>
              <a:off x="3600379" y="475279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CA0">
                <a:alpha val="100000"/>
              </a:srgbClr>
            </a:solidFill>
            <a:ln w="5420" cap="flat">
              <a:solidFill>
                <a:srgbClr val="3A6CA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64" name="pg2564"/>
            <p:cNvSpPr/>
            <p:nvPr/>
          </p:nvSpPr>
          <p:spPr>
            <a:xfrm>
              <a:off x="3612016" y="475279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C9F">
                <a:alpha val="100000"/>
              </a:srgbClr>
            </a:solidFill>
            <a:ln w="5420" cap="flat">
              <a:solidFill>
                <a:srgbClr val="3A6C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65" name="pg2565"/>
            <p:cNvSpPr/>
            <p:nvPr/>
          </p:nvSpPr>
          <p:spPr>
            <a:xfrm>
              <a:off x="3623654" y="475279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B9F">
                <a:alpha val="100000"/>
              </a:srgbClr>
            </a:solidFill>
            <a:ln w="5420" cap="flat">
              <a:solidFill>
                <a:srgbClr val="3A6B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66" name="pg2566"/>
            <p:cNvSpPr/>
            <p:nvPr/>
          </p:nvSpPr>
          <p:spPr>
            <a:xfrm>
              <a:off x="3635291" y="475279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B9F">
                <a:alpha val="100000"/>
              </a:srgbClr>
            </a:solidFill>
            <a:ln w="5420" cap="flat">
              <a:solidFill>
                <a:srgbClr val="3A6B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67" name="pg2567"/>
            <p:cNvSpPr/>
            <p:nvPr/>
          </p:nvSpPr>
          <p:spPr>
            <a:xfrm>
              <a:off x="3646928" y="475279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B9F">
                <a:alpha val="100000"/>
              </a:srgbClr>
            </a:solidFill>
            <a:ln w="5420" cap="flat">
              <a:solidFill>
                <a:srgbClr val="3A6B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68" name="pg2568"/>
            <p:cNvSpPr/>
            <p:nvPr/>
          </p:nvSpPr>
          <p:spPr>
            <a:xfrm>
              <a:off x="3658566" y="475279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B9F">
                <a:alpha val="100000"/>
              </a:srgbClr>
            </a:solidFill>
            <a:ln w="5420" cap="flat">
              <a:solidFill>
                <a:srgbClr val="3A6B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69" name="pg2569"/>
            <p:cNvSpPr/>
            <p:nvPr/>
          </p:nvSpPr>
          <p:spPr>
            <a:xfrm>
              <a:off x="3670203" y="475279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C9F">
                <a:alpha val="100000"/>
              </a:srgbClr>
            </a:solidFill>
            <a:ln w="5420" cap="flat">
              <a:solidFill>
                <a:srgbClr val="3A6C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70" name="pg2570"/>
            <p:cNvSpPr/>
            <p:nvPr/>
          </p:nvSpPr>
          <p:spPr>
            <a:xfrm>
              <a:off x="3681840" y="475279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CA0">
                <a:alpha val="100000"/>
              </a:srgbClr>
            </a:solidFill>
            <a:ln w="5420" cap="flat">
              <a:solidFill>
                <a:srgbClr val="3A6CA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71" name="pg2571"/>
            <p:cNvSpPr/>
            <p:nvPr/>
          </p:nvSpPr>
          <p:spPr>
            <a:xfrm>
              <a:off x="3693478" y="475279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DA0">
                <a:alpha val="100000"/>
              </a:srgbClr>
            </a:solidFill>
            <a:ln w="5420" cap="flat">
              <a:solidFill>
                <a:srgbClr val="3A6DA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72" name="pg2572"/>
            <p:cNvSpPr/>
            <p:nvPr/>
          </p:nvSpPr>
          <p:spPr>
            <a:xfrm>
              <a:off x="3705115" y="475279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DA0">
                <a:alpha val="100000"/>
              </a:srgbClr>
            </a:solidFill>
            <a:ln w="5420" cap="flat">
              <a:solidFill>
                <a:srgbClr val="3A6DA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73" name="pg2573"/>
            <p:cNvSpPr/>
            <p:nvPr/>
          </p:nvSpPr>
          <p:spPr>
            <a:xfrm>
              <a:off x="3716752" y="475279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DA0">
                <a:alpha val="100000"/>
              </a:srgbClr>
            </a:solidFill>
            <a:ln w="5420" cap="flat">
              <a:solidFill>
                <a:srgbClr val="3A6DA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74" name="pg2574"/>
            <p:cNvSpPr/>
            <p:nvPr/>
          </p:nvSpPr>
          <p:spPr>
            <a:xfrm>
              <a:off x="3728390" y="475279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CA0">
                <a:alpha val="100000"/>
              </a:srgbClr>
            </a:solidFill>
            <a:ln w="5420" cap="flat">
              <a:solidFill>
                <a:srgbClr val="3A6CA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75" name="pg2575"/>
            <p:cNvSpPr/>
            <p:nvPr/>
          </p:nvSpPr>
          <p:spPr>
            <a:xfrm>
              <a:off x="3740027" y="475279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C9F">
                <a:alpha val="100000"/>
              </a:srgbClr>
            </a:solidFill>
            <a:ln w="5420" cap="flat">
              <a:solidFill>
                <a:srgbClr val="3A6C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76" name="pg2576"/>
            <p:cNvSpPr/>
            <p:nvPr/>
          </p:nvSpPr>
          <p:spPr>
            <a:xfrm>
              <a:off x="3751664" y="475279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A9F">
                <a:alpha val="100000"/>
              </a:srgbClr>
            </a:solidFill>
            <a:ln w="5420" cap="flat">
              <a:solidFill>
                <a:srgbClr val="3A6A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77" name="pg2577"/>
            <p:cNvSpPr/>
            <p:nvPr/>
          </p:nvSpPr>
          <p:spPr>
            <a:xfrm>
              <a:off x="4100784" y="475279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5D9C">
                <a:alpha val="100000"/>
              </a:srgbClr>
            </a:solidFill>
            <a:ln w="5420" cap="flat">
              <a:solidFill>
                <a:srgbClr val="395D9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78" name="pg2578"/>
            <p:cNvSpPr/>
            <p:nvPr/>
          </p:nvSpPr>
          <p:spPr>
            <a:xfrm>
              <a:off x="4112422" y="475279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5D9B">
                <a:alpha val="100000"/>
              </a:srgbClr>
            </a:solidFill>
            <a:ln w="5420" cap="flat">
              <a:solidFill>
                <a:srgbClr val="395D9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79" name="pg2579"/>
            <p:cNvSpPr/>
            <p:nvPr/>
          </p:nvSpPr>
          <p:spPr>
            <a:xfrm>
              <a:off x="4124059" y="475279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5D9C">
                <a:alpha val="100000"/>
              </a:srgbClr>
            </a:solidFill>
            <a:ln w="5420" cap="flat">
              <a:solidFill>
                <a:srgbClr val="395D9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80" name="pg2580"/>
            <p:cNvSpPr/>
            <p:nvPr/>
          </p:nvSpPr>
          <p:spPr>
            <a:xfrm>
              <a:off x="4135696" y="475279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5D9C">
                <a:alpha val="100000"/>
              </a:srgbClr>
            </a:solidFill>
            <a:ln w="5420" cap="flat">
              <a:solidFill>
                <a:srgbClr val="395D9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81" name="pg2581"/>
            <p:cNvSpPr/>
            <p:nvPr/>
          </p:nvSpPr>
          <p:spPr>
            <a:xfrm>
              <a:off x="4147334" y="475279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5D9C">
                <a:alpha val="100000"/>
              </a:srgbClr>
            </a:solidFill>
            <a:ln w="5420" cap="flat">
              <a:solidFill>
                <a:srgbClr val="395D9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82" name="pg2582"/>
            <p:cNvSpPr/>
            <p:nvPr/>
          </p:nvSpPr>
          <p:spPr>
            <a:xfrm>
              <a:off x="4158971" y="475279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5D9C">
                <a:alpha val="100000"/>
              </a:srgbClr>
            </a:solidFill>
            <a:ln w="5420" cap="flat">
              <a:solidFill>
                <a:srgbClr val="395D9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83" name="pg2583"/>
            <p:cNvSpPr/>
            <p:nvPr/>
          </p:nvSpPr>
          <p:spPr>
            <a:xfrm>
              <a:off x="4170608" y="475279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5D9C">
                <a:alpha val="100000"/>
              </a:srgbClr>
            </a:solidFill>
            <a:ln w="5420" cap="flat">
              <a:solidFill>
                <a:srgbClr val="395D9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84" name="pg2584"/>
            <p:cNvSpPr/>
            <p:nvPr/>
          </p:nvSpPr>
          <p:spPr>
            <a:xfrm>
              <a:off x="4193883" y="475279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5C9B">
                <a:alpha val="100000"/>
              </a:srgbClr>
            </a:solidFill>
            <a:ln w="5420" cap="flat">
              <a:solidFill>
                <a:srgbClr val="395C9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85" name="pg2585"/>
            <p:cNvSpPr/>
            <p:nvPr/>
          </p:nvSpPr>
          <p:spPr>
            <a:xfrm>
              <a:off x="4205520" y="475279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5C9A">
                <a:alpha val="100000"/>
              </a:srgbClr>
            </a:solidFill>
            <a:ln w="5420" cap="flat">
              <a:solidFill>
                <a:srgbClr val="395C9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86" name="pg2586"/>
            <p:cNvSpPr/>
            <p:nvPr/>
          </p:nvSpPr>
          <p:spPr>
            <a:xfrm>
              <a:off x="4217158" y="475279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5C9A">
                <a:alpha val="100000"/>
              </a:srgbClr>
            </a:solidFill>
            <a:ln w="5420" cap="flat">
              <a:solidFill>
                <a:srgbClr val="395C9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87" name="pg2587"/>
            <p:cNvSpPr/>
            <p:nvPr/>
          </p:nvSpPr>
          <p:spPr>
            <a:xfrm>
              <a:off x="4228795" y="475279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5C9A">
                <a:alpha val="100000"/>
              </a:srgbClr>
            </a:solidFill>
            <a:ln w="5420" cap="flat">
              <a:solidFill>
                <a:srgbClr val="395C9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88" name="pg2588"/>
            <p:cNvSpPr/>
            <p:nvPr/>
          </p:nvSpPr>
          <p:spPr>
            <a:xfrm>
              <a:off x="4240432" y="475279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5B9A">
                <a:alpha val="100000"/>
              </a:srgbClr>
            </a:solidFill>
            <a:ln w="5420" cap="flat">
              <a:solidFill>
                <a:srgbClr val="395B9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89" name="pg2589"/>
            <p:cNvSpPr/>
            <p:nvPr/>
          </p:nvSpPr>
          <p:spPr>
            <a:xfrm>
              <a:off x="4252070" y="475279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5B99">
                <a:alpha val="100000"/>
              </a:srgbClr>
            </a:solidFill>
            <a:ln w="5420" cap="flat">
              <a:solidFill>
                <a:srgbClr val="395B9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90" name="pg2590"/>
            <p:cNvSpPr/>
            <p:nvPr/>
          </p:nvSpPr>
          <p:spPr>
            <a:xfrm>
              <a:off x="4263707" y="475279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5B99">
                <a:alpha val="100000"/>
              </a:srgbClr>
            </a:solidFill>
            <a:ln w="5420" cap="flat">
              <a:solidFill>
                <a:srgbClr val="3A5B9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91" name="pg2591"/>
            <p:cNvSpPr/>
            <p:nvPr/>
          </p:nvSpPr>
          <p:spPr>
            <a:xfrm>
              <a:off x="4275344" y="475279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5A98">
                <a:alpha val="100000"/>
              </a:srgbClr>
            </a:solidFill>
            <a:ln w="5420" cap="flat">
              <a:solidFill>
                <a:srgbClr val="3A5A9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92" name="pg2592"/>
            <p:cNvSpPr/>
            <p:nvPr/>
          </p:nvSpPr>
          <p:spPr>
            <a:xfrm>
              <a:off x="4286982" y="475279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5996">
                <a:alpha val="100000"/>
              </a:srgbClr>
            </a:solidFill>
            <a:ln w="5420" cap="flat">
              <a:solidFill>
                <a:srgbClr val="3A599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93" name="pg2593"/>
            <p:cNvSpPr/>
            <p:nvPr/>
          </p:nvSpPr>
          <p:spPr>
            <a:xfrm>
              <a:off x="4298619" y="475279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5895">
                <a:alpha val="100000"/>
              </a:srgbClr>
            </a:solidFill>
            <a:ln w="5420" cap="flat">
              <a:solidFill>
                <a:srgbClr val="3A589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94" name="pg2594"/>
            <p:cNvSpPr/>
            <p:nvPr/>
          </p:nvSpPr>
          <p:spPr>
            <a:xfrm>
              <a:off x="4310256" y="475279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5794">
                <a:alpha val="100000"/>
              </a:srgbClr>
            </a:solidFill>
            <a:ln w="5420" cap="flat">
              <a:solidFill>
                <a:srgbClr val="3A579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95" name="pg2595"/>
            <p:cNvSpPr/>
            <p:nvPr/>
          </p:nvSpPr>
          <p:spPr>
            <a:xfrm>
              <a:off x="4321894" y="475279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5693">
                <a:alpha val="100000"/>
              </a:srgbClr>
            </a:solidFill>
            <a:ln w="5420" cap="flat">
              <a:solidFill>
                <a:srgbClr val="3A569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96" name="pg2596"/>
            <p:cNvSpPr/>
            <p:nvPr/>
          </p:nvSpPr>
          <p:spPr>
            <a:xfrm>
              <a:off x="4333531" y="475279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5591">
                <a:alpha val="100000"/>
              </a:srgbClr>
            </a:solidFill>
            <a:ln w="5420" cap="flat">
              <a:solidFill>
                <a:srgbClr val="3B559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97" name="pg2597"/>
            <p:cNvSpPr/>
            <p:nvPr/>
          </p:nvSpPr>
          <p:spPr>
            <a:xfrm>
              <a:off x="4345168" y="475279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5490">
                <a:alpha val="100000"/>
              </a:srgbClr>
            </a:solidFill>
            <a:ln w="5420" cap="flat">
              <a:solidFill>
                <a:srgbClr val="3B549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98" name="pg2598"/>
            <p:cNvSpPr/>
            <p:nvPr/>
          </p:nvSpPr>
          <p:spPr>
            <a:xfrm>
              <a:off x="4356806" y="475279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538E">
                <a:alpha val="100000"/>
              </a:srgbClr>
            </a:solidFill>
            <a:ln w="5420" cap="flat">
              <a:solidFill>
                <a:srgbClr val="3B538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99" name="pg2599"/>
            <p:cNvSpPr/>
            <p:nvPr/>
          </p:nvSpPr>
          <p:spPr>
            <a:xfrm>
              <a:off x="4566278" y="475279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174">
                <a:alpha val="100000"/>
              </a:srgbClr>
            </a:solidFill>
            <a:ln w="5420" cap="flat">
              <a:solidFill>
                <a:srgbClr val="3C417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00" name="pg2600"/>
            <p:cNvSpPr/>
            <p:nvPr/>
          </p:nvSpPr>
          <p:spPr>
            <a:xfrm>
              <a:off x="4577915" y="475279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174">
                <a:alpha val="100000"/>
              </a:srgbClr>
            </a:solidFill>
            <a:ln w="5420" cap="flat">
              <a:solidFill>
                <a:srgbClr val="3C417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01" name="pg2601"/>
            <p:cNvSpPr/>
            <p:nvPr/>
          </p:nvSpPr>
          <p:spPr>
            <a:xfrm>
              <a:off x="4589552" y="475279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174">
                <a:alpha val="100000"/>
              </a:srgbClr>
            </a:solidFill>
            <a:ln w="5420" cap="flat">
              <a:solidFill>
                <a:srgbClr val="3C417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02" name="pg2602"/>
            <p:cNvSpPr/>
            <p:nvPr/>
          </p:nvSpPr>
          <p:spPr>
            <a:xfrm>
              <a:off x="4601190" y="475279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174">
                <a:alpha val="100000"/>
              </a:srgbClr>
            </a:solidFill>
            <a:ln w="5420" cap="flat">
              <a:solidFill>
                <a:srgbClr val="3C417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03" name="pg2603"/>
            <p:cNvSpPr/>
            <p:nvPr/>
          </p:nvSpPr>
          <p:spPr>
            <a:xfrm>
              <a:off x="3123249" y="476709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593A8">
                <a:alpha val="100000"/>
              </a:srgbClr>
            </a:solidFill>
            <a:ln w="5420" cap="flat">
              <a:solidFill>
                <a:srgbClr val="3593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04" name="pg2604"/>
            <p:cNvSpPr/>
            <p:nvPr/>
          </p:nvSpPr>
          <p:spPr>
            <a:xfrm>
              <a:off x="3134886" y="476709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593A8">
                <a:alpha val="100000"/>
              </a:srgbClr>
            </a:solidFill>
            <a:ln w="5420" cap="flat">
              <a:solidFill>
                <a:srgbClr val="3593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05" name="pg2605"/>
            <p:cNvSpPr/>
            <p:nvPr/>
          </p:nvSpPr>
          <p:spPr>
            <a:xfrm>
              <a:off x="3146523" y="476709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692A8">
                <a:alpha val="100000"/>
              </a:srgbClr>
            </a:solidFill>
            <a:ln w="5420" cap="flat">
              <a:solidFill>
                <a:srgbClr val="3692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06" name="pg2606"/>
            <p:cNvSpPr/>
            <p:nvPr/>
          </p:nvSpPr>
          <p:spPr>
            <a:xfrm>
              <a:off x="3158161" y="476709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8FA7">
                <a:alpha val="100000"/>
              </a:srgbClr>
            </a:solidFill>
            <a:ln w="5420" cap="flat">
              <a:solidFill>
                <a:srgbClr val="378F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07" name="pg2607"/>
            <p:cNvSpPr/>
            <p:nvPr/>
          </p:nvSpPr>
          <p:spPr>
            <a:xfrm>
              <a:off x="3169798" y="476709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889A6">
                <a:alpha val="100000"/>
              </a:srgbClr>
            </a:solidFill>
            <a:ln w="5420" cap="flat">
              <a:solidFill>
                <a:srgbClr val="3889A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08" name="pg2608"/>
            <p:cNvSpPr/>
            <p:nvPr/>
          </p:nvSpPr>
          <p:spPr>
            <a:xfrm>
              <a:off x="3181435" y="476709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83A5">
                <a:alpha val="100000"/>
              </a:srgbClr>
            </a:solidFill>
            <a:ln w="5420" cap="flat">
              <a:solidFill>
                <a:srgbClr val="3983A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09" name="pg2609"/>
            <p:cNvSpPr/>
            <p:nvPr/>
          </p:nvSpPr>
          <p:spPr>
            <a:xfrm>
              <a:off x="3216347" y="476709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99F">
                <a:alpha val="100000"/>
              </a:srgbClr>
            </a:solidFill>
            <a:ln w="5420" cap="flat">
              <a:solidFill>
                <a:srgbClr val="3A69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10" name="pg2610"/>
            <p:cNvSpPr/>
            <p:nvPr/>
          </p:nvSpPr>
          <p:spPr>
            <a:xfrm>
              <a:off x="3227985" y="476709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19D">
                <a:alpha val="100000"/>
              </a:srgbClr>
            </a:solidFill>
            <a:ln w="5420" cap="flat">
              <a:solidFill>
                <a:srgbClr val="3A61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11" name="pg2611"/>
            <p:cNvSpPr/>
            <p:nvPr/>
          </p:nvSpPr>
          <p:spPr>
            <a:xfrm>
              <a:off x="3239622" y="476709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5F9C">
                <a:alpha val="100000"/>
              </a:srgbClr>
            </a:solidFill>
            <a:ln w="5420" cap="flat">
              <a:solidFill>
                <a:srgbClr val="395F9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12" name="pg2612"/>
            <p:cNvSpPr/>
            <p:nvPr/>
          </p:nvSpPr>
          <p:spPr>
            <a:xfrm>
              <a:off x="3251259" y="476709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5F9C">
                <a:alpha val="100000"/>
              </a:srgbClr>
            </a:solidFill>
            <a:ln w="5420" cap="flat">
              <a:solidFill>
                <a:srgbClr val="395F9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13" name="pg2613"/>
            <p:cNvSpPr/>
            <p:nvPr/>
          </p:nvSpPr>
          <p:spPr>
            <a:xfrm>
              <a:off x="3262897" y="476709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609D">
                <a:alpha val="100000"/>
              </a:srgbClr>
            </a:solidFill>
            <a:ln w="5420" cap="flat">
              <a:solidFill>
                <a:srgbClr val="3960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14" name="pg2614"/>
            <p:cNvSpPr/>
            <p:nvPr/>
          </p:nvSpPr>
          <p:spPr>
            <a:xfrm>
              <a:off x="3274534" y="476709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19D">
                <a:alpha val="100000"/>
              </a:srgbClr>
            </a:solidFill>
            <a:ln w="5420" cap="flat">
              <a:solidFill>
                <a:srgbClr val="3A61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15" name="pg2615"/>
            <p:cNvSpPr/>
            <p:nvPr/>
          </p:nvSpPr>
          <p:spPr>
            <a:xfrm>
              <a:off x="3286171" y="476709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29D">
                <a:alpha val="100000"/>
              </a:srgbClr>
            </a:solidFill>
            <a:ln w="5420" cap="flat">
              <a:solidFill>
                <a:srgbClr val="3A62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16" name="pg2616"/>
            <p:cNvSpPr/>
            <p:nvPr/>
          </p:nvSpPr>
          <p:spPr>
            <a:xfrm>
              <a:off x="3297809" y="476709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29D">
                <a:alpha val="100000"/>
              </a:srgbClr>
            </a:solidFill>
            <a:ln w="5420" cap="flat">
              <a:solidFill>
                <a:srgbClr val="3A62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17" name="pg2617"/>
            <p:cNvSpPr/>
            <p:nvPr/>
          </p:nvSpPr>
          <p:spPr>
            <a:xfrm>
              <a:off x="3309446" y="476709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29D">
                <a:alpha val="100000"/>
              </a:srgbClr>
            </a:solidFill>
            <a:ln w="5420" cap="flat">
              <a:solidFill>
                <a:srgbClr val="3A62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18" name="pg2618"/>
            <p:cNvSpPr/>
            <p:nvPr/>
          </p:nvSpPr>
          <p:spPr>
            <a:xfrm>
              <a:off x="3321083" y="476709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29D">
                <a:alpha val="100000"/>
              </a:srgbClr>
            </a:solidFill>
            <a:ln w="5420" cap="flat">
              <a:solidFill>
                <a:srgbClr val="3A62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19" name="pg2619"/>
            <p:cNvSpPr/>
            <p:nvPr/>
          </p:nvSpPr>
          <p:spPr>
            <a:xfrm>
              <a:off x="3332721" y="476709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39D">
                <a:alpha val="100000"/>
              </a:srgbClr>
            </a:solidFill>
            <a:ln w="5420" cap="flat">
              <a:solidFill>
                <a:srgbClr val="3A63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20" name="pg2620"/>
            <p:cNvSpPr/>
            <p:nvPr/>
          </p:nvSpPr>
          <p:spPr>
            <a:xfrm>
              <a:off x="3344358" y="476709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59E">
                <a:alpha val="100000"/>
              </a:srgbClr>
            </a:solidFill>
            <a:ln w="5420" cap="flat">
              <a:solidFill>
                <a:srgbClr val="3A65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21" name="pg2621"/>
            <p:cNvSpPr/>
            <p:nvPr/>
          </p:nvSpPr>
          <p:spPr>
            <a:xfrm>
              <a:off x="3355995" y="476709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69E">
                <a:alpha val="100000"/>
              </a:srgbClr>
            </a:solidFill>
            <a:ln w="5420" cap="flat">
              <a:solidFill>
                <a:srgbClr val="3A66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22" name="pg2622"/>
            <p:cNvSpPr/>
            <p:nvPr/>
          </p:nvSpPr>
          <p:spPr>
            <a:xfrm>
              <a:off x="3367633" y="476709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89F">
                <a:alpha val="100000"/>
              </a:srgbClr>
            </a:solidFill>
            <a:ln w="5420" cap="flat">
              <a:solidFill>
                <a:srgbClr val="3A68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23" name="pg2623"/>
            <p:cNvSpPr/>
            <p:nvPr/>
          </p:nvSpPr>
          <p:spPr>
            <a:xfrm>
              <a:off x="3425819" y="476709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72A1">
                <a:alpha val="100000"/>
              </a:srgbClr>
            </a:solidFill>
            <a:ln w="5420" cap="flat">
              <a:solidFill>
                <a:srgbClr val="3B72A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24" name="pg2624"/>
            <p:cNvSpPr/>
            <p:nvPr/>
          </p:nvSpPr>
          <p:spPr>
            <a:xfrm>
              <a:off x="3437457" y="476709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3A1">
                <a:alpha val="100000"/>
              </a:srgbClr>
            </a:solidFill>
            <a:ln w="5420" cap="flat">
              <a:solidFill>
                <a:srgbClr val="3A73A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25" name="pg2625"/>
            <p:cNvSpPr/>
            <p:nvPr/>
          </p:nvSpPr>
          <p:spPr>
            <a:xfrm>
              <a:off x="3449094" y="476709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5A2">
                <a:alpha val="100000"/>
              </a:srgbClr>
            </a:solidFill>
            <a:ln w="5420" cap="flat">
              <a:solidFill>
                <a:srgbClr val="3A75A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26" name="pg2626"/>
            <p:cNvSpPr/>
            <p:nvPr/>
          </p:nvSpPr>
          <p:spPr>
            <a:xfrm>
              <a:off x="3460731" y="476709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7A2">
                <a:alpha val="100000"/>
              </a:srgbClr>
            </a:solidFill>
            <a:ln w="5420" cap="flat">
              <a:solidFill>
                <a:srgbClr val="3A77A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27" name="pg2627"/>
            <p:cNvSpPr/>
            <p:nvPr/>
          </p:nvSpPr>
          <p:spPr>
            <a:xfrm>
              <a:off x="3472369" y="476709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7A2">
                <a:alpha val="100000"/>
              </a:srgbClr>
            </a:solidFill>
            <a:ln w="5420" cap="flat">
              <a:solidFill>
                <a:srgbClr val="3A77A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28" name="pg2628"/>
            <p:cNvSpPr/>
            <p:nvPr/>
          </p:nvSpPr>
          <p:spPr>
            <a:xfrm>
              <a:off x="3484006" y="476709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7A2">
                <a:alpha val="100000"/>
              </a:srgbClr>
            </a:solidFill>
            <a:ln w="5420" cap="flat">
              <a:solidFill>
                <a:srgbClr val="3A77A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29" name="pg2629"/>
            <p:cNvSpPr/>
            <p:nvPr/>
          </p:nvSpPr>
          <p:spPr>
            <a:xfrm>
              <a:off x="3495643" y="476709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6A2">
                <a:alpha val="100000"/>
              </a:srgbClr>
            </a:solidFill>
            <a:ln w="5420" cap="flat">
              <a:solidFill>
                <a:srgbClr val="3A76A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30" name="pg2630"/>
            <p:cNvSpPr/>
            <p:nvPr/>
          </p:nvSpPr>
          <p:spPr>
            <a:xfrm>
              <a:off x="3507281" y="476709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6A2">
                <a:alpha val="100000"/>
              </a:srgbClr>
            </a:solidFill>
            <a:ln w="5420" cap="flat">
              <a:solidFill>
                <a:srgbClr val="3A76A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31" name="pg2631"/>
            <p:cNvSpPr/>
            <p:nvPr/>
          </p:nvSpPr>
          <p:spPr>
            <a:xfrm>
              <a:off x="3623654" y="476709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B9F">
                <a:alpha val="100000"/>
              </a:srgbClr>
            </a:solidFill>
            <a:ln w="5420" cap="flat">
              <a:solidFill>
                <a:srgbClr val="3A6B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32" name="pg2632"/>
            <p:cNvSpPr/>
            <p:nvPr/>
          </p:nvSpPr>
          <p:spPr>
            <a:xfrm>
              <a:off x="3635291" y="476709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B9F">
                <a:alpha val="100000"/>
              </a:srgbClr>
            </a:solidFill>
            <a:ln w="5420" cap="flat">
              <a:solidFill>
                <a:srgbClr val="3A6B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33" name="pg2633"/>
            <p:cNvSpPr/>
            <p:nvPr/>
          </p:nvSpPr>
          <p:spPr>
            <a:xfrm>
              <a:off x="3646928" y="476709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B9F">
                <a:alpha val="100000"/>
              </a:srgbClr>
            </a:solidFill>
            <a:ln w="5420" cap="flat">
              <a:solidFill>
                <a:srgbClr val="3A6B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34" name="pg2634"/>
            <p:cNvSpPr/>
            <p:nvPr/>
          </p:nvSpPr>
          <p:spPr>
            <a:xfrm>
              <a:off x="3658566" y="476709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B9F">
                <a:alpha val="100000"/>
              </a:srgbClr>
            </a:solidFill>
            <a:ln w="5420" cap="flat">
              <a:solidFill>
                <a:srgbClr val="3A6B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35" name="pg2635"/>
            <p:cNvSpPr/>
            <p:nvPr/>
          </p:nvSpPr>
          <p:spPr>
            <a:xfrm>
              <a:off x="3670203" y="476709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C9F">
                <a:alpha val="100000"/>
              </a:srgbClr>
            </a:solidFill>
            <a:ln w="5420" cap="flat">
              <a:solidFill>
                <a:srgbClr val="3A6C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36" name="pg2636"/>
            <p:cNvSpPr/>
            <p:nvPr/>
          </p:nvSpPr>
          <p:spPr>
            <a:xfrm>
              <a:off x="3681840" y="476709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CA0">
                <a:alpha val="100000"/>
              </a:srgbClr>
            </a:solidFill>
            <a:ln w="5420" cap="flat">
              <a:solidFill>
                <a:srgbClr val="3A6CA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37" name="pg2637"/>
            <p:cNvSpPr/>
            <p:nvPr/>
          </p:nvSpPr>
          <p:spPr>
            <a:xfrm>
              <a:off x="3693478" y="476709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EA0">
                <a:alpha val="100000"/>
              </a:srgbClr>
            </a:solidFill>
            <a:ln w="5420" cap="flat">
              <a:solidFill>
                <a:srgbClr val="3A6EA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38" name="pg2638"/>
            <p:cNvSpPr/>
            <p:nvPr/>
          </p:nvSpPr>
          <p:spPr>
            <a:xfrm>
              <a:off x="3705115" y="476709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EA0">
                <a:alpha val="100000"/>
              </a:srgbClr>
            </a:solidFill>
            <a:ln w="5420" cap="flat">
              <a:solidFill>
                <a:srgbClr val="3A6EA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39" name="pg2639"/>
            <p:cNvSpPr/>
            <p:nvPr/>
          </p:nvSpPr>
          <p:spPr>
            <a:xfrm>
              <a:off x="3716752" y="476709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EA0">
                <a:alpha val="100000"/>
              </a:srgbClr>
            </a:solidFill>
            <a:ln w="5420" cap="flat">
              <a:solidFill>
                <a:srgbClr val="3A6EA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40" name="pg2640"/>
            <p:cNvSpPr/>
            <p:nvPr/>
          </p:nvSpPr>
          <p:spPr>
            <a:xfrm>
              <a:off x="3728390" y="476709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EA0">
                <a:alpha val="100000"/>
              </a:srgbClr>
            </a:solidFill>
            <a:ln w="5420" cap="flat">
              <a:solidFill>
                <a:srgbClr val="3A6EA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41" name="pg2641"/>
            <p:cNvSpPr/>
            <p:nvPr/>
          </p:nvSpPr>
          <p:spPr>
            <a:xfrm>
              <a:off x="3740027" y="476709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DA0">
                <a:alpha val="100000"/>
              </a:srgbClr>
            </a:solidFill>
            <a:ln w="5420" cap="flat">
              <a:solidFill>
                <a:srgbClr val="3A6DA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42" name="pg2642"/>
            <p:cNvSpPr/>
            <p:nvPr/>
          </p:nvSpPr>
          <p:spPr>
            <a:xfrm>
              <a:off x="3751664" y="476709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C9F">
                <a:alpha val="100000"/>
              </a:srgbClr>
            </a:solidFill>
            <a:ln w="5420" cap="flat">
              <a:solidFill>
                <a:srgbClr val="3A6C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43" name="pg2643"/>
            <p:cNvSpPr/>
            <p:nvPr/>
          </p:nvSpPr>
          <p:spPr>
            <a:xfrm>
              <a:off x="4112422" y="476709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5D9C">
                <a:alpha val="100000"/>
              </a:srgbClr>
            </a:solidFill>
            <a:ln w="5420" cap="flat">
              <a:solidFill>
                <a:srgbClr val="395D9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44" name="pg2644"/>
            <p:cNvSpPr/>
            <p:nvPr/>
          </p:nvSpPr>
          <p:spPr>
            <a:xfrm>
              <a:off x="4124059" y="476709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5D9C">
                <a:alpha val="100000"/>
              </a:srgbClr>
            </a:solidFill>
            <a:ln w="5420" cap="flat">
              <a:solidFill>
                <a:srgbClr val="395D9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45" name="pg2645"/>
            <p:cNvSpPr/>
            <p:nvPr/>
          </p:nvSpPr>
          <p:spPr>
            <a:xfrm>
              <a:off x="4135696" y="476709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5D9C">
                <a:alpha val="100000"/>
              </a:srgbClr>
            </a:solidFill>
            <a:ln w="5420" cap="flat">
              <a:solidFill>
                <a:srgbClr val="395D9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46" name="pg2646"/>
            <p:cNvSpPr/>
            <p:nvPr/>
          </p:nvSpPr>
          <p:spPr>
            <a:xfrm>
              <a:off x="4147334" y="476709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5D9C">
                <a:alpha val="100000"/>
              </a:srgbClr>
            </a:solidFill>
            <a:ln w="5420" cap="flat">
              <a:solidFill>
                <a:srgbClr val="395D9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47" name="pg2647"/>
            <p:cNvSpPr/>
            <p:nvPr/>
          </p:nvSpPr>
          <p:spPr>
            <a:xfrm>
              <a:off x="4158971" y="476709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5D9C">
                <a:alpha val="100000"/>
              </a:srgbClr>
            </a:solidFill>
            <a:ln w="5420" cap="flat">
              <a:solidFill>
                <a:srgbClr val="395D9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48" name="pg2648"/>
            <p:cNvSpPr/>
            <p:nvPr/>
          </p:nvSpPr>
          <p:spPr>
            <a:xfrm>
              <a:off x="4170608" y="476709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5D9C">
                <a:alpha val="100000"/>
              </a:srgbClr>
            </a:solidFill>
            <a:ln w="5420" cap="flat">
              <a:solidFill>
                <a:srgbClr val="395D9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49" name="pg2649"/>
            <p:cNvSpPr/>
            <p:nvPr/>
          </p:nvSpPr>
          <p:spPr>
            <a:xfrm>
              <a:off x="4182246" y="476709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5D9C">
                <a:alpha val="100000"/>
              </a:srgbClr>
            </a:solidFill>
            <a:ln w="5420" cap="flat">
              <a:solidFill>
                <a:srgbClr val="395D9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50" name="pg2650"/>
            <p:cNvSpPr/>
            <p:nvPr/>
          </p:nvSpPr>
          <p:spPr>
            <a:xfrm>
              <a:off x="4193883" y="476709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5C9B">
                <a:alpha val="100000"/>
              </a:srgbClr>
            </a:solidFill>
            <a:ln w="5420" cap="flat">
              <a:solidFill>
                <a:srgbClr val="395C9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51" name="pg2651"/>
            <p:cNvSpPr/>
            <p:nvPr/>
          </p:nvSpPr>
          <p:spPr>
            <a:xfrm>
              <a:off x="4205520" y="476709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5C9B">
                <a:alpha val="100000"/>
              </a:srgbClr>
            </a:solidFill>
            <a:ln w="5420" cap="flat">
              <a:solidFill>
                <a:srgbClr val="395C9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52" name="pg2652"/>
            <p:cNvSpPr/>
            <p:nvPr/>
          </p:nvSpPr>
          <p:spPr>
            <a:xfrm>
              <a:off x="4217158" y="476709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5C9A">
                <a:alpha val="100000"/>
              </a:srgbClr>
            </a:solidFill>
            <a:ln w="5420" cap="flat">
              <a:solidFill>
                <a:srgbClr val="395C9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53" name="pg2653"/>
            <p:cNvSpPr/>
            <p:nvPr/>
          </p:nvSpPr>
          <p:spPr>
            <a:xfrm>
              <a:off x="4228795" y="476709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5C9A">
                <a:alpha val="100000"/>
              </a:srgbClr>
            </a:solidFill>
            <a:ln w="5420" cap="flat">
              <a:solidFill>
                <a:srgbClr val="395C9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54" name="pg2654"/>
            <p:cNvSpPr/>
            <p:nvPr/>
          </p:nvSpPr>
          <p:spPr>
            <a:xfrm>
              <a:off x="4240432" y="476709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5C9A">
                <a:alpha val="100000"/>
              </a:srgbClr>
            </a:solidFill>
            <a:ln w="5420" cap="flat">
              <a:solidFill>
                <a:srgbClr val="395C9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55" name="pg2655"/>
            <p:cNvSpPr/>
            <p:nvPr/>
          </p:nvSpPr>
          <p:spPr>
            <a:xfrm>
              <a:off x="4252070" y="476709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5B9A">
                <a:alpha val="100000"/>
              </a:srgbClr>
            </a:solidFill>
            <a:ln w="5420" cap="flat">
              <a:solidFill>
                <a:srgbClr val="395B9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56" name="pg2656"/>
            <p:cNvSpPr/>
            <p:nvPr/>
          </p:nvSpPr>
          <p:spPr>
            <a:xfrm>
              <a:off x="4263707" y="476709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5B99">
                <a:alpha val="100000"/>
              </a:srgbClr>
            </a:solidFill>
            <a:ln w="5420" cap="flat">
              <a:solidFill>
                <a:srgbClr val="395B9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57" name="pg2657"/>
            <p:cNvSpPr/>
            <p:nvPr/>
          </p:nvSpPr>
          <p:spPr>
            <a:xfrm>
              <a:off x="4275344" y="476709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5B98">
                <a:alpha val="100000"/>
              </a:srgbClr>
            </a:solidFill>
            <a:ln w="5420" cap="flat">
              <a:solidFill>
                <a:srgbClr val="3A5B9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58" name="pg2658"/>
            <p:cNvSpPr/>
            <p:nvPr/>
          </p:nvSpPr>
          <p:spPr>
            <a:xfrm>
              <a:off x="4286982" y="476709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5997">
                <a:alpha val="100000"/>
              </a:srgbClr>
            </a:solidFill>
            <a:ln w="5420" cap="flat">
              <a:solidFill>
                <a:srgbClr val="3A599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59" name="pg2659"/>
            <p:cNvSpPr/>
            <p:nvPr/>
          </p:nvSpPr>
          <p:spPr>
            <a:xfrm>
              <a:off x="4298619" y="476709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5996">
                <a:alpha val="100000"/>
              </a:srgbClr>
            </a:solidFill>
            <a:ln w="5420" cap="flat">
              <a:solidFill>
                <a:srgbClr val="3A599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60" name="pg2660"/>
            <p:cNvSpPr/>
            <p:nvPr/>
          </p:nvSpPr>
          <p:spPr>
            <a:xfrm>
              <a:off x="4310256" y="476709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5894">
                <a:alpha val="100000"/>
              </a:srgbClr>
            </a:solidFill>
            <a:ln w="5420" cap="flat">
              <a:solidFill>
                <a:srgbClr val="3A589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61" name="pg2661"/>
            <p:cNvSpPr/>
            <p:nvPr/>
          </p:nvSpPr>
          <p:spPr>
            <a:xfrm>
              <a:off x="4321894" y="476709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5793">
                <a:alpha val="100000"/>
              </a:srgbClr>
            </a:solidFill>
            <a:ln w="5420" cap="flat">
              <a:solidFill>
                <a:srgbClr val="3A579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62" name="pg2662"/>
            <p:cNvSpPr/>
            <p:nvPr/>
          </p:nvSpPr>
          <p:spPr>
            <a:xfrm>
              <a:off x="4333531" y="476709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5692">
                <a:alpha val="100000"/>
              </a:srgbClr>
            </a:solidFill>
            <a:ln w="5420" cap="flat">
              <a:solidFill>
                <a:srgbClr val="3B569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63" name="pg2663"/>
            <p:cNvSpPr/>
            <p:nvPr/>
          </p:nvSpPr>
          <p:spPr>
            <a:xfrm>
              <a:off x="4345168" y="476709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5590">
                <a:alpha val="100000"/>
              </a:srgbClr>
            </a:solidFill>
            <a:ln w="5420" cap="flat">
              <a:solidFill>
                <a:srgbClr val="3B559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64" name="pg2664"/>
            <p:cNvSpPr/>
            <p:nvPr/>
          </p:nvSpPr>
          <p:spPr>
            <a:xfrm>
              <a:off x="4356806" y="476709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548F">
                <a:alpha val="100000"/>
              </a:srgbClr>
            </a:solidFill>
            <a:ln w="5420" cap="flat">
              <a:solidFill>
                <a:srgbClr val="3B548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65" name="pg2665"/>
            <p:cNvSpPr/>
            <p:nvPr/>
          </p:nvSpPr>
          <p:spPr>
            <a:xfrm>
              <a:off x="4368443" y="476709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538D">
                <a:alpha val="100000"/>
              </a:srgbClr>
            </a:solidFill>
            <a:ln w="5420" cap="flat">
              <a:solidFill>
                <a:srgbClr val="3B538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66" name="pg2666"/>
            <p:cNvSpPr/>
            <p:nvPr/>
          </p:nvSpPr>
          <p:spPr>
            <a:xfrm>
              <a:off x="4566278" y="476709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275">
                <a:alpha val="100000"/>
              </a:srgbClr>
            </a:solidFill>
            <a:ln w="5420" cap="flat">
              <a:solidFill>
                <a:srgbClr val="3C427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67" name="pg2667"/>
            <p:cNvSpPr/>
            <p:nvPr/>
          </p:nvSpPr>
          <p:spPr>
            <a:xfrm>
              <a:off x="4577915" y="476709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275">
                <a:alpha val="100000"/>
              </a:srgbClr>
            </a:solidFill>
            <a:ln w="5420" cap="flat">
              <a:solidFill>
                <a:srgbClr val="3C427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68" name="pg2668"/>
            <p:cNvSpPr/>
            <p:nvPr/>
          </p:nvSpPr>
          <p:spPr>
            <a:xfrm>
              <a:off x="4589552" y="476709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276">
                <a:alpha val="100000"/>
              </a:srgbClr>
            </a:solidFill>
            <a:ln w="5420" cap="flat">
              <a:solidFill>
                <a:srgbClr val="3C427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69" name="pg2669"/>
            <p:cNvSpPr/>
            <p:nvPr/>
          </p:nvSpPr>
          <p:spPr>
            <a:xfrm>
              <a:off x="4601190" y="476709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276">
                <a:alpha val="100000"/>
              </a:srgbClr>
            </a:solidFill>
            <a:ln w="5420" cap="flat">
              <a:solidFill>
                <a:srgbClr val="3C427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70" name="pg2670"/>
            <p:cNvSpPr/>
            <p:nvPr/>
          </p:nvSpPr>
          <p:spPr>
            <a:xfrm>
              <a:off x="4612827" y="476709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377">
                <a:alpha val="100000"/>
              </a:srgbClr>
            </a:solidFill>
            <a:ln w="5420" cap="flat">
              <a:solidFill>
                <a:srgbClr val="3C437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71" name="pg2671"/>
            <p:cNvSpPr/>
            <p:nvPr/>
          </p:nvSpPr>
          <p:spPr>
            <a:xfrm>
              <a:off x="3111611" y="478139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496A9">
                <a:alpha val="100000"/>
              </a:srgbClr>
            </a:solidFill>
            <a:ln w="5420" cap="flat">
              <a:solidFill>
                <a:srgbClr val="3496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72" name="pg2672"/>
            <p:cNvSpPr/>
            <p:nvPr/>
          </p:nvSpPr>
          <p:spPr>
            <a:xfrm>
              <a:off x="3123249" y="478139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699A9">
                <a:alpha val="100000"/>
              </a:srgbClr>
            </a:solidFill>
            <a:ln w="5420" cap="flat">
              <a:solidFill>
                <a:srgbClr val="3699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73" name="pg2673"/>
            <p:cNvSpPr/>
            <p:nvPr/>
          </p:nvSpPr>
          <p:spPr>
            <a:xfrm>
              <a:off x="3134886" y="478139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9AA9">
                <a:alpha val="100000"/>
              </a:srgbClr>
            </a:solidFill>
            <a:ln w="5420" cap="flat">
              <a:solidFill>
                <a:srgbClr val="379A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74" name="pg2674"/>
            <p:cNvSpPr/>
            <p:nvPr/>
          </p:nvSpPr>
          <p:spPr>
            <a:xfrm>
              <a:off x="3146523" y="478139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699A9">
                <a:alpha val="100000"/>
              </a:srgbClr>
            </a:solidFill>
            <a:ln w="5420" cap="flat">
              <a:solidFill>
                <a:srgbClr val="3699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75" name="pg2675"/>
            <p:cNvSpPr/>
            <p:nvPr/>
          </p:nvSpPr>
          <p:spPr>
            <a:xfrm>
              <a:off x="3158161" y="478139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496A9">
                <a:alpha val="100000"/>
              </a:srgbClr>
            </a:solidFill>
            <a:ln w="5420" cap="flat">
              <a:solidFill>
                <a:srgbClr val="3496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76" name="pg2676"/>
            <p:cNvSpPr/>
            <p:nvPr/>
          </p:nvSpPr>
          <p:spPr>
            <a:xfrm>
              <a:off x="3169798" y="478139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690A8">
                <a:alpha val="100000"/>
              </a:srgbClr>
            </a:solidFill>
            <a:ln w="5420" cap="flat">
              <a:solidFill>
                <a:srgbClr val="3690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77" name="pg2677"/>
            <p:cNvSpPr/>
            <p:nvPr/>
          </p:nvSpPr>
          <p:spPr>
            <a:xfrm>
              <a:off x="3181435" y="478139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887A6">
                <a:alpha val="100000"/>
              </a:srgbClr>
            </a:solidFill>
            <a:ln w="5420" cap="flat">
              <a:solidFill>
                <a:srgbClr val="3887A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78" name="pg2678"/>
            <p:cNvSpPr/>
            <p:nvPr/>
          </p:nvSpPr>
          <p:spPr>
            <a:xfrm>
              <a:off x="3193073" y="478139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EA4">
                <a:alpha val="100000"/>
              </a:srgbClr>
            </a:solidFill>
            <a:ln w="5420" cap="flat">
              <a:solidFill>
                <a:srgbClr val="3A7EA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79" name="pg2679"/>
            <p:cNvSpPr/>
            <p:nvPr/>
          </p:nvSpPr>
          <p:spPr>
            <a:xfrm>
              <a:off x="3204710" y="478139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3A1">
                <a:alpha val="100000"/>
              </a:srgbClr>
            </a:solidFill>
            <a:ln w="5420" cap="flat">
              <a:solidFill>
                <a:srgbClr val="3A73A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80" name="pg2680"/>
            <p:cNvSpPr/>
            <p:nvPr/>
          </p:nvSpPr>
          <p:spPr>
            <a:xfrm>
              <a:off x="3216347" y="478139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B9F">
                <a:alpha val="100000"/>
              </a:srgbClr>
            </a:solidFill>
            <a:ln w="5420" cap="flat">
              <a:solidFill>
                <a:srgbClr val="3A6B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81" name="pg2681"/>
            <p:cNvSpPr/>
            <p:nvPr/>
          </p:nvSpPr>
          <p:spPr>
            <a:xfrm>
              <a:off x="3227985" y="478139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609D">
                <a:alpha val="100000"/>
              </a:srgbClr>
            </a:solidFill>
            <a:ln w="5420" cap="flat">
              <a:solidFill>
                <a:srgbClr val="3960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82" name="pg2682"/>
            <p:cNvSpPr/>
            <p:nvPr/>
          </p:nvSpPr>
          <p:spPr>
            <a:xfrm>
              <a:off x="3239622" y="478139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5E9C">
                <a:alpha val="100000"/>
              </a:srgbClr>
            </a:solidFill>
            <a:ln w="5420" cap="flat">
              <a:solidFill>
                <a:srgbClr val="395E9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83" name="pg2683"/>
            <p:cNvSpPr/>
            <p:nvPr/>
          </p:nvSpPr>
          <p:spPr>
            <a:xfrm>
              <a:off x="3251259" y="478139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5E9C">
                <a:alpha val="100000"/>
              </a:srgbClr>
            </a:solidFill>
            <a:ln w="5420" cap="flat">
              <a:solidFill>
                <a:srgbClr val="395E9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84" name="pg2684"/>
            <p:cNvSpPr/>
            <p:nvPr/>
          </p:nvSpPr>
          <p:spPr>
            <a:xfrm>
              <a:off x="3262897" y="478139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5F9C">
                <a:alpha val="100000"/>
              </a:srgbClr>
            </a:solidFill>
            <a:ln w="5420" cap="flat">
              <a:solidFill>
                <a:srgbClr val="395F9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85" name="pg2685"/>
            <p:cNvSpPr/>
            <p:nvPr/>
          </p:nvSpPr>
          <p:spPr>
            <a:xfrm>
              <a:off x="3274534" y="478139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19D">
                <a:alpha val="100000"/>
              </a:srgbClr>
            </a:solidFill>
            <a:ln w="5420" cap="flat">
              <a:solidFill>
                <a:srgbClr val="3A61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86" name="pg2686"/>
            <p:cNvSpPr/>
            <p:nvPr/>
          </p:nvSpPr>
          <p:spPr>
            <a:xfrm>
              <a:off x="3286171" y="478139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29D">
                <a:alpha val="100000"/>
              </a:srgbClr>
            </a:solidFill>
            <a:ln w="5420" cap="flat">
              <a:solidFill>
                <a:srgbClr val="3A62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87" name="pg2687"/>
            <p:cNvSpPr/>
            <p:nvPr/>
          </p:nvSpPr>
          <p:spPr>
            <a:xfrm>
              <a:off x="3297809" y="478139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29D">
                <a:alpha val="100000"/>
              </a:srgbClr>
            </a:solidFill>
            <a:ln w="5420" cap="flat">
              <a:solidFill>
                <a:srgbClr val="3A62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88" name="pg2688"/>
            <p:cNvSpPr/>
            <p:nvPr/>
          </p:nvSpPr>
          <p:spPr>
            <a:xfrm>
              <a:off x="3309446" y="478139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29D">
                <a:alpha val="100000"/>
              </a:srgbClr>
            </a:solidFill>
            <a:ln w="5420" cap="flat">
              <a:solidFill>
                <a:srgbClr val="3A62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89" name="pg2689"/>
            <p:cNvSpPr/>
            <p:nvPr/>
          </p:nvSpPr>
          <p:spPr>
            <a:xfrm>
              <a:off x="3321083" y="478139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29D">
                <a:alpha val="100000"/>
              </a:srgbClr>
            </a:solidFill>
            <a:ln w="5420" cap="flat">
              <a:solidFill>
                <a:srgbClr val="3A62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90" name="pg2690"/>
            <p:cNvSpPr/>
            <p:nvPr/>
          </p:nvSpPr>
          <p:spPr>
            <a:xfrm>
              <a:off x="3332721" y="478139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39D">
                <a:alpha val="100000"/>
              </a:srgbClr>
            </a:solidFill>
            <a:ln w="5420" cap="flat">
              <a:solidFill>
                <a:srgbClr val="3A63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91" name="pg2691"/>
            <p:cNvSpPr/>
            <p:nvPr/>
          </p:nvSpPr>
          <p:spPr>
            <a:xfrm>
              <a:off x="3344358" y="478139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59E">
                <a:alpha val="100000"/>
              </a:srgbClr>
            </a:solidFill>
            <a:ln w="5420" cap="flat">
              <a:solidFill>
                <a:srgbClr val="3A65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92" name="pg2692"/>
            <p:cNvSpPr/>
            <p:nvPr/>
          </p:nvSpPr>
          <p:spPr>
            <a:xfrm>
              <a:off x="3355995" y="478139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79E">
                <a:alpha val="100000"/>
              </a:srgbClr>
            </a:solidFill>
            <a:ln w="5420" cap="flat">
              <a:solidFill>
                <a:srgbClr val="3A67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93" name="pg2693"/>
            <p:cNvSpPr/>
            <p:nvPr/>
          </p:nvSpPr>
          <p:spPr>
            <a:xfrm>
              <a:off x="3367633" y="478139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89F">
                <a:alpha val="100000"/>
              </a:srgbClr>
            </a:solidFill>
            <a:ln w="5420" cap="flat">
              <a:solidFill>
                <a:srgbClr val="3A68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94" name="pg2694"/>
            <p:cNvSpPr/>
            <p:nvPr/>
          </p:nvSpPr>
          <p:spPr>
            <a:xfrm>
              <a:off x="3379270" y="478139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A9F">
                <a:alpha val="100000"/>
              </a:srgbClr>
            </a:solidFill>
            <a:ln w="5420" cap="flat">
              <a:solidFill>
                <a:srgbClr val="3A6A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95" name="pg2695"/>
            <p:cNvSpPr/>
            <p:nvPr/>
          </p:nvSpPr>
          <p:spPr>
            <a:xfrm>
              <a:off x="3390907" y="478139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CA0">
                <a:alpha val="100000"/>
              </a:srgbClr>
            </a:solidFill>
            <a:ln w="5420" cap="flat">
              <a:solidFill>
                <a:srgbClr val="3A6CA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96" name="pg2696"/>
            <p:cNvSpPr/>
            <p:nvPr/>
          </p:nvSpPr>
          <p:spPr>
            <a:xfrm>
              <a:off x="3402545" y="478139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FA0">
                <a:alpha val="100000"/>
              </a:srgbClr>
            </a:solidFill>
            <a:ln w="5420" cap="flat">
              <a:solidFill>
                <a:srgbClr val="3A6FA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97" name="pg2697"/>
            <p:cNvSpPr/>
            <p:nvPr/>
          </p:nvSpPr>
          <p:spPr>
            <a:xfrm>
              <a:off x="3414182" y="478139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71A1">
                <a:alpha val="100000"/>
              </a:srgbClr>
            </a:solidFill>
            <a:ln w="5420" cap="flat">
              <a:solidFill>
                <a:srgbClr val="3B71A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98" name="pg2698"/>
            <p:cNvSpPr/>
            <p:nvPr/>
          </p:nvSpPr>
          <p:spPr>
            <a:xfrm>
              <a:off x="3425819" y="478139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3A1">
                <a:alpha val="100000"/>
              </a:srgbClr>
            </a:solidFill>
            <a:ln w="5420" cap="flat">
              <a:solidFill>
                <a:srgbClr val="3A73A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99" name="pg2699"/>
            <p:cNvSpPr/>
            <p:nvPr/>
          </p:nvSpPr>
          <p:spPr>
            <a:xfrm>
              <a:off x="3437457" y="478139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5A2">
                <a:alpha val="100000"/>
              </a:srgbClr>
            </a:solidFill>
            <a:ln w="5420" cap="flat">
              <a:solidFill>
                <a:srgbClr val="3A75A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00" name="pg2700"/>
            <p:cNvSpPr/>
            <p:nvPr/>
          </p:nvSpPr>
          <p:spPr>
            <a:xfrm>
              <a:off x="3449094" y="478139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7A2">
                <a:alpha val="100000"/>
              </a:srgbClr>
            </a:solidFill>
            <a:ln w="5420" cap="flat">
              <a:solidFill>
                <a:srgbClr val="3A77A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01" name="pg2701"/>
            <p:cNvSpPr/>
            <p:nvPr/>
          </p:nvSpPr>
          <p:spPr>
            <a:xfrm>
              <a:off x="3460731" y="478139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9A3">
                <a:alpha val="100000"/>
              </a:srgbClr>
            </a:solidFill>
            <a:ln w="5420" cap="flat">
              <a:solidFill>
                <a:srgbClr val="3A79A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02" name="pg2702"/>
            <p:cNvSpPr/>
            <p:nvPr/>
          </p:nvSpPr>
          <p:spPr>
            <a:xfrm>
              <a:off x="3472369" y="478139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AA3">
                <a:alpha val="100000"/>
              </a:srgbClr>
            </a:solidFill>
            <a:ln w="5420" cap="flat">
              <a:solidFill>
                <a:srgbClr val="3A7AA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03" name="pg2703"/>
            <p:cNvSpPr/>
            <p:nvPr/>
          </p:nvSpPr>
          <p:spPr>
            <a:xfrm>
              <a:off x="3484006" y="478139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9A3">
                <a:alpha val="100000"/>
              </a:srgbClr>
            </a:solidFill>
            <a:ln w="5420" cap="flat">
              <a:solidFill>
                <a:srgbClr val="3A79A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04" name="pg2704"/>
            <p:cNvSpPr/>
            <p:nvPr/>
          </p:nvSpPr>
          <p:spPr>
            <a:xfrm>
              <a:off x="3495643" y="478139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9A2">
                <a:alpha val="100000"/>
              </a:srgbClr>
            </a:solidFill>
            <a:ln w="5420" cap="flat">
              <a:solidFill>
                <a:srgbClr val="3A79A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05" name="pg2705"/>
            <p:cNvSpPr/>
            <p:nvPr/>
          </p:nvSpPr>
          <p:spPr>
            <a:xfrm>
              <a:off x="3507281" y="478139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7A2">
                <a:alpha val="100000"/>
              </a:srgbClr>
            </a:solidFill>
            <a:ln w="5420" cap="flat">
              <a:solidFill>
                <a:srgbClr val="3A77A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06" name="pg2706"/>
            <p:cNvSpPr/>
            <p:nvPr/>
          </p:nvSpPr>
          <p:spPr>
            <a:xfrm>
              <a:off x="3518918" y="478139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6A2">
                <a:alpha val="100000"/>
              </a:srgbClr>
            </a:solidFill>
            <a:ln w="5420" cap="flat">
              <a:solidFill>
                <a:srgbClr val="3A76A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07" name="pg2707"/>
            <p:cNvSpPr/>
            <p:nvPr/>
          </p:nvSpPr>
          <p:spPr>
            <a:xfrm>
              <a:off x="3530555" y="478139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3A1">
                <a:alpha val="100000"/>
              </a:srgbClr>
            </a:solidFill>
            <a:ln w="5420" cap="flat">
              <a:solidFill>
                <a:srgbClr val="3A73A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08" name="pg2708"/>
            <p:cNvSpPr/>
            <p:nvPr/>
          </p:nvSpPr>
          <p:spPr>
            <a:xfrm>
              <a:off x="3542193" y="478139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72A1">
                <a:alpha val="100000"/>
              </a:srgbClr>
            </a:solidFill>
            <a:ln w="5420" cap="flat">
              <a:solidFill>
                <a:srgbClr val="3B72A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09" name="pg2709"/>
            <p:cNvSpPr/>
            <p:nvPr/>
          </p:nvSpPr>
          <p:spPr>
            <a:xfrm>
              <a:off x="3635291" y="478139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B9F">
                <a:alpha val="100000"/>
              </a:srgbClr>
            </a:solidFill>
            <a:ln w="5420" cap="flat">
              <a:solidFill>
                <a:srgbClr val="3A6B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10" name="pg2710"/>
            <p:cNvSpPr/>
            <p:nvPr/>
          </p:nvSpPr>
          <p:spPr>
            <a:xfrm>
              <a:off x="3646928" y="478139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B9F">
                <a:alpha val="100000"/>
              </a:srgbClr>
            </a:solidFill>
            <a:ln w="5420" cap="flat">
              <a:solidFill>
                <a:srgbClr val="3A6B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11" name="pg2711"/>
            <p:cNvSpPr/>
            <p:nvPr/>
          </p:nvSpPr>
          <p:spPr>
            <a:xfrm>
              <a:off x="3658566" y="478139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B9F">
                <a:alpha val="100000"/>
              </a:srgbClr>
            </a:solidFill>
            <a:ln w="5420" cap="flat">
              <a:solidFill>
                <a:srgbClr val="3A6B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12" name="pg2712"/>
            <p:cNvSpPr/>
            <p:nvPr/>
          </p:nvSpPr>
          <p:spPr>
            <a:xfrm>
              <a:off x="3681840" y="478139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CA0">
                <a:alpha val="100000"/>
              </a:srgbClr>
            </a:solidFill>
            <a:ln w="5420" cap="flat">
              <a:solidFill>
                <a:srgbClr val="3A6CA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13" name="pg2713"/>
            <p:cNvSpPr/>
            <p:nvPr/>
          </p:nvSpPr>
          <p:spPr>
            <a:xfrm>
              <a:off x="3693478" y="478139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EA0">
                <a:alpha val="100000"/>
              </a:srgbClr>
            </a:solidFill>
            <a:ln w="5420" cap="flat">
              <a:solidFill>
                <a:srgbClr val="3A6EA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14" name="pg2714"/>
            <p:cNvSpPr/>
            <p:nvPr/>
          </p:nvSpPr>
          <p:spPr>
            <a:xfrm>
              <a:off x="3705115" y="478139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FA0">
                <a:alpha val="100000"/>
              </a:srgbClr>
            </a:solidFill>
            <a:ln w="5420" cap="flat">
              <a:solidFill>
                <a:srgbClr val="3A6FA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15" name="pg2715"/>
            <p:cNvSpPr/>
            <p:nvPr/>
          </p:nvSpPr>
          <p:spPr>
            <a:xfrm>
              <a:off x="3716752" y="478139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6FA0">
                <a:alpha val="100000"/>
              </a:srgbClr>
            </a:solidFill>
            <a:ln w="5420" cap="flat">
              <a:solidFill>
                <a:srgbClr val="3B6FA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16" name="pg2716"/>
            <p:cNvSpPr/>
            <p:nvPr/>
          </p:nvSpPr>
          <p:spPr>
            <a:xfrm>
              <a:off x="3728390" y="478139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FA0">
                <a:alpha val="100000"/>
              </a:srgbClr>
            </a:solidFill>
            <a:ln w="5420" cap="flat">
              <a:solidFill>
                <a:srgbClr val="3A6FA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17" name="pg2717"/>
            <p:cNvSpPr/>
            <p:nvPr/>
          </p:nvSpPr>
          <p:spPr>
            <a:xfrm>
              <a:off x="3740027" y="478139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EA0">
                <a:alpha val="100000"/>
              </a:srgbClr>
            </a:solidFill>
            <a:ln w="5420" cap="flat">
              <a:solidFill>
                <a:srgbClr val="3A6EA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18" name="pg2718"/>
            <p:cNvSpPr/>
            <p:nvPr/>
          </p:nvSpPr>
          <p:spPr>
            <a:xfrm>
              <a:off x="3751664" y="478139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DA0">
                <a:alpha val="100000"/>
              </a:srgbClr>
            </a:solidFill>
            <a:ln w="5420" cap="flat">
              <a:solidFill>
                <a:srgbClr val="3A6DA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19" name="pg2719"/>
            <p:cNvSpPr/>
            <p:nvPr/>
          </p:nvSpPr>
          <p:spPr>
            <a:xfrm>
              <a:off x="4124059" y="478139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5D9C">
                <a:alpha val="100000"/>
              </a:srgbClr>
            </a:solidFill>
            <a:ln w="5420" cap="flat">
              <a:solidFill>
                <a:srgbClr val="395D9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20" name="pg2720"/>
            <p:cNvSpPr/>
            <p:nvPr/>
          </p:nvSpPr>
          <p:spPr>
            <a:xfrm>
              <a:off x="4135696" y="478139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5D9C">
                <a:alpha val="100000"/>
              </a:srgbClr>
            </a:solidFill>
            <a:ln w="5420" cap="flat">
              <a:solidFill>
                <a:srgbClr val="395D9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21" name="pg2721"/>
            <p:cNvSpPr/>
            <p:nvPr/>
          </p:nvSpPr>
          <p:spPr>
            <a:xfrm>
              <a:off x="4147334" y="478139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5D9C">
                <a:alpha val="100000"/>
              </a:srgbClr>
            </a:solidFill>
            <a:ln w="5420" cap="flat">
              <a:solidFill>
                <a:srgbClr val="395D9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22" name="pg2722"/>
            <p:cNvSpPr/>
            <p:nvPr/>
          </p:nvSpPr>
          <p:spPr>
            <a:xfrm>
              <a:off x="4158971" y="478139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5D9C">
                <a:alpha val="100000"/>
              </a:srgbClr>
            </a:solidFill>
            <a:ln w="5420" cap="flat">
              <a:solidFill>
                <a:srgbClr val="395D9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23" name="pg2723"/>
            <p:cNvSpPr/>
            <p:nvPr/>
          </p:nvSpPr>
          <p:spPr>
            <a:xfrm>
              <a:off x="4170608" y="478139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5D9C">
                <a:alpha val="100000"/>
              </a:srgbClr>
            </a:solidFill>
            <a:ln w="5420" cap="flat">
              <a:solidFill>
                <a:srgbClr val="395D9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24" name="pg2724"/>
            <p:cNvSpPr/>
            <p:nvPr/>
          </p:nvSpPr>
          <p:spPr>
            <a:xfrm>
              <a:off x="4182246" y="478139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5D9C">
                <a:alpha val="100000"/>
              </a:srgbClr>
            </a:solidFill>
            <a:ln w="5420" cap="flat">
              <a:solidFill>
                <a:srgbClr val="395D9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25" name="pg2725"/>
            <p:cNvSpPr/>
            <p:nvPr/>
          </p:nvSpPr>
          <p:spPr>
            <a:xfrm>
              <a:off x="4193883" y="478139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5C9B">
                <a:alpha val="100000"/>
              </a:srgbClr>
            </a:solidFill>
            <a:ln w="5420" cap="flat">
              <a:solidFill>
                <a:srgbClr val="395C9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26" name="pg2726"/>
            <p:cNvSpPr/>
            <p:nvPr/>
          </p:nvSpPr>
          <p:spPr>
            <a:xfrm>
              <a:off x="4205520" y="478139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5C9A">
                <a:alpha val="100000"/>
              </a:srgbClr>
            </a:solidFill>
            <a:ln w="5420" cap="flat">
              <a:solidFill>
                <a:srgbClr val="395C9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27" name="pg2727"/>
            <p:cNvSpPr/>
            <p:nvPr/>
          </p:nvSpPr>
          <p:spPr>
            <a:xfrm>
              <a:off x="4217158" y="478139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5C9A">
                <a:alpha val="100000"/>
              </a:srgbClr>
            </a:solidFill>
            <a:ln w="5420" cap="flat">
              <a:solidFill>
                <a:srgbClr val="395C9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28" name="pg2728"/>
            <p:cNvSpPr/>
            <p:nvPr/>
          </p:nvSpPr>
          <p:spPr>
            <a:xfrm>
              <a:off x="4228795" y="478139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5C9A">
                <a:alpha val="100000"/>
              </a:srgbClr>
            </a:solidFill>
            <a:ln w="5420" cap="flat">
              <a:solidFill>
                <a:srgbClr val="395C9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29" name="pg2729"/>
            <p:cNvSpPr/>
            <p:nvPr/>
          </p:nvSpPr>
          <p:spPr>
            <a:xfrm>
              <a:off x="4240432" y="478139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5C9A">
                <a:alpha val="100000"/>
              </a:srgbClr>
            </a:solidFill>
            <a:ln w="5420" cap="flat">
              <a:solidFill>
                <a:srgbClr val="395C9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30" name="pg2730"/>
            <p:cNvSpPr/>
            <p:nvPr/>
          </p:nvSpPr>
          <p:spPr>
            <a:xfrm>
              <a:off x="4252070" y="478139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5B9A">
                <a:alpha val="100000"/>
              </a:srgbClr>
            </a:solidFill>
            <a:ln w="5420" cap="flat">
              <a:solidFill>
                <a:srgbClr val="395B9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31" name="pg2731"/>
            <p:cNvSpPr/>
            <p:nvPr/>
          </p:nvSpPr>
          <p:spPr>
            <a:xfrm>
              <a:off x="4263707" y="478139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5B99">
                <a:alpha val="100000"/>
              </a:srgbClr>
            </a:solidFill>
            <a:ln w="5420" cap="flat">
              <a:solidFill>
                <a:srgbClr val="395B9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32" name="pg2732"/>
            <p:cNvSpPr/>
            <p:nvPr/>
          </p:nvSpPr>
          <p:spPr>
            <a:xfrm>
              <a:off x="4275344" y="478139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5B99">
                <a:alpha val="100000"/>
              </a:srgbClr>
            </a:solidFill>
            <a:ln w="5420" cap="flat">
              <a:solidFill>
                <a:srgbClr val="3A5B9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33" name="pg2733"/>
            <p:cNvSpPr/>
            <p:nvPr/>
          </p:nvSpPr>
          <p:spPr>
            <a:xfrm>
              <a:off x="4310256" y="478139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5895">
                <a:alpha val="100000"/>
              </a:srgbClr>
            </a:solidFill>
            <a:ln w="5420" cap="flat">
              <a:solidFill>
                <a:srgbClr val="3A589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34" name="pg2734"/>
            <p:cNvSpPr/>
            <p:nvPr/>
          </p:nvSpPr>
          <p:spPr>
            <a:xfrm>
              <a:off x="4321894" y="478139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5794">
                <a:alpha val="100000"/>
              </a:srgbClr>
            </a:solidFill>
            <a:ln w="5420" cap="flat">
              <a:solidFill>
                <a:srgbClr val="3A579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35" name="pg2735"/>
            <p:cNvSpPr/>
            <p:nvPr/>
          </p:nvSpPr>
          <p:spPr>
            <a:xfrm>
              <a:off x="4333531" y="478139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5692">
                <a:alpha val="100000"/>
              </a:srgbClr>
            </a:solidFill>
            <a:ln w="5420" cap="flat">
              <a:solidFill>
                <a:srgbClr val="3A569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36" name="pg2736"/>
            <p:cNvSpPr/>
            <p:nvPr/>
          </p:nvSpPr>
          <p:spPr>
            <a:xfrm>
              <a:off x="4345168" y="478139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5591">
                <a:alpha val="100000"/>
              </a:srgbClr>
            </a:solidFill>
            <a:ln w="5420" cap="flat">
              <a:solidFill>
                <a:srgbClr val="3B559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37" name="pg2737"/>
            <p:cNvSpPr/>
            <p:nvPr/>
          </p:nvSpPr>
          <p:spPr>
            <a:xfrm>
              <a:off x="4356806" y="478139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548F">
                <a:alpha val="100000"/>
              </a:srgbClr>
            </a:solidFill>
            <a:ln w="5420" cap="flat">
              <a:solidFill>
                <a:srgbClr val="3B548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38" name="pg2738"/>
            <p:cNvSpPr/>
            <p:nvPr/>
          </p:nvSpPr>
          <p:spPr>
            <a:xfrm>
              <a:off x="4368443" y="478139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538E">
                <a:alpha val="100000"/>
              </a:srgbClr>
            </a:solidFill>
            <a:ln w="5420" cap="flat">
              <a:solidFill>
                <a:srgbClr val="3B538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39" name="pg2739"/>
            <p:cNvSpPr/>
            <p:nvPr/>
          </p:nvSpPr>
          <p:spPr>
            <a:xfrm>
              <a:off x="4380080" y="478139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528D">
                <a:alpha val="100000"/>
              </a:srgbClr>
            </a:solidFill>
            <a:ln w="5420" cap="flat">
              <a:solidFill>
                <a:srgbClr val="3B528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40" name="pg2740"/>
            <p:cNvSpPr/>
            <p:nvPr/>
          </p:nvSpPr>
          <p:spPr>
            <a:xfrm>
              <a:off x="4566278" y="478139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377">
                <a:alpha val="100000"/>
              </a:srgbClr>
            </a:solidFill>
            <a:ln w="5420" cap="flat">
              <a:solidFill>
                <a:srgbClr val="3C437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41" name="pg2741"/>
            <p:cNvSpPr/>
            <p:nvPr/>
          </p:nvSpPr>
          <p:spPr>
            <a:xfrm>
              <a:off x="4577915" y="478139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377">
                <a:alpha val="100000"/>
              </a:srgbClr>
            </a:solidFill>
            <a:ln w="5420" cap="flat">
              <a:solidFill>
                <a:srgbClr val="3C437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42" name="pg2742"/>
            <p:cNvSpPr/>
            <p:nvPr/>
          </p:nvSpPr>
          <p:spPr>
            <a:xfrm>
              <a:off x="4589552" y="478139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377">
                <a:alpha val="100000"/>
              </a:srgbClr>
            </a:solidFill>
            <a:ln w="5420" cap="flat">
              <a:solidFill>
                <a:srgbClr val="3C437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43" name="pg2743"/>
            <p:cNvSpPr/>
            <p:nvPr/>
          </p:nvSpPr>
          <p:spPr>
            <a:xfrm>
              <a:off x="4601190" y="478139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378">
                <a:alpha val="100000"/>
              </a:srgbClr>
            </a:solidFill>
            <a:ln w="5420" cap="flat">
              <a:solidFill>
                <a:srgbClr val="3C437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44" name="pg2744"/>
            <p:cNvSpPr/>
            <p:nvPr/>
          </p:nvSpPr>
          <p:spPr>
            <a:xfrm>
              <a:off x="4612827" y="478139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478">
                <a:alpha val="100000"/>
              </a:srgbClr>
            </a:solidFill>
            <a:ln w="5420" cap="flat">
              <a:solidFill>
                <a:srgbClr val="3C447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45" name="pg2745"/>
            <p:cNvSpPr/>
            <p:nvPr/>
          </p:nvSpPr>
          <p:spPr>
            <a:xfrm>
              <a:off x="3111611" y="479569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9AA9">
                <a:alpha val="100000"/>
              </a:srgbClr>
            </a:solidFill>
            <a:ln w="5420" cap="flat">
              <a:solidFill>
                <a:srgbClr val="379A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46" name="pg2746"/>
            <p:cNvSpPr/>
            <p:nvPr/>
          </p:nvSpPr>
          <p:spPr>
            <a:xfrm>
              <a:off x="3123249" y="479569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9DA9">
                <a:alpha val="100000"/>
              </a:srgbClr>
            </a:solidFill>
            <a:ln w="5420" cap="flat">
              <a:solidFill>
                <a:srgbClr val="3A9D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47" name="pg2747"/>
            <p:cNvSpPr/>
            <p:nvPr/>
          </p:nvSpPr>
          <p:spPr>
            <a:xfrm>
              <a:off x="3134886" y="479569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9FAA">
                <a:alpha val="100000"/>
              </a:srgbClr>
            </a:solidFill>
            <a:ln w="5420" cap="flat">
              <a:solidFill>
                <a:srgbClr val="3C9F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48" name="pg2748"/>
            <p:cNvSpPr/>
            <p:nvPr/>
          </p:nvSpPr>
          <p:spPr>
            <a:xfrm>
              <a:off x="3146523" y="479569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9FAA">
                <a:alpha val="100000"/>
              </a:srgbClr>
            </a:solidFill>
            <a:ln w="5420" cap="flat">
              <a:solidFill>
                <a:srgbClr val="3C9F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49" name="pg2749"/>
            <p:cNvSpPr/>
            <p:nvPr/>
          </p:nvSpPr>
          <p:spPr>
            <a:xfrm>
              <a:off x="3158161" y="479569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9CA9">
                <a:alpha val="100000"/>
              </a:srgbClr>
            </a:solidFill>
            <a:ln w="5420" cap="flat">
              <a:solidFill>
                <a:srgbClr val="399C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50" name="pg2750"/>
            <p:cNvSpPr/>
            <p:nvPr/>
          </p:nvSpPr>
          <p:spPr>
            <a:xfrm>
              <a:off x="3169798" y="479569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496A9">
                <a:alpha val="100000"/>
              </a:srgbClr>
            </a:solidFill>
            <a:ln w="5420" cap="flat">
              <a:solidFill>
                <a:srgbClr val="3496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51" name="pg2751"/>
            <p:cNvSpPr/>
            <p:nvPr/>
          </p:nvSpPr>
          <p:spPr>
            <a:xfrm>
              <a:off x="3181435" y="479569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8DA7">
                <a:alpha val="100000"/>
              </a:srgbClr>
            </a:solidFill>
            <a:ln w="5420" cap="flat">
              <a:solidFill>
                <a:srgbClr val="378D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52" name="pg2752"/>
            <p:cNvSpPr/>
            <p:nvPr/>
          </p:nvSpPr>
          <p:spPr>
            <a:xfrm>
              <a:off x="3193073" y="479569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81A4">
                <a:alpha val="100000"/>
              </a:srgbClr>
            </a:solidFill>
            <a:ln w="5420" cap="flat">
              <a:solidFill>
                <a:srgbClr val="3981A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53" name="pg2753"/>
            <p:cNvSpPr/>
            <p:nvPr/>
          </p:nvSpPr>
          <p:spPr>
            <a:xfrm>
              <a:off x="3204710" y="479569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6A2">
                <a:alpha val="100000"/>
              </a:srgbClr>
            </a:solidFill>
            <a:ln w="5420" cap="flat">
              <a:solidFill>
                <a:srgbClr val="3A76A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54" name="pg2754"/>
            <p:cNvSpPr/>
            <p:nvPr/>
          </p:nvSpPr>
          <p:spPr>
            <a:xfrm>
              <a:off x="3216347" y="479569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DA0">
                <a:alpha val="100000"/>
              </a:srgbClr>
            </a:solidFill>
            <a:ln w="5420" cap="flat">
              <a:solidFill>
                <a:srgbClr val="3A6DA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55" name="pg2755"/>
            <p:cNvSpPr/>
            <p:nvPr/>
          </p:nvSpPr>
          <p:spPr>
            <a:xfrm>
              <a:off x="3227985" y="479569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19D">
                <a:alpha val="100000"/>
              </a:srgbClr>
            </a:solidFill>
            <a:ln w="5420" cap="flat">
              <a:solidFill>
                <a:srgbClr val="3A61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56" name="pg2756"/>
            <p:cNvSpPr/>
            <p:nvPr/>
          </p:nvSpPr>
          <p:spPr>
            <a:xfrm>
              <a:off x="3239622" y="479569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5F9C">
                <a:alpha val="100000"/>
              </a:srgbClr>
            </a:solidFill>
            <a:ln w="5420" cap="flat">
              <a:solidFill>
                <a:srgbClr val="395F9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57" name="pg2757"/>
            <p:cNvSpPr/>
            <p:nvPr/>
          </p:nvSpPr>
          <p:spPr>
            <a:xfrm>
              <a:off x="3251259" y="479569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5E9C">
                <a:alpha val="100000"/>
              </a:srgbClr>
            </a:solidFill>
            <a:ln w="5420" cap="flat">
              <a:solidFill>
                <a:srgbClr val="395E9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58" name="pg2758"/>
            <p:cNvSpPr/>
            <p:nvPr/>
          </p:nvSpPr>
          <p:spPr>
            <a:xfrm>
              <a:off x="3262897" y="479569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609D">
                <a:alpha val="100000"/>
              </a:srgbClr>
            </a:solidFill>
            <a:ln w="5420" cap="flat">
              <a:solidFill>
                <a:srgbClr val="3960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59" name="pg2759"/>
            <p:cNvSpPr/>
            <p:nvPr/>
          </p:nvSpPr>
          <p:spPr>
            <a:xfrm>
              <a:off x="3274534" y="479569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19D">
                <a:alpha val="100000"/>
              </a:srgbClr>
            </a:solidFill>
            <a:ln w="5420" cap="flat">
              <a:solidFill>
                <a:srgbClr val="3A61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60" name="pg2760"/>
            <p:cNvSpPr/>
            <p:nvPr/>
          </p:nvSpPr>
          <p:spPr>
            <a:xfrm>
              <a:off x="3286171" y="479569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29D">
                <a:alpha val="100000"/>
              </a:srgbClr>
            </a:solidFill>
            <a:ln w="5420" cap="flat">
              <a:solidFill>
                <a:srgbClr val="3A62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61" name="pg2761"/>
            <p:cNvSpPr/>
            <p:nvPr/>
          </p:nvSpPr>
          <p:spPr>
            <a:xfrm>
              <a:off x="3297809" y="479569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39D">
                <a:alpha val="100000"/>
              </a:srgbClr>
            </a:solidFill>
            <a:ln w="5420" cap="flat">
              <a:solidFill>
                <a:srgbClr val="3A63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62" name="pg2762"/>
            <p:cNvSpPr/>
            <p:nvPr/>
          </p:nvSpPr>
          <p:spPr>
            <a:xfrm>
              <a:off x="3309446" y="479569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39D">
                <a:alpha val="100000"/>
              </a:srgbClr>
            </a:solidFill>
            <a:ln w="5420" cap="flat">
              <a:solidFill>
                <a:srgbClr val="3A63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63" name="pg2763"/>
            <p:cNvSpPr/>
            <p:nvPr/>
          </p:nvSpPr>
          <p:spPr>
            <a:xfrm>
              <a:off x="3321083" y="479569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39D">
                <a:alpha val="100000"/>
              </a:srgbClr>
            </a:solidFill>
            <a:ln w="5420" cap="flat">
              <a:solidFill>
                <a:srgbClr val="3A63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64" name="pg2764"/>
            <p:cNvSpPr/>
            <p:nvPr/>
          </p:nvSpPr>
          <p:spPr>
            <a:xfrm>
              <a:off x="3332721" y="479569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39E">
                <a:alpha val="100000"/>
              </a:srgbClr>
            </a:solidFill>
            <a:ln w="5420" cap="flat">
              <a:solidFill>
                <a:srgbClr val="3A63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65" name="pg2765"/>
            <p:cNvSpPr/>
            <p:nvPr/>
          </p:nvSpPr>
          <p:spPr>
            <a:xfrm>
              <a:off x="3344358" y="479569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69E">
                <a:alpha val="100000"/>
              </a:srgbClr>
            </a:solidFill>
            <a:ln w="5420" cap="flat">
              <a:solidFill>
                <a:srgbClr val="3A66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66" name="pg2766"/>
            <p:cNvSpPr/>
            <p:nvPr/>
          </p:nvSpPr>
          <p:spPr>
            <a:xfrm>
              <a:off x="3355995" y="479569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79E">
                <a:alpha val="100000"/>
              </a:srgbClr>
            </a:solidFill>
            <a:ln w="5420" cap="flat">
              <a:solidFill>
                <a:srgbClr val="3A67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67" name="pg2767"/>
            <p:cNvSpPr/>
            <p:nvPr/>
          </p:nvSpPr>
          <p:spPr>
            <a:xfrm>
              <a:off x="3367633" y="479569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99F">
                <a:alpha val="100000"/>
              </a:srgbClr>
            </a:solidFill>
            <a:ln w="5420" cap="flat">
              <a:solidFill>
                <a:srgbClr val="3A69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68" name="pg2768"/>
            <p:cNvSpPr/>
            <p:nvPr/>
          </p:nvSpPr>
          <p:spPr>
            <a:xfrm>
              <a:off x="3379270" y="479569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B9F">
                <a:alpha val="100000"/>
              </a:srgbClr>
            </a:solidFill>
            <a:ln w="5420" cap="flat">
              <a:solidFill>
                <a:srgbClr val="3A6B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69" name="pg2769"/>
            <p:cNvSpPr/>
            <p:nvPr/>
          </p:nvSpPr>
          <p:spPr>
            <a:xfrm>
              <a:off x="3390907" y="479569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DA0">
                <a:alpha val="100000"/>
              </a:srgbClr>
            </a:solidFill>
            <a:ln w="5420" cap="flat">
              <a:solidFill>
                <a:srgbClr val="3A6DA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70" name="pg2770"/>
            <p:cNvSpPr/>
            <p:nvPr/>
          </p:nvSpPr>
          <p:spPr>
            <a:xfrm>
              <a:off x="3402545" y="479569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6FA0">
                <a:alpha val="100000"/>
              </a:srgbClr>
            </a:solidFill>
            <a:ln w="5420" cap="flat">
              <a:solidFill>
                <a:srgbClr val="3B6FA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71" name="pg2771"/>
            <p:cNvSpPr/>
            <p:nvPr/>
          </p:nvSpPr>
          <p:spPr>
            <a:xfrm>
              <a:off x="3414182" y="479569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72A1">
                <a:alpha val="100000"/>
              </a:srgbClr>
            </a:solidFill>
            <a:ln w="5420" cap="flat">
              <a:solidFill>
                <a:srgbClr val="3B72A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72" name="pg2772"/>
            <p:cNvSpPr/>
            <p:nvPr/>
          </p:nvSpPr>
          <p:spPr>
            <a:xfrm>
              <a:off x="3425819" y="479569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4A1">
                <a:alpha val="100000"/>
              </a:srgbClr>
            </a:solidFill>
            <a:ln w="5420" cap="flat">
              <a:solidFill>
                <a:srgbClr val="3A74A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73" name="pg2773"/>
            <p:cNvSpPr/>
            <p:nvPr/>
          </p:nvSpPr>
          <p:spPr>
            <a:xfrm>
              <a:off x="3437457" y="479569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6A2">
                <a:alpha val="100000"/>
              </a:srgbClr>
            </a:solidFill>
            <a:ln w="5420" cap="flat">
              <a:solidFill>
                <a:srgbClr val="3A76A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74" name="pg2774"/>
            <p:cNvSpPr/>
            <p:nvPr/>
          </p:nvSpPr>
          <p:spPr>
            <a:xfrm>
              <a:off x="3449094" y="479569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8A2">
                <a:alpha val="100000"/>
              </a:srgbClr>
            </a:solidFill>
            <a:ln w="5420" cap="flat">
              <a:solidFill>
                <a:srgbClr val="3A78A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75" name="pg2775"/>
            <p:cNvSpPr/>
            <p:nvPr/>
          </p:nvSpPr>
          <p:spPr>
            <a:xfrm>
              <a:off x="3460731" y="479569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CA3">
                <a:alpha val="100000"/>
              </a:srgbClr>
            </a:solidFill>
            <a:ln w="5420" cap="flat">
              <a:solidFill>
                <a:srgbClr val="3A7CA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76" name="pg2776"/>
            <p:cNvSpPr/>
            <p:nvPr/>
          </p:nvSpPr>
          <p:spPr>
            <a:xfrm>
              <a:off x="3472369" y="479569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CA3">
                <a:alpha val="100000"/>
              </a:srgbClr>
            </a:solidFill>
            <a:ln w="5420" cap="flat">
              <a:solidFill>
                <a:srgbClr val="3A7CA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77" name="pg2777"/>
            <p:cNvSpPr/>
            <p:nvPr/>
          </p:nvSpPr>
          <p:spPr>
            <a:xfrm>
              <a:off x="3484006" y="479569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CA3">
                <a:alpha val="100000"/>
              </a:srgbClr>
            </a:solidFill>
            <a:ln w="5420" cap="flat">
              <a:solidFill>
                <a:srgbClr val="3A7CA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78" name="pg2778"/>
            <p:cNvSpPr/>
            <p:nvPr/>
          </p:nvSpPr>
          <p:spPr>
            <a:xfrm>
              <a:off x="3495643" y="479569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BA3">
                <a:alpha val="100000"/>
              </a:srgbClr>
            </a:solidFill>
            <a:ln w="5420" cap="flat">
              <a:solidFill>
                <a:srgbClr val="3A7BA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79" name="pg2779"/>
            <p:cNvSpPr/>
            <p:nvPr/>
          </p:nvSpPr>
          <p:spPr>
            <a:xfrm>
              <a:off x="3507281" y="479569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9A3">
                <a:alpha val="100000"/>
              </a:srgbClr>
            </a:solidFill>
            <a:ln w="5420" cap="flat">
              <a:solidFill>
                <a:srgbClr val="3A79A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80" name="pg2780"/>
            <p:cNvSpPr/>
            <p:nvPr/>
          </p:nvSpPr>
          <p:spPr>
            <a:xfrm>
              <a:off x="3518918" y="479569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7A2">
                <a:alpha val="100000"/>
              </a:srgbClr>
            </a:solidFill>
            <a:ln w="5420" cap="flat">
              <a:solidFill>
                <a:srgbClr val="3A77A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81" name="pg2781"/>
            <p:cNvSpPr/>
            <p:nvPr/>
          </p:nvSpPr>
          <p:spPr>
            <a:xfrm>
              <a:off x="3530555" y="479569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4A1">
                <a:alpha val="100000"/>
              </a:srgbClr>
            </a:solidFill>
            <a:ln w="5420" cap="flat">
              <a:solidFill>
                <a:srgbClr val="3A74A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82" name="pg2782"/>
            <p:cNvSpPr/>
            <p:nvPr/>
          </p:nvSpPr>
          <p:spPr>
            <a:xfrm>
              <a:off x="3542193" y="479569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72A1">
                <a:alpha val="100000"/>
              </a:srgbClr>
            </a:solidFill>
            <a:ln w="5420" cap="flat">
              <a:solidFill>
                <a:srgbClr val="3B72A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83" name="pg2783"/>
            <p:cNvSpPr/>
            <p:nvPr/>
          </p:nvSpPr>
          <p:spPr>
            <a:xfrm>
              <a:off x="3553830" y="479569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70A0">
                <a:alpha val="100000"/>
              </a:srgbClr>
            </a:solidFill>
            <a:ln w="5420" cap="flat">
              <a:solidFill>
                <a:srgbClr val="3B70A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84" name="pg2784"/>
            <p:cNvSpPr/>
            <p:nvPr/>
          </p:nvSpPr>
          <p:spPr>
            <a:xfrm>
              <a:off x="3623654" y="479569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B9F">
                <a:alpha val="100000"/>
              </a:srgbClr>
            </a:solidFill>
            <a:ln w="5420" cap="flat">
              <a:solidFill>
                <a:srgbClr val="3A6B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85" name="pg2785"/>
            <p:cNvSpPr/>
            <p:nvPr/>
          </p:nvSpPr>
          <p:spPr>
            <a:xfrm>
              <a:off x="3635291" y="479569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A9F">
                <a:alpha val="100000"/>
              </a:srgbClr>
            </a:solidFill>
            <a:ln w="5420" cap="flat">
              <a:solidFill>
                <a:srgbClr val="3A6A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86" name="pg2786"/>
            <p:cNvSpPr/>
            <p:nvPr/>
          </p:nvSpPr>
          <p:spPr>
            <a:xfrm>
              <a:off x="3646928" y="479569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A9F">
                <a:alpha val="100000"/>
              </a:srgbClr>
            </a:solidFill>
            <a:ln w="5420" cap="flat">
              <a:solidFill>
                <a:srgbClr val="3A6A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87" name="pg2787"/>
            <p:cNvSpPr/>
            <p:nvPr/>
          </p:nvSpPr>
          <p:spPr>
            <a:xfrm>
              <a:off x="3658566" y="479569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A9F">
                <a:alpha val="100000"/>
              </a:srgbClr>
            </a:solidFill>
            <a:ln w="5420" cap="flat">
              <a:solidFill>
                <a:srgbClr val="3A6A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88" name="pg2788"/>
            <p:cNvSpPr/>
            <p:nvPr/>
          </p:nvSpPr>
          <p:spPr>
            <a:xfrm>
              <a:off x="3670203" y="479569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B9F">
                <a:alpha val="100000"/>
              </a:srgbClr>
            </a:solidFill>
            <a:ln w="5420" cap="flat">
              <a:solidFill>
                <a:srgbClr val="3A6B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89" name="pg2789"/>
            <p:cNvSpPr/>
            <p:nvPr/>
          </p:nvSpPr>
          <p:spPr>
            <a:xfrm>
              <a:off x="3681840" y="479569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CA0">
                <a:alpha val="100000"/>
              </a:srgbClr>
            </a:solidFill>
            <a:ln w="5420" cap="flat">
              <a:solidFill>
                <a:srgbClr val="3A6CA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90" name="pg2790"/>
            <p:cNvSpPr/>
            <p:nvPr/>
          </p:nvSpPr>
          <p:spPr>
            <a:xfrm>
              <a:off x="3693478" y="479569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FA0">
                <a:alpha val="100000"/>
              </a:srgbClr>
            </a:solidFill>
            <a:ln w="5420" cap="flat">
              <a:solidFill>
                <a:srgbClr val="3A6FA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91" name="pg2791"/>
            <p:cNvSpPr/>
            <p:nvPr/>
          </p:nvSpPr>
          <p:spPr>
            <a:xfrm>
              <a:off x="3705115" y="479569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70A0">
                <a:alpha val="100000"/>
              </a:srgbClr>
            </a:solidFill>
            <a:ln w="5420" cap="flat">
              <a:solidFill>
                <a:srgbClr val="3B70A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92" name="pg2792"/>
            <p:cNvSpPr/>
            <p:nvPr/>
          </p:nvSpPr>
          <p:spPr>
            <a:xfrm>
              <a:off x="3716752" y="479569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70A1">
                <a:alpha val="100000"/>
              </a:srgbClr>
            </a:solidFill>
            <a:ln w="5420" cap="flat">
              <a:solidFill>
                <a:srgbClr val="3B70A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93" name="pg2793"/>
            <p:cNvSpPr/>
            <p:nvPr/>
          </p:nvSpPr>
          <p:spPr>
            <a:xfrm>
              <a:off x="3728390" y="479569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70A0">
                <a:alpha val="100000"/>
              </a:srgbClr>
            </a:solidFill>
            <a:ln w="5420" cap="flat">
              <a:solidFill>
                <a:srgbClr val="3B70A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94" name="pg2794"/>
            <p:cNvSpPr/>
            <p:nvPr/>
          </p:nvSpPr>
          <p:spPr>
            <a:xfrm>
              <a:off x="3740027" y="479569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FA0">
                <a:alpha val="100000"/>
              </a:srgbClr>
            </a:solidFill>
            <a:ln w="5420" cap="flat">
              <a:solidFill>
                <a:srgbClr val="3A6FA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95" name="pg2795"/>
            <p:cNvSpPr/>
            <p:nvPr/>
          </p:nvSpPr>
          <p:spPr>
            <a:xfrm>
              <a:off x="4135696" y="479569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5D9C">
                <a:alpha val="100000"/>
              </a:srgbClr>
            </a:solidFill>
            <a:ln w="5420" cap="flat">
              <a:solidFill>
                <a:srgbClr val="395D9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96" name="pg2796"/>
            <p:cNvSpPr/>
            <p:nvPr/>
          </p:nvSpPr>
          <p:spPr>
            <a:xfrm>
              <a:off x="4147334" y="479569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5D9C">
                <a:alpha val="100000"/>
              </a:srgbClr>
            </a:solidFill>
            <a:ln w="5420" cap="flat">
              <a:solidFill>
                <a:srgbClr val="395D9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97" name="pg2797"/>
            <p:cNvSpPr/>
            <p:nvPr/>
          </p:nvSpPr>
          <p:spPr>
            <a:xfrm>
              <a:off x="4158971" y="479569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5E9C">
                <a:alpha val="100000"/>
              </a:srgbClr>
            </a:solidFill>
            <a:ln w="5420" cap="flat">
              <a:solidFill>
                <a:srgbClr val="395E9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98" name="pg2798"/>
            <p:cNvSpPr/>
            <p:nvPr/>
          </p:nvSpPr>
          <p:spPr>
            <a:xfrm>
              <a:off x="4170608" y="479569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5E9C">
                <a:alpha val="100000"/>
              </a:srgbClr>
            </a:solidFill>
            <a:ln w="5420" cap="flat">
              <a:solidFill>
                <a:srgbClr val="395E9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99" name="pg2799"/>
            <p:cNvSpPr/>
            <p:nvPr/>
          </p:nvSpPr>
          <p:spPr>
            <a:xfrm>
              <a:off x="4182246" y="479569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5D9C">
                <a:alpha val="100000"/>
              </a:srgbClr>
            </a:solidFill>
            <a:ln w="5420" cap="flat">
              <a:solidFill>
                <a:srgbClr val="395D9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00" name="pg2800"/>
            <p:cNvSpPr/>
            <p:nvPr/>
          </p:nvSpPr>
          <p:spPr>
            <a:xfrm>
              <a:off x="4193883" y="479569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5C9B">
                <a:alpha val="100000"/>
              </a:srgbClr>
            </a:solidFill>
            <a:ln w="5420" cap="flat">
              <a:solidFill>
                <a:srgbClr val="395C9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01" name="pg2801"/>
            <p:cNvSpPr/>
            <p:nvPr/>
          </p:nvSpPr>
          <p:spPr>
            <a:xfrm>
              <a:off x="4205520" y="479569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5C9A">
                <a:alpha val="100000"/>
              </a:srgbClr>
            </a:solidFill>
            <a:ln w="5420" cap="flat">
              <a:solidFill>
                <a:srgbClr val="395C9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02" name="pg2802"/>
            <p:cNvSpPr/>
            <p:nvPr/>
          </p:nvSpPr>
          <p:spPr>
            <a:xfrm>
              <a:off x="4217158" y="479569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5C9A">
                <a:alpha val="100000"/>
              </a:srgbClr>
            </a:solidFill>
            <a:ln w="5420" cap="flat">
              <a:solidFill>
                <a:srgbClr val="395C9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03" name="pg2803"/>
            <p:cNvSpPr/>
            <p:nvPr/>
          </p:nvSpPr>
          <p:spPr>
            <a:xfrm>
              <a:off x="4228795" y="479569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5C9A">
                <a:alpha val="100000"/>
              </a:srgbClr>
            </a:solidFill>
            <a:ln w="5420" cap="flat">
              <a:solidFill>
                <a:srgbClr val="395C9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04" name="pg2804"/>
            <p:cNvSpPr/>
            <p:nvPr/>
          </p:nvSpPr>
          <p:spPr>
            <a:xfrm>
              <a:off x="4240432" y="479569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5C9A">
                <a:alpha val="100000"/>
              </a:srgbClr>
            </a:solidFill>
            <a:ln w="5420" cap="flat">
              <a:solidFill>
                <a:srgbClr val="395C9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05" name="pg2805"/>
            <p:cNvSpPr/>
            <p:nvPr/>
          </p:nvSpPr>
          <p:spPr>
            <a:xfrm>
              <a:off x="4321894" y="479569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5794">
                <a:alpha val="100000"/>
              </a:srgbClr>
            </a:solidFill>
            <a:ln w="5420" cap="flat">
              <a:solidFill>
                <a:srgbClr val="3A579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06" name="pg2806"/>
            <p:cNvSpPr/>
            <p:nvPr/>
          </p:nvSpPr>
          <p:spPr>
            <a:xfrm>
              <a:off x="4333531" y="479569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5693">
                <a:alpha val="100000"/>
              </a:srgbClr>
            </a:solidFill>
            <a:ln w="5420" cap="flat">
              <a:solidFill>
                <a:srgbClr val="3A569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07" name="pg2807"/>
            <p:cNvSpPr/>
            <p:nvPr/>
          </p:nvSpPr>
          <p:spPr>
            <a:xfrm>
              <a:off x="4345168" y="479569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5591">
                <a:alpha val="100000"/>
              </a:srgbClr>
            </a:solidFill>
            <a:ln w="5420" cap="flat">
              <a:solidFill>
                <a:srgbClr val="3B559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08" name="pg2808"/>
            <p:cNvSpPr/>
            <p:nvPr/>
          </p:nvSpPr>
          <p:spPr>
            <a:xfrm>
              <a:off x="4356806" y="479569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5490">
                <a:alpha val="100000"/>
              </a:srgbClr>
            </a:solidFill>
            <a:ln w="5420" cap="flat">
              <a:solidFill>
                <a:srgbClr val="3B549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09" name="pg2809"/>
            <p:cNvSpPr/>
            <p:nvPr/>
          </p:nvSpPr>
          <p:spPr>
            <a:xfrm>
              <a:off x="4368443" y="479569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538E">
                <a:alpha val="100000"/>
              </a:srgbClr>
            </a:solidFill>
            <a:ln w="5420" cap="flat">
              <a:solidFill>
                <a:srgbClr val="3B538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10" name="pg2810"/>
            <p:cNvSpPr/>
            <p:nvPr/>
          </p:nvSpPr>
          <p:spPr>
            <a:xfrm>
              <a:off x="4380080" y="479569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528D">
                <a:alpha val="100000"/>
              </a:srgbClr>
            </a:solidFill>
            <a:ln w="5420" cap="flat">
              <a:solidFill>
                <a:srgbClr val="3B528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11" name="pg2811"/>
            <p:cNvSpPr/>
            <p:nvPr/>
          </p:nvSpPr>
          <p:spPr>
            <a:xfrm>
              <a:off x="4577915" y="479569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479">
                <a:alpha val="100000"/>
              </a:srgbClr>
            </a:solidFill>
            <a:ln w="5420" cap="flat">
              <a:solidFill>
                <a:srgbClr val="3C447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12" name="pg2812"/>
            <p:cNvSpPr/>
            <p:nvPr/>
          </p:nvSpPr>
          <p:spPr>
            <a:xfrm>
              <a:off x="4589552" y="479569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479">
                <a:alpha val="100000"/>
              </a:srgbClr>
            </a:solidFill>
            <a:ln w="5420" cap="flat">
              <a:solidFill>
                <a:srgbClr val="3C447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13" name="pg2813"/>
            <p:cNvSpPr/>
            <p:nvPr/>
          </p:nvSpPr>
          <p:spPr>
            <a:xfrm>
              <a:off x="4601190" y="479569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579">
                <a:alpha val="100000"/>
              </a:srgbClr>
            </a:solidFill>
            <a:ln w="5420" cap="flat">
              <a:solidFill>
                <a:srgbClr val="3C457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14" name="pg2814"/>
            <p:cNvSpPr/>
            <p:nvPr/>
          </p:nvSpPr>
          <p:spPr>
            <a:xfrm>
              <a:off x="4612827" y="479569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579">
                <a:alpha val="100000"/>
              </a:srgbClr>
            </a:solidFill>
            <a:ln w="5420" cap="flat">
              <a:solidFill>
                <a:srgbClr val="3C457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15" name="pg2815"/>
            <p:cNvSpPr/>
            <p:nvPr/>
          </p:nvSpPr>
          <p:spPr>
            <a:xfrm>
              <a:off x="4624464" y="479569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57A">
                <a:alpha val="100000"/>
              </a:srgbClr>
            </a:solidFill>
            <a:ln w="5420" cap="flat">
              <a:solidFill>
                <a:srgbClr val="3C457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16" name="pg2816"/>
            <p:cNvSpPr/>
            <p:nvPr/>
          </p:nvSpPr>
          <p:spPr>
            <a:xfrm>
              <a:off x="3111611" y="480999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9CA9">
                <a:alpha val="100000"/>
              </a:srgbClr>
            </a:solidFill>
            <a:ln w="5420" cap="flat">
              <a:solidFill>
                <a:srgbClr val="399C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17" name="pg2817"/>
            <p:cNvSpPr/>
            <p:nvPr/>
          </p:nvSpPr>
          <p:spPr>
            <a:xfrm>
              <a:off x="3123249" y="480999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DA0AA">
                <a:alpha val="100000"/>
              </a:srgbClr>
            </a:solidFill>
            <a:ln w="5420" cap="flat">
              <a:solidFill>
                <a:srgbClr val="3DA0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18" name="pg2818"/>
            <p:cNvSpPr/>
            <p:nvPr/>
          </p:nvSpPr>
          <p:spPr>
            <a:xfrm>
              <a:off x="3134886" y="480999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FA2AA">
                <a:alpha val="100000"/>
              </a:srgbClr>
            </a:solidFill>
            <a:ln w="5420" cap="flat">
              <a:solidFill>
                <a:srgbClr val="3FA2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19" name="pg2819"/>
            <p:cNvSpPr/>
            <p:nvPr/>
          </p:nvSpPr>
          <p:spPr>
            <a:xfrm>
              <a:off x="3146523" y="480999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0A2AA">
                <a:alpha val="100000"/>
              </a:srgbClr>
            </a:solidFill>
            <a:ln w="5420" cap="flat">
              <a:solidFill>
                <a:srgbClr val="40A2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20" name="pg2820"/>
            <p:cNvSpPr/>
            <p:nvPr/>
          </p:nvSpPr>
          <p:spPr>
            <a:xfrm>
              <a:off x="3158161" y="480999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DA0AA">
                <a:alpha val="100000"/>
              </a:srgbClr>
            </a:solidFill>
            <a:ln w="5420" cap="flat">
              <a:solidFill>
                <a:srgbClr val="3DA0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21" name="pg2821"/>
            <p:cNvSpPr/>
            <p:nvPr/>
          </p:nvSpPr>
          <p:spPr>
            <a:xfrm>
              <a:off x="3169798" y="480999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89AA9">
                <a:alpha val="100000"/>
              </a:srgbClr>
            </a:solidFill>
            <a:ln w="5420" cap="flat">
              <a:solidFill>
                <a:srgbClr val="389A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22" name="pg2822"/>
            <p:cNvSpPr/>
            <p:nvPr/>
          </p:nvSpPr>
          <p:spPr>
            <a:xfrm>
              <a:off x="3181435" y="480999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692A8">
                <a:alpha val="100000"/>
              </a:srgbClr>
            </a:solidFill>
            <a:ln w="5420" cap="flat">
              <a:solidFill>
                <a:srgbClr val="3692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23" name="pg2823"/>
            <p:cNvSpPr/>
            <p:nvPr/>
          </p:nvSpPr>
          <p:spPr>
            <a:xfrm>
              <a:off x="3193073" y="480999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87A6">
                <a:alpha val="100000"/>
              </a:srgbClr>
            </a:solidFill>
            <a:ln w="5420" cap="flat">
              <a:solidFill>
                <a:srgbClr val="3987A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24" name="pg2824"/>
            <p:cNvSpPr/>
            <p:nvPr/>
          </p:nvSpPr>
          <p:spPr>
            <a:xfrm>
              <a:off x="3204710" y="480999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CA3">
                <a:alpha val="100000"/>
              </a:srgbClr>
            </a:solidFill>
            <a:ln w="5420" cap="flat">
              <a:solidFill>
                <a:srgbClr val="3A7CA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25" name="pg2825"/>
            <p:cNvSpPr/>
            <p:nvPr/>
          </p:nvSpPr>
          <p:spPr>
            <a:xfrm>
              <a:off x="3216347" y="480999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3A1">
                <a:alpha val="100000"/>
              </a:srgbClr>
            </a:solidFill>
            <a:ln w="5420" cap="flat">
              <a:solidFill>
                <a:srgbClr val="3A73A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26" name="pg2826"/>
            <p:cNvSpPr/>
            <p:nvPr/>
          </p:nvSpPr>
          <p:spPr>
            <a:xfrm>
              <a:off x="3227985" y="480999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89F">
                <a:alpha val="100000"/>
              </a:srgbClr>
            </a:solidFill>
            <a:ln w="5420" cap="flat">
              <a:solidFill>
                <a:srgbClr val="3A68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27" name="pg2827"/>
            <p:cNvSpPr/>
            <p:nvPr/>
          </p:nvSpPr>
          <p:spPr>
            <a:xfrm>
              <a:off x="3239622" y="480999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59E">
                <a:alpha val="100000"/>
              </a:srgbClr>
            </a:solidFill>
            <a:ln w="5420" cap="flat">
              <a:solidFill>
                <a:srgbClr val="3A65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28" name="pg2828"/>
            <p:cNvSpPr/>
            <p:nvPr/>
          </p:nvSpPr>
          <p:spPr>
            <a:xfrm>
              <a:off x="3251259" y="480999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49E">
                <a:alpha val="100000"/>
              </a:srgbClr>
            </a:solidFill>
            <a:ln w="5420" cap="flat">
              <a:solidFill>
                <a:srgbClr val="3A64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29" name="pg2829"/>
            <p:cNvSpPr/>
            <p:nvPr/>
          </p:nvSpPr>
          <p:spPr>
            <a:xfrm>
              <a:off x="3262897" y="480999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49E">
                <a:alpha val="100000"/>
              </a:srgbClr>
            </a:solidFill>
            <a:ln w="5420" cap="flat">
              <a:solidFill>
                <a:srgbClr val="3A64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30" name="pg2830"/>
            <p:cNvSpPr/>
            <p:nvPr/>
          </p:nvSpPr>
          <p:spPr>
            <a:xfrm>
              <a:off x="3274534" y="480999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49E">
                <a:alpha val="100000"/>
              </a:srgbClr>
            </a:solidFill>
            <a:ln w="5420" cap="flat">
              <a:solidFill>
                <a:srgbClr val="3A64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31" name="pg2831"/>
            <p:cNvSpPr/>
            <p:nvPr/>
          </p:nvSpPr>
          <p:spPr>
            <a:xfrm>
              <a:off x="3286171" y="480999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49E">
                <a:alpha val="100000"/>
              </a:srgbClr>
            </a:solidFill>
            <a:ln w="5420" cap="flat">
              <a:solidFill>
                <a:srgbClr val="3A64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32" name="pg2832"/>
            <p:cNvSpPr/>
            <p:nvPr/>
          </p:nvSpPr>
          <p:spPr>
            <a:xfrm>
              <a:off x="3297809" y="480999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49E">
                <a:alpha val="100000"/>
              </a:srgbClr>
            </a:solidFill>
            <a:ln w="5420" cap="flat">
              <a:solidFill>
                <a:srgbClr val="3A64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33" name="pg2833"/>
            <p:cNvSpPr/>
            <p:nvPr/>
          </p:nvSpPr>
          <p:spPr>
            <a:xfrm>
              <a:off x="3309446" y="480999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49E">
                <a:alpha val="100000"/>
              </a:srgbClr>
            </a:solidFill>
            <a:ln w="5420" cap="flat">
              <a:solidFill>
                <a:srgbClr val="3A64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34" name="pg2834"/>
            <p:cNvSpPr/>
            <p:nvPr/>
          </p:nvSpPr>
          <p:spPr>
            <a:xfrm>
              <a:off x="3321083" y="480999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59E">
                <a:alpha val="100000"/>
              </a:srgbClr>
            </a:solidFill>
            <a:ln w="5420" cap="flat">
              <a:solidFill>
                <a:srgbClr val="3A65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35" name="pg2835"/>
            <p:cNvSpPr/>
            <p:nvPr/>
          </p:nvSpPr>
          <p:spPr>
            <a:xfrm>
              <a:off x="3332721" y="480999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59E">
                <a:alpha val="100000"/>
              </a:srgbClr>
            </a:solidFill>
            <a:ln w="5420" cap="flat">
              <a:solidFill>
                <a:srgbClr val="3A65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36" name="pg2836"/>
            <p:cNvSpPr/>
            <p:nvPr/>
          </p:nvSpPr>
          <p:spPr>
            <a:xfrm>
              <a:off x="3344358" y="480999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89F">
                <a:alpha val="100000"/>
              </a:srgbClr>
            </a:solidFill>
            <a:ln w="5420" cap="flat">
              <a:solidFill>
                <a:srgbClr val="3A68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37" name="pg2837"/>
            <p:cNvSpPr/>
            <p:nvPr/>
          </p:nvSpPr>
          <p:spPr>
            <a:xfrm>
              <a:off x="3355995" y="480999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99F">
                <a:alpha val="100000"/>
              </a:srgbClr>
            </a:solidFill>
            <a:ln w="5420" cap="flat">
              <a:solidFill>
                <a:srgbClr val="3A69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38" name="pg2838"/>
            <p:cNvSpPr/>
            <p:nvPr/>
          </p:nvSpPr>
          <p:spPr>
            <a:xfrm>
              <a:off x="3367633" y="480999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B9F">
                <a:alpha val="100000"/>
              </a:srgbClr>
            </a:solidFill>
            <a:ln w="5420" cap="flat">
              <a:solidFill>
                <a:srgbClr val="3A6B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39" name="pg2839"/>
            <p:cNvSpPr/>
            <p:nvPr/>
          </p:nvSpPr>
          <p:spPr>
            <a:xfrm>
              <a:off x="3379270" y="480999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DA0">
                <a:alpha val="100000"/>
              </a:srgbClr>
            </a:solidFill>
            <a:ln w="5420" cap="flat">
              <a:solidFill>
                <a:srgbClr val="3A6DA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40" name="pg2840"/>
            <p:cNvSpPr/>
            <p:nvPr/>
          </p:nvSpPr>
          <p:spPr>
            <a:xfrm>
              <a:off x="3390907" y="480999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FA0">
                <a:alpha val="100000"/>
              </a:srgbClr>
            </a:solidFill>
            <a:ln w="5420" cap="flat">
              <a:solidFill>
                <a:srgbClr val="3A6FA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41" name="pg2841"/>
            <p:cNvSpPr/>
            <p:nvPr/>
          </p:nvSpPr>
          <p:spPr>
            <a:xfrm>
              <a:off x="3402545" y="480999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71A1">
                <a:alpha val="100000"/>
              </a:srgbClr>
            </a:solidFill>
            <a:ln w="5420" cap="flat">
              <a:solidFill>
                <a:srgbClr val="3B71A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42" name="pg2842"/>
            <p:cNvSpPr/>
            <p:nvPr/>
          </p:nvSpPr>
          <p:spPr>
            <a:xfrm>
              <a:off x="3414182" y="480999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4A1">
                <a:alpha val="100000"/>
              </a:srgbClr>
            </a:solidFill>
            <a:ln w="5420" cap="flat">
              <a:solidFill>
                <a:srgbClr val="3A74A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43" name="pg2843"/>
            <p:cNvSpPr/>
            <p:nvPr/>
          </p:nvSpPr>
          <p:spPr>
            <a:xfrm>
              <a:off x="3425819" y="480999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6A2">
                <a:alpha val="100000"/>
              </a:srgbClr>
            </a:solidFill>
            <a:ln w="5420" cap="flat">
              <a:solidFill>
                <a:srgbClr val="3A76A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44" name="pg2844"/>
            <p:cNvSpPr/>
            <p:nvPr/>
          </p:nvSpPr>
          <p:spPr>
            <a:xfrm>
              <a:off x="3437457" y="480999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9A2">
                <a:alpha val="100000"/>
              </a:srgbClr>
            </a:solidFill>
            <a:ln w="5420" cap="flat">
              <a:solidFill>
                <a:srgbClr val="3A79A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45" name="pg2845"/>
            <p:cNvSpPr/>
            <p:nvPr/>
          </p:nvSpPr>
          <p:spPr>
            <a:xfrm>
              <a:off x="3449094" y="480999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BA3">
                <a:alpha val="100000"/>
              </a:srgbClr>
            </a:solidFill>
            <a:ln w="5420" cap="flat">
              <a:solidFill>
                <a:srgbClr val="3A7BA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46" name="pg2846"/>
            <p:cNvSpPr/>
            <p:nvPr/>
          </p:nvSpPr>
          <p:spPr>
            <a:xfrm>
              <a:off x="3460731" y="480999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FA4">
                <a:alpha val="100000"/>
              </a:srgbClr>
            </a:solidFill>
            <a:ln w="5420" cap="flat">
              <a:solidFill>
                <a:srgbClr val="3A7FA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47" name="pg2847"/>
            <p:cNvSpPr/>
            <p:nvPr/>
          </p:nvSpPr>
          <p:spPr>
            <a:xfrm>
              <a:off x="3472369" y="480999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81A4">
                <a:alpha val="100000"/>
              </a:srgbClr>
            </a:solidFill>
            <a:ln w="5420" cap="flat">
              <a:solidFill>
                <a:srgbClr val="3981A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48" name="pg2848"/>
            <p:cNvSpPr/>
            <p:nvPr/>
          </p:nvSpPr>
          <p:spPr>
            <a:xfrm>
              <a:off x="3484006" y="480999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81A4">
                <a:alpha val="100000"/>
              </a:srgbClr>
            </a:solidFill>
            <a:ln w="5420" cap="flat">
              <a:solidFill>
                <a:srgbClr val="3981A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49" name="pg2849"/>
            <p:cNvSpPr/>
            <p:nvPr/>
          </p:nvSpPr>
          <p:spPr>
            <a:xfrm>
              <a:off x="3495643" y="480999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80A4">
                <a:alpha val="100000"/>
              </a:srgbClr>
            </a:solidFill>
            <a:ln w="5420" cap="flat">
              <a:solidFill>
                <a:srgbClr val="3A80A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50" name="pg2850"/>
            <p:cNvSpPr/>
            <p:nvPr/>
          </p:nvSpPr>
          <p:spPr>
            <a:xfrm>
              <a:off x="3507281" y="480999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CA3">
                <a:alpha val="100000"/>
              </a:srgbClr>
            </a:solidFill>
            <a:ln w="5420" cap="flat">
              <a:solidFill>
                <a:srgbClr val="3A7CA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51" name="pg2851"/>
            <p:cNvSpPr/>
            <p:nvPr/>
          </p:nvSpPr>
          <p:spPr>
            <a:xfrm>
              <a:off x="3518918" y="480999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8A2">
                <a:alpha val="100000"/>
              </a:srgbClr>
            </a:solidFill>
            <a:ln w="5420" cap="flat">
              <a:solidFill>
                <a:srgbClr val="3A78A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52" name="pg2852"/>
            <p:cNvSpPr/>
            <p:nvPr/>
          </p:nvSpPr>
          <p:spPr>
            <a:xfrm>
              <a:off x="3530555" y="480999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4A1">
                <a:alpha val="100000"/>
              </a:srgbClr>
            </a:solidFill>
            <a:ln w="5420" cap="flat">
              <a:solidFill>
                <a:srgbClr val="3A74A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53" name="pg2853"/>
            <p:cNvSpPr/>
            <p:nvPr/>
          </p:nvSpPr>
          <p:spPr>
            <a:xfrm>
              <a:off x="3542193" y="480999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70A1">
                <a:alpha val="100000"/>
              </a:srgbClr>
            </a:solidFill>
            <a:ln w="5420" cap="flat">
              <a:solidFill>
                <a:srgbClr val="3B70A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54" name="pg2854"/>
            <p:cNvSpPr/>
            <p:nvPr/>
          </p:nvSpPr>
          <p:spPr>
            <a:xfrm>
              <a:off x="3553830" y="480999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EA0">
                <a:alpha val="100000"/>
              </a:srgbClr>
            </a:solidFill>
            <a:ln w="5420" cap="flat">
              <a:solidFill>
                <a:srgbClr val="3A6EA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55" name="pg2855"/>
            <p:cNvSpPr/>
            <p:nvPr/>
          </p:nvSpPr>
          <p:spPr>
            <a:xfrm>
              <a:off x="3612016" y="480999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B9F">
                <a:alpha val="100000"/>
              </a:srgbClr>
            </a:solidFill>
            <a:ln w="5420" cap="flat">
              <a:solidFill>
                <a:srgbClr val="3A6B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56" name="pg2856"/>
            <p:cNvSpPr/>
            <p:nvPr/>
          </p:nvSpPr>
          <p:spPr>
            <a:xfrm>
              <a:off x="3623654" y="480999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A9F">
                <a:alpha val="100000"/>
              </a:srgbClr>
            </a:solidFill>
            <a:ln w="5420" cap="flat">
              <a:solidFill>
                <a:srgbClr val="3A6A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57" name="pg2857"/>
            <p:cNvSpPr/>
            <p:nvPr/>
          </p:nvSpPr>
          <p:spPr>
            <a:xfrm>
              <a:off x="3635291" y="480999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A9F">
                <a:alpha val="100000"/>
              </a:srgbClr>
            </a:solidFill>
            <a:ln w="5420" cap="flat">
              <a:solidFill>
                <a:srgbClr val="3A6A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58" name="pg2858"/>
            <p:cNvSpPr/>
            <p:nvPr/>
          </p:nvSpPr>
          <p:spPr>
            <a:xfrm>
              <a:off x="3646928" y="480999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99F">
                <a:alpha val="100000"/>
              </a:srgbClr>
            </a:solidFill>
            <a:ln w="5420" cap="flat">
              <a:solidFill>
                <a:srgbClr val="3A69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59" name="pg2859"/>
            <p:cNvSpPr/>
            <p:nvPr/>
          </p:nvSpPr>
          <p:spPr>
            <a:xfrm>
              <a:off x="3658566" y="480999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99F">
                <a:alpha val="100000"/>
              </a:srgbClr>
            </a:solidFill>
            <a:ln w="5420" cap="flat">
              <a:solidFill>
                <a:srgbClr val="3A69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60" name="pg2860"/>
            <p:cNvSpPr/>
            <p:nvPr/>
          </p:nvSpPr>
          <p:spPr>
            <a:xfrm>
              <a:off x="3670203" y="480999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99F">
                <a:alpha val="100000"/>
              </a:srgbClr>
            </a:solidFill>
            <a:ln w="5420" cap="flat">
              <a:solidFill>
                <a:srgbClr val="3A69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61" name="pg2861"/>
            <p:cNvSpPr/>
            <p:nvPr/>
          </p:nvSpPr>
          <p:spPr>
            <a:xfrm>
              <a:off x="3681840" y="480999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A9F">
                <a:alpha val="100000"/>
              </a:srgbClr>
            </a:solidFill>
            <a:ln w="5420" cap="flat">
              <a:solidFill>
                <a:srgbClr val="3A6A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62" name="pg2862"/>
            <p:cNvSpPr/>
            <p:nvPr/>
          </p:nvSpPr>
          <p:spPr>
            <a:xfrm>
              <a:off x="3693478" y="480999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EA0">
                <a:alpha val="100000"/>
              </a:srgbClr>
            </a:solidFill>
            <a:ln w="5420" cap="flat">
              <a:solidFill>
                <a:srgbClr val="3A6EA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63" name="pg2863"/>
            <p:cNvSpPr/>
            <p:nvPr/>
          </p:nvSpPr>
          <p:spPr>
            <a:xfrm>
              <a:off x="3705115" y="480999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FA0">
                <a:alpha val="100000"/>
              </a:srgbClr>
            </a:solidFill>
            <a:ln w="5420" cap="flat">
              <a:solidFill>
                <a:srgbClr val="3A6FA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64" name="pg2864"/>
            <p:cNvSpPr/>
            <p:nvPr/>
          </p:nvSpPr>
          <p:spPr>
            <a:xfrm>
              <a:off x="3716752" y="480999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6FA0">
                <a:alpha val="100000"/>
              </a:srgbClr>
            </a:solidFill>
            <a:ln w="5420" cap="flat">
              <a:solidFill>
                <a:srgbClr val="3B6FA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65" name="pg2865"/>
            <p:cNvSpPr/>
            <p:nvPr/>
          </p:nvSpPr>
          <p:spPr>
            <a:xfrm>
              <a:off x="3728390" y="480999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FA0">
                <a:alpha val="100000"/>
              </a:srgbClr>
            </a:solidFill>
            <a:ln w="5420" cap="flat">
              <a:solidFill>
                <a:srgbClr val="3A6FA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66" name="pg2866"/>
            <p:cNvSpPr/>
            <p:nvPr/>
          </p:nvSpPr>
          <p:spPr>
            <a:xfrm>
              <a:off x="3740027" y="480999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EA0">
                <a:alpha val="100000"/>
              </a:srgbClr>
            </a:solidFill>
            <a:ln w="5420" cap="flat">
              <a:solidFill>
                <a:srgbClr val="3A6EA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67" name="pg2867"/>
            <p:cNvSpPr/>
            <p:nvPr/>
          </p:nvSpPr>
          <p:spPr>
            <a:xfrm>
              <a:off x="3751664" y="480999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DA0">
                <a:alpha val="100000"/>
              </a:srgbClr>
            </a:solidFill>
            <a:ln w="5420" cap="flat">
              <a:solidFill>
                <a:srgbClr val="3A6DA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68" name="pg2868"/>
            <p:cNvSpPr/>
            <p:nvPr/>
          </p:nvSpPr>
          <p:spPr>
            <a:xfrm>
              <a:off x="3763302" y="480999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CA0">
                <a:alpha val="100000"/>
              </a:srgbClr>
            </a:solidFill>
            <a:ln w="5420" cap="flat">
              <a:solidFill>
                <a:srgbClr val="3A6CA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69" name="pg2869"/>
            <p:cNvSpPr/>
            <p:nvPr/>
          </p:nvSpPr>
          <p:spPr>
            <a:xfrm>
              <a:off x="4135696" y="480999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5D9C">
                <a:alpha val="100000"/>
              </a:srgbClr>
            </a:solidFill>
            <a:ln w="5420" cap="flat">
              <a:solidFill>
                <a:srgbClr val="395D9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70" name="pg2870"/>
            <p:cNvSpPr/>
            <p:nvPr/>
          </p:nvSpPr>
          <p:spPr>
            <a:xfrm>
              <a:off x="4147334" y="480999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5D9C">
                <a:alpha val="100000"/>
              </a:srgbClr>
            </a:solidFill>
            <a:ln w="5420" cap="flat">
              <a:solidFill>
                <a:srgbClr val="395D9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71" name="pg2871"/>
            <p:cNvSpPr/>
            <p:nvPr/>
          </p:nvSpPr>
          <p:spPr>
            <a:xfrm>
              <a:off x="4158971" y="480999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5D9C">
                <a:alpha val="100000"/>
              </a:srgbClr>
            </a:solidFill>
            <a:ln w="5420" cap="flat">
              <a:solidFill>
                <a:srgbClr val="395D9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72" name="pg2872"/>
            <p:cNvSpPr/>
            <p:nvPr/>
          </p:nvSpPr>
          <p:spPr>
            <a:xfrm>
              <a:off x="4170608" y="480999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5D9C">
                <a:alpha val="100000"/>
              </a:srgbClr>
            </a:solidFill>
            <a:ln w="5420" cap="flat">
              <a:solidFill>
                <a:srgbClr val="395D9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73" name="pg2873"/>
            <p:cNvSpPr/>
            <p:nvPr/>
          </p:nvSpPr>
          <p:spPr>
            <a:xfrm>
              <a:off x="4182246" y="480999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5D9C">
                <a:alpha val="100000"/>
              </a:srgbClr>
            </a:solidFill>
            <a:ln w="5420" cap="flat">
              <a:solidFill>
                <a:srgbClr val="395D9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74" name="pg2874"/>
            <p:cNvSpPr/>
            <p:nvPr/>
          </p:nvSpPr>
          <p:spPr>
            <a:xfrm>
              <a:off x="4193883" y="480999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5C9B">
                <a:alpha val="100000"/>
              </a:srgbClr>
            </a:solidFill>
            <a:ln w="5420" cap="flat">
              <a:solidFill>
                <a:srgbClr val="395C9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75" name="pg2875"/>
            <p:cNvSpPr/>
            <p:nvPr/>
          </p:nvSpPr>
          <p:spPr>
            <a:xfrm>
              <a:off x="4205520" y="480999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5C9B">
                <a:alpha val="100000"/>
              </a:srgbClr>
            </a:solidFill>
            <a:ln w="5420" cap="flat">
              <a:solidFill>
                <a:srgbClr val="395C9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76" name="pg2876"/>
            <p:cNvSpPr/>
            <p:nvPr/>
          </p:nvSpPr>
          <p:spPr>
            <a:xfrm>
              <a:off x="4217158" y="480999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5C9A">
                <a:alpha val="100000"/>
              </a:srgbClr>
            </a:solidFill>
            <a:ln w="5420" cap="flat">
              <a:solidFill>
                <a:srgbClr val="395C9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77" name="pg2877"/>
            <p:cNvSpPr/>
            <p:nvPr/>
          </p:nvSpPr>
          <p:spPr>
            <a:xfrm>
              <a:off x="4333531" y="480999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5793">
                <a:alpha val="100000"/>
              </a:srgbClr>
            </a:solidFill>
            <a:ln w="5420" cap="flat">
              <a:solidFill>
                <a:srgbClr val="3A579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78" name="pg2878"/>
            <p:cNvSpPr/>
            <p:nvPr/>
          </p:nvSpPr>
          <p:spPr>
            <a:xfrm>
              <a:off x="4345168" y="480999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5692">
                <a:alpha val="100000"/>
              </a:srgbClr>
            </a:solidFill>
            <a:ln w="5420" cap="flat">
              <a:solidFill>
                <a:srgbClr val="3A569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79" name="pg2879"/>
            <p:cNvSpPr/>
            <p:nvPr/>
          </p:nvSpPr>
          <p:spPr>
            <a:xfrm>
              <a:off x="4356806" y="480999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5591">
                <a:alpha val="100000"/>
              </a:srgbClr>
            </a:solidFill>
            <a:ln w="5420" cap="flat">
              <a:solidFill>
                <a:srgbClr val="3B559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80" name="pg2880"/>
            <p:cNvSpPr/>
            <p:nvPr/>
          </p:nvSpPr>
          <p:spPr>
            <a:xfrm>
              <a:off x="4368443" y="480999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548F">
                <a:alpha val="100000"/>
              </a:srgbClr>
            </a:solidFill>
            <a:ln w="5420" cap="flat">
              <a:solidFill>
                <a:srgbClr val="3B548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81" name="pg2881"/>
            <p:cNvSpPr/>
            <p:nvPr/>
          </p:nvSpPr>
          <p:spPr>
            <a:xfrm>
              <a:off x="4380080" y="480999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538E">
                <a:alpha val="100000"/>
              </a:srgbClr>
            </a:solidFill>
            <a:ln w="5420" cap="flat">
              <a:solidFill>
                <a:srgbClr val="3B538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82" name="pg2882"/>
            <p:cNvSpPr/>
            <p:nvPr/>
          </p:nvSpPr>
          <p:spPr>
            <a:xfrm>
              <a:off x="4391718" y="480999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528D">
                <a:alpha val="100000"/>
              </a:srgbClr>
            </a:solidFill>
            <a:ln w="5420" cap="flat">
              <a:solidFill>
                <a:srgbClr val="3B528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83" name="pg2883"/>
            <p:cNvSpPr/>
            <p:nvPr/>
          </p:nvSpPr>
          <p:spPr>
            <a:xfrm>
              <a:off x="4403355" y="480999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508A">
                <a:alpha val="100000"/>
              </a:srgbClr>
            </a:solidFill>
            <a:ln w="5420" cap="flat">
              <a:solidFill>
                <a:srgbClr val="3B508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84" name="pg2884"/>
            <p:cNvSpPr/>
            <p:nvPr/>
          </p:nvSpPr>
          <p:spPr>
            <a:xfrm>
              <a:off x="4577915" y="480999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67C">
                <a:alpha val="100000"/>
              </a:srgbClr>
            </a:solidFill>
            <a:ln w="5420" cap="flat">
              <a:solidFill>
                <a:srgbClr val="3C467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85" name="pg2885"/>
            <p:cNvSpPr/>
            <p:nvPr/>
          </p:nvSpPr>
          <p:spPr>
            <a:xfrm>
              <a:off x="4589552" y="480999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77C">
                <a:alpha val="100000"/>
              </a:srgbClr>
            </a:solidFill>
            <a:ln w="5420" cap="flat">
              <a:solidFill>
                <a:srgbClr val="3C477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86" name="pg2886"/>
            <p:cNvSpPr/>
            <p:nvPr/>
          </p:nvSpPr>
          <p:spPr>
            <a:xfrm>
              <a:off x="4601190" y="480999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77C">
                <a:alpha val="100000"/>
              </a:srgbClr>
            </a:solidFill>
            <a:ln w="5420" cap="flat">
              <a:solidFill>
                <a:srgbClr val="3C477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87" name="pg2887"/>
            <p:cNvSpPr/>
            <p:nvPr/>
          </p:nvSpPr>
          <p:spPr>
            <a:xfrm>
              <a:off x="4612827" y="480999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77C">
                <a:alpha val="100000"/>
              </a:srgbClr>
            </a:solidFill>
            <a:ln w="5420" cap="flat">
              <a:solidFill>
                <a:srgbClr val="3C477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88" name="pg2888"/>
            <p:cNvSpPr/>
            <p:nvPr/>
          </p:nvSpPr>
          <p:spPr>
            <a:xfrm>
              <a:off x="4624464" y="480999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77D">
                <a:alpha val="100000"/>
              </a:srgbClr>
            </a:solidFill>
            <a:ln w="5420" cap="flat">
              <a:solidFill>
                <a:srgbClr val="3C477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89" name="pg2889"/>
            <p:cNvSpPr/>
            <p:nvPr/>
          </p:nvSpPr>
          <p:spPr>
            <a:xfrm>
              <a:off x="3111611" y="482430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99A9">
                <a:alpha val="100000"/>
              </a:srgbClr>
            </a:solidFill>
            <a:ln w="5420" cap="flat">
              <a:solidFill>
                <a:srgbClr val="3799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90" name="pg2890"/>
            <p:cNvSpPr/>
            <p:nvPr/>
          </p:nvSpPr>
          <p:spPr>
            <a:xfrm>
              <a:off x="3123249" y="482430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9DA9">
                <a:alpha val="100000"/>
              </a:srgbClr>
            </a:solidFill>
            <a:ln w="5420" cap="flat">
              <a:solidFill>
                <a:srgbClr val="3A9D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91" name="pg2891"/>
            <p:cNvSpPr/>
            <p:nvPr/>
          </p:nvSpPr>
          <p:spPr>
            <a:xfrm>
              <a:off x="3134886" y="482430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D9FAA">
                <a:alpha val="100000"/>
              </a:srgbClr>
            </a:solidFill>
            <a:ln w="5420" cap="flat">
              <a:solidFill>
                <a:srgbClr val="3D9F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92" name="pg2892"/>
            <p:cNvSpPr/>
            <p:nvPr/>
          </p:nvSpPr>
          <p:spPr>
            <a:xfrm>
              <a:off x="3146523" y="482430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D9FAA">
                <a:alpha val="100000"/>
              </a:srgbClr>
            </a:solidFill>
            <a:ln w="5420" cap="flat">
              <a:solidFill>
                <a:srgbClr val="3D9F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93" name="pg2893"/>
            <p:cNvSpPr/>
            <p:nvPr/>
          </p:nvSpPr>
          <p:spPr>
            <a:xfrm>
              <a:off x="3158161" y="482430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9DA9">
                <a:alpha val="100000"/>
              </a:srgbClr>
            </a:solidFill>
            <a:ln w="5420" cap="flat">
              <a:solidFill>
                <a:srgbClr val="3A9D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94" name="pg2894"/>
            <p:cNvSpPr/>
            <p:nvPr/>
          </p:nvSpPr>
          <p:spPr>
            <a:xfrm>
              <a:off x="3169798" y="482430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598A9">
                <a:alpha val="100000"/>
              </a:srgbClr>
            </a:solidFill>
            <a:ln w="5420" cap="flat">
              <a:solidFill>
                <a:srgbClr val="3598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95" name="pg2895"/>
            <p:cNvSpPr/>
            <p:nvPr/>
          </p:nvSpPr>
          <p:spPr>
            <a:xfrm>
              <a:off x="3181435" y="482430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690A8">
                <a:alpha val="100000"/>
              </a:srgbClr>
            </a:solidFill>
            <a:ln w="5420" cap="flat">
              <a:solidFill>
                <a:srgbClr val="3690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96" name="pg2896"/>
            <p:cNvSpPr/>
            <p:nvPr/>
          </p:nvSpPr>
          <p:spPr>
            <a:xfrm>
              <a:off x="3193073" y="482430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887A6">
                <a:alpha val="100000"/>
              </a:srgbClr>
            </a:solidFill>
            <a:ln w="5420" cap="flat">
              <a:solidFill>
                <a:srgbClr val="3887A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97" name="pg2897"/>
            <p:cNvSpPr/>
            <p:nvPr/>
          </p:nvSpPr>
          <p:spPr>
            <a:xfrm>
              <a:off x="3204710" y="482430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EA4">
                <a:alpha val="100000"/>
              </a:srgbClr>
            </a:solidFill>
            <a:ln w="5420" cap="flat">
              <a:solidFill>
                <a:srgbClr val="3A7EA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98" name="pg2898"/>
            <p:cNvSpPr/>
            <p:nvPr/>
          </p:nvSpPr>
          <p:spPr>
            <a:xfrm>
              <a:off x="3216347" y="482430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6A2">
                <a:alpha val="100000"/>
              </a:srgbClr>
            </a:solidFill>
            <a:ln w="5420" cap="flat">
              <a:solidFill>
                <a:srgbClr val="3A76A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99" name="pg2899"/>
            <p:cNvSpPr/>
            <p:nvPr/>
          </p:nvSpPr>
          <p:spPr>
            <a:xfrm>
              <a:off x="3227985" y="482430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B9F">
                <a:alpha val="100000"/>
              </a:srgbClr>
            </a:solidFill>
            <a:ln w="5420" cap="flat">
              <a:solidFill>
                <a:srgbClr val="3A6B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00" name="pg2900"/>
            <p:cNvSpPr/>
            <p:nvPr/>
          </p:nvSpPr>
          <p:spPr>
            <a:xfrm>
              <a:off x="3239622" y="482430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79E">
                <a:alpha val="100000"/>
              </a:srgbClr>
            </a:solidFill>
            <a:ln w="5420" cap="flat">
              <a:solidFill>
                <a:srgbClr val="3A67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01" name="pg2901"/>
            <p:cNvSpPr/>
            <p:nvPr/>
          </p:nvSpPr>
          <p:spPr>
            <a:xfrm>
              <a:off x="3355995" y="482430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A9F">
                <a:alpha val="100000"/>
              </a:srgbClr>
            </a:solidFill>
            <a:ln w="5420" cap="flat">
              <a:solidFill>
                <a:srgbClr val="3A6A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02" name="pg2902"/>
            <p:cNvSpPr/>
            <p:nvPr/>
          </p:nvSpPr>
          <p:spPr>
            <a:xfrm>
              <a:off x="3367633" y="482430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C9F">
                <a:alpha val="100000"/>
              </a:srgbClr>
            </a:solidFill>
            <a:ln w="5420" cap="flat">
              <a:solidFill>
                <a:srgbClr val="3A6C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03" name="pg2903"/>
            <p:cNvSpPr/>
            <p:nvPr/>
          </p:nvSpPr>
          <p:spPr>
            <a:xfrm>
              <a:off x="3379270" y="482430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DA0">
                <a:alpha val="100000"/>
              </a:srgbClr>
            </a:solidFill>
            <a:ln w="5420" cap="flat">
              <a:solidFill>
                <a:srgbClr val="3A6DA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04" name="pg2904"/>
            <p:cNvSpPr/>
            <p:nvPr/>
          </p:nvSpPr>
          <p:spPr>
            <a:xfrm>
              <a:off x="3390907" y="482430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6FA0">
                <a:alpha val="100000"/>
              </a:srgbClr>
            </a:solidFill>
            <a:ln w="5420" cap="flat">
              <a:solidFill>
                <a:srgbClr val="3B6FA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05" name="pg2905"/>
            <p:cNvSpPr/>
            <p:nvPr/>
          </p:nvSpPr>
          <p:spPr>
            <a:xfrm>
              <a:off x="3402545" y="482430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72A1">
                <a:alpha val="100000"/>
              </a:srgbClr>
            </a:solidFill>
            <a:ln w="5420" cap="flat">
              <a:solidFill>
                <a:srgbClr val="3B72A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06" name="pg2906"/>
            <p:cNvSpPr/>
            <p:nvPr/>
          </p:nvSpPr>
          <p:spPr>
            <a:xfrm>
              <a:off x="3414182" y="482430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4A1">
                <a:alpha val="100000"/>
              </a:srgbClr>
            </a:solidFill>
            <a:ln w="5420" cap="flat">
              <a:solidFill>
                <a:srgbClr val="3A74A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07" name="pg2907"/>
            <p:cNvSpPr/>
            <p:nvPr/>
          </p:nvSpPr>
          <p:spPr>
            <a:xfrm>
              <a:off x="3425819" y="482430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6A2">
                <a:alpha val="100000"/>
              </a:srgbClr>
            </a:solidFill>
            <a:ln w="5420" cap="flat">
              <a:solidFill>
                <a:srgbClr val="3A76A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08" name="pg2908"/>
            <p:cNvSpPr/>
            <p:nvPr/>
          </p:nvSpPr>
          <p:spPr>
            <a:xfrm>
              <a:off x="3437457" y="482430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9A3">
                <a:alpha val="100000"/>
              </a:srgbClr>
            </a:solidFill>
            <a:ln w="5420" cap="flat">
              <a:solidFill>
                <a:srgbClr val="3A79A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09" name="pg2909"/>
            <p:cNvSpPr/>
            <p:nvPr/>
          </p:nvSpPr>
          <p:spPr>
            <a:xfrm>
              <a:off x="3449094" y="482430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CA3">
                <a:alpha val="100000"/>
              </a:srgbClr>
            </a:solidFill>
            <a:ln w="5420" cap="flat">
              <a:solidFill>
                <a:srgbClr val="3A7CA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10" name="pg2910"/>
            <p:cNvSpPr/>
            <p:nvPr/>
          </p:nvSpPr>
          <p:spPr>
            <a:xfrm>
              <a:off x="3460731" y="482430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80A4">
                <a:alpha val="100000"/>
              </a:srgbClr>
            </a:solidFill>
            <a:ln w="5420" cap="flat">
              <a:solidFill>
                <a:srgbClr val="3A80A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11" name="pg2911"/>
            <p:cNvSpPr/>
            <p:nvPr/>
          </p:nvSpPr>
          <p:spPr>
            <a:xfrm>
              <a:off x="3484006" y="482430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82A4">
                <a:alpha val="100000"/>
              </a:srgbClr>
            </a:solidFill>
            <a:ln w="5420" cap="flat">
              <a:solidFill>
                <a:srgbClr val="3982A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12" name="pg2912"/>
            <p:cNvSpPr/>
            <p:nvPr/>
          </p:nvSpPr>
          <p:spPr>
            <a:xfrm>
              <a:off x="3495643" y="482430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80A4">
                <a:alpha val="100000"/>
              </a:srgbClr>
            </a:solidFill>
            <a:ln w="5420" cap="flat">
              <a:solidFill>
                <a:srgbClr val="3A80A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13" name="pg2913"/>
            <p:cNvSpPr/>
            <p:nvPr/>
          </p:nvSpPr>
          <p:spPr>
            <a:xfrm>
              <a:off x="3507281" y="482430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DA3">
                <a:alpha val="100000"/>
              </a:srgbClr>
            </a:solidFill>
            <a:ln w="5420" cap="flat">
              <a:solidFill>
                <a:srgbClr val="3A7DA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14" name="pg2914"/>
            <p:cNvSpPr/>
            <p:nvPr/>
          </p:nvSpPr>
          <p:spPr>
            <a:xfrm>
              <a:off x="3518918" y="482430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8A2">
                <a:alpha val="100000"/>
              </a:srgbClr>
            </a:solidFill>
            <a:ln w="5420" cap="flat">
              <a:solidFill>
                <a:srgbClr val="3A78A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15" name="pg2915"/>
            <p:cNvSpPr/>
            <p:nvPr/>
          </p:nvSpPr>
          <p:spPr>
            <a:xfrm>
              <a:off x="3530555" y="482430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3A1">
                <a:alpha val="100000"/>
              </a:srgbClr>
            </a:solidFill>
            <a:ln w="5420" cap="flat">
              <a:solidFill>
                <a:srgbClr val="3A73A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16" name="pg2916"/>
            <p:cNvSpPr/>
            <p:nvPr/>
          </p:nvSpPr>
          <p:spPr>
            <a:xfrm>
              <a:off x="3542193" y="482430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FA0">
                <a:alpha val="100000"/>
              </a:srgbClr>
            </a:solidFill>
            <a:ln w="5420" cap="flat">
              <a:solidFill>
                <a:srgbClr val="3A6FA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17" name="pg2917"/>
            <p:cNvSpPr/>
            <p:nvPr/>
          </p:nvSpPr>
          <p:spPr>
            <a:xfrm>
              <a:off x="3553830" y="482430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CA0">
                <a:alpha val="100000"/>
              </a:srgbClr>
            </a:solidFill>
            <a:ln w="5420" cap="flat">
              <a:solidFill>
                <a:srgbClr val="3A6CA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18" name="pg2918"/>
            <p:cNvSpPr/>
            <p:nvPr/>
          </p:nvSpPr>
          <p:spPr>
            <a:xfrm>
              <a:off x="3565467" y="482430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B9F">
                <a:alpha val="100000"/>
              </a:srgbClr>
            </a:solidFill>
            <a:ln w="5420" cap="flat">
              <a:solidFill>
                <a:srgbClr val="3A6B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19" name="pg2919"/>
            <p:cNvSpPr/>
            <p:nvPr/>
          </p:nvSpPr>
          <p:spPr>
            <a:xfrm>
              <a:off x="3588742" y="482430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B9F">
                <a:alpha val="100000"/>
              </a:srgbClr>
            </a:solidFill>
            <a:ln w="5420" cap="flat">
              <a:solidFill>
                <a:srgbClr val="3A6B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20" name="pg2920"/>
            <p:cNvSpPr/>
            <p:nvPr/>
          </p:nvSpPr>
          <p:spPr>
            <a:xfrm>
              <a:off x="3600379" y="482430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B9F">
                <a:alpha val="100000"/>
              </a:srgbClr>
            </a:solidFill>
            <a:ln w="5420" cap="flat">
              <a:solidFill>
                <a:srgbClr val="3A6B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21" name="pg2921"/>
            <p:cNvSpPr/>
            <p:nvPr/>
          </p:nvSpPr>
          <p:spPr>
            <a:xfrm>
              <a:off x="3612016" y="482430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B9F">
                <a:alpha val="100000"/>
              </a:srgbClr>
            </a:solidFill>
            <a:ln w="5420" cap="flat">
              <a:solidFill>
                <a:srgbClr val="3A6B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22" name="pg2922"/>
            <p:cNvSpPr/>
            <p:nvPr/>
          </p:nvSpPr>
          <p:spPr>
            <a:xfrm>
              <a:off x="3623654" y="482430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A9F">
                <a:alpha val="100000"/>
              </a:srgbClr>
            </a:solidFill>
            <a:ln w="5420" cap="flat">
              <a:solidFill>
                <a:srgbClr val="3A6A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23" name="pg2923"/>
            <p:cNvSpPr/>
            <p:nvPr/>
          </p:nvSpPr>
          <p:spPr>
            <a:xfrm>
              <a:off x="3635291" y="482430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A9F">
                <a:alpha val="100000"/>
              </a:srgbClr>
            </a:solidFill>
            <a:ln w="5420" cap="flat">
              <a:solidFill>
                <a:srgbClr val="3A6A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24" name="pg2924"/>
            <p:cNvSpPr/>
            <p:nvPr/>
          </p:nvSpPr>
          <p:spPr>
            <a:xfrm>
              <a:off x="3646928" y="482430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99F">
                <a:alpha val="100000"/>
              </a:srgbClr>
            </a:solidFill>
            <a:ln w="5420" cap="flat">
              <a:solidFill>
                <a:srgbClr val="3A69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25" name="pg2925"/>
            <p:cNvSpPr/>
            <p:nvPr/>
          </p:nvSpPr>
          <p:spPr>
            <a:xfrm>
              <a:off x="3658566" y="482430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99F">
                <a:alpha val="100000"/>
              </a:srgbClr>
            </a:solidFill>
            <a:ln w="5420" cap="flat">
              <a:solidFill>
                <a:srgbClr val="3A69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26" name="pg2926"/>
            <p:cNvSpPr/>
            <p:nvPr/>
          </p:nvSpPr>
          <p:spPr>
            <a:xfrm>
              <a:off x="3670203" y="482430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99F">
                <a:alpha val="100000"/>
              </a:srgbClr>
            </a:solidFill>
            <a:ln w="5420" cap="flat">
              <a:solidFill>
                <a:srgbClr val="3A69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27" name="pg2927"/>
            <p:cNvSpPr/>
            <p:nvPr/>
          </p:nvSpPr>
          <p:spPr>
            <a:xfrm>
              <a:off x="3681840" y="482430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99F">
                <a:alpha val="100000"/>
              </a:srgbClr>
            </a:solidFill>
            <a:ln w="5420" cap="flat">
              <a:solidFill>
                <a:srgbClr val="3A69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28" name="pg2928"/>
            <p:cNvSpPr/>
            <p:nvPr/>
          </p:nvSpPr>
          <p:spPr>
            <a:xfrm>
              <a:off x="3693478" y="482430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CA0">
                <a:alpha val="100000"/>
              </a:srgbClr>
            </a:solidFill>
            <a:ln w="5420" cap="flat">
              <a:solidFill>
                <a:srgbClr val="3A6CA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29" name="pg2929"/>
            <p:cNvSpPr/>
            <p:nvPr/>
          </p:nvSpPr>
          <p:spPr>
            <a:xfrm>
              <a:off x="3705115" y="482430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EA0">
                <a:alpha val="100000"/>
              </a:srgbClr>
            </a:solidFill>
            <a:ln w="5420" cap="flat">
              <a:solidFill>
                <a:srgbClr val="3A6EA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30" name="pg2930"/>
            <p:cNvSpPr/>
            <p:nvPr/>
          </p:nvSpPr>
          <p:spPr>
            <a:xfrm>
              <a:off x="3716752" y="482430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EA0">
                <a:alpha val="100000"/>
              </a:srgbClr>
            </a:solidFill>
            <a:ln w="5420" cap="flat">
              <a:solidFill>
                <a:srgbClr val="3A6EA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31" name="pg2931"/>
            <p:cNvSpPr/>
            <p:nvPr/>
          </p:nvSpPr>
          <p:spPr>
            <a:xfrm>
              <a:off x="3728390" y="482430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EA0">
                <a:alpha val="100000"/>
              </a:srgbClr>
            </a:solidFill>
            <a:ln w="5420" cap="flat">
              <a:solidFill>
                <a:srgbClr val="3A6EA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32" name="pg2932"/>
            <p:cNvSpPr/>
            <p:nvPr/>
          </p:nvSpPr>
          <p:spPr>
            <a:xfrm>
              <a:off x="3740027" y="482430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EA0">
                <a:alpha val="100000"/>
              </a:srgbClr>
            </a:solidFill>
            <a:ln w="5420" cap="flat">
              <a:solidFill>
                <a:srgbClr val="3A6EA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33" name="pg2933"/>
            <p:cNvSpPr/>
            <p:nvPr/>
          </p:nvSpPr>
          <p:spPr>
            <a:xfrm>
              <a:off x="3751664" y="482430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DA0">
                <a:alpha val="100000"/>
              </a:srgbClr>
            </a:solidFill>
            <a:ln w="5420" cap="flat">
              <a:solidFill>
                <a:srgbClr val="3A6DA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34" name="pg2934"/>
            <p:cNvSpPr/>
            <p:nvPr/>
          </p:nvSpPr>
          <p:spPr>
            <a:xfrm>
              <a:off x="3763302" y="482430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CA0">
                <a:alpha val="100000"/>
              </a:srgbClr>
            </a:solidFill>
            <a:ln w="5420" cap="flat">
              <a:solidFill>
                <a:srgbClr val="3A6CA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35" name="pg2935"/>
            <p:cNvSpPr/>
            <p:nvPr/>
          </p:nvSpPr>
          <p:spPr>
            <a:xfrm>
              <a:off x="3774939" y="482430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B9F">
                <a:alpha val="100000"/>
              </a:srgbClr>
            </a:solidFill>
            <a:ln w="5420" cap="flat">
              <a:solidFill>
                <a:srgbClr val="3A6B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36" name="pg2936"/>
            <p:cNvSpPr/>
            <p:nvPr/>
          </p:nvSpPr>
          <p:spPr>
            <a:xfrm>
              <a:off x="4158971" y="482430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5D9C">
                <a:alpha val="100000"/>
              </a:srgbClr>
            </a:solidFill>
            <a:ln w="5420" cap="flat">
              <a:solidFill>
                <a:srgbClr val="395D9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37" name="pg2937"/>
            <p:cNvSpPr/>
            <p:nvPr/>
          </p:nvSpPr>
          <p:spPr>
            <a:xfrm>
              <a:off x="4345168" y="482430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5692">
                <a:alpha val="100000"/>
              </a:srgbClr>
            </a:solidFill>
            <a:ln w="5420" cap="flat">
              <a:solidFill>
                <a:srgbClr val="3A569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38" name="pg2938"/>
            <p:cNvSpPr/>
            <p:nvPr/>
          </p:nvSpPr>
          <p:spPr>
            <a:xfrm>
              <a:off x="4356806" y="482430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5591">
                <a:alpha val="100000"/>
              </a:srgbClr>
            </a:solidFill>
            <a:ln w="5420" cap="flat">
              <a:solidFill>
                <a:srgbClr val="3B559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39" name="pg2939"/>
            <p:cNvSpPr/>
            <p:nvPr/>
          </p:nvSpPr>
          <p:spPr>
            <a:xfrm>
              <a:off x="4368443" y="482430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5490">
                <a:alpha val="100000"/>
              </a:srgbClr>
            </a:solidFill>
            <a:ln w="5420" cap="flat">
              <a:solidFill>
                <a:srgbClr val="3B549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40" name="pg2940"/>
            <p:cNvSpPr/>
            <p:nvPr/>
          </p:nvSpPr>
          <p:spPr>
            <a:xfrm>
              <a:off x="4380080" y="482430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548E">
                <a:alpha val="100000"/>
              </a:srgbClr>
            </a:solidFill>
            <a:ln w="5420" cap="flat">
              <a:solidFill>
                <a:srgbClr val="3B548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41" name="pg2941"/>
            <p:cNvSpPr/>
            <p:nvPr/>
          </p:nvSpPr>
          <p:spPr>
            <a:xfrm>
              <a:off x="4391718" y="482430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538D">
                <a:alpha val="100000"/>
              </a:srgbClr>
            </a:solidFill>
            <a:ln w="5420" cap="flat">
              <a:solidFill>
                <a:srgbClr val="3B538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42" name="pg2942"/>
            <p:cNvSpPr/>
            <p:nvPr/>
          </p:nvSpPr>
          <p:spPr>
            <a:xfrm>
              <a:off x="4403355" y="482430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518B">
                <a:alpha val="100000"/>
              </a:srgbClr>
            </a:solidFill>
            <a:ln w="5420" cap="flat">
              <a:solidFill>
                <a:srgbClr val="3B518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43" name="pg2943"/>
            <p:cNvSpPr/>
            <p:nvPr/>
          </p:nvSpPr>
          <p:spPr>
            <a:xfrm>
              <a:off x="4414992" y="482430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5089">
                <a:alpha val="100000"/>
              </a:srgbClr>
            </a:solidFill>
            <a:ln w="5420" cap="flat">
              <a:solidFill>
                <a:srgbClr val="3B508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44" name="pg2944"/>
            <p:cNvSpPr/>
            <p:nvPr/>
          </p:nvSpPr>
          <p:spPr>
            <a:xfrm>
              <a:off x="4577915" y="482430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77D">
                <a:alpha val="100000"/>
              </a:srgbClr>
            </a:solidFill>
            <a:ln w="5420" cap="flat">
              <a:solidFill>
                <a:srgbClr val="3C477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45" name="pg2945"/>
            <p:cNvSpPr/>
            <p:nvPr/>
          </p:nvSpPr>
          <p:spPr>
            <a:xfrm>
              <a:off x="4589552" y="482430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87D">
                <a:alpha val="100000"/>
              </a:srgbClr>
            </a:solidFill>
            <a:ln w="5420" cap="flat">
              <a:solidFill>
                <a:srgbClr val="3C487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46" name="pg2946"/>
            <p:cNvSpPr/>
            <p:nvPr/>
          </p:nvSpPr>
          <p:spPr>
            <a:xfrm>
              <a:off x="4601190" y="482430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87D">
                <a:alpha val="100000"/>
              </a:srgbClr>
            </a:solidFill>
            <a:ln w="5420" cap="flat">
              <a:solidFill>
                <a:srgbClr val="3C487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47" name="pg2947"/>
            <p:cNvSpPr/>
            <p:nvPr/>
          </p:nvSpPr>
          <p:spPr>
            <a:xfrm>
              <a:off x="4612827" y="482430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87E">
                <a:alpha val="100000"/>
              </a:srgbClr>
            </a:solidFill>
            <a:ln w="5420" cap="flat">
              <a:solidFill>
                <a:srgbClr val="3C487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48" name="pg2948"/>
            <p:cNvSpPr/>
            <p:nvPr/>
          </p:nvSpPr>
          <p:spPr>
            <a:xfrm>
              <a:off x="4624464" y="482430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87E">
                <a:alpha val="100000"/>
              </a:srgbClr>
            </a:solidFill>
            <a:ln w="5420" cap="flat">
              <a:solidFill>
                <a:srgbClr val="3C487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49" name="pg2949"/>
            <p:cNvSpPr/>
            <p:nvPr/>
          </p:nvSpPr>
          <p:spPr>
            <a:xfrm>
              <a:off x="3099974" y="483860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8CA7">
                <a:alpha val="100000"/>
              </a:srgbClr>
            </a:solidFill>
            <a:ln w="5420" cap="flat">
              <a:solidFill>
                <a:srgbClr val="378C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50" name="pg2950"/>
            <p:cNvSpPr/>
            <p:nvPr/>
          </p:nvSpPr>
          <p:spPr>
            <a:xfrm>
              <a:off x="3111611" y="483860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595A9">
                <a:alpha val="100000"/>
              </a:srgbClr>
            </a:solidFill>
            <a:ln w="5420" cap="flat">
              <a:solidFill>
                <a:srgbClr val="3595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51" name="pg2951"/>
            <p:cNvSpPr/>
            <p:nvPr/>
          </p:nvSpPr>
          <p:spPr>
            <a:xfrm>
              <a:off x="3123249" y="483860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698A9">
                <a:alpha val="100000"/>
              </a:srgbClr>
            </a:solidFill>
            <a:ln w="5420" cap="flat">
              <a:solidFill>
                <a:srgbClr val="3698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52" name="pg2952"/>
            <p:cNvSpPr/>
            <p:nvPr/>
          </p:nvSpPr>
          <p:spPr>
            <a:xfrm>
              <a:off x="3134886" y="483860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9AA9">
                <a:alpha val="100000"/>
              </a:srgbClr>
            </a:solidFill>
            <a:ln w="5420" cap="flat">
              <a:solidFill>
                <a:srgbClr val="379A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53" name="pg2953"/>
            <p:cNvSpPr/>
            <p:nvPr/>
          </p:nvSpPr>
          <p:spPr>
            <a:xfrm>
              <a:off x="3146523" y="483860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9AA9">
                <a:alpha val="100000"/>
              </a:srgbClr>
            </a:solidFill>
            <a:ln w="5420" cap="flat">
              <a:solidFill>
                <a:srgbClr val="379A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54" name="pg2954"/>
            <p:cNvSpPr/>
            <p:nvPr/>
          </p:nvSpPr>
          <p:spPr>
            <a:xfrm>
              <a:off x="3158161" y="483860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598A9">
                <a:alpha val="100000"/>
              </a:srgbClr>
            </a:solidFill>
            <a:ln w="5420" cap="flat">
              <a:solidFill>
                <a:srgbClr val="3598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55" name="pg2955"/>
            <p:cNvSpPr/>
            <p:nvPr/>
          </p:nvSpPr>
          <p:spPr>
            <a:xfrm>
              <a:off x="3169798" y="483860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593A8">
                <a:alpha val="100000"/>
              </a:srgbClr>
            </a:solidFill>
            <a:ln w="5420" cap="flat">
              <a:solidFill>
                <a:srgbClr val="3593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56" name="pg2956"/>
            <p:cNvSpPr/>
            <p:nvPr/>
          </p:nvSpPr>
          <p:spPr>
            <a:xfrm>
              <a:off x="3181435" y="483860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8DA7">
                <a:alpha val="100000"/>
              </a:srgbClr>
            </a:solidFill>
            <a:ln w="5420" cap="flat">
              <a:solidFill>
                <a:srgbClr val="378D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57" name="pg2957"/>
            <p:cNvSpPr/>
            <p:nvPr/>
          </p:nvSpPr>
          <p:spPr>
            <a:xfrm>
              <a:off x="3193073" y="483860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86A5">
                <a:alpha val="100000"/>
              </a:srgbClr>
            </a:solidFill>
            <a:ln w="5420" cap="flat">
              <a:solidFill>
                <a:srgbClr val="3986A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58" name="pg2958"/>
            <p:cNvSpPr/>
            <p:nvPr/>
          </p:nvSpPr>
          <p:spPr>
            <a:xfrm>
              <a:off x="3204710" y="483860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FA4">
                <a:alpha val="100000"/>
              </a:srgbClr>
            </a:solidFill>
            <a:ln w="5420" cap="flat">
              <a:solidFill>
                <a:srgbClr val="3A7FA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59" name="pg2959"/>
            <p:cNvSpPr/>
            <p:nvPr/>
          </p:nvSpPr>
          <p:spPr>
            <a:xfrm>
              <a:off x="3414182" y="483860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4A1">
                <a:alpha val="100000"/>
              </a:srgbClr>
            </a:solidFill>
            <a:ln w="5420" cap="flat">
              <a:solidFill>
                <a:srgbClr val="3A74A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60" name="pg2960"/>
            <p:cNvSpPr/>
            <p:nvPr/>
          </p:nvSpPr>
          <p:spPr>
            <a:xfrm>
              <a:off x="3425819" y="483860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7A2">
                <a:alpha val="100000"/>
              </a:srgbClr>
            </a:solidFill>
            <a:ln w="5420" cap="flat">
              <a:solidFill>
                <a:srgbClr val="3A77A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61" name="pg2961"/>
            <p:cNvSpPr/>
            <p:nvPr/>
          </p:nvSpPr>
          <p:spPr>
            <a:xfrm>
              <a:off x="3495643" y="483860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FA4">
                <a:alpha val="100000"/>
              </a:srgbClr>
            </a:solidFill>
            <a:ln w="5420" cap="flat">
              <a:solidFill>
                <a:srgbClr val="3A7FA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62" name="pg2962"/>
            <p:cNvSpPr/>
            <p:nvPr/>
          </p:nvSpPr>
          <p:spPr>
            <a:xfrm>
              <a:off x="3507281" y="483860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BA3">
                <a:alpha val="100000"/>
              </a:srgbClr>
            </a:solidFill>
            <a:ln w="5420" cap="flat">
              <a:solidFill>
                <a:srgbClr val="3A7BA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63" name="pg2963"/>
            <p:cNvSpPr/>
            <p:nvPr/>
          </p:nvSpPr>
          <p:spPr>
            <a:xfrm>
              <a:off x="3518918" y="483860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6A2">
                <a:alpha val="100000"/>
              </a:srgbClr>
            </a:solidFill>
            <a:ln w="5420" cap="flat">
              <a:solidFill>
                <a:srgbClr val="3A76A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64" name="pg2964"/>
            <p:cNvSpPr/>
            <p:nvPr/>
          </p:nvSpPr>
          <p:spPr>
            <a:xfrm>
              <a:off x="3530555" y="483860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72A1">
                <a:alpha val="100000"/>
              </a:srgbClr>
            </a:solidFill>
            <a:ln w="5420" cap="flat">
              <a:solidFill>
                <a:srgbClr val="3B72A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65" name="pg2965"/>
            <p:cNvSpPr/>
            <p:nvPr/>
          </p:nvSpPr>
          <p:spPr>
            <a:xfrm>
              <a:off x="3542193" y="483860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DA0">
                <a:alpha val="100000"/>
              </a:srgbClr>
            </a:solidFill>
            <a:ln w="5420" cap="flat">
              <a:solidFill>
                <a:srgbClr val="3A6DA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66" name="pg2966"/>
            <p:cNvSpPr/>
            <p:nvPr/>
          </p:nvSpPr>
          <p:spPr>
            <a:xfrm>
              <a:off x="3553830" y="483860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B9F">
                <a:alpha val="100000"/>
              </a:srgbClr>
            </a:solidFill>
            <a:ln w="5420" cap="flat">
              <a:solidFill>
                <a:srgbClr val="3A6B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67" name="pg2967"/>
            <p:cNvSpPr/>
            <p:nvPr/>
          </p:nvSpPr>
          <p:spPr>
            <a:xfrm>
              <a:off x="3565467" y="483860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A9F">
                <a:alpha val="100000"/>
              </a:srgbClr>
            </a:solidFill>
            <a:ln w="5420" cap="flat">
              <a:solidFill>
                <a:srgbClr val="3A6A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68" name="pg2968"/>
            <p:cNvSpPr/>
            <p:nvPr/>
          </p:nvSpPr>
          <p:spPr>
            <a:xfrm>
              <a:off x="3577105" y="483860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A9F">
                <a:alpha val="100000"/>
              </a:srgbClr>
            </a:solidFill>
            <a:ln w="5420" cap="flat">
              <a:solidFill>
                <a:srgbClr val="3A6A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69" name="pg2969"/>
            <p:cNvSpPr/>
            <p:nvPr/>
          </p:nvSpPr>
          <p:spPr>
            <a:xfrm>
              <a:off x="3588742" y="483860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A9F">
                <a:alpha val="100000"/>
              </a:srgbClr>
            </a:solidFill>
            <a:ln w="5420" cap="flat">
              <a:solidFill>
                <a:srgbClr val="3A6A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70" name="pg2970"/>
            <p:cNvSpPr/>
            <p:nvPr/>
          </p:nvSpPr>
          <p:spPr>
            <a:xfrm>
              <a:off x="3600379" y="483860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B9F">
                <a:alpha val="100000"/>
              </a:srgbClr>
            </a:solidFill>
            <a:ln w="5420" cap="flat">
              <a:solidFill>
                <a:srgbClr val="3A6B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71" name="pg2971"/>
            <p:cNvSpPr/>
            <p:nvPr/>
          </p:nvSpPr>
          <p:spPr>
            <a:xfrm>
              <a:off x="3612016" y="483860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A9F">
                <a:alpha val="100000"/>
              </a:srgbClr>
            </a:solidFill>
            <a:ln w="5420" cap="flat">
              <a:solidFill>
                <a:srgbClr val="3A6A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72" name="pg2972"/>
            <p:cNvSpPr/>
            <p:nvPr/>
          </p:nvSpPr>
          <p:spPr>
            <a:xfrm>
              <a:off x="3623654" y="483860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A9F">
                <a:alpha val="100000"/>
              </a:srgbClr>
            </a:solidFill>
            <a:ln w="5420" cap="flat">
              <a:solidFill>
                <a:srgbClr val="3A6A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73" name="pg2973"/>
            <p:cNvSpPr/>
            <p:nvPr/>
          </p:nvSpPr>
          <p:spPr>
            <a:xfrm>
              <a:off x="3635291" y="483860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A9F">
                <a:alpha val="100000"/>
              </a:srgbClr>
            </a:solidFill>
            <a:ln w="5420" cap="flat">
              <a:solidFill>
                <a:srgbClr val="3A6A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74" name="pg2974"/>
            <p:cNvSpPr/>
            <p:nvPr/>
          </p:nvSpPr>
          <p:spPr>
            <a:xfrm>
              <a:off x="3646928" y="483860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99F">
                <a:alpha val="100000"/>
              </a:srgbClr>
            </a:solidFill>
            <a:ln w="5420" cap="flat">
              <a:solidFill>
                <a:srgbClr val="3A69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75" name="pg2975"/>
            <p:cNvSpPr/>
            <p:nvPr/>
          </p:nvSpPr>
          <p:spPr>
            <a:xfrm>
              <a:off x="3658566" y="483860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99F">
                <a:alpha val="100000"/>
              </a:srgbClr>
            </a:solidFill>
            <a:ln w="5420" cap="flat">
              <a:solidFill>
                <a:srgbClr val="3A69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76" name="pg2976"/>
            <p:cNvSpPr/>
            <p:nvPr/>
          </p:nvSpPr>
          <p:spPr>
            <a:xfrm>
              <a:off x="3670203" y="483860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99F">
                <a:alpha val="100000"/>
              </a:srgbClr>
            </a:solidFill>
            <a:ln w="5420" cap="flat">
              <a:solidFill>
                <a:srgbClr val="3A69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77" name="pg2977"/>
            <p:cNvSpPr/>
            <p:nvPr/>
          </p:nvSpPr>
          <p:spPr>
            <a:xfrm>
              <a:off x="3681840" y="483860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A9F">
                <a:alpha val="100000"/>
              </a:srgbClr>
            </a:solidFill>
            <a:ln w="5420" cap="flat">
              <a:solidFill>
                <a:srgbClr val="3A6A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78" name="pg2978"/>
            <p:cNvSpPr/>
            <p:nvPr/>
          </p:nvSpPr>
          <p:spPr>
            <a:xfrm>
              <a:off x="3693478" y="483860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C9F">
                <a:alpha val="100000"/>
              </a:srgbClr>
            </a:solidFill>
            <a:ln w="5420" cap="flat">
              <a:solidFill>
                <a:srgbClr val="3A6C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79" name="pg2979"/>
            <p:cNvSpPr/>
            <p:nvPr/>
          </p:nvSpPr>
          <p:spPr>
            <a:xfrm>
              <a:off x="3705115" y="483860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CA0">
                <a:alpha val="100000"/>
              </a:srgbClr>
            </a:solidFill>
            <a:ln w="5420" cap="flat">
              <a:solidFill>
                <a:srgbClr val="3A6CA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80" name="pg2980"/>
            <p:cNvSpPr/>
            <p:nvPr/>
          </p:nvSpPr>
          <p:spPr>
            <a:xfrm>
              <a:off x="3716752" y="483860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DA0">
                <a:alpha val="100000"/>
              </a:srgbClr>
            </a:solidFill>
            <a:ln w="5420" cap="flat">
              <a:solidFill>
                <a:srgbClr val="3A6DA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81" name="pg2981"/>
            <p:cNvSpPr/>
            <p:nvPr/>
          </p:nvSpPr>
          <p:spPr>
            <a:xfrm>
              <a:off x="3728390" y="483860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DA0">
                <a:alpha val="100000"/>
              </a:srgbClr>
            </a:solidFill>
            <a:ln w="5420" cap="flat">
              <a:solidFill>
                <a:srgbClr val="3A6DA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82" name="pg2982"/>
            <p:cNvSpPr/>
            <p:nvPr/>
          </p:nvSpPr>
          <p:spPr>
            <a:xfrm>
              <a:off x="3740027" y="483860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DA0">
                <a:alpha val="100000"/>
              </a:srgbClr>
            </a:solidFill>
            <a:ln w="5420" cap="flat">
              <a:solidFill>
                <a:srgbClr val="3A6DA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83" name="pg2983"/>
            <p:cNvSpPr/>
            <p:nvPr/>
          </p:nvSpPr>
          <p:spPr>
            <a:xfrm>
              <a:off x="3751664" y="483860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CA0">
                <a:alpha val="100000"/>
              </a:srgbClr>
            </a:solidFill>
            <a:ln w="5420" cap="flat">
              <a:solidFill>
                <a:srgbClr val="3A6CA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84" name="pg2984"/>
            <p:cNvSpPr/>
            <p:nvPr/>
          </p:nvSpPr>
          <p:spPr>
            <a:xfrm>
              <a:off x="3763302" y="483860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B9F">
                <a:alpha val="100000"/>
              </a:srgbClr>
            </a:solidFill>
            <a:ln w="5420" cap="flat">
              <a:solidFill>
                <a:srgbClr val="3A6B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85" name="pg2985"/>
            <p:cNvSpPr/>
            <p:nvPr/>
          </p:nvSpPr>
          <p:spPr>
            <a:xfrm>
              <a:off x="3774939" y="483860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B9F">
                <a:alpha val="100000"/>
              </a:srgbClr>
            </a:solidFill>
            <a:ln w="5420" cap="flat">
              <a:solidFill>
                <a:srgbClr val="3A6B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86" name="pg2986"/>
            <p:cNvSpPr/>
            <p:nvPr/>
          </p:nvSpPr>
          <p:spPr>
            <a:xfrm>
              <a:off x="3786576" y="483860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A9F">
                <a:alpha val="100000"/>
              </a:srgbClr>
            </a:solidFill>
            <a:ln w="5420" cap="flat">
              <a:solidFill>
                <a:srgbClr val="3A6A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87" name="pg2987"/>
            <p:cNvSpPr/>
            <p:nvPr/>
          </p:nvSpPr>
          <p:spPr>
            <a:xfrm>
              <a:off x="4356806" y="483860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5591">
                <a:alpha val="100000"/>
              </a:srgbClr>
            </a:solidFill>
            <a:ln w="5420" cap="flat">
              <a:solidFill>
                <a:srgbClr val="3B559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88" name="pg2988"/>
            <p:cNvSpPr/>
            <p:nvPr/>
          </p:nvSpPr>
          <p:spPr>
            <a:xfrm>
              <a:off x="4368443" y="483860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5590">
                <a:alpha val="100000"/>
              </a:srgbClr>
            </a:solidFill>
            <a:ln w="5420" cap="flat">
              <a:solidFill>
                <a:srgbClr val="3B559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89" name="pg2989"/>
            <p:cNvSpPr/>
            <p:nvPr/>
          </p:nvSpPr>
          <p:spPr>
            <a:xfrm>
              <a:off x="4380080" y="483860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548F">
                <a:alpha val="100000"/>
              </a:srgbClr>
            </a:solidFill>
            <a:ln w="5420" cap="flat">
              <a:solidFill>
                <a:srgbClr val="3B548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90" name="pg2990"/>
            <p:cNvSpPr/>
            <p:nvPr/>
          </p:nvSpPr>
          <p:spPr>
            <a:xfrm>
              <a:off x="4391718" y="483860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538E">
                <a:alpha val="100000"/>
              </a:srgbClr>
            </a:solidFill>
            <a:ln w="5420" cap="flat">
              <a:solidFill>
                <a:srgbClr val="3B538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91" name="pg2991"/>
            <p:cNvSpPr/>
            <p:nvPr/>
          </p:nvSpPr>
          <p:spPr>
            <a:xfrm>
              <a:off x="4403355" y="483860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518B">
                <a:alpha val="100000"/>
              </a:srgbClr>
            </a:solidFill>
            <a:ln w="5420" cap="flat">
              <a:solidFill>
                <a:srgbClr val="3B518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92" name="pg2992"/>
            <p:cNvSpPr/>
            <p:nvPr/>
          </p:nvSpPr>
          <p:spPr>
            <a:xfrm>
              <a:off x="4414992" y="483860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508A">
                <a:alpha val="100000"/>
              </a:srgbClr>
            </a:solidFill>
            <a:ln w="5420" cap="flat">
              <a:solidFill>
                <a:srgbClr val="3B508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93" name="pg2993"/>
            <p:cNvSpPr/>
            <p:nvPr/>
          </p:nvSpPr>
          <p:spPr>
            <a:xfrm>
              <a:off x="4426630" y="483860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5089">
                <a:alpha val="100000"/>
              </a:srgbClr>
            </a:solidFill>
            <a:ln w="5420" cap="flat">
              <a:solidFill>
                <a:srgbClr val="3B508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94" name="pg2994"/>
            <p:cNvSpPr/>
            <p:nvPr/>
          </p:nvSpPr>
          <p:spPr>
            <a:xfrm>
              <a:off x="4589552" y="483860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87F">
                <a:alpha val="100000"/>
              </a:srgbClr>
            </a:solidFill>
            <a:ln w="5420" cap="flat">
              <a:solidFill>
                <a:srgbClr val="3C487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95" name="pg2995"/>
            <p:cNvSpPr/>
            <p:nvPr/>
          </p:nvSpPr>
          <p:spPr>
            <a:xfrm>
              <a:off x="4601190" y="483860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87F">
                <a:alpha val="100000"/>
              </a:srgbClr>
            </a:solidFill>
            <a:ln w="5420" cap="flat">
              <a:solidFill>
                <a:srgbClr val="3C487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96" name="pg2996"/>
            <p:cNvSpPr/>
            <p:nvPr/>
          </p:nvSpPr>
          <p:spPr>
            <a:xfrm>
              <a:off x="4612827" y="483860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97F">
                <a:alpha val="100000"/>
              </a:srgbClr>
            </a:solidFill>
            <a:ln w="5420" cap="flat">
              <a:solidFill>
                <a:srgbClr val="3C497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97" name="pg2997"/>
            <p:cNvSpPr/>
            <p:nvPr/>
          </p:nvSpPr>
          <p:spPr>
            <a:xfrm>
              <a:off x="4624464" y="483860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97F">
                <a:alpha val="100000"/>
              </a:srgbClr>
            </a:solidFill>
            <a:ln w="5420" cap="flat">
              <a:solidFill>
                <a:srgbClr val="3C497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98" name="pg2998"/>
            <p:cNvSpPr/>
            <p:nvPr/>
          </p:nvSpPr>
          <p:spPr>
            <a:xfrm>
              <a:off x="4636101" y="483860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980">
                <a:alpha val="100000"/>
              </a:srgbClr>
            </a:solidFill>
            <a:ln w="5420" cap="flat">
              <a:solidFill>
                <a:srgbClr val="3C498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99" name="pg2999"/>
            <p:cNvSpPr/>
            <p:nvPr/>
          </p:nvSpPr>
          <p:spPr>
            <a:xfrm>
              <a:off x="3099974" y="485290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887A6">
                <a:alpha val="100000"/>
              </a:srgbClr>
            </a:solidFill>
            <a:ln w="5420" cap="flat">
              <a:solidFill>
                <a:srgbClr val="3887A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00" name="pg3000"/>
            <p:cNvSpPr/>
            <p:nvPr/>
          </p:nvSpPr>
          <p:spPr>
            <a:xfrm>
              <a:off x="3111611" y="485290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690A7">
                <a:alpha val="100000"/>
              </a:srgbClr>
            </a:solidFill>
            <a:ln w="5420" cap="flat">
              <a:solidFill>
                <a:srgbClr val="3690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01" name="pg3001"/>
            <p:cNvSpPr/>
            <p:nvPr/>
          </p:nvSpPr>
          <p:spPr>
            <a:xfrm>
              <a:off x="3123249" y="485290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692A8">
                <a:alpha val="100000"/>
              </a:srgbClr>
            </a:solidFill>
            <a:ln w="5420" cap="flat">
              <a:solidFill>
                <a:srgbClr val="3692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02" name="pg3002"/>
            <p:cNvSpPr/>
            <p:nvPr/>
          </p:nvSpPr>
          <p:spPr>
            <a:xfrm>
              <a:off x="3134886" y="485290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594A8">
                <a:alpha val="100000"/>
              </a:srgbClr>
            </a:solidFill>
            <a:ln w="5420" cap="flat">
              <a:solidFill>
                <a:srgbClr val="3594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03" name="pg3003"/>
            <p:cNvSpPr/>
            <p:nvPr/>
          </p:nvSpPr>
          <p:spPr>
            <a:xfrm>
              <a:off x="3146523" y="485290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594A8">
                <a:alpha val="100000"/>
              </a:srgbClr>
            </a:solidFill>
            <a:ln w="5420" cap="flat">
              <a:solidFill>
                <a:srgbClr val="3594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04" name="pg3004"/>
            <p:cNvSpPr/>
            <p:nvPr/>
          </p:nvSpPr>
          <p:spPr>
            <a:xfrm>
              <a:off x="3158161" y="485290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692A8">
                <a:alpha val="100000"/>
              </a:srgbClr>
            </a:solidFill>
            <a:ln w="5420" cap="flat">
              <a:solidFill>
                <a:srgbClr val="3692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05" name="pg3005"/>
            <p:cNvSpPr/>
            <p:nvPr/>
          </p:nvSpPr>
          <p:spPr>
            <a:xfrm>
              <a:off x="3169798" y="485290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8EA7">
                <a:alpha val="100000"/>
              </a:srgbClr>
            </a:solidFill>
            <a:ln w="5420" cap="flat">
              <a:solidFill>
                <a:srgbClr val="378E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06" name="pg3006"/>
            <p:cNvSpPr/>
            <p:nvPr/>
          </p:nvSpPr>
          <p:spPr>
            <a:xfrm>
              <a:off x="3181435" y="485290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88BA6">
                <a:alpha val="100000"/>
              </a:srgbClr>
            </a:solidFill>
            <a:ln w="5420" cap="flat">
              <a:solidFill>
                <a:srgbClr val="388BA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07" name="pg3007"/>
            <p:cNvSpPr/>
            <p:nvPr/>
          </p:nvSpPr>
          <p:spPr>
            <a:xfrm>
              <a:off x="3507281" y="485290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9A2">
                <a:alpha val="100000"/>
              </a:srgbClr>
            </a:solidFill>
            <a:ln w="5420" cap="flat">
              <a:solidFill>
                <a:srgbClr val="3A79A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08" name="pg3008"/>
            <p:cNvSpPr/>
            <p:nvPr/>
          </p:nvSpPr>
          <p:spPr>
            <a:xfrm>
              <a:off x="3518918" y="485290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5A2">
                <a:alpha val="100000"/>
              </a:srgbClr>
            </a:solidFill>
            <a:ln w="5420" cap="flat">
              <a:solidFill>
                <a:srgbClr val="3A75A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09" name="pg3009"/>
            <p:cNvSpPr/>
            <p:nvPr/>
          </p:nvSpPr>
          <p:spPr>
            <a:xfrm>
              <a:off x="3530555" y="485290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70A1">
                <a:alpha val="100000"/>
              </a:srgbClr>
            </a:solidFill>
            <a:ln w="5420" cap="flat">
              <a:solidFill>
                <a:srgbClr val="3B70A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10" name="pg3010"/>
            <p:cNvSpPr/>
            <p:nvPr/>
          </p:nvSpPr>
          <p:spPr>
            <a:xfrm>
              <a:off x="3542193" y="485290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DA0">
                <a:alpha val="100000"/>
              </a:srgbClr>
            </a:solidFill>
            <a:ln w="5420" cap="flat">
              <a:solidFill>
                <a:srgbClr val="3A6DA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11" name="pg3011"/>
            <p:cNvSpPr/>
            <p:nvPr/>
          </p:nvSpPr>
          <p:spPr>
            <a:xfrm>
              <a:off x="3553830" y="485290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B9F">
                <a:alpha val="100000"/>
              </a:srgbClr>
            </a:solidFill>
            <a:ln w="5420" cap="flat">
              <a:solidFill>
                <a:srgbClr val="3A6B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12" name="pg3012"/>
            <p:cNvSpPr/>
            <p:nvPr/>
          </p:nvSpPr>
          <p:spPr>
            <a:xfrm>
              <a:off x="3565467" y="485290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A9F">
                <a:alpha val="100000"/>
              </a:srgbClr>
            </a:solidFill>
            <a:ln w="5420" cap="flat">
              <a:solidFill>
                <a:srgbClr val="3A6A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13" name="pg3013"/>
            <p:cNvSpPr/>
            <p:nvPr/>
          </p:nvSpPr>
          <p:spPr>
            <a:xfrm>
              <a:off x="3577105" y="485290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A9F">
                <a:alpha val="100000"/>
              </a:srgbClr>
            </a:solidFill>
            <a:ln w="5420" cap="flat">
              <a:solidFill>
                <a:srgbClr val="3A6A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14" name="pg3014"/>
            <p:cNvSpPr/>
            <p:nvPr/>
          </p:nvSpPr>
          <p:spPr>
            <a:xfrm>
              <a:off x="3588742" y="485290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A9F">
                <a:alpha val="100000"/>
              </a:srgbClr>
            </a:solidFill>
            <a:ln w="5420" cap="flat">
              <a:solidFill>
                <a:srgbClr val="3A6A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15" name="pg3015"/>
            <p:cNvSpPr/>
            <p:nvPr/>
          </p:nvSpPr>
          <p:spPr>
            <a:xfrm>
              <a:off x="3600379" y="485290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B9F">
                <a:alpha val="100000"/>
              </a:srgbClr>
            </a:solidFill>
            <a:ln w="5420" cap="flat">
              <a:solidFill>
                <a:srgbClr val="3A6B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16" name="pg3016"/>
            <p:cNvSpPr/>
            <p:nvPr/>
          </p:nvSpPr>
          <p:spPr>
            <a:xfrm>
              <a:off x="3612016" y="485290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B9F">
                <a:alpha val="100000"/>
              </a:srgbClr>
            </a:solidFill>
            <a:ln w="5420" cap="flat">
              <a:solidFill>
                <a:srgbClr val="3A6B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17" name="pg3017"/>
            <p:cNvSpPr/>
            <p:nvPr/>
          </p:nvSpPr>
          <p:spPr>
            <a:xfrm>
              <a:off x="3623654" y="485290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A9F">
                <a:alpha val="100000"/>
              </a:srgbClr>
            </a:solidFill>
            <a:ln w="5420" cap="flat">
              <a:solidFill>
                <a:srgbClr val="3A6A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18" name="pg3018"/>
            <p:cNvSpPr/>
            <p:nvPr/>
          </p:nvSpPr>
          <p:spPr>
            <a:xfrm>
              <a:off x="3635291" y="485290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A9F">
                <a:alpha val="100000"/>
              </a:srgbClr>
            </a:solidFill>
            <a:ln w="5420" cap="flat">
              <a:solidFill>
                <a:srgbClr val="3A6A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19" name="pg3019"/>
            <p:cNvSpPr/>
            <p:nvPr/>
          </p:nvSpPr>
          <p:spPr>
            <a:xfrm>
              <a:off x="3646928" y="485290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A9F">
                <a:alpha val="100000"/>
              </a:srgbClr>
            </a:solidFill>
            <a:ln w="5420" cap="flat">
              <a:solidFill>
                <a:srgbClr val="3A6A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20" name="pg3020"/>
            <p:cNvSpPr/>
            <p:nvPr/>
          </p:nvSpPr>
          <p:spPr>
            <a:xfrm>
              <a:off x="3658566" y="485290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A9F">
                <a:alpha val="100000"/>
              </a:srgbClr>
            </a:solidFill>
            <a:ln w="5420" cap="flat">
              <a:solidFill>
                <a:srgbClr val="3A6A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21" name="pg3021"/>
            <p:cNvSpPr/>
            <p:nvPr/>
          </p:nvSpPr>
          <p:spPr>
            <a:xfrm>
              <a:off x="3670203" y="485290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A9F">
                <a:alpha val="100000"/>
              </a:srgbClr>
            </a:solidFill>
            <a:ln w="5420" cap="flat">
              <a:solidFill>
                <a:srgbClr val="3A6A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22" name="pg3022"/>
            <p:cNvSpPr/>
            <p:nvPr/>
          </p:nvSpPr>
          <p:spPr>
            <a:xfrm>
              <a:off x="3681840" y="485290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A9F">
                <a:alpha val="100000"/>
              </a:srgbClr>
            </a:solidFill>
            <a:ln w="5420" cap="flat">
              <a:solidFill>
                <a:srgbClr val="3A6A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23" name="pg3023"/>
            <p:cNvSpPr/>
            <p:nvPr/>
          </p:nvSpPr>
          <p:spPr>
            <a:xfrm>
              <a:off x="3693478" y="485290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B9F">
                <a:alpha val="100000"/>
              </a:srgbClr>
            </a:solidFill>
            <a:ln w="5420" cap="flat">
              <a:solidFill>
                <a:srgbClr val="3A6B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24" name="pg3024"/>
            <p:cNvSpPr/>
            <p:nvPr/>
          </p:nvSpPr>
          <p:spPr>
            <a:xfrm>
              <a:off x="3705115" y="485290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C9F">
                <a:alpha val="100000"/>
              </a:srgbClr>
            </a:solidFill>
            <a:ln w="5420" cap="flat">
              <a:solidFill>
                <a:srgbClr val="3A6C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25" name="pg3025"/>
            <p:cNvSpPr/>
            <p:nvPr/>
          </p:nvSpPr>
          <p:spPr>
            <a:xfrm>
              <a:off x="3716752" y="485290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CA0">
                <a:alpha val="100000"/>
              </a:srgbClr>
            </a:solidFill>
            <a:ln w="5420" cap="flat">
              <a:solidFill>
                <a:srgbClr val="3A6CA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26" name="pg3026"/>
            <p:cNvSpPr/>
            <p:nvPr/>
          </p:nvSpPr>
          <p:spPr>
            <a:xfrm>
              <a:off x="3728390" y="485290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CA0">
                <a:alpha val="100000"/>
              </a:srgbClr>
            </a:solidFill>
            <a:ln w="5420" cap="flat">
              <a:solidFill>
                <a:srgbClr val="3A6CA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27" name="pg3027"/>
            <p:cNvSpPr/>
            <p:nvPr/>
          </p:nvSpPr>
          <p:spPr>
            <a:xfrm>
              <a:off x="3740027" y="485290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CA0">
                <a:alpha val="100000"/>
              </a:srgbClr>
            </a:solidFill>
            <a:ln w="5420" cap="flat">
              <a:solidFill>
                <a:srgbClr val="3A6CA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28" name="pg3028"/>
            <p:cNvSpPr/>
            <p:nvPr/>
          </p:nvSpPr>
          <p:spPr>
            <a:xfrm>
              <a:off x="3751664" y="485290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C9F">
                <a:alpha val="100000"/>
              </a:srgbClr>
            </a:solidFill>
            <a:ln w="5420" cap="flat">
              <a:solidFill>
                <a:srgbClr val="3A6C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29" name="pg3029"/>
            <p:cNvSpPr/>
            <p:nvPr/>
          </p:nvSpPr>
          <p:spPr>
            <a:xfrm>
              <a:off x="3763302" y="485290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B9F">
                <a:alpha val="100000"/>
              </a:srgbClr>
            </a:solidFill>
            <a:ln w="5420" cap="flat">
              <a:solidFill>
                <a:srgbClr val="3A6B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30" name="pg3030"/>
            <p:cNvSpPr/>
            <p:nvPr/>
          </p:nvSpPr>
          <p:spPr>
            <a:xfrm>
              <a:off x="3774939" y="485290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A9F">
                <a:alpha val="100000"/>
              </a:srgbClr>
            </a:solidFill>
            <a:ln w="5420" cap="flat">
              <a:solidFill>
                <a:srgbClr val="3A6A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31" name="pg3031"/>
            <p:cNvSpPr/>
            <p:nvPr/>
          </p:nvSpPr>
          <p:spPr>
            <a:xfrm>
              <a:off x="3786576" y="485290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A9F">
                <a:alpha val="100000"/>
              </a:srgbClr>
            </a:solidFill>
            <a:ln w="5420" cap="flat">
              <a:solidFill>
                <a:srgbClr val="3A6A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32" name="pg3032"/>
            <p:cNvSpPr/>
            <p:nvPr/>
          </p:nvSpPr>
          <p:spPr>
            <a:xfrm>
              <a:off x="4368443" y="485290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5590">
                <a:alpha val="100000"/>
              </a:srgbClr>
            </a:solidFill>
            <a:ln w="5420" cap="flat">
              <a:solidFill>
                <a:srgbClr val="3B559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33" name="pg3033"/>
            <p:cNvSpPr/>
            <p:nvPr/>
          </p:nvSpPr>
          <p:spPr>
            <a:xfrm>
              <a:off x="4380080" y="485290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548F">
                <a:alpha val="100000"/>
              </a:srgbClr>
            </a:solidFill>
            <a:ln w="5420" cap="flat">
              <a:solidFill>
                <a:srgbClr val="3B548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34" name="pg3034"/>
            <p:cNvSpPr/>
            <p:nvPr/>
          </p:nvSpPr>
          <p:spPr>
            <a:xfrm>
              <a:off x="4391718" y="485290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538E">
                <a:alpha val="100000"/>
              </a:srgbClr>
            </a:solidFill>
            <a:ln w="5420" cap="flat">
              <a:solidFill>
                <a:srgbClr val="3B538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35" name="pg3035"/>
            <p:cNvSpPr/>
            <p:nvPr/>
          </p:nvSpPr>
          <p:spPr>
            <a:xfrm>
              <a:off x="4403355" y="485290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528C">
                <a:alpha val="100000"/>
              </a:srgbClr>
            </a:solidFill>
            <a:ln w="5420" cap="flat">
              <a:solidFill>
                <a:srgbClr val="3B528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36" name="pg3036"/>
            <p:cNvSpPr/>
            <p:nvPr/>
          </p:nvSpPr>
          <p:spPr>
            <a:xfrm>
              <a:off x="4414992" y="485290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518B">
                <a:alpha val="100000"/>
              </a:srgbClr>
            </a:solidFill>
            <a:ln w="5420" cap="flat">
              <a:solidFill>
                <a:srgbClr val="3B518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37" name="pg3037"/>
            <p:cNvSpPr/>
            <p:nvPr/>
          </p:nvSpPr>
          <p:spPr>
            <a:xfrm>
              <a:off x="4426630" y="485290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508A">
                <a:alpha val="100000"/>
              </a:srgbClr>
            </a:solidFill>
            <a:ln w="5420" cap="flat">
              <a:solidFill>
                <a:srgbClr val="3B508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38" name="pg3038"/>
            <p:cNvSpPr/>
            <p:nvPr/>
          </p:nvSpPr>
          <p:spPr>
            <a:xfrm>
              <a:off x="4438267" y="485290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4F89">
                <a:alpha val="100000"/>
              </a:srgbClr>
            </a:solidFill>
            <a:ln w="5420" cap="flat">
              <a:solidFill>
                <a:srgbClr val="3B4F8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39" name="pg3039"/>
            <p:cNvSpPr/>
            <p:nvPr/>
          </p:nvSpPr>
          <p:spPr>
            <a:xfrm>
              <a:off x="4589552" y="485290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980">
                <a:alpha val="100000"/>
              </a:srgbClr>
            </a:solidFill>
            <a:ln w="5420" cap="flat">
              <a:solidFill>
                <a:srgbClr val="3C498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40" name="pg3040"/>
            <p:cNvSpPr/>
            <p:nvPr/>
          </p:nvSpPr>
          <p:spPr>
            <a:xfrm>
              <a:off x="4601190" y="485290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980">
                <a:alpha val="100000"/>
              </a:srgbClr>
            </a:solidFill>
            <a:ln w="5420" cap="flat">
              <a:solidFill>
                <a:srgbClr val="3C498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41" name="pg3041"/>
            <p:cNvSpPr/>
            <p:nvPr/>
          </p:nvSpPr>
          <p:spPr>
            <a:xfrm>
              <a:off x="4612827" y="485290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980">
                <a:alpha val="100000"/>
              </a:srgbClr>
            </a:solidFill>
            <a:ln w="5420" cap="flat">
              <a:solidFill>
                <a:srgbClr val="3C498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42" name="pg3042"/>
            <p:cNvSpPr/>
            <p:nvPr/>
          </p:nvSpPr>
          <p:spPr>
            <a:xfrm>
              <a:off x="4624464" y="485290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A80">
                <a:alpha val="100000"/>
              </a:srgbClr>
            </a:solidFill>
            <a:ln w="5420" cap="flat">
              <a:solidFill>
                <a:srgbClr val="3C4A8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43" name="pg3043"/>
            <p:cNvSpPr/>
            <p:nvPr/>
          </p:nvSpPr>
          <p:spPr>
            <a:xfrm>
              <a:off x="4636101" y="485290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A81">
                <a:alpha val="100000"/>
              </a:srgbClr>
            </a:solidFill>
            <a:ln w="5420" cap="flat">
              <a:solidFill>
                <a:srgbClr val="3C4A8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44" name="pg3044"/>
            <p:cNvSpPr/>
            <p:nvPr/>
          </p:nvSpPr>
          <p:spPr>
            <a:xfrm>
              <a:off x="3088337" y="486720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DA3">
                <a:alpha val="100000"/>
              </a:srgbClr>
            </a:solidFill>
            <a:ln w="5420" cap="flat">
              <a:solidFill>
                <a:srgbClr val="3A7DA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45" name="pg3045"/>
            <p:cNvSpPr/>
            <p:nvPr/>
          </p:nvSpPr>
          <p:spPr>
            <a:xfrm>
              <a:off x="3099974" y="486720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82A4">
                <a:alpha val="100000"/>
              </a:srgbClr>
            </a:solidFill>
            <a:ln w="5420" cap="flat">
              <a:solidFill>
                <a:srgbClr val="3982A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46" name="pg3046"/>
            <p:cNvSpPr/>
            <p:nvPr/>
          </p:nvSpPr>
          <p:spPr>
            <a:xfrm>
              <a:off x="3111611" y="486720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88AA6">
                <a:alpha val="100000"/>
              </a:srgbClr>
            </a:solidFill>
            <a:ln w="5420" cap="flat">
              <a:solidFill>
                <a:srgbClr val="388AA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47" name="pg3047"/>
            <p:cNvSpPr/>
            <p:nvPr/>
          </p:nvSpPr>
          <p:spPr>
            <a:xfrm>
              <a:off x="3123249" y="486720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8CA7">
                <a:alpha val="100000"/>
              </a:srgbClr>
            </a:solidFill>
            <a:ln w="5420" cap="flat">
              <a:solidFill>
                <a:srgbClr val="378C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48" name="pg3048"/>
            <p:cNvSpPr/>
            <p:nvPr/>
          </p:nvSpPr>
          <p:spPr>
            <a:xfrm>
              <a:off x="3134886" y="486720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8DA7">
                <a:alpha val="100000"/>
              </a:srgbClr>
            </a:solidFill>
            <a:ln w="5420" cap="flat">
              <a:solidFill>
                <a:srgbClr val="378D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49" name="pg3049"/>
            <p:cNvSpPr/>
            <p:nvPr/>
          </p:nvSpPr>
          <p:spPr>
            <a:xfrm>
              <a:off x="3146523" y="486720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8EA7">
                <a:alpha val="100000"/>
              </a:srgbClr>
            </a:solidFill>
            <a:ln w="5420" cap="flat">
              <a:solidFill>
                <a:srgbClr val="378E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50" name="pg3050"/>
            <p:cNvSpPr/>
            <p:nvPr/>
          </p:nvSpPr>
          <p:spPr>
            <a:xfrm>
              <a:off x="3518918" y="486720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3A1">
                <a:alpha val="100000"/>
              </a:srgbClr>
            </a:solidFill>
            <a:ln w="5420" cap="flat">
              <a:solidFill>
                <a:srgbClr val="3A73A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51" name="pg3051"/>
            <p:cNvSpPr/>
            <p:nvPr/>
          </p:nvSpPr>
          <p:spPr>
            <a:xfrm>
              <a:off x="3530555" y="486720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70A0">
                <a:alpha val="100000"/>
              </a:srgbClr>
            </a:solidFill>
            <a:ln w="5420" cap="flat">
              <a:solidFill>
                <a:srgbClr val="3B70A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52" name="pg3052"/>
            <p:cNvSpPr/>
            <p:nvPr/>
          </p:nvSpPr>
          <p:spPr>
            <a:xfrm>
              <a:off x="3542193" y="486720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DA0">
                <a:alpha val="100000"/>
              </a:srgbClr>
            </a:solidFill>
            <a:ln w="5420" cap="flat">
              <a:solidFill>
                <a:srgbClr val="3A6DA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53" name="pg3053"/>
            <p:cNvSpPr/>
            <p:nvPr/>
          </p:nvSpPr>
          <p:spPr>
            <a:xfrm>
              <a:off x="3553830" y="486720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B9F">
                <a:alpha val="100000"/>
              </a:srgbClr>
            </a:solidFill>
            <a:ln w="5420" cap="flat">
              <a:solidFill>
                <a:srgbClr val="3A6B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54" name="pg3054"/>
            <p:cNvSpPr/>
            <p:nvPr/>
          </p:nvSpPr>
          <p:spPr>
            <a:xfrm>
              <a:off x="3565467" y="486720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A9F">
                <a:alpha val="100000"/>
              </a:srgbClr>
            </a:solidFill>
            <a:ln w="5420" cap="flat">
              <a:solidFill>
                <a:srgbClr val="3A6A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55" name="pg3055"/>
            <p:cNvSpPr/>
            <p:nvPr/>
          </p:nvSpPr>
          <p:spPr>
            <a:xfrm>
              <a:off x="3577105" y="486720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A9F">
                <a:alpha val="100000"/>
              </a:srgbClr>
            </a:solidFill>
            <a:ln w="5420" cap="flat">
              <a:solidFill>
                <a:srgbClr val="3A6A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56" name="pg3056"/>
            <p:cNvSpPr/>
            <p:nvPr/>
          </p:nvSpPr>
          <p:spPr>
            <a:xfrm>
              <a:off x="3588742" y="486720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A9F">
                <a:alpha val="100000"/>
              </a:srgbClr>
            </a:solidFill>
            <a:ln w="5420" cap="flat">
              <a:solidFill>
                <a:srgbClr val="3A6A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57" name="pg3057"/>
            <p:cNvSpPr/>
            <p:nvPr/>
          </p:nvSpPr>
          <p:spPr>
            <a:xfrm>
              <a:off x="3600379" y="486720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B9F">
                <a:alpha val="100000"/>
              </a:srgbClr>
            </a:solidFill>
            <a:ln w="5420" cap="flat">
              <a:solidFill>
                <a:srgbClr val="3A6B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58" name="pg3058"/>
            <p:cNvSpPr/>
            <p:nvPr/>
          </p:nvSpPr>
          <p:spPr>
            <a:xfrm>
              <a:off x="3612016" y="486720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B9F">
                <a:alpha val="100000"/>
              </a:srgbClr>
            </a:solidFill>
            <a:ln w="5420" cap="flat">
              <a:solidFill>
                <a:srgbClr val="3A6B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59" name="pg3059"/>
            <p:cNvSpPr/>
            <p:nvPr/>
          </p:nvSpPr>
          <p:spPr>
            <a:xfrm>
              <a:off x="3623654" y="486720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B9F">
                <a:alpha val="100000"/>
              </a:srgbClr>
            </a:solidFill>
            <a:ln w="5420" cap="flat">
              <a:solidFill>
                <a:srgbClr val="3A6B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60" name="pg3060"/>
            <p:cNvSpPr/>
            <p:nvPr/>
          </p:nvSpPr>
          <p:spPr>
            <a:xfrm>
              <a:off x="3635291" y="486720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A9F">
                <a:alpha val="100000"/>
              </a:srgbClr>
            </a:solidFill>
            <a:ln w="5420" cap="flat">
              <a:solidFill>
                <a:srgbClr val="3A6A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61" name="pg3061"/>
            <p:cNvSpPr/>
            <p:nvPr/>
          </p:nvSpPr>
          <p:spPr>
            <a:xfrm>
              <a:off x="3646928" y="486720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A9F">
                <a:alpha val="100000"/>
              </a:srgbClr>
            </a:solidFill>
            <a:ln w="5420" cap="flat">
              <a:solidFill>
                <a:srgbClr val="3A6A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62" name="pg3062"/>
            <p:cNvSpPr/>
            <p:nvPr/>
          </p:nvSpPr>
          <p:spPr>
            <a:xfrm>
              <a:off x="3658566" y="486720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A9F">
                <a:alpha val="100000"/>
              </a:srgbClr>
            </a:solidFill>
            <a:ln w="5420" cap="flat">
              <a:solidFill>
                <a:srgbClr val="3A6A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63" name="pg3063"/>
            <p:cNvSpPr/>
            <p:nvPr/>
          </p:nvSpPr>
          <p:spPr>
            <a:xfrm>
              <a:off x="3670203" y="486720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A9F">
                <a:alpha val="100000"/>
              </a:srgbClr>
            </a:solidFill>
            <a:ln w="5420" cap="flat">
              <a:solidFill>
                <a:srgbClr val="3A6A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64" name="pg3064"/>
            <p:cNvSpPr/>
            <p:nvPr/>
          </p:nvSpPr>
          <p:spPr>
            <a:xfrm>
              <a:off x="3681840" y="486720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A9F">
                <a:alpha val="100000"/>
              </a:srgbClr>
            </a:solidFill>
            <a:ln w="5420" cap="flat">
              <a:solidFill>
                <a:srgbClr val="3A6A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65" name="pg3065"/>
            <p:cNvSpPr/>
            <p:nvPr/>
          </p:nvSpPr>
          <p:spPr>
            <a:xfrm>
              <a:off x="3693478" y="486720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B9F">
                <a:alpha val="100000"/>
              </a:srgbClr>
            </a:solidFill>
            <a:ln w="5420" cap="flat">
              <a:solidFill>
                <a:srgbClr val="3A6B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66" name="pg3066"/>
            <p:cNvSpPr/>
            <p:nvPr/>
          </p:nvSpPr>
          <p:spPr>
            <a:xfrm>
              <a:off x="3705115" y="486720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B9F">
                <a:alpha val="100000"/>
              </a:srgbClr>
            </a:solidFill>
            <a:ln w="5420" cap="flat">
              <a:solidFill>
                <a:srgbClr val="3A6B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67" name="pg3067"/>
            <p:cNvSpPr/>
            <p:nvPr/>
          </p:nvSpPr>
          <p:spPr>
            <a:xfrm>
              <a:off x="3716752" y="486720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B9F">
                <a:alpha val="100000"/>
              </a:srgbClr>
            </a:solidFill>
            <a:ln w="5420" cap="flat">
              <a:solidFill>
                <a:srgbClr val="3A6B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68" name="pg3068"/>
            <p:cNvSpPr/>
            <p:nvPr/>
          </p:nvSpPr>
          <p:spPr>
            <a:xfrm>
              <a:off x="3728390" y="486720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B9F">
                <a:alpha val="100000"/>
              </a:srgbClr>
            </a:solidFill>
            <a:ln w="5420" cap="flat">
              <a:solidFill>
                <a:srgbClr val="3A6B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69" name="pg3069"/>
            <p:cNvSpPr/>
            <p:nvPr/>
          </p:nvSpPr>
          <p:spPr>
            <a:xfrm>
              <a:off x="3740027" y="486720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B9F">
                <a:alpha val="100000"/>
              </a:srgbClr>
            </a:solidFill>
            <a:ln w="5420" cap="flat">
              <a:solidFill>
                <a:srgbClr val="3A6B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70" name="pg3070"/>
            <p:cNvSpPr/>
            <p:nvPr/>
          </p:nvSpPr>
          <p:spPr>
            <a:xfrm>
              <a:off x="3751664" y="486720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B9F">
                <a:alpha val="100000"/>
              </a:srgbClr>
            </a:solidFill>
            <a:ln w="5420" cap="flat">
              <a:solidFill>
                <a:srgbClr val="3A6B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71" name="pg3071"/>
            <p:cNvSpPr/>
            <p:nvPr/>
          </p:nvSpPr>
          <p:spPr>
            <a:xfrm>
              <a:off x="3763302" y="486720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B9F">
                <a:alpha val="100000"/>
              </a:srgbClr>
            </a:solidFill>
            <a:ln w="5420" cap="flat">
              <a:solidFill>
                <a:srgbClr val="3A6B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72" name="pg3072"/>
            <p:cNvSpPr/>
            <p:nvPr/>
          </p:nvSpPr>
          <p:spPr>
            <a:xfrm>
              <a:off x="3774939" y="486720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A9F">
                <a:alpha val="100000"/>
              </a:srgbClr>
            </a:solidFill>
            <a:ln w="5420" cap="flat">
              <a:solidFill>
                <a:srgbClr val="3A6A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73" name="pg3073"/>
            <p:cNvSpPr/>
            <p:nvPr/>
          </p:nvSpPr>
          <p:spPr>
            <a:xfrm>
              <a:off x="3786576" y="486720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99F">
                <a:alpha val="100000"/>
              </a:srgbClr>
            </a:solidFill>
            <a:ln w="5420" cap="flat">
              <a:solidFill>
                <a:srgbClr val="3A69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74" name="pg3074"/>
            <p:cNvSpPr/>
            <p:nvPr/>
          </p:nvSpPr>
          <p:spPr>
            <a:xfrm>
              <a:off x="4380080" y="486720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548F">
                <a:alpha val="100000"/>
              </a:srgbClr>
            </a:solidFill>
            <a:ln w="5420" cap="flat">
              <a:solidFill>
                <a:srgbClr val="3B548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75" name="pg3075"/>
            <p:cNvSpPr/>
            <p:nvPr/>
          </p:nvSpPr>
          <p:spPr>
            <a:xfrm>
              <a:off x="4391718" y="486720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548E">
                <a:alpha val="100000"/>
              </a:srgbClr>
            </a:solidFill>
            <a:ln w="5420" cap="flat">
              <a:solidFill>
                <a:srgbClr val="3B548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76" name="pg3076"/>
            <p:cNvSpPr/>
            <p:nvPr/>
          </p:nvSpPr>
          <p:spPr>
            <a:xfrm>
              <a:off x="4403355" y="486720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528C">
                <a:alpha val="100000"/>
              </a:srgbClr>
            </a:solidFill>
            <a:ln w="5420" cap="flat">
              <a:solidFill>
                <a:srgbClr val="3B528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77" name="pg3077"/>
            <p:cNvSpPr/>
            <p:nvPr/>
          </p:nvSpPr>
          <p:spPr>
            <a:xfrm>
              <a:off x="4414992" y="486720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518B">
                <a:alpha val="100000"/>
              </a:srgbClr>
            </a:solidFill>
            <a:ln w="5420" cap="flat">
              <a:solidFill>
                <a:srgbClr val="3B518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78" name="pg3078"/>
            <p:cNvSpPr/>
            <p:nvPr/>
          </p:nvSpPr>
          <p:spPr>
            <a:xfrm>
              <a:off x="4426630" y="486720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518A">
                <a:alpha val="100000"/>
              </a:srgbClr>
            </a:solidFill>
            <a:ln w="5420" cap="flat">
              <a:solidFill>
                <a:srgbClr val="3B518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79" name="pg3079"/>
            <p:cNvSpPr/>
            <p:nvPr/>
          </p:nvSpPr>
          <p:spPr>
            <a:xfrm>
              <a:off x="4438267" y="486720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5089">
                <a:alpha val="100000"/>
              </a:srgbClr>
            </a:solidFill>
            <a:ln w="5420" cap="flat">
              <a:solidFill>
                <a:srgbClr val="3B508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80" name="pg3080"/>
            <p:cNvSpPr/>
            <p:nvPr/>
          </p:nvSpPr>
          <p:spPr>
            <a:xfrm>
              <a:off x="4449904" y="486720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4F88">
                <a:alpha val="100000"/>
              </a:srgbClr>
            </a:solidFill>
            <a:ln w="5420" cap="flat">
              <a:solidFill>
                <a:srgbClr val="3B4F8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81" name="pg3081"/>
            <p:cNvSpPr/>
            <p:nvPr/>
          </p:nvSpPr>
          <p:spPr>
            <a:xfrm>
              <a:off x="4601190" y="486720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A81">
                <a:alpha val="100000"/>
              </a:srgbClr>
            </a:solidFill>
            <a:ln w="5420" cap="flat">
              <a:solidFill>
                <a:srgbClr val="3C4A8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82" name="pg3082"/>
            <p:cNvSpPr/>
            <p:nvPr/>
          </p:nvSpPr>
          <p:spPr>
            <a:xfrm>
              <a:off x="4612827" y="486720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A81">
                <a:alpha val="100000"/>
              </a:srgbClr>
            </a:solidFill>
            <a:ln w="5420" cap="flat">
              <a:solidFill>
                <a:srgbClr val="3C4A8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83" name="pg3083"/>
            <p:cNvSpPr/>
            <p:nvPr/>
          </p:nvSpPr>
          <p:spPr>
            <a:xfrm>
              <a:off x="4624464" y="486720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A81">
                <a:alpha val="100000"/>
              </a:srgbClr>
            </a:solidFill>
            <a:ln w="5420" cap="flat">
              <a:solidFill>
                <a:srgbClr val="3C4A8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84" name="pg3084"/>
            <p:cNvSpPr/>
            <p:nvPr/>
          </p:nvSpPr>
          <p:spPr>
            <a:xfrm>
              <a:off x="4636101" y="486720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B82">
                <a:alpha val="100000"/>
              </a:srgbClr>
            </a:solidFill>
            <a:ln w="5420" cap="flat">
              <a:solidFill>
                <a:srgbClr val="3C4B8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85" name="pg3085"/>
            <p:cNvSpPr/>
            <p:nvPr/>
          </p:nvSpPr>
          <p:spPr>
            <a:xfrm>
              <a:off x="4647739" y="486720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B82">
                <a:alpha val="100000"/>
              </a:srgbClr>
            </a:solidFill>
            <a:ln w="5420" cap="flat">
              <a:solidFill>
                <a:srgbClr val="3C4B8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86" name="pg3086"/>
            <p:cNvSpPr/>
            <p:nvPr/>
          </p:nvSpPr>
          <p:spPr>
            <a:xfrm>
              <a:off x="3065062" y="488150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70A0">
                <a:alpha val="100000"/>
              </a:srgbClr>
            </a:solidFill>
            <a:ln w="5420" cap="flat">
              <a:solidFill>
                <a:srgbClr val="3B70A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87" name="pg3087"/>
            <p:cNvSpPr/>
            <p:nvPr/>
          </p:nvSpPr>
          <p:spPr>
            <a:xfrm>
              <a:off x="3076699" y="488150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4A1">
                <a:alpha val="100000"/>
              </a:srgbClr>
            </a:solidFill>
            <a:ln w="5420" cap="flat">
              <a:solidFill>
                <a:srgbClr val="3A74A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88" name="pg3088"/>
            <p:cNvSpPr/>
            <p:nvPr/>
          </p:nvSpPr>
          <p:spPr>
            <a:xfrm>
              <a:off x="3088337" y="488150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9A2">
                <a:alpha val="100000"/>
              </a:srgbClr>
            </a:solidFill>
            <a:ln w="5420" cap="flat">
              <a:solidFill>
                <a:srgbClr val="3A79A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89" name="pg3089"/>
            <p:cNvSpPr/>
            <p:nvPr/>
          </p:nvSpPr>
          <p:spPr>
            <a:xfrm>
              <a:off x="3099974" y="488150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DA3">
                <a:alpha val="100000"/>
              </a:srgbClr>
            </a:solidFill>
            <a:ln w="5420" cap="flat">
              <a:solidFill>
                <a:srgbClr val="3A7DA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90" name="pg3090"/>
            <p:cNvSpPr/>
            <p:nvPr/>
          </p:nvSpPr>
          <p:spPr>
            <a:xfrm>
              <a:off x="3111611" y="488150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84A5">
                <a:alpha val="100000"/>
              </a:srgbClr>
            </a:solidFill>
            <a:ln w="5420" cap="flat">
              <a:solidFill>
                <a:srgbClr val="3984A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91" name="pg3091"/>
            <p:cNvSpPr/>
            <p:nvPr/>
          </p:nvSpPr>
          <p:spPr>
            <a:xfrm>
              <a:off x="3123249" y="488150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86A5">
                <a:alpha val="100000"/>
              </a:srgbClr>
            </a:solidFill>
            <a:ln w="5420" cap="flat">
              <a:solidFill>
                <a:srgbClr val="3986A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92" name="pg3092"/>
            <p:cNvSpPr/>
            <p:nvPr/>
          </p:nvSpPr>
          <p:spPr>
            <a:xfrm>
              <a:off x="3134886" y="488150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888A6">
                <a:alpha val="100000"/>
              </a:srgbClr>
            </a:solidFill>
            <a:ln w="5420" cap="flat">
              <a:solidFill>
                <a:srgbClr val="3888A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93" name="pg3093"/>
            <p:cNvSpPr/>
            <p:nvPr/>
          </p:nvSpPr>
          <p:spPr>
            <a:xfrm>
              <a:off x="3542193" y="488150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DA0">
                <a:alpha val="100000"/>
              </a:srgbClr>
            </a:solidFill>
            <a:ln w="5420" cap="flat">
              <a:solidFill>
                <a:srgbClr val="3A6DA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94" name="pg3094"/>
            <p:cNvSpPr/>
            <p:nvPr/>
          </p:nvSpPr>
          <p:spPr>
            <a:xfrm>
              <a:off x="3553830" y="488150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CA0">
                <a:alpha val="100000"/>
              </a:srgbClr>
            </a:solidFill>
            <a:ln w="5420" cap="flat">
              <a:solidFill>
                <a:srgbClr val="3A6CA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95" name="pg3095"/>
            <p:cNvSpPr/>
            <p:nvPr/>
          </p:nvSpPr>
          <p:spPr>
            <a:xfrm>
              <a:off x="3565467" y="488150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B9F">
                <a:alpha val="100000"/>
              </a:srgbClr>
            </a:solidFill>
            <a:ln w="5420" cap="flat">
              <a:solidFill>
                <a:srgbClr val="3A6B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96" name="pg3096"/>
            <p:cNvSpPr/>
            <p:nvPr/>
          </p:nvSpPr>
          <p:spPr>
            <a:xfrm>
              <a:off x="3577105" y="488150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B9F">
                <a:alpha val="100000"/>
              </a:srgbClr>
            </a:solidFill>
            <a:ln w="5420" cap="flat">
              <a:solidFill>
                <a:srgbClr val="3A6B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97" name="pg3097"/>
            <p:cNvSpPr/>
            <p:nvPr/>
          </p:nvSpPr>
          <p:spPr>
            <a:xfrm>
              <a:off x="3588742" y="488150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B9F">
                <a:alpha val="100000"/>
              </a:srgbClr>
            </a:solidFill>
            <a:ln w="5420" cap="flat">
              <a:solidFill>
                <a:srgbClr val="3A6B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98" name="pg3098"/>
            <p:cNvSpPr/>
            <p:nvPr/>
          </p:nvSpPr>
          <p:spPr>
            <a:xfrm>
              <a:off x="3600379" y="488150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B9F">
                <a:alpha val="100000"/>
              </a:srgbClr>
            </a:solidFill>
            <a:ln w="5420" cap="flat">
              <a:solidFill>
                <a:srgbClr val="3A6B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99" name="pg3099"/>
            <p:cNvSpPr/>
            <p:nvPr/>
          </p:nvSpPr>
          <p:spPr>
            <a:xfrm>
              <a:off x="3612016" y="488150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B9F">
                <a:alpha val="100000"/>
              </a:srgbClr>
            </a:solidFill>
            <a:ln w="5420" cap="flat">
              <a:solidFill>
                <a:srgbClr val="3A6B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00" name="pg3100"/>
            <p:cNvSpPr/>
            <p:nvPr/>
          </p:nvSpPr>
          <p:spPr>
            <a:xfrm>
              <a:off x="3623654" y="488150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B9F">
                <a:alpha val="100000"/>
              </a:srgbClr>
            </a:solidFill>
            <a:ln w="5420" cap="flat">
              <a:solidFill>
                <a:srgbClr val="3A6B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01" name="pg3101"/>
            <p:cNvSpPr/>
            <p:nvPr/>
          </p:nvSpPr>
          <p:spPr>
            <a:xfrm>
              <a:off x="3635291" y="488150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B9F">
                <a:alpha val="100000"/>
              </a:srgbClr>
            </a:solidFill>
            <a:ln w="5420" cap="flat">
              <a:solidFill>
                <a:srgbClr val="3A6B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02" name="pg3102"/>
            <p:cNvSpPr/>
            <p:nvPr/>
          </p:nvSpPr>
          <p:spPr>
            <a:xfrm>
              <a:off x="3646928" y="488150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A9F">
                <a:alpha val="100000"/>
              </a:srgbClr>
            </a:solidFill>
            <a:ln w="5420" cap="flat">
              <a:solidFill>
                <a:srgbClr val="3A6A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03" name="pg3103"/>
            <p:cNvSpPr/>
            <p:nvPr/>
          </p:nvSpPr>
          <p:spPr>
            <a:xfrm>
              <a:off x="3658566" y="488150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A9F">
                <a:alpha val="100000"/>
              </a:srgbClr>
            </a:solidFill>
            <a:ln w="5420" cap="flat">
              <a:solidFill>
                <a:srgbClr val="3A6A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04" name="pg3104"/>
            <p:cNvSpPr/>
            <p:nvPr/>
          </p:nvSpPr>
          <p:spPr>
            <a:xfrm>
              <a:off x="3670203" y="488150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A9F">
                <a:alpha val="100000"/>
              </a:srgbClr>
            </a:solidFill>
            <a:ln w="5420" cap="flat">
              <a:solidFill>
                <a:srgbClr val="3A6A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05" name="pg3105"/>
            <p:cNvSpPr/>
            <p:nvPr/>
          </p:nvSpPr>
          <p:spPr>
            <a:xfrm>
              <a:off x="3705115" y="488150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B9F">
                <a:alpha val="100000"/>
              </a:srgbClr>
            </a:solidFill>
            <a:ln w="5420" cap="flat">
              <a:solidFill>
                <a:srgbClr val="3A6B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06" name="pg3106"/>
            <p:cNvSpPr/>
            <p:nvPr/>
          </p:nvSpPr>
          <p:spPr>
            <a:xfrm>
              <a:off x="3716752" y="488150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B9F">
                <a:alpha val="100000"/>
              </a:srgbClr>
            </a:solidFill>
            <a:ln w="5420" cap="flat">
              <a:solidFill>
                <a:srgbClr val="3A6B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07" name="pg3107"/>
            <p:cNvSpPr/>
            <p:nvPr/>
          </p:nvSpPr>
          <p:spPr>
            <a:xfrm>
              <a:off x="3728390" y="488150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B9F">
                <a:alpha val="100000"/>
              </a:srgbClr>
            </a:solidFill>
            <a:ln w="5420" cap="flat">
              <a:solidFill>
                <a:srgbClr val="3A6B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08" name="pg3108"/>
            <p:cNvSpPr/>
            <p:nvPr/>
          </p:nvSpPr>
          <p:spPr>
            <a:xfrm>
              <a:off x="3740027" y="488150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B9F">
                <a:alpha val="100000"/>
              </a:srgbClr>
            </a:solidFill>
            <a:ln w="5420" cap="flat">
              <a:solidFill>
                <a:srgbClr val="3A6B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09" name="pg3109"/>
            <p:cNvSpPr/>
            <p:nvPr/>
          </p:nvSpPr>
          <p:spPr>
            <a:xfrm>
              <a:off x="3751664" y="488150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B9F">
                <a:alpha val="100000"/>
              </a:srgbClr>
            </a:solidFill>
            <a:ln w="5420" cap="flat">
              <a:solidFill>
                <a:srgbClr val="3A6B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10" name="pg3110"/>
            <p:cNvSpPr/>
            <p:nvPr/>
          </p:nvSpPr>
          <p:spPr>
            <a:xfrm>
              <a:off x="3763302" y="488150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A9F">
                <a:alpha val="100000"/>
              </a:srgbClr>
            </a:solidFill>
            <a:ln w="5420" cap="flat">
              <a:solidFill>
                <a:srgbClr val="3A6A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11" name="pg3111"/>
            <p:cNvSpPr/>
            <p:nvPr/>
          </p:nvSpPr>
          <p:spPr>
            <a:xfrm>
              <a:off x="3774939" y="488150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A9F">
                <a:alpha val="100000"/>
              </a:srgbClr>
            </a:solidFill>
            <a:ln w="5420" cap="flat">
              <a:solidFill>
                <a:srgbClr val="3A6A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12" name="pg3112"/>
            <p:cNvSpPr/>
            <p:nvPr/>
          </p:nvSpPr>
          <p:spPr>
            <a:xfrm>
              <a:off x="3786576" y="488150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99F">
                <a:alpha val="100000"/>
              </a:srgbClr>
            </a:solidFill>
            <a:ln w="5420" cap="flat">
              <a:solidFill>
                <a:srgbClr val="3A69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13" name="pg3113"/>
            <p:cNvSpPr/>
            <p:nvPr/>
          </p:nvSpPr>
          <p:spPr>
            <a:xfrm>
              <a:off x="4403355" y="488150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528D">
                <a:alpha val="100000"/>
              </a:srgbClr>
            </a:solidFill>
            <a:ln w="5420" cap="flat">
              <a:solidFill>
                <a:srgbClr val="3B528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14" name="pg3114"/>
            <p:cNvSpPr/>
            <p:nvPr/>
          </p:nvSpPr>
          <p:spPr>
            <a:xfrm>
              <a:off x="4414992" y="488150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528C">
                <a:alpha val="100000"/>
              </a:srgbClr>
            </a:solidFill>
            <a:ln w="5420" cap="flat">
              <a:solidFill>
                <a:srgbClr val="3B528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15" name="pg3115"/>
            <p:cNvSpPr/>
            <p:nvPr/>
          </p:nvSpPr>
          <p:spPr>
            <a:xfrm>
              <a:off x="4426630" y="488150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518B">
                <a:alpha val="100000"/>
              </a:srgbClr>
            </a:solidFill>
            <a:ln w="5420" cap="flat">
              <a:solidFill>
                <a:srgbClr val="3B518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16" name="pg3116"/>
            <p:cNvSpPr/>
            <p:nvPr/>
          </p:nvSpPr>
          <p:spPr>
            <a:xfrm>
              <a:off x="4438267" y="488150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508A">
                <a:alpha val="100000"/>
              </a:srgbClr>
            </a:solidFill>
            <a:ln w="5420" cap="flat">
              <a:solidFill>
                <a:srgbClr val="3B508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17" name="pg3117"/>
            <p:cNvSpPr/>
            <p:nvPr/>
          </p:nvSpPr>
          <p:spPr>
            <a:xfrm>
              <a:off x="4449904" y="488150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5089">
                <a:alpha val="100000"/>
              </a:srgbClr>
            </a:solidFill>
            <a:ln w="5420" cap="flat">
              <a:solidFill>
                <a:srgbClr val="3B508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18" name="pg3118"/>
            <p:cNvSpPr/>
            <p:nvPr/>
          </p:nvSpPr>
          <p:spPr>
            <a:xfrm>
              <a:off x="4461542" y="488150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4F88">
                <a:alpha val="100000"/>
              </a:srgbClr>
            </a:solidFill>
            <a:ln w="5420" cap="flat">
              <a:solidFill>
                <a:srgbClr val="3B4F8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19" name="pg3119"/>
            <p:cNvSpPr/>
            <p:nvPr/>
          </p:nvSpPr>
          <p:spPr>
            <a:xfrm>
              <a:off x="4601190" y="488150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B82">
                <a:alpha val="100000"/>
              </a:srgbClr>
            </a:solidFill>
            <a:ln w="5420" cap="flat">
              <a:solidFill>
                <a:srgbClr val="3C4B8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20" name="pg3120"/>
            <p:cNvSpPr/>
            <p:nvPr/>
          </p:nvSpPr>
          <p:spPr>
            <a:xfrm>
              <a:off x="4612827" y="488150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B82">
                <a:alpha val="100000"/>
              </a:srgbClr>
            </a:solidFill>
            <a:ln w="5420" cap="flat">
              <a:solidFill>
                <a:srgbClr val="3C4B8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21" name="pg3121"/>
            <p:cNvSpPr/>
            <p:nvPr/>
          </p:nvSpPr>
          <p:spPr>
            <a:xfrm>
              <a:off x="4624464" y="488150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B82">
                <a:alpha val="100000"/>
              </a:srgbClr>
            </a:solidFill>
            <a:ln w="5420" cap="flat">
              <a:solidFill>
                <a:srgbClr val="3C4B8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22" name="pg3122"/>
            <p:cNvSpPr/>
            <p:nvPr/>
          </p:nvSpPr>
          <p:spPr>
            <a:xfrm>
              <a:off x="4636101" y="488150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B83">
                <a:alpha val="100000"/>
              </a:srgbClr>
            </a:solidFill>
            <a:ln w="5420" cap="flat">
              <a:solidFill>
                <a:srgbClr val="3C4B8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23" name="pg3123"/>
            <p:cNvSpPr/>
            <p:nvPr/>
          </p:nvSpPr>
          <p:spPr>
            <a:xfrm>
              <a:off x="4647739" y="488150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B83">
                <a:alpha val="100000"/>
              </a:srgbClr>
            </a:solidFill>
            <a:ln w="5420" cap="flat">
              <a:solidFill>
                <a:srgbClr val="3C4B8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24" name="pg3124"/>
            <p:cNvSpPr/>
            <p:nvPr/>
          </p:nvSpPr>
          <p:spPr>
            <a:xfrm>
              <a:off x="4659376" y="488150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C83">
                <a:alpha val="100000"/>
              </a:srgbClr>
            </a:solidFill>
            <a:ln w="5420" cap="flat">
              <a:solidFill>
                <a:srgbClr val="3C4C8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25" name="pg3125"/>
            <p:cNvSpPr/>
            <p:nvPr/>
          </p:nvSpPr>
          <p:spPr>
            <a:xfrm>
              <a:off x="2948689" y="489580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39D">
                <a:alpha val="100000"/>
              </a:srgbClr>
            </a:solidFill>
            <a:ln w="5420" cap="flat">
              <a:solidFill>
                <a:srgbClr val="3A63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26" name="pg3126"/>
            <p:cNvSpPr/>
            <p:nvPr/>
          </p:nvSpPr>
          <p:spPr>
            <a:xfrm>
              <a:off x="2960326" y="489580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29D">
                <a:alpha val="100000"/>
              </a:srgbClr>
            </a:solidFill>
            <a:ln w="5420" cap="flat">
              <a:solidFill>
                <a:srgbClr val="3A62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27" name="pg3127"/>
            <p:cNvSpPr/>
            <p:nvPr/>
          </p:nvSpPr>
          <p:spPr>
            <a:xfrm>
              <a:off x="2971963" y="489580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29D">
                <a:alpha val="100000"/>
              </a:srgbClr>
            </a:solidFill>
            <a:ln w="5420" cap="flat">
              <a:solidFill>
                <a:srgbClr val="3A62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28" name="pg3128"/>
            <p:cNvSpPr/>
            <p:nvPr/>
          </p:nvSpPr>
          <p:spPr>
            <a:xfrm>
              <a:off x="2983601" y="489580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19D">
                <a:alpha val="100000"/>
              </a:srgbClr>
            </a:solidFill>
            <a:ln w="5420" cap="flat">
              <a:solidFill>
                <a:srgbClr val="3A61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29" name="pg3129"/>
            <p:cNvSpPr/>
            <p:nvPr/>
          </p:nvSpPr>
          <p:spPr>
            <a:xfrm>
              <a:off x="2995238" y="489580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609D">
                <a:alpha val="100000"/>
              </a:srgbClr>
            </a:solidFill>
            <a:ln w="5420" cap="flat">
              <a:solidFill>
                <a:srgbClr val="3960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30" name="pg3130"/>
            <p:cNvSpPr/>
            <p:nvPr/>
          </p:nvSpPr>
          <p:spPr>
            <a:xfrm>
              <a:off x="3006875" y="489580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609D">
                <a:alpha val="100000"/>
              </a:srgbClr>
            </a:solidFill>
            <a:ln w="5420" cap="flat">
              <a:solidFill>
                <a:srgbClr val="3960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31" name="pg3131"/>
            <p:cNvSpPr/>
            <p:nvPr/>
          </p:nvSpPr>
          <p:spPr>
            <a:xfrm>
              <a:off x="3041787" y="489580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59E">
                <a:alpha val="100000"/>
              </a:srgbClr>
            </a:solidFill>
            <a:ln w="5420" cap="flat">
              <a:solidFill>
                <a:srgbClr val="3A65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32" name="pg3132"/>
            <p:cNvSpPr/>
            <p:nvPr/>
          </p:nvSpPr>
          <p:spPr>
            <a:xfrm>
              <a:off x="3053425" y="489580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99F">
                <a:alpha val="100000"/>
              </a:srgbClr>
            </a:solidFill>
            <a:ln w="5420" cap="flat">
              <a:solidFill>
                <a:srgbClr val="3A69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33" name="pg3133"/>
            <p:cNvSpPr/>
            <p:nvPr/>
          </p:nvSpPr>
          <p:spPr>
            <a:xfrm>
              <a:off x="3065062" y="489580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CA0">
                <a:alpha val="100000"/>
              </a:srgbClr>
            </a:solidFill>
            <a:ln w="5420" cap="flat">
              <a:solidFill>
                <a:srgbClr val="3A6CA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34" name="pg3134"/>
            <p:cNvSpPr/>
            <p:nvPr/>
          </p:nvSpPr>
          <p:spPr>
            <a:xfrm>
              <a:off x="3076699" y="489580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71A1">
                <a:alpha val="100000"/>
              </a:srgbClr>
            </a:solidFill>
            <a:ln w="5420" cap="flat">
              <a:solidFill>
                <a:srgbClr val="3B71A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35" name="pg3135"/>
            <p:cNvSpPr/>
            <p:nvPr/>
          </p:nvSpPr>
          <p:spPr>
            <a:xfrm>
              <a:off x="3088337" y="489580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5A2">
                <a:alpha val="100000"/>
              </a:srgbClr>
            </a:solidFill>
            <a:ln w="5420" cap="flat">
              <a:solidFill>
                <a:srgbClr val="3A75A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36" name="pg3136"/>
            <p:cNvSpPr/>
            <p:nvPr/>
          </p:nvSpPr>
          <p:spPr>
            <a:xfrm>
              <a:off x="3099974" y="489580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9A2">
                <a:alpha val="100000"/>
              </a:srgbClr>
            </a:solidFill>
            <a:ln w="5420" cap="flat">
              <a:solidFill>
                <a:srgbClr val="3A79A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37" name="pg3137"/>
            <p:cNvSpPr/>
            <p:nvPr/>
          </p:nvSpPr>
          <p:spPr>
            <a:xfrm>
              <a:off x="3111611" y="489580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FA4">
                <a:alpha val="100000"/>
              </a:srgbClr>
            </a:solidFill>
            <a:ln w="5420" cap="flat">
              <a:solidFill>
                <a:srgbClr val="3A7FA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38" name="pg3138"/>
            <p:cNvSpPr/>
            <p:nvPr/>
          </p:nvSpPr>
          <p:spPr>
            <a:xfrm>
              <a:off x="3123249" y="489580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81A4">
                <a:alpha val="100000"/>
              </a:srgbClr>
            </a:solidFill>
            <a:ln w="5420" cap="flat">
              <a:solidFill>
                <a:srgbClr val="3981A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39" name="pg3139"/>
            <p:cNvSpPr/>
            <p:nvPr/>
          </p:nvSpPr>
          <p:spPr>
            <a:xfrm>
              <a:off x="3635291" y="489580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B9F">
                <a:alpha val="100000"/>
              </a:srgbClr>
            </a:solidFill>
            <a:ln w="5420" cap="flat">
              <a:solidFill>
                <a:srgbClr val="3A6B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40" name="pg3140"/>
            <p:cNvSpPr/>
            <p:nvPr/>
          </p:nvSpPr>
          <p:spPr>
            <a:xfrm>
              <a:off x="3646928" y="489580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B9F">
                <a:alpha val="100000"/>
              </a:srgbClr>
            </a:solidFill>
            <a:ln w="5420" cap="flat">
              <a:solidFill>
                <a:srgbClr val="3A6B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41" name="pg3141"/>
            <p:cNvSpPr/>
            <p:nvPr/>
          </p:nvSpPr>
          <p:spPr>
            <a:xfrm>
              <a:off x="3716752" y="489580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B9F">
                <a:alpha val="100000"/>
              </a:srgbClr>
            </a:solidFill>
            <a:ln w="5420" cap="flat">
              <a:solidFill>
                <a:srgbClr val="3A6B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42" name="pg3142"/>
            <p:cNvSpPr/>
            <p:nvPr/>
          </p:nvSpPr>
          <p:spPr>
            <a:xfrm>
              <a:off x="3728390" y="489580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B9F">
                <a:alpha val="100000"/>
              </a:srgbClr>
            </a:solidFill>
            <a:ln w="5420" cap="flat">
              <a:solidFill>
                <a:srgbClr val="3A6B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43" name="pg3143"/>
            <p:cNvSpPr/>
            <p:nvPr/>
          </p:nvSpPr>
          <p:spPr>
            <a:xfrm>
              <a:off x="3740027" y="489580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A9F">
                <a:alpha val="100000"/>
              </a:srgbClr>
            </a:solidFill>
            <a:ln w="5420" cap="flat">
              <a:solidFill>
                <a:srgbClr val="3A6A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44" name="pg3144"/>
            <p:cNvSpPr/>
            <p:nvPr/>
          </p:nvSpPr>
          <p:spPr>
            <a:xfrm>
              <a:off x="3751664" y="489580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A9F">
                <a:alpha val="100000"/>
              </a:srgbClr>
            </a:solidFill>
            <a:ln w="5420" cap="flat">
              <a:solidFill>
                <a:srgbClr val="3A6A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45" name="pg3145"/>
            <p:cNvSpPr/>
            <p:nvPr/>
          </p:nvSpPr>
          <p:spPr>
            <a:xfrm>
              <a:off x="3763302" y="489580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A9F">
                <a:alpha val="100000"/>
              </a:srgbClr>
            </a:solidFill>
            <a:ln w="5420" cap="flat">
              <a:solidFill>
                <a:srgbClr val="3A6A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46" name="pg3146"/>
            <p:cNvSpPr/>
            <p:nvPr/>
          </p:nvSpPr>
          <p:spPr>
            <a:xfrm>
              <a:off x="3774939" y="489580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A9F">
                <a:alpha val="100000"/>
              </a:srgbClr>
            </a:solidFill>
            <a:ln w="5420" cap="flat">
              <a:solidFill>
                <a:srgbClr val="3A6A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47" name="pg3147"/>
            <p:cNvSpPr/>
            <p:nvPr/>
          </p:nvSpPr>
          <p:spPr>
            <a:xfrm>
              <a:off x="4414992" y="489580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528C">
                <a:alpha val="100000"/>
              </a:srgbClr>
            </a:solidFill>
            <a:ln w="5420" cap="flat">
              <a:solidFill>
                <a:srgbClr val="3B528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48" name="pg3148"/>
            <p:cNvSpPr/>
            <p:nvPr/>
          </p:nvSpPr>
          <p:spPr>
            <a:xfrm>
              <a:off x="4426630" y="489580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528C">
                <a:alpha val="100000"/>
              </a:srgbClr>
            </a:solidFill>
            <a:ln w="5420" cap="flat">
              <a:solidFill>
                <a:srgbClr val="3B528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49" name="pg3149"/>
            <p:cNvSpPr/>
            <p:nvPr/>
          </p:nvSpPr>
          <p:spPr>
            <a:xfrm>
              <a:off x="4438267" y="489580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518B">
                <a:alpha val="100000"/>
              </a:srgbClr>
            </a:solidFill>
            <a:ln w="5420" cap="flat">
              <a:solidFill>
                <a:srgbClr val="3B518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50" name="pg3150"/>
            <p:cNvSpPr/>
            <p:nvPr/>
          </p:nvSpPr>
          <p:spPr>
            <a:xfrm>
              <a:off x="4449904" y="489580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508A">
                <a:alpha val="100000"/>
              </a:srgbClr>
            </a:solidFill>
            <a:ln w="5420" cap="flat">
              <a:solidFill>
                <a:srgbClr val="3B508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51" name="pg3151"/>
            <p:cNvSpPr/>
            <p:nvPr/>
          </p:nvSpPr>
          <p:spPr>
            <a:xfrm>
              <a:off x="4461542" y="489580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5089">
                <a:alpha val="100000"/>
              </a:srgbClr>
            </a:solidFill>
            <a:ln w="5420" cap="flat">
              <a:solidFill>
                <a:srgbClr val="3B508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52" name="pg3152"/>
            <p:cNvSpPr/>
            <p:nvPr/>
          </p:nvSpPr>
          <p:spPr>
            <a:xfrm>
              <a:off x="4612827" y="489580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C83">
                <a:alpha val="100000"/>
              </a:srgbClr>
            </a:solidFill>
            <a:ln w="5420" cap="flat">
              <a:solidFill>
                <a:srgbClr val="3C4C8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53" name="pg3153"/>
            <p:cNvSpPr/>
            <p:nvPr/>
          </p:nvSpPr>
          <p:spPr>
            <a:xfrm>
              <a:off x="4624464" y="489580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C83">
                <a:alpha val="100000"/>
              </a:srgbClr>
            </a:solidFill>
            <a:ln w="5420" cap="flat">
              <a:solidFill>
                <a:srgbClr val="3C4C8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54" name="pg3154"/>
            <p:cNvSpPr/>
            <p:nvPr/>
          </p:nvSpPr>
          <p:spPr>
            <a:xfrm>
              <a:off x="4636101" y="489580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C84">
                <a:alpha val="100000"/>
              </a:srgbClr>
            </a:solidFill>
            <a:ln w="5420" cap="flat">
              <a:solidFill>
                <a:srgbClr val="3C4C8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55" name="pg3155"/>
            <p:cNvSpPr/>
            <p:nvPr/>
          </p:nvSpPr>
          <p:spPr>
            <a:xfrm>
              <a:off x="4647739" y="489580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C84">
                <a:alpha val="100000"/>
              </a:srgbClr>
            </a:solidFill>
            <a:ln w="5420" cap="flat">
              <a:solidFill>
                <a:srgbClr val="3C4C8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56" name="pg3156"/>
            <p:cNvSpPr/>
            <p:nvPr/>
          </p:nvSpPr>
          <p:spPr>
            <a:xfrm>
              <a:off x="4659376" y="489580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C84">
                <a:alpha val="100000"/>
              </a:srgbClr>
            </a:solidFill>
            <a:ln w="5420" cap="flat">
              <a:solidFill>
                <a:srgbClr val="3C4C8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57" name="pg3157"/>
            <p:cNvSpPr/>
            <p:nvPr/>
          </p:nvSpPr>
          <p:spPr>
            <a:xfrm>
              <a:off x="2937051" y="491010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39D">
                <a:alpha val="100000"/>
              </a:srgbClr>
            </a:solidFill>
            <a:ln w="5420" cap="flat">
              <a:solidFill>
                <a:srgbClr val="3A63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58" name="pg3158"/>
            <p:cNvSpPr/>
            <p:nvPr/>
          </p:nvSpPr>
          <p:spPr>
            <a:xfrm>
              <a:off x="2948689" y="491010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39D">
                <a:alpha val="100000"/>
              </a:srgbClr>
            </a:solidFill>
            <a:ln w="5420" cap="flat">
              <a:solidFill>
                <a:srgbClr val="3A63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59" name="pg3159"/>
            <p:cNvSpPr/>
            <p:nvPr/>
          </p:nvSpPr>
          <p:spPr>
            <a:xfrm>
              <a:off x="2960326" y="491010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29D">
                <a:alpha val="100000"/>
              </a:srgbClr>
            </a:solidFill>
            <a:ln w="5420" cap="flat">
              <a:solidFill>
                <a:srgbClr val="3A62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60" name="pg3160"/>
            <p:cNvSpPr/>
            <p:nvPr/>
          </p:nvSpPr>
          <p:spPr>
            <a:xfrm>
              <a:off x="2971963" y="491010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19D">
                <a:alpha val="100000"/>
              </a:srgbClr>
            </a:solidFill>
            <a:ln w="5420" cap="flat">
              <a:solidFill>
                <a:srgbClr val="3A61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61" name="pg3161"/>
            <p:cNvSpPr/>
            <p:nvPr/>
          </p:nvSpPr>
          <p:spPr>
            <a:xfrm>
              <a:off x="2983601" y="491010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609D">
                <a:alpha val="100000"/>
              </a:srgbClr>
            </a:solidFill>
            <a:ln w="5420" cap="flat">
              <a:solidFill>
                <a:srgbClr val="3960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62" name="pg3162"/>
            <p:cNvSpPr/>
            <p:nvPr/>
          </p:nvSpPr>
          <p:spPr>
            <a:xfrm>
              <a:off x="2995238" y="491010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5F9C">
                <a:alpha val="100000"/>
              </a:srgbClr>
            </a:solidFill>
            <a:ln w="5420" cap="flat">
              <a:solidFill>
                <a:srgbClr val="395F9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63" name="pg3163"/>
            <p:cNvSpPr/>
            <p:nvPr/>
          </p:nvSpPr>
          <p:spPr>
            <a:xfrm>
              <a:off x="3006875" y="491010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5F9C">
                <a:alpha val="100000"/>
              </a:srgbClr>
            </a:solidFill>
            <a:ln w="5420" cap="flat">
              <a:solidFill>
                <a:srgbClr val="395F9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64" name="pg3164"/>
            <p:cNvSpPr/>
            <p:nvPr/>
          </p:nvSpPr>
          <p:spPr>
            <a:xfrm>
              <a:off x="3018513" y="491010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609D">
                <a:alpha val="100000"/>
              </a:srgbClr>
            </a:solidFill>
            <a:ln w="5420" cap="flat">
              <a:solidFill>
                <a:srgbClr val="3960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65" name="pg3165"/>
            <p:cNvSpPr/>
            <p:nvPr/>
          </p:nvSpPr>
          <p:spPr>
            <a:xfrm>
              <a:off x="3030150" y="491010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19D">
                <a:alpha val="100000"/>
              </a:srgbClr>
            </a:solidFill>
            <a:ln w="5420" cap="flat">
              <a:solidFill>
                <a:srgbClr val="3A61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66" name="pg3166"/>
            <p:cNvSpPr/>
            <p:nvPr/>
          </p:nvSpPr>
          <p:spPr>
            <a:xfrm>
              <a:off x="3041787" y="491010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49E">
                <a:alpha val="100000"/>
              </a:srgbClr>
            </a:solidFill>
            <a:ln w="5420" cap="flat">
              <a:solidFill>
                <a:srgbClr val="3A64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67" name="pg3167"/>
            <p:cNvSpPr/>
            <p:nvPr/>
          </p:nvSpPr>
          <p:spPr>
            <a:xfrm>
              <a:off x="3053425" y="491010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79E">
                <a:alpha val="100000"/>
              </a:srgbClr>
            </a:solidFill>
            <a:ln w="5420" cap="flat">
              <a:solidFill>
                <a:srgbClr val="3A67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68" name="pg3168"/>
            <p:cNvSpPr/>
            <p:nvPr/>
          </p:nvSpPr>
          <p:spPr>
            <a:xfrm>
              <a:off x="3065062" y="491010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A9F">
                <a:alpha val="100000"/>
              </a:srgbClr>
            </a:solidFill>
            <a:ln w="5420" cap="flat">
              <a:solidFill>
                <a:srgbClr val="3A6A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69" name="pg3169"/>
            <p:cNvSpPr/>
            <p:nvPr/>
          </p:nvSpPr>
          <p:spPr>
            <a:xfrm>
              <a:off x="3076699" y="491010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EA0">
                <a:alpha val="100000"/>
              </a:srgbClr>
            </a:solidFill>
            <a:ln w="5420" cap="flat">
              <a:solidFill>
                <a:srgbClr val="3A6EA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70" name="pg3170"/>
            <p:cNvSpPr/>
            <p:nvPr/>
          </p:nvSpPr>
          <p:spPr>
            <a:xfrm>
              <a:off x="3088337" y="491010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72A1">
                <a:alpha val="100000"/>
              </a:srgbClr>
            </a:solidFill>
            <a:ln w="5420" cap="flat">
              <a:solidFill>
                <a:srgbClr val="3B72A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71" name="pg3171"/>
            <p:cNvSpPr/>
            <p:nvPr/>
          </p:nvSpPr>
          <p:spPr>
            <a:xfrm>
              <a:off x="3099974" y="491010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5A2">
                <a:alpha val="100000"/>
              </a:srgbClr>
            </a:solidFill>
            <a:ln w="5420" cap="flat">
              <a:solidFill>
                <a:srgbClr val="3A75A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72" name="pg3172"/>
            <p:cNvSpPr/>
            <p:nvPr/>
          </p:nvSpPr>
          <p:spPr>
            <a:xfrm>
              <a:off x="3111611" y="491010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BA3">
                <a:alpha val="100000"/>
              </a:srgbClr>
            </a:solidFill>
            <a:ln w="5420" cap="flat">
              <a:solidFill>
                <a:srgbClr val="3A7BA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73" name="pg3173"/>
            <p:cNvSpPr/>
            <p:nvPr/>
          </p:nvSpPr>
          <p:spPr>
            <a:xfrm>
              <a:off x="3716752" y="491010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B9F">
                <a:alpha val="100000"/>
              </a:srgbClr>
            </a:solidFill>
            <a:ln w="5420" cap="flat">
              <a:solidFill>
                <a:srgbClr val="3A6B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74" name="pg3174"/>
            <p:cNvSpPr/>
            <p:nvPr/>
          </p:nvSpPr>
          <p:spPr>
            <a:xfrm>
              <a:off x="3728390" y="491010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A9F">
                <a:alpha val="100000"/>
              </a:srgbClr>
            </a:solidFill>
            <a:ln w="5420" cap="flat">
              <a:solidFill>
                <a:srgbClr val="3A6A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75" name="pg3175"/>
            <p:cNvSpPr/>
            <p:nvPr/>
          </p:nvSpPr>
          <p:spPr>
            <a:xfrm>
              <a:off x="3740027" y="491010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A9F">
                <a:alpha val="100000"/>
              </a:srgbClr>
            </a:solidFill>
            <a:ln w="5420" cap="flat">
              <a:solidFill>
                <a:srgbClr val="3A6A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76" name="pg3176"/>
            <p:cNvSpPr/>
            <p:nvPr/>
          </p:nvSpPr>
          <p:spPr>
            <a:xfrm>
              <a:off x="3751664" y="491010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A9F">
                <a:alpha val="100000"/>
              </a:srgbClr>
            </a:solidFill>
            <a:ln w="5420" cap="flat">
              <a:solidFill>
                <a:srgbClr val="3A6A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77" name="pg3177"/>
            <p:cNvSpPr/>
            <p:nvPr/>
          </p:nvSpPr>
          <p:spPr>
            <a:xfrm>
              <a:off x="4414992" y="491010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528D">
                <a:alpha val="100000"/>
              </a:srgbClr>
            </a:solidFill>
            <a:ln w="5420" cap="flat">
              <a:solidFill>
                <a:srgbClr val="3B528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78" name="pg3178"/>
            <p:cNvSpPr/>
            <p:nvPr/>
          </p:nvSpPr>
          <p:spPr>
            <a:xfrm>
              <a:off x="4426630" y="491010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528C">
                <a:alpha val="100000"/>
              </a:srgbClr>
            </a:solidFill>
            <a:ln w="5420" cap="flat">
              <a:solidFill>
                <a:srgbClr val="3B528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79" name="pg3179"/>
            <p:cNvSpPr/>
            <p:nvPr/>
          </p:nvSpPr>
          <p:spPr>
            <a:xfrm>
              <a:off x="4438267" y="491010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518B">
                <a:alpha val="100000"/>
              </a:srgbClr>
            </a:solidFill>
            <a:ln w="5420" cap="flat">
              <a:solidFill>
                <a:srgbClr val="3B518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80" name="pg3180"/>
            <p:cNvSpPr/>
            <p:nvPr/>
          </p:nvSpPr>
          <p:spPr>
            <a:xfrm>
              <a:off x="4449904" y="491010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518B">
                <a:alpha val="100000"/>
              </a:srgbClr>
            </a:solidFill>
            <a:ln w="5420" cap="flat">
              <a:solidFill>
                <a:srgbClr val="3B518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81" name="pg3181"/>
            <p:cNvSpPr/>
            <p:nvPr/>
          </p:nvSpPr>
          <p:spPr>
            <a:xfrm>
              <a:off x="4461542" y="491010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508A">
                <a:alpha val="100000"/>
              </a:srgbClr>
            </a:solidFill>
            <a:ln w="5420" cap="flat">
              <a:solidFill>
                <a:srgbClr val="3B508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82" name="pg3182"/>
            <p:cNvSpPr/>
            <p:nvPr/>
          </p:nvSpPr>
          <p:spPr>
            <a:xfrm>
              <a:off x="4612827" y="491010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C84">
                <a:alpha val="100000"/>
              </a:srgbClr>
            </a:solidFill>
            <a:ln w="5420" cap="flat">
              <a:solidFill>
                <a:srgbClr val="3C4C8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83" name="pg3183"/>
            <p:cNvSpPr/>
            <p:nvPr/>
          </p:nvSpPr>
          <p:spPr>
            <a:xfrm>
              <a:off x="4624464" y="491010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C84">
                <a:alpha val="100000"/>
              </a:srgbClr>
            </a:solidFill>
            <a:ln w="5420" cap="flat">
              <a:solidFill>
                <a:srgbClr val="3C4C8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84" name="pg3184"/>
            <p:cNvSpPr/>
            <p:nvPr/>
          </p:nvSpPr>
          <p:spPr>
            <a:xfrm>
              <a:off x="4636101" y="491010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D85">
                <a:alpha val="100000"/>
              </a:srgbClr>
            </a:solidFill>
            <a:ln w="5420" cap="flat">
              <a:solidFill>
                <a:srgbClr val="3C4D8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85" name="pg3185"/>
            <p:cNvSpPr/>
            <p:nvPr/>
          </p:nvSpPr>
          <p:spPr>
            <a:xfrm>
              <a:off x="4647739" y="491010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D85">
                <a:alpha val="100000"/>
              </a:srgbClr>
            </a:solidFill>
            <a:ln w="5420" cap="flat">
              <a:solidFill>
                <a:srgbClr val="3C4D8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86" name="pg3186"/>
            <p:cNvSpPr/>
            <p:nvPr/>
          </p:nvSpPr>
          <p:spPr>
            <a:xfrm>
              <a:off x="4659376" y="491010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D85">
                <a:alpha val="100000"/>
              </a:srgbClr>
            </a:solidFill>
            <a:ln w="5420" cap="flat">
              <a:solidFill>
                <a:srgbClr val="3C4D8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87" name="pg3187"/>
            <p:cNvSpPr/>
            <p:nvPr/>
          </p:nvSpPr>
          <p:spPr>
            <a:xfrm>
              <a:off x="4671013" y="491010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D85">
                <a:alpha val="100000"/>
              </a:srgbClr>
            </a:solidFill>
            <a:ln w="5420" cap="flat">
              <a:solidFill>
                <a:srgbClr val="3C4D8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88" name="pg3188"/>
            <p:cNvSpPr/>
            <p:nvPr/>
          </p:nvSpPr>
          <p:spPr>
            <a:xfrm>
              <a:off x="2937051" y="492440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39D">
                <a:alpha val="100000"/>
              </a:srgbClr>
            </a:solidFill>
            <a:ln w="5420" cap="flat">
              <a:solidFill>
                <a:srgbClr val="3A63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89" name="pg3189"/>
            <p:cNvSpPr/>
            <p:nvPr/>
          </p:nvSpPr>
          <p:spPr>
            <a:xfrm>
              <a:off x="2948689" y="492440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29D">
                <a:alpha val="100000"/>
              </a:srgbClr>
            </a:solidFill>
            <a:ln w="5420" cap="flat">
              <a:solidFill>
                <a:srgbClr val="3A62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90" name="pg3190"/>
            <p:cNvSpPr/>
            <p:nvPr/>
          </p:nvSpPr>
          <p:spPr>
            <a:xfrm>
              <a:off x="2960326" y="492440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19D">
                <a:alpha val="100000"/>
              </a:srgbClr>
            </a:solidFill>
            <a:ln w="5420" cap="flat">
              <a:solidFill>
                <a:srgbClr val="3A61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91" name="pg3191"/>
            <p:cNvSpPr/>
            <p:nvPr/>
          </p:nvSpPr>
          <p:spPr>
            <a:xfrm>
              <a:off x="2971963" y="492440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619D">
                <a:alpha val="100000"/>
              </a:srgbClr>
            </a:solidFill>
            <a:ln w="5420" cap="flat">
              <a:solidFill>
                <a:srgbClr val="3961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92" name="pg3192"/>
            <p:cNvSpPr/>
            <p:nvPr/>
          </p:nvSpPr>
          <p:spPr>
            <a:xfrm>
              <a:off x="2983601" y="492440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609D">
                <a:alpha val="100000"/>
              </a:srgbClr>
            </a:solidFill>
            <a:ln w="5420" cap="flat">
              <a:solidFill>
                <a:srgbClr val="3960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93" name="pg3193"/>
            <p:cNvSpPr/>
            <p:nvPr/>
          </p:nvSpPr>
          <p:spPr>
            <a:xfrm>
              <a:off x="2995238" y="492440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5E9C">
                <a:alpha val="100000"/>
              </a:srgbClr>
            </a:solidFill>
            <a:ln w="5420" cap="flat">
              <a:solidFill>
                <a:srgbClr val="395E9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94" name="pg3194"/>
            <p:cNvSpPr/>
            <p:nvPr/>
          </p:nvSpPr>
          <p:spPr>
            <a:xfrm>
              <a:off x="3006875" y="492440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5E9C">
                <a:alpha val="100000"/>
              </a:srgbClr>
            </a:solidFill>
            <a:ln w="5420" cap="flat">
              <a:solidFill>
                <a:srgbClr val="395E9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95" name="pg3195"/>
            <p:cNvSpPr/>
            <p:nvPr/>
          </p:nvSpPr>
          <p:spPr>
            <a:xfrm>
              <a:off x="3018513" y="492440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5F9C">
                <a:alpha val="100000"/>
              </a:srgbClr>
            </a:solidFill>
            <a:ln w="5420" cap="flat">
              <a:solidFill>
                <a:srgbClr val="395F9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96" name="pg3196"/>
            <p:cNvSpPr/>
            <p:nvPr/>
          </p:nvSpPr>
          <p:spPr>
            <a:xfrm>
              <a:off x="3030150" y="492440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609D">
                <a:alpha val="100000"/>
              </a:srgbClr>
            </a:solidFill>
            <a:ln w="5420" cap="flat">
              <a:solidFill>
                <a:srgbClr val="3960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97" name="pg3197"/>
            <p:cNvSpPr/>
            <p:nvPr/>
          </p:nvSpPr>
          <p:spPr>
            <a:xfrm>
              <a:off x="3041787" y="492440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39D">
                <a:alpha val="100000"/>
              </a:srgbClr>
            </a:solidFill>
            <a:ln w="5420" cap="flat">
              <a:solidFill>
                <a:srgbClr val="3A63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98" name="pg3198"/>
            <p:cNvSpPr/>
            <p:nvPr/>
          </p:nvSpPr>
          <p:spPr>
            <a:xfrm>
              <a:off x="3053425" y="492440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59E">
                <a:alpha val="100000"/>
              </a:srgbClr>
            </a:solidFill>
            <a:ln w="5420" cap="flat">
              <a:solidFill>
                <a:srgbClr val="3A65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99" name="pg3199"/>
            <p:cNvSpPr/>
            <p:nvPr/>
          </p:nvSpPr>
          <p:spPr>
            <a:xfrm>
              <a:off x="3065062" y="492440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99F">
                <a:alpha val="100000"/>
              </a:srgbClr>
            </a:solidFill>
            <a:ln w="5420" cap="flat">
              <a:solidFill>
                <a:srgbClr val="3A69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00" name="pg3200"/>
            <p:cNvSpPr/>
            <p:nvPr/>
          </p:nvSpPr>
          <p:spPr>
            <a:xfrm>
              <a:off x="3076699" y="492440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CA0">
                <a:alpha val="100000"/>
              </a:srgbClr>
            </a:solidFill>
            <a:ln w="5420" cap="flat">
              <a:solidFill>
                <a:srgbClr val="3A6CA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01" name="pg3201"/>
            <p:cNvSpPr/>
            <p:nvPr/>
          </p:nvSpPr>
          <p:spPr>
            <a:xfrm>
              <a:off x="3088337" y="492440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FA0">
                <a:alpha val="100000"/>
              </a:srgbClr>
            </a:solidFill>
            <a:ln w="5420" cap="flat">
              <a:solidFill>
                <a:srgbClr val="3A6FA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02" name="pg3202"/>
            <p:cNvSpPr/>
            <p:nvPr/>
          </p:nvSpPr>
          <p:spPr>
            <a:xfrm>
              <a:off x="3099974" y="492440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72A1">
                <a:alpha val="100000"/>
              </a:srgbClr>
            </a:solidFill>
            <a:ln w="5420" cap="flat">
              <a:solidFill>
                <a:srgbClr val="3B72A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03" name="pg3203"/>
            <p:cNvSpPr/>
            <p:nvPr/>
          </p:nvSpPr>
          <p:spPr>
            <a:xfrm>
              <a:off x="4414992" y="492440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538D">
                <a:alpha val="100000"/>
              </a:srgbClr>
            </a:solidFill>
            <a:ln w="5420" cap="flat">
              <a:solidFill>
                <a:srgbClr val="3B538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04" name="pg3204"/>
            <p:cNvSpPr/>
            <p:nvPr/>
          </p:nvSpPr>
          <p:spPr>
            <a:xfrm>
              <a:off x="4426630" y="492440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528D">
                <a:alpha val="100000"/>
              </a:srgbClr>
            </a:solidFill>
            <a:ln w="5420" cap="flat">
              <a:solidFill>
                <a:srgbClr val="3B528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05" name="pg3205"/>
            <p:cNvSpPr/>
            <p:nvPr/>
          </p:nvSpPr>
          <p:spPr>
            <a:xfrm>
              <a:off x="4438267" y="492440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528C">
                <a:alpha val="100000"/>
              </a:srgbClr>
            </a:solidFill>
            <a:ln w="5420" cap="flat">
              <a:solidFill>
                <a:srgbClr val="3B528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06" name="pg3206"/>
            <p:cNvSpPr/>
            <p:nvPr/>
          </p:nvSpPr>
          <p:spPr>
            <a:xfrm>
              <a:off x="4449904" y="492440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518B">
                <a:alpha val="100000"/>
              </a:srgbClr>
            </a:solidFill>
            <a:ln w="5420" cap="flat">
              <a:solidFill>
                <a:srgbClr val="3B518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07" name="pg3207"/>
            <p:cNvSpPr/>
            <p:nvPr/>
          </p:nvSpPr>
          <p:spPr>
            <a:xfrm>
              <a:off x="4461542" y="492440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518B">
                <a:alpha val="100000"/>
              </a:srgbClr>
            </a:solidFill>
            <a:ln w="5420" cap="flat">
              <a:solidFill>
                <a:srgbClr val="3B518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08" name="pg3208"/>
            <p:cNvSpPr/>
            <p:nvPr/>
          </p:nvSpPr>
          <p:spPr>
            <a:xfrm>
              <a:off x="4612827" y="492440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D85">
                <a:alpha val="100000"/>
              </a:srgbClr>
            </a:solidFill>
            <a:ln w="5420" cap="flat">
              <a:solidFill>
                <a:srgbClr val="3C4D8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09" name="pg3209"/>
            <p:cNvSpPr/>
            <p:nvPr/>
          </p:nvSpPr>
          <p:spPr>
            <a:xfrm>
              <a:off x="4624464" y="492440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D85">
                <a:alpha val="100000"/>
              </a:srgbClr>
            </a:solidFill>
            <a:ln w="5420" cap="flat">
              <a:solidFill>
                <a:srgbClr val="3C4D8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10" name="pg3210"/>
            <p:cNvSpPr/>
            <p:nvPr/>
          </p:nvSpPr>
          <p:spPr>
            <a:xfrm>
              <a:off x="4636101" y="492440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4D85">
                <a:alpha val="100000"/>
              </a:srgbClr>
            </a:solidFill>
            <a:ln w="5420" cap="flat">
              <a:solidFill>
                <a:srgbClr val="3B4D8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11" name="pg3211"/>
            <p:cNvSpPr/>
            <p:nvPr/>
          </p:nvSpPr>
          <p:spPr>
            <a:xfrm>
              <a:off x="4647739" y="492440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4D86">
                <a:alpha val="100000"/>
              </a:srgbClr>
            </a:solidFill>
            <a:ln w="5420" cap="flat">
              <a:solidFill>
                <a:srgbClr val="3B4D8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12" name="pg3212"/>
            <p:cNvSpPr/>
            <p:nvPr/>
          </p:nvSpPr>
          <p:spPr>
            <a:xfrm>
              <a:off x="4659376" y="492440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4D86">
                <a:alpha val="100000"/>
              </a:srgbClr>
            </a:solidFill>
            <a:ln w="5420" cap="flat">
              <a:solidFill>
                <a:srgbClr val="3B4D8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13" name="pg3213"/>
            <p:cNvSpPr/>
            <p:nvPr/>
          </p:nvSpPr>
          <p:spPr>
            <a:xfrm>
              <a:off x="4671013" y="492440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4E86">
                <a:alpha val="100000"/>
              </a:srgbClr>
            </a:solidFill>
            <a:ln w="5420" cap="flat">
              <a:solidFill>
                <a:srgbClr val="3B4E8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14" name="pg3214"/>
            <p:cNvSpPr/>
            <p:nvPr/>
          </p:nvSpPr>
          <p:spPr>
            <a:xfrm>
              <a:off x="4682651" y="492440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4E86">
                <a:alpha val="100000"/>
              </a:srgbClr>
            </a:solidFill>
            <a:ln w="5420" cap="flat">
              <a:solidFill>
                <a:srgbClr val="3B4E8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15" name="pg3215"/>
            <p:cNvSpPr/>
            <p:nvPr/>
          </p:nvSpPr>
          <p:spPr>
            <a:xfrm>
              <a:off x="2925414" y="493870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39D">
                <a:alpha val="100000"/>
              </a:srgbClr>
            </a:solidFill>
            <a:ln w="5420" cap="flat">
              <a:solidFill>
                <a:srgbClr val="3A63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16" name="pg3216"/>
            <p:cNvSpPr/>
            <p:nvPr/>
          </p:nvSpPr>
          <p:spPr>
            <a:xfrm>
              <a:off x="2937051" y="493870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29D">
                <a:alpha val="100000"/>
              </a:srgbClr>
            </a:solidFill>
            <a:ln w="5420" cap="flat">
              <a:solidFill>
                <a:srgbClr val="3A62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17" name="pg3217"/>
            <p:cNvSpPr/>
            <p:nvPr/>
          </p:nvSpPr>
          <p:spPr>
            <a:xfrm>
              <a:off x="2948689" y="493870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29D">
                <a:alpha val="100000"/>
              </a:srgbClr>
            </a:solidFill>
            <a:ln w="5420" cap="flat">
              <a:solidFill>
                <a:srgbClr val="3A62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18" name="pg3218"/>
            <p:cNvSpPr/>
            <p:nvPr/>
          </p:nvSpPr>
          <p:spPr>
            <a:xfrm>
              <a:off x="2960326" y="493870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19D">
                <a:alpha val="100000"/>
              </a:srgbClr>
            </a:solidFill>
            <a:ln w="5420" cap="flat">
              <a:solidFill>
                <a:srgbClr val="3A61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19" name="pg3219"/>
            <p:cNvSpPr/>
            <p:nvPr/>
          </p:nvSpPr>
          <p:spPr>
            <a:xfrm>
              <a:off x="2971963" y="493870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619D">
                <a:alpha val="100000"/>
              </a:srgbClr>
            </a:solidFill>
            <a:ln w="5420" cap="flat">
              <a:solidFill>
                <a:srgbClr val="3961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20" name="pg3220"/>
            <p:cNvSpPr/>
            <p:nvPr/>
          </p:nvSpPr>
          <p:spPr>
            <a:xfrm>
              <a:off x="2983601" y="493870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609D">
                <a:alpha val="100000"/>
              </a:srgbClr>
            </a:solidFill>
            <a:ln w="5420" cap="flat">
              <a:solidFill>
                <a:srgbClr val="3960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21" name="pg3221"/>
            <p:cNvSpPr/>
            <p:nvPr/>
          </p:nvSpPr>
          <p:spPr>
            <a:xfrm>
              <a:off x="2995238" y="493870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5F9C">
                <a:alpha val="100000"/>
              </a:srgbClr>
            </a:solidFill>
            <a:ln w="5420" cap="flat">
              <a:solidFill>
                <a:srgbClr val="395F9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22" name="pg3222"/>
            <p:cNvSpPr/>
            <p:nvPr/>
          </p:nvSpPr>
          <p:spPr>
            <a:xfrm>
              <a:off x="3006875" y="493870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5F9C">
                <a:alpha val="100000"/>
              </a:srgbClr>
            </a:solidFill>
            <a:ln w="5420" cap="flat">
              <a:solidFill>
                <a:srgbClr val="395F9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23" name="pg3223"/>
            <p:cNvSpPr/>
            <p:nvPr/>
          </p:nvSpPr>
          <p:spPr>
            <a:xfrm>
              <a:off x="3018513" y="493870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5F9D">
                <a:alpha val="100000"/>
              </a:srgbClr>
            </a:solidFill>
            <a:ln w="5420" cap="flat">
              <a:solidFill>
                <a:srgbClr val="395F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24" name="pg3224"/>
            <p:cNvSpPr/>
            <p:nvPr/>
          </p:nvSpPr>
          <p:spPr>
            <a:xfrm>
              <a:off x="3030150" y="493870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619D">
                <a:alpha val="100000"/>
              </a:srgbClr>
            </a:solidFill>
            <a:ln w="5420" cap="flat">
              <a:solidFill>
                <a:srgbClr val="3961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25" name="pg3225"/>
            <p:cNvSpPr/>
            <p:nvPr/>
          </p:nvSpPr>
          <p:spPr>
            <a:xfrm>
              <a:off x="3041787" y="493870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29D">
                <a:alpha val="100000"/>
              </a:srgbClr>
            </a:solidFill>
            <a:ln w="5420" cap="flat">
              <a:solidFill>
                <a:srgbClr val="3A62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26" name="pg3226"/>
            <p:cNvSpPr/>
            <p:nvPr/>
          </p:nvSpPr>
          <p:spPr>
            <a:xfrm>
              <a:off x="3053425" y="493870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59E">
                <a:alpha val="100000"/>
              </a:srgbClr>
            </a:solidFill>
            <a:ln w="5420" cap="flat">
              <a:solidFill>
                <a:srgbClr val="3A65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27" name="pg3227"/>
            <p:cNvSpPr/>
            <p:nvPr/>
          </p:nvSpPr>
          <p:spPr>
            <a:xfrm>
              <a:off x="3065062" y="493870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89F">
                <a:alpha val="100000"/>
              </a:srgbClr>
            </a:solidFill>
            <a:ln w="5420" cap="flat">
              <a:solidFill>
                <a:srgbClr val="3A68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28" name="pg3228"/>
            <p:cNvSpPr/>
            <p:nvPr/>
          </p:nvSpPr>
          <p:spPr>
            <a:xfrm>
              <a:off x="3076699" y="493870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B9F">
                <a:alpha val="100000"/>
              </a:srgbClr>
            </a:solidFill>
            <a:ln w="5420" cap="flat">
              <a:solidFill>
                <a:srgbClr val="3A6B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29" name="pg3229"/>
            <p:cNvSpPr/>
            <p:nvPr/>
          </p:nvSpPr>
          <p:spPr>
            <a:xfrm>
              <a:off x="4414992" y="493870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538E">
                <a:alpha val="100000"/>
              </a:srgbClr>
            </a:solidFill>
            <a:ln w="5420" cap="flat">
              <a:solidFill>
                <a:srgbClr val="3B538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30" name="pg3230"/>
            <p:cNvSpPr/>
            <p:nvPr/>
          </p:nvSpPr>
          <p:spPr>
            <a:xfrm>
              <a:off x="4426630" y="493870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538D">
                <a:alpha val="100000"/>
              </a:srgbClr>
            </a:solidFill>
            <a:ln w="5420" cap="flat">
              <a:solidFill>
                <a:srgbClr val="3B538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31" name="pg3231"/>
            <p:cNvSpPr/>
            <p:nvPr/>
          </p:nvSpPr>
          <p:spPr>
            <a:xfrm>
              <a:off x="4438267" y="493870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528D">
                <a:alpha val="100000"/>
              </a:srgbClr>
            </a:solidFill>
            <a:ln w="5420" cap="flat">
              <a:solidFill>
                <a:srgbClr val="3B528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32" name="pg3232"/>
            <p:cNvSpPr/>
            <p:nvPr/>
          </p:nvSpPr>
          <p:spPr>
            <a:xfrm>
              <a:off x="4449904" y="493870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528C">
                <a:alpha val="100000"/>
              </a:srgbClr>
            </a:solidFill>
            <a:ln w="5420" cap="flat">
              <a:solidFill>
                <a:srgbClr val="3B528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33" name="pg3233"/>
            <p:cNvSpPr/>
            <p:nvPr/>
          </p:nvSpPr>
          <p:spPr>
            <a:xfrm>
              <a:off x="4461542" y="493870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518B">
                <a:alpha val="100000"/>
              </a:srgbClr>
            </a:solidFill>
            <a:ln w="5420" cap="flat">
              <a:solidFill>
                <a:srgbClr val="3B518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34" name="pg3234"/>
            <p:cNvSpPr/>
            <p:nvPr/>
          </p:nvSpPr>
          <p:spPr>
            <a:xfrm>
              <a:off x="4612827" y="493870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4E86">
                <a:alpha val="100000"/>
              </a:srgbClr>
            </a:solidFill>
            <a:ln w="5420" cap="flat">
              <a:solidFill>
                <a:srgbClr val="3B4E8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35" name="pg3235"/>
            <p:cNvSpPr/>
            <p:nvPr/>
          </p:nvSpPr>
          <p:spPr>
            <a:xfrm>
              <a:off x="4624464" y="493870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4E86">
                <a:alpha val="100000"/>
              </a:srgbClr>
            </a:solidFill>
            <a:ln w="5420" cap="flat">
              <a:solidFill>
                <a:srgbClr val="3B4E8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36" name="pg3236"/>
            <p:cNvSpPr/>
            <p:nvPr/>
          </p:nvSpPr>
          <p:spPr>
            <a:xfrm>
              <a:off x="4636101" y="493870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4E86">
                <a:alpha val="100000"/>
              </a:srgbClr>
            </a:solidFill>
            <a:ln w="5420" cap="flat">
              <a:solidFill>
                <a:srgbClr val="3B4E8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37" name="pg3237"/>
            <p:cNvSpPr/>
            <p:nvPr/>
          </p:nvSpPr>
          <p:spPr>
            <a:xfrm>
              <a:off x="4647739" y="493870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4E86">
                <a:alpha val="100000"/>
              </a:srgbClr>
            </a:solidFill>
            <a:ln w="5420" cap="flat">
              <a:solidFill>
                <a:srgbClr val="3B4E8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38" name="pg3238"/>
            <p:cNvSpPr/>
            <p:nvPr/>
          </p:nvSpPr>
          <p:spPr>
            <a:xfrm>
              <a:off x="4659376" y="493870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4E87">
                <a:alpha val="100000"/>
              </a:srgbClr>
            </a:solidFill>
            <a:ln w="5420" cap="flat">
              <a:solidFill>
                <a:srgbClr val="3B4E8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39" name="pg3239"/>
            <p:cNvSpPr/>
            <p:nvPr/>
          </p:nvSpPr>
          <p:spPr>
            <a:xfrm>
              <a:off x="4671013" y="493870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4E87">
                <a:alpha val="100000"/>
              </a:srgbClr>
            </a:solidFill>
            <a:ln w="5420" cap="flat">
              <a:solidFill>
                <a:srgbClr val="3B4E8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40" name="pg3240"/>
            <p:cNvSpPr/>
            <p:nvPr/>
          </p:nvSpPr>
          <p:spPr>
            <a:xfrm>
              <a:off x="4682651" y="493870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4E87">
                <a:alpha val="100000"/>
              </a:srgbClr>
            </a:solidFill>
            <a:ln w="5420" cap="flat">
              <a:solidFill>
                <a:srgbClr val="3B4E8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41" name="pg3241"/>
            <p:cNvSpPr/>
            <p:nvPr/>
          </p:nvSpPr>
          <p:spPr>
            <a:xfrm>
              <a:off x="2925414" y="495300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29D">
                <a:alpha val="100000"/>
              </a:srgbClr>
            </a:solidFill>
            <a:ln w="5420" cap="flat">
              <a:solidFill>
                <a:srgbClr val="3A62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42" name="pg3242"/>
            <p:cNvSpPr/>
            <p:nvPr/>
          </p:nvSpPr>
          <p:spPr>
            <a:xfrm>
              <a:off x="2937051" y="495300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29D">
                <a:alpha val="100000"/>
              </a:srgbClr>
            </a:solidFill>
            <a:ln w="5420" cap="flat">
              <a:solidFill>
                <a:srgbClr val="3A62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43" name="pg3243"/>
            <p:cNvSpPr/>
            <p:nvPr/>
          </p:nvSpPr>
          <p:spPr>
            <a:xfrm>
              <a:off x="2948689" y="495300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29D">
                <a:alpha val="100000"/>
              </a:srgbClr>
            </a:solidFill>
            <a:ln w="5420" cap="flat">
              <a:solidFill>
                <a:srgbClr val="3A62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44" name="pg3244"/>
            <p:cNvSpPr/>
            <p:nvPr/>
          </p:nvSpPr>
          <p:spPr>
            <a:xfrm>
              <a:off x="2960326" y="495300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29D">
                <a:alpha val="100000"/>
              </a:srgbClr>
            </a:solidFill>
            <a:ln w="5420" cap="flat">
              <a:solidFill>
                <a:srgbClr val="3A62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45" name="pg3245"/>
            <p:cNvSpPr/>
            <p:nvPr/>
          </p:nvSpPr>
          <p:spPr>
            <a:xfrm>
              <a:off x="2971963" y="495300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29D">
                <a:alpha val="100000"/>
              </a:srgbClr>
            </a:solidFill>
            <a:ln w="5420" cap="flat">
              <a:solidFill>
                <a:srgbClr val="3A62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46" name="pg3246"/>
            <p:cNvSpPr/>
            <p:nvPr/>
          </p:nvSpPr>
          <p:spPr>
            <a:xfrm>
              <a:off x="2983601" y="495300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19D">
                <a:alpha val="100000"/>
              </a:srgbClr>
            </a:solidFill>
            <a:ln w="5420" cap="flat">
              <a:solidFill>
                <a:srgbClr val="3A61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47" name="pg3247"/>
            <p:cNvSpPr/>
            <p:nvPr/>
          </p:nvSpPr>
          <p:spPr>
            <a:xfrm>
              <a:off x="2995238" y="495300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619D">
                <a:alpha val="100000"/>
              </a:srgbClr>
            </a:solidFill>
            <a:ln w="5420" cap="flat">
              <a:solidFill>
                <a:srgbClr val="3961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48" name="pg3248"/>
            <p:cNvSpPr/>
            <p:nvPr/>
          </p:nvSpPr>
          <p:spPr>
            <a:xfrm>
              <a:off x="3006875" y="495300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619D">
                <a:alpha val="100000"/>
              </a:srgbClr>
            </a:solidFill>
            <a:ln w="5420" cap="flat">
              <a:solidFill>
                <a:srgbClr val="3961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49" name="pg3249"/>
            <p:cNvSpPr/>
            <p:nvPr/>
          </p:nvSpPr>
          <p:spPr>
            <a:xfrm>
              <a:off x="3018513" y="495300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19D">
                <a:alpha val="100000"/>
              </a:srgbClr>
            </a:solidFill>
            <a:ln w="5420" cap="flat">
              <a:solidFill>
                <a:srgbClr val="3A61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50" name="pg3250"/>
            <p:cNvSpPr/>
            <p:nvPr/>
          </p:nvSpPr>
          <p:spPr>
            <a:xfrm>
              <a:off x="3030150" y="495300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29D">
                <a:alpha val="100000"/>
              </a:srgbClr>
            </a:solidFill>
            <a:ln w="5420" cap="flat">
              <a:solidFill>
                <a:srgbClr val="3A62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51" name="pg3251"/>
            <p:cNvSpPr/>
            <p:nvPr/>
          </p:nvSpPr>
          <p:spPr>
            <a:xfrm>
              <a:off x="3041787" y="495300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49E">
                <a:alpha val="100000"/>
              </a:srgbClr>
            </a:solidFill>
            <a:ln w="5420" cap="flat">
              <a:solidFill>
                <a:srgbClr val="3A64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52" name="pg3252"/>
            <p:cNvSpPr/>
            <p:nvPr/>
          </p:nvSpPr>
          <p:spPr>
            <a:xfrm>
              <a:off x="3053425" y="495300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59E">
                <a:alpha val="100000"/>
              </a:srgbClr>
            </a:solidFill>
            <a:ln w="5420" cap="flat">
              <a:solidFill>
                <a:srgbClr val="3A65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53" name="pg3253"/>
            <p:cNvSpPr/>
            <p:nvPr/>
          </p:nvSpPr>
          <p:spPr>
            <a:xfrm>
              <a:off x="4414992" y="495300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548F">
                <a:alpha val="100000"/>
              </a:srgbClr>
            </a:solidFill>
            <a:ln w="5420" cap="flat">
              <a:solidFill>
                <a:srgbClr val="3B548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54" name="pg3254"/>
            <p:cNvSpPr/>
            <p:nvPr/>
          </p:nvSpPr>
          <p:spPr>
            <a:xfrm>
              <a:off x="4426630" y="495300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538E">
                <a:alpha val="100000"/>
              </a:srgbClr>
            </a:solidFill>
            <a:ln w="5420" cap="flat">
              <a:solidFill>
                <a:srgbClr val="3B538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55" name="pg3255"/>
            <p:cNvSpPr/>
            <p:nvPr/>
          </p:nvSpPr>
          <p:spPr>
            <a:xfrm>
              <a:off x="4438267" y="495300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538E">
                <a:alpha val="100000"/>
              </a:srgbClr>
            </a:solidFill>
            <a:ln w="5420" cap="flat">
              <a:solidFill>
                <a:srgbClr val="3B538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56" name="pg3256"/>
            <p:cNvSpPr/>
            <p:nvPr/>
          </p:nvSpPr>
          <p:spPr>
            <a:xfrm>
              <a:off x="4449904" y="495300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538D">
                <a:alpha val="100000"/>
              </a:srgbClr>
            </a:solidFill>
            <a:ln w="5420" cap="flat">
              <a:solidFill>
                <a:srgbClr val="3B538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57" name="pg3257"/>
            <p:cNvSpPr/>
            <p:nvPr/>
          </p:nvSpPr>
          <p:spPr>
            <a:xfrm>
              <a:off x="4461542" y="495300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528C">
                <a:alpha val="100000"/>
              </a:srgbClr>
            </a:solidFill>
            <a:ln w="5420" cap="flat">
              <a:solidFill>
                <a:srgbClr val="3B528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58" name="pg3258"/>
            <p:cNvSpPr/>
            <p:nvPr/>
          </p:nvSpPr>
          <p:spPr>
            <a:xfrm>
              <a:off x="4624464" y="495300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4F88">
                <a:alpha val="100000"/>
              </a:srgbClr>
            </a:solidFill>
            <a:ln w="5420" cap="flat">
              <a:solidFill>
                <a:srgbClr val="3B4F8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59" name="pg3259"/>
            <p:cNvSpPr/>
            <p:nvPr/>
          </p:nvSpPr>
          <p:spPr>
            <a:xfrm>
              <a:off x="4636101" y="495300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4F88">
                <a:alpha val="100000"/>
              </a:srgbClr>
            </a:solidFill>
            <a:ln w="5420" cap="flat">
              <a:solidFill>
                <a:srgbClr val="3B4F8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60" name="pg3260"/>
            <p:cNvSpPr/>
            <p:nvPr/>
          </p:nvSpPr>
          <p:spPr>
            <a:xfrm>
              <a:off x="4647739" y="495300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4F88">
                <a:alpha val="100000"/>
              </a:srgbClr>
            </a:solidFill>
            <a:ln w="5420" cap="flat">
              <a:solidFill>
                <a:srgbClr val="3B4F8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61" name="pg3261"/>
            <p:cNvSpPr/>
            <p:nvPr/>
          </p:nvSpPr>
          <p:spPr>
            <a:xfrm>
              <a:off x="4659376" y="495300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4F88">
                <a:alpha val="100000"/>
              </a:srgbClr>
            </a:solidFill>
            <a:ln w="5420" cap="flat">
              <a:solidFill>
                <a:srgbClr val="3B4F8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62" name="pg3262"/>
            <p:cNvSpPr/>
            <p:nvPr/>
          </p:nvSpPr>
          <p:spPr>
            <a:xfrm>
              <a:off x="4671013" y="495300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4F88">
                <a:alpha val="100000"/>
              </a:srgbClr>
            </a:solidFill>
            <a:ln w="5420" cap="flat">
              <a:solidFill>
                <a:srgbClr val="3B4F8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63" name="pg3263"/>
            <p:cNvSpPr/>
            <p:nvPr/>
          </p:nvSpPr>
          <p:spPr>
            <a:xfrm>
              <a:off x="4682651" y="495300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4F88">
                <a:alpha val="100000"/>
              </a:srgbClr>
            </a:solidFill>
            <a:ln w="5420" cap="flat">
              <a:solidFill>
                <a:srgbClr val="3B4F8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64" name="pg3264"/>
            <p:cNvSpPr/>
            <p:nvPr/>
          </p:nvSpPr>
          <p:spPr>
            <a:xfrm>
              <a:off x="2890502" y="496730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19D">
                <a:alpha val="100000"/>
              </a:srgbClr>
            </a:solidFill>
            <a:ln w="5420" cap="flat">
              <a:solidFill>
                <a:srgbClr val="3A61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65" name="pg3265"/>
            <p:cNvSpPr/>
            <p:nvPr/>
          </p:nvSpPr>
          <p:spPr>
            <a:xfrm>
              <a:off x="2902139" y="496730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19D">
                <a:alpha val="100000"/>
              </a:srgbClr>
            </a:solidFill>
            <a:ln w="5420" cap="flat">
              <a:solidFill>
                <a:srgbClr val="3A61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66" name="pg3266"/>
            <p:cNvSpPr/>
            <p:nvPr/>
          </p:nvSpPr>
          <p:spPr>
            <a:xfrm>
              <a:off x="2913777" y="496730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29D">
                <a:alpha val="100000"/>
              </a:srgbClr>
            </a:solidFill>
            <a:ln w="5420" cap="flat">
              <a:solidFill>
                <a:srgbClr val="3A62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67" name="pg3267"/>
            <p:cNvSpPr/>
            <p:nvPr/>
          </p:nvSpPr>
          <p:spPr>
            <a:xfrm>
              <a:off x="2925414" y="496730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29D">
                <a:alpha val="100000"/>
              </a:srgbClr>
            </a:solidFill>
            <a:ln w="5420" cap="flat">
              <a:solidFill>
                <a:srgbClr val="3A62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68" name="pg3268"/>
            <p:cNvSpPr/>
            <p:nvPr/>
          </p:nvSpPr>
          <p:spPr>
            <a:xfrm>
              <a:off x="2937051" y="496730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29D">
                <a:alpha val="100000"/>
              </a:srgbClr>
            </a:solidFill>
            <a:ln w="5420" cap="flat">
              <a:solidFill>
                <a:srgbClr val="3A62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69" name="pg3269"/>
            <p:cNvSpPr/>
            <p:nvPr/>
          </p:nvSpPr>
          <p:spPr>
            <a:xfrm>
              <a:off x="2948689" y="496730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29D">
                <a:alpha val="100000"/>
              </a:srgbClr>
            </a:solidFill>
            <a:ln w="5420" cap="flat">
              <a:solidFill>
                <a:srgbClr val="3A62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70" name="pg3270"/>
            <p:cNvSpPr/>
            <p:nvPr/>
          </p:nvSpPr>
          <p:spPr>
            <a:xfrm>
              <a:off x="2960326" y="496730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29D">
                <a:alpha val="100000"/>
              </a:srgbClr>
            </a:solidFill>
            <a:ln w="5420" cap="flat">
              <a:solidFill>
                <a:srgbClr val="3A62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71" name="pg3271"/>
            <p:cNvSpPr/>
            <p:nvPr/>
          </p:nvSpPr>
          <p:spPr>
            <a:xfrm>
              <a:off x="2971963" y="496730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29D">
                <a:alpha val="100000"/>
              </a:srgbClr>
            </a:solidFill>
            <a:ln w="5420" cap="flat">
              <a:solidFill>
                <a:srgbClr val="3A62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72" name="pg3272"/>
            <p:cNvSpPr/>
            <p:nvPr/>
          </p:nvSpPr>
          <p:spPr>
            <a:xfrm>
              <a:off x="2983601" y="496730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29D">
                <a:alpha val="100000"/>
              </a:srgbClr>
            </a:solidFill>
            <a:ln w="5420" cap="flat">
              <a:solidFill>
                <a:srgbClr val="3A62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73" name="pg3273"/>
            <p:cNvSpPr/>
            <p:nvPr/>
          </p:nvSpPr>
          <p:spPr>
            <a:xfrm>
              <a:off x="2995238" y="496730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29D">
                <a:alpha val="100000"/>
              </a:srgbClr>
            </a:solidFill>
            <a:ln w="5420" cap="flat">
              <a:solidFill>
                <a:srgbClr val="3A62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74" name="pg3274"/>
            <p:cNvSpPr/>
            <p:nvPr/>
          </p:nvSpPr>
          <p:spPr>
            <a:xfrm>
              <a:off x="3006875" y="496730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29D">
                <a:alpha val="100000"/>
              </a:srgbClr>
            </a:solidFill>
            <a:ln w="5420" cap="flat">
              <a:solidFill>
                <a:srgbClr val="3A62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75" name="pg3275"/>
            <p:cNvSpPr/>
            <p:nvPr/>
          </p:nvSpPr>
          <p:spPr>
            <a:xfrm>
              <a:off x="3018513" y="496730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29D">
                <a:alpha val="100000"/>
              </a:srgbClr>
            </a:solidFill>
            <a:ln w="5420" cap="flat">
              <a:solidFill>
                <a:srgbClr val="3A62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76" name="pg3276"/>
            <p:cNvSpPr/>
            <p:nvPr/>
          </p:nvSpPr>
          <p:spPr>
            <a:xfrm>
              <a:off x="3030150" y="496730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39D">
                <a:alpha val="100000"/>
              </a:srgbClr>
            </a:solidFill>
            <a:ln w="5420" cap="flat">
              <a:solidFill>
                <a:srgbClr val="3A63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77" name="pg3277"/>
            <p:cNvSpPr/>
            <p:nvPr/>
          </p:nvSpPr>
          <p:spPr>
            <a:xfrm>
              <a:off x="4414992" y="496730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548F">
                <a:alpha val="100000"/>
              </a:srgbClr>
            </a:solidFill>
            <a:ln w="5420" cap="flat">
              <a:solidFill>
                <a:srgbClr val="3B548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78" name="pg3278"/>
            <p:cNvSpPr/>
            <p:nvPr/>
          </p:nvSpPr>
          <p:spPr>
            <a:xfrm>
              <a:off x="4426630" y="496730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548F">
                <a:alpha val="100000"/>
              </a:srgbClr>
            </a:solidFill>
            <a:ln w="5420" cap="flat">
              <a:solidFill>
                <a:srgbClr val="3B548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79" name="pg3279"/>
            <p:cNvSpPr/>
            <p:nvPr/>
          </p:nvSpPr>
          <p:spPr>
            <a:xfrm>
              <a:off x="4438267" y="496730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538E">
                <a:alpha val="100000"/>
              </a:srgbClr>
            </a:solidFill>
            <a:ln w="5420" cap="flat">
              <a:solidFill>
                <a:srgbClr val="3B538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80" name="pg3280"/>
            <p:cNvSpPr/>
            <p:nvPr/>
          </p:nvSpPr>
          <p:spPr>
            <a:xfrm>
              <a:off x="4449904" y="496730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538E">
                <a:alpha val="100000"/>
              </a:srgbClr>
            </a:solidFill>
            <a:ln w="5420" cap="flat">
              <a:solidFill>
                <a:srgbClr val="3B538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81" name="pg3281"/>
            <p:cNvSpPr/>
            <p:nvPr/>
          </p:nvSpPr>
          <p:spPr>
            <a:xfrm>
              <a:off x="4461542" y="496730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538D">
                <a:alpha val="100000"/>
              </a:srgbClr>
            </a:solidFill>
            <a:ln w="5420" cap="flat">
              <a:solidFill>
                <a:srgbClr val="3B538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82" name="pg3282"/>
            <p:cNvSpPr/>
            <p:nvPr/>
          </p:nvSpPr>
          <p:spPr>
            <a:xfrm>
              <a:off x="4624464" y="496730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4F89">
                <a:alpha val="100000"/>
              </a:srgbClr>
            </a:solidFill>
            <a:ln w="5420" cap="flat">
              <a:solidFill>
                <a:srgbClr val="3B4F8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83" name="pg3283"/>
            <p:cNvSpPr/>
            <p:nvPr/>
          </p:nvSpPr>
          <p:spPr>
            <a:xfrm>
              <a:off x="4636101" y="496730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5089">
                <a:alpha val="100000"/>
              </a:srgbClr>
            </a:solidFill>
            <a:ln w="5420" cap="flat">
              <a:solidFill>
                <a:srgbClr val="3B508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84" name="pg3284"/>
            <p:cNvSpPr/>
            <p:nvPr/>
          </p:nvSpPr>
          <p:spPr>
            <a:xfrm>
              <a:off x="4647739" y="496730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5089">
                <a:alpha val="100000"/>
              </a:srgbClr>
            </a:solidFill>
            <a:ln w="5420" cap="flat">
              <a:solidFill>
                <a:srgbClr val="3B508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85" name="pg3285"/>
            <p:cNvSpPr/>
            <p:nvPr/>
          </p:nvSpPr>
          <p:spPr>
            <a:xfrm>
              <a:off x="4659376" y="496730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5089">
                <a:alpha val="100000"/>
              </a:srgbClr>
            </a:solidFill>
            <a:ln w="5420" cap="flat">
              <a:solidFill>
                <a:srgbClr val="3B508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86" name="pg3286"/>
            <p:cNvSpPr/>
            <p:nvPr/>
          </p:nvSpPr>
          <p:spPr>
            <a:xfrm>
              <a:off x="4671013" y="496730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5089">
                <a:alpha val="100000"/>
              </a:srgbClr>
            </a:solidFill>
            <a:ln w="5420" cap="flat">
              <a:solidFill>
                <a:srgbClr val="3B508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87" name="pg3287"/>
            <p:cNvSpPr/>
            <p:nvPr/>
          </p:nvSpPr>
          <p:spPr>
            <a:xfrm>
              <a:off x="4682651" y="496730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5089">
                <a:alpha val="100000"/>
              </a:srgbClr>
            </a:solidFill>
            <a:ln w="5420" cap="flat">
              <a:solidFill>
                <a:srgbClr val="3B508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88" name="pg3288"/>
            <p:cNvSpPr/>
            <p:nvPr/>
          </p:nvSpPr>
          <p:spPr>
            <a:xfrm>
              <a:off x="2890502" y="498160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19D">
                <a:alpha val="100000"/>
              </a:srgbClr>
            </a:solidFill>
            <a:ln w="5420" cap="flat">
              <a:solidFill>
                <a:srgbClr val="3A61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89" name="pg3289"/>
            <p:cNvSpPr/>
            <p:nvPr/>
          </p:nvSpPr>
          <p:spPr>
            <a:xfrm>
              <a:off x="2902139" y="498160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19D">
                <a:alpha val="100000"/>
              </a:srgbClr>
            </a:solidFill>
            <a:ln w="5420" cap="flat">
              <a:solidFill>
                <a:srgbClr val="3A61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90" name="pg3290"/>
            <p:cNvSpPr/>
            <p:nvPr/>
          </p:nvSpPr>
          <p:spPr>
            <a:xfrm>
              <a:off x="2913777" y="498160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19D">
                <a:alpha val="100000"/>
              </a:srgbClr>
            </a:solidFill>
            <a:ln w="5420" cap="flat">
              <a:solidFill>
                <a:srgbClr val="3A61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91" name="pg3291"/>
            <p:cNvSpPr/>
            <p:nvPr/>
          </p:nvSpPr>
          <p:spPr>
            <a:xfrm>
              <a:off x="2925414" y="498160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19D">
                <a:alpha val="100000"/>
              </a:srgbClr>
            </a:solidFill>
            <a:ln w="5420" cap="flat">
              <a:solidFill>
                <a:srgbClr val="3A61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92" name="pg3292"/>
            <p:cNvSpPr/>
            <p:nvPr/>
          </p:nvSpPr>
          <p:spPr>
            <a:xfrm>
              <a:off x="2937051" y="498160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29D">
                <a:alpha val="100000"/>
              </a:srgbClr>
            </a:solidFill>
            <a:ln w="5420" cap="flat">
              <a:solidFill>
                <a:srgbClr val="3A62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93" name="pg3293"/>
            <p:cNvSpPr/>
            <p:nvPr/>
          </p:nvSpPr>
          <p:spPr>
            <a:xfrm>
              <a:off x="2948689" y="498160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29D">
                <a:alpha val="100000"/>
              </a:srgbClr>
            </a:solidFill>
            <a:ln w="5420" cap="flat">
              <a:solidFill>
                <a:srgbClr val="3A62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94" name="pg3294"/>
            <p:cNvSpPr/>
            <p:nvPr/>
          </p:nvSpPr>
          <p:spPr>
            <a:xfrm>
              <a:off x="2960326" y="498160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29D">
                <a:alpha val="100000"/>
              </a:srgbClr>
            </a:solidFill>
            <a:ln w="5420" cap="flat">
              <a:solidFill>
                <a:srgbClr val="3A62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95" name="pg3295"/>
            <p:cNvSpPr/>
            <p:nvPr/>
          </p:nvSpPr>
          <p:spPr>
            <a:xfrm>
              <a:off x="2971963" y="498160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29D">
                <a:alpha val="100000"/>
              </a:srgbClr>
            </a:solidFill>
            <a:ln w="5420" cap="flat">
              <a:solidFill>
                <a:srgbClr val="3A62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96" name="pg3296"/>
            <p:cNvSpPr/>
            <p:nvPr/>
          </p:nvSpPr>
          <p:spPr>
            <a:xfrm>
              <a:off x="2983601" y="498160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29D">
                <a:alpha val="100000"/>
              </a:srgbClr>
            </a:solidFill>
            <a:ln w="5420" cap="flat">
              <a:solidFill>
                <a:srgbClr val="3A62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97" name="pg3297"/>
            <p:cNvSpPr/>
            <p:nvPr/>
          </p:nvSpPr>
          <p:spPr>
            <a:xfrm>
              <a:off x="4403355" y="498160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5590">
                <a:alpha val="100000"/>
              </a:srgbClr>
            </a:solidFill>
            <a:ln w="5420" cap="flat">
              <a:solidFill>
                <a:srgbClr val="3B559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98" name="pg3298"/>
            <p:cNvSpPr/>
            <p:nvPr/>
          </p:nvSpPr>
          <p:spPr>
            <a:xfrm>
              <a:off x="4414992" y="498160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5490">
                <a:alpha val="100000"/>
              </a:srgbClr>
            </a:solidFill>
            <a:ln w="5420" cap="flat">
              <a:solidFill>
                <a:srgbClr val="3B549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99" name="pg3299"/>
            <p:cNvSpPr/>
            <p:nvPr/>
          </p:nvSpPr>
          <p:spPr>
            <a:xfrm>
              <a:off x="4426630" y="498160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548F">
                <a:alpha val="100000"/>
              </a:srgbClr>
            </a:solidFill>
            <a:ln w="5420" cap="flat">
              <a:solidFill>
                <a:srgbClr val="3B548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00" name="pg3300"/>
            <p:cNvSpPr/>
            <p:nvPr/>
          </p:nvSpPr>
          <p:spPr>
            <a:xfrm>
              <a:off x="4438267" y="498160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548F">
                <a:alpha val="100000"/>
              </a:srgbClr>
            </a:solidFill>
            <a:ln w="5420" cap="flat">
              <a:solidFill>
                <a:srgbClr val="3B548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01" name="pg3301"/>
            <p:cNvSpPr/>
            <p:nvPr/>
          </p:nvSpPr>
          <p:spPr>
            <a:xfrm>
              <a:off x="4449904" y="498160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538E">
                <a:alpha val="100000"/>
              </a:srgbClr>
            </a:solidFill>
            <a:ln w="5420" cap="flat">
              <a:solidFill>
                <a:srgbClr val="3B538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02" name="pg3302"/>
            <p:cNvSpPr/>
            <p:nvPr/>
          </p:nvSpPr>
          <p:spPr>
            <a:xfrm>
              <a:off x="4624464" y="498160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5089">
                <a:alpha val="100000"/>
              </a:srgbClr>
            </a:solidFill>
            <a:ln w="5420" cap="flat">
              <a:solidFill>
                <a:srgbClr val="3B508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03" name="pg3303"/>
            <p:cNvSpPr/>
            <p:nvPr/>
          </p:nvSpPr>
          <p:spPr>
            <a:xfrm>
              <a:off x="4636101" y="498160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5089">
                <a:alpha val="100000"/>
              </a:srgbClr>
            </a:solidFill>
            <a:ln w="5420" cap="flat">
              <a:solidFill>
                <a:srgbClr val="3B508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04" name="pg3304"/>
            <p:cNvSpPr/>
            <p:nvPr/>
          </p:nvSpPr>
          <p:spPr>
            <a:xfrm>
              <a:off x="4647739" y="498160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508A">
                <a:alpha val="100000"/>
              </a:srgbClr>
            </a:solidFill>
            <a:ln w="5420" cap="flat">
              <a:solidFill>
                <a:srgbClr val="3B508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05" name="pg3305"/>
            <p:cNvSpPr/>
            <p:nvPr/>
          </p:nvSpPr>
          <p:spPr>
            <a:xfrm>
              <a:off x="4659376" y="498160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508A">
                <a:alpha val="100000"/>
              </a:srgbClr>
            </a:solidFill>
            <a:ln w="5420" cap="flat">
              <a:solidFill>
                <a:srgbClr val="3B508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06" name="pg3306"/>
            <p:cNvSpPr/>
            <p:nvPr/>
          </p:nvSpPr>
          <p:spPr>
            <a:xfrm>
              <a:off x="4671013" y="498160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508A">
                <a:alpha val="100000"/>
              </a:srgbClr>
            </a:solidFill>
            <a:ln w="5420" cap="flat">
              <a:solidFill>
                <a:srgbClr val="3B508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07" name="pg3307"/>
            <p:cNvSpPr/>
            <p:nvPr/>
          </p:nvSpPr>
          <p:spPr>
            <a:xfrm>
              <a:off x="4682651" y="498160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508A">
                <a:alpha val="100000"/>
              </a:srgbClr>
            </a:solidFill>
            <a:ln w="5420" cap="flat">
              <a:solidFill>
                <a:srgbClr val="3B508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08" name="pg3308"/>
            <p:cNvSpPr/>
            <p:nvPr/>
          </p:nvSpPr>
          <p:spPr>
            <a:xfrm>
              <a:off x="2878865" y="499590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19D">
                <a:alpha val="100000"/>
              </a:srgbClr>
            </a:solidFill>
            <a:ln w="5420" cap="flat">
              <a:solidFill>
                <a:srgbClr val="3A61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09" name="pg3309"/>
            <p:cNvSpPr/>
            <p:nvPr/>
          </p:nvSpPr>
          <p:spPr>
            <a:xfrm>
              <a:off x="2890502" y="499590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19D">
                <a:alpha val="100000"/>
              </a:srgbClr>
            </a:solidFill>
            <a:ln w="5420" cap="flat">
              <a:solidFill>
                <a:srgbClr val="3A61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10" name="pg3310"/>
            <p:cNvSpPr/>
            <p:nvPr/>
          </p:nvSpPr>
          <p:spPr>
            <a:xfrm>
              <a:off x="2902139" y="499590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19D">
                <a:alpha val="100000"/>
              </a:srgbClr>
            </a:solidFill>
            <a:ln w="5420" cap="flat">
              <a:solidFill>
                <a:srgbClr val="3A61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11" name="pg3311"/>
            <p:cNvSpPr/>
            <p:nvPr/>
          </p:nvSpPr>
          <p:spPr>
            <a:xfrm>
              <a:off x="2913777" y="499590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19D">
                <a:alpha val="100000"/>
              </a:srgbClr>
            </a:solidFill>
            <a:ln w="5420" cap="flat">
              <a:solidFill>
                <a:srgbClr val="3A61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12" name="pg3312"/>
            <p:cNvSpPr/>
            <p:nvPr/>
          </p:nvSpPr>
          <p:spPr>
            <a:xfrm>
              <a:off x="2925414" y="499590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19D">
                <a:alpha val="100000"/>
              </a:srgbClr>
            </a:solidFill>
            <a:ln w="5420" cap="flat">
              <a:solidFill>
                <a:srgbClr val="3A61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13" name="pg3313"/>
            <p:cNvSpPr/>
            <p:nvPr/>
          </p:nvSpPr>
          <p:spPr>
            <a:xfrm>
              <a:off x="2937051" y="499590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29D">
                <a:alpha val="100000"/>
              </a:srgbClr>
            </a:solidFill>
            <a:ln w="5420" cap="flat">
              <a:solidFill>
                <a:srgbClr val="3A62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14" name="pg3314"/>
            <p:cNvSpPr/>
            <p:nvPr/>
          </p:nvSpPr>
          <p:spPr>
            <a:xfrm>
              <a:off x="2948689" y="499590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29D">
                <a:alpha val="100000"/>
              </a:srgbClr>
            </a:solidFill>
            <a:ln w="5420" cap="flat">
              <a:solidFill>
                <a:srgbClr val="3A62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15" name="pg3315"/>
            <p:cNvSpPr/>
            <p:nvPr/>
          </p:nvSpPr>
          <p:spPr>
            <a:xfrm>
              <a:off x="2960326" y="499590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29D">
                <a:alpha val="100000"/>
              </a:srgbClr>
            </a:solidFill>
            <a:ln w="5420" cap="flat">
              <a:solidFill>
                <a:srgbClr val="3A62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16" name="pg3316"/>
            <p:cNvSpPr/>
            <p:nvPr/>
          </p:nvSpPr>
          <p:spPr>
            <a:xfrm>
              <a:off x="4403355" y="499590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5591">
                <a:alpha val="100000"/>
              </a:srgbClr>
            </a:solidFill>
            <a:ln w="5420" cap="flat">
              <a:solidFill>
                <a:srgbClr val="3B559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17" name="pg3317"/>
            <p:cNvSpPr/>
            <p:nvPr/>
          </p:nvSpPr>
          <p:spPr>
            <a:xfrm>
              <a:off x="4414992" y="499590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5590">
                <a:alpha val="100000"/>
              </a:srgbClr>
            </a:solidFill>
            <a:ln w="5420" cap="flat">
              <a:solidFill>
                <a:srgbClr val="3B559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18" name="pg3318"/>
            <p:cNvSpPr/>
            <p:nvPr/>
          </p:nvSpPr>
          <p:spPr>
            <a:xfrm>
              <a:off x="4426630" y="499590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5490">
                <a:alpha val="100000"/>
              </a:srgbClr>
            </a:solidFill>
            <a:ln w="5420" cap="flat">
              <a:solidFill>
                <a:srgbClr val="3B549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19" name="pg3319"/>
            <p:cNvSpPr/>
            <p:nvPr/>
          </p:nvSpPr>
          <p:spPr>
            <a:xfrm>
              <a:off x="4438267" y="499590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548F">
                <a:alpha val="100000"/>
              </a:srgbClr>
            </a:solidFill>
            <a:ln w="5420" cap="flat">
              <a:solidFill>
                <a:srgbClr val="3B548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20" name="pg3320"/>
            <p:cNvSpPr/>
            <p:nvPr/>
          </p:nvSpPr>
          <p:spPr>
            <a:xfrm>
              <a:off x="4449904" y="499590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548F">
                <a:alpha val="100000"/>
              </a:srgbClr>
            </a:solidFill>
            <a:ln w="5420" cap="flat">
              <a:solidFill>
                <a:srgbClr val="3B548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21" name="pg3321"/>
            <p:cNvSpPr/>
            <p:nvPr/>
          </p:nvSpPr>
          <p:spPr>
            <a:xfrm>
              <a:off x="4461542" y="499590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538E">
                <a:alpha val="100000"/>
              </a:srgbClr>
            </a:solidFill>
            <a:ln w="5420" cap="flat">
              <a:solidFill>
                <a:srgbClr val="3B538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22" name="pg3322"/>
            <p:cNvSpPr/>
            <p:nvPr/>
          </p:nvSpPr>
          <p:spPr>
            <a:xfrm>
              <a:off x="4473179" y="499590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538E">
                <a:alpha val="100000"/>
              </a:srgbClr>
            </a:solidFill>
            <a:ln w="5420" cap="flat">
              <a:solidFill>
                <a:srgbClr val="3B538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23" name="pg3323"/>
            <p:cNvSpPr/>
            <p:nvPr/>
          </p:nvSpPr>
          <p:spPr>
            <a:xfrm>
              <a:off x="4636101" y="499590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518A">
                <a:alpha val="100000"/>
              </a:srgbClr>
            </a:solidFill>
            <a:ln w="5420" cap="flat">
              <a:solidFill>
                <a:srgbClr val="3B518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24" name="pg3324"/>
            <p:cNvSpPr/>
            <p:nvPr/>
          </p:nvSpPr>
          <p:spPr>
            <a:xfrm>
              <a:off x="4647739" y="499590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518A">
                <a:alpha val="100000"/>
              </a:srgbClr>
            </a:solidFill>
            <a:ln w="5420" cap="flat">
              <a:solidFill>
                <a:srgbClr val="3B518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25" name="pg3325"/>
            <p:cNvSpPr/>
            <p:nvPr/>
          </p:nvSpPr>
          <p:spPr>
            <a:xfrm>
              <a:off x="4659376" y="499590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518A">
                <a:alpha val="100000"/>
              </a:srgbClr>
            </a:solidFill>
            <a:ln w="5420" cap="flat">
              <a:solidFill>
                <a:srgbClr val="3B518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26" name="pg3326"/>
            <p:cNvSpPr/>
            <p:nvPr/>
          </p:nvSpPr>
          <p:spPr>
            <a:xfrm>
              <a:off x="4671013" y="499590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518A">
                <a:alpha val="100000"/>
              </a:srgbClr>
            </a:solidFill>
            <a:ln w="5420" cap="flat">
              <a:solidFill>
                <a:srgbClr val="3B518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27" name="pg3327"/>
            <p:cNvSpPr/>
            <p:nvPr/>
          </p:nvSpPr>
          <p:spPr>
            <a:xfrm>
              <a:off x="4682651" y="499590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518A">
                <a:alpha val="100000"/>
              </a:srgbClr>
            </a:solidFill>
            <a:ln w="5420" cap="flat">
              <a:solidFill>
                <a:srgbClr val="3B518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28" name="pg3328"/>
            <p:cNvSpPr/>
            <p:nvPr/>
          </p:nvSpPr>
          <p:spPr>
            <a:xfrm>
              <a:off x="2867227" y="501020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29D">
                <a:alpha val="100000"/>
              </a:srgbClr>
            </a:solidFill>
            <a:ln w="5420" cap="flat">
              <a:solidFill>
                <a:srgbClr val="3A62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29" name="pg3329"/>
            <p:cNvSpPr/>
            <p:nvPr/>
          </p:nvSpPr>
          <p:spPr>
            <a:xfrm>
              <a:off x="2878865" y="501020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19D">
                <a:alpha val="100000"/>
              </a:srgbClr>
            </a:solidFill>
            <a:ln w="5420" cap="flat">
              <a:solidFill>
                <a:srgbClr val="3A61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30" name="pg3330"/>
            <p:cNvSpPr/>
            <p:nvPr/>
          </p:nvSpPr>
          <p:spPr>
            <a:xfrm>
              <a:off x="2890502" y="501020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19D">
                <a:alpha val="100000"/>
              </a:srgbClr>
            </a:solidFill>
            <a:ln w="5420" cap="flat">
              <a:solidFill>
                <a:srgbClr val="3A61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31" name="pg3331"/>
            <p:cNvSpPr/>
            <p:nvPr/>
          </p:nvSpPr>
          <p:spPr>
            <a:xfrm>
              <a:off x="2902139" y="501020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19D">
                <a:alpha val="100000"/>
              </a:srgbClr>
            </a:solidFill>
            <a:ln w="5420" cap="flat">
              <a:solidFill>
                <a:srgbClr val="3A61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32" name="pg3332"/>
            <p:cNvSpPr/>
            <p:nvPr/>
          </p:nvSpPr>
          <p:spPr>
            <a:xfrm>
              <a:off x="2913777" y="501020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19D">
                <a:alpha val="100000"/>
              </a:srgbClr>
            </a:solidFill>
            <a:ln w="5420" cap="flat">
              <a:solidFill>
                <a:srgbClr val="3A61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33" name="pg3333"/>
            <p:cNvSpPr/>
            <p:nvPr/>
          </p:nvSpPr>
          <p:spPr>
            <a:xfrm>
              <a:off x="2925414" y="501020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19D">
                <a:alpha val="100000"/>
              </a:srgbClr>
            </a:solidFill>
            <a:ln w="5420" cap="flat">
              <a:solidFill>
                <a:srgbClr val="3A61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34" name="pg3334"/>
            <p:cNvSpPr/>
            <p:nvPr/>
          </p:nvSpPr>
          <p:spPr>
            <a:xfrm>
              <a:off x="2937051" y="501020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29D">
                <a:alpha val="100000"/>
              </a:srgbClr>
            </a:solidFill>
            <a:ln w="5420" cap="flat">
              <a:solidFill>
                <a:srgbClr val="3A62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35" name="pg3335"/>
            <p:cNvSpPr/>
            <p:nvPr/>
          </p:nvSpPr>
          <p:spPr>
            <a:xfrm>
              <a:off x="2948689" y="501020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29D">
                <a:alpha val="100000"/>
              </a:srgbClr>
            </a:solidFill>
            <a:ln w="5420" cap="flat">
              <a:solidFill>
                <a:srgbClr val="3A62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36" name="pg3336"/>
            <p:cNvSpPr/>
            <p:nvPr/>
          </p:nvSpPr>
          <p:spPr>
            <a:xfrm>
              <a:off x="4403355" y="501020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5591">
                <a:alpha val="100000"/>
              </a:srgbClr>
            </a:solidFill>
            <a:ln w="5420" cap="flat">
              <a:solidFill>
                <a:srgbClr val="3B559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37" name="pg3337"/>
            <p:cNvSpPr/>
            <p:nvPr/>
          </p:nvSpPr>
          <p:spPr>
            <a:xfrm>
              <a:off x="4414992" y="501020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5591">
                <a:alpha val="100000"/>
              </a:srgbClr>
            </a:solidFill>
            <a:ln w="5420" cap="flat">
              <a:solidFill>
                <a:srgbClr val="3B559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38" name="pg3338"/>
            <p:cNvSpPr/>
            <p:nvPr/>
          </p:nvSpPr>
          <p:spPr>
            <a:xfrm>
              <a:off x="4426630" y="501020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5590">
                <a:alpha val="100000"/>
              </a:srgbClr>
            </a:solidFill>
            <a:ln w="5420" cap="flat">
              <a:solidFill>
                <a:srgbClr val="3B559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39" name="pg3339"/>
            <p:cNvSpPr/>
            <p:nvPr/>
          </p:nvSpPr>
          <p:spPr>
            <a:xfrm>
              <a:off x="4438267" y="501020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5490">
                <a:alpha val="100000"/>
              </a:srgbClr>
            </a:solidFill>
            <a:ln w="5420" cap="flat">
              <a:solidFill>
                <a:srgbClr val="3B549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40" name="pg3340"/>
            <p:cNvSpPr/>
            <p:nvPr/>
          </p:nvSpPr>
          <p:spPr>
            <a:xfrm>
              <a:off x="4449904" y="501020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548F">
                <a:alpha val="100000"/>
              </a:srgbClr>
            </a:solidFill>
            <a:ln w="5420" cap="flat">
              <a:solidFill>
                <a:srgbClr val="3B548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41" name="pg3341"/>
            <p:cNvSpPr/>
            <p:nvPr/>
          </p:nvSpPr>
          <p:spPr>
            <a:xfrm>
              <a:off x="4461542" y="501020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548F">
                <a:alpha val="100000"/>
              </a:srgbClr>
            </a:solidFill>
            <a:ln w="5420" cap="flat">
              <a:solidFill>
                <a:srgbClr val="3B548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42" name="pg3342"/>
            <p:cNvSpPr/>
            <p:nvPr/>
          </p:nvSpPr>
          <p:spPr>
            <a:xfrm>
              <a:off x="4473179" y="501020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538E">
                <a:alpha val="100000"/>
              </a:srgbClr>
            </a:solidFill>
            <a:ln w="5420" cap="flat">
              <a:solidFill>
                <a:srgbClr val="3B538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43" name="pg3343"/>
            <p:cNvSpPr/>
            <p:nvPr/>
          </p:nvSpPr>
          <p:spPr>
            <a:xfrm>
              <a:off x="4484816" y="501020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538E">
                <a:alpha val="100000"/>
              </a:srgbClr>
            </a:solidFill>
            <a:ln w="5420" cap="flat">
              <a:solidFill>
                <a:srgbClr val="3B538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44" name="pg3344"/>
            <p:cNvSpPr/>
            <p:nvPr/>
          </p:nvSpPr>
          <p:spPr>
            <a:xfrm>
              <a:off x="4636101" y="501020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518B">
                <a:alpha val="100000"/>
              </a:srgbClr>
            </a:solidFill>
            <a:ln w="5420" cap="flat">
              <a:solidFill>
                <a:srgbClr val="3B518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45" name="pg3345"/>
            <p:cNvSpPr/>
            <p:nvPr/>
          </p:nvSpPr>
          <p:spPr>
            <a:xfrm>
              <a:off x="4647739" y="501020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518B">
                <a:alpha val="100000"/>
              </a:srgbClr>
            </a:solidFill>
            <a:ln w="5420" cap="flat">
              <a:solidFill>
                <a:srgbClr val="3B518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46" name="pg3346"/>
            <p:cNvSpPr/>
            <p:nvPr/>
          </p:nvSpPr>
          <p:spPr>
            <a:xfrm>
              <a:off x="4659376" y="501020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518B">
                <a:alpha val="100000"/>
              </a:srgbClr>
            </a:solidFill>
            <a:ln w="5420" cap="flat">
              <a:solidFill>
                <a:srgbClr val="3B518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47" name="pg3347"/>
            <p:cNvSpPr/>
            <p:nvPr/>
          </p:nvSpPr>
          <p:spPr>
            <a:xfrm>
              <a:off x="4671013" y="501020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518B">
                <a:alpha val="100000"/>
              </a:srgbClr>
            </a:solidFill>
            <a:ln w="5420" cap="flat">
              <a:solidFill>
                <a:srgbClr val="3B518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48" name="pg3348"/>
            <p:cNvSpPr/>
            <p:nvPr/>
          </p:nvSpPr>
          <p:spPr>
            <a:xfrm>
              <a:off x="4682651" y="501020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518B">
                <a:alpha val="100000"/>
              </a:srgbClr>
            </a:solidFill>
            <a:ln w="5420" cap="flat">
              <a:solidFill>
                <a:srgbClr val="3B518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49" name="pg3349"/>
            <p:cNvSpPr/>
            <p:nvPr/>
          </p:nvSpPr>
          <p:spPr>
            <a:xfrm>
              <a:off x="4694288" y="501020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518B">
                <a:alpha val="100000"/>
              </a:srgbClr>
            </a:solidFill>
            <a:ln w="5420" cap="flat">
              <a:solidFill>
                <a:srgbClr val="3B518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50" name="pg3350"/>
            <p:cNvSpPr/>
            <p:nvPr/>
          </p:nvSpPr>
          <p:spPr>
            <a:xfrm>
              <a:off x="2855590" y="502450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29D">
                <a:alpha val="100000"/>
              </a:srgbClr>
            </a:solidFill>
            <a:ln w="5420" cap="flat">
              <a:solidFill>
                <a:srgbClr val="3A62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51" name="pg3351"/>
            <p:cNvSpPr/>
            <p:nvPr/>
          </p:nvSpPr>
          <p:spPr>
            <a:xfrm>
              <a:off x="2867227" y="502450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29D">
                <a:alpha val="100000"/>
              </a:srgbClr>
            </a:solidFill>
            <a:ln w="5420" cap="flat">
              <a:solidFill>
                <a:srgbClr val="3A62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52" name="pg3352"/>
            <p:cNvSpPr/>
            <p:nvPr/>
          </p:nvSpPr>
          <p:spPr>
            <a:xfrm>
              <a:off x="2878865" y="502450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29D">
                <a:alpha val="100000"/>
              </a:srgbClr>
            </a:solidFill>
            <a:ln w="5420" cap="flat">
              <a:solidFill>
                <a:srgbClr val="3A62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53" name="pg3353"/>
            <p:cNvSpPr/>
            <p:nvPr/>
          </p:nvSpPr>
          <p:spPr>
            <a:xfrm>
              <a:off x="2890502" y="502450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19D">
                <a:alpha val="100000"/>
              </a:srgbClr>
            </a:solidFill>
            <a:ln w="5420" cap="flat">
              <a:solidFill>
                <a:srgbClr val="3A61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54" name="pg3354"/>
            <p:cNvSpPr/>
            <p:nvPr/>
          </p:nvSpPr>
          <p:spPr>
            <a:xfrm>
              <a:off x="2902139" y="502450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19D">
                <a:alpha val="100000"/>
              </a:srgbClr>
            </a:solidFill>
            <a:ln w="5420" cap="flat">
              <a:solidFill>
                <a:srgbClr val="3A61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55" name="pg3355"/>
            <p:cNvSpPr/>
            <p:nvPr/>
          </p:nvSpPr>
          <p:spPr>
            <a:xfrm>
              <a:off x="2913777" y="502450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19D">
                <a:alpha val="100000"/>
              </a:srgbClr>
            </a:solidFill>
            <a:ln w="5420" cap="flat">
              <a:solidFill>
                <a:srgbClr val="3A61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56" name="pg3356"/>
            <p:cNvSpPr/>
            <p:nvPr/>
          </p:nvSpPr>
          <p:spPr>
            <a:xfrm>
              <a:off x="2925414" y="502450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29D">
                <a:alpha val="100000"/>
              </a:srgbClr>
            </a:solidFill>
            <a:ln w="5420" cap="flat">
              <a:solidFill>
                <a:srgbClr val="3A62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57" name="pg3357"/>
            <p:cNvSpPr/>
            <p:nvPr/>
          </p:nvSpPr>
          <p:spPr>
            <a:xfrm>
              <a:off x="2937051" y="502450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29D">
                <a:alpha val="100000"/>
              </a:srgbClr>
            </a:solidFill>
            <a:ln w="5420" cap="flat">
              <a:solidFill>
                <a:srgbClr val="3A62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58" name="pg3358"/>
            <p:cNvSpPr/>
            <p:nvPr/>
          </p:nvSpPr>
          <p:spPr>
            <a:xfrm>
              <a:off x="4403355" y="502450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5691">
                <a:alpha val="100000"/>
              </a:srgbClr>
            </a:solidFill>
            <a:ln w="5420" cap="flat">
              <a:solidFill>
                <a:srgbClr val="3B569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59" name="pg3359"/>
            <p:cNvSpPr/>
            <p:nvPr/>
          </p:nvSpPr>
          <p:spPr>
            <a:xfrm>
              <a:off x="4414992" y="502450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5591">
                <a:alpha val="100000"/>
              </a:srgbClr>
            </a:solidFill>
            <a:ln w="5420" cap="flat">
              <a:solidFill>
                <a:srgbClr val="3B559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60" name="pg3360"/>
            <p:cNvSpPr/>
            <p:nvPr/>
          </p:nvSpPr>
          <p:spPr>
            <a:xfrm>
              <a:off x="4426630" y="502450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5591">
                <a:alpha val="100000"/>
              </a:srgbClr>
            </a:solidFill>
            <a:ln w="5420" cap="flat">
              <a:solidFill>
                <a:srgbClr val="3B559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61" name="pg3361"/>
            <p:cNvSpPr/>
            <p:nvPr/>
          </p:nvSpPr>
          <p:spPr>
            <a:xfrm>
              <a:off x="4438267" y="502450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5590">
                <a:alpha val="100000"/>
              </a:srgbClr>
            </a:solidFill>
            <a:ln w="5420" cap="flat">
              <a:solidFill>
                <a:srgbClr val="3B559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62" name="pg3362"/>
            <p:cNvSpPr/>
            <p:nvPr/>
          </p:nvSpPr>
          <p:spPr>
            <a:xfrm>
              <a:off x="4449904" y="502450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5490">
                <a:alpha val="100000"/>
              </a:srgbClr>
            </a:solidFill>
            <a:ln w="5420" cap="flat">
              <a:solidFill>
                <a:srgbClr val="3B549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63" name="pg3363"/>
            <p:cNvSpPr/>
            <p:nvPr/>
          </p:nvSpPr>
          <p:spPr>
            <a:xfrm>
              <a:off x="4461542" y="502450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548F">
                <a:alpha val="100000"/>
              </a:srgbClr>
            </a:solidFill>
            <a:ln w="5420" cap="flat">
              <a:solidFill>
                <a:srgbClr val="3B548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64" name="pg3364"/>
            <p:cNvSpPr/>
            <p:nvPr/>
          </p:nvSpPr>
          <p:spPr>
            <a:xfrm>
              <a:off x="4473179" y="502450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548F">
                <a:alpha val="100000"/>
              </a:srgbClr>
            </a:solidFill>
            <a:ln w="5420" cap="flat">
              <a:solidFill>
                <a:srgbClr val="3B548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65" name="pg3365"/>
            <p:cNvSpPr/>
            <p:nvPr/>
          </p:nvSpPr>
          <p:spPr>
            <a:xfrm>
              <a:off x="4484816" y="502450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538E">
                <a:alpha val="100000"/>
              </a:srgbClr>
            </a:solidFill>
            <a:ln w="5420" cap="flat">
              <a:solidFill>
                <a:srgbClr val="3B538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66" name="pg3366"/>
            <p:cNvSpPr/>
            <p:nvPr/>
          </p:nvSpPr>
          <p:spPr>
            <a:xfrm>
              <a:off x="4647739" y="502450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518B">
                <a:alpha val="100000"/>
              </a:srgbClr>
            </a:solidFill>
            <a:ln w="5420" cap="flat">
              <a:solidFill>
                <a:srgbClr val="3B518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67" name="pg3367"/>
            <p:cNvSpPr/>
            <p:nvPr/>
          </p:nvSpPr>
          <p:spPr>
            <a:xfrm>
              <a:off x="4659376" y="502450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518C">
                <a:alpha val="100000"/>
              </a:srgbClr>
            </a:solidFill>
            <a:ln w="5420" cap="flat">
              <a:solidFill>
                <a:srgbClr val="3B518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68" name="pg3368"/>
            <p:cNvSpPr/>
            <p:nvPr/>
          </p:nvSpPr>
          <p:spPr>
            <a:xfrm>
              <a:off x="4671013" y="502450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528C">
                <a:alpha val="100000"/>
              </a:srgbClr>
            </a:solidFill>
            <a:ln w="5420" cap="flat">
              <a:solidFill>
                <a:srgbClr val="3B528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69" name="pg3369"/>
            <p:cNvSpPr/>
            <p:nvPr/>
          </p:nvSpPr>
          <p:spPr>
            <a:xfrm>
              <a:off x="4682651" y="502450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528C">
                <a:alpha val="100000"/>
              </a:srgbClr>
            </a:solidFill>
            <a:ln w="5420" cap="flat">
              <a:solidFill>
                <a:srgbClr val="3B528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70" name="pg3370"/>
            <p:cNvSpPr/>
            <p:nvPr/>
          </p:nvSpPr>
          <p:spPr>
            <a:xfrm>
              <a:off x="4694288" y="502450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528C">
                <a:alpha val="100000"/>
              </a:srgbClr>
            </a:solidFill>
            <a:ln w="5420" cap="flat">
              <a:solidFill>
                <a:srgbClr val="3B528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71" name="pg3371"/>
            <p:cNvSpPr/>
            <p:nvPr/>
          </p:nvSpPr>
          <p:spPr>
            <a:xfrm>
              <a:off x="2855590" y="503880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39D">
                <a:alpha val="100000"/>
              </a:srgbClr>
            </a:solidFill>
            <a:ln w="5420" cap="flat">
              <a:solidFill>
                <a:srgbClr val="3A63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72" name="pg3372"/>
            <p:cNvSpPr/>
            <p:nvPr/>
          </p:nvSpPr>
          <p:spPr>
            <a:xfrm>
              <a:off x="2867227" y="503880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29D">
                <a:alpha val="100000"/>
              </a:srgbClr>
            </a:solidFill>
            <a:ln w="5420" cap="flat">
              <a:solidFill>
                <a:srgbClr val="3A62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73" name="pg3373"/>
            <p:cNvSpPr/>
            <p:nvPr/>
          </p:nvSpPr>
          <p:spPr>
            <a:xfrm>
              <a:off x="2878865" y="503880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29D">
                <a:alpha val="100000"/>
              </a:srgbClr>
            </a:solidFill>
            <a:ln w="5420" cap="flat">
              <a:solidFill>
                <a:srgbClr val="3A62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74" name="pg3374"/>
            <p:cNvSpPr/>
            <p:nvPr/>
          </p:nvSpPr>
          <p:spPr>
            <a:xfrm>
              <a:off x="2890502" y="503880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29D">
                <a:alpha val="100000"/>
              </a:srgbClr>
            </a:solidFill>
            <a:ln w="5420" cap="flat">
              <a:solidFill>
                <a:srgbClr val="3A62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75" name="pg3375"/>
            <p:cNvSpPr/>
            <p:nvPr/>
          </p:nvSpPr>
          <p:spPr>
            <a:xfrm>
              <a:off x="2902139" y="503880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29D">
                <a:alpha val="100000"/>
              </a:srgbClr>
            </a:solidFill>
            <a:ln w="5420" cap="flat">
              <a:solidFill>
                <a:srgbClr val="3A62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76" name="pg3376"/>
            <p:cNvSpPr/>
            <p:nvPr/>
          </p:nvSpPr>
          <p:spPr>
            <a:xfrm>
              <a:off x="2913777" y="503880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29D">
                <a:alpha val="100000"/>
              </a:srgbClr>
            </a:solidFill>
            <a:ln w="5420" cap="flat">
              <a:solidFill>
                <a:srgbClr val="3A62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77" name="pg3377"/>
            <p:cNvSpPr/>
            <p:nvPr/>
          </p:nvSpPr>
          <p:spPr>
            <a:xfrm>
              <a:off x="2925414" y="503880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29D">
                <a:alpha val="100000"/>
              </a:srgbClr>
            </a:solidFill>
            <a:ln w="5420" cap="flat">
              <a:solidFill>
                <a:srgbClr val="3A62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78" name="pg3378"/>
            <p:cNvSpPr/>
            <p:nvPr/>
          </p:nvSpPr>
          <p:spPr>
            <a:xfrm>
              <a:off x="4403355" y="503880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5692">
                <a:alpha val="100000"/>
              </a:srgbClr>
            </a:solidFill>
            <a:ln w="5420" cap="flat">
              <a:solidFill>
                <a:srgbClr val="3A569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79" name="pg3379"/>
            <p:cNvSpPr/>
            <p:nvPr/>
          </p:nvSpPr>
          <p:spPr>
            <a:xfrm>
              <a:off x="4414992" y="503880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5691">
                <a:alpha val="100000"/>
              </a:srgbClr>
            </a:solidFill>
            <a:ln w="5420" cap="flat">
              <a:solidFill>
                <a:srgbClr val="3B569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80" name="pg3380"/>
            <p:cNvSpPr/>
            <p:nvPr/>
          </p:nvSpPr>
          <p:spPr>
            <a:xfrm>
              <a:off x="4426630" y="503880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5591">
                <a:alpha val="100000"/>
              </a:srgbClr>
            </a:solidFill>
            <a:ln w="5420" cap="flat">
              <a:solidFill>
                <a:srgbClr val="3B559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81" name="pg3381"/>
            <p:cNvSpPr/>
            <p:nvPr/>
          </p:nvSpPr>
          <p:spPr>
            <a:xfrm>
              <a:off x="4438267" y="503880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5591">
                <a:alpha val="100000"/>
              </a:srgbClr>
            </a:solidFill>
            <a:ln w="5420" cap="flat">
              <a:solidFill>
                <a:srgbClr val="3B559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82" name="pg3382"/>
            <p:cNvSpPr/>
            <p:nvPr/>
          </p:nvSpPr>
          <p:spPr>
            <a:xfrm>
              <a:off x="4449904" y="503880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5590">
                <a:alpha val="100000"/>
              </a:srgbClr>
            </a:solidFill>
            <a:ln w="5420" cap="flat">
              <a:solidFill>
                <a:srgbClr val="3B559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83" name="pg3383"/>
            <p:cNvSpPr/>
            <p:nvPr/>
          </p:nvSpPr>
          <p:spPr>
            <a:xfrm>
              <a:off x="4461542" y="503880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5490">
                <a:alpha val="100000"/>
              </a:srgbClr>
            </a:solidFill>
            <a:ln w="5420" cap="flat">
              <a:solidFill>
                <a:srgbClr val="3B549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84" name="pg3384"/>
            <p:cNvSpPr/>
            <p:nvPr/>
          </p:nvSpPr>
          <p:spPr>
            <a:xfrm>
              <a:off x="4473179" y="503880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548F">
                <a:alpha val="100000"/>
              </a:srgbClr>
            </a:solidFill>
            <a:ln w="5420" cap="flat">
              <a:solidFill>
                <a:srgbClr val="3B548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85" name="pg3385"/>
            <p:cNvSpPr/>
            <p:nvPr/>
          </p:nvSpPr>
          <p:spPr>
            <a:xfrm>
              <a:off x="4484816" y="503880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548F">
                <a:alpha val="100000"/>
              </a:srgbClr>
            </a:solidFill>
            <a:ln w="5420" cap="flat">
              <a:solidFill>
                <a:srgbClr val="3B548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86" name="pg3386"/>
            <p:cNvSpPr/>
            <p:nvPr/>
          </p:nvSpPr>
          <p:spPr>
            <a:xfrm>
              <a:off x="4647739" y="503880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528C">
                <a:alpha val="100000"/>
              </a:srgbClr>
            </a:solidFill>
            <a:ln w="5420" cap="flat">
              <a:solidFill>
                <a:srgbClr val="3B528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87" name="pg3387"/>
            <p:cNvSpPr/>
            <p:nvPr/>
          </p:nvSpPr>
          <p:spPr>
            <a:xfrm>
              <a:off x="4659376" y="503880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528C">
                <a:alpha val="100000"/>
              </a:srgbClr>
            </a:solidFill>
            <a:ln w="5420" cap="flat">
              <a:solidFill>
                <a:srgbClr val="3B528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88" name="pg3388"/>
            <p:cNvSpPr/>
            <p:nvPr/>
          </p:nvSpPr>
          <p:spPr>
            <a:xfrm>
              <a:off x="4671013" y="503880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528C">
                <a:alpha val="100000"/>
              </a:srgbClr>
            </a:solidFill>
            <a:ln w="5420" cap="flat">
              <a:solidFill>
                <a:srgbClr val="3B528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89" name="pg3389"/>
            <p:cNvSpPr/>
            <p:nvPr/>
          </p:nvSpPr>
          <p:spPr>
            <a:xfrm>
              <a:off x="4682651" y="503880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528C">
                <a:alpha val="100000"/>
              </a:srgbClr>
            </a:solidFill>
            <a:ln w="5420" cap="flat">
              <a:solidFill>
                <a:srgbClr val="3B528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90" name="pg3390"/>
            <p:cNvSpPr/>
            <p:nvPr/>
          </p:nvSpPr>
          <p:spPr>
            <a:xfrm>
              <a:off x="4694288" y="503880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528C">
                <a:alpha val="100000"/>
              </a:srgbClr>
            </a:solidFill>
            <a:ln w="5420" cap="flat">
              <a:solidFill>
                <a:srgbClr val="3B528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91" name="pg3391"/>
            <p:cNvSpPr/>
            <p:nvPr/>
          </p:nvSpPr>
          <p:spPr>
            <a:xfrm>
              <a:off x="2832315" y="505310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49E">
                <a:alpha val="100000"/>
              </a:srgbClr>
            </a:solidFill>
            <a:ln w="5420" cap="flat">
              <a:solidFill>
                <a:srgbClr val="3A64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92" name="pg3392"/>
            <p:cNvSpPr/>
            <p:nvPr/>
          </p:nvSpPr>
          <p:spPr>
            <a:xfrm>
              <a:off x="2843953" y="505310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39E">
                <a:alpha val="100000"/>
              </a:srgbClr>
            </a:solidFill>
            <a:ln w="5420" cap="flat">
              <a:solidFill>
                <a:srgbClr val="3A63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93" name="pg3393"/>
            <p:cNvSpPr/>
            <p:nvPr/>
          </p:nvSpPr>
          <p:spPr>
            <a:xfrm>
              <a:off x="2867227" y="505310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39D">
                <a:alpha val="100000"/>
              </a:srgbClr>
            </a:solidFill>
            <a:ln w="5420" cap="flat">
              <a:solidFill>
                <a:srgbClr val="3A63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94" name="pg3394"/>
            <p:cNvSpPr/>
            <p:nvPr/>
          </p:nvSpPr>
          <p:spPr>
            <a:xfrm>
              <a:off x="2878865" y="505310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29D">
                <a:alpha val="100000"/>
              </a:srgbClr>
            </a:solidFill>
            <a:ln w="5420" cap="flat">
              <a:solidFill>
                <a:srgbClr val="3A62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95" name="pg3395"/>
            <p:cNvSpPr/>
            <p:nvPr/>
          </p:nvSpPr>
          <p:spPr>
            <a:xfrm>
              <a:off x="2890502" y="505310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29D">
                <a:alpha val="100000"/>
              </a:srgbClr>
            </a:solidFill>
            <a:ln w="5420" cap="flat">
              <a:solidFill>
                <a:srgbClr val="3A62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96" name="pg3396"/>
            <p:cNvSpPr/>
            <p:nvPr/>
          </p:nvSpPr>
          <p:spPr>
            <a:xfrm>
              <a:off x="2902139" y="505310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29D">
                <a:alpha val="100000"/>
              </a:srgbClr>
            </a:solidFill>
            <a:ln w="5420" cap="flat">
              <a:solidFill>
                <a:srgbClr val="3A62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97" name="pg3397"/>
            <p:cNvSpPr/>
            <p:nvPr/>
          </p:nvSpPr>
          <p:spPr>
            <a:xfrm>
              <a:off x="2913777" y="505310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29D">
                <a:alpha val="100000"/>
              </a:srgbClr>
            </a:solidFill>
            <a:ln w="5420" cap="flat">
              <a:solidFill>
                <a:srgbClr val="3A62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98" name="pg3398"/>
            <p:cNvSpPr/>
            <p:nvPr/>
          </p:nvSpPr>
          <p:spPr>
            <a:xfrm>
              <a:off x="4403355" y="505310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5692">
                <a:alpha val="100000"/>
              </a:srgbClr>
            </a:solidFill>
            <a:ln w="5420" cap="flat">
              <a:solidFill>
                <a:srgbClr val="3A569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99" name="pg3399"/>
            <p:cNvSpPr/>
            <p:nvPr/>
          </p:nvSpPr>
          <p:spPr>
            <a:xfrm>
              <a:off x="4414992" y="505310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5692">
                <a:alpha val="100000"/>
              </a:srgbClr>
            </a:solidFill>
            <a:ln w="5420" cap="flat">
              <a:solidFill>
                <a:srgbClr val="3B569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00" name="pg3400"/>
            <p:cNvSpPr/>
            <p:nvPr/>
          </p:nvSpPr>
          <p:spPr>
            <a:xfrm>
              <a:off x="4426630" y="505310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5691">
                <a:alpha val="100000"/>
              </a:srgbClr>
            </a:solidFill>
            <a:ln w="5420" cap="flat">
              <a:solidFill>
                <a:srgbClr val="3B569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01" name="pg3401"/>
            <p:cNvSpPr/>
            <p:nvPr/>
          </p:nvSpPr>
          <p:spPr>
            <a:xfrm>
              <a:off x="4438267" y="505310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5591">
                <a:alpha val="100000"/>
              </a:srgbClr>
            </a:solidFill>
            <a:ln w="5420" cap="flat">
              <a:solidFill>
                <a:srgbClr val="3B559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02" name="pg3402"/>
            <p:cNvSpPr/>
            <p:nvPr/>
          </p:nvSpPr>
          <p:spPr>
            <a:xfrm>
              <a:off x="4449904" y="505310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5591">
                <a:alpha val="100000"/>
              </a:srgbClr>
            </a:solidFill>
            <a:ln w="5420" cap="flat">
              <a:solidFill>
                <a:srgbClr val="3B559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03" name="pg3403"/>
            <p:cNvSpPr/>
            <p:nvPr/>
          </p:nvSpPr>
          <p:spPr>
            <a:xfrm>
              <a:off x="4461542" y="505310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5590">
                <a:alpha val="100000"/>
              </a:srgbClr>
            </a:solidFill>
            <a:ln w="5420" cap="flat">
              <a:solidFill>
                <a:srgbClr val="3B559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04" name="pg3404"/>
            <p:cNvSpPr/>
            <p:nvPr/>
          </p:nvSpPr>
          <p:spPr>
            <a:xfrm>
              <a:off x="4473179" y="505310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5490">
                <a:alpha val="100000"/>
              </a:srgbClr>
            </a:solidFill>
            <a:ln w="5420" cap="flat">
              <a:solidFill>
                <a:srgbClr val="3B549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05" name="pg3405"/>
            <p:cNvSpPr/>
            <p:nvPr/>
          </p:nvSpPr>
          <p:spPr>
            <a:xfrm>
              <a:off x="4484816" y="505310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548F">
                <a:alpha val="100000"/>
              </a:srgbClr>
            </a:solidFill>
            <a:ln w="5420" cap="flat">
              <a:solidFill>
                <a:srgbClr val="3B548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06" name="pg3406"/>
            <p:cNvSpPr/>
            <p:nvPr/>
          </p:nvSpPr>
          <p:spPr>
            <a:xfrm>
              <a:off x="4647739" y="505310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528D">
                <a:alpha val="100000"/>
              </a:srgbClr>
            </a:solidFill>
            <a:ln w="5420" cap="flat">
              <a:solidFill>
                <a:srgbClr val="3B528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07" name="pg3407"/>
            <p:cNvSpPr/>
            <p:nvPr/>
          </p:nvSpPr>
          <p:spPr>
            <a:xfrm>
              <a:off x="4659376" y="505310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528D">
                <a:alpha val="100000"/>
              </a:srgbClr>
            </a:solidFill>
            <a:ln w="5420" cap="flat">
              <a:solidFill>
                <a:srgbClr val="3B528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08" name="pg3408"/>
            <p:cNvSpPr/>
            <p:nvPr/>
          </p:nvSpPr>
          <p:spPr>
            <a:xfrm>
              <a:off x="4671013" y="505310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528D">
                <a:alpha val="100000"/>
              </a:srgbClr>
            </a:solidFill>
            <a:ln w="5420" cap="flat">
              <a:solidFill>
                <a:srgbClr val="3B528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09" name="pg3409"/>
            <p:cNvSpPr/>
            <p:nvPr/>
          </p:nvSpPr>
          <p:spPr>
            <a:xfrm>
              <a:off x="4682651" y="505310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528D">
                <a:alpha val="100000"/>
              </a:srgbClr>
            </a:solidFill>
            <a:ln w="5420" cap="flat">
              <a:solidFill>
                <a:srgbClr val="3B528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10" name="pg3410"/>
            <p:cNvSpPr/>
            <p:nvPr/>
          </p:nvSpPr>
          <p:spPr>
            <a:xfrm>
              <a:off x="4694288" y="505310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528D">
                <a:alpha val="100000"/>
              </a:srgbClr>
            </a:solidFill>
            <a:ln w="5420" cap="flat">
              <a:solidFill>
                <a:srgbClr val="3B528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11" name="pg3411"/>
            <p:cNvSpPr/>
            <p:nvPr/>
          </p:nvSpPr>
          <p:spPr>
            <a:xfrm>
              <a:off x="2820678" y="506741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49E">
                <a:alpha val="100000"/>
              </a:srgbClr>
            </a:solidFill>
            <a:ln w="5420" cap="flat">
              <a:solidFill>
                <a:srgbClr val="3A64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12" name="pg3412"/>
            <p:cNvSpPr/>
            <p:nvPr/>
          </p:nvSpPr>
          <p:spPr>
            <a:xfrm>
              <a:off x="2832315" y="506741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49E">
                <a:alpha val="100000"/>
              </a:srgbClr>
            </a:solidFill>
            <a:ln w="5420" cap="flat">
              <a:solidFill>
                <a:srgbClr val="3A64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13" name="pg3413"/>
            <p:cNvSpPr/>
            <p:nvPr/>
          </p:nvSpPr>
          <p:spPr>
            <a:xfrm>
              <a:off x="2843953" y="506741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49E">
                <a:alpha val="100000"/>
              </a:srgbClr>
            </a:solidFill>
            <a:ln w="5420" cap="flat">
              <a:solidFill>
                <a:srgbClr val="3A64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14" name="pg3414"/>
            <p:cNvSpPr/>
            <p:nvPr/>
          </p:nvSpPr>
          <p:spPr>
            <a:xfrm>
              <a:off x="2855590" y="506741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39E">
                <a:alpha val="100000"/>
              </a:srgbClr>
            </a:solidFill>
            <a:ln w="5420" cap="flat">
              <a:solidFill>
                <a:srgbClr val="3A63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15" name="pg3415"/>
            <p:cNvSpPr/>
            <p:nvPr/>
          </p:nvSpPr>
          <p:spPr>
            <a:xfrm>
              <a:off x="2867227" y="506741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39D">
                <a:alpha val="100000"/>
              </a:srgbClr>
            </a:solidFill>
            <a:ln w="5420" cap="flat">
              <a:solidFill>
                <a:srgbClr val="3A63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16" name="pg3416"/>
            <p:cNvSpPr/>
            <p:nvPr/>
          </p:nvSpPr>
          <p:spPr>
            <a:xfrm>
              <a:off x="2878865" y="506741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39D">
                <a:alpha val="100000"/>
              </a:srgbClr>
            </a:solidFill>
            <a:ln w="5420" cap="flat">
              <a:solidFill>
                <a:srgbClr val="3A63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17" name="pg3417"/>
            <p:cNvSpPr/>
            <p:nvPr/>
          </p:nvSpPr>
          <p:spPr>
            <a:xfrm>
              <a:off x="2890502" y="506741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39D">
                <a:alpha val="100000"/>
              </a:srgbClr>
            </a:solidFill>
            <a:ln w="5420" cap="flat">
              <a:solidFill>
                <a:srgbClr val="3A63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18" name="pg3418"/>
            <p:cNvSpPr/>
            <p:nvPr/>
          </p:nvSpPr>
          <p:spPr>
            <a:xfrm>
              <a:off x="2902139" y="506741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39D">
                <a:alpha val="100000"/>
              </a:srgbClr>
            </a:solidFill>
            <a:ln w="5420" cap="flat">
              <a:solidFill>
                <a:srgbClr val="3A63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19" name="pg3419"/>
            <p:cNvSpPr/>
            <p:nvPr/>
          </p:nvSpPr>
          <p:spPr>
            <a:xfrm>
              <a:off x="2913777" y="506741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39D">
                <a:alpha val="100000"/>
              </a:srgbClr>
            </a:solidFill>
            <a:ln w="5420" cap="flat">
              <a:solidFill>
                <a:srgbClr val="3A63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20" name="pg3420"/>
            <p:cNvSpPr/>
            <p:nvPr/>
          </p:nvSpPr>
          <p:spPr>
            <a:xfrm>
              <a:off x="4414992" y="506741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5692">
                <a:alpha val="100000"/>
              </a:srgbClr>
            </a:solidFill>
            <a:ln w="5420" cap="flat">
              <a:solidFill>
                <a:srgbClr val="3A569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21" name="pg3421"/>
            <p:cNvSpPr/>
            <p:nvPr/>
          </p:nvSpPr>
          <p:spPr>
            <a:xfrm>
              <a:off x="4426630" y="506741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5692">
                <a:alpha val="100000"/>
              </a:srgbClr>
            </a:solidFill>
            <a:ln w="5420" cap="flat">
              <a:solidFill>
                <a:srgbClr val="3B569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22" name="pg3422"/>
            <p:cNvSpPr/>
            <p:nvPr/>
          </p:nvSpPr>
          <p:spPr>
            <a:xfrm>
              <a:off x="4438267" y="506741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5691">
                <a:alpha val="100000"/>
              </a:srgbClr>
            </a:solidFill>
            <a:ln w="5420" cap="flat">
              <a:solidFill>
                <a:srgbClr val="3B569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23" name="pg3423"/>
            <p:cNvSpPr/>
            <p:nvPr/>
          </p:nvSpPr>
          <p:spPr>
            <a:xfrm>
              <a:off x="4449904" y="506741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5591">
                <a:alpha val="100000"/>
              </a:srgbClr>
            </a:solidFill>
            <a:ln w="5420" cap="flat">
              <a:solidFill>
                <a:srgbClr val="3B559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24" name="pg3424"/>
            <p:cNvSpPr/>
            <p:nvPr/>
          </p:nvSpPr>
          <p:spPr>
            <a:xfrm>
              <a:off x="4461542" y="506741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5591">
                <a:alpha val="100000"/>
              </a:srgbClr>
            </a:solidFill>
            <a:ln w="5420" cap="flat">
              <a:solidFill>
                <a:srgbClr val="3B559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25" name="pg3425"/>
            <p:cNvSpPr/>
            <p:nvPr/>
          </p:nvSpPr>
          <p:spPr>
            <a:xfrm>
              <a:off x="4473179" y="506741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5590">
                <a:alpha val="100000"/>
              </a:srgbClr>
            </a:solidFill>
            <a:ln w="5420" cap="flat">
              <a:solidFill>
                <a:srgbClr val="3B559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26" name="pg3426"/>
            <p:cNvSpPr/>
            <p:nvPr/>
          </p:nvSpPr>
          <p:spPr>
            <a:xfrm>
              <a:off x="4659376" y="506741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538D">
                <a:alpha val="100000"/>
              </a:srgbClr>
            </a:solidFill>
            <a:ln w="5420" cap="flat">
              <a:solidFill>
                <a:srgbClr val="3B538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27" name="pg3427"/>
            <p:cNvSpPr/>
            <p:nvPr/>
          </p:nvSpPr>
          <p:spPr>
            <a:xfrm>
              <a:off x="4671013" y="506741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538D">
                <a:alpha val="100000"/>
              </a:srgbClr>
            </a:solidFill>
            <a:ln w="5420" cap="flat">
              <a:solidFill>
                <a:srgbClr val="3B538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28" name="pg3428"/>
            <p:cNvSpPr/>
            <p:nvPr/>
          </p:nvSpPr>
          <p:spPr>
            <a:xfrm>
              <a:off x="4682651" y="506741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538D">
                <a:alpha val="100000"/>
              </a:srgbClr>
            </a:solidFill>
            <a:ln w="5420" cap="flat">
              <a:solidFill>
                <a:srgbClr val="3B538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29" name="pg3429"/>
            <p:cNvSpPr/>
            <p:nvPr/>
          </p:nvSpPr>
          <p:spPr>
            <a:xfrm>
              <a:off x="4694288" y="506741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538D">
                <a:alpha val="100000"/>
              </a:srgbClr>
            </a:solidFill>
            <a:ln w="5420" cap="flat">
              <a:solidFill>
                <a:srgbClr val="3B538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30" name="pg3430"/>
            <p:cNvSpPr/>
            <p:nvPr/>
          </p:nvSpPr>
          <p:spPr>
            <a:xfrm>
              <a:off x="4705925" y="506741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538E">
                <a:alpha val="100000"/>
              </a:srgbClr>
            </a:solidFill>
            <a:ln w="5420" cap="flat">
              <a:solidFill>
                <a:srgbClr val="3B538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31" name="pg3431"/>
            <p:cNvSpPr/>
            <p:nvPr/>
          </p:nvSpPr>
          <p:spPr>
            <a:xfrm>
              <a:off x="2820678" y="508171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49E">
                <a:alpha val="100000"/>
              </a:srgbClr>
            </a:solidFill>
            <a:ln w="5420" cap="flat">
              <a:solidFill>
                <a:srgbClr val="3A64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32" name="pg3432"/>
            <p:cNvSpPr/>
            <p:nvPr/>
          </p:nvSpPr>
          <p:spPr>
            <a:xfrm>
              <a:off x="2832315" y="508171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49E">
                <a:alpha val="100000"/>
              </a:srgbClr>
            </a:solidFill>
            <a:ln w="5420" cap="flat">
              <a:solidFill>
                <a:srgbClr val="3A64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33" name="pg3433"/>
            <p:cNvSpPr/>
            <p:nvPr/>
          </p:nvSpPr>
          <p:spPr>
            <a:xfrm>
              <a:off x="2843953" y="508171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49E">
                <a:alpha val="100000"/>
              </a:srgbClr>
            </a:solidFill>
            <a:ln w="5420" cap="flat">
              <a:solidFill>
                <a:srgbClr val="3A64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34" name="pg3434"/>
            <p:cNvSpPr/>
            <p:nvPr/>
          </p:nvSpPr>
          <p:spPr>
            <a:xfrm>
              <a:off x="2855590" y="508171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49E">
                <a:alpha val="100000"/>
              </a:srgbClr>
            </a:solidFill>
            <a:ln w="5420" cap="flat">
              <a:solidFill>
                <a:srgbClr val="3A64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35" name="pg3435"/>
            <p:cNvSpPr/>
            <p:nvPr/>
          </p:nvSpPr>
          <p:spPr>
            <a:xfrm>
              <a:off x="2867227" y="508171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39E">
                <a:alpha val="100000"/>
              </a:srgbClr>
            </a:solidFill>
            <a:ln w="5420" cap="flat">
              <a:solidFill>
                <a:srgbClr val="3A63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36" name="pg3436"/>
            <p:cNvSpPr/>
            <p:nvPr/>
          </p:nvSpPr>
          <p:spPr>
            <a:xfrm>
              <a:off x="2878865" y="508171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39D">
                <a:alpha val="100000"/>
              </a:srgbClr>
            </a:solidFill>
            <a:ln w="5420" cap="flat">
              <a:solidFill>
                <a:srgbClr val="3A63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37" name="pg3437"/>
            <p:cNvSpPr/>
            <p:nvPr/>
          </p:nvSpPr>
          <p:spPr>
            <a:xfrm>
              <a:off x="2890502" y="508171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39D">
                <a:alpha val="100000"/>
              </a:srgbClr>
            </a:solidFill>
            <a:ln w="5420" cap="flat">
              <a:solidFill>
                <a:srgbClr val="3A63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38" name="pg3438"/>
            <p:cNvSpPr/>
            <p:nvPr/>
          </p:nvSpPr>
          <p:spPr>
            <a:xfrm>
              <a:off x="2902139" y="508171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39D">
                <a:alpha val="100000"/>
              </a:srgbClr>
            </a:solidFill>
            <a:ln w="5420" cap="flat">
              <a:solidFill>
                <a:srgbClr val="3A63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39" name="pg3439"/>
            <p:cNvSpPr/>
            <p:nvPr/>
          </p:nvSpPr>
          <p:spPr>
            <a:xfrm>
              <a:off x="4414992" y="508171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5692">
                <a:alpha val="100000"/>
              </a:srgbClr>
            </a:solidFill>
            <a:ln w="5420" cap="flat">
              <a:solidFill>
                <a:srgbClr val="3A569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40" name="pg3440"/>
            <p:cNvSpPr/>
            <p:nvPr/>
          </p:nvSpPr>
          <p:spPr>
            <a:xfrm>
              <a:off x="4426630" y="508171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5692">
                <a:alpha val="100000"/>
              </a:srgbClr>
            </a:solidFill>
            <a:ln w="5420" cap="flat">
              <a:solidFill>
                <a:srgbClr val="3A569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41" name="pg3441"/>
            <p:cNvSpPr/>
            <p:nvPr/>
          </p:nvSpPr>
          <p:spPr>
            <a:xfrm>
              <a:off x="4438267" y="508171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5692">
                <a:alpha val="100000"/>
              </a:srgbClr>
            </a:solidFill>
            <a:ln w="5420" cap="flat">
              <a:solidFill>
                <a:srgbClr val="3B569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42" name="pg3442"/>
            <p:cNvSpPr/>
            <p:nvPr/>
          </p:nvSpPr>
          <p:spPr>
            <a:xfrm>
              <a:off x="4449904" y="508171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5691">
                <a:alpha val="100000"/>
              </a:srgbClr>
            </a:solidFill>
            <a:ln w="5420" cap="flat">
              <a:solidFill>
                <a:srgbClr val="3B569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43" name="pg3443"/>
            <p:cNvSpPr/>
            <p:nvPr/>
          </p:nvSpPr>
          <p:spPr>
            <a:xfrm>
              <a:off x="4461542" y="508171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5591">
                <a:alpha val="100000"/>
              </a:srgbClr>
            </a:solidFill>
            <a:ln w="5420" cap="flat">
              <a:solidFill>
                <a:srgbClr val="3B559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44" name="pg3444"/>
            <p:cNvSpPr/>
            <p:nvPr/>
          </p:nvSpPr>
          <p:spPr>
            <a:xfrm>
              <a:off x="4659376" y="508171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538E">
                <a:alpha val="100000"/>
              </a:srgbClr>
            </a:solidFill>
            <a:ln w="5420" cap="flat">
              <a:solidFill>
                <a:srgbClr val="3B538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45" name="pg3445"/>
            <p:cNvSpPr/>
            <p:nvPr/>
          </p:nvSpPr>
          <p:spPr>
            <a:xfrm>
              <a:off x="4671013" y="508171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538E">
                <a:alpha val="100000"/>
              </a:srgbClr>
            </a:solidFill>
            <a:ln w="5420" cap="flat">
              <a:solidFill>
                <a:srgbClr val="3B538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46" name="pg3446"/>
            <p:cNvSpPr/>
            <p:nvPr/>
          </p:nvSpPr>
          <p:spPr>
            <a:xfrm>
              <a:off x="4682651" y="508171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538E">
                <a:alpha val="100000"/>
              </a:srgbClr>
            </a:solidFill>
            <a:ln w="5420" cap="flat">
              <a:solidFill>
                <a:srgbClr val="3B538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47" name="pg3447"/>
            <p:cNvSpPr/>
            <p:nvPr/>
          </p:nvSpPr>
          <p:spPr>
            <a:xfrm>
              <a:off x="4694288" y="508171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538E">
                <a:alpha val="100000"/>
              </a:srgbClr>
            </a:solidFill>
            <a:ln w="5420" cap="flat">
              <a:solidFill>
                <a:srgbClr val="3B538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48" name="pg3448"/>
            <p:cNvSpPr/>
            <p:nvPr/>
          </p:nvSpPr>
          <p:spPr>
            <a:xfrm>
              <a:off x="4705925" y="508171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538E">
                <a:alpha val="100000"/>
              </a:srgbClr>
            </a:solidFill>
            <a:ln w="5420" cap="flat">
              <a:solidFill>
                <a:srgbClr val="3B538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49" name="pg3449"/>
            <p:cNvSpPr/>
            <p:nvPr/>
          </p:nvSpPr>
          <p:spPr>
            <a:xfrm>
              <a:off x="2820678" y="509601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59E">
                <a:alpha val="100000"/>
              </a:srgbClr>
            </a:solidFill>
            <a:ln w="5420" cap="flat">
              <a:solidFill>
                <a:srgbClr val="3A65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50" name="pg3450"/>
            <p:cNvSpPr/>
            <p:nvPr/>
          </p:nvSpPr>
          <p:spPr>
            <a:xfrm>
              <a:off x="2832315" y="509601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59E">
                <a:alpha val="100000"/>
              </a:srgbClr>
            </a:solidFill>
            <a:ln w="5420" cap="flat">
              <a:solidFill>
                <a:srgbClr val="3A65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51" name="pg3451"/>
            <p:cNvSpPr/>
            <p:nvPr/>
          </p:nvSpPr>
          <p:spPr>
            <a:xfrm>
              <a:off x="2843953" y="509601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59E">
                <a:alpha val="100000"/>
              </a:srgbClr>
            </a:solidFill>
            <a:ln w="5420" cap="flat">
              <a:solidFill>
                <a:srgbClr val="3A65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52" name="pg3452"/>
            <p:cNvSpPr/>
            <p:nvPr/>
          </p:nvSpPr>
          <p:spPr>
            <a:xfrm>
              <a:off x="2855590" y="509601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49E">
                <a:alpha val="100000"/>
              </a:srgbClr>
            </a:solidFill>
            <a:ln w="5420" cap="flat">
              <a:solidFill>
                <a:srgbClr val="3A64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53" name="pg3453"/>
            <p:cNvSpPr/>
            <p:nvPr/>
          </p:nvSpPr>
          <p:spPr>
            <a:xfrm>
              <a:off x="2867227" y="509601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49E">
                <a:alpha val="100000"/>
              </a:srgbClr>
            </a:solidFill>
            <a:ln w="5420" cap="flat">
              <a:solidFill>
                <a:srgbClr val="3A64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54" name="pg3454"/>
            <p:cNvSpPr/>
            <p:nvPr/>
          </p:nvSpPr>
          <p:spPr>
            <a:xfrm>
              <a:off x="2878865" y="509601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49E">
                <a:alpha val="100000"/>
              </a:srgbClr>
            </a:solidFill>
            <a:ln w="5420" cap="flat">
              <a:solidFill>
                <a:srgbClr val="3A64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55" name="pg3455"/>
            <p:cNvSpPr/>
            <p:nvPr/>
          </p:nvSpPr>
          <p:spPr>
            <a:xfrm>
              <a:off x="2890502" y="509601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49E">
                <a:alpha val="100000"/>
              </a:srgbClr>
            </a:solidFill>
            <a:ln w="5420" cap="flat">
              <a:solidFill>
                <a:srgbClr val="3A64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56" name="pg3456"/>
            <p:cNvSpPr/>
            <p:nvPr/>
          </p:nvSpPr>
          <p:spPr>
            <a:xfrm>
              <a:off x="2902139" y="509601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49E">
                <a:alpha val="100000"/>
              </a:srgbClr>
            </a:solidFill>
            <a:ln w="5420" cap="flat">
              <a:solidFill>
                <a:srgbClr val="3A64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57" name="pg3457"/>
            <p:cNvSpPr/>
            <p:nvPr/>
          </p:nvSpPr>
          <p:spPr>
            <a:xfrm>
              <a:off x="4414992" y="509601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5793">
                <a:alpha val="100000"/>
              </a:srgbClr>
            </a:solidFill>
            <a:ln w="5420" cap="flat">
              <a:solidFill>
                <a:srgbClr val="3A579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58" name="pg3458"/>
            <p:cNvSpPr/>
            <p:nvPr/>
          </p:nvSpPr>
          <p:spPr>
            <a:xfrm>
              <a:off x="4426630" y="509601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5793">
                <a:alpha val="100000"/>
              </a:srgbClr>
            </a:solidFill>
            <a:ln w="5420" cap="flat">
              <a:solidFill>
                <a:srgbClr val="3A579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59" name="pg3459"/>
            <p:cNvSpPr/>
            <p:nvPr/>
          </p:nvSpPr>
          <p:spPr>
            <a:xfrm>
              <a:off x="4438267" y="509601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5692">
                <a:alpha val="100000"/>
              </a:srgbClr>
            </a:solidFill>
            <a:ln w="5420" cap="flat">
              <a:solidFill>
                <a:srgbClr val="3A569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60" name="pg3460"/>
            <p:cNvSpPr/>
            <p:nvPr/>
          </p:nvSpPr>
          <p:spPr>
            <a:xfrm>
              <a:off x="4449904" y="509601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5692">
                <a:alpha val="100000"/>
              </a:srgbClr>
            </a:solidFill>
            <a:ln w="5420" cap="flat">
              <a:solidFill>
                <a:srgbClr val="3A569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61" name="pg3461"/>
            <p:cNvSpPr/>
            <p:nvPr/>
          </p:nvSpPr>
          <p:spPr>
            <a:xfrm>
              <a:off x="4461542" y="509601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5692">
                <a:alpha val="100000"/>
              </a:srgbClr>
            </a:solidFill>
            <a:ln w="5420" cap="flat">
              <a:solidFill>
                <a:srgbClr val="3A569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62" name="pg3462"/>
            <p:cNvSpPr/>
            <p:nvPr/>
          </p:nvSpPr>
          <p:spPr>
            <a:xfrm>
              <a:off x="4473179" y="509601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5692">
                <a:alpha val="100000"/>
              </a:srgbClr>
            </a:solidFill>
            <a:ln w="5420" cap="flat">
              <a:solidFill>
                <a:srgbClr val="3B569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63" name="pg3463"/>
            <p:cNvSpPr/>
            <p:nvPr/>
          </p:nvSpPr>
          <p:spPr>
            <a:xfrm>
              <a:off x="4671013" y="509601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548F">
                <a:alpha val="100000"/>
              </a:srgbClr>
            </a:solidFill>
            <a:ln w="5420" cap="flat">
              <a:solidFill>
                <a:srgbClr val="3B548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64" name="pg3464"/>
            <p:cNvSpPr/>
            <p:nvPr/>
          </p:nvSpPr>
          <p:spPr>
            <a:xfrm>
              <a:off x="4682651" y="509601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548F">
                <a:alpha val="100000"/>
              </a:srgbClr>
            </a:solidFill>
            <a:ln w="5420" cap="flat">
              <a:solidFill>
                <a:srgbClr val="3B548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65" name="pg3465"/>
            <p:cNvSpPr/>
            <p:nvPr/>
          </p:nvSpPr>
          <p:spPr>
            <a:xfrm>
              <a:off x="4694288" y="509601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548F">
                <a:alpha val="100000"/>
              </a:srgbClr>
            </a:solidFill>
            <a:ln w="5420" cap="flat">
              <a:solidFill>
                <a:srgbClr val="3B548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66" name="pg3466"/>
            <p:cNvSpPr/>
            <p:nvPr/>
          </p:nvSpPr>
          <p:spPr>
            <a:xfrm>
              <a:off x="4705925" y="509601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548F">
                <a:alpha val="100000"/>
              </a:srgbClr>
            </a:solidFill>
            <a:ln w="5420" cap="flat">
              <a:solidFill>
                <a:srgbClr val="3B548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67" name="pg3467"/>
            <p:cNvSpPr/>
            <p:nvPr/>
          </p:nvSpPr>
          <p:spPr>
            <a:xfrm>
              <a:off x="4717563" y="509601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548F">
                <a:alpha val="100000"/>
              </a:srgbClr>
            </a:solidFill>
            <a:ln w="5420" cap="flat">
              <a:solidFill>
                <a:srgbClr val="3B548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68" name="pg3468"/>
            <p:cNvSpPr/>
            <p:nvPr/>
          </p:nvSpPr>
          <p:spPr>
            <a:xfrm>
              <a:off x="2832315" y="511031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59E">
                <a:alpha val="100000"/>
              </a:srgbClr>
            </a:solidFill>
            <a:ln w="5420" cap="flat">
              <a:solidFill>
                <a:srgbClr val="3A65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69" name="pg3469"/>
            <p:cNvSpPr/>
            <p:nvPr/>
          </p:nvSpPr>
          <p:spPr>
            <a:xfrm>
              <a:off x="2843953" y="511031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59E">
                <a:alpha val="100000"/>
              </a:srgbClr>
            </a:solidFill>
            <a:ln w="5420" cap="flat">
              <a:solidFill>
                <a:srgbClr val="3A65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70" name="pg3470"/>
            <p:cNvSpPr/>
            <p:nvPr/>
          </p:nvSpPr>
          <p:spPr>
            <a:xfrm>
              <a:off x="2855590" y="511031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59E">
                <a:alpha val="100000"/>
              </a:srgbClr>
            </a:solidFill>
            <a:ln w="5420" cap="flat">
              <a:solidFill>
                <a:srgbClr val="3A65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71" name="pg3471"/>
            <p:cNvSpPr/>
            <p:nvPr/>
          </p:nvSpPr>
          <p:spPr>
            <a:xfrm>
              <a:off x="2867227" y="511031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59E">
                <a:alpha val="100000"/>
              </a:srgbClr>
            </a:solidFill>
            <a:ln w="5420" cap="flat">
              <a:solidFill>
                <a:srgbClr val="3A65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72" name="pg3472"/>
            <p:cNvSpPr/>
            <p:nvPr/>
          </p:nvSpPr>
          <p:spPr>
            <a:xfrm>
              <a:off x="2878865" y="511031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59E">
                <a:alpha val="100000"/>
              </a:srgbClr>
            </a:solidFill>
            <a:ln w="5420" cap="flat">
              <a:solidFill>
                <a:srgbClr val="3A65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73" name="pg3473"/>
            <p:cNvSpPr/>
            <p:nvPr/>
          </p:nvSpPr>
          <p:spPr>
            <a:xfrm>
              <a:off x="2890502" y="511031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59E">
                <a:alpha val="100000"/>
              </a:srgbClr>
            </a:solidFill>
            <a:ln w="5420" cap="flat">
              <a:solidFill>
                <a:srgbClr val="3A65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74" name="pg3474"/>
            <p:cNvSpPr/>
            <p:nvPr/>
          </p:nvSpPr>
          <p:spPr>
            <a:xfrm>
              <a:off x="4426630" y="511031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5793">
                <a:alpha val="100000"/>
              </a:srgbClr>
            </a:solidFill>
            <a:ln w="5420" cap="flat">
              <a:solidFill>
                <a:srgbClr val="3A579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75" name="pg3475"/>
            <p:cNvSpPr/>
            <p:nvPr/>
          </p:nvSpPr>
          <p:spPr>
            <a:xfrm>
              <a:off x="4438267" y="511031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5793">
                <a:alpha val="100000"/>
              </a:srgbClr>
            </a:solidFill>
            <a:ln w="5420" cap="flat">
              <a:solidFill>
                <a:srgbClr val="3A579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76" name="pg3476"/>
            <p:cNvSpPr/>
            <p:nvPr/>
          </p:nvSpPr>
          <p:spPr>
            <a:xfrm>
              <a:off x="4449904" y="511031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5693">
                <a:alpha val="100000"/>
              </a:srgbClr>
            </a:solidFill>
            <a:ln w="5420" cap="flat">
              <a:solidFill>
                <a:srgbClr val="3A569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77" name="pg3477"/>
            <p:cNvSpPr/>
            <p:nvPr/>
          </p:nvSpPr>
          <p:spPr>
            <a:xfrm>
              <a:off x="4461542" y="511031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5692">
                <a:alpha val="100000"/>
              </a:srgbClr>
            </a:solidFill>
            <a:ln w="5420" cap="flat">
              <a:solidFill>
                <a:srgbClr val="3A569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78" name="pg3478"/>
            <p:cNvSpPr/>
            <p:nvPr/>
          </p:nvSpPr>
          <p:spPr>
            <a:xfrm>
              <a:off x="4473179" y="511031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5692">
                <a:alpha val="100000"/>
              </a:srgbClr>
            </a:solidFill>
            <a:ln w="5420" cap="flat">
              <a:solidFill>
                <a:srgbClr val="3A569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79" name="pg3479"/>
            <p:cNvSpPr/>
            <p:nvPr/>
          </p:nvSpPr>
          <p:spPr>
            <a:xfrm>
              <a:off x="4671013" y="511031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548F">
                <a:alpha val="100000"/>
              </a:srgbClr>
            </a:solidFill>
            <a:ln w="5420" cap="flat">
              <a:solidFill>
                <a:srgbClr val="3B548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80" name="pg3480"/>
            <p:cNvSpPr/>
            <p:nvPr/>
          </p:nvSpPr>
          <p:spPr>
            <a:xfrm>
              <a:off x="4682651" y="511031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548F">
                <a:alpha val="100000"/>
              </a:srgbClr>
            </a:solidFill>
            <a:ln w="5420" cap="flat">
              <a:solidFill>
                <a:srgbClr val="3B548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81" name="pg3481"/>
            <p:cNvSpPr/>
            <p:nvPr/>
          </p:nvSpPr>
          <p:spPr>
            <a:xfrm>
              <a:off x="4694288" y="511031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548F">
                <a:alpha val="100000"/>
              </a:srgbClr>
            </a:solidFill>
            <a:ln w="5420" cap="flat">
              <a:solidFill>
                <a:srgbClr val="3B548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82" name="pg3482"/>
            <p:cNvSpPr/>
            <p:nvPr/>
          </p:nvSpPr>
          <p:spPr>
            <a:xfrm>
              <a:off x="4705925" y="511031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5490">
                <a:alpha val="100000"/>
              </a:srgbClr>
            </a:solidFill>
            <a:ln w="5420" cap="flat">
              <a:solidFill>
                <a:srgbClr val="3B549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83" name="pg3483"/>
            <p:cNvSpPr/>
            <p:nvPr/>
          </p:nvSpPr>
          <p:spPr>
            <a:xfrm>
              <a:off x="4717563" y="511031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5490">
                <a:alpha val="100000"/>
              </a:srgbClr>
            </a:solidFill>
            <a:ln w="5420" cap="flat">
              <a:solidFill>
                <a:srgbClr val="3B549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84" name="pg3484"/>
            <p:cNvSpPr/>
            <p:nvPr/>
          </p:nvSpPr>
          <p:spPr>
            <a:xfrm>
              <a:off x="4729200" y="511031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5490">
                <a:alpha val="100000"/>
              </a:srgbClr>
            </a:solidFill>
            <a:ln w="5420" cap="flat">
              <a:solidFill>
                <a:srgbClr val="3B549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85" name="pg3485"/>
            <p:cNvSpPr/>
            <p:nvPr/>
          </p:nvSpPr>
          <p:spPr>
            <a:xfrm>
              <a:off x="2832315" y="512461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59E">
                <a:alpha val="100000"/>
              </a:srgbClr>
            </a:solidFill>
            <a:ln w="5420" cap="flat">
              <a:solidFill>
                <a:srgbClr val="3A65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86" name="pg3486"/>
            <p:cNvSpPr/>
            <p:nvPr/>
          </p:nvSpPr>
          <p:spPr>
            <a:xfrm>
              <a:off x="2843953" y="512461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59E">
                <a:alpha val="100000"/>
              </a:srgbClr>
            </a:solidFill>
            <a:ln w="5420" cap="flat">
              <a:solidFill>
                <a:srgbClr val="3A65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87" name="pg3487"/>
            <p:cNvSpPr/>
            <p:nvPr/>
          </p:nvSpPr>
          <p:spPr>
            <a:xfrm>
              <a:off x="2855590" y="512461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59E">
                <a:alpha val="100000"/>
              </a:srgbClr>
            </a:solidFill>
            <a:ln w="5420" cap="flat">
              <a:solidFill>
                <a:srgbClr val="3A65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88" name="pg3488"/>
            <p:cNvSpPr/>
            <p:nvPr/>
          </p:nvSpPr>
          <p:spPr>
            <a:xfrm>
              <a:off x="2867227" y="512461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59E">
                <a:alpha val="100000"/>
              </a:srgbClr>
            </a:solidFill>
            <a:ln w="5420" cap="flat">
              <a:solidFill>
                <a:srgbClr val="3A65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89" name="pg3489"/>
            <p:cNvSpPr/>
            <p:nvPr/>
          </p:nvSpPr>
          <p:spPr>
            <a:xfrm>
              <a:off x="2878865" y="512461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59E">
                <a:alpha val="100000"/>
              </a:srgbClr>
            </a:solidFill>
            <a:ln w="5420" cap="flat">
              <a:solidFill>
                <a:srgbClr val="3A65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90" name="pg3490"/>
            <p:cNvSpPr/>
            <p:nvPr/>
          </p:nvSpPr>
          <p:spPr>
            <a:xfrm>
              <a:off x="2890502" y="512461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59E">
                <a:alpha val="100000"/>
              </a:srgbClr>
            </a:solidFill>
            <a:ln w="5420" cap="flat">
              <a:solidFill>
                <a:srgbClr val="3A65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91" name="pg3491"/>
            <p:cNvSpPr/>
            <p:nvPr/>
          </p:nvSpPr>
          <p:spPr>
            <a:xfrm>
              <a:off x="4438267" y="512461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5793">
                <a:alpha val="100000"/>
              </a:srgbClr>
            </a:solidFill>
            <a:ln w="5420" cap="flat">
              <a:solidFill>
                <a:srgbClr val="3A579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92" name="pg3492"/>
            <p:cNvSpPr/>
            <p:nvPr/>
          </p:nvSpPr>
          <p:spPr>
            <a:xfrm>
              <a:off x="4449904" y="512461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5793">
                <a:alpha val="100000"/>
              </a:srgbClr>
            </a:solidFill>
            <a:ln w="5420" cap="flat">
              <a:solidFill>
                <a:srgbClr val="3A579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93" name="pg3493"/>
            <p:cNvSpPr/>
            <p:nvPr/>
          </p:nvSpPr>
          <p:spPr>
            <a:xfrm>
              <a:off x="4461542" y="512461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5693">
                <a:alpha val="100000"/>
              </a:srgbClr>
            </a:solidFill>
            <a:ln w="5420" cap="flat">
              <a:solidFill>
                <a:srgbClr val="3A569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94" name="pg3494"/>
            <p:cNvSpPr/>
            <p:nvPr/>
          </p:nvSpPr>
          <p:spPr>
            <a:xfrm>
              <a:off x="4473179" y="512461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5692">
                <a:alpha val="100000"/>
              </a:srgbClr>
            </a:solidFill>
            <a:ln w="5420" cap="flat">
              <a:solidFill>
                <a:srgbClr val="3A569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95" name="pg3495"/>
            <p:cNvSpPr/>
            <p:nvPr/>
          </p:nvSpPr>
          <p:spPr>
            <a:xfrm>
              <a:off x="4484816" y="512461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5692">
                <a:alpha val="100000"/>
              </a:srgbClr>
            </a:solidFill>
            <a:ln w="5420" cap="flat">
              <a:solidFill>
                <a:srgbClr val="3A569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96" name="pg3496"/>
            <p:cNvSpPr/>
            <p:nvPr/>
          </p:nvSpPr>
          <p:spPr>
            <a:xfrm>
              <a:off x="4496454" y="512461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5692">
                <a:alpha val="100000"/>
              </a:srgbClr>
            </a:solidFill>
            <a:ln w="5420" cap="flat">
              <a:solidFill>
                <a:srgbClr val="3A569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97" name="pg3497"/>
            <p:cNvSpPr/>
            <p:nvPr/>
          </p:nvSpPr>
          <p:spPr>
            <a:xfrm>
              <a:off x="4508091" y="512461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5692">
                <a:alpha val="100000"/>
              </a:srgbClr>
            </a:solidFill>
            <a:ln w="5420" cap="flat">
              <a:solidFill>
                <a:srgbClr val="3B569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98" name="pg3498"/>
            <p:cNvSpPr/>
            <p:nvPr/>
          </p:nvSpPr>
          <p:spPr>
            <a:xfrm>
              <a:off x="4519728" y="512461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5591">
                <a:alpha val="100000"/>
              </a:srgbClr>
            </a:solidFill>
            <a:ln w="5420" cap="flat">
              <a:solidFill>
                <a:srgbClr val="3B559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99" name="pg3499"/>
            <p:cNvSpPr/>
            <p:nvPr/>
          </p:nvSpPr>
          <p:spPr>
            <a:xfrm>
              <a:off x="4682651" y="512461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5590">
                <a:alpha val="100000"/>
              </a:srgbClr>
            </a:solidFill>
            <a:ln w="5420" cap="flat">
              <a:solidFill>
                <a:srgbClr val="3B559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00" name="pg3500"/>
            <p:cNvSpPr/>
            <p:nvPr/>
          </p:nvSpPr>
          <p:spPr>
            <a:xfrm>
              <a:off x="4694288" y="512461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5590">
                <a:alpha val="100000"/>
              </a:srgbClr>
            </a:solidFill>
            <a:ln w="5420" cap="flat">
              <a:solidFill>
                <a:srgbClr val="3B559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01" name="pg3501"/>
            <p:cNvSpPr/>
            <p:nvPr/>
          </p:nvSpPr>
          <p:spPr>
            <a:xfrm>
              <a:off x="4705925" y="512461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5590">
                <a:alpha val="100000"/>
              </a:srgbClr>
            </a:solidFill>
            <a:ln w="5420" cap="flat">
              <a:solidFill>
                <a:srgbClr val="3B559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02" name="pg3502"/>
            <p:cNvSpPr/>
            <p:nvPr/>
          </p:nvSpPr>
          <p:spPr>
            <a:xfrm>
              <a:off x="4717563" y="512461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5590">
                <a:alpha val="100000"/>
              </a:srgbClr>
            </a:solidFill>
            <a:ln w="5420" cap="flat">
              <a:solidFill>
                <a:srgbClr val="3B559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03" name="pg3503"/>
            <p:cNvSpPr/>
            <p:nvPr/>
          </p:nvSpPr>
          <p:spPr>
            <a:xfrm>
              <a:off x="4729200" y="512461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5590">
                <a:alpha val="100000"/>
              </a:srgbClr>
            </a:solidFill>
            <a:ln w="5420" cap="flat">
              <a:solidFill>
                <a:srgbClr val="3B559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04" name="pg3504"/>
            <p:cNvSpPr/>
            <p:nvPr/>
          </p:nvSpPr>
          <p:spPr>
            <a:xfrm>
              <a:off x="2843953" y="513891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69E">
                <a:alpha val="100000"/>
              </a:srgbClr>
            </a:solidFill>
            <a:ln w="5420" cap="flat">
              <a:solidFill>
                <a:srgbClr val="3A66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05" name="pg3505"/>
            <p:cNvSpPr/>
            <p:nvPr/>
          </p:nvSpPr>
          <p:spPr>
            <a:xfrm>
              <a:off x="2855590" y="513891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59E">
                <a:alpha val="100000"/>
              </a:srgbClr>
            </a:solidFill>
            <a:ln w="5420" cap="flat">
              <a:solidFill>
                <a:srgbClr val="3A65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06" name="pg3506"/>
            <p:cNvSpPr/>
            <p:nvPr/>
          </p:nvSpPr>
          <p:spPr>
            <a:xfrm>
              <a:off x="2867227" y="513891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59E">
                <a:alpha val="100000"/>
              </a:srgbClr>
            </a:solidFill>
            <a:ln w="5420" cap="flat">
              <a:solidFill>
                <a:srgbClr val="3A65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07" name="pg3507"/>
            <p:cNvSpPr/>
            <p:nvPr/>
          </p:nvSpPr>
          <p:spPr>
            <a:xfrm>
              <a:off x="2878865" y="513891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59E">
                <a:alpha val="100000"/>
              </a:srgbClr>
            </a:solidFill>
            <a:ln w="5420" cap="flat">
              <a:solidFill>
                <a:srgbClr val="3A65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08" name="pg3508"/>
            <p:cNvSpPr/>
            <p:nvPr/>
          </p:nvSpPr>
          <p:spPr>
            <a:xfrm>
              <a:off x="2890502" y="513891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59E">
                <a:alpha val="100000"/>
              </a:srgbClr>
            </a:solidFill>
            <a:ln w="5420" cap="flat">
              <a:solidFill>
                <a:srgbClr val="3A65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09" name="pg3509"/>
            <p:cNvSpPr/>
            <p:nvPr/>
          </p:nvSpPr>
          <p:spPr>
            <a:xfrm>
              <a:off x="4438267" y="513891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5794">
                <a:alpha val="100000"/>
              </a:srgbClr>
            </a:solidFill>
            <a:ln w="5420" cap="flat">
              <a:solidFill>
                <a:srgbClr val="3A579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10" name="pg3510"/>
            <p:cNvSpPr/>
            <p:nvPr/>
          </p:nvSpPr>
          <p:spPr>
            <a:xfrm>
              <a:off x="4449904" y="513891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5793">
                <a:alpha val="100000"/>
              </a:srgbClr>
            </a:solidFill>
            <a:ln w="5420" cap="flat">
              <a:solidFill>
                <a:srgbClr val="3A579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11" name="pg3511"/>
            <p:cNvSpPr/>
            <p:nvPr/>
          </p:nvSpPr>
          <p:spPr>
            <a:xfrm>
              <a:off x="4461542" y="513891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5793">
                <a:alpha val="100000"/>
              </a:srgbClr>
            </a:solidFill>
            <a:ln w="5420" cap="flat">
              <a:solidFill>
                <a:srgbClr val="3A579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12" name="pg3512"/>
            <p:cNvSpPr/>
            <p:nvPr/>
          </p:nvSpPr>
          <p:spPr>
            <a:xfrm>
              <a:off x="4473179" y="513891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5793">
                <a:alpha val="100000"/>
              </a:srgbClr>
            </a:solidFill>
            <a:ln w="5420" cap="flat">
              <a:solidFill>
                <a:srgbClr val="3A579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13" name="pg3513"/>
            <p:cNvSpPr/>
            <p:nvPr/>
          </p:nvSpPr>
          <p:spPr>
            <a:xfrm>
              <a:off x="4484816" y="513891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5692">
                <a:alpha val="100000"/>
              </a:srgbClr>
            </a:solidFill>
            <a:ln w="5420" cap="flat">
              <a:solidFill>
                <a:srgbClr val="3A569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14" name="pg3514"/>
            <p:cNvSpPr/>
            <p:nvPr/>
          </p:nvSpPr>
          <p:spPr>
            <a:xfrm>
              <a:off x="4496454" y="513891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5692">
                <a:alpha val="100000"/>
              </a:srgbClr>
            </a:solidFill>
            <a:ln w="5420" cap="flat">
              <a:solidFill>
                <a:srgbClr val="3A569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15" name="pg3515"/>
            <p:cNvSpPr/>
            <p:nvPr/>
          </p:nvSpPr>
          <p:spPr>
            <a:xfrm>
              <a:off x="4508091" y="513891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5692">
                <a:alpha val="100000"/>
              </a:srgbClr>
            </a:solidFill>
            <a:ln w="5420" cap="flat">
              <a:solidFill>
                <a:srgbClr val="3A569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16" name="pg3516"/>
            <p:cNvSpPr/>
            <p:nvPr/>
          </p:nvSpPr>
          <p:spPr>
            <a:xfrm>
              <a:off x="4519728" y="513891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5692">
                <a:alpha val="100000"/>
              </a:srgbClr>
            </a:solidFill>
            <a:ln w="5420" cap="flat">
              <a:solidFill>
                <a:srgbClr val="3B569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17" name="pg3517"/>
            <p:cNvSpPr/>
            <p:nvPr/>
          </p:nvSpPr>
          <p:spPr>
            <a:xfrm>
              <a:off x="4531366" y="513891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5691">
                <a:alpha val="100000"/>
              </a:srgbClr>
            </a:solidFill>
            <a:ln w="5420" cap="flat">
              <a:solidFill>
                <a:srgbClr val="3B569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18" name="pg3518"/>
            <p:cNvSpPr/>
            <p:nvPr/>
          </p:nvSpPr>
          <p:spPr>
            <a:xfrm>
              <a:off x="4682651" y="513891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5590">
                <a:alpha val="100000"/>
              </a:srgbClr>
            </a:solidFill>
            <a:ln w="5420" cap="flat">
              <a:solidFill>
                <a:srgbClr val="3B559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19" name="pg3519"/>
            <p:cNvSpPr/>
            <p:nvPr/>
          </p:nvSpPr>
          <p:spPr>
            <a:xfrm>
              <a:off x="4694288" y="513891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5590">
                <a:alpha val="100000"/>
              </a:srgbClr>
            </a:solidFill>
            <a:ln w="5420" cap="flat">
              <a:solidFill>
                <a:srgbClr val="3B559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20" name="pg3520"/>
            <p:cNvSpPr/>
            <p:nvPr/>
          </p:nvSpPr>
          <p:spPr>
            <a:xfrm>
              <a:off x="4705925" y="513891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5590">
                <a:alpha val="100000"/>
              </a:srgbClr>
            </a:solidFill>
            <a:ln w="5420" cap="flat">
              <a:solidFill>
                <a:srgbClr val="3B559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21" name="pg3521"/>
            <p:cNvSpPr/>
            <p:nvPr/>
          </p:nvSpPr>
          <p:spPr>
            <a:xfrm>
              <a:off x="4717563" y="513891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5590">
                <a:alpha val="100000"/>
              </a:srgbClr>
            </a:solidFill>
            <a:ln w="5420" cap="flat">
              <a:solidFill>
                <a:srgbClr val="3B559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22" name="pg3522"/>
            <p:cNvSpPr/>
            <p:nvPr/>
          </p:nvSpPr>
          <p:spPr>
            <a:xfrm>
              <a:off x="4729200" y="513891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5591">
                <a:alpha val="100000"/>
              </a:srgbClr>
            </a:solidFill>
            <a:ln w="5420" cap="flat">
              <a:solidFill>
                <a:srgbClr val="3B559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23" name="pg3523"/>
            <p:cNvSpPr/>
            <p:nvPr/>
          </p:nvSpPr>
          <p:spPr>
            <a:xfrm>
              <a:off x="2843953" y="515321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69E">
                <a:alpha val="100000"/>
              </a:srgbClr>
            </a:solidFill>
            <a:ln w="5420" cap="flat">
              <a:solidFill>
                <a:srgbClr val="3A66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24" name="pg3524"/>
            <p:cNvSpPr/>
            <p:nvPr/>
          </p:nvSpPr>
          <p:spPr>
            <a:xfrm>
              <a:off x="2855590" y="515321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69E">
                <a:alpha val="100000"/>
              </a:srgbClr>
            </a:solidFill>
            <a:ln w="5420" cap="flat">
              <a:solidFill>
                <a:srgbClr val="3A66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25" name="pg3525"/>
            <p:cNvSpPr/>
            <p:nvPr/>
          </p:nvSpPr>
          <p:spPr>
            <a:xfrm>
              <a:off x="2867227" y="515321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69E">
                <a:alpha val="100000"/>
              </a:srgbClr>
            </a:solidFill>
            <a:ln w="5420" cap="flat">
              <a:solidFill>
                <a:srgbClr val="3A66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26" name="pg3526"/>
            <p:cNvSpPr/>
            <p:nvPr/>
          </p:nvSpPr>
          <p:spPr>
            <a:xfrm>
              <a:off x="2878865" y="515321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69E">
                <a:alpha val="100000"/>
              </a:srgbClr>
            </a:solidFill>
            <a:ln w="5420" cap="flat">
              <a:solidFill>
                <a:srgbClr val="3A66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27" name="pg3527"/>
            <p:cNvSpPr/>
            <p:nvPr/>
          </p:nvSpPr>
          <p:spPr>
            <a:xfrm>
              <a:off x="2890502" y="515321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69E">
                <a:alpha val="100000"/>
              </a:srgbClr>
            </a:solidFill>
            <a:ln w="5420" cap="flat">
              <a:solidFill>
                <a:srgbClr val="3A66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28" name="pg3528"/>
            <p:cNvSpPr/>
            <p:nvPr/>
          </p:nvSpPr>
          <p:spPr>
            <a:xfrm>
              <a:off x="4449904" y="515321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5794">
                <a:alpha val="100000"/>
              </a:srgbClr>
            </a:solidFill>
            <a:ln w="5420" cap="flat">
              <a:solidFill>
                <a:srgbClr val="3A579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29" name="pg3529"/>
            <p:cNvSpPr/>
            <p:nvPr/>
          </p:nvSpPr>
          <p:spPr>
            <a:xfrm>
              <a:off x="4461542" y="515321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5793">
                <a:alpha val="100000"/>
              </a:srgbClr>
            </a:solidFill>
            <a:ln w="5420" cap="flat">
              <a:solidFill>
                <a:srgbClr val="3A579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30" name="pg3530"/>
            <p:cNvSpPr/>
            <p:nvPr/>
          </p:nvSpPr>
          <p:spPr>
            <a:xfrm>
              <a:off x="4473179" y="515321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5793">
                <a:alpha val="100000"/>
              </a:srgbClr>
            </a:solidFill>
            <a:ln w="5420" cap="flat">
              <a:solidFill>
                <a:srgbClr val="3A579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31" name="pg3531"/>
            <p:cNvSpPr/>
            <p:nvPr/>
          </p:nvSpPr>
          <p:spPr>
            <a:xfrm>
              <a:off x="4484816" y="515321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5793">
                <a:alpha val="100000"/>
              </a:srgbClr>
            </a:solidFill>
            <a:ln w="5420" cap="flat">
              <a:solidFill>
                <a:srgbClr val="3A579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32" name="pg3532"/>
            <p:cNvSpPr/>
            <p:nvPr/>
          </p:nvSpPr>
          <p:spPr>
            <a:xfrm>
              <a:off x="4496454" y="515321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5693">
                <a:alpha val="100000"/>
              </a:srgbClr>
            </a:solidFill>
            <a:ln w="5420" cap="flat">
              <a:solidFill>
                <a:srgbClr val="3A569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33" name="pg3533"/>
            <p:cNvSpPr/>
            <p:nvPr/>
          </p:nvSpPr>
          <p:spPr>
            <a:xfrm>
              <a:off x="4508091" y="515321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5692">
                <a:alpha val="100000"/>
              </a:srgbClr>
            </a:solidFill>
            <a:ln w="5420" cap="flat">
              <a:solidFill>
                <a:srgbClr val="3A569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34" name="pg3534"/>
            <p:cNvSpPr/>
            <p:nvPr/>
          </p:nvSpPr>
          <p:spPr>
            <a:xfrm>
              <a:off x="4519728" y="515321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5692">
                <a:alpha val="100000"/>
              </a:srgbClr>
            </a:solidFill>
            <a:ln w="5420" cap="flat">
              <a:solidFill>
                <a:srgbClr val="3A569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35" name="pg3535"/>
            <p:cNvSpPr/>
            <p:nvPr/>
          </p:nvSpPr>
          <p:spPr>
            <a:xfrm>
              <a:off x="4531366" y="515321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5692">
                <a:alpha val="100000"/>
              </a:srgbClr>
            </a:solidFill>
            <a:ln w="5420" cap="flat">
              <a:solidFill>
                <a:srgbClr val="3A569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36" name="pg3536"/>
            <p:cNvSpPr/>
            <p:nvPr/>
          </p:nvSpPr>
          <p:spPr>
            <a:xfrm>
              <a:off x="4694288" y="515321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5591">
                <a:alpha val="100000"/>
              </a:srgbClr>
            </a:solidFill>
            <a:ln w="5420" cap="flat">
              <a:solidFill>
                <a:srgbClr val="3B559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37" name="pg3537"/>
            <p:cNvSpPr/>
            <p:nvPr/>
          </p:nvSpPr>
          <p:spPr>
            <a:xfrm>
              <a:off x="4705925" y="515321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5591">
                <a:alpha val="100000"/>
              </a:srgbClr>
            </a:solidFill>
            <a:ln w="5420" cap="flat">
              <a:solidFill>
                <a:srgbClr val="3B559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38" name="pg3538"/>
            <p:cNvSpPr/>
            <p:nvPr/>
          </p:nvSpPr>
          <p:spPr>
            <a:xfrm>
              <a:off x="4717563" y="515321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5591">
                <a:alpha val="100000"/>
              </a:srgbClr>
            </a:solidFill>
            <a:ln w="5420" cap="flat">
              <a:solidFill>
                <a:srgbClr val="3B559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39" name="pg3539"/>
            <p:cNvSpPr/>
            <p:nvPr/>
          </p:nvSpPr>
          <p:spPr>
            <a:xfrm>
              <a:off x="4729200" y="515321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5591">
                <a:alpha val="100000"/>
              </a:srgbClr>
            </a:solidFill>
            <a:ln w="5420" cap="flat">
              <a:solidFill>
                <a:srgbClr val="3B559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40" name="pg3540"/>
            <p:cNvSpPr/>
            <p:nvPr/>
          </p:nvSpPr>
          <p:spPr>
            <a:xfrm>
              <a:off x="4740837" y="515321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5591">
                <a:alpha val="100000"/>
              </a:srgbClr>
            </a:solidFill>
            <a:ln w="5420" cap="flat">
              <a:solidFill>
                <a:srgbClr val="3B559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41" name="pg3541"/>
            <p:cNvSpPr/>
            <p:nvPr/>
          </p:nvSpPr>
          <p:spPr>
            <a:xfrm>
              <a:off x="2843953" y="516751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69E">
                <a:alpha val="100000"/>
              </a:srgbClr>
            </a:solidFill>
            <a:ln w="5420" cap="flat">
              <a:solidFill>
                <a:srgbClr val="3A66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42" name="pg3542"/>
            <p:cNvSpPr/>
            <p:nvPr/>
          </p:nvSpPr>
          <p:spPr>
            <a:xfrm>
              <a:off x="2855590" y="516751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69E">
                <a:alpha val="100000"/>
              </a:srgbClr>
            </a:solidFill>
            <a:ln w="5420" cap="flat">
              <a:solidFill>
                <a:srgbClr val="3A66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43" name="pg3543"/>
            <p:cNvSpPr/>
            <p:nvPr/>
          </p:nvSpPr>
          <p:spPr>
            <a:xfrm>
              <a:off x="2867227" y="516751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69E">
                <a:alpha val="100000"/>
              </a:srgbClr>
            </a:solidFill>
            <a:ln w="5420" cap="flat">
              <a:solidFill>
                <a:srgbClr val="3A66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44" name="pg3544"/>
            <p:cNvSpPr/>
            <p:nvPr/>
          </p:nvSpPr>
          <p:spPr>
            <a:xfrm>
              <a:off x="2878865" y="516751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69E">
                <a:alpha val="100000"/>
              </a:srgbClr>
            </a:solidFill>
            <a:ln w="5420" cap="flat">
              <a:solidFill>
                <a:srgbClr val="3A66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45" name="pg3545"/>
            <p:cNvSpPr/>
            <p:nvPr/>
          </p:nvSpPr>
          <p:spPr>
            <a:xfrm>
              <a:off x="2890502" y="516751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69E">
                <a:alpha val="100000"/>
              </a:srgbClr>
            </a:solidFill>
            <a:ln w="5420" cap="flat">
              <a:solidFill>
                <a:srgbClr val="3A66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46" name="pg3546"/>
            <p:cNvSpPr/>
            <p:nvPr/>
          </p:nvSpPr>
          <p:spPr>
            <a:xfrm>
              <a:off x="4461542" y="516751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5794">
                <a:alpha val="100000"/>
              </a:srgbClr>
            </a:solidFill>
            <a:ln w="5420" cap="flat">
              <a:solidFill>
                <a:srgbClr val="3A579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47" name="pg3547"/>
            <p:cNvSpPr/>
            <p:nvPr/>
          </p:nvSpPr>
          <p:spPr>
            <a:xfrm>
              <a:off x="4473179" y="516751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5793">
                <a:alpha val="100000"/>
              </a:srgbClr>
            </a:solidFill>
            <a:ln w="5420" cap="flat">
              <a:solidFill>
                <a:srgbClr val="3A579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48" name="pg3548"/>
            <p:cNvSpPr/>
            <p:nvPr/>
          </p:nvSpPr>
          <p:spPr>
            <a:xfrm>
              <a:off x="4484816" y="516751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5793">
                <a:alpha val="100000"/>
              </a:srgbClr>
            </a:solidFill>
            <a:ln w="5420" cap="flat">
              <a:solidFill>
                <a:srgbClr val="3A579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49" name="pg3549"/>
            <p:cNvSpPr/>
            <p:nvPr/>
          </p:nvSpPr>
          <p:spPr>
            <a:xfrm>
              <a:off x="4496454" y="516751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5793">
                <a:alpha val="100000"/>
              </a:srgbClr>
            </a:solidFill>
            <a:ln w="5420" cap="flat">
              <a:solidFill>
                <a:srgbClr val="3A579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50" name="pg3550"/>
            <p:cNvSpPr/>
            <p:nvPr/>
          </p:nvSpPr>
          <p:spPr>
            <a:xfrm>
              <a:off x="4508091" y="516751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5793">
                <a:alpha val="100000"/>
              </a:srgbClr>
            </a:solidFill>
            <a:ln w="5420" cap="flat">
              <a:solidFill>
                <a:srgbClr val="3A579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51" name="pg3551"/>
            <p:cNvSpPr/>
            <p:nvPr/>
          </p:nvSpPr>
          <p:spPr>
            <a:xfrm>
              <a:off x="4519728" y="516751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5692">
                <a:alpha val="100000"/>
              </a:srgbClr>
            </a:solidFill>
            <a:ln w="5420" cap="flat">
              <a:solidFill>
                <a:srgbClr val="3A569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52" name="pg3552"/>
            <p:cNvSpPr/>
            <p:nvPr/>
          </p:nvSpPr>
          <p:spPr>
            <a:xfrm>
              <a:off x="4531366" y="516751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5692">
                <a:alpha val="100000"/>
              </a:srgbClr>
            </a:solidFill>
            <a:ln w="5420" cap="flat">
              <a:solidFill>
                <a:srgbClr val="3A569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53" name="pg3553"/>
            <p:cNvSpPr/>
            <p:nvPr/>
          </p:nvSpPr>
          <p:spPr>
            <a:xfrm>
              <a:off x="4543003" y="516751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5692">
                <a:alpha val="100000"/>
              </a:srgbClr>
            </a:solidFill>
            <a:ln w="5420" cap="flat">
              <a:solidFill>
                <a:srgbClr val="3A569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54" name="pg3554"/>
            <p:cNvSpPr/>
            <p:nvPr/>
          </p:nvSpPr>
          <p:spPr>
            <a:xfrm>
              <a:off x="4694288" y="516751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5591">
                <a:alpha val="100000"/>
              </a:srgbClr>
            </a:solidFill>
            <a:ln w="5420" cap="flat">
              <a:solidFill>
                <a:srgbClr val="3B559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55" name="pg3555"/>
            <p:cNvSpPr/>
            <p:nvPr/>
          </p:nvSpPr>
          <p:spPr>
            <a:xfrm>
              <a:off x="4705925" y="516751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5591">
                <a:alpha val="100000"/>
              </a:srgbClr>
            </a:solidFill>
            <a:ln w="5420" cap="flat">
              <a:solidFill>
                <a:srgbClr val="3B559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56" name="pg3556"/>
            <p:cNvSpPr/>
            <p:nvPr/>
          </p:nvSpPr>
          <p:spPr>
            <a:xfrm>
              <a:off x="4717563" y="516751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5691">
                <a:alpha val="100000"/>
              </a:srgbClr>
            </a:solidFill>
            <a:ln w="5420" cap="flat">
              <a:solidFill>
                <a:srgbClr val="3B569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57" name="pg3557"/>
            <p:cNvSpPr/>
            <p:nvPr/>
          </p:nvSpPr>
          <p:spPr>
            <a:xfrm>
              <a:off x="4729200" y="516751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5691">
                <a:alpha val="100000"/>
              </a:srgbClr>
            </a:solidFill>
            <a:ln w="5420" cap="flat">
              <a:solidFill>
                <a:srgbClr val="3B569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58" name="pg3558"/>
            <p:cNvSpPr/>
            <p:nvPr/>
          </p:nvSpPr>
          <p:spPr>
            <a:xfrm>
              <a:off x="4740837" y="516751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5691">
                <a:alpha val="100000"/>
              </a:srgbClr>
            </a:solidFill>
            <a:ln w="5420" cap="flat">
              <a:solidFill>
                <a:srgbClr val="3B569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59" name="pg3559"/>
            <p:cNvSpPr/>
            <p:nvPr/>
          </p:nvSpPr>
          <p:spPr>
            <a:xfrm>
              <a:off x="2855590" y="518181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69E">
                <a:alpha val="100000"/>
              </a:srgbClr>
            </a:solidFill>
            <a:ln w="5420" cap="flat">
              <a:solidFill>
                <a:srgbClr val="3A66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60" name="pg3560"/>
            <p:cNvSpPr/>
            <p:nvPr/>
          </p:nvSpPr>
          <p:spPr>
            <a:xfrm>
              <a:off x="2867227" y="518181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69E">
                <a:alpha val="100000"/>
              </a:srgbClr>
            </a:solidFill>
            <a:ln w="5420" cap="flat">
              <a:solidFill>
                <a:srgbClr val="3A66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61" name="pg3561"/>
            <p:cNvSpPr/>
            <p:nvPr/>
          </p:nvSpPr>
          <p:spPr>
            <a:xfrm>
              <a:off x="2878865" y="518181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69E">
                <a:alpha val="100000"/>
              </a:srgbClr>
            </a:solidFill>
            <a:ln w="5420" cap="flat">
              <a:solidFill>
                <a:srgbClr val="3A66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62" name="pg3562"/>
            <p:cNvSpPr/>
            <p:nvPr/>
          </p:nvSpPr>
          <p:spPr>
            <a:xfrm>
              <a:off x="2890502" y="518181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69E">
                <a:alpha val="100000"/>
              </a:srgbClr>
            </a:solidFill>
            <a:ln w="5420" cap="flat">
              <a:solidFill>
                <a:srgbClr val="3A66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63" name="pg3563"/>
            <p:cNvSpPr/>
            <p:nvPr/>
          </p:nvSpPr>
          <p:spPr>
            <a:xfrm>
              <a:off x="4473179" y="518181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5794">
                <a:alpha val="100000"/>
              </a:srgbClr>
            </a:solidFill>
            <a:ln w="5420" cap="flat">
              <a:solidFill>
                <a:srgbClr val="3A579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64" name="pg3564"/>
            <p:cNvSpPr/>
            <p:nvPr/>
          </p:nvSpPr>
          <p:spPr>
            <a:xfrm>
              <a:off x="4484816" y="518181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5794">
                <a:alpha val="100000"/>
              </a:srgbClr>
            </a:solidFill>
            <a:ln w="5420" cap="flat">
              <a:solidFill>
                <a:srgbClr val="3A579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65" name="pg3565"/>
            <p:cNvSpPr/>
            <p:nvPr/>
          </p:nvSpPr>
          <p:spPr>
            <a:xfrm>
              <a:off x="4496454" y="518181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5793">
                <a:alpha val="100000"/>
              </a:srgbClr>
            </a:solidFill>
            <a:ln w="5420" cap="flat">
              <a:solidFill>
                <a:srgbClr val="3A579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66" name="pg3566"/>
            <p:cNvSpPr/>
            <p:nvPr/>
          </p:nvSpPr>
          <p:spPr>
            <a:xfrm>
              <a:off x="4508091" y="518181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5793">
                <a:alpha val="100000"/>
              </a:srgbClr>
            </a:solidFill>
            <a:ln w="5420" cap="flat">
              <a:solidFill>
                <a:srgbClr val="3A579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67" name="pg3567"/>
            <p:cNvSpPr/>
            <p:nvPr/>
          </p:nvSpPr>
          <p:spPr>
            <a:xfrm>
              <a:off x="4519728" y="518181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5793">
                <a:alpha val="100000"/>
              </a:srgbClr>
            </a:solidFill>
            <a:ln w="5420" cap="flat">
              <a:solidFill>
                <a:srgbClr val="3A579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68" name="pg3568"/>
            <p:cNvSpPr/>
            <p:nvPr/>
          </p:nvSpPr>
          <p:spPr>
            <a:xfrm>
              <a:off x="4531366" y="518181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5693">
                <a:alpha val="100000"/>
              </a:srgbClr>
            </a:solidFill>
            <a:ln w="5420" cap="flat">
              <a:solidFill>
                <a:srgbClr val="3A569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69" name="pg3569"/>
            <p:cNvSpPr/>
            <p:nvPr/>
          </p:nvSpPr>
          <p:spPr>
            <a:xfrm>
              <a:off x="4543003" y="518181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5693">
                <a:alpha val="100000"/>
              </a:srgbClr>
            </a:solidFill>
            <a:ln w="5420" cap="flat">
              <a:solidFill>
                <a:srgbClr val="3A569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70" name="pg3570"/>
            <p:cNvSpPr/>
            <p:nvPr/>
          </p:nvSpPr>
          <p:spPr>
            <a:xfrm>
              <a:off x="4554640" y="518181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5692">
                <a:alpha val="100000"/>
              </a:srgbClr>
            </a:solidFill>
            <a:ln w="5420" cap="flat">
              <a:solidFill>
                <a:srgbClr val="3A569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71" name="pg3571"/>
            <p:cNvSpPr/>
            <p:nvPr/>
          </p:nvSpPr>
          <p:spPr>
            <a:xfrm>
              <a:off x="4694288" y="518181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5692">
                <a:alpha val="100000"/>
              </a:srgbClr>
            </a:solidFill>
            <a:ln w="5420" cap="flat">
              <a:solidFill>
                <a:srgbClr val="3B569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72" name="pg3572"/>
            <p:cNvSpPr/>
            <p:nvPr/>
          </p:nvSpPr>
          <p:spPr>
            <a:xfrm>
              <a:off x="4705925" y="518181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5692">
                <a:alpha val="100000"/>
              </a:srgbClr>
            </a:solidFill>
            <a:ln w="5420" cap="flat">
              <a:solidFill>
                <a:srgbClr val="3B569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73" name="pg3573"/>
            <p:cNvSpPr/>
            <p:nvPr/>
          </p:nvSpPr>
          <p:spPr>
            <a:xfrm>
              <a:off x="4717563" y="518181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5692">
                <a:alpha val="100000"/>
              </a:srgbClr>
            </a:solidFill>
            <a:ln w="5420" cap="flat">
              <a:solidFill>
                <a:srgbClr val="3B569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74" name="pg3574"/>
            <p:cNvSpPr/>
            <p:nvPr/>
          </p:nvSpPr>
          <p:spPr>
            <a:xfrm>
              <a:off x="4729200" y="518181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5692">
                <a:alpha val="100000"/>
              </a:srgbClr>
            </a:solidFill>
            <a:ln w="5420" cap="flat">
              <a:solidFill>
                <a:srgbClr val="3B569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75" name="pg3575"/>
            <p:cNvSpPr/>
            <p:nvPr/>
          </p:nvSpPr>
          <p:spPr>
            <a:xfrm>
              <a:off x="4740837" y="518181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5692">
                <a:alpha val="100000"/>
              </a:srgbClr>
            </a:solidFill>
            <a:ln w="5420" cap="flat">
              <a:solidFill>
                <a:srgbClr val="3A569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76" name="pg3576"/>
            <p:cNvSpPr/>
            <p:nvPr/>
          </p:nvSpPr>
          <p:spPr>
            <a:xfrm>
              <a:off x="2855590" y="519611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79E">
                <a:alpha val="100000"/>
              </a:srgbClr>
            </a:solidFill>
            <a:ln w="5420" cap="flat">
              <a:solidFill>
                <a:srgbClr val="3A67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77" name="pg3577"/>
            <p:cNvSpPr/>
            <p:nvPr/>
          </p:nvSpPr>
          <p:spPr>
            <a:xfrm>
              <a:off x="2867227" y="519611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79E">
                <a:alpha val="100000"/>
              </a:srgbClr>
            </a:solidFill>
            <a:ln w="5420" cap="flat">
              <a:solidFill>
                <a:srgbClr val="3A67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78" name="pg3578"/>
            <p:cNvSpPr/>
            <p:nvPr/>
          </p:nvSpPr>
          <p:spPr>
            <a:xfrm>
              <a:off x="2878865" y="519611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79E">
                <a:alpha val="100000"/>
              </a:srgbClr>
            </a:solidFill>
            <a:ln w="5420" cap="flat">
              <a:solidFill>
                <a:srgbClr val="3A67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79" name="pg3579"/>
            <p:cNvSpPr/>
            <p:nvPr/>
          </p:nvSpPr>
          <p:spPr>
            <a:xfrm>
              <a:off x="2890502" y="519611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79E">
                <a:alpha val="100000"/>
              </a:srgbClr>
            </a:solidFill>
            <a:ln w="5420" cap="flat">
              <a:solidFill>
                <a:srgbClr val="3A67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80" name="pg3580"/>
            <p:cNvSpPr/>
            <p:nvPr/>
          </p:nvSpPr>
          <p:spPr>
            <a:xfrm>
              <a:off x="4484816" y="519611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5794">
                <a:alpha val="100000"/>
              </a:srgbClr>
            </a:solidFill>
            <a:ln w="5420" cap="flat">
              <a:solidFill>
                <a:srgbClr val="3A579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81" name="pg3581"/>
            <p:cNvSpPr/>
            <p:nvPr/>
          </p:nvSpPr>
          <p:spPr>
            <a:xfrm>
              <a:off x="4496454" y="519611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5794">
                <a:alpha val="100000"/>
              </a:srgbClr>
            </a:solidFill>
            <a:ln w="5420" cap="flat">
              <a:solidFill>
                <a:srgbClr val="3A579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82" name="pg3582"/>
            <p:cNvSpPr/>
            <p:nvPr/>
          </p:nvSpPr>
          <p:spPr>
            <a:xfrm>
              <a:off x="4508091" y="519611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5794">
                <a:alpha val="100000"/>
              </a:srgbClr>
            </a:solidFill>
            <a:ln w="5420" cap="flat">
              <a:solidFill>
                <a:srgbClr val="3A579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83" name="pg3583"/>
            <p:cNvSpPr/>
            <p:nvPr/>
          </p:nvSpPr>
          <p:spPr>
            <a:xfrm>
              <a:off x="4519728" y="519611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5793">
                <a:alpha val="100000"/>
              </a:srgbClr>
            </a:solidFill>
            <a:ln w="5420" cap="flat">
              <a:solidFill>
                <a:srgbClr val="3A579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84" name="pg3584"/>
            <p:cNvSpPr/>
            <p:nvPr/>
          </p:nvSpPr>
          <p:spPr>
            <a:xfrm>
              <a:off x="4531366" y="519611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5793">
                <a:alpha val="100000"/>
              </a:srgbClr>
            </a:solidFill>
            <a:ln w="5420" cap="flat">
              <a:solidFill>
                <a:srgbClr val="3A579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85" name="pg3585"/>
            <p:cNvSpPr/>
            <p:nvPr/>
          </p:nvSpPr>
          <p:spPr>
            <a:xfrm>
              <a:off x="4543003" y="519611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5793">
                <a:alpha val="100000"/>
              </a:srgbClr>
            </a:solidFill>
            <a:ln w="5420" cap="flat">
              <a:solidFill>
                <a:srgbClr val="3A579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86" name="pg3586"/>
            <p:cNvSpPr/>
            <p:nvPr/>
          </p:nvSpPr>
          <p:spPr>
            <a:xfrm>
              <a:off x="4694288" y="519611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5692">
                <a:alpha val="100000"/>
              </a:srgbClr>
            </a:solidFill>
            <a:ln w="5420" cap="flat">
              <a:solidFill>
                <a:srgbClr val="3A569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87" name="pg3587"/>
            <p:cNvSpPr/>
            <p:nvPr/>
          </p:nvSpPr>
          <p:spPr>
            <a:xfrm>
              <a:off x="4705925" y="519611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5692">
                <a:alpha val="100000"/>
              </a:srgbClr>
            </a:solidFill>
            <a:ln w="5420" cap="flat">
              <a:solidFill>
                <a:srgbClr val="3A569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88" name="pg3588"/>
            <p:cNvSpPr/>
            <p:nvPr/>
          </p:nvSpPr>
          <p:spPr>
            <a:xfrm>
              <a:off x="4717563" y="519611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5692">
                <a:alpha val="100000"/>
              </a:srgbClr>
            </a:solidFill>
            <a:ln w="5420" cap="flat">
              <a:solidFill>
                <a:srgbClr val="3A569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89" name="pg3589"/>
            <p:cNvSpPr/>
            <p:nvPr/>
          </p:nvSpPr>
          <p:spPr>
            <a:xfrm>
              <a:off x="4729200" y="519611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5692">
                <a:alpha val="100000"/>
              </a:srgbClr>
            </a:solidFill>
            <a:ln w="5420" cap="flat">
              <a:solidFill>
                <a:srgbClr val="3A569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90" name="pg3590"/>
            <p:cNvSpPr/>
            <p:nvPr/>
          </p:nvSpPr>
          <p:spPr>
            <a:xfrm>
              <a:off x="4740837" y="519611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5692">
                <a:alpha val="100000"/>
              </a:srgbClr>
            </a:solidFill>
            <a:ln w="5420" cap="flat">
              <a:solidFill>
                <a:srgbClr val="3A569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91" name="pg3591"/>
            <p:cNvSpPr/>
            <p:nvPr/>
          </p:nvSpPr>
          <p:spPr>
            <a:xfrm>
              <a:off x="2855590" y="521041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79E">
                <a:alpha val="100000"/>
              </a:srgbClr>
            </a:solidFill>
            <a:ln w="5420" cap="flat">
              <a:solidFill>
                <a:srgbClr val="3A67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92" name="pg3592"/>
            <p:cNvSpPr/>
            <p:nvPr/>
          </p:nvSpPr>
          <p:spPr>
            <a:xfrm>
              <a:off x="2867227" y="521041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79E">
                <a:alpha val="100000"/>
              </a:srgbClr>
            </a:solidFill>
            <a:ln w="5420" cap="flat">
              <a:solidFill>
                <a:srgbClr val="3A67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93" name="pg3593"/>
            <p:cNvSpPr/>
            <p:nvPr/>
          </p:nvSpPr>
          <p:spPr>
            <a:xfrm>
              <a:off x="2878865" y="521041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79E">
                <a:alpha val="100000"/>
              </a:srgbClr>
            </a:solidFill>
            <a:ln w="5420" cap="flat">
              <a:solidFill>
                <a:srgbClr val="3A67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94" name="pg3594"/>
            <p:cNvSpPr/>
            <p:nvPr/>
          </p:nvSpPr>
          <p:spPr>
            <a:xfrm>
              <a:off x="2890502" y="521041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79E">
                <a:alpha val="100000"/>
              </a:srgbClr>
            </a:solidFill>
            <a:ln w="5420" cap="flat">
              <a:solidFill>
                <a:srgbClr val="3A67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95" name="pg3595"/>
            <p:cNvSpPr/>
            <p:nvPr/>
          </p:nvSpPr>
          <p:spPr>
            <a:xfrm>
              <a:off x="2902139" y="521041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79E">
                <a:alpha val="100000"/>
              </a:srgbClr>
            </a:solidFill>
            <a:ln w="5420" cap="flat">
              <a:solidFill>
                <a:srgbClr val="3A67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96" name="pg3596"/>
            <p:cNvSpPr/>
            <p:nvPr/>
          </p:nvSpPr>
          <p:spPr>
            <a:xfrm>
              <a:off x="4484816" y="521041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5894">
                <a:alpha val="100000"/>
              </a:srgbClr>
            </a:solidFill>
            <a:ln w="5420" cap="flat">
              <a:solidFill>
                <a:srgbClr val="3A589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97" name="pg3597"/>
            <p:cNvSpPr/>
            <p:nvPr/>
          </p:nvSpPr>
          <p:spPr>
            <a:xfrm>
              <a:off x="4496454" y="521041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5794">
                <a:alpha val="100000"/>
              </a:srgbClr>
            </a:solidFill>
            <a:ln w="5420" cap="flat">
              <a:solidFill>
                <a:srgbClr val="3A579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98" name="pg3598"/>
            <p:cNvSpPr/>
            <p:nvPr/>
          </p:nvSpPr>
          <p:spPr>
            <a:xfrm>
              <a:off x="4508091" y="521041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5794">
                <a:alpha val="100000"/>
              </a:srgbClr>
            </a:solidFill>
            <a:ln w="5420" cap="flat">
              <a:solidFill>
                <a:srgbClr val="3A579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99" name="pg3599"/>
            <p:cNvSpPr/>
            <p:nvPr/>
          </p:nvSpPr>
          <p:spPr>
            <a:xfrm>
              <a:off x="4519728" y="521041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5794">
                <a:alpha val="100000"/>
              </a:srgbClr>
            </a:solidFill>
            <a:ln w="5420" cap="flat">
              <a:solidFill>
                <a:srgbClr val="3A579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00" name="pg3600"/>
            <p:cNvSpPr/>
            <p:nvPr/>
          </p:nvSpPr>
          <p:spPr>
            <a:xfrm>
              <a:off x="4531366" y="521041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5793">
                <a:alpha val="100000"/>
              </a:srgbClr>
            </a:solidFill>
            <a:ln w="5420" cap="flat">
              <a:solidFill>
                <a:srgbClr val="3A579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01" name="pg3601"/>
            <p:cNvSpPr/>
            <p:nvPr/>
          </p:nvSpPr>
          <p:spPr>
            <a:xfrm>
              <a:off x="4543003" y="521041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5793">
                <a:alpha val="100000"/>
              </a:srgbClr>
            </a:solidFill>
            <a:ln w="5420" cap="flat">
              <a:solidFill>
                <a:srgbClr val="3A579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02" name="pg3602"/>
            <p:cNvSpPr/>
            <p:nvPr/>
          </p:nvSpPr>
          <p:spPr>
            <a:xfrm>
              <a:off x="4694288" y="521041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5692">
                <a:alpha val="100000"/>
              </a:srgbClr>
            </a:solidFill>
            <a:ln w="5420" cap="flat">
              <a:solidFill>
                <a:srgbClr val="3A569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03" name="pg3603"/>
            <p:cNvSpPr/>
            <p:nvPr/>
          </p:nvSpPr>
          <p:spPr>
            <a:xfrm>
              <a:off x="4705925" y="521041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5692">
                <a:alpha val="100000"/>
              </a:srgbClr>
            </a:solidFill>
            <a:ln w="5420" cap="flat">
              <a:solidFill>
                <a:srgbClr val="3A569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04" name="pg3604"/>
            <p:cNvSpPr/>
            <p:nvPr/>
          </p:nvSpPr>
          <p:spPr>
            <a:xfrm>
              <a:off x="4717563" y="521041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5692">
                <a:alpha val="100000"/>
              </a:srgbClr>
            </a:solidFill>
            <a:ln w="5420" cap="flat">
              <a:solidFill>
                <a:srgbClr val="3A569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05" name="pg3605"/>
            <p:cNvSpPr/>
            <p:nvPr/>
          </p:nvSpPr>
          <p:spPr>
            <a:xfrm>
              <a:off x="4729200" y="521041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5693">
                <a:alpha val="100000"/>
              </a:srgbClr>
            </a:solidFill>
            <a:ln w="5420" cap="flat">
              <a:solidFill>
                <a:srgbClr val="3A569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06" name="pg3606"/>
            <p:cNvSpPr/>
            <p:nvPr/>
          </p:nvSpPr>
          <p:spPr>
            <a:xfrm>
              <a:off x="4740837" y="521041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5693">
                <a:alpha val="100000"/>
              </a:srgbClr>
            </a:solidFill>
            <a:ln w="5420" cap="flat">
              <a:solidFill>
                <a:srgbClr val="3A569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07" name="pg3607"/>
            <p:cNvSpPr/>
            <p:nvPr/>
          </p:nvSpPr>
          <p:spPr>
            <a:xfrm>
              <a:off x="2855590" y="522471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79E">
                <a:alpha val="100000"/>
              </a:srgbClr>
            </a:solidFill>
            <a:ln w="5420" cap="flat">
              <a:solidFill>
                <a:srgbClr val="3A67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08" name="pg3608"/>
            <p:cNvSpPr/>
            <p:nvPr/>
          </p:nvSpPr>
          <p:spPr>
            <a:xfrm>
              <a:off x="2867227" y="522471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79E">
                <a:alpha val="100000"/>
              </a:srgbClr>
            </a:solidFill>
            <a:ln w="5420" cap="flat">
              <a:solidFill>
                <a:srgbClr val="3A67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09" name="pg3609"/>
            <p:cNvSpPr/>
            <p:nvPr/>
          </p:nvSpPr>
          <p:spPr>
            <a:xfrm>
              <a:off x="2878865" y="522471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79E">
                <a:alpha val="100000"/>
              </a:srgbClr>
            </a:solidFill>
            <a:ln w="5420" cap="flat">
              <a:solidFill>
                <a:srgbClr val="3A67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10" name="pg3610"/>
            <p:cNvSpPr/>
            <p:nvPr/>
          </p:nvSpPr>
          <p:spPr>
            <a:xfrm>
              <a:off x="2890502" y="522471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79E">
                <a:alpha val="100000"/>
              </a:srgbClr>
            </a:solidFill>
            <a:ln w="5420" cap="flat">
              <a:solidFill>
                <a:srgbClr val="3A67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11" name="pg3611"/>
            <p:cNvSpPr/>
            <p:nvPr/>
          </p:nvSpPr>
          <p:spPr>
            <a:xfrm>
              <a:off x="2902139" y="522471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79E">
                <a:alpha val="100000"/>
              </a:srgbClr>
            </a:solidFill>
            <a:ln w="5420" cap="flat">
              <a:solidFill>
                <a:srgbClr val="3A67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12" name="pg3612"/>
            <p:cNvSpPr/>
            <p:nvPr/>
          </p:nvSpPr>
          <p:spPr>
            <a:xfrm>
              <a:off x="4496454" y="522471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5894">
                <a:alpha val="100000"/>
              </a:srgbClr>
            </a:solidFill>
            <a:ln w="5420" cap="flat">
              <a:solidFill>
                <a:srgbClr val="3A589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13" name="pg3613"/>
            <p:cNvSpPr/>
            <p:nvPr/>
          </p:nvSpPr>
          <p:spPr>
            <a:xfrm>
              <a:off x="4508091" y="522471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5894">
                <a:alpha val="100000"/>
              </a:srgbClr>
            </a:solidFill>
            <a:ln w="5420" cap="flat">
              <a:solidFill>
                <a:srgbClr val="3A589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14" name="pg3614"/>
            <p:cNvSpPr/>
            <p:nvPr/>
          </p:nvSpPr>
          <p:spPr>
            <a:xfrm>
              <a:off x="4519728" y="522471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5794">
                <a:alpha val="100000"/>
              </a:srgbClr>
            </a:solidFill>
            <a:ln w="5420" cap="flat">
              <a:solidFill>
                <a:srgbClr val="3A579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15" name="pg3615"/>
            <p:cNvSpPr/>
            <p:nvPr/>
          </p:nvSpPr>
          <p:spPr>
            <a:xfrm>
              <a:off x="4531366" y="522471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5794">
                <a:alpha val="100000"/>
              </a:srgbClr>
            </a:solidFill>
            <a:ln w="5420" cap="flat">
              <a:solidFill>
                <a:srgbClr val="3A579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16" name="pg3616"/>
            <p:cNvSpPr/>
            <p:nvPr/>
          </p:nvSpPr>
          <p:spPr>
            <a:xfrm>
              <a:off x="4543003" y="522471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5794">
                <a:alpha val="100000"/>
              </a:srgbClr>
            </a:solidFill>
            <a:ln w="5420" cap="flat">
              <a:solidFill>
                <a:srgbClr val="3A579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17" name="pg3617"/>
            <p:cNvSpPr/>
            <p:nvPr/>
          </p:nvSpPr>
          <p:spPr>
            <a:xfrm>
              <a:off x="4694288" y="522471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5793">
                <a:alpha val="100000"/>
              </a:srgbClr>
            </a:solidFill>
            <a:ln w="5420" cap="flat">
              <a:solidFill>
                <a:srgbClr val="3A579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18" name="pg3618"/>
            <p:cNvSpPr/>
            <p:nvPr/>
          </p:nvSpPr>
          <p:spPr>
            <a:xfrm>
              <a:off x="4705925" y="522471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5793">
                <a:alpha val="100000"/>
              </a:srgbClr>
            </a:solidFill>
            <a:ln w="5420" cap="flat">
              <a:solidFill>
                <a:srgbClr val="3A579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19" name="pg3619"/>
            <p:cNvSpPr/>
            <p:nvPr/>
          </p:nvSpPr>
          <p:spPr>
            <a:xfrm>
              <a:off x="4717563" y="522471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5793">
                <a:alpha val="100000"/>
              </a:srgbClr>
            </a:solidFill>
            <a:ln w="5420" cap="flat">
              <a:solidFill>
                <a:srgbClr val="3A579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20" name="pg3620"/>
            <p:cNvSpPr/>
            <p:nvPr/>
          </p:nvSpPr>
          <p:spPr>
            <a:xfrm>
              <a:off x="4729200" y="522471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5793">
                <a:alpha val="100000"/>
              </a:srgbClr>
            </a:solidFill>
            <a:ln w="5420" cap="flat">
              <a:solidFill>
                <a:srgbClr val="3A579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21" name="pg3621"/>
            <p:cNvSpPr/>
            <p:nvPr/>
          </p:nvSpPr>
          <p:spPr>
            <a:xfrm>
              <a:off x="2867227" y="523901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79E">
                <a:alpha val="100000"/>
              </a:srgbClr>
            </a:solidFill>
            <a:ln w="5420" cap="flat">
              <a:solidFill>
                <a:srgbClr val="3A67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22" name="pg3622"/>
            <p:cNvSpPr/>
            <p:nvPr/>
          </p:nvSpPr>
          <p:spPr>
            <a:xfrm>
              <a:off x="2878865" y="523901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89F">
                <a:alpha val="100000"/>
              </a:srgbClr>
            </a:solidFill>
            <a:ln w="5420" cap="flat">
              <a:solidFill>
                <a:srgbClr val="3A68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23" name="pg3623"/>
            <p:cNvSpPr/>
            <p:nvPr/>
          </p:nvSpPr>
          <p:spPr>
            <a:xfrm>
              <a:off x="2890502" y="523901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89F">
                <a:alpha val="100000"/>
              </a:srgbClr>
            </a:solidFill>
            <a:ln w="5420" cap="flat">
              <a:solidFill>
                <a:srgbClr val="3A68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24" name="pg3624"/>
            <p:cNvSpPr/>
            <p:nvPr/>
          </p:nvSpPr>
          <p:spPr>
            <a:xfrm>
              <a:off x="2902139" y="523901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89F">
                <a:alpha val="100000"/>
              </a:srgbClr>
            </a:solidFill>
            <a:ln w="5420" cap="flat">
              <a:solidFill>
                <a:srgbClr val="3A68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25" name="pg3625"/>
            <p:cNvSpPr/>
            <p:nvPr/>
          </p:nvSpPr>
          <p:spPr>
            <a:xfrm>
              <a:off x="2913777" y="523901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89F">
                <a:alpha val="100000"/>
              </a:srgbClr>
            </a:solidFill>
            <a:ln w="5420" cap="flat">
              <a:solidFill>
                <a:srgbClr val="3A68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26" name="pg3626"/>
            <p:cNvSpPr/>
            <p:nvPr/>
          </p:nvSpPr>
          <p:spPr>
            <a:xfrm>
              <a:off x="4508091" y="523901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5895">
                <a:alpha val="100000"/>
              </a:srgbClr>
            </a:solidFill>
            <a:ln w="5420" cap="flat">
              <a:solidFill>
                <a:srgbClr val="3A589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27" name="pg3627"/>
            <p:cNvSpPr/>
            <p:nvPr/>
          </p:nvSpPr>
          <p:spPr>
            <a:xfrm>
              <a:off x="4519728" y="523901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5895">
                <a:alpha val="100000"/>
              </a:srgbClr>
            </a:solidFill>
            <a:ln w="5420" cap="flat">
              <a:solidFill>
                <a:srgbClr val="3A589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28" name="pg3628"/>
            <p:cNvSpPr/>
            <p:nvPr/>
          </p:nvSpPr>
          <p:spPr>
            <a:xfrm>
              <a:off x="4531366" y="523901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5894">
                <a:alpha val="100000"/>
              </a:srgbClr>
            </a:solidFill>
            <a:ln w="5420" cap="flat">
              <a:solidFill>
                <a:srgbClr val="3A589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29" name="pg3629"/>
            <p:cNvSpPr/>
            <p:nvPr/>
          </p:nvSpPr>
          <p:spPr>
            <a:xfrm>
              <a:off x="4543003" y="523901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5894">
                <a:alpha val="100000"/>
              </a:srgbClr>
            </a:solidFill>
            <a:ln w="5420" cap="flat">
              <a:solidFill>
                <a:srgbClr val="3A589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30" name="pg3630"/>
            <p:cNvSpPr/>
            <p:nvPr/>
          </p:nvSpPr>
          <p:spPr>
            <a:xfrm>
              <a:off x="4554640" y="523901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5894">
                <a:alpha val="100000"/>
              </a:srgbClr>
            </a:solidFill>
            <a:ln w="5420" cap="flat">
              <a:solidFill>
                <a:srgbClr val="3A589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31" name="pg3631"/>
            <p:cNvSpPr/>
            <p:nvPr/>
          </p:nvSpPr>
          <p:spPr>
            <a:xfrm>
              <a:off x="4694288" y="523901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5794">
                <a:alpha val="100000"/>
              </a:srgbClr>
            </a:solidFill>
            <a:ln w="5420" cap="flat">
              <a:solidFill>
                <a:srgbClr val="3A579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32" name="pg3632"/>
            <p:cNvSpPr/>
            <p:nvPr/>
          </p:nvSpPr>
          <p:spPr>
            <a:xfrm>
              <a:off x="4705925" y="523901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5794">
                <a:alpha val="100000"/>
              </a:srgbClr>
            </a:solidFill>
            <a:ln w="5420" cap="flat">
              <a:solidFill>
                <a:srgbClr val="3A579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33" name="pg3633"/>
            <p:cNvSpPr/>
            <p:nvPr/>
          </p:nvSpPr>
          <p:spPr>
            <a:xfrm>
              <a:off x="4717563" y="523901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5794">
                <a:alpha val="100000"/>
              </a:srgbClr>
            </a:solidFill>
            <a:ln w="5420" cap="flat">
              <a:solidFill>
                <a:srgbClr val="3A579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34" name="pg3634"/>
            <p:cNvSpPr/>
            <p:nvPr/>
          </p:nvSpPr>
          <p:spPr>
            <a:xfrm>
              <a:off x="4729200" y="523901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5794">
                <a:alpha val="100000"/>
              </a:srgbClr>
            </a:solidFill>
            <a:ln w="5420" cap="flat">
              <a:solidFill>
                <a:srgbClr val="3A579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35" name="pg3635"/>
            <p:cNvSpPr/>
            <p:nvPr/>
          </p:nvSpPr>
          <p:spPr>
            <a:xfrm>
              <a:off x="2867227" y="525331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89F">
                <a:alpha val="100000"/>
              </a:srgbClr>
            </a:solidFill>
            <a:ln w="5420" cap="flat">
              <a:solidFill>
                <a:srgbClr val="3A68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36" name="pg3636"/>
            <p:cNvSpPr/>
            <p:nvPr/>
          </p:nvSpPr>
          <p:spPr>
            <a:xfrm>
              <a:off x="2878865" y="525331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89F">
                <a:alpha val="100000"/>
              </a:srgbClr>
            </a:solidFill>
            <a:ln w="5420" cap="flat">
              <a:solidFill>
                <a:srgbClr val="3A68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37" name="pg3637"/>
            <p:cNvSpPr/>
            <p:nvPr/>
          </p:nvSpPr>
          <p:spPr>
            <a:xfrm>
              <a:off x="2890502" y="525331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89F">
                <a:alpha val="100000"/>
              </a:srgbClr>
            </a:solidFill>
            <a:ln w="5420" cap="flat">
              <a:solidFill>
                <a:srgbClr val="3A68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38" name="pg3638"/>
            <p:cNvSpPr/>
            <p:nvPr/>
          </p:nvSpPr>
          <p:spPr>
            <a:xfrm>
              <a:off x="2902139" y="525331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89F">
                <a:alpha val="100000"/>
              </a:srgbClr>
            </a:solidFill>
            <a:ln w="5420" cap="flat">
              <a:solidFill>
                <a:srgbClr val="3A68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39" name="pg3639"/>
            <p:cNvSpPr/>
            <p:nvPr/>
          </p:nvSpPr>
          <p:spPr>
            <a:xfrm>
              <a:off x="2913777" y="525331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89F">
                <a:alpha val="100000"/>
              </a:srgbClr>
            </a:solidFill>
            <a:ln w="5420" cap="flat">
              <a:solidFill>
                <a:srgbClr val="3A68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40" name="pg3640"/>
            <p:cNvSpPr/>
            <p:nvPr/>
          </p:nvSpPr>
          <p:spPr>
            <a:xfrm>
              <a:off x="2925414" y="525331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89F">
                <a:alpha val="100000"/>
              </a:srgbClr>
            </a:solidFill>
            <a:ln w="5420" cap="flat">
              <a:solidFill>
                <a:srgbClr val="3A68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41" name="pg3641"/>
            <p:cNvSpPr/>
            <p:nvPr/>
          </p:nvSpPr>
          <p:spPr>
            <a:xfrm>
              <a:off x="4508091" y="525331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5895">
                <a:alpha val="100000"/>
              </a:srgbClr>
            </a:solidFill>
            <a:ln w="5420" cap="flat">
              <a:solidFill>
                <a:srgbClr val="3A589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42" name="pg3642"/>
            <p:cNvSpPr/>
            <p:nvPr/>
          </p:nvSpPr>
          <p:spPr>
            <a:xfrm>
              <a:off x="4519728" y="525331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5895">
                <a:alpha val="100000"/>
              </a:srgbClr>
            </a:solidFill>
            <a:ln w="5420" cap="flat">
              <a:solidFill>
                <a:srgbClr val="3A589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43" name="pg3643"/>
            <p:cNvSpPr/>
            <p:nvPr/>
          </p:nvSpPr>
          <p:spPr>
            <a:xfrm>
              <a:off x="4531366" y="525331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5895">
                <a:alpha val="100000"/>
              </a:srgbClr>
            </a:solidFill>
            <a:ln w="5420" cap="flat">
              <a:solidFill>
                <a:srgbClr val="3A589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44" name="pg3644"/>
            <p:cNvSpPr/>
            <p:nvPr/>
          </p:nvSpPr>
          <p:spPr>
            <a:xfrm>
              <a:off x="4543003" y="525331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5895">
                <a:alpha val="100000"/>
              </a:srgbClr>
            </a:solidFill>
            <a:ln w="5420" cap="flat">
              <a:solidFill>
                <a:srgbClr val="3A589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45" name="pg3645"/>
            <p:cNvSpPr/>
            <p:nvPr/>
          </p:nvSpPr>
          <p:spPr>
            <a:xfrm>
              <a:off x="4554640" y="525331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5895">
                <a:alpha val="100000"/>
              </a:srgbClr>
            </a:solidFill>
            <a:ln w="5420" cap="flat">
              <a:solidFill>
                <a:srgbClr val="3A589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46" name="pg3646"/>
            <p:cNvSpPr/>
            <p:nvPr/>
          </p:nvSpPr>
          <p:spPr>
            <a:xfrm>
              <a:off x="4694288" y="525331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5794">
                <a:alpha val="100000"/>
              </a:srgbClr>
            </a:solidFill>
            <a:ln w="5420" cap="flat">
              <a:solidFill>
                <a:srgbClr val="3A579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47" name="pg3647"/>
            <p:cNvSpPr/>
            <p:nvPr/>
          </p:nvSpPr>
          <p:spPr>
            <a:xfrm>
              <a:off x="4705925" y="525331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5794">
                <a:alpha val="100000"/>
              </a:srgbClr>
            </a:solidFill>
            <a:ln w="5420" cap="flat">
              <a:solidFill>
                <a:srgbClr val="3A579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48" name="pg3648"/>
            <p:cNvSpPr/>
            <p:nvPr/>
          </p:nvSpPr>
          <p:spPr>
            <a:xfrm>
              <a:off x="4717563" y="525331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5794">
                <a:alpha val="100000"/>
              </a:srgbClr>
            </a:solidFill>
            <a:ln w="5420" cap="flat">
              <a:solidFill>
                <a:srgbClr val="3A579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49" name="pg3649"/>
            <p:cNvSpPr/>
            <p:nvPr/>
          </p:nvSpPr>
          <p:spPr>
            <a:xfrm>
              <a:off x="4729200" y="525331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5794">
                <a:alpha val="100000"/>
              </a:srgbClr>
            </a:solidFill>
            <a:ln w="5420" cap="flat">
              <a:solidFill>
                <a:srgbClr val="3A579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50" name="pg3650"/>
            <p:cNvSpPr/>
            <p:nvPr/>
          </p:nvSpPr>
          <p:spPr>
            <a:xfrm>
              <a:off x="2878865" y="526761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89F">
                <a:alpha val="100000"/>
              </a:srgbClr>
            </a:solidFill>
            <a:ln w="5420" cap="flat">
              <a:solidFill>
                <a:srgbClr val="3A68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51" name="pg3651"/>
            <p:cNvSpPr/>
            <p:nvPr/>
          </p:nvSpPr>
          <p:spPr>
            <a:xfrm>
              <a:off x="2890502" y="526761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89F">
                <a:alpha val="100000"/>
              </a:srgbClr>
            </a:solidFill>
            <a:ln w="5420" cap="flat">
              <a:solidFill>
                <a:srgbClr val="3A68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52" name="pg3652"/>
            <p:cNvSpPr/>
            <p:nvPr/>
          </p:nvSpPr>
          <p:spPr>
            <a:xfrm>
              <a:off x="2902139" y="526761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89F">
                <a:alpha val="100000"/>
              </a:srgbClr>
            </a:solidFill>
            <a:ln w="5420" cap="flat">
              <a:solidFill>
                <a:srgbClr val="3A68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53" name="pg3653"/>
            <p:cNvSpPr/>
            <p:nvPr/>
          </p:nvSpPr>
          <p:spPr>
            <a:xfrm>
              <a:off x="2913777" y="526761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89F">
                <a:alpha val="100000"/>
              </a:srgbClr>
            </a:solidFill>
            <a:ln w="5420" cap="flat">
              <a:solidFill>
                <a:srgbClr val="3A68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54" name="pg3654"/>
            <p:cNvSpPr/>
            <p:nvPr/>
          </p:nvSpPr>
          <p:spPr>
            <a:xfrm>
              <a:off x="2925414" y="526761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89F">
                <a:alpha val="100000"/>
              </a:srgbClr>
            </a:solidFill>
            <a:ln w="5420" cap="flat">
              <a:solidFill>
                <a:srgbClr val="3A68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55" name="pg3655"/>
            <p:cNvSpPr/>
            <p:nvPr/>
          </p:nvSpPr>
          <p:spPr>
            <a:xfrm>
              <a:off x="4508091" y="526761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5895">
                <a:alpha val="100000"/>
              </a:srgbClr>
            </a:solidFill>
            <a:ln w="5420" cap="flat">
              <a:solidFill>
                <a:srgbClr val="3A589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56" name="pg3656"/>
            <p:cNvSpPr/>
            <p:nvPr/>
          </p:nvSpPr>
          <p:spPr>
            <a:xfrm>
              <a:off x="4519728" y="526761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5895">
                <a:alpha val="100000"/>
              </a:srgbClr>
            </a:solidFill>
            <a:ln w="5420" cap="flat">
              <a:solidFill>
                <a:srgbClr val="3A589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57" name="pg3657"/>
            <p:cNvSpPr/>
            <p:nvPr/>
          </p:nvSpPr>
          <p:spPr>
            <a:xfrm>
              <a:off x="4531366" y="526761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5895">
                <a:alpha val="100000"/>
              </a:srgbClr>
            </a:solidFill>
            <a:ln w="5420" cap="flat">
              <a:solidFill>
                <a:srgbClr val="3A589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58" name="pg3658"/>
            <p:cNvSpPr/>
            <p:nvPr/>
          </p:nvSpPr>
          <p:spPr>
            <a:xfrm>
              <a:off x="4543003" y="526761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5895">
                <a:alpha val="100000"/>
              </a:srgbClr>
            </a:solidFill>
            <a:ln w="5420" cap="flat">
              <a:solidFill>
                <a:srgbClr val="3A589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59" name="pg3659"/>
            <p:cNvSpPr/>
            <p:nvPr/>
          </p:nvSpPr>
          <p:spPr>
            <a:xfrm>
              <a:off x="4554640" y="526761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5895">
                <a:alpha val="100000"/>
              </a:srgbClr>
            </a:solidFill>
            <a:ln w="5420" cap="flat">
              <a:solidFill>
                <a:srgbClr val="3A589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60" name="pg3660"/>
            <p:cNvSpPr/>
            <p:nvPr/>
          </p:nvSpPr>
          <p:spPr>
            <a:xfrm>
              <a:off x="4566278" y="526761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5895">
                <a:alpha val="100000"/>
              </a:srgbClr>
            </a:solidFill>
            <a:ln w="5420" cap="flat">
              <a:solidFill>
                <a:srgbClr val="3A589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61" name="pg3661"/>
            <p:cNvSpPr/>
            <p:nvPr/>
          </p:nvSpPr>
          <p:spPr>
            <a:xfrm>
              <a:off x="4577915" y="526761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5895">
                <a:alpha val="100000"/>
              </a:srgbClr>
            </a:solidFill>
            <a:ln w="5420" cap="flat">
              <a:solidFill>
                <a:srgbClr val="3A589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62" name="pg3662"/>
            <p:cNvSpPr/>
            <p:nvPr/>
          </p:nvSpPr>
          <p:spPr>
            <a:xfrm>
              <a:off x="4589552" y="526761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5895">
                <a:alpha val="100000"/>
              </a:srgbClr>
            </a:solidFill>
            <a:ln w="5420" cap="flat">
              <a:solidFill>
                <a:srgbClr val="3A589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63" name="pg3663"/>
            <p:cNvSpPr/>
            <p:nvPr/>
          </p:nvSpPr>
          <p:spPr>
            <a:xfrm>
              <a:off x="4694288" y="526761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5894">
                <a:alpha val="100000"/>
              </a:srgbClr>
            </a:solidFill>
            <a:ln w="5420" cap="flat">
              <a:solidFill>
                <a:srgbClr val="3A589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64" name="pg3664"/>
            <p:cNvSpPr/>
            <p:nvPr/>
          </p:nvSpPr>
          <p:spPr>
            <a:xfrm>
              <a:off x="4705925" y="526761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5894">
                <a:alpha val="100000"/>
              </a:srgbClr>
            </a:solidFill>
            <a:ln w="5420" cap="flat">
              <a:solidFill>
                <a:srgbClr val="3A589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65" name="pg3665"/>
            <p:cNvSpPr/>
            <p:nvPr/>
          </p:nvSpPr>
          <p:spPr>
            <a:xfrm>
              <a:off x="4717563" y="526761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5894">
                <a:alpha val="100000"/>
              </a:srgbClr>
            </a:solidFill>
            <a:ln w="5420" cap="flat">
              <a:solidFill>
                <a:srgbClr val="3A589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66" name="pg3666"/>
            <p:cNvSpPr/>
            <p:nvPr/>
          </p:nvSpPr>
          <p:spPr>
            <a:xfrm>
              <a:off x="4729200" y="526761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5894">
                <a:alpha val="100000"/>
              </a:srgbClr>
            </a:solidFill>
            <a:ln w="5420" cap="flat">
              <a:solidFill>
                <a:srgbClr val="3A589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67" name="pg3667"/>
            <p:cNvSpPr/>
            <p:nvPr/>
          </p:nvSpPr>
          <p:spPr>
            <a:xfrm>
              <a:off x="2890502" y="528191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89F">
                <a:alpha val="100000"/>
              </a:srgbClr>
            </a:solidFill>
            <a:ln w="5420" cap="flat">
              <a:solidFill>
                <a:srgbClr val="3A68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68" name="pg3668"/>
            <p:cNvSpPr/>
            <p:nvPr/>
          </p:nvSpPr>
          <p:spPr>
            <a:xfrm>
              <a:off x="2902139" y="528191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89F">
                <a:alpha val="100000"/>
              </a:srgbClr>
            </a:solidFill>
            <a:ln w="5420" cap="flat">
              <a:solidFill>
                <a:srgbClr val="3A68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69" name="pg3669"/>
            <p:cNvSpPr/>
            <p:nvPr/>
          </p:nvSpPr>
          <p:spPr>
            <a:xfrm>
              <a:off x="2913777" y="528191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89F">
                <a:alpha val="100000"/>
              </a:srgbClr>
            </a:solidFill>
            <a:ln w="5420" cap="flat">
              <a:solidFill>
                <a:srgbClr val="3A68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70" name="pg3670"/>
            <p:cNvSpPr/>
            <p:nvPr/>
          </p:nvSpPr>
          <p:spPr>
            <a:xfrm>
              <a:off x="2925414" y="528191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89F">
                <a:alpha val="100000"/>
              </a:srgbClr>
            </a:solidFill>
            <a:ln w="5420" cap="flat">
              <a:solidFill>
                <a:srgbClr val="3A68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71" name="pg3671"/>
            <p:cNvSpPr/>
            <p:nvPr/>
          </p:nvSpPr>
          <p:spPr>
            <a:xfrm>
              <a:off x="4519728" y="528191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5996">
                <a:alpha val="100000"/>
              </a:srgbClr>
            </a:solidFill>
            <a:ln w="5420" cap="flat">
              <a:solidFill>
                <a:srgbClr val="3A599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72" name="pg3672"/>
            <p:cNvSpPr/>
            <p:nvPr/>
          </p:nvSpPr>
          <p:spPr>
            <a:xfrm>
              <a:off x="4531366" y="528191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5895">
                <a:alpha val="100000"/>
              </a:srgbClr>
            </a:solidFill>
            <a:ln w="5420" cap="flat">
              <a:solidFill>
                <a:srgbClr val="3A589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73" name="pg3673"/>
            <p:cNvSpPr/>
            <p:nvPr/>
          </p:nvSpPr>
          <p:spPr>
            <a:xfrm>
              <a:off x="4543003" y="528191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5895">
                <a:alpha val="100000"/>
              </a:srgbClr>
            </a:solidFill>
            <a:ln w="5420" cap="flat">
              <a:solidFill>
                <a:srgbClr val="3A589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74" name="pg3674"/>
            <p:cNvSpPr/>
            <p:nvPr/>
          </p:nvSpPr>
          <p:spPr>
            <a:xfrm>
              <a:off x="4554640" y="528191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5895">
                <a:alpha val="100000"/>
              </a:srgbClr>
            </a:solidFill>
            <a:ln w="5420" cap="flat">
              <a:solidFill>
                <a:srgbClr val="3A589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75" name="pg3675"/>
            <p:cNvSpPr/>
            <p:nvPr/>
          </p:nvSpPr>
          <p:spPr>
            <a:xfrm>
              <a:off x="4566278" y="528191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5895">
                <a:alpha val="100000"/>
              </a:srgbClr>
            </a:solidFill>
            <a:ln w="5420" cap="flat">
              <a:solidFill>
                <a:srgbClr val="3A589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76" name="pg3676"/>
            <p:cNvSpPr/>
            <p:nvPr/>
          </p:nvSpPr>
          <p:spPr>
            <a:xfrm>
              <a:off x="4577915" y="528191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5895">
                <a:alpha val="100000"/>
              </a:srgbClr>
            </a:solidFill>
            <a:ln w="5420" cap="flat">
              <a:solidFill>
                <a:srgbClr val="3A589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77" name="pg3677"/>
            <p:cNvSpPr/>
            <p:nvPr/>
          </p:nvSpPr>
          <p:spPr>
            <a:xfrm>
              <a:off x="4589552" y="528191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5895">
                <a:alpha val="100000"/>
              </a:srgbClr>
            </a:solidFill>
            <a:ln w="5420" cap="flat">
              <a:solidFill>
                <a:srgbClr val="3A589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78" name="pg3678"/>
            <p:cNvSpPr/>
            <p:nvPr/>
          </p:nvSpPr>
          <p:spPr>
            <a:xfrm>
              <a:off x="4601190" y="528191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5895">
                <a:alpha val="100000"/>
              </a:srgbClr>
            </a:solidFill>
            <a:ln w="5420" cap="flat">
              <a:solidFill>
                <a:srgbClr val="3A589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79" name="pg3679"/>
            <p:cNvSpPr/>
            <p:nvPr/>
          </p:nvSpPr>
          <p:spPr>
            <a:xfrm>
              <a:off x="4682651" y="528191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5895">
                <a:alpha val="100000"/>
              </a:srgbClr>
            </a:solidFill>
            <a:ln w="5420" cap="flat">
              <a:solidFill>
                <a:srgbClr val="3A589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80" name="pg3680"/>
            <p:cNvSpPr/>
            <p:nvPr/>
          </p:nvSpPr>
          <p:spPr>
            <a:xfrm>
              <a:off x="4694288" y="528191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5895">
                <a:alpha val="100000"/>
              </a:srgbClr>
            </a:solidFill>
            <a:ln w="5420" cap="flat">
              <a:solidFill>
                <a:srgbClr val="3A589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81" name="pg3681"/>
            <p:cNvSpPr/>
            <p:nvPr/>
          </p:nvSpPr>
          <p:spPr>
            <a:xfrm>
              <a:off x="4705925" y="528191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5895">
                <a:alpha val="100000"/>
              </a:srgbClr>
            </a:solidFill>
            <a:ln w="5420" cap="flat">
              <a:solidFill>
                <a:srgbClr val="3A589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82" name="pg3682"/>
            <p:cNvSpPr/>
            <p:nvPr/>
          </p:nvSpPr>
          <p:spPr>
            <a:xfrm>
              <a:off x="4717563" y="528191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5895">
                <a:alpha val="100000"/>
              </a:srgbClr>
            </a:solidFill>
            <a:ln w="5420" cap="flat">
              <a:solidFill>
                <a:srgbClr val="3A589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83" name="pg3683"/>
            <p:cNvSpPr/>
            <p:nvPr/>
          </p:nvSpPr>
          <p:spPr>
            <a:xfrm>
              <a:off x="4729200" y="528191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5895">
                <a:alpha val="100000"/>
              </a:srgbClr>
            </a:solidFill>
            <a:ln w="5420" cap="flat">
              <a:solidFill>
                <a:srgbClr val="3A589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84" name="pg3684"/>
            <p:cNvSpPr/>
            <p:nvPr/>
          </p:nvSpPr>
          <p:spPr>
            <a:xfrm>
              <a:off x="2890502" y="529622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89F">
                <a:alpha val="100000"/>
              </a:srgbClr>
            </a:solidFill>
            <a:ln w="5420" cap="flat">
              <a:solidFill>
                <a:srgbClr val="3A68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85" name="pg3685"/>
            <p:cNvSpPr/>
            <p:nvPr/>
          </p:nvSpPr>
          <p:spPr>
            <a:xfrm>
              <a:off x="2902139" y="529622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89F">
                <a:alpha val="100000"/>
              </a:srgbClr>
            </a:solidFill>
            <a:ln w="5420" cap="flat">
              <a:solidFill>
                <a:srgbClr val="3A68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86" name="pg3686"/>
            <p:cNvSpPr/>
            <p:nvPr/>
          </p:nvSpPr>
          <p:spPr>
            <a:xfrm>
              <a:off x="2913777" y="529622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89F">
                <a:alpha val="100000"/>
              </a:srgbClr>
            </a:solidFill>
            <a:ln w="5420" cap="flat">
              <a:solidFill>
                <a:srgbClr val="3A68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87" name="pg3687"/>
            <p:cNvSpPr/>
            <p:nvPr/>
          </p:nvSpPr>
          <p:spPr>
            <a:xfrm>
              <a:off x="2925414" y="529622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89F">
                <a:alpha val="100000"/>
              </a:srgbClr>
            </a:solidFill>
            <a:ln w="5420" cap="flat">
              <a:solidFill>
                <a:srgbClr val="3A68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88" name="pg3688"/>
            <p:cNvSpPr/>
            <p:nvPr/>
          </p:nvSpPr>
          <p:spPr>
            <a:xfrm>
              <a:off x="4531366" y="529622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5996">
                <a:alpha val="100000"/>
              </a:srgbClr>
            </a:solidFill>
            <a:ln w="5420" cap="flat">
              <a:solidFill>
                <a:srgbClr val="3A599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89" name="pg3689"/>
            <p:cNvSpPr/>
            <p:nvPr/>
          </p:nvSpPr>
          <p:spPr>
            <a:xfrm>
              <a:off x="4543003" y="529622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5996">
                <a:alpha val="100000"/>
              </a:srgbClr>
            </a:solidFill>
            <a:ln w="5420" cap="flat">
              <a:solidFill>
                <a:srgbClr val="3A599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90" name="pg3690"/>
            <p:cNvSpPr/>
            <p:nvPr/>
          </p:nvSpPr>
          <p:spPr>
            <a:xfrm>
              <a:off x="4554640" y="529622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5896">
                <a:alpha val="100000"/>
              </a:srgbClr>
            </a:solidFill>
            <a:ln w="5420" cap="flat">
              <a:solidFill>
                <a:srgbClr val="3A589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91" name="pg3691"/>
            <p:cNvSpPr/>
            <p:nvPr/>
          </p:nvSpPr>
          <p:spPr>
            <a:xfrm>
              <a:off x="4566278" y="529622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5895">
                <a:alpha val="100000"/>
              </a:srgbClr>
            </a:solidFill>
            <a:ln w="5420" cap="flat">
              <a:solidFill>
                <a:srgbClr val="3A589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92" name="pg3692"/>
            <p:cNvSpPr/>
            <p:nvPr/>
          </p:nvSpPr>
          <p:spPr>
            <a:xfrm>
              <a:off x="4577915" y="529622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5895">
                <a:alpha val="100000"/>
              </a:srgbClr>
            </a:solidFill>
            <a:ln w="5420" cap="flat">
              <a:solidFill>
                <a:srgbClr val="3A589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93" name="pg3693"/>
            <p:cNvSpPr/>
            <p:nvPr/>
          </p:nvSpPr>
          <p:spPr>
            <a:xfrm>
              <a:off x="4589552" y="529622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5895">
                <a:alpha val="100000"/>
              </a:srgbClr>
            </a:solidFill>
            <a:ln w="5420" cap="flat">
              <a:solidFill>
                <a:srgbClr val="3A589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94" name="pg3694"/>
            <p:cNvSpPr/>
            <p:nvPr/>
          </p:nvSpPr>
          <p:spPr>
            <a:xfrm>
              <a:off x="4601190" y="529622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5895">
                <a:alpha val="100000"/>
              </a:srgbClr>
            </a:solidFill>
            <a:ln w="5420" cap="flat">
              <a:solidFill>
                <a:srgbClr val="3A589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95" name="pg3695"/>
            <p:cNvSpPr/>
            <p:nvPr/>
          </p:nvSpPr>
          <p:spPr>
            <a:xfrm>
              <a:off x="4682651" y="529622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5895">
                <a:alpha val="100000"/>
              </a:srgbClr>
            </a:solidFill>
            <a:ln w="5420" cap="flat">
              <a:solidFill>
                <a:srgbClr val="3A589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96" name="pg3696"/>
            <p:cNvSpPr/>
            <p:nvPr/>
          </p:nvSpPr>
          <p:spPr>
            <a:xfrm>
              <a:off x="4694288" y="529622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5895">
                <a:alpha val="100000"/>
              </a:srgbClr>
            </a:solidFill>
            <a:ln w="5420" cap="flat">
              <a:solidFill>
                <a:srgbClr val="3A589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97" name="pg3697"/>
            <p:cNvSpPr/>
            <p:nvPr/>
          </p:nvSpPr>
          <p:spPr>
            <a:xfrm>
              <a:off x="4705925" y="529622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5895">
                <a:alpha val="100000"/>
              </a:srgbClr>
            </a:solidFill>
            <a:ln w="5420" cap="flat">
              <a:solidFill>
                <a:srgbClr val="3A589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98" name="pg3698"/>
            <p:cNvSpPr/>
            <p:nvPr/>
          </p:nvSpPr>
          <p:spPr>
            <a:xfrm>
              <a:off x="4717563" y="529622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5895">
                <a:alpha val="100000"/>
              </a:srgbClr>
            </a:solidFill>
            <a:ln w="5420" cap="flat">
              <a:solidFill>
                <a:srgbClr val="3A589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99" name="pg3699"/>
            <p:cNvSpPr/>
            <p:nvPr/>
          </p:nvSpPr>
          <p:spPr>
            <a:xfrm>
              <a:off x="4729200" y="529622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5895">
                <a:alpha val="100000"/>
              </a:srgbClr>
            </a:solidFill>
            <a:ln w="5420" cap="flat">
              <a:solidFill>
                <a:srgbClr val="3A589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00" name="pg3700"/>
            <p:cNvSpPr/>
            <p:nvPr/>
          </p:nvSpPr>
          <p:spPr>
            <a:xfrm>
              <a:off x="2878865" y="531052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89F">
                <a:alpha val="100000"/>
              </a:srgbClr>
            </a:solidFill>
            <a:ln w="5420" cap="flat">
              <a:solidFill>
                <a:srgbClr val="3A68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01" name="pg3701"/>
            <p:cNvSpPr/>
            <p:nvPr/>
          </p:nvSpPr>
          <p:spPr>
            <a:xfrm>
              <a:off x="2890502" y="531052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89F">
                <a:alpha val="100000"/>
              </a:srgbClr>
            </a:solidFill>
            <a:ln w="5420" cap="flat">
              <a:solidFill>
                <a:srgbClr val="3A68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02" name="pg3702"/>
            <p:cNvSpPr/>
            <p:nvPr/>
          </p:nvSpPr>
          <p:spPr>
            <a:xfrm>
              <a:off x="2902139" y="531052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89F">
                <a:alpha val="100000"/>
              </a:srgbClr>
            </a:solidFill>
            <a:ln w="5420" cap="flat">
              <a:solidFill>
                <a:srgbClr val="3A68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03" name="pg3703"/>
            <p:cNvSpPr/>
            <p:nvPr/>
          </p:nvSpPr>
          <p:spPr>
            <a:xfrm>
              <a:off x="2913777" y="531052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89F">
                <a:alpha val="100000"/>
              </a:srgbClr>
            </a:solidFill>
            <a:ln w="5420" cap="flat">
              <a:solidFill>
                <a:srgbClr val="3A68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04" name="pg3704"/>
            <p:cNvSpPr/>
            <p:nvPr/>
          </p:nvSpPr>
          <p:spPr>
            <a:xfrm>
              <a:off x="2925414" y="531052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89F">
                <a:alpha val="100000"/>
              </a:srgbClr>
            </a:solidFill>
            <a:ln w="5420" cap="flat">
              <a:solidFill>
                <a:srgbClr val="3A68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05" name="pg3705"/>
            <p:cNvSpPr/>
            <p:nvPr/>
          </p:nvSpPr>
          <p:spPr>
            <a:xfrm>
              <a:off x="4543003" y="531052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5996">
                <a:alpha val="100000"/>
              </a:srgbClr>
            </a:solidFill>
            <a:ln w="5420" cap="flat">
              <a:solidFill>
                <a:srgbClr val="3A599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06" name="pg3706"/>
            <p:cNvSpPr/>
            <p:nvPr/>
          </p:nvSpPr>
          <p:spPr>
            <a:xfrm>
              <a:off x="4554640" y="531052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5996">
                <a:alpha val="100000"/>
              </a:srgbClr>
            </a:solidFill>
            <a:ln w="5420" cap="flat">
              <a:solidFill>
                <a:srgbClr val="3A599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07" name="pg3707"/>
            <p:cNvSpPr/>
            <p:nvPr/>
          </p:nvSpPr>
          <p:spPr>
            <a:xfrm>
              <a:off x="4566278" y="531052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5996">
                <a:alpha val="100000"/>
              </a:srgbClr>
            </a:solidFill>
            <a:ln w="5420" cap="flat">
              <a:solidFill>
                <a:srgbClr val="3A599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08" name="pg3708"/>
            <p:cNvSpPr/>
            <p:nvPr/>
          </p:nvSpPr>
          <p:spPr>
            <a:xfrm>
              <a:off x="4577915" y="531052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5996">
                <a:alpha val="100000"/>
              </a:srgbClr>
            </a:solidFill>
            <a:ln w="5420" cap="flat">
              <a:solidFill>
                <a:srgbClr val="3A599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09" name="pg3709"/>
            <p:cNvSpPr/>
            <p:nvPr/>
          </p:nvSpPr>
          <p:spPr>
            <a:xfrm>
              <a:off x="4589552" y="531052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5996">
                <a:alpha val="100000"/>
              </a:srgbClr>
            </a:solidFill>
            <a:ln w="5420" cap="flat">
              <a:solidFill>
                <a:srgbClr val="3A599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10" name="pg3710"/>
            <p:cNvSpPr/>
            <p:nvPr/>
          </p:nvSpPr>
          <p:spPr>
            <a:xfrm>
              <a:off x="4601190" y="531052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5896">
                <a:alpha val="100000"/>
              </a:srgbClr>
            </a:solidFill>
            <a:ln w="5420" cap="flat">
              <a:solidFill>
                <a:srgbClr val="3A589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11" name="pg3711"/>
            <p:cNvSpPr/>
            <p:nvPr/>
          </p:nvSpPr>
          <p:spPr>
            <a:xfrm>
              <a:off x="4612827" y="531052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5895">
                <a:alpha val="100000"/>
              </a:srgbClr>
            </a:solidFill>
            <a:ln w="5420" cap="flat">
              <a:solidFill>
                <a:srgbClr val="3A589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12" name="pg3712"/>
            <p:cNvSpPr/>
            <p:nvPr/>
          </p:nvSpPr>
          <p:spPr>
            <a:xfrm>
              <a:off x="4671013" y="531052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5895">
                <a:alpha val="100000"/>
              </a:srgbClr>
            </a:solidFill>
            <a:ln w="5420" cap="flat">
              <a:solidFill>
                <a:srgbClr val="3A589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13" name="pg3713"/>
            <p:cNvSpPr/>
            <p:nvPr/>
          </p:nvSpPr>
          <p:spPr>
            <a:xfrm>
              <a:off x="4682651" y="531052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5895">
                <a:alpha val="100000"/>
              </a:srgbClr>
            </a:solidFill>
            <a:ln w="5420" cap="flat">
              <a:solidFill>
                <a:srgbClr val="3A589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14" name="pg3714"/>
            <p:cNvSpPr/>
            <p:nvPr/>
          </p:nvSpPr>
          <p:spPr>
            <a:xfrm>
              <a:off x="4694288" y="531052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5895">
                <a:alpha val="100000"/>
              </a:srgbClr>
            </a:solidFill>
            <a:ln w="5420" cap="flat">
              <a:solidFill>
                <a:srgbClr val="3A589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15" name="pg3715"/>
            <p:cNvSpPr/>
            <p:nvPr/>
          </p:nvSpPr>
          <p:spPr>
            <a:xfrm>
              <a:off x="4705925" y="531052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5895">
                <a:alpha val="100000"/>
              </a:srgbClr>
            </a:solidFill>
            <a:ln w="5420" cap="flat">
              <a:solidFill>
                <a:srgbClr val="3A589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16" name="pg3716"/>
            <p:cNvSpPr/>
            <p:nvPr/>
          </p:nvSpPr>
          <p:spPr>
            <a:xfrm>
              <a:off x="4717563" y="531052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5895">
                <a:alpha val="100000"/>
              </a:srgbClr>
            </a:solidFill>
            <a:ln w="5420" cap="flat">
              <a:solidFill>
                <a:srgbClr val="3A589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17" name="pg3717"/>
            <p:cNvSpPr/>
            <p:nvPr/>
          </p:nvSpPr>
          <p:spPr>
            <a:xfrm>
              <a:off x="4729200" y="531052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5895">
                <a:alpha val="100000"/>
              </a:srgbClr>
            </a:solidFill>
            <a:ln w="5420" cap="flat">
              <a:solidFill>
                <a:srgbClr val="3A589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18" name="pg3718"/>
            <p:cNvSpPr/>
            <p:nvPr/>
          </p:nvSpPr>
          <p:spPr>
            <a:xfrm>
              <a:off x="2878865" y="532482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89F">
                <a:alpha val="100000"/>
              </a:srgbClr>
            </a:solidFill>
            <a:ln w="5420" cap="flat">
              <a:solidFill>
                <a:srgbClr val="3A68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19" name="pg3719"/>
            <p:cNvSpPr/>
            <p:nvPr/>
          </p:nvSpPr>
          <p:spPr>
            <a:xfrm>
              <a:off x="2890502" y="532482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89F">
                <a:alpha val="100000"/>
              </a:srgbClr>
            </a:solidFill>
            <a:ln w="5420" cap="flat">
              <a:solidFill>
                <a:srgbClr val="3A68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20" name="pg3720"/>
            <p:cNvSpPr/>
            <p:nvPr/>
          </p:nvSpPr>
          <p:spPr>
            <a:xfrm>
              <a:off x="2902139" y="532482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89F">
                <a:alpha val="100000"/>
              </a:srgbClr>
            </a:solidFill>
            <a:ln w="5420" cap="flat">
              <a:solidFill>
                <a:srgbClr val="3A68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21" name="pg3721"/>
            <p:cNvSpPr/>
            <p:nvPr/>
          </p:nvSpPr>
          <p:spPr>
            <a:xfrm>
              <a:off x="2913777" y="532482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89F">
                <a:alpha val="100000"/>
              </a:srgbClr>
            </a:solidFill>
            <a:ln w="5420" cap="flat">
              <a:solidFill>
                <a:srgbClr val="3A68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22" name="pg3722"/>
            <p:cNvSpPr/>
            <p:nvPr/>
          </p:nvSpPr>
          <p:spPr>
            <a:xfrm>
              <a:off x="2925414" y="532482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89F">
                <a:alpha val="100000"/>
              </a:srgbClr>
            </a:solidFill>
            <a:ln w="5420" cap="flat">
              <a:solidFill>
                <a:srgbClr val="3A68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23" name="pg3723"/>
            <p:cNvSpPr/>
            <p:nvPr/>
          </p:nvSpPr>
          <p:spPr>
            <a:xfrm>
              <a:off x="4566278" y="532482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5996">
                <a:alpha val="100000"/>
              </a:srgbClr>
            </a:solidFill>
            <a:ln w="5420" cap="flat">
              <a:solidFill>
                <a:srgbClr val="3A599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24" name="pg3724"/>
            <p:cNvSpPr/>
            <p:nvPr/>
          </p:nvSpPr>
          <p:spPr>
            <a:xfrm>
              <a:off x="4577915" y="532482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5996">
                <a:alpha val="100000"/>
              </a:srgbClr>
            </a:solidFill>
            <a:ln w="5420" cap="flat">
              <a:solidFill>
                <a:srgbClr val="3A599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25" name="pg3725"/>
            <p:cNvSpPr/>
            <p:nvPr/>
          </p:nvSpPr>
          <p:spPr>
            <a:xfrm>
              <a:off x="4589552" y="532482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5996">
                <a:alpha val="100000"/>
              </a:srgbClr>
            </a:solidFill>
            <a:ln w="5420" cap="flat">
              <a:solidFill>
                <a:srgbClr val="3A599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26" name="pg3726"/>
            <p:cNvSpPr/>
            <p:nvPr/>
          </p:nvSpPr>
          <p:spPr>
            <a:xfrm>
              <a:off x="4601190" y="532482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5996">
                <a:alpha val="100000"/>
              </a:srgbClr>
            </a:solidFill>
            <a:ln w="5420" cap="flat">
              <a:solidFill>
                <a:srgbClr val="3A599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27" name="pg3727"/>
            <p:cNvSpPr/>
            <p:nvPr/>
          </p:nvSpPr>
          <p:spPr>
            <a:xfrm>
              <a:off x="4612827" y="532482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5996">
                <a:alpha val="100000"/>
              </a:srgbClr>
            </a:solidFill>
            <a:ln w="5420" cap="flat">
              <a:solidFill>
                <a:srgbClr val="3A599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28" name="pg3728"/>
            <p:cNvSpPr/>
            <p:nvPr/>
          </p:nvSpPr>
          <p:spPr>
            <a:xfrm>
              <a:off x="4671013" y="532482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5895">
                <a:alpha val="100000"/>
              </a:srgbClr>
            </a:solidFill>
            <a:ln w="5420" cap="flat">
              <a:solidFill>
                <a:srgbClr val="3A589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29" name="pg3729"/>
            <p:cNvSpPr/>
            <p:nvPr/>
          </p:nvSpPr>
          <p:spPr>
            <a:xfrm>
              <a:off x="4682651" y="532482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5895">
                <a:alpha val="100000"/>
              </a:srgbClr>
            </a:solidFill>
            <a:ln w="5420" cap="flat">
              <a:solidFill>
                <a:srgbClr val="3A589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30" name="pg3730"/>
            <p:cNvSpPr/>
            <p:nvPr/>
          </p:nvSpPr>
          <p:spPr>
            <a:xfrm>
              <a:off x="4694288" y="532482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5895">
                <a:alpha val="100000"/>
              </a:srgbClr>
            </a:solidFill>
            <a:ln w="5420" cap="flat">
              <a:solidFill>
                <a:srgbClr val="3A589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31" name="pg3731"/>
            <p:cNvSpPr/>
            <p:nvPr/>
          </p:nvSpPr>
          <p:spPr>
            <a:xfrm>
              <a:off x="4705925" y="532482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5895">
                <a:alpha val="100000"/>
              </a:srgbClr>
            </a:solidFill>
            <a:ln w="5420" cap="flat">
              <a:solidFill>
                <a:srgbClr val="3A589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32" name="pg3732"/>
            <p:cNvSpPr/>
            <p:nvPr/>
          </p:nvSpPr>
          <p:spPr>
            <a:xfrm>
              <a:off x="4717563" y="532482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5895">
                <a:alpha val="100000"/>
              </a:srgbClr>
            </a:solidFill>
            <a:ln w="5420" cap="flat">
              <a:solidFill>
                <a:srgbClr val="3A589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33" name="pg3733"/>
            <p:cNvSpPr/>
            <p:nvPr/>
          </p:nvSpPr>
          <p:spPr>
            <a:xfrm>
              <a:off x="2867227" y="533912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89F">
                <a:alpha val="100000"/>
              </a:srgbClr>
            </a:solidFill>
            <a:ln w="5420" cap="flat">
              <a:solidFill>
                <a:srgbClr val="3A68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34" name="pg3734"/>
            <p:cNvSpPr/>
            <p:nvPr/>
          </p:nvSpPr>
          <p:spPr>
            <a:xfrm>
              <a:off x="2878865" y="533912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89F">
                <a:alpha val="100000"/>
              </a:srgbClr>
            </a:solidFill>
            <a:ln w="5420" cap="flat">
              <a:solidFill>
                <a:srgbClr val="3A68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35" name="pg3735"/>
            <p:cNvSpPr/>
            <p:nvPr/>
          </p:nvSpPr>
          <p:spPr>
            <a:xfrm>
              <a:off x="2890502" y="533912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89F">
                <a:alpha val="100000"/>
              </a:srgbClr>
            </a:solidFill>
            <a:ln w="5420" cap="flat">
              <a:solidFill>
                <a:srgbClr val="3A68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36" name="pg3736"/>
            <p:cNvSpPr/>
            <p:nvPr/>
          </p:nvSpPr>
          <p:spPr>
            <a:xfrm>
              <a:off x="2902139" y="533912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89F">
                <a:alpha val="100000"/>
              </a:srgbClr>
            </a:solidFill>
            <a:ln w="5420" cap="flat">
              <a:solidFill>
                <a:srgbClr val="3A68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37" name="pg3737"/>
            <p:cNvSpPr/>
            <p:nvPr/>
          </p:nvSpPr>
          <p:spPr>
            <a:xfrm>
              <a:off x="2913777" y="533912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99F">
                <a:alpha val="100000"/>
              </a:srgbClr>
            </a:solidFill>
            <a:ln w="5420" cap="flat">
              <a:solidFill>
                <a:srgbClr val="3A69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38" name="pg3738"/>
            <p:cNvSpPr/>
            <p:nvPr/>
          </p:nvSpPr>
          <p:spPr>
            <a:xfrm>
              <a:off x="4577915" y="533912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5996">
                <a:alpha val="100000"/>
              </a:srgbClr>
            </a:solidFill>
            <a:ln w="5420" cap="flat">
              <a:solidFill>
                <a:srgbClr val="3A599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39" name="pg3739"/>
            <p:cNvSpPr/>
            <p:nvPr/>
          </p:nvSpPr>
          <p:spPr>
            <a:xfrm>
              <a:off x="4589552" y="533912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5996">
                <a:alpha val="100000"/>
              </a:srgbClr>
            </a:solidFill>
            <a:ln w="5420" cap="flat">
              <a:solidFill>
                <a:srgbClr val="3A599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40" name="pg3740"/>
            <p:cNvSpPr/>
            <p:nvPr/>
          </p:nvSpPr>
          <p:spPr>
            <a:xfrm>
              <a:off x="4601190" y="533912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5996">
                <a:alpha val="100000"/>
              </a:srgbClr>
            </a:solidFill>
            <a:ln w="5420" cap="flat">
              <a:solidFill>
                <a:srgbClr val="3A599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41" name="pg3741"/>
            <p:cNvSpPr/>
            <p:nvPr/>
          </p:nvSpPr>
          <p:spPr>
            <a:xfrm>
              <a:off x="4612827" y="533912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5996">
                <a:alpha val="100000"/>
              </a:srgbClr>
            </a:solidFill>
            <a:ln w="5420" cap="flat">
              <a:solidFill>
                <a:srgbClr val="3A599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42" name="pg3742"/>
            <p:cNvSpPr/>
            <p:nvPr/>
          </p:nvSpPr>
          <p:spPr>
            <a:xfrm>
              <a:off x="4624464" y="533912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5996">
                <a:alpha val="100000"/>
              </a:srgbClr>
            </a:solidFill>
            <a:ln w="5420" cap="flat">
              <a:solidFill>
                <a:srgbClr val="3A599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43" name="pg3743"/>
            <p:cNvSpPr/>
            <p:nvPr/>
          </p:nvSpPr>
          <p:spPr>
            <a:xfrm>
              <a:off x="4636101" y="533912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5996">
                <a:alpha val="100000"/>
              </a:srgbClr>
            </a:solidFill>
            <a:ln w="5420" cap="flat">
              <a:solidFill>
                <a:srgbClr val="3A599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44" name="pg3744"/>
            <p:cNvSpPr/>
            <p:nvPr/>
          </p:nvSpPr>
          <p:spPr>
            <a:xfrm>
              <a:off x="4659376" y="533912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5996">
                <a:alpha val="100000"/>
              </a:srgbClr>
            </a:solidFill>
            <a:ln w="5420" cap="flat">
              <a:solidFill>
                <a:srgbClr val="3A599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45" name="pg3745"/>
            <p:cNvSpPr/>
            <p:nvPr/>
          </p:nvSpPr>
          <p:spPr>
            <a:xfrm>
              <a:off x="4671013" y="533912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5996">
                <a:alpha val="100000"/>
              </a:srgbClr>
            </a:solidFill>
            <a:ln w="5420" cap="flat">
              <a:solidFill>
                <a:srgbClr val="3A599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46" name="pg3746"/>
            <p:cNvSpPr/>
            <p:nvPr/>
          </p:nvSpPr>
          <p:spPr>
            <a:xfrm>
              <a:off x="4682651" y="533912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5996">
                <a:alpha val="100000"/>
              </a:srgbClr>
            </a:solidFill>
            <a:ln w="5420" cap="flat">
              <a:solidFill>
                <a:srgbClr val="3A599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47" name="pg3747"/>
            <p:cNvSpPr/>
            <p:nvPr/>
          </p:nvSpPr>
          <p:spPr>
            <a:xfrm>
              <a:off x="4694288" y="533912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5996">
                <a:alpha val="100000"/>
              </a:srgbClr>
            </a:solidFill>
            <a:ln w="5420" cap="flat">
              <a:solidFill>
                <a:srgbClr val="3A599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48" name="pg3748"/>
            <p:cNvSpPr/>
            <p:nvPr/>
          </p:nvSpPr>
          <p:spPr>
            <a:xfrm>
              <a:off x="4705925" y="533912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5996">
                <a:alpha val="100000"/>
              </a:srgbClr>
            </a:solidFill>
            <a:ln w="5420" cap="flat">
              <a:solidFill>
                <a:srgbClr val="3A599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49" name="pg3749"/>
            <p:cNvSpPr/>
            <p:nvPr/>
          </p:nvSpPr>
          <p:spPr>
            <a:xfrm>
              <a:off x="2855590" y="535342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89F">
                <a:alpha val="100000"/>
              </a:srgbClr>
            </a:solidFill>
            <a:ln w="5420" cap="flat">
              <a:solidFill>
                <a:srgbClr val="3A68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50" name="pg3750"/>
            <p:cNvSpPr/>
            <p:nvPr/>
          </p:nvSpPr>
          <p:spPr>
            <a:xfrm>
              <a:off x="2867227" y="535342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89F">
                <a:alpha val="100000"/>
              </a:srgbClr>
            </a:solidFill>
            <a:ln w="5420" cap="flat">
              <a:solidFill>
                <a:srgbClr val="3A68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51" name="pg3751"/>
            <p:cNvSpPr/>
            <p:nvPr/>
          </p:nvSpPr>
          <p:spPr>
            <a:xfrm>
              <a:off x="2878865" y="535342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89F">
                <a:alpha val="100000"/>
              </a:srgbClr>
            </a:solidFill>
            <a:ln w="5420" cap="flat">
              <a:solidFill>
                <a:srgbClr val="3A68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52" name="pg3752"/>
            <p:cNvSpPr/>
            <p:nvPr/>
          </p:nvSpPr>
          <p:spPr>
            <a:xfrm>
              <a:off x="2890502" y="535342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89F">
                <a:alpha val="100000"/>
              </a:srgbClr>
            </a:solidFill>
            <a:ln w="5420" cap="flat">
              <a:solidFill>
                <a:srgbClr val="3A68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53" name="pg3753"/>
            <p:cNvSpPr/>
            <p:nvPr/>
          </p:nvSpPr>
          <p:spPr>
            <a:xfrm>
              <a:off x="2902139" y="535342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99F">
                <a:alpha val="100000"/>
              </a:srgbClr>
            </a:solidFill>
            <a:ln w="5420" cap="flat">
              <a:solidFill>
                <a:srgbClr val="3A69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54" name="pg3754"/>
            <p:cNvSpPr/>
            <p:nvPr/>
          </p:nvSpPr>
          <p:spPr>
            <a:xfrm>
              <a:off x="2913777" y="535342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99F">
                <a:alpha val="100000"/>
              </a:srgbClr>
            </a:solidFill>
            <a:ln w="5420" cap="flat">
              <a:solidFill>
                <a:srgbClr val="3A69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55" name="pg3755"/>
            <p:cNvSpPr/>
            <p:nvPr/>
          </p:nvSpPr>
          <p:spPr>
            <a:xfrm>
              <a:off x="4577915" y="535342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5997">
                <a:alpha val="100000"/>
              </a:srgbClr>
            </a:solidFill>
            <a:ln w="5420" cap="flat">
              <a:solidFill>
                <a:srgbClr val="3A599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56" name="pg3756"/>
            <p:cNvSpPr/>
            <p:nvPr/>
          </p:nvSpPr>
          <p:spPr>
            <a:xfrm>
              <a:off x="4589552" y="535342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5996">
                <a:alpha val="100000"/>
              </a:srgbClr>
            </a:solidFill>
            <a:ln w="5420" cap="flat">
              <a:solidFill>
                <a:srgbClr val="3A599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57" name="pg3757"/>
            <p:cNvSpPr/>
            <p:nvPr/>
          </p:nvSpPr>
          <p:spPr>
            <a:xfrm>
              <a:off x="4601190" y="535342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5996">
                <a:alpha val="100000"/>
              </a:srgbClr>
            </a:solidFill>
            <a:ln w="5420" cap="flat">
              <a:solidFill>
                <a:srgbClr val="3A599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58" name="pg3758"/>
            <p:cNvSpPr/>
            <p:nvPr/>
          </p:nvSpPr>
          <p:spPr>
            <a:xfrm>
              <a:off x="4612827" y="535342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5996">
                <a:alpha val="100000"/>
              </a:srgbClr>
            </a:solidFill>
            <a:ln w="5420" cap="flat">
              <a:solidFill>
                <a:srgbClr val="3A599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59" name="pg3759"/>
            <p:cNvSpPr/>
            <p:nvPr/>
          </p:nvSpPr>
          <p:spPr>
            <a:xfrm>
              <a:off x="4624464" y="535342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5996">
                <a:alpha val="100000"/>
              </a:srgbClr>
            </a:solidFill>
            <a:ln w="5420" cap="flat">
              <a:solidFill>
                <a:srgbClr val="3A599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60" name="pg3760"/>
            <p:cNvSpPr/>
            <p:nvPr/>
          </p:nvSpPr>
          <p:spPr>
            <a:xfrm>
              <a:off x="4636101" y="535342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5996">
                <a:alpha val="100000"/>
              </a:srgbClr>
            </a:solidFill>
            <a:ln w="5420" cap="flat">
              <a:solidFill>
                <a:srgbClr val="3A599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61" name="pg3761"/>
            <p:cNvSpPr/>
            <p:nvPr/>
          </p:nvSpPr>
          <p:spPr>
            <a:xfrm>
              <a:off x="4647739" y="535342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5996">
                <a:alpha val="100000"/>
              </a:srgbClr>
            </a:solidFill>
            <a:ln w="5420" cap="flat">
              <a:solidFill>
                <a:srgbClr val="3A599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62" name="pg3762"/>
            <p:cNvSpPr/>
            <p:nvPr/>
          </p:nvSpPr>
          <p:spPr>
            <a:xfrm>
              <a:off x="4659376" y="535342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5996">
                <a:alpha val="100000"/>
              </a:srgbClr>
            </a:solidFill>
            <a:ln w="5420" cap="flat">
              <a:solidFill>
                <a:srgbClr val="3A599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63" name="pg3763"/>
            <p:cNvSpPr/>
            <p:nvPr/>
          </p:nvSpPr>
          <p:spPr>
            <a:xfrm>
              <a:off x="4671013" y="535342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5996">
                <a:alpha val="100000"/>
              </a:srgbClr>
            </a:solidFill>
            <a:ln w="5420" cap="flat">
              <a:solidFill>
                <a:srgbClr val="3A599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64" name="pg3764"/>
            <p:cNvSpPr/>
            <p:nvPr/>
          </p:nvSpPr>
          <p:spPr>
            <a:xfrm>
              <a:off x="4682651" y="535342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5996">
                <a:alpha val="100000"/>
              </a:srgbClr>
            </a:solidFill>
            <a:ln w="5420" cap="flat">
              <a:solidFill>
                <a:srgbClr val="3A599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65" name="pg3765"/>
            <p:cNvSpPr/>
            <p:nvPr/>
          </p:nvSpPr>
          <p:spPr>
            <a:xfrm>
              <a:off x="4694288" y="535342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5996">
                <a:alpha val="100000"/>
              </a:srgbClr>
            </a:solidFill>
            <a:ln w="5420" cap="flat">
              <a:solidFill>
                <a:srgbClr val="3A599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66" name="pg3766"/>
            <p:cNvSpPr/>
            <p:nvPr/>
          </p:nvSpPr>
          <p:spPr>
            <a:xfrm>
              <a:off x="4705925" y="535342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5996">
                <a:alpha val="100000"/>
              </a:srgbClr>
            </a:solidFill>
            <a:ln w="5420" cap="flat">
              <a:solidFill>
                <a:srgbClr val="3A599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67" name="pg3767"/>
            <p:cNvSpPr/>
            <p:nvPr/>
          </p:nvSpPr>
          <p:spPr>
            <a:xfrm>
              <a:off x="2855590" y="536772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89F">
                <a:alpha val="100000"/>
              </a:srgbClr>
            </a:solidFill>
            <a:ln w="5420" cap="flat">
              <a:solidFill>
                <a:srgbClr val="3A68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68" name="pg3768"/>
            <p:cNvSpPr/>
            <p:nvPr/>
          </p:nvSpPr>
          <p:spPr>
            <a:xfrm>
              <a:off x="2867227" y="536772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89F">
                <a:alpha val="100000"/>
              </a:srgbClr>
            </a:solidFill>
            <a:ln w="5420" cap="flat">
              <a:solidFill>
                <a:srgbClr val="3A68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69" name="pg3769"/>
            <p:cNvSpPr/>
            <p:nvPr/>
          </p:nvSpPr>
          <p:spPr>
            <a:xfrm>
              <a:off x="2878865" y="536772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89F">
                <a:alpha val="100000"/>
              </a:srgbClr>
            </a:solidFill>
            <a:ln w="5420" cap="flat">
              <a:solidFill>
                <a:srgbClr val="3A68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70" name="pg3770"/>
            <p:cNvSpPr/>
            <p:nvPr/>
          </p:nvSpPr>
          <p:spPr>
            <a:xfrm>
              <a:off x="2890502" y="536772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99F">
                <a:alpha val="100000"/>
              </a:srgbClr>
            </a:solidFill>
            <a:ln w="5420" cap="flat">
              <a:solidFill>
                <a:srgbClr val="3A69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71" name="pg3771"/>
            <p:cNvSpPr/>
            <p:nvPr/>
          </p:nvSpPr>
          <p:spPr>
            <a:xfrm>
              <a:off x="2902139" y="536772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99F">
                <a:alpha val="100000"/>
              </a:srgbClr>
            </a:solidFill>
            <a:ln w="5420" cap="flat">
              <a:solidFill>
                <a:srgbClr val="3A69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72" name="pg3772"/>
            <p:cNvSpPr/>
            <p:nvPr/>
          </p:nvSpPr>
          <p:spPr>
            <a:xfrm>
              <a:off x="4577915" y="536772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5997">
                <a:alpha val="100000"/>
              </a:srgbClr>
            </a:solidFill>
            <a:ln w="5420" cap="flat">
              <a:solidFill>
                <a:srgbClr val="3A599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73" name="pg3773"/>
            <p:cNvSpPr/>
            <p:nvPr/>
          </p:nvSpPr>
          <p:spPr>
            <a:xfrm>
              <a:off x="4589552" y="536772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5997">
                <a:alpha val="100000"/>
              </a:srgbClr>
            </a:solidFill>
            <a:ln w="5420" cap="flat">
              <a:solidFill>
                <a:srgbClr val="3A599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74" name="pg3774"/>
            <p:cNvSpPr/>
            <p:nvPr/>
          </p:nvSpPr>
          <p:spPr>
            <a:xfrm>
              <a:off x="4601190" y="536772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5997">
                <a:alpha val="100000"/>
              </a:srgbClr>
            </a:solidFill>
            <a:ln w="5420" cap="flat">
              <a:solidFill>
                <a:srgbClr val="3A599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75" name="pg3775"/>
            <p:cNvSpPr/>
            <p:nvPr/>
          </p:nvSpPr>
          <p:spPr>
            <a:xfrm>
              <a:off x="4612827" y="536772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5997">
                <a:alpha val="100000"/>
              </a:srgbClr>
            </a:solidFill>
            <a:ln w="5420" cap="flat">
              <a:solidFill>
                <a:srgbClr val="3A599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76" name="pg3776"/>
            <p:cNvSpPr/>
            <p:nvPr/>
          </p:nvSpPr>
          <p:spPr>
            <a:xfrm>
              <a:off x="4624464" y="536772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5997">
                <a:alpha val="100000"/>
              </a:srgbClr>
            </a:solidFill>
            <a:ln w="5420" cap="flat">
              <a:solidFill>
                <a:srgbClr val="3A599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77" name="pg3777"/>
            <p:cNvSpPr/>
            <p:nvPr/>
          </p:nvSpPr>
          <p:spPr>
            <a:xfrm>
              <a:off x="4636101" y="536772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5996">
                <a:alpha val="100000"/>
              </a:srgbClr>
            </a:solidFill>
            <a:ln w="5420" cap="flat">
              <a:solidFill>
                <a:srgbClr val="3A599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78" name="pg3778"/>
            <p:cNvSpPr/>
            <p:nvPr/>
          </p:nvSpPr>
          <p:spPr>
            <a:xfrm>
              <a:off x="4647739" y="536772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5996">
                <a:alpha val="100000"/>
              </a:srgbClr>
            </a:solidFill>
            <a:ln w="5420" cap="flat">
              <a:solidFill>
                <a:srgbClr val="3A599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79" name="pg3779"/>
            <p:cNvSpPr/>
            <p:nvPr/>
          </p:nvSpPr>
          <p:spPr>
            <a:xfrm>
              <a:off x="4659376" y="536772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5996">
                <a:alpha val="100000"/>
              </a:srgbClr>
            </a:solidFill>
            <a:ln w="5420" cap="flat">
              <a:solidFill>
                <a:srgbClr val="3A599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80" name="pg3780"/>
            <p:cNvSpPr/>
            <p:nvPr/>
          </p:nvSpPr>
          <p:spPr>
            <a:xfrm>
              <a:off x="4671013" y="536772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5996">
                <a:alpha val="100000"/>
              </a:srgbClr>
            </a:solidFill>
            <a:ln w="5420" cap="flat">
              <a:solidFill>
                <a:srgbClr val="3A599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81" name="pg3781"/>
            <p:cNvSpPr/>
            <p:nvPr/>
          </p:nvSpPr>
          <p:spPr>
            <a:xfrm>
              <a:off x="4682651" y="536772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5996">
                <a:alpha val="100000"/>
              </a:srgbClr>
            </a:solidFill>
            <a:ln w="5420" cap="flat">
              <a:solidFill>
                <a:srgbClr val="3A599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82" name="pg3782"/>
            <p:cNvSpPr/>
            <p:nvPr/>
          </p:nvSpPr>
          <p:spPr>
            <a:xfrm>
              <a:off x="4694288" y="536772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5996">
                <a:alpha val="100000"/>
              </a:srgbClr>
            </a:solidFill>
            <a:ln w="5420" cap="flat">
              <a:solidFill>
                <a:srgbClr val="3A599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83" name="pg3783"/>
            <p:cNvSpPr/>
            <p:nvPr/>
          </p:nvSpPr>
          <p:spPr>
            <a:xfrm>
              <a:off x="4705925" y="536772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5996">
                <a:alpha val="100000"/>
              </a:srgbClr>
            </a:solidFill>
            <a:ln w="5420" cap="flat">
              <a:solidFill>
                <a:srgbClr val="3A599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84" name="pg3784"/>
            <p:cNvSpPr/>
            <p:nvPr/>
          </p:nvSpPr>
          <p:spPr>
            <a:xfrm>
              <a:off x="2855590" y="538202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89F">
                <a:alpha val="100000"/>
              </a:srgbClr>
            </a:solidFill>
            <a:ln w="5420" cap="flat">
              <a:solidFill>
                <a:srgbClr val="3A68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85" name="pg3785"/>
            <p:cNvSpPr/>
            <p:nvPr/>
          </p:nvSpPr>
          <p:spPr>
            <a:xfrm>
              <a:off x="2867227" y="538202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99F">
                <a:alpha val="100000"/>
              </a:srgbClr>
            </a:solidFill>
            <a:ln w="5420" cap="flat">
              <a:solidFill>
                <a:srgbClr val="3A69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86" name="pg3786"/>
            <p:cNvSpPr/>
            <p:nvPr/>
          </p:nvSpPr>
          <p:spPr>
            <a:xfrm>
              <a:off x="2878865" y="538202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99F">
                <a:alpha val="100000"/>
              </a:srgbClr>
            </a:solidFill>
            <a:ln w="5420" cap="flat">
              <a:solidFill>
                <a:srgbClr val="3A69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87" name="pg3787"/>
            <p:cNvSpPr/>
            <p:nvPr/>
          </p:nvSpPr>
          <p:spPr>
            <a:xfrm>
              <a:off x="2890502" y="538202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99F">
                <a:alpha val="100000"/>
              </a:srgbClr>
            </a:solidFill>
            <a:ln w="5420" cap="flat">
              <a:solidFill>
                <a:srgbClr val="3A69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88" name="pg3788"/>
            <p:cNvSpPr/>
            <p:nvPr/>
          </p:nvSpPr>
          <p:spPr>
            <a:xfrm>
              <a:off x="2902139" y="538202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99F">
                <a:alpha val="100000"/>
              </a:srgbClr>
            </a:solidFill>
            <a:ln w="5420" cap="flat">
              <a:solidFill>
                <a:srgbClr val="3A69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89" name="pg3789"/>
            <p:cNvSpPr/>
            <p:nvPr/>
          </p:nvSpPr>
          <p:spPr>
            <a:xfrm>
              <a:off x="4577915" y="538202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5A97">
                <a:alpha val="100000"/>
              </a:srgbClr>
            </a:solidFill>
            <a:ln w="5420" cap="flat">
              <a:solidFill>
                <a:srgbClr val="3A5A9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90" name="pg3790"/>
            <p:cNvSpPr/>
            <p:nvPr/>
          </p:nvSpPr>
          <p:spPr>
            <a:xfrm>
              <a:off x="4589552" y="538202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5A97">
                <a:alpha val="100000"/>
              </a:srgbClr>
            </a:solidFill>
            <a:ln w="5420" cap="flat">
              <a:solidFill>
                <a:srgbClr val="3A5A9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91" name="pg3791"/>
            <p:cNvSpPr/>
            <p:nvPr/>
          </p:nvSpPr>
          <p:spPr>
            <a:xfrm>
              <a:off x="4601190" y="538202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5A97">
                <a:alpha val="100000"/>
              </a:srgbClr>
            </a:solidFill>
            <a:ln w="5420" cap="flat">
              <a:solidFill>
                <a:srgbClr val="3A5A9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92" name="pg3792"/>
            <p:cNvSpPr/>
            <p:nvPr/>
          </p:nvSpPr>
          <p:spPr>
            <a:xfrm>
              <a:off x="4612827" y="538202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5A97">
                <a:alpha val="100000"/>
              </a:srgbClr>
            </a:solidFill>
            <a:ln w="5420" cap="flat">
              <a:solidFill>
                <a:srgbClr val="3A5A9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93" name="pg3793"/>
            <p:cNvSpPr/>
            <p:nvPr/>
          </p:nvSpPr>
          <p:spPr>
            <a:xfrm>
              <a:off x="4624464" y="538202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5A97">
                <a:alpha val="100000"/>
              </a:srgbClr>
            </a:solidFill>
            <a:ln w="5420" cap="flat">
              <a:solidFill>
                <a:srgbClr val="3A5A9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94" name="pg3794"/>
            <p:cNvSpPr/>
            <p:nvPr/>
          </p:nvSpPr>
          <p:spPr>
            <a:xfrm>
              <a:off x="4636101" y="538202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5A97">
                <a:alpha val="100000"/>
              </a:srgbClr>
            </a:solidFill>
            <a:ln w="5420" cap="flat">
              <a:solidFill>
                <a:srgbClr val="3A5A9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95" name="pg3795"/>
            <p:cNvSpPr/>
            <p:nvPr/>
          </p:nvSpPr>
          <p:spPr>
            <a:xfrm>
              <a:off x="4647739" y="538202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5997">
                <a:alpha val="100000"/>
              </a:srgbClr>
            </a:solidFill>
            <a:ln w="5420" cap="flat">
              <a:solidFill>
                <a:srgbClr val="3A599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96" name="pg3796"/>
            <p:cNvSpPr/>
            <p:nvPr/>
          </p:nvSpPr>
          <p:spPr>
            <a:xfrm>
              <a:off x="4659376" y="538202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5997">
                <a:alpha val="100000"/>
              </a:srgbClr>
            </a:solidFill>
            <a:ln w="5420" cap="flat">
              <a:solidFill>
                <a:srgbClr val="3A599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97" name="pg3797"/>
            <p:cNvSpPr/>
            <p:nvPr/>
          </p:nvSpPr>
          <p:spPr>
            <a:xfrm>
              <a:off x="4671013" y="538202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5997">
                <a:alpha val="100000"/>
              </a:srgbClr>
            </a:solidFill>
            <a:ln w="5420" cap="flat">
              <a:solidFill>
                <a:srgbClr val="3A599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98" name="pg3798"/>
            <p:cNvSpPr/>
            <p:nvPr/>
          </p:nvSpPr>
          <p:spPr>
            <a:xfrm>
              <a:off x="4682651" y="538202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5997">
                <a:alpha val="100000"/>
              </a:srgbClr>
            </a:solidFill>
            <a:ln w="5420" cap="flat">
              <a:solidFill>
                <a:srgbClr val="3A599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99" name="pg3799"/>
            <p:cNvSpPr/>
            <p:nvPr/>
          </p:nvSpPr>
          <p:spPr>
            <a:xfrm>
              <a:off x="4694288" y="538202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5997">
                <a:alpha val="100000"/>
              </a:srgbClr>
            </a:solidFill>
            <a:ln w="5420" cap="flat">
              <a:solidFill>
                <a:srgbClr val="3A599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00" name="pg3800"/>
            <p:cNvSpPr/>
            <p:nvPr/>
          </p:nvSpPr>
          <p:spPr>
            <a:xfrm>
              <a:off x="2843953" y="539632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99F">
                <a:alpha val="100000"/>
              </a:srgbClr>
            </a:solidFill>
            <a:ln w="5420" cap="flat">
              <a:solidFill>
                <a:srgbClr val="3A69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01" name="pg3801"/>
            <p:cNvSpPr/>
            <p:nvPr/>
          </p:nvSpPr>
          <p:spPr>
            <a:xfrm>
              <a:off x="2855590" y="539632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99F">
                <a:alpha val="100000"/>
              </a:srgbClr>
            </a:solidFill>
            <a:ln w="5420" cap="flat">
              <a:solidFill>
                <a:srgbClr val="3A69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02" name="pg3802"/>
            <p:cNvSpPr/>
            <p:nvPr/>
          </p:nvSpPr>
          <p:spPr>
            <a:xfrm>
              <a:off x="2867227" y="539632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99F">
                <a:alpha val="100000"/>
              </a:srgbClr>
            </a:solidFill>
            <a:ln w="5420" cap="flat">
              <a:solidFill>
                <a:srgbClr val="3A69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03" name="pg3803"/>
            <p:cNvSpPr/>
            <p:nvPr/>
          </p:nvSpPr>
          <p:spPr>
            <a:xfrm>
              <a:off x="2878865" y="539632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99F">
                <a:alpha val="100000"/>
              </a:srgbClr>
            </a:solidFill>
            <a:ln w="5420" cap="flat">
              <a:solidFill>
                <a:srgbClr val="3A69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04" name="pg3804"/>
            <p:cNvSpPr/>
            <p:nvPr/>
          </p:nvSpPr>
          <p:spPr>
            <a:xfrm>
              <a:off x="2890502" y="539632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99F">
                <a:alpha val="100000"/>
              </a:srgbClr>
            </a:solidFill>
            <a:ln w="5420" cap="flat">
              <a:solidFill>
                <a:srgbClr val="3A69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05" name="pg3805"/>
            <p:cNvSpPr/>
            <p:nvPr/>
          </p:nvSpPr>
          <p:spPr>
            <a:xfrm>
              <a:off x="4589552" y="539632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5A98">
                <a:alpha val="100000"/>
              </a:srgbClr>
            </a:solidFill>
            <a:ln w="5420" cap="flat">
              <a:solidFill>
                <a:srgbClr val="3A5A9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06" name="pg3806"/>
            <p:cNvSpPr/>
            <p:nvPr/>
          </p:nvSpPr>
          <p:spPr>
            <a:xfrm>
              <a:off x="4601190" y="539632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5A97">
                <a:alpha val="100000"/>
              </a:srgbClr>
            </a:solidFill>
            <a:ln w="5420" cap="flat">
              <a:solidFill>
                <a:srgbClr val="3A5A9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07" name="pg3807"/>
            <p:cNvSpPr/>
            <p:nvPr/>
          </p:nvSpPr>
          <p:spPr>
            <a:xfrm>
              <a:off x="4612827" y="539632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5A97">
                <a:alpha val="100000"/>
              </a:srgbClr>
            </a:solidFill>
            <a:ln w="5420" cap="flat">
              <a:solidFill>
                <a:srgbClr val="3A5A9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08" name="pg3808"/>
            <p:cNvSpPr/>
            <p:nvPr/>
          </p:nvSpPr>
          <p:spPr>
            <a:xfrm>
              <a:off x="4624464" y="539632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5A97">
                <a:alpha val="100000"/>
              </a:srgbClr>
            </a:solidFill>
            <a:ln w="5420" cap="flat">
              <a:solidFill>
                <a:srgbClr val="3A5A9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09" name="pg3809"/>
            <p:cNvSpPr/>
            <p:nvPr/>
          </p:nvSpPr>
          <p:spPr>
            <a:xfrm>
              <a:off x="4636101" y="539632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5A97">
                <a:alpha val="100000"/>
              </a:srgbClr>
            </a:solidFill>
            <a:ln w="5420" cap="flat">
              <a:solidFill>
                <a:srgbClr val="3A5A9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10" name="pg3810"/>
            <p:cNvSpPr/>
            <p:nvPr/>
          </p:nvSpPr>
          <p:spPr>
            <a:xfrm>
              <a:off x="4647739" y="539632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5A97">
                <a:alpha val="100000"/>
              </a:srgbClr>
            </a:solidFill>
            <a:ln w="5420" cap="flat">
              <a:solidFill>
                <a:srgbClr val="3A5A9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11" name="pg3811"/>
            <p:cNvSpPr/>
            <p:nvPr/>
          </p:nvSpPr>
          <p:spPr>
            <a:xfrm>
              <a:off x="4659376" y="539632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5A97">
                <a:alpha val="100000"/>
              </a:srgbClr>
            </a:solidFill>
            <a:ln w="5420" cap="flat">
              <a:solidFill>
                <a:srgbClr val="3A5A9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12" name="pg3812"/>
            <p:cNvSpPr/>
            <p:nvPr/>
          </p:nvSpPr>
          <p:spPr>
            <a:xfrm>
              <a:off x="4671013" y="539632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5A97">
                <a:alpha val="100000"/>
              </a:srgbClr>
            </a:solidFill>
            <a:ln w="5420" cap="flat">
              <a:solidFill>
                <a:srgbClr val="3A5A9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13" name="pg3813"/>
            <p:cNvSpPr/>
            <p:nvPr/>
          </p:nvSpPr>
          <p:spPr>
            <a:xfrm>
              <a:off x="4682651" y="539632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5A97">
                <a:alpha val="100000"/>
              </a:srgbClr>
            </a:solidFill>
            <a:ln w="5420" cap="flat">
              <a:solidFill>
                <a:srgbClr val="3A5A9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14" name="pg3814"/>
            <p:cNvSpPr/>
            <p:nvPr/>
          </p:nvSpPr>
          <p:spPr>
            <a:xfrm>
              <a:off x="2843953" y="541062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99F">
                <a:alpha val="100000"/>
              </a:srgbClr>
            </a:solidFill>
            <a:ln w="5420" cap="flat">
              <a:solidFill>
                <a:srgbClr val="3A69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15" name="pg3815"/>
            <p:cNvSpPr/>
            <p:nvPr/>
          </p:nvSpPr>
          <p:spPr>
            <a:xfrm>
              <a:off x="2855590" y="541062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99F">
                <a:alpha val="100000"/>
              </a:srgbClr>
            </a:solidFill>
            <a:ln w="5420" cap="flat">
              <a:solidFill>
                <a:srgbClr val="3A69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16" name="pg3816"/>
            <p:cNvSpPr/>
            <p:nvPr/>
          </p:nvSpPr>
          <p:spPr>
            <a:xfrm>
              <a:off x="2867227" y="541062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99F">
                <a:alpha val="100000"/>
              </a:srgbClr>
            </a:solidFill>
            <a:ln w="5420" cap="flat">
              <a:solidFill>
                <a:srgbClr val="3A69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17" name="pg3817"/>
            <p:cNvSpPr/>
            <p:nvPr/>
          </p:nvSpPr>
          <p:spPr>
            <a:xfrm>
              <a:off x="2878865" y="541062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99F">
                <a:alpha val="100000"/>
              </a:srgbClr>
            </a:solidFill>
            <a:ln w="5420" cap="flat">
              <a:solidFill>
                <a:srgbClr val="3A69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18" name="pg3818"/>
            <p:cNvSpPr/>
            <p:nvPr/>
          </p:nvSpPr>
          <p:spPr>
            <a:xfrm>
              <a:off x="2890502" y="541062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99F">
                <a:alpha val="100000"/>
              </a:srgbClr>
            </a:solidFill>
            <a:ln w="5420" cap="flat">
              <a:solidFill>
                <a:srgbClr val="3A69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19" name="pg3819"/>
            <p:cNvSpPr/>
            <p:nvPr/>
          </p:nvSpPr>
          <p:spPr>
            <a:xfrm>
              <a:off x="4601190" y="541062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5A98">
                <a:alpha val="100000"/>
              </a:srgbClr>
            </a:solidFill>
            <a:ln w="5420" cap="flat">
              <a:solidFill>
                <a:srgbClr val="3A5A9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20" name="pg3820"/>
            <p:cNvSpPr/>
            <p:nvPr/>
          </p:nvSpPr>
          <p:spPr>
            <a:xfrm>
              <a:off x="4612827" y="541062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5A98">
                <a:alpha val="100000"/>
              </a:srgbClr>
            </a:solidFill>
            <a:ln w="5420" cap="flat">
              <a:solidFill>
                <a:srgbClr val="3A5A9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21" name="pg3821"/>
            <p:cNvSpPr/>
            <p:nvPr/>
          </p:nvSpPr>
          <p:spPr>
            <a:xfrm>
              <a:off x="4624464" y="541062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5A98">
                <a:alpha val="100000"/>
              </a:srgbClr>
            </a:solidFill>
            <a:ln w="5420" cap="flat">
              <a:solidFill>
                <a:srgbClr val="3A5A9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22" name="pg3822"/>
            <p:cNvSpPr/>
            <p:nvPr/>
          </p:nvSpPr>
          <p:spPr>
            <a:xfrm>
              <a:off x="4636101" y="541062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5A97">
                <a:alpha val="100000"/>
              </a:srgbClr>
            </a:solidFill>
            <a:ln w="5420" cap="flat">
              <a:solidFill>
                <a:srgbClr val="3A5A9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23" name="pg3823"/>
            <p:cNvSpPr/>
            <p:nvPr/>
          </p:nvSpPr>
          <p:spPr>
            <a:xfrm>
              <a:off x="4647739" y="541062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5A97">
                <a:alpha val="100000"/>
              </a:srgbClr>
            </a:solidFill>
            <a:ln w="5420" cap="flat">
              <a:solidFill>
                <a:srgbClr val="3A5A9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24" name="pg3824"/>
            <p:cNvSpPr/>
            <p:nvPr/>
          </p:nvSpPr>
          <p:spPr>
            <a:xfrm>
              <a:off x="2843953" y="542492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99F">
                <a:alpha val="100000"/>
              </a:srgbClr>
            </a:solidFill>
            <a:ln w="5420" cap="flat">
              <a:solidFill>
                <a:srgbClr val="3A69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25" name="pg3825"/>
            <p:cNvSpPr/>
            <p:nvPr/>
          </p:nvSpPr>
          <p:spPr>
            <a:xfrm>
              <a:off x="2855590" y="542492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99F">
                <a:alpha val="100000"/>
              </a:srgbClr>
            </a:solidFill>
            <a:ln w="5420" cap="flat">
              <a:solidFill>
                <a:srgbClr val="3A69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26" name="pg3826"/>
            <p:cNvSpPr/>
            <p:nvPr/>
          </p:nvSpPr>
          <p:spPr>
            <a:xfrm>
              <a:off x="2867227" y="542492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99F">
                <a:alpha val="100000"/>
              </a:srgbClr>
            </a:solidFill>
            <a:ln w="5420" cap="flat">
              <a:solidFill>
                <a:srgbClr val="3A69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27" name="pg3827"/>
            <p:cNvSpPr/>
            <p:nvPr/>
          </p:nvSpPr>
          <p:spPr>
            <a:xfrm>
              <a:off x="2878865" y="542492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99F">
                <a:alpha val="100000"/>
              </a:srgbClr>
            </a:solidFill>
            <a:ln w="5420" cap="flat">
              <a:solidFill>
                <a:srgbClr val="3A69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28" name="pg3828"/>
            <p:cNvSpPr/>
            <p:nvPr/>
          </p:nvSpPr>
          <p:spPr>
            <a:xfrm>
              <a:off x="2890502" y="542492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99F">
                <a:alpha val="100000"/>
              </a:srgbClr>
            </a:solidFill>
            <a:ln w="5420" cap="flat">
              <a:solidFill>
                <a:srgbClr val="3A69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29" name="pg3829"/>
            <p:cNvSpPr/>
            <p:nvPr/>
          </p:nvSpPr>
          <p:spPr>
            <a:xfrm>
              <a:off x="2843953" y="543922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99F">
                <a:alpha val="100000"/>
              </a:srgbClr>
            </a:solidFill>
            <a:ln w="5420" cap="flat">
              <a:solidFill>
                <a:srgbClr val="3A69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30" name="pg3830"/>
            <p:cNvSpPr/>
            <p:nvPr/>
          </p:nvSpPr>
          <p:spPr>
            <a:xfrm>
              <a:off x="2855590" y="543922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99F">
                <a:alpha val="100000"/>
              </a:srgbClr>
            </a:solidFill>
            <a:ln w="5420" cap="flat">
              <a:solidFill>
                <a:srgbClr val="3A69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31" name="pg3831"/>
            <p:cNvSpPr/>
            <p:nvPr/>
          </p:nvSpPr>
          <p:spPr>
            <a:xfrm>
              <a:off x="2867227" y="543922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99F">
                <a:alpha val="100000"/>
              </a:srgbClr>
            </a:solidFill>
            <a:ln w="5420" cap="flat">
              <a:solidFill>
                <a:srgbClr val="3A69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32" name="pg3832"/>
            <p:cNvSpPr/>
            <p:nvPr/>
          </p:nvSpPr>
          <p:spPr>
            <a:xfrm>
              <a:off x="2878865" y="543922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99F">
                <a:alpha val="100000"/>
              </a:srgbClr>
            </a:solidFill>
            <a:ln w="5420" cap="flat">
              <a:solidFill>
                <a:srgbClr val="3A69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33" name="pg3833"/>
            <p:cNvSpPr/>
            <p:nvPr/>
          </p:nvSpPr>
          <p:spPr>
            <a:xfrm>
              <a:off x="2832315" y="545352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99F">
                <a:alpha val="100000"/>
              </a:srgbClr>
            </a:solidFill>
            <a:ln w="5420" cap="flat">
              <a:solidFill>
                <a:srgbClr val="3A69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34" name="pg3834"/>
            <p:cNvSpPr/>
            <p:nvPr/>
          </p:nvSpPr>
          <p:spPr>
            <a:xfrm>
              <a:off x="2843953" y="545352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99F">
                <a:alpha val="100000"/>
              </a:srgbClr>
            </a:solidFill>
            <a:ln w="5420" cap="flat">
              <a:solidFill>
                <a:srgbClr val="3A69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35" name="pg3835"/>
            <p:cNvSpPr/>
            <p:nvPr/>
          </p:nvSpPr>
          <p:spPr>
            <a:xfrm>
              <a:off x="2855590" y="545352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99F">
                <a:alpha val="100000"/>
              </a:srgbClr>
            </a:solidFill>
            <a:ln w="5420" cap="flat">
              <a:solidFill>
                <a:srgbClr val="3A69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36" name="pg3836"/>
            <p:cNvSpPr/>
            <p:nvPr/>
          </p:nvSpPr>
          <p:spPr>
            <a:xfrm>
              <a:off x="2867227" y="545352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99F">
                <a:alpha val="100000"/>
              </a:srgbClr>
            </a:solidFill>
            <a:ln w="5420" cap="flat">
              <a:solidFill>
                <a:srgbClr val="3A69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37" name="pg3837"/>
            <p:cNvSpPr/>
            <p:nvPr/>
          </p:nvSpPr>
          <p:spPr>
            <a:xfrm>
              <a:off x="2878865" y="545352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99F">
                <a:alpha val="100000"/>
              </a:srgbClr>
            </a:solidFill>
            <a:ln w="5420" cap="flat">
              <a:solidFill>
                <a:srgbClr val="3A69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38" name="pg3838"/>
            <p:cNvSpPr/>
            <p:nvPr/>
          </p:nvSpPr>
          <p:spPr>
            <a:xfrm>
              <a:off x="2832315" y="546782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99F">
                <a:alpha val="100000"/>
              </a:srgbClr>
            </a:solidFill>
            <a:ln w="5420" cap="flat">
              <a:solidFill>
                <a:srgbClr val="3A69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39" name="pg3839"/>
            <p:cNvSpPr/>
            <p:nvPr/>
          </p:nvSpPr>
          <p:spPr>
            <a:xfrm>
              <a:off x="2843953" y="546782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99F">
                <a:alpha val="100000"/>
              </a:srgbClr>
            </a:solidFill>
            <a:ln w="5420" cap="flat">
              <a:solidFill>
                <a:srgbClr val="3A69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40" name="pg3840"/>
            <p:cNvSpPr/>
            <p:nvPr/>
          </p:nvSpPr>
          <p:spPr>
            <a:xfrm>
              <a:off x="2855590" y="546782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99F">
                <a:alpha val="100000"/>
              </a:srgbClr>
            </a:solidFill>
            <a:ln w="5420" cap="flat">
              <a:solidFill>
                <a:srgbClr val="3A69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41" name="pg3841"/>
            <p:cNvSpPr/>
            <p:nvPr/>
          </p:nvSpPr>
          <p:spPr>
            <a:xfrm>
              <a:off x="2867227" y="546782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99F">
                <a:alpha val="100000"/>
              </a:srgbClr>
            </a:solidFill>
            <a:ln w="5420" cap="flat">
              <a:solidFill>
                <a:srgbClr val="3A69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42" name="pg3842"/>
            <p:cNvSpPr/>
            <p:nvPr/>
          </p:nvSpPr>
          <p:spPr>
            <a:xfrm>
              <a:off x="2878865" y="546782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99F">
                <a:alpha val="100000"/>
              </a:srgbClr>
            </a:solidFill>
            <a:ln w="5420" cap="flat">
              <a:solidFill>
                <a:srgbClr val="3A69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43" name="pg3843"/>
            <p:cNvSpPr/>
            <p:nvPr/>
          </p:nvSpPr>
          <p:spPr>
            <a:xfrm>
              <a:off x="2832315" y="548212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99F">
                <a:alpha val="100000"/>
              </a:srgbClr>
            </a:solidFill>
            <a:ln w="5420" cap="flat">
              <a:solidFill>
                <a:srgbClr val="3A69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44" name="pg3844"/>
            <p:cNvSpPr/>
            <p:nvPr/>
          </p:nvSpPr>
          <p:spPr>
            <a:xfrm>
              <a:off x="2843953" y="548212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99F">
                <a:alpha val="100000"/>
              </a:srgbClr>
            </a:solidFill>
            <a:ln w="5420" cap="flat">
              <a:solidFill>
                <a:srgbClr val="3A69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45" name="pg3845"/>
            <p:cNvSpPr/>
            <p:nvPr/>
          </p:nvSpPr>
          <p:spPr>
            <a:xfrm>
              <a:off x="2855590" y="548212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99F">
                <a:alpha val="100000"/>
              </a:srgbClr>
            </a:solidFill>
            <a:ln w="5420" cap="flat">
              <a:solidFill>
                <a:srgbClr val="3A69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46" name="pg3846"/>
            <p:cNvSpPr/>
            <p:nvPr/>
          </p:nvSpPr>
          <p:spPr>
            <a:xfrm>
              <a:off x="2867227" y="548212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99F">
                <a:alpha val="100000"/>
              </a:srgbClr>
            </a:solidFill>
            <a:ln w="5420" cap="flat">
              <a:solidFill>
                <a:srgbClr val="3A69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47" name="pg3847"/>
            <p:cNvSpPr/>
            <p:nvPr/>
          </p:nvSpPr>
          <p:spPr>
            <a:xfrm>
              <a:off x="2878865" y="548212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99F">
                <a:alpha val="100000"/>
              </a:srgbClr>
            </a:solidFill>
            <a:ln w="5420" cap="flat">
              <a:solidFill>
                <a:srgbClr val="3A69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48" name="pg3848"/>
            <p:cNvSpPr/>
            <p:nvPr/>
          </p:nvSpPr>
          <p:spPr>
            <a:xfrm>
              <a:off x="2832315" y="549642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99F">
                <a:alpha val="100000"/>
              </a:srgbClr>
            </a:solidFill>
            <a:ln w="5420" cap="flat">
              <a:solidFill>
                <a:srgbClr val="3A69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49" name="pg3849"/>
            <p:cNvSpPr/>
            <p:nvPr/>
          </p:nvSpPr>
          <p:spPr>
            <a:xfrm>
              <a:off x="2843953" y="549642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99F">
                <a:alpha val="100000"/>
              </a:srgbClr>
            </a:solidFill>
            <a:ln w="5420" cap="flat">
              <a:solidFill>
                <a:srgbClr val="3A69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50" name="pg3850"/>
            <p:cNvSpPr/>
            <p:nvPr/>
          </p:nvSpPr>
          <p:spPr>
            <a:xfrm>
              <a:off x="2855590" y="549642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99F">
                <a:alpha val="100000"/>
              </a:srgbClr>
            </a:solidFill>
            <a:ln w="5420" cap="flat">
              <a:solidFill>
                <a:srgbClr val="3A69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51" name="pg3851"/>
            <p:cNvSpPr/>
            <p:nvPr/>
          </p:nvSpPr>
          <p:spPr>
            <a:xfrm>
              <a:off x="2867227" y="549642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99F">
                <a:alpha val="100000"/>
              </a:srgbClr>
            </a:solidFill>
            <a:ln w="5420" cap="flat">
              <a:solidFill>
                <a:srgbClr val="3A69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52" name="pg3852"/>
            <p:cNvSpPr/>
            <p:nvPr/>
          </p:nvSpPr>
          <p:spPr>
            <a:xfrm>
              <a:off x="2832315" y="551072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99F">
                <a:alpha val="100000"/>
              </a:srgbClr>
            </a:solidFill>
            <a:ln w="5420" cap="flat">
              <a:solidFill>
                <a:srgbClr val="3A69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53" name="pg3853"/>
            <p:cNvSpPr/>
            <p:nvPr/>
          </p:nvSpPr>
          <p:spPr>
            <a:xfrm>
              <a:off x="2843953" y="551072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99F">
                <a:alpha val="100000"/>
              </a:srgbClr>
            </a:solidFill>
            <a:ln w="5420" cap="flat">
              <a:solidFill>
                <a:srgbClr val="3A69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54" name="pg3854"/>
            <p:cNvSpPr/>
            <p:nvPr/>
          </p:nvSpPr>
          <p:spPr>
            <a:xfrm>
              <a:off x="2855590" y="551072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99F">
                <a:alpha val="100000"/>
              </a:srgbClr>
            </a:solidFill>
            <a:ln w="5420" cap="flat">
              <a:solidFill>
                <a:srgbClr val="3A69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55" name="pg3855"/>
            <p:cNvSpPr/>
            <p:nvPr/>
          </p:nvSpPr>
          <p:spPr>
            <a:xfrm>
              <a:off x="2867227" y="551072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99F">
                <a:alpha val="100000"/>
              </a:srgbClr>
            </a:solidFill>
            <a:ln w="5420" cap="flat">
              <a:solidFill>
                <a:srgbClr val="3A69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56" name="pg3856"/>
            <p:cNvSpPr/>
            <p:nvPr/>
          </p:nvSpPr>
          <p:spPr>
            <a:xfrm>
              <a:off x="2832315" y="552502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99F">
                <a:alpha val="100000"/>
              </a:srgbClr>
            </a:solidFill>
            <a:ln w="5420" cap="flat">
              <a:solidFill>
                <a:srgbClr val="3A69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57" name="pg3857"/>
            <p:cNvSpPr/>
            <p:nvPr/>
          </p:nvSpPr>
          <p:spPr>
            <a:xfrm>
              <a:off x="2843953" y="552502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99F">
                <a:alpha val="100000"/>
              </a:srgbClr>
            </a:solidFill>
            <a:ln w="5420" cap="flat">
              <a:solidFill>
                <a:srgbClr val="3A69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58" name="pg3858"/>
            <p:cNvSpPr/>
            <p:nvPr/>
          </p:nvSpPr>
          <p:spPr>
            <a:xfrm>
              <a:off x="2855590" y="552502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99F">
                <a:alpha val="100000"/>
              </a:srgbClr>
            </a:solidFill>
            <a:ln w="5420" cap="flat">
              <a:solidFill>
                <a:srgbClr val="3A69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59" name="pg3859"/>
            <p:cNvSpPr/>
            <p:nvPr/>
          </p:nvSpPr>
          <p:spPr>
            <a:xfrm>
              <a:off x="2867227" y="552502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99F">
                <a:alpha val="100000"/>
              </a:srgbClr>
            </a:solidFill>
            <a:ln w="5420" cap="flat">
              <a:solidFill>
                <a:srgbClr val="3A69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60" name="pg3860"/>
            <p:cNvSpPr/>
            <p:nvPr/>
          </p:nvSpPr>
          <p:spPr>
            <a:xfrm>
              <a:off x="2832315" y="553933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99F">
                <a:alpha val="100000"/>
              </a:srgbClr>
            </a:solidFill>
            <a:ln w="5420" cap="flat">
              <a:solidFill>
                <a:srgbClr val="3A69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61" name="pg3861"/>
            <p:cNvSpPr/>
            <p:nvPr/>
          </p:nvSpPr>
          <p:spPr>
            <a:xfrm>
              <a:off x="2843953" y="553933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99F">
                <a:alpha val="100000"/>
              </a:srgbClr>
            </a:solidFill>
            <a:ln w="5420" cap="flat">
              <a:solidFill>
                <a:srgbClr val="3A69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62" name="pg3862"/>
            <p:cNvSpPr/>
            <p:nvPr/>
          </p:nvSpPr>
          <p:spPr>
            <a:xfrm>
              <a:off x="2855590" y="553933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99F">
                <a:alpha val="100000"/>
              </a:srgbClr>
            </a:solidFill>
            <a:ln w="5420" cap="flat">
              <a:solidFill>
                <a:srgbClr val="3A69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63" name="pg3863"/>
            <p:cNvSpPr/>
            <p:nvPr/>
          </p:nvSpPr>
          <p:spPr>
            <a:xfrm>
              <a:off x="2867227" y="553933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99F">
                <a:alpha val="100000"/>
              </a:srgbClr>
            </a:solidFill>
            <a:ln w="5420" cap="flat">
              <a:solidFill>
                <a:srgbClr val="3A69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64" name="pg3864"/>
            <p:cNvSpPr/>
            <p:nvPr/>
          </p:nvSpPr>
          <p:spPr>
            <a:xfrm>
              <a:off x="2832315" y="555363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99F">
                <a:alpha val="100000"/>
              </a:srgbClr>
            </a:solidFill>
            <a:ln w="5420" cap="flat">
              <a:solidFill>
                <a:srgbClr val="3A69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65" name="pg3865"/>
            <p:cNvSpPr/>
            <p:nvPr/>
          </p:nvSpPr>
          <p:spPr>
            <a:xfrm>
              <a:off x="2843953" y="555363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99F">
                <a:alpha val="100000"/>
              </a:srgbClr>
            </a:solidFill>
            <a:ln w="5420" cap="flat">
              <a:solidFill>
                <a:srgbClr val="3A69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66" name="pg3866"/>
            <p:cNvSpPr/>
            <p:nvPr/>
          </p:nvSpPr>
          <p:spPr>
            <a:xfrm>
              <a:off x="2855590" y="555363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99F">
                <a:alpha val="100000"/>
              </a:srgbClr>
            </a:solidFill>
            <a:ln w="5420" cap="flat">
              <a:solidFill>
                <a:srgbClr val="3A69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67" name="pg3867"/>
            <p:cNvSpPr/>
            <p:nvPr/>
          </p:nvSpPr>
          <p:spPr>
            <a:xfrm>
              <a:off x="2399291" y="2540116"/>
              <a:ext cx="3705599" cy="2850404"/>
            </a:xfrm>
            <a:custGeom>
              <a:avLst/>
              <a:pathLst>
                <a:path w="3705599" h="2850404">
                  <a:moveTo>
                    <a:pt x="2893187" y="266106"/>
                  </a:moveTo>
                  <a:lnTo>
                    <a:pt x="2917831" y="266068"/>
                  </a:lnTo>
                  <a:lnTo>
                    <a:pt x="2961871" y="266005"/>
                  </a:lnTo>
                  <a:lnTo>
                    <a:pt x="3005910" y="265941"/>
                  </a:lnTo>
                  <a:lnTo>
                    <a:pt x="3049950" y="265884"/>
                  </a:lnTo>
                  <a:lnTo>
                    <a:pt x="3093989" y="265820"/>
                  </a:lnTo>
                  <a:lnTo>
                    <a:pt x="3138033" y="265757"/>
                  </a:lnTo>
                  <a:lnTo>
                    <a:pt x="3182073" y="265693"/>
                  </a:lnTo>
                  <a:lnTo>
                    <a:pt x="3226112" y="265630"/>
                  </a:lnTo>
                  <a:lnTo>
                    <a:pt x="3236535" y="240559"/>
                  </a:lnTo>
                  <a:lnTo>
                    <a:pt x="3246246" y="228887"/>
                  </a:lnTo>
                  <a:lnTo>
                    <a:pt x="3259547" y="232754"/>
                  </a:lnTo>
                  <a:lnTo>
                    <a:pt x="3266632" y="232430"/>
                  </a:lnTo>
                  <a:lnTo>
                    <a:pt x="3274508" y="226410"/>
                  </a:lnTo>
                  <a:lnTo>
                    <a:pt x="3280895" y="222752"/>
                  </a:lnTo>
                  <a:lnTo>
                    <a:pt x="3285102" y="223292"/>
                  </a:lnTo>
                  <a:lnTo>
                    <a:pt x="3288693" y="228804"/>
                  </a:lnTo>
                  <a:lnTo>
                    <a:pt x="3291680" y="232481"/>
                  </a:lnTo>
                  <a:lnTo>
                    <a:pt x="3295168" y="231408"/>
                  </a:lnTo>
                  <a:lnTo>
                    <a:pt x="3298155" y="226207"/>
                  </a:lnTo>
                  <a:lnTo>
                    <a:pt x="3298052" y="218993"/>
                  </a:lnTo>
                  <a:lnTo>
                    <a:pt x="3302140" y="213970"/>
                  </a:lnTo>
                  <a:lnTo>
                    <a:pt x="3306992" y="213201"/>
                  </a:lnTo>
                  <a:lnTo>
                    <a:pt x="3311478" y="213360"/>
                  </a:lnTo>
                  <a:lnTo>
                    <a:pt x="3313715" y="210909"/>
                  </a:lnTo>
                  <a:lnTo>
                    <a:pt x="3313467" y="207391"/>
                  </a:lnTo>
                  <a:lnTo>
                    <a:pt x="3311850" y="201726"/>
                  </a:lnTo>
                  <a:lnTo>
                    <a:pt x="3312398" y="194906"/>
                  </a:lnTo>
                  <a:lnTo>
                    <a:pt x="3323601" y="182859"/>
                  </a:lnTo>
                  <a:lnTo>
                    <a:pt x="3337337" y="174686"/>
                  </a:lnTo>
                  <a:lnTo>
                    <a:pt x="3342153" y="170603"/>
                  </a:lnTo>
                  <a:lnTo>
                    <a:pt x="3343554" y="162322"/>
                  </a:lnTo>
                  <a:lnTo>
                    <a:pt x="3351429" y="153717"/>
                  </a:lnTo>
                  <a:lnTo>
                    <a:pt x="3355367" y="148770"/>
                  </a:lnTo>
                  <a:lnTo>
                    <a:pt x="3356328" y="144471"/>
                  </a:lnTo>
                  <a:lnTo>
                    <a:pt x="3354287" y="139181"/>
                  </a:lnTo>
                  <a:lnTo>
                    <a:pt x="3354494" y="129097"/>
                  </a:lnTo>
                  <a:lnTo>
                    <a:pt x="3357202" y="117050"/>
                  </a:lnTo>
                  <a:lnTo>
                    <a:pt x="3360442" y="103930"/>
                  </a:lnTo>
                  <a:lnTo>
                    <a:pt x="3367703" y="92099"/>
                  </a:lnTo>
                  <a:lnTo>
                    <a:pt x="3379609" y="79195"/>
                  </a:lnTo>
                  <a:lnTo>
                    <a:pt x="3382673" y="62240"/>
                  </a:lnTo>
                  <a:lnTo>
                    <a:pt x="3385903" y="44357"/>
                  </a:lnTo>
                  <a:lnTo>
                    <a:pt x="3400295" y="26932"/>
                  </a:lnTo>
                  <a:lnTo>
                    <a:pt x="3416615" y="7169"/>
                  </a:lnTo>
                  <a:lnTo>
                    <a:pt x="3422535" y="0"/>
                  </a:lnTo>
                  <a:lnTo>
                    <a:pt x="3618932" y="0"/>
                  </a:lnTo>
                  <a:lnTo>
                    <a:pt x="3619257" y="14859"/>
                  </a:lnTo>
                  <a:lnTo>
                    <a:pt x="3619521" y="35130"/>
                  </a:lnTo>
                  <a:lnTo>
                    <a:pt x="3619800" y="56493"/>
                  </a:lnTo>
                  <a:lnTo>
                    <a:pt x="3620001" y="71740"/>
                  </a:lnTo>
                  <a:lnTo>
                    <a:pt x="3620347" y="92677"/>
                  </a:lnTo>
                  <a:lnTo>
                    <a:pt x="3620621" y="109334"/>
                  </a:lnTo>
                  <a:lnTo>
                    <a:pt x="3620988" y="131078"/>
                  </a:lnTo>
                  <a:lnTo>
                    <a:pt x="3621179" y="142699"/>
                  </a:lnTo>
                  <a:lnTo>
                    <a:pt x="3623045" y="146052"/>
                  </a:lnTo>
                  <a:lnTo>
                    <a:pt x="3621924" y="150631"/>
                  </a:lnTo>
                  <a:lnTo>
                    <a:pt x="3621433" y="152923"/>
                  </a:lnTo>
                  <a:lnTo>
                    <a:pt x="3621552" y="154746"/>
                  </a:lnTo>
                  <a:lnTo>
                    <a:pt x="3622296" y="157038"/>
                  </a:lnTo>
                  <a:lnTo>
                    <a:pt x="3622172" y="160245"/>
                  </a:lnTo>
                  <a:lnTo>
                    <a:pt x="3620435" y="163147"/>
                  </a:lnTo>
                  <a:lnTo>
                    <a:pt x="3619567" y="166500"/>
                  </a:lnTo>
                  <a:lnTo>
                    <a:pt x="3619319" y="171993"/>
                  </a:lnTo>
                  <a:lnTo>
                    <a:pt x="3621179" y="175353"/>
                  </a:lnTo>
                  <a:lnTo>
                    <a:pt x="3624285" y="177334"/>
                  </a:lnTo>
                  <a:lnTo>
                    <a:pt x="3626895" y="177334"/>
                  </a:lnTo>
                  <a:lnTo>
                    <a:pt x="3630249" y="179322"/>
                  </a:lnTo>
                  <a:lnTo>
                    <a:pt x="3634595" y="182834"/>
                  </a:lnTo>
                  <a:lnTo>
                    <a:pt x="3641173" y="185882"/>
                  </a:lnTo>
                  <a:lnTo>
                    <a:pt x="3648005" y="186949"/>
                  </a:lnTo>
                  <a:lnTo>
                    <a:pt x="3652723" y="186187"/>
                  </a:lnTo>
                  <a:lnTo>
                    <a:pt x="3658434" y="188174"/>
                  </a:lnTo>
                  <a:lnTo>
                    <a:pt x="3660423" y="193058"/>
                  </a:lnTo>
                  <a:lnTo>
                    <a:pt x="3659307" y="197630"/>
                  </a:lnTo>
                  <a:lnTo>
                    <a:pt x="3656077" y="199770"/>
                  </a:lnTo>
                  <a:lnTo>
                    <a:pt x="3652599" y="201453"/>
                  </a:lnTo>
                  <a:lnTo>
                    <a:pt x="3651979" y="204958"/>
                  </a:lnTo>
                  <a:lnTo>
                    <a:pt x="3653715" y="208623"/>
                  </a:lnTo>
                  <a:lnTo>
                    <a:pt x="3656201" y="211829"/>
                  </a:lnTo>
                  <a:lnTo>
                    <a:pt x="3658935" y="217462"/>
                  </a:lnTo>
                  <a:lnTo>
                    <a:pt x="3657813" y="222346"/>
                  </a:lnTo>
                  <a:lnTo>
                    <a:pt x="3655333" y="226467"/>
                  </a:lnTo>
                  <a:lnTo>
                    <a:pt x="3654212" y="230735"/>
                  </a:lnTo>
                  <a:lnTo>
                    <a:pt x="3656325" y="234405"/>
                  </a:lnTo>
                  <a:lnTo>
                    <a:pt x="3661912" y="239282"/>
                  </a:lnTo>
                  <a:lnTo>
                    <a:pt x="3665389" y="244013"/>
                  </a:lnTo>
                  <a:lnTo>
                    <a:pt x="3670857" y="246611"/>
                  </a:lnTo>
                  <a:lnTo>
                    <a:pt x="3673461" y="244775"/>
                  </a:lnTo>
                  <a:lnTo>
                    <a:pt x="3675575" y="242330"/>
                  </a:lnTo>
                  <a:lnTo>
                    <a:pt x="3677807" y="240501"/>
                  </a:lnTo>
                  <a:lnTo>
                    <a:pt x="3681657" y="241575"/>
                  </a:lnTo>
                  <a:lnTo>
                    <a:pt x="3686127" y="242946"/>
                  </a:lnTo>
                  <a:lnTo>
                    <a:pt x="3691011" y="244578"/>
                  </a:lnTo>
                  <a:lnTo>
                    <a:pt x="3690427" y="248535"/>
                  </a:lnTo>
                  <a:lnTo>
                    <a:pt x="3693404" y="255203"/>
                  </a:lnTo>
                  <a:lnTo>
                    <a:pt x="3695708" y="268024"/>
                  </a:lnTo>
                  <a:lnTo>
                    <a:pt x="3692169" y="273847"/>
                  </a:lnTo>
                  <a:lnTo>
                    <a:pt x="3692928" y="281563"/>
                  </a:lnTo>
                  <a:lnTo>
                    <a:pt x="3702742" y="283811"/>
                  </a:lnTo>
                  <a:lnTo>
                    <a:pt x="3705129" y="286173"/>
                  </a:lnTo>
                  <a:lnTo>
                    <a:pt x="3705599" y="289025"/>
                  </a:lnTo>
                  <a:lnTo>
                    <a:pt x="3683983" y="308806"/>
                  </a:lnTo>
                  <a:lnTo>
                    <a:pt x="3665694" y="306037"/>
                  </a:lnTo>
                  <a:lnTo>
                    <a:pt x="3655772" y="311283"/>
                  </a:lnTo>
                  <a:lnTo>
                    <a:pt x="3645380" y="312813"/>
                  </a:lnTo>
                  <a:lnTo>
                    <a:pt x="3640822" y="321653"/>
                  </a:lnTo>
                  <a:lnTo>
                    <a:pt x="3635117" y="323526"/>
                  </a:lnTo>
                  <a:lnTo>
                    <a:pt x="3627303" y="322993"/>
                  </a:lnTo>
                  <a:lnTo>
                    <a:pt x="3620565" y="320497"/>
                  </a:lnTo>
                  <a:lnTo>
                    <a:pt x="3615423" y="321723"/>
                  </a:lnTo>
                  <a:lnTo>
                    <a:pt x="3608229" y="337675"/>
                  </a:lnTo>
                  <a:lnTo>
                    <a:pt x="3602338" y="336284"/>
                  </a:lnTo>
                  <a:lnTo>
                    <a:pt x="3599992" y="342025"/>
                  </a:lnTo>
                  <a:lnTo>
                    <a:pt x="3596912" y="344534"/>
                  </a:lnTo>
                  <a:lnTo>
                    <a:pt x="3592395" y="346686"/>
                  </a:lnTo>
                  <a:lnTo>
                    <a:pt x="3588473" y="339599"/>
                  </a:lnTo>
                  <a:lnTo>
                    <a:pt x="3585977" y="332862"/>
                  </a:lnTo>
                  <a:lnTo>
                    <a:pt x="3582298" y="331382"/>
                  </a:lnTo>
                  <a:lnTo>
                    <a:pt x="3577409" y="329661"/>
                  </a:lnTo>
                  <a:lnTo>
                    <a:pt x="3572381" y="329718"/>
                  </a:lnTo>
                  <a:lnTo>
                    <a:pt x="3569027" y="330683"/>
                  </a:lnTo>
                  <a:lnTo>
                    <a:pt x="3564867" y="335040"/>
                  </a:lnTo>
                  <a:lnTo>
                    <a:pt x="3558836" y="338780"/>
                  </a:lnTo>
                  <a:lnTo>
                    <a:pt x="3554273" y="335662"/>
                  </a:lnTo>
                  <a:lnTo>
                    <a:pt x="3550702" y="330652"/>
                  </a:lnTo>
                  <a:lnTo>
                    <a:pt x="3547648" y="338710"/>
                  </a:lnTo>
                  <a:lnTo>
                    <a:pt x="3543204" y="347220"/>
                  </a:lnTo>
                  <a:lnTo>
                    <a:pt x="3543943" y="357145"/>
                  </a:lnTo>
                  <a:lnTo>
                    <a:pt x="3542031" y="363032"/>
                  </a:lnTo>
                  <a:lnTo>
                    <a:pt x="3537814" y="361445"/>
                  </a:lnTo>
                  <a:lnTo>
                    <a:pt x="3533618" y="356282"/>
                  </a:lnTo>
                  <a:lnTo>
                    <a:pt x="3521840" y="352154"/>
                  </a:lnTo>
                  <a:lnTo>
                    <a:pt x="3512461" y="352535"/>
                  </a:lnTo>
                  <a:lnTo>
                    <a:pt x="3514368" y="347023"/>
                  </a:lnTo>
                  <a:lnTo>
                    <a:pt x="3523236" y="339110"/>
                  </a:lnTo>
                  <a:lnTo>
                    <a:pt x="3520507" y="337561"/>
                  </a:lnTo>
                  <a:lnTo>
                    <a:pt x="3516156" y="338659"/>
                  </a:lnTo>
                  <a:lnTo>
                    <a:pt x="3514259" y="337561"/>
                  </a:lnTo>
                  <a:lnTo>
                    <a:pt x="3517370" y="330372"/>
                  </a:lnTo>
                  <a:lnTo>
                    <a:pt x="3517670" y="322441"/>
                  </a:lnTo>
                  <a:lnTo>
                    <a:pt x="3513701" y="325216"/>
                  </a:lnTo>
                  <a:lnTo>
                    <a:pt x="3508709" y="333585"/>
                  </a:lnTo>
                  <a:lnTo>
                    <a:pt x="3496632" y="340247"/>
                  </a:lnTo>
                  <a:lnTo>
                    <a:pt x="3497195" y="351398"/>
                  </a:lnTo>
                  <a:lnTo>
                    <a:pt x="3485826" y="374253"/>
                  </a:lnTo>
                  <a:lnTo>
                    <a:pt x="3485320" y="383982"/>
                  </a:lnTo>
                  <a:lnTo>
                    <a:pt x="3478028" y="391749"/>
                  </a:lnTo>
                  <a:lnTo>
                    <a:pt x="3468628" y="398429"/>
                  </a:lnTo>
                  <a:lnTo>
                    <a:pt x="3456091" y="396550"/>
                  </a:lnTo>
                  <a:lnTo>
                    <a:pt x="3446521" y="402354"/>
                  </a:lnTo>
                  <a:lnTo>
                    <a:pt x="3441663" y="409015"/>
                  </a:lnTo>
                  <a:lnTo>
                    <a:pt x="3437441" y="410019"/>
                  </a:lnTo>
                  <a:lnTo>
                    <a:pt x="3435240" y="401535"/>
                  </a:lnTo>
                  <a:lnTo>
                    <a:pt x="3433638" y="398912"/>
                  </a:lnTo>
                  <a:lnTo>
                    <a:pt x="3430113" y="411422"/>
                  </a:lnTo>
                  <a:lnTo>
                    <a:pt x="3426522" y="412197"/>
                  </a:lnTo>
                  <a:lnTo>
                    <a:pt x="3425163" y="403325"/>
                  </a:lnTo>
                  <a:lnTo>
                    <a:pt x="3423457" y="397464"/>
                  </a:lnTo>
                  <a:lnTo>
                    <a:pt x="3418563" y="402519"/>
                  </a:lnTo>
                  <a:lnTo>
                    <a:pt x="3415313" y="415918"/>
                  </a:lnTo>
                  <a:lnTo>
                    <a:pt x="3411907" y="414788"/>
                  </a:lnTo>
                  <a:lnTo>
                    <a:pt x="3410822" y="409803"/>
                  </a:lnTo>
                  <a:lnTo>
                    <a:pt x="3408383" y="408291"/>
                  </a:lnTo>
                  <a:lnTo>
                    <a:pt x="3407546" y="413988"/>
                  </a:lnTo>
                  <a:lnTo>
                    <a:pt x="3408776" y="422002"/>
                  </a:lnTo>
                  <a:lnTo>
                    <a:pt x="3407003" y="426282"/>
                  </a:lnTo>
                  <a:lnTo>
                    <a:pt x="3403618" y="423996"/>
                  </a:lnTo>
                  <a:lnTo>
                    <a:pt x="3400213" y="420141"/>
                  </a:lnTo>
                  <a:lnTo>
                    <a:pt x="3394595" y="423069"/>
                  </a:lnTo>
                  <a:lnTo>
                    <a:pt x="3389438" y="424256"/>
                  </a:lnTo>
                  <a:lnTo>
                    <a:pt x="3389417" y="420332"/>
                  </a:lnTo>
                  <a:lnTo>
                    <a:pt x="3390399" y="415518"/>
                  </a:lnTo>
                  <a:lnTo>
                    <a:pt x="3380121" y="418179"/>
                  </a:lnTo>
                  <a:lnTo>
                    <a:pt x="3367796" y="427057"/>
                  </a:lnTo>
                  <a:lnTo>
                    <a:pt x="3358225" y="439339"/>
                  </a:lnTo>
                  <a:lnTo>
                    <a:pt x="3361543" y="441383"/>
                  </a:lnTo>
                  <a:lnTo>
                    <a:pt x="3365279" y="445295"/>
                  </a:lnTo>
                  <a:lnTo>
                    <a:pt x="3348654" y="464270"/>
                  </a:lnTo>
                  <a:lnTo>
                    <a:pt x="3331611" y="481359"/>
                  </a:lnTo>
                  <a:lnTo>
                    <a:pt x="3318738" y="509244"/>
                  </a:lnTo>
                  <a:lnTo>
                    <a:pt x="3313571" y="512508"/>
                  </a:lnTo>
                  <a:lnTo>
                    <a:pt x="3309132" y="517620"/>
                  </a:lnTo>
                  <a:lnTo>
                    <a:pt x="3304419" y="534455"/>
                  </a:lnTo>
                  <a:lnTo>
                    <a:pt x="3298977" y="549442"/>
                  </a:lnTo>
                  <a:lnTo>
                    <a:pt x="3302021" y="556116"/>
                  </a:lnTo>
                  <a:lnTo>
                    <a:pt x="3304026" y="562981"/>
                  </a:lnTo>
                  <a:lnTo>
                    <a:pt x="3308858" y="569737"/>
                  </a:lnTo>
                  <a:lnTo>
                    <a:pt x="3312966" y="570347"/>
                  </a:lnTo>
                  <a:lnTo>
                    <a:pt x="3317415" y="569128"/>
                  </a:lnTo>
                  <a:lnTo>
                    <a:pt x="3320681" y="569414"/>
                  </a:lnTo>
                  <a:lnTo>
                    <a:pt x="3322780" y="572284"/>
                  </a:lnTo>
                  <a:lnTo>
                    <a:pt x="3321849" y="575726"/>
                  </a:lnTo>
                  <a:lnTo>
                    <a:pt x="3316718" y="576583"/>
                  </a:lnTo>
                  <a:lnTo>
                    <a:pt x="3307147" y="582603"/>
                  </a:lnTo>
                  <a:lnTo>
                    <a:pt x="3298755" y="584915"/>
                  </a:lnTo>
                  <a:lnTo>
                    <a:pt x="3294548" y="592192"/>
                  </a:lnTo>
                  <a:lnTo>
                    <a:pt x="3288244" y="600600"/>
                  </a:lnTo>
                  <a:lnTo>
                    <a:pt x="3275996" y="613720"/>
                  </a:lnTo>
                  <a:lnTo>
                    <a:pt x="3281231" y="617765"/>
                  </a:lnTo>
                  <a:lnTo>
                    <a:pt x="3300150" y="622325"/>
                  </a:lnTo>
                  <a:lnTo>
                    <a:pt x="3308584" y="627018"/>
                  </a:lnTo>
                  <a:lnTo>
                    <a:pt x="3321348" y="651524"/>
                  </a:lnTo>
                  <a:lnTo>
                    <a:pt x="3318433" y="653975"/>
                  </a:lnTo>
                  <a:lnTo>
                    <a:pt x="3317276" y="658465"/>
                  </a:lnTo>
                  <a:lnTo>
                    <a:pt x="3328624" y="664765"/>
                  </a:lnTo>
                  <a:lnTo>
                    <a:pt x="3332247" y="682362"/>
                  </a:lnTo>
                  <a:lnTo>
                    <a:pt x="3341564" y="688350"/>
                  </a:lnTo>
                  <a:lnTo>
                    <a:pt x="3355450" y="692033"/>
                  </a:lnTo>
                  <a:lnTo>
                    <a:pt x="3372431" y="686712"/>
                  </a:lnTo>
                  <a:lnTo>
                    <a:pt x="3386570" y="679390"/>
                  </a:lnTo>
                  <a:lnTo>
                    <a:pt x="3386074" y="673388"/>
                  </a:lnTo>
                  <a:lnTo>
                    <a:pt x="3377191" y="659424"/>
                  </a:lnTo>
                  <a:lnTo>
                    <a:pt x="3375051" y="652864"/>
                  </a:lnTo>
                  <a:lnTo>
                    <a:pt x="3368457" y="648616"/>
                  </a:lnTo>
                  <a:lnTo>
                    <a:pt x="3365951" y="652216"/>
                  </a:lnTo>
                  <a:lnTo>
                    <a:pt x="3361687" y="647542"/>
                  </a:lnTo>
                  <a:lnTo>
                    <a:pt x="3361207" y="644920"/>
                  </a:lnTo>
                  <a:lnTo>
                    <a:pt x="3365181" y="643643"/>
                  </a:lnTo>
                  <a:lnTo>
                    <a:pt x="3369801" y="644151"/>
                  </a:lnTo>
                  <a:lnTo>
                    <a:pt x="3375191" y="646596"/>
                  </a:lnTo>
                  <a:lnTo>
                    <a:pt x="3389061" y="661818"/>
                  </a:lnTo>
                  <a:lnTo>
                    <a:pt x="3392900" y="681771"/>
                  </a:lnTo>
                  <a:lnTo>
                    <a:pt x="3393722" y="694440"/>
                  </a:lnTo>
                  <a:lnTo>
                    <a:pt x="3392156" y="698771"/>
                  </a:lnTo>
                  <a:lnTo>
                    <a:pt x="3388120" y="697882"/>
                  </a:lnTo>
                  <a:lnTo>
                    <a:pt x="3380420" y="698746"/>
                  </a:lnTo>
                  <a:lnTo>
                    <a:pt x="3343890" y="705306"/>
                  </a:lnTo>
                  <a:lnTo>
                    <a:pt x="3335776" y="711084"/>
                  </a:lnTo>
                  <a:lnTo>
                    <a:pt x="3317173" y="717359"/>
                  </a:lnTo>
                  <a:lnTo>
                    <a:pt x="3316015" y="714228"/>
                  </a:lnTo>
                  <a:lnTo>
                    <a:pt x="3317359" y="707750"/>
                  </a:lnTo>
                  <a:lnTo>
                    <a:pt x="3316186" y="694484"/>
                  </a:lnTo>
                  <a:lnTo>
                    <a:pt x="3312516" y="693868"/>
                  </a:lnTo>
                  <a:lnTo>
                    <a:pt x="3283613" y="715498"/>
                  </a:lnTo>
                  <a:lnTo>
                    <a:pt x="3272441" y="716857"/>
                  </a:lnTo>
                  <a:lnTo>
                    <a:pt x="3263046" y="723188"/>
                  </a:lnTo>
                  <a:lnTo>
                    <a:pt x="3260943" y="719676"/>
                  </a:lnTo>
                  <a:lnTo>
                    <a:pt x="3259263" y="703458"/>
                  </a:lnTo>
                  <a:lnTo>
                    <a:pt x="3265144" y="689855"/>
                  </a:lnTo>
                  <a:lnTo>
                    <a:pt x="3262012" y="690071"/>
                  </a:lnTo>
                  <a:lnTo>
                    <a:pt x="3252194" y="698238"/>
                  </a:lnTo>
                  <a:lnTo>
                    <a:pt x="3247997" y="693214"/>
                  </a:lnTo>
                  <a:lnTo>
                    <a:pt x="3245894" y="687702"/>
                  </a:lnTo>
                  <a:lnTo>
                    <a:pt x="3242871" y="684584"/>
                  </a:lnTo>
                  <a:lnTo>
                    <a:pt x="3239595" y="683403"/>
                  </a:lnTo>
                  <a:lnTo>
                    <a:pt x="3242396" y="695443"/>
                  </a:lnTo>
                  <a:lnTo>
                    <a:pt x="3235740" y="704474"/>
                  </a:lnTo>
                  <a:lnTo>
                    <a:pt x="3233915" y="727830"/>
                  </a:lnTo>
                  <a:lnTo>
                    <a:pt x="3225549" y="737553"/>
                  </a:lnTo>
                  <a:lnTo>
                    <a:pt x="3199467" y="743802"/>
                  </a:lnTo>
                  <a:lnTo>
                    <a:pt x="3182465" y="742481"/>
                  </a:lnTo>
                  <a:lnTo>
                    <a:pt x="3167231" y="744424"/>
                  </a:lnTo>
                  <a:lnTo>
                    <a:pt x="3146974" y="748907"/>
                  </a:lnTo>
                  <a:lnTo>
                    <a:pt x="3135780" y="746240"/>
                  </a:lnTo>
                  <a:lnTo>
                    <a:pt x="3124313" y="750971"/>
                  </a:lnTo>
                  <a:lnTo>
                    <a:pt x="3085390" y="752260"/>
                  </a:lnTo>
                  <a:lnTo>
                    <a:pt x="3077183" y="749752"/>
                  </a:lnTo>
                  <a:lnTo>
                    <a:pt x="3066703" y="758687"/>
                  </a:lnTo>
                  <a:lnTo>
                    <a:pt x="3049924" y="763970"/>
                  </a:lnTo>
                  <a:lnTo>
                    <a:pt x="3007512" y="783993"/>
                  </a:lnTo>
                  <a:lnTo>
                    <a:pt x="2998159" y="791277"/>
                  </a:lnTo>
                  <a:lnTo>
                    <a:pt x="2986769" y="802651"/>
                  </a:lnTo>
                  <a:lnTo>
                    <a:pt x="2979121" y="808766"/>
                  </a:lnTo>
                  <a:lnTo>
                    <a:pt x="2972832" y="810754"/>
                  </a:lnTo>
                  <a:lnTo>
                    <a:pt x="2968966" y="815847"/>
                  </a:lnTo>
                  <a:lnTo>
                    <a:pt x="2964744" y="819174"/>
                  </a:lnTo>
                  <a:lnTo>
                    <a:pt x="2968821" y="807807"/>
                  </a:lnTo>
                  <a:lnTo>
                    <a:pt x="2973250" y="798224"/>
                  </a:lnTo>
                  <a:lnTo>
                    <a:pt x="2976930" y="779662"/>
                  </a:lnTo>
                  <a:lnTo>
                    <a:pt x="2975844" y="764650"/>
                  </a:lnTo>
                  <a:lnTo>
                    <a:pt x="2971281" y="758477"/>
                  </a:lnTo>
                  <a:lnTo>
                    <a:pt x="2966563" y="754362"/>
                  </a:lnTo>
                  <a:lnTo>
                    <a:pt x="2972093" y="769178"/>
                  </a:lnTo>
                  <a:lnTo>
                    <a:pt x="2972987" y="787346"/>
                  </a:lnTo>
                  <a:lnTo>
                    <a:pt x="2971085" y="797989"/>
                  </a:lnTo>
                  <a:lnTo>
                    <a:pt x="2960682" y="818520"/>
                  </a:lnTo>
                  <a:lnTo>
                    <a:pt x="2956253" y="823302"/>
                  </a:lnTo>
                  <a:lnTo>
                    <a:pt x="2951075" y="827506"/>
                  </a:lnTo>
                  <a:lnTo>
                    <a:pt x="2947174" y="829335"/>
                  </a:lnTo>
                  <a:lnTo>
                    <a:pt x="2943572" y="832618"/>
                  </a:lnTo>
                  <a:lnTo>
                    <a:pt x="2939386" y="837819"/>
                  </a:lnTo>
                  <a:lnTo>
                    <a:pt x="2935417" y="848145"/>
                  </a:lnTo>
                  <a:lnTo>
                    <a:pt x="2937820" y="857556"/>
                  </a:lnTo>
                  <a:lnTo>
                    <a:pt x="2958104" y="860992"/>
                  </a:lnTo>
                  <a:lnTo>
                    <a:pt x="2963545" y="858090"/>
                  </a:lnTo>
                  <a:lnTo>
                    <a:pt x="2966315" y="864827"/>
                  </a:lnTo>
                  <a:lnTo>
                    <a:pt x="2967865" y="874188"/>
                  </a:lnTo>
                  <a:lnTo>
                    <a:pt x="2966346" y="884310"/>
                  </a:lnTo>
                  <a:lnTo>
                    <a:pt x="2962956" y="894611"/>
                  </a:lnTo>
                  <a:lnTo>
                    <a:pt x="2960382" y="907400"/>
                  </a:lnTo>
                  <a:lnTo>
                    <a:pt x="2958202" y="926902"/>
                  </a:lnTo>
                  <a:lnTo>
                    <a:pt x="2954920" y="944449"/>
                  </a:lnTo>
                  <a:lnTo>
                    <a:pt x="2954491" y="939121"/>
                  </a:lnTo>
                  <a:lnTo>
                    <a:pt x="2956543" y="917790"/>
                  </a:lnTo>
                  <a:lnTo>
                    <a:pt x="2953220" y="920019"/>
                  </a:lnTo>
                  <a:lnTo>
                    <a:pt x="2950931" y="924940"/>
                  </a:lnTo>
                  <a:lnTo>
                    <a:pt x="2944740" y="952450"/>
                  </a:lnTo>
                  <a:lnTo>
                    <a:pt x="2936229" y="967113"/>
                  </a:lnTo>
                  <a:lnTo>
                    <a:pt x="2928389" y="977255"/>
                  </a:lnTo>
                  <a:lnTo>
                    <a:pt x="2920302" y="975578"/>
                  </a:lnTo>
                  <a:lnTo>
                    <a:pt x="2922121" y="983637"/>
                  </a:lnTo>
                  <a:lnTo>
                    <a:pt x="2919899" y="987834"/>
                  </a:lnTo>
                  <a:lnTo>
                    <a:pt x="2917997" y="996592"/>
                  </a:lnTo>
                  <a:lnTo>
                    <a:pt x="2913175" y="1002396"/>
                  </a:lnTo>
                  <a:lnTo>
                    <a:pt x="2908643" y="1001837"/>
                  </a:lnTo>
                  <a:lnTo>
                    <a:pt x="2902132" y="1005838"/>
                  </a:lnTo>
                  <a:lnTo>
                    <a:pt x="2899564" y="1008899"/>
                  </a:lnTo>
                  <a:lnTo>
                    <a:pt x="2899372" y="1014760"/>
                  </a:lnTo>
                  <a:lnTo>
                    <a:pt x="2895016" y="1019917"/>
                  </a:lnTo>
                  <a:lnTo>
                    <a:pt x="2879296" y="1046703"/>
                  </a:lnTo>
                  <a:lnTo>
                    <a:pt x="2865648" y="1054609"/>
                  </a:lnTo>
                  <a:lnTo>
                    <a:pt x="2862382" y="1053459"/>
                  </a:lnTo>
                  <a:lnTo>
                    <a:pt x="2865978" y="1040816"/>
                  </a:lnTo>
                  <a:lnTo>
                    <a:pt x="2868443" y="1028032"/>
                  </a:lnTo>
                  <a:lnTo>
                    <a:pt x="2860160" y="1022469"/>
                  </a:lnTo>
                  <a:lnTo>
                    <a:pt x="2852232" y="1019529"/>
                  </a:lnTo>
                  <a:lnTo>
                    <a:pt x="2843137" y="1019917"/>
                  </a:lnTo>
                  <a:lnTo>
                    <a:pt x="2833091" y="1009978"/>
                  </a:lnTo>
                  <a:lnTo>
                    <a:pt x="2820141" y="1002751"/>
                  </a:lnTo>
                  <a:lnTo>
                    <a:pt x="2802064" y="983199"/>
                  </a:lnTo>
                  <a:lnTo>
                    <a:pt x="2802591" y="977775"/>
                  </a:lnTo>
                  <a:lnTo>
                    <a:pt x="2802136" y="968675"/>
                  </a:lnTo>
                  <a:lnTo>
                    <a:pt x="2807630" y="954298"/>
                  </a:lnTo>
                  <a:lnTo>
                    <a:pt x="2812896" y="944245"/>
                  </a:lnTo>
                  <a:lnTo>
                    <a:pt x="2820167" y="939038"/>
                  </a:lnTo>
                  <a:lnTo>
                    <a:pt x="2841266" y="933735"/>
                  </a:lnTo>
                  <a:lnTo>
                    <a:pt x="2846558" y="925759"/>
                  </a:lnTo>
                  <a:lnTo>
                    <a:pt x="2849695" y="919041"/>
                  </a:lnTo>
                  <a:lnTo>
                    <a:pt x="2839241" y="930579"/>
                  </a:lnTo>
                  <a:lnTo>
                    <a:pt x="2823582" y="934491"/>
                  </a:lnTo>
                  <a:lnTo>
                    <a:pt x="2815144" y="938797"/>
                  </a:lnTo>
                  <a:lnTo>
                    <a:pt x="2808395" y="945382"/>
                  </a:lnTo>
                  <a:lnTo>
                    <a:pt x="2804400" y="953650"/>
                  </a:lnTo>
                  <a:lnTo>
                    <a:pt x="2795356" y="963614"/>
                  </a:lnTo>
                  <a:lnTo>
                    <a:pt x="2795992" y="970288"/>
                  </a:lnTo>
                  <a:lnTo>
                    <a:pt x="2797506" y="975032"/>
                  </a:lnTo>
                  <a:lnTo>
                    <a:pt x="2796808" y="984920"/>
                  </a:lnTo>
                  <a:lnTo>
                    <a:pt x="2802529" y="994559"/>
                  </a:lnTo>
                  <a:lnTo>
                    <a:pt x="2813872" y="1010353"/>
                  </a:lnTo>
                  <a:lnTo>
                    <a:pt x="2816038" y="1034884"/>
                  </a:lnTo>
                  <a:lnTo>
                    <a:pt x="2824694" y="1051300"/>
                  </a:lnTo>
                  <a:lnTo>
                    <a:pt x="2837959" y="1070440"/>
                  </a:lnTo>
                  <a:lnTo>
                    <a:pt x="2848160" y="1075883"/>
                  </a:lnTo>
                  <a:lnTo>
                    <a:pt x="2848656" y="1083001"/>
                  </a:lnTo>
                  <a:lnTo>
                    <a:pt x="2843948" y="1094756"/>
                  </a:lnTo>
                  <a:lnTo>
                    <a:pt x="2837742" y="1100128"/>
                  </a:lnTo>
                  <a:lnTo>
                    <a:pt x="2845814" y="1099055"/>
                  </a:lnTo>
                  <a:lnTo>
                    <a:pt x="2849835" y="1101741"/>
                  </a:lnTo>
                  <a:lnTo>
                    <a:pt x="2853746" y="1111546"/>
                  </a:lnTo>
                  <a:lnTo>
                    <a:pt x="2853442" y="1121555"/>
                  </a:lnTo>
                  <a:lnTo>
                    <a:pt x="2852119" y="1127194"/>
                  </a:lnTo>
                  <a:lnTo>
                    <a:pt x="2849674" y="1129442"/>
                  </a:lnTo>
                  <a:lnTo>
                    <a:pt x="2849778" y="1123682"/>
                  </a:lnTo>
                  <a:lnTo>
                    <a:pt x="2848046" y="1121682"/>
                  </a:lnTo>
                  <a:lnTo>
                    <a:pt x="2845189" y="1124177"/>
                  </a:lnTo>
                  <a:lnTo>
                    <a:pt x="2843339" y="1127022"/>
                  </a:lnTo>
                  <a:lnTo>
                    <a:pt x="2842569" y="1138231"/>
                  </a:lnTo>
                  <a:lnTo>
                    <a:pt x="2840610" y="1143832"/>
                  </a:lnTo>
                  <a:lnTo>
                    <a:pt x="2833685" y="1145496"/>
                  </a:lnTo>
                  <a:lnTo>
                    <a:pt x="2826662" y="1160203"/>
                  </a:lnTo>
                  <a:lnTo>
                    <a:pt x="2820130" y="1168547"/>
                  </a:lnTo>
                  <a:lnTo>
                    <a:pt x="2794426" y="1224971"/>
                  </a:lnTo>
                  <a:lnTo>
                    <a:pt x="2795408" y="1234401"/>
                  </a:lnTo>
                  <a:lnTo>
                    <a:pt x="2790705" y="1237436"/>
                  </a:lnTo>
                  <a:lnTo>
                    <a:pt x="2783584" y="1239907"/>
                  </a:lnTo>
                  <a:lnTo>
                    <a:pt x="2776380" y="1245546"/>
                  </a:lnTo>
                  <a:lnTo>
                    <a:pt x="2771600" y="1251763"/>
                  </a:lnTo>
                  <a:lnTo>
                    <a:pt x="2767161" y="1268484"/>
                  </a:lnTo>
                  <a:lnTo>
                    <a:pt x="2758655" y="1287306"/>
                  </a:lnTo>
                  <a:lnTo>
                    <a:pt x="2753348" y="1279463"/>
                  </a:lnTo>
                  <a:lnTo>
                    <a:pt x="2751989" y="1272751"/>
                  </a:lnTo>
                  <a:lnTo>
                    <a:pt x="2754350" y="1255243"/>
                  </a:lnTo>
                  <a:lnTo>
                    <a:pt x="2763549" y="1226539"/>
                  </a:lnTo>
                  <a:lnTo>
                    <a:pt x="2773683" y="1208695"/>
                  </a:lnTo>
                  <a:lnTo>
                    <a:pt x="2781414" y="1200236"/>
                  </a:lnTo>
                  <a:lnTo>
                    <a:pt x="2787770" y="1182995"/>
                  </a:lnTo>
                  <a:lnTo>
                    <a:pt x="2779739" y="1180423"/>
                  </a:lnTo>
                  <a:lnTo>
                    <a:pt x="2767497" y="1180702"/>
                  </a:lnTo>
                  <a:lnTo>
                    <a:pt x="2769802" y="1172745"/>
                  </a:lnTo>
                  <a:lnTo>
                    <a:pt x="2773373" y="1165734"/>
                  </a:lnTo>
                  <a:lnTo>
                    <a:pt x="2766991" y="1158749"/>
                  </a:lnTo>
                  <a:lnTo>
                    <a:pt x="2763213" y="1157860"/>
                  </a:lnTo>
                  <a:lnTo>
                    <a:pt x="2759322" y="1154996"/>
                  </a:lnTo>
                  <a:lnTo>
                    <a:pt x="2763885" y="1149179"/>
                  </a:lnTo>
                  <a:lnTo>
                    <a:pt x="2766112" y="1143032"/>
                  </a:lnTo>
                  <a:lnTo>
                    <a:pt x="2764753" y="1135551"/>
                  </a:lnTo>
                  <a:lnTo>
                    <a:pt x="2766665" y="1129918"/>
                  </a:lnTo>
                  <a:lnTo>
                    <a:pt x="2763477" y="1130769"/>
                  </a:lnTo>
                  <a:lnTo>
                    <a:pt x="2758350" y="1136732"/>
                  </a:lnTo>
                  <a:lnTo>
                    <a:pt x="2755162" y="1139113"/>
                  </a:lnTo>
                  <a:lnTo>
                    <a:pt x="2753219" y="1133836"/>
                  </a:lnTo>
                  <a:lnTo>
                    <a:pt x="2751002" y="1135030"/>
                  </a:lnTo>
                  <a:lnTo>
                    <a:pt x="2749560" y="1138656"/>
                  </a:lnTo>
                  <a:lnTo>
                    <a:pt x="2746289" y="1140650"/>
                  </a:lnTo>
                  <a:lnTo>
                    <a:pt x="2739380" y="1135691"/>
                  </a:lnTo>
                  <a:lnTo>
                    <a:pt x="2729308" y="1130013"/>
                  </a:lnTo>
                  <a:lnTo>
                    <a:pt x="2723701" y="1120246"/>
                  </a:lnTo>
                  <a:lnTo>
                    <a:pt x="2720502" y="1112677"/>
                  </a:lnTo>
                  <a:lnTo>
                    <a:pt x="2723752" y="1098979"/>
                  </a:lnTo>
                  <a:lnTo>
                    <a:pt x="2730713" y="1096547"/>
                  </a:lnTo>
                  <a:lnTo>
                    <a:pt x="2739757" y="1098769"/>
                  </a:lnTo>
                  <a:lnTo>
                    <a:pt x="2751612" y="1098750"/>
                  </a:lnTo>
                  <a:lnTo>
                    <a:pt x="2749917" y="1095708"/>
                  </a:lnTo>
                  <a:lnTo>
                    <a:pt x="2745684" y="1096210"/>
                  </a:lnTo>
                  <a:lnTo>
                    <a:pt x="2733189" y="1085097"/>
                  </a:lnTo>
                  <a:lnTo>
                    <a:pt x="2729168" y="1078385"/>
                  </a:lnTo>
                  <a:lnTo>
                    <a:pt x="2722254" y="1076543"/>
                  </a:lnTo>
                  <a:lnTo>
                    <a:pt x="2719101" y="1082995"/>
                  </a:lnTo>
                  <a:lnTo>
                    <a:pt x="2715603" y="1084710"/>
                  </a:lnTo>
                  <a:lnTo>
                    <a:pt x="2719923" y="1070593"/>
                  </a:lnTo>
                  <a:lnTo>
                    <a:pt x="2725571" y="1070015"/>
                  </a:lnTo>
                  <a:lnTo>
                    <a:pt x="2733912" y="1066103"/>
                  </a:lnTo>
                  <a:lnTo>
                    <a:pt x="2731488" y="1057930"/>
                  </a:lnTo>
                  <a:lnTo>
                    <a:pt x="2726223" y="1054355"/>
                  </a:lnTo>
                  <a:lnTo>
                    <a:pt x="2716714" y="1058838"/>
                  </a:lnTo>
                  <a:lnTo>
                    <a:pt x="2716828" y="1053091"/>
                  </a:lnTo>
                  <a:lnTo>
                    <a:pt x="2718610" y="1045731"/>
                  </a:lnTo>
                  <a:lnTo>
                    <a:pt x="2725778" y="1045756"/>
                  </a:lnTo>
                  <a:lnTo>
                    <a:pt x="2732057" y="1048157"/>
                  </a:lnTo>
                  <a:lnTo>
                    <a:pt x="2737400" y="1036269"/>
                  </a:lnTo>
                  <a:lnTo>
                    <a:pt x="2737638" y="1030960"/>
                  </a:lnTo>
                  <a:lnTo>
                    <a:pt x="2728760" y="1038676"/>
                  </a:lnTo>
                  <a:lnTo>
                    <a:pt x="2726765" y="1022031"/>
                  </a:lnTo>
                  <a:lnTo>
                    <a:pt x="2735504" y="1005977"/>
                  </a:lnTo>
                  <a:lnTo>
                    <a:pt x="2743839" y="998979"/>
                  </a:lnTo>
                  <a:lnTo>
                    <a:pt x="2754252" y="999183"/>
                  </a:lnTo>
                  <a:lnTo>
                    <a:pt x="2764836" y="998052"/>
                  </a:lnTo>
                  <a:lnTo>
                    <a:pt x="2758195" y="995112"/>
                  </a:lnTo>
                  <a:lnTo>
                    <a:pt x="2751379" y="993518"/>
                  </a:lnTo>
                  <a:lnTo>
                    <a:pt x="2756500" y="987174"/>
                  </a:lnTo>
                  <a:lnTo>
                    <a:pt x="2760867" y="986037"/>
                  </a:lnTo>
                  <a:lnTo>
                    <a:pt x="2765156" y="980506"/>
                  </a:lnTo>
                  <a:lnTo>
                    <a:pt x="2754841" y="981325"/>
                  </a:lnTo>
                  <a:lnTo>
                    <a:pt x="2756056" y="970860"/>
                  </a:lnTo>
                  <a:lnTo>
                    <a:pt x="2751043" y="972987"/>
                  </a:lnTo>
                  <a:lnTo>
                    <a:pt x="2745043" y="973971"/>
                  </a:lnTo>
                  <a:lnTo>
                    <a:pt x="2742708" y="978410"/>
                  </a:lnTo>
                  <a:lnTo>
                    <a:pt x="2743168" y="985783"/>
                  </a:lnTo>
                  <a:lnTo>
                    <a:pt x="2741416" y="990622"/>
                  </a:lnTo>
                  <a:lnTo>
                    <a:pt x="2736749" y="994509"/>
                  </a:lnTo>
                  <a:lnTo>
                    <a:pt x="2728868" y="997538"/>
                  </a:lnTo>
                  <a:lnTo>
                    <a:pt x="2728104" y="992286"/>
                  </a:lnTo>
                  <a:lnTo>
                    <a:pt x="2725499" y="989905"/>
                  </a:lnTo>
                  <a:lnTo>
                    <a:pt x="2724528" y="1001151"/>
                  </a:lnTo>
                  <a:lnTo>
                    <a:pt x="2722460" y="1004974"/>
                  </a:lnTo>
                  <a:lnTo>
                    <a:pt x="2716698" y="994420"/>
                  </a:lnTo>
                  <a:lnTo>
                    <a:pt x="2714967" y="996547"/>
                  </a:lnTo>
                  <a:lnTo>
                    <a:pt x="2715189" y="999545"/>
                  </a:lnTo>
                  <a:lnTo>
                    <a:pt x="2713717" y="1004726"/>
                  </a:lnTo>
                  <a:lnTo>
                    <a:pt x="2708776" y="1007425"/>
                  </a:lnTo>
                  <a:lnTo>
                    <a:pt x="2709081" y="1014068"/>
                  </a:lnTo>
                  <a:lnTo>
                    <a:pt x="2707164" y="1017688"/>
                  </a:lnTo>
                  <a:lnTo>
                    <a:pt x="2691340" y="1011921"/>
                  </a:lnTo>
                  <a:lnTo>
                    <a:pt x="2690968" y="1013877"/>
                  </a:lnTo>
                  <a:lnTo>
                    <a:pt x="2699919" y="1026311"/>
                  </a:lnTo>
                  <a:lnTo>
                    <a:pt x="2706456" y="1030560"/>
                  </a:lnTo>
                  <a:lnTo>
                    <a:pt x="2707252" y="1037342"/>
                  </a:lnTo>
                  <a:lnTo>
                    <a:pt x="2701640" y="1042968"/>
                  </a:lnTo>
                  <a:lnTo>
                    <a:pt x="2693898" y="1038110"/>
                  </a:lnTo>
                  <a:lnTo>
                    <a:pt x="2692596" y="1038466"/>
                  </a:lnTo>
                  <a:lnTo>
                    <a:pt x="2696803" y="1046798"/>
                  </a:lnTo>
                  <a:lnTo>
                    <a:pt x="2699454" y="1054075"/>
                  </a:lnTo>
                  <a:lnTo>
                    <a:pt x="2696725" y="1060172"/>
                  </a:lnTo>
                  <a:lnTo>
                    <a:pt x="2697149" y="1067678"/>
                  </a:lnTo>
                  <a:lnTo>
                    <a:pt x="2696560" y="1074485"/>
                  </a:lnTo>
                  <a:lnTo>
                    <a:pt x="2694891" y="1080423"/>
                  </a:lnTo>
                  <a:lnTo>
                    <a:pt x="2698653" y="1107793"/>
                  </a:lnTo>
                  <a:lnTo>
                    <a:pt x="2703185" y="1115236"/>
                  </a:lnTo>
                  <a:lnTo>
                    <a:pt x="2707639" y="1122355"/>
                  </a:lnTo>
                  <a:lnTo>
                    <a:pt x="2710001" y="1129016"/>
                  </a:lnTo>
                  <a:lnTo>
                    <a:pt x="2705273" y="1129988"/>
                  </a:lnTo>
                  <a:lnTo>
                    <a:pt x="2697743" y="1124507"/>
                  </a:lnTo>
                  <a:lnTo>
                    <a:pt x="2691129" y="1120329"/>
                  </a:lnTo>
                  <a:lnTo>
                    <a:pt x="2683248" y="1106968"/>
                  </a:lnTo>
                  <a:lnTo>
                    <a:pt x="2681945" y="1101633"/>
                  </a:lnTo>
                  <a:lnTo>
                    <a:pt x="2680023" y="1097417"/>
                  </a:lnTo>
                  <a:lnTo>
                    <a:pt x="2680953" y="1107101"/>
                  </a:lnTo>
                  <a:lnTo>
                    <a:pt x="2683765" y="1117916"/>
                  </a:lnTo>
                  <a:lnTo>
                    <a:pt x="2708446" y="1142117"/>
                  </a:lnTo>
                  <a:lnTo>
                    <a:pt x="2713003" y="1151401"/>
                  </a:lnTo>
                  <a:lnTo>
                    <a:pt x="2716476" y="1158698"/>
                  </a:lnTo>
                  <a:lnTo>
                    <a:pt x="2715603" y="1165690"/>
                  </a:lnTo>
                  <a:lnTo>
                    <a:pt x="2709169" y="1160743"/>
                  </a:lnTo>
                  <a:lnTo>
                    <a:pt x="2703619" y="1154437"/>
                  </a:lnTo>
                  <a:lnTo>
                    <a:pt x="2688886" y="1147312"/>
                  </a:lnTo>
                  <a:lnTo>
                    <a:pt x="2670308" y="1142809"/>
                  </a:lnTo>
                  <a:lnTo>
                    <a:pt x="2659833" y="1126247"/>
                  </a:lnTo>
                  <a:lnTo>
                    <a:pt x="2659869" y="1133157"/>
                  </a:lnTo>
                  <a:lnTo>
                    <a:pt x="2657543" y="1139018"/>
                  </a:lnTo>
                  <a:lnTo>
                    <a:pt x="2651141" y="1131874"/>
                  </a:lnTo>
                  <a:lnTo>
                    <a:pt x="2647105" y="1125778"/>
                  </a:lnTo>
                  <a:lnTo>
                    <a:pt x="2645751" y="1119097"/>
                  </a:lnTo>
                  <a:lnTo>
                    <a:pt x="2637756" y="1119554"/>
                  </a:lnTo>
                  <a:lnTo>
                    <a:pt x="2629374" y="1125358"/>
                  </a:lnTo>
                  <a:lnTo>
                    <a:pt x="2621266" y="1123980"/>
                  </a:lnTo>
                  <a:lnTo>
                    <a:pt x="2620305" y="1112651"/>
                  </a:lnTo>
                  <a:lnTo>
                    <a:pt x="2622496" y="1106650"/>
                  </a:lnTo>
                  <a:lnTo>
                    <a:pt x="2631596" y="1092457"/>
                  </a:lnTo>
                  <a:lnTo>
                    <a:pt x="2640170" y="1085211"/>
                  </a:lnTo>
                  <a:lnTo>
                    <a:pt x="2643952" y="1075857"/>
                  </a:lnTo>
                  <a:lnTo>
                    <a:pt x="2642660" y="1061353"/>
                  </a:lnTo>
                  <a:lnTo>
                    <a:pt x="2641048" y="1076111"/>
                  </a:lnTo>
                  <a:lnTo>
                    <a:pt x="2636149" y="1083427"/>
                  </a:lnTo>
                  <a:lnTo>
                    <a:pt x="2628449" y="1089015"/>
                  </a:lnTo>
                  <a:lnTo>
                    <a:pt x="2618315" y="1098973"/>
                  </a:lnTo>
                  <a:lnTo>
                    <a:pt x="2615840" y="1108181"/>
                  </a:lnTo>
                  <a:lnTo>
                    <a:pt x="2612677" y="1125422"/>
                  </a:lnTo>
                  <a:lnTo>
                    <a:pt x="2616956" y="1131258"/>
                  </a:lnTo>
                  <a:lnTo>
                    <a:pt x="2621328" y="1132782"/>
                  </a:lnTo>
                  <a:lnTo>
                    <a:pt x="2634242" y="1128870"/>
                  </a:lnTo>
                  <a:lnTo>
                    <a:pt x="2640924" y="1130617"/>
                  </a:lnTo>
                  <a:lnTo>
                    <a:pt x="2655786" y="1151376"/>
                  </a:lnTo>
                  <a:lnTo>
                    <a:pt x="2683460" y="1159587"/>
                  </a:lnTo>
                  <a:lnTo>
                    <a:pt x="2693552" y="1164718"/>
                  </a:lnTo>
                  <a:lnTo>
                    <a:pt x="2701779" y="1175552"/>
                  </a:lnTo>
                  <a:lnTo>
                    <a:pt x="2714146" y="1181788"/>
                  </a:lnTo>
                  <a:lnTo>
                    <a:pt x="2723742" y="1190850"/>
                  </a:lnTo>
                  <a:lnTo>
                    <a:pt x="2724000" y="1196762"/>
                  </a:lnTo>
                  <a:lnTo>
                    <a:pt x="2720678" y="1203754"/>
                  </a:lnTo>
                  <a:lnTo>
                    <a:pt x="2719365" y="1213216"/>
                  </a:lnTo>
                  <a:lnTo>
                    <a:pt x="2715288" y="1219185"/>
                  </a:lnTo>
                  <a:lnTo>
                    <a:pt x="2705500" y="1219871"/>
                  </a:lnTo>
                  <a:lnTo>
                    <a:pt x="2699588" y="1218334"/>
                  </a:lnTo>
                  <a:lnTo>
                    <a:pt x="2667807" y="1185071"/>
                  </a:lnTo>
                  <a:lnTo>
                    <a:pt x="2664013" y="1182010"/>
                  </a:lnTo>
                  <a:lnTo>
                    <a:pt x="2652226" y="1164591"/>
                  </a:lnTo>
                  <a:lnTo>
                    <a:pt x="2638397" y="1155262"/>
                  </a:lnTo>
                  <a:lnTo>
                    <a:pt x="2634118" y="1155459"/>
                  </a:lnTo>
                  <a:lnTo>
                    <a:pt x="2653802" y="1172713"/>
                  </a:lnTo>
                  <a:lnTo>
                    <a:pt x="2661838" y="1184779"/>
                  </a:lnTo>
                  <a:lnTo>
                    <a:pt x="2675992" y="1201696"/>
                  </a:lnTo>
                  <a:lnTo>
                    <a:pt x="2686111" y="1208860"/>
                  </a:lnTo>
                  <a:lnTo>
                    <a:pt x="2693557" y="1220036"/>
                  </a:lnTo>
                  <a:lnTo>
                    <a:pt x="2700477" y="1225275"/>
                  </a:lnTo>
                  <a:lnTo>
                    <a:pt x="2719370" y="1232737"/>
                  </a:lnTo>
                  <a:lnTo>
                    <a:pt x="2712802" y="1238097"/>
                  </a:lnTo>
                  <a:lnTo>
                    <a:pt x="2723287" y="1242663"/>
                  </a:lnTo>
                  <a:lnTo>
                    <a:pt x="2724786" y="1251058"/>
                  </a:lnTo>
                  <a:lnTo>
                    <a:pt x="2723825" y="1260628"/>
                  </a:lnTo>
                  <a:lnTo>
                    <a:pt x="2709272" y="1256843"/>
                  </a:lnTo>
                  <a:lnTo>
                    <a:pt x="2708797" y="1263892"/>
                  </a:lnTo>
                  <a:lnTo>
                    <a:pt x="2710099" y="1268052"/>
                  </a:lnTo>
                  <a:lnTo>
                    <a:pt x="2703671" y="1271487"/>
                  </a:lnTo>
                  <a:lnTo>
                    <a:pt x="2694730" y="1266826"/>
                  </a:lnTo>
                  <a:lnTo>
                    <a:pt x="2671517" y="1241329"/>
                  </a:lnTo>
                  <a:lnTo>
                    <a:pt x="2671713" y="1244739"/>
                  </a:lnTo>
                  <a:lnTo>
                    <a:pt x="2673594" y="1248696"/>
                  </a:lnTo>
                  <a:lnTo>
                    <a:pt x="2687056" y="1265111"/>
                  </a:lnTo>
                  <a:lnTo>
                    <a:pt x="2699071" y="1274955"/>
                  </a:lnTo>
                  <a:lnTo>
                    <a:pt x="2709257" y="1279400"/>
                  </a:lnTo>
                  <a:lnTo>
                    <a:pt x="2717107" y="1287649"/>
                  </a:lnTo>
                  <a:lnTo>
                    <a:pt x="2719877" y="1292640"/>
                  </a:lnTo>
                  <a:lnTo>
                    <a:pt x="2721727" y="1300210"/>
                  </a:lnTo>
                  <a:lnTo>
                    <a:pt x="2715908" y="1305354"/>
                  </a:lnTo>
                  <a:lnTo>
                    <a:pt x="2709283" y="1308193"/>
                  </a:lnTo>
                  <a:lnTo>
                    <a:pt x="2702813" y="1303061"/>
                  </a:lnTo>
                  <a:lnTo>
                    <a:pt x="2698069" y="1297657"/>
                  </a:lnTo>
                  <a:lnTo>
                    <a:pt x="2687966" y="1288481"/>
                  </a:lnTo>
                  <a:lnTo>
                    <a:pt x="2684938" y="1278225"/>
                  </a:lnTo>
                  <a:lnTo>
                    <a:pt x="2677253" y="1278752"/>
                  </a:lnTo>
                  <a:lnTo>
                    <a:pt x="2645136" y="1265747"/>
                  </a:lnTo>
                  <a:lnTo>
                    <a:pt x="2619323" y="1264248"/>
                  </a:lnTo>
                  <a:lnTo>
                    <a:pt x="2621845" y="1266864"/>
                  </a:lnTo>
                  <a:lnTo>
                    <a:pt x="2625111" y="1268604"/>
                  </a:lnTo>
                  <a:lnTo>
                    <a:pt x="2645668" y="1271811"/>
                  </a:lnTo>
                  <a:lnTo>
                    <a:pt x="2653792" y="1277800"/>
                  </a:lnTo>
                  <a:lnTo>
                    <a:pt x="2670700" y="1283115"/>
                  </a:lnTo>
                  <a:lnTo>
                    <a:pt x="2680602" y="1284569"/>
                  </a:lnTo>
                  <a:lnTo>
                    <a:pt x="2684617" y="1300896"/>
                  </a:lnTo>
                  <a:lnTo>
                    <a:pt x="2698301" y="1312130"/>
                  </a:lnTo>
                  <a:lnTo>
                    <a:pt x="2700079" y="1320455"/>
                  </a:lnTo>
                  <a:lnTo>
                    <a:pt x="2709422" y="1321389"/>
                  </a:lnTo>
                  <a:lnTo>
                    <a:pt x="2725861" y="1313222"/>
                  </a:lnTo>
                  <a:lnTo>
                    <a:pt x="2736470" y="1316086"/>
                  </a:lnTo>
                  <a:lnTo>
                    <a:pt x="2751772" y="1318423"/>
                  </a:lnTo>
                  <a:lnTo>
                    <a:pt x="2755270" y="1325015"/>
                  </a:lnTo>
                  <a:lnTo>
                    <a:pt x="2757896" y="1337557"/>
                  </a:lnTo>
                  <a:lnTo>
                    <a:pt x="2763306" y="1351667"/>
                  </a:lnTo>
                  <a:lnTo>
                    <a:pt x="2777337" y="1407303"/>
                  </a:lnTo>
                  <a:lnTo>
                    <a:pt x="2798416" y="1452810"/>
                  </a:lnTo>
                  <a:lnTo>
                    <a:pt x="2801010" y="1460646"/>
                  </a:lnTo>
                  <a:lnTo>
                    <a:pt x="2796111" y="1453769"/>
                  </a:lnTo>
                  <a:lnTo>
                    <a:pt x="2780473" y="1423630"/>
                  </a:lnTo>
                  <a:lnTo>
                    <a:pt x="2771843" y="1401867"/>
                  </a:lnTo>
                  <a:lnTo>
                    <a:pt x="2762975" y="1363441"/>
                  </a:lnTo>
                  <a:lnTo>
                    <a:pt x="2760402" y="1354836"/>
                  </a:lnTo>
                  <a:lnTo>
                    <a:pt x="2757374" y="1351401"/>
                  </a:lnTo>
                  <a:lnTo>
                    <a:pt x="2755379" y="1354195"/>
                  </a:lnTo>
                  <a:lnTo>
                    <a:pt x="2754521" y="1359091"/>
                  </a:lnTo>
                  <a:lnTo>
                    <a:pt x="2755968" y="1362850"/>
                  </a:lnTo>
                  <a:lnTo>
                    <a:pt x="2752475" y="1375500"/>
                  </a:lnTo>
                  <a:lnTo>
                    <a:pt x="2753989" y="1381305"/>
                  </a:lnTo>
                  <a:lnTo>
                    <a:pt x="2759663" y="1387306"/>
                  </a:lnTo>
                  <a:lnTo>
                    <a:pt x="2765828" y="1402280"/>
                  </a:lnTo>
                  <a:lnTo>
                    <a:pt x="2770753" y="1422442"/>
                  </a:lnTo>
                  <a:lnTo>
                    <a:pt x="2764092" y="1414269"/>
                  </a:lnTo>
                  <a:lnTo>
                    <a:pt x="2756981" y="1409938"/>
                  </a:lnTo>
                  <a:lnTo>
                    <a:pt x="2745917" y="1406617"/>
                  </a:lnTo>
                  <a:lnTo>
                    <a:pt x="2736062" y="1400794"/>
                  </a:lnTo>
                  <a:lnTo>
                    <a:pt x="2736780" y="1409145"/>
                  </a:lnTo>
                  <a:lnTo>
                    <a:pt x="2735835" y="1418162"/>
                  </a:lnTo>
                  <a:lnTo>
                    <a:pt x="2728238" y="1415412"/>
                  </a:lnTo>
                  <a:lnTo>
                    <a:pt x="2723070" y="1412421"/>
                  </a:lnTo>
                  <a:lnTo>
                    <a:pt x="2727644" y="1422030"/>
                  </a:lnTo>
                  <a:lnTo>
                    <a:pt x="2717716" y="1419147"/>
                  </a:lnTo>
                  <a:lnTo>
                    <a:pt x="2711102" y="1419750"/>
                  </a:lnTo>
                  <a:lnTo>
                    <a:pt x="2706802" y="1428278"/>
                  </a:lnTo>
                  <a:lnTo>
                    <a:pt x="2701035" y="1433454"/>
                  </a:lnTo>
                  <a:lnTo>
                    <a:pt x="2692508" y="1435124"/>
                  </a:lnTo>
                  <a:lnTo>
                    <a:pt x="2679858" y="1427326"/>
                  </a:lnTo>
                  <a:lnTo>
                    <a:pt x="2675760" y="1417857"/>
                  </a:lnTo>
                  <a:lnTo>
                    <a:pt x="2674065" y="1407316"/>
                  </a:lnTo>
                  <a:lnTo>
                    <a:pt x="2673388" y="1419782"/>
                  </a:lnTo>
                  <a:lnTo>
                    <a:pt x="2675641" y="1432762"/>
                  </a:lnTo>
                  <a:lnTo>
                    <a:pt x="2674850" y="1442630"/>
                  </a:lnTo>
                  <a:lnTo>
                    <a:pt x="2687031" y="1444446"/>
                  </a:lnTo>
                  <a:lnTo>
                    <a:pt x="2698420" y="1442833"/>
                  </a:lnTo>
                  <a:lnTo>
                    <a:pt x="2713789" y="1443246"/>
                  </a:lnTo>
                  <a:lnTo>
                    <a:pt x="2723814" y="1441398"/>
                  </a:lnTo>
                  <a:lnTo>
                    <a:pt x="2729850" y="1438261"/>
                  </a:lnTo>
                  <a:lnTo>
                    <a:pt x="2744325" y="1440979"/>
                  </a:lnTo>
                  <a:lnTo>
                    <a:pt x="2745353" y="1452899"/>
                  </a:lnTo>
                  <a:lnTo>
                    <a:pt x="2743700" y="1464749"/>
                  </a:lnTo>
                  <a:lnTo>
                    <a:pt x="2742863" y="1477367"/>
                  </a:lnTo>
                  <a:lnTo>
                    <a:pt x="2746873" y="1477284"/>
                  </a:lnTo>
                  <a:lnTo>
                    <a:pt x="2751586" y="1473252"/>
                  </a:lnTo>
                  <a:lnTo>
                    <a:pt x="2753942" y="1450651"/>
                  </a:lnTo>
                  <a:lnTo>
                    <a:pt x="2767172" y="1442300"/>
                  </a:lnTo>
                  <a:lnTo>
                    <a:pt x="2771605" y="1442872"/>
                  </a:lnTo>
                  <a:lnTo>
                    <a:pt x="2775817" y="1450136"/>
                  </a:lnTo>
                  <a:lnTo>
                    <a:pt x="2777233" y="1457503"/>
                  </a:lnTo>
                  <a:lnTo>
                    <a:pt x="2778727" y="1467619"/>
                  </a:lnTo>
                  <a:lnTo>
                    <a:pt x="2775636" y="1483031"/>
                  </a:lnTo>
                  <a:lnTo>
                    <a:pt x="2755312" y="1501054"/>
                  </a:lnTo>
                  <a:lnTo>
                    <a:pt x="2740754" y="1517717"/>
                  </a:lnTo>
                  <a:lnTo>
                    <a:pt x="2733313" y="1521115"/>
                  </a:lnTo>
                  <a:lnTo>
                    <a:pt x="2722579" y="1519178"/>
                  </a:lnTo>
                  <a:lnTo>
                    <a:pt x="2710409" y="1514987"/>
                  </a:lnTo>
                  <a:lnTo>
                    <a:pt x="2704441" y="1514142"/>
                  </a:lnTo>
                  <a:lnTo>
                    <a:pt x="2699903" y="1515539"/>
                  </a:lnTo>
                  <a:lnTo>
                    <a:pt x="2697139" y="1510408"/>
                  </a:lnTo>
                  <a:lnTo>
                    <a:pt x="2695356" y="1501047"/>
                  </a:lnTo>
                  <a:lnTo>
                    <a:pt x="2690622" y="1497942"/>
                  </a:lnTo>
                  <a:lnTo>
                    <a:pt x="2687041" y="1498285"/>
                  </a:lnTo>
                  <a:lnTo>
                    <a:pt x="2684597" y="1508230"/>
                  </a:lnTo>
                  <a:lnTo>
                    <a:pt x="2673243" y="1511056"/>
                  </a:lnTo>
                  <a:lnTo>
                    <a:pt x="2657807" y="1506947"/>
                  </a:lnTo>
                  <a:lnTo>
                    <a:pt x="2641642" y="1498584"/>
                  </a:lnTo>
                  <a:lnTo>
                    <a:pt x="2648577" y="1507557"/>
                  </a:lnTo>
                  <a:lnTo>
                    <a:pt x="2688689" y="1524296"/>
                  </a:lnTo>
                  <a:lnTo>
                    <a:pt x="2693206" y="1527427"/>
                  </a:lnTo>
                  <a:lnTo>
                    <a:pt x="2697423" y="1532006"/>
                  </a:lnTo>
                  <a:lnTo>
                    <a:pt x="2691811" y="1539188"/>
                  </a:lnTo>
                  <a:lnTo>
                    <a:pt x="2687413" y="1547278"/>
                  </a:lnTo>
                  <a:lnTo>
                    <a:pt x="2686793" y="1553629"/>
                  </a:lnTo>
                  <a:lnTo>
                    <a:pt x="2685242" y="1557636"/>
                  </a:lnTo>
                  <a:lnTo>
                    <a:pt x="2669248" y="1568431"/>
                  </a:lnTo>
                  <a:lnTo>
                    <a:pt x="2660582" y="1566526"/>
                  </a:lnTo>
                  <a:lnTo>
                    <a:pt x="2638438" y="1547062"/>
                  </a:lnTo>
                  <a:lnTo>
                    <a:pt x="2648526" y="1563897"/>
                  </a:lnTo>
                  <a:lnTo>
                    <a:pt x="2656603" y="1571041"/>
                  </a:lnTo>
                  <a:lnTo>
                    <a:pt x="2672866" y="1574852"/>
                  </a:lnTo>
                  <a:lnTo>
                    <a:pt x="2703371" y="1568558"/>
                  </a:lnTo>
                  <a:lnTo>
                    <a:pt x="2713376" y="1575430"/>
                  </a:lnTo>
                  <a:lnTo>
                    <a:pt x="2705164" y="1587603"/>
                  </a:lnTo>
                  <a:lnTo>
                    <a:pt x="2697004" y="1596145"/>
                  </a:lnTo>
                  <a:lnTo>
                    <a:pt x="2686302" y="1597097"/>
                  </a:lnTo>
                  <a:lnTo>
                    <a:pt x="2676876" y="1599409"/>
                  </a:lnTo>
                  <a:lnTo>
                    <a:pt x="2674111" y="1605283"/>
                  </a:lnTo>
                  <a:lnTo>
                    <a:pt x="2667393" y="1605651"/>
                  </a:lnTo>
                  <a:lnTo>
                    <a:pt x="2656892" y="1606000"/>
                  </a:lnTo>
                  <a:lnTo>
                    <a:pt x="2640635" y="1606534"/>
                  </a:lnTo>
                  <a:lnTo>
                    <a:pt x="2631705" y="1605162"/>
                  </a:lnTo>
                  <a:lnTo>
                    <a:pt x="2619230" y="1617164"/>
                  </a:lnTo>
                  <a:lnTo>
                    <a:pt x="2614522" y="1618815"/>
                  </a:lnTo>
                  <a:lnTo>
                    <a:pt x="2607944" y="1616561"/>
                  </a:lnTo>
                  <a:lnTo>
                    <a:pt x="2605184" y="1606921"/>
                  </a:lnTo>
                  <a:lnTo>
                    <a:pt x="2602244" y="1602184"/>
                  </a:lnTo>
                  <a:lnTo>
                    <a:pt x="2602171" y="1620219"/>
                  </a:lnTo>
                  <a:lnTo>
                    <a:pt x="2603324" y="1625077"/>
                  </a:lnTo>
                  <a:lnTo>
                    <a:pt x="2605680" y="1628741"/>
                  </a:lnTo>
                  <a:lnTo>
                    <a:pt x="2591087" y="1638527"/>
                  </a:lnTo>
                  <a:lnTo>
                    <a:pt x="2577118" y="1650733"/>
                  </a:lnTo>
                  <a:lnTo>
                    <a:pt x="2572111" y="1654054"/>
                  </a:lnTo>
                  <a:lnTo>
                    <a:pt x="2566421" y="1660169"/>
                  </a:lnTo>
                  <a:lnTo>
                    <a:pt x="2554768" y="1677830"/>
                  </a:lnTo>
                  <a:lnTo>
                    <a:pt x="2551889" y="1690708"/>
                  </a:lnTo>
                  <a:lnTo>
                    <a:pt x="2547678" y="1705066"/>
                  </a:lnTo>
                  <a:lnTo>
                    <a:pt x="2547145" y="1698602"/>
                  </a:lnTo>
                  <a:lnTo>
                    <a:pt x="2547869" y="1687717"/>
                  </a:lnTo>
                  <a:lnTo>
                    <a:pt x="2544985" y="1675251"/>
                  </a:lnTo>
                  <a:lnTo>
                    <a:pt x="2543156" y="1698087"/>
                  </a:lnTo>
                  <a:lnTo>
                    <a:pt x="2538629" y="1708699"/>
                  </a:lnTo>
                  <a:lnTo>
                    <a:pt x="2497086" y="1707950"/>
                  </a:lnTo>
                  <a:lnTo>
                    <a:pt x="2478900" y="1713716"/>
                  </a:lnTo>
                  <a:lnTo>
                    <a:pt x="2450984" y="1733116"/>
                  </a:lnTo>
                  <a:lnTo>
                    <a:pt x="2442638" y="1741619"/>
                  </a:lnTo>
                  <a:lnTo>
                    <a:pt x="2419580" y="1774495"/>
                  </a:lnTo>
                  <a:lnTo>
                    <a:pt x="2413694" y="1795534"/>
                  </a:lnTo>
                  <a:lnTo>
                    <a:pt x="2408976" y="1786688"/>
                  </a:lnTo>
                  <a:lnTo>
                    <a:pt x="2410144" y="1780052"/>
                  </a:lnTo>
                  <a:lnTo>
                    <a:pt x="2410237" y="1774629"/>
                  </a:lnTo>
                  <a:lnTo>
                    <a:pt x="2404428" y="1786263"/>
                  </a:lnTo>
                  <a:lnTo>
                    <a:pt x="2409942" y="1803205"/>
                  </a:lnTo>
                  <a:lnTo>
                    <a:pt x="2404992" y="1809676"/>
                  </a:lnTo>
                  <a:lnTo>
                    <a:pt x="2389762" y="1821755"/>
                  </a:lnTo>
                  <a:lnTo>
                    <a:pt x="2381427" y="1823736"/>
                  </a:lnTo>
                  <a:lnTo>
                    <a:pt x="2372068" y="1827172"/>
                  </a:lnTo>
                  <a:lnTo>
                    <a:pt x="2369122" y="1839085"/>
                  </a:lnTo>
                  <a:lnTo>
                    <a:pt x="2356415" y="1850071"/>
                  </a:lnTo>
                  <a:lnTo>
                    <a:pt x="2349010" y="1854936"/>
                  </a:lnTo>
                  <a:lnTo>
                    <a:pt x="2335449" y="1851989"/>
                  </a:lnTo>
                  <a:lnTo>
                    <a:pt x="2339625" y="1862569"/>
                  </a:lnTo>
                  <a:lnTo>
                    <a:pt x="2334643" y="1870577"/>
                  </a:lnTo>
                  <a:lnTo>
                    <a:pt x="2326065" y="1876718"/>
                  </a:lnTo>
                  <a:lnTo>
                    <a:pt x="2315399" y="1880725"/>
                  </a:lnTo>
                  <a:lnTo>
                    <a:pt x="2309285" y="1880236"/>
                  </a:lnTo>
                  <a:lnTo>
                    <a:pt x="2304061" y="1882363"/>
                  </a:lnTo>
                  <a:lnTo>
                    <a:pt x="2299968" y="1887456"/>
                  </a:lnTo>
                  <a:lnTo>
                    <a:pt x="2289968" y="1892219"/>
                  </a:lnTo>
                  <a:lnTo>
                    <a:pt x="2279581" y="1889539"/>
                  </a:lnTo>
                  <a:lnTo>
                    <a:pt x="2267809" y="1887932"/>
                  </a:lnTo>
                  <a:lnTo>
                    <a:pt x="2261251" y="1890790"/>
                  </a:lnTo>
                  <a:lnTo>
                    <a:pt x="2272274" y="1895515"/>
                  </a:lnTo>
                  <a:lnTo>
                    <a:pt x="2278176" y="1902360"/>
                  </a:lnTo>
                  <a:lnTo>
                    <a:pt x="2276961" y="1911588"/>
                  </a:lnTo>
                  <a:lnTo>
                    <a:pt x="2274010" y="1915150"/>
                  </a:lnTo>
                  <a:lnTo>
                    <a:pt x="2267055" y="1919976"/>
                  </a:lnTo>
                  <a:lnTo>
                    <a:pt x="2264001" y="1919259"/>
                  </a:lnTo>
                  <a:lnTo>
                    <a:pt x="2262135" y="1914909"/>
                  </a:lnTo>
                  <a:lnTo>
                    <a:pt x="2259872" y="1905847"/>
                  </a:lnTo>
                  <a:lnTo>
                    <a:pt x="2256637" y="1907777"/>
                  </a:lnTo>
                  <a:lnTo>
                    <a:pt x="2256078" y="1912000"/>
                  </a:lnTo>
                  <a:lnTo>
                    <a:pt x="2253298" y="1913505"/>
                  </a:lnTo>
                  <a:lnTo>
                    <a:pt x="2243433" y="1899071"/>
                  </a:lnTo>
                  <a:lnTo>
                    <a:pt x="2243924" y="1910082"/>
                  </a:lnTo>
                  <a:lnTo>
                    <a:pt x="2247371" y="1918541"/>
                  </a:lnTo>
                  <a:lnTo>
                    <a:pt x="2250704" y="1922834"/>
                  </a:lnTo>
                  <a:lnTo>
                    <a:pt x="2254068" y="1925361"/>
                  </a:lnTo>
                  <a:lnTo>
                    <a:pt x="2254895" y="1929286"/>
                  </a:lnTo>
                  <a:lnTo>
                    <a:pt x="2248146" y="1938850"/>
                  </a:lnTo>
                  <a:lnTo>
                    <a:pt x="2244673" y="1940977"/>
                  </a:lnTo>
                  <a:lnTo>
                    <a:pt x="2238493" y="1942527"/>
                  </a:lnTo>
                  <a:lnTo>
                    <a:pt x="2235015" y="1948420"/>
                  </a:lnTo>
                  <a:lnTo>
                    <a:pt x="2236043" y="1953494"/>
                  </a:lnTo>
                  <a:lnTo>
                    <a:pt x="2230638" y="1964505"/>
                  </a:lnTo>
                  <a:lnTo>
                    <a:pt x="2217713" y="1971383"/>
                  </a:lnTo>
                  <a:lnTo>
                    <a:pt x="2213765" y="1971116"/>
                  </a:lnTo>
                  <a:lnTo>
                    <a:pt x="2210546" y="1973129"/>
                  </a:lnTo>
                  <a:lnTo>
                    <a:pt x="2212427" y="1978032"/>
                  </a:lnTo>
                  <a:lnTo>
                    <a:pt x="2215651" y="1981601"/>
                  </a:lnTo>
                  <a:lnTo>
                    <a:pt x="2215538" y="1984915"/>
                  </a:lnTo>
                  <a:lnTo>
                    <a:pt x="2212122" y="1989418"/>
                  </a:lnTo>
                  <a:lnTo>
                    <a:pt x="2205378" y="1990675"/>
                  </a:lnTo>
                  <a:lnTo>
                    <a:pt x="2201590" y="1995813"/>
                  </a:lnTo>
                  <a:lnTo>
                    <a:pt x="2202789" y="2000658"/>
                  </a:lnTo>
                  <a:lnTo>
                    <a:pt x="2205016" y="2003363"/>
                  </a:lnTo>
                  <a:lnTo>
                    <a:pt x="2204551" y="2008025"/>
                  </a:lnTo>
                  <a:lnTo>
                    <a:pt x="2196882" y="2012705"/>
                  </a:lnTo>
                  <a:lnTo>
                    <a:pt x="2195084" y="2017309"/>
                  </a:lnTo>
                  <a:lnTo>
                    <a:pt x="2198892" y="2018668"/>
                  </a:lnTo>
                  <a:lnTo>
                    <a:pt x="2201822" y="2017309"/>
                  </a:lnTo>
                  <a:lnTo>
                    <a:pt x="2203967" y="2018299"/>
                  </a:lnTo>
                  <a:lnTo>
                    <a:pt x="2199368" y="2025996"/>
                  </a:lnTo>
                  <a:lnTo>
                    <a:pt x="2195239" y="2030689"/>
                  </a:lnTo>
                  <a:lnTo>
                    <a:pt x="2191316" y="2039122"/>
                  </a:lnTo>
                  <a:lnTo>
                    <a:pt x="2182216" y="2041453"/>
                  </a:lnTo>
                  <a:lnTo>
                    <a:pt x="2182557" y="2044177"/>
                  </a:lnTo>
                  <a:lnTo>
                    <a:pt x="2187699" y="2046590"/>
                  </a:lnTo>
                  <a:lnTo>
                    <a:pt x="2192004" y="2053074"/>
                  </a:lnTo>
                  <a:lnTo>
                    <a:pt x="2183916" y="2065045"/>
                  </a:lnTo>
                  <a:lnTo>
                    <a:pt x="2178867" y="2064060"/>
                  </a:lnTo>
                  <a:lnTo>
                    <a:pt x="2175782" y="2061425"/>
                  </a:lnTo>
                  <a:lnTo>
                    <a:pt x="2173813" y="2070874"/>
                  </a:lnTo>
                  <a:lnTo>
                    <a:pt x="2174568" y="2075917"/>
                  </a:lnTo>
                  <a:lnTo>
                    <a:pt x="2172645" y="2086223"/>
                  </a:lnTo>
                  <a:lnTo>
                    <a:pt x="2169555" y="2098613"/>
                  </a:lnTo>
                  <a:lnTo>
                    <a:pt x="2167457" y="2103699"/>
                  </a:lnTo>
                  <a:lnTo>
                    <a:pt x="2167902" y="2113174"/>
                  </a:lnTo>
                  <a:lnTo>
                    <a:pt x="2169199" y="2122325"/>
                  </a:lnTo>
                  <a:lnTo>
                    <a:pt x="2174149" y="2134118"/>
                  </a:lnTo>
                  <a:lnTo>
                    <a:pt x="2181710" y="2182343"/>
                  </a:lnTo>
                  <a:lnTo>
                    <a:pt x="2186857" y="2199089"/>
                  </a:lnTo>
                  <a:lnTo>
                    <a:pt x="2196128" y="2244272"/>
                  </a:lnTo>
                  <a:lnTo>
                    <a:pt x="2211471" y="2288077"/>
                  </a:lnTo>
                  <a:lnTo>
                    <a:pt x="2233118" y="2341026"/>
                  </a:lnTo>
                  <a:lnTo>
                    <a:pt x="2268646" y="2405203"/>
                  </a:lnTo>
                  <a:lnTo>
                    <a:pt x="2272899" y="2414348"/>
                  </a:lnTo>
                  <a:lnTo>
                    <a:pt x="2268274" y="2422102"/>
                  </a:lnTo>
                  <a:lnTo>
                    <a:pt x="2266863" y="2430135"/>
                  </a:lnTo>
                  <a:lnTo>
                    <a:pt x="2266460" y="2442245"/>
                  </a:lnTo>
                  <a:lnTo>
                    <a:pt x="2267742" y="2454044"/>
                  </a:lnTo>
                  <a:lnTo>
                    <a:pt x="2271943" y="2468453"/>
                  </a:lnTo>
                  <a:lnTo>
                    <a:pt x="2280015" y="2490483"/>
                  </a:lnTo>
                  <a:lnTo>
                    <a:pt x="2275499" y="2486088"/>
                  </a:lnTo>
                  <a:lnTo>
                    <a:pt x="2263809" y="2454470"/>
                  </a:lnTo>
                  <a:lnTo>
                    <a:pt x="2262450" y="2435901"/>
                  </a:lnTo>
                  <a:lnTo>
                    <a:pt x="2264135" y="2409560"/>
                  </a:lnTo>
                  <a:lnTo>
                    <a:pt x="2261391" y="2410195"/>
                  </a:lnTo>
                  <a:lnTo>
                    <a:pt x="2259164" y="2418755"/>
                  </a:lnTo>
                  <a:lnTo>
                    <a:pt x="2257939" y="2428808"/>
                  </a:lnTo>
                  <a:lnTo>
                    <a:pt x="2254973" y="2432700"/>
                  </a:lnTo>
                  <a:lnTo>
                    <a:pt x="2250926" y="2417364"/>
                  </a:lnTo>
                  <a:lnTo>
                    <a:pt x="2251210" y="2410430"/>
                  </a:lnTo>
                  <a:lnTo>
                    <a:pt x="2255505" y="2402327"/>
                  </a:lnTo>
                  <a:lnTo>
                    <a:pt x="2254259" y="2399412"/>
                  </a:lnTo>
                  <a:lnTo>
                    <a:pt x="2247309" y="2395265"/>
                  </a:lnTo>
                  <a:lnTo>
                    <a:pt x="2245831" y="2388743"/>
                  </a:lnTo>
                  <a:lnTo>
                    <a:pt x="2246771" y="2382304"/>
                  </a:lnTo>
                  <a:lnTo>
                    <a:pt x="2242782" y="2378862"/>
                  </a:lnTo>
                  <a:lnTo>
                    <a:pt x="2239661" y="2379027"/>
                  </a:lnTo>
                  <a:lnTo>
                    <a:pt x="2241753" y="2394903"/>
                  </a:lnTo>
                  <a:lnTo>
                    <a:pt x="2245056" y="2404651"/>
                  </a:lnTo>
                  <a:lnTo>
                    <a:pt x="2249138" y="2428014"/>
                  </a:lnTo>
                  <a:lnTo>
                    <a:pt x="2255727" y="2442169"/>
                  </a:lnTo>
                  <a:lnTo>
                    <a:pt x="2259567" y="2454038"/>
                  </a:lnTo>
                  <a:lnTo>
                    <a:pt x="2304438" y="2580696"/>
                  </a:lnTo>
                  <a:lnTo>
                    <a:pt x="2315058" y="2596826"/>
                  </a:lnTo>
                  <a:lnTo>
                    <a:pt x="2318985" y="2608409"/>
                  </a:lnTo>
                  <a:lnTo>
                    <a:pt x="2323073" y="2632630"/>
                  </a:lnTo>
                  <a:lnTo>
                    <a:pt x="2323998" y="2663728"/>
                  </a:lnTo>
                  <a:lnTo>
                    <a:pt x="2316665" y="2720564"/>
                  </a:lnTo>
                  <a:lnTo>
                    <a:pt x="2314996" y="2759333"/>
                  </a:lnTo>
                  <a:lnTo>
                    <a:pt x="2313947" y="2758145"/>
                  </a:lnTo>
                  <a:lnTo>
                    <a:pt x="2313244" y="2754062"/>
                  </a:lnTo>
                  <a:lnTo>
                    <a:pt x="2311549" y="2753503"/>
                  </a:lnTo>
                  <a:lnTo>
                    <a:pt x="2305182" y="2771265"/>
                  </a:lnTo>
                  <a:lnTo>
                    <a:pt x="2296531" y="2787287"/>
                  </a:lnTo>
                  <a:lnTo>
                    <a:pt x="2293684" y="2812187"/>
                  </a:lnTo>
                  <a:lnTo>
                    <a:pt x="2289534" y="2824653"/>
                  </a:lnTo>
                  <a:lnTo>
                    <a:pt x="2277075" y="2837843"/>
                  </a:lnTo>
                  <a:lnTo>
                    <a:pt x="2269354" y="2837506"/>
                  </a:lnTo>
                  <a:lnTo>
                    <a:pt x="2250420" y="2847400"/>
                  </a:lnTo>
                  <a:lnTo>
                    <a:pt x="2237118" y="2844822"/>
                  </a:lnTo>
                  <a:lnTo>
                    <a:pt x="2221269" y="2850404"/>
                  </a:lnTo>
                  <a:lnTo>
                    <a:pt x="2210840" y="2849781"/>
                  </a:lnTo>
                  <a:lnTo>
                    <a:pt x="2204820" y="2838014"/>
                  </a:lnTo>
                  <a:lnTo>
                    <a:pt x="2205740" y="2832750"/>
                  </a:lnTo>
                  <a:lnTo>
                    <a:pt x="2208137" y="2827460"/>
                  </a:lnTo>
                  <a:lnTo>
                    <a:pt x="2212199" y="2826228"/>
                  </a:lnTo>
                  <a:lnTo>
                    <a:pt x="2226199" y="2838560"/>
                  </a:lnTo>
                  <a:lnTo>
                    <a:pt x="2228839" y="2833372"/>
                  </a:lnTo>
                  <a:lnTo>
                    <a:pt x="2224612" y="2827199"/>
                  </a:lnTo>
                  <a:lnTo>
                    <a:pt x="2216519" y="2823757"/>
                  </a:lnTo>
                  <a:lnTo>
                    <a:pt x="2210540" y="2819973"/>
                  </a:lnTo>
                  <a:lnTo>
                    <a:pt x="2198494" y="2791859"/>
                  </a:lnTo>
                  <a:lnTo>
                    <a:pt x="2186014" y="2772554"/>
                  </a:lnTo>
                  <a:lnTo>
                    <a:pt x="2183911" y="2759650"/>
                  </a:lnTo>
                  <a:lnTo>
                    <a:pt x="2162393" y="2751782"/>
                  </a:lnTo>
                  <a:lnTo>
                    <a:pt x="2146812" y="2739869"/>
                  </a:lnTo>
                  <a:lnTo>
                    <a:pt x="2136652" y="2718678"/>
                  </a:lnTo>
                  <a:lnTo>
                    <a:pt x="2130823" y="2681102"/>
                  </a:lnTo>
                  <a:lnTo>
                    <a:pt x="2123950" y="2676879"/>
                  </a:lnTo>
                  <a:lnTo>
                    <a:pt x="2121046" y="2673958"/>
                  </a:lnTo>
                  <a:lnTo>
                    <a:pt x="2127759" y="2660013"/>
                  </a:lnTo>
                  <a:lnTo>
                    <a:pt x="2134833" y="2648322"/>
                  </a:lnTo>
                  <a:lnTo>
                    <a:pt x="2129237" y="2651230"/>
                  </a:lnTo>
                  <a:lnTo>
                    <a:pt x="2125108" y="2655555"/>
                  </a:lnTo>
                  <a:lnTo>
                    <a:pt x="2119857" y="2665880"/>
                  </a:lnTo>
                  <a:lnTo>
                    <a:pt x="2116023" y="2667468"/>
                  </a:lnTo>
                  <a:lnTo>
                    <a:pt x="2112509" y="2665880"/>
                  </a:lnTo>
                  <a:lnTo>
                    <a:pt x="2108457" y="2646074"/>
                  </a:lnTo>
                  <a:lnTo>
                    <a:pt x="2109615" y="2621726"/>
                  </a:lnTo>
                  <a:lnTo>
                    <a:pt x="2115294" y="2612620"/>
                  </a:lnTo>
                  <a:lnTo>
                    <a:pt x="2106571" y="2612378"/>
                  </a:lnTo>
                  <a:lnTo>
                    <a:pt x="2097533" y="2615846"/>
                  </a:lnTo>
                  <a:lnTo>
                    <a:pt x="2098856" y="2623962"/>
                  </a:lnTo>
                  <a:lnTo>
                    <a:pt x="2097579" y="2628420"/>
                  </a:lnTo>
                  <a:lnTo>
                    <a:pt x="2090995" y="2627276"/>
                  </a:lnTo>
                  <a:lnTo>
                    <a:pt x="2086003" y="2624425"/>
                  </a:lnTo>
                  <a:lnTo>
                    <a:pt x="2079229" y="2615979"/>
                  </a:lnTo>
                  <a:lnTo>
                    <a:pt x="2069989" y="2599862"/>
                  </a:lnTo>
                  <a:lnTo>
                    <a:pt x="2051033" y="2555460"/>
                  </a:lnTo>
                  <a:lnTo>
                    <a:pt x="2047338" y="2549198"/>
                  </a:lnTo>
                  <a:lnTo>
                    <a:pt x="2041070" y="2542645"/>
                  </a:lnTo>
                  <a:lnTo>
                    <a:pt x="2044021" y="2540606"/>
                  </a:lnTo>
                  <a:lnTo>
                    <a:pt x="2049406" y="2539400"/>
                  </a:lnTo>
                  <a:lnTo>
                    <a:pt x="2061576" y="2519409"/>
                  </a:lnTo>
                  <a:lnTo>
                    <a:pt x="2071136" y="2507330"/>
                  </a:lnTo>
                  <a:lnTo>
                    <a:pt x="2074309" y="2498973"/>
                  </a:lnTo>
                  <a:lnTo>
                    <a:pt x="2073756" y="2495398"/>
                  </a:lnTo>
                  <a:lnTo>
                    <a:pt x="2069529" y="2490203"/>
                  </a:lnTo>
                  <a:lnTo>
                    <a:pt x="2063979" y="2494744"/>
                  </a:lnTo>
                  <a:lnTo>
                    <a:pt x="2061601" y="2493448"/>
                  </a:lnTo>
                  <a:lnTo>
                    <a:pt x="2055359" y="2482970"/>
                  </a:lnTo>
                  <a:lnTo>
                    <a:pt x="2049395" y="2480011"/>
                  </a:lnTo>
                  <a:lnTo>
                    <a:pt x="2045240" y="2482278"/>
                  </a:lnTo>
                  <a:lnTo>
                    <a:pt x="2049623" y="2490864"/>
                  </a:lnTo>
                  <a:lnTo>
                    <a:pt x="2053560" y="2494052"/>
                  </a:lnTo>
                  <a:lnTo>
                    <a:pt x="2052036" y="2506536"/>
                  </a:lnTo>
                  <a:lnTo>
                    <a:pt x="2050444" y="2510601"/>
                  </a:lnTo>
                  <a:lnTo>
                    <a:pt x="2046755" y="2514189"/>
                  </a:lnTo>
                  <a:lnTo>
                    <a:pt x="2040993" y="2512277"/>
                  </a:lnTo>
                  <a:lnTo>
                    <a:pt x="2038078" y="2515364"/>
                  </a:lnTo>
                  <a:lnTo>
                    <a:pt x="2034647" y="2512112"/>
                  </a:lnTo>
                  <a:lnTo>
                    <a:pt x="2031231" y="2506625"/>
                  </a:lnTo>
                  <a:lnTo>
                    <a:pt x="2027427" y="2497595"/>
                  </a:lnTo>
                  <a:lnTo>
                    <a:pt x="2037478" y="2446767"/>
                  </a:lnTo>
                  <a:lnTo>
                    <a:pt x="2046780" y="2414380"/>
                  </a:lnTo>
                  <a:lnTo>
                    <a:pt x="2047845" y="2377433"/>
                  </a:lnTo>
                  <a:lnTo>
                    <a:pt x="2048537" y="2371959"/>
                  </a:lnTo>
                  <a:lnTo>
                    <a:pt x="2047752" y="2362141"/>
                  </a:lnTo>
                  <a:lnTo>
                    <a:pt x="2035277" y="2340804"/>
                  </a:lnTo>
                  <a:lnTo>
                    <a:pt x="1980122" y="2288737"/>
                  </a:lnTo>
                  <a:lnTo>
                    <a:pt x="1937374" y="2227081"/>
                  </a:lnTo>
                  <a:lnTo>
                    <a:pt x="1900348" y="2203953"/>
                  </a:lnTo>
                  <a:lnTo>
                    <a:pt x="1872256" y="2209033"/>
                  </a:lnTo>
                  <a:lnTo>
                    <a:pt x="1867393" y="2213682"/>
                  </a:lnTo>
                  <a:lnTo>
                    <a:pt x="1865305" y="2219759"/>
                  </a:lnTo>
                  <a:lnTo>
                    <a:pt x="1867068" y="2226637"/>
                  </a:lnTo>
                  <a:lnTo>
                    <a:pt x="1864515" y="2229501"/>
                  </a:lnTo>
                  <a:lnTo>
                    <a:pt x="1856975" y="2229139"/>
                  </a:lnTo>
                  <a:lnTo>
                    <a:pt x="1846820" y="2230739"/>
                  </a:lnTo>
                  <a:lnTo>
                    <a:pt x="1820305" y="2246971"/>
                  </a:lnTo>
                  <a:lnTo>
                    <a:pt x="1810951" y="2246374"/>
                  </a:lnTo>
                  <a:lnTo>
                    <a:pt x="1802455" y="2250578"/>
                  </a:lnTo>
                  <a:lnTo>
                    <a:pt x="1796094" y="2253727"/>
                  </a:lnTo>
                  <a:lnTo>
                    <a:pt x="1779506" y="2255442"/>
                  </a:lnTo>
                  <a:lnTo>
                    <a:pt x="1765439" y="2259043"/>
                  </a:lnTo>
                  <a:lnTo>
                    <a:pt x="1759362" y="2257093"/>
                  </a:lnTo>
                  <a:lnTo>
                    <a:pt x="1755398" y="2247682"/>
                  </a:lnTo>
                  <a:lnTo>
                    <a:pt x="1755398" y="2237940"/>
                  </a:lnTo>
                  <a:lnTo>
                    <a:pt x="1758613" y="2245408"/>
                  </a:lnTo>
                  <a:lnTo>
                    <a:pt x="1763589" y="2251251"/>
                  </a:lnTo>
                  <a:lnTo>
                    <a:pt x="1765868" y="2248914"/>
                  </a:lnTo>
                  <a:lnTo>
                    <a:pt x="1766721" y="2243745"/>
                  </a:lnTo>
                  <a:lnTo>
                    <a:pt x="1761770" y="2233616"/>
                  </a:lnTo>
                  <a:lnTo>
                    <a:pt x="1745822" y="2220604"/>
                  </a:lnTo>
                  <a:lnTo>
                    <a:pt x="1727673" y="2201597"/>
                  </a:lnTo>
                  <a:lnTo>
                    <a:pt x="1733208" y="2202226"/>
                  </a:lnTo>
                  <a:lnTo>
                    <a:pt x="1734608" y="2198155"/>
                  </a:lnTo>
                  <a:lnTo>
                    <a:pt x="1728981" y="2192815"/>
                  </a:lnTo>
                  <a:lnTo>
                    <a:pt x="1731358" y="2186642"/>
                  </a:lnTo>
                  <a:lnTo>
                    <a:pt x="1735322" y="2180158"/>
                  </a:lnTo>
                  <a:lnTo>
                    <a:pt x="1727663" y="2181130"/>
                  </a:lnTo>
                  <a:lnTo>
                    <a:pt x="1720790" y="2185670"/>
                  </a:lnTo>
                  <a:lnTo>
                    <a:pt x="1720563" y="2191278"/>
                  </a:lnTo>
                  <a:lnTo>
                    <a:pt x="1719203" y="2195736"/>
                  </a:lnTo>
                  <a:lnTo>
                    <a:pt x="1715503" y="2195088"/>
                  </a:lnTo>
                  <a:lnTo>
                    <a:pt x="1708635" y="2189569"/>
                  </a:lnTo>
                  <a:lnTo>
                    <a:pt x="1674823" y="2174208"/>
                  </a:lnTo>
                  <a:lnTo>
                    <a:pt x="1645264" y="2165546"/>
                  </a:lnTo>
                  <a:lnTo>
                    <a:pt x="1667950" y="2161647"/>
                  </a:lnTo>
                  <a:lnTo>
                    <a:pt x="1680254" y="2164676"/>
                  </a:lnTo>
                  <a:lnTo>
                    <a:pt x="1678787" y="2160027"/>
                  </a:lnTo>
                  <a:lnTo>
                    <a:pt x="1675826" y="2157075"/>
                  </a:lnTo>
                  <a:lnTo>
                    <a:pt x="1666121" y="2153334"/>
                  </a:lnTo>
                  <a:lnTo>
                    <a:pt x="1653759" y="2154757"/>
                  </a:lnTo>
                  <a:lnTo>
                    <a:pt x="1645951" y="2152998"/>
                  </a:lnTo>
                  <a:lnTo>
                    <a:pt x="1637967" y="2156706"/>
                  </a:lnTo>
                  <a:lnTo>
                    <a:pt x="1629218" y="2162218"/>
                  </a:lnTo>
                  <a:lnTo>
                    <a:pt x="1621430" y="2165057"/>
                  </a:lnTo>
                  <a:lnTo>
                    <a:pt x="1590951" y="2169026"/>
                  </a:lnTo>
                  <a:lnTo>
                    <a:pt x="1566234" y="2173332"/>
                  </a:lnTo>
                  <a:lnTo>
                    <a:pt x="1570197" y="2168785"/>
                  </a:lnTo>
                  <a:lnTo>
                    <a:pt x="1574424" y="2165863"/>
                  </a:lnTo>
                  <a:lnTo>
                    <a:pt x="1589028" y="2161418"/>
                  </a:lnTo>
                  <a:lnTo>
                    <a:pt x="1591214" y="2152178"/>
                  </a:lnTo>
                  <a:lnTo>
                    <a:pt x="1587783" y="2143281"/>
                  </a:lnTo>
                  <a:lnTo>
                    <a:pt x="1583938" y="2145415"/>
                  </a:lnTo>
                  <a:lnTo>
                    <a:pt x="1579902" y="2152369"/>
                  </a:lnTo>
                  <a:lnTo>
                    <a:pt x="1574952" y="2147358"/>
                  </a:lnTo>
                  <a:lnTo>
                    <a:pt x="1569469" y="2147384"/>
                  </a:lnTo>
                  <a:lnTo>
                    <a:pt x="1567980" y="2158446"/>
                  </a:lnTo>
                  <a:lnTo>
                    <a:pt x="1560952" y="2165863"/>
                  </a:lnTo>
                  <a:lnTo>
                    <a:pt x="1557779" y="2173332"/>
                  </a:lnTo>
                  <a:lnTo>
                    <a:pt x="1537170" y="2179180"/>
                  </a:lnTo>
                  <a:lnTo>
                    <a:pt x="1534530" y="2177231"/>
                  </a:lnTo>
                  <a:lnTo>
                    <a:pt x="1540560" y="2170137"/>
                  </a:lnTo>
                  <a:lnTo>
                    <a:pt x="1540080" y="2166194"/>
                  </a:lnTo>
                  <a:lnTo>
                    <a:pt x="1533202" y="2169578"/>
                  </a:lnTo>
                  <a:lnTo>
                    <a:pt x="1521667" y="2183022"/>
                  </a:lnTo>
                  <a:lnTo>
                    <a:pt x="1481059" y="2187423"/>
                  </a:lnTo>
                  <a:lnTo>
                    <a:pt x="1483276" y="2184368"/>
                  </a:lnTo>
                  <a:lnTo>
                    <a:pt x="1491849" y="2183759"/>
                  </a:lnTo>
                  <a:lnTo>
                    <a:pt x="1503885" y="2179504"/>
                  </a:lnTo>
                  <a:lnTo>
                    <a:pt x="1501451" y="2172341"/>
                  </a:lnTo>
                  <a:lnTo>
                    <a:pt x="1496810" y="2164466"/>
                  </a:lnTo>
                  <a:lnTo>
                    <a:pt x="1492526" y="2163590"/>
                  </a:lnTo>
                  <a:lnTo>
                    <a:pt x="1489700" y="2158973"/>
                  </a:lnTo>
                  <a:lnTo>
                    <a:pt x="1489839" y="2144425"/>
                  </a:lnTo>
                  <a:lnTo>
                    <a:pt x="1487100" y="2135921"/>
                  </a:lnTo>
                  <a:lnTo>
                    <a:pt x="1480491" y="2127171"/>
                  </a:lnTo>
                  <a:lnTo>
                    <a:pt x="1478258" y="2128853"/>
                  </a:lnTo>
                  <a:lnTo>
                    <a:pt x="1473395" y="2143815"/>
                  </a:lnTo>
                  <a:lnTo>
                    <a:pt x="1469354" y="2163438"/>
                  </a:lnTo>
                  <a:lnTo>
                    <a:pt x="1467354" y="2169775"/>
                  </a:lnTo>
                  <a:lnTo>
                    <a:pt x="1455314" y="2170220"/>
                  </a:lnTo>
                  <a:lnTo>
                    <a:pt x="1444658" y="2168880"/>
                  </a:lnTo>
                  <a:lnTo>
                    <a:pt x="1408442" y="2171236"/>
                  </a:lnTo>
                  <a:lnTo>
                    <a:pt x="1394913" y="2164587"/>
                  </a:lnTo>
                  <a:lnTo>
                    <a:pt x="1389301" y="2163311"/>
                  </a:lnTo>
                  <a:lnTo>
                    <a:pt x="1385885" y="2163463"/>
                  </a:lnTo>
                  <a:lnTo>
                    <a:pt x="1370134" y="2169559"/>
                  </a:lnTo>
                  <a:lnTo>
                    <a:pt x="1352186" y="2174227"/>
                  </a:lnTo>
                  <a:lnTo>
                    <a:pt x="1347959" y="2172760"/>
                  </a:lnTo>
                  <a:lnTo>
                    <a:pt x="1341929" y="2172544"/>
                  </a:lnTo>
                  <a:lnTo>
                    <a:pt x="1328916" y="2188433"/>
                  </a:lnTo>
                  <a:lnTo>
                    <a:pt x="1313573" y="2195869"/>
                  </a:lnTo>
                  <a:lnTo>
                    <a:pt x="1274862" y="2182501"/>
                  </a:lnTo>
                  <a:lnTo>
                    <a:pt x="1265234" y="2171750"/>
                  </a:lnTo>
                  <a:lnTo>
                    <a:pt x="1256687" y="2169451"/>
                  </a:lnTo>
                  <a:lnTo>
                    <a:pt x="1246176" y="2168124"/>
                  </a:lnTo>
                  <a:lnTo>
                    <a:pt x="1234884" y="2181352"/>
                  </a:lnTo>
                  <a:lnTo>
                    <a:pt x="1226306" y="2199203"/>
                  </a:lnTo>
                  <a:lnTo>
                    <a:pt x="1239861" y="2208989"/>
                  </a:lnTo>
                  <a:lnTo>
                    <a:pt x="1251462" y="2213669"/>
                  </a:lnTo>
                  <a:lnTo>
                    <a:pt x="1270635" y="2209745"/>
                  </a:lnTo>
                  <a:lnTo>
                    <a:pt x="1281234" y="2201083"/>
                  </a:lnTo>
                  <a:lnTo>
                    <a:pt x="1289890" y="2201368"/>
                  </a:lnTo>
                  <a:lnTo>
                    <a:pt x="1294029" y="2199609"/>
                  </a:lnTo>
                  <a:lnTo>
                    <a:pt x="1297806" y="2195088"/>
                  </a:lnTo>
                  <a:lnTo>
                    <a:pt x="1305207" y="2198657"/>
                  </a:lnTo>
                  <a:lnTo>
                    <a:pt x="1305470" y="2202232"/>
                  </a:lnTo>
                  <a:lnTo>
                    <a:pt x="1300215" y="2207268"/>
                  </a:lnTo>
                  <a:lnTo>
                    <a:pt x="1293595" y="2211510"/>
                  </a:lnTo>
                  <a:lnTo>
                    <a:pt x="1289579" y="2216508"/>
                  </a:lnTo>
                  <a:lnTo>
                    <a:pt x="1297135" y="2226580"/>
                  </a:lnTo>
                  <a:lnTo>
                    <a:pt x="1309000" y="2229964"/>
                  </a:lnTo>
                  <a:lnTo>
                    <a:pt x="1313465" y="2228504"/>
                  </a:lnTo>
                  <a:lnTo>
                    <a:pt x="1316229" y="2217181"/>
                  </a:lnTo>
                  <a:lnTo>
                    <a:pt x="1323526" y="2209891"/>
                  </a:lnTo>
                  <a:lnTo>
                    <a:pt x="1333443" y="2211466"/>
                  </a:lnTo>
                  <a:lnTo>
                    <a:pt x="1332032" y="2216038"/>
                  </a:lnTo>
                  <a:lnTo>
                    <a:pt x="1333422" y="2220356"/>
                  </a:lnTo>
                  <a:lnTo>
                    <a:pt x="1337980" y="2227729"/>
                  </a:lnTo>
                  <a:lnTo>
                    <a:pt x="1337458" y="2238290"/>
                  </a:lnTo>
                  <a:lnTo>
                    <a:pt x="1338342" y="2240836"/>
                  </a:lnTo>
                  <a:lnTo>
                    <a:pt x="1327655" y="2245497"/>
                  </a:lnTo>
                  <a:lnTo>
                    <a:pt x="1319692" y="2247079"/>
                  </a:lnTo>
                  <a:lnTo>
                    <a:pt x="1313320" y="2253181"/>
                  </a:lnTo>
                  <a:lnTo>
                    <a:pt x="1316658" y="2256725"/>
                  </a:lnTo>
                  <a:lnTo>
                    <a:pt x="1310168" y="2259837"/>
                  </a:lnTo>
                  <a:lnTo>
                    <a:pt x="1305780" y="2258592"/>
                  </a:lnTo>
                  <a:lnTo>
                    <a:pt x="1303574" y="2259741"/>
                  </a:lnTo>
                  <a:lnTo>
                    <a:pt x="1302912" y="2263488"/>
                  </a:lnTo>
                  <a:lnTo>
                    <a:pt x="1299558" y="2266968"/>
                  </a:lnTo>
                  <a:lnTo>
                    <a:pt x="1304437" y="2277453"/>
                  </a:lnTo>
                  <a:lnTo>
                    <a:pt x="1314436" y="2284298"/>
                  </a:lnTo>
                  <a:lnTo>
                    <a:pt x="1321490" y="2292878"/>
                  </a:lnTo>
                  <a:lnTo>
                    <a:pt x="1349851" y="2304175"/>
                  </a:lnTo>
                  <a:lnTo>
                    <a:pt x="1356724" y="2303851"/>
                  </a:lnTo>
                  <a:lnTo>
                    <a:pt x="1363488" y="2315225"/>
                  </a:lnTo>
                  <a:lnTo>
                    <a:pt x="1368940" y="2319136"/>
                  </a:lnTo>
                  <a:lnTo>
                    <a:pt x="1374191" y="2321124"/>
                  </a:lnTo>
                  <a:lnTo>
                    <a:pt x="1373591" y="2328948"/>
                  </a:lnTo>
                  <a:lnTo>
                    <a:pt x="1364263" y="2334676"/>
                  </a:lnTo>
                  <a:lnTo>
                    <a:pt x="1361742" y="2341509"/>
                  </a:lnTo>
                  <a:lnTo>
                    <a:pt x="1359395" y="2345351"/>
                  </a:lnTo>
                  <a:lnTo>
                    <a:pt x="1355189" y="2340486"/>
                  </a:lnTo>
                  <a:lnTo>
                    <a:pt x="1350869" y="2336962"/>
                  </a:lnTo>
                  <a:lnTo>
                    <a:pt x="1340869" y="2347681"/>
                  </a:lnTo>
                  <a:lnTo>
                    <a:pt x="1336048" y="2349936"/>
                  </a:lnTo>
                  <a:lnTo>
                    <a:pt x="1338440" y="2338378"/>
                  </a:lnTo>
                  <a:lnTo>
                    <a:pt x="1334663" y="2333850"/>
                  </a:lnTo>
                  <a:lnTo>
                    <a:pt x="1328952" y="2322261"/>
                  </a:lnTo>
                  <a:lnTo>
                    <a:pt x="1320632" y="2315091"/>
                  </a:lnTo>
                  <a:lnTo>
                    <a:pt x="1314772" y="2312716"/>
                  </a:lnTo>
                  <a:lnTo>
                    <a:pt x="1310209" y="2308182"/>
                  </a:lnTo>
                  <a:lnTo>
                    <a:pt x="1304685" y="2306347"/>
                  </a:lnTo>
                  <a:lnTo>
                    <a:pt x="1299972" y="2306817"/>
                  </a:lnTo>
                  <a:lnTo>
                    <a:pt x="1291993" y="2304175"/>
                  </a:lnTo>
                  <a:lnTo>
                    <a:pt x="1291466" y="2298009"/>
                  </a:lnTo>
                  <a:lnTo>
                    <a:pt x="1289254" y="2293392"/>
                  </a:lnTo>
                  <a:lnTo>
                    <a:pt x="1283011" y="2287943"/>
                  </a:lnTo>
                  <a:lnTo>
                    <a:pt x="1253183" y="2277649"/>
                  </a:lnTo>
                  <a:lnTo>
                    <a:pt x="1253002" y="2281910"/>
                  </a:lnTo>
                  <a:lnTo>
                    <a:pt x="1255069" y="2285117"/>
                  </a:lnTo>
                  <a:lnTo>
                    <a:pt x="1259353" y="2287251"/>
                  </a:lnTo>
                  <a:lnTo>
                    <a:pt x="1264480" y="2291404"/>
                  </a:lnTo>
                  <a:lnTo>
                    <a:pt x="1264433" y="2303705"/>
                  </a:lnTo>
                  <a:lnTo>
                    <a:pt x="1262216" y="2308912"/>
                  </a:lnTo>
                  <a:lnTo>
                    <a:pt x="1261265" y="2316330"/>
                  </a:lnTo>
                  <a:lnTo>
                    <a:pt x="1259291" y="2323868"/>
                  </a:lnTo>
                  <a:lnTo>
                    <a:pt x="1255643" y="2329811"/>
                  </a:lnTo>
                  <a:lnTo>
                    <a:pt x="1247499" y="2333863"/>
                  </a:lnTo>
                  <a:lnTo>
                    <a:pt x="1243907" y="2330472"/>
                  </a:lnTo>
                  <a:lnTo>
                    <a:pt x="1238099" y="2314240"/>
                  </a:lnTo>
                  <a:lnTo>
                    <a:pt x="1229887" y="2309128"/>
                  </a:lnTo>
                  <a:lnTo>
                    <a:pt x="1216839" y="2308525"/>
                  </a:lnTo>
                  <a:lnTo>
                    <a:pt x="1207976" y="2312195"/>
                  </a:lnTo>
                  <a:lnTo>
                    <a:pt x="1198317" y="2327919"/>
                  </a:lnTo>
                  <a:lnTo>
                    <a:pt x="1190535" y="2330491"/>
                  </a:lnTo>
                  <a:lnTo>
                    <a:pt x="1163895" y="2322343"/>
                  </a:lnTo>
                  <a:lnTo>
                    <a:pt x="1133478" y="2309928"/>
                  </a:lnTo>
                  <a:lnTo>
                    <a:pt x="1134263" y="2305794"/>
                  </a:lnTo>
                  <a:lnTo>
                    <a:pt x="1139049" y="2304467"/>
                  </a:lnTo>
                  <a:lnTo>
                    <a:pt x="1148227" y="2306163"/>
                  </a:lnTo>
                  <a:lnTo>
                    <a:pt x="1147741" y="2301902"/>
                  </a:lnTo>
                  <a:lnTo>
                    <a:pt x="1138361" y="2288032"/>
                  </a:lnTo>
                  <a:lnTo>
                    <a:pt x="1136641" y="2281771"/>
                  </a:lnTo>
                  <a:lnTo>
                    <a:pt x="1137850" y="2274131"/>
                  </a:lnTo>
                  <a:lnTo>
                    <a:pt x="1134791" y="2274303"/>
                  </a:lnTo>
                  <a:lnTo>
                    <a:pt x="1129158" y="2280717"/>
                  </a:lnTo>
                  <a:lnTo>
                    <a:pt x="1109763" y="2275281"/>
                  </a:lnTo>
                  <a:lnTo>
                    <a:pt x="1104410" y="2268784"/>
                  </a:lnTo>
                  <a:lnTo>
                    <a:pt x="1093015" y="2250476"/>
                  </a:lnTo>
                  <a:lnTo>
                    <a:pt x="1076933" y="2249879"/>
                  </a:lnTo>
                  <a:lnTo>
                    <a:pt x="1069657" y="2238779"/>
                  </a:lnTo>
                  <a:lnTo>
                    <a:pt x="1056515" y="2243427"/>
                  </a:lnTo>
                  <a:lnTo>
                    <a:pt x="1049859" y="2248571"/>
                  </a:lnTo>
                  <a:lnTo>
                    <a:pt x="1044009" y="2256541"/>
                  </a:lnTo>
                  <a:lnTo>
                    <a:pt x="1046288" y="2260675"/>
                  </a:lnTo>
                  <a:lnTo>
                    <a:pt x="1052117" y="2267241"/>
                  </a:lnTo>
                  <a:lnTo>
                    <a:pt x="1049456" y="2270410"/>
                  </a:lnTo>
                  <a:lnTo>
                    <a:pt x="1030744" y="2275090"/>
                  </a:lnTo>
                  <a:lnTo>
                    <a:pt x="987304" y="2269857"/>
                  </a:lnTo>
                  <a:lnTo>
                    <a:pt x="974601" y="2264968"/>
                  </a:lnTo>
                  <a:lnTo>
                    <a:pt x="957553" y="2254629"/>
                  </a:lnTo>
                  <a:lnTo>
                    <a:pt x="933921" y="2246202"/>
                  </a:lnTo>
                  <a:lnTo>
                    <a:pt x="922542" y="2244843"/>
                  </a:lnTo>
                  <a:lnTo>
                    <a:pt x="911400" y="2246513"/>
                  </a:lnTo>
                  <a:lnTo>
                    <a:pt x="878978" y="2247377"/>
                  </a:lnTo>
                  <a:lnTo>
                    <a:pt x="871454" y="2249619"/>
                  </a:lnTo>
                  <a:lnTo>
                    <a:pt x="865046" y="2253200"/>
                  </a:lnTo>
                  <a:lnTo>
                    <a:pt x="860891" y="2249238"/>
                  </a:lnTo>
                  <a:lnTo>
                    <a:pt x="858968" y="2242163"/>
                  </a:lnTo>
                  <a:lnTo>
                    <a:pt x="862731" y="2241014"/>
                  </a:lnTo>
                  <a:lnTo>
                    <a:pt x="866916" y="2236854"/>
                  </a:lnTo>
                  <a:lnTo>
                    <a:pt x="870694" y="2228631"/>
                  </a:lnTo>
                  <a:lnTo>
                    <a:pt x="871123" y="2223658"/>
                  </a:lnTo>
                  <a:lnTo>
                    <a:pt x="868482" y="2220413"/>
                  </a:lnTo>
                  <a:lnTo>
                    <a:pt x="863459" y="2220089"/>
                  </a:lnTo>
                  <a:lnTo>
                    <a:pt x="852364" y="2241516"/>
                  </a:lnTo>
                  <a:lnTo>
                    <a:pt x="858705" y="2253524"/>
                  </a:lnTo>
                  <a:lnTo>
                    <a:pt x="858271" y="2257855"/>
                  </a:lnTo>
                  <a:lnTo>
                    <a:pt x="836132" y="2260319"/>
                  </a:lnTo>
                  <a:lnTo>
                    <a:pt x="785881" y="2284495"/>
                  </a:lnTo>
                  <a:lnTo>
                    <a:pt x="766285" y="2297532"/>
                  </a:lnTo>
                  <a:lnTo>
                    <a:pt x="767288" y="2293144"/>
                  </a:lnTo>
                  <a:lnTo>
                    <a:pt x="790982" y="2276246"/>
                  </a:lnTo>
                  <a:lnTo>
                    <a:pt x="782615" y="2273661"/>
                  </a:lnTo>
                  <a:lnTo>
                    <a:pt x="769143" y="2277884"/>
                  </a:lnTo>
                  <a:lnTo>
                    <a:pt x="764311" y="2276259"/>
                  </a:lnTo>
                  <a:lnTo>
                    <a:pt x="770016" y="2262288"/>
                  </a:lnTo>
                  <a:lnTo>
                    <a:pt x="768156" y="2249968"/>
                  </a:lnTo>
                  <a:lnTo>
                    <a:pt x="758591" y="2249631"/>
                  </a:lnTo>
                  <a:lnTo>
                    <a:pt x="752498" y="2259468"/>
                  </a:lnTo>
                  <a:lnTo>
                    <a:pt x="748265" y="2259049"/>
                  </a:lnTo>
                  <a:lnTo>
                    <a:pt x="742720" y="2254832"/>
                  </a:lnTo>
                  <a:lnTo>
                    <a:pt x="738426" y="2256166"/>
                  </a:lnTo>
                  <a:lnTo>
                    <a:pt x="741604" y="2278456"/>
                  </a:lnTo>
                  <a:lnTo>
                    <a:pt x="747630" y="2287626"/>
                  </a:lnTo>
                  <a:lnTo>
                    <a:pt x="752668" y="2299317"/>
                  </a:lnTo>
                  <a:lnTo>
                    <a:pt x="738907" y="2313764"/>
                  </a:lnTo>
                  <a:lnTo>
                    <a:pt x="726127" y="2325684"/>
                  </a:lnTo>
                  <a:lnTo>
                    <a:pt x="724742" y="2337203"/>
                  </a:lnTo>
                  <a:lnTo>
                    <a:pt x="711900" y="2352209"/>
                  </a:lnTo>
                  <a:lnTo>
                    <a:pt x="699818" y="2360719"/>
                  </a:lnTo>
                  <a:lnTo>
                    <a:pt x="671432" y="2380723"/>
                  </a:lnTo>
                  <a:lnTo>
                    <a:pt x="663334" y="2385003"/>
                  </a:lnTo>
                  <a:lnTo>
                    <a:pt x="650523" y="2394287"/>
                  </a:lnTo>
                  <a:lnTo>
                    <a:pt x="632849" y="2401247"/>
                  </a:lnTo>
                  <a:lnTo>
                    <a:pt x="615904" y="2412297"/>
                  </a:lnTo>
                  <a:lnTo>
                    <a:pt x="610189" y="2413973"/>
                  </a:lnTo>
                  <a:lnTo>
                    <a:pt x="621010" y="2404619"/>
                  </a:lnTo>
                  <a:lnTo>
                    <a:pt x="633842" y="2395379"/>
                  </a:lnTo>
                  <a:lnTo>
                    <a:pt x="622834" y="2396643"/>
                  </a:lnTo>
                  <a:lnTo>
                    <a:pt x="605869" y="2392363"/>
                  </a:lnTo>
                  <a:lnTo>
                    <a:pt x="595487" y="2392115"/>
                  </a:lnTo>
                  <a:lnTo>
                    <a:pt x="595414" y="2395487"/>
                  </a:lnTo>
                  <a:lnTo>
                    <a:pt x="587518" y="2400250"/>
                  </a:lnTo>
                  <a:lnTo>
                    <a:pt x="579338" y="2393252"/>
                  </a:lnTo>
                  <a:lnTo>
                    <a:pt x="575772" y="2388546"/>
                  </a:lnTo>
                  <a:lnTo>
                    <a:pt x="574082" y="2384482"/>
                  </a:lnTo>
                  <a:lnTo>
                    <a:pt x="570609" y="2383498"/>
                  </a:lnTo>
                  <a:lnTo>
                    <a:pt x="567271" y="2385384"/>
                  </a:lnTo>
                  <a:lnTo>
                    <a:pt x="579482" y="2414005"/>
                  </a:lnTo>
                  <a:lnTo>
                    <a:pt x="584686" y="2415243"/>
                  </a:lnTo>
                  <a:lnTo>
                    <a:pt x="590443" y="2418088"/>
                  </a:lnTo>
                  <a:lnTo>
                    <a:pt x="583275" y="2424756"/>
                  </a:lnTo>
                  <a:lnTo>
                    <a:pt x="575560" y="2429817"/>
                  </a:lnTo>
                  <a:lnTo>
                    <a:pt x="563426" y="2433177"/>
                  </a:lnTo>
                  <a:lnTo>
                    <a:pt x="553142" y="2422730"/>
                  </a:lnTo>
                  <a:lnTo>
                    <a:pt x="550915" y="2435838"/>
                  </a:lnTo>
                  <a:lnTo>
                    <a:pt x="549613" y="2448926"/>
                  </a:lnTo>
                  <a:lnTo>
                    <a:pt x="546161" y="2452285"/>
                  </a:lnTo>
                  <a:lnTo>
                    <a:pt x="540647" y="2457073"/>
                  </a:lnTo>
                  <a:lnTo>
                    <a:pt x="537655" y="2453460"/>
                  </a:lnTo>
                  <a:lnTo>
                    <a:pt x="536234" y="2448399"/>
                  </a:lnTo>
                  <a:lnTo>
                    <a:pt x="532704" y="2452914"/>
                  </a:lnTo>
                  <a:lnTo>
                    <a:pt x="527536" y="2456305"/>
                  </a:lnTo>
                  <a:lnTo>
                    <a:pt x="519010" y="2456984"/>
                  </a:lnTo>
                  <a:lnTo>
                    <a:pt x="512612" y="2458794"/>
                  </a:lnTo>
                  <a:lnTo>
                    <a:pt x="512762" y="2464217"/>
                  </a:lnTo>
                  <a:lnTo>
                    <a:pt x="514224" y="2469666"/>
                  </a:lnTo>
                  <a:lnTo>
                    <a:pt x="525542" y="2465361"/>
                  </a:lnTo>
                  <a:lnTo>
                    <a:pt x="521438" y="2479376"/>
                  </a:lnTo>
                  <a:lnTo>
                    <a:pt x="511031" y="2493226"/>
                  </a:lnTo>
                  <a:lnTo>
                    <a:pt x="502550" y="2496497"/>
                  </a:lnTo>
                  <a:lnTo>
                    <a:pt x="489579" y="2494471"/>
                  </a:lnTo>
                  <a:lnTo>
                    <a:pt x="486375" y="2495861"/>
                  </a:lnTo>
                  <a:lnTo>
                    <a:pt x="483507" y="2498738"/>
                  </a:lnTo>
                  <a:lnTo>
                    <a:pt x="498618" y="2520406"/>
                  </a:lnTo>
                  <a:lnTo>
                    <a:pt x="488908" y="2553085"/>
                  </a:lnTo>
                  <a:lnTo>
                    <a:pt x="482701" y="2564928"/>
                  </a:lnTo>
                  <a:lnTo>
                    <a:pt x="478396" y="2566446"/>
                  </a:lnTo>
                  <a:lnTo>
                    <a:pt x="473730" y="2566789"/>
                  </a:lnTo>
                  <a:lnTo>
                    <a:pt x="456981" y="2556260"/>
                  </a:lnTo>
                  <a:lnTo>
                    <a:pt x="447845" y="2548119"/>
                  </a:lnTo>
                  <a:lnTo>
                    <a:pt x="455896" y="2570275"/>
                  </a:lnTo>
                  <a:lnTo>
                    <a:pt x="477833" y="2576746"/>
                  </a:lnTo>
                  <a:lnTo>
                    <a:pt x="478955" y="2585129"/>
                  </a:lnTo>
                  <a:lnTo>
                    <a:pt x="478831" y="2592292"/>
                  </a:lnTo>
                  <a:lnTo>
                    <a:pt x="474510" y="2600700"/>
                  </a:lnTo>
                  <a:lnTo>
                    <a:pt x="470469" y="2611870"/>
                  </a:lnTo>
                  <a:lnTo>
                    <a:pt x="473451" y="2619650"/>
                  </a:lnTo>
                  <a:lnTo>
                    <a:pt x="476913" y="2638885"/>
                  </a:lnTo>
                  <a:lnTo>
                    <a:pt x="479874" y="2647712"/>
                  </a:lnTo>
                  <a:lnTo>
                    <a:pt x="483130" y="2674492"/>
                  </a:lnTo>
                  <a:lnTo>
                    <a:pt x="486592" y="2686106"/>
                  </a:lnTo>
                  <a:lnTo>
                    <a:pt x="506535" y="2728851"/>
                  </a:lnTo>
                  <a:lnTo>
                    <a:pt x="513258" y="2729181"/>
                  </a:lnTo>
                  <a:lnTo>
                    <a:pt x="514338" y="2733811"/>
                  </a:lnTo>
                  <a:lnTo>
                    <a:pt x="513697" y="2742688"/>
                  </a:lnTo>
                  <a:lnTo>
                    <a:pt x="499352" y="2745273"/>
                  </a:lnTo>
                  <a:lnTo>
                    <a:pt x="493331" y="2749229"/>
                  </a:lnTo>
                  <a:lnTo>
                    <a:pt x="492158" y="2752665"/>
                  </a:lnTo>
                  <a:lnTo>
                    <a:pt x="491269" y="2754519"/>
                  </a:lnTo>
                  <a:lnTo>
                    <a:pt x="489419" y="2754348"/>
                  </a:lnTo>
                  <a:lnTo>
                    <a:pt x="482577" y="2751877"/>
                  </a:lnTo>
                  <a:lnTo>
                    <a:pt x="467022" y="2739735"/>
                  </a:lnTo>
                  <a:lnTo>
                    <a:pt x="444357" y="2732210"/>
                  </a:lnTo>
                  <a:lnTo>
                    <a:pt x="414575" y="2729295"/>
                  </a:lnTo>
                  <a:lnTo>
                    <a:pt x="394230" y="2723218"/>
                  </a:lnTo>
                  <a:lnTo>
                    <a:pt x="383321" y="2713959"/>
                  </a:lnTo>
                  <a:lnTo>
                    <a:pt x="371916" y="2708473"/>
                  </a:lnTo>
                  <a:lnTo>
                    <a:pt x="360019" y="2706745"/>
                  </a:lnTo>
                  <a:lnTo>
                    <a:pt x="350165" y="2701722"/>
                  </a:lnTo>
                  <a:lnTo>
                    <a:pt x="342351" y="2693403"/>
                  </a:lnTo>
                  <a:lnTo>
                    <a:pt x="330925" y="2688094"/>
                  </a:lnTo>
                  <a:lnTo>
                    <a:pt x="315887" y="2685789"/>
                  </a:lnTo>
                  <a:lnTo>
                    <a:pt x="306099" y="2679553"/>
                  </a:lnTo>
                  <a:lnTo>
                    <a:pt x="299293" y="2664306"/>
                  </a:lnTo>
                  <a:lnTo>
                    <a:pt x="299262" y="2664077"/>
                  </a:lnTo>
                  <a:lnTo>
                    <a:pt x="293170" y="2638586"/>
                  </a:lnTo>
                  <a:lnTo>
                    <a:pt x="285496" y="2622615"/>
                  </a:lnTo>
                  <a:lnTo>
                    <a:pt x="270561" y="2602853"/>
                  </a:lnTo>
                  <a:lnTo>
                    <a:pt x="269186" y="2600249"/>
                  </a:lnTo>
                  <a:lnTo>
                    <a:pt x="269062" y="2596998"/>
                  </a:lnTo>
                  <a:lnTo>
                    <a:pt x="270912" y="2585497"/>
                  </a:lnTo>
                  <a:lnTo>
                    <a:pt x="269336" y="2577229"/>
                  </a:lnTo>
                  <a:lnTo>
                    <a:pt x="264608" y="2570491"/>
                  </a:lnTo>
                  <a:lnTo>
                    <a:pt x="263522" y="2563360"/>
                  </a:lnTo>
                  <a:lnTo>
                    <a:pt x="266086" y="2555854"/>
                  </a:lnTo>
                  <a:lnTo>
                    <a:pt x="266251" y="2546836"/>
                  </a:lnTo>
                  <a:lnTo>
                    <a:pt x="264024" y="2536307"/>
                  </a:lnTo>
                  <a:lnTo>
                    <a:pt x="254500" y="2524921"/>
                  </a:lnTo>
                  <a:lnTo>
                    <a:pt x="237679" y="2512690"/>
                  </a:lnTo>
                  <a:lnTo>
                    <a:pt x="223349" y="2494826"/>
                  </a:lnTo>
                  <a:lnTo>
                    <a:pt x="211520" y="2471343"/>
                  </a:lnTo>
                  <a:lnTo>
                    <a:pt x="199820" y="2455073"/>
                  </a:lnTo>
                  <a:lnTo>
                    <a:pt x="188249" y="2446011"/>
                  </a:lnTo>
                  <a:lnTo>
                    <a:pt x="180338" y="2434949"/>
                  </a:lnTo>
                  <a:lnTo>
                    <a:pt x="176079" y="2421886"/>
                  </a:lnTo>
                  <a:lnTo>
                    <a:pt x="174824" y="2414303"/>
                  </a:lnTo>
                  <a:lnTo>
                    <a:pt x="176560" y="2412208"/>
                  </a:lnTo>
                  <a:lnTo>
                    <a:pt x="169449" y="2397684"/>
                  </a:lnTo>
                  <a:lnTo>
                    <a:pt x="153491" y="2370746"/>
                  </a:lnTo>
                  <a:lnTo>
                    <a:pt x="144324" y="2351047"/>
                  </a:lnTo>
                  <a:lnTo>
                    <a:pt x="141962" y="2338594"/>
                  </a:lnTo>
                  <a:lnTo>
                    <a:pt x="131807" y="2323772"/>
                  </a:lnTo>
                  <a:lnTo>
                    <a:pt x="113865" y="2306582"/>
                  </a:lnTo>
                  <a:lnTo>
                    <a:pt x="104108" y="2295399"/>
                  </a:lnTo>
                  <a:lnTo>
                    <a:pt x="101711" y="2287632"/>
                  </a:lnTo>
                  <a:lnTo>
                    <a:pt x="73712" y="2265044"/>
                  </a:lnTo>
                  <a:lnTo>
                    <a:pt x="65578" y="2250933"/>
                  </a:lnTo>
                  <a:lnTo>
                    <a:pt x="59227" y="2246475"/>
                  </a:lnTo>
                  <a:lnTo>
                    <a:pt x="51935" y="2246958"/>
                  </a:lnTo>
                  <a:lnTo>
                    <a:pt x="48194" y="2245605"/>
                  </a:lnTo>
                  <a:lnTo>
                    <a:pt x="48008" y="2242417"/>
                  </a:lnTo>
                  <a:lnTo>
                    <a:pt x="45646" y="2242265"/>
                  </a:lnTo>
                  <a:lnTo>
                    <a:pt x="41104" y="2245161"/>
                  </a:lnTo>
                  <a:lnTo>
                    <a:pt x="26210" y="2245745"/>
                  </a:lnTo>
                  <a:lnTo>
                    <a:pt x="961" y="2244024"/>
                  </a:lnTo>
                  <a:lnTo>
                    <a:pt x="0" y="2243821"/>
                  </a:lnTo>
                  <a:lnTo>
                    <a:pt x="0" y="0"/>
                  </a:lnTo>
                  <a:lnTo>
                    <a:pt x="1773799" y="0"/>
                  </a:lnTo>
                  <a:lnTo>
                    <a:pt x="1791779" y="9112"/>
                  </a:lnTo>
                  <a:lnTo>
                    <a:pt x="1812321" y="19521"/>
                  </a:lnTo>
                  <a:lnTo>
                    <a:pt x="1817499" y="36825"/>
                  </a:lnTo>
                  <a:lnTo>
                    <a:pt x="1822542" y="53673"/>
                  </a:lnTo>
                  <a:lnTo>
                    <a:pt x="1834568" y="65904"/>
                  </a:lnTo>
                  <a:lnTo>
                    <a:pt x="1845575" y="77074"/>
                  </a:lnTo>
                  <a:lnTo>
                    <a:pt x="1851947" y="76490"/>
                  </a:lnTo>
                  <a:lnTo>
                    <a:pt x="1858412" y="71772"/>
                  </a:lnTo>
                  <a:lnTo>
                    <a:pt x="1862515" y="69498"/>
                  </a:lnTo>
                  <a:lnTo>
                    <a:pt x="1869393" y="69123"/>
                  </a:lnTo>
                  <a:lnTo>
                    <a:pt x="1884690" y="65085"/>
                  </a:lnTo>
                  <a:lnTo>
                    <a:pt x="1889211" y="65967"/>
                  </a:lnTo>
                  <a:lnTo>
                    <a:pt x="1891780" y="67987"/>
                  </a:lnTo>
                  <a:lnTo>
                    <a:pt x="1891992" y="71149"/>
                  </a:lnTo>
                  <a:lnTo>
                    <a:pt x="1891470" y="73664"/>
                  </a:lnTo>
                  <a:lnTo>
                    <a:pt x="1889103" y="78713"/>
                  </a:lnTo>
                  <a:lnTo>
                    <a:pt x="1892839" y="88333"/>
                  </a:lnTo>
                  <a:lnTo>
                    <a:pt x="1893625" y="99021"/>
                  </a:lnTo>
                  <a:lnTo>
                    <a:pt x="1895676" y="107099"/>
                  </a:lnTo>
                  <a:lnTo>
                    <a:pt x="1901939" y="117437"/>
                  </a:lnTo>
                  <a:lnTo>
                    <a:pt x="1907381" y="125515"/>
                  </a:lnTo>
                  <a:lnTo>
                    <a:pt x="1914233" y="127077"/>
                  </a:lnTo>
                  <a:lnTo>
                    <a:pt x="1930093" y="122372"/>
                  </a:lnTo>
                  <a:lnTo>
                    <a:pt x="1940031" y="120593"/>
                  </a:lnTo>
                  <a:lnTo>
                    <a:pt x="1945674" y="121362"/>
                  </a:lnTo>
                  <a:lnTo>
                    <a:pt x="1955327" y="128925"/>
                  </a:lnTo>
                  <a:lnTo>
                    <a:pt x="1960050" y="133472"/>
                  </a:lnTo>
                  <a:lnTo>
                    <a:pt x="1961177" y="137250"/>
                  </a:lnTo>
                  <a:lnTo>
                    <a:pt x="1948139" y="160340"/>
                  </a:lnTo>
                  <a:lnTo>
                    <a:pt x="1968815" y="171797"/>
                  </a:lnTo>
                  <a:lnTo>
                    <a:pt x="1991889" y="184320"/>
                  </a:lnTo>
                  <a:lnTo>
                    <a:pt x="2019402" y="199249"/>
                  </a:lnTo>
                  <a:lnTo>
                    <a:pt x="2036223" y="208388"/>
                  </a:lnTo>
                  <a:lnTo>
                    <a:pt x="2058377" y="221438"/>
                  </a:lnTo>
                  <a:lnTo>
                    <a:pt x="2062170" y="240032"/>
                  </a:lnTo>
                  <a:lnTo>
                    <a:pt x="2065364" y="255723"/>
                  </a:lnTo>
                  <a:lnTo>
                    <a:pt x="2069436" y="277600"/>
                  </a:lnTo>
                  <a:lnTo>
                    <a:pt x="2073585" y="299916"/>
                  </a:lnTo>
                  <a:lnTo>
                    <a:pt x="2077725" y="322148"/>
                  </a:lnTo>
                  <a:lnTo>
                    <a:pt x="2082112" y="345746"/>
                  </a:lnTo>
                  <a:lnTo>
                    <a:pt x="2086934" y="371669"/>
                  </a:lnTo>
                  <a:lnTo>
                    <a:pt x="2091218" y="394676"/>
                  </a:lnTo>
                  <a:lnTo>
                    <a:pt x="2095894" y="419792"/>
                  </a:lnTo>
                  <a:lnTo>
                    <a:pt x="2102111" y="452477"/>
                  </a:lnTo>
                  <a:lnTo>
                    <a:pt x="2096551" y="465070"/>
                  </a:lnTo>
                  <a:lnTo>
                    <a:pt x="2084443" y="492491"/>
                  </a:lnTo>
                  <a:lnTo>
                    <a:pt x="2073498" y="517277"/>
                  </a:lnTo>
                  <a:lnTo>
                    <a:pt x="2072541" y="524465"/>
                  </a:lnTo>
                  <a:lnTo>
                    <a:pt x="2065017" y="560606"/>
                  </a:lnTo>
                  <a:lnTo>
                    <a:pt x="2058987" y="575535"/>
                  </a:lnTo>
                  <a:lnTo>
                    <a:pt x="2048424" y="584204"/>
                  </a:lnTo>
                  <a:lnTo>
                    <a:pt x="2037938" y="592605"/>
                  </a:lnTo>
                  <a:lnTo>
                    <a:pt x="2024859" y="606684"/>
                  </a:lnTo>
                  <a:lnTo>
                    <a:pt x="2010472" y="613638"/>
                  </a:lnTo>
                  <a:lnTo>
                    <a:pt x="2003123" y="617727"/>
                  </a:lnTo>
                  <a:lnTo>
                    <a:pt x="1999273" y="624179"/>
                  </a:lnTo>
                  <a:lnTo>
                    <a:pt x="1995026" y="638322"/>
                  </a:lnTo>
                  <a:lnTo>
                    <a:pt x="1995842" y="659919"/>
                  </a:lnTo>
                  <a:lnTo>
                    <a:pt x="2007692" y="678507"/>
                  </a:lnTo>
                  <a:lnTo>
                    <a:pt x="2025024" y="688902"/>
                  </a:lnTo>
                  <a:lnTo>
                    <a:pt x="2043669" y="699025"/>
                  </a:lnTo>
                  <a:lnTo>
                    <a:pt x="2070232" y="699069"/>
                  </a:lnTo>
                  <a:lnTo>
                    <a:pt x="2094122" y="685562"/>
                  </a:lnTo>
                  <a:lnTo>
                    <a:pt x="2119433" y="671255"/>
                  </a:lnTo>
                  <a:lnTo>
                    <a:pt x="2142001" y="658497"/>
                  </a:lnTo>
                  <a:lnTo>
                    <a:pt x="2168842" y="643326"/>
                  </a:lnTo>
                  <a:lnTo>
                    <a:pt x="2193151" y="629577"/>
                  </a:lnTo>
                  <a:lnTo>
                    <a:pt x="2219548" y="624637"/>
                  </a:lnTo>
                  <a:lnTo>
                    <a:pt x="2256125" y="617797"/>
                  </a:lnTo>
                  <a:lnTo>
                    <a:pt x="2302169" y="609180"/>
                  </a:lnTo>
                  <a:lnTo>
                    <a:pt x="2324587" y="599368"/>
                  </a:lnTo>
                  <a:lnTo>
                    <a:pt x="2353557" y="586687"/>
                  </a:lnTo>
                  <a:lnTo>
                    <a:pt x="2386977" y="572055"/>
                  </a:lnTo>
                  <a:lnTo>
                    <a:pt x="2415818" y="559431"/>
                  </a:lnTo>
                  <a:lnTo>
                    <a:pt x="2430319" y="552433"/>
                  </a:lnTo>
                  <a:lnTo>
                    <a:pt x="2440633" y="544450"/>
                  </a:lnTo>
                  <a:lnTo>
                    <a:pt x="2443191" y="538544"/>
                  </a:lnTo>
                  <a:lnTo>
                    <a:pt x="2442582" y="535153"/>
                  </a:lnTo>
                  <a:lnTo>
                    <a:pt x="2439920" y="531756"/>
                  </a:lnTo>
                  <a:lnTo>
                    <a:pt x="2436241" y="529247"/>
                  </a:lnTo>
                  <a:lnTo>
                    <a:pt x="2432970" y="527114"/>
                  </a:lnTo>
                  <a:lnTo>
                    <a:pt x="2431435" y="524472"/>
                  </a:lnTo>
                  <a:lnTo>
                    <a:pt x="2431130" y="518693"/>
                  </a:lnTo>
                  <a:lnTo>
                    <a:pt x="2429125" y="515372"/>
                  </a:lnTo>
                  <a:lnTo>
                    <a:pt x="2427213" y="512927"/>
                  </a:lnTo>
                  <a:lnTo>
                    <a:pt x="2427936" y="490561"/>
                  </a:lnTo>
                  <a:lnTo>
                    <a:pt x="2425414" y="483626"/>
                  </a:lnTo>
                  <a:lnTo>
                    <a:pt x="2416014" y="466048"/>
                  </a:lnTo>
                  <a:lnTo>
                    <a:pt x="2433941" y="458167"/>
                  </a:lnTo>
                  <a:lnTo>
                    <a:pt x="2450550" y="450858"/>
                  </a:lnTo>
                  <a:lnTo>
                    <a:pt x="2463795" y="445448"/>
                  </a:lnTo>
                  <a:lnTo>
                    <a:pt x="2491541" y="444597"/>
                  </a:lnTo>
                  <a:lnTo>
                    <a:pt x="2517307" y="444705"/>
                  </a:lnTo>
                  <a:lnTo>
                    <a:pt x="2552820" y="444851"/>
                  </a:lnTo>
                  <a:lnTo>
                    <a:pt x="2582741" y="444971"/>
                  </a:lnTo>
                  <a:lnTo>
                    <a:pt x="2617649" y="445117"/>
                  </a:lnTo>
                  <a:lnTo>
                    <a:pt x="2638113" y="445200"/>
                  </a:lnTo>
                  <a:lnTo>
                    <a:pt x="2664928" y="444946"/>
                  </a:lnTo>
                  <a:lnTo>
                    <a:pt x="2677997" y="424656"/>
                  </a:lnTo>
                  <a:lnTo>
                    <a:pt x="2689676" y="406513"/>
                  </a:lnTo>
                  <a:lnTo>
                    <a:pt x="2702539" y="389177"/>
                  </a:lnTo>
                  <a:lnTo>
                    <a:pt x="2725406" y="368824"/>
                  </a:lnTo>
                  <a:lnTo>
                    <a:pt x="2732047" y="365166"/>
                  </a:lnTo>
                  <a:lnTo>
                    <a:pt x="2735710" y="357139"/>
                  </a:lnTo>
                  <a:lnTo>
                    <a:pt x="2749570" y="349512"/>
                  </a:lnTo>
                  <a:lnTo>
                    <a:pt x="2764841" y="342438"/>
                  </a:lnTo>
                  <a:lnTo>
                    <a:pt x="2770830" y="335802"/>
                  </a:lnTo>
                  <a:lnTo>
                    <a:pt x="2773729" y="332023"/>
                  </a:lnTo>
                  <a:lnTo>
                    <a:pt x="2815076" y="296232"/>
                  </a:lnTo>
                  <a:lnTo>
                    <a:pt x="2838559" y="279702"/>
                  </a:lnTo>
                  <a:lnTo>
                    <a:pt x="2857953" y="270501"/>
                  </a:lnTo>
                  <a:lnTo>
                    <a:pt x="2872717" y="266106"/>
                  </a:lnTo>
                  <a:lnTo>
                    <a:pt x="2882686" y="266735"/>
                  </a:lnTo>
                  <a:lnTo>
                    <a:pt x="2888355" y="266113"/>
                  </a:lnTo>
                  <a:close/>
                </a:path>
              </a:pathLst>
            </a:custGeom>
            <a:solidFill>
              <a:srgbClr val="FFEFDB">
                <a:alpha val="100000"/>
              </a:srgbClr>
            </a:solidFill>
            <a:ln w="5420" cap="flat">
              <a:solidFill>
                <a:srgbClr val="5959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68" name="pg3868"/>
            <p:cNvSpPr/>
            <p:nvPr/>
          </p:nvSpPr>
          <p:spPr>
            <a:xfrm>
              <a:off x="5359282" y="3307053"/>
              <a:ext cx="225302" cy="75760"/>
            </a:xfrm>
            <a:custGeom>
              <a:avLst/>
              <a:pathLst>
                <a:path w="225302" h="75760">
                  <a:moveTo>
                    <a:pt x="153584" y="30132"/>
                  </a:moveTo>
                  <a:lnTo>
                    <a:pt x="160385" y="30983"/>
                  </a:lnTo>
                  <a:lnTo>
                    <a:pt x="166235" y="28513"/>
                  </a:lnTo>
                  <a:lnTo>
                    <a:pt x="171775" y="23521"/>
                  </a:lnTo>
                  <a:lnTo>
                    <a:pt x="184637" y="16771"/>
                  </a:lnTo>
                  <a:lnTo>
                    <a:pt x="195598" y="13818"/>
                  </a:lnTo>
                  <a:lnTo>
                    <a:pt x="199050" y="13208"/>
                  </a:lnTo>
                  <a:lnTo>
                    <a:pt x="204275" y="17946"/>
                  </a:lnTo>
                  <a:lnTo>
                    <a:pt x="214641" y="14142"/>
                  </a:lnTo>
                  <a:lnTo>
                    <a:pt x="225302" y="12008"/>
                  </a:lnTo>
                  <a:lnTo>
                    <a:pt x="179185" y="33669"/>
                  </a:lnTo>
                  <a:lnTo>
                    <a:pt x="169754" y="36108"/>
                  </a:lnTo>
                  <a:lnTo>
                    <a:pt x="156261" y="42560"/>
                  </a:lnTo>
                  <a:lnTo>
                    <a:pt x="143507" y="47132"/>
                  </a:lnTo>
                  <a:lnTo>
                    <a:pt x="134324" y="48796"/>
                  </a:lnTo>
                  <a:lnTo>
                    <a:pt x="88662" y="64875"/>
                  </a:lnTo>
                  <a:lnTo>
                    <a:pt x="85040" y="65224"/>
                  </a:lnTo>
                  <a:lnTo>
                    <a:pt x="81122" y="63656"/>
                  </a:lnTo>
                  <a:lnTo>
                    <a:pt x="43512" y="71937"/>
                  </a:lnTo>
                  <a:lnTo>
                    <a:pt x="28076" y="72870"/>
                  </a:lnTo>
                  <a:lnTo>
                    <a:pt x="14020" y="75760"/>
                  </a:lnTo>
                  <a:lnTo>
                    <a:pt x="24417" y="69092"/>
                  </a:lnTo>
                  <a:lnTo>
                    <a:pt x="24644" y="66596"/>
                  </a:lnTo>
                  <a:lnTo>
                    <a:pt x="22159" y="64646"/>
                  </a:lnTo>
                  <a:lnTo>
                    <a:pt x="16598" y="65212"/>
                  </a:lnTo>
                  <a:lnTo>
                    <a:pt x="10903" y="72076"/>
                  </a:lnTo>
                  <a:lnTo>
                    <a:pt x="1813" y="74369"/>
                  </a:lnTo>
                  <a:lnTo>
                    <a:pt x="0" y="66895"/>
                  </a:lnTo>
                  <a:lnTo>
                    <a:pt x="3033" y="61109"/>
                  </a:lnTo>
                  <a:lnTo>
                    <a:pt x="7141" y="55623"/>
                  </a:lnTo>
                  <a:lnTo>
                    <a:pt x="16169" y="46999"/>
                  </a:lnTo>
                  <a:lnTo>
                    <a:pt x="29083" y="41531"/>
                  </a:lnTo>
                  <a:lnTo>
                    <a:pt x="35646" y="36806"/>
                  </a:lnTo>
                  <a:lnTo>
                    <a:pt x="40194" y="40966"/>
                  </a:lnTo>
                  <a:lnTo>
                    <a:pt x="41191" y="35346"/>
                  </a:lnTo>
                  <a:lnTo>
                    <a:pt x="44690" y="32101"/>
                  </a:lnTo>
                  <a:lnTo>
                    <a:pt x="48493" y="30354"/>
                  </a:lnTo>
                  <a:lnTo>
                    <a:pt x="57640" y="30310"/>
                  </a:lnTo>
                  <a:lnTo>
                    <a:pt x="62565" y="29427"/>
                  </a:lnTo>
                  <a:lnTo>
                    <a:pt x="66126" y="27560"/>
                  </a:lnTo>
                  <a:lnTo>
                    <a:pt x="69779" y="27211"/>
                  </a:lnTo>
                  <a:lnTo>
                    <a:pt x="79784" y="29757"/>
                  </a:lnTo>
                  <a:lnTo>
                    <a:pt x="89556" y="29027"/>
                  </a:lnTo>
                  <a:lnTo>
                    <a:pt x="97447" y="25509"/>
                  </a:lnTo>
                  <a:lnTo>
                    <a:pt x="105648" y="24328"/>
                  </a:lnTo>
                  <a:lnTo>
                    <a:pt x="127343" y="23534"/>
                  </a:lnTo>
                  <a:lnTo>
                    <a:pt x="148902" y="20962"/>
                  </a:lnTo>
                  <a:lnTo>
                    <a:pt x="157522" y="16390"/>
                  </a:lnTo>
                  <a:lnTo>
                    <a:pt x="175630" y="3575"/>
                  </a:lnTo>
                  <a:lnTo>
                    <a:pt x="186048" y="0"/>
                  </a:lnTo>
                  <a:lnTo>
                    <a:pt x="169826" y="14891"/>
                  </a:lnTo>
                  <a:lnTo>
                    <a:pt x="161108" y="21718"/>
                  </a:lnTo>
                  <a:close/>
                </a:path>
              </a:pathLst>
            </a:custGeom>
            <a:solidFill>
              <a:srgbClr val="FFEFDB">
                <a:alpha val="100000"/>
              </a:srgbClr>
            </a:solidFill>
            <a:ln w="5420" cap="flat">
              <a:solidFill>
                <a:srgbClr val="5959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69" name="pg3869"/>
            <p:cNvSpPr/>
            <p:nvPr/>
          </p:nvSpPr>
          <p:spPr>
            <a:xfrm>
              <a:off x="5954108" y="2877417"/>
              <a:ext cx="23756" cy="26893"/>
            </a:xfrm>
            <a:custGeom>
              <a:avLst/>
              <a:pathLst>
                <a:path w="23756" h="26893">
                  <a:moveTo>
                    <a:pt x="17596" y="18663"/>
                  </a:moveTo>
                  <a:lnTo>
                    <a:pt x="10841" y="17558"/>
                  </a:lnTo>
                  <a:lnTo>
                    <a:pt x="10981" y="24423"/>
                  </a:lnTo>
                  <a:lnTo>
                    <a:pt x="10226" y="26893"/>
                  </a:lnTo>
                  <a:lnTo>
                    <a:pt x="2744" y="23363"/>
                  </a:lnTo>
                  <a:lnTo>
                    <a:pt x="0" y="21089"/>
                  </a:lnTo>
                  <a:lnTo>
                    <a:pt x="237" y="11995"/>
                  </a:lnTo>
                  <a:lnTo>
                    <a:pt x="6847" y="3397"/>
                  </a:lnTo>
                  <a:lnTo>
                    <a:pt x="11885" y="0"/>
                  </a:lnTo>
                  <a:lnTo>
                    <a:pt x="18381" y="2355"/>
                  </a:lnTo>
                  <a:lnTo>
                    <a:pt x="23368" y="11983"/>
                  </a:lnTo>
                  <a:lnTo>
                    <a:pt x="23756" y="16129"/>
                  </a:lnTo>
                  <a:close/>
                </a:path>
              </a:pathLst>
            </a:custGeom>
            <a:solidFill>
              <a:srgbClr val="FFEFDB">
                <a:alpha val="100000"/>
              </a:srgbClr>
            </a:solidFill>
            <a:ln w="5420" cap="flat">
              <a:solidFill>
                <a:srgbClr val="5959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70" name="pg3870"/>
            <p:cNvSpPr/>
            <p:nvPr/>
          </p:nvSpPr>
          <p:spPr>
            <a:xfrm>
              <a:off x="5337706" y="3371376"/>
              <a:ext cx="17833" cy="18174"/>
            </a:xfrm>
            <a:custGeom>
              <a:avLst/>
              <a:pathLst>
                <a:path w="17833" h="18174">
                  <a:moveTo>
                    <a:pt x="0" y="18174"/>
                  </a:moveTo>
                  <a:lnTo>
                    <a:pt x="5048" y="5702"/>
                  </a:lnTo>
                  <a:lnTo>
                    <a:pt x="14330" y="0"/>
                  </a:lnTo>
                  <a:lnTo>
                    <a:pt x="17689" y="1187"/>
                  </a:lnTo>
                  <a:lnTo>
                    <a:pt x="17833" y="5594"/>
                  </a:lnTo>
                  <a:lnTo>
                    <a:pt x="16531" y="9360"/>
                  </a:lnTo>
                  <a:lnTo>
                    <a:pt x="10304" y="15164"/>
                  </a:lnTo>
                  <a:lnTo>
                    <a:pt x="5054" y="17635"/>
                  </a:lnTo>
                  <a:close/>
                </a:path>
              </a:pathLst>
            </a:custGeom>
            <a:solidFill>
              <a:srgbClr val="FFEFDB">
                <a:alpha val="100000"/>
              </a:srgbClr>
            </a:solidFill>
            <a:ln w="5420" cap="flat">
              <a:solidFill>
                <a:srgbClr val="5959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71" name="pg3871"/>
            <p:cNvSpPr/>
            <p:nvPr/>
          </p:nvSpPr>
          <p:spPr>
            <a:xfrm>
              <a:off x="5698253" y="3267490"/>
              <a:ext cx="33791" cy="16879"/>
            </a:xfrm>
            <a:custGeom>
              <a:avLst/>
              <a:pathLst>
                <a:path w="33791" h="16879">
                  <a:moveTo>
                    <a:pt x="4645" y="16879"/>
                  </a:moveTo>
                  <a:lnTo>
                    <a:pt x="0" y="12776"/>
                  </a:lnTo>
                  <a:lnTo>
                    <a:pt x="7270" y="10878"/>
                  </a:lnTo>
                  <a:lnTo>
                    <a:pt x="16454" y="1130"/>
                  </a:lnTo>
                  <a:lnTo>
                    <a:pt x="22562" y="0"/>
                  </a:lnTo>
                  <a:lnTo>
                    <a:pt x="32158" y="5518"/>
                  </a:lnTo>
                  <a:lnTo>
                    <a:pt x="33791" y="10522"/>
                  </a:lnTo>
                  <a:close/>
                </a:path>
              </a:pathLst>
            </a:custGeom>
            <a:solidFill>
              <a:srgbClr val="FFEFDB">
                <a:alpha val="100000"/>
              </a:srgbClr>
            </a:solidFill>
            <a:ln w="5420" cap="flat">
              <a:solidFill>
                <a:srgbClr val="5959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72" name="pg3872"/>
            <p:cNvSpPr/>
            <p:nvPr/>
          </p:nvSpPr>
          <p:spPr>
            <a:xfrm>
              <a:off x="5643532" y="3241859"/>
              <a:ext cx="12087" cy="24671"/>
            </a:xfrm>
            <a:custGeom>
              <a:avLst/>
              <a:pathLst>
                <a:path w="12087" h="24671">
                  <a:moveTo>
                    <a:pt x="5855" y="24671"/>
                  </a:moveTo>
                  <a:lnTo>
                    <a:pt x="0" y="24048"/>
                  </a:lnTo>
                  <a:lnTo>
                    <a:pt x="2971" y="19248"/>
                  </a:lnTo>
                  <a:lnTo>
                    <a:pt x="4103" y="12199"/>
                  </a:lnTo>
                  <a:lnTo>
                    <a:pt x="6991" y="4457"/>
                  </a:lnTo>
                  <a:lnTo>
                    <a:pt x="8655" y="2089"/>
                  </a:lnTo>
                  <a:lnTo>
                    <a:pt x="12087" y="0"/>
                  </a:lnTo>
                  <a:lnTo>
                    <a:pt x="11095" y="21115"/>
                  </a:lnTo>
                  <a:close/>
                </a:path>
              </a:pathLst>
            </a:custGeom>
            <a:solidFill>
              <a:srgbClr val="FFEFDB">
                <a:alpha val="100000"/>
              </a:srgbClr>
            </a:solidFill>
            <a:ln w="5420" cap="flat">
              <a:solidFill>
                <a:srgbClr val="5959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73" name="pg3873"/>
            <p:cNvSpPr/>
            <p:nvPr/>
          </p:nvSpPr>
          <p:spPr>
            <a:xfrm>
              <a:off x="5761346" y="3275262"/>
              <a:ext cx="27001" cy="19248"/>
            </a:xfrm>
            <a:custGeom>
              <a:avLst/>
              <a:pathLst>
                <a:path w="27001" h="19248">
                  <a:moveTo>
                    <a:pt x="18836" y="19248"/>
                  </a:moveTo>
                  <a:lnTo>
                    <a:pt x="0" y="14453"/>
                  </a:lnTo>
                  <a:lnTo>
                    <a:pt x="15498" y="10389"/>
                  </a:lnTo>
                  <a:lnTo>
                    <a:pt x="18030" y="8973"/>
                  </a:lnTo>
                  <a:lnTo>
                    <a:pt x="20050" y="2997"/>
                  </a:lnTo>
                  <a:lnTo>
                    <a:pt x="20303" y="0"/>
                  </a:lnTo>
                  <a:lnTo>
                    <a:pt x="26190" y="12853"/>
                  </a:lnTo>
                  <a:lnTo>
                    <a:pt x="27001" y="17152"/>
                  </a:lnTo>
                  <a:close/>
                </a:path>
              </a:pathLst>
            </a:custGeom>
            <a:solidFill>
              <a:srgbClr val="FFEFDB">
                <a:alpha val="100000"/>
              </a:srgbClr>
            </a:solidFill>
            <a:ln w="5420" cap="flat">
              <a:solidFill>
                <a:srgbClr val="5959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74" name="pg3874"/>
            <p:cNvSpPr/>
            <p:nvPr/>
          </p:nvSpPr>
          <p:spPr>
            <a:xfrm>
              <a:off x="5180933" y="3984239"/>
              <a:ext cx="8624" cy="14377"/>
            </a:xfrm>
            <a:custGeom>
              <a:avLst/>
              <a:pathLst>
                <a:path w="8624" h="14377">
                  <a:moveTo>
                    <a:pt x="7028" y="14377"/>
                  </a:moveTo>
                  <a:lnTo>
                    <a:pt x="0" y="0"/>
                  </a:lnTo>
                  <a:lnTo>
                    <a:pt x="7229" y="4648"/>
                  </a:lnTo>
                  <a:lnTo>
                    <a:pt x="8521" y="8515"/>
                  </a:lnTo>
                  <a:lnTo>
                    <a:pt x="8624" y="11735"/>
                  </a:lnTo>
                  <a:close/>
                </a:path>
              </a:pathLst>
            </a:custGeom>
            <a:solidFill>
              <a:srgbClr val="FFEFDB">
                <a:alpha val="100000"/>
              </a:srgbClr>
            </a:solidFill>
            <a:ln w="5420" cap="flat">
              <a:solidFill>
                <a:srgbClr val="5959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75" name="pg3875"/>
            <p:cNvSpPr/>
            <p:nvPr/>
          </p:nvSpPr>
          <p:spPr>
            <a:xfrm>
              <a:off x="5183801" y="4007259"/>
              <a:ext cx="24727" cy="72349"/>
            </a:xfrm>
            <a:custGeom>
              <a:avLst/>
              <a:pathLst>
                <a:path w="24727" h="72349">
                  <a:moveTo>
                    <a:pt x="1250" y="72349"/>
                  </a:moveTo>
                  <a:lnTo>
                    <a:pt x="0" y="71213"/>
                  </a:lnTo>
                  <a:lnTo>
                    <a:pt x="16267" y="63796"/>
                  </a:lnTo>
                  <a:lnTo>
                    <a:pt x="21399" y="37670"/>
                  </a:lnTo>
                  <a:lnTo>
                    <a:pt x="22102" y="25623"/>
                  </a:lnTo>
                  <a:lnTo>
                    <a:pt x="19663" y="4388"/>
                  </a:lnTo>
                  <a:lnTo>
                    <a:pt x="19745" y="0"/>
                  </a:lnTo>
                  <a:lnTo>
                    <a:pt x="22391" y="6845"/>
                  </a:lnTo>
                  <a:lnTo>
                    <a:pt x="24727" y="26658"/>
                  </a:lnTo>
                  <a:lnTo>
                    <a:pt x="23849" y="41683"/>
                  </a:lnTo>
                  <a:lnTo>
                    <a:pt x="19130" y="63573"/>
                  </a:lnTo>
                  <a:lnTo>
                    <a:pt x="15446" y="68806"/>
                  </a:lnTo>
                  <a:close/>
                </a:path>
              </a:pathLst>
            </a:custGeom>
            <a:solidFill>
              <a:srgbClr val="FFEFDB">
                <a:alpha val="100000"/>
              </a:srgbClr>
            </a:solidFill>
            <a:ln w="5420" cap="flat">
              <a:solidFill>
                <a:srgbClr val="5959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76" name="pg3876"/>
            <p:cNvSpPr/>
            <p:nvPr/>
          </p:nvSpPr>
          <p:spPr>
            <a:xfrm>
              <a:off x="5152676" y="4082556"/>
              <a:ext cx="21404" cy="9277"/>
            </a:xfrm>
            <a:custGeom>
              <a:avLst/>
              <a:pathLst>
                <a:path w="21404" h="9277">
                  <a:moveTo>
                    <a:pt x="2170" y="9277"/>
                  </a:moveTo>
                  <a:lnTo>
                    <a:pt x="0" y="8725"/>
                  </a:lnTo>
                  <a:lnTo>
                    <a:pt x="12619" y="2089"/>
                  </a:lnTo>
                  <a:lnTo>
                    <a:pt x="21404" y="0"/>
                  </a:lnTo>
                  <a:close/>
                </a:path>
              </a:pathLst>
            </a:custGeom>
            <a:solidFill>
              <a:srgbClr val="FFEFDB">
                <a:alpha val="100000"/>
              </a:srgbClr>
            </a:solidFill>
            <a:ln w="5420" cap="flat">
              <a:solidFill>
                <a:srgbClr val="5959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77" name="pg3877"/>
            <p:cNvSpPr/>
            <p:nvPr/>
          </p:nvSpPr>
          <p:spPr>
            <a:xfrm>
              <a:off x="5095061" y="4115235"/>
              <a:ext cx="33993" cy="39982"/>
            </a:xfrm>
            <a:custGeom>
              <a:avLst/>
              <a:pathLst>
                <a:path w="33993" h="39982">
                  <a:moveTo>
                    <a:pt x="0" y="39982"/>
                  </a:moveTo>
                  <a:lnTo>
                    <a:pt x="9689" y="23744"/>
                  </a:lnTo>
                  <a:lnTo>
                    <a:pt x="28825" y="3149"/>
                  </a:lnTo>
                  <a:lnTo>
                    <a:pt x="33993" y="0"/>
                  </a:lnTo>
                  <a:lnTo>
                    <a:pt x="18081" y="17590"/>
                  </a:lnTo>
                  <a:lnTo>
                    <a:pt x="2635" y="38489"/>
                  </a:lnTo>
                  <a:close/>
                </a:path>
              </a:pathLst>
            </a:custGeom>
            <a:solidFill>
              <a:srgbClr val="FFEFDB">
                <a:alpha val="100000"/>
              </a:srgbClr>
            </a:solidFill>
            <a:ln w="5420" cap="flat">
              <a:solidFill>
                <a:srgbClr val="5959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78" name="pg3878"/>
            <p:cNvSpPr/>
            <p:nvPr/>
          </p:nvSpPr>
          <p:spPr>
            <a:xfrm>
              <a:off x="4494680" y="5206518"/>
              <a:ext cx="17373" cy="15672"/>
            </a:xfrm>
            <a:custGeom>
              <a:avLst/>
              <a:pathLst>
                <a:path w="17373" h="15672">
                  <a:moveTo>
                    <a:pt x="13601" y="15672"/>
                  </a:moveTo>
                  <a:lnTo>
                    <a:pt x="5968" y="13183"/>
                  </a:lnTo>
                  <a:lnTo>
                    <a:pt x="1798" y="8725"/>
                  </a:lnTo>
                  <a:lnTo>
                    <a:pt x="0" y="0"/>
                  </a:lnTo>
                  <a:lnTo>
                    <a:pt x="6645" y="9239"/>
                  </a:lnTo>
                  <a:lnTo>
                    <a:pt x="9028" y="11329"/>
                  </a:lnTo>
                  <a:lnTo>
                    <a:pt x="17373" y="12281"/>
                  </a:lnTo>
                  <a:close/>
                </a:path>
              </a:pathLst>
            </a:custGeom>
            <a:solidFill>
              <a:srgbClr val="FFEFDB">
                <a:alpha val="100000"/>
              </a:srgbClr>
            </a:solidFill>
            <a:ln w="5420" cap="flat">
              <a:solidFill>
                <a:srgbClr val="5959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79" name="pg3879"/>
            <p:cNvSpPr/>
            <p:nvPr/>
          </p:nvSpPr>
          <p:spPr>
            <a:xfrm>
              <a:off x="4498091" y="5186660"/>
              <a:ext cx="9033" cy="26938"/>
            </a:xfrm>
            <a:custGeom>
              <a:avLst/>
              <a:pathLst>
                <a:path w="9033" h="26938">
                  <a:moveTo>
                    <a:pt x="8883" y="26938"/>
                  </a:moveTo>
                  <a:lnTo>
                    <a:pt x="3550" y="14142"/>
                  </a:lnTo>
                  <a:lnTo>
                    <a:pt x="0" y="0"/>
                  </a:lnTo>
                  <a:lnTo>
                    <a:pt x="5079" y="4578"/>
                  </a:lnTo>
                  <a:lnTo>
                    <a:pt x="9033" y="19298"/>
                  </a:lnTo>
                  <a:close/>
                </a:path>
              </a:pathLst>
            </a:custGeom>
            <a:solidFill>
              <a:srgbClr val="FFEFDB">
                <a:alpha val="100000"/>
              </a:srgbClr>
            </a:solidFill>
            <a:ln w="5420" cap="flat">
              <a:solidFill>
                <a:srgbClr val="5959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80" name="pg3880"/>
            <p:cNvSpPr/>
            <p:nvPr/>
          </p:nvSpPr>
          <p:spPr>
            <a:xfrm>
              <a:off x="4666217" y="5362642"/>
              <a:ext cx="34236" cy="51158"/>
            </a:xfrm>
            <a:custGeom>
              <a:avLst/>
              <a:pathLst>
                <a:path w="34236" h="51158">
                  <a:moveTo>
                    <a:pt x="0" y="51158"/>
                  </a:moveTo>
                  <a:lnTo>
                    <a:pt x="2330" y="45036"/>
                  </a:lnTo>
                  <a:lnTo>
                    <a:pt x="10531" y="31948"/>
                  </a:lnTo>
                  <a:lnTo>
                    <a:pt x="13182" y="25788"/>
                  </a:lnTo>
                  <a:lnTo>
                    <a:pt x="18722" y="21883"/>
                  </a:lnTo>
                  <a:lnTo>
                    <a:pt x="23880" y="14821"/>
                  </a:lnTo>
                  <a:lnTo>
                    <a:pt x="24267" y="6585"/>
                  </a:lnTo>
                  <a:lnTo>
                    <a:pt x="31760" y="825"/>
                  </a:lnTo>
                  <a:lnTo>
                    <a:pt x="34236" y="0"/>
                  </a:lnTo>
                  <a:lnTo>
                    <a:pt x="21032" y="26703"/>
                  </a:lnTo>
                  <a:close/>
                </a:path>
              </a:pathLst>
            </a:custGeom>
            <a:solidFill>
              <a:srgbClr val="FFEFDB">
                <a:alpha val="100000"/>
              </a:srgbClr>
            </a:solidFill>
            <a:ln w="5420" cap="flat">
              <a:solidFill>
                <a:srgbClr val="5959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81" name="pg3881"/>
            <p:cNvSpPr/>
            <p:nvPr/>
          </p:nvSpPr>
          <p:spPr>
            <a:xfrm>
              <a:off x="3456939" y="4803878"/>
              <a:ext cx="26706" cy="20480"/>
            </a:xfrm>
            <a:custGeom>
              <a:avLst/>
              <a:pathLst>
                <a:path w="26706" h="20480">
                  <a:moveTo>
                    <a:pt x="18603" y="20480"/>
                  </a:moveTo>
                  <a:lnTo>
                    <a:pt x="1100" y="9214"/>
                  </a:lnTo>
                  <a:lnTo>
                    <a:pt x="0" y="4375"/>
                  </a:lnTo>
                  <a:lnTo>
                    <a:pt x="8635" y="0"/>
                  </a:lnTo>
                  <a:lnTo>
                    <a:pt x="13906" y="387"/>
                  </a:lnTo>
                  <a:lnTo>
                    <a:pt x="22241" y="6109"/>
                  </a:lnTo>
                  <a:lnTo>
                    <a:pt x="25290" y="7703"/>
                  </a:lnTo>
                  <a:lnTo>
                    <a:pt x="26706" y="10020"/>
                  </a:lnTo>
                  <a:lnTo>
                    <a:pt x="25900" y="13646"/>
                  </a:lnTo>
                  <a:lnTo>
                    <a:pt x="22536" y="18625"/>
                  </a:lnTo>
                  <a:close/>
                </a:path>
              </a:pathLst>
            </a:custGeom>
            <a:solidFill>
              <a:srgbClr val="FFEFDB">
                <a:alpha val="100000"/>
              </a:srgbClr>
            </a:solidFill>
            <a:ln w="5420" cap="flat">
              <a:solidFill>
                <a:srgbClr val="5959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82" name="pg3882"/>
            <p:cNvSpPr/>
            <p:nvPr/>
          </p:nvSpPr>
          <p:spPr>
            <a:xfrm>
              <a:off x="2924653" y="5000397"/>
              <a:ext cx="20774" cy="30399"/>
            </a:xfrm>
            <a:custGeom>
              <a:avLst/>
              <a:pathLst>
                <a:path w="20774" h="30399">
                  <a:moveTo>
                    <a:pt x="0" y="30399"/>
                  </a:moveTo>
                  <a:lnTo>
                    <a:pt x="5121" y="19749"/>
                  </a:lnTo>
                  <a:lnTo>
                    <a:pt x="6072" y="15482"/>
                  </a:lnTo>
                  <a:lnTo>
                    <a:pt x="14469" y="2006"/>
                  </a:lnTo>
                  <a:lnTo>
                    <a:pt x="18903" y="0"/>
                  </a:lnTo>
                  <a:lnTo>
                    <a:pt x="20774" y="5734"/>
                  </a:lnTo>
                  <a:lnTo>
                    <a:pt x="12138" y="15202"/>
                  </a:lnTo>
                  <a:lnTo>
                    <a:pt x="2294" y="30081"/>
                  </a:lnTo>
                  <a:close/>
                </a:path>
              </a:pathLst>
            </a:custGeom>
            <a:solidFill>
              <a:srgbClr val="FFEFDB">
                <a:alpha val="100000"/>
              </a:srgbClr>
            </a:solidFill>
            <a:ln w="5420" cap="flat">
              <a:solidFill>
                <a:srgbClr val="5959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83" name="pg3883"/>
            <p:cNvSpPr/>
            <p:nvPr/>
          </p:nvSpPr>
          <p:spPr>
            <a:xfrm>
              <a:off x="2949515" y="4968054"/>
              <a:ext cx="42075" cy="30323"/>
            </a:xfrm>
            <a:custGeom>
              <a:avLst/>
              <a:pathLst>
                <a:path w="42075" h="30323">
                  <a:moveTo>
                    <a:pt x="0" y="30323"/>
                  </a:moveTo>
                  <a:lnTo>
                    <a:pt x="4816" y="23299"/>
                  </a:lnTo>
                  <a:lnTo>
                    <a:pt x="12645" y="19756"/>
                  </a:lnTo>
                  <a:lnTo>
                    <a:pt x="29822" y="6261"/>
                  </a:lnTo>
                  <a:lnTo>
                    <a:pt x="36830" y="5334"/>
                  </a:lnTo>
                  <a:lnTo>
                    <a:pt x="40478" y="685"/>
                  </a:lnTo>
                  <a:lnTo>
                    <a:pt x="42075" y="0"/>
                  </a:lnTo>
                  <a:lnTo>
                    <a:pt x="41042" y="5696"/>
                  </a:lnTo>
                  <a:lnTo>
                    <a:pt x="27223" y="13786"/>
                  </a:lnTo>
                  <a:lnTo>
                    <a:pt x="3886" y="29783"/>
                  </a:lnTo>
                  <a:close/>
                </a:path>
              </a:pathLst>
            </a:custGeom>
            <a:solidFill>
              <a:srgbClr val="FFEFDB">
                <a:alpha val="100000"/>
              </a:srgbClr>
            </a:solidFill>
            <a:ln w="5420" cap="flat">
              <a:solidFill>
                <a:srgbClr val="5959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84" name="pg3884"/>
            <p:cNvSpPr/>
            <p:nvPr/>
          </p:nvSpPr>
          <p:spPr>
            <a:xfrm>
              <a:off x="2887740" y="5040830"/>
              <a:ext cx="34318" cy="75366"/>
            </a:xfrm>
            <a:custGeom>
              <a:avLst/>
              <a:pathLst>
                <a:path w="34318" h="75366">
                  <a:moveTo>
                    <a:pt x="0" y="75366"/>
                  </a:moveTo>
                  <a:lnTo>
                    <a:pt x="909" y="64215"/>
                  </a:lnTo>
                  <a:lnTo>
                    <a:pt x="9503" y="38877"/>
                  </a:lnTo>
                  <a:lnTo>
                    <a:pt x="26965" y="5575"/>
                  </a:lnTo>
                  <a:lnTo>
                    <a:pt x="34318" y="0"/>
                  </a:lnTo>
                  <a:lnTo>
                    <a:pt x="14175" y="36521"/>
                  </a:lnTo>
                  <a:lnTo>
                    <a:pt x="3302" y="67885"/>
                  </a:lnTo>
                  <a:close/>
                </a:path>
              </a:pathLst>
            </a:custGeom>
            <a:solidFill>
              <a:srgbClr val="FFEFDB">
                <a:alpha val="100000"/>
              </a:srgbClr>
            </a:solidFill>
            <a:ln w="5420" cap="flat">
              <a:solidFill>
                <a:srgbClr val="5959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85" name="pg3885"/>
            <p:cNvSpPr/>
            <p:nvPr/>
          </p:nvSpPr>
          <p:spPr>
            <a:xfrm>
              <a:off x="3130649" y="4843237"/>
              <a:ext cx="34081" cy="26658"/>
            </a:xfrm>
            <a:custGeom>
              <a:avLst/>
              <a:pathLst>
                <a:path w="34081" h="26658">
                  <a:moveTo>
                    <a:pt x="0" y="26658"/>
                  </a:moveTo>
                  <a:lnTo>
                    <a:pt x="23068" y="6655"/>
                  </a:lnTo>
                  <a:lnTo>
                    <a:pt x="27905" y="0"/>
                  </a:lnTo>
                  <a:lnTo>
                    <a:pt x="34081" y="292"/>
                  </a:lnTo>
                  <a:lnTo>
                    <a:pt x="23781" y="11500"/>
                  </a:lnTo>
                  <a:lnTo>
                    <a:pt x="5286" y="25414"/>
                  </a:lnTo>
                  <a:close/>
                </a:path>
              </a:pathLst>
            </a:custGeom>
            <a:solidFill>
              <a:srgbClr val="FFEFDB">
                <a:alpha val="100000"/>
              </a:srgbClr>
            </a:solidFill>
            <a:ln w="5420" cap="flat">
              <a:solidFill>
                <a:srgbClr val="5959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86" name="pg3886"/>
            <p:cNvSpPr/>
            <p:nvPr/>
          </p:nvSpPr>
          <p:spPr>
            <a:xfrm>
              <a:off x="2885373" y="5122184"/>
              <a:ext cx="25027" cy="140921"/>
            </a:xfrm>
            <a:custGeom>
              <a:avLst/>
              <a:pathLst>
                <a:path w="25027" h="140921">
                  <a:moveTo>
                    <a:pt x="23564" y="140921"/>
                  </a:moveTo>
                  <a:lnTo>
                    <a:pt x="14800" y="112719"/>
                  </a:lnTo>
                  <a:lnTo>
                    <a:pt x="537" y="48898"/>
                  </a:lnTo>
                  <a:lnTo>
                    <a:pt x="0" y="12522"/>
                  </a:lnTo>
                  <a:lnTo>
                    <a:pt x="2242" y="0"/>
                  </a:lnTo>
                  <a:lnTo>
                    <a:pt x="5922" y="51374"/>
                  </a:lnTo>
                  <a:lnTo>
                    <a:pt x="21688" y="116618"/>
                  </a:lnTo>
                  <a:lnTo>
                    <a:pt x="25027" y="134882"/>
                  </a:lnTo>
                  <a:close/>
                </a:path>
              </a:pathLst>
            </a:custGeom>
            <a:solidFill>
              <a:srgbClr val="FFEFDB">
                <a:alpha val="100000"/>
              </a:srgbClr>
            </a:solidFill>
            <a:ln w="5420" cap="flat">
              <a:solidFill>
                <a:srgbClr val="5959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87" name="pg3887"/>
            <p:cNvSpPr/>
            <p:nvPr/>
          </p:nvSpPr>
          <p:spPr>
            <a:xfrm>
              <a:off x="5637481" y="3252585"/>
              <a:ext cx="5178" cy="13666"/>
            </a:xfrm>
            <a:custGeom>
              <a:avLst/>
              <a:pathLst>
                <a:path w="5178" h="13666">
                  <a:moveTo>
                    <a:pt x="1095" y="13666"/>
                  </a:moveTo>
                  <a:lnTo>
                    <a:pt x="0" y="7385"/>
                  </a:lnTo>
                  <a:lnTo>
                    <a:pt x="2056" y="165"/>
                  </a:lnTo>
                  <a:lnTo>
                    <a:pt x="4139" y="0"/>
                  </a:lnTo>
                  <a:lnTo>
                    <a:pt x="5178" y="3841"/>
                  </a:lnTo>
                  <a:lnTo>
                    <a:pt x="4030" y="11259"/>
                  </a:lnTo>
                  <a:close/>
                </a:path>
              </a:pathLst>
            </a:custGeom>
            <a:solidFill>
              <a:srgbClr val="FFEFDB">
                <a:alpha val="100000"/>
              </a:srgbClr>
            </a:solidFill>
            <a:ln w="5420" cap="flat">
              <a:solidFill>
                <a:srgbClr val="5959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88" name="pg3888"/>
            <p:cNvSpPr/>
            <p:nvPr/>
          </p:nvSpPr>
          <p:spPr>
            <a:xfrm>
              <a:off x="5335877" y="3489988"/>
              <a:ext cx="15498" cy="28227"/>
            </a:xfrm>
            <a:custGeom>
              <a:avLst/>
              <a:pathLst>
                <a:path w="15498" h="28227">
                  <a:moveTo>
                    <a:pt x="284" y="28227"/>
                  </a:moveTo>
                  <a:lnTo>
                    <a:pt x="0" y="24442"/>
                  </a:lnTo>
                  <a:lnTo>
                    <a:pt x="15498" y="0"/>
                  </a:lnTo>
                  <a:lnTo>
                    <a:pt x="12697" y="8541"/>
                  </a:lnTo>
                  <a:close/>
                </a:path>
              </a:pathLst>
            </a:custGeom>
            <a:solidFill>
              <a:srgbClr val="FFEFDB">
                <a:alpha val="100000"/>
              </a:srgbClr>
            </a:solidFill>
            <a:ln w="5420" cap="flat">
              <a:solidFill>
                <a:srgbClr val="5959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89" name="pg3889"/>
            <p:cNvSpPr/>
            <p:nvPr/>
          </p:nvSpPr>
          <p:spPr>
            <a:xfrm>
              <a:off x="5216776" y="3678353"/>
              <a:ext cx="29698" cy="55407"/>
            </a:xfrm>
            <a:custGeom>
              <a:avLst/>
              <a:pathLst>
                <a:path w="29698" h="55407">
                  <a:moveTo>
                    <a:pt x="0" y="55407"/>
                  </a:moveTo>
                  <a:lnTo>
                    <a:pt x="16143" y="29364"/>
                  </a:lnTo>
                  <a:lnTo>
                    <a:pt x="25518" y="7544"/>
                  </a:lnTo>
                  <a:lnTo>
                    <a:pt x="29698" y="0"/>
                  </a:lnTo>
                  <a:lnTo>
                    <a:pt x="25642" y="15291"/>
                  </a:lnTo>
                  <a:lnTo>
                    <a:pt x="18552" y="29351"/>
                  </a:lnTo>
                  <a:lnTo>
                    <a:pt x="4811" y="53298"/>
                  </a:lnTo>
                  <a:close/>
                </a:path>
              </a:pathLst>
            </a:custGeom>
            <a:solidFill>
              <a:srgbClr val="FFEFDB">
                <a:alpha val="100000"/>
              </a:srgbClr>
            </a:solidFill>
            <a:ln w="5420" cap="flat">
              <a:solidFill>
                <a:srgbClr val="5959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90" name="pg3890"/>
            <p:cNvSpPr/>
            <p:nvPr/>
          </p:nvSpPr>
          <p:spPr>
            <a:xfrm>
              <a:off x="5079677" y="4146288"/>
              <a:ext cx="13513" cy="6191"/>
            </a:xfrm>
            <a:custGeom>
              <a:avLst/>
              <a:pathLst>
                <a:path w="13513" h="6191">
                  <a:moveTo>
                    <a:pt x="11157" y="6191"/>
                  </a:moveTo>
                  <a:lnTo>
                    <a:pt x="6997" y="4756"/>
                  </a:lnTo>
                  <a:lnTo>
                    <a:pt x="1266" y="2013"/>
                  </a:lnTo>
                  <a:lnTo>
                    <a:pt x="0" y="0"/>
                  </a:lnTo>
                  <a:lnTo>
                    <a:pt x="5467" y="730"/>
                  </a:lnTo>
                  <a:lnTo>
                    <a:pt x="13513" y="5886"/>
                  </a:lnTo>
                  <a:close/>
                </a:path>
              </a:pathLst>
            </a:custGeom>
            <a:solidFill>
              <a:srgbClr val="FFEFDB">
                <a:alpha val="100000"/>
              </a:srgbClr>
            </a:solidFill>
            <a:ln w="5420" cap="flat">
              <a:solidFill>
                <a:srgbClr val="5959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91" name="pg3891"/>
            <p:cNvSpPr/>
            <p:nvPr/>
          </p:nvSpPr>
          <p:spPr>
            <a:xfrm>
              <a:off x="4577198" y="5440364"/>
              <a:ext cx="10779" cy="15615"/>
            </a:xfrm>
            <a:custGeom>
              <a:avLst/>
              <a:pathLst>
                <a:path w="10779" h="15615">
                  <a:moveTo>
                    <a:pt x="6020" y="15615"/>
                  </a:moveTo>
                  <a:lnTo>
                    <a:pt x="4511" y="14790"/>
                  </a:lnTo>
                  <a:lnTo>
                    <a:pt x="4511" y="10890"/>
                  </a:lnTo>
                  <a:lnTo>
                    <a:pt x="0" y="2260"/>
                  </a:lnTo>
                  <a:lnTo>
                    <a:pt x="170" y="0"/>
                  </a:lnTo>
                  <a:lnTo>
                    <a:pt x="10516" y="8446"/>
                  </a:lnTo>
                  <a:lnTo>
                    <a:pt x="10779" y="10713"/>
                  </a:lnTo>
                  <a:lnTo>
                    <a:pt x="9193" y="12942"/>
                  </a:lnTo>
                  <a:close/>
                </a:path>
              </a:pathLst>
            </a:custGeom>
            <a:solidFill>
              <a:srgbClr val="FFEFDB">
                <a:alpha val="100000"/>
              </a:srgbClr>
            </a:solidFill>
            <a:ln w="5420" cap="flat">
              <a:solidFill>
                <a:srgbClr val="5959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92" name="pg3892"/>
            <p:cNvSpPr/>
            <p:nvPr/>
          </p:nvSpPr>
          <p:spPr>
            <a:xfrm>
              <a:off x="4637878" y="5427841"/>
              <a:ext cx="6681" cy="5543"/>
            </a:xfrm>
            <a:custGeom>
              <a:avLst/>
              <a:pathLst>
                <a:path w="6681" h="5543">
                  <a:moveTo>
                    <a:pt x="0" y="5543"/>
                  </a:moveTo>
                  <a:lnTo>
                    <a:pt x="1002" y="3695"/>
                  </a:lnTo>
                  <a:lnTo>
                    <a:pt x="5178" y="0"/>
                  </a:lnTo>
                  <a:lnTo>
                    <a:pt x="6681" y="1435"/>
                  </a:lnTo>
                  <a:lnTo>
                    <a:pt x="6516" y="3283"/>
                  </a:lnTo>
                  <a:lnTo>
                    <a:pt x="2005" y="5543"/>
                  </a:lnTo>
                  <a:close/>
                </a:path>
              </a:pathLst>
            </a:custGeom>
            <a:solidFill>
              <a:srgbClr val="FFEFDB">
                <a:alpha val="100000"/>
              </a:srgbClr>
            </a:solidFill>
            <a:ln w="5420" cap="flat">
              <a:solidFill>
                <a:srgbClr val="5959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93" name="pg3893"/>
            <p:cNvSpPr/>
            <p:nvPr/>
          </p:nvSpPr>
          <p:spPr>
            <a:xfrm>
              <a:off x="4657267" y="5415509"/>
              <a:ext cx="5348" cy="5550"/>
            </a:xfrm>
            <a:custGeom>
              <a:avLst/>
              <a:pathLst>
                <a:path w="5348" h="5550">
                  <a:moveTo>
                    <a:pt x="0" y="5550"/>
                  </a:moveTo>
                  <a:lnTo>
                    <a:pt x="4175" y="0"/>
                  </a:lnTo>
                  <a:lnTo>
                    <a:pt x="5348" y="412"/>
                  </a:lnTo>
                  <a:lnTo>
                    <a:pt x="2842" y="4934"/>
                  </a:lnTo>
                  <a:close/>
                </a:path>
              </a:pathLst>
            </a:custGeom>
            <a:solidFill>
              <a:srgbClr val="FFEFDB">
                <a:alpha val="100000"/>
              </a:srgbClr>
            </a:solidFill>
            <a:ln w="5420" cap="flat">
              <a:solidFill>
                <a:srgbClr val="5959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94" name="pg3894"/>
            <p:cNvSpPr/>
            <p:nvPr/>
          </p:nvSpPr>
          <p:spPr>
            <a:xfrm>
              <a:off x="4607290" y="5439132"/>
              <a:ext cx="21895" cy="8630"/>
            </a:xfrm>
            <a:custGeom>
              <a:avLst/>
              <a:pathLst>
                <a:path w="21895" h="8630">
                  <a:moveTo>
                    <a:pt x="5012" y="8630"/>
                  </a:moveTo>
                  <a:lnTo>
                    <a:pt x="0" y="6369"/>
                  </a:lnTo>
                  <a:lnTo>
                    <a:pt x="5513" y="3289"/>
                  </a:lnTo>
                  <a:lnTo>
                    <a:pt x="21895" y="0"/>
                  </a:lnTo>
                  <a:lnTo>
                    <a:pt x="15709" y="4108"/>
                  </a:lnTo>
                  <a:lnTo>
                    <a:pt x="9860" y="5550"/>
                  </a:lnTo>
                  <a:close/>
                </a:path>
              </a:pathLst>
            </a:custGeom>
            <a:solidFill>
              <a:srgbClr val="FFEFDB">
                <a:alpha val="100000"/>
              </a:srgbClr>
            </a:solidFill>
            <a:ln w="5420" cap="flat">
              <a:solidFill>
                <a:srgbClr val="5959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95" name="pg3895"/>
            <p:cNvSpPr/>
            <p:nvPr/>
          </p:nvSpPr>
          <p:spPr>
            <a:xfrm>
              <a:off x="4570537" y="4631229"/>
              <a:ext cx="6945" cy="31688"/>
            </a:xfrm>
            <a:custGeom>
              <a:avLst/>
              <a:pathLst>
                <a:path w="6945" h="31688">
                  <a:moveTo>
                    <a:pt x="2237" y="31688"/>
                  </a:moveTo>
                  <a:lnTo>
                    <a:pt x="201" y="20467"/>
                  </a:lnTo>
                  <a:lnTo>
                    <a:pt x="0" y="9570"/>
                  </a:lnTo>
                  <a:lnTo>
                    <a:pt x="3565" y="3124"/>
                  </a:lnTo>
                  <a:lnTo>
                    <a:pt x="6945" y="0"/>
                  </a:lnTo>
                  <a:close/>
                </a:path>
              </a:pathLst>
            </a:custGeom>
            <a:solidFill>
              <a:srgbClr val="FFEFDB">
                <a:alpha val="100000"/>
              </a:srgbClr>
            </a:solidFill>
            <a:ln w="5420" cap="flat">
              <a:solidFill>
                <a:srgbClr val="5959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96" name="pg3896"/>
            <p:cNvSpPr/>
            <p:nvPr/>
          </p:nvSpPr>
          <p:spPr>
            <a:xfrm>
              <a:off x="4554992" y="5448277"/>
              <a:ext cx="10567" cy="12891"/>
            </a:xfrm>
            <a:custGeom>
              <a:avLst/>
              <a:pathLst>
                <a:path w="10567" h="12891">
                  <a:moveTo>
                    <a:pt x="0" y="12891"/>
                  </a:moveTo>
                  <a:lnTo>
                    <a:pt x="5529" y="7772"/>
                  </a:lnTo>
                  <a:lnTo>
                    <a:pt x="7322" y="0"/>
                  </a:lnTo>
                  <a:lnTo>
                    <a:pt x="10567" y="6070"/>
                  </a:lnTo>
                  <a:lnTo>
                    <a:pt x="10505" y="9754"/>
                  </a:lnTo>
                  <a:lnTo>
                    <a:pt x="6857" y="11608"/>
                  </a:lnTo>
                  <a:close/>
                </a:path>
              </a:pathLst>
            </a:custGeom>
            <a:solidFill>
              <a:srgbClr val="FFEFDB">
                <a:alpha val="100000"/>
              </a:srgbClr>
            </a:solidFill>
            <a:ln w="5420" cap="flat">
              <a:solidFill>
                <a:srgbClr val="5959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97" name="pg3897"/>
            <p:cNvSpPr/>
            <p:nvPr/>
          </p:nvSpPr>
          <p:spPr>
            <a:xfrm>
              <a:off x="4681421" y="5037121"/>
              <a:ext cx="28195" cy="83983"/>
            </a:xfrm>
            <a:custGeom>
              <a:avLst/>
              <a:pathLst>
                <a:path w="28195" h="83983">
                  <a:moveTo>
                    <a:pt x="28195" y="83983"/>
                  </a:moveTo>
                  <a:lnTo>
                    <a:pt x="18464" y="61770"/>
                  </a:lnTo>
                  <a:lnTo>
                    <a:pt x="6438" y="26938"/>
                  </a:lnTo>
                  <a:lnTo>
                    <a:pt x="0" y="0"/>
                  </a:lnTo>
                  <a:lnTo>
                    <a:pt x="4356" y="7283"/>
                  </a:lnTo>
                  <a:lnTo>
                    <a:pt x="8614" y="22359"/>
                  </a:lnTo>
                  <a:lnTo>
                    <a:pt x="26474" y="74407"/>
                  </a:lnTo>
                  <a:close/>
                </a:path>
              </a:pathLst>
            </a:custGeom>
            <a:solidFill>
              <a:srgbClr val="FFEFDB">
                <a:alpha val="100000"/>
              </a:srgbClr>
            </a:solidFill>
            <a:ln w="5420" cap="flat">
              <a:solidFill>
                <a:srgbClr val="5959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98" name="pg3898"/>
            <p:cNvSpPr/>
            <p:nvPr/>
          </p:nvSpPr>
          <p:spPr>
            <a:xfrm>
              <a:off x="4535949" y="5462902"/>
              <a:ext cx="7699" cy="4470"/>
            </a:xfrm>
            <a:custGeom>
              <a:avLst/>
              <a:pathLst>
                <a:path w="7699" h="4470">
                  <a:moveTo>
                    <a:pt x="232" y="4470"/>
                  </a:moveTo>
                  <a:lnTo>
                    <a:pt x="0" y="2457"/>
                  </a:lnTo>
                  <a:lnTo>
                    <a:pt x="4630" y="0"/>
                  </a:lnTo>
                  <a:lnTo>
                    <a:pt x="7699" y="165"/>
                  </a:lnTo>
                  <a:lnTo>
                    <a:pt x="7586" y="2889"/>
                  </a:lnTo>
                  <a:lnTo>
                    <a:pt x="2919" y="4178"/>
                  </a:lnTo>
                  <a:close/>
                </a:path>
              </a:pathLst>
            </a:custGeom>
            <a:solidFill>
              <a:srgbClr val="FFEFDB">
                <a:alpha val="100000"/>
              </a:srgbClr>
            </a:solidFill>
            <a:ln w="5420" cap="flat">
              <a:solidFill>
                <a:srgbClr val="5959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99" name="pg3899"/>
            <p:cNvSpPr/>
            <p:nvPr/>
          </p:nvSpPr>
          <p:spPr>
            <a:xfrm>
              <a:off x="3781115" y="4789697"/>
              <a:ext cx="7508" cy="12059"/>
            </a:xfrm>
            <a:custGeom>
              <a:avLst/>
              <a:pathLst>
                <a:path w="7508" h="12059">
                  <a:moveTo>
                    <a:pt x="0" y="12059"/>
                  </a:moveTo>
                  <a:lnTo>
                    <a:pt x="263" y="9462"/>
                  </a:lnTo>
                  <a:lnTo>
                    <a:pt x="4490" y="2648"/>
                  </a:lnTo>
                  <a:lnTo>
                    <a:pt x="7508" y="0"/>
                  </a:lnTo>
                  <a:lnTo>
                    <a:pt x="5746" y="5251"/>
                  </a:lnTo>
                  <a:close/>
                </a:path>
              </a:pathLst>
            </a:custGeom>
            <a:solidFill>
              <a:srgbClr val="FFEFDB">
                <a:alpha val="100000"/>
              </a:srgbClr>
            </a:solidFill>
            <a:ln w="5420" cap="flat">
              <a:solidFill>
                <a:srgbClr val="5959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00" name="pg3900"/>
            <p:cNvSpPr/>
            <p:nvPr/>
          </p:nvSpPr>
          <p:spPr>
            <a:xfrm>
              <a:off x="3804479" y="4723202"/>
              <a:ext cx="17435" cy="7734"/>
            </a:xfrm>
            <a:custGeom>
              <a:avLst/>
              <a:pathLst>
                <a:path w="17435" h="7734">
                  <a:moveTo>
                    <a:pt x="16107" y="7734"/>
                  </a:moveTo>
                  <a:lnTo>
                    <a:pt x="6733" y="5029"/>
                  </a:lnTo>
                  <a:lnTo>
                    <a:pt x="1033" y="2514"/>
                  </a:lnTo>
                  <a:lnTo>
                    <a:pt x="0" y="0"/>
                  </a:lnTo>
                  <a:lnTo>
                    <a:pt x="15756" y="4565"/>
                  </a:lnTo>
                  <a:lnTo>
                    <a:pt x="17435" y="6286"/>
                  </a:lnTo>
                  <a:close/>
                </a:path>
              </a:pathLst>
            </a:custGeom>
            <a:solidFill>
              <a:srgbClr val="FFEFDB">
                <a:alpha val="100000"/>
              </a:srgbClr>
            </a:solidFill>
            <a:ln w="5420" cap="flat">
              <a:solidFill>
                <a:srgbClr val="5959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01" name="pg3901"/>
            <p:cNvSpPr/>
            <p:nvPr/>
          </p:nvSpPr>
          <p:spPr>
            <a:xfrm>
              <a:off x="3847510" y="4721970"/>
              <a:ext cx="25921" cy="5569"/>
            </a:xfrm>
            <a:custGeom>
              <a:avLst/>
              <a:pathLst>
                <a:path w="25921" h="5569">
                  <a:moveTo>
                    <a:pt x="16609" y="5569"/>
                  </a:moveTo>
                  <a:lnTo>
                    <a:pt x="2806" y="5308"/>
                  </a:lnTo>
                  <a:lnTo>
                    <a:pt x="0" y="4330"/>
                  </a:lnTo>
                  <a:lnTo>
                    <a:pt x="5539" y="2470"/>
                  </a:lnTo>
                  <a:lnTo>
                    <a:pt x="21895" y="0"/>
                  </a:lnTo>
                  <a:lnTo>
                    <a:pt x="25921" y="2781"/>
                  </a:lnTo>
                  <a:close/>
                </a:path>
              </a:pathLst>
            </a:custGeom>
            <a:solidFill>
              <a:srgbClr val="FFEFDB">
                <a:alpha val="100000"/>
              </a:srgbClr>
            </a:solidFill>
            <a:ln w="5420" cap="flat">
              <a:solidFill>
                <a:srgbClr val="5959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02" name="pg3902"/>
            <p:cNvSpPr/>
            <p:nvPr/>
          </p:nvSpPr>
          <p:spPr>
            <a:xfrm>
              <a:off x="3738952" y="4735636"/>
              <a:ext cx="16650" cy="17044"/>
            </a:xfrm>
            <a:custGeom>
              <a:avLst/>
              <a:pathLst>
                <a:path w="16650" h="17044">
                  <a:moveTo>
                    <a:pt x="12862" y="17044"/>
                  </a:moveTo>
                  <a:lnTo>
                    <a:pt x="7679" y="14034"/>
                  </a:lnTo>
                  <a:lnTo>
                    <a:pt x="0" y="13761"/>
                  </a:lnTo>
                  <a:lnTo>
                    <a:pt x="3379" y="11697"/>
                  </a:lnTo>
                  <a:lnTo>
                    <a:pt x="5751" y="9684"/>
                  </a:lnTo>
                  <a:lnTo>
                    <a:pt x="6935" y="7518"/>
                  </a:lnTo>
                  <a:lnTo>
                    <a:pt x="16650" y="0"/>
                  </a:lnTo>
                  <a:lnTo>
                    <a:pt x="13896" y="5518"/>
                  </a:lnTo>
                  <a:lnTo>
                    <a:pt x="12490" y="10998"/>
                  </a:lnTo>
                  <a:close/>
                </a:path>
              </a:pathLst>
            </a:custGeom>
            <a:solidFill>
              <a:srgbClr val="FFEFDB">
                <a:alpha val="100000"/>
              </a:srgbClr>
            </a:solidFill>
            <a:ln w="5420" cap="flat">
              <a:solidFill>
                <a:srgbClr val="5959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03" name="pg3903"/>
            <p:cNvSpPr/>
            <p:nvPr/>
          </p:nvSpPr>
          <p:spPr>
            <a:xfrm>
              <a:off x="3789234" y="4750191"/>
              <a:ext cx="5746" cy="36527"/>
            </a:xfrm>
            <a:custGeom>
              <a:avLst/>
              <a:pathLst>
                <a:path w="5746" h="36527">
                  <a:moveTo>
                    <a:pt x="1188" y="36527"/>
                  </a:moveTo>
                  <a:lnTo>
                    <a:pt x="4118" y="16695"/>
                  </a:lnTo>
                  <a:lnTo>
                    <a:pt x="0" y="0"/>
                  </a:lnTo>
                  <a:lnTo>
                    <a:pt x="4340" y="7328"/>
                  </a:lnTo>
                  <a:lnTo>
                    <a:pt x="5746" y="16047"/>
                  </a:lnTo>
                  <a:lnTo>
                    <a:pt x="4175" y="32386"/>
                  </a:lnTo>
                  <a:close/>
                </a:path>
              </a:pathLst>
            </a:custGeom>
            <a:solidFill>
              <a:srgbClr val="FFEFDB">
                <a:alpha val="100000"/>
              </a:srgbClr>
            </a:solidFill>
            <a:ln w="5420" cap="flat">
              <a:solidFill>
                <a:srgbClr val="5959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04" name="pg3904"/>
            <p:cNvSpPr/>
            <p:nvPr/>
          </p:nvSpPr>
          <p:spPr>
            <a:xfrm>
              <a:off x="4186131" y="4792371"/>
              <a:ext cx="40173" cy="16358"/>
            </a:xfrm>
            <a:custGeom>
              <a:avLst/>
              <a:pathLst>
                <a:path w="40173" h="16358">
                  <a:moveTo>
                    <a:pt x="11482" y="16358"/>
                  </a:moveTo>
                  <a:lnTo>
                    <a:pt x="0" y="12954"/>
                  </a:lnTo>
                  <a:lnTo>
                    <a:pt x="7136" y="12307"/>
                  </a:lnTo>
                  <a:lnTo>
                    <a:pt x="12299" y="13685"/>
                  </a:lnTo>
                  <a:lnTo>
                    <a:pt x="25373" y="6991"/>
                  </a:lnTo>
                  <a:lnTo>
                    <a:pt x="32231" y="1924"/>
                  </a:lnTo>
                  <a:lnTo>
                    <a:pt x="40173" y="0"/>
                  </a:lnTo>
                  <a:lnTo>
                    <a:pt x="22102" y="11678"/>
                  </a:lnTo>
                  <a:close/>
                </a:path>
              </a:pathLst>
            </a:custGeom>
            <a:solidFill>
              <a:srgbClr val="FFEFDB">
                <a:alpha val="100000"/>
              </a:srgbClr>
            </a:solidFill>
            <a:ln w="5420" cap="flat">
              <a:solidFill>
                <a:srgbClr val="5959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05" name="pg3905"/>
            <p:cNvSpPr/>
            <p:nvPr/>
          </p:nvSpPr>
          <p:spPr>
            <a:xfrm>
              <a:off x="5923277" y="2903466"/>
              <a:ext cx="8449" cy="10395"/>
            </a:xfrm>
            <a:custGeom>
              <a:avLst/>
              <a:pathLst>
                <a:path w="8449" h="10395">
                  <a:moveTo>
                    <a:pt x="4428" y="10395"/>
                  </a:moveTo>
                  <a:lnTo>
                    <a:pt x="139" y="9563"/>
                  </a:lnTo>
                  <a:lnTo>
                    <a:pt x="0" y="3149"/>
                  </a:lnTo>
                  <a:lnTo>
                    <a:pt x="1297" y="971"/>
                  </a:lnTo>
                  <a:lnTo>
                    <a:pt x="2780" y="0"/>
                  </a:lnTo>
                  <a:lnTo>
                    <a:pt x="4981" y="1803"/>
                  </a:lnTo>
                  <a:lnTo>
                    <a:pt x="8449" y="7823"/>
                  </a:lnTo>
                  <a:close/>
                </a:path>
              </a:pathLst>
            </a:custGeom>
            <a:solidFill>
              <a:srgbClr val="FFEFDB">
                <a:alpha val="100000"/>
              </a:srgbClr>
            </a:solidFill>
            <a:ln w="5420" cap="flat">
              <a:solidFill>
                <a:srgbClr val="5959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06" name="pg3906"/>
            <p:cNvSpPr/>
            <p:nvPr/>
          </p:nvSpPr>
          <p:spPr>
            <a:xfrm>
              <a:off x="2399291" y="4782381"/>
              <a:ext cx="513697" cy="755524"/>
            </a:xfrm>
            <a:custGeom>
              <a:avLst/>
              <a:pathLst>
                <a:path w="513697" h="755524">
                  <a:moveTo>
                    <a:pt x="961" y="1759"/>
                  </a:moveTo>
                  <a:lnTo>
                    <a:pt x="26210" y="3480"/>
                  </a:lnTo>
                  <a:lnTo>
                    <a:pt x="41104" y="2895"/>
                  </a:lnTo>
                  <a:lnTo>
                    <a:pt x="45646" y="0"/>
                  </a:lnTo>
                  <a:lnTo>
                    <a:pt x="48008" y="152"/>
                  </a:lnTo>
                  <a:lnTo>
                    <a:pt x="48194" y="3340"/>
                  </a:lnTo>
                  <a:lnTo>
                    <a:pt x="51935" y="4692"/>
                  </a:lnTo>
                  <a:lnTo>
                    <a:pt x="59227" y="4210"/>
                  </a:lnTo>
                  <a:lnTo>
                    <a:pt x="65578" y="8668"/>
                  </a:lnTo>
                  <a:lnTo>
                    <a:pt x="73712" y="22778"/>
                  </a:lnTo>
                  <a:lnTo>
                    <a:pt x="101747" y="45379"/>
                  </a:lnTo>
                  <a:lnTo>
                    <a:pt x="104108" y="53133"/>
                  </a:lnTo>
                  <a:lnTo>
                    <a:pt x="113865" y="64316"/>
                  </a:lnTo>
                  <a:lnTo>
                    <a:pt x="131807" y="81507"/>
                  </a:lnTo>
                  <a:lnTo>
                    <a:pt x="141962" y="96329"/>
                  </a:lnTo>
                  <a:lnTo>
                    <a:pt x="144324" y="108782"/>
                  </a:lnTo>
                  <a:lnTo>
                    <a:pt x="153491" y="128481"/>
                  </a:lnTo>
                  <a:lnTo>
                    <a:pt x="169449" y="155419"/>
                  </a:lnTo>
                  <a:lnTo>
                    <a:pt x="176560" y="169942"/>
                  </a:lnTo>
                  <a:lnTo>
                    <a:pt x="174824" y="172038"/>
                  </a:lnTo>
                  <a:lnTo>
                    <a:pt x="176079" y="179620"/>
                  </a:lnTo>
                  <a:lnTo>
                    <a:pt x="180338" y="192683"/>
                  </a:lnTo>
                  <a:lnTo>
                    <a:pt x="188249" y="203745"/>
                  </a:lnTo>
                  <a:lnTo>
                    <a:pt x="199820" y="212807"/>
                  </a:lnTo>
                  <a:lnTo>
                    <a:pt x="211520" y="229077"/>
                  </a:lnTo>
                  <a:lnTo>
                    <a:pt x="223349" y="252561"/>
                  </a:lnTo>
                  <a:lnTo>
                    <a:pt x="237679" y="270425"/>
                  </a:lnTo>
                  <a:lnTo>
                    <a:pt x="254500" y="282655"/>
                  </a:lnTo>
                  <a:lnTo>
                    <a:pt x="264024" y="294042"/>
                  </a:lnTo>
                  <a:lnTo>
                    <a:pt x="266251" y="304571"/>
                  </a:lnTo>
                  <a:lnTo>
                    <a:pt x="266086" y="313588"/>
                  </a:lnTo>
                  <a:lnTo>
                    <a:pt x="263522" y="321094"/>
                  </a:lnTo>
                  <a:lnTo>
                    <a:pt x="264608" y="328226"/>
                  </a:lnTo>
                  <a:lnTo>
                    <a:pt x="269336" y="334964"/>
                  </a:lnTo>
                  <a:lnTo>
                    <a:pt x="270912" y="343232"/>
                  </a:lnTo>
                  <a:lnTo>
                    <a:pt x="269062" y="354732"/>
                  </a:lnTo>
                  <a:lnTo>
                    <a:pt x="269191" y="357990"/>
                  </a:lnTo>
                  <a:lnTo>
                    <a:pt x="270561" y="360587"/>
                  </a:lnTo>
                  <a:lnTo>
                    <a:pt x="285496" y="380350"/>
                  </a:lnTo>
                  <a:lnTo>
                    <a:pt x="293170" y="396321"/>
                  </a:lnTo>
                  <a:lnTo>
                    <a:pt x="299262" y="421811"/>
                  </a:lnTo>
                  <a:lnTo>
                    <a:pt x="299293" y="422040"/>
                  </a:lnTo>
                  <a:lnTo>
                    <a:pt x="306099" y="437287"/>
                  </a:lnTo>
                  <a:lnTo>
                    <a:pt x="315887" y="443523"/>
                  </a:lnTo>
                  <a:lnTo>
                    <a:pt x="330925" y="445829"/>
                  </a:lnTo>
                  <a:lnTo>
                    <a:pt x="342351" y="451138"/>
                  </a:lnTo>
                  <a:lnTo>
                    <a:pt x="350165" y="459457"/>
                  </a:lnTo>
                  <a:lnTo>
                    <a:pt x="360019" y="464480"/>
                  </a:lnTo>
                  <a:lnTo>
                    <a:pt x="371916" y="466207"/>
                  </a:lnTo>
                  <a:lnTo>
                    <a:pt x="383321" y="471694"/>
                  </a:lnTo>
                  <a:lnTo>
                    <a:pt x="394230" y="480953"/>
                  </a:lnTo>
                  <a:lnTo>
                    <a:pt x="414575" y="487030"/>
                  </a:lnTo>
                  <a:lnTo>
                    <a:pt x="444357" y="489945"/>
                  </a:lnTo>
                  <a:lnTo>
                    <a:pt x="467022" y="497470"/>
                  </a:lnTo>
                  <a:lnTo>
                    <a:pt x="482577" y="509612"/>
                  </a:lnTo>
                  <a:lnTo>
                    <a:pt x="489419" y="512082"/>
                  </a:lnTo>
                  <a:lnTo>
                    <a:pt x="491269" y="512254"/>
                  </a:lnTo>
                  <a:lnTo>
                    <a:pt x="492158" y="510399"/>
                  </a:lnTo>
                  <a:lnTo>
                    <a:pt x="493331" y="506964"/>
                  </a:lnTo>
                  <a:lnTo>
                    <a:pt x="499352" y="503008"/>
                  </a:lnTo>
                  <a:lnTo>
                    <a:pt x="513697" y="500423"/>
                  </a:lnTo>
                  <a:lnTo>
                    <a:pt x="511770" y="527285"/>
                  </a:lnTo>
                  <a:lnTo>
                    <a:pt x="505372" y="549327"/>
                  </a:lnTo>
                  <a:lnTo>
                    <a:pt x="484293" y="595152"/>
                  </a:lnTo>
                  <a:lnTo>
                    <a:pt x="475508" y="623576"/>
                  </a:lnTo>
                  <a:lnTo>
                    <a:pt x="458511" y="704804"/>
                  </a:lnTo>
                  <a:lnTo>
                    <a:pt x="453534" y="755524"/>
                  </a:lnTo>
                  <a:lnTo>
                    <a:pt x="0" y="755524"/>
                  </a:lnTo>
                  <a:lnTo>
                    <a:pt x="0" y="1556"/>
                  </a:lnTo>
                  <a:close/>
                </a:path>
              </a:pathLst>
            </a:custGeom>
            <a:solidFill>
              <a:srgbClr val="FFEFDB">
                <a:alpha val="100000"/>
              </a:srgbClr>
            </a:solidFill>
            <a:ln w="5420" cap="flat">
              <a:solidFill>
                <a:srgbClr val="5959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07" name="pg3907"/>
            <p:cNvSpPr/>
            <p:nvPr/>
          </p:nvSpPr>
          <p:spPr>
            <a:xfrm>
              <a:off x="4173090" y="2540116"/>
              <a:ext cx="1519164" cy="699069"/>
            </a:xfrm>
            <a:custGeom>
              <a:avLst/>
              <a:pathLst>
                <a:path w="1519164" h="699069">
                  <a:moveTo>
                    <a:pt x="1509975" y="5632"/>
                  </a:moveTo>
                  <a:lnTo>
                    <a:pt x="1494849" y="16263"/>
                  </a:lnTo>
                  <a:lnTo>
                    <a:pt x="1478746" y="33041"/>
                  </a:lnTo>
                  <a:lnTo>
                    <a:pt x="1440965" y="45729"/>
                  </a:lnTo>
                  <a:lnTo>
                    <a:pt x="1426940" y="48955"/>
                  </a:lnTo>
                  <a:lnTo>
                    <a:pt x="1413994" y="47234"/>
                  </a:lnTo>
                  <a:lnTo>
                    <a:pt x="1398238" y="57559"/>
                  </a:lnTo>
                  <a:lnTo>
                    <a:pt x="1379593" y="63872"/>
                  </a:lnTo>
                  <a:lnTo>
                    <a:pt x="1374089" y="73474"/>
                  </a:lnTo>
                  <a:lnTo>
                    <a:pt x="1329270" y="99193"/>
                  </a:lnTo>
                  <a:lnTo>
                    <a:pt x="1312066" y="102431"/>
                  </a:lnTo>
                  <a:lnTo>
                    <a:pt x="1297426" y="109283"/>
                  </a:lnTo>
                  <a:lnTo>
                    <a:pt x="1293095" y="120917"/>
                  </a:lnTo>
                  <a:lnTo>
                    <a:pt x="1280026" y="127934"/>
                  </a:lnTo>
                  <a:lnTo>
                    <a:pt x="1276399" y="133307"/>
                  </a:lnTo>
                  <a:lnTo>
                    <a:pt x="1265407" y="149583"/>
                  </a:lnTo>
                  <a:lnTo>
                    <a:pt x="1244974" y="170603"/>
                  </a:lnTo>
                  <a:lnTo>
                    <a:pt x="1220075" y="174121"/>
                  </a:lnTo>
                  <a:lnTo>
                    <a:pt x="1210975" y="181436"/>
                  </a:lnTo>
                  <a:lnTo>
                    <a:pt x="1200438" y="193242"/>
                  </a:lnTo>
                  <a:lnTo>
                    <a:pt x="1185576" y="201345"/>
                  </a:lnTo>
                  <a:lnTo>
                    <a:pt x="1156233" y="197547"/>
                  </a:lnTo>
                  <a:lnTo>
                    <a:pt x="1163370" y="202513"/>
                  </a:lnTo>
                  <a:lnTo>
                    <a:pt x="1189622" y="210255"/>
                  </a:lnTo>
                  <a:lnTo>
                    <a:pt x="1192351" y="221730"/>
                  </a:lnTo>
                  <a:lnTo>
                    <a:pt x="1179199" y="224473"/>
                  </a:lnTo>
                  <a:lnTo>
                    <a:pt x="1151660" y="239771"/>
                  </a:lnTo>
                  <a:lnTo>
                    <a:pt x="1114556" y="266113"/>
                  </a:lnTo>
                  <a:lnTo>
                    <a:pt x="1108887" y="266735"/>
                  </a:lnTo>
                  <a:lnTo>
                    <a:pt x="1098918" y="266106"/>
                  </a:lnTo>
                  <a:lnTo>
                    <a:pt x="1084154" y="270501"/>
                  </a:lnTo>
                  <a:lnTo>
                    <a:pt x="1064759" y="279702"/>
                  </a:lnTo>
                  <a:lnTo>
                    <a:pt x="1041277" y="296232"/>
                  </a:lnTo>
                  <a:lnTo>
                    <a:pt x="999930" y="332023"/>
                  </a:lnTo>
                  <a:lnTo>
                    <a:pt x="997031" y="335802"/>
                  </a:lnTo>
                  <a:lnTo>
                    <a:pt x="991042" y="342438"/>
                  </a:lnTo>
                  <a:lnTo>
                    <a:pt x="975771" y="349512"/>
                  </a:lnTo>
                  <a:lnTo>
                    <a:pt x="961911" y="357139"/>
                  </a:lnTo>
                  <a:lnTo>
                    <a:pt x="958248" y="365166"/>
                  </a:lnTo>
                  <a:lnTo>
                    <a:pt x="951607" y="368824"/>
                  </a:lnTo>
                  <a:lnTo>
                    <a:pt x="928740" y="389177"/>
                  </a:lnTo>
                  <a:lnTo>
                    <a:pt x="915877" y="406513"/>
                  </a:lnTo>
                  <a:lnTo>
                    <a:pt x="904198" y="424656"/>
                  </a:lnTo>
                  <a:lnTo>
                    <a:pt x="891129" y="444946"/>
                  </a:lnTo>
                  <a:lnTo>
                    <a:pt x="864314" y="445200"/>
                  </a:lnTo>
                  <a:lnTo>
                    <a:pt x="843850" y="445117"/>
                  </a:lnTo>
                  <a:lnTo>
                    <a:pt x="808942" y="444971"/>
                  </a:lnTo>
                  <a:lnTo>
                    <a:pt x="779020" y="444851"/>
                  </a:lnTo>
                  <a:lnTo>
                    <a:pt x="743508" y="444705"/>
                  </a:lnTo>
                  <a:lnTo>
                    <a:pt x="717742" y="444597"/>
                  </a:lnTo>
                  <a:lnTo>
                    <a:pt x="689996" y="445448"/>
                  </a:lnTo>
                  <a:lnTo>
                    <a:pt x="676751" y="450858"/>
                  </a:lnTo>
                  <a:lnTo>
                    <a:pt x="660142" y="458167"/>
                  </a:lnTo>
                  <a:lnTo>
                    <a:pt x="642215" y="466048"/>
                  </a:lnTo>
                  <a:lnTo>
                    <a:pt x="651615" y="483626"/>
                  </a:lnTo>
                  <a:lnTo>
                    <a:pt x="654137" y="490561"/>
                  </a:lnTo>
                  <a:lnTo>
                    <a:pt x="653414" y="512927"/>
                  </a:lnTo>
                  <a:lnTo>
                    <a:pt x="655326" y="515372"/>
                  </a:lnTo>
                  <a:lnTo>
                    <a:pt x="657331" y="518693"/>
                  </a:lnTo>
                  <a:lnTo>
                    <a:pt x="657636" y="524472"/>
                  </a:lnTo>
                  <a:lnTo>
                    <a:pt x="659171" y="527114"/>
                  </a:lnTo>
                  <a:lnTo>
                    <a:pt x="662442" y="529247"/>
                  </a:lnTo>
                  <a:lnTo>
                    <a:pt x="666121" y="531756"/>
                  </a:lnTo>
                  <a:lnTo>
                    <a:pt x="668783" y="535153"/>
                  </a:lnTo>
                  <a:lnTo>
                    <a:pt x="669392" y="538544"/>
                  </a:lnTo>
                  <a:lnTo>
                    <a:pt x="666834" y="544450"/>
                  </a:lnTo>
                  <a:lnTo>
                    <a:pt x="656520" y="552433"/>
                  </a:lnTo>
                  <a:lnTo>
                    <a:pt x="642019" y="559431"/>
                  </a:lnTo>
                  <a:lnTo>
                    <a:pt x="613178" y="572055"/>
                  </a:lnTo>
                  <a:lnTo>
                    <a:pt x="579758" y="586687"/>
                  </a:lnTo>
                  <a:lnTo>
                    <a:pt x="550788" y="599368"/>
                  </a:lnTo>
                  <a:lnTo>
                    <a:pt x="528370" y="609180"/>
                  </a:lnTo>
                  <a:lnTo>
                    <a:pt x="482326" y="617797"/>
                  </a:lnTo>
                  <a:lnTo>
                    <a:pt x="445749" y="624637"/>
                  </a:lnTo>
                  <a:lnTo>
                    <a:pt x="419352" y="629577"/>
                  </a:lnTo>
                  <a:lnTo>
                    <a:pt x="395043" y="643326"/>
                  </a:lnTo>
                  <a:lnTo>
                    <a:pt x="368202" y="658497"/>
                  </a:lnTo>
                  <a:lnTo>
                    <a:pt x="345634" y="671255"/>
                  </a:lnTo>
                  <a:lnTo>
                    <a:pt x="320323" y="685562"/>
                  </a:lnTo>
                  <a:lnTo>
                    <a:pt x="296432" y="699069"/>
                  </a:lnTo>
                  <a:lnTo>
                    <a:pt x="269870" y="699025"/>
                  </a:lnTo>
                  <a:lnTo>
                    <a:pt x="251225" y="688902"/>
                  </a:lnTo>
                  <a:lnTo>
                    <a:pt x="233893" y="678507"/>
                  </a:lnTo>
                  <a:lnTo>
                    <a:pt x="222043" y="659919"/>
                  </a:lnTo>
                  <a:lnTo>
                    <a:pt x="221227" y="638322"/>
                  </a:lnTo>
                  <a:lnTo>
                    <a:pt x="225474" y="624179"/>
                  </a:lnTo>
                  <a:lnTo>
                    <a:pt x="229324" y="617727"/>
                  </a:lnTo>
                  <a:lnTo>
                    <a:pt x="236673" y="613638"/>
                  </a:lnTo>
                  <a:lnTo>
                    <a:pt x="251060" y="606684"/>
                  </a:lnTo>
                  <a:lnTo>
                    <a:pt x="264139" y="592605"/>
                  </a:lnTo>
                  <a:lnTo>
                    <a:pt x="274625" y="584204"/>
                  </a:lnTo>
                  <a:lnTo>
                    <a:pt x="285187" y="575535"/>
                  </a:lnTo>
                  <a:lnTo>
                    <a:pt x="291218" y="560606"/>
                  </a:lnTo>
                  <a:lnTo>
                    <a:pt x="298742" y="524465"/>
                  </a:lnTo>
                  <a:lnTo>
                    <a:pt x="299698" y="517277"/>
                  </a:lnTo>
                  <a:lnTo>
                    <a:pt x="310644" y="492491"/>
                  </a:lnTo>
                  <a:lnTo>
                    <a:pt x="322752" y="465070"/>
                  </a:lnTo>
                  <a:lnTo>
                    <a:pt x="328312" y="452477"/>
                  </a:lnTo>
                  <a:lnTo>
                    <a:pt x="322095" y="419792"/>
                  </a:lnTo>
                  <a:lnTo>
                    <a:pt x="317419" y="394676"/>
                  </a:lnTo>
                  <a:lnTo>
                    <a:pt x="313135" y="371669"/>
                  </a:lnTo>
                  <a:lnTo>
                    <a:pt x="308313" y="345746"/>
                  </a:lnTo>
                  <a:lnTo>
                    <a:pt x="303926" y="322148"/>
                  </a:lnTo>
                  <a:lnTo>
                    <a:pt x="299786" y="299916"/>
                  </a:lnTo>
                  <a:lnTo>
                    <a:pt x="295637" y="277600"/>
                  </a:lnTo>
                  <a:lnTo>
                    <a:pt x="291564" y="255723"/>
                  </a:lnTo>
                  <a:lnTo>
                    <a:pt x="288371" y="240032"/>
                  </a:lnTo>
                  <a:lnTo>
                    <a:pt x="284578" y="221438"/>
                  </a:lnTo>
                  <a:lnTo>
                    <a:pt x="262424" y="208388"/>
                  </a:lnTo>
                  <a:lnTo>
                    <a:pt x="245603" y="199249"/>
                  </a:lnTo>
                  <a:lnTo>
                    <a:pt x="218090" y="184320"/>
                  </a:lnTo>
                  <a:lnTo>
                    <a:pt x="195016" y="171797"/>
                  </a:lnTo>
                  <a:lnTo>
                    <a:pt x="174340" y="160340"/>
                  </a:lnTo>
                  <a:lnTo>
                    <a:pt x="187378" y="137250"/>
                  </a:lnTo>
                  <a:lnTo>
                    <a:pt x="186251" y="133472"/>
                  </a:lnTo>
                  <a:lnTo>
                    <a:pt x="181528" y="128925"/>
                  </a:lnTo>
                  <a:lnTo>
                    <a:pt x="171875" y="121362"/>
                  </a:lnTo>
                  <a:lnTo>
                    <a:pt x="166232" y="120593"/>
                  </a:lnTo>
                  <a:lnTo>
                    <a:pt x="156294" y="122372"/>
                  </a:lnTo>
                  <a:lnTo>
                    <a:pt x="140434" y="127077"/>
                  </a:lnTo>
                  <a:lnTo>
                    <a:pt x="133582" y="125515"/>
                  </a:lnTo>
                  <a:lnTo>
                    <a:pt x="128140" y="117437"/>
                  </a:lnTo>
                  <a:lnTo>
                    <a:pt x="121877" y="107099"/>
                  </a:lnTo>
                  <a:lnTo>
                    <a:pt x="119825" y="99021"/>
                  </a:lnTo>
                  <a:lnTo>
                    <a:pt x="119040" y="88333"/>
                  </a:lnTo>
                  <a:lnTo>
                    <a:pt x="115304" y="78713"/>
                  </a:lnTo>
                  <a:lnTo>
                    <a:pt x="117671" y="73664"/>
                  </a:lnTo>
                  <a:lnTo>
                    <a:pt x="118192" y="71149"/>
                  </a:lnTo>
                  <a:lnTo>
                    <a:pt x="117981" y="67987"/>
                  </a:lnTo>
                  <a:lnTo>
                    <a:pt x="115412" y="65967"/>
                  </a:lnTo>
                  <a:lnTo>
                    <a:pt x="110890" y="65085"/>
                  </a:lnTo>
                  <a:lnTo>
                    <a:pt x="95594" y="69123"/>
                  </a:lnTo>
                  <a:lnTo>
                    <a:pt x="88716" y="69498"/>
                  </a:lnTo>
                  <a:lnTo>
                    <a:pt x="84613" y="71772"/>
                  </a:lnTo>
                  <a:lnTo>
                    <a:pt x="78148" y="76490"/>
                  </a:lnTo>
                  <a:lnTo>
                    <a:pt x="71776" y="77074"/>
                  </a:lnTo>
                  <a:lnTo>
                    <a:pt x="60769" y="65904"/>
                  </a:lnTo>
                  <a:lnTo>
                    <a:pt x="48743" y="53673"/>
                  </a:lnTo>
                  <a:lnTo>
                    <a:pt x="43700" y="36825"/>
                  </a:lnTo>
                  <a:lnTo>
                    <a:pt x="38522" y="19521"/>
                  </a:lnTo>
                  <a:lnTo>
                    <a:pt x="17980" y="9112"/>
                  </a:lnTo>
                  <a:lnTo>
                    <a:pt x="0" y="0"/>
                  </a:lnTo>
                  <a:lnTo>
                    <a:pt x="1519164" y="0"/>
                  </a:lnTo>
                  <a:close/>
                </a:path>
              </a:pathLst>
            </a:custGeom>
            <a:solidFill>
              <a:srgbClr val="FFEFDB">
                <a:alpha val="100000"/>
              </a:srgbClr>
            </a:solidFill>
            <a:ln w="5420" cap="flat">
              <a:solidFill>
                <a:srgbClr val="5959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08" name="pg3908"/>
            <p:cNvSpPr/>
            <p:nvPr/>
          </p:nvSpPr>
          <p:spPr>
            <a:xfrm>
              <a:off x="6018224" y="2540116"/>
              <a:ext cx="296962" cy="257863"/>
            </a:xfrm>
            <a:custGeom>
              <a:avLst/>
              <a:pathLst>
                <a:path w="296962" h="257863">
                  <a:moveTo>
                    <a:pt x="67195" y="242946"/>
                  </a:moveTo>
                  <a:lnTo>
                    <a:pt x="62725" y="241575"/>
                  </a:lnTo>
                  <a:lnTo>
                    <a:pt x="58875" y="240501"/>
                  </a:lnTo>
                  <a:lnTo>
                    <a:pt x="56643" y="242330"/>
                  </a:lnTo>
                  <a:lnTo>
                    <a:pt x="54529" y="244775"/>
                  </a:lnTo>
                  <a:lnTo>
                    <a:pt x="51924" y="246611"/>
                  </a:lnTo>
                  <a:lnTo>
                    <a:pt x="46457" y="244013"/>
                  </a:lnTo>
                  <a:lnTo>
                    <a:pt x="42979" y="239282"/>
                  </a:lnTo>
                  <a:lnTo>
                    <a:pt x="37393" y="234405"/>
                  </a:lnTo>
                  <a:lnTo>
                    <a:pt x="35279" y="230735"/>
                  </a:lnTo>
                  <a:lnTo>
                    <a:pt x="36401" y="226467"/>
                  </a:lnTo>
                  <a:lnTo>
                    <a:pt x="38881" y="222346"/>
                  </a:lnTo>
                  <a:lnTo>
                    <a:pt x="40002" y="217462"/>
                  </a:lnTo>
                  <a:lnTo>
                    <a:pt x="37269" y="211829"/>
                  </a:lnTo>
                  <a:lnTo>
                    <a:pt x="34783" y="208623"/>
                  </a:lnTo>
                  <a:lnTo>
                    <a:pt x="33047" y="204958"/>
                  </a:lnTo>
                  <a:lnTo>
                    <a:pt x="33667" y="201453"/>
                  </a:lnTo>
                  <a:lnTo>
                    <a:pt x="37145" y="199770"/>
                  </a:lnTo>
                  <a:lnTo>
                    <a:pt x="40375" y="197630"/>
                  </a:lnTo>
                  <a:lnTo>
                    <a:pt x="41491" y="193058"/>
                  </a:lnTo>
                  <a:lnTo>
                    <a:pt x="39501" y="188174"/>
                  </a:lnTo>
                  <a:lnTo>
                    <a:pt x="33791" y="186187"/>
                  </a:lnTo>
                  <a:lnTo>
                    <a:pt x="29073" y="186949"/>
                  </a:lnTo>
                  <a:lnTo>
                    <a:pt x="22241" y="185882"/>
                  </a:lnTo>
                  <a:lnTo>
                    <a:pt x="15663" y="182834"/>
                  </a:lnTo>
                  <a:lnTo>
                    <a:pt x="11316" y="179322"/>
                  </a:lnTo>
                  <a:lnTo>
                    <a:pt x="7963" y="177334"/>
                  </a:lnTo>
                  <a:lnTo>
                    <a:pt x="5353" y="177334"/>
                  </a:lnTo>
                  <a:lnTo>
                    <a:pt x="2247" y="175353"/>
                  </a:lnTo>
                  <a:lnTo>
                    <a:pt x="387" y="171993"/>
                  </a:lnTo>
                  <a:lnTo>
                    <a:pt x="635" y="166500"/>
                  </a:lnTo>
                  <a:lnTo>
                    <a:pt x="1503" y="163147"/>
                  </a:lnTo>
                  <a:lnTo>
                    <a:pt x="3239" y="160245"/>
                  </a:lnTo>
                  <a:lnTo>
                    <a:pt x="3363" y="157038"/>
                  </a:lnTo>
                  <a:lnTo>
                    <a:pt x="2619" y="154746"/>
                  </a:lnTo>
                  <a:lnTo>
                    <a:pt x="2500" y="152923"/>
                  </a:lnTo>
                  <a:lnTo>
                    <a:pt x="2991" y="150631"/>
                  </a:lnTo>
                  <a:lnTo>
                    <a:pt x="4113" y="146052"/>
                  </a:lnTo>
                  <a:lnTo>
                    <a:pt x="2247" y="142699"/>
                  </a:lnTo>
                  <a:lnTo>
                    <a:pt x="2056" y="131078"/>
                  </a:lnTo>
                  <a:lnTo>
                    <a:pt x="1689" y="109334"/>
                  </a:lnTo>
                  <a:lnTo>
                    <a:pt x="1415" y="92677"/>
                  </a:lnTo>
                  <a:lnTo>
                    <a:pt x="1069" y="71740"/>
                  </a:lnTo>
                  <a:lnTo>
                    <a:pt x="867" y="56493"/>
                  </a:lnTo>
                  <a:lnTo>
                    <a:pt x="588" y="35130"/>
                  </a:lnTo>
                  <a:lnTo>
                    <a:pt x="325" y="14859"/>
                  </a:lnTo>
                  <a:lnTo>
                    <a:pt x="0" y="0"/>
                  </a:lnTo>
                  <a:lnTo>
                    <a:pt x="276472" y="0"/>
                  </a:lnTo>
                  <a:lnTo>
                    <a:pt x="276633" y="57"/>
                  </a:lnTo>
                  <a:lnTo>
                    <a:pt x="276810" y="0"/>
                  </a:lnTo>
                  <a:lnTo>
                    <a:pt x="296962" y="0"/>
                  </a:lnTo>
                  <a:lnTo>
                    <a:pt x="296962" y="192012"/>
                  </a:lnTo>
                  <a:lnTo>
                    <a:pt x="290901" y="195833"/>
                  </a:lnTo>
                  <a:lnTo>
                    <a:pt x="267083" y="205085"/>
                  </a:lnTo>
                  <a:lnTo>
                    <a:pt x="239280" y="222746"/>
                  </a:lnTo>
                  <a:lnTo>
                    <a:pt x="203354" y="237625"/>
                  </a:lnTo>
                  <a:lnTo>
                    <a:pt x="195825" y="237682"/>
                  </a:lnTo>
                  <a:lnTo>
                    <a:pt x="179510" y="225438"/>
                  </a:lnTo>
                  <a:lnTo>
                    <a:pt x="184073" y="219863"/>
                  </a:lnTo>
                  <a:lnTo>
                    <a:pt x="188316" y="212306"/>
                  </a:lnTo>
                  <a:lnTo>
                    <a:pt x="184260" y="214484"/>
                  </a:lnTo>
                  <a:lnTo>
                    <a:pt x="181629" y="217761"/>
                  </a:lnTo>
                  <a:lnTo>
                    <a:pt x="171790" y="223019"/>
                  </a:lnTo>
                  <a:lnTo>
                    <a:pt x="179769" y="233199"/>
                  </a:lnTo>
                  <a:lnTo>
                    <a:pt x="175914" y="237015"/>
                  </a:lnTo>
                  <a:lnTo>
                    <a:pt x="164503" y="242032"/>
                  </a:lnTo>
                  <a:lnTo>
                    <a:pt x="153878" y="249290"/>
                  </a:lnTo>
                  <a:lnTo>
                    <a:pt x="144577" y="254142"/>
                  </a:lnTo>
                  <a:lnTo>
                    <a:pt x="137052" y="247970"/>
                  </a:lnTo>
                  <a:lnTo>
                    <a:pt x="116283" y="255768"/>
                  </a:lnTo>
                  <a:lnTo>
                    <a:pt x="98791" y="257863"/>
                  </a:lnTo>
                  <a:lnTo>
                    <a:pt x="95008" y="253913"/>
                  </a:lnTo>
                  <a:lnTo>
                    <a:pt x="93897" y="247677"/>
                  </a:lnTo>
                  <a:lnTo>
                    <a:pt x="87773" y="246172"/>
                  </a:lnTo>
                  <a:lnTo>
                    <a:pt x="76394" y="247893"/>
                  </a:lnTo>
                  <a:lnTo>
                    <a:pt x="72079" y="244578"/>
                  </a:lnTo>
                  <a:close/>
                </a:path>
              </a:pathLst>
            </a:custGeom>
            <a:solidFill>
              <a:srgbClr val="FFEFDB">
                <a:alpha val="100000"/>
              </a:srgbClr>
            </a:solidFill>
            <a:ln w="5420" cap="flat">
              <a:solidFill>
                <a:srgbClr val="5959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09" name="pg3909"/>
            <p:cNvSpPr/>
            <p:nvPr/>
          </p:nvSpPr>
          <p:spPr>
            <a:xfrm>
              <a:off x="5287647" y="2540116"/>
              <a:ext cx="534180" cy="266113"/>
            </a:xfrm>
            <a:custGeom>
              <a:avLst/>
              <a:pathLst>
                <a:path w="534180" h="266113">
                  <a:moveTo>
                    <a:pt x="528260" y="7169"/>
                  </a:moveTo>
                  <a:lnTo>
                    <a:pt x="511940" y="26932"/>
                  </a:lnTo>
                  <a:lnTo>
                    <a:pt x="497548" y="44357"/>
                  </a:lnTo>
                  <a:lnTo>
                    <a:pt x="494318" y="62240"/>
                  </a:lnTo>
                  <a:lnTo>
                    <a:pt x="491254" y="79195"/>
                  </a:lnTo>
                  <a:lnTo>
                    <a:pt x="479347" y="92099"/>
                  </a:lnTo>
                  <a:lnTo>
                    <a:pt x="472087" y="103930"/>
                  </a:lnTo>
                  <a:lnTo>
                    <a:pt x="468847" y="117050"/>
                  </a:lnTo>
                  <a:lnTo>
                    <a:pt x="466139" y="129097"/>
                  </a:lnTo>
                  <a:lnTo>
                    <a:pt x="465932" y="139181"/>
                  </a:lnTo>
                  <a:lnTo>
                    <a:pt x="467973" y="144471"/>
                  </a:lnTo>
                  <a:lnTo>
                    <a:pt x="467012" y="148770"/>
                  </a:lnTo>
                  <a:lnTo>
                    <a:pt x="463074" y="153717"/>
                  </a:lnTo>
                  <a:lnTo>
                    <a:pt x="455199" y="162322"/>
                  </a:lnTo>
                  <a:lnTo>
                    <a:pt x="453798" y="170603"/>
                  </a:lnTo>
                  <a:lnTo>
                    <a:pt x="448982" y="174686"/>
                  </a:lnTo>
                  <a:lnTo>
                    <a:pt x="435246" y="182859"/>
                  </a:lnTo>
                  <a:lnTo>
                    <a:pt x="424042" y="194906"/>
                  </a:lnTo>
                  <a:lnTo>
                    <a:pt x="423495" y="201726"/>
                  </a:lnTo>
                  <a:lnTo>
                    <a:pt x="425112" y="207391"/>
                  </a:lnTo>
                  <a:lnTo>
                    <a:pt x="425360" y="210909"/>
                  </a:lnTo>
                  <a:lnTo>
                    <a:pt x="423122" y="213360"/>
                  </a:lnTo>
                  <a:lnTo>
                    <a:pt x="418637" y="213201"/>
                  </a:lnTo>
                  <a:lnTo>
                    <a:pt x="413784" y="213970"/>
                  </a:lnTo>
                  <a:lnTo>
                    <a:pt x="409697" y="218993"/>
                  </a:lnTo>
                  <a:lnTo>
                    <a:pt x="409800" y="226207"/>
                  </a:lnTo>
                  <a:lnTo>
                    <a:pt x="406813" y="231408"/>
                  </a:lnTo>
                  <a:lnTo>
                    <a:pt x="403325" y="232481"/>
                  </a:lnTo>
                  <a:lnTo>
                    <a:pt x="400338" y="228804"/>
                  </a:lnTo>
                  <a:lnTo>
                    <a:pt x="396746" y="223292"/>
                  </a:lnTo>
                  <a:lnTo>
                    <a:pt x="392540" y="222752"/>
                  </a:lnTo>
                  <a:lnTo>
                    <a:pt x="386153" y="226410"/>
                  </a:lnTo>
                  <a:lnTo>
                    <a:pt x="378277" y="232430"/>
                  </a:lnTo>
                  <a:lnTo>
                    <a:pt x="371192" y="232754"/>
                  </a:lnTo>
                  <a:lnTo>
                    <a:pt x="357890" y="228887"/>
                  </a:lnTo>
                  <a:lnTo>
                    <a:pt x="348180" y="240559"/>
                  </a:lnTo>
                  <a:lnTo>
                    <a:pt x="337757" y="265630"/>
                  </a:lnTo>
                  <a:lnTo>
                    <a:pt x="293717" y="265693"/>
                  </a:lnTo>
                  <a:lnTo>
                    <a:pt x="249678" y="265757"/>
                  </a:lnTo>
                  <a:lnTo>
                    <a:pt x="205634" y="265820"/>
                  </a:lnTo>
                  <a:lnTo>
                    <a:pt x="161594" y="265884"/>
                  </a:lnTo>
                  <a:lnTo>
                    <a:pt x="117555" y="265941"/>
                  </a:lnTo>
                  <a:lnTo>
                    <a:pt x="73516" y="266005"/>
                  </a:lnTo>
                  <a:lnTo>
                    <a:pt x="29476" y="266068"/>
                  </a:lnTo>
                  <a:lnTo>
                    <a:pt x="4831" y="266106"/>
                  </a:lnTo>
                  <a:lnTo>
                    <a:pt x="0" y="266113"/>
                  </a:lnTo>
                  <a:lnTo>
                    <a:pt x="15089" y="261204"/>
                  </a:lnTo>
                  <a:lnTo>
                    <a:pt x="46550" y="242127"/>
                  </a:lnTo>
                  <a:lnTo>
                    <a:pt x="69753" y="235218"/>
                  </a:lnTo>
                  <a:lnTo>
                    <a:pt x="99933" y="215182"/>
                  </a:lnTo>
                  <a:lnTo>
                    <a:pt x="121792" y="211328"/>
                  </a:lnTo>
                  <a:lnTo>
                    <a:pt x="125952" y="206921"/>
                  </a:lnTo>
                  <a:lnTo>
                    <a:pt x="129616" y="190302"/>
                  </a:lnTo>
                  <a:lnTo>
                    <a:pt x="131616" y="184377"/>
                  </a:lnTo>
                  <a:lnTo>
                    <a:pt x="141823" y="168056"/>
                  </a:lnTo>
                  <a:lnTo>
                    <a:pt x="154080" y="154289"/>
                  </a:lnTo>
                  <a:lnTo>
                    <a:pt x="163971" y="135250"/>
                  </a:lnTo>
                  <a:lnTo>
                    <a:pt x="181924" y="123083"/>
                  </a:lnTo>
                  <a:lnTo>
                    <a:pt x="209070" y="112909"/>
                  </a:lnTo>
                  <a:lnTo>
                    <a:pt x="234180" y="90689"/>
                  </a:lnTo>
                  <a:lnTo>
                    <a:pt x="247942" y="83914"/>
                  </a:lnTo>
                  <a:lnTo>
                    <a:pt x="261280" y="79062"/>
                  </a:lnTo>
                  <a:lnTo>
                    <a:pt x="266881" y="70032"/>
                  </a:lnTo>
                  <a:lnTo>
                    <a:pt x="275129" y="64869"/>
                  </a:lnTo>
                  <a:lnTo>
                    <a:pt x="297180" y="54372"/>
                  </a:lnTo>
                  <a:lnTo>
                    <a:pt x="321484" y="51533"/>
                  </a:lnTo>
                  <a:lnTo>
                    <a:pt x="346046" y="42820"/>
                  </a:lnTo>
                  <a:lnTo>
                    <a:pt x="364887" y="38203"/>
                  </a:lnTo>
                  <a:lnTo>
                    <a:pt x="376442" y="30030"/>
                  </a:lnTo>
                  <a:lnTo>
                    <a:pt x="393243" y="25725"/>
                  </a:lnTo>
                  <a:lnTo>
                    <a:pt x="443385" y="2273"/>
                  </a:lnTo>
                  <a:lnTo>
                    <a:pt x="446265" y="0"/>
                  </a:lnTo>
                  <a:lnTo>
                    <a:pt x="534180" y="0"/>
                  </a:lnTo>
                  <a:close/>
                </a:path>
              </a:pathLst>
            </a:custGeom>
            <a:solidFill>
              <a:srgbClr val="FFEFDB">
                <a:alpha val="100000"/>
              </a:srgbClr>
            </a:solidFill>
            <a:ln w="5420" cap="flat">
              <a:solidFill>
                <a:srgbClr val="5959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10" name="pg3910"/>
            <p:cNvSpPr/>
            <p:nvPr/>
          </p:nvSpPr>
          <p:spPr>
            <a:xfrm>
              <a:off x="6188919" y="2797057"/>
              <a:ext cx="126268" cy="202407"/>
            </a:xfrm>
            <a:custGeom>
              <a:avLst/>
              <a:pathLst>
                <a:path w="126268" h="202407">
                  <a:moveTo>
                    <a:pt x="117079" y="175208"/>
                  </a:moveTo>
                  <a:lnTo>
                    <a:pt x="108057" y="174662"/>
                  </a:lnTo>
                  <a:lnTo>
                    <a:pt x="101406" y="175266"/>
                  </a:lnTo>
                  <a:lnTo>
                    <a:pt x="91386" y="182892"/>
                  </a:lnTo>
                  <a:lnTo>
                    <a:pt x="89830" y="198305"/>
                  </a:lnTo>
                  <a:lnTo>
                    <a:pt x="85406" y="196266"/>
                  </a:lnTo>
                  <a:lnTo>
                    <a:pt x="80916" y="196768"/>
                  </a:lnTo>
                  <a:lnTo>
                    <a:pt x="78595" y="201607"/>
                  </a:lnTo>
                  <a:lnTo>
                    <a:pt x="75288" y="202407"/>
                  </a:lnTo>
                  <a:lnTo>
                    <a:pt x="66529" y="197829"/>
                  </a:lnTo>
                  <a:lnTo>
                    <a:pt x="56214" y="200331"/>
                  </a:lnTo>
                  <a:lnTo>
                    <a:pt x="48147" y="196857"/>
                  </a:lnTo>
                  <a:lnTo>
                    <a:pt x="37863" y="174275"/>
                  </a:lnTo>
                  <a:lnTo>
                    <a:pt x="32401" y="166362"/>
                  </a:lnTo>
                  <a:lnTo>
                    <a:pt x="22717" y="163810"/>
                  </a:lnTo>
                  <a:lnTo>
                    <a:pt x="20205" y="168585"/>
                  </a:lnTo>
                  <a:lnTo>
                    <a:pt x="16448" y="173259"/>
                  </a:lnTo>
                  <a:lnTo>
                    <a:pt x="7126" y="163943"/>
                  </a:lnTo>
                  <a:lnTo>
                    <a:pt x="56" y="129365"/>
                  </a:lnTo>
                  <a:lnTo>
                    <a:pt x="0" y="121021"/>
                  </a:lnTo>
                  <a:lnTo>
                    <a:pt x="9896" y="91936"/>
                  </a:lnTo>
                  <a:lnTo>
                    <a:pt x="34401" y="65753"/>
                  </a:lnTo>
                  <a:lnTo>
                    <a:pt x="26577" y="64877"/>
                  </a:lnTo>
                  <a:lnTo>
                    <a:pt x="4940" y="83033"/>
                  </a:lnTo>
                  <a:lnTo>
                    <a:pt x="7172" y="78638"/>
                  </a:lnTo>
                  <a:lnTo>
                    <a:pt x="10841" y="74059"/>
                  </a:lnTo>
                  <a:lnTo>
                    <a:pt x="18138" y="66674"/>
                  </a:lnTo>
                  <a:lnTo>
                    <a:pt x="29213" y="59733"/>
                  </a:lnTo>
                  <a:lnTo>
                    <a:pt x="43961" y="55688"/>
                  </a:lnTo>
                  <a:lnTo>
                    <a:pt x="54106" y="55072"/>
                  </a:lnTo>
                  <a:lnTo>
                    <a:pt x="61098" y="51236"/>
                  </a:lnTo>
                  <a:lnTo>
                    <a:pt x="71231" y="44441"/>
                  </a:lnTo>
                  <a:lnTo>
                    <a:pt x="73112" y="40834"/>
                  </a:lnTo>
                  <a:lnTo>
                    <a:pt x="64126" y="44981"/>
                  </a:lnTo>
                  <a:lnTo>
                    <a:pt x="49196" y="49064"/>
                  </a:lnTo>
                  <a:lnTo>
                    <a:pt x="53026" y="43711"/>
                  </a:lnTo>
                  <a:lnTo>
                    <a:pt x="56762" y="40847"/>
                  </a:lnTo>
                  <a:lnTo>
                    <a:pt x="126268" y="0"/>
                  </a:lnTo>
                  <a:lnTo>
                    <a:pt x="126268" y="168132"/>
                  </a:lnTo>
                  <a:close/>
                </a:path>
              </a:pathLst>
            </a:custGeom>
            <a:solidFill>
              <a:srgbClr val="FFEFDB">
                <a:alpha val="100000"/>
              </a:srgbClr>
            </a:solidFill>
            <a:ln w="5420" cap="flat">
              <a:solidFill>
                <a:srgbClr val="5959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11" name="pg3911"/>
            <p:cNvSpPr/>
            <p:nvPr/>
          </p:nvSpPr>
          <p:spPr>
            <a:xfrm>
              <a:off x="6175048" y="2885799"/>
              <a:ext cx="12040" cy="17520"/>
            </a:xfrm>
            <a:custGeom>
              <a:avLst/>
              <a:pathLst>
                <a:path w="12040" h="17520">
                  <a:moveTo>
                    <a:pt x="0" y="17520"/>
                  </a:moveTo>
                  <a:lnTo>
                    <a:pt x="1291" y="13062"/>
                  </a:lnTo>
                  <a:lnTo>
                    <a:pt x="7792" y="1695"/>
                  </a:lnTo>
                  <a:lnTo>
                    <a:pt x="12040" y="0"/>
                  </a:lnTo>
                  <a:lnTo>
                    <a:pt x="5327" y="12973"/>
                  </a:lnTo>
                  <a:close/>
                </a:path>
              </a:pathLst>
            </a:custGeom>
            <a:solidFill>
              <a:srgbClr val="FFEFDB">
                <a:alpha val="100000"/>
              </a:srgbClr>
            </a:solidFill>
            <a:ln w="5420" cap="flat">
              <a:solidFill>
                <a:srgbClr val="5959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12" name="pg3912"/>
            <p:cNvSpPr/>
            <p:nvPr/>
          </p:nvSpPr>
          <p:spPr>
            <a:xfrm>
              <a:off x="6114410" y="2832043"/>
              <a:ext cx="16050" cy="22950"/>
            </a:xfrm>
            <a:custGeom>
              <a:avLst/>
              <a:pathLst>
                <a:path w="16050" h="22950">
                  <a:moveTo>
                    <a:pt x="0" y="22950"/>
                  </a:moveTo>
                  <a:lnTo>
                    <a:pt x="5539" y="5391"/>
                  </a:lnTo>
                  <a:lnTo>
                    <a:pt x="10046" y="0"/>
                  </a:lnTo>
                  <a:lnTo>
                    <a:pt x="16050" y="1816"/>
                  </a:lnTo>
                  <a:lnTo>
                    <a:pt x="15208" y="12427"/>
                  </a:lnTo>
                  <a:lnTo>
                    <a:pt x="14242" y="16072"/>
                  </a:lnTo>
                  <a:close/>
                </a:path>
              </a:pathLst>
            </a:custGeom>
            <a:solidFill>
              <a:srgbClr val="FFEFDB">
                <a:alpha val="100000"/>
              </a:srgbClr>
            </a:solidFill>
            <a:ln w="5420" cap="flat">
              <a:solidFill>
                <a:srgbClr val="5959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13" name="pg3913"/>
            <p:cNvSpPr/>
            <p:nvPr/>
          </p:nvSpPr>
          <p:spPr>
            <a:xfrm>
              <a:off x="5366847" y="2715076"/>
              <a:ext cx="51274" cy="34247"/>
            </a:xfrm>
            <a:custGeom>
              <a:avLst/>
              <a:pathLst>
                <a:path w="51274" h="34247">
                  <a:moveTo>
                    <a:pt x="33548" y="33244"/>
                  </a:moveTo>
                  <a:lnTo>
                    <a:pt x="19601" y="30837"/>
                  </a:lnTo>
                  <a:lnTo>
                    <a:pt x="4268" y="34177"/>
                  </a:lnTo>
                  <a:lnTo>
                    <a:pt x="0" y="34247"/>
                  </a:lnTo>
                  <a:lnTo>
                    <a:pt x="11389" y="24582"/>
                  </a:lnTo>
                  <a:lnTo>
                    <a:pt x="28903" y="18638"/>
                  </a:lnTo>
                  <a:lnTo>
                    <a:pt x="46364" y="463"/>
                  </a:lnTo>
                  <a:lnTo>
                    <a:pt x="51274" y="0"/>
                  </a:lnTo>
                  <a:lnTo>
                    <a:pt x="44628" y="20587"/>
                  </a:lnTo>
                  <a:lnTo>
                    <a:pt x="43274" y="27948"/>
                  </a:lnTo>
                  <a:lnTo>
                    <a:pt x="41703" y="30646"/>
                  </a:lnTo>
                  <a:close/>
                </a:path>
              </a:pathLst>
            </a:custGeom>
            <a:solidFill>
              <a:srgbClr val="FFEFDB">
                <a:alpha val="100000"/>
              </a:srgbClr>
            </a:solidFill>
            <a:ln w="5420" cap="flat">
              <a:solidFill>
                <a:srgbClr val="5959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14" name="pg3914"/>
            <p:cNvSpPr/>
            <p:nvPr/>
          </p:nvSpPr>
          <p:spPr>
            <a:xfrm>
              <a:off x="5377730" y="2716409"/>
              <a:ext cx="30200" cy="16853"/>
            </a:xfrm>
            <a:custGeom>
              <a:avLst/>
              <a:pathLst>
                <a:path w="30200" h="16853">
                  <a:moveTo>
                    <a:pt x="4423" y="16853"/>
                  </a:moveTo>
                  <a:lnTo>
                    <a:pt x="0" y="15723"/>
                  </a:lnTo>
                  <a:lnTo>
                    <a:pt x="14082" y="2946"/>
                  </a:lnTo>
                  <a:lnTo>
                    <a:pt x="30200" y="0"/>
                  </a:lnTo>
                  <a:lnTo>
                    <a:pt x="17187" y="14174"/>
                  </a:lnTo>
                  <a:close/>
                </a:path>
              </a:pathLst>
            </a:custGeom>
            <a:solidFill>
              <a:srgbClr val="FFEFDB">
                <a:alpha val="100000"/>
              </a:srgbClr>
            </a:solidFill>
            <a:ln w="5420" cap="flat">
              <a:solidFill>
                <a:srgbClr val="5959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15" name="pg3915"/>
            <p:cNvSpPr/>
            <p:nvPr/>
          </p:nvSpPr>
          <p:spPr>
            <a:xfrm>
              <a:off x="5667831" y="2547127"/>
              <a:ext cx="30784" cy="17069"/>
            </a:xfrm>
            <a:custGeom>
              <a:avLst/>
              <a:pathLst>
                <a:path w="30784" h="17069">
                  <a:moveTo>
                    <a:pt x="0" y="17069"/>
                  </a:moveTo>
                  <a:lnTo>
                    <a:pt x="2294" y="12554"/>
                  </a:lnTo>
                  <a:lnTo>
                    <a:pt x="15430" y="4508"/>
                  </a:lnTo>
                  <a:lnTo>
                    <a:pt x="25084" y="0"/>
                  </a:lnTo>
                  <a:lnTo>
                    <a:pt x="30784" y="95"/>
                  </a:lnTo>
                  <a:lnTo>
                    <a:pt x="21502" y="9957"/>
                  </a:lnTo>
                  <a:lnTo>
                    <a:pt x="9622" y="16015"/>
                  </a:lnTo>
                  <a:close/>
                </a:path>
              </a:pathLst>
            </a:custGeom>
            <a:solidFill>
              <a:srgbClr val="FFEFDB">
                <a:alpha val="100000"/>
              </a:srgbClr>
            </a:solidFill>
            <a:ln w="5420" cap="flat">
              <a:solidFill>
                <a:srgbClr val="5959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16" name="pg3916"/>
            <p:cNvSpPr/>
            <p:nvPr/>
          </p:nvSpPr>
          <p:spPr>
            <a:xfrm>
              <a:off x="4939342" y="5500509"/>
              <a:ext cx="49258" cy="37397"/>
            </a:xfrm>
            <a:custGeom>
              <a:avLst/>
              <a:pathLst>
                <a:path w="49258" h="37397">
                  <a:moveTo>
                    <a:pt x="36380" y="7931"/>
                  </a:moveTo>
                  <a:lnTo>
                    <a:pt x="25890" y="16136"/>
                  </a:lnTo>
                  <a:lnTo>
                    <a:pt x="33512" y="21991"/>
                  </a:lnTo>
                  <a:lnTo>
                    <a:pt x="40695" y="9258"/>
                  </a:lnTo>
                  <a:lnTo>
                    <a:pt x="46395" y="19603"/>
                  </a:lnTo>
                  <a:lnTo>
                    <a:pt x="49258" y="37397"/>
                  </a:lnTo>
                  <a:lnTo>
                    <a:pt x="16879" y="37397"/>
                  </a:lnTo>
                  <a:lnTo>
                    <a:pt x="15627" y="32145"/>
                  </a:lnTo>
                  <a:lnTo>
                    <a:pt x="9084" y="25573"/>
                  </a:lnTo>
                  <a:lnTo>
                    <a:pt x="0" y="8807"/>
                  </a:lnTo>
                  <a:lnTo>
                    <a:pt x="5276" y="4483"/>
                  </a:lnTo>
                  <a:lnTo>
                    <a:pt x="12309" y="5924"/>
                  </a:lnTo>
                  <a:lnTo>
                    <a:pt x="15911" y="3905"/>
                  </a:lnTo>
                  <a:lnTo>
                    <a:pt x="25662" y="2292"/>
                  </a:lnTo>
                  <a:lnTo>
                    <a:pt x="31585" y="0"/>
                  </a:lnTo>
                  <a:lnTo>
                    <a:pt x="36215" y="4953"/>
                  </a:lnTo>
                  <a:close/>
                </a:path>
              </a:pathLst>
            </a:custGeom>
            <a:solidFill>
              <a:srgbClr val="FFEFDB">
                <a:alpha val="100000"/>
              </a:srgbClr>
            </a:solidFill>
            <a:ln w="5420" cap="flat">
              <a:solidFill>
                <a:srgbClr val="5959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17" name="pg3917"/>
            <p:cNvSpPr/>
            <p:nvPr/>
          </p:nvSpPr>
          <p:spPr>
            <a:xfrm>
              <a:off x="4945285" y="5155530"/>
              <a:ext cx="95830" cy="135860"/>
            </a:xfrm>
            <a:custGeom>
              <a:avLst/>
              <a:pathLst>
                <a:path w="95830" h="135860">
                  <a:moveTo>
                    <a:pt x="73800" y="135860"/>
                  </a:moveTo>
                  <a:lnTo>
                    <a:pt x="64612" y="122835"/>
                  </a:lnTo>
                  <a:lnTo>
                    <a:pt x="57211" y="119050"/>
                  </a:lnTo>
                  <a:lnTo>
                    <a:pt x="68772" y="109842"/>
                  </a:lnTo>
                  <a:lnTo>
                    <a:pt x="73764" y="101930"/>
                  </a:lnTo>
                  <a:lnTo>
                    <a:pt x="73660" y="84669"/>
                  </a:lnTo>
                  <a:lnTo>
                    <a:pt x="76482" y="75214"/>
                  </a:lnTo>
                  <a:lnTo>
                    <a:pt x="75526" y="67028"/>
                  </a:lnTo>
                  <a:lnTo>
                    <a:pt x="78073" y="58671"/>
                  </a:lnTo>
                  <a:lnTo>
                    <a:pt x="74627" y="49285"/>
                  </a:lnTo>
                  <a:lnTo>
                    <a:pt x="64963" y="41842"/>
                  </a:lnTo>
                  <a:lnTo>
                    <a:pt x="45842" y="12237"/>
                  </a:lnTo>
                  <a:lnTo>
                    <a:pt x="15637" y="5048"/>
                  </a:lnTo>
                  <a:lnTo>
                    <a:pt x="0" y="4750"/>
                  </a:lnTo>
                  <a:lnTo>
                    <a:pt x="8593" y="0"/>
                  </a:lnTo>
                  <a:lnTo>
                    <a:pt x="16531" y="577"/>
                  </a:lnTo>
                  <a:lnTo>
                    <a:pt x="28748" y="3403"/>
                  </a:lnTo>
                  <a:lnTo>
                    <a:pt x="43377" y="4769"/>
                  </a:lnTo>
                  <a:lnTo>
                    <a:pt x="52318" y="13481"/>
                  </a:lnTo>
                  <a:lnTo>
                    <a:pt x="60855" y="25033"/>
                  </a:lnTo>
                  <a:lnTo>
                    <a:pt x="68565" y="29707"/>
                  </a:lnTo>
                  <a:lnTo>
                    <a:pt x="71738" y="32679"/>
                  </a:lnTo>
                  <a:lnTo>
                    <a:pt x="71381" y="36032"/>
                  </a:lnTo>
                  <a:lnTo>
                    <a:pt x="72663" y="39181"/>
                  </a:lnTo>
                  <a:lnTo>
                    <a:pt x="82724" y="44586"/>
                  </a:lnTo>
                  <a:lnTo>
                    <a:pt x="92858" y="53311"/>
                  </a:lnTo>
                  <a:lnTo>
                    <a:pt x="95830" y="78897"/>
                  </a:lnTo>
                  <a:lnTo>
                    <a:pt x="82177" y="91007"/>
                  </a:lnTo>
                  <a:lnTo>
                    <a:pt x="79665" y="128055"/>
                  </a:lnTo>
                  <a:lnTo>
                    <a:pt x="76001" y="134723"/>
                  </a:lnTo>
                  <a:close/>
                </a:path>
              </a:pathLst>
            </a:custGeom>
            <a:solidFill>
              <a:srgbClr val="FFEFDB">
                <a:alpha val="100000"/>
              </a:srgbClr>
            </a:solidFill>
            <a:ln w="5420" cap="flat">
              <a:solidFill>
                <a:srgbClr val="5959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18" name="pg3918"/>
            <p:cNvSpPr/>
            <p:nvPr/>
          </p:nvSpPr>
          <p:spPr>
            <a:xfrm>
              <a:off x="4893261" y="5381534"/>
              <a:ext cx="74105" cy="118987"/>
            </a:xfrm>
            <a:custGeom>
              <a:avLst/>
              <a:pathLst>
                <a:path w="74105" h="118987">
                  <a:moveTo>
                    <a:pt x="72947" y="80116"/>
                  </a:moveTo>
                  <a:lnTo>
                    <a:pt x="74105" y="91896"/>
                  </a:lnTo>
                  <a:lnTo>
                    <a:pt x="73035" y="96094"/>
                  </a:lnTo>
                  <a:lnTo>
                    <a:pt x="61583" y="103968"/>
                  </a:lnTo>
                  <a:lnTo>
                    <a:pt x="58643" y="108369"/>
                  </a:lnTo>
                  <a:lnTo>
                    <a:pt x="47847" y="112808"/>
                  </a:lnTo>
                  <a:lnTo>
                    <a:pt x="41315" y="118987"/>
                  </a:lnTo>
                  <a:lnTo>
                    <a:pt x="38044" y="108947"/>
                  </a:lnTo>
                  <a:lnTo>
                    <a:pt x="31703" y="102742"/>
                  </a:lnTo>
                  <a:lnTo>
                    <a:pt x="30639" y="92194"/>
                  </a:lnTo>
                  <a:lnTo>
                    <a:pt x="25792" y="95757"/>
                  </a:lnTo>
                  <a:lnTo>
                    <a:pt x="18805" y="93585"/>
                  </a:lnTo>
                  <a:lnTo>
                    <a:pt x="7281" y="85596"/>
                  </a:lnTo>
                  <a:lnTo>
                    <a:pt x="0" y="74750"/>
                  </a:lnTo>
                  <a:lnTo>
                    <a:pt x="10201" y="72870"/>
                  </a:lnTo>
                  <a:lnTo>
                    <a:pt x="12309" y="79608"/>
                  </a:lnTo>
                  <a:lnTo>
                    <a:pt x="20381" y="71340"/>
                  </a:lnTo>
                  <a:lnTo>
                    <a:pt x="18546" y="66983"/>
                  </a:lnTo>
                  <a:lnTo>
                    <a:pt x="17089" y="66425"/>
                  </a:lnTo>
                  <a:lnTo>
                    <a:pt x="14443" y="58321"/>
                  </a:lnTo>
                  <a:lnTo>
                    <a:pt x="26587" y="37098"/>
                  </a:lnTo>
                  <a:lnTo>
                    <a:pt x="29207" y="23407"/>
                  </a:lnTo>
                  <a:lnTo>
                    <a:pt x="23699" y="1441"/>
                  </a:lnTo>
                  <a:lnTo>
                    <a:pt x="28841" y="0"/>
                  </a:lnTo>
                  <a:lnTo>
                    <a:pt x="42545" y="7703"/>
                  </a:lnTo>
                  <a:lnTo>
                    <a:pt x="48685" y="15285"/>
                  </a:lnTo>
                  <a:lnTo>
                    <a:pt x="48886" y="25693"/>
                  </a:lnTo>
                  <a:lnTo>
                    <a:pt x="54648" y="33752"/>
                  </a:lnTo>
                  <a:lnTo>
                    <a:pt x="62989" y="53057"/>
                  </a:lnTo>
                  <a:lnTo>
                    <a:pt x="73180" y="64367"/>
                  </a:lnTo>
                  <a:close/>
                </a:path>
              </a:pathLst>
            </a:custGeom>
            <a:solidFill>
              <a:srgbClr val="FFEFDB">
                <a:alpha val="100000"/>
              </a:srgbClr>
            </a:solidFill>
            <a:ln w="5420" cap="flat">
              <a:solidFill>
                <a:srgbClr val="5959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19" name="pg3919"/>
            <p:cNvSpPr/>
            <p:nvPr/>
          </p:nvSpPr>
          <p:spPr>
            <a:xfrm>
              <a:off x="4835016" y="5174016"/>
              <a:ext cx="112522" cy="38661"/>
            </a:xfrm>
            <a:custGeom>
              <a:avLst/>
              <a:pathLst>
                <a:path w="112522" h="38661">
                  <a:moveTo>
                    <a:pt x="64973" y="13005"/>
                  </a:moveTo>
                  <a:lnTo>
                    <a:pt x="71841" y="12453"/>
                  </a:lnTo>
                  <a:lnTo>
                    <a:pt x="75960" y="9792"/>
                  </a:lnTo>
                  <a:lnTo>
                    <a:pt x="94931" y="10878"/>
                  </a:lnTo>
                  <a:lnTo>
                    <a:pt x="110248" y="6985"/>
                  </a:lnTo>
                  <a:lnTo>
                    <a:pt x="112522" y="13894"/>
                  </a:lnTo>
                  <a:lnTo>
                    <a:pt x="112134" y="17501"/>
                  </a:lnTo>
                  <a:lnTo>
                    <a:pt x="79562" y="20886"/>
                  </a:lnTo>
                  <a:lnTo>
                    <a:pt x="49682" y="31028"/>
                  </a:lnTo>
                  <a:lnTo>
                    <a:pt x="33305" y="37899"/>
                  </a:lnTo>
                  <a:lnTo>
                    <a:pt x="25611" y="38661"/>
                  </a:lnTo>
                  <a:lnTo>
                    <a:pt x="19730" y="35047"/>
                  </a:lnTo>
                  <a:lnTo>
                    <a:pt x="0" y="14104"/>
                  </a:lnTo>
                  <a:lnTo>
                    <a:pt x="5276" y="16193"/>
                  </a:lnTo>
                  <a:lnTo>
                    <a:pt x="19854" y="28030"/>
                  </a:lnTo>
                  <a:lnTo>
                    <a:pt x="28908" y="25871"/>
                  </a:lnTo>
                  <a:lnTo>
                    <a:pt x="37295" y="18047"/>
                  </a:lnTo>
                  <a:lnTo>
                    <a:pt x="38577" y="12135"/>
                  </a:lnTo>
                  <a:lnTo>
                    <a:pt x="37326" y="9335"/>
                  </a:lnTo>
                  <a:lnTo>
                    <a:pt x="41119" y="0"/>
                  </a:lnTo>
                  <a:lnTo>
                    <a:pt x="52152" y="8960"/>
                  </a:lnTo>
                  <a:close/>
                </a:path>
              </a:pathLst>
            </a:custGeom>
            <a:solidFill>
              <a:srgbClr val="FFEFDB">
                <a:alpha val="100000"/>
              </a:srgbClr>
            </a:solidFill>
            <a:ln w="5420" cap="flat">
              <a:solidFill>
                <a:srgbClr val="5959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20" name="pg3920"/>
            <p:cNvSpPr/>
            <p:nvPr/>
          </p:nvSpPr>
          <p:spPr>
            <a:xfrm>
              <a:off x="4985696" y="5397055"/>
              <a:ext cx="30985" cy="11691"/>
            </a:xfrm>
            <a:custGeom>
              <a:avLst/>
              <a:pathLst>
                <a:path w="30985" h="11691">
                  <a:moveTo>
                    <a:pt x="10733" y="11691"/>
                  </a:moveTo>
                  <a:lnTo>
                    <a:pt x="2191" y="9030"/>
                  </a:lnTo>
                  <a:lnTo>
                    <a:pt x="0" y="6890"/>
                  </a:lnTo>
                  <a:lnTo>
                    <a:pt x="3658" y="3295"/>
                  </a:lnTo>
                  <a:lnTo>
                    <a:pt x="11710" y="298"/>
                  </a:lnTo>
                  <a:lnTo>
                    <a:pt x="24639" y="0"/>
                  </a:lnTo>
                  <a:lnTo>
                    <a:pt x="30303" y="3543"/>
                  </a:lnTo>
                  <a:lnTo>
                    <a:pt x="30985" y="5093"/>
                  </a:lnTo>
                  <a:lnTo>
                    <a:pt x="22686" y="8992"/>
                  </a:lnTo>
                  <a:close/>
                </a:path>
              </a:pathLst>
            </a:custGeom>
            <a:solidFill>
              <a:srgbClr val="FFEFDB">
                <a:alpha val="100000"/>
              </a:srgbClr>
            </a:solidFill>
            <a:ln w="5420" cap="flat">
              <a:solidFill>
                <a:srgbClr val="5959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21" name="pg3921"/>
            <p:cNvSpPr/>
            <p:nvPr/>
          </p:nvSpPr>
          <p:spPr>
            <a:xfrm>
              <a:off x="5304944" y="5521433"/>
              <a:ext cx="12277" cy="16472"/>
            </a:xfrm>
            <a:custGeom>
              <a:avLst/>
              <a:pathLst>
                <a:path w="12277" h="16472">
                  <a:moveTo>
                    <a:pt x="7008" y="16472"/>
                  </a:moveTo>
                  <a:lnTo>
                    <a:pt x="0" y="16472"/>
                  </a:lnTo>
                  <a:lnTo>
                    <a:pt x="1962" y="2806"/>
                  </a:lnTo>
                  <a:lnTo>
                    <a:pt x="7771" y="0"/>
                  </a:lnTo>
                  <a:lnTo>
                    <a:pt x="10050" y="152"/>
                  </a:lnTo>
                  <a:lnTo>
                    <a:pt x="12277" y="7620"/>
                  </a:lnTo>
                  <a:close/>
                </a:path>
              </a:pathLst>
            </a:custGeom>
            <a:solidFill>
              <a:srgbClr val="FFEFDB">
                <a:alpha val="100000"/>
              </a:srgbClr>
            </a:solidFill>
            <a:ln w="5420" cap="flat">
              <a:solidFill>
                <a:srgbClr val="5959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22" name="pg3922"/>
            <p:cNvSpPr/>
            <p:nvPr/>
          </p:nvSpPr>
          <p:spPr>
            <a:xfrm>
              <a:off x="5068380" y="5334383"/>
              <a:ext cx="70456" cy="119063"/>
            </a:xfrm>
            <a:custGeom>
              <a:avLst/>
              <a:pathLst>
                <a:path w="70456" h="119063">
                  <a:moveTo>
                    <a:pt x="31373" y="24747"/>
                  </a:moveTo>
                  <a:lnTo>
                    <a:pt x="46235" y="30285"/>
                  </a:lnTo>
                  <a:lnTo>
                    <a:pt x="62302" y="48650"/>
                  </a:lnTo>
                  <a:lnTo>
                    <a:pt x="69221" y="55191"/>
                  </a:lnTo>
                  <a:lnTo>
                    <a:pt x="70456" y="61147"/>
                  </a:lnTo>
                  <a:lnTo>
                    <a:pt x="67748" y="88340"/>
                  </a:lnTo>
                  <a:lnTo>
                    <a:pt x="64136" y="104711"/>
                  </a:lnTo>
                  <a:lnTo>
                    <a:pt x="64679" y="119063"/>
                  </a:lnTo>
                  <a:lnTo>
                    <a:pt x="60906" y="114815"/>
                  </a:lnTo>
                  <a:lnTo>
                    <a:pt x="57093" y="105416"/>
                  </a:lnTo>
                  <a:lnTo>
                    <a:pt x="50840" y="100012"/>
                  </a:lnTo>
                  <a:lnTo>
                    <a:pt x="48757" y="97180"/>
                  </a:lnTo>
                  <a:lnTo>
                    <a:pt x="59997" y="96557"/>
                  </a:lnTo>
                  <a:lnTo>
                    <a:pt x="60994" y="81761"/>
                  </a:lnTo>
                  <a:lnTo>
                    <a:pt x="66477" y="70089"/>
                  </a:lnTo>
                  <a:lnTo>
                    <a:pt x="65645" y="57947"/>
                  </a:lnTo>
                  <a:lnTo>
                    <a:pt x="52529" y="44579"/>
                  </a:lnTo>
                  <a:lnTo>
                    <a:pt x="43538" y="32812"/>
                  </a:lnTo>
                  <a:lnTo>
                    <a:pt x="29714" y="29046"/>
                  </a:lnTo>
                  <a:lnTo>
                    <a:pt x="16929" y="17330"/>
                  </a:lnTo>
                  <a:lnTo>
                    <a:pt x="9301" y="15888"/>
                  </a:lnTo>
                  <a:lnTo>
                    <a:pt x="0" y="17952"/>
                  </a:lnTo>
                  <a:lnTo>
                    <a:pt x="3359" y="10967"/>
                  </a:lnTo>
                  <a:lnTo>
                    <a:pt x="5684" y="1727"/>
                  </a:lnTo>
                  <a:lnTo>
                    <a:pt x="7389" y="0"/>
                  </a:lnTo>
                  <a:lnTo>
                    <a:pt x="13952" y="10078"/>
                  </a:lnTo>
                  <a:close/>
                </a:path>
              </a:pathLst>
            </a:custGeom>
            <a:solidFill>
              <a:srgbClr val="FFEFDB">
                <a:alpha val="100000"/>
              </a:srgbClr>
            </a:solidFill>
            <a:ln w="5420" cap="flat">
              <a:solidFill>
                <a:srgbClr val="5959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23" name="pg3923"/>
            <p:cNvSpPr/>
            <p:nvPr/>
          </p:nvSpPr>
          <p:spPr>
            <a:xfrm>
              <a:off x="5178096" y="5447191"/>
              <a:ext cx="46804" cy="72629"/>
            </a:xfrm>
            <a:custGeom>
              <a:avLst/>
              <a:pathLst>
                <a:path w="46804" h="72629">
                  <a:moveTo>
                    <a:pt x="46804" y="71314"/>
                  </a:moveTo>
                  <a:lnTo>
                    <a:pt x="39713" y="69974"/>
                  </a:lnTo>
                  <a:lnTo>
                    <a:pt x="29249" y="72559"/>
                  </a:lnTo>
                  <a:lnTo>
                    <a:pt x="25482" y="72629"/>
                  </a:lnTo>
                  <a:lnTo>
                    <a:pt x="27828" y="68101"/>
                  </a:lnTo>
                  <a:lnTo>
                    <a:pt x="35094" y="61979"/>
                  </a:lnTo>
                  <a:lnTo>
                    <a:pt x="35460" y="56150"/>
                  </a:lnTo>
                  <a:lnTo>
                    <a:pt x="26469" y="47742"/>
                  </a:lnTo>
                  <a:lnTo>
                    <a:pt x="16004" y="26824"/>
                  </a:lnTo>
                  <a:lnTo>
                    <a:pt x="11105" y="21864"/>
                  </a:lnTo>
                  <a:lnTo>
                    <a:pt x="8779" y="14002"/>
                  </a:lnTo>
                  <a:lnTo>
                    <a:pt x="0" y="5569"/>
                  </a:lnTo>
                  <a:lnTo>
                    <a:pt x="1834" y="1060"/>
                  </a:lnTo>
                  <a:lnTo>
                    <a:pt x="3638" y="0"/>
                  </a:lnTo>
                  <a:lnTo>
                    <a:pt x="9575" y="2165"/>
                  </a:lnTo>
                  <a:lnTo>
                    <a:pt x="23022" y="32253"/>
                  </a:lnTo>
                  <a:lnTo>
                    <a:pt x="23900" y="35136"/>
                  </a:lnTo>
                  <a:lnTo>
                    <a:pt x="46101" y="64704"/>
                  </a:lnTo>
                  <a:close/>
                </a:path>
              </a:pathLst>
            </a:custGeom>
            <a:solidFill>
              <a:srgbClr val="FFEFDB">
                <a:alpha val="100000"/>
              </a:srgbClr>
            </a:solidFill>
            <a:ln w="5420" cap="flat">
              <a:solidFill>
                <a:srgbClr val="5959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24" name="pt3924"/>
            <p:cNvSpPr/>
            <p:nvPr/>
          </p:nvSpPr>
          <p:spPr>
            <a:xfrm>
              <a:off x="5411954" y="3276309"/>
              <a:ext cx="63202" cy="63202"/>
            </a:xfrm>
            <a:prstGeom prst="ellipse">
              <a:avLst/>
            </a:prstGeom>
            <a:solidFill>
              <a:srgbClr val="3986A5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25" name="pt3925"/>
            <p:cNvSpPr/>
            <p:nvPr/>
          </p:nvSpPr>
          <p:spPr>
            <a:xfrm>
              <a:off x="3286560" y="4746129"/>
              <a:ext cx="63202" cy="63202"/>
            </a:xfrm>
            <a:prstGeom prst="ellipse">
              <a:avLst/>
            </a:prstGeom>
            <a:solidFill>
              <a:srgbClr val="3C497F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26" name="pt3926"/>
            <p:cNvSpPr/>
            <p:nvPr/>
          </p:nvSpPr>
          <p:spPr>
            <a:xfrm>
              <a:off x="2878450" y="4973596"/>
              <a:ext cx="63202" cy="63202"/>
            </a:xfrm>
            <a:prstGeom prst="ellipse">
              <a:avLst/>
            </a:prstGeom>
            <a:solidFill>
              <a:srgbClr val="3C4A81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27" name="pt3927"/>
            <p:cNvSpPr/>
            <p:nvPr/>
          </p:nvSpPr>
          <p:spPr>
            <a:xfrm>
              <a:off x="5154968" y="3735383"/>
              <a:ext cx="63202" cy="63202"/>
            </a:xfrm>
            <a:prstGeom prst="ellipse">
              <a:avLst/>
            </a:prstGeom>
            <a:solidFill>
              <a:srgbClr val="3A5894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28" name="pt3928"/>
            <p:cNvSpPr/>
            <p:nvPr/>
          </p:nvSpPr>
          <p:spPr>
            <a:xfrm>
              <a:off x="3815690" y="4677487"/>
              <a:ext cx="63202" cy="63202"/>
            </a:xfrm>
            <a:prstGeom prst="ellipse">
              <a:avLst/>
            </a:prstGeom>
            <a:solidFill>
              <a:srgbClr val="3B3F72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29" name="pt3929"/>
            <p:cNvSpPr/>
            <p:nvPr/>
          </p:nvSpPr>
          <p:spPr>
            <a:xfrm>
              <a:off x="5234441" y="3545894"/>
              <a:ext cx="63202" cy="63202"/>
            </a:xfrm>
            <a:prstGeom prst="ellipse">
              <a:avLst/>
            </a:prstGeom>
            <a:solidFill>
              <a:srgbClr val="3A6EA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30" name="pt3930"/>
            <p:cNvSpPr/>
            <p:nvPr/>
          </p:nvSpPr>
          <p:spPr>
            <a:xfrm>
              <a:off x="3635685" y="4800931"/>
              <a:ext cx="63202" cy="63202"/>
            </a:xfrm>
            <a:prstGeom prst="ellipse">
              <a:avLst/>
            </a:prstGeom>
            <a:solidFill>
              <a:srgbClr val="3B528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31" name="pt3931"/>
            <p:cNvSpPr/>
            <p:nvPr/>
          </p:nvSpPr>
          <p:spPr>
            <a:xfrm>
              <a:off x="5803938" y="2901996"/>
              <a:ext cx="63202" cy="63202"/>
            </a:xfrm>
            <a:prstGeom prst="ellipse">
              <a:avLst/>
            </a:prstGeom>
            <a:solidFill>
              <a:srgbClr val="302445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32" name="pt3932"/>
            <p:cNvSpPr/>
            <p:nvPr/>
          </p:nvSpPr>
          <p:spPr>
            <a:xfrm>
              <a:off x="5602232" y="3222656"/>
              <a:ext cx="63202" cy="63202"/>
            </a:xfrm>
            <a:prstGeom prst="ellipse">
              <a:avLst/>
            </a:prstGeom>
            <a:solidFill>
              <a:srgbClr val="372952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33" name="pt3933"/>
            <p:cNvSpPr/>
            <p:nvPr/>
          </p:nvSpPr>
          <p:spPr>
            <a:xfrm>
              <a:off x="4189184" y="4765547"/>
              <a:ext cx="63202" cy="63202"/>
            </a:xfrm>
            <a:prstGeom prst="ellipse">
              <a:avLst/>
            </a:prstGeom>
            <a:solidFill>
              <a:srgbClr val="3C4376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34" name="pt3934"/>
            <p:cNvSpPr/>
            <p:nvPr/>
          </p:nvSpPr>
          <p:spPr>
            <a:xfrm>
              <a:off x="4913887" y="4211118"/>
              <a:ext cx="63202" cy="63202"/>
            </a:xfrm>
            <a:prstGeom prst="ellipse">
              <a:avLst/>
            </a:prstGeom>
            <a:solidFill>
              <a:srgbClr val="3986A5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35" name="pt3935"/>
            <p:cNvSpPr/>
            <p:nvPr/>
          </p:nvSpPr>
          <p:spPr>
            <a:xfrm>
              <a:off x="4598477" y="4463619"/>
              <a:ext cx="63202" cy="63202"/>
            </a:xfrm>
            <a:prstGeom prst="ellipse">
              <a:avLst/>
            </a:prstGeom>
            <a:solidFill>
              <a:srgbClr val="3A6B9F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36" name="pt3936"/>
            <p:cNvSpPr/>
            <p:nvPr/>
          </p:nvSpPr>
          <p:spPr>
            <a:xfrm>
              <a:off x="3118737" y="4784820"/>
              <a:ext cx="63202" cy="63202"/>
            </a:xfrm>
            <a:prstGeom prst="ellipse">
              <a:avLst/>
            </a:prstGeom>
            <a:solidFill>
              <a:srgbClr val="3A9CA9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37" name="pt3937"/>
            <p:cNvSpPr/>
            <p:nvPr/>
          </p:nvSpPr>
          <p:spPr>
            <a:xfrm>
              <a:off x="4706891" y="4368015"/>
              <a:ext cx="63202" cy="63202"/>
            </a:xfrm>
            <a:prstGeom prst="ellipse">
              <a:avLst/>
            </a:prstGeom>
            <a:solidFill>
              <a:srgbClr val="3B518B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38" name="pt3938"/>
            <p:cNvSpPr/>
            <p:nvPr/>
          </p:nvSpPr>
          <p:spPr>
            <a:xfrm>
              <a:off x="5170525" y="3498927"/>
              <a:ext cx="63202" cy="63202"/>
            </a:xfrm>
            <a:prstGeom prst="ellipse">
              <a:avLst/>
            </a:prstGeom>
            <a:solidFill>
              <a:srgbClr val="5ECBAC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39" name="pt3939"/>
            <p:cNvSpPr/>
            <p:nvPr/>
          </p:nvSpPr>
          <p:spPr>
            <a:xfrm>
              <a:off x="4143523" y="4766403"/>
              <a:ext cx="63202" cy="63202"/>
            </a:xfrm>
            <a:prstGeom prst="ellipse">
              <a:avLst/>
            </a:prstGeom>
            <a:solidFill>
              <a:srgbClr val="3C467C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40" name="pt3940"/>
            <p:cNvSpPr/>
            <p:nvPr/>
          </p:nvSpPr>
          <p:spPr>
            <a:xfrm>
              <a:off x="4544041" y="4668741"/>
              <a:ext cx="63202" cy="63202"/>
            </a:xfrm>
            <a:prstGeom prst="ellipse">
              <a:avLst/>
            </a:prstGeom>
            <a:solidFill>
              <a:srgbClr val="3B3969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41" name="pt3941"/>
            <p:cNvSpPr/>
            <p:nvPr/>
          </p:nvSpPr>
          <p:spPr>
            <a:xfrm>
              <a:off x="3690881" y="4772296"/>
              <a:ext cx="63202" cy="63202"/>
            </a:xfrm>
            <a:prstGeom prst="ellipse">
              <a:avLst/>
            </a:prstGeom>
            <a:solidFill>
              <a:srgbClr val="395F9C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42" name="pt3942"/>
            <p:cNvSpPr/>
            <p:nvPr/>
          </p:nvSpPr>
          <p:spPr>
            <a:xfrm>
              <a:off x="5016032" y="3641698"/>
              <a:ext cx="63202" cy="63202"/>
            </a:xfrm>
            <a:prstGeom prst="ellipse">
              <a:avLst/>
            </a:prstGeom>
            <a:solidFill>
              <a:srgbClr val="68D0AF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43" name="pt3943"/>
            <p:cNvSpPr/>
            <p:nvPr/>
          </p:nvSpPr>
          <p:spPr>
            <a:xfrm>
              <a:off x="4551789" y="4536931"/>
              <a:ext cx="63202" cy="63202"/>
            </a:xfrm>
            <a:prstGeom prst="ellipse">
              <a:avLst/>
            </a:prstGeom>
            <a:solidFill>
              <a:srgbClr val="3C4C83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44" name="pt3944"/>
            <p:cNvSpPr/>
            <p:nvPr/>
          </p:nvSpPr>
          <p:spPr>
            <a:xfrm>
              <a:off x="3457033" y="4801454"/>
              <a:ext cx="63202" cy="63202"/>
            </a:xfrm>
            <a:prstGeom prst="ellipse">
              <a:avLst/>
            </a:prstGeom>
            <a:solidFill>
              <a:srgbClr val="3A6DA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45" name="pt3945"/>
            <p:cNvSpPr/>
            <p:nvPr/>
          </p:nvSpPr>
          <p:spPr>
            <a:xfrm>
              <a:off x="4795350" y="4267713"/>
              <a:ext cx="63202" cy="63202"/>
            </a:xfrm>
            <a:prstGeom prst="ellipse">
              <a:avLst/>
            </a:prstGeom>
            <a:solidFill>
              <a:srgbClr val="3C4C84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46" name="pt3946"/>
            <p:cNvSpPr/>
            <p:nvPr/>
          </p:nvSpPr>
          <p:spPr>
            <a:xfrm>
              <a:off x="5763373" y="2927118"/>
              <a:ext cx="63202" cy="63202"/>
            </a:xfrm>
            <a:prstGeom prst="ellipse">
              <a:avLst/>
            </a:prstGeom>
            <a:solidFill>
              <a:srgbClr val="3B3A6A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47" name="pt3947"/>
            <p:cNvSpPr/>
            <p:nvPr/>
          </p:nvSpPr>
          <p:spPr>
            <a:xfrm>
              <a:off x="3223042" y="4753931"/>
              <a:ext cx="63202" cy="63202"/>
            </a:xfrm>
            <a:prstGeom prst="ellipse">
              <a:avLst/>
            </a:prstGeom>
            <a:solidFill>
              <a:srgbClr val="3C477C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48" name="pt3948"/>
            <p:cNvSpPr/>
            <p:nvPr/>
          </p:nvSpPr>
          <p:spPr>
            <a:xfrm>
              <a:off x="6187218" y="2929573"/>
              <a:ext cx="63202" cy="63202"/>
            </a:xfrm>
            <a:prstGeom prst="ellipse">
              <a:avLst/>
            </a:prstGeom>
            <a:solidFill>
              <a:srgbClr val="3B3B6C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49" name="pt3949"/>
            <p:cNvSpPr/>
            <p:nvPr/>
          </p:nvSpPr>
          <p:spPr>
            <a:xfrm>
              <a:off x="4558922" y="4541579"/>
              <a:ext cx="63202" cy="63202"/>
            </a:xfrm>
            <a:prstGeom prst="ellipse">
              <a:avLst/>
            </a:prstGeom>
            <a:solidFill>
              <a:srgbClr val="3B4F87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50" name="pt3950"/>
            <p:cNvSpPr/>
            <p:nvPr/>
          </p:nvSpPr>
          <p:spPr>
            <a:xfrm>
              <a:off x="5665872" y="3067530"/>
              <a:ext cx="63202" cy="63202"/>
            </a:xfrm>
            <a:prstGeom prst="ellipse">
              <a:avLst/>
            </a:prstGeom>
            <a:solidFill>
              <a:srgbClr val="3B71A1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51" name="pt3951"/>
            <p:cNvSpPr/>
            <p:nvPr/>
          </p:nvSpPr>
          <p:spPr>
            <a:xfrm>
              <a:off x="3541256" y="4824822"/>
              <a:ext cx="63202" cy="63202"/>
            </a:xfrm>
            <a:prstGeom prst="ellipse">
              <a:avLst/>
            </a:prstGeom>
            <a:solidFill>
              <a:srgbClr val="3B538E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52" name="pt3952"/>
            <p:cNvSpPr/>
            <p:nvPr/>
          </p:nvSpPr>
          <p:spPr>
            <a:xfrm>
              <a:off x="4587926" y="4467164"/>
              <a:ext cx="63202" cy="63202"/>
            </a:xfrm>
            <a:prstGeom prst="ellipse">
              <a:avLst/>
            </a:prstGeom>
            <a:solidFill>
              <a:srgbClr val="3B528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53" name="pt3953"/>
            <p:cNvSpPr/>
            <p:nvPr/>
          </p:nvSpPr>
          <p:spPr>
            <a:xfrm>
              <a:off x="5657937" y="3028251"/>
              <a:ext cx="63202" cy="63202"/>
            </a:xfrm>
            <a:prstGeom prst="ellipse">
              <a:avLst/>
            </a:prstGeom>
            <a:solidFill>
              <a:srgbClr val="3888A6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54" name="pt3954"/>
            <p:cNvSpPr/>
            <p:nvPr/>
          </p:nvSpPr>
          <p:spPr>
            <a:xfrm>
              <a:off x="2979067" y="4895874"/>
              <a:ext cx="63202" cy="63202"/>
            </a:xfrm>
            <a:prstGeom prst="ellipse">
              <a:avLst/>
            </a:prstGeom>
            <a:solidFill>
              <a:srgbClr val="3C467B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55" name="pt3955"/>
            <p:cNvSpPr/>
            <p:nvPr/>
          </p:nvSpPr>
          <p:spPr>
            <a:xfrm>
              <a:off x="4922163" y="4187507"/>
              <a:ext cx="63202" cy="63202"/>
            </a:xfrm>
            <a:prstGeom prst="ellipse">
              <a:avLst/>
            </a:prstGeom>
            <a:solidFill>
              <a:srgbClr val="3A5A98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56" name="pt3956"/>
            <p:cNvSpPr/>
            <p:nvPr/>
          </p:nvSpPr>
          <p:spPr>
            <a:xfrm>
              <a:off x="5059838" y="3807278"/>
              <a:ext cx="63202" cy="63202"/>
            </a:xfrm>
            <a:prstGeom prst="ellipse">
              <a:avLst/>
            </a:prstGeom>
            <a:solidFill>
              <a:srgbClr val="379AA9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57" name="pt3957"/>
            <p:cNvSpPr/>
            <p:nvPr/>
          </p:nvSpPr>
          <p:spPr>
            <a:xfrm>
              <a:off x="2851349" y="4946495"/>
              <a:ext cx="117405" cy="117405"/>
            </a:xfrm>
            <a:prstGeom prst="ellipse">
              <a:avLst/>
            </a:prstGeom>
            <a:solidFill>
              <a:srgbClr val="3A619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58" name="pt3958"/>
            <p:cNvSpPr/>
            <p:nvPr/>
          </p:nvSpPr>
          <p:spPr>
            <a:xfrm>
              <a:off x="3514155" y="4797720"/>
              <a:ext cx="117405" cy="117405"/>
            </a:xfrm>
            <a:prstGeom prst="ellipse">
              <a:avLst/>
            </a:prstGeom>
            <a:solidFill>
              <a:srgbClr val="3A699F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59" name="pt3959"/>
            <p:cNvSpPr/>
            <p:nvPr/>
          </p:nvSpPr>
          <p:spPr>
            <a:xfrm>
              <a:off x="4516940" y="4641639"/>
              <a:ext cx="117405" cy="117405"/>
            </a:xfrm>
            <a:prstGeom prst="ellipse">
              <a:avLst/>
            </a:prstGeom>
            <a:solidFill>
              <a:srgbClr val="3B3D6E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60" name="pt3960"/>
            <p:cNvSpPr/>
            <p:nvPr/>
          </p:nvSpPr>
          <p:spPr>
            <a:xfrm>
              <a:off x="5630836" y="3001150"/>
              <a:ext cx="117405" cy="117405"/>
            </a:xfrm>
            <a:prstGeom prst="ellipse">
              <a:avLst/>
            </a:prstGeom>
            <a:solidFill>
              <a:srgbClr val="3A6EA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61" name="pt3961"/>
            <p:cNvSpPr/>
            <p:nvPr/>
          </p:nvSpPr>
          <p:spPr>
            <a:xfrm>
              <a:off x="5776837" y="2874895"/>
              <a:ext cx="117405" cy="117405"/>
            </a:xfrm>
            <a:prstGeom prst="ellipse">
              <a:avLst/>
            </a:prstGeom>
            <a:solidFill>
              <a:srgbClr val="392D58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62" name="pl3962"/>
            <p:cNvSpPr/>
            <p:nvPr/>
          </p:nvSpPr>
          <p:spPr>
            <a:xfrm>
              <a:off x="2850464" y="4909126"/>
              <a:ext cx="52349" cy="84401"/>
            </a:xfrm>
            <a:custGeom>
              <a:avLst/>
              <a:pathLst>
                <a:path w="52349" h="84401">
                  <a:moveTo>
                    <a:pt x="0" y="0"/>
                  </a:moveTo>
                  <a:lnTo>
                    <a:pt x="52349" y="84401"/>
                  </a:lnTo>
                </a:path>
              </a:pathLst>
            </a:custGeom>
            <a:ln w="1355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63" name="pl3963"/>
            <p:cNvSpPr/>
            <p:nvPr/>
          </p:nvSpPr>
          <p:spPr>
            <a:xfrm>
              <a:off x="3511767" y="4762566"/>
              <a:ext cx="53566" cy="82297"/>
            </a:xfrm>
            <a:custGeom>
              <a:avLst/>
              <a:pathLst>
                <a:path w="53566" h="82297">
                  <a:moveTo>
                    <a:pt x="0" y="0"/>
                  </a:moveTo>
                  <a:lnTo>
                    <a:pt x="53566" y="82297"/>
                  </a:lnTo>
                </a:path>
              </a:pathLst>
            </a:custGeom>
            <a:ln w="1355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64" name="pl3964"/>
            <p:cNvSpPr/>
            <p:nvPr/>
          </p:nvSpPr>
          <p:spPr>
            <a:xfrm>
              <a:off x="4513468" y="4609300"/>
              <a:ext cx="54359" cy="79599"/>
            </a:xfrm>
            <a:custGeom>
              <a:avLst/>
              <a:pathLst>
                <a:path w="54359" h="79599">
                  <a:moveTo>
                    <a:pt x="0" y="0"/>
                  </a:moveTo>
                  <a:lnTo>
                    <a:pt x="54359" y="79599"/>
                  </a:lnTo>
                </a:path>
              </a:pathLst>
            </a:custGeom>
            <a:ln w="1355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65" name="pl3965"/>
            <p:cNvSpPr/>
            <p:nvPr/>
          </p:nvSpPr>
          <p:spPr>
            <a:xfrm>
              <a:off x="5505620" y="3050113"/>
              <a:ext cx="167256" cy="8857"/>
            </a:xfrm>
            <a:custGeom>
              <a:avLst/>
              <a:pathLst>
                <a:path w="167256" h="8857">
                  <a:moveTo>
                    <a:pt x="0" y="0"/>
                  </a:moveTo>
                  <a:lnTo>
                    <a:pt x="167256" y="8857"/>
                  </a:lnTo>
                </a:path>
              </a:pathLst>
            </a:custGeom>
            <a:ln w="1355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66" name="pl3966"/>
            <p:cNvSpPr/>
            <p:nvPr/>
          </p:nvSpPr>
          <p:spPr>
            <a:xfrm>
              <a:off x="5749256" y="2862523"/>
              <a:ext cx="74837" cy="61645"/>
            </a:xfrm>
            <a:custGeom>
              <a:avLst/>
              <a:pathLst>
                <a:path w="74837" h="61645">
                  <a:moveTo>
                    <a:pt x="0" y="0"/>
                  </a:moveTo>
                  <a:lnTo>
                    <a:pt x="74837" y="61645"/>
                  </a:lnTo>
                </a:path>
              </a:pathLst>
            </a:custGeom>
            <a:ln w="1355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67" name="pg3967"/>
            <p:cNvSpPr/>
            <p:nvPr/>
          </p:nvSpPr>
          <p:spPr>
            <a:xfrm>
              <a:off x="2291948" y="4760422"/>
              <a:ext cx="558515" cy="191932"/>
            </a:xfrm>
            <a:custGeom>
              <a:avLst/>
              <a:pathLst>
                <a:path w="558515" h="191932">
                  <a:moveTo>
                    <a:pt x="27431" y="191932"/>
                  </a:moveTo>
                  <a:lnTo>
                    <a:pt x="531083" y="191932"/>
                  </a:lnTo>
                  <a:lnTo>
                    <a:pt x="529978" y="191910"/>
                  </a:lnTo>
                  <a:lnTo>
                    <a:pt x="534390" y="191732"/>
                  </a:lnTo>
                  <a:lnTo>
                    <a:pt x="538715" y="190849"/>
                  </a:lnTo>
                  <a:lnTo>
                    <a:pt x="542843" y="189284"/>
                  </a:lnTo>
                  <a:lnTo>
                    <a:pt x="546666" y="187076"/>
                  </a:lnTo>
                  <a:lnTo>
                    <a:pt x="550086" y="184284"/>
                  </a:lnTo>
                  <a:lnTo>
                    <a:pt x="553013" y="180980"/>
                  </a:lnTo>
                  <a:lnTo>
                    <a:pt x="555373" y="177248"/>
                  </a:lnTo>
                  <a:lnTo>
                    <a:pt x="557103" y="173187"/>
                  </a:lnTo>
                  <a:lnTo>
                    <a:pt x="558160" y="168900"/>
                  </a:lnTo>
                  <a:lnTo>
                    <a:pt x="558515" y="164500"/>
                  </a:lnTo>
                  <a:lnTo>
                    <a:pt x="558515" y="27432"/>
                  </a:lnTo>
                  <a:lnTo>
                    <a:pt x="558160" y="23031"/>
                  </a:lnTo>
                  <a:lnTo>
                    <a:pt x="557103" y="18745"/>
                  </a:lnTo>
                  <a:lnTo>
                    <a:pt x="555373" y="14683"/>
                  </a:lnTo>
                  <a:lnTo>
                    <a:pt x="553013" y="10952"/>
                  </a:lnTo>
                  <a:lnTo>
                    <a:pt x="550086" y="7647"/>
                  </a:lnTo>
                  <a:lnTo>
                    <a:pt x="546666" y="4855"/>
                  </a:lnTo>
                  <a:lnTo>
                    <a:pt x="542843" y="2648"/>
                  </a:lnTo>
                  <a:lnTo>
                    <a:pt x="538715" y="1083"/>
                  </a:lnTo>
                  <a:lnTo>
                    <a:pt x="534390" y="200"/>
                  </a:lnTo>
                  <a:lnTo>
                    <a:pt x="531083" y="0"/>
                  </a:lnTo>
                  <a:lnTo>
                    <a:pt x="27431" y="0"/>
                  </a:lnTo>
                  <a:lnTo>
                    <a:pt x="30738" y="200"/>
                  </a:lnTo>
                  <a:lnTo>
                    <a:pt x="26327" y="22"/>
                  </a:lnTo>
                  <a:lnTo>
                    <a:pt x="21944" y="554"/>
                  </a:lnTo>
                  <a:lnTo>
                    <a:pt x="17704" y="1782"/>
                  </a:lnTo>
                  <a:lnTo>
                    <a:pt x="13716" y="3675"/>
                  </a:lnTo>
                  <a:lnTo>
                    <a:pt x="10082" y="6183"/>
                  </a:lnTo>
                  <a:lnTo>
                    <a:pt x="6898" y="9241"/>
                  </a:lnTo>
                  <a:lnTo>
                    <a:pt x="4246" y="12770"/>
                  </a:lnTo>
                  <a:lnTo>
                    <a:pt x="2195" y="16679"/>
                  </a:lnTo>
                  <a:lnTo>
                    <a:pt x="797" y="20867"/>
                  </a:lnTo>
                  <a:lnTo>
                    <a:pt x="88" y="25224"/>
                  </a:lnTo>
                  <a:lnTo>
                    <a:pt x="0" y="27432"/>
                  </a:lnTo>
                  <a:lnTo>
                    <a:pt x="0" y="164500"/>
                  </a:lnTo>
                  <a:lnTo>
                    <a:pt x="88" y="162293"/>
                  </a:lnTo>
                  <a:lnTo>
                    <a:pt x="88" y="166707"/>
                  </a:lnTo>
                  <a:lnTo>
                    <a:pt x="797" y="171065"/>
                  </a:lnTo>
                  <a:lnTo>
                    <a:pt x="2195" y="175252"/>
                  </a:lnTo>
                  <a:lnTo>
                    <a:pt x="4246" y="179162"/>
                  </a:lnTo>
                  <a:lnTo>
                    <a:pt x="6898" y="182691"/>
                  </a:lnTo>
                  <a:lnTo>
                    <a:pt x="10082" y="185749"/>
                  </a:lnTo>
                  <a:lnTo>
                    <a:pt x="13716" y="188257"/>
                  </a:lnTo>
                  <a:lnTo>
                    <a:pt x="17704" y="190149"/>
                  </a:lnTo>
                  <a:lnTo>
                    <a:pt x="21944" y="191378"/>
                  </a:lnTo>
                  <a:lnTo>
                    <a:pt x="26327" y="19191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6775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68" name="tx3968"/>
            <p:cNvSpPr/>
            <p:nvPr/>
          </p:nvSpPr>
          <p:spPr>
            <a:xfrm>
              <a:off x="2337668" y="4806142"/>
              <a:ext cx="467075" cy="10049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3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3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W1_TX</a:t>
              </a:r>
            </a:p>
          </p:txBody>
        </p:sp>
        <p:sp>
          <p:nvSpPr>
            <p:cNvPr id="3969" name="pg3969"/>
            <p:cNvSpPr/>
            <p:nvPr/>
          </p:nvSpPr>
          <p:spPr>
            <a:xfrm>
              <a:off x="2960932" y="4613827"/>
              <a:ext cx="550834" cy="191932"/>
            </a:xfrm>
            <a:custGeom>
              <a:avLst/>
              <a:pathLst>
                <a:path w="550834" h="191932">
                  <a:moveTo>
                    <a:pt x="27431" y="191932"/>
                  </a:moveTo>
                  <a:lnTo>
                    <a:pt x="523402" y="191932"/>
                  </a:lnTo>
                  <a:lnTo>
                    <a:pt x="522297" y="191910"/>
                  </a:lnTo>
                  <a:lnTo>
                    <a:pt x="526709" y="191732"/>
                  </a:lnTo>
                  <a:lnTo>
                    <a:pt x="531034" y="190849"/>
                  </a:lnTo>
                  <a:lnTo>
                    <a:pt x="535162" y="189284"/>
                  </a:lnTo>
                  <a:lnTo>
                    <a:pt x="538985" y="187076"/>
                  </a:lnTo>
                  <a:lnTo>
                    <a:pt x="542405" y="184284"/>
                  </a:lnTo>
                  <a:lnTo>
                    <a:pt x="545332" y="180980"/>
                  </a:lnTo>
                  <a:lnTo>
                    <a:pt x="547692" y="177248"/>
                  </a:lnTo>
                  <a:lnTo>
                    <a:pt x="549422" y="173187"/>
                  </a:lnTo>
                  <a:lnTo>
                    <a:pt x="550479" y="168900"/>
                  </a:lnTo>
                  <a:lnTo>
                    <a:pt x="550834" y="164500"/>
                  </a:lnTo>
                  <a:lnTo>
                    <a:pt x="550834" y="27432"/>
                  </a:lnTo>
                  <a:lnTo>
                    <a:pt x="550479" y="23031"/>
                  </a:lnTo>
                  <a:lnTo>
                    <a:pt x="549422" y="18745"/>
                  </a:lnTo>
                  <a:lnTo>
                    <a:pt x="547692" y="14683"/>
                  </a:lnTo>
                  <a:lnTo>
                    <a:pt x="545332" y="10952"/>
                  </a:lnTo>
                  <a:lnTo>
                    <a:pt x="542405" y="7647"/>
                  </a:lnTo>
                  <a:lnTo>
                    <a:pt x="538985" y="4855"/>
                  </a:lnTo>
                  <a:lnTo>
                    <a:pt x="535162" y="2648"/>
                  </a:lnTo>
                  <a:lnTo>
                    <a:pt x="531034" y="1083"/>
                  </a:lnTo>
                  <a:lnTo>
                    <a:pt x="526709" y="200"/>
                  </a:lnTo>
                  <a:lnTo>
                    <a:pt x="523402" y="0"/>
                  </a:lnTo>
                  <a:lnTo>
                    <a:pt x="27431" y="0"/>
                  </a:lnTo>
                  <a:lnTo>
                    <a:pt x="30738" y="200"/>
                  </a:lnTo>
                  <a:lnTo>
                    <a:pt x="26327" y="22"/>
                  </a:lnTo>
                  <a:lnTo>
                    <a:pt x="21944" y="554"/>
                  </a:lnTo>
                  <a:lnTo>
                    <a:pt x="17704" y="1782"/>
                  </a:lnTo>
                  <a:lnTo>
                    <a:pt x="13715" y="3675"/>
                  </a:lnTo>
                  <a:lnTo>
                    <a:pt x="10082" y="6183"/>
                  </a:lnTo>
                  <a:lnTo>
                    <a:pt x="6898" y="9241"/>
                  </a:lnTo>
                  <a:lnTo>
                    <a:pt x="4246" y="12770"/>
                  </a:lnTo>
                  <a:lnTo>
                    <a:pt x="2195" y="16679"/>
                  </a:lnTo>
                  <a:lnTo>
                    <a:pt x="797" y="20867"/>
                  </a:lnTo>
                  <a:lnTo>
                    <a:pt x="88" y="25224"/>
                  </a:lnTo>
                  <a:lnTo>
                    <a:pt x="0" y="27432"/>
                  </a:lnTo>
                  <a:lnTo>
                    <a:pt x="0" y="164500"/>
                  </a:lnTo>
                  <a:lnTo>
                    <a:pt x="88" y="162293"/>
                  </a:lnTo>
                  <a:lnTo>
                    <a:pt x="88" y="166707"/>
                  </a:lnTo>
                  <a:lnTo>
                    <a:pt x="797" y="171065"/>
                  </a:lnTo>
                  <a:lnTo>
                    <a:pt x="2195" y="175252"/>
                  </a:lnTo>
                  <a:lnTo>
                    <a:pt x="4246" y="179162"/>
                  </a:lnTo>
                  <a:lnTo>
                    <a:pt x="6898" y="182691"/>
                  </a:lnTo>
                  <a:lnTo>
                    <a:pt x="10082" y="185749"/>
                  </a:lnTo>
                  <a:lnTo>
                    <a:pt x="13715" y="188257"/>
                  </a:lnTo>
                  <a:lnTo>
                    <a:pt x="17704" y="190149"/>
                  </a:lnTo>
                  <a:lnTo>
                    <a:pt x="21944" y="191378"/>
                  </a:lnTo>
                  <a:lnTo>
                    <a:pt x="26327" y="19191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6775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70" name="tx3970"/>
            <p:cNvSpPr/>
            <p:nvPr/>
          </p:nvSpPr>
          <p:spPr>
            <a:xfrm>
              <a:off x="3006652" y="4659547"/>
              <a:ext cx="459394" cy="10049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3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3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W2_LA</a:t>
              </a:r>
            </a:p>
          </p:txBody>
        </p:sp>
        <p:sp>
          <p:nvSpPr>
            <p:cNvPr id="3971" name="pg3971"/>
            <p:cNvSpPr/>
            <p:nvPr/>
          </p:nvSpPr>
          <p:spPr>
            <a:xfrm>
              <a:off x="3970498" y="4460372"/>
              <a:ext cx="542970" cy="191932"/>
            </a:xfrm>
            <a:custGeom>
              <a:avLst/>
              <a:pathLst>
                <a:path w="542970" h="191932">
                  <a:moveTo>
                    <a:pt x="27432" y="191932"/>
                  </a:moveTo>
                  <a:lnTo>
                    <a:pt x="515538" y="191932"/>
                  </a:lnTo>
                  <a:lnTo>
                    <a:pt x="514434" y="191910"/>
                  </a:lnTo>
                  <a:lnTo>
                    <a:pt x="518845" y="191732"/>
                  </a:lnTo>
                  <a:lnTo>
                    <a:pt x="523170" y="190849"/>
                  </a:lnTo>
                  <a:lnTo>
                    <a:pt x="527298" y="189284"/>
                  </a:lnTo>
                  <a:lnTo>
                    <a:pt x="531121" y="187076"/>
                  </a:lnTo>
                  <a:lnTo>
                    <a:pt x="534541" y="184284"/>
                  </a:lnTo>
                  <a:lnTo>
                    <a:pt x="537469" y="180980"/>
                  </a:lnTo>
                  <a:lnTo>
                    <a:pt x="539828" y="177248"/>
                  </a:lnTo>
                  <a:lnTo>
                    <a:pt x="541558" y="173187"/>
                  </a:lnTo>
                  <a:lnTo>
                    <a:pt x="542615" y="168900"/>
                  </a:lnTo>
                  <a:lnTo>
                    <a:pt x="542970" y="164500"/>
                  </a:lnTo>
                  <a:lnTo>
                    <a:pt x="542970" y="27431"/>
                  </a:lnTo>
                  <a:lnTo>
                    <a:pt x="542615" y="23031"/>
                  </a:lnTo>
                  <a:lnTo>
                    <a:pt x="541558" y="18745"/>
                  </a:lnTo>
                  <a:lnTo>
                    <a:pt x="539828" y="14683"/>
                  </a:lnTo>
                  <a:lnTo>
                    <a:pt x="537469" y="10952"/>
                  </a:lnTo>
                  <a:lnTo>
                    <a:pt x="534541" y="7647"/>
                  </a:lnTo>
                  <a:lnTo>
                    <a:pt x="531121" y="4855"/>
                  </a:lnTo>
                  <a:lnTo>
                    <a:pt x="527298" y="2648"/>
                  </a:lnTo>
                  <a:lnTo>
                    <a:pt x="523170" y="1083"/>
                  </a:lnTo>
                  <a:lnTo>
                    <a:pt x="518845" y="200"/>
                  </a:lnTo>
                  <a:lnTo>
                    <a:pt x="515538" y="0"/>
                  </a:lnTo>
                  <a:lnTo>
                    <a:pt x="27432" y="0"/>
                  </a:lnTo>
                  <a:lnTo>
                    <a:pt x="30738" y="200"/>
                  </a:lnTo>
                  <a:lnTo>
                    <a:pt x="26327" y="22"/>
                  </a:lnTo>
                  <a:lnTo>
                    <a:pt x="21944" y="554"/>
                  </a:lnTo>
                  <a:lnTo>
                    <a:pt x="17704" y="1782"/>
                  </a:lnTo>
                  <a:lnTo>
                    <a:pt x="13716" y="3675"/>
                  </a:lnTo>
                  <a:lnTo>
                    <a:pt x="10082" y="6183"/>
                  </a:lnTo>
                  <a:lnTo>
                    <a:pt x="6898" y="9241"/>
                  </a:lnTo>
                  <a:lnTo>
                    <a:pt x="4246" y="12770"/>
                  </a:lnTo>
                  <a:lnTo>
                    <a:pt x="2195" y="16679"/>
                  </a:lnTo>
                  <a:lnTo>
                    <a:pt x="797" y="20867"/>
                  </a:lnTo>
                  <a:lnTo>
                    <a:pt x="88" y="25224"/>
                  </a:lnTo>
                  <a:lnTo>
                    <a:pt x="0" y="27431"/>
                  </a:lnTo>
                  <a:lnTo>
                    <a:pt x="0" y="164500"/>
                  </a:lnTo>
                  <a:lnTo>
                    <a:pt x="88" y="162293"/>
                  </a:lnTo>
                  <a:lnTo>
                    <a:pt x="88" y="166707"/>
                  </a:lnTo>
                  <a:lnTo>
                    <a:pt x="797" y="171065"/>
                  </a:lnTo>
                  <a:lnTo>
                    <a:pt x="2195" y="175252"/>
                  </a:lnTo>
                  <a:lnTo>
                    <a:pt x="4246" y="179162"/>
                  </a:lnTo>
                  <a:lnTo>
                    <a:pt x="6898" y="182691"/>
                  </a:lnTo>
                  <a:lnTo>
                    <a:pt x="10082" y="185749"/>
                  </a:lnTo>
                  <a:lnTo>
                    <a:pt x="13716" y="188257"/>
                  </a:lnTo>
                  <a:lnTo>
                    <a:pt x="17704" y="190149"/>
                  </a:lnTo>
                  <a:lnTo>
                    <a:pt x="21944" y="191378"/>
                  </a:lnTo>
                  <a:lnTo>
                    <a:pt x="26327" y="19191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6775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72" name="tx3972"/>
            <p:cNvSpPr/>
            <p:nvPr/>
          </p:nvSpPr>
          <p:spPr>
            <a:xfrm>
              <a:off x="4016218" y="4506092"/>
              <a:ext cx="451530" cy="10049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3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3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W3_FL</a:t>
              </a:r>
            </a:p>
          </p:txBody>
        </p:sp>
        <p:sp>
          <p:nvSpPr>
            <p:cNvPr id="3973" name="pg3973"/>
            <p:cNvSpPr/>
            <p:nvPr/>
          </p:nvSpPr>
          <p:spPr>
            <a:xfrm>
              <a:off x="4923878" y="2954124"/>
              <a:ext cx="581741" cy="191932"/>
            </a:xfrm>
            <a:custGeom>
              <a:avLst/>
              <a:pathLst>
                <a:path w="581741" h="191932">
                  <a:moveTo>
                    <a:pt x="27432" y="191932"/>
                  </a:moveTo>
                  <a:lnTo>
                    <a:pt x="554309" y="191932"/>
                  </a:lnTo>
                  <a:lnTo>
                    <a:pt x="553204" y="191910"/>
                  </a:lnTo>
                  <a:lnTo>
                    <a:pt x="557615" y="191732"/>
                  </a:lnTo>
                  <a:lnTo>
                    <a:pt x="561941" y="190849"/>
                  </a:lnTo>
                  <a:lnTo>
                    <a:pt x="566069" y="189284"/>
                  </a:lnTo>
                  <a:lnTo>
                    <a:pt x="569892" y="187076"/>
                  </a:lnTo>
                  <a:lnTo>
                    <a:pt x="573312" y="184284"/>
                  </a:lnTo>
                  <a:lnTo>
                    <a:pt x="576239" y="180980"/>
                  </a:lnTo>
                  <a:lnTo>
                    <a:pt x="578599" y="177248"/>
                  </a:lnTo>
                  <a:lnTo>
                    <a:pt x="580329" y="173187"/>
                  </a:lnTo>
                  <a:lnTo>
                    <a:pt x="581386" y="168900"/>
                  </a:lnTo>
                  <a:lnTo>
                    <a:pt x="581741" y="164500"/>
                  </a:lnTo>
                  <a:lnTo>
                    <a:pt x="581741" y="27432"/>
                  </a:lnTo>
                  <a:lnTo>
                    <a:pt x="581386" y="23031"/>
                  </a:lnTo>
                  <a:lnTo>
                    <a:pt x="580329" y="18745"/>
                  </a:lnTo>
                  <a:lnTo>
                    <a:pt x="578599" y="14683"/>
                  </a:lnTo>
                  <a:lnTo>
                    <a:pt x="576239" y="10952"/>
                  </a:lnTo>
                  <a:lnTo>
                    <a:pt x="573312" y="7647"/>
                  </a:lnTo>
                  <a:lnTo>
                    <a:pt x="569892" y="4855"/>
                  </a:lnTo>
                  <a:lnTo>
                    <a:pt x="566069" y="2648"/>
                  </a:lnTo>
                  <a:lnTo>
                    <a:pt x="561941" y="1083"/>
                  </a:lnTo>
                  <a:lnTo>
                    <a:pt x="557615" y="200"/>
                  </a:lnTo>
                  <a:lnTo>
                    <a:pt x="554309" y="0"/>
                  </a:lnTo>
                  <a:lnTo>
                    <a:pt x="27432" y="0"/>
                  </a:lnTo>
                  <a:lnTo>
                    <a:pt x="30738" y="200"/>
                  </a:lnTo>
                  <a:lnTo>
                    <a:pt x="26327" y="22"/>
                  </a:lnTo>
                  <a:lnTo>
                    <a:pt x="21944" y="554"/>
                  </a:lnTo>
                  <a:lnTo>
                    <a:pt x="17704" y="1782"/>
                  </a:lnTo>
                  <a:lnTo>
                    <a:pt x="13715" y="3675"/>
                  </a:lnTo>
                  <a:lnTo>
                    <a:pt x="10082" y="6183"/>
                  </a:lnTo>
                  <a:lnTo>
                    <a:pt x="6898" y="9241"/>
                  </a:lnTo>
                  <a:lnTo>
                    <a:pt x="4246" y="12770"/>
                  </a:lnTo>
                  <a:lnTo>
                    <a:pt x="2195" y="16679"/>
                  </a:lnTo>
                  <a:lnTo>
                    <a:pt x="797" y="20867"/>
                  </a:lnTo>
                  <a:lnTo>
                    <a:pt x="88" y="25224"/>
                  </a:lnTo>
                  <a:lnTo>
                    <a:pt x="0" y="27432"/>
                  </a:lnTo>
                  <a:lnTo>
                    <a:pt x="0" y="164500"/>
                  </a:lnTo>
                  <a:lnTo>
                    <a:pt x="88" y="162293"/>
                  </a:lnTo>
                  <a:lnTo>
                    <a:pt x="88" y="166707"/>
                  </a:lnTo>
                  <a:lnTo>
                    <a:pt x="797" y="171065"/>
                  </a:lnTo>
                  <a:lnTo>
                    <a:pt x="2195" y="175252"/>
                  </a:lnTo>
                  <a:lnTo>
                    <a:pt x="4246" y="179162"/>
                  </a:lnTo>
                  <a:lnTo>
                    <a:pt x="6898" y="182691"/>
                  </a:lnTo>
                  <a:lnTo>
                    <a:pt x="10082" y="185749"/>
                  </a:lnTo>
                  <a:lnTo>
                    <a:pt x="13715" y="188257"/>
                  </a:lnTo>
                  <a:lnTo>
                    <a:pt x="17704" y="190149"/>
                  </a:lnTo>
                  <a:lnTo>
                    <a:pt x="21944" y="191378"/>
                  </a:lnTo>
                  <a:lnTo>
                    <a:pt x="26327" y="19191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6775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74" name="tx3974"/>
            <p:cNvSpPr/>
            <p:nvPr/>
          </p:nvSpPr>
          <p:spPr>
            <a:xfrm>
              <a:off x="4969598" y="2999844"/>
              <a:ext cx="490301" cy="10049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3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3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W5_NH</a:t>
              </a:r>
            </a:p>
          </p:txBody>
        </p:sp>
        <p:sp>
          <p:nvSpPr>
            <p:cNvPr id="3975" name="pg3975"/>
            <p:cNvSpPr/>
            <p:nvPr/>
          </p:nvSpPr>
          <p:spPr>
            <a:xfrm>
              <a:off x="5285435" y="2670591"/>
              <a:ext cx="589605" cy="191932"/>
            </a:xfrm>
            <a:custGeom>
              <a:avLst/>
              <a:pathLst>
                <a:path w="589605" h="191932">
                  <a:moveTo>
                    <a:pt x="27432" y="191932"/>
                  </a:moveTo>
                  <a:lnTo>
                    <a:pt x="562173" y="191932"/>
                  </a:lnTo>
                  <a:lnTo>
                    <a:pt x="561068" y="191910"/>
                  </a:lnTo>
                  <a:lnTo>
                    <a:pt x="565479" y="191732"/>
                  </a:lnTo>
                  <a:lnTo>
                    <a:pt x="569805" y="190849"/>
                  </a:lnTo>
                  <a:lnTo>
                    <a:pt x="573933" y="189284"/>
                  </a:lnTo>
                  <a:lnTo>
                    <a:pt x="577756" y="187076"/>
                  </a:lnTo>
                  <a:lnTo>
                    <a:pt x="581175" y="184284"/>
                  </a:lnTo>
                  <a:lnTo>
                    <a:pt x="584103" y="180980"/>
                  </a:lnTo>
                  <a:lnTo>
                    <a:pt x="586462" y="177248"/>
                  </a:lnTo>
                  <a:lnTo>
                    <a:pt x="588193" y="173187"/>
                  </a:lnTo>
                  <a:lnTo>
                    <a:pt x="589249" y="168900"/>
                  </a:lnTo>
                  <a:lnTo>
                    <a:pt x="589605" y="164500"/>
                  </a:lnTo>
                  <a:lnTo>
                    <a:pt x="589605" y="27432"/>
                  </a:lnTo>
                  <a:lnTo>
                    <a:pt x="589249" y="23031"/>
                  </a:lnTo>
                  <a:lnTo>
                    <a:pt x="588193" y="18745"/>
                  </a:lnTo>
                  <a:lnTo>
                    <a:pt x="586462" y="14683"/>
                  </a:lnTo>
                  <a:lnTo>
                    <a:pt x="584103" y="10952"/>
                  </a:lnTo>
                  <a:lnTo>
                    <a:pt x="581175" y="7647"/>
                  </a:lnTo>
                  <a:lnTo>
                    <a:pt x="577756" y="4855"/>
                  </a:lnTo>
                  <a:lnTo>
                    <a:pt x="573933" y="2648"/>
                  </a:lnTo>
                  <a:lnTo>
                    <a:pt x="569805" y="1083"/>
                  </a:lnTo>
                  <a:lnTo>
                    <a:pt x="565479" y="200"/>
                  </a:lnTo>
                  <a:lnTo>
                    <a:pt x="562173" y="0"/>
                  </a:lnTo>
                  <a:lnTo>
                    <a:pt x="27432" y="0"/>
                  </a:lnTo>
                  <a:lnTo>
                    <a:pt x="30738" y="200"/>
                  </a:lnTo>
                  <a:lnTo>
                    <a:pt x="26327" y="22"/>
                  </a:lnTo>
                  <a:lnTo>
                    <a:pt x="21944" y="554"/>
                  </a:lnTo>
                  <a:lnTo>
                    <a:pt x="17704" y="1782"/>
                  </a:lnTo>
                  <a:lnTo>
                    <a:pt x="13716" y="3675"/>
                  </a:lnTo>
                  <a:lnTo>
                    <a:pt x="10082" y="6183"/>
                  </a:lnTo>
                  <a:lnTo>
                    <a:pt x="6898" y="9241"/>
                  </a:lnTo>
                  <a:lnTo>
                    <a:pt x="4246" y="12770"/>
                  </a:lnTo>
                  <a:lnTo>
                    <a:pt x="2195" y="16679"/>
                  </a:lnTo>
                  <a:lnTo>
                    <a:pt x="797" y="20867"/>
                  </a:lnTo>
                  <a:lnTo>
                    <a:pt x="88" y="25224"/>
                  </a:lnTo>
                  <a:lnTo>
                    <a:pt x="0" y="27432"/>
                  </a:lnTo>
                  <a:lnTo>
                    <a:pt x="0" y="164500"/>
                  </a:lnTo>
                  <a:lnTo>
                    <a:pt x="88" y="162293"/>
                  </a:lnTo>
                  <a:lnTo>
                    <a:pt x="88" y="166707"/>
                  </a:lnTo>
                  <a:lnTo>
                    <a:pt x="797" y="171065"/>
                  </a:lnTo>
                  <a:lnTo>
                    <a:pt x="2195" y="175252"/>
                  </a:lnTo>
                  <a:lnTo>
                    <a:pt x="4246" y="179162"/>
                  </a:lnTo>
                  <a:lnTo>
                    <a:pt x="6898" y="182691"/>
                  </a:lnTo>
                  <a:lnTo>
                    <a:pt x="10082" y="185749"/>
                  </a:lnTo>
                  <a:lnTo>
                    <a:pt x="13716" y="188257"/>
                  </a:lnTo>
                  <a:lnTo>
                    <a:pt x="17704" y="190149"/>
                  </a:lnTo>
                  <a:lnTo>
                    <a:pt x="21944" y="191378"/>
                  </a:lnTo>
                  <a:lnTo>
                    <a:pt x="26327" y="19191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6775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76" name="tx3976"/>
            <p:cNvSpPr/>
            <p:nvPr/>
          </p:nvSpPr>
          <p:spPr>
            <a:xfrm>
              <a:off x="5331155" y="2716311"/>
              <a:ext cx="498165" cy="10049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3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3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W6_ME</a:t>
              </a:r>
            </a:p>
          </p:txBody>
        </p:sp>
        <p:sp>
          <p:nvSpPr>
            <p:cNvPr id="3977" name="rc3977"/>
            <p:cNvSpPr/>
            <p:nvPr/>
          </p:nvSpPr>
          <p:spPr>
            <a:xfrm>
              <a:off x="2201917" y="2354586"/>
              <a:ext cx="4342247" cy="3366361"/>
            </a:xfrm>
            <a:prstGeom prst="rect">
              <a:avLst/>
            </a:prstGeom>
            <a:ln w="13550" cap="rnd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78" name="tx3978"/>
            <p:cNvSpPr/>
            <p:nvPr/>
          </p:nvSpPr>
          <p:spPr>
            <a:xfrm>
              <a:off x="1889564" y="5366840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25</a:t>
              </a:r>
            </a:p>
          </p:txBody>
        </p:sp>
        <p:sp>
          <p:nvSpPr>
            <p:cNvPr id="3979" name="tx3979"/>
            <p:cNvSpPr/>
            <p:nvPr/>
          </p:nvSpPr>
          <p:spPr>
            <a:xfrm>
              <a:off x="2013922" y="5348460"/>
              <a:ext cx="44714" cy="9848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Symbol"/>
                  <a:cs typeface="Symbol"/>
                </a:rPr>
                <a:t>°</a:t>
              </a:r>
            </a:p>
          </p:txBody>
        </p:sp>
        <p:sp>
          <p:nvSpPr>
            <p:cNvPr id="3980" name="tx3980"/>
            <p:cNvSpPr/>
            <p:nvPr/>
          </p:nvSpPr>
          <p:spPr>
            <a:xfrm>
              <a:off x="2058636" y="5366840"/>
              <a:ext cx="80650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N</a:t>
              </a:r>
            </a:p>
          </p:txBody>
        </p:sp>
        <p:sp>
          <p:nvSpPr>
            <p:cNvPr id="3981" name="tx3981"/>
            <p:cNvSpPr/>
            <p:nvPr/>
          </p:nvSpPr>
          <p:spPr>
            <a:xfrm>
              <a:off x="1889564" y="4716468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30</a:t>
              </a:r>
            </a:p>
          </p:txBody>
        </p:sp>
        <p:sp>
          <p:nvSpPr>
            <p:cNvPr id="3982" name="tx3982"/>
            <p:cNvSpPr/>
            <p:nvPr/>
          </p:nvSpPr>
          <p:spPr>
            <a:xfrm>
              <a:off x="2013922" y="4698089"/>
              <a:ext cx="44714" cy="9848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Symbol"/>
                  <a:cs typeface="Symbol"/>
                </a:rPr>
                <a:t>°</a:t>
              </a:r>
            </a:p>
          </p:txBody>
        </p:sp>
        <p:sp>
          <p:nvSpPr>
            <p:cNvPr id="3983" name="tx3983"/>
            <p:cNvSpPr/>
            <p:nvPr/>
          </p:nvSpPr>
          <p:spPr>
            <a:xfrm>
              <a:off x="2058636" y="4716468"/>
              <a:ext cx="80650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N</a:t>
              </a:r>
            </a:p>
          </p:txBody>
        </p:sp>
        <p:sp>
          <p:nvSpPr>
            <p:cNvPr id="3984" name="tx3984"/>
            <p:cNvSpPr/>
            <p:nvPr/>
          </p:nvSpPr>
          <p:spPr>
            <a:xfrm>
              <a:off x="1889564" y="4066188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35</a:t>
              </a:r>
            </a:p>
          </p:txBody>
        </p:sp>
        <p:sp>
          <p:nvSpPr>
            <p:cNvPr id="3985" name="tx3985"/>
            <p:cNvSpPr/>
            <p:nvPr/>
          </p:nvSpPr>
          <p:spPr>
            <a:xfrm>
              <a:off x="2013922" y="4047809"/>
              <a:ext cx="44714" cy="9848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Symbol"/>
                  <a:cs typeface="Symbol"/>
                </a:rPr>
                <a:t>°</a:t>
              </a:r>
            </a:p>
          </p:txBody>
        </p:sp>
        <p:sp>
          <p:nvSpPr>
            <p:cNvPr id="3986" name="tx3986"/>
            <p:cNvSpPr/>
            <p:nvPr/>
          </p:nvSpPr>
          <p:spPr>
            <a:xfrm>
              <a:off x="2058636" y="4066188"/>
              <a:ext cx="80650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N</a:t>
              </a:r>
            </a:p>
          </p:txBody>
        </p:sp>
        <p:sp>
          <p:nvSpPr>
            <p:cNvPr id="3987" name="tx3987"/>
            <p:cNvSpPr/>
            <p:nvPr/>
          </p:nvSpPr>
          <p:spPr>
            <a:xfrm>
              <a:off x="1889564" y="3415908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40</a:t>
              </a:r>
            </a:p>
          </p:txBody>
        </p:sp>
        <p:sp>
          <p:nvSpPr>
            <p:cNvPr id="3988" name="tx3988"/>
            <p:cNvSpPr/>
            <p:nvPr/>
          </p:nvSpPr>
          <p:spPr>
            <a:xfrm>
              <a:off x="2013922" y="3397529"/>
              <a:ext cx="44714" cy="9848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Symbol"/>
                  <a:cs typeface="Symbol"/>
                </a:rPr>
                <a:t>°</a:t>
              </a:r>
            </a:p>
          </p:txBody>
        </p:sp>
        <p:sp>
          <p:nvSpPr>
            <p:cNvPr id="3989" name="tx3989"/>
            <p:cNvSpPr/>
            <p:nvPr/>
          </p:nvSpPr>
          <p:spPr>
            <a:xfrm>
              <a:off x="2058636" y="3415908"/>
              <a:ext cx="80650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N</a:t>
              </a:r>
            </a:p>
          </p:txBody>
        </p:sp>
        <p:sp>
          <p:nvSpPr>
            <p:cNvPr id="3990" name="tx3990"/>
            <p:cNvSpPr/>
            <p:nvPr/>
          </p:nvSpPr>
          <p:spPr>
            <a:xfrm>
              <a:off x="1889564" y="2765720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45</a:t>
              </a:r>
            </a:p>
          </p:txBody>
        </p:sp>
        <p:sp>
          <p:nvSpPr>
            <p:cNvPr id="3991" name="tx3991"/>
            <p:cNvSpPr/>
            <p:nvPr/>
          </p:nvSpPr>
          <p:spPr>
            <a:xfrm>
              <a:off x="2013922" y="2747340"/>
              <a:ext cx="44714" cy="9848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Symbol"/>
                  <a:cs typeface="Symbol"/>
                </a:rPr>
                <a:t>°</a:t>
              </a:r>
            </a:p>
          </p:txBody>
        </p:sp>
        <p:sp>
          <p:nvSpPr>
            <p:cNvPr id="3992" name="tx3992"/>
            <p:cNvSpPr/>
            <p:nvPr/>
          </p:nvSpPr>
          <p:spPr>
            <a:xfrm>
              <a:off x="2058636" y="2765720"/>
              <a:ext cx="80650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N</a:t>
              </a:r>
            </a:p>
          </p:txBody>
        </p:sp>
        <p:sp>
          <p:nvSpPr>
            <p:cNvPr id="3993" name="pl3993"/>
            <p:cNvSpPr/>
            <p:nvPr/>
          </p:nvSpPr>
          <p:spPr>
            <a:xfrm>
              <a:off x="2167122" y="5407850"/>
              <a:ext cx="34794" cy="0"/>
            </a:xfrm>
            <a:custGeom>
              <a:avLst/>
              <a:pathLst>
                <a:path w="34794" h="0">
                  <a:moveTo>
                    <a:pt x="0" y="0"/>
                  </a:moveTo>
                  <a:lnTo>
                    <a:pt x="34794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94" name="pl3994"/>
            <p:cNvSpPr/>
            <p:nvPr/>
          </p:nvSpPr>
          <p:spPr>
            <a:xfrm>
              <a:off x="2167122" y="4757570"/>
              <a:ext cx="34794" cy="0"/>
            </a:xfrm>
            <a:custGeom>
              <a:avLst/>
              <a:pathLst>
                <a:path w="34794" h="0">
                  <a:moveTo>
                    <a:pt x="0" y="0"/>
                  </a:moveTo>
                  <a:lnTo>
                    <a:pt x="34794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95" name="pl3995"/>
            <p:cNvSpPr/>
            <p:nvPr/>
          </p:nvSpPr>
          <p:spPr>
            <a:xfrm>
              <a:off x="2167122" y="4107291"/>
              <a:ext cx="34794" cy="0"/>
            </a:xfrm>
            <a:custGeom>
              <a:avLst/>
              <a:pathLst>
                <a:path w="34794" h="0">
                  <a:moveTo>
                    <a:pt x="0" y="0"/>
                  </a:moveTo>
                  <a:lnTo>
                    <a:pt x="34794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96" name="pl3996"/>
            <p:cNvSpPr/>
            <p:nvPr/>
          </p:nvSpPr>
          <p:spPr>
            <a:xfrm>
              <a:off x="2167122" y="3457011"/>
              <a:ext cx="34794" cy="0"/>
            </a:xfrm>
            <a:custGeom>
              <a:avLst/>
              <a:pathLst>
                <a:path w="34794" h="0">
                  <a:moveTo>
                    <a:pt x="0" y="0"/>
                  </a:moveTo>
                  <a:lnTo>
                    <a:pt x="34794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97" name="pl3997"/>
            <p:cNvSpPr/>
            <p:nvPr/>
          </p:nvSpPr>
          <p:spPr>
            <a:xfrm>
              <a:off x="2167122" y="2806731"/>
              <a:ext cx="34794" cy="0"/>
            </a:xfrm>
            <a:custGeom>
              <a:avLst/>
              <a:pathLst>
                <a:path w="34794" h="0">
                  <a:moveTo>
                    <a:pt x="0" y="0"/>
                  </a:moveTo>
                  <a:lnTo>
                    <a:pt x="34794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98" name="pl3998"/>
            <p:cNvSpPr/>
            <p:nvPr/>
          </p:nvSpPr>
          <p:spPr>
            <a:xfrm>
              <a:off x="2610961" y="5720948"/>
              <a:ext cx="0" cy="34794"/>
            </a:xfrm>
            <a:custGeom>
              <a:avLst/>
              <a:pathLst>
                <a:path w="0" h="34794">
                  <a:moveTo>
                    <a:pt x="0" y="34794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99" name="pl3999"/>
            <p:cNvSpPr/>
            <p:nvPr/>
          </p:nvSpPr>
          <p:spPr>
            <a:xfrm>
              <a:off x="3140137" y="5720948"/>
              <a:ext cx="0" cy="34794"/>
            </a:xfrm>
            <a:custGeom>
              <a:avLst/>
              <a:pathLst>
                <a:path w="0" h="34794">
                  <a:moveTo>
                    <a:pt x="0" y="34794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00" name="pl4000"/>
            <p:cNvSpPr/>
            <p:nvPr/>
          </p:nvSpPr>
          <p:spPr>
            <a:xfrm>
              <a:off x="3669312" y="5720948"/>
              <a:ext cx="0" cy="34794"/>
            </a:xfrm>
            <a:custGeom>
              <a:avLst/>
              <a:pathLst>
                <a:path w="0" h="34794">
                  <a:moveTo>
                    <a:pt x="0" y="34794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01" name="pl4001"/>
            <p:cNvSpPr/>
            <p:nvPr/>
          </p:nvSpPr>
          <p:spPr>
            <a:xfrm>
              <a:off x="4198487" y="5720948"/>
              <a:ext cx="0" cy="34794"/>
            </a:xfrm>
            <a:custGeom>
              <a:avLst/>
              <a:pathLst>
                <a:path w="0" h="34794">
                  <a:moveTo>
                    <a:pt x="0" y="34794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02" name="pl4002"/>
            <p:cNvSpPr/>
            <p:nvPr/>
          </p:nvSpPr>
          <p:spPr>
            <a:xfrm>
              <a:off x="4727662" y="5720948"/>
              <a:ext cx="0" cy="34794"/>
            </a:xfrm>
            <a:custGeom>
              <a:avLst/>
              <a:pathLst>
                <a:path w="0" h="34794">
                  <a:moveTo>
                    <a:pt x="0" y="34794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03" name="pl4003"/>
            <p:cNvSpPr/>
            <p:nvPr/>
          </p:nvSpPr>
          <p:spPr>
            <a:xfrm>
              <a:off x="5256837" y="5720948"/>
              <a:ext cx="0" cy="34794"/>
            </a:xfrm>
            <a:custGeom>
              <a:avLst/>
              <a:pathLst>
                <a:path w="0" h="34794">
                  <a:moveTo>
                    <a:pt x="0" y="34794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04" name="pl4004"/>
            <p:cNvSpPr/>
            <p:nvPr/>
          </p:nvSpPr>
          <p:spPr>
            <a:xfrm>
              <a:off x="5786012" y="5720948"/>
              <a:ext cx="0" cy="34794"/>
            </a:xfrm>
            <a:custGeom>
              <a:avLst/>
              <a:pathLst>
                <a:path w="0" h="34794">
                  <a:moveTo>
                    <a:pt x="0" y="34794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05" name="pl4005"/>
            <p:cNvSpPr/>
            <p:nvPr/>
          </p:nvSpPr>
          <p:spPr>
            <a:xfrm>
              <a:off x="6315187" y="5720948"/>
              <a:ext cx="0" cy="34794"/>
            </a:xfrm>
            <a:custGeom>
              <a:avLst/>
              <a:pathLst>
                <a:path w="0" h="34794">
                  <a:moveTo>
                    <a:pt x="0" y="34794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06" name="tx4006"/>
            <p:cNvSpPr/>
            <p:nvPr/>
          </p:nvSpPr>
          <p:spPr>
            <a:xfrm>
              <a:off x="2442620" y="5783578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100</a:t>
              </a:r>
            </a:p>
          </p:txBody>
        </p:sp>
        <p:sp>
          <p:nvSpPr>
            <p:cNvPr id="4007" name="tx4007"/>
            <p:cNvSpPr/>
            <p:nvPr/>
          </p:nvSpPr>
          <p:spPr>
            <a:xfrm>
              <a:off x="2629158" y="5765198"/>
              <a:ext cx="44714" cy="9848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Symbol"/>
                  <a:cs typeface="Symbol"/>
                </a:rPr>
                <a:t>°</a:t>
              </a:r>
            </a:p>
          </p:txBody>
        </p:sp>
        <p:sp>
          <p:nvSpPr>
            <p:cNvPr id="4008" name="tx4008"/>
            <p:cNvSpPr/>
            <p:nvPr/>
          </p:nvSpPr>
          <p:spPr>
            <a:xfrm>
              <a:off x="2673872" y="5783578"/>
              <a:ext cx="105430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W</a:t>
              </a:r>
            </a:p>
          </p:txBody>
        </p:sp>
        <p:sp>
          <p:nvSpPr>
            <p:cNvPr id="4009" name="tx4009"/>
            <p:cNvSpPr/>
            <p:nvPr/>
          </p:nvSpPr>
          <p:spPr>
            <a:xfrm>
              <a:off x="2987386" y="5783578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 95</a:t>
              </a:r>
            </a:p>
          </p:txBody>
        </p:sp>
        <p:sp>
          <p:nvSpPr>
            <p:cNvPr id="4010" name="tx4010"/>
            <p:cNvSpPr/>
            <p:nvPr/>
          </p:nvSpPr>
          <p:spPr>
            <a:xfrm>
              <a:off x="3142743" y="5765198"/>
              <a:ext cx="44714" cy="9848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Symbol"/>
                  <a:cs typeface="Symbol"/>
                </a:rPr>
                <a:t>°</a:t>
              </a:r>
            </a:p>
          </p:txBody>
        </p:sp>
        <p:sp>
          <p:nvSpPr>
            <p:cNvPr id="4011" name="tx4011"/>
            <p:cNvSpPr/>
            <p:nvPr/>
          </p:nvSpPr>
          <p:spPr>
            <a:xfrm>
              <a:off x="3187457" y="5783578"/>
              <a:ext cx="105430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W</a:t>
              </a:r>
            </a:p>
          </p:txBody>
        </p:sp>
        <p:sp>
          <p:nvSpPr>
            <p:cNvPr id="4012" name="tx4012"/>
            <p:cNvSpPr/>
            <p:nvPr/>
          </p:nvSpPr>
          <p:spPr>
            <a:xfrm>
              <a:off x="3516561" y="5783578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 90</a:t>
              </a:r>
            </a:p>
          </p:txBody>
        </p:sp>
        <p:sp>
          <p:nvSpPr>
            <p:cNvPr id="4013" name="tx4013"/>
            <p:cNvSpPr/>
            <p:nvPr/>
          </p:nvSpPr>
          <p:spPr>
            <a:xfrm>
              <a:off x="3671918" y="5765198"/>
              <a:ext cx="44714" cy="9848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Symbol"/>
                  <a:cs typeface="Symbol"/>
                </a:rPr>
                <a:t>°</a:t>
              </a:r>
            </a:p>
          </p:txBody>
        </p:sp>
        <p:sp>
          <p:nvSpPr>
            <p:cNvPr id="4014" name="tx4014"/>
            <p:cNvSpPr/>
            <p:nvPr/>
          </p:nvSpPr>
          <p:spPr>
            <a:xfrm>
              <a:off x="3716632" y="5783578"/>
              <a:ext cx="105430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W</a:t>
              </a:r>
            </a:p>
          </p:txBody>
        </p:sp>
        <p:sp>
          <p:nvSpPr>
            <p:cNvPr id="4015" name="tx4015"/>
            <p:cNvSpPr/>
            <p:nvPr/>
          </p:nvSpPr>
          <p:spPr>
            <a:xfrm>
              <a:off x="4045736" y="5783578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 85</a:t>
              </a:r>
            </a:p>
          </p:txBody>
        </p:sp>
        <p:sp>
          <p:nvSpPr>
            <p:cNvPr id="4016" name="tx4016"/>
            <p:cNvSpPr/>
            <p:nvPr/>
          </p:nvSpPr>
          <p:spPr>
            <a:xfrm>
              <a:off x="4201093" y="5765198"/>
              <a:ext cx="44714" cy="9848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Symbol"/>
                  <a:cs typeface="Symbol"/>
                </a:rPr>
                <a:t>°</a:t>
              </a:r>
            </a:p>
          </p:txBody>
        </p:sp>
        <p:sp>
          <p:nvSpPr>
            <p:cNvPr id="4017" name="tx4017"/>
            <p:cNvSpPr/>
            <p:nvPr/>
          </p:nvSpPr>
          <p:spPr>
            <a:xfrm>
              <a:off x="4245807" y="5783578"/>
              <a:ext cx="105430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W</a:t>
              </a:r>
            </a:p>
          </p:txBody>
        </p:sp>
        <p:sp>
          <p:nvSpPr>
            <p:cNvPr id="4018" name="tx4018"/>
            <p:cNvSpPr/>
            <p:nvPr/>
          </p:nvSpPr>
          <p:spPr>
            <a:xfrm>
              <a:off x="4574911" y="5783578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 80</a:t>
              </a:r>
            </a:p>
          </p:txBody>
        </p:sp>
        <p:sp>
          <p:nvSpPr>
            <p:cNvPr id="4019" name="tx4019"/>
            <p:cNvSpPr/>
            <p:nvPr/>
          </p:nvSpPr>
          <p:spPr>
            <a:xfrm>
              <a:off x="4730268" y="5765198"/>
              <a:ext cx="44714" cy="9848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Symbol"/>
                  <a:cs typeface="Symbol"/>
                </a:rPr>
                <a:t>°</a:t>
              </a:r>
            </a:p>
          </p:txBody>
        </p:sp>
        <p:sp>
          <p:nvSpPr>
            <p:cNvPr id="4020" name="tx4020"/>
            <p:cNvSpPr/>
            <p:nvPr/>
          </p:nvSpPr>
          <p:spPr>
            <a:xfrm>
              <a:off x="4774982" y="5783578"/>
              <a:ext cx="105430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W</a:t>
              </a:r>
            </a:p>
          </p:txBody>
        </p:sp>
        <p:sp>
          <p:nvSpPr>
            <p:cNvPr id="4021" name="tx4021"/>
            <p:cNvSpPr/>
            <p:nvPr/>
          </p:nvSpPr>
          <p:spPr>
            <a:xfrm>
              <a:off x="5104086" y="5783578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 75</a:t>
              </a:r>
            </a:p>
          </p:txBody>
        </p:sp>
        <p:sp>
          <p:nvSpPr>
            <p:cNvPr id="4022" name="tx4022"/>
            <p:cNvSpPr/>
            <p:nvPr/>
          </p:nvSpPr>
          <p:spPr>
            <a:xfrm>
              <a:off x="5259443" y="5765198"/>
              <a:ext cx="44714" cy="9848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Symbol"/>
                  <a:cs typeface="Symbol"/>
                </a:rPr>
                <a:t>°</a:t>
              </a:r>
            </a:p>
          </p:txBody>
        </p:sp>
        <p:sp>
          <p:nvSpPr>
            <p:cNvPr id="4023" name="tx4023"/>
            <p:cNvSpPr/>
            <p:nvPr/>
          </p:nvSpPr>
          <p:spPr>
            <a:xfrm>
              <a:off x="5304157" y="5783578"/>
              <a:ext cx="105430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W</a:t>
              </a:r>
            </a:p>
          </p:txBody>
        </p:sp>
        <p:sp>
          <p:nvSpPr>
            <p:cNvPr id="4024" name="tx4024"/>
            <p:cNvSpPr/>
            <p:nvPr/>
          </p:nvSpPr>
          <p:spPr>
            <a:xfrm>
              <a:off x="5633261" y="5783578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 70</a:t>
              </a:r>
            </a:p>
          </p:txBody>
        </p:sp>
        <p:sp>
          <p:nvSpPr>
            <p:cNvPr id="4025" name="tx4025"/>
            <p:cNvSpPr/>
            <p:nvPr/>
          </p:nvSpPr>
          <p:spPr>
            <a:xfrm>
              <a:off x="5788618" y="5765198"/>
              <a:ext cx="44714" cy="9848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Symbol"/>
                  <a:cs typeface="Symbol"/>
                </a:rPr>
                <a:t>°</a:t>
              </a:r>
            </a:p>
          </p:txBody>
        </p:sp>
        <p:sp>
          <p:nvSpPr>
            <p:cNvPr id="4026" name="tx4026"/>
            <p:cNvSpPr/>
            <p:nvPr/>
          </p:nvSpPr>
          <p:spPr>
            <a:xfrm>
              <a:off x="5833332" y="5783578"/>
              <a:ext cx="105430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W</a:t>
              </a:r>
            </a:p>
          </p:txBody>
        </p:sp>
        <p:sp>
          <p:nvSpPr>
            <p:cNvPr id="4027" name="tx4027"/>
            <p:cNvSpPr/>
            <p:nvPr/>
          </p:nvSpPr>
          <p:spPr>
            <a:xfrm>
              <a:off x="6162436" y="5783578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 65</a:t>
              </a:r>
            </a:p>
          </p:txBody>
        </p:sp>
        <p:sp>
          <p:nvSpPr>
            <p:cNvPr id="4028" name="tx4028"/>
            <p:cNvSpPr/>
            <p:nvPr/>
          </p:nvSpPr>
          <p:spPr>
            <a:xfrm>
              <a:off x="6317793" y="5765198"/>
              <a:ext cx="44714" cy="9848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Symbol"/>
                  <a:cs typeface="Symbol"/>
                </a:rPr>
                <a:t>°</a:t>
              </a:r>
            </a:p>
          </p:txBody>
        </p:sp>
        <p:sp>
          <p:nvSpPr>
            <p:cNvPr id="4029" name="tx4029"/>
            <p:cNvSpPr/>
            <p:nvPr/>
          </p:nvSpPr>
          <p:spPr>
            <a:xfrm>
              <a:off x="6362507" y="5783578"/>
              <a:ext cx="105430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W</a:t>
              </a:r>
            </a:p>
          </p:txBody>
        </p:sp>
        <p:sp>
          <p:nvSpPr>
            <p:cNvPr id="4030" name="tx4030"/>
            <p:cNvSpPr/>
            <p:nvPr/>
          </p:nvSpPr>
          <p:spPr>
            <a:xfrm>
              <a:off x="4066122" y="5925448"/>
              <a:ext cx="613836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Longitude</a:t>
              </a:r>
            </a:p>
          </p:txBody>
        </p:sp>
        <p:sp>
          <p:nvSpPr>
            <p:cNvPr id="4031" name="tx4031"/>
            <p:cNvSpPr/>
            <p:nvPr/>
          </p:nvSpPr>
          <p:spPr>
            <a:xfrm rot="-5400000">
              <a:off x="1525174" y="3987658"/>
              <a:ext cx="497159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Latitude</a:t>
              </a:r>
            </a:p>
          </p:txBody>
        </p:sp>
        <p:sp>
          <p:nvSpPr>
            <p:cNvPr id="4032" name="rc4032"/>
            <p:cNvSpPr/>
            <p:nvPr/>
          </p:nvSpPr>
          <p:spPr>
            <a:xfrm>
              <a:off x="6683342" y="3243743"/>
              <a:ext cx="737012" cy="1588048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4033" name="tx4033"/>
            <p:cNvSpPr/>
            <p:nvPr/>
          </p:nvSpPr>
          <p:spPr>
            <a:xfrm>
              <a:off x="6752931" y="3328785"/>
              <a:ext cx="59783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Genomic </a:t>
              </a:r>
            </a:p>
          </p:txBody>
        </p:sp>
        <p:sp>
          <p:nvSpPr>
            <p:cNvPr id="4034" name="tx4034"/>
            <p:cNvSpPr/>
            <p:nvPr/>
          </p:nvSpPr>
          <p:spPr>
            <a:xfrm>
              <a:off x="6752931" y="3479661"/>
              <a:ext cx="372526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Offset</a:t>
              </a:r>
            </a:p>
          </p:txBody>
        </p:sp>
        <p:pic>
          <p:nvPicPr>
            <p:cNvPr id="4035" name="pic4035"/>
            <p:cNvPicPr/>
            <p:nvPr/>
          </p:nvPicPr>
          <p:blipFill>
            <a:blip r:embed="rId2" cstate="print"/>
            <a:stretch>
              <a:fillRect/>
            </a:stretch>
          </p:blipFill>
          <p:spPr>
            <a:xfrm>
              <a:off x="6752931" y="3664922"/>
              <a:ext cx="219455" cy="1097280"/>
            </a:xfrm>
            <a:prstGeom prst="rect">
              <a:avLst/>
            </a:prstGeom>
          </p:spPr>
        </p:pic>
        <p:sp>
          <p:nvSpPr>
            <p:cNvPr id="4036" name="pl4036"/>
            <p:cNvSpPr/>
            <p:nvPr/>
          </p:nvSpPr>
          <p:spPr>
            <a:xfrm>
              <a:off x="6928496" y="4760373"/>
              <a:ext cx="43891" cy="0"/>
            </a:xfrm>
            <a:custGeom>
              <a:avLst/>
              <a:pathLst>
                <a:path w="43891" h="0">
                  <a:moveTo>
                    <a:pt x="0" y="0"/>
                  </a:moveTo>
                  <a:lnTo>
                    <a:pt x="43891" y="0"/>
                  </a:lnTo>
                </a:path>
              </a:pathLst>
            </a:custGeom>
            <a:ln w="4762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37" name="pl4037"/>
            <p:cNvSpPr/>
            <p:nvPr/>
          </p:nvSpPr>
          <p:spPr>
            <a:xfrm>
              <a:off x="6928496" y="4486967"/>
              <a:ext cx="43891" cy="0"/>
            </a:xfrm>
            <a:custGeom>
              <a:avLst/>
              <a:pathLst>
                <a:path w="43891" h="0">
                  <a:moveTo>
                    <a:pt x="0" y="0"/>
                  </a:moveTo>
                  <a:lnTo>
                    <a:pt x="43891" y="0"/>
                  </a:lnTo>
                </a:path>
              </a:pathLst>
            </a:custGeom>
            <a:ln w="4762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38" name="pl4038"/>
            <p:cNvSpPr/>
            <p:nvPr/>
          </p:nvSpPr>
          <p:spPr>
            <a:xfrm>
              <a:off x="6928496" y="4213562"/>
              <a:ext cx="43891" cy="0"/>
            </a:xfrm>
            <a:custGeom>
              <a:avLst/>
              <a:pathLst>
                <a:path w="43891" h="0">
                  <a:moveTo>
                    <a:pt x="0" y="0"/>
                  </a:moveTo>
                  <a:lnTo>
                    <a:pt x="43891" y="0"/>
                  </a:lnTo>
                </a:path>
              </a:pathLst>
            </a:custGeom>
            <a:ln w="4762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39" name="pl4039"/>
            <p:cNvSpPr/>
            <p:nvPr/>
          </p:nvSpPr>
          <p:spPr>
            <a:xfrm>
              <a:off x="6928496" y="3940156"/>
              <a:ext cx="43891" cy="0"/>
            </a:xfrm>
            <a:custGeom>
              <a:avLst/>
              <a:pathLst>
                <a:path w="43891" h="0">
                  <a:moveTo>
                    <a:pt x="0" y="0"/>
                  </a:moveTo>
                  <a:lnTo>
                    <a:pt x="43891" y="0"/>
                  </a:lnTo>
                </a:path>
              </a:pathLst>
            </a:custGeom>
            <a:ln w="4762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40" name="pl4040"/>
            <p:cNvSpPr/>
            <p:nvPr/>
          </p:nvSpPr>
          <p:spPr>
            <a:xfrm>
              <a:off x="6928496" y="3666751"/>
              <a:ext cx="43891" cy="0"/>
            </a:xfrm>
            <a:custGeom>
              <a:avLst/>
              <a:pathLst>
                <a:path w="43891" h="0">
                  <a:moveTo>
                    <a:pt x="0" y="0"/>
                  </a:moveTo>
                  <a:lnTo>
                    <a:pt x="43891" y="0"/>
                  </a:lnTo>
                </a:path>
              </a:pathLst>
            </a:custGeom>
            <a:ln w="4762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41" name="pl4041"/>
            <p:cNvSpPr/>
            <p:nvPr/>
          </p:nvSpPr>
          <p:spPr>
            <a:xfrm>
              <a:off x="6752931" y="4760373"/>
              <a:ext cx="43891" cy="0"/>
            </a:xfrm>
            <a:custGeom>
              <a:avLst/>
              <a:pathLst>
                <a:path w="43891" h="0">
                  <a:moveTo>
                    <a:pt x="43891" y="0"/>
                  </a:moveTo>
                  <a:lnTo>
                    <a:pt x="0" y="0"/>
                  </a:lnTo>
                </a:path>
              </a:pathLst>
            </a:custGeom>
            <a:ln w="4762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42" name="pl4042"/>
            <p:cNvSpPr/>
            <p:nvPr/>
          </p:nvSpPr>
          <p:spPr>
            <a:xfrm>
              <a:off x="6752931" y="4486967"/>
              <a:ext cx="43891" cy="0"/>
            </a:xfrm>
            <a:custGeom>
              <a:avLst/>
              <a:pathLst>
                <a:path w="43891" h="0">
                  <a:moveTo>
                    <a:pt x="43891" y="0"/>
                  </a:moveTo>
                  <a:lnTo>
                    <a:pt x="0" y="0"/>
                  </a:lnTo>
                </a:path>
              </a:pathLst>
            </a:custGeom>
            <a:ln w="4762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43" name="pl4043"/>
            <p:cNvSpPr/>
            <p:nvPr/>
          </p:nvSpPr>
          <p:spPr>
            <a:xfrm>
              <a:off x="6752931" y="4213562"/>
              <a:ext cx="43891" cy="0"/>
            </a:xfrm>
            <a:custGeom>
              <a:avLst/>
              <a:pathLst>
                <a:path w="43891" h="0">
                  <a:moveTo>
                    <a:pt x="43891" y="0"/>
                  </a:moveTo>
                  <a:lnTo>
                    <a:pt x="0" y="0"/>
                  </a:lnTo>
                </a:path>
              </a:pathLst>
            </a:custGeom>
            <a:ln w="4762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44" name="pl4044"/>
            <p:cNvSpPr/>
            <p:nvPr/>
          </p:nvSpPr>
          <p:spPr>
            <a:xfrm>
              <a:off x="6752931" y="3940156"/>
              <a:ext cx="43891" cy="0"/>
            </a:xfrm>
            <a:custGeom>
              <a:avLst/>
              <a:pathLst>
                <a:path w="43891" h="0">
                  <a:moveTo>
                    <a:pt x="43891" y="0"/>
                  </a:moveTo>
                  <a:lnTo>
                    <a:pt x="0" y="0"/>
                  </a:lnTo>
                </a:path>
              </a:pathLst>
            </a:custGeom>
            <a:ln w="4762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45" name="pl4045"/>
            <p:cNvSpPr/>
            <p:nvPr/>
          </p:nvSpPr>
          <p:spPr>
            <a:xfrm>
              <a:off x="6752931" y="3666751"/>
              <a:ext cx="43891" cy="0"/>
            </a:xfrm>
            <a:custGeom>
              <a:avLst/>
              <a:pathLst>
                <a:path w="43891" h="0">
                  <a:moveTo>
                    <a:pt x="43891" y="0"/>
                  </a:moveTo>
                  <a:lnTo>
                    <a:pt x="0" y="0"/>
                  </a:lnTo>
                </a:path>
              </a:pathLst>
            </a:custGeom>
            <a:ln w="4762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46" name="tx4046"/>
            <p:cNvSpPr/>
            <p:nvPr/>
          </p:nvSpPr>
          <p:spPr>
            <a:xfrm>
              <a:off x="7041976" y="4720322"/>
              <a:ext cx="217535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0.00</a:t>
              </a:r>
            </a:p>
          </p:txBody>
        </p:sp>
        <p:sp>
          <p:nvSpPr>
            <p:cNvPr id="4047" name="tx4047"/>
            <p:cNvSpPr/>
            <p:nvPr/>
          </p:nvSpPr>
          <p:spPr>
            <a:xfrm>
              <a:off x="7041976" y="4446917"/>
              <a:ext cx="217535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0.01</a:t>
              </a:r>
            </a:p>
          </p:txBody>
        </p:sp>
        <p:sp>
          <p:nvSpPr>
            <p:cNvPr id="4048" name="tx4048"/>
            <p:cNvSpPr/>
            <p:nvPr/>
          </p:nvSpPr>
          <p:spPr>
            <a:xfrm>
              <a:off x="7041976" y="4173511"/>
              <a:ext cx="217535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0.02</a:t>
              </a:r>
            </a:p>
          </p:txBody>
        </p:sp>
        <p:sp>
          <p:nvSpPr>
            <p:cNvPr id="4049" name="tx4049"/>
            <p:cNvSpPr/>
            <p:nvPr/>
          </p:nvSpPr>
          <p:spPr>
            <a:xfrm>
              <a:off x="7041976" y="3900105"/>
              <a:ext cx="217535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0.03</a:t>
              </a:r>
            </a:p>
          </p:txBody>
        </p:sp>
        <p:sp>
          <p:nvSpPr>
            <p:cNvPr id="4050" name="tx4050"/>
            <p:cNvSpPr/>
            <p:nvPr/>
          </p:nvSpPr>
          <p:spPr>
            <a:xfrm>
              <a:off x="7041976" y="3626700"/>
              <a:ext cx="217535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0.04</a:t>
              </a:r>
            </a:p>
          </p:txBody>
        </p:sp>
        <p:sp>
          <p:nvSpPr>
            <p:cNvPr id="4051" name="tx4051"/>
            <p:cNvSpPr/>
            <p:nvPr/>
          </p:nvSpPr>
          <p:spPr>
            <a:xfrm>
              <a:off x="2201917" y="1669789"/>
              <a:ext cx="2541117" cy="21863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2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24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Genomic Offset to </a:t>
              </a:r>
            </a:p>
          </p:txBody>
        </p:sp>
        <p:sp>
          <p:nvSpPr>
            <p:cNvPr id="4052" name="tx4052"/>
            <p:cNvSpPr/>
            <p:nvPr/>
          </p:nvSpPr>
          <p:spPr>
            <a:xfrm>
              <a:off x="2201917" y="1998973"/>
              <a:ext cx="1998695" cy="21863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2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24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Lewisetta (GF)</a:t>
              </a:r>
            </a:p>
          </p:txBody>
        </p:sp>
      </p:grp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rc4"/>
            <p:cNvSpPr/>
            <p:nvPr/>
          </p:nvSpPr>
          <p:spPr>
            <a:xfrm>
              <a:off x="1754045" y="1600200"/>
              <a:ext cx="5635909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13550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rc5"/>
            <p:cNvSpPr/>
            <p:nvPr/>
          </p:nvSpPr>
          <p:spPr>
            <a:xfrm>
              <a:off x="2301906" y="1669789"/>
              <a:ext cx="4149766" cy="4051159"/>
            </a:xfrm>
            <a:prstGeom prst="rect">
              <a:avLst/>
            </a:prstGeom>
            <a:solidFill>
              <a:srgbClr val="F0F8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2384234" y="1669789"/>
              <a:ext cx="0" cy="4051159"/>
            </a:xfrm>
            <a:custGeom>
              <a:avLst/>
              <a:pathLst>
                <a:path w="0" h="4051159">
                  <a:moveTo>
                    <a:pt x="0" y="4051159"/>
                  </a:moveTo>
                  <a:lnTo>
                    <a:pt x="0" y="4027755"/>
                  </a:lnTo>
                  <a:lnTo>
                    <a:pt x="0" y="3970809"/>
                  </a:lnTo>
                  <a:lnTo>
                    <a:pt x="0" y="3913864"/>
                  </a:lnTo>
                  <a:lnTo>
                    <a:pt x="0" y="3856918"/>
                  </a:lnTo>
                  <a:lnTo>
                    <a:pt x="0" y="3799972"/>
                  </a:lnTo>
                  <a:lnTo>
                    <a:pt x="0" y="3743027"/>
                  </a:lnTo>
                  <a:lnTo>
                    <a:pt x="0" y="3686081"/>
                  </a:lnTo>
                  <a:lnTo>
                    <a:pt x="0" y="3629136"/>
                  </a:lnTo>
                  <a:lnTo>
                    <a:pt x="0" y="3572190"/>
                  </a:lnTo>
                  <a:lnTo>
                    <a:pt x="0" y="3515244"/>
                  </a:lnTo>
                  <a:lnTo>
                    <a:pt x="0" y="3458299"/>
                  </a:lnTo>
                  <a:lnTo>
                    <a:pt x="0" y="3401353"/>
                  </a:lnTo>
                  <a:lnTo>
                    <a:pt x="0" y="3344407"/>
                  </a:lnTo>
                  <a:lnTo>
                    <a:pt x="0" y="3287462"/>
                  </a:lnTo>
                  <a:lnTo>
                    <a:pt x="0" y="3230516"/>
                  </a:lnTo>
                  <a:lnTo>
                    <a:pt x="0" y="3173571"/>
                  </a:lnTo>
                  <a:lnTo>
                    <a:pt x="0" y="3116625"/>
                  </a:lnTo>
                  <a:lnTo>
                    <a:pt x="0" y="3059679"/>
                  </a:lnTo>
                  <a:lnTo>
                    <a:pt x="0" y="3002734"/>
                  </a:lnTo>
                  <a:lnTo>
                    <a:pt x="0" y="2945788"/>
                  </a:lnTo>
                  <a:lnTo>
                    <a:pt x="0" y="2888843"/>
                  </a:lnTo>
                  <a:lnTo>
                    <a:pt x="0" y="2831897"/>
                  </a:lnTo>
                  <a:lnTo>
                    <a:pt x="0" y="2774951"/>
                  </a:lnTo>
                  <a:lnTo>
                    <a:pt x="0" y="2718006"/>
                  </a:lnTo>
                  <a:lnTo>
                    <a:pt x="0" y="2661060"/>
                  </a:lnTo>
                  <a:lnTo>
                    <a:pt x="0" y="2604115"/>
                  </a:lnTo>
                  <a:lnTo>
                    <a:pt x="0" y="2547169"/>
                  </a:lnTo>
                  <a:lnTo>
                    <a:pt x="0" y="2490223"/>
                  </a:lnTo>
                  <a:lnTo>
                    <a:pt x="0" y="2433278"/>
                  </a:lnTo>
                  <a:lnTo>
                    <a:pt x="0" y="2376332"/>
                  </a:lnTo>
                  <a:lnTo>
                    <a:pt x="0" y="2319386"/>
                  </a:lnTo>
                  <a:lnTo>
                    <a:pt x="0" y="2262441"/>
                  </a:lnTo>
                  <a:lnTo>
                    <a:pt x="0" y="2205495"/>
                  </a:lnTo>
                  <a:lnTo>
                    <a:pt x="0" y="2148550"/>
                  </a:lnTo>
                  <a:lnTo>
                    <a:pt x="0" y="2091604"/>
                  </a:lnTo>
                  <a:lnTo>
                    <a:pt x="0" y="2034658"/>
                  </a:lnTo>
                  <a:lnTo>
                    <a:pt x="0" y="1977713"/>
                  </a:lnTo>
                  <a:lnTo>
                    <a:pt x="0" y="1920767"/>
                  </a:lnTo>
                  <a:lnTo>
                    <a:pt x="0" y="1863822"/>
                  </a:lnTo>
                  <a:lnTo>
                    <a:pt x="0" y="1806876"/>
                  </a:lnTo>
                  <a:lnTo>
                    <a:pt x="0" y="1749930"/>
                  </a:lnTo>
                  <a:lnTo>
                    <a:pt x="0" y="1692985"/>
                  </a:lnTo>
                  <a:lnTo>
                    <a:pt x="0" y="1636039"/>
                  </a:lnTo>
                  <a:lnTo>
                    <a:pt x="0" y="1579094"/>
                  </a:lnTo>
                  <a:lnTo>
                    <a:pt x="0" y="1522148"/>
                  </a:lnTo>
                  <a:lnTo>
                    <a:pt x="0" y="1465202"/>
                  </a:lnTo>
                  <a:lnTo>
                    <a:pt x="0" y="1408257"/>
                  </a:lnTo>
                  <a:lnTo>
                    <a:pt x="0" y="1351311"/>
                  </a:lnTo>
                  <a:lnTo>
                    <a:pt x="0" y="1294366"/>
                  </a:lnTo>
                  <a:lnTo>
                    <a:pt x="0" y="1237420"/>
                  </a:lnTo>
                  <a:lnTo>
                    <a:pt x="0" y="1180474"/>
                  </a:lnTo>
                  <a:lnTo>
                    <a:pt x="0" y="1123529"/>
                  </a:lnTo>
                  <a:lnTo>
                    <a:pt x="0" y="1066583"/>
                  </a:lnTo>
                  <a:lnTo>
                    <a:pt x="0" y="1009637"/>
                  </a:lnTo>
                  <a:lnTo>
                    <a:pt x="0" y="952692"/>
                  </a:lnTo>
                  <a:lnTo>
                    <a:pt x="0" y="895746"/>
                  </a:lnTo>
                  <a:lnTo>
                    <a:pt x="0" y="838801"/>
                  </a:lnTo>
                  <a:lnTo>
                    <a:pt x="0" y="781855"/>
                  </a:lnTo>
                  <a:lnTo>
                    <a:pt x="0" y="724909"/>
                  </a:lnTo>
                  <a:lnTo>
                    <a:pt x="0" y="667964"/>
                  </a:lnTo>
                  <a:lnTo>
                    <a:pt x="0" y="611018"/>
                  </a:lnTo>
                  <a:lnTo>
                    <a:pt x="0" y="554073"/>
                  </a:lnTo>
                  <a:lnTo>
                    <a:pt x="0" y="497127"/>
                  </a:lnTo>
                  <a:lnTo>
                    <a:pt x="0" y="440181"/>
                  </a:lnTo>
                  <a:lnTo>
                    <a:pt x="0" y="383236"/>
                  </a:lnTo>
                  <a:lnTo>
                    <a:pt x="0" y="326290"/>
                  </a:lnTo>
                  <a:lnTo>
                    <a:pt x="0" y="269345"/>
                  </a:lnTo>
                  <a:lnTo>
                    <a:pt x="0" y="212399"/>
                  </a:lnTo>
                  <a:lnTo>
                    <a:pt x="0" y="155453"/>
                  </a:lnTo>
                  <a:lnTo>
                    <a:pt x="0" y="98508"/>
                  </a:lnTo>
                  <a:lnTo>
                    <a:pt x="0" y="41562"/>
                  </a:ln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rnd">
              <a:solidFill>
                <a:srgbClr val="F0F8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3124860" y="1669789"/>
              <a:ext cx="0" cy="4051159"/>
            </a:xfrm>
            <a:custGeom>
              <a:avLst/>
              <a:pathLst>
                <a:path w="0" h="4051159">
                  <a:moveTo>
                    <a:pt x="0" y="4051159"/>
                  </a:moveTo>
                  <a:lnTo>
                    <a:pt x="0" y="4027755"/>
                  </a:lnTo>
                  <a:lnTo>
                    <a:pt x="0" y="3970809"/>
                  </a:lnTo>
                  <a:lnTo>
                    <a:pt x="0" y="3913864"/>
                  </a:lnTo>
                  <a:lnTo>
                    <a:pt x="0" y="3856918"/>
                  </a:lnTo>
                  <a:lnTo>
                    <a:pt x="0" y="3799972"/>
                  </a:lnTo>
                  <a:lnTo>
                    <a:pt x="0" y="3743027"/>
                  </a:lnTo>
                  <a:lnTo>
                    <a:pt x="0" y="3686081"/>
                  </a:lnTo>
                  <a:lnTo>
                    <a:pt x="0" y="3629136"/>
                  </a:lnTo>
                  <a:lnTo>
                    <a:pt x="0" y="3572190"/>
                  </a:lnTo>
                  <a:lnTo>
                    <a:pt x="0" y="3515244"/>
                  </a:lnTo>
                  <a:lnTo>
                    <a:pt x="0" y="3458299"/>
                  </a:lnTo>
                  <a:lnTo>
                    <a:pt x="0" y="3401353"/>
                  </a:lnTo>
                  <a:lnTo>
                    <a:pt x="0" y="3344407"/>
                  </a:lnTo>
                  <a:lnTo>
                    <a:pt x="0" y="3287462"/>
                  </a:lnTo>
                  <a:lnTo>
                    <a:pt x="0" y="3230516"/>
                  </a:lnTo>
                  <a:lnTo>
                    <a:pt x="0" y="3173571"/>
                  </a:lnTo>
                  <a:lnTo>
                    <a:pt x="0" y="3116625"/>
                  </a:lnTo>
                  <a:lnTo>
                    <a:pt x="0" y="3059679"/>
                  </a:lnTo>
                  <a:lnTo>
                    <a:pt x="0" y="3002734"/>
                  </a:lnTo>
                  <a:lnTo>
                    <a:pt x="0" y="2945788"/>
                  </a:lnTo>
                  <a:lnTo>
                    <a:pt x="0" y="2888843"/>
                  </a:lnTo>
                  <a:lnTo>
                    <a:pt x="0" y="2831897"/>
                  </a:lnTo>
                  <a:lnTo>
                    <a:pt x="0" y="2774951"/>
                  </a:lnTo>
                  <a:lnTo>
                    <a:pt x="0" y="2718006"/>
                  </a:lnTo>
                  <a:lnTo>
                    <a:pt x="0" y="2661060"/>
                  </a:lnTo>
                  <a:lnTo>
                    <a:pt x="0" y="2604115"/>
                  </a:lnTo>
                  <a:lnTo>
                    <a:pt x="0" y="2547169"/>
                  </a:lnTo>
                  <a:lnTo>
                    <a:pt x="0" y="2490223"/>
                  </a:lnTo>
                  <a:lnTo>
                    <a:pt x="0" y="2433278"/>
                  </a:lnTo>
                  <a:lnTo>
                    <a:pt x="0" y="2376332"/>
                  </a:lnTo>
                  <a:lnTo>
                    <a:pt x="0" y="2319386"/>
                  </a:lnTo>
                  <a:lnTo>
                    <a:pt x="0" y="2262441"/>
                  </a:lnTo>
                  <a:lnTo>
                    <a:pt x="0" y="2205495"/>
                  </a:lnTo>
                  <a:lnTo>
                    <a:pt x="0" y="2148550"/>
                  </a:lnTo>
                  <a:lnTo>
                    <a:pt x="0" y="2091604"/>
                  </a:lnTo>
                  <a:lnTo>
                    <a:pt x="0" y="2034658"/>
                  </a:lnTo>
                  <a:lnTo>
                    <a:pt x="0" y="1977713"/>
                  </a:lnTo>
                  <a:lnTo>
                    <a:pt x="0" y="1920767"/>
                  </a:lnTo>
                  <a:lnTo>
                    <a:pt x="0" y="1863822"/>
                  </a:lnTo>
                  <a:lnTo>
                    <a:pt x="0" y="1806876"/>
                  </a:lnTo>
                  <a:lnTo>
                    <a:pt x="0" y="1749930"/>
                  </a:lnTo>
                  <a:lnTo>
                    <a:pt x="0" y="1692985"/>
                  </a:lnTo>
                  <a:lnTo>
                    <a:pt x="0" y="1636039"/>
                  </a:lnTo>
                  <a:lnTo>
                    <a:pt x="0" y="1579094"/>
                  </a:lnTo>
                  <a:lnTo>
                    <a:pt x="0" y="1522148"/>
                  </a:lnTo>
                  <a:lnTo>
                    <a:pt x="0" y="1465202"/>
                  </a:lnTo>
                  <a:lnTo>
                    <a:pt x="0" y="1408257"/>
                  </a:lnTo>
                  <a:lnTo>
                    <a:pt x="0" y="1351311"/>
                  </a:lnTo>
                  <a:lnTo>
                    <a:pt x="0" y="1294366"/>
                  </a:lnTo>
                  <a:lnTo>
                    <a:pt x="0" y="1237420"/>
                  </a:lnTo>
                  <a:lnTo>
                    <a:pt x="0" y="1180474"/>
                  </a:lnTo>
                  <a:lnTo>
                    <a:pt x="0" y="1123529"/>
                  </a:lnTo>
                  <a:lnTo>
                    <a:pt x="0" y="1066583"/>
                  </a:lnTo>
                  <a:lnTo>
                    <a:pt x="0" y="1009637"/>
                  </a:lnTo>
                  <a:lnTo>
                    <a:pt x="0" y="952692"/>
                  </a:lnTo>
                  <a:lnTo>
                    <a:pt x="0" y="895746"/>
                  </a:lnTo>
                  <a:lnTo>
                    <a:pt x="0" y="838801"/>
                  </a:lnTo>
                  <a:lnTo>
                    <a:pt x="0" y="781855"/>
                  </a:lnTo>
                  <a:lnTo>
                    <a:pt x="0" y="724909"/>
                  </a:lnTo>
                  <a:lnTo>
                    <a:pt x="0" y="667964"/>
                  </a:lnTo>
                  <a:lnTo>
                    <a:pt x="0" y="611018"/>
                  </a:lnTo>
                  <a:lnTo>
                    <a:pt x="0" y="554073"/>
                  </a:lnTo>
                  <a:lnTo>
                    <a:pt x="0" y="497127"/>
                  </a:lnTo>
                  <a:lnTo>
                    <a:pt x="0" y="440181"/>
                  </a:lnTo>
                  <a:lnTo>
                    <a:pt x="0" y="383236"/>
                  </a:lnTo>
                  <a:lnTo>
                    <a:pt x="0" y="326290"/>
                  </a:lnTo>
                  <a:lnTo>
                    <a:pt x="0" y="269345"/>
                  </a:lnTo>
                  <a:lnTo>
                    <a:pt x="0" y="212399"/>
                  </a:lnTo>
                  <a:lnTo>
                    <a:pt x="0" y="155453"/>
                  </a:lnTo>
                  <a:lnTo>
                    <a:pt x="0" y="98508"/>
                  </a:lnTo>
                  <a:lnTo>
                    <a:pt x="0" y="41562"/>
                  </a:ln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rnd">
              <a:solidFill>
                <a:srgbClr val="F0F8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3865485" y="1669789"/>
              <a:ext cx="0" cy="4051159"/>
            </a:xfrm>
            <a:custGeom>
              <a:avLst/>
              <a:pathLst>
                <a:path w="0" h="4051159">
                  <a:moveTo>
                    <a:pt x="0" y="4051159"/>
                  </a:moveTo>
                  <a:lnTo>
                    <a:pt x="0" y="4027755"/>
                  </a:lnTo>
                  <a:lnTo>
                    <a:pt x="0" y="3970809"/>
                  </a:lnTo>
                  <a:lnTo>
                    <a:pt x="0" y="3913864"/>
                  </a:lnTo>
                  <a:lnTo>
                    <a:pt x="0" y="3856918"/>
                  </a:lnTo>
                  <a:lnTo>
                    <a:pt x="0" y="3799972"/>
                  </a:lnTo>
                  <a:lnTo>
                    <a:pt x="0" y="3743027"/>
                  </a:lnTo>
                  <a:lnTo>
                    <a:pt x="0" y="3686081"/>
                  </a:lnTo>
                  <a:lnTo>
                    <a:pt x="0" y="3629136"/>
                  </a:lnTo>
                  <a:lnTo>
                    <a:pt x="0" y="3572190"/>
                  </a:lnTo>
                  <a:lnTo>
                    <a:pt x="0" y="3515244"/>
                  </a:lnTo>
                  <a:lnTo>
                    <a:pt x="0" y="3458299"/>
                  </a:lnTo>
                  <a:lnTo>
                    <a:pt x="0" y="3401353"/>
                  </a:lnTo>
                  <a:lnTo>
                    <a:pt x="0" y="3344407"/>
                  </a:lnTo>
                  <a:lnTo>
                    <a:pt x="0" y="3287462"/>
                  </a:lnTo>
                  <a:lnTo>
                    <a:pt x="0" y="3230516"/>
                  </a:lnTo>
                  <a:lnTo>
                    <a:pt x="0" y="3173571"/>
                  </a:lnTo>
                  <a:lnTo>
                    <a:pt x="0" y="3116625"/>
                  </a:lnTo>
                  <a:lnTo>
                    <a:pt x="0" y="3059679"/>
                  </a:lnTo>
                  <a:lnTo>
                    <a:pt x="0" y="3002734"/>
                  </a:lnTo>
                  <a:lnTo>
                    <a:pt x="0" y="2945788"/>
                  </a:lnTo>
                  <a:lnTo>
                    <a:pt x="0" y="2888843"/>
                  </a:lnTo>
                  <a:lnTo>
                    <a:pt x="0" y="2831897"/>
                  </a:lnTo>
                  <a:lnTo>
                    <a:pt x="0" y="2774951"/>
                  </a:lnTo>
                  <a:lnTo>
                    <a:pt x="0" y="2718006"/>
                  </a:lnTo>
                  <a:lnTo>
                    <a:pt x="0" y="2661060"/>
                  </a:lnTo>
                  <a:lnTo>
                    <a:pt x="0" y="2604115"/>
                  </a:lnTo>
                  <a:lnTo>
                    <a:pt x="0" y="2547169"/>
                  </a:lnTo>
                  <a:lnTo>
                    <a:pt x="0" y="2490223"/>
                  </a:lnTo>
                  <a:lnTo>
                    <a:pt x="0" y="2433278"/>
                  </a:lnTo>
                  <a:lnTo>
                    <a:pt x="0" y="2376332"/>
                  </a:lnTo>
                  <a:lnTo>
                    <a:pt x="0" y="2319386"/>
                  </a:lnTo>
                  <a:lnTo>
                    <a:pt x="0" y="2262441"/>
                  </a:lnTo>
                  <a:lnTo>
                    <a:pt x="0" y="2205495"/>
                  </a:lnTo>
                  <a:lnTo>
                    <a:pt x="0" y="2148550"/>
                  </a:lnTo>
                  <a:lnTo>
                    <a:pt x="0" y="2091604"/>
                  </a:lnTo>
                  <a:lnTo>
                    <a:pt x="0" y="2034658"/>
                  </a:lnTo>
                  <a:lnTo>
                    <a:pt x="0" y="1977713"/>
                  </a:lnTo>
                  <a:lnTo>
                    <a:pt x="0" y="1920767"/>
                  </a:lnTo>
                  <a:lnTo>
                    <a:pt x="0" y="1863822"/>
                  </a:lnTo>
                  <a:lnTo>
                    <a:pt x="0" y="1806876"/>
                  </a:lnTo>
                  <a:lnTo>
                    <a:pt x="0" y="1749930"/>
                  </a:lnTo>
                  <a:lnTo>
                    <a:pt x="0" y="1692985"/>
                  </a:lnTo>
                  <a:lnTo>
                    <a:pt x="0" y="1636039"/>
                  </a:lnTo>
                  <a:lnTo>
                    <a:pt x="0" y="1579094"/>
                  </a:lnTo>
                  <a:lnTo>
                    <a:pt x="0" y="1522148"/>
                  </a:lnTo>
                  <a:lnTo>
                    <a:pt x="0" y="1465202"/>
                  </a:lnTo>
                  <a:lnTo>
                    <a:pt x="0" y="1408257"/>
                  </a:lnTo>
                  <a:lnTo>
                    <a:pt x="0" y="1351311"/>
                  </a:lnTo>
                  <a:lnTo>
                    <a:pt x="0" y="1294366"/>
                  </a:lnTo>
                  <a:lnTo>
                    <a:pt x="0" y="1237420"/>
                  </a:lnTo>
                  <a:lnTo>
                    <a:pt x="0" y="1180474"/>
                  </a:lnTo>
                  <a:lnTo>
                    <a:pt x="0" y="1123529"/>
                  </a:lnTo>
                  <a:lnTo>
                    <a:pt x="0" y="1066583"/>
                  </a:lnTo>
                  <a:lnTo>
                    <a:pt x="0" y="1009637"/>
                  </a:lnTo>
                  <a:lnTo>
                    <a:pt x="0" y="952692"/>
                  </a:lnTo>
                  <a:lnTo>
                    <a:pt x="0" y="895746"/>
                  </a:lnTo>
                  <a:lnTo>
                    <a:pt x="0" y="838801"/>
                  </a:lnTo>
                  <a:lnTo>
                    <a:pt x="0" y="781855"/>
                  </a:lnTo>
                  <a:lnTo>
                    <a:pt x="0" y="724909"/>
                  </a:lnTo>
                  <a:lnTo>
                    <a:pt x="0" y="667964"/>
                  </a:lnTo>
                  <a:lnTo>
                    <a:pt x="0" y="611018"/>
                  </a:lnTo>
                  <a:lnTo>
                    <a:pt x="0" y="554073"/>
                  </a:lnTo>
                  <a:lnTo>
                    <a:pt x="0" y="497127"/>
                  </a:lnTo>
                  <a:lnTo>
                    <a:pt x="0" y="440181"/>
                  </a:lnTo>
                  <a:lnTo>
                    <a:pt x="0" y="383236"/>
                  </a:lnTo>
                  <a:lnTo>
                    <a:pt x="0" y="326290"/>
                  </a:lnTo>
                  <a:lnTo>
                    <a:pt x="0" y="269345"/>
                  </a:lnTo>
                  <a:lnTo>
                    <a:pt x="0" y="212399"/>
                  </a:lnTo>
                  <a:lnTo>
                    <a:pt x="0" y="155453"/>
                  </a:lnTo>
                  <a:lnTo>
                    <a:pt x="0" y="98508"/>
                  </a:lnTo>
                  <a:lnTo>
                    <a:pt x="0" y="41562"/>
                  </a:ln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rnd">
              <a:solidFill>
                <a:srgbClr val="F0F8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4606110" y="1669789"/>
              <a:ext cx="0" cy="4051159"/>
            </a:xfrm>
            <a:custGeom>
              <a:avLst/>
              <a:pathLst>
                <a:path w="0" h="4051159">
                  <a:moveTo>
                    <a:pt x="0" y="4051159"/>
                  </a:moveTo>
                  <a:lnTo>
                    <a:pt x="0" y="4027755"/>
                  </a:lnTo>
                  <a:lnTo>
                    <a:pt x="0" y="3970809"/>
                  </a:lnTo>
                  <a:lnTo>
                    <a:pt x="0" y="3913864"/>
                  </a:lnTo>
                  <a:lnTo>
                    <a:pt x="0" y="3856918"/>
                  </a:lnTo>
                  <a:lnTo>
                    <a:pt x="0" y="3799972"/>
                  </a:lnTo>
                  <a:lnTo>
                    <a:pt x="0" y="3743027"/>
                  </a:lnTo>
                  <a:lnTo>
                    <a:pt x="0" y="3686081"/>
                  </a:lnTo>
                  <a:lnTo>
                    <a:pt x="0" y="3629136"/>
                  </a:lnTo>
                  <a:lnTo>
                    <a:pt x="0" y="3572190"/>
                  </a:lnTo>
                  <a:lnTo>
                    <a:pt x="0" y="3515244"/>
                  </a:lnTo>
                  <a:lnTo>
                    <a:pt x="0" y="3458299"/>
                  </a:lnTo>
                  <a:lnTo>
                    <a:pt x="0" y="3401353"/>
                  </a:lnTo>
                  <a:lnTo>
                    <a:pt x="0" y="3344407"/>
                  </a:lnTo>
                  <a:lnTo>
                    <a:pt x="0" y="3287462"/>
                  </a:lnTo>
                  <a:lnTo>
                    <a:pt x="0" y="3230516"/>
                  </a:lnTo>
                  <a:lnTo>
                    <a:pt x="0" y="3173571"/>
                  </a:lnTo>
                  <a:lnTo>
                    <a:pt x="0" y="3116625"/>
                  </a:lnTo>
                  <a:lnTo>
                    <a:pt x="0" y="3059679"/>
                  </a:lnTo>
                  <a:lnTo>
                    <a:pt x="0" y="3002734"/>
                  </a:lnTo>
                  <a:lnTo>
                    <a:pt x="0" y="2945788"/>
                  </a:lnTo>
                  <a:lnTo>
                    <a:pt x="0" y="2888843"/>
                  </a:lnTo>
                  <a:lnTo>
                    <a:pt x="0" y="2831897"/>
                  </a:lnTo>
                  <a:lnTo>
                    <a:pt x="0" y="2774951"/>
                  </a:lnTo>
                  <a:lnTo>
                    <a:pt x="0" y="2718006"/>
                  </a:lnTo>
                  <a:lnTo>
                    <a:pt x="0" y="2661060"/>
                  </a:lnTo>
                  <a:lnTo>
                    <a:pt x="0" y="2604115"/>
                  </a:lnTo>
                  <a:lnTo>
                    <a:pt x="0" y="2547169"/>
                  </a:lnTo>
                  <a:lnTo>
                    <a:pt x="0" y="2490223"/>
                  </a:lnTo>
                  <a:lnTo>
                    <a:pt x="0" y="2433278"/>
                  </a:lnTo>
                  <a:lnTo>
                    <a:pt x="0" y="2376332"/>
                  </a:lnTo>
                  <a:lnTo>
                    <a:pt x="0" y="2319386"/>
                  </a:lnTo>
                  <a:lnTo>
                    <a:pt x="0" y="2262441"/>
                  </a:lnTo>
                  <a:lnTo>
                    <a:pt x="0" y="2205495"/>
                  </a:lnTo>
                  <a:lnTo>
                    <a:pt x="0" y="2148550"/>
                  </a:lnTo>
                  <a:lnTo>
                    <a:pt x="0" y="2091604"/>
                  </a:lnTo>
                  <a:lnTo>
                    <a:pt x="0" y="2034658"/>
                  </a:lnTo>
                  <a:lnTo>
                    <a:pt x="0" y="1977713"/>
                  </a:lnTo>
                  <a:lnTo>
                    <a:pt x="0" y="1920767"/>
                  </a:lnTo>
                  <a:lnTo>
                    <a:pt x="0" y="1863822"/>
                  </a:lnTo>
                  <a:lnTo>
                    <a:pt x="0" y="1806876"/>
                  </a:lnTo>
                  <a:lnTo>
                    <a:pt x="0" y="1749930"/>
                  </a:lnTo>
                  <a:lnTo>
                    <a:pt x="0" y="1692985"/>
                  </a:lnTo>
                  <a:lnTo>
                    <a:pt x="0" y="1636039"/>
                  </a:lnTo>
                  <a:lnTo>
                    <a:pt x="0" y="1579094"/>
                  </a:lnTo>
                  <a:lnTo>
                    <a:pt x="0" y="1522148"/>
                  </a:lnTo>
                  <a:lnTo>
                    <a:pt x="0" y="1465202"/>
                  </a:lnTo>
                  <a:lnTo>
                    <a:pt x="0" y="1408257"/>
                  </a:lnTo>
                  <a:lnTo>
                    <a:pt x="0" y="1351311"/>
                  </a:lnTo>
                  <a:lnTo>
                    <a:pt x="0" y="1294366"/>
                  </a:lnTo>
                  <a:lnTo>
                    <a:pt x="0" y="1237420"/>
                  </a:lnTo>
                  <a:lnTo>
                    <a:pt x="0" y="1180474"/>
                  </a:lnTo>
                  <a:lnTo>
                    <a:pt x="0" y="1123529"/>
                  </a:lnTo>
                  <a:lnTo>
                    <a:pt x="0" y="1066583"/>
                  </a:lnTo>
                  <a:lnTo>
                    <a:pt x="0" y="1009637"/>
                  </a:lnTo>
                  <a:lnTo>
                    <a:pt x="0" y="952692"/>
                  </a:lnTo>
                  <a:lnTo>
                    <a:pt x="0" y="895746"/>
                  </a:lnTo>
                  <a:lnTo>
                    <a:pt x="0" y="838801"/>
                  </a:lnTo>
                  <a:lnTo>
                    <a:pt x="0" y="781855"/>
                  </a:lnTo>
                  <a:lnTo>
                    <a:pt x="0" y="724909"/>
                  </a:lnTo>
                  <a:lnTo>
                    <a:pt x="0" y="667964"/>
                  </a:lnTo>
                  <a:lnTo>
                    <a:pt x="0" y="611018"/>
                  </a:lnTo>
                  <a:lnTo>
                    <a:pt x="0" y="554073"/>
                  </a:lnTo>
                  <a:lnTo>
                    <a:pt x="0" y="497127"/>
                  </a:lnTo>
                  <a:lnTo>
                    <a:pt x="0" y="440181"/>
                  </a:lnTo>
                  <a:lnTo>
                    <a:pt x="0" y="383236"/>
                  </a:lnTo>
                  <a:lnTo>
                    <a:pt x="0" y="326290"/>
                  </a:lnTo>
                  <a:lnTo>
                    <a:pt x="0" y="269345"/>
                  </a:lnTo>
                  <a:lnTo>
                    <a:pt x="0" y="212399"/>
                  </a:lnTo>
                  <a:lnTo>
                    <a:pt x="0" y="155453"/>
                  </a:lnTo>
                  <a:lnTo>
                    <a:pt x="0" y="98508"/>
                  </a:lnTo>
                  <a:lnTo>
                    <a:pt x="0" y="41562"/>
                  </a:ln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rnd">
              <a:solidFill>
                <a:srgbClr val="F0F8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5346735" y="1669789"/>
              <a:ext cx="0" cy="4051159"/>
            </a:xfrm>
            <a:custGeom>
              <a:avLst/>
              <a:pathLst>
                <a:path w="0" h="4051159">
                  <a:moveTo>
                    <a:pt x="0" y="4051159"/>
                  </a:moveTo>
                  <a:lnTo>
                    <a:pt x="0" y="4027755"/>
                  </a:lnTo>
                  <a:lnTo>
                    <a:pt x="0" y="3970809"/>
                  </a:lnTo>
                  <a:lnTo>
                    <a:pt x="0" y="3913864"/>
                  </a:lnTo>
                  <a:lnTo>
                    <a:pt x="0" y="3856918"/>
                  </a:lnTo>
                  <a:lnTo>
                    <a:pt x="0" y="3799972"/>
                  </a:lnTo>
                  <a:lnTo>
                    <a:pt x="0" y="3743027"/>
                  </a:lnTo>
                  <a:lnTo>
                    <a:pt x="0" y="3686081"/>
                  </a:lnTo>
                  <a:lnTo>
                    <a:pt x="0" y="3629136"/>
                  </a:lnTo>
                  <a:lnTo>
                    <a:pt x="0" y="3572190"/>
                  </a:lnTo>
                  <a:lnTo>
                    <a:pt x="0" y="3515244"/>
                  </a:lnTo>
                  <a:lnTo>
                    <a:pt x="0" y="3458299"/>
                  </a:lnTo>
                  <a:lnTo>
                    <a:pt x="0" y="3401353"/>
                  </a:lnTo>
                  <a:lnTo>
                    <a:pt x="0" y="3344407"/>
                  </a:lnTo>
                  <a:lnTo>
                    <a:pt x="0" y="3287462"/>
                  </a:lnTo>
                  <a:lnTo>
                    <a:pt x="0" y="3230516"/>
                  </a:lnTo>
                  <a:lnTo>
                    <a:pt x="0" y="3173571"/>
                  </a:lnTo>
                  <a:lnTo>
                    <a:pt x="0" y="3116625"/>
                  </a:lnTo>
                  <a:lnTo>
                    <a:pt x="0" y="3059679"/>
                  </a:lnTo>
                  <a:lnTo>
                    <a:pt x="0" y="3002734"/>
                  </a:lnTo>
                  <a:lnTo>
                    <a:pt x="0" y="2945788"/>
                  </a:lnTo>
                  <a:lnTo>
                    <a:pt x="0" y="2888843"/>
                  </a:lnTo>
                  <a:lnTo>
                    <a:pt x="0" y="2831897"/>
                  </a:lnTo>
                  <a:lnTo>
                    <a:pt x="0" y="2774951"/>
                  </a:lnTo>
                  <a:lnTo>
                    <a:pt x="0" y="2718006"/>
                  </a:lnTo>
                  <a:lnTo>
                    <a:pt x="0" y="2661060"/>
                  </a:lnTo>
                  <a:lnTo>
                    <a:pt x="0" y="2604115"/>
                  </a:lnTo>
                  <a:lnTo>
                    <a:pt x="0" y="2547169"/>
                  </a:lnTo>
                  <a:lnTo>
                    <a:pt x="0" y="2490223"/>
                  </a:lnTo>
                  <a:lnTo>
                    <a:pt x="0" y="2433278"/>
                  </a:lnTo>
                  <a:lnTo>
                    <a:pt x="0" y="2376332"/>
                  </a:lnTo>
                  <a:lnTo>
                    <a:pt x="0" y="2319386"/>
                  </a:lnTo>
                  <a:lnTo>
                    <a:pt x="0" y="2262441"/>
                  </a:lnTo>
                  <a:lnTo>
                    <a:pt x="0" y="2205495"/>
                  </a:lnTo>
                  <a:lnTo>
                    <a:pt x="0" y="2148550"/>
                  </a:lnTo>
                  <a:lnTo>
                    <a:pt x="0" y="2091604"/>
                  </a:lnTo>
                  <a:lnTo>
                    <a:pt x="0" y="2034658"/>
                  </a:lnTo>
                  <a:lnTo>
                    <a:pt x="0" y="1977713"/>
                  </a:lnTo>
                  <a:lnTo>
                    <a:pt x="0" y="1920767"/>
                  </a:lnTo>
                  <a:lnTo>
                    <a:pt x="0" y="1863822"/>
                  </a:lnTo>
                  <a:lnTo>
                    <a:pt x="0" y="1806876"/>
                  </a:lnTo>
                  <a:lnTo>
                    <a:pt x="0" y="1749930"/>
                  </a:lnTo>
                  <a:lnTo>
                    <a:pt x="0" y="1692985"/>
                  </a:lnTo>
                  <a:lnTo>
                    <a:pt x="0" y="1636039"/>
                  </a:lnTo>
                  <a:lnTo>
                    <a:pt x="0" y="1579094"/>
                  </a:lnTo>
                  <a:lnTo>
                    <a:pt x="0" y="1522148"/>
                  </a:lnTo>
                  <a:lnTo>
                    <a:pt x="0" y="1465202"/>
                  </a:lnTo>
                  <a:lnTo>
                    <a:pt x="0" y="1408257"/>
                  </a:lnTo>
                  <a:lnTo>
                    <a:pt x="0" y="1351311"/>
                  </a:lnTo>
                  <a:lnTo>
                    <a:pt x="0" y="1294366"/>
                  </a:lnTo>
                  <a:lnTo>
                    <a:pt x="0" y="1237420"/>
                  </a:lnTo>
                  <a:lnTo>
                    <a:pt x="0" y="1180474"/>
                  </a:lnTo>
                  <a:lnTo>
                    <a:pt x="0" y="1123529"/>
                  </a:lnTo>
                  <a:lnTo>
                    <a:pt x="0" y="1066583"/>
                  </a:lnTo>
                  <a:lnTo>
                    <a:pt x="0" y="1009637"/>
                  </a:lnTo>
                  <a:lnTo>
                    <a:pt x="0" y="952692"/>
                  </a:lnTo>
                  <a:lnTo>
                    <a:pt x="0" y="895746"/>
                  </a:lnTo>
                  <a:lnTo>
                    <a:pt x="0" y="838801"/>
                  </a:lnTo>
                  <a:lnTo>
                    <a:pt x="0" y="781855"/>
                  </a:lnTo>
                  <a:lnTo>
                    <a:pt x="0" y="724909"/>
                  </a:lnTo>
                  <a:lnTo>
                    <a:pt x="0" y="667964"/>
                  </a:lnTo>
                  <a:lnTo>
                    <a:pt x="0" y="611018"/>
                  </a:lnTo>
                  <a:lnTo>
                    <a:pt x="0" y="554073"/>
                  </a:lnTo>
                  <a:lnTo>
                    <a:pt x="0" y="497127"/>
                  </a:lnTo>
                  <a:lnTo>
                    <a:pt x="0" y="440181"/>
                  </a:lnTo>
                  <a:lnTo>
                    <a:pt x="0" y="383236"/>
                  </a:lnTo>
                  <a:lnTo>
                    <a:pt x="0" y="326290"/>
                  </a:lnTo>
                  <a:lnTo>
                    <a:pt x="0" y="269345"/>
                  </a:lnTo>
                  <a:lnTo>
                    <a:pt x="0" y="212399"/>
                  </a:lnTo>
                  <a:lnTo>
                    <a:pt x="0" y="155453"/>
                  </a:lnTo>
                  <a:lnTo>
                    <a:pt x="0" y="98508"/>
                  </a:lnTo>
                  <a:lnTo>
                    <a:pt x="0" y="41562"/>
                  </a:ln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rnd">
              <a:solidFill>
                <a:srgbClr val="F0F8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6087361" y="1669789"/>
              <a:ext cx="0" cy="4051159"/>
            </a:xfrm>
            <a:custGeom>
              <a:avLst/>
              <a:pathLst>
                <a:path w="0" h="4051159">
                  <a:moveTo>
                    <a:pt x="0" y="4051159"/>
                  </a:moveTo>
                  <a:lnTo>
                    <a:pt x="0" y="4027755"/>
                  </a:lnTo>
                  <a:lnTo>
                    <a:pt x="0" y="3970809"/>
                  </a:lnTo>
                  <a:lnTo>
                    <a:pt x="0" y="3913864"/>
                  </a:lnTo>
                  <a:lnTo>
                    <a:pt x="0" y="3856918"/>
                  </a:lnTo>
                  <a:lnTo>
                    <a:pt x="0" y="3799972"/>
                  </a:lnTo>
                  <a:lnTo>
                    <a:pt x="0" y="3743027"/>
                  </a:lnTo>
                  <a:lnTo>
                    <a:pt x="0" y="3686081"/>
                  </a:lnTo>
                  <a:lnTo>
                    <a:pt x="0" y="3629136"/>
                  </a:lnTo>
                  <a:lnTo>
                    <a:pt x="0" y="3572190"/>
                  </a:lnTo>
                  <a:lnTo>
                    <a:pt x="0" y="3515244"/>
                  </a:lnTo>
                  <a:lnTo>
                    <a:pt x="0" y="3458299"/>
                  </a:lnTo>
                  <a:lnTo>
                    <a:pt x="0" y="3401353"/>
                  </a:lnTo>
                  <a:lnTo>
                    <a:pt x="0" y="3344407"/>
                  </a:lnTo>
                  <a:lnTo>
                    <a:pt x="0" y="3287462"/>
                  </a:lnTo>
                  <a:lnTo>
                    <a:pt x="0" y="3230516"/>
                  </a:lnTo>
                  <a:lnTo>
                    <a:pt x="0" y="3173571"/>
                  </a:lnTo>
                  <a:lnTo>
                    <a:pt x="0" y="3116625"/>
                  </a:lnTo>
                  <a:lnTo>
                    <a:pt x="0" y="3059679"/>
                  </a:lnTo>
                  <a:lnTo>
                    <a:pt x="0" y="3002734"/>
                  </a:lnTo>
                  <a:lnTo>
                    <a:pt x="0" y="2945788"/>
                  </a:lnTo>
                  <a:lnTo>
                    <a:pt x="0" y="2888843"/>
                  </a:lnTo>
                  <a:lnTo>
                    <a:pt x="0" y="2831897"/>
                  </a:lnTo>
                  <a:lnTo>
                    <a:pt x="0" y="2774951"/>
                  </a:lnTo>
                  <a:lnTo>
                    <a:pt x="0" y="2718006"/>
                  </a:lnTo>
                  <a:lnTo>
                    <a:pt x="0" y="2661060"/>
                  </a:lnTo>
                  <a:lnTo>
                    <a:pt x="0" y="2604115"/>
                  </a:lnTo>
                  <a:lnTo>
                    <a:pt x="0" y="2547169"/>
                  </a:lnTo>
                  <a:lnTo>
                    <a:pt x="0" y="2490223"/>
                  </a:lnTo>
                  <a:lnTo>
                    <a:pt x="0" y="2433278"/>
                  </a:lnTo>
                  <a:lnTo>
                    <a:pt x="0" y="2376332"/>
                  </a:lnTo>
                  <a:lnTo>
                    <a:pt x="0" y="2319386"/>
                  </a:lnTo>
                  <a:lnTo>
                    <a:pt x="0" y="2262441"/>
                  </a:lnTo>
                  <a:lnTo>
                    <a:pt x="0" y="2205495"/>
                  </a:lnTo>
                  <a:lnTo>
                    <a:pt x="0" y="2148550"/>
                  </a:lnTo>
                  <a:lnTo>
                    <a:pt x="0" y="2091604"/>
                  </a:lnTo>
                  <a:lnTo>
                    <a:pt x="0" y="2034658"/>
                  </a:lnTo>
                  <a:lnTo>
                    <a:pt x="0" y="1977713"/>
                  </a:lnTo>
                  <a:lnTo>
                    <a:pt x="0" y="1920767"/>
                  </a:lnTo>
                  <a:lnTo>
                    <a:pt x="0" y="1863822"/>
                  </a:lnTo>
                  <a:lnTo>
                    <a:pt x="0" y="1806876"/>
                  </a:lnTo>
                  <a:lnTo>
                    <a:pt x="0" y="1749930"/>
                  </a:lnTo>
                  <a:lnTo>
                    <a:pt x="0" y="1692985"/>
                  </a:lnTo>
                  <a:lnTo>
                    <a:pt x="0" y="1636039"/>
                  </a:lnTo>
                  <a:lnTo>
                    <a:pt x="0" y="1579094"/>
                  </a:lnTo>
                  <a:lnTo>
                    <a:pt x="0" y="1522148"/>
                  </a:lnTo>
                  <a:lnTo>
                    <a:pt x="0" y="1465202"/>
                  </a:lnTo>
                  <a:lnTo>
                    <a:pt x="0" y="1408257"/>
                  </a:lnTo>
                  <a:lnTo>
                    <a:pt x="0" y="1351311"/>
                  </a:lnTo>
                  <a:lnTo>
                    <a:pt x="0" y="1294366"/>
                  </a:lnTo>
                  <a:lnTo>
                    <a:pt x="0" y="1237420"/>
                  </a:lnTo>
                  <a:lnTo>
                    <a:pt x="0" y="1180474"/>
                  </a:lnTo>
                  <a:lnTo>
                    <a:pt x="0" y="1123529"/>
                  </a:lnTo>
                  <a:lnTo>
                    <a:pt x="0" y="1066583"/>
                  </a:lnTo>
                  <a:lnTo>
                    <a:pt x="0" y="1009637"/>
                  </a:lnTo>
                  <a:lnTo>
                    <a:pt x="0" y="952692"/>
                  </a:lnTo>
                  <a:lnTo>
                    <a:pt x="0" y="895746"/>
                  </a:lnTo>
                  <a:lnTo>
                    <a:pt x="0" y="838801"/>
                  </a:lnTo>
                  <a:lnTo>
                    <a:pt x="0" y="781855"/>
                  </a:lnTo>
                  <a:lnTo>
                    <a:pt x="0" y="724909"/>
                  </a:lnTo>
                  <a:lnTo>
                    <a:pt x="0" y="667964"/>
                  </a:lnTo>
                  <a:lnTo>
                    <a:pt x="0" y="611018"/>
                  </a:lnTo>
                  <a:lnTo>
                    <a:pt x="0" y="554073"/>
                  </a:lnTo>
                  <a:lnTo>
                    <a:pt x="0" y="497127"/>
                  </a:lnTo>
                  <a:lnTo>
                    <a:pt x="0" y="440181"/>
                  </a:lnTo>
                  <a:lnTo>
                    <a:pt x="0" y="383236"/>
                  </a:lnTo>
                  <a:lnTo>
                    <a:pt x="0" y="326290"/>
                  </a:lnTo>
                  <a:lnTo>
                    <a:pt x="0" y="269345"/>
                  </a:lnTo>
                  <a:lnTo>
                    <a:pt x="0" y="212399"/>
                  </a:lnTo>
                  <a:lnTo>
                    <a:pt x="0" y="155453"/>
                  </a:lnTo>
                  <a:lnTo>
                    <a:pt x="0" y="98508"/>
                  </a:lnTo>
                  <a:lnTo>
                    <a:pt x="0" y="41562"/>
                  </a:ln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rnd">
              <a:solidFill>
                <a:srgbClr val="F0F8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2301906" y="5555180"/>
              <a:ext cx="4149766" cy="0"/>
            </a:xfrm>
            <a:custGeom>
              <a:avLst/>
              <a:pathLst>
                <a:path w="4149766" h="0">
                  <a:moveTo>
                    <a:pt x="0" y="0"/>
                  </a:moveTo>
                  <a:lnTo>
                    <a:pt x="22479" y="0"/>
                  </a:lnTo>
                  <a:lnTo>
                    <a:pt x="74847" y="0"/>
                  </a:lnTo>
                  <a:lnTo>
                    <a:pt x="127214" y="0"/>
                  </a:lnTo>
                  <a:lnTo>
                    <a:pt x="179582" y="0"/>
                  </a:lnTo>
                  <a:lnTo>
                    <a:pt x="231949" y="0"/>
                  </a:lnTo>
                  <a:lnTo>
                    <a:pt x="284316" y="0"/>
                  </a:lnTo>
                  <a:lnTo>
                    <a:pt x="336684" y="0"/>
                  </a:lnTo>
                  <a:lnTo>
                    <a:pt x="389051" y="0"/>
                  </a:lnTo>
                  <a:lnTo>
                    <a:pt x="441419" y="0"/>
                  </a:lnTo>
                  <a:lnTo>
                    <a:pt x="493786" y="0"/>
                  </a:lnTo>
                  <a:lnTo>
                    <a:pt x="546154" y="0"/>
                  </a:lnTo>
                  <a:lnTo>
                    <a:pt x="598521" y="0"/>
                  </a:lnTo>
                  <a:lnTo>
                    <a:pt x="650889" y="0"/>
                  </a:lnTo>
                  <a:lnTo>
                    <a:pt x="703256" y="0"/>
                  </a:lnTo>
                  <a:lnTo>
                    <a:pt x="755623" y="0"/>
                  </a:lnTo>
                  <a:lnTo>
                    <a:pt x="807991" y="0"/>
                  </a:lnTo>
                  <a:lnTo>
                    <a:pt x="860358" y="0"/>
                  </a:lnTo>
                  <a:lnTo>
                    <a:pt x="912726" y="0"/>
                  </a:lnTo>
                  <a:lnTo>
                    <a:pt x="965093" y="0"/>
                  </a:lnTo>
                  <a:lnTo>
                    <a:pt x="1017461" y="0"/>
                  </a:lnTo>
                  <a:lnTo>
                    <a:pt x="1069828" y="0"/>
                  </a:lnTo>
                  <a:lnTo>
                    <a:pt x="1122196" y="0"/>
                  </a:lnTo>
                  <a:lnTo>
                    <a:pt x="1174563" y="0"/>
                  </a:lnTo>
                  <a:lnTo>
                    <a:pt x="1226930" y="0"/>
                  </a:lnTo>
                  <a:lnTo>
                    <a:pt x="1279298" y="0"/>
                  </a:lnTo>
                  <a:lnTo>
                    <a:pt x="1331665" y="0"/>
                  </a:lnTo>
                  <a:lnTo>
                    <a:pt x="1384033" y="0"/>
                  </a:lnTo>
                  <a:lnTo>
                    <a:pt x="1436400" y="0"/>
                  </a:lnTo>
                  <a:lnTo>
                    <a:pt x="1488768" y="0"/>
                  </a:lnTo>
                  <a:lnTo>
                    <a:pt x="1541135" y="0"/>
                  </a:lnTo>
                  <a:lnTo>
                    <a:pt x="1593503" y="0"/>
                  </a:lnTo>
                  <a:lnTo>
                    <a:pt x="1645870" y="0"/>
                  </a:lnTo>
                  <a:lnTo>
                    <a:pt x="1698237" y="0"/>
                  </a:lnTo>
                  <a:lnTo>
                    <a:pt x="1750605" y="0"/>
                  </a:lnTo>
                  <a:lnTo>
                    <a:pt x="1802972" y="0"/>
                  </a:lnTo>
                  <a:lnTo>
                    <a:pt x="1855340" y="0"/>
                  </a:lnTo>
                  <a:lnTo>
                    <a:pt x="1907707" y="0"/>
                  </a:lnTo>
                  <a:lnTo>
                    <a:pt x="1960075" y="0"/>
                  </a:lnTo>
                  <a:lnTo>
                    <a:pt x="2012442" y="0"/>
                  </a:lnTo>
                  <a:lnTo>
                    <a:pt x="2064810" y="0"/>
                  </a:lnTo>
                  <a:lnTo>
                    <a:pt x="2117177" y="0"/>
                  </a:lnTo>
                  <a:lnTo>
                    <a:pt x="2169544" y="0"/>
                  </a:lnTo>
                  <a:lnTo>
                    <a:pt x="2221912" y="0"/>
                  </a:lnTo>
                  <a:lnTo>
                    <a:pt x="2274279" y="0"/>
                  </a:lnTo>
                  <a:lnTo>
                    <a:pt x="2326647" y="0"/>
                  </a:lnTo>
                  <a:lnTo>
                    <a:pt x="2379014" y="0"/>
                  </a:lnTo>
                  <a:lnTo>
                    <a:pt x="2431382" y="0"/>
                  </a:lnTo>
                  <a:lnTo>
                    <a:pt x="2483749" y="0"/>
                  </a:lnTo>
                  <a:lnTo>
                    <a:pt x="2536117" y="0"/>
                  </a:lnTo>
                  <a:lnTo>
                    <a:pt x="2588484" y="0"/>
                  </a:lnTo>
                  <a:lnTo>
                    <a:pt x="2640851" y="0"/>
                  </a:lnTo>
                  <a:lnTo>
                    <a:pt x="2693219" y="0"/>
                  </a:lnTo>
                  <a:lnTo>
                    <a:pt x="2745586" y="0"/>
                  </a:lnTo>
                  <a:lnTo>
                    <a:pt x="2797954" y="0"/>
                  </a:lnTo>
                  <a:lnTo>
                    <a:pt x="2850321" y="0"/>
                  </a:lnTo>
                  <a:lnTo>
                    <a:pt x="2902689" y="0"/>
                  </a:lnTo>
                  <a:lnTo>
                    <a:pt x="2955056" y="0"/>
                  </a:lnTo>
                  <a:lnTo>
                    <a:pt x="3007424" y="0"/>
                  </a:lnTo>
                  <a:lnTo>
                    <a:pt x="3059791" y="0"/>
                  </a:lnTo>
                  <a:lnTo>
                    <a:pt x="3112158" y="0"/>
                  </a:lnTo>
                  <a:lnTo>
                    <a:pt x="3164526" y="0"/>
                  </a:lnTo>
                  <a:lnTo>
                    <a:pt x="3216893" y="0"/>
                  </a:lnTo>
                  <a:lnTo>
                    <a:pt x="3269261" y="0"/>
                  </a:lnTo>
                  <a:lnTo>
                    <a:pt x="3321628" y="0"/>
                  </a:lnTo>
                  <a:lnTo>
                    <a:pt x="3373996" y="0"/>
                  </a:lnTo>
                  <a:lnTo>
                    <a:pt x="3426363" y="0"/>
                  </a:lnTo>
                  <a:lnTo>
                    <a:pt x="3478730" y="0"/>
                  </a:lnTo>
                  <a:lnTo>
                    <a:pt x="3531098" y="0"/>
                  </a:lnTo>
                  <a:lnTo>
                    <a:pt x="3583465" y="0"/>
                  </a:lnTo>
                  <a:lnTo>
                    <a:pt x="3635833" y="0"/>
                  </a:lnTo>
                  <a:lnTo>
                    <a:pt x="3688200" y="0"/>
                  </a:lnTo>
                  <a:lnTo>
                    <a:pt x="3740568" y="0"/>
                  </a:lnTo>
                  <a:lnTo>
                    <a:pt x="3792935" y="0"/>
                  </a:lnTo>
                  <a:lnTo>
                    <a:pt x="3845303" y="0"/>
                  </a:lnTo>
                  <a:lnTo>
                    <a:pt x="3897670" y="0"/>
                  </a:lnTo>
                  <a:lnTo>
                    <a:pt x="3950037" y="0"/>
                  </a:lnTo>
                  <a:lnTo>
                    <a:pt x="4002405" y="0"/>
                  </a:lnTo>
                  <a:lnTo>
                    <a:pt x="4054772" y="0"/>
                  </a:lnTo>
                  <a:lnTo>
                    <a:pt x="4107140" y="0"/>
                  </a:lnTo>
                  <a:lnTo>
                    <a:pt x="4149766" y="0"/>
                  </a:lnTo>
                  <a:lnTo>
                    <a:pt x="4149766" y="0"/>
                  </a:lnTo>
                </a:path>
              </a:pathLst>
            </a:custGeom>
            <a:ln w="13550" cap="rnd">
              <a:solidFill>
                <a:srgbClr val="F0F8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2301906" y="4615577"/>
              <a:ext cx="4149766" cy="0"/>
            </a:xfrm>
            <a:custGeom>
              <a:avLst/>
              <a:pathLst>
                <a:path w="4149766" h="0">
                  <a:moveTo>
                    <a:pt x="0" y="0"/>
                  </a:moveTo>
                  <a:lnTo>
                    <a:pt x="22479" y="0"/>
                  </a:lnTo>
                  <a:lnTo>
                    <a:pt x="74847" y="0"/>
                  </a:lnTo>
                  <a:lnTo>
                    <a:pt x="127214" y="0"/>
                  </a:lnTo>
                  <a:lnTo>
                    <a:pt x="179582" y="0"/>
                  </a:lnTo>
                  <a:lnTo>
                    <a:pt x="231949" y="0"/>
                  </a:lnTo>
                  <a:lnTo>
                    <a:pt x="284316" y="0"/>
                  </a:lnTo>
                  <a:lnTo>
                    <a:pt x="336684" y="0"/>
                  </a:lnTo>
                  <a:lnTo>
                    <a:pt x="389051" y="0"/>
                  </a:lnTo>
                  <a:lnTo>
                    <a:pt x="441419" y="0"/>
                  </a:lnTo>
                  <a:lnTo>
                    <a:pt x="493786" y="0"/>
                  </a:lnTo>
                  <a:lnTo>
                    <a:pt x="546154" y="0"/>
                  </a:lnTo>
                  <a:lnTo>
                    <a:pt x="598521" y="0"/>
                  </a:lnTo>
                  <a:lnTo>
                    <a:pt x="650889" y="0"/>
                  </a:lnTo>
                  <a:lnTo>
                    <a:pt x="703256" y="0"/>
                  </a:lnTo>
                  <a:lnTo>
                    <a:pt x="755623" y="0"/>
                  </a:lnTo>
                  <a:lnTo>
                    <a:pt x="807991" y="0"/>
                  </a:lnTo>
                  <a:lnTo>
                    <a:pt x="860358" y="0"/>
                  </a:lnTo>
                  <a:lnTo>
                    <a:pt x="912726" y="0"/>
                  </a:lnTo>
                  <a:lnTo>
                    <a:pt x="965093" y="0"/>
                  </a:lnTo>
                  <a:lnTo>
                    <a:pt x="1017461" y="0"/>
                  </a:lnTo>
                  <a:lnTo>
                    <a:pt x="1069828" y="0"/>
                  </a:lnTo>
                  <a:lnTo>
                    <a:pt x="1122196" y="0"/>
                  </a:lnTo>
                  <a:lnTo>
                    <a:pt x="1174563" y="0"/>
                  </a:lnTo>
                  <a:lnTo>
                    <a:pt x="1226930" y="0"/>
                  </a:lnTo>
                  <a:lnTo>
                    <a:pt x="1279298" y="0"/>
                  </a:lnTo>
                  <a:lnTo>
                    <a:pt x="1331665" y="0"/>
                  </a:lnTo>
                  <a:lnTo>
                    <a:pt x="1384033" y="0"/>
                  </a:lnTo>
                  <a:lnTo>
                    <a:pt x="1436400" y="0"/>
                  </a:lnTo>
                  <a:lnTo>
                    <a:pt x="1488768" y="0"/>
                  </a:lnTo>
                  <a:lnTo>
                    <a:pt x="1541135" y="0"/>
                  </a:lnTo>
                  <a:lnTo>
                    <a:pt x="1593503" y="0"/>
                  </a:lnTo>
                  <a:lnTo>
                    <a:pt x="1645870" y="0"/>
                  </a:lnTo>
                  <a:lnTo>
                    <a:pt x="1698237" y="0"/>
                  </a:lnTo>
                  <a:lnTo>
                    <a:pt x="1750605" y="0"/>
                  </a:lnTo>
                  <a:lnTo>
                    <a:pt x="1802972" y="0"/>
                  </a:lnTo>
                  <a:lnTo>
                    <a:pt x="1855340" y="0"/>
                  </a:lnTo>
                  <a:lnTo>
                    <a:pt x="1907707" y="0"/>
                  </a:lnTo>
                  <a:lnTo>
                    <a:pt x="1960075" y="0"/>
                  </a:lnTo>
                  <a:lnTo>
                    <a:pt x="2012442" y="0"/>
                  </a:lnTo>
                  <a:lnTo>
                    <a:pt x="2064810" y="0"/>
                  </a:lnTo>
                  <a:lnTo>
                    <a:pt x="2117177" y="0"/>
                  </a:lnTo>
                  <a:lnTo>
                    <a:pt x="2169544" y="0"/>
                  </a:lnTo>
                  <a:lnTo>
                    <a:pt x="2221912" y="0"/>
                  </a:lnTo>
                  <a:lnTo>
                    <a:pt x="2274279" y="0"/>
                  </a:lnTo>
                  <a:lnTo>
                    <a:pt x="2326647" y="0"/>
                  </a:lnTo>
                  <a:lnTo>
                    <a:pt x="2379014" y="0"/>
                  </a:lnTo>
                  <a:lnTo>
                    <a:pt x="2431382" y="0"/>
                  </a:lnTo>
                  <a:lnTo>
                    <a:pt x="2483749" y="0"/>
                  </a:lnTo>
                  <a:lnTo>
                    <a:pt x="2536117" y="0"/>
                  </a:lnTo>
                  <a:lnTo>
                    <a:pt x="2588484" y="0"/>
                  </a:lnTo>
                  <a:lnTo>
                    <a:pt x="2640851" y="0"/>
                  </a:lnTo>
                  <a:lnTo>
                    <a:pt x="2693219" y="0"/>
                  </a:lnTo>
                  <a:lnTo>
                    <a:pt x="2745586" y="0"/>
                  </a:lnTo>
                  <a:lnTo>
                    <a:pt x="2797954" y="0"/>
                  </a:lnTo>
                  <a:lnTo>
                    <a:pt x="2850321" y="0"/>
                  </a:lnTo>
                  <a:lnTo>
                    <a:pt x="2902689" y="0"/>
                  </a:lnTo>
                  <a:lnTo>
                    <a:pt x="2955056" y="0"/>
                  </a:lnTo>
                  <a:lnTo>
                    <a:pt x="3007424" y="0"/>
                  </a:lnTo>
                  <a:lnTo>
                    <a:pt x="3059791" y="0"/>
                  </a:lnTo>
                  <a:lnTo>
                    <a:pt x="3112158" y="0"/>
                  </a:lnTo>
                  <a:lnTo>
                    <a:pt x="3164526" y="0"/>
                  </a:lnTo>
                  <a:lnTo>
                    <a:pt x="3216893" y="0"/>
                  </a:lnTo>
                  <a:lnTo>
                    <a:pt x="3269261" y="0"/>
                  </a:lnTo>
                  <a:lnTo>
                    <a:pt x="3321628" y="0"/>
                  </a:lnTo>
                  <a:lnTo>
                    <a:pt x="3373996" y="0"/>
                  </a:lnTo>
                  <a:lnTo>
                    <a:pt x="3426363" y="0"/>
                  </a:lnTo>
                  <a:lnTo>
                    <a:pt x="3478730" y="0"/>
                  </a:lnTo>
                  <a:lnTo>
                    <a:pt x="3531098" y="0"/>
                  </a:lnTo>
                  <a:lnTo>
                    <a:pt x="3583465" y="0"/>
                  </a:lnTo>
                  <a:lnTo>
                    <a:pt x="3635833" y="0"/>
                  </a:lnTo>
                  <a:lnTo>
                    <a:pt x="3688200" y="0"/>
                  </a:lnTo>
                  <a:lnTo>
                    <a:pt x="3740568" y="0"/>
                  </a:lnTo>
                  <a:lnTo>
                    <a:pt x="3792935" y="0"/>
                  </a:lnTo>
                  <a:lnTo>
                    <a:pt x="3845303" y="0"/>
                  </a:lnTo>
                  <a:lnTo>
                    <a:pt x="3897670" y="0"/>
                  </a:lnTo>
                  <a:lnTo>
                    <a:pt x="3950037" y="0"/>
                  </a:lnTo>
                  <a:lnTo>
                    <a:pt x="4002405" y="0"/>
                  </a:lnTo>
                  <a:lnTo>
                    <a:pt x="4054772" y="0"/>
                  </a:lnTo>
                  <a:lnTo>
                    <a:pt x="4107140" y="0"/>
                  </a:lnTo>
                  <a:lnTo>
                    <a:pt x="4149766" y="0"/>
                  </a:lnTo>
                  <a:lnTo>
                    <a:pt x="4149766" y="0"/>
                  </a:lnTo>
                </a:path>
              </a:pathLst>
            </a:custGeom>
            <a:ln w="13550" cap="rnd">
              <a:solidFill>
                <a:srgbClr val="F0F8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2301906" y="3675975"/>
              <a:ext cx="4149766" cy="0"/>
            </a:xfrm>
            <a:custGeom>
              <a:avLst/>
              <a:pathLst>
                <a:path w="4149766" h="0">
                  <a:moveTo>
                    <a:pt x="0" y="0"/>
                  </a:moveTo>
                  <a:lnTo>
                    <a:pt x="22479" y="0"/>
                  </a:lnTo>
                  <a:lnTo>
                    <a:pt x="74847" y="0"/>
                  </a:lnTo>
                  <a:lnTo>
                    <a:pt x="127214" y="0"/>
                  </a:lnTo>
                  <a:lnTo>
                    <a:pt x="179582" y="0"/>
                  </a:lnTo>
                  <a:lnTo>
                    <a:pt x="231949" y="0"/>
                  </a:lnTo>
                  <a:lnTo>
                    <a:pt x="284316" y="0"/>
                  </a:lnTo>
                  <a:lnTo>
                    <a:pt x="336684" y="0"/>
                  </a:lnTo>
                  <a:lnTo>
                    <a:pt x="389051" y="0"/>
                  </a:lnTo>
                  <a:lnTo>
                    <a:pt x="441419" y="0"/>
                  </a:lnTo>
                  <a:lnTo>
                    <a:pt x="493786" y="0"/>
                  </a:lnTo>
                  <a:lnTo>
                    <a:pt x="546154" y="0"/>
                  </a:lnTo>
                  <a:lnTo>
                    <a:pt x="598521" y="0"/>
                  </a:lnTo>
                  <a:lnTo>
                    <a:pt x="650889" y="0"/>
                  </a:lnTo>
                  <a:lnTo>
                    <a:pt x="703256" y="0"/>
                  </a:lnTo>
                  <a:lnTo>
                    <a:pt x="755623" y="0"/>
                  </a:lnTo>
                  <a:lnTo>
                    <a:pt x="807991" y="0"/>
                  </a:lnTo>
                  <a:lnTo>
                    <a:pt x="860358" y="0"/>
                  </a:lnTo>
                  <a:lnTo>
                    <a:pt x="912726" y="0"/>
                  </a:lnTo>
                  <a:lnTo>
                    <a:pt x="965093" y="0"/>
                  </a:lnTo>
                  <a:lnTo>
                    <a:pt x="1017461" y="0"/>
                  </a:lnTo>
                  <a:lnTo>
                    <a:pt x="1069828" y="0"/>
                  </a:lnTo>
                  <a:lnTo>
                    <a:pt x="1122196" y="0"/>
                  </a:lnTo>
                  <a:lnTo>
                    <a:pt x="1174563" y="0"/>
                  </a:lnTo>
                  <a:lnTo>
                    <a:pt x="1226930" y="0"/>
                  </a:lnTo>
                  <a:lnTo>
                    <a:pt x="1279298" y="0"/>
                  </a:lnTo>
                  <a:lnTo>
                    <a:pt x="1331665" y="0"/>
                  </a:lnTo>
                  <a:lnTo>
                    <a:pt x="1384033" y="0"/>
                  </a:lnTo>
                  <a:lnTo>
                    <a:pt x="1436400" y="0"/>
                  </a:lnTo>
                  <a:lnTo>
                    <a:pt x="1488768" y="0"/>
                  </a:lnTo>
                  <a:lnTo>
                    <a:pt x="1541135" y="0"/>
                  </a:lnTo>
                  <a:lnTo>
                    <a:pt x="1593503" y="0"/>
                  </a:lnTo>
                  <a:lnTo>
                    <a:pt x="1645870" y="0"/>
                  </a:lnTo>
                  <a:lnTo>
                    <a:pt x="1698237" y="0"/>
                  </a:lnTo>
                  <a:lnTo>
                    <a:pt x="1750605" y="0"/>
                  </a:lnTo>
                  <a:lnTo>
                    <a:pt x="1802972" y="0"/>
                  </a:lnTo>
                  <a:lnTo>
                    <a:pt x="1855340" y="0"/>
                  </a:lnTo>
                  <a:lnTo>
                    <a:pt x="1907707" y="0"/>
                  </a:lnTo>
                  <a:lnTo>
                    <a:pt x="1960075" y="0"/>
                  </a:lnTo>
                  <a:lnTo>
                    <a:pt x="2012442" y="0"/>
                  </a:lnTo>
                  <a:lnTo>
                    <a:pt x="2064810" y="0"/>
                  </a:lnTo>
                  <a:lnTo>
                    <a:pt x="2117177" y="0"/>
                  </a:lnTo>
                  <a:lnTo>
                    <a:pt x="2169544" y="0"/>
                  </a:lnTo>
                  <a:lnTo>
                    <a:pt x="2221912" y="0"/>
                  </a:lnTo>
                  <a:lnTo>
                    <a:pt x="2274279" y="0"/>
                  </a:lnTo>
                  <a:lnTo>
                    <a:pt x="2326647" y="0"/>
                  </a:lnTo>
                  <a:lnTo>
                    <a:pt x="2379014" y="0"/>
                  </a:lnTo>
                  <a:lnTo>
                    <a:pt x="2431382" y="0"/>
                  </a:lnTo>
                  <a:lnTo>
                    <a:pt x="2483749" y="0"/>
                  </a:lnTo>
                  <a:lnTo>
                    <a:pt x="2536117" y="0"/>
                  </a:lnTo>
                  <a:lnTo>
                    <a:pt x="2588484" y="0"/>
                  </a:lnTo>
                  <a:lnTo>
                    <a:pt x="2640851" y="0"/>
                  </a:lnTo>
                  <a:lnTo>
                    <a:pt x="2693219" y="0"/>
                  </a:lnTo>
                  <a:lnTo>
                    <a:pt x="2745586" y="0"/>
                  </a:lnTo>
                  <a:lnTo>
                    <a:pt x="2797954" y="0"/>
                  </a:lnTo>
                  <a:lnTo>
                    <a:pt x="2850321" y="0"/>
                  </a:lnTo>
                  <a:lnTo>
                    <a:pt x="2902689" y="0"/>
                  </a:lnTo>
                  <a:lnTo>
                    <a:pt x="2955056" y="0"/>
                  </a:lnTo>
                  <a:lnTo>
                    <a:pt x="3007424" y="0"/>
                  </a:lnTo>
                  <a:lnTo>
                    <a:pt x="3059791" y="0"/>
                  </a:lnTo>
                  <a:lnTo>
                    <a:pt x="3112158" y="0"/>
                  </a:lnTo>
                  <a:lnTo>
                    <a:pt x="3164526" y="0"/>
                  </a:lnTo>
                  <a:lnTo>
                    <a:pt x="3216893" y="0"/>
                  </a:lnTo>
                  <a:lnTo>
                    <a:pt x="3269261" y="0"/>
                  </a:lnTo>
                  <a:lnTo>
                    <a:pt x="3321628" y="0"/>
                  </a:lnTo>
                  <a:lnTo>
                    <a:pt x="3373996" y="0"/>
                  </a:lnTo>
                  <a:lnTo>
                    <a:pt x="3426363" y="0"/>
                  </a:lnTo>
                  <a:lnTo>
                    <a:pt x="3478730" y="0"/>
                  </a:lnTo>
                  <a:lnTo>
                    <a:pt x="3531098" y="0"/>
                  </a:lnTo>
                  <a:lnTo>
                    <a:pt x="3583465" y="0"/>
                  </a:lnTo>
                  <a:lnTo>
                    <a:pt x="3635833" y="0"/>
                  </a:lnTo>
                  <a:lnTo>
                    <a:pt x="3688200" y="0"/>
                  </a:lnTo>
                  <a:lnTo>
                    <a:pt x="3740568" y="0"/>
                  </a:lnTo>
                  <a:lnTo>
                    <a:pt x="3792935" y="0"/>
                  </a:lnTo>
                  <a:lnTo>
                    <a:pt x="3845303" y="0"/>
                  </a:lnTo>
                  <a:lnTo>
                    <a:pt x="3897670" y="0"/>
                  </a:lnTo>
                  <a:lnTo>
                    <a:pt x="3950037" y="0"/>
                  </a:lnTo>
                  <a:lnTo>
                    <a:pt x="4002405" y="0"/>
                  </a:lnTo>
                  <a:lnTo>
                    <a:pt x="4054772" y="0"/>
                  </a:lnTo>
                  <a:lnTo>
                    <a:pt x="4107140" y="0"/>
                  </a:lnTo>
                  <a:lnTo>
                    <a:pt x="4149766" y="0"/>
                  </a:lnTo>
                  <a:lnTo>
                    <a:pt x="4149766" y="0"/>
                  </a:lnTo>
                </a:path>
              </a:pathLst>
            </a:custGeom>
            <a:ln w="13550" cap="rnd">
              <a:solidFill>
                <a:srgbClr val="F0F8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2301906" y="2736372"/>
              <a:ext cx="4149766" cy="0"/>
            </a:xfrm>
            <a:custGeom>
              <a:avLst/>
              <a:pathLst>
                <a:path w="4149766" h="0">
                  <a:moveTo>
                    <a:pt x="0" y="0"/>
                  </a:moveTo>
                  <a:lnTo>
                    <a:pt x="22479" y="0"/>
                  </a:lnTo>
                  <a:lnTo>
                    <a:pt x="74847" y="0"/>
                  </a:lnTo>
                  <a:lnTo>
                    <a:pt x="127214" y="0"/>
                  </a:lnTo>
                  <a:lnTo>
                    <a:pt x="179582" y="0"/>
                  </a:lnTo>
                  <a:lnTo>
                    <a:pt x="231949" y="0"/>
                  </a:lnTo>
                  <a:lnTo>
                    <a:pt x="284316" y="0"/>
                  </a:lnTo>
                  <a:lnTo>
                    <a:pt x="336684" y="0"/>
                  </a:lnTo>
                  <a:lnTo>
                    <a:pt x="389051" y="0"/>
                  </a:lnTo>
                  <a:lnTo>
                    <a:pt x="441419" y="0"/>
                  </a:lnTo>
                  <a:lnTo>
                    <a:pt x="493786" y="0"/>
                  </a:lnTo>
                  <a:lnTo>
                    <a:pt x="546154" y="0"/>
                  </a:lnTo>
                  <a:lnTo>
                    <a:pt x="598521" y="0"/>
                  </a:lnTo>
                  <a:lnTo>
                    <a:pt x="650889" y="0"/>
                  </a:lnTo>
                  <a:lnTo>
                    <a:pt x="703256" y="0"/>
                  </a:lnTo>
                  <a:lnTo>
                    <a:pt x="755623" y="0"/>
                  </a:lnTo>
                  <a:lnTo>
                    <a:pt x="807991" y="0"/>
                  </a:lnTo>
                  <a:lnTo>
                    <a:pt x="860358" y="0"/>
                  </a:lnTo>
                  <a:lnTo>
                    <a:pt x="912726" y="0"/>
                  </a:lnTo>
                  <a:lnTo>
                    <a:pt x="965093" y="0"/>
                  </a:lnTo>
                  <a:lnTo>
                    <a:pt x="1017461" y="0"/>
                  </a:lnTo>
                  <a:lnTo>
                    <a:pt x="1069828" y="0"/>
                  </a:lnTo>
                  <a:lnTo>
                    <a:pt x="1122196" y="0"/>
                  </a:lnTo>
                  <a:lnTo>
                    <a:pt x="1174563" y="0"/>
                  </a:lnTo>
                  <a:lnTo>
                    <a:pt x="1226930" y="0"/>
                  </a:lnTo>
                  <a:lnTo>
                    <a:pt x="1279298" y="0"/>
                  </a:lnTo>
                  <a:lnTo>
                    <a:pt x="1331665" y="0"/>
                  </a:lnTo>
                  <a:lnTo>
                    <a:pt x="1384033" y="0"/>
                  </a:lnTo>
                  <a:lnTo>
                    <a:pt x="1436400" y="0"/>
                  </a:lnTo>
                  <a:lnTo>
                    <a:pt x="1488768" y="0"/>
                  </a:lnTo>
                  <a:lnTo>
                    <a:pt x="1541135" y="0"/>
                  </a:lnTo>
                  <a:lnTo>
                    <a:pt x="1593503" y="0"/>
                  </a:lnTo>
                  <a:lnTo>
                    <a:pt x="1645870" y="0"/>
                  </a:lnTo>
                  <a:lnTo>
                    <a:pt x="1698237" y="0"/>
                  </a:lnTo>
                  <a:lnTo>
                    <a:pt x="1750605" y="0"/>
                  </a:lnTo>
                  <a:lnTo>
                    <a:pt x="1802972" y="0"/>
                  </a:lnTo>
                  <a:lnTo>
                    <a:pt x="1855340" y="0"/>
                  </a:lnTo>
                  <a:lnTo>
                    <a:pt x="1907707" y="0"/>
                  </a:lnTo>
                  <a:lnTo>
                    <a:pt x="1960075" y="0"/>
                  </a:lnTo>
                  <a:lnTo>
                    <a:pt x="2012442" y="0"/>
                  </a:lnTo>
                  <a:lnTo>
                    <a:pt x="2064810" y="0"/>
                  </a:lnTo>
                  <a:lnTo>
                    <a:pt x="2117177" y="0"/>
                  </a:lnTo>
                  <a:lnTo>
                    <a:pt x="2169544" y="0"/>
                  </a:lnTo>
                  <a:lnTo>
                    <a:pt x="2221912" y="0"/>
                  </a:lnTo>
                  <a:lnTo>
                    <a:pt x="2274279" y="0"/>
                  </a:lnTo>
                  <a:lnTo>
                    <a:pt x="2326647" y="0"/>
                  </a:lnTo>
                  <a:lnTo>
                    <a:pt x="2379014" y="0"/>
                  </a:lnTo>
                  <a:lnTo>
                    <a:pt x="2431382" y="0"/>
                  </a:lnTo>
                  <a:lnTo>
                    <a:pt x="2483749" y="0"/>
                  </a:lnTo>
                  <a:lnTo>
                    <a:pt x="2536117" y="0"/>
                  </a:lnTo>
                  <a:lnTo>
                    <a:pt x="2588484" y="0"/>
                  </a:lnTo>
                  <a:lnTo>
                    <a:pt x="2640851" y="0"/>
                  </a:lnTo>
                  <a:lnTo>
                    <a:pt x="2693219" y="0"/>
                  </a:lnTo>
                  <a:lnTo>
                    <a:pt x="2745586" y="0"/>
                  </a:lnTo>
                  <a:lnTo>
                    <a:pt x="2797954" y="0"/>
                  </a:lnTo>
                  <a:lnTo>
                    <a:pt x="2850321" y="0"/>
                  </a:lnTo>
                  <a:lnTo>
                    <a:pt x="2902689" y="0"/>
                  </a:lnTo>
                  <a:lnTo>
                    <a:pt x="2955056" y="0"/>
                  </a:lnTo>
                  <a:lnTo>
                    <a:pt x="3007424" y="0"/>
                  </a:lnTo>
                  <a:lnTo>
                    <a:pt x="3059791" y="0"/>
                  </a:lnTo>
                  <a:lnTo>
                    <a:pt x="3112158" y="0"/>
                  </a:lnTo>
                  <a:lnTo>
                    <a:pt x="3164526" y="0"/>
                  </a:lnTo>
                  <a:lnTo>
                    <a:pt x="3216893" y="0"/>
                  </a:lnTo>
                  <a:lnTo>
                    <a:pt x="3269261" y="0"/>
                  </a:lnTo>
                  <a:lnTo>
                    <a:pt x="3321628" y="0"/>
                  </a:lnTo>
                  <a:lnTo>
                    <a:pt x="3373996" y="0"/>
                  </a:lnTo>
                  <a:lnTo>
                    <a:pt x="3426363" y="0"/>
                  </a:lnTo>
                  <a:lnTo>
                    <a:pt x="3478730" y="0"/>
                  </a:lnTo>
                  <a:lnTo>
                    <a:pt x="3531098" y="0"/>
                  </a:lnTo>
                  <a:lnTo>
                    <a:pt x="3583465" y="0"/>
                  </a:lnTo>
                  <a:lnTo>
                    <a:pt x="3635833" y="0"/>
                  </a:lnTo>
                  <a:lnTo>
                    <a:pt x="3688200" y="0"/>
                  </a:lnTo>
                  <a:lnTo>
                    <a:pt x="3740568" y="0"/>
                  </a:lnTo>
                  <a:lnTo>
                    <a:pt x="3792935" y="0"/>
                  </a:lnTo>
                  <a:lnTo>
                    <a:pt x="3845303" y="0"/>
                  </a:lnTo>
                  <a:lnTo>
                    <a:pt x="3897670" y="0"/>
                  </a:lnTo>
                  <a:lnTo>
                    <a:pt x="3950037" y="0"/>
                  </a:lnTo>
                  <a:lnTo>
                    <a:pt x="4002405" y="0"/>
                  </a:lnTo>
                  <a:lnTo>
                    <a:pt x="4054772" y="0"/>
                  </a:lnTo>
                  <a:lnTo>
                    <a:pt x="4107140" y="0"/>
                  </a:lnTo>
                  <a:lnTo>
                    <a:pt x="4149766" y="0"/>
                  </a:lnTo>
                  <a:lnTo>
                    <a:pt x="4149766" y="0"/>
                  </a:lnTo>
                </a:path>
              </a:pathLst>
            </a:custGeom>
            <a:ln w="13550" cap="rnd">
              <a:solidFill>
                <a:srgbClr val="F0F8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2301906" y="1796770"/>
              <a:ext cx="4149766" cy="0"/>
            </a:xfrm>
            <a:custGeom>
              <a:avLst/>
              <a:pathLst>
                <a:path w="4149766" h="0">
                  <a:moveTo>
                    <a:pt x="0" y="0"/>
                  </a:moveTo>
                  <a:lnTo>
                    <a:pt x="22479" y="0"/>
                  </a:lnTo>
                  <a:lnTo>
                    <a:pt x="74847" y="0"/>
                  </a:lnTo>
                  <a:lnTo>
                    <a:pt x="127214" y="0"/>
                  </a:lnTo>
                  <a:lnTo>
                    <a:pt x="179582" y="0"/>
                  </a:lnTo>
                  <a:lnTo>
                    <a:pt x="231949" y="0"/>
                  </a:lnTo>
                  <a:lnTo>
                    <a:pt x="284316" y="0"/>
                  </a:lnTo>
                  <a:lnTo>
                    <a:pt x="336684" y="0"/>
                  </a:lnTo>
                  <a:lnTo>
                    <a:pt x="389051" y="0"/>
                  </a:lnTo>
                  <a:lnTo>
                    <a:pt x="441419" y="0"/>
                  </a:lnTo>
                  <a:lnTo>
                    <a:pt x="493786" y="0"/>
                  </a:lnTo>
                  <a:lnTo>
                    <a:pt x="546154" y="0"/>
                  </a:lnTo>
                  <a:lnTo>
                    <a:pt x="598521" y="0"/>
                  </a:lnTo>
                  <a:lnTo>
                    <a:pt x="650889" y="0"/>
                  </a:lnTo>
                  <a:lnTo>
                    <a:pt x="703256" y="0"/>
                  </a:lnTo>
                  <a:lnTo>
                    <a:pt x="755623" y="0"/>
                  </a:lnTo>
                  <a:lnTo>
                    <a:pt x="807991" y="0"/>
                  </a:lnTo>
                  <a:lnTo>
                    <a:pt x="860358" y="0"/>
                  </a:lnTo>
                  <a:lnTo>
                    <a:pt x="912726" y="0"/>
                  </a:lnTo>
                  <a:lnTo>
                    <a:pt x="965093" y="0"/>
                  </a:lnTo>
                  <a:lnTo>
                    <a:pt x="1017461" y="0"/>
                  </a:lnTo>
                  <a:lnTo>
                    <a:pt x="1069828" y="0"/>
                  </a:lnTo>
                  <a:lnTo>
                    <a:pt x="1122196" y="0"/>
                  </a:lnTo>
                  <a:lnTo>
                    <a:pt x="1174563" y="0"/>
                  </a:lnTo>
                  <a:lnTo>
                    <a:pt x="1226930" y="0"/>
                  </a:lnTo>
                  <a:lnTo>
                    <a:pt x="1279298" y="0"/>
                  </a:lnTo>
                  <a:lnTo>
                    <a:pt x="1331665" y="0"/>
                  </a:lnTo>
                  <a:lnTo>
                    <a:pt x="1384033" y="0"/>
                  </a:lnTo>
                  <a:lnTo>
                    <a:pt x="1436400" y="0"/>
                  </a:lnTo>
                  <a:lnTo>
                    <a:pt x="1488768" y="0"/>
                  </a:lnTo>
                  <a:lnTo>
                    <a:pt x="1541135" y="0"/>
                  </a:lnTo>
                  <a:lnTo>
                    <a:pt x="1593503" y="0"/>
                  </a:lnTo>
                  <a:lnTo>
                    <a:pt x="1645870" y="0"/>
                  </a:lnTo>
                  <a:lnTo>
                    <a:pt x="1698237" y="0"/>
                  </a:lnTo>
                  <a:lnTo>
                    <a:pt x="1750605" y="0"/>
                  </a:lnTo>
                  <a:lnTo>
                    <a:pt x="1802972" y="0"/>
                  </a:lnTo>
                  <a:lnTo>
                    <a:pt x="1855340" y="0"/>
                  </a:lnTo>
                  <a:lnTo>
                    <a:pt x="1907707" y="0"/>
                  </a:lnTo>
                  <a:lnTo>
                    <a:pt x="1960075" y="0"/>
                  </a:lnTo>
                  <a:lnTo>
                    <a:pt x="2012442" y="0"/>
                  </a:lnTo>
                  <a:lnTo>
                    <a:pt x="2064810" y="0"/>
                  </a:lnTo>
                  <a:lnTo>
                    <a:pt x="2117177" y="0"/>
                  </a:lnTo>
                  <a:lnTo>
                    <a:pt x="2169544" y="0"/>
                  </a:lnTo>
                  <a:lnTo>
                    <a:pt x="2221912" y="0"/>
                  </a:lnTo>
                  <a:lnTo>
                    <a:pt x="2274279" y="0"/>
                  </a:lnTo>
                  <a:lnTo>
                    <a:pt x="2326647" y="0"/>
                  </a:lnTo>
                  <a:lnTo>
                    <a:pt x="2379014" y="0"/>
                  </a:lnTo>
                  <a:lnTo>
                    <a:pt x="2431382" y="0"/>
                  </a:lnTo>
                  <a:lnTo>
                    <a:pt x="2483749" y="0"/>
                  </a:lnTo>
                  <a:lnTo>
                    <a:pt x="2536117" y="0"/>
                  </a:lnTo>
                  <a:lnTo>
                    <a:pt x="2588484" y="0"/>
                  </a:lnTo>
                  <a:lnTo>
                    <a:pt x="2640851" y="0"/>
                  </a:lnTo>
                  <a:lnTo>
                    <a:pt x="2693219" y="0"/>
                  </a:lnTo>
                  <a:lnTo>
                    <a:pt x="2745586" y="0"/>
                  </a:lnTo>
                  <a:lnTo>
                    <a:pt x="2797954" y="0"/>
                  </a:lnTo>
                  <a:lnTo>
                    <a:pt x="2850321" y="0"/>
                  </a:lnTo>
                  <a:lnTo>
                    <a:pt x="2902689" y="0"/>
                  </a:lnTo>
                  <a:lnTo>
                    <a:pt x="2955056" y="0"/>
                  </a:lnTo>
                  <a:lnTo>
                    <a:pt x="3007424" y="0"/>
                  </a:lnTo>
                  <a:lnTo>
                    <a:pt x="3059791" y="0"/>
                  </a:lnTo>
                  <a:lnTo>
                    <a:pt x="3112158" y="0"/>
                  </a:lnTo>
                  <a:lnTo>
                    <a:pt x="3164526" y="0"/>
                  </a:lnTo>
                  <a:lnTo>
                    <a:pt x="3216893" y="0"/>
                  </a:lnTo>
                  <a:lnTo>
                    <a:pt x="3269261" y="0"/>
                  </a:lnTo>
                  <a:lnTo>
                    <a:pt x="3321628" y="0"/>
                  </a:lnTo>
                  <a:lnTo>
                    <a:pt x="3373996" y="0"/>
                  </a:lnTo>
                  <a:lnTo>
                    <a:pt x="3426363" y="0"/>
                  </a:lnTo>
                  <a:lnTo>
                    <a:pt x="3478730" y="0"/>
                  </a:lnTo>
                  <a:lnTo>
                    <a:pt x="3531098" y="0"/>
                  </a:lnTo>
                  <a:lnTo>
                    <a:pt x="3583465" y="0"/>
                  </a:lnTo>
                  <a:lnTo>
                    <a:pt x="3635833" y="0"/>
                  </a:lnTo>
                  <a:lnTo>
                    <a:pt x="3688200" y="0"/>
                  </a:lnTo>
                  <a:lnTo>
                    <a:pt x="3740568" y="0"/>
                  </a:lnTo>
                  <a:lnTo>
                    <a:pt x="3792935" y="0"/>
                  </a:lnTo>
                  <a:lnTo>
                    <a:pt x="3845303" y="0"/>
                  </a:lnTo>
                  <a:lnTo>
                    <a:pt x="3897670" y="0"/>
                  </a:lnTo>
                  <a:lnTo>
                    <a:pt x="3950037" y="0"/>
                  </a:lnTo>
                  <a:lnTo>
                    <a:pt x="4002405" y="0"/>
                  </a:lnTo>
                  <a:lnTo>
                    <a:pt x="4054772" y="0"/>
                  </a:lnTo>
                  <a:lnTo>
                    <a:pt x="4107140" y="0"/>
                  </a:lnTo>
                  <a:lnTo>
                    <a:pt x="4149766" y="0"/>
                  </a:lnTo>
                  <a:lnTo>
                    <a:pt x="4149766" y="0"/>
                  </a:lnTo>
                </a:path>
              </a:pathLst>
            </a:custGeom>
            <a:ln w="13550" cap="rnd">
              <a:solidFill>
                <a:srgbClr val="F0F8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g17"/>
            <p:cNvSpPr/>
            <p:nvPr/>
          </p:nvSpPr>
          <p:spPr>
            <a:xfrm>
              <a:off x="4171236" y="1756539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4CB1AB">
                <a:alpha val="100000"/>
              </a:srgbClr>
            </a:solidFill>
            <a:ln w="5420" cap="flat">
              <a:solidFill>
                <a:srgbClr val="4CB1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g18"/>
            <p:cNvSpPr/>
            <p:nvPr/>
          </p:nvSpPr>
          <p:spPr>
            <a:xfrm>
              <a:off x="4252673" y="1756539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4BB0AB">
                <a:alpha val="100000"/>
              </a:srgbClr>
            </a:solidFill>
            <a:ln w="5420" cap="flat">
              <a:solidFill>
                <a:srgbClr val="4BB0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g19"/>
            <p:cNvSpPr/>
            <p:nvPr/>
          </p:nvSpPr>
          <p:spPr>
            <a:xfrm>
              <a:off x="4334110" y="1756539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48ADAB">
                <a:alpha val="100000"/>
              </a:srgbClr>
            </a:solidFill>
            <a:ln w="5420" cap="flat">
              <a:solidFill>
                <a:srgbClr val="48AD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g20"/>
            <p:cNvSpPr/>
            <p:nvPr/>
          </p:nvSpPr>
          <p:spPr>
            <a:xfrm>
              <a:off x="4415547" y="1756539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46AAAA">
                <a:alpha val="100000"/>
              </a:srgbClr>
            </a:solidFill>
            <a:ln w="5420" cap="flat">
              <a:solidFill>
                <a:srgbClr val="46AA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g21"/>
            <p:cNvSpPr/>
            <p:nvPr/>
          </p:nvSpPr>
          <p:spPr>
            <a:xfrm>
              <a:off x="4496984" y="1756539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44A7AA">
                <a:alpha val="100000"/>
              </a:srgbClr>
            </a:solidFill>
            <a:ln w="5420" cap="flat">
              <a:solidFill>
                <a:srgbClr val="44A7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g22"/>
            <p:cNvSpPr/>
            <p:nvPr/>
          </p:nvSpPr>
          <p:spPr>
            <a:xfrm>
              <a:off x="4578421" y="1756539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42A5AA">
                <a:alpha val="100000"/>
              </a:srgbClr>
            </a:solidFill>
            <a:ln w="5420" cap="flat">
              <a:solidFill>
                <a:srgbClr val="42A5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pg23"/>
            <p:cNvSpPr/>
            <p:nvPr/>
          </p:nvSpPr>
          <p:spPr>
            <a:xfrm>
              <a:off x="4659858" y="1756539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FA2AA">
                <a:alpha val="100000"/>
              </a:srgbClr>
            </a:solidFill>
            <a:ln w="5420" cap="flat">
              <a:solidFill>
                <a:srgbClr val="3FA2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g24"/>
            <p:cNvSpPr/>
            <p:nvPr/>
          </p:nvSpPr>
          <p:spPr>
            <a:xfrm>
              <a:off x="5067044" y="1756539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595A8">
                <a:alpha val="100000"/>
              </a:srgbClr>
            </a:solidFill>
            <a:ln w="5420" cap="flat">
              <a:solidFill>
                <a:srgbClr val="3595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g25"/>
            <p:cNvSpPr/>
            <p:nvPr/>
          </p:nvSpPr>
          <p:spPr>
            <a:xfrm>
              <a:off x="5148481" y="1756539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691A8">
                <a:alpha val="100000"/>
              </a:srgbClr>
            </a:solidFill>
            <a:ln w="5420" cap="flat">
              <a:solidFill>
                <a:srgbClr val="3691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" name="pg26"/>
            <p:cNvSpPr/>
            <p:nvPr/>
          </p:nvSpPr>
          <p:spPr>
            <a:xfrm>
              <a:off x="5229918" y="1756539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78FA7">
                <a:alpha val="100000"/>
              </a:srgbClr>
            </a:solidFill>
            <a:ln w="5420" cap="flat">
              <a:solidFill>
                <a:srgbClr val="378F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" name="pg27"/>
            <p:cNvSpPr/>
            <p:nvPr/>
          </p:nvSpPr>
          <p:spPr>
            <a:xfrm>
              <a:off x="5311355" y="1756539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78DA7">
                <a:alpha val="100000"/>
              </a:srgbClr>
            </a:solidFill>
            <a:ln w="5420" cap="flat">
              <a:solidFill>
                <a:srgbClr val="378D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" name="pg28"/>
            <p:cNvSpPr/>
            <p:nvPr/>
          </p:nvSpPr>
          <p:spPr>
            <a:xfrm>
              <a:off x="5392793" y="1756539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88BA6">
                <a:alpha val="100000"/>
              </a:srgbClr>
            </a:solidFill>
            <a:ln w="5420" cap="flat">
              <a:solidFill>
                <a:srgbClr val="388BA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" name="pg29"/>
            <p:cNvSpPr/>
            <p:nvPr/>
          </p:nvSpPr>
          <p:spPr>
            <a:xfrm>
              <a:off x="4089798" y="1859855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50B7AB">
                <a:alpha val="100000"/>
              </a:srgbClr>
            </a:solidFill>
            <a:ln w="5420" cap="flat">
              <a:solidFill>
                <a:srgbClr val="50B7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" name="pg30"/>
            <p:cNvSpPr/>
            <p:nvPr/>
          </p:nvSpPr>
          <p:spPr>
            <a:xfrm>
              <a:off x="4171236" y="1859855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50B6AB">
                <a:alpha val="100000"/>
              </a:srgbClr>
            </a:solidFill>
            <a:ln w="5420" cap="flat">
              <a:solidFill>
                <a:srgbClr val="50B6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" name="pg31"/>
            <p:cNvSpPr/>
            <p:nvPr/>
          </p:nvSpPr>
          <p:spPr>
            <a:xfrm>
              <a:off x="4252673" y="1859855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4FB5AB">
                <a:alpha val="100000"/>
              </a:srgbClr>
            </a:solidFill>
            <a:ln w="5420" cap="flat">
              <a:solidFill>
                <a:srgbClr val="4FB5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" name="pg32"/>
            <p:cNvSpPr/>
            <p:nvPr/>
          </p:nvSpPr>
          <p:spPr>
            <a:xfrm>
              <a:off x="4334110" y="1859855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4CB1AB">
                <a:alpha val="100000"/>
              </a:srgbClr>
            </a:solidFill>
            <a:ln w="5420" cap="flat">
              <a:solidFill>
                <a:srgbClr val="4CB1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" name="pg33"/>
            <p:cNvSpPr/>
            <p:nvPr/>
          </p:nvSpPr>
          <p:spPr>
            <a:xfrm>
              <a:off x="4415547" y="1859855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4AAEAB">
                <a:alpha val="100000"/>
              </a:srgbClr>
            </a:solidFill>
            <a:ln w="5420" cap="flat">
              <a:solidFill>
                <a:srgbClr val="4AAE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" name="pg34"/>
            <p:cNvSpPr/>
            <p:nvPr/>
          </p:nvSpPr>
          <p:spPr>
            <a:xfrm>
              <a:off x="4496984" y="1859855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47ABAA">
                <a:alpha val="100000"/>
              </a:srgbClr>
            </a:solidFill>
            <a:ln w="5420" cap="flat">
              <a:solidFill>
                <a:srgbClr val="47AB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" name="pg35"/>
            <p:cNvSpPr/>
            <p:nvPr/>
          </p:nvSpPr>
          <p:spPr>
            <a:xfrm>
              <a:off x="4578421" y="1859855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44A7AA">
                <a:alpha val="100000"/>
              </a:srgbClr>
            </a:solidFill>
            <a:ln w="5420" cap="flat">
              <a:solidFill>
                <a:srgbClr val="44A7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" name="pg36"/>
            <p:cNvSpPr/>
            <p:nvPr/>
          </p:nvSpPr>
          <p:spPr>
            <a:xfrm>
              <a:off x="4659858" y="1859855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41A4AA">
                <a:alpha val="100000"/>
              </a:srgbClr>
            </a:solidFill>
            <a:ln w="5420" cap="flat">
              <a:solidFill>
                <a:srgbClr val="41A4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" name="pg37"/>
            <p:cNvSpPr/>
            <p:nvPr/>
          </p:nvSpPr>
          <p:spPr>
            <a:xfrm>
              <a:off x="5067044" y="1859855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496A9">
                <a:alpha val="100000"/>
              </a:srgbClr>
            </a:solidFill>
            <a:ln w="5420" cap="flat">
              <a:solidFill>
                <a:srgbClr val="3496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" name="pg38"/>
            <p:cNvSpPr/>
            <p:nvPr/>
          </p:nvSpPr>
          <p:spPr>
            <a:xfrm>
              <a:off x="5148481" y="1859855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692A8">
                <a:alpha val="100000"/>
              </a:srgbClr>
            </a:solidFill>
            <a:ln w="5420" cap="flat">
              <a:solidFill>
                <a:srgbClr val="3692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" name="pg39"/>
            <p:cNvSpPr/>
            <p:nvPr/>
          </p:nvSpPr>
          <p:spPr>
            <a:xfrm>
              <a:off x="5229918" y="1859855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690A8">
                <a:alpha val="100000"/>
              </a:srgbClr>
            </a:solidFill>
            <a:ln w="5420" cap="flat">
              <a:solidFill>
                <a:srgbClr val="3690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" name="pg40"/>
            <p:cNvSpPr/>
            <p:nvPr/>
          </p:nvSpPr>
          <p:spPr>
            <a:xfrm>
              <a:off x="5311355" y="1859855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78EA7">
                <a:alpha val="100000"/>
              </a:srgbClr>
            </a:solidFill>
            <a:ln w="5420" cap="flat">
              <a:solidFill>
                <a:srgbClr val="378E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" name="pg41"/>
            <p:cNvSpPr/>
            <p:nvPr/>
          </p:nvSpPr>
          <p:spPr>
            <a:xfrm>
              <a:off x="5392793" y="1859855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78CA7">
                <a:alpha val="100000"/>
              </a:srgbClr>
            </a:solidFill>
            <a:ln w="5420" cap="flat">
              <a:solidFill>
                <a:srgbClr val="378C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" name="pg42"/>
            <p:cNvSpPr/>
            <p:nvPr/>
          </p:nvSpPr>
          <p:spPr>
            <a:xfrm>
              <a:off x="3682613" y="1963171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4DB3AB">
                <a:alpha val="100000"/>
              </a:srgbClr>
            </a:solidFill>
            <a:ln w="5420" cap="flat">
              <a:solidFill>
                <a:srgbClr val="4DB3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" name="pg43"/>
            <p:cNvSpPr/>
            <p:nvPr/>
          </p:nvSpPr>
          <p:spPr>
            <a:xfrm>
              <a:off x="3764050" y="1963171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4FB5AB">
                <a:alpha val="100000"/>
              </a:srgbClr>
            </a:solidFill>
            <a:ln w="5420" cap="flat">
              <a:solidFill>
                <a:srgbClr val="4FB5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" name="pg44"/>
            <p:cNvSpPr/>
            <p:nvPr/>
          </p:nvSpPr>
          <p:spPr>
            <a:xfrm>
              <a:off x="3845487" y="1963171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50B7AB">
                <a:alpha val="100000"/>
              </a:srgbClr>
            </a:solidFill>
            <a:ln w="5420" cap="flat">
              <a:solidFill>
                <a:srgbClr val="50B7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" name="pg45"/>
            <p:cNvSpPr/>
            <p:nvPr/>
          </p:nvSpPr>
          <p:spPr>
            <a:xfrm>
              <a:off x="3926924" y="1963171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52B9AB">
                <a:alpha val="100000"/>
              </a:srgbClr>
            </a:solidFill>
            <a:ln w="5420" cap="flat">
              <a:solidFill>
                <a:srgbClr val="52B9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" name="pg46"/>
            <p:cNvSpPr/>
            <p:nvPr/>
          </p:nvSpPr>
          <p:spPr>
            <a:xfrm>
              <a:off x="4008361" y="1963171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54BBAB">
                <a:alpha val="100000"/>
              </a:srgbClr>
            </a:solidFill>
            <a:ln w="5420" cap="flat">
              <a:solidFill>
                <a:srgbClr val="54BB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" name="pg47"/>
            <p:cNvSpPr/>
            <p:nvPr/>
          </p:nvSpPr>
          <p:spPr>
            <a:xfrm>
              <a:off x="4089798" y="1963171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54BCAB">
                <a:alpha val="100000"/>
              </a:srgbClr>
            </a:solidFill>
            <a:ln w="5420" cap="flat">
              <a:solidFill>
                <a:srgbClr val="54BC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" name="pg48"/>
            <p:cNvSpPr/>
            <p:nvPr/>
          </p:nvSpPr>
          <p:spPr>
            <a:xfrm>
              <a:off x="4171236" y="1963171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54BCAB">
                <a:alpha val="100000"/>
              </a:srgbClr>
            </a:solidFill>
            <a:ln w="5420" cap="flat">
              <a:solidFill>
                <a:srgbClr val="54BC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" name="pg49"/>
            <p:cNvSpPr/>
            <p:nvPr/>
          </p:nvSpPr>
          <p:spPr>
            <a:xfrm>
              <a:off x="4252673" y="1963171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54BBAB">
                <a:alpha val="100000"/>
              </a:srgbClr>
            </a:solidFill>
            <a:ln w="5420" cap="flat">
              <a:solidFill>
                <a:srgbClr val="54BB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" name="pg50"/>
            <p:cNvSpPr/>
            <p:nvPr/>
          </p:nvSpPr>
          <p:spPr>
            <a:xfrm>
              <a:off x="4334110" y="1963171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50B6AB">
                <a:alpha val="100000"/>
              </a:srgbClr>
            </a:solidFill>
            <a:ln w="5420" cap="flat">
              <a:solidFill>
                <a:srgbClr val="50B6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" name="pg51"/>
            <p:cNvSpPr/>
            <p:nvPr/>
          </p:nvSpPr>
          <p:spPr>
            <a:xfrm>
              <a:off x="4415547" y="1963171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4DB2AB">
                <a:alpha val="100000"/>
              </a:srgbClr>
            </a:solidFill>
            <a:ln w="5420" cap="flat">
              <a:solidFill>
                <a:srgbClr val="4DB2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" name="pg52"/>
            <p:cNvSpPr/>
            <p:nvPr/>
          </p:nvSpPr>
          <p:spPr>
            <a:xfrm>
              <a:off x="4496984" y="1963171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49AEAB">
                <a:alpha val="100000"/>
              </a:srgbClr>
            </a:solidFill>
            <a:ln w="5420" cap="flat">
              <a:solidFill>
                <a:srgbClr val="49AE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" name="pg53"/>
            <p:cNvSpPr/>
            <p:nvPr/>
          </p:nvSpPr>
          <p:spPr>
            <a:xfrm>
              <a:off x="4578421" y="1963171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46A9AA">
                <a:alpha val="100000"/>
              </a:srgbClr>
            </a:solidFill>
            <a:ln w="5420" cap="flat">
              <a:solidFill>
                <a:srgbClr val="46A9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" name="pg54"/>
            <p:cNvSpPr/>
            <p:nvPr/>
          </p:nvSpPr>
          <p:spPr>
            <a:xfrm>
              <a:off x="4985607" y="1963171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699A9">
                <a:alpha val="100000"/>
              </a:srgbClr>
            </a:solidFill>
            <a:ln w="5420" cap="flat">
              <a:solidFill>
                <a:srgbClr val="3699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" name="pg55"/>
            <p:cNvSpPr/>
            <p:nvPr/>
          </p:nvSpPr>
          <p:spPr>
            <a:xfrm>
              <a:off x="5067044" y="1963171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497A9">
                <a:alpha val="100000"/>
              </a:srgbClr>
            </a:solidFill>
            <a:ln w="5420" cap="flat">
              <a:solidFill>
                <a:srgbClr val="3497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" name="pg56"/>
            <p:cNvSpPr/>
            <p:nvPr/>
          </p:nvSpPr>
          <p:spPr>
            <a:xfrm>
              <a:off x="5148481" y="1963171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593A8">
                <a:alpha val="100000"/>
              </a:srgbClr>
            </a:solidFill>
            <a:ln w="5420" cap="flat">
              <a:solidFill>
                <a:srgbClr val="3593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" name="pg57"/>
            <p:cNvSpPr/>
            <p:nvPr/>
          </p:nvSpPr>
          <p:spPr>
            <a:xfrm>
              <a:off x="5229918" y="1963171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691A8">
                <a:alpha val="100000"/>
              </a:srgbClr>
            </a:solidFill>
            <a:ln w="5420" cap="flat">
              <a:solidFill>
                <a:srgbClr val="3691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" name="pg58"/>
            <p:cNvSpPr/>
            <p:nvPr/>
          </p:nvSpPr>
          <p:spPr>
            <a:xfrm>
              <a:off x="5311355" y="1963171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78FA7">
                <a:alpha val="100000"/>
              </a:srgbClr>
            </a:solidFill>
            <a:ln w="5420" cap="flat">
              <a:solidFill>
                <a:srgbClr val="378F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" name="pg59"/>
            <p:cNvSpPr/>
            <p:nvPr/>
          </p:nvSpPr>
          <p:spPr>
            <a:xfrm>
              <a:off x="5392793" y="1963171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78DA7">
                <a:alpha val="100000"/>
              </a:srgbClr>
            </a:solidFill>
            <a:ln w="5420" cap="flat">
              <a:solidFill>
                <a:srgbClr val="378D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" name="pg60"/>
            <p:cNvSpPr/>
            <p:nvPr/>
          </p:nvSpPr>
          <p:spPr>
            <a:xfrm>
              <a:off x="3601176" y="2066487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4DB2AB">
                <a:alpha val="100000"/>
              </a:srgbClr>
            </a:solidFill>
            <a:ln w="5420" cap="flat">
              <a:solidFill>
                <a:srgbClr val="4DB2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" name="pg61"/>
            <p:cNvSpPr/>
            <p:nvPr/>
          </p:nvSpPr>
          <p:spPr>
            <a:xfrm>
              <a:off x="3682613" y="2066487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4EB4AB">
                <a:alpha val="100000"/>
              </a:srgbClr>
            </a:solidFill>
            <a:ln w="5420" cap="flat">
              <a:solidFill>
                <a:srgbClr val="4EB4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" name="pg62"/>
            <p:cNvSpPr/>
            <p:nvPr/>
          </p:nvSpPr>
          <p:spPr>
            <a:xfrm>
              <a:off x="3764050" y="2066487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50B7AB">
                <a:alpha val="100000"/>
              </a:srgbClr>
            </a:solidFill>
            <a:ln w="5420" cap="flat">
              <a:solidFill>
                <a:srgbClr val="50B7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" name="pg63"/>
            <p:cNvSpPr/>
            <p:nvPr/>
          </p:nvSpPr>
          <p:spPr>
            <a:xfrm>
              <a:off x="3845487" y="2066487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53BAAB">
                <a:alpha val="100000"/>
              </a:srgbClr>
            </a:solidFill>
            <a:ln w="5420" cap="flat">
              <a:solidFill>
                <a:srgbClr val="53BA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" name="pg64"/>
            <p:cNvSpPr/>
            <p:nvPr/>
          </p:nvSpPr>
          <p:spPr>
            <a:xfrm>
              <a:off x="3926924" y="2066487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55BDAB">
                <a:alpha val="100000"/>
              </a:srgbClr>
            </a:solidFill>
            <a:ln w="5420" cap="flat">
              <a:solidFill>
                <a:srgbClr val="55BD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" name="pg65"/>
            <p:cNvSpPr/>
            <p:nvPr/>
          </p:nvSpPr>
          <p:spPr>
            <a:xfrm>
              <a:off x="4008361" y="2066487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57BFAB">
                <a:alpha val="100000"/>
              </a:srgbClr>
            </a:solidFill>
            <a:ln w="5420" cap="flat">
              <a:solidFill>
                <a:srgbClr val="57BF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" name="pg66"/>
            <p:cNvSpPr/>
            <p:nvPr/>
          </p:nvSpPr>
          <p:spPr>
            <a:xfrm>
              <a:off x="4089798" y="2066487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58C1AC">
                <a:alpha val="100000"/>
              </a:srgbClr>
            </a:solidFill>
            <a:ln w="5420" cap="flat">
              <a:solidFill>
                <a:srgbClr val="58C1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" name="pg67"/>
            <p:cNvSpPr/>
            <p:nvPr/>
          </p:nvSpPr>
          <p:spPr>
            <a:xfrm>
              <a:off x="4171236" y="2066487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58C2AC">
                <a:alpha val="100000"/>
              </a:srgbClr>
            </a:solidFill>
            <a:ln w="5420" cap="flat">
              <a:solidFill>
                <a:srgbClr val="58C2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" name="pg68"/>
            <p:cNvSpPr/>
            <p:nvPr/>
          </p:nvSpPr>
          <p:spPr>
            <a:xfrm>
              <a:off x="4252673" y="2066487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58C2AC">
                <a:alpha val="100000"/>
              </a:srgbClr>
            </a:solidFill>
            <a:ln w="5420" cap="flat">
              <a:solidFill>
                <a:srgbClr val="58C2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" name="pg69"/>
            <p:cNvSpPr/>
            <p:nvPr/>
          </p:nvSpPr>
          <p:spPr>
            <a:xfrm>
              <a:off x="4334110" y="2066487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53BBAB">
                <a:alpha val="100000"/>
              </a:srgbClr>
            </a:solidFill>
            <a:ln w="5420" cap="flat">
              <a:solidFill>
                <a:srgbClr val="53BB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" name="pg70"/>
            <p:cNvSpPr/>
            <p:nvPr/>
          </p:nvSpPr>
          <p:spPr>
            <a:xfrm>
              <a:off x="4415547" y="2066487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4FB5AB">
                <a:alpha val="100000"/>
              </a:srgbClr>
            </a:solidFill>
            <a:ln w="5420" cap="flat">
              <a:solidFill>
                <a:srgbClr val="4FB5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" name="pg71"/>
            <p:cNvSpPr/>
            <p:nvPr/>
          </p:nvSpPr>
          <p:spPr>
            <a:xfrm>
              <a:off x="4496984" y="2066487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4BB0AB">
                <a:alpha val="100000"/>
              </a:srgbClr>
            </a:solidFill>
            <a:ln w="5420" cap="flat">
              <a:solidFill>
                <a:srgbClr val="4BB0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" name="pg72"/>
            <p:cNvSpPr/>
            <p:nvPr/>
          </p:nvSpPr>
          <p:spPr>
            <a:xfrm>
              <a:off x="4904170" y="2066487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89BA9">
                <a:alpha val="100000"/>
              </a:srgbClr>
            </a:solidFill>
            <a:ln w="5420" cap="flat">
              <a:solidFill>
                <a:srgbClr val="389B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" name="pg73"/>
            <p:cNvSpPr/>
            <p:nvPr/>
          </p:nvSpPr>
          <p:spPr>
            <a:xfrm>
              <a:off x="4985607" y="2066487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699A9">
                <a:alpha val="100000"/>
              </a:srgbClr>
            </a:solidFill>
            <a:ln w="5420" cap="flat">
              <a:solidFill>
                <a:srgbClr val="3699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" name="pg74"/>
            <p:cNvSpPr/>
            <p:nvPr/>
          </p:nvSpPr>
          <p:spPr>
            <a:xfrm>
              <a:off x="5067044" y="2066487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497A9">
                <a:alpha val="100000"/>
              </a:srgbClr>
            </a:solidFill>
            <a:ln w="5420" cap="flat">
              <a:solidFill>
                <a:srgbClr val="3497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" name="pg75"/>
            <p:cNvSpPr/>
            <p:nvPr/>
          </p:nvSpPr>
          <p:spPr>
            <a:xfrm>
              <a:off x="5148481" y="2066487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593A8">
                <a:alpha val="100000"/>
              </a:srgbClr>
            </a:solidFill>
            <a:ln w="5420" cap="flat">
              <a:solidFill>
                <a:srgbClr val="3593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" name="pg76"/>
            <p:cNvSpPr/>
            <p:nvPr/>
          </p:nvSpPr>
          <p:spPr>
            <a:xfrm>
              <a:off x="5229918" y="2066487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691A8">
                <a:alpha val="100000"/>
              </a:srgbClr>
            </a:solidFill>
            <a:ln w="5420" cap="flat">
              <a:solidFill>
                <a:srgbClr val="3691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" name="pg77"/>
            <p:cNvSpPr/>
            <p:nvPr/>
          </p:nvSpPr>
          <p:spPr>
            <a:xfrm>
              <a:off x="5311355" y="2066487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690A7">
                <a:alpha val="100000"/>
              </a:srgbClr>
            </a:solidFill>
            <a:ln w="5420" cap="flat">
              <a:solidFill>
                <a:srgbClr val="3690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" name="pg78"/>
            <p:cNvSpPr/>
            <p:nvPr/>
          </p:nvSpPr>
          <p:spPr>
            <a:xfrm>
              <a:off x="5392793" y="2066487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78EA7">
                <a:alpha val="100000"/>
              </a:srgbClr>
            </a:solidFill>
            <a:ln w="5420" cap="flat">
              <a:solidFill>
                <a:srgbClr val="378E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" name="pg79"/>
            <p:cNvSpPr/>
            <p:nvPr/>
          </p:nvSpPr>
          <p:spPr>
            <a:xfrm>
              <a:off x="3438301" y="2169803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49AEAB">
                <a:alpha val="100000"/>
              </a:srgbClr>
            </a:solidFill>
            <a:ln w="5420" cap="flat">
              <a:solidFill>
                <a:srgbClr val="49AE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" name="pg80"/>
            <p:cNvSpPr/>
            <p:nvPr/>
          </p:nvSpPr>
          <p:spPr>
            <a:xfrm>
              <a:off x="3519738" y="2169803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4CB1AB">
                <a:alpha val="100000"/>
              </a:srgbClr>
            </a:solidFill>
            <a:ln w="5420" cap="flat">
              <a:solidFill>
                <a:srgbClr val="4CB1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" name="pg81"/>
            <p:cNvSpPr/>
            <p:nvPr/>
          </p:nvSpPr>
          <p:spPr>
            <a:xfrm>
              <a:off x="3601176" y="2169803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4EB3AB">
                <a:alpha val="100000"/>
              </a:srgbClr>
            </a:solidFill>
            <a:ln w="5420" cap="flat">
              <a:solidFill>
                <a:srgbClr val="4EB3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" name="pg82"/>
            <p:cNvSpPr/>
            <p:nvPr/>
          </p:nvSpPr>
          <p:spPr>
            <a:xfrm>
              <a:off x="3682613" y="2169803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50B6AB">
                <a:alpha val="100000"/>
              </a:srgbClr>
            </a:solidFill>
            <a:ln w="5420" cap="flat">
              <a:solidFill>
                <a:srgbClr val="50B6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" name="pg83"/>
            <p:cNvSpPr/>
            <p:nvPr/>
          </p:nvSpPr>
          <p:spPr>
            <a:xfrm>
              <a:off x="3764050" y="2169803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53BAAB">
                <a:alpha val="100000"/>
              </a:srgbClr>
            </a:solidFill>
            <a:ln w="5420" cap="flat">
              <a:solidFill>
                <a:srgbClr val="53BA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" name="pg84"/>
            <p:cNvSpPr/>
            <p:nvPr/>
          </p:nvSpPr>
          <p:spPr>
            <a:xfrm>
              <a:off x="3845487" y="2169803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55BEAB">
                <a:alpha val="100000"/>
              </a:srgbClr>
            </a:solidFill>
            <a:ln w="5420" cap="flat">
              <a:solidFill>
                <a:srgbClr val="55BE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" name="pg85"/>
            <p:cNvSpPr/>
            <p:nvPr/>
          </p:nvSpPr>
          <p:spPr>
            <a:xfrm>
              <a:off x="3926924" y="2169803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58C2AC">
                <a:alpha val="100000"/>
              </a:srgbClr>
            </a:solidFill>
            <a:ln w="5420" cap="flat">
              <a:solidFill>
                <a:srgbClr val="58C2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" name="pg86"/>
            <p:cNvSpPr/>
            <p:nvPr/>
          </p:nvSpPr>
          <p:spPr>
            <a:xfrm>
              <a:off x="4008361" y="2169803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5BC7AC">
                <a:alpha val="100000"/>
              </a:srgbClr>
            </a:solidFill>
            <a:ln w="5420" cap="flat">
              <a:solidFill>
                <a:srgbClr val="5BC7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" name="pg87"/>
            <p:cNvSpPr/>
            <p:nvPr/>
          </p:nvSpPr>
          <p:spPr>
            <a:xfrm>
              <a:off x="4089798" y="2169803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5ECAAC">
                <a:alpha val="100000"/>
              </a:srgbClr>
            </a:solidFill>
            <a:ln w="5420" cap="flat">
              <a:solidFill>
                <a:srgbClr val="5ECA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" name="pg88"/>
            <p:cNvSpPr/>
            <p:nvPr/>
          </p:nvSpPr>
          <p:spPr>
            <a:xfrm>
              <a:off x="4171236" y="2169803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5FCDAC">
                <a:alpha val="100000"/>
              </a:srgbClr>
            </a:solidFill>
            <a:ln w="5420" cap="flat">
              <a:solidFill>
                <a:srgbClr val="5FCD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" name="pg89"/>
            <p:cNvSpPr/>
            <p:nvPr/>
          </p:nvSpPr>
          <p:spPr>
            <a:xfrm>
              <a:off x="4252673" y="2169803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5FCDAC">
                <a:alpha val="100000"/>
              </a:srgbClr>
            </a:solidFill>
            <a:ln w="5420" cap="flat">
              <a:solidFill>
                <a:srgbClr val="5FCD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" name="pg90"/>
            <p:cNvSpPr/>
            <p:nvPr/>
          </p:nvSpPr>
          <p:spPr>
            <a:xfrm>
              <a:off x="4334110" y="2169803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58C1AC">
                <a:alpha val="100000"/>
              </a:srgbClr>
            </a:solidFill>
            <a:ln w="5420" cap="flat">
              <a:solidFill>
                <a:srgbClr val="58C1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" name="pg91"/>
            <p:cNvSpPr/>
            <p:nvPr/>
          </p:nvSpPr>
          <p:spPr>
            <a:xfrm>
              <a:off x="4822733" y="2169803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699A9">
                <a:alpha val="100000"/>
              </a:srgbClr>
            </a:solidFill>
            <a:ln w="5420" cap="flat">
              <a:solidFill>
                <a:srgbClr val="3699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" name="pg92"/>
            <p:cNvSpPr/>
            <p:nvPr/>
          </p:nvSpPr>
          <p:spPr>
            <a:xfrm>
              <a:off x="4904170" y="2169803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598A9">
                <a:alpha val="100000"/>
              </a:srgbClr>
            </a:solidFill>
            <a:ln w="5420" cap="flat">
              <a:solidFill>
                <a:srgbClr val="3598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" name="pg93"/>
            <p:cNvSpPr/>
            <p:nvPr/>
          </p:nvSpPr>
          <p:spPr>
            <a:xfrm>
              <a:off x="4985607" y="2169803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496A9">
                <a:alpha val="100000"/>
              </a:srgbClr>
            </a:solidFill>
            <a:ln w="5420" cap="flat">
              <a:solidFill>
                <a:srgbClr val="3496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" name="pg94"/>
            <p:cNvSpPr/>
            <p:nvPr/>
          </p:nvSpPr>
          <p:spPr>
            <a:xfrm>
              <a:off x="5067044" y="2169803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595A9">
                <a:alpha val="100000"/>
              </a:srgbClr>
            </a:solidFill>
            <a:ln w="5420" cap="flat">
              <a:solidFill>
                <a:srgbClr val="3595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" name="pg95"/>
            <p:cNvSpPr/>
            <p:nvPr/>
          </p:nvSpPr>
          <p:spPr>
            <a:xfrm>
              <a:off x="5148481" y="2169803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693A8">
                <a:alpha val="100000"/>
              </a:srgbClr>
            </a:solidFill>
            <a:ln w="5420" cap="flat">
              <a:solidFill>
                <a:srgbClr val="3693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" name="pg96"/>
            <p:cNvSpPr/>
            <p:nvPr/>
          </p:nvSpPr>
          <p:spPr>
            <a:xfrm>
              <a:off x="5229918" y="2169803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692A8">
                <a:alpha val="100000"/>
              </a:srgbClr>
            </a:solidFill>
            <a:ln w="5420" cap="flat">
              <a:solidFill>
                <a:srgbClr val="3692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7" name="pg97"/>
            <p:cNvSpPr/>
            <p:nvPr/>
          </p:nvSpPr>
          <p:spPr>
            <a:xfrm>
              <a:off x="3275427" y="2273120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49ADAB">
                <a:alpha val="100000"/>
              </a:srgbClr>
            </a:solidFill>
            <a:ln w="5420" cap="flat">
              <a:solidFill>
                <a:srgbClr val="49AD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8" name="pg98"/>
            <p:cNvSpPr/>
            <p:nvPr/>
          </p:nvSpPr>
          <p:spPr>
            <a:xfrm>
              <a:off x="3356864" y="2273120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49ADAB">
                <a:alpha val="100000"/>
              </a:srgbClr>
            </a:solidFill>
            <a:ln w="5420" cap="flat">
              <a:solidFill>
                <a:srgbClr val="49AD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9" name="pg99"/>
            <p:cNvSpPr/>
            <p:nvPr/>
          </p:nvSpPr>
          <p:spPr>
            <a:xfrm>
              <a:off x="3438301" y="2273120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4AAEAB">
                <a:alpha val="100000"/>
              </a:srgbClr>
            </a:solidFill>
            <a:ln w="5420" cap="flat">
              <a:solidFill>
                <a:srgbClr val="4AAE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0" name="pg100"/>
            <p:cNvSpPr/>
            <p:nvPr/>
          </p:nvSpPr>
          <p:spPr>
            <a:xfrm>
              <a:off x="3519738" y="2273120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4CB1AB">
                <a:alpha val="100000"/>
              </a:srgbClr>
            </a:solidFill>
            <a:ln w="5420" cap="flat">
              <a:solidFill>
                <a:srgbClr val="4CB1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1" name="pg101"/>
            <p:cNvSpPr/>
            <p:nvPr/>
          </p:nvSpPr>
          <p:spPr>
            <a:xfrm>
              <a:off x="3601176" y="2273120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4EB3AB">
                <a:alpha val="100000"/>
              </a:srgbClr>
            </a:solidFill>
            <a:ln w="5420" cap="flat">
              <a:solidFill>
                <a:srgbClr val="4EB3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2" name="pg102"/>
            <p:cNvSpPr/>
            <p:nvPr/>
          </p:nvSpPr>
          <p:spPr>
            <a:xfrm>
              <a:off x="3682613" y="2273120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50B6AB">
                <a:alpha val="100000"/>
              </a:srgbClr>
            </a:solidFill>
            <a:ln w="5420" cap="flat">
              <a:solidFill>
                <a:srgbClr val="50B6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3" name="pg103"/>
            <p:cNvSpPr/>
            <p:nvPr/>
          </p:nvSpPr>
          <p:spPr>
            <a:xfrm>
              <a:off x="3764050" y="2273120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52B9AB">
                <a:alpha val="100000"/>
              </a:srgbClr>
            </a:solidFill>
            <a:ln w="5420" cap="flat">
              <a:solidFill>
                <a:srgbClr val="52B9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4" name="pg104"/>
            <p:cNvSpPr/>
            <p:nvPr/>
          </p:nvSpPr>
          <p:spPr>
            <a:xfrm>
              <a:off x="3845487" y="2273120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55BDAB">
                <a:alpha val="100000"/>
              </a:srgbClr>
            </a:solidFill>
            <a:ln w="5420" cap="flat">
              <a:solidFill>
                <a:srgbClr val="55BD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5" name="pg105"/>
            <p:cNvSpPr/>
            <p:nvPr/>
          </p:nvSpPr>
          <p:spPr>
            <a:xfrm>
              <a:off x="3926924" y="2273120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58C2AC">
                <a:alpha val="100000"/>
              </a:srgbClr>
            </a:solidFill>
            <a:ln w="5420" cap="flat">
              <a:solidFill>
                <a:srgbClr val="58C2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6" name="pg106"/>
            <p:cNvSpPr/>
            <p:nvPr/>
          </p:nvSpPr>
          <p:spPr>
            <a:xfrm>
              <a:off x="4008361" y="2273120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5BC6AC">
                <a:alpha val="100000"/>
              </a:srgbClr>
            </a:solidFill>
            <a:ln w="5420" cap="flat">
              <a:solidFill>
                <a:srgbClr val="5BC6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7" name="pg107"/>
            <p:cNvSpPr/>
            <p:nvPr/>
          </p:nvSpPr>
          <p:spPr>
            <a:xfrm>
              <a:off x="4089798" y="2273120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5ECBAC">
                <a:alpha val="100000"/>
              </a:srgbClr>
            </a:solidFill>
            <a:ln w="5420" cap="flat">
              <a:solidFill>
                <a:srgbClr val="5ECB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8" name="pg108"/>
            <p:cNvSpPr/>
            <p:nvPr/>
          </p:nvSpPr>
          <p:spPr>
            <a:xfrm>
              <a:off x="4171236" y="2273120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60CDAC">
                <a:alpha val="100000"/>
              </a:srgbClr>
            </a:solidFill>
            <a:ln w="5420" cap="flat">
              <a:solidFill>
                <a:srgbClr val="60CD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9" name="pg109"/>
            <p:cNvSpPr/>
            <p:nvPr/>
          </p:nvSpPr>
          <p:spPr>
            <a:xfrm>
              <a:off x="4252673" y="2273120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60CDAC">
                <a:alpha val="100000"/>
              </a:srgbClr>
            </a:solidFill>
            <a:ln w="5420" cap="flat">
              <a:solidFill>
                <a:srgbClr val="60CD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0" name="pg110"/>
            <p:cNvSpPr/>
            <p:nvPr/>
          </p:nvSpPr>
          <p:spPr>
            <a:xfrm>
              <a:off x="4334110" y="2273120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56BFAB">
                <a:alpha val="100000"/>
              </a:srgbClr>
            </a:solidFill>
            <a:ln w="5420" cap="flat">
              <a:solidFill>
                <a:srgbClr val="56BF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1" name="pg111"/>
            <p:cNvSpPr/>
            <p:nvPr/>
          </p:nvSpPr>
          <p:spPr>
            <a:xfrm>
              <a:off x="4415547" y="2273120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4DB2AB">
                <a:alpha val="100000"/>
              </a:srgbClr>
            </a:solidFill>
            <a:ln w="5420" cap="flat">
              <a:solidFill>
                <a:srgbClr val="4DB2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2" name="pg112"/>
            <p:cNvSpPr/>
            <p:nvPr/>
          </p:nvSpPr>
          <p:spPr>
            <a:xfrm>
              <a:off x="4496984" y="2273120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44A7AA">
                <a:alpha val="100000"/>
              </a:srgbClr>
            </a:solidFill>
            <a:ln w="5420" cap="flat">
              <a:solidFill>
                <a:srgbClr val="44A7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3" name="pg113"/>
            <p:cNvSpPr/>
            <p:nvPr/>
          </p:nvSpPr>
          <p:spPr>
            <a:xfrm>
              <a:off x="4578421" y="2273120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C9EAA">
                <a:alpha val="100000"/>
              </a:srgbClr>
            </a:solidFill>
            <a:ln w="5420" cap="flat">
              <a:solidFill>
                <a:srgbClr val="3C9E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4" name="pg114"/>
            <p:cNvSpPr/>
            <p:nvPr/>
          </p:nvSpPr>
          <p:spPr>
            <a:xfrm>
              <a:off x="4741296" y="2273120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496A9">
                <a:alpha val="100000"/>
              </a:srgbClr>
            </a:solidFill>
            <a:ln w="5420" cap="flat">
              <a:solidFill>
                <a:srgbClr val="3496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5" name="pg115"/>
            <p:cNvSpPr/>
            <p:nvPr/>
          </p:nvSpPr>
          <p:spPr>
            <a:xfrm>
              <a:off x="4822733" y="2273120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595A9">
                <a:alpha val="100000"/>
              </a:srgbClr>
            </a:solidFill>
            <a:ln w="5420" cap="flat">
              <a:solidFill>
                <a:srgbClr val="3595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6" name="pg116"/>
            <p:cNvSpPr/>
            <p:nvPr/>
          </p:nvSpPr>
          <p:spPr>
            <a:xfrm>
              <a:off x="4904170" y="2273120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594A8">
                <a:alpha val="100000"/>
              </a:srgbClr>
            </a:solidFill>
            <a:ln w="5420" cap="flat">
              <a:solidFill>
                <a:srgbClr val="3594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7" name="pg117"/>
            <p:cNvSpPr/>
            <p:nvPr/>
          </p:nvSpPr>
          <p:spPr>
            <a:xfrm>
              <a:off x="4985607" y="2273120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594A8">
                <a:alpha val="100000"/>
              </a:srgbClr>
            </a:solidFill>
            <a:ln w="5420" cap="flat">
              <a:solidFill>
                <a:srgbClr val="3594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8" name="pg118"/>
            <p:cNvSpPr/>
            <p:nvPr/>
          </p:nvSpPr>
          <p:spPr>
            <a:xfrm>
              <a:off x="5067044" y="2273120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593A8">
                <a:alpha val="100000"/>
              </a:srgbClr>
            </a:solidFill>
            <a:ln w="5420" cap="flat">
              <a:solidFill>
                <a:srgbClr val="3593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9" name="pg119"/>
            <p:cNvSpPr/>
            <p:nvPr/>
          </p:nvSpPr>
          <p:spPr>
            <a:xfrm>
              <a:off x="5148481" y="2273120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692A8">
                <a:alpha val="100000"/>
              </a:srgbClr>
            </a:solidFill>
            <a:ln w="5420" cap="flat">
              <a:solidFill>
                <a:srgbClr val="3692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0" name="pg120"/>
            <p:cNvSpPr/>
            <p:nvPr/>
          </p:nvSpPr>
          <p:spPr>
            <a:xfrm>
              <a:off x="5229918" y="2273120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692A8">
                <a:alpha val="100000"/>
              </a:srgbClr>
            </a:solidFill>
            <a:ln w="5420" cap="flat">
              <a:solidFill>
                <a:srgbClr val="3692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1" name="pg121"/>
            <p:cNvSpPr/>
            <p:nvPr/>
          </p:nvSpPr>
          <p:spPr>
            <a:xfrm>
              <a:off x="3275427" y="2376436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49AEAB">
                <a:alpha val="100000"/>
              </a:srgbClr>
            </a:solidFill>
            <a:ln w="5420" cap="flat">
              <a:solidFill>
                <a:srgbClr val="49AE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2" name="pg122"/>
            <p:cNvSpPr/>
            <p:nvPr/>
          </p:nvSpPr>
          <p:spPr>
            <a:xfrm>
              <a:off x="3356864" y="2376436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4AAEAB">
                <a:alpha val="100000"/>
              </a:srgbClr>
            </a:solidFill>
            <a:ln w="5420" cap="flat">
              <a:solidFill>
                <a:srgbClr val="4AAE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3" name="pg123"/>
            <p:cNvSpPr/>
            <p:nvPr/>
          </p:nvSpPr>
          <p:spPr>
            <a:xfrm>
              <a:off x="3438301" y="2376436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4AAFAB">
                <a:alpha val="100000"/>
              </a:srgbClr>
            </a:solidFill>
            <a:ln w="5420" cap="flat">
              <a:solidFill>
                <a:srgbClr val="4AAF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4" name="pg124"/>
            <p:cNvSpPr/>
            <p:nvPr/>
          </p:nvSpPr>
          <p:spPr>
            <a:xfrm>
              <a:off x="3519738" y="2376436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4CB1AB">
                <a:alpha val="100000"/>
              </a:srgbClr>
            </a:solidFill>
            <a:ln w="5420" cap="flat">
              <a:solidFill>
                <a:srgbClr val="4CB1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5" name="pg125"/>
            <p:cNvSpPr/>
            <p:nvPr/>
          </p:nvSpPr>
          <p:spPr>
            <a:xfrm>
              <a:off x="3601176" y="2376436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4DB3AB">
                <a:alpha val="100000"/>
              </a:srgbClr>
            </a:solidFill>
            <a:ln w="5420" cap="flat">
              <a:solidFill>
                <a:srgbClr val="4DB3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6" name="pg126"/>
            <p:cNvSpPr/>
            <p:nvPr/>
          </p:nvSpPr>
          <p:spPr>
            <a:xfrm>
              <a:off x="3682613" y="2376436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4FB5AB">
                <a:alpha val="100000"/>
              </a:srgbClr>
            </a:solidFill>
            <a:ln w="5420" cap="flat">
              <a:solidFill>
                <a:srgbClr val="4FB5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7" name="pg127"/>
            <p:cNvSpPr/>
            <p:nvPr/>
          </p:nvSpPr>
          <p:spPr>
            <a:xfrm>
              <a:off x="3764050" y="2376436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51B8AB">
                <a:alpha val="100000"/>
              </a:srgbClr>
            </a:solidFill>
            <a:ln w="5420" cap="flat">
              <a:solidFill>
                <a:srgbClr val="51B8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8" name="pg128"/>
            <p:cNvSpPr/>
            <p:nvPr/>
          </p:nvSpPr>
          <p:spPr>
            <a:xfrm>
              <a:off x="3845487" y="2376436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54BBAB">
                <a:alpha val="100000"/>
              </a:srgbClr>
            </a:solidFill>
            <a:ln w="5420" cap="flat">
              <a:solidFill>
                <a:srgbClr val="54BB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9" name="pg129"/>
            <p:cNvSpPr/>
            <p:nvPr/>
          </p:nvSpPr>
          <p:spPr>
            <a:xfrm>
              <a:off x="3926924" y="2376436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56BFAB">
                <a:alpha val="100000"/>
              </a:srgbClr>
            </a:solidFill>
            <a:ln w="5420" cap="flat">
              <a:solidFill>
                <a:srgbClr val="56BF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0" name="pg130"/>
            <p:cNvSpPr/>
            <p:nvPr/>
          </p:nvSpPr>
          <p:spPr>
            <a:xfrm>
              <a:off x="4008361" y="2376436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59C3AC">
                <a:alpha val="100000"/>
              </a:srgbClr>
            </a:solidFill>
            <a:ln w="5420" cap="flat">
              <a:solidFill>
                <a:srgbClr val="59C3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1" name="pg131"/>
            <p:cNvSpPr/>
            <p:nvPr/>
          </p:nvSpPr>
          <p:spPr>
            <a:xfrm>
              <a:off x="4089798" y="2376436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5BC6AC">
                <a:alpha val="100000"/>
              </a:srgbClr>
            </a:solidFill>
            <a:ln w="5420" cap="flat">
              <a:solidFill>
                <a:srgbClr val="5BC6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2" name="pg132"/>
            <p:cNvSpPr/>
            <p:nvPr/>
          </p:nvSpPr>
          <p:spPr>
            <a:xfrm>
              <a:off x="4171236" y="2376436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5CC8AC">
                <a:alpha val="100000"/>
              </a:srgbClr>
            </a:solidFill>
            <a:ln w="5420" cap="flat">
              <a:solidFill>
                <a:srgbClr val="5CC8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3" name="pg133"/>
            <p:cNvSpPr/>
            <p:nvPr/>
          </p:nvSpPr>
          <p:spPr>
            <a:xfrm>
              <a:off x="4252673" y="2376436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5BC7AC">
                <a:alpha val="100000"/>
              </a:srgbClr>
            </a:solidFill>
            <a:ln w="5420" cap="flat">
              <a:solidFill>
                <a:srgbClr val="5BC7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4" name="pg134"/>
            <p:cNvSpPr/>
            <p:nvPr/>
          </p:nvSpPr>
          <p:spPr>
            <a:xfrm>
              <a:off x="4334110" y="2376436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4FB5AB">
                <a:alpha val="100000"/>
              </a:srgbClr>
            </a:solidFill>
            <a:ln w="5420" cap="flat">
              <a:solidFill>
                <a:srgbClr val="4FB5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5" name="pg135"/>
            <p:cNvSpPr/>
            <p:nvPr/>
          </p:nvSpPr>
          <p:spPr>
            <a:xfrm>
              <a:off x="4415547" y="2376436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44A8AA">
                <a:alpha val="100000"/>
              </a:srgbClr>
            </a:solidFill>
            <a:ln w="5420" cap="flat">
              <a:solidFill>
                <a:srgbClr val="44A8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6" name="pg136"/>
            <p:cNvSpPr/>
            <p:nvPr/>
          </p:nvSpPr>
          <p:spPr>
            <a:xfrm>
              <a:off x="4496984" y="2376436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99CA9">
                <a:alpha val="100000"/>
              </a:srgbClr>
            </a:solidFill>
            <a:ln w="5420" cap="flat">
              <a:solidFill>
                <a:srgbClr val="399C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7" name="pg137"/>
            <p:cNvSpPr/>
            <p:nvPr/>
          </p:nvSpPr>
          <p:spPr>
            <a:xfrm>
              <a:off x="4578421" y="2376436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594A8">
                <a:alpha val="100000"/>
              </a:srgbClr>
            </a:solidFill>
            <a:ln w="5420" cap="flat">
              <a:solidFill>
                <a:srgbClr val="3594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8" name="pg138"/>
            <p:cNvSpPr/>
            <p:nvPr/>
          </p:nvSpPr>
          <p:spPr>
            <a:xfrm>
              <a:off x="4659858" y="2376436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690A8">
                <a:alpha val="100000"/>
              </a:srgbClr>
            </a:solidFill>
            <a:ln w="5420" cap="flat">
              <a:solidFill>
                <a:srgbClr val="3690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9" name="pg139"/>
            <p:cNvSpPr/>
            <p:nvPr/>
          </p:nvSpPr>
          <p:spPr>
            <a:xfrm>
              <a:off x="4741296" y="2376436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78FA7">
                <a:alpha val="100000"/>
              </a:srgbClr>
            </a:solidFill>
            <a:ln w="5420" cap="flat">
              <a:solidFill>
                <a:srgbClr val="378F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0" name="pg140"/>
            <p:cNvSpPr/>
            <p:nvPr/>
          </p:nvSpPr>
          <p:spPr>
            <a:xfrm>
              <a:off x="4822733" y="2376436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690A7">
                <a:alpha val="100000"/>
              </a:srgbClr>
            </a:solidFill>
            <a:ln w="5420" cap="flat">
              <a:solidFill>
                <a:srgbClr val="3690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1" name="pg141"/>
            <p:cNvSpPr/>
            <p:nvPr/>
          </p:nvSpPr>
          <p:spPr>
            <a:xfrm>
              <a:off x="4904170" y="2376436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690A8">
                <a:alpha val="100000"/>
              </a:srgbClr>
            </a:solidFill>
            <a:ln w="5420" cap="flat">
              <a:solidFill>
                <a:srgbClr val="3690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2" name="pg142"/>
            <p:cNvSpPr/>
            <p:nvPr/>
          </p:nvSpPr>
          <p:spPr>
            <a:xfrm>
              <a:off x="4985607" y="2376436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691A8">
                <a:alpha val="100000"/>
              </a:srgbClr>
            </a:solidFill>
            <a:ln w="5420" cap="flat">
              <a:solidFill>
                <a:srgbClr val="3691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3" name="pg143"/>
            <p:cNvSpPr/>
            <p:nvPr/>
          </p:nvSpPr>
          <p:spPr>
            <a:xfrm>
              <a:off x="5067044" y="2376436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691A8">
                <a:alpha val="100000"/>
              </a:srgbClr>
            </a:solidFill>
            <a:ln w="5420" cap="flat">
              <a:solidFill>
                <a:srgbClr val="3691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4" name="pg144"/>
            <p:cNvSpPr/>
            <p:nvPr/>
          </p:nvSpPr>
          <p:spPr>
            <a:xfrm>
              <a:off x="5148481" y="2376436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691A8">
                <a:alpha val="100000"/>
              </a:srgbClr>
            </a:solidFill>
            <a:ln w="5420" cap="flat">
              <a:solidFill>
                <a:srgbClr val="3691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5" name="pg145"/>
            <p:cNvSpPr/>
            <p:nvPr/>
          </p:nvSpPr>
          <p:spPr>
            <a:xfrm>
              <a:off x="3275427" y="2479752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4BAFAB">
                <a:alpha val="100000"/>
              </a:srgbClr>
            </a:solidFill>
            <a:ln w="5420" cap="flat">
              <a:solidFill>
                <a:srgbClr val="4BAF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6" name="pg146"/>
            <p:cNvSpPr/>
            <p:nvPr/>
          </p:nvSpPr>
          <p:spPr>
            <a:xfrm>
              <a:off x="3356864" y="2479752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4BB0AB">
                <a:alpha val="100000"/>
              </a:srgbClr>
            </a:solidFill>
            <a:ln w="5420" cap="flat">
              <a:solidFill>
                <a:srgbClr val="4BB0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7" name="pg147"/>
            <p:cNvSpPr/>
            <p:nvPr/>
          </p:nvSpPr>
          <p:spPr>
            <a:xfrm>
              <a:off x="3438301" y="2479752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4BB0AB">
                <a:alpha val="100000"/>
              </a:srgbClr>
            </a:solidFill>
            <a:ln w="5420" cap="flat">
              <a:solidFill>
                <a:srgbClr val="4BB0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8" name="pg148"/>
            <p:cNvSpPr/>
            <p:nvPr/>
          </p:nvSpPr>
          <p:spPr>
            <a:xfrm>
              <a:off x="3519738" y="2479752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4CB1AB">
                <a:alpha val="100000"/>
              </a:srgbClr>
            </a:solidFill>
            <a:ln w="5420" cap="flat">
              <a:solidFill>
                <a:srgbClr val="4CB1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9" name="pg149"/>
            <p:cNvSpPr/>
            <p:nvPr/>
          </p:nvSpPr>
          <p:spPr>
            <a:xfrm>
              <a:off x="3601176" y="2479752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4CB2AB">
                <a:alpha val="100000"/>
              </a:srgbClr>
            </a:solidFill>
            <a:ln w="5420" cap="flat">
              <a:solidFill>
                <a:srgbClr val="4CB2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0" name="pg150"/>
            <p:cNvSpPr/>
            <p:nvPr/>
          </p:nvSpPr>
          <p:spPr>
            <a:xfrm>
              <a:off x="3682613" y="2479752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4EB3AB">
                <a:alpha val="100000"/>
              </a:srgbClr>
            </a:solidFill>
            <a:ln w="5420" cap="flat">
              <a:solidFill>
                <a:srgbClr val="4EB3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1" name="pg151"/>
            <p:cNvSpPr/>
            <p:nvPr/>
          </p:nvSpPr>
          <p:spPr>
            <a:xfrm>
              <a:off x="3764050" y="2479752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4FB5AB">
                <a:alpha val="100000"/>
              </a:srgbClr>
            </a:solidFill>
            <a:ln w="5420" cap="flat">
              <a:solidFill>
                <a:srgbClr val="4FB5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2" name="pg152"/>
            <p:cNvSpPr/>
            <p:nvPr/>
          </p:nvSpPr>
          <p:spPr>
            <a:xfrm>
              <a:off x="3845487" y="2479752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51B8AB">
                <a:alpha val="100000"/>
              </a:srgbClr>
            </a:solidFill>
            <a:ln w="5420" cap="flat">
              <a:solidFill>
                <a:srgbClr val="51B8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3" name="pg153"/>
            <p:cNvSpPr/>
            <p:nvPr/>
          </p:nvSpPr>
          <p:spPr>
            <a:xfrm>
              <a:off x="3926924" y="2479752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53BAAB">
                <a:alpha val="100000"/>
              </a:srgbClr>
            </a:solidFill>
            <a:ln w="5420" cap="flat">
              <a:solidFill>
                <a:srgbClr val="53BA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4" name="pg154"/>
            <p:cNvSpPr/>
            <p:nvPr/>
          </p:nvSpPr>
          <p:spPr>
            <a:xfrm>
              <a:off x="4008361" y="2479752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55BDAB">
                <a:alpha val="100000"/>
              </a:srgbClr>
            </a:solidFill>
            <a:ln w="5420" cap="flat">
              <a:solidFill>
                <a:srgbClr val="55BD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5" name="pg155"/>
            <p:cNvSpPr/>
            <p:nvPr/>
          </p:nvSpPr>
          <p:spPr>
            <a:xfrm>
              <a:off x="4089798" y="2479752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56BFAB">
                <a:alpha val="100000"/>
              </a:srgbClr>
            </a:solidFill>
            <a:ln w="5420" cap="flat">
              <a:solidFill>
                <a:srgbClr val="56BF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6" name="pg156"/>
            <p:cNvSpPr/>
            <p:nvPr/>
          </p:nvSpPr>
          <p:spPr>
            <a:xfrm>
              <a:off x="4171236" y="2479752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56BEAB">
                <a:alpha val="100000"/>
              </a:srgbClr>
            </a:solidFill>
            <a:ln w="5420" cap="flat">
              <a:solidFill>
                <a:srgbClr val="56BE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7" name="pg157"/>
            <p:cNvSpPr/>
            <p:nvPr/>
          </p:nvSpPr>
          <p:spPr>
            <a:xfrm>
              <a:off x="4252673" y="2479752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53BBAB">
                <a:alpha val="100000"/>
              </a:srgbClr>
            </a:solidFill>
            <a:ln w="5420" cap="flat">
              <a:solidFill>
                <a:srgbClr val="53BB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8" name="pg158"/>
            <p:cNvSpPr/>
            <p:nvPr/>
          </p:nvSpPr>
          <p:spPr>
            <a:xfrm>
              <a:off x="4334110" y="2479752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44A8AA">
                <a:alpha val="100000"/>
              </a:srgbClr>
            </a:solidFill>
            <a:ln w="5420" cap="flat">
              <a:solidFill>
                <a:srgbClr val="44A8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9" name="pg159"/>
            <p:cNvSpPr/>
            <p:nvPr/>
          </p:nvSpPr>
          <p:spPr>
            <a:xfrm>
              <a:off x="4415547" y="2479752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89BA9">
                <a:alpha val="100000"/>
              </a:srgbClr>
            </a:solidFill>
            <a:ln w="5420" cap="flat">
              <a:solidFill>
                <a:srgbClr val="389B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0" name="pg160"/>
            <p:cNvSpPr/>
            <p:nvPr/>
          </p:nvSpPr>
          <p:spPr>
            <a:xfrm>
              <a:off x="4496984" y="2479752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690A8">
                <a:alpha val="100000"/>
              </a:srgbClr>
            </a:solidFill>
            <a:ln w="5420" cap="flat">
              <a:solidFill>
                <a:srgbClr val="3690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1" name="pg161"/>
            <p:cNvSpPr/>
            <p:nvPr/>
          </p:nvSpPr>
          <p:spPr>
            <a:xfrm>
              <a:off x="4578421" y="2479752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88AA6">
                <a:alpha val="100000"/>
              </a:srgbClr>
            </a:solidFill>
            <a:ln w="5420" cap="flat">
              <a:solidFill>
                <a:srgbClr val="388AA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2" name="pg162"/>
            <p:cNvSpPr/>
            <p:nvPr/>
          </p:nvSpPr>
          <p:spPr>
            <a:xfrm>
              <a:off x="4659858" y="2479752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889A6">
                <a:alpha val="100000"/>
              </a:srgbClr>
            </a:solidFill>
            <a:ln w="5420" cap="flat">
              <a:solidFill>
                <a:srgbClr val="3889A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3" name="pg163"/>
            <p:cNvSpPr/>
            <p:nvPr/>
          </p:nvSpPr>
          <p:spPr>
            <a:xfrm>
              <a:off x="4741296" y="2479752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88AA6">
                <a:alpha val="100000"/>
              </a:srgbClr>
            </a:solidFill>
            <a:ln w="5420" cap="flat">
              <a:solidFill>
                <a:srgbClr val="388AA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4" name="pg164"/>
            <p:cNvSpPr/>
            <p:nvPr/>
          </p:nvSpPr>
          <p:spPr>
            <a:xfrm>
              <a:off x="4822733" y="2479752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88BA7">
                <a:alpha val="100000"/>
              </a:srgbClr>
            </a:solidFill>
            <a:ln w="5420" cap="flat">
              <a:solidFill>
                <a:srgbClr val="388B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5" name="pg165"/>
            <p:cNvSpPr/>
            <p:nvPr/>
          </p:nvSpPr>
          <p:spPr>
            <a:xfrm>
              <a:off x="4904170" y="2479752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78DA7">
                <a:alpha val="100000"/>
              </a:srgbClr>
            </a:solidFill>
            <a:ln w="5420" cap="flat">
              <a:solidFill>
                <a:srgbClr val="378D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6" name="pg166"/>
            <p:cNvSpPr/>
            <p:nvPr/>
          </p:nvSpPr>
          <p:spPr>
            <a:xfrm>
              <a:off x="4985607" y="2479752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78FA7">
                <a:alpha val="100000"/>
              </a:srgbClr>
            </a:solidFill>
            <a:ln w="5420" cap="flat">
              <a:solidFill>
                <a:srgbClr val="378F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7" name="pg167"/>
            <p:cNvSpPr/>
            <p:nvPr/>
          </p:nvSpPr>
          <p:spPr>
            <a:xfrm>
              <a:off x="5067044" y="2479752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690A7">
                <a:alpha val="100000"/>
              </a:srgbClr>
            </a:solidFill>
            <a:ln w="5420" cap="flat">
              <a:solidFill>
                <a:srgbClr val="3690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8" name="pg168"/>
            <p:cNvSpPr/>
            <p:nvPr/>
          </p:nvSpPr>
          <p:spPr>
            <a:xfrm>
              <a:off x="3031116" y="2583068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4DB3AB">
                <a:alpha val="100000"/>
              </a:srgbClr>
            </a:solidFill>
            <a:ln w="5420" cap="flat">
              <a:solidFill>
                <a:srgbClr val="4DB3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9" name="pg169"/>
            <p:cNvSpPr/>
            <p:nvPr/>
          </p:nvSpPr>
          <p:spPr>
            <a:xfrm>
              <a:off x="3112553" y="2583068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4DB3AB">
                <a:alpha val="100000"/>
              </a:srgbClr>
            </a:solidFill>
            <a:ln w="5420" cap="flat">
              <a:solidFill>
                <a:srgbClr val="4DB3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0" name="pg170"/>
            <p:cNvSpPr/>
            <p:nvPr/>
          </p:nvSpPr>
          <p:spPr>
            <a:xfrm>
              <a:off x="3275427" y="2583068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4DB2AB">
                <a:alpha val="100000"/>
              </a:srgbClr>
            </a:solidFill>
            <a:ln w="5420" cap="flat">
              <a:solidFill>
                <a:srgbClr val="4DB2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1" name="pg171"/>
            <p:cNvSpPr/>
            <p:nvPr/>
          </p:nvSpPr>
          <p:spPr>
            <a:xfrm>
              <a:off x="3356864" y="2583068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4CB1AB">
                <a:alpha val="100000"/>
              </a:srgbClr>
            </a:solidFill>
            <a:ln w="5420" cap="flat">
              <a:solidFill>
                <a:srgbClr val="4CB1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2" name="pg172"/>
            <p:cNvSpPr/>
            <p:nvPr/>
          </p:nvSpPr>
          <p:spPr>
            <a:xfrm>
              <a:off x="3438301" y="2583068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4CB1AB">
                <a:alpha val="100000"/>
              </a:srgbClr>
            </a:solidFill>
            <a:ln w="5420" cap="flat">
              <a:solidFill>
                <a:srgbClr val="4CB1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3" name="pg173"/>
            <p:cNvSpPr/>
            <p:nvPr/>
          </p:nvSpPr>
          <p:spPr>
            <a:xfrm>
              <a:off x="3519738" y="2583068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4BB0AB">
                <a:alpha val="100000"/>
              </a:srgbClr>
            </a:solidFill>
            <a:ln w="5420" cap="flat">
              <a:solidFill>
                <a:srgbClr val="4BB0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4" name="pg174"/>
            <p:cNvSpPr/>
            <p:nvPr/>
          </p:nvSpPr>
          <p:spPr>
            <a:xfrm>
              <a:off x="3601176" y="2583068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4CB0AB">
                <a:alpha val="100000"/>
              </a:srgbClr>
            </a:solidFill>
            <a:ln w="5420" cap="flat">
              <a:solidFill>
                <a:srgbClr val="4CB0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5" name="pg175"/>
            <p:cNvSpPr/>
            <p:nvPr/>
          </p:nvSpPr>
          <p:spPr>
            <a:xfrm>
              <a:off x="3682613" y="2583068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4CB1AB">
                <a:alpha val="100000"/>
              </a:srgbClr>
            </a:solidFill>
            <a:ln w="5420" cap="flat">
              <a:solidFill>
                <a:srgbClr val="4CB1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6" name="pg176"/>
            <p:cNvSpPr/>
            <p:nvPr/>
          </p:nvSpPr>
          <p:spPr>
            <a:xfrm>
              <a:off x="3764050" y="2583068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4DB2AB">
                <a:alpha val="100000"/>
              </a:srgbClr>
            </a:solidFill>
            <a:ln w="5420" cap="flat">
              <a:solidFill>
                <a:srgbClr val="4DB2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7" name="pg177"/>
            <p:cNvSpPr/>
            <p:nvPr/>
          </p:nvSpPr>
          <p:spPr>
            <a:xfrm>
              <a:off x="3845487" y="2583068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4EB3AB">
                <a:alpha val="100000"/>
              </a:srgbClr>
            </a:solidFill>
            <a:ln w="5420" cap="flat">
              <a:solidFill>
                <a:srgbClr val="4EB3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8" name="pg178"/>
            <p:cNvSpPr/>
            <p:nvPr/>
          </p:nvSpPr>
          <p:spPr>
            <a:xfrm>
              <a:off x="4089798" y="2583068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4FB5AB">
                <a:alpha val="100000"/>
              </a:srgbClr>
            </a:solidFill>
            <a:ln w="5420" cap="flat">
              <a:solidFill>
                <a:srgbClr val="4FB5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9" name="pg179"/>
            <p:cNvSpPr/>
            <p:nvPr/>
          </p:nvSpPr>
          <p:spPr>
            <a:xfrm>
              <a:off x="4171236" y="2583068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4EB3AB">
                <a:alpha val="100000"/>
              </a:srgbClr>
            </a:solidFill>
            <a:ln w="5420" cap="flat">
              <a:solidFill>
                <a:srgbClr val="4EB3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0" name="pg180"/>
            <p:cNvSpPr/>
            <p:nvPr/>
          </p:nvSpPr>
          <p:spPr>
            <a:xfrm>
              <a:off x="4252673" y="2583068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4AAFAB">
                <a:alpha val="100000"/>
              </a:srgbClr>
            </a:solidFill>
            <a:ln w="5420" cap="flat">
              <a:solidFill>
                <a:srgbClr val="4AAF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1" name="pg181"/>
            <p:cNvSpPr/>
            <p:nvPr/>
          </p:nvSpPr>
          <p:spPr>
            <a:xfrm>
              <a:off x="4334110" y="2583068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B9DA9">
                <a:alpha val="100000"/>
              </a:srgbClr>
            </a:solidFill>
            <a:ln w="5420" cap="flat">
              <a:solidFill>
                <a:srgbClr val="3B9D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2" name="pg182"/>
            <p:cNvSpPr/>
            <p:nvPr/>
          </p:nvSpPr>
          <p:spPr>
            <a:xfrm>
              <a:off x="4415547" y="2583068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692A8">
                <a:alpha val="100000"/>
              </a:srgbClr>
            </a:solidFill>
            <a:ln w="5420" cap="flat">
              <a:solidFill>
                <a:srgbClr val="3692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3" name="pg183"/>
            <p:cNvSpPr/>
            <p:nvPr/>
          </p:nvSpPr>
          <p:spPr>
            <a:xfrm>
              <a:off x="4496984" y="2583068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88AA6">
                <a:alpha val="100000"/>
              </a:srgbClr>
            </a:solidFill>
            <a:ln w="5420" cap="flat">
              <a:solidFill>
                <a:srgbClr val="388AA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4" name="pg184"/>
            <p:cNvSpPr/>
            <p:nvPr/>
          </p:nvSpPr>
          <p:spPr>
            <a:xfrm>
              <a:off x="4578421" y="2583068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985A5">
                <a:alpha val="100000"/>
              </a:srgbClr>
            </a:solidFill>
            <a:ln w="5420" cap="flat">
              <a:solidFill>
                <a:srgbClr val="3985A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5" name="pg185"/>
            <p:cNvSpPr/>
            <p:nvPr/>
          </p:nvSpPr>
          <p:spPr>
            <a:xfrm>
              <a:off x="4659858" y="2583068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985A5">
                <a:alpha val="100000"/>
              </a:srgbClr>
            </a:solidFill>
            <a:ln w="5420" cap="flat">
              <a:solidFill>
                <a:srgbClr val="3985A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6" name="pg186"/>
            <p:cNvSpPr/>
            <p:nvPr/>
          </p:nvSpPr>
          <p:spPr>
            <a:xfrm>
              <a:off x="4741296" y="2583068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987A6">
                <a:alpha val="100000"/>
              </a:srgbClr>
            </a:solidFill>
            <a:ln w="5420" cap="flat">
              <a:solidFill>
                <a:srgbClr val="3987A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7" name="pg187"/>
            <p:cNvSpPr/>
            <p:nvPr/>
          </p:nvSpPr>
          <p:spPr>
            <a:xfrm>
              <a:off x="4822733" y="2583068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889A6">
                <a:alpha val="100000"/>
              </a:srgbClr>
            </a:solidFill>
            <a:ln w="5420" cap="flat">
              <a:solidFill>
                <a:srgbClr val="3889A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8" name="pg188"/>
            <p:cNvSpPr/>
            <p:nvPr/>
          </p:nvSpPr>
          <p:spPr>
            <a:xfrm>
              <a:off x="4904170" y="2583068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88BA7">
                <a:alpha val="100000"/>
              </a:srgbClr>
            </a:solidFill>
            <a:ln w="5420" cap="flat">
              <a:solidFill>
                <a:srgbClr val="388B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9" name="pg189"/>
            <p:cNvSpPr/>
            <p:nvPr/>
          </p:nvSpPr>
          <p:spPr>
            <a:xfrm>
              <a:off x="4985607" y="2583068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78DA7">
                <a:alpha val="100000"/>
              </a:srgbClr>
            </a:solidFill>
            <a:ln w="5420" cap="flat">
              <a:solidFill>
                <a:srgbClr val="378D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0" name="pg190"/>
            <p:cNvSpPr/>
            <p:nvPr/>
          </p:nvSpPr>
          <p:spPr>
            <a:xfrm>
              <a:off x="2949678" y="2686384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50B6AB">
                <a:alpha val="100000"/>
              </a:srgbClr>
            </a:solidFill>
            <a:ln w="5420" cap="flat">
              <a:solidFill>
                <a:srgbClr val="50B6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1" name="pg191"/>
            <p:cNvSpPr/>
            <p:nvPr/>
          </p:nvSpPr>
          <p:spPr>
            <a:xfrm>
              <a:off x="3031116" y="2686384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50B6AB">
                <a:alpha val="100000"/>
              </a:srgbClr>
            </a:solidFill>
            <a:ln w="5420" cap="flat">
              <a:solidFill>
                <a:srgbClr val="50B6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2" name="pg192"/>
            <p:cNvSpPr/>
            <p:nvPr/>
          </p:nvSpPr>
          <p:spPr>
            <a:xfrm>
              <a:off x="3112553" y="2686384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50B6AB">
                <a:alpha val="100000"/>
              </a:srgbClr>
            </a:solidFill>
            <a:ln w="5420" cap="flat">
              <a:solidFill>
                <a:srgbClr val="50B6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3" name="pg193"/>
            <p:cNvSpPr/>
            <p:nvPr/>
          </p:nvSpPr>
          <p:spPr>
            <a:xfrm>
              <a:off x="3193990" y="2686384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4FB6AB">
                <a:alpha val="100000"/>
              </a:srgbClr>
            </a:solidFill>
            <a:ln w="5420" cap="flat">
              <a:solidFill>
                <a:srgbClr val="4FB6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4" name="pg194"/>
            <p:cNvSpPr/>
            <p:nvPr/>
          </p:nvSpPr>
          <p:spPr>
            <a:xfrm>
              <a:off x="3275427" y="2686384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4FB5AB">
                <a:alpha val="100000"/>
              </a:srgbClr>
            </a:solidFill>
            <a:ln w="5420" cap="flat">
              <a:solidFill>
                <a:srgbClr val="4FB5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5" name="pg195"/>
            <p:cNvSpPr/>
            <p:nvPr/>
          </p:nvSpPr>
          <p:spPr>
            <a:xfrm>
              <a:off x="3356864" y="2686384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4EB4AB">
                <a:alpha val="100000"/>
              </a:srgbClr>
            </a:solidFill>
            <a:ln w="5420" cap="flat">
              <a:solidFill>
                <a:srgbClr val="4EB4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6" name="pg196"/>
            <p:cNvSpPr/>
            <p:nvPr/>
          </p:nvSpPr>
          <p:spPr>
            <a:xfrm>
              <a:off x="3438301" y="2686384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4DB2AB">
                <a:alpha val="100000"/>
              </a:srgbClr>
            </a:solidFill>
            <a:ln w="5420" cap="flat">
              <a:solidFill>
                <a:srgbClr val="4DB2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7" name="pg197"/>
            <p:cNvSpPr/>
            <p:nvPr/>
          </p:nvSpPr>
          <p:spPr>
            <a:xfrm>
              <a:off x="3519738" y="2686384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4BB0AB">
                <a:alpha val="100000"/>
              </a:srgbClr>
            </a:solidFill>
            <a:ln w="5420" cap="flat">
              <a:solidFill>
                <a:srgbClr val="4BB0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8" name="pg198"/>
            <p:cNvSpPr/>
            <p:nvPr/>
          </p:nvSpPr>
          <p:spPr>
            <a:xfrm>
              <a:off x="3601176" y="2686384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4BB0AB">
                <a:alpha val="100000"/>
              </a:srgbClr>
            </a:solidFill>
            <a:ln w="5420" cap="flat">
              <a:solidFill>
                <a:srgbClr val="4BB0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9" name="pg199"/>
            <p:cNvSpPr/>
            <p:nvPr/>
          </p:nvSpPr>
          <p:spPr>
            <a:xfrm>
              <a:off x="3682613" y="2686384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4BAFAB">
                <a:alpha val="100000"/>
              </a:srgbClr>
            </a:solidFill>
            <a:ln w="5420" cap="flat">
              <a:solidFill>
                <a:srgbClr val="4BAF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0" name="pg200"/>
            <p:cNvSpPr/>
            <p:nvPr/>
          </p:nvSpPr>
          <p:spPr>
            <a:xfrm>
              <a:off x="3764050" y="2686384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4AAFAB">
                <a:alpha val="100000"/>
              </a:srgbClr>
            </a:solidFill>
            <a:ln w="5420" cap="flat">
              <a:solidFill>
                <a:srgbClr val="4AAF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1" name="pg201"/>
            <p:cNvSpPr/>
            <p:nvPr/>
          </p:nvSpPr>
          <p:spPr>
            <a:xfrm>
              <a:off x="3845487" y="2686384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4BAFAB">
                <a:alpha val="100000"/>
              </a:srgbClr>
            </a:solidFill>
            <a:ln w="5420" cap="flat">
              <a:solidFill>
                <a:srgbClr val="4BAF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2" name="pg202"/>
            <p:cNvSpPr/>
            <p:nvPr/>
          </p:nvSpPr>
          <p:spPr>
            <a:xfrm>
              <a:off x="4171236" y="2686384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47ABAA">
                <a:alpha val="100000"/>
              </a:srgbClr>
            </a:solidFill>
            <a:ln w="5420" cap="flat">
              <a:solidFill>
                <a:srgbClr val="47AB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3" name="pg203"/>
            <p:cNvSpPr/>
            <p:nvPr/>
          </p:nvSpPr>
          <p:spPr>
            <a:xfrm>
              <a:off x="4252673" y="2686384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43A6AA">
                <a:alpha val="100000"/>
              </a:srgbClr>
            </a:solidFill>
            <a:ln w="5420" cap="flat">
              <a:solidFill>
                <a:srgbClr val="43A6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4" name="pg204"/>
            <p:cNvSpPr/>
            <p:nvPr/>
          </p:nvSpPr>
          <p:spPr>
            <a:xfrm>
              <a:off x="4334110" y="2686384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598A9">
                <a:alpha val="100000"/>
              </a:srgbClr>
            </a:solidFill>
            <a:ln w="5420" cap="flat">
              <a:solidFill>
                <a:srgbClr val="3598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5" name="pg205"/>
            <p:cNvSpPr/>
            <p:nvPr/>
          </p:nvSpPr>
          <p:spPr>
            <a:xfrm>
              <a:off x="4415547" y="2686384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690A7">
                <a:alpha val="100000"/>
              </a:srgbClr>
            </a:solidFill>
            <a:ln w="5420" cap="flat">
              <a:solidFill>
                <a:srgbClr val="3690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6" name="pg206"/>
            <p:cNvSpPr/>
            <p:nvPr/>
          </p:nvSpPr>
          <p:spPr>
            <a:xfrm>
              <a:off x="4496984" y="2686384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889A6">
                <a:alpha val="100000"/>
              </a:srgbClr>
            </a:solidFill>
            <a:ln w="5420" cap="flat">
              <a:solidFill>
                <a:srgbClr val="3889A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7" name="pg207"/>
            <p:cNvSpPr/>
            <p:nvPr/>
          </p:nvSpPr>
          <p:spPr>
            <a:xfrm>
              <a:off x="4578421" y="2686384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986A5">
                <a:alpha val="100000"/>
              </a:srgbClr>
            </a:solidFill>
            <a:ln w="5420" cap="flat">
              <a:solidFill>
                <a:srgbClr val="3986A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8" name="pg208"/>
            <p:cNvSpPr/>
            <p:nvPr/>
          </p:nvSpPr>
          <p:spPr>
            <a:xfrm>
              <a:off x="4659858" y="2686384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986A5">
                <a:alpha val="100000"/>
              </a:srgbClr>
            </a:solidFill>
            <a:ln w="5420" cap="flat">
              <a:solidFill>
                <a:srgbClr val="3986A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9" name="pg209"/>
            <p:cNvSpPr/>
            <p:nvPr/>
          </p:nvSpPr>
          <p:spPr>
            <a:xfrm>
              <a:off x="4741296" y="2686384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987A6">
                <a:alpha val="100000"/>
              </a:srgbClr>
            </a:solidFill>
            <a:ln w="5420" cap="flat">
              <a:solidFill>
                <a:srgbClr val="3987A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0" name="pg210"/>
            <p:cNvSpPr/>
            <p:nvPr/>
          </p:nvSpPr>
          <p:spPr>
            <a:xfrm>
              <a:off x="4822733" y="2686384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889A6">
                <a:alpha val="100000"/>
              </a:srgbClr>
            </a:solidFill>
            <a:ln w="5420" cap="flat">
              <a:solidFill>
                <a:srgbClr val="3889A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1" name="pg211"/>
            <p:cNvSpPr/>
            <p:nvPr/>
          </p:nvSpPr>
          <p:spPr>
            <a:xfrm>
              <a:off x="4904170" y="2686384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88BA6">
                <a:alpha val="100000"/>
              </a:srgbClr>
            </a:solidFill>
            <a:ln w="5420" cap="flat">
              <a:solidFill>
                <a:srgbClr val="388BA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2" name="pg212"/>
            <p:cNvSpPr/>
            <p:nvPr/>
          </p:nvSpPr>
          <p:spPr>
            <a:xfrm>
              <a:off x="2868241" y="2789700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53BAAB">
                <a:alpha val="100000"/>
              </a:srgbClr>
            </a:solidFill>
            <a:ln w="5420" cap="flat">
              <a:solidFill>
                <a:srgbClr val="53BA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3" name="pg213"/>
            <p:cNvSpPr/>
            <p:nvPr/>
          </p:nvSpPr>
          <p:spPr>
            <a:xfrm>
              <a:off x="2949678" y="2789700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53BAAB">
                <a:alpha val="100000"/>
              </a:srgbClr>
            </a:solidFill>
            <a:ln w="5420" cap="flat">
              <a:solidFill>
                <a:srgbClr val="53BA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4" name="pg214"/>
            <p:cNvSpPr/>
            <p:nvPr/>
          </p:nvSpPr>
          <p:spPr>
            <a:xfrm>
              <a:off x="3031116" y="2789700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53BBAB">
                <a:alpha val="100000"/>
              </a:srgbClr>
            </a:solidFill>
            <a:ln w="5420" cap="flat">
              <a:solidFill>
                <a:srgbClr val="53BB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5" name="pg215"/>
            <p:cNvSpPr/>
            <p:nvPr/>
          </p:nvSpPr>
          <p:spPr>
            <a:xfrm>
              <a:off x="3112553" y="2789700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53BBAB">
                <a:alpha val="100000"/>
              </a:srgbClr>
            </a:solidFill>
            <a:ln w="5420" cap="flat">
              <a:solidFill>
                <a:srgbClr val="53BB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6" name="pg216"/>
            <p:cNvSpPr/>
            <p:nvPr/>
          </p:nvSpPr>
          <p:spPr>
            <a:xfrm>
              <a:off x="3193990" y="2789700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53BAAB">
                <a:alpha val="100000"/>
              </a:srgbClr>
            </a:solidFill>
            <a:ln w="5420" cap="flat">
              <a:solidFill>
                <a:srgbClr val="53BA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7" name="pg217"/>
            <p:cNvSpPr/>
            <p:nvPr/>
          </p:nvSpPr>
          <p:spPr>
            <a:xfrm>
              <a:off x="3275427" y="2789700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52B8AB">
                <a:alpha val="100000"/>
              </a:srgbClr>
            </a:solidFill>
            <a:ln w="5420" cap="flat">
              <a:solidFill>
                <a:srgbClr val="52B8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8" name="pg218"/>
            <p:cNvSpPr/>
            <p:nvPr/>
          </p:nvSpPr>
          <p:spPr>
            <a:xfrm>
              <a:off x="3356864" y="2789700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50B7AB">
                <a:alpha val="100000"/>
              </a:srgbClr>
            </a:solidFill>
            <a:ln w="5420" cap="flat">
              <a:solidFill>
                <a:srgbClr val="50B7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9" name="pg219"/>
            <p:cNvSpPr/>
            <p:nvPr/>
          </p:nvSpPr>
          <p:spPr>
            <a:xfrm>
              <a:off x="3438301" y="2789700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4FB5AB">
                <a:alpha val="100000"/>
              </a:srgbClr>
            </a:solidFill>
            <a:ln w="5420" cap="flat">
              <a:solidFill>
                <a:srgbClr val="4FB5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0" name="pg220"/>
            <p:cNvSpPr/>
            <p:nvPr/>
          </p:nvSpPr>
          <p:spPr>
            <a:xfrm>
              <a:off x="3519738" y="2789700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4CB1AB">
                <a:alpha val="100000"/>
              </a:srgbClr>
            </a:solidFill>
            <a:ln w="5420" cap="flat">
              <a:solidFill>
                <a:srgbClr val="4CB1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1" name="pg221"/>
            <p:cNvSpPr/>
            <p:nvPr/>
          </p:nvSpPr>
          <p:spPr>
            <a:xfrm>
              <a:off x="3601176" y="2789700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4AAFAB">
                <a:alpha val="100000"/>
              </a:srgbClr>
            </a:solidFill>
            <a:ln w="5420" cap="flat">
              <a:solidFill>
                <a:srgbClr val="4AAF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2" name="pg222"/>
            <p:cNvSpPr/>
            <p:nvPr/>
          </p:nvSpPr>
          <p:spPr>
            <a:xfrm>
              <a:off x="3682613" y="2789700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49AEAB">
                <a:alpha val="100000"/>
              </a:srgbClr>
            </a:solidFill>
            <a:ln w="5420" cap="flat">
              <a:solidFill>
                <a:srgbClr val="49AE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3" name="pg223"/>
            <p:cNvSpPr/>
            <p:nvPr/>
          </p:nvSpPr>
          <p:spPr>
            <a:xfrm>
              <a:off x="3764050" y="2789700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49ADAB">
                <a:alpha val="100000"/>
              </a:srgbClr>
            </a:solidFill>
            <a:ln w="5420" cap="flat">
              <a:solidFill>
                <a:srgbClr val="49AD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4" name="pg224"/>
            <p:cNvSpPr/>
            <p:nvPr/>
          </p:nvSpPr>
          <p:spPr>
            <a:xfrm>
              <a:off x="3845487" y="2789700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48ACAA">
                <a:alpha val="100000"/>
              </a:srgbClr>
            </a:solidFill>
            <a:ln w="5420" cap="flat">
              <a:solidFill>
                <a:srgbClr val="48AC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5" name="pg225"/>
            <p:cNvSpPr/>
            <p:nvPr/>
          </p:nvSpPr>
          <p:spPr>
            <a:xfrm>
              <a:off x="4171236" y="2789700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42A5AA">
                <a:alpha val="100000"/>
              </a:srgbClr>
            </a:solidFill>
            <a:ln w="5420" cap="flat">
              <a:solidFill>
                <a:srgbClr val="42A5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6" name="pg226"/>
            <p:cNvSpPr/>
            <p:nvPr/>
          </p:nvSpPr>
          <p:spPr>
            <a:xfrm>
              <a:off x="4252673" y="2789700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EA1AA">
                <a:alpha val="100000"/>
              </a:srgbClr>
            </a:solidFill>
            <a:ln w="5420" cap="flat">
              <a:solidFill>
                <a:srgbClr val="3EA1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7" name="pg227"/>
            <p:cNvSpPr/>
            <p:nvPr/>
          </p:nvSpPr>
          <p:spPr>
            <a:xfrm>
              <a:off x="4334110" y="2789700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497A9">
                <a:alpha val="100000"/>
              </a:srgbClr>
            </a:solidFill>
            <a:ln w="5420" cap="flat">
              <a:solidFill>
                <a:srgbClr val="3497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8" name="pg228"/>
            <p:cNvSpPr/>
            <p:nvPr/>
          </p:nvSpPr>
          <p:spPr>
            <a:xfrm>
              <a:off x="4415547" y="2789700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691A8">
                <a:alpha val="100000"/>
              </a:srgbClr>
            </a:solidFill>
            <a:ln w="5420" cap="flat">
              <a:solidFill>
                <a:srgbClr val="3691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9" name="pg229"/>
            <p:cNvSpPr/>
            <p:nvPr/>
          </p:nvSpPr>
          <p:spPr>
            <a:xfrm>
              <a:off x="4496984" y="2789700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78CA7">
                <a:alpha val="100000"/>
              </a:srgbClr>
            </a:solidFill>
            <a:ln w="5420" cap="flat">
              <a:solidFill>
                <a:srgbClr val="378C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0" name="pg230"/>
            <p:cNvSpPr/>
            <p:nvPr/>
          </p:nvSpPr>
          <p:spPr>
            <a:xfrm>
              <a:off x="4578421" y="2789700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889A6">
                <a:alpha val="100000"/>
              </a:srgbClr>
            </a:solidFill>
            <a:ln w="5420" cap="flat">
              <a:solidFill>
                <a:srgbClr val="3889A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1" name="pg231"/>
            <p:cNvSpPr/>
            <p:nvPr/>
          </p:nvSpPr>
          <p:spPr>
            <a:xfrm>
              <a:off x="4659858" y="2789700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889A6">
                <a:alpha val="100000"/>
              </a:srgbClr>
            </a:solidFill>
            <a:ln w="5420" cap="flat">
              <a:solidFill>
                <a:srgbClr val="3889A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2" name="pg232"/>
            <p:cNvSpPr/>
            <p:nvPr/>
          </p:nvSpPr>
          <p:spPr>
            <a:xfrm>
              <a:off x="4741296" y="2789700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889A6">
                <a:alpha val="100000"/>
              </a:srgbClr>
            </a:solidFill>
            <a:ln w="5420" cap="flat">
              <a:solidFill>
                <a:srgbClr val="3889A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3" name="pg233"/>
            <p:cNvSpPr/>
            <p:nvPr/>
          </p:nvSpPr>
          <p:spPr>
            <a:xfrm>
              <a:off x="4822733" y="2789700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88AA6">
                <a:alpha val="100000"/>
              </a:srgbClr>
            </a:solidFill>
            <a:ln w="5420" cap="flat">
              <a:solidFill>
                <a:srgbClr val="388AA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4" name="pg234"/>
            <p:cNvSpPr/>
            <p:nvPr/>
          </p:nvSpPr>
          <p:spPr>
            <a:xfrm>
              <a:off x="2786804" y="2893016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55BDAB">
                <a:alpha val="100000"/>
              </a:srgbClr>
            </a:solidFill>
            <a:ln w="5420" cap="flat">
              <a:solidFill>
                <a:srgbClr val="55BD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5" name="pg235"/>
            <p:cNvSpPr/>
            <p:nvPr/>
          </p:nvSpPr>
          <p:spPr>
            <a:xfrm>
              <a:off x="2868241" y="2893016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56BEAB">
                <a:alpha val="100000"/>
              </a:srgbClr>
            </a:solidFill>
            <a:ln w="5420" cap="flat">
              <a:solidFill>
                <a:srgbClr val="56BE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6" name="pg236"/>
            <p:cNvSpPr/>
            <p:nvPr/>
          </p:nvSpPr>
          <p:spPr>
            <a:xfrm>
              <a:off x="2949678" y="2893016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57BFAB">
                <a:alpha val="100000"/>
              </a:srgbClr>
            </a:solidFill>
            <a:ln w="5420" cap="flat">
              <a:solidFill>
                <a:srgbClr val="57BF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7" name="pg237"/>
            <p:cNvSpPr/>
            <p:nvPr/>
          </p:nvSpPr>
          <p:spPr>
            <a:xfrm>
              <a:off x="3031116" y="2893016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57C0AC">
                <a:alpha val="100000"/>
              </a:srgbClr>
            </a:solidFill>
            <a:ln w="5420" cap="flat">
              <a:solidFill>
                <a:srgbClr val="57C0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8" name="pg238"/>
            <p:cNvSpPr/>
            <p:nvPr/>
          </p:nvSpPr>
          <p:spPr>
            <a:xfrm>
              <a:off x="3112553" y="2893016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57C0AC">
                <a:alpha val="100000"/>
              </a:srgbClr>
            </a:solidFill>
            <a:ln w="5420" cap="flat">
              <a:solidFill>
                <a:srgbClr val="57C0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9" name="pg239"/>
            <p:cNvSpPr/>
            <p:nvPr/>
          </p:nvSpPr>
          <p:spPr>
            <a:xfrm>
              <a:off x="3193990" y="2893016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56BFAB">
                <a:alpha val="100000"/>
              </a:srgbClr>
            </a:solidFill>
            <a:ln w="5420" cap="flat">
              <a:solidFill>
                <a:srgbClr val="56BF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0" name="pg240"/>
            <p:cNvSpPr/>
            <p:nvPr/>
          </p:nvSpPr>
          <p:spPr>
            <a:xfrm>
              <a:off x="3275427" y="2893016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55BDAB">
                <a:alpha val="100000"/>
              </a:srgbClr>
            </a:solidFill>
            <a:ln w="5420" cap="flat">
              <a:solidFill>
                <a:srgbClr val="55BD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1" name="pg241"/>
            <p:cNvSpPr/>
            <p:nvPr/>
          </p:nvSpPr>
          <p:spPr>
            <a:xfrm>
              <a:off x="3356864" y="2893016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53BBAB">
                <a:alpha val="100000"/>
              </a:srgbClr>
            </a:solidFill>
            <a:ln w="5420" cap="flat">
              <a:solidFill>
                <a:srgbClr val="53BB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2" name="pg242"/>
            <p:cNvSpPr/>
            <p:nvPr/>
          </p:nvSpPr>
          <p:spPr>
            <a:xfrm>
              <a:off x="3438301" y="2893016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51B8AB">
                <a:alpha val="100000"/>
              </a:srgbClr>
            </a:solidFill>
            <a:ln w="5420" cap="flat">
              <a:solidFill>
                <a:srgbClr val="51B8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3" name="pg243"/>
            <p:cNvSpPr/>
            <p:nvPr/>
          </p:nvSpPr>
          <p:spPr>
            <a:xfrm>
              <a:off x="3519738" y="2893016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4DB2AB">
                <a:alpha val="100000"/>
              </a:srgbClr>
            </a:solidFill>
            <a:ln w="5420" cap="flat">
              <a:solidFill>
                <a:srgbClr val="4DB2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4" name="pg244"/>
            <p:cNvSpPr/>
            <p:nvPr/>
          </p:nvSpPr>
          <p:spPr>
            <a:xfrm>
              <a:off x="3601176" y="2893016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4BAFAB">
                <a:alpha val="100000"/>
              </a:srgbClr>
            </a:solidFill>
            <a:ln w="5420" cap="flat">
              <a:solidFill>
                <a:srgbClr val="4BAF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5" name="pg245"/>
            <p:cNvSpPr/>
            <p:nvPr/>
          </p:nvSpPr>
          <p:spPr>
            <a:xfrm>
              <a:off x="3682613" y="2893016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49ADAB">
                <a:alpha val="100000"/>
              </a:srgbClr>
            </a:solidFill>
            <a:ln w="5420" cap="flat">
              <a:solidFill>
                <a:srgbClr val="49AD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6" name="pg246"/>
            <p:cNvSpPr/>
            <p:nvPr/>
          </p:nvSpPr>
          <p:spPr>
            <a:xfrm>
              <a:off x="3764050" y="2893016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47ABAA">
                <a:alpha val="100000"/>
              </a:srgbClr>
            </a:solidFill>
            <a:ln w="5420" cap="flat">
              <a:solidFill>
                <a:srgbClr val="47AB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7" name="pg247"/>
            <p:cNvSpPr/>
            <p:nvPr/>
          </p:nvSpPr>
          <p:spPr>
            <a:xfrm>
              <a:off x="3845487" y="2893016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46A9AA">
                <a:alpha val="100000"/>
              </a:srgbClr>
            </a:solidFill>
            <a:ln w="5420" cap="flat">
              <a:solidFill>
                <a:srgbClr val="46A9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8" name="pg248"/>
            <p:cNvSpPr/>
            <p:nvPr/>
          </p:nvSpPr>
          <p:spPr>
            <a:xfrm>
              <a:off x="3926924" y="2893016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44A7AA">
                <a:alpha val="100000"/>
              </a:srgbClr>
            </a:solidFill>
            <a:ln w="5420" cap="flat">
              <a:solidFill>
                <a:srgbClr val="44A7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9" name="pg249"/>
            <p:cNvSpPr/>
            <p:nvPr/>
          </p:nvSpPr>
          <p:spPr>
            <a:xfrm>
              <a:off x="4252673" y="2893016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B9EAA">
                <a:alpha val="100000"/>
              </a:srgbClr>
            </a:solidFill>
            <a:ln w="5420" cap="flat">
              <a:solidFill>
                <a:srgbClr val="3B9E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0" name="pg250"/>
            <p:cNvSpPr/>
            <p:nvPr/>
          </p:nvSpPr>
          <p:spPr>
            <a:xfrm>
              <a:off x="4334110" y="2893016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496A9">
                <a:alpha val="100000"/>
              </a:srgbClr>
            </a:solidFill>
            <a:ln w="5420" cap="flat">
              <a:solidFill>
                <a:srgbClr val="3496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1" name="pg251"/>
            <p:cNvSpPr/>
            <p:nvPr/>
          </p:nvSpPr>
          <p:spPr>
            <a:xfrm>
              <a:off x="4415547" y="2893016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692A8">
                <a:alpha val="100000"/>
              </a:srgbClr>
            </a:solidFill>
            <a:ln w="5420" cap="flat">
              <a:solidFill>
                <a:srgbClr val="3692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2" name="pg252"/>
            <p:cNvSpPr/>
            <p:nvPr/>
          </p:nvSpPr>
          <p:spPr>
            <a:xfrm>
              <a:off x="4496984" y="2893016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78FA7">
                <a:alpha val="100000"/>
              </a:srgbClr>
            </a:solidFill>
            <a:ln w="5420" cap="flat">
              <a:solidFill>
                <a:srgbClr val="378F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3" name="pg253"/>
            <p:cNvSpPr/>
            <p:nvPr/>
          </p:nvSpPr>
          <p:spPr>
            <a:xfrm>
              <a:off x="4578421" y="2893016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78DA7">
                <a:alpha val="100000"/>
              </a:srgbClr>
            </a:solidFill>
            <a:ln w="5420" cap="flat">
              <a:solidFill>
                <a:srgbClr val="378D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4" name="pg254"/>
            <p:cNvSpPr/>
            <p:nvPr/>
          </p:nvSpPr>
          <p:spPr>
            <a:xfrm>
              <a:off x="4659858" y="2893016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78CA7">
                <a:alpha val="100000"/>
              </a:srgbClr>
            </a:solidFill>
            <a:ln w="5420" cap="flat">
              <a:solidFill>
                <a:srgbClr val="378C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5" name="pg255"/>
            <p:cNvSpPr/>
            <p:nvPr/>
          </p:nvSpPr>
          <p:spPr>
            <a:xfrm>
              <a:off x="4741296" y="2893016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78CA7">
                <a:alpha val="100000"/>
              </a:srgbClr>
            </a:solidFill>
            <a:ln w="5420" cap="flat">
              <a:solidFill>
                <a:srgbClr val="378C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6" name="pg256"/>
            <p:cNvSpPr/>
            <p:nvPr/>
          </p:nvSpPr>
          <p:spPr>
            <a:xfrm>
              <a:off x="2786804" y="2996333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57C1AC">
                <a:alpha val="100000"/>
              </a:srgbClr>
            </a:solidFill>
            <a:ln w="5420" cap="flat">
              <a:solidFill>
                <a:srgbClr val="57C1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7" name="pg257"/>
            <p:cNvSpPr/>
            <p:nvPr/>
          </p:nvSpPr>
          <p:spPr>
            <a:xfrm>
              <a:off x="2868241" y="2996333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59C3AC">
                <a:alpha val="100000"/>
              </a:srgbClr>
            </a:solidFill>
            <a:ln w="5420" cap="flat">
              <a:solidFill>
                <a:srgbClr val="59C3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8" name="pg258"/>
            <p:cNvSpPr/>
            <p:nvPr/>
          </p:nvSpPr>
          <p:spPr>
            <a:xfrm>
              <a:off x="2949678" y="2996333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5AC5AC">
                <a:alpha val="100000"/>
              </a:srgbClr>
            </a:solidFill>
            <a:ln w="5420" cap="flat">
              <a:solidFill>
                <a:srgbClr val="5AC5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9" name="pg259"/>
            <p:cNvSpPr/>
            <p:nvPr/>
          </p:nvSpPr>
          <p:spPr>
            <a:xfrm>
              <a:off x="3031116" y="2996333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5BC6AC">
                <a:alpha val="100000"/>
              </a:srgbClr>
            </a:solidFill>
            <a:ln w="5420" cap="flat">
              <a:solidFill>
                <a:srgbClr val="5BC6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0" name="pg260"/>
            <p:cNvSpPr/>
            <p:nvPr/>
          </p:nvSpPr>
          <p:spPr>
            <a:xfrm>
              <a:off x="3112553" y="2996333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5BC6AC">
                <a:alpha val="100000"/>
              </a:srgbClr>
            </a:solidFill>
            <a:ln w="5420" cap="flat">
              <a:solidFill>
                <a:srgbClr val="5BC6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1" name="pg261"/>
            <p:cNvSpPr/>
            <p:nvPr/>
          </p:nvSpPr>
          <p:spPr>
            <a:xfrm>
              <a:off x="3193990" y="2996333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5AC5AC">
                <a:alpha val="100000"/>
              </a:srgbClr>
            </a:solidFill>
            <a:ln w="5420" cap="flat">
              <a:solidFill>
                <a:srgbClr val="5AC5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2" name="pg262"/>
            <p:cNvSpPr/>
            <p:nvPr/>
          </p:nvSpPr>
          <p:spPr>
            <a:xfrm>
              <a:off x="3275427" y="2996333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59C3AC">
                <a:alpha val="100000"/>
              </a:srgbClr>
            </a:solidFill>
            <a:ln w="5420" cap="flat">
              <a:solidFill>
                <a:srgbClr val="59C3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3" name="pg263"/>
            <p:cNvSpPr/>
            <p:nvPr/>
          </p:nvSpPr>
          <p:spPr>
            <a:xfrm>
              <a:off x="3356864" y="2996333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56BFAB">
                <a:alpha val="100000"/>
              </a:srgbClr>
            </a:solidFill>
            <a:ln w="5420" cap="flat">
              <a:solidFill>
                <a:srgbClr val="56BF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4" name="pg264"/>
            <p:cNvSpPr/>
            <p:nvPr/>
          </p:nvSpPr>
          <p:spPr>
            <a:xfrm>
              <a:off x="3438301" y="2996333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54BBAB">
                <a:alpha val="100000"/>
              </a:srgbClr>
            </a:solidFill>
            <a:ln w="5420" cap="flat">
              <a:solidFill>
                <a:srgbClr val="54BB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5" name="pg265"/>
            <p:cNvSpPr/>
            <p:nvPr/>
          </p:nvSpPr>
          <p:spPr>
            <a:xfrm>
              <a:off x="3519738" y="2996333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4EB3AB">
                <a:alpha val="100000"/>
              </a:srgbClr>
            </a:solidFill>
            <a:ln w="5420" cap="flat">
              <a:solidFill>
                <a:srgbClr val="4EB3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6" name="pg266"/>
            <p:cNvSpPr/>
            <p:nvPr/>
          </p:nvSpPr>
          <p:spPr>
            <a:xfrm>
              <a:off x="3601176" y="2996333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4BB0AB">
                <a:alpha val="100000"/>
              </a:srgbClr>
            </a:solidFill>
            <a:ln w="5420" cap="flat">
              <a:solidFill>
                <a:srgbClr val="4BB0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7" name="pg267"/>
            <p:cNvSpPr/>
            <p:nvPr/>
          </p:nvSpPr>
          <p:spPr>
            <a:xfrm>
              <a:off x="3682613" y="2996333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48ACAB">
                <a:alpha val="100000"/>
              </a:srgbClr>
            </a:solidFill>
            <a:ln w="5420" cap="flat">
              <a:solidFill>
                <a:srgbClr val="48AC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8" name="pg268"/>
            <p:cNvSpPr/>
            <p:nvPr/>
          </p:nvSpPr>
          <p:spPr>
            <a:xfrm>
              <a:off x="3764050" y="2996333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46AAAA">
                <a:alpha val="100000"/>
              </a:srgbClr>
            </a:solidFill>
            <a:ln w="5420" cap="flat">
              <a:solidFill>
                <a:srgbClr val="46AA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9" name="pg269"/>
            <p:cNvSpPr/>
            <p:nvPr/>
          </p:nvSpPr>
          <p:spPr>
            <a:xfrm>
              <a:off x="3845487" y="2996333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44A7AA">
                <a:alpha val="100000"/>
              </a:srgbClr>
            </a:solidFill>
            <a:ln w="5420" cap="flat">
              <a:solidFill>
                <a:srgbClr val="44A7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0" name="pg270"/>
            <p:cNvSpPr/>
            <p:nvPr/>
          </p:nvSpPr>
          <p:spPr>
            <a:xfrm>
              <a:off x="3926924" y="2996333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42A5AA">
                <a:alpha val="100000"/>
              </a:srgbClr>
            </a:solidFill>
            <a:ln w="5420" cap="flat">
              <a:solidFill>
                <a:srgbClr val="42A5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1" name="pg271"/>
            <p:cNvSpPr/>
            <p:nvPr/>
          </p:nvSpPr>
          <p:spPr>
            <a:xfrm>
              <a:off x="4252673" y="2996333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99BA9">
                <a:alpha val="100000"/>
              </a:srgbClr>
            </a:solidFill>
            <a:ln w="5420" cap="flat">
              <a:solidFill>
                <a:srgbClr val="399B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2" name="pg272"/>
            <p:cNvSpPr/>
            <p:nvPr/>
          </p:nvSpPr>
          <p:spPr>
            <a:xfrm>
              <a:off x="4334110" y="2996333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497A9">
                <a:alpha val="100000"/>
              </a:srgbClr>
            </a:solidFill>
            <a:ln w="5420" cap="flat">
              <a:solidFill>
                <a:srgbClr val="3497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3" name="pg273"/>
            <p:cNvSpPr/>
            <p:nvPr/>
          </p:nvSpPr>
          <p:spPr>
            <a:xfrm>
              <a:off x="4415547" y="2996333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594A8">
                <a:alpha val="100000"/>
              </a:srgbClr>
            </a:solidFill>
            <a:ln w="5420" cap="flat">
              <a:solidFill>
                <a:srgbClr val="3594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4" name="pg274"/>
            <p:cNvSpPr/>
            <p:nvPr/>
          </p:nvSpPr>
          <p:spPr>
            <a:xfrm>
              <a:off x="4496984" y="2996333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691A8">
                <a:alpha val="100000"/>
              </a:srgbClr>
            </a:solidFill>
            <a:ln w="5420" cap="flat">
              <a:solidFill>
                <a:srgbClr val="3691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5" name="pg275"/>
            <p:cNvSpPr/>
            <p:nvPr/>
          </p:nvSpPr>
          <p:spPr>
            <a:xfrm>
              <a:off x="4578421" y="2996333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690A7">
                <a:alpha val="100000"/>
              </a:srgbClr>
            </a:solidFill>
            <a:ln w="5420" cap="flat">
              <a:solidFill>
                <a:srgbClr val="3690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6" name="pg276"/>
            <p:cNvSpPr/>
            <p:nvPr/>
          </p:nvSpPr>
          <p:spPr>
            <a:xfrm>
              <a:off x="4659858" y="2996333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78EA7">
                <a:alpha val="100000"/>
              </a:srgbClr>
            </a:solidFill>
            <a:ln w="5420" cap="flat">
              <a:solidFill>
                <a:srgbClr val="378E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7" name="pg277"/>
            <p:cNvSpPr/>
            <p:nvPr/>
          </p:nvSpPr>
          <p:spPr>
            <a:xfrm>
              <a:off x="2705367" y="3099649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58C1AC">
                <a:alpha val="100000"/>
              </a:srgbClr>
            </a:solidFill>
            <a:ln w="5420" cap="flat">
              <a:solidFill>
                <a:srgbClr val="58C1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8" name="pg278"/>
            <p:cNvSpPr/>
            <p:nvPr/>
          </p:nvSpPr>
          <p:spPr>
            <a:xfrm>
              <a:off x="2786804" y="3099649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5AC5AC">
                <a:alpha val="100000"/>
              </a:srgbClr>
            </a:solidFill>
            <a:ln w="5420" cap="flat">
              <a:solidFill>
                <a:srgbClr val="5AC5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9" name="pg279"/>
            <p:cNvSpPr/>
            <p:nvPr/>
          </p:nvSpPr>
          <p:spPr>
            <a:xfrm>
              <a:off x="2868241" y="3099649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5CC8AC">
                <a:alpha val="100000"/>
              </a:srgbClr>
            </a:solidFill>
            <a:ln w="5420" cap="flat">
              <a:solidFill>
                <a:srgbClr val="5CC8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0" name="pg280"/>
            <p:cNvSpPr/>
            <p:nvPr/>
          </p:nvSpPr>
          <p:spPr>
            <a:xfrm>
              <a:off x="2949678" y="3099649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5ECAAC">
                <a:alpha val="100000"/>
              </a:srgbClr>
            </a:solidFill>
            <a:ln w="5420" cap="flat">
              <a:solidFill>
                <a:srgbClr val="5ECA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1" name="pg281"/>
            <p:cNvSpPr/>
            <p:nvPr/>
          </p:nvSpPr>
          <p:spPr>
            <a:xfrm>
              <a:off x="3031116" y="3099649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5FCCAC">
                <a:alpha val="100000"/>
              </a:srgbClr>
            </a:solidFill>
            <a:ln w="5420" cap="flat">
              <a:solidFill>
                <a:srgbClr val="5FCC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2" name="pg282"/>
            <p:cNvSpPr/>
            <p:nvPr/>
          </p:nvSpPr>
          <p:spPr>
            <a:xfrm>
              <a:off x="3112553" y="3099649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5FCCAC">
                <a:alpha val="100000"/>
              </a:srgbClr>
            </a:solidFill>
            <a:ln w="5420" cap="flat">
              <a:solidFill>
                <a:srgbClr val="5FCC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3" name="pg283"/>
            <p:cNvSpPr/>
            <p:nvPr/>
          </p:nvSpPr>
          <p:spPr>
            <a:xfrm>
              <a:off x="3193990" y="3099649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5ECBAC">
                <a:alpha val="100000"/>
              </a:srgbClr>
            </a:solidFill>
            <a:ln w="5420" cap="flat">
              <a:solidFill>
                <a:srgbClr val="5ECB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4" name="pg284"/>
            <p:cNvSpPr/>
            <p:nvPr/>
          </p:nvSpPr>
          <p:spPr>
            <a:xfrm>
              <a:off x="3275427" y="3099649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5CC8AC">
                <a:alpha val="100000"/>
              </a:srgbClr>
            </a:solidFill>
            <a:ln w="5420" cap="flat">
              <a:solidFill>
                <a:srgbClr val="5CC8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5" name="pg285"/>
            <p:cNvSpPr/>
            <p:nvPr/>
          </p:nvSpPr>
          <p:spPr>
            <a:xfrm>
              <a:off x="3356864" y="3099649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5AC4AC">
                <a:alpha val="100000"/>
              </a:srgbClr>
            </a:solidFill>
            <a:ln w="5420" cap="flat">
              <a:solidFill>
                <a:srgbClr val="5AC4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6" name="pg286"/>
            <p:cNvSpPr/>
            <p:nvPr/>
          </p:nvSpPr>
          <p:spPr>
            <a:xfrm>
              <a:off x="3438301" y="3099649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56BFAB">
                <a:alpha val="100000"/>
              </a:srgbClr>
            </a:solidFill>
            <a:ln w="5420" cap="flat">
              <a:solidFill>
                <a:srgbClr val="56BF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7" name="pg287"/>
            <p:cNvSpPr/>
            <p:nvPr/>
          </p:nvSpPr>
          <p:spPr>
            <a:xfrm>
              <a:off x="3519738" y="3099649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4FB5AB">
                <a:alpha val="100000"/>
              </a:srgbClr>
            </a:solidFill>
            <a:ln w="5420" cap="flat">
              <a:solidFill>
                <a:srgbClr val="4FB5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8" name="pg288"/>
            <p:cNvSpPr/>
            <p:nvPr/>
          </p:nvSpPr>
          <p:spPr>
            <a:xfrm>
              <a:off x="3601176" y="3099649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4BB0AB">
                <a:alpha val="100000"/>
              </a:srgbClr>
            </a:solidFill>
            <a:ln w="5420" cap="flat">
              <a:solidFill>
                <a:srgbClr val="4BB0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9" name="pg289"/>
            <p:cNvSpPr/>
            <p:nvPr/>
          </p:nvSpPr>
          <p:spPr>
            <a:xfrm>
              <a:off x="3682613" y="3099649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48ACAA">
                <a:alpha val="100000"/>
              </a:srgbClr>
            </a:solidFill>
            <a:ln w="5420" cap="flat">
              <a:solidFill>
                <a:srgbClr val="48AC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0" name="pg290"/>
            <p:cNvSpPr/>
            <p:nvPr/>
          </p:nvSpPr>
          <p:spPr>
            <a:xfrm>
              <a:off x="3764050" y="3099649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45A8AA">
                <a:alpha val="100000"/>
              </a:srgbClr>
            </a:solidFill>
            <a:ln w="5420" cap="flat">
              <a:solidFill>
                <a:srgbClr val="45A8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1" name="pg291"/>
            <p:cNvSpPr/>
            <p:nvPr/>
          </p:nvSpPr>
          <p:spPr>
            <a:xfrm>
              <a:off x="3845487" y="3099649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42A5AA">
                <a:alpha val="100000"/>
              </a:srgbClr>
            </a:solidFill>
            <a:ln w="5420" cap="flat">
              <a:solidFill>
                <a:srgbClr val="42A5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2" name="pg292"/>
            <p:cNvSpPr/>
            <p:nvPr/>
          </p:nvSpPr>
          <p:spPr>
            <a:xfrm>
              <a:off x="3926924" y="3099649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40A3AA">
                <a:alpha val="100000"/>
              </a:srgbClr>
            </a:solidFill>
            <a:ln w="5420" cap="flat">
              <a:solidFill>
                <a:srgbClr val="40A3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3" name="pg293"/>
            <p:cNvSpPr/>
            <p:nvPr/>
          </p:nvSpPr>
          <p:spPr>
            <a:xfrm>
              <a:off x="4008361" y="3099649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EA1AA">
                <a:alpha val="100000"/>
              </a:srgbClr>
            </a:solidFill>
            <a:ln w="5420" cap="flat">
              <a:solidFill>
                <a:srgbClr val="3EA1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4" name="pg294"/>
            <p:cNvSpPr/>
            <p:nvPr/>
          </p:nvSpPr>
          <p:spPr>
            <a:xfrm>
              <a:off x="4252673" y="3099649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799A9">
                <a:alpha val="100000"/>
              </a:srgbClr>
            </a:solidFill>
            <a:ln w="5420" cap="flat">
              <a:solidFill>
                <a:srgbClr val="3799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5" name="pg295"/>
            <p:cNvSpPr/>
            <p:nvPr/>
          </p:nvSpPr>
          <p:spPr>
            <a:xfrm>
              <a:off x="4334110" y="3099649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496A9">
                <a:alpha val="100000"/>
              </a:srgbClr>
            </a:solidFill>
            <a:ln w="5420" cap="flat">
              <a:solidFill>
                <a:srgbClr val="3496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6" name="pg296"/>
            <p:cNvSpPr/>
            <p:nvPr/>
          </p:nvSpPr>
          <p:spPr>
            <a:xfrm>
              <a:off x="4415547" y="3099649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594A8">
                <a:alpha val="100000"/>
              </a:srgbClr>
            </a:solidFill>
            <a:ln w="5420" cap="flat">
              <a:solidFill>
                <a:srgbClr val="3594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7" name="pg297"/>
            <p:cNvSpPr/>
            <p:nvPr/>
          </p:nvSpPr>
          <p:spPr>
            <a:xfrm>
              <a:off x="4496984" y="3099649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692A8">
                <a:alpha val="100000"/>
              </a:srgbClr>
            </a:solidFill>
            <a:ln w="5420" cap="flat">
              <a:solidFill>
                <a:srgbClr val="3692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8" name="pg298"/>
            <p:cNvSpPr/>
            <p:nvPr/>
          </p:nvSpPr>
          <p:spPr>
            <a:xfrm>
              <a:off x="4578421" y="3099649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691A8">
                <a:alpha val="100000"/>
              </a:srgbClr>
            </a:solidFill>
            <a:ln w="5420" cap="flat">
              <a:solidFill>
                <a:srgbClr val="3691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9" name="pg299"/>
            <p:cNvSpPr/>
            <p:nvPr/>
          </p:nvSpPr>
          <p:spPr>
            <a:xfrm>
              <a:off x="4659858" y="3099649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690A8">
                <a:alpha val="100000"/>
              </a:srgbClr>
            </a:solidFill>
            <a:ln w="5420" cap="flat">
              <a:solidFill>
                <a:srgbClr val="3690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0" name="pg300"/>
            <p:cNvSpPr/>
            <p:nvPr/>
          </p:nvSpPr>
          <p:spPr>
            <a:xfrm>
              <a:off x="2705367" y="3202965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5AC5AC">
                <a:alpha val="100000"/>
              </a:srgbClr>
            </a:solidFill>
            <a:ln w="5420" cap="flat">
              <a:solidFill>
                <a:srgbClr val="5AC5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1" name="pg301"/>
            <p:cNvSpPr/>
            <p:nvPr/>
          </p:nvSpPr>
          <p:spPr>
            <a:xfrm>
              <a:off x="2786804" y="3202965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5DCAAC">
                <a:alpha val="100000"/>
              </a:srgbClr>
            </a:solidFill>
            <a:ln w="5420" cap="flat">
              <a:solidFill>
                <a:srgbClr val="5DCA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2" name="pg302"/>
            <p:cNvSpPr/>
            <p:nvPr/>
          </p:nvSpPr>
          <p:spPr>
            <a:xfrm>
              <a:off x="2868241" y="3202965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60CEAC">
                <a:alpha val="100000"/>
              </a:srgbClr>
            </a:solidFill>
            <a:ln w="5420" cap="flat">
              <a:solidFill>
                <a:srgbClr val="60CE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3" name="pg303"/>
            <p:cNvSpPr/>
            <p:nvPr/>
          </p:nvSpPr>
          <p:spPr>
            <a:xfrm>
              <a:off x="2949678" y="3202965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6AD1B0">
                <a:alpha val="100000"/>
              </a:srgbClr>
            </a:solidFill>
            <a:ln w="5420" cap="flat">
              <a:solidFill>
                <a:srgbClr val="6AD1B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4" name="pg304"/>
            <p:cNvSpPr/>
            <p:nvPr/>
          </p:nvSpPr>
          <p:spPr>
            <a:xfrm>
              <a:off x="3031116" y="3202965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70D2B2">
                <a:alpha val="100000"/>
              </a:srgbClr>
            </a:solidFill>
            <a:ln w="5420" cap="flat">
              <a:solidFill>
                <a:srgbClr val="70D2B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5" name="pg305"/>
            <p:cNvSpPr/>
            <p:nvPr/>
          </p:nvSpPr>
          <p:spPr>
            <a:xfrm>
              <a:off x="3112553" y="3202965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72D3B3">
                <a:alpha val="100000"/>
              </a:srgbClr>
            </a:solidFill>
            <a:ln w="5420" cap="flat">
              <a:solidFill>
                <a:srgbClr val="72D3B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6" name="pg306"/>
            <p:cNvSpPr/>
            <p:nvPr/>
          </p:nvSpPr>
          <p:spPr>
            <a:xfrm>
              <a:off x="3193990" y="3202965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6FD2B2">
                <a:alpha val="100000"/>
              </a:srgbClr>
            </a:solidFill>
            <a:ln w="5420" cap="flat">
              <a:solidFill>
                <a:srgbClr val="6FD2B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7" name="pg307"/>
            <p:cNvSpPr/>
            <p:nvPr/>
          </p:nvSpPr>
          <p:spPr>
            <a:xfrm>
              <a:off x="3275427" y="3202965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66D0AE">
                <a:alpha val="100000"/>
              </a:srgbClr>
            </a:solidFill>
            <a:ln w="5420" cap="flat">
              <a:solidFill>
                <a:srgbClr val="66D0A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8" name="pg308"/>
            <p:cNvSpPr/>
            <p:nvPr/>
          </p:nvSpPr>
          <p:spPr>
            <a:xfrm>
              <a:off x="3356864" y="3202965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5ECBAC">
                <a:alpha val="100000"/>
              </a:srgbClr>
            </a:solidFill>
            <a:ln w="5420" cap="flat">
              <a:solidFill>
                <a:srgbClr val="5ECB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9" name="pg309"/>
            <p:cNvSpPr/>
            <p:nvPr/>
          </p:nvSpPr>
          <p:spPr>
            <a:xfrm>
              <a:off x="3438301" y="3202965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5AC4AC">
                <a:alpha val="100000"/>
              </a:srgbClr>
            </a:solidFill>
            <a:ln w="5420" cap="flat">
              <a:solidFill>
                <a:srgbClr val="5AC4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0" name="pg310"/>
            <p:cNvSpPr/>
            <p:nvPr/>
          </p:nvSpPr>
          <p:spPr>
            <a:xfrm>
              <a:off x="3519738" y="3202965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50B6AB">
                <a:alpha val="100000"/>
              </a:srgbClr>
            </a:solidFill>
            <a:ln w="5420" cap="flat">
              <a:solidFill>
                <a:srgbClr val="50B6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1" name="pg311"/>
            <p:cNvSpPr/>
            <p:nvPr/>
          </p:nvSpPr>
          <p:spPr>
            <a:xfrm>
              <a:off x="3601176" y="3202965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4BAFAB">
                <a:alpha val="100000"/>
              </a:srgbClr>
            </a:solidFill>
            <a:ln w="5420" cap="flat">
              <a:solidFill>
                <a:srgbClr val="4BAF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2" name="pg312"/>
            <p:cNvSpPr/>
            <p:nvPr/>
          </p:nvSpPr>
          <p:spPr>
            <a:xfrm>
              <a:off x="3682613" y="3202965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46AAAA">
                <a:alpha val="100000"/>
              </a:srgbClr>
            </a:solidFill>
            <a:ln w="5420" cap="flat">
              <a:solidFill>
                <a:srgbClr val="46AA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3" name="pg313"/>
            <p:cNvSpPr/>
            <p:nvPr/>
          </p:nvSpPr>
          <p:spPr>
            <a:xfrm>
              <a:off x="3764050" y="3202965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42A5AA">
                <a:alpha val="100000"/>
              </a:srgbClr>
            </a:solidFill>
            <a:ln w="5420" cap="flat">
              <a:solidFill>
                <a:srgbClr val="42A5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4" name="pg314"/>
            <p:cNvSpPr/>
            <p:nvPr/>
          </p:nvSpPr>
          <p:spPr>
            <a:xfrm>
              <a:off x="3845487" y="3202965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EA1AA">
                <a:alpha val="100000"/>
              </a:srgbClr>
            </a:solidFill>
            <a:ln w="5420" cap="flat">
              <a:solidFill>
                <a:srgbClr val="3EA1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5" name="pg315"/>
            <p:cNvSpPr/>
            <p:nvPr/>
          </p:nvSpPr>
          <p:spPr>
            <a:xfrm>
              <a:off x="3926924" y="3202965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B9EAA">
                <a:alpha val="100000"/>
              </a:srgbClr>
            </a:solidFill>
            <a:ln w="5420" cap="flat">
              <a:solidFill>
                <a:srgbClr val="3B9E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6" name="pg316"/>
            <p:cNvSpPr/>
            <p:nvPr/>
          </p:nvSpPr>
          <p:spPr>
            <a:xfrm>
              <a:off x="4008361" y="3202965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89BA9">
                <a:alpha val="100000"/>
              </a:srgbClr>
            </a:solidFill>
            <a:ln w="5420" cap="flat">
              <a:solidFill>
                <a:srgbClr val="389B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7" name="pg317"/>
            <p:cNvSpPr/>
            <p:nvPr/>
          </p:nvSpPr>
          <p:spPr>
            <a:xfrm>
              <a:off x="4089798" y="3202965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699A9">
                <a:alpha val="100000"/>
              </a:srgbClr>
            </a:solidFill>
            <a:ln w="5420" cap="flat">
              <a:solidFill>
                <a:srgbClr val="3699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8" name="pg318"/>
            <p:cNvSpPr/>
            <p:nvPr/>
          </p:nvSpPr>
          <p:spPr>
            <a:xfrm>
              <a:off x="4334110" y="3202965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593A8">
                <a:alpha val="100000"/>
              </a:srgbClr>
            </a:solidFill>
            <a:ln w="5420" cap="flat">
              <a:solidFill>
                <a:srgbClr val="3593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9" name="pg319"/>
            <p:cNvSpPr/>
            <p:nvPr/>
          </p:nvSpPr>
          <p:spPr>
            <a:xfrm>
              <a:off x="4415547" y="3202965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692A8">
                <a:alpha val="100000"/>
              </a:srgbClr>
            </a:solidFill>
            <a:ln w="5420" cap="flat">
              <a:solidFill>
                <a:srgbClr val="3692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0" name="pg320"/>
            <p:cNvSpPr/>
            <p:nvPr/>
          </p:nvSpPr>
          <p:spPr>
            <a:xfrm>
              <a:off x="4496984" y="3202965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691A8">
                <a:alpha val="100000"/>
              </a:srgbClr>
            </a:solidFill>
            <a:ln w="5420" cap="flat">
              <a:solidFill>
                <a:srgbClr val="3691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1" name="pg321"/>
            <p:cNvSpPr/>
            <p:nvPr/>
          </p:nvSpPr>
          <p:spPr>
            <a:xfrm>
              <a:off x="4578421" y="3202965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691A8">
                <a:alpha val="100000"/>
              </a:srgbClr>
            </a:solidFill>
            <a:ln w="5420" cap="flat">
              <a:solidFill>
                <a:srgbClr val="3691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2" name="pg322"/>
            <p:cNvSpPr/>
            <p:nvPr/>
          </p:nvSpPr>
          <p:spPr>
            <a:xfrm>
              <a:off x="4659858" y="3202965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690A8">
                <a:alpha val="100000"/>
              </a:srgbClr>
            </a:solidFill>
            <a:ln w="5420" cap="flat">
              <a:solidFill>
                <a:srgbClr val="3690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3" name="pg323"/>
            <p:cNvSpPr/>
            <p:nvPr/>
          </p:nvSpPr>
          <p:spPr>
            <a:xfrm>
              <a:off x="2705367" y="3306281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5AC5AC">
                <a:alpha val="100000"/>
              </a:srgbClr>
            </a:solidFill>
            <a:ln w="5420" cap="flat">
              <a:solidFill>
                <a:srgbClr val="5AC5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4" name="pg324"/>
            <p:cNvSpPr/>
            <p:nvPr/>
          </p:nvSpPr>
          <p:spPr>
            <a:xfrm>
              <a:off x="2786804" y="3306281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5DC9AC">
                <a:alpha val="100000"/>
              </a:srgbClr>
            </a:solidFill>
            <a:ln w="5420" cap="flat">
              <a:solidFill>
                <a:srgbClr val="5DC9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5" name="pg325"/>
            <p:cNvSpPr/>
            <p:nvPr/>
          </p:nvSpPr>
          <p:spPr>
            <a:xfrm>
              <a:off x="2868241" y="3306281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60CEAC">
                <a:alpha val="100000"/>
              </a:srgbClr>
            </a:solidFill>
            <a:ln w="5420" cap="flat">
              <a:solidFill>
                <a:srgbClr val="60CE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6" name="pg326"/>
            <p:cNvSpPr/>
            <p:nvPr/>
          </p:nvSpPr>
          <p:spPr>
            <a:xfrm>
              <a:off x="2949678" y="3306281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6AD1B0">
                <a:alpha val="100000"/>
              </a:srgbClr>
            </a:solidFill>
            <a:ln w="5420" cap="flat">
              <a:solidFill>
                <a:srgbClr val="6AD1B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7" name="pg327"/>
            <p:cNvSpPr/>
            <p:nvPr/>
          </p:nvSpPr>
          <p:spPr>
            <a:xfrm>
              <a:off x="3031116" y="3306281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71D3B2">
                <a:alpha val="100000"/>
              </a:srgbClr>
            </a:solidFill>
            <a:ln w="5420" cap="flat">
              <a:solidFill>
                <a:srgbClr val="71D3B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8" name="pg328"/>
            <p:cNvSpPr/>
            <p:nvPr/>
          </p:nvSpPr>
          <p:spPr>
            <a:xfrm>
              <a:off x="3112553" y="3306281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73D3B3">
                <a:alpha val="100000"/>
              </a:srgbClr>
            </a:solidFill>
            <a:ln w="5420" cap="flat">
              <a:solidFill>
                <a:srgbClr val="73D3B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9" name="pg329"/>
            <p:cNvSpPr/>
            <p:nvPr/>
          </p:nvSpPr>
          <p:spPr>
            <a:xfrm>
              <a:off x="3193990" y="3306281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70D2B2">
                <a:alpha val="100000"/>
              </a:srgbClr>
            </a:solidFill>
            <a:ln w="5420" cap="flat">
              <a:solidFill>
                <a:srgbClr val="70D2B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0" name="pg330"/>
            <p:cNvSpPr/>
            <p:nvPr/>
          </p:nvSpPr>
          <p:spPr>
            <a:xfrm>
              <a:off x="3275427" y="3306281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66D0AE">
                <a:alpha val="100000"/>
              </a:srgbClr>
            </a:solidFill>
            <a:ln w="5420" cap="flat">
              <a:solidFill>
                <a:srgbClr val="66D0A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1" name="pg331"/>
            <p:cNvSpPr/>
            <p:nvPr/>
          </p:nvSpPr>
          <p:spPr>
            <a:xfrm>
              <a:off x="3356864" y="3306281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5ECAAC">
                <a:alpha val="100000"/>
              </a:srgbClr>
            </a:solidFill>
            <a:ln w="5420" cap="flat">
              <a:solidFill>
                <a:srgbClr val="5ECA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2" name="pg332"/>
            <p:cNvSpPr/>
            <p:nvPr/>
          </p:nvSpPr>
          <p:spPr>
            <a:xfrm>
              <a:off x="3438301" y="3306281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59C3AC">
                <a:alpha val="100000"/>
              </a:srgbClr>
            </a:solidFill>
            <a:ln w="5420" cap="flat">
              <a:solidFill>
                <a:srgbClr val="59C3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3" name="pg333"/>
            <p:cNvSpPr/>
            <p:nvPr/>
          </p:nvSpPr>
          <p:spPr>
            <a:xfrm>
              <a:off x="3519738" y="3306281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4EB4AB">
                <a:alpha val="100000"/>
              </a:srgbClr>
            </a:solidFill>
            <a:ln w="5420" cap="flat">
              <a:solidFill>
                <a:srgbClr val="4EB4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4" name="pg334"/>
            <p:cNvSpPr/>
            <p:nvPr/>
          </p:nvSpPr>
          <p:spPr>
            <a:xfrm>
              <a:off x="3601176" y="3306281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49ADAB">
                <a:alpha val="100000"/>
              </a:srgbClr>
            </a:solidFill>
            <a:ln w="5420" cap="flat">
              <a:solidFill>
                <a:srgbClr val="49AD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5" name="pg335"/>
            <p:cNvSpPr/>
            <p:nvPr/>
          </p:nvSpPr>
          <p:spPr>
            <a:xfrm>
              <a:off x="3682613" y="3306281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44A7AA">
                <a:alpha val="100000"/>
              </a:srgbClr>
            </a:solidFill>
            <a:ln w="5420" cap="flat">
              <a:solidFill>
                <a:srgbClr val="44A7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6" name="pg336"/>
            <p:cNvSpPr/>
            <p:nvPr/>
          </p:nvSpPr>
          <p:spPr>
            <a:xfrm>
              <a:off x="3764050" y="3306281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FA2AA">
                <a:alpha val="100000"/>
              </a:srgbClr>
            </a:solidFill>
            <a:ln w="5420" cap="flat">
              <a:solidFill>
                <a:srgbClr val="3FA2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7" name="pg337"/>
            <p:cNvSpPr/>
            <p:nvPr/>
          </p:nvSpPr>
          <p:spPr>
            <a:xfrm>
              <a:off x="3845487" y="3306281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B9EAA">
                <a:alpha val="100000"/>
              </a:srgbClr>
            </a:solidFill>
            <a:ln w="5420" cap="flat">
              <a:solidFill>
                <a:srgbClr val="3B9E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8" name="pg338"/>
            <p:cNvSpPr/>
            <p:nvPr/>
          </p:nvSpPr>
          <p:spPr>
            <a:xfrm>
              <a:off x="3926924" y="3306281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79AA9">
                <a:alpha val="100000"/>
              </a:srgbClr>
            </a:solidFill>
            <a:ln w="5420" cap="flat">
              <a:solidFill>
                <a:srgbClr val="379A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9" name="pg339"/>
            <p:cNvSpPr/>
            <p:nvPr/>
          </p:nvSpPr>
          <p:spPr>
            <a:xfrm>
              <a:off x="4008361" y="3306281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497A9">
                <a:alpha val="100000"/>
              </a:srgbClr>
            </a:solidFill>
            <a:ln w="5420" cap="flat">
              <a:solidFill>
                <a:srgbClr val="3497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0" name="pg340"/>
            <p:cNvSpPr/>
            <p:nvPr/>
          </p:nvSpPr>
          <p:spPr>
            <a:xfrm>
              <a:off x="4089798" y="3306281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595A9">
                <a:alpha val="100000"/>
              </a:srgbClr>
            </a:solidFill>
            <a:ln w="5420" cap="flat">
              <a:solidFill>
                <a:srgbClr val="3595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1" name="pg341"/>
            <p:cNvSpPr/>
            <p:nvPr/>
          </p:nvSpPr>
          <p:spPr>
            <a:xfrm>
              <a:off x="4252673" y="3306281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692A8">
                <a:alpha val="100000"/>
              </a:srgbClr>
            </a:solidFill>
            <a:ln w="5420" cap="flat">
              <a:solidFill>
                <a:srgbClr val="3692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2" name="pg342"/>
            <p:cNvSpPr/>
            <p:nvPr/>
          </p:nvSpPr>
          <p:spPr>
            <a:xfrm>
              <a:off x="4334110" y="3306281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691A8">
                <a:alpha val="100000"/>
              </a:srgbClr>
            </a:solidFill>
            <a:ln w="5420" cap="flat">
              <a:solidFill>
                <a:srgbClr val="3691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3" name="pg343"/>
            <p:cNvSpPr/>
            <p:nvPr/>
          </p:nvSpPr>
          <p:spPr>
            <a:xfrm>
              <a:off x="4415547" y="3306281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690A8">
                <a:alpha val="100000"/>
              </a:srgbClr>
            </a:solidFill>
            <a:ln w="5420" cap="flat">
              <a:solidFill>
                <a:srgbClr val="3690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4" name="pg344"/>
            <p:cNvSpPr/>
            <p:nvPr/>
          </p:nvSpPr>
          <p:spPr>
            <a:xfrm>
              <a:off x="4496984" y="3306281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690A7">
                <a:alpha val="100000"/>
              </a:srgbClr>
            </a:solidFill>
            <a:ln w="5420" cap="flat">
              <a:solidFill>
                <a:srgbClr val="3690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5" name="pg345"/>
            <p:cNvSpPr/>
            <p:nvPr/>
          </p:nvSpPr>
          <p:spPr>
            <a:xfrm>
              <a:off x="4578421" y="3306281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78FA7">
                <a:alpha val="100000"/>
              </a:srgbClr>
            </a:solidFill>
            <a:ln w="5420" cap="flat">
              <a:solidFill>
                <a:srgbClr val="378F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6" name="pg346"/>
            <p:cNvSpPr/>
            <p:nvPr/>
          </p:nvSpPr>
          <p:spPr>
            <a:xfrm>
              <a:off x="4659858" y="3306281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78FA7">
                <a:alpha val="100000"/>
              </a:srgbClr>
            </a:solidFill>
            <a:ln w="5420" cap="flat">
              <a:solidFill>
                <a:srgbClr val="378F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7" name="pg347"/>
            <p:cNvSpPr/>
            <p:nvPr/>
          </p:nvSpPr>
          <p:spPr>
            <a:xfrm>
              <a:off x="2786804" y="3409597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5CC7AC">
                <a:alpha val="100000"/>
              </a:srgbClr>
            </a:solidFill>
            <a:ln w="5420" cap="flat">
              <a:solidFill>
                <a:srgbClr val="5CC7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8" name="pg348"/>
            <p:cNvSpPr/>
            <p:nvPr/>
          </p:nvSpPr>
          <p:spPr>
            <a:xfrm>
              <a:off x="2868241" y="3409597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5ECBAC">
                <a:alpha val="100000"/>
              </a:srgbClr>
            </a:solidFill>
            <a:ln w="5420" cap="flat">
              <a:solidFill>
                <a:srgbClr val="5ECB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9" name="pg349"/>
            <p:cNvSpPr/>
            <p:nvPr/>
          </p:nvSpPr>
          <p:spPr>
            <a:xfrm>
              <a:off x="2949678" y="3409597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63CFAD">
                <a:alpha val="100000"/>
              </a:srgbClr>
            </a:solidFill>
            <a:ln w="5420" cap="flat">
              <a:solidFill>
                <a:srgbClr val="63CFA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0" name="pg350"/>
            <p:cNvSpPr/>
            <p:nvPr/>
          </p:nvSpPr>
          <p:spPr>
            <a:xfrm>
              <a:off x="3031116" y="3409597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69D0AF">
                <a:alpha val="100000"/>
              </a:srgbClr>
            </a:solidFill>
            <a:ln w="5420" cap="flat">
              <a:solidFill>
                <a:srgbClr val="69D0A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1" name="pg351"/>
            <p:cNvSpPr/>
            <p:nvPr/>
          </p:nvSpPr>
          <p:spPr>
            <a:xfrm>
              <a:off x="3112553" y="3409597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6BD1B0">
                <a:alpha val="100000"/>
              </a:srgbClr>
            </a:solidFill>
            <a:ln w="5420" cap="flat">
              <a:solidFill>
                <a:srgbClr val="6BD1B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2" name="pg352"/>
            <p:cNvSpPr/>
            <p:nvPr/>
          </p:nvSpPr>
          <p:spPr>
            <a:xfrm>
              <a:off x="3193990" y="3409597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67D0AF">
                <a:alpha val="100000"/>
              </a:srgbClr>
            </a:solidFill>
            <a:ln w="5420" cap="flat">
              <a:solidFill>
                <a:srgbClr val="67D0A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3" name="pg353"/>
            <p:cNvSpPr/>
            <p:nvPr/>
          </p:nvSpPr>
          <p:spPr>
            <a:xfrm>
              <a:off x="3275427" y="3409597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5FCDAC">
                <a:alpha val="100000"/>
              </a:srgbClr>
            </a:solidFill>
            <a:ln w="5420" cap="flat">
              <a:solidFill>
                <a:srgbClr val="5FCD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4" name="pg354"/>
            <p:cNvSpPr/>
            <p:nvPr/>
          </p:nvSpPr>
          <p:spPr>
            <a:xfrm>
              <a:off x="3356864" y="3409597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5CC7AC">
                <a:alpha val="100000"/>
              </a:srgbClr>
            </a:solidFill>
            <a:ln w="5420" cap="flat">
              <a:solidFill>
                <a:srgbClr val="5CC7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5" name="pg355"/>
            <p:cNvSpPr/>
            <p:nvPr/>
          </p:nvSpPr>
          <p:spPr>
            <a:xfrm>
              <a:off x="3438301" y="3409597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57C0AC">
                <a:alpha val="100000"/>
              </a:srgbClr>
            </a:solidFill>
            <a:ln w="5420" cap="flat">
              <a:solidFill>
                <a:srgbClr val="57C0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6" name="pg356"/>
            <p:cNvSpPr/>
            <p:nvPr/>
          </p:nvSpPr>
          <p:spPr>
            <a:xfrm>
              <a:off x="3519738" y="3409597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4CB1AB">
                <a:alpha val="100000"/>
              </a:srgbClr>
            </a:solidFill>
            <a:ln w="5420" cap="flat">
              <a:solidFill>
                <a:srgbClr val="4CB1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7" name="pg357"/>
            <p:cNvSpPr/>
            <p:nvPr/>
          </p:nvSpPr>
          <p:spPr>
            <a:xfrm>
              <a:off x="3601176" y="3409597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46AAAA">
                <a:alpha val="100000"/>
              </a:srgbClr>
            </a:solidFill>
            <a:ln w="5420" cap="flat">
              <a:solidFill>
                <a:srgbClr val="46AA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8" name="pg358"/>
            <p:cNvSpPr/>
            <p:nvPr/>
          </p:nvSpPr>
          <p:spPr>
            <a:xfrm>
              <a:off x="3682613" y="3409597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40A3AA">
                <a:alpha val="100000"/>
              </a:srgbClr>
            </a:solidFill>
            <a:ln w="5420" cap="flat">
              <a:solidFill>
                <a:srgbClr val="40A3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9" name="pg359"/>
            <p:cNvSpPr/>
            <p:nvPr/>
          </p:nvSpPr>
          <p:spPr>
            <a:xfrm>
              <a:off x="3764050" y="3409597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B9EAA">
                <a:alpha val="100000"/>
              </a:srgbClr>
            </a:solidFill>
            <a:ln w="5420" cap="flat">
              <a:solidFill>
                <a:srgbClr val="3B9E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0" name="pg360"/>
            <p:cNvSpPr/>
            <p:nvPr/>
          </p:nvSpPr>
          <p:spPr>
            <a:xfrm>
              <a:off x="3845487" y="3409597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699A9">
                <a:alpha val="100000"/>
              </a:srgbClr>
            </a:solidFill>
            <a:ln w="5420" cap="flat">
              <a:solidFill>
                <a:srgbClr val="3699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1" name="pg361"/>
            <p:cNvSpPr/>
            <p:nvPr/>
          </p:nvSpPr>
          <p:spPr>
            <a:xfrm>
              <a:off x="3926924" y="3409597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595A9">
                <a:alpha val="100000"/>
              </a:srgbClr>
            </a:solidFill>
            <a:ln w="5420" cap="flat">
              <a:solidFill>
                <a:srgbClr val="3595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2" name="pg362"/>
            <p:cNvSpPr/>
            <p:nvPr/>
          </p:nvSpPr>
          <p:spPr>
            <a:xfrm>
              <a:off x="4008361" y="3409597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692A8">
                <a:alpha val="100000"/>
              </a:srgbClr>
            </a:solidFill>
            <a:ln w="5420" cap="flat">
              <a:solidFill>
                <a:srgbClr val="3692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3" name="pg363"/>
            <p:cNvSpPr/>
            <p:nvPr/>
          </p:nvSpPr>
          <p:spPr>
            <a:xfrm>
              <a:off x="4089798" y="3409597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690A8">
                <a:alpha val="100000"/>
              </a:srgbClr>
            </a:solidFill>
            <a:ln w="5420" cap="flat">
              <a:solidFill>
                <a:srgbClr val="3690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4" name="pg364"/>
            <p:cNvSpPr/>
            <p:nvPr/>
          </p:nvSpPr>
          <p:spPr>
            <a:xfrm>
              <a:off x="4171236" y="3409597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78EA7">
                <a:alpha val="100000"/>
              </a:srgbClr>
            </a:solidFill>
            <a:ln w="5420" cap="flat">
              <a:solidFill>
                <a:srgbClr val="378E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5" name="pg365"/>
            <p:cNvSpPr/>
            <p:nvPr/>
          </p:nvSpPr>
          <p:spPr>
            <a:xfrm>
              <a:off x="4252673" y="3409597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78EA7">
                <a:alpha val="100000"/>
              </a:srgbClr>
            </a:solidFill>
            <a:ln w="5420" cap="flat">
              <a:solidFill>
                <a:srgbClr val="378E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6" name="pg366"/>
            <p:cNvSpPr/>
            <p:nvPr/>
          </p:nvSpPr>
          <p:spPr>
            <a:xfrm>
              <a:off x="4334110" y="3409597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78DA7">
                <a:alpha val="100000"/>
              </a:srgbClr>
            </a:solidFill>
            <a:ln w="5420" cap="flat">
              <a:solidFill>
                <a:srgbClr val="378D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7" name="pg367"/>
            <p:cNvSpPr/>
            <p:nvPr/>
          </p:nvSpPr>
          <p:spPr>
            <a:xfrm>
              <a:off x="4415547" y="3409597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78DA7">
                <a:alpha val="100000"/>
              </a:srgbClr>
            </a:solidFill>
            <a:ln w="5420" cap="flat">
              <a:solidFill>
                <a:srgbClr val="378D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8" name="pg368"/>
            <p:cNvSpPr/>
            <p:nvPr/>
          </p:nvSpPr>
          <p:spPr>
            <a:xfrm>
              <a:off x="4496984" y="3409597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78DA7">
                <a:alpha val="100000"/>
              </a:srgbClr>
            </a:solidFill>
            <a:ln w="5420" cap="flat">
              <a:solidFill>
                <a:srgbClr val="378D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9" name="pg369"/>
            <p:cNvSpPr/>
            <p:nvPr/>
          </p:nvSpPr>
          <p:spPr>
            <a:xfrm>
              <a:off x="4578421" y="3409597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78DA7">
                <a:alpha val="100000"/>
              </a:srgbClr>
            </a:solidFill>
            <a:ln w="5420" cap="flat">
              <a:solidFill>
                <a:srgbClr val="378D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0" name="pg370"/>
            <p:cNvSpPr/>
            <p:nvPr/>
          </p:nvSpPr>
          <p:spPr>
            <a:xfrm>
              <a:off x="4659858" y="3409597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78EA7">
                <a:alpha val="100000"/>
              </a:srgbClr>
            </a:solidFill>
            <a:ln w="5420" cap="flat">
              <a:solidFill>
                <a:srgbClr val="378E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1" name="pg371"/>
            <p:cNvSpPr/>
            <p:nvPr/>
          </p:nvSpPr>
          <p:spPr>
            <a:xfrm>
              <a:off x="2868241" y="3512913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5BC7AC">
                <a:alpha val="100000"/>
              </a:srgbClr>
            </a:solidFill>
            <a:ln w="5420" cap="flat">
              <a:solidFill>
                <a:srgbClr val="5BC7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2" name="pg372"/>
            <p:cNvSpPr/>
            <p:nvPr/>
          </p:nvSpPr>
          <p:spPr>
            <a:xfrm>
              <a:off x="2949678" y="3512913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5DCAAC">
                <a:alpha val="100000"/>
              </a:srgbClr>
            </a:solidFill>
            <a:ln w="5420" cap="flat">
              <a:solidFill>
                <a:srgbClr val="5DCA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3" name="pg373"/>
            <p:cNvSpPr/>
            <p:nvPr/>
          </p:nvSpPr>
          <p:spPr>
            <a:xfrm>
              <a:off x="3031116" y="3512913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5ECBAC">
                <a:alpha val="100000"/>
              </a:srgbClr>
            </a:solidFill>
            <a:ln w="5420" cap="flat">
              <a:solidFill>
                <a:srgbClr val="5ECB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4" name="pg374"/>
            <p:cNvSpPr/>
            <p:nvPr/>
          </p:nvSpPr>
          <p:spPr>
            <a:xfrm>
              <a:off x="3112553" y="3512913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5FCCAC">
                <a:alpha val="100000"/>
              </a:srgbClr>
            </a:solidFill>
            <a:ln w="5420" cap="flat">
              <a:solidFill>
                <a:srgbClr val="5FCC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5" name="pg375"/>
            <p:cNvSpPr/>
            <p:nvPr/>
          </p:nvSpPr>
          <p:spPr>
            <a:xfrm>
              <a:off x="3193990" y="3512913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5DCAAC">
                <a:alpha val="100000"/>
              </a:srgbClr>
            </a:solidFill>
            <a:ln w="5420" cap="flat">
              <a:solidFill>
                <a:srgbClr val="5DCA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6" name="pg376"/>
            <p:cNvSpPr/>
            <p:nvPr/>
          </p:nvSpPr>
          <p:spPr>
            <a:xfrm>
              <a:off x="3275427" y="3512913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5BC6AC">
                <a:alpha val="100000"/>
              </a:srgbClr>
            </a:solidFill>
            <a:ln w="5420" cap="flat">
              <a:solidFill>
                <a:srgbClr val="5BC6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7" name="pg377"/>
            <p:cNvSpPr/>
            <p:nvPr/>
          </p:nvSpPr>
          <p:spPr>
            <a:xfrm>
              <a:off x="3356864" y="3512913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57C1AC">
                <a:alpha val="100000"/>
              </a:srgbClr>
            </a:solidFill>
            <a:ln w="5420" cap="flat">
              <a:solidFill>
                <a:srgbClr val="57C1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8" name="pg378"/>
            <p:cNvSpPr/>
            <p:nvPr/>
          </p:nvSpPr>
          <p:spPr>
            <a:xfrm>
              <a:off x="3438301" y="3512913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53BAAB">
                <a:alpha val="100000"/>
              </a:srgbClr>
            </a:solidFill>
            <a:ln w="5420" cap="flat">
              <a:solidFill>
                <a:srgbClr val="53BA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9" name="pg379"/>
            <p:cNvSpPr/>
            <p:nvPr/>
          </p:nvSpPr>
          <p:spPr>
            <a:xfrm>
              <a:off x="3519738" y="3512913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48ACAA">
                <a:alpha val="100000"/>
              </a:srgbClr>
            </a:solidFill>
            <a:ln w="5420" cap="flat">
              <a:solidFill>
                <a:srgbClr val="48AC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0" name="pg380"/>
            <p:cNvSpPr/>
            <p:nvPr/>
          </p:nvSpPr>
          <p:spPr>
            <a:xfrm>
              <a:off x="3601176" y="3512913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42A5AA">
                <a:alpha val="100000"/>
              </a:srgbClr>
            </a:solidFill>
            <a:ln w="5420" cap="flat">
              <a:solidFill>
                <a:srgbClr val="42A5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1" name="pg381"/>
            <p:cNvSpPr/>
            <p:nvPr/>
          </p:nvSpPr>
          <p:spPr>
            <a:xfrm>
              <a:off x="3682613" y="3512913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C9EAA">
                <a:alpha val="100000"/>
              </a:srgbClr>
            </a:solidFill>
            <a:ln w="5420" cap="flat">
              <a:solidFill>
                <a:srgbClr val="3C9E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2" name="pg382"/>
            <p:cNvSpPr/>
            <p:nvPr/>
          </p:nvSpPr>
          <p:spPr>
            <a:xfrm>
              <a:off x="3764050" y="3512913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699A9">
                <a:alpha val="100000"/>
              </a:srgbClr>
            </a:solidFill>
            <a:ln w="5420" cap="flat">
              <a:solidFill>
                <a:srgbClr val="3699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3" name="pg383"/>
            <p:cNvSpPr/>
            <p:nvPr/>
          </p:nvSpPr>
          <p:spPr>
            <a:xfrm>
              <a:off x="3845487" y="3512913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594A8">
                <a:alpha val="100000"/>
              </a:srgbClr>
            </a:solidFill>
            <a:ln w="5420" cap="flat">
              <a:solidFill>
                <a:srgbClr val="3594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4" name="pg384"/>
            <p:cNvSpPr/>
            <p:nvPr/>
          </p:nvSpPr>
          <p:spPr>
            <a:xfrm>
              <a:off x="3926924" y="3512913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78FA7">
                <a:alpha val="100000"/>
              </a:srgbClr>
            </a:solidFill>
            <a:ln w="5420" cap="flat">
              <a:solidFill>
                <a:srgbClr val="378F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5" name="pg385"/>
            <p:cNvSpPr/>
            <p:nvPr/>
          </p:nvSpPr>
          <p:spPr>
            <a:xfrm>
              <a:off x="4008361" y="3512913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78CA7">
                <a:alpha val="100000"/>
              </a:srgbClr>
            </a:solidFill>
            <a:ln w="5420" cap="flat">
              <a:solidFill>
                <a:srgbClr val="378C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6" name="pg386"/>
            <p:cNvSpPr/>
            <p:nvPr/>
          </p:nvSpPr>
          <p:spPr>
            <a:xfrm>
              <a:off x="4089798" y="3512913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88AA6">
                <a:alpha val="100000"/>
              </a:srgbClr>
            </a:solidFill>
            <a:ln w="5420" cap="flat">
              <a:solidFill>
                <a:srgbClr val="388AA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7" name="pg387"/>
            <p:cNvSpPr/>
            <p:nvPr/>
          </p:nvSpPr>
          <p:spPr>
            <a:xfrm>
              <a:off x="4171236" y="3512913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889A6">
                <a:alpha val="100000"/>
              </a:srgbClr>
            </a:solidFill>
            <a:ln w="5420" cap="flat">
              <a:solidFill>
                <a:srgbClr val="3889A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8" name="pg388"/>
            <p:cNvSpPr/>
            <p:nvPr/>
          </p:nvSpPr>
          <p:spPr>
            <a:xfrm>
              <a:off x="4252673" y="3512913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889A6">
                <a:alpha val="100000"/>
              </a:srgbClr>
            </a:solidFill>
            <a:ln w="5420" cap="flat">
              <a:solidFill>
                <a:srgbClr val="3889A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9" name="pg389"/>
            <p:cNvSpPr/>
            <p:nvPr/>
          </p:nvSpPr>
          <p:spPr>
            <a:xfrm>
              <a:off x="4334110" y="3512913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889A6">
                <a:alpha val="100000"/>
              </a:srgbClr>
            </a:solidFill>
            <a:ln w="5420" cap="flat">
              <a:solidFill>
                <a:srgbClr val="3889A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0" name="pg390"/>
            <p:cNvSpPr/>
            <p:nvPr/>
          </p:nvSpPr>
          <p:spPr>
            <a:xfrm>
              <a:off x="4415547" y="3512913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88AA6">
                <a:alpha val="100000"/>
              </a:srgbClr>
            </a:solidFill>
            <a:ln w="5420" cap="flat">
              <a:solidFill>
                <a:srgbClr val="388AA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1" name="pg391"/>
            <p:cNvSpPr/>
            <p:nvPr/>
          </p:nvSpPr>
          <p:spPr>
            <a:xfrm>
              <a:off x="4496984" y="3512913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88BA6">
                <a:alpha val="100000"/>
              </a:srgbClr>
            </a:solidFill>
            <a:ln w="5420" cap="flat">
              <a:solidFill>
                <a:srgbClr val="388BA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2" name="pg392"/>
            <p:cNvSpPr/>
            <p:nvPr/>
          </p:nvSpPr>
          <p:spPr>
            <a:xfrm>
              <a:off x="4578421" y="3512913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88BA7">
                <a:alpha val="100000"/>
              </a:srgbClr>
            </a:solidFill>
            <a:ln w="5420" cap="flat">
              <a:solidFill>
                <a:srgbClr val="388B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3" name="pg393"/>
            <p:cNvSpPr/>
            <p:nvPr/>
          </p:nvSpPr>
          <p:spPr>
            <a:xfrm>
              <a:off x="2868241" y="3616229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58C1AC">
                <a:alpha val="100000"/>
              </a:srgbClr>
            </a:solidFill>
            <a:ln w="5420" cap="flat">
              <a:solidFill>
                <a:srgbClr val="58C1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4" name="pg394"/>
            <p:cNvSpPr/>
            <p:nvPr/>
          </p:nvSpPr>
          <p:spPr>
            <a:xfrm>
              <a:off x="2949678" y="3616229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59C3AC">
                <a:alpha val="100000"/>
              </a:srgbClr>
            </a:solidFill>
            <a:ln w="5420" cap="flat">
              <a:solidFill>
                <a:srgbClr val="59C3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5" name="pg395"/>
            <p:cNvSpPr/>
            <p:nvPr/>
          </p:nvSpPr>
          <p:spPr>
            <a:xfrm>
              <a:off x="3031116" y="3616229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59C4AC">
                <a:alpha val="100000"/>
              </a:srgbClr>
            </a:solidFill>
            <a:ln w="5420" cap="flat">
              <a:solidFill>
                <a:srgbClr val="59C4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6" name="pg396"/>
            <p:cNvSpPr/>
            <p:nvPr/>
          </p:nvSpPr>
          <p:spPr>
            <a:xfrm>
              <a:off x="3112553" y="3616229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59C3AC">
                <a:alpha val="100000"/>
              </a:srgbClr>
            </a:solidFill>
            <a:ln w="5420" cap="flat">
              <a:solidFill>
                <a:srgbClr val="59C3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7" name="pg397"/>
            <p:cNvSpPr/>
            <p:nvPr/>
          </p:nvSpPr>
          <p:spPr>
            <a:xfrm>
              <a:off x="3193990" y="3616229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58C1AC">
                <a:alpha val="100000"/>
              </a:srgbClr>
            </a:solidFill>
            <a:ln w="5420" cap="flat">
              <a:solidFill>
                <a:srgbClr val="58C1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8" name="pg398"/>
            <p:cNvSpPr/>
            <p:nvPr/>
          </p:nvSpPr>
          <p:spPr>
            <a:xfrm>
              <a:off x="3275427" y="3616229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55BEAB">
                <a:alpha val="100000"/>
              </a:srgbClr>
            </a:solidFill>
            <a:ln w="5420" cap="flat">
              <a:solidFill>
                <a:srgbClr val="55BE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9" name="pg399"/>
            <p:cNvSpPr/>
            <p:nvPr/>
          </p:nvSpPr>
          <p:spPr>
            <a:xfrm>
              <a:off x="3356864" y="3616229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52B9AB">
                <a:alpha val="100000"/>
              </a:srgbClr>
            </a:solidFill>
            <a:ln w="5420" cap="flat">
              <a:solidFill>
                <a:srgbClr val="52B9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0" name="pg400"/>
            <p:cNvSpPr/>
            <p:nvPr/>
          </p:nvSpPr>
          <p:spPr>
            <a:xfrm>
              <a:off x="3438301" y="3616229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4EB3AB">
                <a:alpha val="100000"/>
              </a:srgbClr>
            </a:solidFill>
            <a:ln w="5420" cap="flat">
              <a:solidFill>
                <a:srgbClr val="4EB3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1" name="pg401"/>
            <p:cNvSpPr/>
            <p:nvPr/>
          </p:nvSpPr>
          <p:spPr>
            <a:xfrm>
              <a:off x="3519738" y="3616229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43A6AA">
                <a:alpha val="100000"/>
              </a:srgbClr>
            </a:solidFill>
            <a:ln w="5420" cap="flat">
              <a:solidFill>
                <a:srgbClr val="43A6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2" name="pg402"/>
            <p:cNvSpPr/>
            <p:nvPr/>
          </p:nvSpPr>
          <p:spPr>
            <a:xfrm>
              <a:off x="3601176" y="3616229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D9FAA">
                <a:alpha val="100000"/>
              </a:srgbClr>
            </a:solidFill>
            <a:ln w="5420" cap="flat">
              <a:solidFill>
                <a:srgbClr val="3D9F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3" name="pg403"/>
            <p:cNvSpPr/>
            <p:nvPr/>
          </p:nvSpPr>
          <p:spPr>
            <a:xfrm>
              <a:off x="3682613" y="3616229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699A9">
                <a:alpha val="100000"/>
              </a:srgbClr>
            </a:solidFill>
            <a:ln w="5420" cap="flat">
              <a:solidFill>
                <a:srgbClr val="3699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4" name="pg404"/>
            <p:cNvSpPr/>
            <p:nvPr/>
          </p:nvSpPr>
          <p:spPr>
            <a:xfrm>
              <a:off x="3764050" y="3616229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693A8">
                <a:alpha val="100000"/>
              </a:srgbClr>
            </a:solidFill>
            <a:ln w="5420" cap="flat">
              <a:solidFill>
                <a:srgbClr val="3693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5" name="pg405"/>
            <p:cNvSpPr/>
            <p:nvPr/>
          </p:nvSpPr>
          <p:spPr>
            <a:xfrm>
              <a:off x="3845487" y="3616229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78DA7">
                <a:alpha val="100000"/>
              </a:srgbClr>
            </a:solidFill>
            <a:ln w="5420" cap="flat">
              <a:solidFill>
                <a:srgbClr val="378D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6" name="pg406"/>
            <p:cNvSpPr/>
            <p:nvPr/>
          </p:nvSpPr>
          <p:spPr>
            <a:xfrm>
              <a:off x="3926924" y="3616229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889A6">
                <a:alpha val="100000"/>
              </a:srgbClr>
            </a:solidFill>
            <a:ln w="5420" cap="flat">
              <a:solidFill>
                <a:srgbClr val="3889A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7" name="pg407"/>
            <p:cNvSpPr/>
            <p:nvPr/>
          </p:nvSpPr>
          <p:spPr>
            <a:xfrm>
              <a:off x="4008361" y="3616229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986A5">
                <a:alpha val="100000"/>
              </a:srgbClr>
            </a:solidFill>
            <a:ln w="5420" cap="flat">
              <a:solidFill>
                <a:srgbClr val="3986A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8" name="pg408"/>
            <p:cNvSpPr/>
            <p:nvPr/>
          </p:nvSpPr>
          <p:spPr>
            <a:xfrm>
              <a:off x="4089798" y="3616229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984A5">
                <a:alpha val="100000"/>
              </a:srgbClr>
            </a:solidFill>
            <a:ln w="5420" cap="flat">
              <a:solidFill>
                <a:srgbClr val="3984A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9" name="pg409"/>
            <p:cNvSpPr/>
            <p:nvPr/>
          </p:nvSpPr>
          <p:spPr>
            <a:xfrm>
              <a:off x="4171236" y="3616229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983A5">
                <a:alpha val="100000"/>
              </a:srgbClr>
            </a:solidFill>
            <a:ln w="5420" cap="flat">
              <a:solidFill>
                <a:srgbClr val="3983A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0" name="pg410"/>
            <p:cNvSpPr/>
            <p:nvPr/>
          </p:nvSpPr>
          <p:spPr>
            <a:xfrm>
              <a:off x="4252673" y="3616229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983A5">
                <a:alpha val="100000"/>
              </a:srgbClr>
            </a:solidFill>
            <a:ln w="5420" cap="flat">
              <a:solidFill>
                <a:srgbClr val="3983A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1" name="pg411"/>
            <p:cNvSpPr/>
            <p:nvPr/>
          </p:nvSpPr>
          <p:spPr>
            <a:xfrm>
              <a:off x="4334110" y="3616229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985A5">
                <a:alpha val="100000"/>
              </a:srgbClr>
            </a:solidFill>
            <a:ln w="5420" cap="flat">
              <a:solidFill>
                <a:srgbClr val="3985A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2" name="pg412"/>
            <p:cNvSpPr/>
            <p:nvPr/>
          </p:nvSpPr>
          <p:spPr>
            <a:xfrm>
              <a:off x="4415547" y="3616229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986A5">
                <a:alpha val="100000"/>
              </a:srgbClr>
            </a:solidFill>
            <a:ln w="5420" cap="flat">
              <a:solidFill>
                <a:srgbClr val="3986A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3" name="pg413"/>
            <p:cNvSpPr/>
            <p:nvPr/>
          </p:nvSpPr>
          <p:spPr>
            <a:xfrm>
              <a:off x="4496984" y="3616229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888A6">
                <a:alpha val="100000"/>
              </a:srgbClr>
            </a:solidFill>
            <a:ln w="5420" cap="flat">
              <a:solidFill>
                <a:srgbClr val="3888A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4" name="pg414"/>
            <p:cNvSpPr/>
            <p:nvPr/>
          </p:nvSpPr>
          <p:spPr>
            <a:xfrm>
              <a:off x="3031116" y="3719546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54BCAB">
                <a:alpha val="100000"/>
              </a:srgbClr>
            </a:solidFill>
            <a:ln w="5420" cap="flat">
              <a:solidFill>
                <a:srgbClr val="54BC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5" name="pg415"/>
            <p:cNvSpPr/>
            <p:nvPr/>
          </p:nvSpPr>
          <p:spPr>
            <a:xfrm>
              <a:off x="3112553" y="3719546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53BBAB">
                <a:alpha val="100000"/>
              </a:srgbClr>
            </a:solidFill>
            <a:ln w="5420" cap="flat">
              <a:solidFill>
                <a:srgbClr val="53BB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6" name="pg416"/>
            <p:cNvSpPr/>
            <p:nvPr/>
          </p:nvSpPr>
          <p:spPr>
            <a:xfrm>
              <a:off x="3193990" y="3719546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52B9AB">
                <a:alpha val="100000"/>
              </a:srgbClr>
            </a:solidFill>
            <a:ln w="5420" cap="flat">
              <a:solidFill>
                <a:srgbClr val="52B9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7" name="pg417"/>
            <p:cNvSpPr/>
            <p:nvPr/>
          </p:nvSpPr>
          <p:spPr>
            <a:xfrm>
              <a:off x="3275427" y="3719546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4FB6AB">
                <a:alpha val="100000"/>
              </a:srgbClr>
            </a:solidFill>
            <a:ln w="5420" cap="flat">
              <a:solidFill>
                <a:srgbClr val="4FB6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8" name="pg418"/>
            <p:cNvSpPr/>
            <p:nvPr/>
          </p:nvSpPr>
          <p:spPr>
            <a:xfrm>
              <a:off x="3356864" y="3719546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4CB1AB">
                <a:alpha val="100000"/>
              </a:srgbClr>
            </a:solidFill>
            <a:ln w="5420" cap="flat">
              <a:solidFill>
                <a:srgbClr val="4CB1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9" name="pg419"/>
            <p:cNvSpPr/>
            <p:nvPr/>
          </p:nvSpPr>
          <p:spPr>
            <a:xfrm>
              <a:off x="3438301" y="3719546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48ACAA">
                <a:alpha val="100000"/>
              </a:srgbClr>
            </a:solidFill>
            <a:ln w="5420" cap="flat">
              <a:solidFill>
                <a:srgbClr val="48AC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0" name="pg420"/>
            <p:cNvSpPr/>
            <p:nvPr/>
          </p:nvSpPr>
          <p:spPr>
            <a:xfrm>
              <a:off x="3519738" y="3719546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EA0AA">
                <a:alpha val="100000"/>
              </a:srgbClr>
            </a:solidFill>
            <a:ln w="5420" cap="flat">
              <a:solidFill>
                <a:srgbClr val="3EA0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1" name="pg421"/>
            <p:cNvSpPr/>
            <p:nvPr/>
          </p:nvSpPr>
          <p:spPr>
            <a:xfrm>
              <a:off x="3601176" y="3719546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79AA9">
                <a:alpha val="100000"/>
              </a:srgbClr>
            </a:solidFill>
            <a:ln w="5420" cap="flat">
              <a:solidFill>
                <a:srgbClr val="379A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2" name="pg422"/>
            <p:cNvSpPr/>
            <p:nvPr/>
          </p:nvSpPr>
          <p:spPr>
            <a:xfrm>
              <a:off x="3682613" y="3719546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593A8">
                <a:alpha val="100000"/>
              </a:srgbClr>
            </a:solidFill>
            <a:ln w="5420" cap="flat">
              <a:solidFill>
                <a:srgbClr val="3593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3" name="pg423"/>
            <p:cNvSpPr/>
            <p:nvPr/>
          </p:nvSpPr>
          <p:spPr>
            <a:xfrm>
              <a:off x="3764050" y="3719546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78DA7">
                <a:alpha val="100000"/>
              </a:srgbClr>
            </a:solidFill>
            <a:ln w="5420" cap="flat">
              <a:solidFill>
                <a:srgbClr val="378D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4" name="pg424"/>
            <p:cNvSpPr/>
            <p:nvPr/>
          </p:nvSpPr>
          <p:spPr>
            <a:xfrm>
              <a:off x="3845487" y="3719546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987A6">
                <a:alpha val="100000"/>
              </a:srgbClr>
            </a:solidFill>
            <a:ln w="5420" cap="flat">
              <a:solidFill>
                <a:srgbClr val="3987A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5" name="pg425"/>
            <p:cNvSpPr/>
            <p:nvPr/>
          </p:nvSpPr>
          <p:spPr>
            <a:xfrm>
              <a:off x="3926924" y="3719546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982A5">
                <a:alpha val="100000"/>
              </a:srgbClr>
            </a:solidFill>
            <a:ln w="5420" cap="flat">
              <a:solidFill>
                <a:srgbClr val="3982A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6" name="pg426"/>
            <p:cNvSpPr/>
            <p:nvPr/>
          </p:nvSpPr>
          <p:spPr>
            <a:xfrm>
              <a:off x="4008361" y="3719546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A7FA4">
                <a:alpha val="100000"/>
              </a:srgbClr>
            </a:solidFill>
            <a:ln w="5420" cap="flat">
              <a:solidFill>
                <a:srgbClr val="3A7FA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7" name="pg427"/>
            <p:cNvSpPr/>
            <p:nvPr/>
          </p:nvSpPr>
          <p:spPr>
            <a:xfrm>
              <a:off x="4089798" y="3719546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A7DA3">
                <a:alpha val="100000"/>
              </a:srgbClr>
            </a:solidFill>
            <a:ln w="5420" cap="flat">
              <a:solidFill>
                <a:srgbClr val="3A7DA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8" name="pg428"/>
            <p:cNvSpPr/>
            <p:nvPr/>
          </p:nvSpPr>
          <p:spPr>
            <a:xfrm>
              <a:off x="4171236" y="3719546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A7DA3">
                <a:alpha val="100000"/>
              </a:srgbClr>
            </a:solidFill>
            <a:ln w="5420" cap="flat">
              <a:solidFill>
                <a:srgbClr val="3A7DA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9" name="pg429"/>
            <p:cNvSpPr/>
            <p:nvPr/>
          </p:nvSpPr>
          <p:spPr>
            <a:xfrm>
              <a:off x="4252673" y="3719546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A7EA4">
                <a:alpha val="100000"/>
              </a:srgbClr>
            </a:solidFill>
            <a:ln w="5420" cap="flat">
              <a:solidFill>
                <a:srgbClr val="3A7EA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0" name="pg430"/>
            <p:cNvSpPr/>
            <p:nvPr/>
          </p:nvSpPr>
          <p:spPr>
            <a:xfrm>
              <a:off x="4334110" y="3719546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981A4">
                <a:alpha val="100000"/>
              </a:srgbClr>
            </a:solidFill>
            <a:ln w="5420" cap="flat">
              <a:solidFill>
                <a:srgbClr val="3981A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1" name="pg431"/>
            <p:cNvSpPr/>
            <p:nvPr/>
          </p:nvSpPr>
          <p:spPr>
            <a:xfrm>
              <a:off x="4415547" y="3719546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983A5">
                <a:alpha val="100000"/>
              </a:srgbClr>
            </a:solidFill>
            <a:ln w="5420" cap="flat">
              <a:solidFill>
                <a:srgbClr val="3983A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2" name="pg432"/>
            <p:cNvSpPr/>
            <p:nvPr/>
          </p:nvSpPr>
          <p:spPr>
            <a:xfrm>
              <a:off x="3112553" y="3822862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4DB3AB">
                <a:alpha val="100000"/>
              </a:srgbClr>
            </a:solidFill>
            <a:ln w="5420" cap="flat">
              <a:solidFill>
                <a:srgbClr val="4DB3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3" name="pg433"/>
            <p:cNvSpPr/>
            <p:nvPr/>
          </p:nvSpPr>
          <p:spPr>
            <a:xfrm>
              <a:off x="3193990" y="3822862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4CB1AB">
                <a:alpha val="100000"/>
              </a:srgbClr>
            </a:solidFill>
            <a:ln w="5420" cap="flat">
              <a:solidFill>
                <a:srgbClr val="4CB1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4" name="pg434"/>
            <p:cNvSpPr/>
            <p:nvPr/>
          </p:nvSpPr>
          <p:spPr>
            <a:xfrm>
              <a:off x="3275427" y="3822862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4AAEAB">
                <a:alpha val="100000"/>
              </a:srgbClr>
            </a:solidFill>
            <a:ln w="5420" cap="flat">
              <a:solidFill>
                <a:srgbClr val="4AAE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5" name="pg435"/>
            <p:cNvSpPr/>
            <p:nvPr/>
          </p:nvSpPr>
          <p:spPr>
            <a:xfrm>
              <a:off x="3356864" y="3822862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47ABAA">
                <a:alpha val="100000"/>
              </a:srgbClr>
            </a:solidFill>
            <a:ln w="5420" cap="flat">
              <a:solidFill>
                <a:srgbClr val="47AB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6" name="pg436"/>
            <p:cNvSpPr/>
            <p:nvPr/>
          </p:nvSpPr>
          <p:spPr>
            <a:xfrm>
              <a:off x="3438301" y="3822862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43A6AA">
                <a:alpha val="100000"/>
              </a:srgbClr>
            </a:solidFill>
            <a:ln w="5420" cap="flat">
              <a:solidFill>
                <a:srgbClr val="43A6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7" name="pg437"/>
            <p:cNvSpPr/>
            <p:nvPr/>
          </p:nvSpPr>
          <p:spPr>
            <a:xfrm>
              <a:off x="3519738" y="3822862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99CA9">
                <a:alpha val="100000"/>
              </a:srgbClr>
            </a:solidFill>
            <a:ln w="5420" cap="flat">
              <a:solidFill>
                <a:srgbClr val="399C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8" name="pg438"/>
            <p:cNvSpPr/>
            <p:nvPr/>
          </p:nvSpPr>
          <p:spPr>
            <a:xfrm>
              <a:off x="3601176" y="3822862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496A9">
                <a:alpha val="100000"/>
              </a:srgbClr>
            </a:solidFill>
            <a:ln w="5420" cap="flat">
              <a:solidFill>
                <a:srgbClr val="3496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9" name="pg439"/>
            <p:cNvSpPr/>
            <p:nvPr/>
          </p:nvSpPr>
          <p:spPr>
            <a:xfrm>
              <a:off x="3682613" y="3822862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78FA7">
                <a:alpha val="100000"/>
              </a:srgbClr>
            </a:solidFill>
            <a:ln w="5420" cap="flat">
              <a:solidFill>
                <a:srgbClr val="378F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0" name="pg440"/>
            <p:cNvSpPr/>
            <p:nvPr/>
          </p:nvSpPr>
          <p:spPr>
            <a:xfrm>
              <a:off x="3764050" y="3822862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888A6">
                <a:alpha val="100000"/>
              </a:srgbClr>
            </a:solidFill>
            <a:ln w="5420" cap="flat">
              <a:solidFill>
                <a:srgbClr val="3888A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1" name="pg441"/>
            <p:cNvSpPr/>
            <p:nvPr/>
          </p:nvSpPr>
          <p:spPr>
            <a:xfrm>
              <a:off x="3845487" y="3822862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981A4">
                <a:alpha val="100000"/>
              </a:srgbClr>
            </a:solidFill>
            <a:ln w="5420" cap="flat">
              <a:solidFill>
                <a:srgbClr val="3981A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2" name="pg442"/>
            <p:cNvSpPr/>
            <p:nvPr/>
          </p:nvSpPr>
          <p:spPr>
            <a:xfrm>
              <a:off x="3926924" y="3822862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A7CA3">
                <a:alpha val="100000"/>
              </a:srgbClr>
            </a:solidFill>
            <a:ln w="5420" cap="flat">
              <a:solidFill>
                <a:srgbClr val="3A7CA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3" name="pg443"/>
            <p:cNvSpPr/>
            <p:nvPr/>
          </p:nvSpPr>
          <p:spPr>
            <a:xfrm>
              <a:off x="4008361" y="3822862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A79A2">
                <a:alpha val="100000"/>
              </a:srgbClr>
            </a:solidFill>
            <a:ln w="5420" cap="flat">
              <a:solidFill>
                <a:srgbClr val="3A79A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4" name="pg444"/>
            <p:cNvSpPr/>
            <p:nvPr/>
          </p:nvSpPr>
          <p:spPr>
            <a:xfrm>
              <a:off x="4089798" y="3822862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A77A2">
                <a:alpha val="100000"/>
              </a:srgbClr>
            </a:solidFill>
            <a:ln w="5420" cap="flat">
              <a:solidFill>
                <a:srgbClr val="3A77A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5" name="pg445"/>
            <p:cNvSpPr/>
            <p:nvPr/>
          </p:nvSpPr>
          <p:spPr>
            <a:xfrm>
              <a:off x="4171236" y="3822862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A78A2">
                <a:alpha val="100000"/>
              </a:srgbClr>
            </a:solidFill>
            <a:ln w="5420" cap="flat">
              <a:solidFill>
                <a:srgbClr val="3A78A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6" name="pg446"/>
            <p:cNvSpPr/>
            <p:nvPr/>
          </p:nvSpPr>
          <p:spPr>
            <a:xfrm>
              <a:off x="4252673" y="3822862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A79A3">
                <a:alpha val="100000"/>
              </a:srgbClr>
            </a:solidFill>
            <a:ln w="5420" cap="flat">
              <a:solidFill>
                <a:srgbClr val="3A79A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7" name="pg447"/>
            <p:cNvSpPr/>
            <p:nvPr/>
          </p:nvSpPr>
          <p:spPr>
            <a:xfrm>
              <a:off x="4334110" y="3822862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A7EA4">
                <a:alpha val="100000"/>
              </a:srgbClr>
            </a:solidFill>
            <a:ln w="5420" cap="flat">
              <a:solidFill>
                <a:srgbClr val="3A7EA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8" name="pg448"/>
            <p:cNvSpPr/>
            <p:nvPr/>
          </p:nvSpPr>
          <p:spPr>
            <a:xfrm>
              <a:off x="3193990" y="3926178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47ABAA">
                <a:alpha val="100000"/>
              </a:srgbClr>
            </a:solidFill>
            <a:ln w="5420" cap="flat">
              <a:solidFill>
                <a:srgbClr val="47AB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9" name="pg449"/>
            <p:cNvSpPr/>
            <p:nvPr/>
          </p:nvSpPr>
          <p:spPr>
            <a:xfrm>
              <a:off x="3275427" y="3926178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45A9AA">
                <a:alpha val="100000"/>
              </a:srgbClr>
            </a:solidFill>
            <a:ln w="5420" cap="flat">
              <a:solidFill>
                <a:srgbClr val="45A9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0" name="pg450"/>
            <p:cNvSpPr/>
            <p:nvPr/>
          </p:nvSpPr>
          <p:spPr>
            <a:xfrm>
              <a:off x="3356864" y="3926178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43A6AA">
                <a:alpha val="100000"/>
              </a:srgbClr>
            </a:solidFill>
            <a:ln w="5420" cap="flat">
              <a:solidFill>
                <a:srgbClr val="43A6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1" name="pg451"/>
            <p:cNvSpPr/>
            <p:nvPr/>
          </p:nvSpPr>
          <p:spPr>
            <a:xfrm>
              <a:off x="3438301" y="3926178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40A3AA">
                <a:alpha val="100000"/>
              </a:srgbClr>
            </a:solidFill>
            <a:ln w="5420" cap="flat">
              <a:solidFill>
                <a:srgbClr val="40A3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2" name="pg452"/>
            <p:cNvSpPr/>
            <p:nvPr/>
          </p:nvSpPr>
          <p:spPr>
            <a:xfrm>
              <a:off x="3519738" y="3926178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799A9">
                <a:alpha val="100000"/>
              </a:srgbClr>
            </a:solidFill>
            <a:ln w="5420" cap="flat">
              <a:solidFill>
                <a:srgbClr val="3799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3" name="pg453"/>
            <p:cNvSpPr/>
            <p:nvPr/>
          </p:nvSpPr>
          <p:spPr>
            <a:xfrm>
              <a:off x="3601176" y="3926178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593A8">
                <a:alpha val="100000"/>
              </a:srgbClr>
            </a:solidFill>
            <a:ln w="5420" cap="flat">
              <a:solidFill>
                <a:srgbClr val="3593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4" name="pg454"/>
            <p:cNvSpPr/>
            <p:nvPr/>
          </p:nvSpPr>
          <p:spPr>
            <a:xfrm>
              <a:off x="3682613" y="3926178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78CA7">
                <a:alpha val="100000"/>
              </a:srgbClr>
            </a:solidFill>
            <a:ln w="5420" cap="flat">
              <a:solidFill>
                <a:srgbClr val="378C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5" name="pg455"/>
            <p:cNvSpPr/>
            <p:nvPr/>
          </p:nvSpPr>
          <p:spPr>
            <a:xfrm>
              <a:off x="3764050" y="3926178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985A5">
                <a:alpha val="100000"/>
              </a:srgbClr>
            </a:solidFill>
            <a:ln w="5420" cap="flat">
              <a:solidFill>
                <a:srgbClr val="3985A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6" name="pg456"/>
            <p:cNvSpPr/>
            <p:nvPr/>
          </p:nvSpPr>
          <p:spPr>
            <a:xfrm>
              <a:off x="3845487" y="3926178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A7EA4">
                <a:alpha val="100000"/>
              </a:srgbClr>
            </a:solidFill>
            <a:ln w="5420" cap="flat">
              <a:solidFill>
                <a:srgbClr val="3A7EA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7" name="pg457"/>
            <p:cNvSpPr/>
            <p:nvPr/>
          </p:nvSpPr>
          <p:spPr>
            <a:xfrm>
              <a:off x="3926924" y="3926178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A78A2">
                <a:alpha val="100000"/>
              </a:srgbClr>
            </a:solidFill>
            <a:ln w="5420" cap="flat">
              <a:solidFill>
                <a:srgbClr val="3A78A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8" name="pg458"/>
            <p:cNvSpPr/>
            <p:nvPr/>
          </p:nvSpPr>
          <p:spPr>
            <a:xfrm>
              <a:off x="4008361" y="3926178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A75A2">
                <a:alpha val="100000"/>
              </a:srgbClr>
            </a:solidFill>
            <a:ln w="5420" cap="flat">
              <a:solidFill>
                <a:srgbClr val="3A75A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9" name="pg459"/>
            <p:cNvSpPr/>
            <p:nvPr/>
          </p:nvSpPr>
          <p:spPr>
            <a:xfrm>
              <a:off x="4089798" y="3926178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A74A1">
                <a:alpha val="100000"/>
              </a:srgbClr>
            </a:solidFill>
            <a:ln w="5420" cap="flat">
              <a:solidFill>
                <a:srgbClr val="3A74A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0" name="pg460"/>
            <p:cNvSpPr/>
            <p:nvPr/>
          </p:nvSpPr>
          <p:spPr>
            <a:xfrm>
              <a:off x="4171236" y="3926178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A74A1">
                <a:alpha val="100000"/>
              </a:srgbClr>
            </a:solidFill>
            <a:ln w="5420" cap="flat">
              <a:solidFill>
                <a:srgbClr val="3A74A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1" name="pg461"/>
            <p:cNvSpPr/>
            <p:nvPr/>
          </p:nvSpPr>
          <p:spPr>
            <a:xfrm>
              <a:off x="4252673" y="3926178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A76A2">
                <a:alpha val="100000"/>
              </a:srgbClr>
            </a:solidFill>
            <a:ln w="5420" cap="flat">
              <a:solidFill>
                <a:srgbClr val="3A76A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2" name="pg462"/>
            <p:cNvSpPr/>
            <p:nvPr/>
          </p:nvSpPr>
          <p:spPr>
            <a:xfrm>
              <a:off x="4334110" y="3926178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A7BA3">
                <a:alpha val="100000"/>
              </a:srgbClr>
            </a:solidFill>
            <a:ln w="5420" cap="flat">
              <a:solidFill>
                <a:srgbClr val="3A7BA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3" name="pg463"/>
            <p:cNvSpPr/>
            <p:nvPr/>
          </p:nvSpPr>
          <p:spPr>
            <a:xfrm>
              <a:off x="2868241" y="4029494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45A8AA">
                <a:alpha val="100000"/>
              </a:srgbClr>
            </a:solidFill>
            <a:ln w="5420" cap="flat">
              <a:solidFill>
                <a:srgbClr val="45A8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4" name="pg464"/>
            <p:cNvSpPr/>
            <p:nvPr/>
          </p:nvSpPr>
          <p:spPr>
            <a:xfrm>
              <a:off x="2949678" y="4029494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45A8AA">
                <a:alpha val="100000"/>
              </a:srgbClr>
            </a:solidFill>
            <a:ln w="5420" cap="flat">
              <a:solidFill>
                <a:srgbClr val="45A8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5" name="pg465"/>
            <p:cNvSpPr/>
            <p:nvPr/>
          </p:nvSpPr>
          <p:spPr>
            <a:xfrm>
              <a:off x="3031116" y="4029494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44A8AA">
                <a:alpha val="100000"/>
              </a:srgbClr>
            </a:solidFill>
            <a:ln w="5420" cap="flat">
              <a:solidFill>
                <a:srgbClr val="44A8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6" name="pg466"/>
            <p:cNvSpPr/>
            <p:nvPr/>
          </p:nvSpPr>
          <p:spPr>
            <a:xfrm>
              <a:off x="3112553" y="4029494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45A8AA">
                <a:alpha val="100000"/>
              </a:srgbClr>
            </a:solidFill>
            <a:ln w="5420" cap="flat">
              <a:solidFill>
                <a:srgbClr val="45A8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7" name="pg467"/>
            <p:cNvSpPr/>
            <p:nvPr/>
          </p:nvSpPr>
          <p:spPr>
            <a:xfrm>
              <a:off x="3193990" y="4029494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44A7AA">
                <a:alpha val="100000"/>
              </a:srgbClr>
            </a:solidFill>
            <a:ln w="5420" cap="flat">
              <a:solidFill>
                <a:srgbClr val="44A7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8" name="pg468"/>
            <p:cNvSpPr/>
            <p:nvPr/>
          </p:nvSpPr>
          <p:spPr>
            <a:xfrm>
              <a:off x="3275427" y="4029494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43A6AA">
                <a:alpha val="100000"/>
              </a:srgbClr>
            </a:solidFill>
            <a:ln w="5420" cap="flat">
              <a:solidFill>
                <a:srgbClr val="43A6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9" name="pg469"/>
            <p:cNvSpPr/>
            <p:nvPr/>
          </p:nvSpPr>
          <p:spPr>
            <a:xfrm>
              <a:off x="3356864" y="4029494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41A4AA">
                <a:alpha val="100000"/>
              </a:srgbClr>
            </a:solidFill>
            <a:ln w="5420" cap="flat">
              <a:solidFill>
                <a:srgbClr val="41A4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0" name="pg470"/>
            <p:cNvSpPr/>
            <p:nvPr/>
          </p:nvSpPr>
          <p:spPr>
            <a:xfrm>
              <a:off x="3438301" y="4029494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EA1AA">
                <a:alpha val="100000"/>
              </a:srgbClr>
            </a:solidFill>
            <a:ln w="5420" cap="flat">
              <a:solidFill>
                <a:srgbClr val="3EA1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1" name="pg471"/>
            <p:cNvSpPr/>
            <p:nvPr/>
          </p:nvSpPr>
          <p:spPr>
            <a:xfrm>
              <a:off x="3519738" y="4029494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699A9">
                <a:alpha val="100000"/>
              </a:srgbClr>
            </a:solidFill>
            <a:ln w="5420" cap="flat">
              <a:solidFill>
                <a:srgbClr val="3699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2" name="pg472"/>
            <p:cNvSpPr/>
            <p:nvPr/>
          </p:nvSpPr>
          <p:spPr>
            <a:xfrm>
              <a:off x="3601176" y="4029494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593A8">
                <a:alpha val="100000"/>
              </a:srgbClr>
            </a:solidFill>
            <a:ln w="5420" cap="flat">
              <a:solidFill>
                <a:srgbClr val="3593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3" name="pg473"/>
            <p:cNvSpPr/>
            <p:nvPr/>
          </p:nvSpPr>
          <p:spPr>
            <a:xfrm>
              <a:off x="3682613" y="4029494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78CA7">
                <a:alpha val="100000"/>
              </a:srgbClr>
            </a:solidFill>
            <a:ln w="5420" cap="flat">
              <a:solidFill>
                <a:srgbClr val="378C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4" name="pg474"/>
            <p:cNvSpPr/>
            <p:nvPr/>
          </p:nvSpPr>
          <p:spPr>
            <a:xfrm>
              <a:off x="3764050" y="4029494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984A5">
                <a:alpha val="100000"/>
              </a:srgbClr>
            </a:solidFill>
            <a:ln w="5420" cap="flat">
              <a:solidFill>
                <a:srgbClr val="3984A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5" name="pg475"/>
            <p:cNvSpPr/>
            <p:nvPr/>
          </p:nvSpPr>
          <p:spPr>
            <a:xfrm>
              <a:off x="3845487" y="4029494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A7DA3">
                <a:alpha val="100000"/>
              </a:srgbClr>
            </a:solidFill>
            <a:ln w="5420" cap="flat">
              <a:solidFill>
                <a:srgbClr val="3A7DA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6" name="pg476"/>
            <p:cNvSpPr/>
            <p:nvPr/>
          </p:nvSpPr>
          <p:spPr>
            <a:xfrm>
              <a:off x="3926924" y="4029494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A77A2">
                <a:alpha val="100000"/>
              </a:srgbClr>
            </a:solidFill>
            <a:ln w="5420" cap="flat">
              <a:solidFill>
                <a:srgbClr val="3A77A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7" name="pg477"/>
            <p:cNvSpPr/>
            <p:nvPr/>
          </p:nvSpPr>
          <p:spPr>
            <a:xfrm>
              <a:off x="4008361" y="4029494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A74A1">
                <a:alpha val="100000"/>
              </a:srgbClr>
            </a:solidFill>
            <a:ln w="5420" cap="flat">
              <a:solidFill>
                <a:srgbClr val="3A74A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8" name="pg478"/>
            <p:cNvSpPr/>
            <p:nvPr/>
          </p:nvSpPr>
          <p:spPr>
            <a:xfrm>
              <a:off x="4089798" y="4029494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B73A1">
                <a:alpha val="100000"/>
              </a:srgbClr>
            </a:solidFill>
            <a:ln w="5420" cap="flat">
              <a:solidFill>
                <a:srgbClr val="3B73A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9" name="pg479"/>
            <p:cNvSpPr/>
            <p:nvPr/>
          </p:nvSpPr>
          <p:spPr>
            <a:xfrm>
              <a:off x="4171236" y="4029494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A73A1">
                <a:alpha val="100000"/>
              </a:srgbClr>
            </a:solidFill>
            <a:ln w="5420" cap="flat">
              <a:solidFill>
                <a:srgbClr val="3A73A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0" name="pg480"/>
            <p:cNvSpPr/>
            <p:nvPr/>
          </p:nvSpPr>
          <p:spPr>
            <a:xfrm>
              <a:off x="4252673" y="4029494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A75A2">
                <a:alpha val="100000"/>
              </a:srgbClr>
            </a:solidFill>
            <a:ln w="5420" cap="flat">
              <a:solidFill>
                <a:srgbClr val="3A75A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1" name="pg481"/>
            <p:cNvSpPr/>
            <p:nvPr/>
          </p:nvSpPr>
          <p:spPr>
            <a:xfrm>
              <a:off x="2786804" y="4132810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43A6AA">
                <a:alpha val="100000"/>
              </a:srgbClr>
            </a:solidFill>
            <a:ln w="5420" cap="flat">
              <a:solidFill>
                <a:srgbClr val="43A6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2" name="pg482"/>
            <p:cNvSpPr/>
            <p:nvPr/>
          </p:nvSpPr>
          <p:spPr>
            <a:xfrm>
              <a:off x="2868241" y="4132810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43A6AA">
                <a:alpha val="100000"/>
              </a:srgbClr>
            </a:solidFill>
            <a:ln w="5420" cap="flat">
              <a:solidFill>
                <a:srgbClr val="43A6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3" name="pg483"/>
            <p:cNvSpPr/>
            <p:nvPr/>
          </p:nvSpPr>
          <p:spPr>
            <a:xfrm>
              <a:off x="2949678" y="4132810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43A6AA">
                <a:alpha val="100000"/>
              </a:srgbClr>
            </a:solidFill>
            <a:ln w="5420" cap="flat">
              <a:solidFill>
                <a:srgbClr val="43A6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4" name="pg484"/>
            <p:cNvSpPr/>
            <p:nvPr/>
          </p:nvSpPr>
          <p:spPr>
            <a:xfrm>
              <a:off x="3031116" y="4132810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43A6AA">
                <a:alpha val="100000"/>
              </a:srgbClr>
            </a:solidFill>
            <a:ln w="5420" cap="flat">
              <a:solidFill>
                <a:srgbClr val="43A6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5" name="pg485"/>
            <p:cNvSpPr/>
            <p:nvPr/>
          </p:nvSpPr>
          <p:spPr>
            <a:xfrm>
              <a:off x="3112553" y="4132810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43A6AA">
                <a:alpha val="100000"/>
              </a:srgbClr>
            </a:solidFill>
            <a:ln w="5420" cap="flat">
              <a:solidFill>
                <a:srgbClr val="43A6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6" name="pg486"/>
            <p:cNvSpPr/>
            <p:nvPr/>
          </p:nvSpPr>
          <p:spPr>
            <a:xfrm>
              <a:off x="3193990" y="4132810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42A6AA">
                <a:alpha val="100000"/>
              </a:srgbClr>
            </a:solidFill>
            <a:ln w="5420" cap="flat">
              <a:solidFill>
                <a:srgbClr val="42A6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7" name="pg487"/>
            <p:cNvSpPr/>
            <p:nvPr/>
          </p:nvSpPr>
          <p:spPr>
            <a:xfrm>
              <a:off x="3275427" y="4132810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42A5AA">
                <a:alpha val="100000"/>
              </a:srgbClr>
            </a:solidFill>
            <a:ln w="5420" cap="flat">
              <a:solidFill>
                <a:srgbClr val="42A5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8" name="pg488"/>
            <p:cNvSpPr/>
            <p:nvPr/>
          </p:nvSpPr>
          <p:spPr>
            <a:xfrm>
              <a:off x="3356864" y="4132810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41A3AA">
                <a:alpha val="100000"/>
              </a:srgbClr>
            </a:solidFill>
            <a:ln w="5420" cap="flat">
              <a:solidFill>
                <a:srgbClr val="41A3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9" name="pg489"/>
            <p:cNvSpPr/>
            <p:nvPr/>
          </p:nvSpPr>
          <p:spPr>
            <a:xfrm>
              <a:off x="3438301" y="4132810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FA1AA">
                <a:alpha val="100000"/>
              </a:srgbClr>
            </a:solidFill>
            <a:ln w="5420" cap="flat">
              <a:solidFill>
                <a:srgbClr val="3FA1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0" name="pg490"/>
            <p:cNvSpPr/>
            <p:nvPr/>
          </p:nvSpPr>
          <p:spPr>
            <a:xfrm>
              <a:off x="3519738" y="4132810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89BA9">
                <a:alpha val="100000"/>
              </a:srgbClr>
            </a:solidFill>
            <a:ln w="5420" cap="flat">
              <a:solidFill>
                <a:srgbClr val="389B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1" name="pg491"/>
            <p:cNvSpPr/>
            <p:nvPr/>
          </p:nvSpPr>
          <p:spPr>
            <a:xfrm>
              <a:off x="3601176" y="4132810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595A9">
                <a:alpha val="100000"/>
              </a:srgbClr>
            </a:solidFill>
            <a:ln w="5420" cap="flat">
              <a:solidFill>
                <a:srgbClr val="3595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2" name="pg492"/>
            <p:cNvSpPr/>
            <p:nvPr/>
          </p:nvSpPr>
          <p:spPr>
            <a:xfrm>
              <a:off x="3682613" y="4132810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78EA7">
                <a:alpha val="100000"/>
              </a:srgbClr>
            </a:solidFill>
            <a:ln w="5420" cap="flat">
              <a:solidFill>
                <a:srgbClr val="378E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3" name="pg493"/>
            <p:cNvSpPr/>
            <p:nvPr/>
          </p:nvSpPr>
          <p:spPr>
            <a:xfrm>
              <a:off x="3764050" y="4132810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987A6">
                <a:alpha val="100000"/>
              </a:srgbClr>
            </a:solidFill>
            <a:ln w="5420" cap="flat">
              <a:solidFill>
                <a:srgbClr val="3987A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4" name="pg494"/>
            <p:cNvSpPr/>
            <p:nvPr/>
          </p:nvSpPr>
          <p:spPr>
            <a:xfrm>
              <a:off x="3845487" y="4132810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A7FA4">
                <a:alpha val="100000"/>
              </a:srgbClr>
            </a:solidFill>
            <a:ln w="5420" cap="flat">
              <a:solidFill>
                <a:srgbClr val="3A7FA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5" name="pg495"/>
            <p:cNvSpPr/>
            <p:nvPr/>
          </p:nvSpPr>
          <p:spPr>
            <a:xfrm>
              <a:off x="3926924" y="4132810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A7AA3">
                <a:alpha val="100000"/>
              </a:srgbClr>
            </a:solidFill>
            <a:ln w="5420" cap="flat">
              <a:solidFill>
                <a:srgbClr val="3A7AA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6" name="pg496"/>
            <p:cNvSpPr/>
            <p:nvPr/>
          </p:nvSpPr>
          <p:spPr>
            <a:xfrm>
              <a:off x="4008361" y="4132810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A76A2">
                <a:alpha val="100000"/>
              </a:srgbClr>
            </a:solidFill>
            <a:ln w="5420" cap="flat">
              <a:solidFill>
                <a:srgbClr val="3A76A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7" name="pg497"/>
            <p:cNvSpPr/>
            <p:nvPr/>
          </p:nvSpPr>
          <p:spPr>
            <a:xfrm>
              <a:off x="4089798" y="4132810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A75A2">
                <a:alpha val="100000"/>
              </a:srgbClr>
            </a:solidFill>
            <a:ln w="5420" cap="flat">
              <a:solidFill>
                <a:srgbClr val="3A75A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8" name="pg498"/>
            <p:cNvSpPr/>
            <p:nvPr/>
          </p:nvSpPr>
          <p:spPr>
            <a:xfrm>
              <a:off x="4171236" y="4132810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A75A2">
                <a:alpha val="100000"/>
              </a:srgbClr>
            </a:solidFill>
            <a:ln w="5420" cap="flat">
              <a:solidFill>
                <a:srgbClr val="3A75A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9" name="pg499"/>
            <p:cNvSpPr/>
            <p:nvPr/>
          </p:nvSpPr>
          <p:spPr>
            <a:xfrm>
              <a:off x="4252673" y="4132810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A77A2">
                <a:alpha val="100000"/>
              </a:srgbClr>
            </a:solidFill>
            <a:ln w="5420" cap="flat">
              <a:solidFill>
                <a:srgbClr val="3A77A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0" name="pg500"/>
            <p:cNvSpPr/>
            <p:nvPr/>
          </p:nvSpPr>
          <p:spPr>
            <a:xfrm>
              <a:off x="2786804" y="4236126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FA2AA">
                <a:alpha val="100000"/>
              </a:srgbClr>
            </a:solidFill>
            <a:ln w="5420" cap="flat">
              <a:solidFill>
                <a:srgbClr val="3FA2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1" name="pg501"/>
            <p:cNvSpPr/>
            <p:nvPr/>
          </p:nvSpPr>
          <p:spPr>
            <a:xfrm>
              <a:off x="2868241" y="4236126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40A3AA">
                <a:alpha val="100000"/>
              </a:srgbClr>
            </a:solidFill>
            <a:ln w="5420" cap="flat">
              <a:solidFill>
                <a:srgbClr val="40A3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2" name="pg502"/>
            <p:cNvSpPr/>
            <p:nvPr/>
          </p:nvSpPr>
          <p:spPr>
            <a:xfrm>
              <a:off x="2949678" y="4236126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41A4AA">
                <a:alpha val="100000"/>
              </a:srgbClr>
            </a:solidFill>
            <a:ln w="5420" cap="flat">
              <a:solidFill>
                <a:srgbClr val="41A4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3" name="pg503"/>
            <p:cNvSpPr/>
            <p:nvPr/>
          </p:nvSpPr>
          <p:spPr>
            <a:xfrm>
              <a:off x="3031116" y="4236126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42A5AA">
                <a:alpha val="100000"/>
              </a:srgbClr>
            </a:solidFill>
            <a:ln w="5420" cap="flat">
              <a:solidFill>
                <a:srgbClr val="42A5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4" name="pg504"/>
            <p:cNvSpPr/>
            <p:nvPr/>
          </p:nvSpPr>
          <p:spPr>
            <a:xfrm>
              <a:off x="3112553" y="4236126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42A6AA">
                <a:alpha val="100000"/>
              </a:srgbClr>
            </a:solidFill>
            <a:ln w="5420" cap="flat">
              <a:solidFill>
                <a:srgbClr val="42A6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5" name="pg505"/>
            <p:cNvSpPr/>
            <p:nvPr/>
          </p:nvSpPr>
          <p:spPr>
            <a:xfrm>
              <a:off x="3193990" y="4236126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43A6AA">
                <a:alpha val="100000"/>
              </a:srgbClr>
            </a:solidFill>
            <a:ln w="5420" cap="flat">
              <a:solidFill>
                <a:srgbClr val="43A6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6" name="pg506"/>
            <p:cNvSpPr/>
            <p:nvPr/>
          </p:nvSpPr>
          <p:spPr>
            <a:xfrm>
              <a:off x="3275427" y="4236126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44A7AA">
                <a:alpha val="100000"/>
              </a:srgbClr>
            </a:solidFill>
            <a:ln w="5420" cap="flat">
              <a:solidFill>
                <a:srgbClr val="44A7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7" name="pg507"/>
            <p:cNvSpPr/>
            <p:nvPr/>
          </p:nvSpPr>
          <p:spPr>
            <a:xfrm>
              <a:off x="3356864" y="4236126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44A8AA">
                <a:alpha val="100000"/>
              </a:srgbClr>
            </a:solidFill>
            <a:ln w="5420" cap="flat">
              <a:solidFill>
                <a:srgbClr val="44A8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8" name="pg508"/>
            <p:cNvSpPr/>
            <p:nvPr/>
          </p:nvSpPr>
          <p:spPr>
            <a:xfrm>
              <a:off x="3438301" y="4236126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44A7AA">
                <a:alpha val="100000"/>
              </a:srgbClr>
            </a:solidFill>
            <a:ln w="5420" cap="flat">
              <a:solidFill>
                <a:srgbClr val="44A7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9" name="pg509"/>
            <p:cNvSpPr/>
            <p:nvPr/>
          </p:nvSpPr>
          <p:spPr>
            <a:xfrm>
              <a:off x="3519738" y="4236126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40A3AA">
                <a:alpha val="100000"/>
              </a:srgbClr>
            </a:solidFill>
            <a:ln w="5420" cap="flat">
              <a:solidFill>
                <a:srgbClr val="40A3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0" name="pg510"/>
            <p:cNvSpPr/>
            <p:nvPr/>
          </p:nvSpPr>
          <p:spPr>
            <a:xfrm>
              <a:off x="3601176" y="4236126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C9FAA">
                <a:alpha val="100000"/>
              </a:srgbClr>
            </a:solidFill>
            <a:ln w="5420" cap="flat">
              <a:solidFill>
                <a:srgbClr val="3C9F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1" name="pg511"/>
            <p:cNvSpPr/>
            <p:nvPr/>
          </p:nvSpPr>
          <p:spPr>
            <a:xfrm>
              <a:off x="3682613" y="4236126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699A9">
                <a:alpha val="100000"/>
              </a:srgbClr>
            </a:solidFill>
            <a:ln w="5420" cap="flat">
              <a:solidFill>
                <a:srgbClr val="3699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2" name="pg512"/>
            <p:cNvSpPr/>
            <p:nvPr/>
          </p:nvSpPr>
          <p:spPr>
            <a:xfrm>
              <a:off x="3764050" y="4236126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692A8">
                <a:alpha val="100000"/>
              </a:srgbClr>
            </a:solidFill>
            <a:ln w="5420" cap="flat">
              <a:solidFill>
                <a:srgbClr val="3692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3" name="pg513"/>
            <p:cNvSpPr/>
            <p:nvPr/>
          </p:nvSpPr>
          <p:spPr>
            <a:xfrm>
              <a:off x="3845487" y="4236126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88BA6">
                <a:alpha val="100000"/>
              </a:srgbClr>
            </a:solidFill>
            <a:ln w="5420" cap="flat">
              <a:solidFill>
                <a:srgbClr val="388BA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4" name="pg514"/>
            <p:cNvSpPr/>
            <p:nvPr/>
          </p:nvSpPr>
          <p:spPr>
            <a:xfrm>
              <a:off x="3926924" y="4236126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985A5">
                <a:alpha val="100000"/>
              </a:srgbClr>
            </a:solidFill>
            <a:ln w="5420" cap="flat">
              <a:solidFill>
                <a:srgbClr val="3985A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5" name="pg515"/>
            <p:cNvSpPr/>
            <p:nvPr/>
          </p:nvSpPr>
          <p:spPr>
            <a:xfrm>
              <a:off x="4008361" y="4236126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981A4">
                <a:alpha val="100000"/>
              </a:srgbClr>
            </a:solidFill>
            <a:ln w="5420" cap="flat">
              <a:solidFill>
                <a:srgbClr val="3981A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6" name="pg516"/>
            <p:cNvSpPr/>
            <p:nvPr/>
          </p:nvSpPr>
          <p:spPr>
            <a:xfrm>
              <a:off x="4089798" y="4236126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A7FA4">
                <a:alpha val="100000"/>
              </a:srgbClr>
            </a:solidFill>
            <a:ln w="5420" cap="flat">
              <a:solidFill>
                <a:srgbClr val="3A7FA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7" name="pg517"/>
            <p:cNvSpPr/>
            <p:nvPr/>
          </p:nvSpPr>
          <p:spPr>
            <a:xfrm>
              <a:off x="4171236" y="4236126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A7DA3">
                <a:alpha val="100000"/>
              </a:srgbClr>
            </a:solidFill>
            <a:ln w="5420" cap="flat">
              <a:solidFill>
                <a:srgbClr val="3A7DA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8" name="pg518"/>
            <p:cNvSpPr/>
            <p:nvPr/>
          </p:nvSpPr>
          <p:spPr>
            <a:xfrm>
              <a:off x="2786804" y="4339442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EA1AA">
                <a:alpha val="100000"/>
              </a:srgbClr>
            </a:solidFill>
            <a:ln w="5420" cap="flat">
              <a:solidFill>
                <a:srgbClr val="3EA1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9" name="pg519"/>
            <p:cNvSpPr/>
            <p:nvPr/>
          </p:nvSpPr>
          <p:spPr>
            <a:xfrm>
              <a:off x="2868241" y="4339442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FA2AA">
                <a:alpha val="100000"/>
              </a:srgbClr>
            </a:solidFill>
            <a:ln w="5420" cap="flat">
              <a:solidFill>
                <a:srgbClr val="3FA2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0" name="pg520"/>
            <p:cNvSpPr/>
            <p:nvPr/>
          </p:nvSpPr>
          <p:spPr>
            <a:xfrm>
              <a:off x="2949678" y="4339442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40A3AA">
                <a:alpha val="100000"/>
              </a:srgbClr>
            </a:solidFill>
            <a:ln w="5420" cap="flat">
              <a:solidFill>
                <a:srgbClr val="40A3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1" name="pg521"/>
            <p:cNvSpPr/>
            <p:nvPr/>
          </p:nvSpPr>
          <p:spPr>
            <a:xfrm>
              <a:off x="3031116" y="4339442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42A5AA">
                <a:alpha val="100000"/>
              </a:srgbClr>
            </a:solidFill>
            <a:ln w="5420" cap="flat">
              <a:solidFill>
                <a:srgbClr val="42A5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2" name="pg522"/>
            <p:cNvSpPr/>
            <p:nvPr/>
          </p:nvSpPr>
          <p:spPr>
            <a:xfrm>
              <a:off x="3112553" y="4339442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43A6AA">
                <a:alpha val="100000"/>
              </a:srgbClr>
            </a:solidFill>
            <a:ln w="5420" cap="flat">
              <a:solidFill>
                <a:srgbClr val="43A6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3" name="pg523"/>
            <p:cNvSpPr/>
            <p:nvPr/>
          </p:nvSpPr>
          <p:spPr>
            <a:xfrm>
              <a:off x="3193990" y="4339442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44A8AA">
                <a:alpha val="100000"/>
              </a:srgbClr>
            </a:solidFill>
            <a:ln w="5420" cap="flat">
              <a:solidFill>
                <a:srgbClr val="44A8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4" name="pg524"/>
            <p:cNvSpPr/>
            <p:nvPr/>
          </p:nvSpPr>
          <p:spPr>
            <a:xfrm>
              <a:off x="3275427" y="4339442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46A9AA">
                <a:alpha val="100000"/>
              </a:srgbClr>
            </a:solidFill>
            <a:ln w="5420" cap="flat">
              <a:solidFill>
                <a:srgbClr val="46A9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5" name="pg525"/>
            <p:cNvSpPr/>
            <p:nvPr/>
          </p:nvSpPr>
          <p:spPr>
            <a:xfrm>
              <a:off x="3356864" y="4339442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46AAAA">
                <a:alpha val="100000"/>
              </a:srgbClr>
            </a:solidFill>
            <a:ln w="5420" cap="flat">
              <a:solidFill>
                <a:srgbClr val="46AA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6" name="pg526"/>
            <p:cNvSpPr/>
            <p:nvPr/>
          </p:nvSpPr>
          <p:spPr>
            <a:xfrm>
              <a:off x="3438301" y="4339442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47AAAA">
                <a:alpha val="100000"/>
              </a:srgbClr>
            </a:solidFill>
            <a:ln w="5420" cap="flat">
              <a:solidFill>
                <a:srgbClr val="47AA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7" name="pg527"/>
            <p:cNvSpPr/>
            <p:nvPr/>
          </p:nvSpPr>
          <p:spPr>
            <a:xfrm>
              <a:off x="3519738" y="4339442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44A7AA">
                <a:alpha val="100000"/>
              </a:srgbClr>
            </a:solidFill>
            <a:ln w="5420" cap="flat">
              <a:solidFill>
                <a:srgbClr val="44A7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8" name="pg528"/>
            <p:cNvSpPr/>
            <p:nvPr/>
          </p:nvSpPr>
          <p:spPr>
            <a:xfrm>
              <a:off x="3601176" y="4339442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40A3AA">
                <a:alpha val="100000"/>
              </a:srgbClr>
            </a:solidFill>
            <a:ln w="5420" cap="flat">
              <a:solidFill>
                <a:srgbClr val="40A3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9" name="pg529"/>
            <p:cNvSpPr/>
            <p:nvPr/>
          </p:nvSpPr>
          <p:spPr>
            <a:xfrm>
              <a:off x="3682613" y="4339442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B9EAA">
                <a:alpha val="100000"/>
              </a:srgbClr>
            </a:solidFill>
            <a:ln w="5420" cap="flat">
              <a:solidFill>
                <a:srgbClr val="3B9E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0" name="pg530"/>
            <p:cNvSpPr/>
            <p:nvPr/>
          </p:nvSpPr>
          <p:spPr>
            <a:xfrm>
              <a:off x="3764050" y="4339442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597A9">
                <a:alpha val="100000"/>
              </a:srgbClr>
            </a:solidFill>
            <a:ln w="5420" cap="flat">
              <a:solidFill>
                <a:srgbClr val="3597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1" name="pg531"/>
            <p:cNvSpPr/>
            <p:nvPr/>
          </p:nvSpPr>
          <p:spPr>
            <a:xfrm>
              <a:off x="3845487" y="4339442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691A8">
                <a:alpha val="100000"/>
              </a:srgbClr>
            </a:solidFill>
            <a:ln w="5420" cap="flat">
              <a:solidFill>
                <a:srgbClr val="3691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2" name="pg532"/>
            <p:cNvSpPr/>
            <p:nvPr/>
          </p:nvSpPr>
          <p:spPr>
            <a:xfrm>
              <a:off x="3926924" y="4339442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88BA7">
                <a:alpha val="100000"/>
              </a:srgbClr>
            </a:solidFill>
            <a:ln w="5420" cap="flat">
              <a:solidFill>
                <a:srgbClr val="388B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3" name="pg533"/>
            <p:cNvSpPr/>
            <p:nvPr/>
          </p:nvSpPr>
          <p:spPr>
            <a:xfrm>
              <a:off x="4008361" y="4339442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887A6">
                <a:alpha val="100000"/>
              </a:srgbClr>
            </a:solidFill>
            <a:ln w="5420" cap="flat">
              <a:solidFill>
                <a:srgbClr val="3887A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4" name="pg534"/>
            <p:cNvSpPr/>
            <p:nvPr/>
          </p:nvSpPr>
          <p:spPr>
            <a:xfrm>
              <a:off x="4089798" y="4339442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984A5">
                <a:alpha val="100000"/>
              </a:srgbClr>
            </a:solidFill>
            <a:ln w="5420" cap="flat">
              <a:solidFill>
                <a:srgbClr val="3984A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5" name="pg535"/>
            <p:cNvSpPr/>
            <p:nvPr/>
          </p:nvSpPr>
          <p:spPr>
            <a:xfrm>
              <a:off x="2868241" y="4442758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EA1AA">
                <a:alpha val="100000"/>
              </a:srgbClr>
            </a:solidFill>
            <a:ln w="5420" cap="flat">
              <a:solidFill>
                <a:srgbClr val="3EA1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6" name="pg536"/>
            <p:cNvSpPr/>
            <p:nvPr/>
          </p:nvSpPr>
          <p:spPr>
            <a:xfrm>
              <a:off x="2949678" y="4442758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40A3AA">
                <a:alpha val="100000"/>
              </a:srgbClr>
            </a:solidFill>
            <a:ln w="5420" cap="flat">
              <a:solidFill>
                <a:srgbClr val="40A3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7" name="pg537"/>
            <p:cNvSpPr/>
            <p:nvPr/>
          </p:nvSpPr>
          <p:spPr>
            <a:xfrm>
              <a:off x="3031116" y="4442758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42A4AA">
                <a:alpha val="100000"/>
              </a:srgbClr>
            </a:solidFill>
            <a:ln w="5420" cap="flat">
              <a:solidFill>
                <a:srgbClr val="42A4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8" name="pg538"/>
            <p:cNvSpPr/>
            <p:nvPr/>
          </p:nvSpPr>
          <p:spPr>
            <a:xfrm>
              <a:off x="3112553" y="4442758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43A6AA">
                <a:alpha val="100000"/>
              </a:srgbClr>
            </a:solidFill>
            <a:ln w="5420" cap="flat">
              <a:solidFill>
                <a:srgbClr val="43A6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9" name="pg539"/>
            <p:cNvSpPr/>
            <p:nvPr/>
          </p:nvSpPr>
          <p:spPr>
            <a:xfrm>
              <a:off x="3193990" y="4442758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45A8AA">
                <a:alpha val="100000"/>
              </a:srgbClr>
            </a:solidFill>
            <a:ln w="5420" cap="flat">
              <a:solidFill>
                <a:srgbClr val="45A8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0" name="pg540"/>
            <p:cNvSpPr/>
            <p:nvPr/>
          </p:nvSpPr>
          <p:spPr>
            <a:xfrm>
              <a:off x="3275427" y="4442758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46AAAA">
                <a:alpha val="100000"/>
              </a:srgbClr>
            </a:solidFill>
            <a:ln w="5420" cap="flat">
              <a:solidFill>
                <a:srgbClr val="46AA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1" name="pg541"/>
            <p:cNvSpPr/>
            <p:nvPr/>
          </p:nvSpPr>
          <p:spPr>
            <a:xfrm>
              <a:off x="3356864" y="4442758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48ACAA">
                <a:alpha val="100000"/>
              </a:srgbClr>
            </a:solidFill>
            <a:ln w="5420" cap="flat">
              <a:solidFill>
                <a:srgbClr val="48AC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2" name="pg542"/>
            <p:cNvSpPr/>
            <p:nvPr/>
          </p:nvSpPr>
          <p:spPr>
            <a:xfrm>
              <a:off x="3438301" y="4442758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48ACAA">
                <a:alpha val="100000"/>
              </a:srgbClr>
            </a:solidFill>
            <a:ln w="5420" cap="flat">
              <a:solidFill>
                <a:srgbClr val="48AC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3" name="pg543"/>
            <p:cNvSpPr/>
            <p:nvPr/>
          </p:nvSpPr>
          <p:spPr>
            <a:xfrm>
              <a:off x="3519738" y="4442758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46A9AA">
                <a:alpha val="100000"/>
              </a:srgbClr>
            </a:solidFill>
            <a:ln w="5420" cap="flat">
              <a:solidFill>
                <a:srgbClr val="46A9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4" name="pg544"/>
            <p:cNvSpPr/>
            <p:nvPr/>
          </p:nvSpPr>
          <p:spPr>
            <a:xfrm>
              <a:off x="3601176" y="4442758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42A6AA">
                <a:alpha val="100000"/>
              </a:srgbClr>
            </a:solidFill>
            <a:ln w="5420" cap="flat">
              <a:solidFill>
                <a:srgbClr val="42A6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5" name="pg545"/>
            <p:cNvSpPr/>
            <p:nvPr/>
          </p:nvSpPr>
          <p:spPr>
            <a:xfrm>
              <a:off x="3682613" y="4442758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EA1AA">
                <a:alpha val="100000"/>
              </a:srgbClr>
            </a:solidFill>
            <a:ln w="5420" cap="flat">
              <a:solidFill>
                <a:srgbClr val="3EA1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6" name="pg546"/>
            <p:cNvSpPr/>
            <p:nvPr/>
          </p:nvSpPr>
          <p:spPr>
            <a:xfrm>
              <a:off x="3764050" y="4442758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89BA9">
                <a:alpha val="100000"/>
              </a:srgbClr>
            </a:solidFill>
            <a:ln w="5420" cap="flat">
              <a:solidFill>
                <a:srgbClr val="389B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7" name="pg547"/>
            <p:cNvSpPr/>
            <p:nvPr/>
          </p:nvSpPr>
          <p:spPr>
            <a:xfrm>
              <a:off x="3845487" y="4442758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596A9">
                <a:alpha val="100000"/>
              </a:srgbClr>
            </a:solidFill>
            <a:ln w="5420" cap="flat">
              <a:solidFill>
                <a:srgbClr val="3596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8" name="pg548"/>
            <p:cNvSpPr/>
            <p:nvPr/>
          </p:nvSpPr>
          <p:spPr>
            <a:xfrm>
              <a:off x="3926924" y="4442758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690A8">
                <a:alpha val="100000"/>
              </a:srgbClr>
            </a:solidFill>
            <a:ln w="5420" cap="flat">
              <a:solidFill>
                <a:srgbClr val="3690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9" name="pg549"/>
            <p:cNvSpPr/>
            <p:nvPr/>
          </p:nvSpPr>
          <p:spPr>
            <a:xfrm>
              <a:off x="4008361" y="4442758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78CA7">
                <a:alpha val="100000"/>
              </a:srgbClr>
            </a:solidFill>
            <a:ln w="5420" cap="flat">
              <a:solidFill>
                <a:srgbClr val="378C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0" name="pg550"/>
            <p:cNvSpPr/>
            <p:nvPr/>
          </p:nvSpPr>
          <p:spPr>
            <a:xfrm>
              <a:off x="3112553" y="4546075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43A6AA">
                <a:alpha val="100000"/>
              </a:srgbClr>
            </a:solidFill>
            <a:ln w="5420" cap="flat">
              <a:solidFill>
                <a:srgbClr val="43A6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1" name="pg551"/>
            <p:cNvSpPr/>
            <p:nvPr/>
          </p:nvSpPr>
          <p:spPr>
            <a:xfrm>
              <a:off x="3193990" y="4546075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45A8AA">
                <a:alpha val="100000"/>
              </a:srgbClr>
            </a:solidFill>
            <a:ln w="5420" cap="flat">
              <a:solidFill>
                <a:srgbClr val="45A8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2" name="pg552"/>
            <p:cNvSpPr/>
            <p:nvPr/>
          </p:nvSpPr>
          <p:spPr>
            <a:xfrm>
              <a:off x="3275427" y="4546075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46AAAA">
                <a:alpha val="100000"/>
              </a:srgbClr>
            </a:solidFill>
            <a:ln w="5420" cap="flat">
              <a:solidFill>
                <a:srgbClr val="46AA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3" name="pg553"/>
            <p:cNvSpPr/>
            <p:nvPr/>
          </p:nvSpPr>
          <p:spPr>
            <a:xfrm>
              <a:off x="3356864" y="4546075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47ABAA">
                <a:alpha val="100000"/>
              </a:srgbClr>
            </a:solidFill>
            <a:ln w="5420" cap="flat">
              <a:solidFill>
                <a:srgbClr val="47AB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4" name="pg554"/>
            <p:cNvSpPr/>
            <p:nvPr/>
          </p:nvSpPr>
          <p:spPr>
            <a:xfrm>
              <a:off x="3438301" y="4546075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48ACAA">
                <a:alpha val="100000"/>
              </a:srgbClr>
            </a:solidFill>
            <a:ln w="5420" cap="flat">
              <a:solidFill>
                <a:srgbClr val="48AC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5" name="pg555"/>
            <p:cNvSpPr/>
            <p:nvPr/>
          </p:nvSpPr>
          <p:spPr>
            <a:xfrm>
              <a:off x="3519738" y="4546075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46A9AA">
                <a:alpha val="100000"/>
              </a:srgbClr>
            </a:solidFill>
            <a:ln w="5420" cap="flat">
              <a:solidFill>
                <a:srgbClr val="46A9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6" name="pg556"/>
            <p:cNvSpPr/>
            <p:nvPr/>
          </p:nvSpPr>
          <p:spPr>
            <a:xfrm>
              <a:off x="3601176" y="4546075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43A6AA">
                <a:alpha val="100000"/>
              </a:srgbClr>
            </a:solidFill>
            <a:ln w="5420" cap="flat">
              <a:solidFill>
                <a:srgbClr val="43A6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7" name="pg557"/>
            <p:cNvSpPr/>
            <p:nvPr/>
          </p:nvSpPr>
          <p:spPr>
            <a:xfrm>
              <a:off x="3682613" y="4546075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FA2AA">
                <a:alpha val="100000"/>
              </a:srgbClr>
            </a:solidFill>
            <a:ln w="5420" cap="flat">
              <a:solidFill>
                <a:srgbClr val="3FA2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8" name="pg558"/>
            <p:cNvSpPr/>
            <p:nvPr/>
          </p:nvSpPr>
          <p:spPr>
            <a:xfrm>
              <a:off x="3764050" y="4546075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A9DA9">
                <a:alpha val="100000"/>
              </a:srgbClr>
            </a:solidFill>
            <a:ln w="5420" cap="flat">
              <a:solidFill>
                <a:srgbClr val="3A9D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9" name="pg559"/>
            <p:cNvSpPr/>
            <p:nvPr/>
          </p:nvSpPr>
          <p:spPr>
            <a:xfrm>
              <a:off x="3845487" y="4546075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598A9">
                <a:alpha val="100000"/>
              </a:srgbClr>
            </a:solidFill>
            <a:ln w="5420" cap="flat">
              <a:solidFill>
                <a:srgbClr val="3598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0" name="pg560"/>
            <p:cNvSpPr/>
            <p:nvPr/>
          </p:nvSpPr>
          <p:spPr>
            <a:xfrm>
              <a:off x="3926924" y="4546075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594A8">
                <a:alpha val="100000"/>
              </a:srgbClr>
            </a:solidFill>
            <a:ln w="5420" cap="flat">
              <a:solidFill>
                <a:srgbClr val="3594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1" name="pg561"/>
            <p:cNvSpPr/>
            <p:nvPr/>
          </p:nvSpPr>
          <p:spPr>
            <a:xfrm>
              <a:off x="4008361" y="4546075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690A7">
                <a:alpha val="100000"/>
              </a:srgbClr>
            </a:solidFill>
            <a:ln w="5420" cap="flat">
              <a:solidFill>
                <a:srgbClr val="3690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2" name="pg562"/>
            <p:cNvSpPr/>
            <p:nvPr/>
          </p:nvSpPr>
          <p:spPr>
            <a:xfrm>
              <a:off x="3275427" y="4649391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45A8AA">
                <a:alpha val="100000"/>
              </a:srgbClr>
            </a:solidFill>
            <a:ln w="5420" cap="flat">
              <a:solidFill>
                <a:srgbClr val="45A8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3" name="pg563"/>
            <p:cNvSpPr/>
            <p:nvPr/>
          </p:nvSpPr>
          <p:spPr>
            <a:xfrm>
              <a:off x="3356864" y="4649391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46AAAA">
                <a:alpha val="100000"/>
              </a:srgbClr>
            </a:solidFill>
            <a:ln w="5420" cap="flat">
              <a:solidFill>
                <a:srgbClr val="46AA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4" name="pg564"/>
            <p:cNvSpPr/>
            <p:nvPr/>
          </p:nvSpPr>
          <p:spPr>
            <a:xfrm>
              <a:off x="3438301" y="4649391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46AAAA">
                <a:alpha val="100000"/>
              </a:srgbClr>
            </a:solidFill>
            <a:ln w="5420" cap="flat">
              <a:solidFill>
                <a:srgbClr val="46AA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5" name="pg565"/>
            <p:cNvSpPr/>
            <p:nvPr/>
          </p:nvSpPr>
          <p:spPr>
            <a:xfrm>
              <a:off x="3519738" y="4649391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44A8AA">
                <a:alpha val="100000"/>
              </a:srgbClr>
            </a:solidFill>
            <a:ln w="5420" cap="flat">
              <a:solidFill>
                <a:srgbClr val="44A8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6" name="pg566"/>
            <p:cNvSpPr/>
            <p:nvPr/>
          </p:nvSpPr>
          <p:spPr>
            <a:xfrm>
              <a:off x="3601176" y="4649391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42A5AA">
                <a:alpha val="100000"/>
              </a:srgbClr>
            </a:solidFill>
            <a:ln w="5420" cap="flat">
              <a:solidFill>
                <a:srgbClr val="42A5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7" name="pg567"/>
            <p:cNvSpPr/>
            <p:nvPr/>
          </p:nvSpPr>
          <p:spPr>
            <a:xfrm>
              <a:off x="3682613" y="4649391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EA1AA">
                <a:alpha val="100000"/>
              </a:srgbClr>
            </a:solidFill>
            <a:ln w="5420" cap="flat">
              <a:solidFill>
                <a:srgbClr val="3EA1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8" name="pg568"/>
            <p:cNvSpPr/>
            <p:nvPr/>
          </p:nvSpPr>
          <p:spPr>
            <a:xfrm>
              <a:off x="3764050" y="4649391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B9DA9">
                <a:alpha val="100000"/>
              </a:srgbClr>
            </a:solidFill>
            <a:ln w="5420" cap="flat">
              <a:solidFill>
                <a:srgbClr val="3B9D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9" name="pg569"/>
            <p:cNvSpPr/>
            <p:nvPr/>
          </p:nvSpPr>
          <p:spPr>
            <a:xfrm>
              <a:off x="3845487" y="4649391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699A9">
                <a:alpha val="100000"/>
              </a:srgbClr>
            </a:solidFill>
            <a:ln w="5420" cap="flat">
              <a:solidFill>
                <a:srgbClr val="3699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0" name="pg570"/>
            <p:cNvSpPr/>
            <p:nvPr/>
          </p:nvSpPr>
          <p:spPr>
            <a:xfrm>
              <a:off x="3926924" y="4649391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595A9">
                <a:alpha val="100000"/>
              </a:srgbClr>
            </a:solidFill>
            <a:ln w="5420" cap="flat">
              <a:solidFill>
                <a:srgbClr val="3595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1" name="pg571"/>
            <p:cNvSpPr/>
            <p:nvPr/>
          </p:nvSpPr>
          <p:spPr>
            <a:xfrm>
              <a:off x="4008361" y="4649391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692A8">
                <a:alpha val="100000"/>
              </a:srgbClr>
            </a:solidFill>
            <a:ln w="5420" cap="flat">
              <a:solidFill>
                <a:srgbClr val="3692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2" name="pg572"/>
            <p:cNvSpPr/>
            <p:nvPr/>
          </p:nvSpPr>
          <p:spPr>
            <a:xfrm>
              <a:off x="3356864" y="4752707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44A7AA">
                <a:alpha val="100000"/>
              </a:srgbClr>
            </a:solidFill>
            <a:ln w="5420" cap="flat">
              <a:solidFill>
                <a:srgbClr val="44A7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3" name="pg573"/>
            <p:cNvSpPr/>
            <p:nvPr/>
          </p:nvSpPr>
          <p:spPr>
            <a:xfrm>
              <a:off x="3438301" y="4752707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44A7AA">
                <a:alpha val="100000"/>
              </a:srgbClr>
            </a:solidFill>
            <a:ln w="5420" cap="flat">
              <a:solidFill>
                <a:srgbClr val="44A7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4" name="pg574"/>
            <p:cNvSpPr/>
            <p:nvPr/>
          </p:nvSpPr>
          <p:spPr>
            <a:xfrm>
              <a:off x="3519738" y="4752707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42A5AA">
                <a:alpha val="100000"/>
              </a:srgbClr>
            </a:solidFill>
            <a:ln w="5420" cap="flat">
              <a:solidFill>
                <a:srgbClr val="42A5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5" name="pg575"/>
            <p:cNvSpPr/>
            <p:nvPr/>
          </p:nvSpPr>
          <p:spPr>
            <a:xfrm>
              <a:off x="3601176" y="4752707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40A2AA">
                <a:alpha val="100000"/>
              </a:srgbClr>
            </a:solidFill>
            <a:ln w="5420" cap="flat">
              <a:solidFill>
                <a:srgbClr val="40A2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6" name="pg576"/>
            <p:cNvSpPr/>
            <p:nvPr/>
          </p:nvSpPr>
          <p:spPr>
            <a:xfrm>
              <a:off x="3682613" y="4752707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DA0AA">
                <a:alpha val="100000"/>
              </a:srgbClr>
            </a:solidFill>
            <a:ln w="5420" cap="flat">
              <a:solidFill>
                <a:srgbClr val="3DA0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7" name="pg577"/>
            <p:cNvSpPr/>
            <p:nvPr/>
          </p:nvSpPr>
          <p:spPr>
            <a:xfrm>
              <a:off x="3764050" y="4752707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A9CA9">
                <a:alpha val="100000"/>
              </a:srgbClr>
            </a:solidFill>
            <a:ln w="5420" cap="flat">
              <a:solidFill>
                <a:srgbClr val="3A9C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8" name="pg578"/>
            <p:cNvSpPr/>
            <p:nvPr/>
          </p:nvSpPr>
          <p:spPr>
            <a:xfrm>
              <a:off x="3845487" y="4752707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699A9">
                <a:alpha val="100000"/>
              </a:srgbClr>
            </a:solidFill>
            <a:ln w="5420" cap="flat">
              <a:solidFill>
                <a:srgbClr val="3699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9" name="pg579"/>
            <p:cNvSpPr/>
            <p:nvPr/>
          </p:nvSpPr>
          <p:spPr>
            <a:xfrm>
              <a:off x="3926924" y="4752707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496A9">
                <a:alpha val="100000"/>
              </a:srgbClr>
            </a:solidFill>
            <a:ln w="5420" cap="flat">
              <a:solidFill>
                <a:srgbClr val="3496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0" name="pg580"/>
            <p:cNvSpPr/>
            <p:nvPr/>
          </p:nvSpPr>
          <p:spPr>
            <a:xfrm>
              <a:off x="4008361" y="4752707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693A8">
                <a:alpha val="100000"/>
              </a:srgbClr>
            </a:solidFill>
            <a:ln w="5420" cap="flat">
              <a:solidFill>
                <a:srgbClr val="3693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1" name="pg581"/>
            <p:cNvSpPr/>
            <p:nvPr/>
          </p:nvSpPr>
          <p:spPr>
            <a:xfrm>
              <a:off x="3438301" y="4856023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41A4AA">
                <a:alpha val="100000"/>
              </a:srgbClr>
            </a:solidFill>
            <a:ln w="5420" cap="flat">
              <a:solidFill>
                <a:srgbClr val="41A4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2" name="pg582"/>
            <p:cNvSpPr/>
            <p:nvPr/>
          </p:nvSpPr>
          <p:spPr>
            <a:xfrm>
              <a:off x="3519738" y="4856023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FA2AA">
                <a:alpha val="100000"/>
              </a:srgbClr>
            </a:solidFill>
            <a:ln w="5420" cap="flat">
              <a:solidFill>
                <a:srgbClr val="3FA2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3" name="pg583"/>
            <p:cNvSpPr/>
            <p:nvPr/>
          </p:nvSpPr>
          <p:spPr>
            <a:xfrm>
              <a:off x="3601176" y="4856023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DA0AA">
                <a:alpha val="100000"/>
              </a:srgbClr>
            </a:solidFill>
            <a:ln w="5420" cap="flat">
              <a:solidFill>
                <a:srgbClr val="3DA0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4" name="pg584"/>
            <p:cNvSpPr/>
            <p:nvPr/>
          </p:nvSpPr>
          <p:spPr>
            <a:xfrm>
              <a:off x="3682613" y="4856023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B9DA9">
                <a:alpha val="100000"/>
              </a:srgbClr>
            </a:solidFill>
            <a:ln w="5420" cap="flat">
              <a:solidFill>
                <a:srgbClr val="3B9D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5" name="pg585"/>
            <p:cNvSpPr/>
            <p:nvPr/>
          </p:nvSpPr>
          <p:spPr>
            <a:xfrm>
              <a:off x="3764050" y="4856023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89BA9">
                <a:alpha val="100000"/>
              </a:srgbClr>
            </a:solidFill>
            <a:ln w="5420" cap="flat">
              <a:solidFill>
                <a:srgbClr val="389B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6" name="pg586"/>
            <p:cNvSpPr/>
            <p:nvPr/>
          </p:nvSpPr>
          <p:spPr>
            <a:xfrm>
              <a:off x="3845487" y="4856023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598A9">
                <a:alpha val="100000"/>
              </a:srgbClr>
            </a:solidFill>
            <a:ln w="5420" cap="flat">
              <a:solidFill>
                <a:srgbClr val="3598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7" name="pg587"/>
            <p:cNvSpPr/>
            <p:nvPr/>
          </p:nvSpPr>
          <p:spPr>
            <a:xfrm>
              <a:off x="3926924" y="4856023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595A9">
                <a:alpha val="100000"/>
              </a:srgbClr>
            </a:solidFill>
            <a:ln w="5420" cap="flat">
              <a:solidFill>
                <a:srgbClr val="3595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8" name="pg588"/>
            <p:cNvSpPr/>
            <p:nvPr/>
          </p:nvSpPr>
          <p:spPr>
            <a:xfrm>
              <a:off x="4008361" y="4856023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693A8">
                <a:alpha val="100000"/>
              </a:srgbClr>
            </a:solidFill>
            <a:ln w="5420" cap="flat">
              <a:solidFill>
                <a:srgbClr val="3693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9" name="pg589"/>
            <p:cNvSpPr/>
            <p:nvPr/>
          </p:nvSpPr>
          <p:spPr>
            <a:xfrm>
              <a:off x="4089798" y="4856023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690A8">
                <a:alpha val="100000"/>
              </a:srgbClr>
            </a:solidFill>
            <a:ln w="5420" cap="flat">
              <a:solidFill>
                <a:srgbClr val="3690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0" name="pg590"/>
            <p:cNvSpPr/>
            <p:nvPr/>
          </p:nvSpPr>
          <p:spPr>
            <a:xfrm>
              <a:off x="3682613" y="4959339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89BA9">
                <a:alpha val="100000"/>
              </a:srgbClr>
            </a:solidFill>
            <a:ln w="5420" cap="flat">
              <a:solidFill>
                <a:srgbClr val="389B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1" name="pg591"/>
            <p:cNvSpPr/>
            <p:nvPr/>
          </p:nvSpPr>
          <p:spPr>
            <a:xfrm>
              <a:off x="3764050" y="4959339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699A9">
                <a:alpha val="100000"/>
              </a:srgbClr>
            </a:solidFill>
            <a:ln w="5420" cap="flat">
              <a:solidFill>
                <a:srgbClr val="3699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2" name="pg592"/>
            <p:cNvSpPr/>
            <p:nvPr/>
          </p:nvSpPr>
          <p:spPr>
            <a:xfrm>
              <a:off x="3845487" y="4959339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496A9">
                <a:alpha val="100000"/>
              </a:srgbClr>
            </a:solidFill>
            <a:ln w="5420" cap="flat">
              <a:solidFill>
                <a:srgbClr val="3496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3" name="pg593"/>
            <p:cNvSpPr/>
            <p:nvPr/>
          </p:nvSpPr>
          <p:spPr>
            <a:xfrm>
              <a:off x="3926924" y="4959339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594A8">
                <a:alpha val="100000"/>
              </a:srgbClr>
            </a:solidFill>
            <a:ln w="5420" cap="flat">
              <a:solidFill>
                <a:srgbClr val="3594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4" name="pg594"/>
            <p:cNvSpPr/>
            <p:nvPr/>
          </p:nvSpPr>
          <p:spPr>
            <a:xfrm>
              <a:off x="4008361" y="4959339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692A8">
                <a:alpha val="100000"/>
              </a:srgbClr>
            </a:solidFill>
            <a:ln w="5420" cap="flat">
              <a:solidFill>
                <a:srgbClr val="3692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5" name="pg595"/>
            <p:cNvSpPr/>
            <p:nvPr/>
          </p:nvSpPr>
          <p:spPr>
            <a:xfrm>
              <a:off x="4089798" y="4959339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690A7">
                <a:alpha val="100000"/>
              </a:srgbClr>
            </a:solidFill>
            <a:ln w="5420" cap="flat">
              <a:solidFill>
                <a:srgbClr val="3690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6" name="pg596"/>
            <p:cNvSpPr/>
            <p:nvPr/>
          </p:nvSpPr>
          <p:spPr>
            <a:xfrm>
              <a:off x="3275427" y="5062655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79AA9">
                <a:alpha val="100000"/>
              </a:srgbClr>
            </a:solidFill>
            <a:ln w="5420" cap="flat">
              <a:solidFill>
                <a:srgbClr val="379A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7" name="pg597"/>
            <p:cNvSpPr/>
            <p:nvPr/>
          </p:nvSpPr>
          <p:spPr>
            <a:xfrm>
              <a:off x="3601176" y="5062655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699A9">
                <a:alpha val="100000"/>
              </a:srgbClr>
            </a:solidFill>
            <a:ln w="5420" cap="flat">
              <a:solidFill>
                <a:srgbClr val="3699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8" name="pg598"/>
            <p:cNvSpPr/>
            <p:nvPr/>
          </p:nvSpPr>
          <p:spPr>
            <a:xfrm>
              <a:off x="3682613" y="5062655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598A9">
                <a:alpha val="100000"/>
              </a:srgbClr>
            </a:solidFill>
            <a:ln w="5420" cap="flat">
              <a:solidFill>
                <a:srgbClr val="3598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9" name="pg599"/>
            <p:cNvSpPr/>
            <p:nvPr/>
          </p:nvSpPr>
          <p:spPr>
            <a:xfrm>
              <a:off x="3764050" y="5062655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496A9">
                <a:alpha val="100000"/>
              </a:srgbClr>
            </a:solidFill>
            <a:ln w="5420" cap="flat">
              <a:solidFill>
                <a:srgbClr val="3496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0" name="pg600"/>
            <p:cNvSpPr/>
            <p:nvPr/>
          </p:nvSpPr>
          <p:spPr>
            <a:xfrm>
              <a:off x="3845487" y="5062655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594A8">
                <a:alpha val="100000"/>
              </a:srgbClr>
            </a:solidFill>
            <a:ln w="5420" cap="flat">
              <a:solidFill>
                <a:srgbClr val="3594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1" name="pg601"/>
            <p:cNvSpPr/>
            <p:nvPr/>
          </p:nvSpPr>
          <p:spPr>
            <a:xfrm>
              <a:off x="3926924" y="5062655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692A8">
                <a:alpha val="100000"/>
              </a:srgbClr>
            </a:solidFill>
            <a:ln w="5420" cap="flat">
              <a:solidFill>
                <a:srgbClr val="3692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2" name="pg602"/>
            <p:cNvSpPr/>
            <p:nvPr/>
          </p:nvSpPr>
          <p:spPr>
            <a:xfrm>
              <a:off x="4008361" y="5062655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690A8">
                <a:alpha val="100000"/>
              </a:srgbClr>
            </a:solidFill>
            <a:ln w="5420" cap="flat">
              <a:solidFill>
                <a:srgbClr val="3690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3" name="pg603"/>
            <p:cNvSpPr/>
            <p:nvPr/>
          </p:nvSpPr>
          <p:spPr>
            <a:xfrm>
              <a:off x="4089798" y="5062655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78FA7">
                <a:alpha val="100000"/>
              </a:srgbClr>
            </a:solidFill>
            <a:ln w="5420" cap="flat">
              <a:solidFill>
                <a:srgbClr val="378F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4" name="pg604"/>
            <p:cNvSpPr/>
            <p:nvPr/>
          </p:nvSpPr>
          <p:spPr>
            <a:xfrm>
              <a:off x="3193990" y="5165971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496A9">
                <a:alpha val="100000"/>
              </a:srgbClr>
            </a:solidFill>
            <a:ln w="5420" cap="flat">
              <a:solidFill>
                <a:srgbClr val="3496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5" name="pg605"/>
            <p:cNvSpPr/>
            <p:nvPr/>
          </p:nvSpPr>
          <p:spPr>
            <a:xfrm>
              <a:off x="3275427" y="5165971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497A9">
                <a:alpha val="100000"/>
              </a:srgbClr>
            </a:solidFill>
            <a:ln w="5420" cap="flat">
              <a:solidFill>
                <a:srgbClr val="3497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6" name="pg606"/>
            <p:cNvSpPr/>
            <p:nvPr/>
          </p:nvSpPr>
          <p:spPr>
            <a:xfrm>
              <a:off x="3356864" y="5165971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598A9">
                <a:alpha val="100000"/>
              </a:srgbClr>
            </a:solidFill>
            <a:ln w="5420" cap="flat">
              <a:solidFill>
                <a:srgbClr val="3598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7" name="pg607"/>
            <p:cNvSpPr/>
            <p:nvPr/>
          </p:nvSpPr>
          <p:spPr>
            <a:xfrm>
              <a:off x="3438301" y="5165971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497A9">
                <a:alpha val="100000"/>
              </a:srgbClr>
            </a:solidFill>
            <a:ln w="5420" cap="flat">
              <a:solidFill>
                <a:srgbClr val="3497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8" name="pg608"/>
            <p:cNvSpPr/>
            <p:nvPr/>
          </p:nvSpPr>
          <p:spPr>
            <a:xfrm>
              <a:off x="3519738" y="5165971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496A9">
                <a:alpha val="100000"/>
              </a:srgbClr>
            </a:solidFill>
            <a:ln w="5420" cap="flat">
              <a:solidFill>
                <a:srgbClr val="3496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9" name="pg609"/>
            <p:cNvSpPr/>
            <p:nvPr/>
          </p:nvSpPr>
          <p:spPr>
            <a:xfrm>
              <a:off x="3601176" y="5165971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496A9">
                <a:alpha val="100000"/>
              </a:srgbClr>
            </a:solidFill>
            <a:ln w="5420" cap="flat">
              <a:solidFill>
                <a:srgbClr val="3496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0" name="pg610"/>
            <p:cNvSpPr/>
            <p:nvPr/>
          </p:nvSpPr>
          <p:spPr>
            <a:xfrm>
              <a:off x="3682613" y="5165971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595A9">
                <a:alpha val="100000"/>
              </a:srgbClr>
            </a:solidFill>
            <a:ln w="5420" cap="flat">
              <a:solidFill>
                <a:srgbClr val="3595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1" name="pg611"/>
            <p:cNvSpPr/>
            <p:nvPr/>
          </p:nvSpPr>
          <p:spPr>
            <a:xfrm>
              <a:off x="3764050" y="5165971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593A8">
                <a:alpha val="100000"/>
              </a:srgbClr>
            </a:solidFill>
            <a:ln w="5420" cap="flat">
              <a:solidFill>
                <a:srgbClr val="3593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2" name="pg612"/>
            <p:cNvSpPr/>
            <p:nvPr/>
          </p:nvSpPr>
          <p:spPr>
            <a:xfrm>
              <a:off x="3845487" y="5165971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692A8">
                <a:alpha val="100000"/>
              </a:srgbClr>
            </a:solidFill>
            <a:ln w="5420" cap="flat">
              <a:solidFill>
                <a:srgbClr val="3692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3" name="pg613"/>
            <p:cNvSpPr/>
            <p:nvPr/>
          </p:nvSpPr>
          <p:spPr>
            <a:xfrm>
              <a:off x="3926924" y="5165971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690A8">
                <a:alpha val="100000"/>
              </a:srgbClr>
            </a:solidFill>
            <a:ln w="5420" cap="flat">
              <a:solidFill>
                <a:srgbClr val="3690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4" name="pg614"/>
            <p:cNvSpPr/>
            <p:nvPr/>
          </p:nvSpPr>
          <p:spPr>
            <a:xfrm>
              <a:off x="4008361" y="5165971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78FA7">
                <a:alpha val="100000"/>
              </a:srgbClr>
            </a:solidFill>
            <a:ln w="5420" cap="flat">
              <a:solidFill>
                <a:srgbClr val="378F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5" name="pg615"/>
            <p:cNvSpPr/>
            <p:nvPr/>
          </p:nvSpPr>
          <p:spPr>
            <a:xfrm>
              <a:off x="4089798" y="5165971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78DA7">
                <a:alpha val="100000"/>
              </a:srgbClr>
            </a:solidFill>
            <a:ln w="5420" cap="flat">
              <a:solidFill>
                <a:srgbClr val="378D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6" name="pg616"/>
            <p:cNvSpPr/>
            <p:nvPr/>
          </p:nvSpPr>
          <p:spPr>
            <a:xfrm>
              <a:off x="3112553" y="5269288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78DA7">
                <a:alpha val="100000"/>
              </a:srgbClr>
            </a:solidFill>
            <a:ln w="5420" cap="flat">
              <a:solidFill>
                <a:srgbClr val="378D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7" name="pg617"/>
            <p:cNvSpPr/>
            <p:nvPr/>
          </p:nvSpPr>
          <p:spPr>
            <a:xfrm>
              <a:off x="3193990" y="5269288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78DA7">
                <a:alpha val="100000"/>
              </a:srgbClr>
            </a:solidFill>
            <a:ln w="5420" cap="flat">
              <a:solidFill>
                <a:srgbClr val="378D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8" name="pg618"/>
            <p:cNvSpPr/>
            <p:nvPr/>
          </p:nvSpPr>
          <p:spPr>
            <a:xfrm>
              <a:off x="3275427" y="5269288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78EA7">
                <a:alpha val="100000"/>
              </a:srgbClr>
            </a:solidFill>
            <a:ln w="5420" cap="flat">
              <a:solidFill>
                <a:srgbClr val="378E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9" name="pg619"/>
            <p:cNvSpPr/>
            <p:nvPr/>
          </p:nvSpPr>
          <p:spPr>
            <a:xfrm>
              <a:off x="3356864" y="5269288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78FA7">
                <a:alpha val="100000"/>
              </a:srgbClr>
            </a:solidFill>
            <a:ln w="5420" cap="flat">
              <a:solidFill>
                <a:srgbClr val="378F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0" name="pg620"/>
            <p:cNvSpPr/>
            <p:nvPr/>
          </p:nvSpPr>
          <p:spPr>
            <a:xfrm>
              <a:off x="3438301" y="5269288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78FA7">
                <a:alpha val="100000"/>
              </a:srgbClr>
            </a:solidFill>
            <a:ln w="5420" cap="flat">
              <a:solidFill>
                <a:srgbClr val="378F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1" name="pg621"/>
            <p:cNvSpPr/>
            <p:nvPr/>
          </p:nvSpPr>
          <p:spPr>
            <a:xfrm>
              <a:off x="3519738" y="5269288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78FA7">
                <a:alpha val="100000"/>
              </a:srgbClr>
            </a:solidFill>
            <a:ln w="5420" cap="flat">
              <a:solidFill>
                <a:srgbClr val="378F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2" name="pg622"/>
            <p:cNvSpPr/>
            <p:nvPr/>
          </p:nvSpPr>
          <p:spPr>
            <a:xfrm>
              <a:off x="3601176" y="5269288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78FA7">
                <a:alpha val="100000"/>
              </a:srgbClr>
            </a:solidFill>
            <a:ln w="5420" cap="flat">
              <a:solidFill>
                <a:srgbClr val="378F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3" name="pg623"/>
            <p:cNvSpPr/>
            <p:nvPr/>
          </p:nvSpPr>
          <p:spPr>
            <a:xfrm>
              <a:off x="3682613" y="5269288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78EA7">
                <a:alpha val="100000"/>
              </a:srgbClr>
            </a:solidFill>
            <a:ln w="5420" cap="flat">
              <a:solidFill>
                <a:srgbClr val="378E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4" name="pg624"/>
            <p:cNvSpPr/>
            <p:nvPr/>
          </p:nvSpPr>
          <p:spPr>
            <a:xfrm>
              <a:off x="3764050" y="5269288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78DA7">
                <a:alpha val="100000"/>
              </a:srgbClr>
            </a:solidFill>
            <a:ln w="5420" cap="flat">
              <a:solidFill>
                <a:srgbClr val="378D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5" name="pg625"/>
            <p:cNvSpPr/>
            <p:nvPr/>
          </p:nvSpPr>
          <p:spPr>
            <a:xfrm>
              <a:off x="3845487" y="5269288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78CA7">
                <a:alpha val="100000"/>
              </a:srgbClr>
            </a:solidFill>
            <a:ln w="5420" cap="flat">
              <a:solidFill>
                <a:srgbClr val="378C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6" name="pg626"/>
            <p:cNvSpPr/>
            <p:nvPr/>
          </p:nvSpPr>
          <p:spPr>
            <a:xfrm>
              <a:off x="3926924" y="5269288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88BA7">
                <a:alpha val="100000"/>
              </a:srgbClr>
            </a:solidFill>
            <a:ln w="5420" cap="flat">
              <a:solidFill>
                <a:srgbClr val="388B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7" name="pg627"/>
            <p:cNvSpPr/>
            <p:nvPr/>
          </p:nvSpPr>
          <p:spPr>
            <a:xfrm>
              <a:off x="4008361" y="5269288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88BA6">
                <a:alpha val="100000"/>
              </a:srgbClr>
            </a:solidFill>
            <a:ln w="5420" cap="flat">
              <a:solidFill>
                <a:srgbClr val="388BA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8" name="pg628"/>
            <p:cNvSpPr/>
            <p:nvPr/>
          </p:nvSpPr>
          <p:spPr>
            <a:xfrm>
              <a:off x="4089798" y="5269288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88AA6">
                <a:alpha val="100000"/>
              </a:srgbClr>
            </a:solidFill>
            <a:ln w="5420" cap="flat">
              <a:solidFill>
                <a:srgbClr val="388AA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9" name="pg629"/>
            <p:cNvSpPr/>
            <p:nvPr/>
          </p:nvSpPr>
          <p:spPr>
            <a:xfrm>
              <a:off x="4171236" y="5269288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889A6">
                <a:alpha val="100000"/>
              </a:srgbClr>
            </a:solidFill>
            <a:ln w="5420" cap="flat">
              <a:solidFill>
                <a:srgbClr val="3889A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0" name="pg630"/>
            <p:cNvSpPr/>
            <p:nvPr/>
          </p:nvSpPr>
          <p:spPr>
            <a:xfrm>
              <a:off x="3112553" y="5372604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888A6">
                <a:alpha val="100000"/>
              </a:srgbClr>
            </a:solidFill>
            <a:ln w="5420" cap="flat">
              <a:solidFill>
                <a:srgbClr val="3888A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1" name="pg631"/>
            <p:cNvSpPr/>
            <p:nvPr/>
          </p:nvSpPr>
          <p:spPr>
            <a:xfrm>
              <a:off x="3193990" y="5372604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889A6">
                <a:alpha val="100000"/>
              </a:srgbClr>
            </a:solidFill>
            <a:ln w="5420" cap="flat">
              <a:solidFill>
                <a:srgbClr val="3889A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2" name="pg632"/>
            <p:cNvSpPr/>
            <p:nvPr/>
          </p:nvSpPr>
          <p:spPr>
            <a:xfrm>
              <a:off x="3275427" y="5372604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88AA6">
                <a:alpha val="100000"/>
              </a:srgbClr>
            </a:solidFill>
            <a:ln w="5420" cap="flat">
              <a:solidFill>
                <a:srgbClr val="388AA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3" name="pg633"/>
            <p:cNvSpPr/>
            <p:nvPr/>
          </p:nvSpPr>
          <p:spPr>
            <a:xfrm>
              <a:off x="3356864" y="5372604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88BA6">
                <a:alpha val="100000"/>
              </a:srgbClr>
            </a:solidFill>
            <a:ln w="5420" cap="flat">
              <a:solidFill>
                <a:srgbClr val="388BA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4" name="pg634"/>
            <p:cNvSpPr/>
            <p:nvPr/>
          </p:nvSpPr>
          <p:spPr>
            <a:xfrm>
              <a:off x="3438301" y="5372604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88BA6">
                <a:alpha val="100000"/>
              </a:srgbClr>
            </a:solidFill>
            <a:ln w="5420" cap="flat">
              <a:solidFill>
                <a:srgbClr val="388BA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5" name="pg635"/>
            <p:cNvSpPr/>
            <p:nvPr/>
          </p:nvSpPr>
          <p:spPr>
            <a:xfrm>
              <a:off x="3519738" y="5372604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88BA7">
                <a:alpha val="100000"/>
              </a:srgbClr>
            </a:solidFill>
            <a:ln w="5420" cap="flat">
              <a:solidFill>
                <a:srgbClr val="388B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6" name="pg636"/>
            <p:cNvSpPr/>
            <p:nvPr/>
          </p:nvSpPr>
          <p:spPr>
            <a:xfrm>
              <a:off x="3601176" y="5372604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88BA6">
                <a:alpha val="100000"/>
              </a:srgbClr>
            </a:solidFill>
            <a:ln w="5420" cap="flat">
              <a:solidFill>
                <a:srgbClr val="388BA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7" name="pg637"/>
            <p:cNvSpPr/>
            <p:nvPr/>
          </p:nvSpPr>
          <p:spPr>
            <a:xfrm>
              <a:off x="3682613" y="5372604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88BA6">
                <a:alpha val="100000"/>
              </a:srgbClr>
            </a:solidFill>
            <a:ln w="5420" cap="flat">
              <a:solidFill>
                <a:srgbClr val="388BA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8" name="pg638"/>
            <p:cNvSpPr/>
            <p:nvPr/>
          </p:nvSpPr>
          <p:spPr>
            <a:xfrm>
              <a:off x="3764050" y="5372604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88AA6">
                <a:alpha val="100000"/>
              </a:srgbClr>
            </a:solidFill>
            <a:ln w="5420" cap="flat">
              <a:solidFill>
                <a:srgbClr val="388AA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9" name="pg639"/>
            <p:cNvSpPr/>
            <p:nvPr/>
          </p:nvSpPr>
          <p:spPr>
            <a:xfrm>
              <a:off x="3845487" y="5372604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88AA6">
                <a:alpha val="100000"/>
              </a:srgbClr>
            </a:solidFill>
            <a:ln w="5420" cap="flat">
              <a:solidFill>
                <a:srgbClr val="388AA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0" name="pg640"/>
            <p:cNvSpPr/>
            <p:nvPr/>
          </p:nvSpPr>
          <p:spPr>
            <a:xfrm>
              <a:off x="3926924" y="5372604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889A6">
                <a:alpha val="100000"/>
              </a:srgbClr>
            </a:solidFill>
            <a:ln w="5420" cap="flat">
              <a:solidFill>
                <a:srgbClr val="3889A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1" name="pg641"/>
            <p:cNvSpPr/>
            <p:nvPr/>
          </p:nvSpPr>
          <p:spPr>
            <a:xfrm>
              <a:off x="4008361" y="5372604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888A6">
                <a:alpha val="100000"/>
              </a:srgbClr>
            </a:solidFill>
            <a:ln w="5420" cap="flat">
              <a:solidFill>
                <a:srgbClr val="3888A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2" name="pg642"/>
            <p:cNvSpPr/>
            <p:nvPr/>
          </p:nvSpPr>
          <p:spPr>
            <a:xfrm>
              <a:off x="4089798" y="5372604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887A6">
                <a:alpha val="100000"/>
              </a:srgbClr>
            </a:solidFill>
            <a:ln w="5420" cap="flat">
              <a:solidFill>
                <a:srgbClr val="3887A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3" name="pg643"/>
            <p:cNvSpPr/>
            <p:nvPr/>
          </p:nvSpPr>
          <p:spPr>
            <a:xfrm>
              <a:off x="4171236" y="5372604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987A6">
                <a:alpha val="100000"/>
              </a:srgbClr>
            </a:solidFill>
            <a:ln w="5420" cap="flat">
              <a:solidFill>
                <a:srgbClr val="3987A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4" name="pg644"/>
            <p:cNvSpPr/>
            <p:nvPr/>
          </p:nvSpPr>
          <p:spPr>
            <a:xfrm>
              <a:off x="4252673" y="5372604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986A5">
                <a:alpha val="100000"/>
              </a:srgbClr>
            </a:solidFill>
            <a:ln w="5420" cap="flat">
              <a:solidFill>
                <a:srgbClr val="3986A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5" name="pg645"/>
            <p:cNvSpPr/>
            <p:nvPr/>
          </p:nvSpPr>
          <p:spPr>
            <a:xfrm>
              <a:off x="3112553" y="5475920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984A5">
                <a:alpha val="100000"/>
              </a:srgbClr>
            </a:solidFill>
            <a:ln w="5420" cap="flat">
              <a:solidFill>
                <a:srgbClr val="3984A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6" name="pg646"/>
            <p:cNvSpPr/>
            <p:nvPr/>
          </p:nvSpPr>
          <p:spPr>
            <a:xfrm>
              <a:off x="3193990" y="5475920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985A5">
                <a:alpha val="100000"/>
              </a:srgbClr>
            </a:solidFill>
            <a:ln w="5420" cap="flat">
              <a:solidFill>
                <a:srgbClr val="3985A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7" name="pg647"/>
            <p:cNvSpPr/>
            <p:nvPr/>
          </p:nvSpPr>
          <p:spPr>
            <a:xfrm>
              <a:off x="3275427" y="5475920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986A5">
                <a:alpha val="100000"/>
              </a:srgbClr>
            </a:solidFill>
            <a:ln w="5420" cap="flat">
              <a:solidFill>
                <a:srgbClr val="3986A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8" name="pg648"/>
            <p:cNvSpPr/>
            <p:nvPr/>
          </p:nvSpPr>
          <p:spPr>
            <a:xfrm>
              <a:off x="3356864" y="5475920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986A5">
                <a:alpha val="100000"/>
              </a:srgbClr>
            </a:solidFill>
            <a:ln w="5420" cap="flat">
              <a:solidFill>
                <a:srgbClr val="3986A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9" name="pg649"/>
            <p:cNvSpPr/>
            <p:nvPr/>
          </p:nvSpPr>
          <p:spPr>
            <a:xfrm>
              <a:off x="3438301" y="5475920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987A6">
                <a:alpha val="100000"/>
              </a:srgbClr>
            </a:solidFill>
            <a:ln w="5420" cap="flat">
              <a:solidFill>
                <a:srgbClr val="3987A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0" name="pg650"/>
            <p:cNvSpPr/>
            <p:nvPr/>
          </p:nvSpPr>
          <p:spPr>
            <a:xfrm>
              <a:off x="3519738" y="5475920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887A6">
                <a:alpha val="100000"/>
              </a:srgbClr>
            </a:solidFill>
            <a:ln w="5420" cap="flat">
              <a:solidFill>
                <a:srgbClr val="3887A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1" name="pg651"/>
            <p:cNvSpPr/>
            <p:nvPr/>
          </p:nvSpPr>
          <p:spPr>
            <a:xfrm>
              <a:off x="3601176" y="5475920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887A6">
                <a:alpha val="100000"/>
              </a:srgbClr>
            </a:solidFill>
            <a:ln w="5420" cap="flat">
              <a:solidFill>
                <a:srgbClr val="3887A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2" name="pg652"/>
            <p:cNvSpPr/>
            <p:nvPr/>
          </p:nvSpPr>
          <p:spPr>
            <a:xfrm>
              <a:off x="3682613" y="5475920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887A6">
                <a:alpha val="100000"/>
              </a:srgbClr>
            </a:solidFill>
            <a:ln w="5420" cap="flat">
              <a:solidFill>
                <a:srgbClr val="3887A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3" name="pg653"/>
            <p:cNvSpPr/>
            <p:nvPr/>
          </p:nvSpPr>
          <p:spPr>
            <a:xfrm>
              <a:off x="3764050" y="5475920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987A6">
                <a:alpha val="100000"/>
              </a:srgbClr>
            </a:solidFill>
            <a:ln w="5420" cap="flat">
              <a:solidFill>
                <a:srgbClr val="3987A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4" name="pg654"/>
            <p:cNvSpPr/>
            <p:nvPr/>
          </p:nvSpPr>
          <p:spPr>
            <a:xfrm>
              <a:off x="3845487" y="5475920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987A6">
                <a:alpha val="100000"/>
              </a:srgbClr>
            </a:solidFill>
            <a:ln w="5420" cap="flat">
              <a:solidFill>
                <a:srgbClr val="3987A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5" name="pg655"/>
            <p:cNvSpPr/>
            <p:nvPr/>
          </p:nvSpPr>
          <p:spPr>
            <a:xfrm>
              <a:off x="3926924" y="5475920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986A5">
                <a:alpha val="100000"/>
              </a:srgbClr>
            </a:solidFill>
            <a:ln w="5420" cap="flat">
              <a:solidFill>
                <a:srgbClr val="3986A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6" name="pg656"/>
            <p:cNvSpPr/>
            <p:nvPr/>
          </p:nvSpPr>
          <p:spPr>
            <a:xfrm>
              <a:off x="4008361" y="5475920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986A5">
                <a:alpha val="100000"/>
              </a:srgbClr>
            </a:solidFill>
            <a:ln w="5420" cap="flat">
              <a:solidFill>
                <a:srgbClr val="3986A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7" name="pg657"/>
            <p:cNvSpPr/>
            <p:nvPr/>
          </p:nvSpPr>
          <p:spPr>
            <a:xfrm>
              <a:off x="4089798" y="5475920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985A5">
                <a:alpha val="100000"/>
              </a:srgbClr>
            </a:solidFill>
            <a:ln w="5420" cap="flat">
              <a:solidFill>
                <a:srgbClr val="3985A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8" name="pg658"/>
            <p:cNvSpPr/>
            <p:nvPr/>
          </p:nvSpPr>
          <p:spPr>
            <a:xfrm>
              <a:off x="4171236" y="5475920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985A5">
                <a:alpha val="100000"/>
              </a:srgbClr>
            </a:solidFill>
            <a:ln w="5420" cap="flat">
              <a:solidFill>
                <a:srgbClr val="3985A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9" name="pg659"/>
            <p:cNvSpPr/>
            <p:nvPr/>
          </p:nvSpPr>
          <p:spPr>
            <a:xfrm>
              <a:off x="4252673" y="5475920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984A5">
                <a:alpha val="100000"/>
              </a:srgbClr>
            </a:solidFill>
            <a:ln w="5420" cap="flat">
              <a:solidFill>
                <a:srgbClr val="3984A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0" name="pg660"/>
            <p:cNvSpPr/>
            <p:nvPr/>
          </p:nvSpPr>
          <p:spPr>
            <a:xfrm>
              <a:off x="5284534" y="1853932"/>
              <a:ext cx="27605" cy="141906"/>
            </a:xfrm>
            <a:custGeom>
              <a:avLst/>
              <a:pathLst>
                <a:path w="27605" h="141906">
                  <a:moveTo>
                    <a:pt x="25965" y="15142"/>
                  </a:moveTo>
                  <a:lnTo>
                    <a:pt x="3001" y="141906"/>
                  </a:lnTo>
                  <a:lnTo>
                    <a:pt x="0" y="103414"/>
                  </a:lnTo>
                  <a:lnTo>
                    <a:pt x="9634" y="0"/>
                  </a:lnTo>
                  <a:lnTo>
                    <a:pt x="27605" y="0"/>
                  </a:lnTo>
                  <a:close/>
                </a:path>
              </a:pathLst>
            </a:custGeom>
            <a:solidFill>
              <a:srgbClr val="FFEFDB">
                <a:alpha val="100000"/>
              </a:srgbClr>
            </a:solidFill>
            <a:ln w="5420" cap="flat">
              <a:solidFill>
                <a:srgbClr val="5959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1" name="pg661"/>
            <p:cNvSpPr/>
            <p:nvPr/>
          </p:nvSpPr>
          <p:spPr>
            <a:xfrm>
              <a:off x="4217860" y="1853932"/>
              <a:ext cx="1042192" cy="937770"/>
            </a:xfrm>
            <a:custGeom>
              <a:avLst/>
              <a:pathLst>
                <a:path w="1042192" h="937770">
                  <a:moveTo>
                    <a:pt x="1041757" y="966"/>
                  </a:moveTo>
                  <a:lnTo>
                    <a:pt x="998433" y="199714"/>
                  </a:lnTo>
                  <a:lnTo>
                    <a:pt x="938872" y="305648"/>
                  </a:lnTo>
                  <a:lnTo>
                    <a:pt x="884012" y="378917"/>
                  </a:lnTo>
                  <a:lnTo>
                    <a:pt x="827417" y="366805"/>
                  </a:lnTo>
                  <a:lnTo>
                    <a:pt x="840146" y="425026"/>
                  </a:lnTo>
                  <a:lnTo>
                    <a:pt x="824596" y="455352"/>
                  </a:lnTo>
                  <a:lnTo>
                    <a:pt x="811288" y="518619"/>
                  </a:lnTo>
                  <a:lnTo>
                    <a:pt x="777548" y="560552"/>
                  </a:lnTo>
                  <a:lnTo>
                    <a:pt x="745832" y="556515"/>
                  </a:lnTo>
                  <a:lnTo>
                    <a:pt x="700266" y="585419"/>
                  </a:lnTo>
                  <a:lnTo>
                    <a:pt x="682293" y="607532"/>
                  </a:lnTo>
                  <a:lnTo>
                    <a:pt x="680955" y="649879"/>
                  </a:lnTo>
                  <a:lnTo>
                    <a:pt x="650470" y="687132"/>
                  </a:lnTo>
                  <a:lnTo>
                    <a:pt x="540461" y="880650"/>
                  </a:lnTo>
                  <a:lnTo>
                    <a:pt x="444953" y="937770"/>
                  </a:lnTo>
                  <a:lnTo>
                    <a:pt x="422098" y="929465"/>
                  </a:lnTo>
                  <a:lnTo>
                    <a:pt x="447268" y="838120"/>
                  </a:lnTo>
                  <a:lnTo>
                    <a:pt x="464518" y="745766"/>
                  </a:lnTo>
                  <a:lnTo>
                    <a:pt x="406548" y="705576"/>
                  </a:lnTo>
                  <a:lnTo>
                    <a:pt x="351073" y="684334"/>
                  </a:lnTo>
                  <a:lnTo>
                    <a:pt x="287426" y="687132"/>
                  </a:lnTo>
                  <a:lnTo>
                    <a:pt x="217124" y="615332"/>
                  </a:lnTo>
                  <a:lnTo>
                    <a:pt x="126499" y="563121"/>
                  </a:lnTo>
                  <a:lnTo>
                    <a:pt x="0" y="421860"/>
                  </a:lnTo>
                  <a:lnTo>
                    <a:pt x="3688" y="382679"/>
                  </a:lnTo>
                  <a:lnTo>
                    <a:pt x="506" y="316935"/>
                  </a:lnTo>
                  <a:lnTo>
                    <a:pt x="38947" y="213064"/>
                  </a:lnTo>
                  <a:lnTo>
                    <a:pt x="75798" y="140438"/>
                  </a:lnTo>
                  <a:lnTo>
                    <a:pt x="126680" y="102817"/>
                  </a:lnTo>
                  <a:lnTo>
                    <a:pt x="274335" y="64508"/>
                  </a:lnTo>
                  <a:lnTo>
                    <a:pt x="311366" y="6884"/>
                  </a:lnTo>
                  <a:lnTo>
                    <a:pt x="314479" y="0"/>
                  </a:lnTo>
                  <a:lnTo>
                    <a:pt x="1042192" y="0"/>
                  </a:lnTo>
                  <a:close/>
                </a:path>
              </a:pathLst>
            </a:custGeom>
            <a:solidFill>
              <a:srgbClr val="FFEFDB">
                <a:alpha val="100000"/>
              </a:srgbClr>
            </a:solidFill>
            <a:ln w="5420" cap="flat">
              <a:solidFill>
                <a:srgbClr val="5959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2" name="pg662"/>
            <p:cNvSpPr/>
            <p:nvPr/>
          </p:nvSpPr>
          <p:spPr>
            <a:xfrm>
              <a:off x="2490532" y="1853932"/>
              <a:ext cx="2088998" cy="3682871"/>
            </a:xfrm>
            <a:custGeom>
              <a:avLst/>
              <a:pathLst>
                <a:path w="2088998" h="3682871">
                  <a:moveTo>
                    <a:pt x="1987487" y="41706"/>
                  </a:moveTo>
                  <a:lnTo>
                    <a:pt x="1877912" y="69968"/>
                  </a:lnTo>
                  <a:lnTo>
                    <a:pt x="1818858" y="101074"/>
                  </a:lnTo>
                  <a:lnTo>
                    <a:pt x="1771628" y="148650"/>
                  </a:lnTo>
                  <a:lnTo>
                    <a:pt x="1743674" y="208385"/>
                  </a:lnTo>
                  <a:lnTo>
                    <a:pt x="1680388" y="280369"/>
                  </a:lnTo>
                  <a:lnTo>
                    <a:pt x="1684836" y="328588"/>
                  </a:lnTo>
                  <a:lnTo>
                    <a:pt x="1695432" y="362859"/>
                  </a:lnTo>
                  <a:lnTo>
                    <a:pt x="1690550" y="434293"/>
                  </a:lnTo>
                  <a:lnTo>
                    <a:pt x="1730583" y="503937"/>
                  </a:lnTo>
                  <a:lnTo>
                    <a:pt x="1809961" y="618039"/>
                  </a:lnTo>
                  <a:lnTo>
                    <a:pt x="1825114" y="795269"/>
                  </a:lnTo>
                  <a:lnTo>
                    <a:pt x="1885687" y="913867"/>
                  </a:lnTo>
                  <a:lnTo>
                    <a:pt x="1978519" y="1052146"/>
                  </a:lnTo>
                  <a:lnTo>
                    <a:pt x="2049905" y="1091464"/>
                  </a:lnTo>
                  <a:lnTo>
                    <a:pt x="2053377" y="1142895"/>
                  </a:lnTo>
                  <a:lnTo>
                    <a:pt x="2020432" y="1227817"/>
                  </a:lnTo>
                  <a:lnTo>
                    <a:pt x="1977000" y="1266630"/>
                  </a:lnTo>
                  <a:lnTo>
                    <a:pt x="2033487" y="1258877"/>
                  </a:lnTo>
                  <a:lnTo>
                    <a:pt x="2061622" y="1278284"/>
                  </a:lnTo>
                  <a:lnTo>
                    <a:pt x="2088998" y="1349121"/>
                  </a:lnTo>
                  <a:lnTo>
                    <a:pt x="2086864" y="1421426"/>
                  </a:lnTo>
                  <a:lnTo>
                    <a:pt x="2077606" y="1462167"/>
                  </a:lnTo>
                  <a:lnTo>
                    <a:pt x="2060501" y="1478408"/>
                  </a:lnTo>
                  <a:lnTo>
                    <a:pt x="2061224" y="1436796"/>
                  </a:lnTo>
                  <a:lnTo>
                    <a:pt x="2049110" y="1422344"/>
                  </a:lnTo>
                  <a:lnTo>
                    <a:pt x="2029111" y="1440374"/>
                  </a:lnTo>
                  <a:lnTo>
                    <a:pt x="2016165" y="1460928"/>
                  </a:lnTo>
                  <a:lnTo>
                    <a:pt x="2010776" y="1541905"/>
                  </a:lnTo>
                  <a:lnTo>
                    <a:pt x="1997071" y="1582370"/>
                  </a:lnTo>
                  <a:lnTo>
                    <a:pt x="1948612" y="1594390"/>
                  </a:lnTo>
                  <a:lnTo>
                    <a:pt x="1899466" y="1700646"/>
                  </a:lnTo>
                  <a:lnTo>
                    <a:pt x="1853755" y="1760931"/>
                  </a:lnTo>
                  <a:lnTo>
                    <a:pt x="1673879" y="2168566"/>
                  </a:lnTo>
                  <a:lnTo>
                    <a:pt x="1680750" y="2236697"/>
                  </a:lnTo>
                  <a:lnTo>
                    <a:pt x="1647841" y="2258627"/>
                  </a:lnTo>
                  <a:lnTo>
                    <a:pt x="1598008" y="2276474"/>
                  </a:lnTo>
                  <a:lnTo>
                    <a:pt x="1547596" y="2317214"/>
                  </a:lnTo>
                  <a:lnTo>
                    <a:pt x="1514145" y="2362130"/>
                  </a:lnTo>
                  <a:lnTo>
                    <a:pt x="1483081" y="2482929"/>
                  </a:lnTo>
                  <a:lnTo>
                    <a:pt x="1423556" y="2618915"/>
                  </a:lnTo>
                  <a:lnTo>
                    <a:pt x="1386416" y="2562254"/>
                  </a:lnTo>
                  <a:lnTo>
                    <a:pt x="1376905" y="2513760"/>
                  </a:lnTo>
                  <a:lnTo>
                    <a:pt x="1393432" y="2387272"/>
                  </a:lnTo>
                  <a:lnTo>
                    <a:pt x="1457803" y="2179898"/>
                  </a:lnTo>
                  <a:lnTo>
                    <a:pt x="1528719" y="2050978"/>
                  </a:lnTo>
                  <a:lnTo>
                    <a:pt x="1582819" y="1989868"/>
                  </a:lnTo>
                  <a:lnTo>
                    <a:pt x="1627300" y="1865306"/>
                  </a:lnTo>
                  <a:lnTo>
                    <a:pt x="1571103" y="1846725"/>
                  </a:lnTo>
                  <a:lnTo>
                    <a:pt x="1485432" y="1848744"/>
                  </a:lnTo>
                  <a:lnTo>
                    <a:pt x="1501560" y="1791257"/>
                  </a:lnTo>
                  <a:lnTo>
                    <a:pt x="1526549" y="1740607"/>
                  </a:lnTo>
                  <a:lnTo>
                    <a:pt x="1481888" y="1690140"/>
                  </a:lnTo>
                  <a:lnTo>
                    <a:pt x="1455452" y="1683717"/>
                  </a:lnTo>
                  <a:lnTo>
                    <a:pt x="1428221" y="1663025"/>
                  </a:lnTo>
                  <a:lnTo>
                    <a:pt x="1460153" y="1621000"/>
                  </a:lnTo>
                  <a:lnTo>
                    <a:pt x="1475740" y="1576589"/>
                  </a:lnTo>
                  <a:lnTo>
                    <a:pt x="1466229" y="1522544"/>
                  </a:lnTo>
                  <a:lnTo>
                    <a:pt x="1479609" y="1481849"/>
                  </a:lnTo>
                  <a:lnTo>
                    <a:pt x="1457296" y="1487997"/>
                  </a:lnTo>
                  <a:lnTo>
                    <a:pt x="1421422" y="1531077"/>
                  </a:lnTo>
                  <a:lnTo>
                    <a:pt x="1399110" y="1548282"/>
                  </a:lnTo>
                  <a:lnTo>
                    <a:pt x="1385512" y="1510156"/>
                  </a:lnTo>
                  <a:lnTo>
                    <a:pt x="1369998" y="1518782"/>
                  </a:lnTo>
                  <a:lnTo>
                    <a:pt x="1359909" y="1544979"/>
                  </a:lnTo>
                  <a:lnTo>
                    <a:pt x="1337017" y="1559385"/>
                  </a:lnTo>
                  <a:lnTo>
                    <a:pt x="1288667" y="1523553"/>
                  </a:lnTo>
                  <a:lnTo>
                    <a:pt x="1218184" y="1482537"/>
                  </a:lnTo>
                  <a:lnTo>
                    <a:pt x="1178947" y="1411975"/>
                  </a:lnTo>
                  <a:lnTo>
                    <a:pt x="1156562" y="1357287"/>
                  </a:lnTo>
                  <a:lnTo>
                    <a:pt x="1179309" y="1258326"/>
                  </a:lnTo>
                  <a:lnTo>
                    <a:pt x="1228021" y="1240755"/>
                  </a:lnTo>
                  <a:lnTo>
                    <a:pt x="1291307" y="1256812"/>
                  </a:lnTo>
                  <a:lnTo>
                    <a:pt x="1374265" y="1256675"/>
                  </a:lnTo>
                  <a:lnTo>
                    <a:pt x="1362404" y="1234699"/>
                  </a:lnTo>
                  <a:lnTo>
                    <a:pt x="1332786" y="1238323"/>
                  </a:lnTo>
                  <a:lnTo>
                    <a:pt x="1245343" y="1158035"/>
                  </a:lnTo>
                  <a:lnTo>
                    <a:pt x="1217208" y="1109541"/>
                  </a:lnTo>
                  <a:lnTo>
                    <a:pt x="1168821" y="1096236"/>
                  </a:lnTo>
                  <a:lnTo>
                    <a:pt x="1146762" y="1142849"/>
                  </a:lnTo>
                  <a:lnTo>
                    <a:pt x="1122279" y="1155236"/>
                  </a:lnTo>
                  <a:lnTo>
                    <a:pt x="1152512" y="1053247"/>
                  </a:lnTo>
                  <a:lnTo>
                    <a:pt x="1192038" y="1049072"/>
                  </a:lnTo>
                  <a:lnTo>
                    <a:pt x="1250406" y="1020811"/>
                  </a:lnTo>
                  <a:lnTo>
                    <a:pt x="1233445" y="961764"/>
                  </a:lnTo>
                  <a:lnTo>
                    <a:pt x="1196595" y="935934"/>
                  </a:lnTo>
                  <a:lnTo>
                    <a:pt x="1130054" y="968325"/>
                  </a:lnTo>
                  <a:lnTo>
                    <a:pt x="1130850" y="926804"/>
                  </a:lnTo>
                  <a:lnTo>
                    <a:pt x="1143326" y="873631"/>
                  </a:lnTo>
                  <a:lnTo>
                    <a:pt x="1193485" y="873814"/>
                  </a:lnTo>
                  <a:lnTo>
                    <a:pt x="1237423" y="891156"/>
                  </a:lnTo>
                  <a:lnTo>
                    <a:pt x="1274816" y="805271"/>
                  </a:lnTo>
                  <a:lnTo>
                    <a:pt x="1276480" y="766916"/>
                  </a:lnTo>
                  <a:lnTo>
                    <a:pt x="1214351" y="822659"/>
                  </a:lnTo>
                  <a:lnTo>
                    <a:pt x="1200392" y="702410"/>
                  </a:lnTo>
                  <a:lnTo>
                    <a:pt x="1261544" y="586428"/>
                  </a:lnTo>
                  <a:lnTo>
                    <a:pt x="1319876" y="535869"/>
                  </a:lnTo>
                  <a:lnTo>
                    <a:pt x="1392745" y="537337"/>
                  </a:lnTo>
                  <a:lnTo>
                    <a:pt x="1466807" y="529171"/>
                  </a:lnTo>
                  <a:lnTo>
                    <a:pt x="1420338" y="507929"/>
                  </a:lnTo>
                  <a:lnTo>
                    <a:pt x="1372638" y="496413"/>
                  </a:lnTo>
                  <a:lnTo>
                    <a:pt x="1408476" y="450580"/>
                  </a:lnTo>
                  <a:lnTo>
                    <a:pt x="1439034" y="442368"/>
                  </a:lnTo>
                  <a:lnTo>
                    <a:pt x="1469050" y="402407"/>
                  </a:lnTo>
                  <a:lnTo>
                    <a:pt x="1396868" y="408326"/>
                  </a:lnTo>
                  <a:lnTo>
                    <a:pt x="1405366" y="332717"/>
                  </a:lnTo>
                  <a:lnTo>
                    <a:pt x="1370287" y="348086"/>
                  </a:lnTo>
                  <a:lnTo>
                    <a:pt x="1328302" y="355198"/>
                  </a:lnTo>
                  <a:lnTo>
                    <a:pt x="1311956" y="387267"/>
                  </a:lnTo>
                  <a:lnTo>
                    <a:pt x="1315175" y="440533"/>
                  </a:lnTo>
                  <a:lnTo>
                    <a:pt x="1302915" y="475492"/>
                  </a:lnTo>
                  <a:lnTo>
                    <a:pt x="1270260" y="503570"/>
                  </a:lnTo>
                  <a:lnTo>
                    <a:pt x="1215111" y="525455"/>
                  </a:lnTo>
                  <a:lnTo>
                    <a:pt x="1209758" y="487513"/>
                  </a:lnTo>
                  <a:lnTo>
                    <a:pt x="1191532" y="470308"/>
                  </a:lnTo>
                  <a:lnTo>
                    <a:pt x="1184733" y="551560"/>
                  </a:lnTo>
                  <a:lnTo>
                    <a:pt x="1170268" y="579179"/>
                  </a:lnTo>
                  <a:lnTo>
                    <a:pt x="1129946" y="502928"/>
                  </a:lnTo>
                  <a:lnTo>
                    <a:pt x="1117831" y="518298"/>
                  </a:lnTo>
                  <a:lnTo>
                    <a:pt x="1119386" y="539952"/>
                  </a:lnTo>
                  <a:lnTo>
                    <a:pt x="1109080" y="577390"/>
                  </a:lnTo>
                  <a:lnTo>
                    <a:pt x="1074507" y="596888"/>
                  </a:lnTo>
                  <a:lnTo>
                    <a:pt x="1076641" y="644878"/>
                  </a:lnTo>
                  <a:lnTo>
                    <a:pt x="1063225" y="671029"/>
                  </a:lnTo>
                  <a:lnTo>
                    <a:pt x="952492" y="629371"/>
                  </a:lnTo>
                  <a:lnTo>
                    <a:pt x="949889" y="643501"/>
                  </a:lnTo>
                  <a:lnTo>
                    <a:pt x="1012524" y="733333"/>
                  </a:lnTo>
                  <a:lnTo>
                    <a:pt x="1058270" y="764026"/>
                  </a:lnTo>
                  <a:lnTo>
                    <a:pt x="1063839" y="813024"/>
                  </a:lnTo>
                  <a:lnTo>
                    <a:pt x="1024566" y="853673"/>
                  </a:lnTo>
                  <a:lnTo>
                    <a:pt x="970393" y="818576"/>
                  </a:lnTo>
                  <a:lnTo>
                    <a:pt x="961280" y="821145"/>
                  </a:lnTo>
                  <a:lnTo>
                    <a:pt x="990717" y="881338"/>
                  </a:lnTo>
                  <a:lnTo>
                    <a:pt x="1009269" y="933916"/>
                  </a:lnTo>
                  <a:lnTo>
                    <a:pt x="990175" y="977960"/>
                  </a:lnTo>
                  <a:lnTo>
                    <a:pt x="993140" y="1032189"/>
                  </a:lnTo>
                  <a:lnTo>
                    <a:pt x="989017" y="1081371"/>
                  </a:lnTo>
                  <a:lnTo>
                    <a:pt x="977337" y="1124268"/>
                  </a:lnTo>
                  <a:lnTo>
                    <a:pt x="1003663" y="1322006"/>
                  </a:lnTo>
                  <a:lnTo>
                    <a:pt x="1035379" y="1375777"/>
                  </a:lnTo>
                  <a:lnTo>
                    <a:pt x="1066552" y="1427207"/>
                  </a:lnTo>
                  <a:lnTo>
                    <a:pt x="1083078" y="1475334"/>
                  </a:lnTo>
                  <a:lnTo>
                    <a:pt x="1049989" y="1482354"/>
                  </a:lnTo>
                  <a:lnTo>
                    <a:pt x="997299" y="1442760"/>
                  </a:lnTo>
                  <a:lnTo>
                    <a:pt x="951010" y="1412572"/>
                  </a:lnTo>
                  <a:lnTo>
                    <a:pt x="895861" y="1316042"/>
                  </a:lnTo>
                  <a:lnTo>
                    <a:pt x="886747" y="1277504"/>
                  </a:lnTo>
                  <a:lnTo>
                    <a:pt x="873295" y="1247040"/>
                  </a:lnTo>
                  <a:lnTo>
                    <a:pt x="879804" y="1317006"/>
                  </a:lnTo>
                  <a:lnTo>
                    <a:pt x="899477" y="1395138"/>
                  </a:lnTo>
                  <a:lnTo>
                    <a:pt x="1072193" y="1569983"/>
                  </a:lnTo>
                  <a:lnTo>
                    <a:pt x="1104089" y="1637058"/>
                  </a:lnTo>
                  <a:lnTo>
                    <a:pt x="1128391" y="1689773"/>
                  </a:lnTo>
                  <a:lnTo>
                    <a:pt x="1122279" y="1740286"/>
                  </a:lnTo>
                  <a:lnTo>
                    <a:pt x="1077256" y="1704546"/>
                  </a:lnTo>
                  <a:lnTo>
                    <a:pt x="1038416" y="1658988"/>
                  </a:lnTo>
                  <a:lnTo>
                    <a:pt x="935315" y="1607512"/>
                  </a:lnTo>
                  <a:lnTo>
                    <a:pt x="805308" y="1574983"/>
                  </a:lnTo>
                  <a:lnTo>
                    <a:pt x="732004" y="1455331"/>
                  </a:lnTo>
                  <a:lnTo>
                    <a:pt x="732258" y="1505247"/>
                  </a:lnTo>
                  <a:lnTo>
                    <a:pt x="715984" y="1547594"/>
                  </a:lnTo>
                  <a:lnTo>
                    <a:pt x="671178" y="1495980"/>
                  </a:lnTo>
                  <a:lnTo>
                    <a:pt x="642934" y="1451936"/>
                  </a:lnTo>
                  <a:lnTo>
                    <a:pt x="633459" y="1403671"/>
                  </a:lnTo>
                  <a:lnTo>
                    <a:pt x="577515" y="1406974"/>
                  </a:lnTo>
                  <a:lnTo>
                    <a:pt x="518858" y="1448908"/>
                  </a:lnTo>
                  <a:lnTo>
                    <a:pt x="462117" y="1438952"/>
                  </a:lnTo>
                  <a:lnTo>
                    <a:pt x="455391" y="1357104"/>
                  </a:lnTo>
                  <a:lnTo>
                    <a:pt x="470724" y="1313748"/>
                  </a:lnTo>
                  <a:lnTo>
                    <a:pt x="534408" y="1211209"/>
                  </a:lnTo>
                  <a:lnTo>
                    <a:pt x="594403" y="1158861"/>
                  </a:lnTo>
                  <a:lnTo>
                    <a:pt x="620875" y="1091281"/>
                  </a:lnTo>
                  <a:lnTo>
                    <a:pt x="611834" y="986493"/>
                  </a:lnTo>
                  <a:lnTo>
                    <a:pt x="600551" y="1093116"/>
                  </a:lnTo>
                  <a:lnTo>
                    <a:pt x="566268" y="1145969"/>
                  </a:lnTo>
                  <a:lnTo>
                    <a:pt x="512384" y="1186342"/>
                  </a:lnTo>
                  <a:lnTo>
                    <a:pt x="441468" y="1258280"/>
                  </a:lnTo>
                  <a:lnTo>
                    <a:pt x="424146" y="1324805"/>
                  </a:lnTo>
                  <a:lnTo>
                    <a:pt x="402014" y="1449367"/>
                  </a:lnTo>
                  <a:lnTo>
                    <a:pt x="431957" y="1491529"/>
                  </a:lnTo>
                  <a:lnTo>
                    <a:pt x="462551" y="1502540"/>
                  </a:lnTo>
                  <a:lnTo>
                    <a:pt x="552924" y="1474279"/>
                  </a:lnTo>
                  <a:lnTo>
                    <a:pt x="599683" y="1486896"/>
                  </a:lnTo>
                  <a:lnTo>
                    <a:pt x="703689" y="1636874"/>
                  </a:lnTo>
                  <a:lnTo>
                    <a:pt x="897343" y="1696196"/>
                  </a:lnTo>
                  <a:lnTo>
                    <a:pt x="967970" y="1733266"/>
                  </a:lnTo>
                  <a:lnTo>
                    <a:pt x="1025542" y="1811536"/>
                  </a:lnTo>
                  <a:lnTo>
                    <a:pt x="1112081" y="1856589"/>
                  </a:lnTo>
                  <a:lnTo>
                    <a:pt x="1179237" y="1922058"/>
                  </a:lnTo>
                  <a:lnTo>
                    <a:pt x="1181045" y="1964772"/>
                  </a:lnTo>
                  <a:lnTo>
                    <a:pt x="1157792" y="2015285"/>
                  </a:lnTo>
                  <a:lnTo>
                    <a:pt x="1148606" y="2083644"/>
                  </a:lnTo>
                  <a:lnTo>
                    <a:pt x="1120073" y="2126771"/>
                  </a:lnTo>
                  <a:lnTo>
                    <a:pt x="1051580" y="2131726"/>
                  </a:lnTo>
                  <a:lnTo>
                    <a:pt x="1010209" y="2120623"/>
                  </a:lnTo>
                  <a:lnTo>
                    <a:pt x="787804" y="1880308"/>
                  </a:lnTo>
                  <a:lnTo>
                    <a:pt x="761261" y="1858195"/>
                  </a:lnTo>
                  <a:lnTo>
                    <a:pt x="678772" y="1732349"/>
                  </a:lnTo>
                  <a:lnTo>
                    <a:pt x="581999" y="1664952"/>
                  </a:lnTo>
                  <a:lnTo>
                    <a:pt x="552056" y="1666374"/>
                  </a:lnTo>
                  <a:lnTo>
                    <a:pt x="689802" y="1791028"/>
                  </a:lnTo>
                  <a:lnTo>
                    <a:pt x="746036" y="1878198"/>
                  </a:lnTo>
                  <a:lnTo>
                    <a:pt x="845087" y="2000420"/>
                  </a:lnTo>
                  <a:lnTo>
                    <a:pt x="915895" y="2052171"/>
                  </a:lnTo>
                  <a:lnTo>
                    <a:pt x="968006" y="2132918"/>
                  </a:lnTo>
                  <a:lnTo>
                    <a:pt x="1016429" y="2170769"/>
                  </a:lnTo>
                  <a:lnTo>
                    <a:pt x="1148642" y="2224676"/>
                  </a:lnTo>
                  <a:lnTo>
                    <a:pt x="1102679" y="2263398"/>
                  </a:lnTo>
                  <a:lnTo>
                    <a:pt x="1176054" y="2296385"/>
                  </a:lnTo>
                  <a:lnTo>
                    <a:pt x="1186542" y="2357037"/>
                  </a:lnTo>
                  <a:lnTo>
                    <a:pt x="1179815" y="2426177"/>
                  </a:lnTo>
                  <a:lnTo>
                    <a:pt x="1077979" y="2398833"/>
                  </a:lnTo>
                  <a:lnTo>
                    <a:pt x="1074652" y="2449759"/>
                  </a:lnTo>
                  <a:lnTo>
                    <a:pt x="1083765" y="2479810"/>
                  </a:lnTo>
                  <a:lnTo>
                    <a:pt x="1038778" y="2504630"/>
                  </a:lnTo>
                  <a:lnTo>
                    <a:pt x="976216" y="2470955"/>
                  </a:lnTo>
                  <a:lnTo>
                    <a:pt x="813770" y="2286751"/>
                  </a:lnTo>
                  <a:lnTo>
                    <a:pt x="815144" y="2311388"/>
                  </a:lnTo>
                  <a:lnTo>
                    <a:pt x="828307" y="2339970"/>
                  </a:lnTo>
                  <a:lnTo>
                    <a:pt x="922513" y="2458568"/>
                  </a:lnTo>
                  <a:lnTo>
                    <a:pt x="1006593" y="2529680"/>
                  </a:lnTo>
                  <a:lnTo>
                    <a:pt x="1077871" y="2561796"/>
                  </a:lnTo>
                  <a:lnTo>
                    <a:pt x="1132803" y="2621392"/>
                  </a:lnTo>
                  <a:lnTo>
                    <a:pt x="1152186" y="2657453"/>
                  </a:lnTo>
                  <a:lnTo>
                    <a:pt x="1165133" y="2712141"/>
                  </a:lnTo>
                  <a:lnTo>
                    <a:pt x="1124413" y="2749303"/>
                  </a:lnTo>
                  <a:lnTo>
                    <a:pt x="1078051" y="2769811"/>
                  </a:lnTo>
                  <a:lnTo>
                    <a:pt x="1032775" y="2732741"/>
                  </a:lnTo>
                  <a:lnTo>
                    <a:pt x="999577" y="2693698"/>
                  </a:lnTo>
                  <a:lnTo>
                    <a:pt x="928878" y="2627403"/>
                  </a:lnTo>
                  <a:lnTo>
                    <a:pt x="907686" y="2553308"/>
                  </a:lnTo>
                  <a:lnTo>
                    <a:pt x="853911" y="2557116"/>
                  </a:lnTo>
                  <a:lnTo>
                    <a:pt x="629156" y="2463156"/>
                  </a:lnTo>
                  <a:lnTo>
                    <a:pt x="448520" y="2452328"/>
                  </a:lnTo>
                  <a:lnTo>
                    <a:pt x="466168" y="2471230"/>
                  </a:lnTo>
                  <a:lnTo>
                    <a:pt x="489023" y="2483801"/>
                  </a:lnTo>
                  <a:lnTo>
                    <a:pt x="632881" y="2506970"/>
                  </a:lnTo>
                  <a:lnTo>
                    <a:pt x="689730" y="2550234"/>
                  </a:lnTo>
                  <a:lnTo>
                    <a:pt x="808056" y="2588635"/>
                  </a:lnTo>
                  <a:lnTo>
                    <a:pt x="877345" y="2599141"/>
                  </a:lnTo>
                  <a:lnTo>
                    <a:pt x="905444" y="2717096"/>
                  </a:lnTo>
                  <a:lnTo>
                    <a:pt x="1001204" y="2798256"/>
                  </a:lnTo>
                  <a:lnTo>
                    <a:pt x="1013645" y="2858403"/>
                  </a:lnTo>
                  <a:lnTo>
                    <a:pt x="1079028" y="2865148"/>
                  </a:lnTo>
                  <a:lnTo>
                    <a:pt x="1194063" y="2806147"/>
                  </a:lnTo>
                  <a:lnTo>
                    <a:pt x="1268307" y="2826839"/>
                  </a:lnTo>
                  <a:lnTo>
                    <a:pt x="1375386" y="2843722"/>
                  </a:lnTo>
                  <a:lnTo>
                    <a:pt x="1399869" y="2891345"/>
                  </a:lnTo>
                  <a:lnTo>
                    <a:pt x="1418240" y="2981956"/>
                  </a:lnTo>
                  <a:lnTo>
                    <a:pt x="1456103" y="3083899"/>
                  </a:lnTo>
                  <a:lnTo>
                    <a:pt x="1554287" y="3485845"/>
                  </a:lnTo>
                  <a:lnTo>
                    <a:pt x="1642687" y="3682871"/>
                  </a:lnTo>
                  <a:lnTo>
                    <a:pt x="1615976" y="3682871"/>
                  </a:lnTo>
                  <a:lnTo>
                    <a:pt x="1576238" y="3603800"/>
                  </a:lnTo>
                  <a:lnTo>
                    <a:pt x="1515845" y="3446573"/>
                  </a:lnTo>
                  <a:lnTo>
                    <a:pt x="1453789" y="3168959"/>
                  </a:lnTo>
                  <a:lnTo>
                    <a:pt x="1435779" y="3106793"/>
                  </a:lnTo>
                  <a:lnTo>
                    <a:pt x="1414588" y="3081972"/>
                  </a:lnTo>
                  <a:lnTo>
                    <a:pt x="1400629" y="3102159"/>
                  </a:lnTo>
                  <a:lnTo>
                    <a:pt x="1394625" y="3137532"/>
                  </a:lnTo>
                  <a:lnTo>
                    <a:pt x="1404751" y="3164692"/>
                  </a:lnTo>
                  <a:lnTo>
                    <a:pt x="1380305" y="3256083"/>
                  </a:lnTo>
                  <a:lnTo>
                    <a:pt x="1390901" y="3298016"/>
                  </a:lnTo>
                  <a:lnTo>
                    <a:pt x="1430608" y="3341372"/>
                  </a:lnTo>
                  <a:lnTo>
                    <a:pt x="1473751" y="3449555"/>
                  </a:lnTo>
                  <a:lnTo>
                    <a:pt x="1508214" y="3595221"/>
                  </a:lnTo>
                  <a:lnTo>
                    <a:pt x="1461600" y="3536174"/>
                  </a:lnTo>
                  <a:lnTo>
                    <a:pt x="1411839" y="3504885"/>
                  </a:lnTo>
                  <a:lnTo>
                    <a:pt x="1334413" y="3480890"/>
                  </a:lnTo>
                  <a:lnTo>
                    <a:pt x="1265450" y="3438819"/>
                  </a:lnTo>
                  <a:lnTo>
                    <a:pt x="1270477" y="3499150"/>
                  </a:lnTo>
                  <a:lnTo>
                    <a:pt x="1263859" y="3564298"/>
                  </a:lnTo>
                  <a:lnTo>
                    <a:pt x="1210699" y="3544433"/>
                  </a:lnTo>
                  <a:lnTo>
                    <a:pt x="1174535" y="3522824"/>
                  </a:lnTo>
                  <a:lnTo>
                    <a:pt x="1206540" y="3592239"/>
                  </a:lnTo>
                  <a:lnTo>
                    <a:pt x="1137070" y="3571410"/>
                  </a:lnTo>
                  <a:lnTo>
                    <a:pt x="1090781" y="3575768"/>
                  </a:lnTo>
                  <a:lnTo>
                    <a:pt x="1060693" y="3637384"/>
                  </a:lnTo>
                  <a:lnTo>
                    <a:pt x="1020335" y="3674775"/>
                  </a:lnTo>
                  <a:lnTo>
                    <a:pt x="980297" y="3682871"/>
                  </a:lnTo>
                  <a:lnTo>
                    <a:pt x="954427" y="3682871"/>
                  </a:lnTo>
                  <a:lnTo>
                    <a:pt x="872137" y="3630502"/>
                  </a:lnTo>
                  <a:lnTo>
                    <a:pt x="843460" y="3562096"/>
                  </a:lnTo>
                  <a:lnTo>
                    <a:pt x="831598" y="3485937"/>
                  </a:lnTo>
                  <a:lnTo>
                    <a:pt x="826861" y="3575997"/>
                  </a:lnTo>
                  <a:lnTo>
                    <a:pt x="842628" y="3669774"/>
                  </a:lnTo>
                  <a:lnTo>
                    <a:pt x="841612" y="3682871"/>
                  </a:lnTo>
                  <a:lnTo>
                    <a:pt x="0" y="3682871"/>
                  </a:lnTo>
                  <a:lnTo>
                    <a:pt x="0" y="0"/>
                  </a:lnTo>
                  <a:lnTo>
                    <a:pt x="2024089" y="0"/>
                  </a:lnTo>
                  <a:close/>
                </a:path>
              </a:pathLst>
            </a:custGeom>
            <a:solidFill>
              <a:srgbClr val="FFEFDB">
                <a:alpha val="100000"/>
              </a:srgbClr>
            </a:solidFill>
            <a:ln w="5420" cap="flat">
              <a:solidFill>
                <a:srgbClr val="5959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3" name="pg663"/>
            <p:cNvSpPr/>
            <p:nvPr/>
          </p:nvSpPr>
          <p:spPr>
            <a:xfrm>
              <a:off x="5159228" y="2035019"/>
              <a:ext cx="108453" cy="203932"/>
            </a:xfrm>
            <a:custGeom>
              <a:avLst/>
              <a:pathLst>
                <a:path w="108453" h="203932">
                  <a:moveTo>
                    <a:pt x="1988" y="203932"/>
                  </a:moveTo>
                  <a:lnTo>
                    <a:pt x="0" y="176588"/>
                  </a:lnTo>
                  <a:lnTo>
                    <a:pt x="108453" y="0"/>
                  </a:lnTo>
                  <a:lnTo>
                    <a:pt x="88853" y="61707"/>
                  </a:lnTo>
                  <a:close/>
                </a:path>
              </a:pathLst>
            </a:custGeom>
            <a:solidFill>
              <a:srgbClr val="FFEFDB">
                <a:alpha val="100000"/>
              </a:srgbClr>
            </a:solidFill>
            <a:ln w="5420" cap="flat">
              <a:solidFill>
                <a:srgbClr val="5959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4" name="pg664"/>
            <p:cNvSpPr/>
            <p:nvPr/>
          </p:nvSpPr>
          <p:spPr>
            <a:xfrm>
              <a:off x="4325772" y="3395883"/>
              <a:ext cx="207830" cy="400294"/>
            </a:xfrm>
            <a:custGeom>
              <a:avLst/>
              <a:pathLst>
                <a:path w="207830" h="400294">
                  <a:moveTo>
                    <a:pt x="0" y="400294"/>
                  </a:moveTo>
                  <a:lnTo>
                    <a:pt x="112974" y="212144"/>
                  </a:lnTo>
                  <a:lnTo>
                    <a:pt x="178574" y="54504"/>
                  </a:lnTo>
                  <a:lnTo>
                    <a:pt x="207830" y="0"/>
                  </a:lnTo>
                  <a:lnTo>
                    <a:pt x="179442" y="110476"/>
                  </a:lnTo>
                  <a:lnTo>
                    <a:pt x="129826" y="212052"/>
                  </a:lnTo>
                  <a:lnTo>
                    <a:pt x="33668" y="385062"/>
                  </a:lnTo>
                  <a:close/>
                </a:path>
              </a:pathLst>
            </a:custGeom>
            <a:solidFill>
              <a:srgbClr val="FFEFDB">
                <a:alpha val="100000"/>
              </a:srgbClr>
            </a:solidFill>
            <a:ln w="5420" cap="flat">
              <a:solidFill>
                <a:srgbClr val="5959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5" name="pt665"/>
            <p:cNvSpPr/>
            <p:nvPr/>
          </p:nvSpPr>
          <p:spPr>
            <a:xfrm>
              <a:off x="4042131" y="3963949"/>
              <a:ext cx="144506" cy="144506"/>
            </a:xfrm>
            <a:prstGeom prst="ellipse">
              <a:avLst/>
            </a:prstGeom>
            <a:solidFill>
              <a:srgbClr val="3A5894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6" name="pt666"/>
            <p:cNvSpPr/>
            <p:nvPr/>
          </p:nvSpPr>
          <p:spPr>
            <a:xfrm>
              <a:off x="4598279" y="2594972"/>
              <a:ext cx="144506" cy="144506"/>
            </a:xfrm>
            <a:prstGeom prst="ellipse">
              <a:avLst/>
            </a:prstGeom>
            <a:solidFill>
              <a:srgbClr val="3A6EA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7" name="pt667"/>
            <p:cNvSpPr/>
            <p:nvPr/>
          </p:nvSpPr>
          <p:spPr>
            <a:xfrm>
              <a:off x="4150995" y="2255653"/>
              <a:ext cx="144506" cy="144506"/>
            </a:xfrm>
            <a:prstGeom prst="ellipse">
              <a:avLst/>
            </a:prstGeom>
            <a:solidFill>
              <a:srgbClr val="5ECBAC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8" name="pt668"/>
            <p:cNvSpPr/>
            <p:nvPr/>
          </p:nvSpPr>
          <p:spPr>
            <a:xfrm>
              <a:off x="3069870" y="3287113"/>
              <a:ext cx="144506" cy="144506"/>
            </a:xfrm>
            <a:prstGeom prst="ellipse">
              <a:avLst/>
            </a:prstGeom>
            <a:solidFill>
              <a:srgbClr val="68D0AF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9" name="pt669"/>
            <p:cNvSpPr/>
            <p:nvPr/>
          </p:nvSpPr>
          <p:spPr>
            <a:xfrm>
              <a:off x="3376420" y="4483362"/>
              <a:ext cx="144506" cy="144506"/>
            </a:xfrm>
            <a:prstGeom prst="ellipse">
              <a:avLst/>
            </a:prstGeom>
            <a:solidFill>
              <a:srgbClr val="379AA9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0" name="pt670"/>
            <p:cNvSpPr/>
            <p:nvPr/>
          </p:nvSpPr>
          <p:spPr>
            <a:xfrm>
              <a:off x="3424036" y="3595130"/>
              <a:ext cx="198708" cy="198708"/>
            </a:xfrm>
            <a:prstGeom prst="ellipse">
              <a:avLst/>
            </a:prstGeom>
            <a:solidFill>
              <a:srgbClr val="B2E7CF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1" name="pt671"/>
            <p:cNvSpPr/>
            <p:nvPr/>
          </p:nvSpPr>
          <p:spPr>
            <a:xfrm>
              <a:off x="3396285" y="4283874"/>
              <a:ext cx="198708" cy="198708"/>
            </a:xfrm>
            <a:prstGeom prst="ellipse">
              <a:avLst/>
            </a:prstGeom>
            <a:solidFill>
              <a:srgbClr val="379AA9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2" name="pt672"/>
            <p:cNvSpPr/>
            <p:nvPr/>
          </p:nvSpPr>
          <p:spPr>
            <a:xfrm>
              <a:off x="3349319" y="4456260"/>
              <a:ext cx="198708" cy="198708"/>
            </a:xfrm>
            <a:prstGeom prst="ellipse">
              <a:avLst/>
            </a:prstGeom>
            <a:solidFill>
              <a:srgbClr val="48ACAB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3" name="pg673"/>
            <p:cNvSpPr/>
            <p:nvPr/>
          </p:nvSpPr>
          <p:spPr>
            <a:xfrm>
              <a:off x="3241457" y="3539977"/>
              <a:ext cx="267615" cy="231762"/>
            </a:xfrm>
            <a:custGeom>
              <a:avLst/>
              <a:pathLst>
                <a:path w="267615" h="231762">
                  <a:moveTo>
                    <a:pt x="133807" y="0"/>
                  </a:moveTo>
                  <a:lnTo>
                    <a:pt x="267615" y="231762"/>
                  </a:lnTo>
                  <a:lnTo>
                    <a:pt x="0" y="231762"/>
                  </a:lnTo>
                  <a:close/>
                </a:path>
              </a:pathLst>
            </a:custGeom>
            <a:solidFill>
              <a:srgbClr val="FF1493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4" name="pl674"/>
            <p:cNvSpPr/>
            <p:nvPr/>
          </p:nvSpPr>
          <p:spPr>
            <a:xfrm>
              <a:off x="3536967" y="3324749"/>
              <a:ext cx="1087488" cy="365176"/>
            </a:xfrm>
            <a:custGeom>
              <a:avLst/>
              <a:pathLst>
                <a:path w="1087488" h="365176">
                  <a:moveTo>
                    <a:pt x="1087488" y="0"/>
                  </a:moveTo>
                  <a:lnTo>
                    <a:pt x="0" y="365176"/>
                  </a:lnTo>
                </a:path>
              </a:pathLst>
            </a:custGeom>
            <a:ln w="1355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5" name="pl675"/>
            <p:cNvSpPr/>
            <p:nvPr/>
          </p:nvSpPr>
          <p:spPr>
            <a:xfrm>
              <a:off x="3508992" y="3884360"/>
              <a:ext cx="1279253" cy="493715"/>
            </a:xfrm>
            <a:custGeom>
              <a:avLst/>
              <a:pathLst>
                <a:path w="1279253" h="493715">
                  <a:moveTo>
                    <a:pt x="1279253" y="0"/>
                  </a:moveTo>
                  <a:lnTo>
                    <a:pt x="0" y="493715"/>
                  </a:lnTo>
                </a:path>
              </a:pathLst>
            </a:custGeom>
            <a:ln w="1355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6" name="pl676"/>
            <p:cNvSpPr/>
            <p:nvPr/>
          </p:nvSpPr>
          <p:spPr>
            <a:xfrm>
              <a:off x="3462631" y="4297933"/>
              <a:ext cx="1080725" cy="254396"/>
            </a:xfrm>
            <a:custGeom>
              <a:avLst/>
              <a:pathLst>
                <a:path w="1080725" h="254396">
                  <a:moveTo>
                    <a:pt x="1080725" y="0"/>
                  </a:moveTo>
                  <a:lnTo>
                    <a:pt x="0" y="254396"/>
                  </a:lnTo>
                </a:path>
              </a:pathLst>
            </a:custGeom>
            <a:ln w="1355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7" name="pg677"/>
            <p:cNvSpPr/>
            <p:nvPr/>
          </p:nvSpPr>
          <p:spPr>
            <a:xfrm>
              <a:off x="4624455" y="3156342"/>
              <a:ext cx="1500987" cy="324612"/>
            </a:xfrm>
            <a:custGeom>
              <a:avLst/>
              <a:pathLst>
                <a:path w="1500987" h="324612">
                  <a:moveTo>
                    <a:pt x="27432" y="324612"/>
                  </a:moveTo>
                  <a:lnTo>
                    <a:pt x="1473555" y="324612"/>
                  </a:lnTo>
                  <a:lnTo>
                    <a:pt x="1472451" y="324589"/>
                  </a:lnTo>
                  <a:lnTo>
                    <a:pt x="1476862" y="324411"/>
                  </a:lnTo>
                  <a:lnTo>
                    <a:pt x="1481187" y="323528"/>
                  </a:lnTo>
                  <a:lnTo>
                    <a:pt x="1485315" y="321963"/>
                  </a:lnTo>
                  <a:lnTo>
                    <a:pt x="1489138" y="319756"/>
                  </a:lnTo>
                  <a:lnTo>
                    <a:pt x="1492558" y="316964"/>
                  </a:lnTo>
                  <a:lnTo>
                    <a:pt x="1495485" y="313659"/>
                  </a:lnTo>
                  <a:lnTo>
                    <a:pt x="1497845" y="309928"/>
                  </a:lnTo>
                  <a:lnTo>
                    <a:pt x="1499575" y="305866"/>
                  </a:lnTo>
                  <a:lnTo>
                    <a:pt x="1500632" y="301580"/>
                  </a:lnTo>
                  <a:lnTo>
                    <a:pt x="1500987" y="297180"/>
                  </a:lnTo>
                  <a:lnTo>
                    <a:pt x="1500987" y="27432"/>
                  </a:lnTo>
                  <a:lnTo>
                    <a:pt x="1500632" y="23031"/>
                  </a:lnTo>
                  <a:lnTo>
                    <a:pt x="1499575" y="18745"/>
                  </a:lnTo>
                  <a:lnTo>
                    <a:pt x="1497845" y="14683"/>
                  </a:lnTo>
                  <a:lnTo>
                    <a:pt x="1495485" y="10952"/>
                  </a:lnTo>
                  <a:lnTo>
                    <a:pt x="1492558" y="7647"/>
                  </a:lnTo>
                  <a:lnTo>
                    <a:pt x="1489138" y="4855"/>
                  </a:lnTo>
                  <a:lnTo>
                    <a:pt x="1485315" y="2648"/>
                  </a:lnTo>
                  <a:lnTo>
                    <a:pt x="1481187" y="1083"/>
                  </a:lnTo>
                  <a:lnTo>
                    <a:pt x="1476862" y="200"/>
                  </a:lnTo>
                  <a:lnTo>
                    <a:pt x="1473555" y="0"/>
                  </a:lnTo>
                  <a:lnTo>
                    <a:pt x="27432" y="0"/>
                  </a:lnTo>
                  <a:lnTo>
                    <a:pt x="30738" y="200"/>
                  </a:lnTo>
                  <a:lnTo>
                    <a:pt x="26327" y="22"/>
                  </a:lnTo>
                  <a:lnTo>
                    <a:pt x="21944" y="554"/>
                  </a:lnTo>
                  <a:lnTo>
                    <a:pt x="17704" y="1782"/>
                  </a:lnTo>
                  <a:lnTo>
                    <a:pt x="13715" y="3675"/>
                  </a:lnTo>
                  <a:lnTo>
                    <a:pt x="10082" y="6183"/>
                  </a:lnTo>
                  <a:lnTo>
                    <a:pt x="6898" y="9241"/>
                  </a:lnTo>
                  <a:lnTo>
                    <a:pt x="4246" y="12770"/>
                  </a:lnTo>
                  <a:lnTo>
                    <a:pt x="2195" y="16679"/>
                  </a:lnTo>
                  <a:lnTo>
                    <a:pt x="797" y="20867"/>
                  </a:lnTo>
                  <a:lnTo>
                    <a:pt x="88" y="25224"/>
                  </a:lnTo>
                  <a:lnTo>
                    <a:pt x="0" y="27432"/>
                  </a:lnTo>
                  <a:lnTo>
                    <a:pt x="0" y="297180"/>
                  </a:lnTo>
                  <a:lnTo>
                    <a:pt x="88" y="294972"/>
                  </a:lnTo>
                  <a:lnTo>
                    <a:pt x="88" y="299387"/>
                  </a:lnTo>
                  <a:lnTo>
                    <a:pt x="797" y="303744"/>
                  </a:lnTo>
                  <a:lnTo>
                    <a:pt x="2195" y="307932"/>
                  </a:lnTo>
                  <a:lnTo>
                    <a:pt x="4246" y="311841"/>
                  </a:lnTo>
                  <a:lnTo>
                    <a:pt x="6898" y="315370"/>
                  </a:lnTo>
                  <a:lnTo>
                    <a:pt x="10082" y="318428"/>
                  </a:lnTo>
                  <a:lnTo>
                    <a:pt x="13715" y="320936"/>
                  </a:lnTo>
                  <a:lnTo>
                    <a:pt x="17704" y="322829"/>
                  </a:lnTo>
                  <a:lnTo>
                    <a:pt x="21944" y="324057"/>
                  </a:lnTo>
                  <a:lnTo>
                    <a:pt x="26327" y="324589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6775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8" name="tx678"/>
            <p:cNvSpPr/>
            <p:nvPr/>
          </p:nvSpPr>
          <p:spPr>
            <a:xfrm>
              <a:off x="4670175" y="3202062"/>
              <a:ext cx="1409547" cy="23317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256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256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S1_LOLA</a:t>
              </a:r>
            </a:p>
          </p:txBody>
        </p:sp>
        <p:sp>
          <p:nvSpPr>
            <p:cNvPr id="679" name="pg679"/>
            <p:cNvSpPr/>
            <p:nvPr/>
          </p:nvSpPr>
          <p:spPr>
            <a:xfrm>
              <a:off x="4788245" y="3715892"/>
              <a:ext cx="1554937" cy="324611"/>
            </a:xfrm>
            <a:custGeom>
              <a:avLst/>
              <a:pathLst>
                <a:path w="1554937" h="324611">
                  <a:moveTo>
                    <a:pt x="27431" y="324611"/>
                  </a:moveTo>
                  <a:lnTo>
                    <a:pt x="1527505" y="324611"/>
                  </a:lnTo>
                  <a:lnTo>
                    <a:pt x="1526400" y="324589"/>
                  </a:lnTo>
                  <a:lnTo>
                    <a:pt x="1530811" y="324411"/>
                  </a:lnTo>
                  <a:lnTo>
                    <a:pt x="1535137" y="323528"/>
                  </a:lnTo>
                  <a:lnTo>
                    <a:pt x="1539265" y="321963"/>
                  </a:lnTo>
                  <a:lnTo>
                    <a:pt x="1543088" y="319756"/>
                  </a:lnTo>
                  <a:lnTo>
                    <a:pt x="1546508" y="316964"/>
                  </a:lnTo>
                  <a:lnTo>
                    <a:pt x="1549435" y="313659"/>
                  </a:lnTo>
                  <a:lnTo>
                    <a:pt x="1551795" y="309928"/>
                  </a:lnTo>
                  <a:lnTo>
                    <a:pt x="1553525" y="305866"/>
                  </a:lnTo>
                  <a:lnTo>
                    <a:pt x="1554581" y="301580"/>
                  </a:lnTo>
                  <a:lnTo>
                    <a:pt x="1554937" y="297179"/>
                  </a:lnTo>
                  <a:lnTo>
                    <a:pt x="1554937" y="27431"/>
                  </a:lnTo>
                  <a:lnTo>
                    <a:pt x="1554581" y="23031"/>
                  </a:lnTo>
                  <a:lnTo>
                    <a:pt x="1553525" y="18745"/>
                  </a:lnTo>
                  <a:lnTo>
                    <a:pt x="1551795" y="14683"/>
                  </a:lnTo>
                  <a:lnTo>
                    <a:pt x="1549435" y="10952"/>
                  </a:lnTo>
                  <a:lnTo>
                    <a:pt x="1546508" y="7647"/>
                  </a:lnTo>
                  <a:lnTo>
                    <a:pt x="1543088" y="4855"/>
                  </a:lnTo>
                  <a:lnTo>
                    <a:pt x="1539265" y="2648"/>
                  </a:lnTo>
                  <a:lnTo>
                    <a:pt x="1535137" y="1083"/>
                  </a:lnTo>
                  <a:lnTo>
                    <a:pt x="1530811" y="200"/>
                  </a:lnTo>
                  <a:lnTo>
                    <a:pt x="1527505" y="0"/>
                  </a:lnTo>
                  <a:lnTo>
                    <a:pt x="27431" y="0"/>
                  </a:lnTo>
                  <a:lnTo>
                    <a:pt x="30738" y="200"/>
                  </a:lnTo>
                  <a:lnTo>
                    <a:pt x="26327" y="22"/>
                  </a:lnTo>
                  <a:lnTo>
                    <a:pt x="21944" y="554"/>
                  </a:lnTo>
                  <a:lnTo>
                    <a:pt x="17704" y="1782"/>
                  </a:lnTo>
                  <a:lnTo>
                    <a:pt x="13715" y="3675"/>
                  </a:lnTo>
                  <a:lnTo>
                    <a:pt x="10082" y="6183"/>
                  </a:lnTo>
                  <a:lnTo>
                    <a:pt x="6898" y="9241"/>
                  </a:lnTo>
                  <a:lnTo>
                    <a:pt x="4246" y="12770"/>
                  </a:lnTo>
                  <a:lnTo>
                    <a:pt x="2195" y="16679"/>
                  </a:lnTo>
                  <a:lnTo>
                    <a:pt x="797" y="20867"/>
                  </a:lnTo>
                  <a:lnTo>
                    <a:pt x="88" y="25224"/>
                  </a:lnTo>
                  <a:lnTo>
                    <a:pt x="0" y="27431"/>
                  </a:lnTo>
                  <a:lnTo>
                    <a:pt x="0" y="297179"/>
                  </a:lnTo>
                  <a:lnTo>
                    <a:pt x="88" y="294972"/>
                  </a:lnTo>
                  <a:lnTo>
                    <a:pt x="88" y="299387"/>
                  </a:lnTo>
                  <a:lnTo>
                    <a:pt x="797" y="303744"/>
                  </a:lnTo>
                  <a:lnTo>
                    <a:pt x="2195" y="307932"/>
                  </a:lnTo>
                  <a:lnTo>
                    <a:pt x="4246" y="311841"/>
                  </a:lnTo>
                  <a:lnTo>
                    <a:pt x="6898" y="315370"/>
                  </a:lnTo>
                  <a:lnTo>
                    <a:pt x="10082" y="318428"/>
                  </a:lnTo>
                  <a:lnTo>
                    <a:pt x="13715" y="320936"/>
                  </a:lnTo>
                  <a:lnTo>
                    <a:pt x="17704" y="322829"/>
                  </a:lnTo>
                  <a:lnTo>
                    <a:pt x="21944" y="324057"/>
                  </a:lnTo>
                  <a:lnTo>
                    <a:pt x="26327" y="324589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6775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0" name="tx680"/>
            <p:cNvSpPr/>
            <p:nvPr/>
          </p:nvSpPr>
          <p:spPr>
            <a:xfrm>
              <a:off x="4833965" y="3761612"/>
              <a:ext cx="1463497" cy="23317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256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256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S2_DEBY</a:t>
              </a:r>
            </a:p>
          </p:txBody>
        </p:sp>
        <p:sp>
          <p:nvSpPr>
            <p:cNvPr id="681" name="pg681"/>
            <p:cNvSpPr/>
            <p:nvPr/>
          </p:nvSpPr>
          <p:spPr>
            <a:xfrm>
              <a:off x="4543357" y="4131650"/>
              <a:ext cx="1193383" cy="324611"/>
            </a:xfrm>
            <a:custGeom>
              <a:avLst/>
              <a:pathLst>
                <a:path w="1193383" h="324611">
                  <a:moveTo>
                    <a:pt x="27432" y="324611"/>
                  </a:moveTo>
                  <a:lnTo>
                    <a:pt x="1165951" y="324611"/>
                  </a:lnTo>
                  <a:lnTo>
                    <a:pt x="1164846" y="324589"/>
                  </a:lnTo>
                  <a:lnTo>
                    <a:pt x="1169258" y="324411"/>
                  </a:lnTo>
                  <a:lnTo>
                    <a:pt x="1173583" y="323528"/>
                  </a:lnTo>
                  <a:lnTo>
                    <a:pt x="1177711" y="321963"/>
                  </a:lnTo>
                  <a:lnTo>
                    <a:pt x="1181534" y="319756"/>
                  </a:lnTo>
                  <a:lnTo>
                    <a:pt x="1184954" y="316964"/>
                  </a:lnTo>
                  <a:lnTo>
                    <a:pt x="1187881" y="313659"/>
                  </a:lnTo>
                  <a:lnTo>
                    <a:pt x="1190241" y="309928"/>
                  </a:lnTo>
                  <a:lnTo>
                    <a:pt x="1191971" y="305866"/>
                  </a:lnTo>
                  <a:lnTo>
                    <a:pt x="1193028" y="301580"/>
                  </a:lnTo>
                  <a:lnTo>
                    <a:pt x="1193383" y="297179"/>
                  </a:lnTo>
                  <a:lnTo>
                    <a:pt x="1193383" y="27431"/>
                  </a:lnTo>
                  <a:lnTo>
                    <a:pt x="1193028" y="23031"/>
                  </a:lnTo>
                  <a:lnTo>
                    <a:pt x="1191971" y="18745"/>
                  </a:lnTo>
                  <a:lnTo>
                    <a:pt x="1190241" y="14683"/>
                  </a:lnTo>
                  <a:lnTo>
                    <a:pt x="1187881" y="10952"/>
                  </a:lnTo>
                  <a:lnTo>
                    <a:pt x="1184954" y="7647"/>
                  </a:lnTo>
                  <a:lnTo>
                    <a:pt x="1181534" y="4855"/>
                  </a:lnTo>
                  <a:lnTo>
                    <a:pt x="1177711" y="2648"/>
                  </a:lnTo>
                  <a:lnTo>
                    <a:pt x="1173583" y="1083"/>
                  </a:lnTo>
                  <a:lnTo>
                    <a:pt x="1169258" y="200"/>
                  </a:lnTo>
                  <a:lnTo>
                    <a:pt x="1165951" y="0"/>
                  </a:lnTo>
                  <a:lnTo>
                    <a:pt x="27432" y="0"/>
                  </a:lnTo>
                  <a:lnTo>
                    <a:pt x="30738" y="200"/>
                  </a:lnTo>
                  <a:lnTo>
                    <a:pt x="26327" y="22"/>
                  </a:lnTo>
                  <a:lnTo>
                    <a:pt x="21944" y="554"/>
                  </a:lnTo>
                  <a:lnTo>
                    <a:pt x="17704" y="1782"/>
                  </a:lnTo>
                  <a:lnTo>
                    <a:pt x="13715" y="3675"/>
                  </a:lnTo>
                  <a:lnTo>
                    <a:pt x="10082" y="6183"/>
                  </a:lnTo>
                  <a:lnTo>
                    <a:pt x="6898" y="9241"/>
                  </a:lnTo>
                  <a:lnTo>
                    <a:pt x="4246" y="12770"/>
                  </a:lnTo>
                  <a:lnTo>
                    <a:pt x="2195" y="16679"/>
                  </a:lnTo>
                  <a:lnTo>
                    <a:pt x="797" y="20867"/>
                  </a:lnTo>
                  <a:lnTo>
                    <a:pt x="88" y="25224"/>
                  </a:lnTo>
                  <a:lnTo>
                    <a:pt x="0" y="27431"/>
                  </a:lnTo>
                  <a:lnTo>
                    <a:pt x="0" y="297179"/>
                  </a:lnTo>
                  <a:lnTo>
                    <a:pt x="88" y="294972"/>
                  </a:lnTo>
                  <a:lnTo>
                    <a:pt x="88" y="299387"/>
                  </a:lnTo>
                  <a:lnTo>
                    <a:pt x="797" y="303744"/>
                  </a:lnTo>
                  <a:lnTo>
                    <a:pt x="2195" y="307932"/>
                  </a:lnTo>
                  <a:lnTo>
                    <a:pt x="4246" y="311841"/>
                  </a:lnTo>
                  <a:lnTo>
                    <a:pt x="6898" y="315370"/>
                  </a:lnTo>
                  <a:lnTo>
                    <a:pt x="10082" y="318428"/>
                  </a:lnTo>
                  <a:lnTo>
                    <a:pt x="13715" y="320936"/>
                  </a:lnTo>
                  <a:lnTo>
                    <a:pt x="17704" y="322829"/>
                  </a:lnTo>
                  <a:lnTo>
                    <a:pt x="21944" y="324057"/>
                  </a:lnTo>
                  <a:lnTo>
                    <a:pt x="26327" y="324589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6775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2" name="tx682"/>
            <p:cNvSpPr/>
            <p:nvPr/>
          </p:nvSpPr>
          <p:spPr>
            <a:xfrm>
              <a:off x="4589077" y="4177370"/>
              <a:ext cx="1101943" cy="23317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256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256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W4_VA</a:t>
              </a:r>
            </a:p>
          </p:txBody>
        </p:sp>
        <p:sp>
          <p:nvSpPr>
            <p:cNvPr id="683" name="rc683"/>
            <p:cNvSpPr/>
            <p:nvPr/>
          </p:nvSpPr>
          <p:spPr>
            <a:xfrm>
              <a:off x="2301906" y="1669789"/>
              <a:ext cx="4149766" cy="4051159"/>
            </a:xfrm>
            <a:prstGeom prst="rect">
              <a:avLst/>
            </a:prstGeom>
            <a:ln w="13550" cap="rnd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4" name="tx684"/>
            <p:cNvSpPr/>
            <p:nvPr/>
          </p:nvSpPr>
          <p:spPr>
            <a:xfrm>
              <a:off x="1989553" y="5514078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36</a:t>
              </a:r>
            </a:p>
          </p:txBody>
        </p:sp>
        <p:sp>
          <p:nvSpPr>
            <p:cNvPr id="685" name="tx685"/>
            <p:cNvSpPr/>
            <p:nvPr/>
          </p:nvSpPr>
          <p:spPr>
            <a:xfrm>
              <a:off x="2113912" y="5495698"/>
              <a:ext cx="44714" cy="9848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Symbol"/>
                  <a:cs typeface="Symbol"/>
                </a:rPr>
                <a:t>°</a:t>
              </a:r>
            </a:p>
          </p:txBody>
        </p:sp>
        <p:sp>
          <p:nvSpPr>
            <p:cNvPr id="686" name="tx686"/>
            <p:cNvSpPr/>
            <p:nvPr/>
          </p:nvSpPr>
          <p:spPr>
            <a:xfrm>
              <a:off x="2158626" y="5514078"/>
              <a:ext cx="80650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N</a:t>
              </a:r>
            </a:p>
          </p:txBody>
        </p:sp>
        <p:sp>
          <p:nvSpPr>
            <p:cNvPr id="687" name="tx687"/>
            <p:cNvSpPr/>
            <p:nvPr/>
          </p:nvSpPr>
          <p:spPr>
            <a:xfrm>
              <a:off x="1989553" y="4574475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37</a:t>
              </a:r>
            </a:p>
          </p:txBody>
        </p:sp>
        <p:sp>
          <p:nvSpPr>
            <p:cNvPr id="688" name="tx688"/>
            <p:cNvSpPr/>
            <p:nvPr/>
          </p:nvSpPr>
          <p:spPr>
            <a:xfrm>
              <a:off x="2113912" y="4556096"/>
              <a:ext cx="44714" cy="9848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Symbol"/>
                  <a:cs typeface="Symbol"/>
                </a:rPr>
                <a:t>°</a:t>
              </a:r>
            </a:p>
          </p:txBody>
        </p:sp>
        <p:sp>
          <p:nvSpPr>
            <p:cNvPr id="689" name="tx689"/>
            <p:cNvSpPr/>
            <p:nvPr/>
          </p:nvSpPr>
          <p:spPr>
            <a:xfrm>
              <a:off x="2158626" y="4574475"/>
              <a:ext cx="80650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N</a:t>
              </a:r>
            </a:p>
          </p:txBody>
        </p:sp>
        <p:sp>
          <p:nvSpPr>
            <p:cNvPr id="690" name="tx690"/>
            <p:cNvSpPr/>
            <p:nvPr/>
          </p:nvSpPr>
          <p:spPr>
            <a:xfrm>
              <a:off x="1989553" y="3634827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38</a:t>
              </a:r>
            </a:p>
          </p:txBody>
        </p:sp>
        <p:sp>
          <p:nvSpPr>
            <p:cNvPr id="691" name="tx691"/>
            <p:cNvSpPr/>
            <p:nvPr/>
          </p:nvSpPr>
          <p:spPr>
            <a:xfrm>
              <a:off x="2113912" y="3616447"/>
              <a:ext cx="44714" cy="9848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Symbol"/>
                  <a:cs typeface="Symbol"/>
                </a:rPr>
                <a:t>°</a:t>
              </a:r>
            </a:p>
          </p:txBody>
        </p:sp>
        <p:sp>
          <p:nvSpPr>
            <p:cNvPr id="692" name="tx692"/>
            <p:cNvSpPr/>
            <p:nvPr/>
          </p:nvSpPr>
          <p:spPr>
            <a:xfrm>
              <a:off x="2158626" y="3634827"/>
              <a:ext cx="80650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N</a:t>
              </a:r>
            </a:p>
          </p:txBody>
        </p:sp>
        <p:sp>
          <p:nvSpPr>
            <p:cNvPr id="693" name="tx693"/>
            <p:cNvSpPr/>
            <p:nvPr/>
          </p:nvSpPr>
          <p:spPr>
            <a:xfrm>
              <a:off x="1989553" y="2695270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39</a:t>
              </a:r>
            </a:p>
          </p:txBody>
        </p:sp>
        <p:sp>
          <p:nvSpPr>
            <p:cNvPr id="694" name="tx694"/>
            <p:cNvSpPr/>
            <p:nvPr/>
          </p:nvSpPr>
          <p:spPr>
            <a:xfrm>
              <a:off x="2113912" y="2676890"/>
              <a:ext cx="44714" cy="9848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Symbol"/>
                  <a:cs typeface="Symbol"/>
                </a:rPr>
                <a:t>°</a:t>
              </a:r>
            </a:p>
          </p:txBody>
        </p:sp>
        <p:sp>
          <p:nvSpPr>
            <p:cNvPr id="695" name="tx695"/>
            <p:cNvSpPr/>
            <p:nvPr/>
          </p:nvSpPr>
          <p:spPr>
            <a:xfrm>
              <a:off x="2158626" y="2695270"/>
              <a:ext cx="80650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N</a:t>
              </a:r>
            </a:p>
          </p:txBody>
        </p:sp>
        <p:sp>
          <p:nvSpPr>
            <p:cNvPr id="696" name="tx696"/>
            <p:cNvSpPr/>
            <p:nvPr/>
          </p:nvSpPr>
          <p:spPr>
            <a:xfrm>
              <a:off x="1989553" y="1755667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40</a:t>
              </a:r>
            </a:p>
          </p:txBody>
        </p:sp>
        <p:sp>
          <p:nvSpPr>
            <p:cNvPr id="697" name="tx697"/>
            <p:cNvSpPr/>
            <p:nvPr/>
          </p:nvSpPr>
          <p:spPr>
            <a:xfrm>
              <a:off x="2113912" y="1737288"/>
              <a:ext cx="44714" cy="9848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Symbol"/>
                  <a:cs typeface="Symbol"/>
                </a:rPr>
                <a:t>°</a:t>
              </a:r>
            </a:p>
          </p:txBody>
        </p:sp>
        <p:sp>
          <p:nvSpPr>
            <p:cNvPr id="698" name="tx698"/>
            <p:cNvSpPr/>
            <p:nvPr/>
          </p:nvSpPr>
          <p:spPr>
            <a:xfrm>
              <a:off x="2158626" y="1755667"/>
              <a:ext cx="80650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N</a:t>
              </a:r>
            </a:p>
          </p:txBody>
        </p:sp>
        <p:sp>
          <p:nvSpPr>
            <p:cNvPr id="699" name="pl699"/>
            <p:cNvSpPr/>
            <p:nvPr/>
          </p:nvSpPr>
          <p:spPr>
            <a:xfrm>
              <a:off x="2267112" y="5555180"/>
              <a:ext cx="34794" cy="0"/>
            </a:xfrm>
            <a:custGeom>
              <a:avLst/>
              <a:pathLst>
                <a:path w="34794" h="0">
                  <a:moveTo>
                    <a:pt x="0" y="0"/>
                  </a:moveTo>
                  <a:lnTo>
                    <a:pt x="34794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0" name="pl700"/>
            <p:cNvSpPr/>
            <p:nvPr/>
          </p:nvSpPr>
          <p:spPr>
            <a:xfrm>
              <a:off x="2267112" y="4615577"/>
              <a:ext cx="34794" cy="0"/>
            </a:xfrm>
            <a:custGeom>
              <a:avLst/>
              <a:pathLst>
                <a:path w="34794" h="0">
                  <a:moveTo>
                    <a:pt x="0" y="0"/>
                  </a:moveTo>
                  <a:lnTo>
                    <a:pt x="34794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1" name="pl701"/>
            <p:cNvSpPr/>
            <p:nvPr/>
          </p:nvSpPr>
          <p:spPr>
            <a:xfrm>
              <a:off x="2267112" y="3675975"/>
              <a:ext cx="34794" cy="0"/>
            </a:xfrm>
            <a:custGeom>
              <a:avLst/>
              <a:pathLst>
                <a:path w="34794" h="0">
                  <a:moveTo>
                    <a:pt x="0" y="0"/>
                  </a:moveTo>
                  <a:lnTo>
                    <a:pt x="34794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2" name="pl702"/>
            <p:cNvSpPr/>
            <p:nvPr/>
          </p:nvSpPr>
          <p:spPr>
            <a:xfrm>
              <a:off x="2267112" y="2736372"/>
              <a:ext cx="34794" cy="0"/>
            </a:xfrm>
            <a:custGeom>
              <a:avLst/>
              <a:pathLst>
                <a:path w="34794" h="0">
                  <a:moveTo>
                    <a:pt x="0" y="0"/>
                  </a:moveTo>
                  <a:lnTo>
                    <a:pt x="34794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3" name="pl703"/>
            <p:cNvSpPr/>
            <p:nvPr/>
          </p:nvSpPr>
          <p:spPr>
            <a:xfrm>
              <a:off x="2267112" y="1796770"/>
              <a:ext cx="34794" cy="0"/>
            </a:xfrm>
            <a:custGeom>
              <a:avLst/>
              <a:pathLst>
                <a:path w="34794" h="0">
                  <a:moveTo>
                    <a:pt x="0" y="0"/>
                  </a:moveTo>
                  <a:lnTo>
                    <a:pt x="34794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4" name="pl704"/>
            <p:cNvSpPr/>
            <p:nvPr/>
          </p:nvSpPr>
          <p:spPr>
            <a:xfrm>
              <a:off x="2384234" y="5720948"/>
              <a:ext cx="0" cy="34794"/>
            </a:xfrm>
            <a:custGeom>
              <a:avLst/>
              <a:pathLst>
                <a:path w="0" h="34794">
                  <a:moveTo>
                    <a:pt x="0" y="34794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5" name="pl705"/>
            <p:cNvSpPr/>
            <p:nvPr/>
          </p:nvSpPr>
          <p:spPr>
            <a:xfrm>
              <a:off x="3124860" y="5720948"/>
              <a:ext cx="0" cy="34794"/>
            </a:xfrm>
            <a:custGeom>
              <a:avLst/>
              <a:pathLst>
                <a:path w="0" h="34794">
                  <a:moveTo>
                    <a:pt x="0" y="34794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6" name="pl706"/>
            <p:cNvSpPr/>
            <p:nvPr/>
          </p:nvSpPr>
          <p:spPr>
            <a:xfrm>
              <a:off x="3865485" y="5720948"/>
              <a:ext cx="0" cy="34794"/>
            </a:xfrm>
            <a:custGeom>
              <a:avLst/>
              <a:pathLst>
                <a:path w="0" h="34794">
                  <a:moveTo>
                    <a:pt x="0" y="34794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7" name="pl707"/>
            <p:cNvSpPr/>
            <p:nvPr/>
          </p:nvSpPr>
          <p:spPr>
            <a:xfrm>
              <a:off x="4606110" y="5720948"/>
              <a:ext cx="0" cy="34794"/>
            </a:xfrm>
            <a:custGeom>
              <a:avLst/>
              <a:pathLst>
                <a:path w="0" h="34794">
                  <a:moveTo>
                    <a:pt x="0" y="34794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8" name="pl708"/>
            <p:cNvSpPr/>
            <p:nvPr/>
          </p:nvSpPr>
          <p:spPr>
            <a:xfrm>
              <a:off x="5346735" y="5720948"/>
              <a:ext cx="0" cy="34794"/>
            </a:xfrm>
            <a:custGeom>
              <a:avLst/>
              <a:pathLst>
                <a:path w="0" h="34794">
                  <a:moveTo>
                    <a:pt x="0" y="34794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9" name="pl709"/>
            <p:cNvSpPr/>
            <p:nvPr/>
          </p:nvSpPr>
          <p:spPr>
            <a:xfrm>
              <a:off x="6087361" y="5720948"/>
              <a:ext cx="0" cy="34794"/>
            </a:xfrm>
            <a:custGeom>
              <a:avLst/>
              <a:pathLst>
                <a:path w="0" h="34794">
                  <a:moveTo>
                    <a:pt x="0" y="34794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0" name="tx710"/>
            <p:cNvSpPr/>
            <p:nvPr/>
          </p:nvSpPr>
          <p:spPr>
            <a:xfrm>
              <a:off x="2246983" y="5783578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78</a:t>
              </a:r>
            </a:p>
          </p:txBody>
        </p:sp>
        <p:sp>
          <p:nvSpPr>
            <p:cNvPr id="711" name="tx711"/>
            <p:cNvSpPr/>
            <p:nvPr/>
          </p:nvSpPr>
          <p:spPr>
            <a:xfrm>
              <a:off x="2371341" y="5765198"/>
              <a:ext cx="44714" cy="9848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Symbol"/>
                  <a:cs typeface="Symbol"/>
                </a:rPr>
                <a:t>°</a:t>
              </a:r>
            </a:p>
          </p:txBody>
        </p:sp>
        <p:sp>
          <p:nvSpPr>
            <p:cNvPr id="712" name="tx712"/>
            <p:cNvSpPr/>
            <p:nvPr/>
          </p:nvSpPr>
          <p:spPr>
            <a:xfrm>
              <a:off x="2416055" y="5783578"/>
              <a:ext cx="105430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W</a:t>
              </a:r>
            </a:p>
          </p:txBody>
        </p:sp>
        <p:sp>
          <p:nvSpPr>
            <p:cNvPr id="713" name="tx713"/>
            <p:cNvSpPr/>
            <p:nvPr/>
          </p:nvSpPr>
          <p:spPr>
            <a:xfrm>
              <a:off x="2987608" y="5783578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77</a:t>
              </a:r>
            </a:p>
          </p:txBody>
        </p:sp>
        <p:sp>
          <p:nvSpPr>
            <p:cNvPr id="714" name="tx714"/>
            <p:cNvSpPr/>
            <p:nvPr/>
          </p:nvSpPr>
          <p:spPr>
            <a:xfrm>
              <a:off x="3111967" y="5765198"/>
              <a:ext cx="44714" cy="9848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Symbol"/>
                  <a:cs typeface="Symbol"/>
                </a:rPr>
                <a:t>°</a:t>
              </a:r>
            </a:p>
          </p:txBody>
        </p:sp>
        <p:sp>
          <p:nvSpPr>
            <p:cNvPr id="715" name="tx715"/>
            <p:cNvSpPr/>
            <p:nvPr/>
          </p:nvSpPr>
          <p:spPr>
            <a:xfrm>
              <a:off x="3156681" y="5783578"/>
              <a:ext cx="105430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W</a:t>
              </a:r>
            </a:p>
          </p:txBody>
        </p:sp>
        <p:sp>
          <p:nvSpPr>
            <p:cNvPr id="716" name="tx716"/>
            <p:cNvSpPr/>
            <p:nvPr/>
          </p:nvSpPr>
          <p:spPr>
            <a:xfrm>
              <a:off x="3728233" y="5783578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76</a:t>
              </a:r>
            </a:p>
          </p:txBody>
        </p:sp>
        <p:sp>
          <p:nvSpPr>
            <p:cNvPr id="717" name="tx717"/>
            <p:cNvSpPr/>
            <p:nvPr/>
          </p:nvSpPr>
          <p:spPr>
            <a:xfrm>
              <a:off x="3852592" y="5765198"/>
              <a:ext cx="44714" cy="9848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Symbol"/>
                  <a:cs typeface="Symbol"/>
                </a:rPr>
                <a:t>°</a:t>
              </a:r>
            </a:p>
          </p:txBody>
        </p:sp>
        <p:sp>
          <p:nvSpPr>
            <p:cNvPr id="718" name="tx718"/>
            <p:cNvSpPr/>
            <p:nvPr/>
          </p:nvSpPr>
          <p:spPr>
            <a:xfrm>
              <a:off x="3897306" y="5783578"/>
              <a:ext cx="105430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W</a:t>
              </a:r>
            </a:p>
          </p:txBody>
        </p:sp>
        <p:sp>
          <p:nvSpPr>
            <p:cNvPr id="719" name="tx719"/>
            <p:cNvSpPr/>
            <p:nvPr/>
          </p:nvSpPr>
          <p:spPr>
            <a:xfrm>
              <a:off x="4468859" y="5783578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75</a:t>
              </a:r>
            </a:p>
          </p:txBody>
        </p:sp>
        <p:sp>
          <p:nvSpPr>
            <p:cNvPr id="720" name="tx720"/>
            <p:cNvSpPr/>
            <p:nvPr/>
          </p:nvSpPr>
          <p:spPr>
            <a:xfrm>
              <a:off x="4593217" y="5765198"/>
              <a:ext cx="44714" cy="9848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Symbol"/>
                  <a:cs typeface="Symbol"/>
                </a:rPr>
                <a:t>°</a:t>
              </a:r>
            </a:p>
          </p:txBody>
        </p:sp>
        <p:sp>
          <p:nvSpPr>
            <p:cNvPr id="721" name="tx721"/>
            <p:cNvSpPr/>
            <p:nvPr/>
          </p:nvSpPr>
          <p:spPr>
            <a:xfrm>
              <a:off x="4637931" y="5783578"/>
              <a:ext cx="105430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W</a:t>
              </a:r>
            </a:p>
          </p:txBody>
        </p:sp>
        <p:sp>
          <p:nvSpPr>
            <p:cNvPr id="722" name="tx722"/>
            <p:cNvSpPr/>
            <p:nvPr/>
          </p:nvSpPr>
          <p:spPr>
            <a:xfrm>
              <a:off x="5209484" y="5783578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74</a:t>
              </a:r>
            </a:p>
          </p:txBody>
        </p:sp>
        <p:sp>
          <p:nvSpPr>
            <p:cNvPr id="723" name="tx723"/>
            <p:cNvSpPr/>
            <p:nvPr/>
          </p:nvSpPr>
          <p:spPr>
            <a:xfrm>
              <a:off x="5333842" y="5765198"/>
              <a:ext cx="44714" cy="9848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Symbol"/>
                  <a:cs typeface="Symbol"/>
                </a:rPr>
                <a:t>°</a:t>
              </a:r>
            </a:p>
          </p:txBody>
        </p:sp>
        <p:sp>
          <p:nvSpPr>
            <p:cNvPr id="724" name="tx724"/>
            <p:cNvSpPr/>
            <p:nvPr/>
          </p:nvSpPr>
          <p:spPr>
            <a:xfrm>
              <a:off x="5378557" y="5783578"/>
              <a:ext cx="105430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W</a:t>
              </a:r>
            </a:p>
          </p:txBody>
        </p:sp>
        <p:sp>
          <p:nvSpPr>
            <p:cNvPr id="725" name="tx725"/>
            <p:cNvSpPr/>
            <p:nvPr/>
          </p:nvSpPr>
          <p:spPr>
            <a:xfrm>
              <a:off x="5950109" y="5783578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73</a:t>
              </a:r>
            </a:p>
          </p:txBody>
        </p:sp>
        <p:sp>
          <p:nvSpPr>
            <p:cNvPr id="726" name="tx726"/>
            <p:cNvSpPr/>
            <p:nvPr/>
          </p:nvSpPr>
          <p:spPr>
            <a:xfrm>
              <a:off x="6074468" y="5765198"/>
              <a:ext cx="44714" cy="9848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Symbol"/>
                  <a:cs typeface="Symbol"/>
                </a:rPr>
                <a:t>°</a:t>
              </a:r>
            </a:p>
          </p:txBody>
        </p:sp>
        <p:sp>
          <p:nvSpPr>
            <p:cNvPr id="727" name="tx727"/>
            <p:cNvSpPr/>
            <p:nvPr/>
          </p:nvSpPr>
          <p:spPr>
            <a:xfrm>
              <a:off x="6119182" y="5783578"/>
              <a:ext cx="105430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W</a:t>
              </a:r>
            </a:p>
          </p:txBody>
        </p:sp>
        <p:sp>
          <p:nvSpPr>
            <p:cNvPr id="728" name="tx728"/>
            <p:cNvSpPr/>
            <p:nvPr/>
          </p:nvSpPr>
          <p:spPr>
            <a:xfrm>
              <a:off x="4283566" y="5925448"/>
              <a:ext cx="186446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lon</a:t>
              </a:r>
            </a:p>
          </p:txBody>
        </p:sp>
        <p:sp>
          <p:nvSpPr>
            <p:cNvPr id="729" name="tx729"/>
            <p:cNvSpPr/>
            <p:nvPr/>
          </p:nvSpPr>
          <p:spPr>
            <a:xfrm rot="-5400000">
              <a:off x="1799997" y="3645259"/>
              <a:ext cx="147492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lat</a:t>
              </a:r>
            </a:p>
          </p:txBody>
        </p:sp>
        <p:sp>
          <p:nvSpPr>
            <p:cNvPr id="730" name="rc730"/>
            <p:cNvSpPr/>
            <p:nvPr/>
          </p:nvSpPr>
          <p:spPr>
            <a:xfrm>
              <a:off x="6590850" y="2976782"/>
              <a:ext cx="729514" cy="143717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31" name="tx731"/>
            <p:cNvSpPr/>
            <p:nvPr/>
          </p:nvSpPr>
          <p:spPr>
            <a:xfrm>
              <a:off x="6660439" y="3061824"/>
              <a:ext cx="590336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var1.pred</a:t>
              </a:r>
            </a:p>
          </p:txBody>
        </p:sp>
        <p:pic>
          <p:nvPicPr>
            <p:cNvPr id="732" name="pic732"/>
            <p:cNvPicPr/>
            <p:nvPr/>
          </p:nvPicPr>
          <p:blipFill>
            <a:blip r:embed="rId2" cstate="print"/>
            <a:stretch>
              <a:fillRect/>
            </a:stretch>
          </p:blipFill>
          <p:spPr>
            <a:xfrm>
              <a:off x="6660439" y="3247085"/>
              <a:ext cx="219455" cy="1097280"/>
            </a:xfrm>
            <a:prstGeom prst="rect">
              <a:avLst/>
            </a:prstGeom>
          </p:spPr>
        </p:pic>
        <p:sp>
          <p:nvSpPr>
            <p:cNvPr id="733" name="pl733"/>
            <p:cNvSpPr/>
            <p:nvPr/>
          </p:nvSpPr>
          <p:spPr>
            <a:xfrm>
              <a:off x="6836004" y="4342536"/>
              <a:ext cx="43891" cy="0"/>
            </a:xfrm>
            <a:custGeom>
              <a:avLst/>
              <a:pathLst>
                <a:path w="43891" h="0">
                  <a:moveTo>
                    <a:pt x="0" y="0"/>
                  </a:moveTo>
                  <a:lnTo>
                    <a:pt x="43891" y="0"/>
                  </a:lnTo>
                </a:path>
              </a:pathLst>
            </a:custGeom>
            <a:ln w="4762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4" name="pl734"/>
            <p:cNvSpPr/>
            <p:nvPr/>
          </p:nvSpPr>
          <p:spPr>
            <a:xfrm>
              <a:off x="6836004" y="4069131"/>
              <a:ext cx="43891" cy="0"/>
            </a:xfrm>
            <a:custGeom>
              <a:avLst/>
              <a:pathLst>
                <a:path w="43891" h="0">
                  <a:moveTo>
                    <a:pt x="0" y="0"/>
                  </a:moveTo>
                  <a:lnTo>
                    <a:pt x="43891" y="0"/>
                  </a:lnTo>
                </a:path>
              </a:pathLst>
            </a:custGeom>
            <a:ln w="4762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5" name="pl735"/>
            <p:cNvSpPr/>
            <p:nvPr/>
          </p:nvSpPr>
          <p:spPr>
            <a:xfrm>
              <a:off x="6836004" y="3795725"/>
              <a:ext cx="43891" cy="0"/>
            </a:xfrm>
            <a:custGeom>
              <a:avLst/>
              <a:pathLst>
                <a:path w="43891" h="0">
                  <a:moveTo>
                    <a:pt x="0" y="0"/>
                  </a:moveTo>
                  <a:lnTo>
                    <a:pt x="43891" y="0"/>
                  </a:lnTo>
                </a:path>
              </a:pathLst>
            </a:custGeom>
            <a:ln w="4762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6" name="pl736"/>
            <p:cNvSpPr/>
            <p:nvPr/>
          </p:nvSpPr>
          <p:spPr>
            <a:xfrm>
              <a:off x="6836004" y="3522319"/>
              <a:ext cx="43891" cy="0"/>
            </a:xfrm>
            <a:custGeom>
              <a:avLst/>
              <a:pathLst>
                <a:path w="43891" h="0">
                  <a:moveTo>
                    <a:pt x="0" y="0"/>
                  </a:moveTo>
                  <a:lnTo>
                    <a:pt x="43891" y="0"/>
                  </a:lnTo>
                </a:path>
              </a:pathLst>
            </a:custGeom>
            <a:ln w="4762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7" name="pl737"/>
            <p:cNvSpPr/>
            <p:nvPr/>
          </p:nvSpPr>
          <p:spPr>
            <a:xfrm>
              <a:off x="6836004" y="3248914"/>
              <a:ext cx="43891" cy="0"/>
            </a:xfrm>
            <a:custGeom>
              <a:avLst/>
              <a:pathLst>
                <a:path w="43891" h="0">
                  <a:moveTo>
                    <a:pt x="0" y="0"/>
                  </a:moveTo>
                  <a:lnTo>
                    <a:pt x="43891" y="0"/>
                  </a:lnTo>
                </a:path>
              </a:pathLst>
            </a:custGeom>
            <a:ln w="4762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8" name="pl738"/>
            <p:cNvSpPr/>
            <p:nvPr/>
          </p:nvSpPr>
          <p:spPr>
            <a:xfrm>
              <a:off x="6660439" y="4342536"/>
              <a:ext cx="43891" cy="0"/>
            </a:xfrm>
            <a:custGeom>
              <a:avLst/>
              <a:pathLst>
                <a:path w="43891" h="0">
                  <a:moveTo>
                    <a:pt x="43891" y="0"/>
                  </a:moveTo>
                  <a:lnTo>
                    <a:pt x="0" y="0"/>
                  </a:lnTo>
                </a:path>
              </a:pathLst>
            </a:custGeom>
            <a:ln w="4762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9" name="pl739"/>
            <p:cNvSpPr/>
            <p:nvPr/>
          </p:nvSpPr>
          <p:spPr>
            <a:xfrm>
              <a:off x="6660439" y="4069131"/>
              <a:ext cx="43891" cy="0"/>
            </a:xfrm>
            <a:custGeom>
              <a:avLst/>
              <a:pathLst>
                <a:path w="43891" h="0">
                  <a:moveTo>
                    <a:pt x="43891" y="0"/>
                  </a:moveTo>
                  <a:lnTo>
                    <a:pt x="0" y="0"/>
                  </a:lnTo>
                </a:path>
              </a:pathLst>
            </a:custGeom>
            <a:ln w="4762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0" name="pl740"/>
            <p:cNvSpPr/>
            <p:nvPr/>
          </p:nvSpPr>
          <p:spPr>
            <a:xfrm>
              <a:off x="6660439" y="3795725"/>
              <a:ext cx="43891" cy="0"/>
            </a:xfrm>
            <a:custGeom>
              <a:avLst/>
              <a:pathLst>
                <a:path w="43891" h="0">
                  <a:moveTo>
                    <a:pt x="43891" y="0"/>
                  </a:moveTo>
                  <a:lnTo>
                    <a:pt x="0" y="0"/>
                  </a:lnTo>
                </a:path>
              </a:pathLst>
            </a:custGeom>
            <a:ln w="4762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1" name="pl741"/>
            <p:cNvSpPr/>
            <p:nvPr/>
          </p:nvSpPr>
          <p:spPr>
            <a:xfrm>
              <a:off x="6660439" y="3522319"/>
              <a:ext cx="43891" cy="0"/>
            </a:xfrm>
            <a:custGeom>
              <a:avLst/>
              <a:pathLst>
                <a:path w="43891" h="0">
                  <a:moveTo>
                    <a:pt x="43891" y="0"/>
                  </a:moveTo>
                  <a:lnTo>
                    <a:pt x="0" y="0"/>
                  </a:lnTo>
                </a:path>
              </a:pathLst>
            </a:custGeom>
            <a:ln w="4762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2" name="pl742"/>
            <p:cNvSpPr/>
            <p:nvPr/>
          </p:nvSpPr>
          <p:spPr>
            <a:xfrm>
              <a:off x="6660439" y="3248914"/>
              <a:ext cx="43891" cy="0"/>
            </a:xfrm>
            <a:custGeom>
              <a:avLst/>
              <a:pathLst>
                <a:path w="43891" h="0">
                  <a:moveTo>
                    <a:pt x="43891" y="0"/>
                  </a:moveTo>
                  <a:lnTo>
                    <a:pt x="0" y="0"/>
                  </a:lnTo>
                </a:path>
              </a:pathLst>
            </a:custGeom>
            <a:ln w="4762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3" name="tx743"/>
            <p:cNvSpPr/>
            <p:nvPr/>
          </p:nvSpPr>
          <p:spPr>
            <a:xfrm>
              <a:off x="6949485" y="4302486"/>
              <a:ext cx="217535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0.00</a:t>
              </a:r>
            </a:p>
          </p:txBody>
        </p:sp>
        <p:sp>
          <p:nvSpPr>
            <p:cNvPr id="744" name="tx744"/>
            <p:cNvSpPr/>
            <p:nvPr/>
          </p:nvSpPr>
          <p:spPr>
            <a:xfrm>
              <a:off x="6949485" y="4029080"/>
              <a:ext cx="217535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0.01</a:t>
              </a:r>
            </a:p>
          </p:txBody>
        </p:sp>
        <p:sp>
          <p:nvSpPr>
            <p:cNvPr id="745" name="tx745"/>
            <p:cNvSpPr/>
            <p:nvPr/>
          </p:nvSpPr>
          <p:spPr>
            <a:xfrm>
              <a:off x="6949485" y="3755674"/>
              <a:ext cx="217535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0.02</a:t>
              </a:r>
            </a:p>
          </p:txBody>
        </p:sp>
        <p:sp>
          <p:nvSpPr>
            <p:cNvPr id="746" name="tx746"/>
            <p:cNvSpPr/>
            <p:nvPr/>
          </p:nvSpPr>
          <p:spPr>
            <a:xfrm>
              <a:off x="6949485" y="3482269"/>
              <a:ext cx="217535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0.03</a:t>
              </a:r>
            </a:p>
          </p:txBody>
        </p:sp>
        <p:sp>
          <p:nvSpPr>
            <p:cNvPr id="747" name="tx747"/>
            <p:cNvSpPr/>
            <p:nvPr/>
          </p:nvSpPr>
          <p:spPr>
            <a:xfrm>
              <a:off x="6949485" y="3208863"/>
              <a:ext cx="217535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0.04</a:t>
              </a:r>
            </a:p>
          </p:txBody>
        </p:sp>
      </p:grp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rc4"/>
            <p:cNvSpPr/>
            <p:nvPr/>
          </p:nvSpPr>
          <p:spPr>
            <a:xfrm>
              <a:off x="1654055" y="1600200"/>
              <a:ext cx="5835888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13550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rc5"/>
            <p:cNvSpPr/>
            <p:nvPr/>
          </p:nvSpPr>
          <p:spPr>
            <a:xfrm>
              <a:off x="2201917" y="2354586"/>
              <a:ext cx="4342247" cy="3366361"/>
            </a:xfrm>
            <a:prstGeom prst="rect">
              <a:avLst/>
            </a:prstGeom>
            <a:solidFill>
              <a:srgbClr val="F0F8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2610961" y="2354586"/>
              <a:ext cx="0" cy="3366361"/>
            </a:xfrm>
            <a:custGeom>
              <a:avLst/>
              <a:pathLst>
                <a:path w="0" h="3366361">
                  <a:moveTo>
                    <a:pt x="0" y="3366361"/>
                  </a:moveTo>
                  <a:lnTo>
                    <a:pt x="0" y="3348846"/>
                  </a:lnTo>
                  <a:lnTo>
                    <a:pt x="0" y="3309435"/>
                  </a:lnTo>
                  <a:lnTo>
                    <a:pt x="0" y="3270024"/>
                  </a:lnTo>
                  <a:lnTo>
                    <a:pt x="0" y="3230613"/>
                  </a:lnTo>
                  <a:lnTo>
                    <a:pt x="0" y="3191202"/>
                  </a:lnTo>
                  <a:lnTo>
                    <a:pt x="0" y="3151791"/>
                  </a:lnTo>
                  <a:lnTo>
                    <a:pt x="0" y="3112380"/>
                  </a:lnTo>
                  <a:lnTo>
                    <a:pt x="0" y="3072969"/>
                  </a:lnTo>
                  <a:lnTo>
                    <a:pt x="0" y="3033559"/>
                  </a:lnTo>
                  <a:lnTo>
                    <a:pt x="0" y="2994148"/>
                  </a:lnTo>
                  <a:lnTo>
                    <a:pt x="0" y="2954737"/>
                  </a:lnTo>
                  <a:lnTo>
                    <a:pt x="0" y="2915326"/>
                  </a:lnTo>
                  <a:lnTo>
                    <a:pt x="0" y="2875915"/>
                  </a:lnTo>
                  <a:lnTo>
                    <a:pt x="0" y="2836504"/>
                  </a:lnTo>
                  <a:lnTo>
                    <a:pt x="0" y="2797093"/>
                  </a:lnTo>
                  <a:lnTo>
                    <a:pt x="0" y="2757682"/>
                  </a:lnTo>
                  <a:lnTo>
                    <a:pt x="0" y="2718271"/>
                  </a:lnTo>
                  <a:lnTo>
                    <a:pt x="0" y="2678860"/>
                  </a:lnTo>
                  <a:lnTo>
                    <a:pt x="0" y="2639450"/>
                  </a:lnTo>
                  <a:lnTo>
                    <a:pt x="0" y="2600039"/>
                  </a:lnTo>
                  <a:lnTo>
                    <a:pt x="0" y="2560628"/>
                  </a:lnTo>
                  <a:lnTo>
                    <a:pt x="0" y="2521217"/>
                  </a:lnTo>
                  <a:lnTo>
                    <a:pt x="0" y="2481806"/>
                  </a:lnTo>
                  <a:lnTo>
                    <a:pt x="0" y="2442395"/>
                  </a:lnTo>
                  <a:lnTo>
                    <a:pt x="0" y="2402984"/>
                  </a:lnTo>
                  <a:lnTo>
                    <a:pt x="0" y="2363573"/>
                  </a:lnTo>
                  <a:lnTo>
                    <a:pt x="0" y="2324162"/>
                  </a:lnTo>
                  <a:lnTo>
                    <a:pt x="0" y="2284751"/>
                  </a:lnTo>
                  <a:lnTo>
                    <a:pt x="0" y="2245340"/>
                  </a:lnTo>
                  <a:lnTo>
                    <a:pt x="0" y="2205930"/>
                  </a:lnTo>
                  <a:lnTo>
                    <a:pt x="0" y="2166519"/>
                  </a:lnTo>
                  <a:lnTo>
                    <a:pt x="0" y="2127108"/>
                  </a:lnTo>
                  <a:lnTo>
                    <a:pt x="0" y="2087697"/>
                  </a:lnTo>
                  <a:lnTo>
                    <a:pt x="0" y="2048286"/>
                  </a:lnTo>
                  <a:lnTo>
                    <a:pt x="0" y="2008875"/>
                  </a:lnTo>
                  <a:lnTo>
                    <a:pt x="0" y="1969464"/>
                  </a:lnTo>
                  <a:lnTo>
                    <a:pt x="0" y="1930053"/>
                  </a:lnTo>
                  <a:lnTo>
                    <a:pt x="0" y="1890642"/>
                  </a:lnTo>
                  <a:lnTo>
                    <a:pt x="0" y="1851231"/>
                  </a:lnTo>
                  <a:lnTo>
                    <a:pt x="0" y="1811821"/>
                  </a:lnTo>
                  <a:lnTo>
                    <a:pt x="0" y="1772410"/>
                  </a:lnTo>
                  <a:lnTo>
                    <a:pt x="0" y="1732999"/>
                  </a:lnTo>
                  <a:lnTo>
                    <a:pt x="0" y="1693588"/>
                  </a:lnTo>
                  <a:lnTo>
                    <a:pt x="0" y="1654177"/>
                  </a:lnTo>
                  <a:lnTo>
                    <a:pt x="0" y="1614766"/>
                  </a:lnTo>
                  <a:lnTo>
                    <a:pt x="0" y="1575355"/>
                  </a:lnTo>
                  <a:lnTo>
                    <a:pt x="0" y="1535944"/>
                  </a:lnTo>
                  <a:lnTo>
                    <a:pt x="0" y="1496533"/>
                  </a:lnTo>
                  <a:lnTo>
                    <a:pt x="0" y="1457122"/>
                  </a:lnTo>
                  <a:lnTo>
                    <a:pt x="0" y="1417711"/>
                  </a:lnTo>
                  <a:lnTo>
                    <a:pt x="0" y="1378301"/>
                  </a:lnTo>
                  <a:lnTo>
                    <a:pt x="0" y="1338890"/>
                  </a:lnTo>
                  <a:lnTo>
                    <a:pt x="0" y="1299479"/>
                  </a:lnTo>
                  <a:lnTo>
                    <a:pt x="0" y="1260068"/>
                  </a:lnTo>
                  <a:lnTo>
                    <a:pt x="0" y="1220657"/>
                  </a:lnTo>
                  <a:lnTo>
                    <a:pt x="0" y="1181246"/>
                  </a:lnTo>
                  <a:lnTo>
                    <a:pt x="0" y="1141835"/>
                  </a:lnTo>
                  <a:lnTo>
                    <a:pt x="0" y="1102424"/>
                  </a:lnTo>
                  <a:lnTo>
                    <a:pt x="0" y="1063013"/>
                  </a:lnTo>
                  <a:lnTo>
                    <a:pt x="0" y="1023602"/>
                  </a:lnTo>
                  <a:lnTo>
                    <a:pt x="0" y="984192"/>
                  </a:lnTo>
                  <a:lnTo>
                    <a:pt x="0" y="944781"/>
                  </a:lnTo>
                  <a:lnTo>
                    <a:pt x="0" y="905370"/>
                  </a:lnTo>
                  <a:lnTo>
                    <a:pt x="0" y="865959"/>
                  </a:lnTo>
                  <a:lnTo>
                    <a:pt x="0" y="826548"/>
                  </a:lnTo>
                  <a:lnTo>
                    <a:pt x="0" y="787137"/>
                  </a:lnTo>
                  <a:lnTo>
                    <a:pt x="0" y="747726"/>
                  </a:lnTo>
                  <a:lnTo>
                    <a:pt x="0" y="708315"/>
                  </a:lnTo>
                  <a:lnTo>
                    <a:pt x="0" y="668904"/>
                  </a:lnTo>
                  <a:lnTo>
                    <a:pt x="0" y="629493"/>
                  </a:lnTo>
                  <a:lnTo>
                    <a:pt x="0" y="590082"/>
                  </a:lnTo>
                  <a:lnTo>
                    <a:pt x="0" y="550672"/>
                  </a:lnTo>
                  <a:lnTo>
                    <a:pt x="0" y="511261"/>
                  </a:lnTo>
                  <a:lnTo>
                    <a:pt x="0" y="471850"/>
                  </a:lnTo>
                  <a:lnTo>
                    <a:pt x="0" y="432439"/>
                  </a:lnTo>
                  <a:lnTo>
                    <a:pt x="0" y="393028"/>
                  </a:lnTo>
                  <a:lnTo>
                    <a:pt x="0" y="353617"/>
                  </a:lnTo>
                  <a:lnTo>
                    <a:pt x="0" y="314206"/>
                  </a:lnTo>
                  <a:lnTo>
                    <a:pt x="0" y="274795"/>
                  </a:lnTo>
                  <a:lnTo>
                    <a:pt x="0" y="235384"/>
                  </a:lnTo>
                  <a:lnTo>
                    <a:pt x="0" y="195973"/>
                  </a:lnTo>
                  <a:lnTo>
                    <a:pt x="0" y="156563"/>
                  </a:lnTo>
                  <a:lnTo>
                    <a:pt x="0" y="117152"/>
                  </a:lnTo>
                  <a:lnTo>
                    <a:pt x="0" y="77741"/>
                  </a:lnTo>
                  <a:lnTo>
                    <a:pt x="0" y="38330"/>
                  </a:ln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rnd">
              <a:solidFill>
                <a:srgbClr val="F0F8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3140137" y="2354586"/>
              <a:ext cx="0" cy="3366361"/>
            </a:xfrm>
            <a:custGeom>
              <a:avLst/>
              <a:pathLst>
                <a:path w="0" h="3366361">
                  <a:moveTo>
                    <a:pt x="0" y="3366361"/>
                  </a:moveTo>
                  <a:lnTo>
                    <a:pt x="0" y="3348846"/>
                  </a:lnTo>
                  <a:lnTo>
                    <a:pt x="0" y="3309435"/>
                  </a:lnTo>
                  <a:lnTo>
                    <a:pt x="0" y="3270024"/>
                  </a:lnTo>
                  <a:lnTo>
                    <a:pt x="0" y="3230613"/>
                  </a:lnTo>
                  <a:lnTo>
                    <a:pt x="0" y="3191202"/>
                  </a:lnTo>
                  <a:lnTo>
                    <a:pt x="0" y="3151791"/>
                  </a:lnTo>
                  <a:lnTo>
                    <a:pt x="0" y="3112380"/>
                  </a:lnTo>
                  <a:lnTo>
                    <a:pt x="0" y="3072969"/>
                  </a:lnTo>
                  <a:lnTo>
                    <a:pt x="0" y="3033559"/>
                  </a:lnTo>
                  <a:lnTo>
                    <a:pt x="0" y="2994148"/>
                  </a:lnTo>
                  <a:lnTo>
                    <a:pt x="0" y="2954737"/>
                  </a:lnTo>
                  <a:lnTo>
                    <a:pt x="0" y="2915326"/>
                  </a:lnTo>
                  <a:lnTo>
                    <a:pt x="0" y="2875915"/>
                  </a:lnTo>
                  <a:lnTo>
                    <a:pt x="0" y="2836504"/>
                  </a:lnTo>
                  <a:lnTo>
                    <a:pt x="0" y="2797093"/>
                  </a:lnTo>
                  <a:lnTo>
                    <a:pt x="0" y="2757682"/>
                  </a:lnTo>
                  <a:lnTo>
                    <a:pt x="0" y="2718271"/>
                  </a:lnTo>
                  <a:lnTo>
                    <a:pt x="0" y="2678860"/>
                  </a:lnTo>
                  <a:lnTo>
                    <a:pt x="0" y="2639450"/>
                  </a:lnTo>
                  <a:lnTo>
                    <a:pt x="0" y="2600039"/>
                  </a:lnTo>
                  <a:lnTo>
                    <a:pt x="0" y="2560628"/>
                  </a:lnTo>
                  <a:lnTo>
                    <a:pt x="0" y="2521217"/>
                  </a:lnTo>
                  <a:lnTo>
                    <a:pt x="0" y="2481806"/>
                  </a:lnTo>
                  <a:lnTo>
                    <a:pt x="0" y="2442395"/>
                  </a:lnTo>
                  <a:lnTo>
                    <a:pt x="0" y="2402984"/>
                  </a:lnTo>
                  <a:lnTo>
                    <a:pt x="0" y="2363573"/>
                  </a:lnTo>
                  <a:lnTo>
                    <a:pt x="0" y="2324162"/>
                  </a:lnTo>
                  <a:lnTo>
                    <a:pt x="0" y="2284751"/>
                  </a:lnTo>
                  <a:lnTo>
                    <a:pt x="0" y="2245340"/>
                  </a:lnTo>
                  <a:lnTo>
                    <a:pt x="0" y="2205930"/>
                  </a:lnTo>
                  <a:lnTo>
                    <a:pt x="0" y="2166519"/>
                  </a:lnTo>
                  <a:lnTo>
                    <a:pt x="0" y="2127108"/>
                  </a:lnTo>
                  <a:lnTo>
                    <a:pt x="0" y="2087697"/>
                  </a:lnTo>
                  <a:lnTo>
                    <a:pt x="0" y="2048286"/>
                  </a:lnTo>
                  <a:lnTo>
                    <a:pt x="0" y="2008875"/>
                  </a:lnTo>
                  <a:lnTo>
                    <a:pt x="0" y="1969464"/>
                  </a:lnTo>
                  <a:lnTo>
                    <a:pt x="0" y="1930053"/>
                  </a:lnTo>
                  <a:lnTo>
                    <a:pt x="0" y="1890642"/>
                  </a:lnTo>
                  <a:lnTo>
                    <a:pt x="0" y="1851231"/>
                  </a:lnTo>
                  <a:lnTo>
                    <a:pt x="0" y="1811821"/>
                  </a:lnTo>
                  <a:lnTo>
                    <a:pt x="0" y="1772410"/>
                  </a:lnTo>
                  <a:lnTo>
                    <a:pt x="0" y="1732999"/>
                  </a:lnTo>
                  <a:lnTo>
                    <a:pt x="0" y="1693588"/>
                  </a:lnTo>
                  <a:lnTo>
                    <a:pt x="0" y="1654177"/>
                  </a:lnTo>
                  <a:lnTo>
                    <a:pt x="0" y="1614766"/>
                  </a:lnTo>
                  <a:lnTo>
                    <a:pt x="0" y="1575355"/>
                  </a:lnTo>
                  <a:lnTo>
                    <a:pt x="0" y="1535944"/>
                  </a:lnTo>
                  <a:lnTo>
                    <a:pt x="0" y="1496533"/>
                  </a:lnTo>
                  <a:lnTo>
                    <a:pt x="0" y="1457122"/>
                  </a:lnTo>
                  <a:lnTo>
                    <a:pt x="0" y="1417711"/>
                  </a:lnTo>
                  <a:lnTo>
                    <a:pt x="0" y="1378301"/>
                  </a:lnTo>
                  <a:lnTo>
                    <a:pt x="0" y="1338890"/>
                  </a:lnTo>
                  <a:lnTo>
                    <a:pt x="0" y="1299479"/>
                  </a:lnTo>
                  <a:lnTo>
                    <a:pt x="0" y="1260068"/>
                  </a:lnTo>
                  <a:lnTo>
                    <a:pt x="0" y="1220657"/>
                  </a:lnTo>
                  <a:lnTo>
                    <a:pt x="0" y="1181246"/>
                  </a:lnTo>
                  <a:lnTo>
                    <a:pt x="0" y="1141835"/>
                  </a:lnTo>
                  <a:lnTo>
                    <a:pt x="0" y="1102424"/>
                  </a:lnTo>
                  <a:lnTo>
                    <a:pt x="0" y="1063013"/>
                  </a:lnTo>
                  <a:lnTo>
                    <a:pt x="0" y="1023602"/>
                  </a:lnTo>
                  <a:lnTo>
                    <a:pt x="0" y="984192"/>
                  </a:lnTo>
                  <a:lnTo>
                    <a:pt x="0" y="944781"/>
                  </a:lnTo>
                  <a:lnTo>
                    <a:pt x="0" y="905370"/>
                  </a:lnTo>
                  <a:lnTo>
                    <a:pt x="0" y="865959"/>
                  </a:lnTo>
                  <a:lnTo>
                    <a:pt x="0" y="826548"/>
                  </a:lnTo>
                  <a:lnTo>
                    <a:pt x="0" y="787137"/>
                  </a:lnTo>
                  <a:lnTo>
                    <a:pt x="0" y="747726"/>
                  </a:lnTo>
                  <a:lnTo>
                    <a:pt x="0" y="708315"/>
                  </a:lnTo>
                  <a:lnTo>
                    <a:pt x="0" y="668904"/>
                  </a:lnTo>
                  <a:lnTo>
                    <a:pt x="0" y="629493"/>
                  </a:lnTo>
                  <a:lnTo>
                    <a:pt x="0" y="590082"/>
                  </a:lnTo>
                  <a:lnTo>
                    <a:pt x="0" y="550672"/>
                  </a:lnTo>
                  <a:lnTo>
                    <a:pt x="0" y="511261"/>
                  </a:lnTo>
                  <a:lnTo>
                    <a:pt x="0" y="471850"/>
                  </a:lnTo>
                  <a:lnTo>
                    <a:pt x="0" y="432439"/>
                  </a:lnTo>
                  <a:lnTo>
                    <a:pt x="0" y="393028"/>
                  </a:lnTo>
                  <a:lnTo>
                    <a:pt x="0" y="353617"/>
                  </a:lnTo>
                  <a:lnTo>
                    <a:pt x="0" y="314206"/>
                  </a:lnTo>
                  <a:lnTo>
                    <a:pt x="0" y="274795"/>
                  </a:lnTo>
                  <a:lnTo>
                    <a:pt x="0" y="235384"/>
                  </a:lnTo>
                  <a:lnTo>
                    <a:pt x="0" y="195973"/>
                  </a:lnTo>
                  <a:lnTo>
                    <a:pt x="0" y="156563"/>
                  </a:lnTo>
                  <a:lnTo>
                    <a:pt x="0" y="117152"/>
                  </a:lnTo>
                  <a:lnTo>
                    <a:pt x="0" y="77741"/>
                  </a:lnTo>
                  <a:lnTo>
                    <a:pt x="0" y="38330"/>
                  </a:ln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rnd">
              <a:solidFill>
                <a:srgbClr val="F0F8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3669312" y="2354586"/>
              <a:ext cx="0" cy="3366361"/>
            </a:xfrm>
            <a:custGeom>
              <a:avLst/>
              <a:pathLst>
                <a:path w="0" h="3366361">
                  <a:moveTo>
                    <a:pt x="0" y="3366361"/>
                  </a:moveTo>
                  <a:lnTo>
                    <a:pt x="0" y="3348846"/>
                  </a:lnTo>
                  <a:lnTo>
                    <a:pt x="0" y="3309435"/>
                  </a:lnTo>
                  <a:lnTo>
                    <a:pt x="0" y="3270024"/>
                  </a:lnTo>
                  <a:lnTo>
                    <a:pt x="0" y="3230613"/>
                  </a:lnTo>
                  <a:lnTo>
                    <a:pt x="0" y="3191202"/>
                  </a:lnTo>
                  <a:lnTo>
                    <a:pt x="0" y="3151791"/>
                  </a:lnTo>
                  <a:lnTo>
                    <a:pt x="0" y="3112380"/>
                  </a:lnTo>
                  <a:lnTo>
                    <a:pt x="0" y="3072969"/>
                  </a:lnTo>
                  <a:lnTo>
                    <a:pt x="0" y="3033559"/>
                  </a:lnTo>
                  <a:lnTo>
                    <a:pt x="0" y="2994148"/>
                  </a:lnTo>
                  <a:lnTo>
                    <a:pt x="0" y="2954737"/>
                  </a:lnTo>
                  <a:lnTo>
                    <a:pt x="0" y="2915326"/>
                  </a:lnTo>
                  <a:lnTo>
                    <a:pt x="0" y="2875915"/>
                  </a:lnTo>
                  <a:lnTo>
                    <a:pt x="0" y="2836504"/>
                  </a:lnTo>
                  <a:lnTo>
                    <a:pt x="0" y="2797093"/>
                  </a:lnTo>
                  <a:lnTo>
                    <a:pt x="0" y="2757682"/>
                  </a:lnTo>
                  <a:lnTo>
                    <a:pt x="0" y="2718271"/>
                  </a:lnTo>
                  <a:lnTo>
                    <a:pt x="0" y="2678860"/>
                  </a:lnTo>
                  <a:lnTo>
                    <a:pt x="0" y="2639450"/>
                  </a:lnTo>
                  <a:lnTo>
                    <a:pt x="0" y="2600039"/>
                  </a:lnTo>
                  <a:lnTo>
                    <a:pt x="0" y="2560628"/>
                  </a:lnTo>
                  <a:lnTo>
                    <a:pt x="0" y="2521217"/>
                  </a:lnTo>
                  <a:lnTo>
                    <a:pt x="0" y="2481806"/>
                  </a:lnTo>
                  <a:lnTo>
                    <a:pt x="0" y="2442395"/>
                  </a:lnTo>
                  <a:lnTo>
                    <a:pt x="0" y="2402984"/>
                  </a:lnTo>
                  <a:lnTo>
                    <a:pt x="0" y="2363573"/>
                  </a:lnTo>
                  <a:lnTo>
                    <a:pt x="0" y="2324162"/>
                  </a:lnTo>
                  <a:lnTo>
                    <a:pt x="0" y="2284751"/>
                  </a:lnTo>
                  <a:lnTo>
                    <a:pt x="0" y="2245340"/>
                  </a:lnTo>
                  <a:lnTo>
                    <a:pt x="0" y="2205930"/>
                  </a:lnTo>
                  <a:lnTo>
                    <a:pt x="0" y="2166519"/>
                  </a:lnTo>
                  <a:lnTo>
                    <a:pt x="0" y="2127108"/>
                  </a:lnTo>
                  <a:lnTo>
                    <a:pt x="0" y="2087697"/>
                  </a:lnTo>
                  <a:lnTo>
                    <a:pt x="0" y="2048286"/>
                  </a:lnTo>
                  <a:lnTo>
                    <a:pt x="0" y="2008875"/>
                  </a:lnTo>
                  <a:lnTo>
                    <a:pt x="0" y="1969464"/>
                  </a:lnTo>
                  <a:lnTo>
                    <a:pt x="0" y="1930053"/>
                  </a:lnTo>
                  <a:lnTo>
                    <a:pt x="0" y="1890642"/>
                  </a:lnTo>
                  <a:lnTo>
                    <a:pt x="0" y="1851231"/>
                  </a:lnTo>
                  <a:lnTo>
                    <a:pt x="0" y="1811821"/>
                  </a:lnTo>
                  <a:lnTo>
                    <a:pt x="0" y="1772410"/>
                  </a:lnTo>
                  <a:lnTo>
                    <a:pt x="0" y="1732999"/>
                  </a:lnTo>
                  <a:lnTo>
                    <a:pt x="0" y="1693588"/>
                  </a:lnTo>
                  <a:lnTo>
                    <a:pt x="0" y="1654177"/>
                  </a:lnTo>
                  <a:lnTo>
                    <a:pt x="0" y="1614766"/>
                  </a:lnTo>
                  <a:lnTo>
                    <a:pt x="0" y="1575355"/>
                  </a:lnTo>
                  <a:lnTo>
                    <a:pt x="0" y="1535944"/>
                  </a:lnTo>
                  <a:lnTo>
                    <a:pt x="0" y="1496533"/>
                  </a:lnTo>
                  <a:lnTo>
                    <a:pt x="0" y="1457122"/>
                  </a:lnTo>
                  <a:lnTo>
                    <a:pt x="0" y="1417711"/>
                  </a:lnTo>
                  <a:lnTo>
                    <a:pt x="0" y="1378301"/>
                  </a:lnTo>
                  <a:lnTo>
                    <a:pt x="0" y="1338890"/>
                  </a:lnTo>
                  <a:lnTo>
                    <a:pt x="0" y="1299479"/>
                  </a:lnTo>
                  <a:lnTo>
                    <a:pt x="0" y="1260068"/>
                  </a:lnTo>
                  <a:lnTo>
                    <a:pt x="0" y="1220657"/>
                  </a:lnTo>
                  <a:lnTo>
                    <a:pt x="0" y="1181246"/>
                  </a:lnTo>
                  <a:lnTo>
                    <a:pt x="0" y="1141835"/>
                  </a:lnTo>
                  <a:lnTo>
                    <a:pt x="0" y="1102424"/>
                  </a:lnTo>
                  <a:lnTo>
                    <a:pt x="0" y="1063013"/>
                  </a:lnTo>
                  <a:lnTo>
                    <a:pt x="0" y="1023602"/>
                  </a:lnTo>
                  <a:lnTo>
                    <a:pt x="0" y="984192"/>
                  </a:lnTo>
                  <a:lnTo>
                    <a:pt x="0" y="944781"/>
                  </a:lnTo>
                  <a:lnTo>
                    <a:pt x="0" y="905370"/>
                  </a:lnTo>
                  <a:lnTo>
                    <a:pt x="0" y="865959"/>
                  </a:lnTo>
                  <a:lnTo>
                    <a:pt x="0" y="826548"/>
                  </a:lnTo>
                  <a:lnTo>
                    <a:pt x="0" y="787137"/>
                  </a:lnTo>
                  <a:lnTo>
                    <a:pt x="0" y="747726"/>
                  </a:lnTo>
                  <a:lnTo>
                    <a:pt x="0" y="708315"/>
                  </a:lnTo>
                  <a:lnTo>
                    <a:pt x="0" y="668904"/>
                  </a:lnTo>
                  <a:lnTo>
                    <a:pt x="0" y="629493"/>
                  </a:lnTo>
                  <a:lnTo>
                    <a:pt x="0" y="590082"/>
                  </a:lnTo>
                  <a:lnTo>
                    <a:pt x="0" y="550672"/>
                  </a:lnTo>
                  <a:lnTo>
                    <a:pt x="0" y="511261"/>
                  </a:lnTo>
                  <a:lnTo>
                    <a:pt x="0" y="471850"/>
                  </a:lnTo>
                  <a:lnTo>
                    <a:pt x="0" y="432439"/>
                  </a:lnTo>
                  <a:lnTo>
                    <a:pt x="0" y="393028"/>
                  </a:lnTo>
                  <a:lnTo>
                    <a:pt x="0" y="353617"/>
                  </a:lnTo>
                  <a:lnTo>
                    <a:pt x="0" y="314206"/>
                  </a:lnTo>
                  <a:lnTo>
                    <a:pt x="0" y="274795"/>
                  </a:lnTo>
                  <a:lnTo>
                    <a:pt x="0" y="235384"/>
                  </a:lnTo>
                  <a:lnTo>
                    <a:pt x="0" y="195973"/>
                  </a:lnTo>
                  <a:lnTo>
                    <a:pt x="0" y="156563"/>
                  </a:lnTo>
                  <a:lnTo>
                    <a:pt x="0" y="117152"/>
                  </a:lnTo>
                  <a:lnTo>
                    <a:pt x="0" y="77741"/>
                  </a:lnTo>
                  <a:lnTo>
                    <a:pt x="0" y="38330"/>
                  </a:ln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rnd">
              <a:solidFill>
                <a:srgbClr val="F0F8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4198487" y="2354586"/>
              <a:ext cx="0" cy="3366361"/>
            </a:xfrm>
            <a:custGeom>
              <a:avLst/>
              <a:pathLst>
                <a:path w="0" h="3366361">
                  <a:moveTo>
                    <a:pt x="0" y="3366361"/>
                  </a:moveTo>
                  <a:lnTo>
                    <a:pt x="0" y="3348846"/>
                  </a:lnTo>
                  <a:lnTo>
                    <a:pt x="0" y="3309435"/>
                  </a:lnTo>
                  <a:lnTo>
                    <a:pt x="0" y="3270024"/>
                  </a:lnTo>
                  <a:lnTo>
                    <a:pt x="0" y="3230613"/>
                  </a:lnTo>
                  <a:lnTo>
                    <a:pt x="0" y="3191202"/>
                  </a:lnTo>
                  <a:lnTo>
                    <a:pt x="0" y="3151791"/>
                  </a:lnTo>
                  <a:lnTo>
                    <a:pt x="0" y="3112380"/>
                  </a:lnTo>
                  <a:lnTo>
                    <a:pt x="0" y="3072969"/>
                  </a:lnTo>
                  <a:lnTo>
                    <a:pt x="0" y="3033559"/>
                  </a:lnTo>
                  <a:lnTo>
                    <a:pt x="0" y="2994148"/>
                  </a:lnTo>
                  <a:lnTo>
                    <a:pt x="0" y="2954737"/>
                  </a:lnTo>
                  <a:lnTo>
                    <a:pt x="0" y="2915326"/>
                  </a:lnTo>
                  <a:lnTo>
                    <a:pt x="0" y="2875915"/>
                  </a:lnTo>
                  <a:lnTo>
                    <a:pt x="0" y="2836504"/>
                  </a:lnTo>
                  <a:lnTo>
                    <a:pt x="0" y="2797093"/>
                  </a:lnTo>
                  <a:lnTo>
                    <a:pt x="0" y="2757682"/>
                  </a:lnTo>
                  <a:lnTo>
                    <a:pt x="0" y="2718271"/>
                  </a:lnTo>
                  <a:lnTo>
                    <a:pt x="0" y="2678860"/>
                  </a:lnTo>
                  <a:lnTo>
                    <a:pt x="0" y="2639450"/>
                  </a:lnTo>
                  <a:lnTo>
                    <a:pt x="0" y="2600039"/>
                  </a:lnTo>
                  <a:lnTo>
                    <a:pt x="0" y="2560628"/>
                  </a:lnTo>
                  <a:lnTo>
                    <a:pt x="0" y="2521217"/>
                  </a:lnTo>
                  <a:lnTo>
                    <a:pt x="0" y="2481806"/>
                  </a:lnTo>
                  <a:lnTo>
                    <a:pt x="0" y="2442395"/>
                  </a:lnTo>
                  <a:lnTo>
                    <a:pt x="0" y="2402984"/>
                  </a:lnTo>
                  <a:lnTo>
                    <a:pt x="0" y="2363573"/>
                  </a:lnTo>
                  <a:lnTo>
                    <a:pt x="0" y="2324162"/>
                  </a:lnTo>
                  <a:lnTo>
                    <a:pt x="0" y="2284751"/>
                  </a:lnTo>
                  <a:lnTo>
                    <a:pt x="0" y="2245340"/>
                  </a:lnTo>
                  <a:lnTo>
                    <a:pt x="0" y="2205930"/>
                  </a:lnTo>
                  <a:lnTo>
                    <a:pt x="0" y="2166519"/>
                  </a:lnTo>
                  <a:lnTo>
                    <a:pt x="0" y="2127108"/>
                  </a:lnTo>
                  <a:lnTo>
                    <a:pt x="0" y="2087697"/>
                  </a:lnTo>
                  <a:lnTo>
                    <a:pt x="0" y="2048286"/>
                  </a:lnTo>
                  <a:lnTo>
                    <a:pt x="0" y="2008875"/>
                  </a:lnTo>
                  <a:lnTo>
                    <a:pt x="0" y="1969464"/>
                  </a:lnTo>
                  <a:lnTo>
                    <a:pt x="0" y="1930053"/>
                  </a:lnTo>
                  <a:lnTo>
                    <a:pt x="0" y="1890642"/>
                  </a:lnTo>
                  <a:lnTo>
                    <a:pt x="0" y="1851231"/>
                  </a:lnTo>
                  <a:lnTo>
                    <a:pt x="0" y="1811821"/>
                  </a:lnTo>
                  <a:lnTo>
                    <a:pt x="0" y="1772410"/>
                  </a:lnTo>
                  <a:lnTo>
                    <a:pt x="0" y="1732999"/>
                  </a:lnTo>
                  <a:lnTo>
                    <a:pt x="0" y="1693588"/>
                  </a:lnTo>
                  <a:lnTo>
                    <a:pt x="0" y="1654177"/>
                  </a:lnTo>
                  <a:lnTo>
                    <a:pt x="0" y="1614766"/>
                  </a:lnTo>
                  <a:lnTo>
                    <a:pt x="0" y="1575355"/>
                  </a:lnTo>
                  <a:lnTo>
                    <a:pt x="0" y="1535944"/>
                  </a:lnTo>
                  <a:lnTo>
                    <a:pt x="0" y="1496533"/>
                  </a:lnTo>
                  <a:lnTo>
                    <a:pt x="0" y="1457122"/>
                  </a:lnTo>
                  <a:lnTo>
                    <a:pt x="0" y="1417711"/>
                  </a:lnTo>
                  <a:lnTo>
                    <a:pt x="0" y="1378301"/>
                  </a:lnTo>
                  <a:lnTo>
                    <a:pt x="0" y="1338890"/>
                  </a:lnTo>
                  <a:lnTo>
                    <a:pt x="0" y="1299479"/>
                  </a:lnTo>
                  <a:lnTo>
                    <a:pt x="0" y="1260068"/>
                  </a:lnTo>
                  <a:lnTo>
                    <a:pt x="0" y="1220657"/>
                  </a:lnTo>
                  <a:lnTo>
                    <a:pt x="0" y="1181246"/>
                  </a:lnTo>
                  <a:lnTo>
                    <a:pt x="0" y="1141835"/>
                  </a:lnTo>
                  <a:lnTo>
                    <a:pt x="0" y="1102424"/>
                  </a:lnTo>
                  <a:lnTo>
                    <a:pt x="0" y="1063013"/>
                  </a:lnTo>
                  <a:lnTo>
                    <a:pt x="0" y="1023602"/>
                  </a:lnTo>
                  <a:lnTo>
                    <a:pt x="0" y="984192"/>
                  </a:lnTo>
                  <a:lnTo>
                    <a:pt x="0" y="944781"/>
                  </a:lnTo>
                  <a:lnTo>
                    <a:pt x="0" y="905370"/>
                  </a:lnTo>
                  <a:lnTo>
                    <a:pt x="0" y="865959"/>
                  </a:lnTo>
                  <a:lnTo>
                    <a:pt x="0" y="826548"/>
                  </a:lnTo>
                  <a:lnTo>
                    <a:pt x="0" y="787137"/>
                  </a:lnTo>
                  <a:lnTo>
                    <a:pt x="0" y="747726"/>
                  </a:lnTo>
                  <a:lnTo>
                    <a:pt x="0" y="708315"/>
                  </a:lnTo>
                  <a:lnTo>
                    <a:pt x="0" y="668904"/>
                  </a:lnTo>
                  <a:lnTo>
                    <a:pt x="0" y="629493"/>
                  </a:lnTo>
                  <a:lnTo>
                    <a:pt x="0" y="590082"/>
                  </a:lnTo>
                  <a:lnTo>
                    <a:pt x="0" y="550672"/>
                  </a:lnTo>
                  <a:lnTo>
                    <a:pt x="0" y="511261"/>
                  </a:lnTo>
                  <a:lnTo>
                    <a:pt x="0" y="471850"/>
                  </a:lnTo>
                  <a:lnTo>
                    <a:pt x="0" y="432439"/>
                  </a:lnTo>
                  <a:lnTo>
                    <a:pt x="0" y="393028"/>
                  </a:lnTo>
                  <a:lnTo>
                    <a:pt x="0" y="353617"/>
                  </a:lnTo>
                  <a:lnTo>
                    <a:pt x="0" y="314206"/>
                  </a:lnTo>
                  <a:lnTo>
                    <a:pt x="0" y="274795"/>
                  </a:lnTo>
                  <a:lnTo>
                    <a:pt x="0" y="235384"/>
                  </a:lnTo>
                  <a:lnTo>
                    <a:pt x="0" y="195973"/>
                  </a:lnTo>
                  <a:lnTo>
                    <a:pt x="0" y="156563"/>
                  </a:lnTo>
                  <a:lnTo>
                    <a:pt x="0" y="117152"/>
                  </a:lnTo>
                  <a:lnTo>
                    <a:pt x="0" y="77741"/>
                  </a:lnTo>
                  <a:lnTo>
                    <a:pt x="0" y="38330"/>
                  </a:ln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rnd">
              <a:solidFill>
                <a:srgbClr val="F0F8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4727662" y="2354586"/>
              <a:ext cx="0" cy="3366361"/>
            </a:xfrm>
            <a:custGeom>
              <a:avLst/>
              <a:pathLst>
                <a:path w="0" h="3366361">
                  <a:moveTo>
                    <a:pt x="0" y="3366361"/>
                  </a:moveTo>
                  <a:lnTo>
                    <a:pt x="0" y="3348846"/>
                  </a:lnTo>
                  <a:lnTo>
                    <a:pt x="0" y="3309435"/>
                  </a:lnTo>
                  <a:lnTo>
                    <a:pt x="0" y="3270024"/>
                  </a:lnTo>
                  <a:lnTo>
                    <a:pt x="0" y="3230613"/>
                  </a:lnTo>
                  <a:lnTo>
                    <a:pt x="0" y="3191202"/>
                  </a:lnTo>
                  <a:lnTo>
                    <a:pt x="0" y="3151791"/>
                  </a:lnTo>
                  <a:lnTo>
                    <a:pt x="0" y="3112380"/>
                  </a:lnTo>
                  <a:lnTo>
                    <a:pt x="0" y="3072969"/>
                  </a:lnTo>
                  <a:lnTo>
                    <a:pt x="0" y="3033559"/>
                  </a:lnTo>
                  <a:lnTo>
                    <a:pt x="0" y="2994148"/>
                  </a:lnTo>
                  <a:lnTo>
                    <a:pt x="0" y="2954737"/>
                  </a:lnTo>
                  <a:lnTo>
                    <a:pt x="0" y="2915326"/>
                  </a:lnTo>
                  <a:lnTo>
                    <a:pt x="0" y="2875915"/>
                  </a:lnTo>
                  <a:lnTo>
                    <a:pt x="0" y="2836504"/>
                  </a:lnTo>
                  <a:lnTo>
                    <a:pt x="0" y="2797093"/>
                  </a:lnTo>
                  <a:lnTo>
                    <a:pt x="0" y="2757682"/>
                  </a:lnTo>
                  <a:lnTo>
                    <a:pt x="0" y="2718271"/>
                  </a:lnTo>
                  <a:lnTo>
                    <a:pt x="0" y="2678860"/>
                  </a:lnTo>
                  <a:lnTo>
                    <a:pt x="0" y="2639450"/>
                  </a:lnTo>
                  <a:lnTo>
                    <a:pt x="0" y="2600039"/>
                  </a:lnTo>
                  <a:lnTo>
                    <a:pt x="0" y="2560628"/>
                  </a:lnTo>
                  <a:lnTo>
                    <a:pt x="0" y="2521217"/>
                  </a:lnTo>
                  <a:lnTo>
                    <a:pt x="0" y="2481806"/>
                  </a:lnTo>
                  <a:lnTo>
                    <a:pt x="0" y="2442395"/>
                  </a:lnTo>
                  <a:lnTo>
                    <a:pt x="0" y="2402984"/>
                  </a:lnTo>
                  <a:lnTo>
                    <a:pt x="0" y="2363573"/>
                  </a:lnTo>
                  <a:lnTo>
                    <a:pt x="0" y="2324162"/>
                  </a:lnTo>
                  <a:lnTo>
                    <a:pt x="0" y="2284751"/>
                  </a:lnTo>
                  <a:lnTo>
                    <a:pt x="0" y="2245340"/>
                  </a:lnTo>
                  <a:lnTo>
                    <a:pt x="0" y="2205930"/>
                  </a:lnTo>
                  <a:lnTo>
                    <a:pt x="0" y="2166519"/>
                  </a:lnTo>
                  <a:lnTo>
                    <a:pt x="0" y="2127108"/>
                  </a:lnTo>
                  <a:lnTo>
                    <a:pt x="0" y="2087697"/>
                  </a:lnTo>
                  <a:lnTo>
                    <a:pt x="0" y="2048286"/>
                  </a:lnTo>
                  <a:lnTo>
                    <a:pt x="0" y="2008875"/>
                  </a:lnTo>
                  <a:lnTo>
                    <a:pt x="0" y="1969464"/>
                  </a:lnTo>
                  <a:lnTo>
                    <a:pt x="0" y="1930053"/>
                  </a:lnTo>
                  <a:lnTo>
                    <a:pt x="0" y="1890642"/>
                  </a:lnTo>
                  <a:lnTo>
                    <a:pt x="0" y="1851231"/>
                  </a:lnTo>
                  <a:lnTo>
                    <a:pt x="0" y="1811821"/>
                  </a:lnTo>
                  <a:lnTo>
                    <a:pt x="0" y="1772410"/>
                  </a:lnTo>
                  <a:lnTo>
                    <a:pt x="0" y="1732999"/>
                  </a:lnTo>
                  <a:lnTo>
                    <a:pt x="0" y="1693588"/>
                  </a:lnTo>
                  <a:lnTo>
                    <a:pt x="0" y="1654177"/>
                  </a:lnTo>
                  <a:lnTo>
                    <a:pt x="0" y="1614766"/>
                  </a:lnTo>
                  <a:lnTo>
                    <a:pt x="0" y="1575355"/>
                  </a:lnTo>
                  <a:lnTo>
                    <a:pt x="0" y="1535944"/>
                  </a:lnTo>
                  <a:lnTo>
                    <a:pt x="0" y="1496533"/>
                  </a:lnTo>
                  <a:lnTo>
                    <a:pt x="0" y="1457122"/>
                  </a:lnTo>
                  <a:lnTo>
                    <a:pt x="0" y="1417711"/>
                  </a:lnTo>
                  <a:lnTo>
                    <a:pt x="0" y="1378301"/>
                  </a:lnTo>
                  <a:lnTo>
                    <a:pt x="0" y="1338890"/>
                  </a:lnTo>
                  <a:lnTo>
                    <a:pt x="0" y="1299479"/>
                  </a:lnTo>
                  <a:lnTo>
                    <a:pt x="0" y="1260068"/>
                  </a:lnTo>
                  <a:lnTo>
                    <a:pt x="0" y="1220657"/>
                  </a:lnTo>
                  <a:lnTo>
                    <a:pt x="0" y="1181246"/>
                  </a:lnTo>
                  <a:lnTo>
                    <a:pt x="0" y="1141835"/>
                  </a:lnTo>
                  <a:lnTo>
                    <a:pt x="0" y="1102424"/>
                  </a:lnTo>
                  <a:lnTo>
                    <a:pt x="0" y="1063013"/>
                  </a:lnTo>
                  <a:lnTo>
                    <a:pt x="0" y="1023602"/>
                  </a:lnTo>
                  <a:lnTo>
                    <a:pt x="0" y="984192"/>
                  </a:lnTo>
                  <a:lnTo>
                    <a:pt x="0" y="944781"/>
                  </a:lnTo>
                  <a:lnTo>
                    <a:pt x="0" y="905370"/>
                  </a:lnTo>
                  <a:lnTo>
                    <a:pt x="0" y="865959"/>
                  </a:lnTo>
                  <a:lnTo>
                    <a:pt x="0" y="826548"/>
                  </a:lnTo>
                  <a:lnTo>
                    <a:pt x="0" y="787137"/>
                  </a:lnTo>
                  <a:lnTo>
                    <a:pt x="0" y="747726"/>
                  </a:lnTo>
                  <a:lnTo>
                    <a:pt x="0" y="708315"/>
                  </a:lnTo>
                  <a:lnTo>
                    <a:pt x="0" y="668904"/>
                  </a:lnTo>
                  <a:lnTo>
                    <a:pt x="0" y="629493"/>
                  </a:lnTo>
                  <a:lnTo>
                    <a:pt x="0" y="590082"/>
                  </a:lnTo>
                  <a:lnTo>
                    <a:pt x="0" y="550672"/>
                  </a:lnTo>
                  <a:lnTo>
                    <a:pt x="0" y="511261"/>
                  </a:lnTo>
                  <a:lnTo>
                    <a:pt x="0" y="471850"/>
                  </a:lnTo>
                  <a:lnTo>
                    <a:pt x="0" y="432439"/>
                  </a:lnTo>
                  <a:lnTo>
                    <a:pt x="0" y="393028"/>
                  </a:lnTo>
                  <a:lnTo>
                    <a:pt x="0" y="353617"/>
                  </a:lnTo>
                  <a:lnTo>
                    <a:pt x="0" y="314206"/>
                  </a:lnTo>
                  <a:lnTo>
                    <a:pt x="0" y="274795"/>
                  </a:lnTo>
                  <a:lnTo>
                    <a:pt x="0" y="235384"/>
                  </a:lnTo>
                  <a:lnTo>
                    <a:pt x="0" y="195973"/>
                  </a:lnTo>
                  <a:lnTo>
                    <a:pt x="0" y="156563"/>
                  </a:lnTo>
                  <a:lnTo>
                    <a:pt x="0" y="117152"/>
                  </a:lnTo>
                  <a:lnTo>
                    <a:pt x="0" y="77741"/>
                  </a:lnTo>
                  <a:lnTo>
                    <a:pt x="0" y="38330"/>
                  </a:ln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rnd">
              <a:solidFill>
                <a:srgbClr val="F0F8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5256837" y="2354586"/>
              <a:ext cx="0" cy="3366361"/>
            </a:xfrm>
            <a:custGeom>
              <a:avLst/>
              <a:pathLst>
                <a:path w="0" h="3366361">
                  <a:moveTo>
                    <a:pt x="0" y="3366361"/>
                  </a:moveTo>
                  <a:lnTo>
                    <a:pt x="0" y="3348846"/>
                  </a:lnTo>
                  <a:lnTo>
                    <a:pt x="0" y="3309435"/>
                  </a:lnTo>
                  <a:lnTo>
                    <a:pt x="0" y="3270024"/>
                  </a:lnTo>
                  <a:lnTo>
                    <a:pt x="0" y="3230613"/>
                  </a:lnTo>
                  <a:lnTo>
                    <a:pt x="0" y="3191202"/>
                  </a:lnTo>
                  <a:lnTo>
                    <a:pt x="0" y="3151791"/>
                  </a:lnTo>
                  <a:lnTo>
                    <a:pt x="0" y="3112380"/>
                  </a:lnTo>
                  <a:lnTo>
                    <a:pt x="0" y="3072969"/>
                  </a:lnTo>
                  <a:lnTo>
                    <a:pt x="0" y="3033559"/>
                  </a:lnTo>
                  <a:lnTo>
                    <a:pt x="0" y="2994148"/>
                  </a:lnTo>
                  <a:lnTo>
                    <a:pt x="0" y="2954737"/>
                  </a:lnTo>
                  <a:lnTo>
                    <a:pt x="0" y="2915326"/>
                  </a:lnTo>
                  <a:lnTo>
                    <a:pt x="0" y="2875915"/>
                  </a:lnTo>
                  <a:lnTo>
                    <a:pt x="0" y="2836504"/>
                  </a:lnTo>
                  <a:lnTo>
                    <a:pt x="0" y="2797093"/>
                  </a:lnTo>
                  <a:lnTo>
                    <a:pt x="0" y="2757682"/>
                  </a:lnTo>
                  <a:lnTo>
                    <a:pt x="0" y="2718271"/>
                  </a:lnTo>
                  <a:lnTo>
                    <a:pt x="0" y="2678860"/>
                  </a:lnTo>
                  <a:lnTo>
                    <a:pt x="0" y="2639450"/>
                  </a:lnTo>
                  <a:lnTo>
                    <a:pt x="0" y="2600039"/>
                  </a:lnTo>
                  <a:lnTo>
                    <a:pt x="0" y="2560628"/>
                  </a:lnTo>
                  <a:lnTo>
                    <a:pt x="0" y="2521217"/>
                  </a:lnTo>
                  <a:lnTo>
                    <a:pt x="0" y="2481806"/>
                  </a:lnTo>
                  <a:lnTo>
                    <a:pt x="0" y="2442395"/>
                  </a:lnTo>
                  <a:lnTo>
                    <a:pt x="0" y="2402984"/>
                  </a:lnTo>
                  <a:lnTo>
                    <a:pt x="0" y="2363573"/>
                  </a:lnTo>
                  <a:lnTo>
                    <a:pt x="0" y="2324162"/>
                  </a:lnTo>
                  <a:lnTo>
                    <a:pt x="0" y="2284751"/>
                  </a:lnTo>
                  <a:lnTo>
                    <a:pt x="0" y="2245340"/>
                  </a:lnTo>
                  <a:lnTo>
                    <a:pt x="0" y="2205930"/>
                  </a:lnTo>
                  <a:lnTo>
                    <a:pt x="0" y="2166519"/>
                  </a:lnTo>
                  <a:lnTo>
                    <a:pt x="0" y="2127108"/>
                  </a:lnTo>
                  <a:lnTo>
                    <a:pt x="0" y="2087697"/>
                  </a:lnTo>
                  <a:lnTo>
                    <a:pt x="0" y="2048286"/>
                  </a:lnTo>
                  <a:lnTo>
                    <a:pt x="0" y="2008875"/>
                  </a:lnTo>
                  <a:lnTo>
                    <a:pt x="0" y="1969464"/>
                  </a:lnTo>
                  <a:lnTo>
                    <a:pt x="0" y="1930053"/>
                  </a:lnTo>
                  <a:lnTo>
                    <a:pt x="0" y="1890642"/>
                  </a:lnTo>
                  <a:lnTo>
                    <a:pt x="0" y="1851231"/>
                  </a:lnTo>
                  <a:lnTo>
                    <a:pt x="0" y="1811821"/>
                  </a:lnTo>
                  <a:lnTo>
                    <a:pt x="0" y="1772410"/>
                  </a:lnTo>
                  <a:lnTo>
                    <a:pt x="0" y="1732999"/>
                  </a:lnTo>
                  <a:lnTo>
                    <a:pt x="0" y="1693588"/>
                  </a:lnTo>
                  <a:lnTo>
                    <a:pt x="0" y="1654177"/>
                  </a:lnTo>
                  <a:lnTo>
                    <a:pt x="0" y="1614766"/>
                  </a:lnTo>
                  <a:lnTo>
                    <a:pt x="0" y="1575355"/>
                  </a:lnTo>
                  <a:lnTo>
                    <a:pt x="0" y="1535944"/>
                  </a:lnTo>
                  <a:lnTo>
                    <a:pt x="0" y="1496533"/>
                  </a:lnTo>
                  <a:lnTo>
                    <a:pt x="0" y="1457122"/>
                  </a:lnTo>
                  <a:lnTo>
                    <a:pt x="0" y="1417711"/>
                  </a:lnTo>
                  <a:lnTo>
                    <a:pt x="0" y="1378301"/>
                  </a:lnTo>
                  <a:lnTo>
                    <a:pt x="0" y="1338890"/>
                  </a:lnTo>
                  <a:lnTo>
                    <a:pt x="0" y="1299479"/>
                  </a:lnTo>
                  <a:lnTo>
                    <a:pt x="0" y="1260068"/>
                  </a:lnTo>
                  <a:lnTo>
                    <a:pt x="0" y="1220657"/>
                  </a:lnTo>
                  <a:lnTo>
                    <a:pt x="0" y="1181246"/>
                  </a:lnTo>
                  <a:lnTo>
                    <a:pt x="0" y="1141835"/>
                  </a:lnTo>
                  <a:lnTo>
                    <a:pt x="0" y="1102424"/>
                  </a:lnTo>
                  <a:lnTo>
                    <a:pt x="0" y="1063013"/>
                  </a:lnTo>
                  <a:lnTo>
                    <a:pt x="0" y="1023602"/>
                  </a:lnTo>
                  <a:lnTo>
                    <a:pt x="0" y="984192"/>
                  </a:lnTo>
                  <a:lnTo>
                    <a:pt x="0" y="944781"/>
                  </a:lnTo>
                  <a:lnTo>
                    <a:pt x="0" y="905370"/>
                  </a:lnTo>
                  <a:lnTo>
                    <a:pt x="0" y="865959"/>
                  </a:lnTo>
                  <a:lnTo>
                    <a:pt x="0" y="826548"/>
                  </a:lnTo>
                  <a:lnTo>
                    <a:pt x="0" y="787137"/>
                  </a:lnTo>
                  <a:lnTo>
                    <a:pt x="0" y="747726"/>
                  </a:lnTo>
                  <a:lnTo>
                    <a:pt x="0" y="708315"/>
                  </a:lnTo>
                  <a:lnTo>
                    <a:pt x="0" y="668904"/>
                  </a:lnTo>
                  <a:lnTo>
                    <a:pt x="0" y="629493"/>
                  </a:lnTo>
                  <a:lnTo>
                    <a:pt x="0" y="590082"/>
                  </a:lnTo>
                  <a:lnTo>
                    <a:pt x="0" y="550672"/>
                  </a:lnTo>
                  <a:lnTo>
                    <a:pt x="0" y="511261"/>
                  </a:lnTo>
                  <a:lnTo>
                    <a:pt x="0" y="471850"/>
                  </a:lnTo>
                  <a:lnTo>
                    <a:pt x="0" y="432439"/>
                  </a:lnTo>
                  <a:lnTo>
                    <a:pt x="0" y="393028"/>
                  </a:lnTo>
                  <a:lnTo>
                    <a:pt x="0" y="353617"/>
                  </a:lnTo>
                  <a:lnTo>
                    <a:pt x="0" y="314206"/>
                  </a:lnTo>
                  <a:lnTo>
                    <a:pt x="0" y="274795"/>
                  </a:lnTo>
                  <a:lnTo>
                    <a:pt x="0" y="235384"/>
                  </a:lnTo>
                  <a:lnTo>
                    <a:pt x="0" y="195973"/>
                  </a:lnTo>
                  <a:lnTo>
                    <a:pt x="0" y="156563"/>
                  </a:lnTo>
                  <a:lnTo>
                    <a:pt x="0" y="117152"/>
                  </a:lnTo>
                  <a:lnTo>
                    <a:pt x="0" y="77741"/>
                  </a:lnTo>
                  <a:lnTo>
                    <a:pt x="0" y="38330"/>
                  </a:ln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rnd">
              <a:solidFill>
                <a:srgbClr val="F0F8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5786012" y="2354586"/>
              <a:ext cx="0" cy="3366361"/>
            </a:xfrm>
            <a:custGeom>
              <a:avLst/>
              <a:pathLst>
                <a:path w="0" h="3366361">
                  <a:moveTo>
                    <a:pt x="0" y="3366361"/>
                  </a:moveTo>
                  <a:lnTo>
                    <a:pt x="0" y="3348846"/>
                  </a:lnTo>
                  <a:lnTo>
                    <a:pt x="0" y="3309435"/>
                  </a:lnTo>
                  <a:lnTo>
                    <a:pt x="0" y="3270024"/>
                  </a:lnTo>
                  <a:lnTo>
                    <a:pt x="0" y="3230613"/>
                  </a:lnTo>
                  <a:lnTo>
                    <a:pt x="0" y="3191202"/>
                  </a:lnTo>
                  <a:lnTo>
                    <a:pt x="0" y="3151791"/>
                  </a:lnTo>
                  <a:lnTo>
                    <a:pt x="0" y="3112380"/>
                  </a:lnTo>
                  <a:lnTo>
                    <a:pt x="0" y="3072969"/>
                  </a:lnTo>
                  <a:lnTo>
                    <a:pt x="0" y="3033559"/>
                  </a:lnTo>
                  <a:lnTo>
                    <a:pt x="0" y="2994148"/>
                  </a:lnTo>
                  <a:lnTo>
                    <a:pt x="0" y="2954737"/>
                  </a:lnTo>
                  <a:lnTo>
                    <a:pt x="0" y="2915326"/>
                  </a:lnTo>
                  <a:lnTo>
                    <a:pt x="0" y="2875915"/>
                  </a:lnTo>
                  <a:lnTo>
                    <a:pt x="0" y="2836504"/>
                  </a:lnTo>
                  <a:lnTo>
                    <a:pt x="0" y="2797093"/>
                  </a:lnTo>
                  <a:lnTo>
                    <a:pt x="0" y="2757682"/>
                  </a:lnTo>
                  <a:lnTo>
                    <a:pt x="0" y="2718271"/>
                  </a:lnTo>
                  <a:lnTo>
                    <a:pt x="0" y="2678860"/>
                  </a:lnTo>
                  <a:lnTo>
                    <a:pt x="0" y="2639450"/>
                  </a:lnTo>
                  <a:lnTo>
                    <a:pt x="0" y="2600039"/>
                  </a:lnTo>
                  <a:lnTo>
                    <a:pt x="0" y="2560628"/>
                  </a:lnTo>
                  <a:lnTo>
                    <a:pt x="0" y="2521217"/>
                  </a:lnTo>
                  <a:lnTo>
                    <a:pt x="0" y="2481806"/>
                  </a:lnTo>
                  <a:lnTo>
                    <a:pt x="0" y="2442395"/>
                  </a:lnTo>
                  <a:lnTo>
                    <a:pt x="0" y="2402984"/>
                  </a:lnTo>
                  <a:lnTo>
                    <a:pt x="0" y="2363573"/>
                  </a:lnTo>
                  <a:lnTo>
                    <a:pt x="0" y="2324162"/>
                  </a:lnTo>
                  <a:lnTo>
                    <a:pt x="0" y="2284751"/>
                  </a:lnTo>
                  <a:lnTo>
                    <a:pt x="0" y="2245340"/>
                  </a:lnTo>
                  <a:lnTo>
                    <a:pt x="0" y="2205930"/>
                  </a:lnTo>
                  <a:lnTo>
                    <a:pt x="0" y="2166519"/>
                  </a:lnTo>
                  <a:lnTo>
                    <a:pt x="0" y="2127108"/>
                  </a:lnTo>
                  <a:lnTo>
                    <a:pt x="0" y="2087697"/>
                  </a:lnTo>
                  <a:lnTo>
                    <a:pt x="0" y="2048286"/>
                  </a:lnTo>
                  <a:lnTo>
                    <a:pt x="0" y="2008875"/>
                  </a:lnTo>
                  <a:lnTo>
                    <a:pt x="0" y="1969464"/>
                  </a:lnTo>
                  <a:lnTo>
                    <a:pt x="0" y="1930053"/>
                  </a:lnTo>
                  <a:lnTo>
                    <a:pt x="0" y="1890642"/>
                  </a:lnTo>
                  <a:lnTo>
                    <a:pt x="0" y="1851231"/>
                  </a:lnTo>
                  <a:lnTo>
                    <a:pt x="0" y="1811821"/>
                  </a:lnTo>
                  <a:lnTo>
                    <a:pt x="0" y="1772410"/>
                  </a:lnTo>
                  <a:lnTo>
                    <a:pt x="0" y="1732999"/>
                  </a:lnTo>
                  <a:lnTo>
                    <a:pt x="0" y="1693588"/>
                  </a:lnTo>
                  <a:lnTo>
                    <a:pt x="0" y="1654177"/>
                  </a:lnTo>
                  <a:lnTo>
                    <a:pt x="0" y="1614766"/>
                  </a:lnTo>
                  <a:lnTo>
                    <a:pt x="0" y="1575355"/>
                  </a:lnTo>
                  <a:lnTo>
                    <a:pt x="0" y="1535944"/>
                  </a:lnTo>
                  <a:lnTo>
                    <a:pt x="0" y="1496533"/>
                  </a:lnTo>
                  <a:lnTo>
                    <a:pt x="0" y="1457122"/>
                  </a:lnTo>
                  <a:lnTo>
                    <a:pt x="0" y="1417711"/>
                  </a:lnTo>
                  <a:lnTo>
                    <a:pt x="0" y="1378301"/>
                  </a:lnTo>
                  <a:lnTo>
                    <a:pt x="0" y="1338890"/>
                  </a:lnTo>
                  <a:lnTo>
                    <a:pt x="0" y="1299479"/>
                  </a:lnTo>
                  <a:lnTo>
                    <a:pt x="0" y="1260068"/>
                  </a:lnTo>
                  <a:lnTo>
                    <a:pt x="0" y="1220657"/>
                  </a:lnTo>
                  <a:lnTo>
                    <a:pt x="0" y="1181246"/>
                  </a:lnTo>
                  <a:lnTo>
                    <a:pt x="0" y="1141835"/>
                  </a:lnTo>
                  <a:lnTo>
                    <a:pt x="0" y="1102424"/>
                  </a:lnTo>
                  <a:lnTo>
                    <a:pt x="0" y="1063013"/>
                  </a:lnTo>
                  <a:lnTo>
                    <a:pt x="0" y="1023602"/>
                  </a:lnTo>
                  <a:lnTo>
                    <a:pt x="0" y="984192"/>
                  </a:lnTo>
                  <a:lnTo>
                    <a:pt x="0" y="944781"/>
                  </a:lnTo>
                  <a:lnTo>
                    <a:pt x="0" y="905370"/>
                  </a:lnTo>
                  <a:lnTo>
                    <a:pt x="0" y="865959"/>
                  </a:lnTo>
                  <a:lnTo>
                    <a:pt x="0" y="826548"/>
                  </a:lnTo>
                  <a:lnTo>
                    <a:pt x="0" y="787137"/>
                  </a:lnTo>
                  <a:lnTo>
                    <a:pt x="0" y="747726"/>
                  </a:lnTo>
                  <a:lnTo>
                    <a:pt x="0" y="708315"/>
                  </a:lnTo>
                  <a:lnTo>
                    <a:pt x="0" y="668904"/>
                  </a:lnTo>
                  <a:lnTo>
                    <a:pt x="0" y="629493"/>
                  </a:lnTo>
                  <a:lnTo>
                    <a:pt x="0" y="590082"/>
                  </a:lnTo>
                  <a:lnTo>
                    <a:pt x="0" y="550672"/>
                  </a:lnTo>
                  <a:lnTo>
                    <a:pt x="0" y="511261"/>
                  </a:lnTo>
                  <a:lnTo>
                    <a:pt x="0" y="471850"/>
                  </a:lnTo>
                  <a:lnTo>
                    <a:pt x="0" y="432439"/>
                  </a:lnTo>
                  <a:lnTo>
                    <a:pt x="0" y="393028"/>
                  </a:lnTo>
                  <a:lnTo>
                    <a:pt x="0" y="353617"/>
                  </a:lnTo>
                  <a:lnTo>
                    <a:pt x="0" y="314206"/>
                  </a:lnTo>
                  <a:lnTo>
                    <a:pt x="0" y="274795"/>
                  </a:lnTo>
                  <a:lnTo>
                    <a:pt x="0" y="235384"/>
                  </a:lnTo>
                  <a:lnTo>
                    <a:pt x="0" y="195973"/>
                  </a:lnTo>
                  <a:lnTo>
                    <a:pt x="0" y="156563"/>
                  </a:lnTo>
                  <a:lnTo>
                    <a:pt x="0" y="117152"/>
                  </a:lnTo>
                  <a:lnTo>
                    <a:pt x="0" y="77741"/>
                  </a:lnTo>
                  <a:lnTo>
                    <a:pt x="0" y="38330"/>
                  </a:ln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rnd">
              <a:solidFill>
                <a:srgbClr val="F0F8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6315187" y="2354586"/>
              <a:ext cx="0" cy="3366361"/>
            </a:xfrm>
            <a:custGeom>
              <a:avLst/>
              <a:pathLst>
                <a:path w="0" h="3366361">
                  <a:moveTo>
                    <a:pt x="0" y="3366361"/>
                  </a:moveTo>
                  <a:lnTo>
                    <a:pt x="0" y="3348846"/>
                  </a:lnTo>
                  <a:lnTo>
                    <a:pt x="0" y="3309435"/>
                  </a:lnTo>
                  <a:lnTo>
                    <a:pt x="0" y="3270024"/>
                  </a:lnTo>
                  <a:lnTo>
                    <a:pt x="0" y="3230613"/>
                  </a:lnTo>
                  <a:lnTo>
                    <a:pt x="0" y="3191202"/>
                  </a:lnTo>
                  <a:lnTo>
                    <a:pt x="0" y="3151791"/>
                  </a:lnTo>
                  <a:lnTo>
                    <a:pt x="0" y="3112380"/>
                  </a:lnTo>
                  <a:lnTo>
                    <a:pt x="0" y="3072969"/>
                  </a:lnTo>
                  <a:lnTo>
                    <a:pt x="0" y="3033559"/>
                  </a:lnTo>
                  <a:lnTo>
                    <a:pt x="0" y="2994148"/>
                  </a:lnTo>
                  <a:lnTo>
                    <a:pt x="0" y="2954737"/>
                  </a:lnTo>
                  <a:lnTo>
                    <a:pt x="0" y="2915326"/>
                  </a:lnTo>
                  <a:lnTo>
                    <a:pt x="0" y="2875915"/>
                  </a:lnTo>
                  <a:lnTo>
                    <a:pt x="0" y="2836504"/>
                  </a:lnTo>
                  <a:lnTo>
                    <a:pt x="0" y="2797093"/>
                  </a:lnTo>
                  <a:lnTo>
                    <a:pt x="0" y="2757682"/>
                  </a:lnTo>
                  <a:lnTo>
                    <a:pt x="0" y="2718271"/>
                  </a:lnTo>
                  <a:lnTo>
                    <a:pt x="0" y="2678860"/>
                  </a:lnTo>
                  <a:lnTo>
                    <a:pt x="0" y="2639450"/>
                  </a:lnTo>
                  <a:lnTo>
                    <a:pt x="0" y="2600039"/>
                  </a:lnTo>
                  <a:lnTo>
                    <a:pt x="0" y="2560628"/>
                  </a:lnTo>
                  <a:lnTo>
                    <a:pt x="0" y="2521217"/>
                  </a:lnTo>
                  <a:lnTo>
                    <a:pt x="0" y="2481806"/>
                  </a:lnTo>
                  <a:lnTo>
                    <a:pt x="0" y="2442395"/>
                  </a:lnTo>
                  <a:lnTo>
                    <a:pt x="0" y="2402984"/>
                  </a:lnTo>
                  <a:lnTo>
                    <a:pt x="0" y="2363573"/>
                  </a:lnTo>
                  <a:lnTo>
                    <a:pt x="0" y="2324162"/>
                  </a:lnTo>
                  <a:lnTo>
                    <a:pt x="0" y="2284751"/>
                  </a:lnTo>
                  <a:lnTo>
                    <a:pt x="0" y="2245340"/>
                  </a:lnTo>
                  <a:lnTo>
                    <a:pt x="0" y="2205930"/>
                  </a:lnTo>
                  <a:lnTo>
                    <a:pt x="0" y="2166519"/>
                  </a:lnTo>
                  <a:lnTo>
                    <a:pt x="0" y="2127108"/>
                  </a:lnTo>
                  <a:lnTo>
                    <a:pt x="0" y="2087697"/>
                  </a:lnTo>
                  <a:lnTo>
                    <a:pt x="0" y="2048286"/>
                  </a:lnTo>
                  <a:lnTo>
                    <a:pt x="0" y="2008875"/>
                  </a:lnTo>
                  <a:lnTo>
                    <a:pt x="0" y="1969464"/>
                  </a:lnTo>
                  <a:lnTo>
                    <a:pt x="0" y="1930053"/>
                  </a:lnTo>
                  <a:lnTo>
                    <a:pt x="0" y="1890642"/>
                  </a:lnTo>
                  <a:lnTo>
                    <a:pt x="0" y="1851231"/>
                  </a:lnTo>
                  <a:lnTo>
                    <a:pt x="0" y="1811821"/>
                  </a:lnTo>
                  <a:lnTo>
                    <a:pt x="0" y="1772410"/>
                  </a:lnTo>
                  <a:lnTo>
                    <a:pt x="0" y="1732999"/>
                  </a:lnTo>
                  <a:lnTo>
                    <a:pt x="0" y="1693588"/>
                  </a:lnTo>
                  <a:lnTo>
                    <a:pt x="0" y="1654177"/>
                  </a:lnTo>
                  <a:lnTo>
                    <a:pt x="0" y="1614766"/>
                  </a:lnTo>
                  <a:lnTo>
                    <a:pt x="0" y="1575355"/>
                  </a:lnTo>
                  <a:lnTo>
                    <a:pt x="0" y="1535944"/>
                  </a:lnTo>
                  <a:lnTo>
                    <a:pt x="0" y="1496533"/>
                  </a:lnTo>
                  <a:lnTo>
                    <a:pt x="0" y="1457122"/>
                  </a:lnTo>
                  <a:lnTo>
                    <a:pt x="0" y="1417711"/>
                  </a:lnTo>
                  <a:lnTo>
                    <a:pt x="0" y="1378301"/>
                  </a:lnTo>
                  <a:lnTo>
                    <a:pt x="0" y="1338890"/>
                  </a:lnTo>
                  <a:lnTo>
                    <a:pt x="0" y="1299479"/>
                  </a:lnTo>
                  <a:lnTo>
                    <a:pt x="0" y="1260068"/>
                  </a:lnTo>
                  <a:lnTo>
                    <a:pt x="0" y="1220657"/>
                  </a:lnTo>
                  <a:lnTo>
                    <a:pt x="0" y="1181246"/>
                  </a:lnTo>
                  <a:lnTo>
                    <a:pt x="0" y="1141835"/>
                  </a:lnTo>
                  <a:lnTo>
                    <a:pt x="0" y="1102424"/>
                  </a:lnTo>
                  <a:lnTo>
                    <a:pt x="0" y="1063013"/>
                  </a:lnTo>
                  <a:lnTo>
                    <a:pt x="0" y="1023602"/>
                  </a:lnTo>
                  <a:lnTo>
                    <a:pt x="0" y="984192"/>
                  </a:lnTo>
                  <a:lnTo>
                    <a:pt x="0" y="944781"/>
                  </a:lnTo>
                  <a:lnTo>
                    <a:pt x="0" y="905370"/>
                  </a:lnTo>
                  <a:lnTo>
                    <a:pt x="0" y="865959"/>
                  </a:lnTo>
                  <a:lnTo>
                    <a:pt x="0" y="826548"/>
                  </a:lnTo>
                  <a:lnTo>
                    <a:pt x="0" y="787137"/>
                  </a:lnTo>
                  <a:lnTo>
                    <a:pt x="0" y="747726"/>
                  </a:lnTo>
                  <a:lnTo>
                    <a:pt x="0" y="708315"/>
                  </a:lnTo>
                  <a:lnTo>
                    <a:pt x="0" y="668904"/>
                  </a:lnTo>
                  <a:lnTo>
                    <a:pt x="0" y="629493"/>
                  </a:lnTo>
                  <a:lnTo>
                    <a:pt x="0" y="590082"/>
                  </a:lnTo>
                  <a:lnTo>
                    <a:pt x="0" y="550672"/>
                  </a:lnTo>
                  <a:lnTo>
                    <a:pt x="0" y="511261"/>
                  </a:lnTo>
                  <a:lnTo>
                    <a:pt x="0" y="471850"/>
                  </a:lnTo>
                  <a:lnTo>
                    <a:pt x="0" y="432439"/>
                  </a:lnTo>
                  <a:lnTo>
                    <a:pt x="0" y="393028"/>
                  </a:lnTo>
                  <a:lnTo>
                    <a:pt x="0" y="353617"/>
                  </a:lnTo>
                  <a:lnTo>
                    <a:pt x="0" y="314206"/>
                  </a:lnTo>
                  <a:lnTo>
                    <a:pt x="0" y="274795"/>
                  </a:lnTo>
                  <a:lnTo>
                    <a:pt x="0" y="235384"/>
                  </a:lnTo>
                  <a:lnTo>
                    <a:pt x="0" y="195973"/>
                  </a:lnTo>
                  <a:lnTo>
                    <a:pt x="0" y="156563"/>
                  </a:lnTo>
                  <a:lnTo>
                    <a:pt x="0" y="117152"/>
                  </a:lnTo>
                  <a:lnTo>
                    <a:pt x="0" y="77741"/>
                  </a:lnTo>
                  <a:lnTo>
                    <a:pt x="0" y="38330"/>
                  </a:ln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rnd">
              <a:solidFill>
                <a:srgbClr val="F0F8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2201917" y="5407850"/>
              <a:ext cx="4342247" cy="0"/>
            </a:xfrm>
            <a:custGeom>
              <a:avLst/>
              <a:pathLst>
                <a:path w="4342247" h="0">
                  <a:moveTo>
                    <a:pt x="0" y="0"/>
                  </a:moveTo>
                  <a:lnTo>
                    <a:pt x="24190" y="0"/>
                  </a:lnTo>
                  <a:lnTo>
                    <a:pt x="72297" y="0"/>
                  </a:lnTo>
                  <a:lnTo>
                    <a:pt x="120403" y="0"/>
                  </a:lnTo>
                  <a:lnTo>
                    <a:pt x="168510" y="0"/>
                  </a:lnTo>
                  <a:lnTo>
                    <a:pt x="216617" y="0"/>
                  </a:lnTo>
                  <a:lnTo>
                    <a:pt x="264724" y="0"/>
                  </a:lnTo>
                  <a:lnTo>
                    <a:pt x="312831" y="0"/>
                  </a:lnTo>
                  <a:lnTo>
                    <a:pt x="360938" y="0"/>
                  </a:lnTo>
                  <a:lnTo>
                    <a:pt x="409044" y="0"/>
                  </a:lnTo>
                  <a:lnTo>
                    <a:pt x="457151" y="0"/>
                  </a:lnTo>
                  <a:lnTo>
                    <a:pt x="505258" y="0"/>
                  </a:lnTo>
                  <a:lnTo>
                    <a:pt x="553365" y="0"/>
                  </a:lnTo>
                  <a:lnTo>
                    <a:pt x="601472" y="0"/>
                  </a:lnTo>
                  <a:lnTo>
                    <a:pt x="649579" y="0"/>
                  </a:lnTo>
                  <a:lnTo>
                    <a:pt x="697685" y="0"/>
                  </a:lnTo>
                  <a:lnTo>
                    <a:pt x="745792" y="0"/>
                  </a:lnTo>
                  <a:lnTo>
                    <a:pt x="793899" y="0"/>
                  </a:lnTo>
                  <a:lnTo>
                    <a:pt x="842006" y="0"/>
                  </a:lnTo>
                  <a:lnTo>
                    <a:pt x="890113" y="0"/>
                  </a:lnTo>
                  <a:lnTo>
                    <a:pt x="938219" y="0"/>
                  </a:lnTo>
                  <a:lnTo>
                    <a:pt x="986326" y="0"/>
                  </a:lnTo>
                  <a:lnTo>
                    <a:pt x="1034433" y="0"/>
                  </a:lnTo>
                  <a:lnTo>
                    <a:pt x="1082540" y="0"/>
                  </a:lnTo>
                  <a:lnTo>
                    <a:pt x="1130647" y="0"/>
                  </a:lnTo>
                  <a:lnTo>
                    <a:pt x="1178754" y="0"/>
                  </a:lnTo>
                  <a:lnTo>
                    <a:pt x="1226860" y="0"/>
                  </a:lnTo>
                  <a:lnTo>
                    <a:pt x="1274967" y="0"/>
                  </a:lnTo>
                  <a:lnTo>
                    <a:pt x="1323074" y="0"/>
                  </a:lnTo>
                  <a:lnTo>
                    <a:pt x="1371181" y="0"/>
                  </a:lnTo>
                  <a:lnTo>
                    <a:pt x="1419288" y="0"/>
                  </a:lnTo>
                  <a:lnTo>
                    <a:pt x="1467394" y="0"/>
                  </a:lnTo>
                  <a:lnTo>
                    <a:pt x="1515501" y="0"/>
                  </a:lnTo>
                  <a:lnTo>
                    <a:pt x="1563608" y="0"/>
                  </a:lnTo>
                  <a:lnTo>
                    <a:pt x="1611715" y="0"/>
                  </a:lnTo>
                  <a:lnTo>
                    <a:pt x="1659822" y="0"/>
                  </a:lnTo>
                  <a:lnTo>
                    <a:pt x="1707929" y="0"/>
                  </a:lnTo>
                  <a:lnTo>
                    <a:pt x="1756035" y="0"/>
                  </a:lnTo>
                  <a:lnTo>
                    <a:pt x="1804142" y="0"/>
                  </a:lnTo>
                  <a:lnTo>
                    <a:pt x="1852249" y="0"/>
                  </a:lnTo>
                  <a:lnTo>
                    <a:pt x="1900356" y="0"/>
                  </a:lnTo>
                  <a:lnTo>
                    <a:pt x="1948463" y="0"/>
                  </a:lnTo>
                  <a:lnTo>
                    <a:pt x="1996570" y="0"/>
                  </a:lnTo>
                  <a:lnTo>
                    <a:pt x="2044676" y="0"/>
                  </a:lnTo>
                  <a:lnTo>
                    <a:pt x="2092783" y="0"/>
                  </a:lnTo>
                  <a:lnTo>
                    <a:pt x="2140890" y="0"/>
                  </a:lnTo>
                  <a:lnTo>
                    <a:pt x="2188997" y="0"/>
                  </a:lnTo>
                  <a:lnTo>
                    <a:pt x="2237104" y="0"/>
                  </a:lnTo>
                  <a:lnTo>
                    <a:pt x="2285210" y="0"/>
                  </a:lnTo>
                  <a:lnTo>
                    <a:pt x="2333317" y="0"/>
                  </a:lnTo>
                  <a:lnTo>
                    <a:pt x="2381424" y="0"/>
                  </a:lnTo>
                  <a:lnTo>
                    <a:pt x="2429531" y="0"/>
                  </a:lnTo>
                  <a:lnTo>
                    <a:pt x="2477638" y="0"/>
                  </a:lnTo>
                  <a:lnTo>
                    <a:pt x="2525745" y="0"/>
                  </a:lnTo>
                  <a:lnTo>
                    <a:pt x="2573851" y="0"/>
                  </a:lnTo>
                  <a:lnTo>
                    <a:pt x="2621958" y="0"/>
                  </a:lnTo>
                  <a:lnTo>
                    <a:pt x="2670065" y="0"/>
                  </a:lnTo>
                  <a:lnTo>
                    <a:pt x="2718172" y="0"/>
                  </a:lnTo>
                  <a:lnTo>
                    <a:pt x="2766279" y="0"/>
                  </a:lnTo>
                  <a:lnTo>
                    <a:pt x="2814386" y="0"/>
                  </a:lnTo>
                  <a:lnTo>
                    <a:pt x="2862492" y="0"/>
                  </a:lnTo>
                  <a:lnTo>
                    <a:pt x="2910599" y="0"/>
                  </a:lnTo>
                  <a:lnTo>
                    <a:pt x="2958706" y="0"/>
                  </a:lnTo>
                  <a:lnTo>
                    <a:pt x="3006813" y="0"/>
                  </a:lnTo>
                  <a:lnTo>
                    <a:pt x="3054920" y="0"/>
                  </a:lnTo>
                  <a:lnTo>
                    <a:pt x="3103026" y="0"/>
                  </a:lnTo>
                  <a:lnTo>
                    <a:pt x="3151133" y="0"/>
                  </a:lnTo>
                  <a:lnTo>
                    <a:pt x="3199240" y="0"/>
                  </a:lnTo>
                  <a:lnTo>
                    <a:pt x="3247347" y="0"/>
                  </a:lnTo>
                  <a:lnTo>
                    <a:pt x="3295454" y="0"/>
                  </a:lnTo>
                  <a:lnTo>
                    <a:pt x="3343561" y="0"/>
                  </a:lnTo>
                  <a:lnTo>
                    <a:pt x="3391667" y="0"/>
                  </a:lnTo>
                  <a:lnTo>
                    <a:pt x="3439774" y="0"/>
                  </a:lnTo>
                  <a:lnTo>
                    <a:pt x="3487881" y="0"/>
                  </a:lnTo>
                  <a:lnTo>
                    <a:pt x="3535988" y="0"/>
                  </a:lnTo>
                  <a:lnTo>
                    <a:pt x="3584095" y="0"/>
                  </a:lnTo>
                  <a:lnTo>
                    <a:pt x="3632202" y="0"/>
                  </a:lnTo>
                  <a:lnTo>
                    <a:pt x="3680308" y="0"/>
                  </a:lnTo>
                  <a:lnTo>
                    <a:pt x="3728415" y="0"/>
                  </a:lnTo>
                  <a:lnTo>
                    <a:pt x="3776522" y="0"/>
                  </a:lnTo>
                  <a:lnTo>
                    <a:pt x="3824629" y="0"/>
                  </a:lnTo>
                  <a:lnTo>
                    <a:pt x="3872736" y="0"/>
                  </a:lnTo>
                  <a:lnTo>
                    <a:pt x="3920842" y="0"/>
                  </a:lnTo>
                  <a:lnTo>
                    <a:pt x="3968949" y="0"/>
                  </a:lnTo>
                  <a:lnTo>
                    <a:pt x="4017056" y="0"/>
                  </a:lnTo>
                  <a:lnTo>
                    <a:pt x="4065163" y="0"/>
                  </a:lnTo>
                  <a:lnTo>
                    <a:pt x="4113270" y="0"/>
                  </a:lnTo>
                  <a:lnTo>
                    <a:pt x="4161377" y="0"/>
                  </a:lnTo>
                  <a:lnTo>
                    <a:pt x="4209483" y="0"/>
                  </a:lnTo>
                  <a:lnTo>
                    <a:pt x="4257590" y="0"/>
                  </a:lnTo>
                  <a:lnTo>
                    <a:pt x="4305697" y="0"/>
                  </a:lnTo>
                  <a:lnTo>
                    <a:pt x="4342247" y="0"/>
                  </a:lnTo>
                  <a:lnTo>
                    <a:pt x="4342247" y="0"/>
                  </a:lnTo>
                </a:path>
              </a:pathLst>
            </a:custGeom>
            <a:ln w="13550" cap="rnd">
              <a:solidFill>
                <a:srgbClr val="F0F8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2201917" y="4757570"/>
              <a:ext cx="4342247" cy="0"/>
            </a:xfrm>
            <a:custGeom>
              <a:avLst/>
              <a:pathLst>
                <a:path w="4342247" h="0">
                  <a:moveTo>
                    <a:pt x="0" y="0"/>
                  </a:moveTo>
                  <a:lnTo>
                    <a:pt x="24190" y="0"/>
                  </a:lnTo>
                  <a:lnTo>
                    <a:pt x="72297" y="0"/>
                  </a:lnTo>
                  <a:lnTo>
                    <a:pt x="120403" y="0"/>
                  </a:lnTo>
                  <a:lnTo>
                    <a:pt x="168510" y="0"/>
                  </a:lnTo>
                  <a:lnTo>
                    <a:pt x="216617" y="0"/>
                  </a:lnTo>
                  <a:lnTo>
                    <a:pt x="264724" y="0"/>
                  </a:lnTo>
                  <a:lnTo>
                    <a:pt x="312831" y="0"/>
                  </a:lnTo>
                  <a:lnTo>
                    <a:pt x="360938" y="0"/>
                  </a:lnTo>
                  <a:lnTo>
                    <a:pt x="409044" y="0"/>
                  </a:lnTo>
                  <a:lnTo>
                    <a:pt x="457151" y="0"/>
                  </a:lnTo>
                  <a:lnTo>
                    <a:pt x="505258" y="0"/>
                  </a:lnTo>
                  <a:lnTo>
                    <a:pt x="553365" y="0"/>
                  </a:lnTo>
                  <a:lnTo>
                    <a:pt x="601472" y="0"/>
                  </a:lnTo>
                  <a:lnTo>
                    <a:pt x="649579" y="0"/>
                  </a:lnTo>
                  <a:lnTo>
                    <a:pt x="697685" y="0"/>
                  </a:lnTo>
                  <a:lnTo>
                    <a:pt x="745792" y="0"/>
                  </a:lnTo>
                  <a:lnTo>
                    <a:pt x="793899" y="0"/>
                  </a:lnTo>
                  <a:lnTo>
                    <a:pt x="842006" y="0"/>
                  </a:lnTo>
                  <a:lnTo>
                    <a:pt x="890113" y="0"/>
                  </a:lnTo>
                  <a:lnTo>
                    <a:pt x="938219" y="0"/>
                  </a:lnTo>
                  <a:lnTo>
                    <a:pt x="986326" y="0"/>
                  </a:lnTo>
                  <a:lnTo>
                    <a:pt x="1034433" y="0"/>
                  </a:lnTo>
                  <a:lnTo>
                    <a:pt x="1082540" y="0"/>
                  </a:lnTo>
                  <a:lnTo>
                    <a:pt x="1130647" y="0"/>
                  </a:lnTo>
                  <a:lnTo>
                    <a:pt x="1178754" y="0"/>
                  </a:lnTo>
                  <a:lnTo>
                    <a:pt x="1226860" y="0"/>
                  </a:lnTo>
                  <a:lnTo>
                    <a:pt x="1274967" y="0"/>
                  </a:lnTo>
                  <a:lnTo>
                    <a:pt x="1323074" y="0"/>
                  </a:lnTo>
                  <a:lnTo>
                    <a:pt x="1371181" y="0"/>
                  </a:lnTo>
                  <a:lnTo>
                    <a:pt x="1419288" y="0"/>
                  </a:lnTo>
                  <a:lnTo>
                    <a:pt x="1467394" y="0"/>
                  </a:lnTo>
                  <a:lnTo>
                    <a:pt x="1515501" y="0"/>
                  </a:lnTo>
                  <a:lnTo>
                    <a:pt x="1563608" y="0"/>
                  </a:lnTo>
                  <a:lnTo>
                    <a:pt x="1611715" y="0"/>
                  </a:lnTo>
                  <a:lnTo>
                    <a:pt x="1659822" y="0"/>
                  </a:lnTo>
                  <a:lnTo>
                    <a:pt x="1707929" y="0"/>
                  </a:lnTo>
                  <a:lnTo>
                    <a:pt x="1756035" y="0"/>
                  </a:lnTo>
                  <a:lnTo>
                    <a:pt x="1804142" y="0"/>
                  </a:lnTo>
                  <a:lnTo>
                    <a:pt x="1852249" y="0"/>
                  </a:lnTo>
                  <a:lnTo>
                    <a:pt x="1900356" y="0"/>
                  </a:lnTo>
                  <a:lnTo>
                    <a:pt x="1948463" y="0"/>
                  </a:lnTo>
                  <a:lnTo>
                    <a:pt x="1996570" y="0"/>
                  </a:lnTo>
                  <a:lnTo>
                    <a:pt x="2044676" y="0"/>
                  </a:lnTo>
                  <a:lnTo>
                    <a:pt x="2092783" y="0"/>
                  </a:lnTo>
                  <a:lnTo>
                    <a:pt x="2140890" y="0"/>
                  </a:lnTo>
                  <a:lnTo>
                    <a:pt x="2188997" y="0"/>
                  </a:lnTo>
                  <a:lnTo>
                    <a:pt x="2237104" y="0"/>
                  </a:lnTo>
                  <a:lnTo>
                    <a:pt x="2285210" y="0"/>
                  </a:lnTo>
                  <a:lnTo>
                    <a:pt x="2333317" y="0"/>
                  </a:lnTo>
                  <a:lnTo>
                    <a:pt x="2381424" y="0"/>
                  </a:lnTo>
                  <a:lnTo>
                    <a:pt x="2429531" y="0"/>
                  </a:lnTo>
                  <a:lnTo>
                    <a:pt x="2477638" y="0"/>
                  </a:lnTo>
                  <a:lnTo>
                    <a:pt x="2525745" y="0"/>
                  </a:lnTo>
                  <a:lnTo>
                    <a:pt x="2573851" y="0"/>
                  </a:lnTo>
                  <a:lnTo>
                    <a:pt x="2621958" y="0"/>
                  </a:lnTo>
                  <a:lnTo>
                    <a:pt x="2670065" y="0"/>
                  </a:lnTo>
                  <a:lnTo>
                    <a:pt x="2718172" y="0"/>
                  </a:lnTo>
                  <a:lnTo>
                    <a:pt x="2766279" y="0"/>
                  </a:lnTo>
                  <a:lnTo>
                    <a:pt x="2814386" y="0"/>
                  </a:lnTo>
                  <a:lnTo>
                    <a:pt x="2862492" y="0"/>
                  </a:lnTo>
                  <a:lnTo>
                    <a:pt x="2910599" y="0"/>
                  </a:lnTo>
                  <a:lnTo>
                    <a:pt x="2958706" y="0"/>
                  </a:lnTo>
                  <a:lnTo>
                    <a:pt x="3006813" y="0"/>
                  </a:lnTo>
                  <a:lnTo>
                    <a:pt x="3054920" y="0"/>
                  </a:lnTo>
                  <a:lnTo>
                    <a:pt x="3103026" y="0"/>
                  </a:lnTo>
                  <a:lnTo>
                    <a:pt x="3151133" y="0"/>
                  </a:lnTo>
                  <a:lnTo>
                    <a:pt x="3199240" y="0"/>
                  </a:lnTo>
                  <a:lnTo>
                    <a:pt x="3247347" y="0"/>
                  </a:lnTo>
                  <a:lnTo>
                    <a:pt x="3295454" y="0"/>
                  </a:lnTo>
                  <a:lnTo>
                    <a:pt x="3343561" y="0"/>
                  </a:lnTo>
                  <a:lnTo>
                    <a:pt x="3391667" y="0"/>
                  </a:lnTo>
                  <a:lnTo>
                    <a:pt x="3439774" y="0"/>
                  </a:lnTo>
                  <a:lnTo>
                    <a:pt x="3487881" y="0"/>
                  </a:lnTo>
                  <a:lnTo>
                    <a:pt x="3535988" y="0"/>
                  </a:lnTo>
                  <a:lnTo>
                    <a:pt x="3584095" y="0"/>
                  </a:lnTo>
                  <a:lnTo>
                    <a:pt x="3632202" y="0"/>
                  </a:lnTo>
                  <a:lnTo>
                    <a:pt x="3680308" y="0"/>
                  </a:lnTo>
                  <a:lnTo>
                    <a:pt x="3728415" y="0"/>
                  </a:lnTo>
                  <a:lnTo>
                    <a:pt x="3776522" y="0"/>
                  </a:lnTo>
                  <a:lnTo>
                    <a:pt x="3824629" y="0"/>
                  </a:lnTo>
                  <a:lnTo>
                    <a:pt x="3872736" y="0"/>
                  </a:lnTo>
                  <a:lnTo>
                    <a:pt x="3920842" y="0"/>
                  </a:lnTo>
                  <a:lnTo>
                    <a:pt x="3968949" y="0"/>
                  </a:lnTo>
                  <a:lnTo>
                    <a:pt x="4017056" y="0"/>
                  </a:lnTo>
                  <a:lnTo>
                    <a:pt x="4065163" y="0"/>
                  </a:lnTo>
                  <a:lnTo>
                    <a:pt x="4113270" y="0"/>
                  </a:lnTo>
                  <a:lnTo>
                    <a:pt x="4161377" y="0"/>
                  </a:lnTo>
                  <a:lnTo>
                    <a:pt x="4209483" y="0"/>
                  </a:lnTo>
                  <a:lnTo>
                    <a:pt x="4257590" y="0"/>
                  </a:lnTo>
                  <a:lnTo>
                    <a:pt x="4305697" y="0"/>
                  </a:lnTo>
                  <a:lnTo>
                    <a:pt x="4342247" y="0"/>
                  </a:lnTo>
                  <a:lnTo>
                    <a:pt x="4342247" y="0"/>
                  </a:lnTo>
                </a:path>
              </a:pathLst>
            </a:custGeom>
            <a:ln w="13550" cap="rnd">
              <a:solidFill>
                <a:srgbClr val="F0F8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2201917" y="4107291"/>
              <a:ext cx="4342247" cy="0"/>
            </a:xfrm>
            <a:custGeom>
              <a:avLst/>
              <a:pathLst>
                <a:path w="4342247" h="0">
                  <a:moveTo>
                    <a:pt x="0" y="0"/>
                  </a:moveTo>
                  <a:lnTo>
                    <a:pt x="24190" y="0"/>
                  </a:lnTo>
                  <a:lnTo>
                    <a:pt x="72297" y="0"/>
                  </a:lnTo>
                  <a:lnTo>
                    <a:pt x="120403" y="0"/>
                  </a:lnTo>
                  <a:lnTo>
                    <a:pt x="168510" y="0"/>
                  </a:lnTo>
                  <a:lnTo>
                    <a:pt x="216617" y="0"/>
                  </a:lnTo>
                  <a:lnTo>
                    <a:pt x="264724" y="0"/>
                  </a:lnTo>
                  <a:lnTo>
                    <a:pt x="312831" y="0"/>
                  </a:lnTo>
                  <a:lnTo>
                    <a:pt x="360938" y="0"/>
                  </a:lnTo>
                  <a:lnTo>
                    <a:pt x="409044" y="0"/>
                  </a:lnTo>
                  <a:lnTo>
                    <a:pt x="457151" y="0"/>
                  </a:lnTo>
                  <a:lnTo>
                    <a:pt x="505258" y="0"/>
                  </a:lnTo>
                  <a:lnTo>
                    <a:pt x="553365" y="0"/>
                  </a:lnTo>
                  <a:lnTo>
                    <a:pt x="601472" y="0"/>
                  </a:lnTo>
                  <a:lnTo>
                    <a:pt x="649579" y="0"/>
                  </a:lnTo>
                  <a:lnTo>
                    <a:pt x="697685" y="0"/>
                  </a:lnTo>
                  <a:lnTo>
                    <a:pt x="745792" y="0"/>
                  </a:lnTo>
                  <a:lnTo>
                    <a:pt x="793899" y="0"/>
                  </a:lnTo>
                  <a:lnTo>
                    <a:pt x="842006" y="0"/>
                  </a:lnTo>
                  <a:lnTo>
                    <a:pt x="890113" y="0"/>
                  </a:lnTo>
                  <a:lnTo>
                    <a:pt x="938219" y="0"/>
                  </a:lnTo>
                  <a:lnTo>
                    <a:pt x="986326" y="0"/>
                  </a:lnTo>
                  <a:lnTo>
                    <a:pt x="1034433" y="0"/>
                  </a:lnTo>
                  <a:lnTo>
                    <a:pt x="1082540" y="0"/>
                  </a:lnTo>
                  <a:lnTo>
                    <a:pt x="1130647" y="0"/>
                  </a:lnTo>
                  <a:lnTo>
                    <a:pt x="1178754" y="0"/>
                  </a:lnTo>
                  <a:lnTo>
                    <a:pt x="1226860" y="0"/>
                  </a:lnTo>
                  <a:lnTo>
                    <a:pt x="1274967" y="0"/>
                  </a:lnTo>
                  <a:lnTo>
                    <a:pt x="1323074" y="0"/>
                  </a:lnTo>
                  <a:lnTo>
                    <a:pt x="1371181" y="0"/>
                  </a:lnTo>
                  <a:lnTo>
                    <a:pt x="1419288" y="0"/>
                  </a:lnTo>
                  <a:lnTo>
                    <a:pt x="1467394" y="0"/>
                  </a:lnTo>
                  <a:lnTo>
                    <a:pt x="1515501" y="0"/>
                  </a:lnTo>
                  <a:lnTo>
                    <a:pt x="1563608" y="0"/>
                  </a:lnTo>
                  <a:lnTo>
                    <a:pt x="1611715" y="0"/>
                  </a:lnTo>
                  <a:lnTo>
                    <a:pt x="1659822" y="0"/>
                  </a:lnTo>
                  <a:lnTo>
                    <a:pt x="1707929" y="0"/>
                  </a:lnTo>
                  <a:lnTo>
                    <a:pt x="1756035" y="0"/>
                  </a:lnTo>
                  <a:lnTo>
                    <a:pt x="1804142" y="0"/>
                  </a:lnTo>
                  <a:lnTo>
                    <a:pt x="1852249" y="0"/>
                  </a:lnTo>
                  <a:lnTo>
                    <a:pt x="1900356" y="0"/>
                  </a:lnTo>
                  <a:lnTo>
                    <a:pt x="1948463" y="0"/>
                  </a:lnTo>
                  <a:lnTo>
                    <a:pt x="1996570" y="0"/>
                  </a:lnTo>
                  <a:lnTo>
                    <a:pt x="2044676" y="0"/>
                  </a:lnTo>
                  <a:lnTo>
                    <a:pt x="2092783" y="0"/>
                  </a:lnTo>
                  <a:lnTo>
                    <a:pt x="2140890" y="0"/>
                  </a:lnTo>
                  <a:lnTo>
                    <a:pt x="2188997" y="0"/>
                  </a:lnTo>
                  <a:lnTo>
                    <a:pt x="2237104" y="0"/>
                  </a:lnTo>
                  <a:lnTo>
                    <a:pt x="2285210" y="0"/>
                  </a:lnTo>
                  <a:lnTo>
                    <a:pt x="2333317" y="0"/>
                  </a:lnTo>
                  <a:lnTo>
                    <a:pt x="2381424" y="0"/>
                  </a:lnTo>
                  <a:lnTo>
                    <a:pt x="2429531" y="0"/>
                  </a:lnTo>
                  <a:lnTo>
                    <a:pt x="2477638" y="0"/>
                  </a:lnTo>
                  <a:lnTo>
                    <a:pt x="2525745" y="0"/>
                  </a:lnTo>
                  <a:lnTo>
                    <a:pt x="2573851" y="0"/>
                  </a:lnTo>
                  <a:lnTo>
                    <a:pt x="2621958" y="0"/>
                  </a:lnTo>
                  <a:lnTo>
                    <a:pt x="2670065" y="0"/>
                  </a:lnTo>
                  <a:lnTo>
                    <a:pt x="2718172" y="0"/>
                  </a:lnTo>
                  <a:lnTo>
                    <a:pt x="2766279" y="0"/>
                  </a:lnTo>
                  <a:lnTo>
                    <a:pt x="2814386" y="0"/>
                  </a:lnTo>
                  <a:lnTo>
                    <a:pt x="2862492" y="0"/>
                  </a:lnTo>
                  <a:lnTo>
                    <a:pt x="2910599" y="0"/>
                  </a:lnTo>
                  <a:lnTo>
                    <a:pt x="2958706" y="0"/>
                  </a:lnTo>
                  <a:lnTo>
                    <a:pt x="3006813" y="0"/>
                  </a:lnTo>
                  <a:lnTo>
                    <a:pt x="3054920" y="0"/>
                  </a:lnTo>
                  <a:lnTo>
                    <a:pt x="3103026" y="0"/>
                  </a:lnTo>
                  <a:lnTo>
                    <a:pt x="3151133" y="0"/>
                  </a:lnTo>
                  <a:lnTo>
                    <a:pt x="3199240" y="0"/>
                  </a:lnTo>
                  <a:lnTo>
                    <a:pt x="3247347" y="0"/>
                  </a:lnTo>
                  <a:lnTo>
                    <a:pt x="3295454" y="0"/>
                  </a:lnTo>
                  <a:lnTo>
                    <a:pt x="3343561" y="0"/>
                  </a:lnTo>
                  <a:lnTo>
                    <a:pt x="3391667" y="0"/>
                  </a:lnTo>
                  <a:lnTo>
                    <a:pt x="3439774" y="0"/>
                  </a:lnTo>
                  <a:lnTo>
                    <a:pt x="3487881" y="0"/>
                  </a:lnTo>
                  <a:lnTo>
                    <a:pt x="3535988" y="0"/>
                  </a:lnTo>
                  <a:lnTo>
                    <a:pt x="3584095" y="0"/>
                  </a:lnTo>
                  <a:lnTo>
                    <a:pt x="3632202" y="0"/>
                  </a:lnTo>
                  <a:lnTo>
                    <a:pt x="3680308" y="0"/>
                  </a:lnTo>
                  <a:lnTo>
                    <a:pt x="3728415" y="0"/>
                  </a:lnTo>
                  <a:lnTo>
                    <a:pt x="3776522" y="0"/>
                  </a:lnTo>
                  <a:lnTo>
                    <a:pt x="3824629" y="0"/>
                  </a:lnTo>
                  <a:lnTo>
                    <a:pt x="3872736" y="0"/>
                  </a:lnTo>
                  <a:lnTo>
                    <a:pt x="3920842" y="0"/>
                  </a:lnTo>
                  <a:lnTo>
                    <a:pt x="3968949" y="0"/>
                  </a:lnTo>
                  <a:lnTo>
                    <a:pt x="4017056" y="0"/>
                  </a:lnTo>
                  <a:lnTo>
                    <a:pt x="4065163" y="0"/>
                  </a:lnTo>
                  <a:lnTo>
                    <a:pt x="4113270" y="0"/>
                  </a:lnTo>
                  <a:lnTo>
                    <a:pt x="4161377" y="0"/>
                  </a:lnTo>
                  <a:lnTo>
                    <a:pt x="4209483" y="0"/>
                  </a:lnTo>
                  <a:lnTo>
                    <a:pt x="4257590" y="0"/>
                  </a:lnTo>
                  <a:lnTo>
                    <a:pt x="4305697" y="0"/>
                  </a:lnTo>
                  <a:lnTo>
                    <a:pt x="4342247" y="0"/>
                  </a:lnTo>
                  <a:lnTo>
                    <a:pt x="4342247" y="0"/>
                  </a:lnTo>
                </a:path>
              </a:pathLst>
            </a:custGeom>
            <a:ln w="13550" cap="rnd">
              <a:solidFill>
                <a:srgbClr val="F0F8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2201917" y="3457011"/>
              <a:ext cx="4342247" cy="0"/>
            </a:xfrm>
            <a:custGeom>
              <a:avLst/>
              <a:pathLst>
                <a:path w="4342247" h="0">
                  <a:moveTo>
                    <a:pt x="0" y="0"/>
                  </a:moveTo>
                  <a:lnTo>
                    <a:pt x="24190" y="0"/>
                  </a:lnTo>
                  <a:lnTo>
                    <a:pt x="72297" y="0"/>
                  </a:lnTo>
                  <a:lnTo>
                    <a:pt x="120403" y="0"/>
                  </a:lnTo>
                  <a:lnTo>
                    <a:pt x="168510" y="0"/>
                  </a:lnTo>
                  <a:lnTo>
                    <a:pt x="216617" y="0"/>
                  </a:lnTo>
                  <a:lnTo>
                    <a:pt x="264724" y="0"/>
                  </a:lnTo>
                  <a:lnTo>
                    <a:pt x="312831" y="0"/>
                  </a:lnTo>
                  <a:lnTo>
                    <a:pt x="360938" y="0"/>
                  </a:lnTo>
                  <a:lnTo>
                    <a:pt x="409044" y="0"/>
                  </a:lnTo>
                  <a:lnTo>
                    <a:pt x="457151" y="0"/>
                  </a:lnTo>
                  <a:lnTo>
                    <a:pt x="505258" y="0"/>
                  </a:lnTo>
                  <a:lnTo>
                    <a:pt x="553365" y="0"/>
                  </a:lnTo>
                  <a:lnTo>
                    <a:pt x="601472" y="0"/>
                  </a:lnTo>
                  <a:lnTo>
                    <a:pt x="649579" y="0"/>
                  </a:lnTo>
                  <a:lnTo>
                    <a:pt x="697685" y="0"/>
                  </a:lnTo>
                  <a:lnTo>
                    <a:pt x="745792" y="0"/>
                  </a:lnTo>
                  <a:lnTo>
                    <a:pt x="793899" y="0"/>
                  </a:lnTo>
                  <a:lnTo>
                    <a:pt x="842006" y="0"/>
                  </a:lnTo>
                  <a:lnTo>
                    <a:pt x="890113" y="0"/>
                  </a:lnTo>
                  <a:lnTo>
                    <a:pt x="938219" y="0"/>
                  </a:lnTo>
                  <a:lnTo>
                    <a:pt x="986326" y="0"/>
                  </a:lnTo>
                  <a:lnTo>
                    <a:pt x="1034433" y="0"/>
                  </a:lnTo>
                  <a:lnTo>
                    <a:pt x="1082540" y="0"/>
                  </a:lnTo>
                  <a:lnTo>
                    <a:pt x="1130647" y="0"/>
                  </a:lnTo>
                  <a:lnTo>
                    <a:pt x="1178754" y="0"/>
                  </a:lnTo>
                  <a:lnTo>
                    <a:pt x="1226860" y="0"/>
                  </a:lnTo>
                  <a:lnTo>
                    <a:pt x="1274967" y="0"/>
                  </a:lnTo>
                  <a:lnTo>
                    <a:pt x="1323074" y="0"/>
                  </a:lnTo>
                  <a:lnTo>
                    <a:pt x="1371181" y="0"/>
                  </a:lnTo>
                  <a:lnTo>
                    <a:pt x="1419288" y="0"/>
                  </a:lnTo>
                  <a:lnTo>
                    <a:pt x="1467394" y="0"/>
                  </a:lnTo>
                  <a:lnTo>
                    <a:pt x="1515501" y="0"/>
                  </a:lnTo>
                  <a:lnTo>
                    <a:pt x="1563608" y="0"/>
                  </a:lnTo>
                  <a:lnTo>
                    <a:pt x="1611715" y="0"/>
                  </a:lnTo>
                  <a:lnTo>
                    <a:pt x="1659822" y="0"/>
                  </a:lnTo>
                  <a:lnTo>
                    <a:pt x="1707929" y="0"/>
                  </a:lnTo>
                  <a:lnTo>
                    <a:pt x="1756035" y="0"/>
                  </a:lnTo>
                  <a:lnTo>
                    <a:pt x="1804142" y="0"/>
                  </a:lnTo>
                  <a:lnTo>
                    <a:pt x="1852249" y="0"/>
                  </a:lnTo>
                  <a:lnTo>
                    <a:pt x="1900356" y="0"/>
                  </a:lnTo>
                  <a:lnTo>
                    <a:pt x="1948463" y="0"/>
                  </a:lnTo>
                  <a:lnTo>
                    <a:pt x="1996570" y="0"/>
                  </a:lnTo>
                  <a:lnTo>
                    <a:pt x="2044676" y="0"/>
                  </a:lnTo>
                  <a:lnTo>
                    <a:pt x="2092783" y="0"/>
                  </a:lnTo>
                  <a:lnTo>
                    <a:pt x="2140890" y="0"/>
                  </a:lnTo>
                  <a:lnTo>
                    <a:pt x="2188997" y="0"/>
                  </a:lnTo>
                  <a:lnTo>
                    <a:pt x="2237104" y="0"/>
                  </a:lnTo>
                  <a:lnTo>
                    <a:pt x="2285210" y="0"/>
                  </a:lnTo>
                  <a:lnTo>
                    <a:pt x="2333317" y="0"/>
                  </a:lnTo>
                  <a:lnTo>
                    <a:pt x="2381424" y="0"/>
                  </a:lnTo>
                  <a:lnTo>
                    <a:pt x="2429531" y="0"/>
                  </a:lnTo>
                  <a:lnTo>
                    <a:pt x="2477638" y="0"/>
                  </a:lnTo>
                  <a:lnTo>
                    <a:pt x="2525745" y="0"/>
                  </a:lnTo>
                  <a:lnTo>
                    <a:pt x="2573851" y="0"/>
                  </a:lnTo>
                  <a:lnTo>
                    <a:pt x="2621958" y="0"/>
                  </a:lnTo>
                  <a:lnTo>
                    <a:pt x="2670065" y="0"/>
                  </a:lnTo>
                  <a:lnTo>
                    <a:pt x="2718172" y="0"/>
                  </a:lnTo>
                  <a:lnTo>
                    <a:pt x="2766279" y="0"/>
                  </a:lnTo>
                  <a:lnTo>
                    <a:pt x="2814386" y="0"/>
                  </a:lnTo>
                  <a:lnTo>
                    <a:pt x="2862492" y="0"/>
                  </a:lnTo>
                  <a:lnTo>
                    <a:pt x="2910599" y="0"/>
                  </a:lnTo>
                  <a:lnTo>
                    <a:pt x="2958706" y="0"/>
                  </a:lnTo>
                  <a:lnTo>
                    <a:pt x="3006813" y="0"/>
                  </a:lnTo>
                  <a:lnTo>
                    <a:pt x="3054920" y="0"/>
                  </a:lnTo>
                  <a:lnTo>
                    <a:pt x="3103026" y="0"/>
                  </a:lnTo>
                  <a:lnTo>
                    <a:pt x="3151133" y="0"/>
                  </a:lnTo>
                  <a:lnTo>
                    <a:pt x="3199240" y="0"/>
                  </a:lnTo>
                  <a:lnTo>
                    <a:pt x="3247347" y="0"/>
                  </a:lnTo>
                  <a:lnTo>
                    <a:pt x="3295454" y="0"/>
                  </a:lnTo>
                  <a:lnTo>
                    <a:pt x="3343561" y="0"/>
                  </a:lnTo>
                  <a:lnTo>
                    <a:pt x="3391667" y="0"/>
                  </a:lnTo>
                  <a:lnTo>
                    <a:pt x="3439774" y="0"/>
                  </a:lnTo>
                  <a:lnTo>
                    <a:pt x="3487881" y="0"/>
                  </a:lnTo>
                  <a:lnTo>
                    <a:pt x="3535988" y="0"/>
                  </a:lnTo>
                  <a:lnTo>
                    <a:pt x="3584095" y="0"/>
                  </a:lnTo>
                  <a:lnTo>
                    <a:pt x="3632202" y="0"/>
                  </a:lnTo>
                  <a:lnTo>
                    <a:pt x="3680308" y="0"/>
                  </a:lnTo>
                  <a:lnTo>
                    <a:pt x="3728415" y="0"/>
                  </a:lnTo>
                  <a:lnTo>
                    <a:pt x="3776522" y="0"/>
                  </a:lnTo>
                  <a:lnTo>
                    <a:pt x="3824629" y="0"/>
                  </a:lnTo>
                  <a:lnTo>
                    <a:pt x="3872736" y="0"/>
                  </a:lnTo>
                  <a:lnTo>
                    <a:pt x="3920842" y="0"/>
                  </a:lnTo>
                  <a:lnTo>
                    <a:pt x="3968949" y="0"/>
                  </a:lnTo>
                  <a:lnTo>
                    <a:pt x="4017056" y="0"/>
                  </a:lnTo>
                  <a:lnTo>
                    <a:pt x="4065163" y="0"/>
                  </a:lnTo>
                  <a:lnTo>
                    <a:pt x="4113270" y="0"/>
                  </a:lnTo>
                  <a:lnTo>
                    <a:pt x="4161377" y="0"/>
                  </a:lnTo>
                  <a:lnTo>
                    <a:pt x="4209483" y="0"/>
                  </a:lnTo>
                  <a:lnTo>
                    <a:pt x="4257590" y="0"/>
                  </a:lnTo>
                  <a:lnTo>
                    <a:pt x="4305697" y="0"/>
                  </a:lnTo>
                  <a:lnTo>
                    <a:pt x="4342247" y="0"/>
                  </a:lnTo>
                  <a:lnTo>
                    <a:pt x="4342247" y="0"/>
                  </a:lnTo>
                </a:path>
              </a:pathLst>
            </a:custGeom>
            <a:ln w="13550" cap="rnd">
              <a:solidFill>
                <a:srgbClr val="F0F8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2201917" y="2806731"/>
              <a:ext cx="4342247" cy="0"/>
            </a:xfrm>
            <a:custGeom>
              <a:avLst/>
              <a:pathLst>
                <a:path w="4342247" h="0">
                  <a:moveTo>
                    <a:pt x="0" y="0"/>
                  </a:moveTo>
                  <a:lnTo>
                    <a:pt x="24190" y="0"/>
                  </a:lnTo>
                  <a:lnTo>
                    <a:pt x="72297" y="0"/>
                  </a:lnTo>
                  <a:lnTo>
                    <a:pt x="120403" y="0"/>
                  </a:lnTo>
                  <a:lnTo>
                    <a:pt x="168510" y="0"/>
                  </a:lnTo>
                  <a:lnTo>
                    <a:pt x="216617" y="0"/>
                  </a:lnTo>
                  <a:lnTo>
                    <a:pt x="264724" y="0"/>
                  </a:lnTo>
                  <a:lnTo>
                    <a:pt x="312831" y="0"/>
                  </a:lnTo>
                  <a:lnTo>
                    <a:pt x="360938" y="0"/>
                  </a:lnTo>
                  <a:lnTo>
                    <a:pt x="409044" y="0"/>
                  </a:lnTo>
                  <a:lnTo>
                    <a:pt x="457151" y="0"/>
                  </a:lnTo>
                  <a:lnTo>
                    <a:pt x="505258" y="0"/>
                  </a:lnTo>
                  <a:lnTo>
                    <a:pt x="553365" y="0"/>
                  </a:lnTo>
                  <a:lnTo>
                    <a:pt x="601472" y="0"/>
                  </a:lnTo>
                  <a:lnTo>
                    <a:pt x="649579" y="0"/>
                  </a:lnTo>
                  <a:lnTo>
                    <a:pt x="697685" y="0"/>
                  </a:lnTo>
                  <a:lnTo>
                    <a:pt x="745792" y="0"/>
                  </a:lnTo>
                  <a:lnTo>
                    <a:pt x="793899" y="0"/>
                  </a:lnTo>
                  <a:lnTo>
                    <a:pt x="842006" y="0"/>
                  </a:lnTo>
                  <a:lnTo>
                    <a:pt x="890113" y="0"/>
                  </a:lnTo>
                  <a:lnTo>
                    <a:pt x="938219" y="0"/>
                  </a:lnTo>
                  <a:lnTo>
                    <a:pt x="986326" y="0"/>
                  </a:lnTo>
                  <a:lnTo>
                    <a:pt x="1034433" y="0"/>
                  </a:lnTo>
                  <a:lnTo>
                    <a:pt x="1082540" y="0"/>
                  </a:lnTo>
                  <a:lnTo>
                    <a:pt x="1130647" y="0"/>
                  </a:lnTo>
                  <a:lnTo>
                    <a:pt x="1178754" y="0"/>
                  </a:lnTo>
                  <a:lnTo>
                    <a:pt x="1226860" y="0"/>
                  </a:lnTo>
                  <a:lnTo>
                    <a:pt x="1274967" y="0"/>
                  </a:lnTo>
                  <a:lnTo>
                    <a:pt x="1323074" y="0"/>
                  </a:lnTo>
                  <a:lnTo>
                    <a:pt x="1371181" y="0"/>
                  </a:lnTo>
                  <a:lnTo>
                    <a:pt x="1419288" y="0"/>
                  </a:lnTo>
                  <a:lnTo>
                    <a:pt x="1467394" y="0"/>
                  </a:lnTo>
                  <a:lnTo>
                    <a:pt x="1515501" y="0"/>
                  </a:lnTo>
                  <a:lnTo>
                    <a:pt x="1563608" y="0"/>
                  </a:lnTo>
                  <a:lnTo>
                    <a:pt x="1611715" y="0"/>
                  </a:lnTo>
                  <a:lnTo>
                    <a:pt x="1659822" y="0"/>
                  </a:lnTo>
                  <a:lnTo>
                    <a:pt x="1707929" y="0"/>
                  </a:lnTo>
                  <a:lnTo>
                    <a:pt x="1756035" y="0"/>
                  </a:lnTo>
                  <a:lnTo>
                    <a:pt x="1804142" y="0"/>
                  </a:lnTo>
                  <a:lnTo>
                    <a:pt x="1852249" y="0"/>
                  </a:lnTo>
                  <a:lnTo>
                    <a:pt x="1900356" y="0"/>
                  </a:lnTo>
                  <a:lnTo>
                    <a:pt x="1948463" y="0"/>
                  </a:lnTo>
                  <a:lnTo>
                    <a:pt x="1996570" y="0"/>
                  </a:lnTo>
                  <a:lnTo>
                    <a:pt x="2044676" y="0"/>
                  </a:lnTo>
                  <a:lnTo>
                    <a:pt x="2092783" y="0"/>
                  </a:lnTo>
                  <a:lnTo>
                    <a:pt x="2140890" y="0"/>
                  </a:lnTo>
                  <a:lnTo>
                    <a:pt x="2188997" y="0"/>
                  </a:lnTo>
                  <a:lnTo>
                    <a:pt x="2237104" y="0"/>
                  </a:lnTo>
                  <a:lnTo>
                    <a:pt x="2285210" y="0"/>
                  </a:lnTo>
                  <a:lnTo>
                    <a:pt x="2333317" y="0"/>
                  </a:lnTo>
                  <a:lnTo>
                    <a:pt x="2381424" y="0"/>
                  </a:lnTo>
                  <a:lnTo>
                    <a:pt x="2429531" y="0"/>
                  </a:lnTo>
                  <a:lnTo>
                    <a:pt x="2477638" y="0"/>
                  </a:lnTo>
                  <a:lnTo>
                    <a:pt x="2525745" y="0"/>
                  </a:lnTo>
                  <a:lnTo>
                    <a:pt x="2573851" y="0"/>
                  </a:lnTo>
                  <a:lnTo>
                    <a:pt x="2621958" y="0"/>
                  </a:lnTo>
                  <a:lnTo>
                    <a:pt x="2670065" y="0"/>
                  </a:lnTo>
                  <a:lnTo>
                    <a:pt x="2718172" y="0"/>
                  </a:lnTo>
                  <a:lnTo>
                    <a:pt x="2766279" y="0"/>
                  </a:lnTo>
                  <a:lnTo>
                    <a:pt x="2814386" y="0"/>
                  </a:lnTo>
                  <a:lnTo>
                    <a:pt x="2862492" y="0"/>
                  </a:lnTo>
                  <a:lnTo>
                    <a:pt x="2910599" y="0"/>
                  </a:lnTo>
                  <a:lnTo>
                    <a:pt x="2958706" y="0"/>
                  </a:lnTo>
                  <a:lnTo>
                    <a:pt x="3006813" y="0"/>
                  </a:lnTo>
                  <a:lnTo>
                    <a:pt x="3054920" y="0"/>
                  </a:lnTo>
                  <a:lnTo>
                    <a:pt x="3103026" y="0"/>
                  </a:lnTo>
                  <a:lnTo>
                    <a:pt x="3151133" y="0"/>
                  </a:lnTo>
                  <a:lnTo>
                    <a:pt x="3199240" y="0"/>
                  </a:lnTo>
                  <a:lnTo>
                    <a:pt x="3247347" y="0"/>
                  </a:lnTo>
                  <a:lnTo>
                    <a:pt x="3295454" y="0"/>
                  </a:lnTo>
                  <a:lnTo>
                    <a:pt x="3343561" y="0"/>
                  </a:lnTo>
                  <a:lnTo>
                    <a:pt x="3391667" y="0"/>
                  </a:lnTo>
                  <a:lnTo>
                    <a:pt x="3439774" y="0"/>
                  </a:lnTo>
                  <a:lnTo>
                    <a:pt x="3487881" y="0"/>
                  </a:lnTo>
                  <a:lnTo>
                    <a:pt x="3535988" y="0"/>
                  </a:lnTo>
                  <a:lnTo>
                    <a:pt x="3584095" y="0"/>
                  </a:lnTo>
                  <a:lnTo>
                    <a:pt x="3632202" y="0"/>
                  </a:lnTo>
                  <a:lnTo>
                    <a:pt x="3680308" y="0"/>
                  </a:lnTo>
                  <a:lnTo>
                    <a:pt x="3728415" y="0"/>
                  </a:lnTo>
                  <a:lnTo>
                    <a:pt x="3776522" y="0"/>
                  </a:lnTo>
                  <a:lnTo>
                    <a:pt x="3824629" y="0"/>
                  </a:lnTo>
                  <a:lnTo>
                    <a:pt x="3872736" y="0"/>
                  </a:lnTo>
                  <a:lnTo>
                    <a:pt x="3920842" y="0"/>
                  </a:lnTo>
                  <a:lnTo>
                    <a:pt x="3968949" y="0"/>
                  </a:lnTo>
                  <a:lnTo>
                    <a:pt x="4017056" y="0"/>
                  </a:lnTo>
                  <a:lnTo>
                    <a:pt x="4065163" y="0"/>
                  </a:lnTo>
                  <a:lnTo>
                    <a:pt x="4113270" y="0"/>
                  </a:lnTo>
                  <a:lnTo>
                    <a:pt x="4161377" y="0"/>
                  </a:lnTo>
                  <a:lnTo>
                    <a:pt x="4209483" y="0"/>
                  </a:lnTo>
                  <a:lnTo>
                    <a:pt x="4257590" y="0"/>
                  </a:lnTo>
                  <a:lnTo>
                    <a:pt x="4305697" y="0"/>
                  </a:lnTo>
                  <a:lnTo>
                    <a:pt x="4342247" y="0"/>
                  </a:lnTo>
                  <a:lnTo>
                    <a:pt x="4342247" y="0"/>
                  </a:lnTo>
                </a:path>
              </a:pathLst>
            </a:custGeom>
            <a:ln w="13550" cap="rnd">
              <a:solidFill>
                <a:srgbClr val="F0F8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g19"/>
            <p:cNvSpPr/>
            <p:nvPr/>
          </p:nvSpPr>
          <p:spPr>
            <a:xfrm>
              <a:off x="5671824" y="250760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88AA6">
                <a:alpha val="100000"/>
              </a:srgbClr>
            </a:solidFill>
            <a:ln w="5420" cap="flat">
              <a:solidFill>
                <a:srgbClr val="388AA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g20"/>
            <p:cNvSpPr/>
            <p:nvPr/>
          </p:nvSpPr>
          <p:spPr>
            <a:xfrm>
              <a:off x="5683461" y="250760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88AA6">
                <a:alpha val="100000"/>
              </a:srgbClr>
            </a:solidFill>
            <a:ln w="5420" cap="flat">
              <a:solidFill>
                <a:srgbClr val="388AA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g21"/>
            <p:cNvSpPr/>
            <p:nvPr/>
          </p:nvSpPr>
          <p:spPr>
            <a:xfrm>
              <a:off x="5695098" y="250760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88AA6">
                <a:alpha val="100000"/>
              </a:srgbClr>
            </a:solidFill>
            <a:ln w="5420" cap="flat">
              <a:solidFill>
                <a:srgbClr val="388AA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g22"/>
            <p:cNvSpPr/>
            <p:nvPr/>
          </p:nvSpPr>
          <p:spPr>
            <a:xfrm>
              <a:off x="5718373" y="250760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88AA6">
                <a:alpha val="100000"/>
              </a:srgbClr>
            </a:solidFill>
            <a:ln w="5420" cap="flat">
              <a:solidFill>
                <a:srgbClr val="388AA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pg23"/>
            <p:cNvSpPr/>
            <p:nvPr/>
          </p:nvSpPr>
          <p:spPr>
            <a:xfrm>
              <a:off x="5730010" y="250760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88AA6">
                <a:alpha val="100000"/>
              </a:srgbClr>
            </a:solidFill>
            <a:ln w="5420" cap="flat">
              <a:solidFill>
                <a:srgbClr val="388AA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g24"/>
            <p:cNvSpPr/>
            <p:nvPr/>
          </p:nvSpPr>
          <p:spPr>
            <a:xfrm>
              <a:off x="5741648" y="250760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88AA6">
                <a:alpha val="100000"/>
              </a:srgbClr>
            </a:solidFill>
            <a:ln w="5420" cap="flat">
              <a:solidFill>
                <a:srgbClr val="388AA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g25"/>
            <p:cNvSpPr/>
            <p:nvPr/>
          </p:nvSpPr>
          <p:spPr>
            <a:xfrm>
              <a:off x="6276965" y="250760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8EA7">
                <a:alpha val="100000"/>
              </a:srgbClr>
            </a:solidFill>
            <a:ln w="5420" cap="flat">
              <a:solidFill>
                <a:srgbClr val="378E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" name="pg26"/>
            <p:cNvSpPr/>
            <p:nvPr/>
          </p:nvSpPr>
          <p:spPr>
            <a:xfrm>
              <a:off x="6288602" y="250760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8EA7">
                <a:alpha val="100000"/>
              </a:srgbClr>
            </a:solidFill>
            <a:ln w="5420" cap="flat">
              <a:solidFill>
                <a:srgbClr val="378E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" name="pg27"/>
            <p:cNvSpPr/>
            <p:nvPr/>
          </p:nvSpPr>
          <p:spPr>
            <a:xfrm>
              <a:off x="6300240" y="250760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8EA7">
                <a:alpha val="100000"/>
              </a:srgbClr>
            </a:solidFill>
            <a:ln w="5420" cap="flat">
              <a:solidFill>
                <a:srgbClr val="378E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" name="pg28"/>
            <p:cNvSpPr/>
            <p:nvPr/>
          </p:nvSpPr>
          <p:spPr>
            <a:xfrm>
              <a:off x="5648549" y="252190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88AA6">
                <a:alpha val="100000"/>
              </a:srgbClr>
            </a:solidFill>
            <a:ln w="5420" cap="flat">
              <a:solidFill>
                <a:srgbClr val="388AA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" name="pg29"/>
            <p:cNvSpPr/>
            <p:nvPr/>
          </p:nvSpPr>
          <p:spPr>
            <a:xfrm>
              <a:off x="5660186" y="252190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88AA6">
                <a:alpha val="100000"/>
              </a:srgbClr>
            </a:solidFill>
            <a:ln w="5420" cap="flat">
              <a:solidFill>
                <a:srgbClr val="388AA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" name="pg30"/>
            <p:cNvSpPr/>
            <p:nvPr/>
          </p:nvSpPr>
          <p:spPr>
            <a:xfrm>
              <a:off x="5671824" y="252190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88AA6">
                <a:alpha val="100000"/>
              </a:srgbClr>
            </a:solidFill>
            <a:ln w="5420" cap="flat">
              <a:solidFill>
                <a:srgbClr val="388AA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" name="pg31"/>
            <p:cNvSpPr/>
            <p:nvPr/>
          </p:nvSpPr>
          <p:spPr>
            <a:xfrm>
              <a:off x="5683461" y="252190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88AA6">
                <a:alpha val="100000"/>
              </a:srgbClr>
            </a:solidFill>
            <a:ln w="5420" cap="flat">
              <a:solidFill>
                <a:srgbClr val="388AA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" name="pg32"/>
            <p:cNvSpPr/>
            <p:nvPr/>
          </p:nvSpPr>
          <p:spPr>
            <a:xfrm>
              <a:off x="5695098" y="252190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88AA6">
                <a:alpha val="100000"/>
              </a:srgbClr>
            </a:solidFill>
            <a:ln w="5420" cap="flat">
              <a:solidFill>
                <a:srgbClr val="388AA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" name="pg33"/>
            <p:cNvSpPr/>
            <p:nvPr/>
          </p:nvSpPr>
          <p:spPr>
            <a:xfrm>
              <a:off x="5706736" y="252190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88AA6">
                <a:alpha val="100000"/>
              </a:srgbClr>
            </a:solidFill>
            <a:ln w="5420" cap="flat">
              <a:solidFill>
                <a:srgbClr val="388AA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" name="pg34"/>
            <p:cNvSpPr/>
            <p:nvPr/>
          </p:nvSpPr>
          <p:spPr>
            <a:xfrm>
              <a:off x="5718373" y="252190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88AA6">
                <a:alpha val="100000"/>
              </a:srgbClr>
            </a:solidFill>
            <a:ln w="5420" cap="flat">
              <a:solidFill>
                <a:srgbClr val="388AA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" name="pg35"/>
            <p:cNvSpPr/>
            <p:nvPr/>
          </p:nvSpPr>
          <p:spPr>
            <a:xfrm>
              <a:off x="5730010" y="252190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88AA6">
                <a:alpha val="100000"/>
              </a:srgbClr>
            </a:solidFill>
            <a:ln w="5420" cap="flat">
              <a:solidFill>
                <a:srgbClr val="388AA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" name="pg36"/>
            <p:cNvSpPr/>
            <p:nvPr/>
          </p:nvSpPr>
          <p:spPr>
            <a:xfrm>
              <a:off x="5741648" y="252190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88AA6">
                <a:alpha val="100000"/>
              </a:srgbClr>
            </a:solidFill>
            <a:ln w="5420" cap="flat">
              <a:solidFill>
                <a:srgbClr val="388AA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" name="pg37"/>
            <p:cNvSpPr/>
            <p:nvPr/>
          </p:nvSpPr>
          <p:spPr>
            <a:xfrm>
              <a:off x="6265328" y="252190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8EA7">
                <a:alpha val="100000"/>
              </a:srgbClr>
            </a:solidFill>
            <a:ln w="5420" cap="flat">
              <a:solidFill>
                <a:srgbClr val="378E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" name="pg38"/>
            <p:cNvSpPr/>
            <p:nvPr/>
          </p:nvSpPr>
          <p:spPr>
            <a:xfrm>
              <a:off x="6276965" y="252190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8EA7">
                <a:alpha val="100000"/>
              </a:srgbClr>
            </a:solidFill>
            <a:ln w="5420" cap="flat">
              <a:solidFill>
                <a:srgbClr val="378E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" name="pg39"/>
            <p:cNvSpPr/>
            <p:nvPr/>
          </p:nvSpPr>
          <p:spPr>
            <a:xfrm>
              <a:off x="6288602" y="252190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8EA7">
                <a:alpha val="100000"/>
              </a:srgbClr>
            </a:solidFill>
            <a:ln w="5420" cap="flat">
              <a:solidFill>
                <a:srgbClr val="378E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" name="pg40"/>
            <p:cNvSpPr/>
            <p:nvPr/>
          </p:nvSpPr>
          <p:spPr>
            <a:xfrm>
              <a:off x="6300240" y="252190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8EA7">
                <a:alpha val="100000"/>
              </a:srgbClr>
            </a:solidFill>
            <a:ln w="5420" cap="flat">
              <a:solidFill>
                <a:srgbClr val="378E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" name="pg41"/>
            <p:cNvSpPr/>
            <p:nvPr/>
          </p:nvSpPr>
          <p:spPr>
            <a:xfrm>
              <a:off x="6311877" y="252190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8EA7">
                <a:alpha val="100000"/>
              </a:srgbClr>
            </a:solidFill>
            <a:ln w="5420" cap="flat">
              <a:solidFill>
                <a:srgbClr val="378E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" name="pg42"/>
            <p:cNvSpPr/>
            <p:nvPr/>
          </p:nvSpPr>
          <p:spPr>
            <a:xfrm>
              <a:off x="5636912" y="253620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88AA6">
                <a:alpha val="100000"/>
              </a:srgbClr>
            </a:solidFill>
            <a:ln w="5420" cap="flat">
              <a:solidFill>
                <a:srgbClr val="388AA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" name="pg43"/>
            <p:cNvSpPr/>
            <p:nvPr/>
          </p:nvSpPr>
          <p:spPr>
            <a:xfrm>
              <a:off x="5648549" y="253620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88AA6">
                <a:alpha val="100000"/>
              </a:srgbClr>
            </a:solidFill>
            <a:ln w="5420" cap="flat">
              <a:solidFill>
                <a:srgbClr val="388AA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" name="pg44"/>
            <p:cNvSpPr/>
            <p:nvPr/>
          </p:nvSpPr>
          <p:spPr>
            <a:xfrm>
              <a:off x="5660186" y="253620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88AA6">
                <a:alpha val="100000"/>
              </a:srgbClr>
            </a:solidFill>
            <a:ln w="5420" cap="flat">
              <a:solidFill>
                <a:srgbClr val="388AA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" name="pg45"/>
            <p:cNvSpPr/>
            <p:nvPr/>
          </p:nvSpPr>
          <p:spPr>
            <a:xfrm>
              <a:off x="5671824" y="253620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88AA6">
                <a:alpha val="100000"/>
              </a:srgbClr>
            </a:solidFill>
            <a:ln w="5420" cap="flat">
              <a:solidFill>
                <a:srgbClr val="388AA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" name="pg46"/>
            <p:cNvSpPr/>
            <p:nvPr/>
          </p:nvSpPr>
          <p:spPr>
            <a:xfrm>
              <a:off x="5683461" y="253620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88AA6">
                <a:alpha val="100000"/>
              </a:srgbClr>
            </a:solidFill>
            <a:ln w="5420" cap="flat">
              <a:solidFill>
                <a:srgbClr val="388AA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" name="pg47"/>
            <p:cNvSpPr/>
            <p:nvPr/>
          </p:nvSpPr>
          <p:spPr>
            <a:xfrm>
              <a:off x="5695098" y="253620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88AA6">
                <a:alpha val="100000"/>
              </a:srgbClr>
            </a:solidFill>
            <a:ln w="5420" cap="flat">
              <a:solidFill>
                <a:srgbClr val="388AA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" name="pg48"/>
            <p:cNvSpPr/>
            <p:nvPr/>
          </p:nvSpPr>
          <p:spPr>
            <a:xfrm>
              <a:off x="5706736" y="253620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88AA6">
                <a:alpha val="100000"/>
              </a:srgbClr>
            </a:solidFill>
            <a:ln w="5420" cap="flat">
              <a:solidFill>
                <a:srgbClr val="388AA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" name="pg49"/>
            <p:cNvSpPr/>
            <p:nvPr/>
          </p:nvSpPr>
          <p:spPr>
            <a:xfrm>
              <a:off x="5718373" y="253620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88AA6">
                <a:alpha val="100000"/>
              </a:srgbClr>
            </a:solidFill>
            <a:ln w="5420" cap="flat">
              <a:solidFill>
                <a:srgbClr val="388AA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" name="pg50"/>
            <p:cNvSpPr/>
            <p:nvPr/>
          </p:nvSpPr>
          <p:spPr>
            <a:xfrm>
              <a:off x="5730010" y="253620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88AA6">
                <a:alpha val="100000"/>
              </a:srgbClr>
            </a:solidFill>
            <a:ln w="5420" cap="flat">
              <a:solidFill>
                <a:srgbClr val="388AA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" name="pg51"/>
            <p:cNvSpPr/>
            <p:nvPr/>
          </p:nvSpPr>
          <p:spPr>
            <a:xfrm>
              <a:off x="5741648" y="253620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88AA6">
                <a:alpha val="100000"/>
              </a:srgbClr>
            </a:solidFill>
            <a:ln w="5420" cap="flat">
              <a:solidFill>
                <a:srgbClr val="388AA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" name="pg52"/>
            <p:cNvSpPr/>
            <p:nvPr/>
          </p:nvSpPr>
          <p:spPr>
            <a:xfrm>
              <a:off x="5753285" y="253620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88AA6">
                <a:alpha val="100000"/>
              </a:srgbClr>
            </a:solidFill>
            <a:ln w="5420" cap="flat">
              <a:solidFill>
                <a:srgbClr val="388AA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" name="pg53"/>
            <p:cNvSpPr/>
            <p:nvPr/>
          </p:nvSpPr>
          <p:spPr>
            <a:xfrm>
              <a:off x="6265328" y="253620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8EA7">
                <a:alpha val="100000"/>
              </a:srgbClr>
            </a:solidFill>
            <a:ln w="5420" cap="flat">
              <a:solidFill>
                <a:srgbClr val="378E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" name="pg54"/>
            <p:cNvSpPr/>
            <p:nvPr/>
          </p:nvSpPr>
          <p:spPr>
            <a:xfrm>
              <a:off x="6276965" y="253620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8EA7">
                <a:alpha val="100000"/>
              </a:srgbClr>
            </a:solidFill>
            <a:ln w="5420" cap="flat">
              <a:solidFill>
                <a:srgbClr val="378E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" name="pg55"/>
            <p:cNvSpPr/>
            <p:nvPr/>
          </p:nvSpPr>
          <p:spPr>
            <a:xfrm>
              <a:off x="6288602" y="253620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8EA7">
                <a:alpha val="100000"/>
              </a:srgbClr>
            </a:solidFill>
            <a:ln w="5420" cap="flat">
              <a:solidFill>
                <a:srgbClr val="378E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" name="pg56"/>
            <p:cNvSpPr/>
            <p:nvPr/>
          </p:nvSpPr>
          <p:spPr>
            <a:xfrm>
              <a:off x="6300240" y="253620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8EA7">
                <a:alpha val="100000"/>
              </a:srgbClr>
            </a:solidFill>
            <a:ln w="5420" cap="flat">
              <a:solidFill>
                <a:srgbClr val="378E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" name="pg57"/>
            <p:cNvSpPr/>
            <p:nvPr/>
          </p:nvSpPr>
          <p:spPr>
            <a:xfrm>
              <a:off x="6311877" y="253620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8EA7">
                <a:alpha val="100000"/>
              </a:srgbClr>
            </a:solidFill>
            <a:ln w="5420" cap="flat">
              <a:solidFill>
                <a:srgbClr val="378E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" name="pg58"/>
            <p:cNvSpPr/>
            <p:nvPr/>
          </p:nvSpPr>
          <p:spPr>
            <a:xfrm>
              <a:off x="5578725" y="255050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88AA6">
                <a:alpha val="100000"/>
              </a:srgbClr>
            </a:solidFill>
            <a:ln w="5420" cap="flat">
              <a:solidFill>
                <a:srgbClr val="388AA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" name="pg59"/>
            <p:cNvSpPr/>
            <p:nvPr/>
          </p:nvSpPr>
          <p:spPr>
            <a:xfrm>
              <a:off x="5590363" y="255050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88AA6">
                <a:alpha val="100000"/>
              </a:srgbClr>
            </a:solidFill>
            <a:ln w="5420" cap="flat">
              <a:solidFill>
                <a:srgbClr val="388AA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" name="pg60"/>
            <p:cNvSpPr/>
            <p:nvPr/>
          </p:nvSpPr>
          <p:spPr>
            <a:xfrm>
              <a:off x="5602000" y="255050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88AA6">
                <a:alpha val="100000"/>
              </a:srgbClr>
            </a:solidFill>
            <a:ln w="5420" cap="flat">
              <a:solidFill>
                <a:srgbClr val="388AA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" name="pg61"/>
            <p:cNvSpPr/>
            <p:nvPr/>
          </p:nvSpPr>
          <p:spPr>
            <a:xfrm>
              <a:off x="5613637" y="255050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88AA6">
                <a:alpha val="100000"/>
              </a:srgbClr>
            </a:solidFill>
            <a:ln w="5420" cap="flat">
              <a:solidFill>
                <a:srgbClr val="388AA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" name="pg62"/>
            <p:cNvSpPr/>
            <p:nvPr/>
          </p:nvSpPr>
          <p:spPr>
            <a:xfrm>
              <a:off x="5625275" y="255050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88AA6">
                <a:alpha val="100000"/>
              </a:srgbClr>
            </a:solidFill>
            <a:ln w="5420" cap="flat">
              <a:solidFill>
                <a:srgbClr val="388AA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" name="pg63"/>
            <p:cNvSpPr/>
            <p:nvPr/>
          </p:nvSpPr>
          <p:spPr>
            <a:xfrm>
              <a:off x="5636912" y="255050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88AA6">
                <a:alpha val="100000"/>
              </a:srgbClr>
            </a:solidFill>
            <a:ln w="5420" cap="flat">
              <a:solidFill>
                <a:srgbClr val="388AA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" name="pg64"/>
            <p:cNvSpPr/>
            <p:nvPr/>
          </p:nvSpPr>
          <p:spPr>
            <a:xfrm>
              <a:off x="5648549" y="255050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88AA6">
                <a:alpha val="100000"/>
              </a:srgbClr>
            </a:solidFill>
            <a:ln w="5420" cap="flat">
              <a:solidFill>
                <a:srgbClr val="388AA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" name="pg65"/>
            <p:cNvSpPr/>
            <p:nvPr/>
          </p:nvSpPr>
          <p:spPr>
            <a:xfrm>
              <a:off x="5660186" y="255050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88AA6">
                <a:alpha val="100000"/>
              </a:srgbClr>
            </a:solidFill>
            <a:ln w="5420" cap="flat">
              <a:solidFill>
                <a:srgbClr val="388AA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" name="pg66"/>
            <p:cNvSpPr/>
            <p:nvPr/>
          </p:nvSpPr>
          <p:spPr>
            <a:xfrm>
              <a:off x="5671824" y="255050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88AA6">
                <a:alpha val="100000"/>
              </a:srgbClr>
            </a:solidFill>
            <a:ln w="5420" cap="flat">
              <a:solidFill>
                <a:srgbClr val="388AA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" name="pg67"/>
            <p:cNvSpPr/>
            <p:nvPr/>
          </p:nvSpPr>
          <p:spPr>
            <a:xfrm>
              <a:off x="5683461" y="255050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88AA6">
                <a:alpha val="100000"/>
              </a:srgbClr>
            </a:solidFill>
            <a:ln w="5420" cap="flat">
              <a:solidFill>
                <a:srgbClr val="388AA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" name="pg68"/>
            <p:cNvSpPr/>
            <p:nvPr/>
          </p:nvSpPr>
          <p:spPr>
            <a:xfrm>
              <a:off x="5695098" y="255050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88AA6">
                <a:alpha val="100000"/>
              </a:srgbClr>
            </a:solidFill>
            <a:ln w="5420" cap="flat">
              <a:solidFill>
                <a:srgbClr val="388AA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" name="pg69"/>
            <p:cNvSpPr/>
            <p:nvPr/>
          </p:nvSpPr>
          <p:spPr>
            <a:xfrm>
              <a:off x="5706736" y="255050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88AA6">
                <a:alpha val="100000"/>
              </a:srgbClr>
            </a:solidFill>
            <a:ln w="5420" cap="flat">
              <a:solidFill>
                <a:srgbClr val="388AA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" name="pg70"/>
            <p:cNvSpPr/>
            <p:nvPr/>
          </p:nvSpPr>
          <p:spPr>
            <a:xfrm>
              <a:off x="5718373" y="255050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88AA6">
                <a:alpha val="100000"/>
              </a:srgbClr>
            </a:solidFill>
            <a:ln w="5420" cap="flat">
              <a:solidFill>
                <a:srgbClr val="388AA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" name="pg71"/>
            <p:cNvSpPr/>
            <p:nvPr/>
          </p:nvSpPr>
          <p:spPr>
            <a:xfrm>
              <a:off x="5730010" y="255050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88AA6">
                <a:alpha val="100000"/>
              </a:srgbClr>
            </a:solidFill>
            <a:ln w="5420" cap="flat">
              <a:solidFill>
                <a:srgbClr val="388AA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" name="pg72"/>
            <p:cNvSpPr/>
            <p:nvPr/>
          </p:nvSpPr>
          <p:spPr>
            <a:xfrm>
              <a:off x="5741648" y="255050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88AA6">
                <a:alpha val="100000"/>
              </a:srgbClr>
            </a:solidFill>
            <a:ln w="5420" cap="flat">
              <a:solidFill>
                <a:srgbClr val="388AA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" name="pg73"/>
            <p:cNvSpPr/>
            <p:nvPr/>
          </p:nvSpPr>
          <p:spPr>
            <a:xfrm>
              <a:off x="6276965" y="255050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8EA7">
                <a:alpha val="100000"/>
              </a:srgbClr>
            </a:solidFill>
            <a:ln w="5420" cap="flat">
              <a:solidFill>
                <a:srgbClr val="378E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" name="pg74"/>
            <p:cNvSpPr/>
            <p:nvPr/>
          </p:nvSpPr>
          <p:spPr>
            <a:xfrm>
              <a:off x="6288602" y="255050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8EA7">
                <a:alpha val="100000"/>
              </a:srgbClr>
            </a:solidFill>
            <a:ln w="5420" cap="flat">
              <a:solidFill>
                <a:srgbClr val="378E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" name="pg75"/>
            <p:cNvSpPr/>
            <p:nvPr/>
          </p:nvSpPr>
          <p:spPr>
            <a:xfrm>
              <a:off x="6300240" y="255050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8EA7">
                <a:alpha val="100000"/>
              </a:srgbClr>
            </a:solidFill>
            <a:ln w="5420" cap="flat">
              <a:solidFill>
                <a:srgbClr val="378E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" name="pg76"/>
            <p:cNvSpPr/>
            <p:nvPr/>
          </p:nvSpPr>
          <p:spPr>
            <a:xfrm>
              <a:off x="5543813" y="256480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88AA6">
                <a:alpha val="100000"/>
              </a:srgbClr>
            </a:solidFill>
            <a:ln w="5420" cap="flat">
              <a:solidFill>
                <a:srgbClr val="388AA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" name="pg77"/>
            <p:cNvSpPr/>
            <p:nvPr/>
          </p:nvSpPr>
          <p:spPr>
            <a:xfrm>
              <a:off x="5555451" y="256480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88AA6">
                <a:alpha val="100000"/>
              </a:srgbClr>
            </a:solidFill>
            <a:ln w="5420" cap="flat">
              <a:solidFill>
                <a:srgbClr val="388AA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" name="pg78"/>
            <p:cNvSpPr/>
            <p:nvPr/>
          </p:nvSpPr>
          <p:spPr>
            <a:xfrm>
              <a:off x="5567088" y="256480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88AA6">
                <a:alpha val="100000"/>
              </a:srgbClr>
            </a:solidFill>
            <a:ln w="5420" cap="flat">
              <a:solidFill>
                <a:srgbClr val="388AA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" name="pg79"/>
            <p:cNvSpPr/>
            <p:nvPr/>
          </p:nvSpPr>
          <p:spPr>
            <a:xfrm>
              <a:off x="5578725" y="256480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88AA6">
                <a:alpha val="100000"/>
              </a:srgbClr>
            </a:solidFill>
            <a:ln w="5420" cap="flat">
              <a:solidFill>
                <a:srgbClr val="388AA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" name="pg80"/>
            <p:cNvSpPr/>
            <p:nvPr/>
          </p:nvSpPr>
          <p:spPr>
            <a:xfrm>
              <a:off x="5590363" y="256480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88AA6">
                <a:alpha val="100000"/>
              </a:srgbClr>
            </a:solidFill>
            <a:ln w="5420" cap="flat">
              <a:solidFill>
                <a:srgbClr val="388AA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" name="pg81"/>
            <p:cNvSpPr/>
            <p:nvPr/>
          </p:nvSpPr>
          <p:spPr>
            <a:xfrm>
              <a:off x="5602000" y="256480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88AA6">
                <a:alpha val="100000"/>
              </a:srgbClr>
            </a:solidFill>
            <a:ln w="5420" cap="flat">
              <a:solidFill>
                <a:srgbClr val="388AA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" name="pg82"/>
            <p:cNvSpPr/>
            <p:nvPr/>
          </p:nvSpPr>
          <p:spPr>
            <a:xfrm>
              <a:off x="5613637" y="256480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88AA6">
                <a:alpha val="100000"/>
              </a:srgbClr>
            </a:solidFill>
            <a:ln w="5420" cap="flat">
              <a:solidFill>
                <a:srgbClr val="388AA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" name="pg83"/>
            <p:cNvSpPr/>
            <p:nvPr/>
          </p:nvSpPr>
          <p:spPr>
            <a:xfrm>
              <a:off x="5625275" y="256480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88AA6">
                <a:alpha val="100000"/>
              </a:srgbClr>
            </a:solidFill>
            <a:ln w="5420" cap="flat">
              <a:solidFill>
                <a:srgbClr val="388AA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" name="pg84"/>
            <p:cNvSpPr/>
            <p:nvPr/>
          </p:nvSpPr>
          <p:spPr>
            <a:xfrm>
              <a:off x="5636912" y="256480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88AA6">
                <a:alpha val="100000"/>
              </a:srgbClr>
            </a:solidFill>
            <a:ln w="5420" cap="flat">
              <a:solidFill>
                <a:srgbClr val="388AA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" name="pg85"/>
            <p:cNvSpPr/>
            <p:nvPr/>
          </p:nvSpPr>
          <p:spPr>
            <a:xfrm>
              <a:off x="5648549" y="256480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88AA6">
                <a:alpha val="100000"/>
              </a:srgbClr>
            </a:solidFill>
            <a:ln w="5420" cap="flat">
              <a:solidFill>
                <a:srgbClr val="388AA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" name="pg86"/>
            <p:cNvSpPr/>
            <p:nvPr/>
          </p:nvSpPr>
          <p:spPr>
            <a:xfrm>
              <a:off x="5660186" y="256480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88AA6">
                <a:alpha val="100000"/>
              </a:srgbClr>
            </a:solidFill>
            <a:ln w="5420" cap="flat">
              <a:solidFill>
                <a:srgbClr val="388AA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" name="pg87"/>
            <p:cNvSpPr/>
            <p:nvPr/>
          </p:nvSpPr>
          <p:spPr>
            <a:xfrm>
              <a:off x="5671824" y="256480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88AA6">
                <a:alpha val="100000"/>
              </a:srgbClr>
            </a:solidFill>
            <a:ln w="5420" cap="flat">
              <a:solidFill>
                <a:srgbClr val="388AA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" name="pg88"/>
            <p:cNvSpPr/>
            <p:nvPr/>
          </p:nvSpPr>
          <p:spPr>
            <a:xfrm>
              <a:off x="5683461" y="256480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88AA6">
                <a:alpha val="100000"/>
              </a:srgbClr>
            </a:solidFill>
            <a:ln w="5420" cap="flat">
              <a:solidFill>
                <a:srgbClr val="388AA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" name="pg89"/>
            <p:cNvSpPr/>
            <p:nvPr/>
          </p:nvSpPr>
          <p:spPr>
            <a:xfrm>
              <a:off x="5695098" y="256480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88AA6">
                <a:alpha val="100000"/>
              </a:srgbClr>
            </a:solidFill>
            <a:ln w="5420" cap="flat">
              <a:solidFill>
                <a:srgbClr val="388AA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" name="pg90"/>
            <p:cNvSpPr/>
            <p:nvPr/>
          </p:nvSpPr>
          <p:spPr>
            <a:xfrm>
              <a:off x="5706736" y="256480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88AA6">
                <a:alpha val="100000"/>
              </a:srgbClr>
            </a:solidFill>
            <a:ln w="5420" cap="flat">
              <a:solidFill>
                <a:srgbClr val="388AA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" name="pg91"/>
            <p:cNvSpPr/>
            <p:nvPr/>
          </p:nvSpPr>
          <p:spPr>
            <a:xfrm>
              <a:off x="5718373" y="256480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88AA6">
                <a:alpha val="100000"/>
              </a:srgbClr>
            </a:solidFill>
            <a:ln w="5420" cap="flat">
              <a:solidFill>
                <a:srgbClr val="388AA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" name="pg92"/>
            <p:cNvSpPr/>
            <p:nvPr/>
          </p:nvSpPr>
          <p:spPr>
            <a:xfrm>
              <a:off x="5730010" y="256480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88AA6">
                <a:alpha val="100000"/>
              </a:srgbClr>
            </a:solidFill>
            <a:ln w="5420" cap="flat">
              <a:solidFill>
                <a:srgbClr val="388AA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" name="pg93"/>
            <p:cNvSpPr/>
            <p:nvPr/>
          </p:nvSpPr>
          <p:spPr>
            <a:xfrm>
              <a:off x="6288602" y="256480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8EA7">
                <a:alpha val="100000"/>
              </a:srgbClr>
            </a:solidFill>
            <a:ln w="5420" cap="flat">
              <a:solidFill>
                <a:srgbClr val="378E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" name="pg94"/>
            <p:cNvSpPr/>
            <p:nvPr/>
          </p:nvSpPr>
          <p:spPr>
            <a:xfrm>
              <a:off x="5532176" y="257910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88AA6">
                <a:alpha val="100000"/>
              </a:srgbClr>
            </a:solidFill>
            <a:ln w="5420" cap="flat">
              <a:solidFill>
                <a:srgbClr val="388AA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" name="pg95"/>
            <p:cNvSpPr/>
            <p:nvPr/>
          </p:nvSpPr>
          <p:spPr>
            <a:xfrm>
              <a:off x="5543813" y="257910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88AA6">
                <a:alpha val="100000"/>
              </a:srgbClr>
            </a:solidFill>
            <a:ln w="5420" cap="flat">
              <a:solidFill>
                <a:srgbClr val="388AA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" name="pg96"/>
            <p:cNvSpPr/>
            <p:nvPr/>
          </p:nvSpPr>
          <p:spPr>
            <a:xfrm>
              <a:off x="5555451" y="257910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88AA6">
                <a:alpha val="100000"/>
              </a:srgbClr>
            </a:solidFill>
            <a:ln w="5420" cap="flat">
              <a:solidFill>
                <a:srgbClr val="388AA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7" name="pg97"/>
            <p:cNvSpPr/>
            <p:nvPr/>
          </p:nvSpPr>
          <p:spPr>
            <a:xfrm>
              <a:off x="5567088" y="257910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88AA6">
                <a:alpha val="100000"/>
              </a:srgbClr>
            </a:solidFill>
            <a:ln w="5420" cap="flat">
              <a:solidFill>
                <a:srgbClr val="388AA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8" name="pg98"/>
            <p:cNvSpPr/>
            <p:nvPr/>
          </p:nvSpPr>
          <p:spPr>
            <a:xfrm>
              <a:off x="5578725" y="257910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88AA6">
                <a:alpha val="100000"/>
              </a:srgbClr>
            </a:solidFill>
            <a:ln w="5420" cap="flat">
              <a:solidFill>
                <a:srgbClr val="388AA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9" name="pg99"/>
            <p:cNvSpPr/>
            <p:nvPr/>
          </p:nvSpPr>
          <p:spPr>
            <a:xfrm>
              <a:off x="5590363" y="257910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88AA6">
                <a:alpha val="100000"/>
              </a:srgbClr>
            </a:solidFill>
            <a:ln w="5420" cap="flat">
              <a:solidFill>
                <a:srgbClr val="388AA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0" name="pg100"/>
            <p:cNvSpPr/>
            <p:nvPr/>
          </p:nvSpPr>
          <p:spPr>
            <a:xfrm>
              <a:off x="5602000" y="257910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88AA6">
                <a:alpha val="100000"/>
              </a:srgbClr>
            </a:solidFill>
            <a:ln w="5420" cap="flat">
              <a:solidFill>
                <a:srgbClr val="388AA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1" name="pg101"/>
            <p:cNvSpPr/>
            <p:nvPr/>
          </p:nvSpPr>
          <p:spPr>
            <a:xfrm>
              <a:off x="5613637" y="257910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88AA6">
                <a:alpha val="100000"/>
              </a:srgbClr>
            </a:solidFill>
            <a:ln w="5420" cap="flat">
              <a:solidFill>
                <a:srgbClr val="388AA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2" name="pg102"/>
            <p:cNvSpPr/>
            <p:nvPr/>
          </p:nvSpPr>
          <p:spPr>
            <a:xfrm>
              <a:off x="5625275" y="257910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88AA6">
                <a:alpha val="100000"/>
              </a:srgbClr>
            </a:solidFill>
            <a:ln w="5420" cap="flat">
              <a:solidFill>
                <a:srgbClr val="388AA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3" name="pg103"/>
            <p:cNvSpPr/>
            <p:nvPr/>
          </p:nvSpPr>
          <p:spPr>
            <a:xfrm>
              <a:off x="5636912" y="257910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88AA6">
                <a:alpha val="100000"/>
              </a:srgbClr>
            </a:solidFill>
            <a:ln w="5420" cap="flat">
              <a:solidFill>
                <a:srgbClr val="388AA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4" name="pg104"/>
            <p:cNvSpPr/>
            <p:nvPr/>
          </p:nvSpPr>
          <p:spPr>
            <a:xfrm>
              <a:off x="5648549" y="257910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88AA6">
                <a:alpha val="100000"/>
              </a:srgbClr>
            </a:solidFill>
            <a:ln w="5420" cap="flat">
              <a:solidFill>
                <a:srgbClr val="388AA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5" name="pg105"/>
            <p:cNvSpPr/>
            <p:nvPr/>
          </p:nvSpPr>
          <p:spPr>
            <a:xfrm>
              <a:off x="5660186" y="257910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88AA6">
                <a:alpha val="100000"/>
              </a:srgbClr>
            </a:solidFill>
            <a:ln w="5420" cap="flat">
              <a:solidFill>
                <a:srgbClr val="388AA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6" name="pg106"/>
            <p:cNvSpPr/>
            <p:nvPr/>
          </p:nvSpPr>
          <p:spPr>
            <a:xfrm>
              <a:off x="5671824" y="257910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88AA6">
                <a:alpha val="100000"/>
              </a:srgbClr>
            </a:solidFill>
            <a:ln w="5420" cap="flat">
              <a:solidFill>
                <a:srgbClr val="388AA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7" name="pg107"/>
            <p:cNvSpPr/>
            <p:nvPr/>
          </p:nvSpPr>
          <p:spPr>
            <a:xfrm>
              <a:off x="5683461" y="257910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88AA6">
                <a:alpha val="100000"/>
              </a:srgbClr>
            </a:solidFill>
            <a:ln w="5420" cap="flat">
              <a:solidFill>
                <a:srgbClr val="388AA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8" name="pg108"/>
            <p:cNvSpPr/>
            <p:nvPr/>
          </p:nvSpPr>
          <p:spPr>
            <a:xfrm>
              <a:off x="5695098" y="257910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88AA6">
                <a:alpha val="100000"/>
              </a:srgbClr>
            </a:solidFill>
            <a:ln w="5420" cap="flat">
              <a:solidFill>
                <a:srgbClr val="388AA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9" name="pg109"/>
            <p:cNvSpPr/>
            <p:nvPr/>
          </p:nvSpPr>
          <p:spPr>
            <a:xfrm>
              <a:off x="5508901" y="259340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88AA6">
                <a:alpha val="100000"/>
              </a:srgbClr>
            </a:solidFill>
            <a:ln w="5420" cap="flat">
              <a:solidFill>
                <a:srgbClr val="388AA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0" name="pg110"/>
            <p:cNvSpPr/>
            <p:nvPr/>
          </p:nvSpPr>
          <p:spPr>
            <a:xfrm>
              <a:off x="5520539" y="259340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88AA6">
                <a:alpha val="100000"/>
              </a:srgbClr>
            </a:solidFill>
            <a:ln w="5420" cap="flat">
              <a:solidFill>
                <a:srgbClr val="388AA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1" name="pg111"/>
            <p:cNvSpPr/>
            <p:nvPr/>
          </p:nvSpPr>
          <p:spPr>
            <a:xfrm>
              <a:off x="5532176" y="259340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88AA6">
                <a:alpha val="100000"/>
              </a:srgbClr>
            </a:solidFill>
            <a:ln w="5420" cap="flat">
              <a:solidFill>
                <a:srgbClr val="388AA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2" name="pg112"/>
            <p:cNvSpPr/>
            <p:nvPr/>
          </p:nvSpPr>
          <p:spPr>
            <a:xfrm>
              <a:off x="5543813" y="259340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88AA6">
                <a:alpha val="100000"/>
              </a:srgbClr>
            </a:solidFill>
            <a:ln w="5420" cap="flat">
              <a:solidFill>
                <a:srgbClr val="388AA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3" name="pg113"/>
            <p:cNvSpPr/>
            <p:nvPr/>
          </p:nvSpPr>
          <p:spPr>
            <a:xfrm>
              <a:off x="5555451" y="259340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88AA6">
                <a:alpha val="100000"/>
              </a:srgbClr>
            </a:solidFill>
            <a:ln w="5420" cap="flat">
              <a:solidFill>
                <a:srgbClr val="388AA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4" name="pg114"/>
            <p:cNvSpPr/>
            <p:nvPr/>
          </p:nvSpPr>
          <p:spPr>
            <a:xfrm>
              <a:off x="5567088" y="259340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88AA6">
                <a:alpha val="100000"/>
              </a:srgbClr>
            </a:solidFill>
            <a:ln w="5420" cap="flat">
              <a:solidFill>
                <a:srgbClr val="388AA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5" name="pg115"/>
            <p:cNvSpPr/>
            <p:nvPr/>
          </p:nvSpPr>
          <p:spPr>
            <a:xfrm>
              <a:off x="5578725" y="259340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88AA6">
                <a:alpha val="100000"/>
              </a:srgbClr>
            </a:solidFill>
            <a:ln w="5420" cap="flat">
              <a:solidFill>
                <a:srgbClr val="388AA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6" name="pg116"/>
            <p:cNvSpPr/>
            <p:nvPr/>
          </p:nvSpPr>
          <p:spPr>
            <a:xfrm>
              <a:off x="5590363" y="259340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88AA6">
                <a:alpha val="100000"/>
              </a:srgbClr>
            </a:solidFill>
            <a:ln w="5420" cap="flat">
              <a:solidFill>
                <a:srgbClr val="388AA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7" name="pg117"/>
            <p:cNvSpPr/>
            <p:nvPr/>
          </p:nvSpPr>
          <p:spPr>
            <a:xfrm>
              <a:off x="5602000" y="259340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88AA6">
                <a:alpha val="100000"/>
              </a:srgbClr>
            </a:solidFill>
            <a:ln w="5420" cap="flat">
              <a:solidFill>
                <a:srgbClr val="388AA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8" name="pg118"/>
            <p:cNvSpPr/>
            <p:nvPr/>
          </p:nvSpPr>
          <p:spPr>
            <a:xfrm>
              <a:off x="5613637" y="259340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88AA6">
                <a:alpha val="100000"/>
              </a:srgbClr>
            </a:solidFill>
            <a:ln w="5420" cap="flat">
              <a:solidFill>
                <a:srgbClr val="388AA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9" name="pg119"/>
            <p:cNvSpPr/>
            <p:nvPr/>
          </p:nvSpPr>
          <p:spPr>
            <a:xfrm>
              <a:off x="5625275" y="259340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88AA6">
                <a:alpha val="100000"/>
              </a:srgbClr>
            </a:solidFill>
            <a:ln w="5420" cap="flat">
              <a:solidFill>
                <a:srgbClr val="388AA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0" name="pg120"/>
            <p:cNvSpPr/>
            <p:nvPr/>
          </p:nvSpPr>
          <p:spPr>
            <a:xfrm>
              <a:off x="5636912" y="259340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88AA6">
                <a:alpha val="100000"/>
              </a:srgbClr>
            </a:solidFill>
            <a:ln w="5420" cap="flat">
              <a:solidFill>
                <a:srgbClr val="388AA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1" name="pg121"/>
            <p:cNvSpPr/>
            <p:nvPr/>
          </p:nvSpPr>
          <p:spPr>
            <a:xfrm>
              <a:off x="5648549" y="259340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88AA6">
                <a:alpha val="100000"/>
              </a:srgbClr>
            </a:solidFill>
            <a:ln w="5420" cap="flat">
              <a:solidFill>
                <a:srgbClr val="388AA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2" name="pg122"/>
            <p:cNvSpPr/>
            <p:nvPr/>
          </p:nvSpPr>
          <p:spPr>
            <a:xfrm>
              <a:off x="5660186" y="259340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88AA6">
                <a:alpha val="100000"/>
              </a:srgbClr>
            </a:solidFill>
            <a:ln w="5420" cap="flat">
              <a:solidFill>
                <a:srgbClr val="388AA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3" name="pg123"/>
            <p:cNvSpPr/>
            <p:nvPr/>
          </p:nvSpPr>
          <p:spPr>
            <a:xfrm>
              <a:off x="5473989" y="260770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88AA6">
                <a:alpha val="100000"/>
              </a:srgbClr>
            </a:solidFill>
            <a:ln w="5420" cap="flat">
              <a:solidFill>
                <a:srgbClr val="388AA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4" name="pg124"/>
            <p:cNvSpPr/>
            <p:nvPr/>
          </p:nvSpPr>
          <p:spPr>
            <a:xfrm>
              <a:off x="5485627" y="260770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88AA6">
                <a:alpha val="100000"/>
              </a:srgbClr>
            </a:solidFill>
            <a:ln w="5420" cap="flat">
              <a:solidFill>
                <a:srgbClr val="388AA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5" name="pg125"/>
            <p:cNvSpPr/>
            <p:nvPr/>
          </p:nvSpPr>
          <p:spPr>
            <a:xfrm>
              <a:off x="5497264" y="260770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88AA6">
                <a:alpha val="100000"/>
              </a:srgbClr>
            </a:solidFill>
            <a:ln w="5420" cap="flat">
              <a:solidFill>
                <a:srgbClr val="388AA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6" name="pg126"/>
            <p:cNvSpPr/>
            <p:nvPr/>
          </p:nvSpPr>
          <p:spPr>
            <a:xfrm>
              <a:off x="5508901" y="260770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88AA6">
                <a:alpha val="100000"/>
              </a:srgbClr>
            </a:solidFill>
            <a:ln w="5420" cap="flat">
              <a:solidFill>
                <a:srgbClr val="388AA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7" name="pg127"/>
            <p:cNvSpPr/>
            <p:nvPr/>
          </p:nvSpPr>
          <p:spPr>
            <a:xfrm>
              <a:off x="5520539" y="260770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88AA6">
                <a:alpha val="100000"/>
              </a:srgbClr>
            </a:solidFill>
            <a:ln w="5420" cap="flat">
              <a:solidFill>
                <a:srgbClr val="388AA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8" name="pg128"/>
            <p:cNvSpPr/>
            <p:nvPr/>
          </p:nvSpPr>
          <p:spPr>
            <a:xfrm>
              <a:off x="5532176" y="260770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88AA6">
                <a:alpha val="100000"/>
              </a:srgbClr>
            </a:solidFill>
            <a:ln w="5420" cap="flat">
              <a:solidFill>
                <a:srgbClr val="388AA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9" name="pg129"/>
            <p:cNvSpPr/>
            <p:nvPr/>
          </p:nvSpPr>
          <p:spPr>
            <a:xfrm>
              <a:off x="5543813" y="260770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88AA6">
                <a:alpha val="100000"/>
              </a:srgbClr>
            </a:solidFill>
            <a:ln w="5420" cap="flat">
              <a:solidFill>
                <a:srgbClr val="388AA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0" name="pg130"/>
            <p:cNvSpPr/>
            <p:nvPr/>
          </p:nvSpPr>
          <p:spPr>
            <a:xfrm>
              <a:off x="5555451" y="260770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88AA6">
                <a:alpha val="100000"/>
              </a:srgbClr>
            </a:solidFill>
            <a:ln w="5420" cap="flat">
              <a:solidFill>
                <a:srgbClr val="388AA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1" name="pg131"/>
            <p:cNvSpPr/>
            <p:nvPr/>
          </p:nvSpPr>
          <p:spPr>
            <a:xfrm>
              <a:off x="5567088" y="260770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88AA6">
                <a:alpha val="100000"/>
              </a:srgbClr>
            </a:solidFill>
            <a:ln w="5420" cap="flat">
              <a:solidFill>
                <a:srgbClr val="388AA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2" name="pg132"/>
            <p:cNvSpPr/>
            <p:nvPr/>
          </p:nvSpPr>
          <p:spPr>
            <a:xfrm>
              <a:off x="5578725" y="260770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88AA6">
                <a:alpha val="100000"/>
              </a:srgbClr>
            </a:solidFill>
            <a:ln w="5420" cap="flat">
              <a:solidFill>
                <a:srgbClr val="388AA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3" name="pg133"/>
            <p:cNvSpPr/>
            <p:nvPr/>
          </p:nvSpPr>
          <p:spPr>
            <a:xfrm>
              <a:off x="5590363" y="260770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88AA6">
                <a:alpha val="100000"/>
              </a:srgbClr>
            </a:solidFill>
            <a:ln w="5420" cap="flat">
              <a:solidFill>
                <a:srgbClr val="388AA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4" name="pg134"/>
            <p:cNvSpPr/>
            <p:nvPr/>
          </p:nvSpPr>
          <p:spPr>
            <a:xfrm>
              <a:off x="5602000" y="260770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88AA6">
                <a:alpha val="100000"/>
              </a:srgbClr>
            </a:solidFill>
            <a:ln w="5420" cap="flat">
              <a:solidFill>
                <a:srgbClr val="388AA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5" name="pg135"/>
            <p:cNvSpPr/>
            <p:nvPr/>
          </p:nvSpPr>
          <p:spPr>
            <a:xfrm>
              <a:off x="5613637" y="260770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88AA6">
                <a:alpha val="100000"/>
              </a:srgbClr>
            </a:solidFill>
            <a:ln w="5420" cap="flat">
              <a:solidFill>
                <a:srgbClr val="388AA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6" name="pg136"/>
            <p:cNvSpPr/>
            <p:nvPr/>
          </p:nvSpPr>
          <p:spPr>
            <a:xfrm>
              <a:off x="5625275" y="260770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88AA6">
                <a:alpha val="100000"/>
              </a:srgbClr>
            </a:solidFill>
            <a:ln w="5420" cap="flat">
              <a:solidFill>
                <a:srgbClr val="388AA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7" name="pg137"/>
            <p:cNvSpPr/>
            <p:nvPr/>
          </p:nvSpPr>
          <p:spPr>
            <a:xfrm>
              <a:off x="5450715" y="262200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88AA6">
                <a:alpha val="100000"/>
              </a:srgbClr>
            </a:solidFill>
            <a:ln w="5420" cap="flat">
              <a:solidFill>
                <a:srgbClr val="388AA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8" name="pg138"/>
            <p:cNvSpPr/>
            <p:nvPr/>
          </p:nvSpPr>
          <p:spPr>
            <a:xfrm>
              <a:off x="5462352" y="262200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88AA6">
                <a:alpha val="100000"/>
              </a:srgbClr>
            </a:solidFill>
            <a:ln w="5420" cap="flat">
              <a:solidFill>
                <a:srgbClr val="388AA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9" name="pg139"/>
            <p:cNvSpPr/>
            <p:nvPr/>
          </p:nvSpPr>
          <p:spPr>
            <a:xfrm>
              <a:off x="5473989" y="262200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88AA6">
                <a:alpha val="100000"/>
              </a:srgbClr>
            </a:solidFill>
            <a:ln w="5420" cap="flat">
              <a:solidFill>
                <a:srgbClr val="388AA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0" name="pg140"/>
            <p:cNvSpPr/>
            <p:nvPr/>
          </p:nvSpPr>
          <p:spPr>
            <a:xfrm>
              <a:off x="5485627" y="262200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88AA6">
                <a:alpha val="100000"/>
              </a:srgbClr>
            </a:solidFill>
            <a:ln w="5420" cap="flat">
              <a:solidFill>
                <a:srgbClr val="388AA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1" name="pg141"/>
            <p:cNvSpPr/>
            <p:nvPr/>
          </p:nvSpPr>
          <p:spPr>
            <a:xfrm>
              <a:off x="5497264" y="262200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88AA6">
                <a:alpha val="100000"/>
              </a:srgbClr>
            </a:solidFill>
            <a:ln w="5420" cap="flat">
              <a:solidFill>
                <a:srgbClr val="388AA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2" name="pg142"/>
            <p:cNvSpPr/>
            <p:nvPr/>
          </p:nvSpPr>
          <p:spPr>
            <a:xfrm>
              <a:off x="5508901" y="262200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88AA6">
                <a:alpha val="100000"/>
              </a:srgbClr>
            </a:solidFill>
            <a:ln w="5420" cap="flat">
              <a:solidFill>
                <a:srgbClr val="388AA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3" name="pg143"/>
            <p:cNvSpPr/>
            <p:nvPr/>
          </p:nvSpPr>
          <p:spPr>
            <a:xfrm>
              <a:off x="5520539" y="262200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88AA6">
                <a:alpha val="100000"/>
              </a:srgbClr>
            </a:solidFill>
            <a:ln w="5420" cap="flat">
              <a:solidFill>
                <a:srgbClr val="388AA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4" name="pg144"/>
            <p:cNvSpPr/>
            <p:nvPr/>
          </p:nvSpPr>
          <p:spPr>
            <a:xfrm>
              <a:off x="5532176" y="262200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88AA6">
                <a:alpha val="100000"/>
              </a:srgbClr>
            </a:solidFill>
            <a:ln w="5420" cap="flat">
              <a:solidFill>
                <a:srgbClr val="388AA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5" name="pg145"/>
            <p:cNvSpPr/>
            <p:nvPr/>
          </p:nvSpPr>
          <p:spPr>
            <a:xfrm>
              <a:off x="5543813" y="262200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88AA6">
                <a:alpha val="100000"/>
              </a:srgbClr>
            </a:solidFill>
            <a:ln w="5420" cap="flat">
              <a:solidFill>
                <a:srgbClr val="388AA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6" name="pg146"/>
            <p:cNvSpPr/>
            <p:nvPr/>
          </p:nvSpPr>
          <p:spPr>
            <a:xfrm>
              <a:off x="5555451" y="262200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88AA6">
                <a:alpha val="100000"/>
              </a:srgbClr>
            </a:solidFill>
            <a:ln w="5420" cap="flat">
              <a:solidFill>
                <a:srgbClr val="388AA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7" name="pg147"/>
            <p:cNvSpPr/>
            <p:nvPr/>
          </p:nvSpPr>
          <p:spPr>
            <a:xfrm>
              <a:off x="5567088" y="262200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88AA6">
                <a:alpha val="100000"/>
              </a:srgbClr>
            </a:solidFill>
            <a:ln w="5420" cap="flat">
              <a:solidFill>
                <a:srgbClr val="388AA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8" name="pg148"/>
            <p:cNvSpPr/>
            <p:nvPr/>
          </p:nvSpPr>
          <p:spPr>
            <a:xfrm>
              <a:off x="5578725" y="262200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88AA6">
                <a:alpha val="100000"/>
              </a:srgbClr>
            </a:solidFill>
            <a:ln w="5420" cap="flat">
              <a:solidFill>
                <a:srgbClr val="388AA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9" name="pg149"/>
            <p:cNvSpPr/>
            <p:nvPr/>
          </p:nvSpPr>
          <p:spPr>
            <a:xfrm>
              <a:off x="5439077" y="263630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88BA6">
                <a:alpha val="100000"/>
              </a:srgbClr>
            </a:solidFill>
            <a:ln w="5420" cap="flat">
              <a:solidFill>
                <a:srgbClr val="388BA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0" name="pg150"/>
            <p:cNvSpPr/>
            <p:nvPr/>
          </p:nvSpPr>
          <p:spPr>
            <a:xfrm>
              <a:off x="5450715" y="263630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88AA6">
                <a:alpha val="100000"/>
              </a:srgbClr>
            </a:solidFill>
            <a:ln w="5420" cap="flat">
              <a:solidFill>
                <a:srgbClr val="388AA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1" name="pg151"/>
            <p:cNvSpPr/>
            <p:nvPr/>
          </p:nvSpPr>
          <p:spPr>
            <a:xfrm>
              <a:off x="5462352" y="263630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88AA6">
                <a:alpha val="100000"/>
              </a:srgbClr>
            </a:solidFill>
            <a:ln w="5420" cap="flat">
              <a:solidFill>
                <a:srgbClr val="388AA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2" name="pg152"/>
            <p:cNvSpPr/>
            <p:nvPr/>
          </p:nvSpPr>
          <p:spPr>
            <a:xfrm>
              <a:off x="5473989" y="263630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88AA6">
                <a:alpha val="100000"/>
              </a:srgbClr>
            </a:solidFill>
            <a:ln w="5420" cap="flat">
              <a:solidFill>
                <a:srgbClr val="388AA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3" name="pg153"/>
            <p:cNvSpPr/>
            <p:nvPr/>
          </p:nvSpPr>
          <p:spPr>
            <a:xfrm>
              <a:off x="5485627" y="263630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88AA6">
                <a:alpha val="100000"/>
              </a:srgbClr>
            </a:solidFill>
            <a:ln w="5420" cap="flat">
              <a:solidFill>
                <a:srgbClr val="388AA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4" name="pg154"/>
            <p:cNvSpPr/>
            <p:nvPr/>
          </p:nvSpPr>
          <p:spPr>
            <a:xfrm>
              <a:off x="5497264" y="263630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88AA6">
                <a:alpha val="100000"/>
              </a:srgbClr>
            </a:solidFill>
            <a:ln w="5420" cap="flat">
              <a:solidFill>
                <a:srgbClr val="388AA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5" name="pg155"/>
            <p:cNvSpPr/>
            <p:nvPr/>
          </p:nvSpPr>
          <p:spPr>
            <a:xfrm>
              <a:off x="5508901" y="263630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88AA6">
                <a:alpha val="100000"/>
              </a:srgbClr>
            </a:solidFill>
            <a:ln w="5420" cap="flat">
              <a:solidFill>
                <a:srgbClr val="388AA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6" name="pg156"/>
            <p:cNvSpPr/>
            <p:nvPr/>
          </p:nvSpPr>
          <p:spPr>
            <a:xfrm>
              <a:off x="5520539" y="263630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88AA6">
                <a:alpha val="100000"/>
              </a:srgbClr>
            </a:solidFill>
            <a:ln w="5420" cap="flat">
              <a:solidFill>
                <a:srgbClr val="388AA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7" name="pg157"/>
            <p:cNvSpPr/>
            <p:nvPr/>
          </p:nvSpPr>
          <p:spPr>
            <a:xfrm>
              <a:off x="5532176" y="263630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88AA6">
                <a:alpha val="100000"/>
              </a:srgbClr>
            </a:solidFill>
            <a:ln w="5420" cap="flat">
              <a:solidFill>
                <a:srgbClr val="388AA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8" name="pg158"/>
            <p:cNvSpPr/>
            <p:nvPr/>
          </p:nvSpPr>
          <p:spPr>
            <a:xfrm>
              <a:off x="5543813" y="263630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88AA6">
                <a:alpha val="100000"/>
              </a:srgbClr>
            </a:solidFill>
            <a:ln w="5420" cap="flat">
              <a:solidFill>
                <a:srgbClr val="388AA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9" name="pg159"/>
            <p:cNvSpPr/>
            <p:nvPr/>
          </p:nvSpPr>
          <p:spPr>
            <a:xfrm>
              <a:off x="5555451" y="263630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88AA6">
                <a:alpha val="100000"/>
              </a:srgbClr>
            </a:solidFill>
            <a:ln w="5420" cap="flat">
              <a:solidFill>
                <a:srgbClr val="388AA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0" name="pg160"/>
            <p:cNvSpPr/>
            <p:nvPr/>
          </p:nvSpPr>
          <p:spPr>
            <a:xfrm>
              <a:off x="5427440" y="265060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88BA6">
                <a:alpha val="100000"/>
              </a:srgbClr>
            </a:solidFill>
            <a:ln w="5420" cap="flat">
              <a:solidFill>
                <a:srgbClr val="388BA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1" name="pg161"/>
            <p:cNvSpPr/>
            <p:nvPr/>
          </p:nvSpPr>
          <p:spPr>
            <a:xfrm>
              <a:off x="5439077" y="265060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88BA6">
                <a:alpha val="100000"/>
              </a:srgbClr>
            </a:solidFill>
            <a:ln w="5420" cap="flat">
              <a:solidFill>
                <a:srgbClr val="388BA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2" name="pg162"/>
            <p:cNvSpPr/>
            <p:nvPr/>
          </p:nvSpPr>
          <p:spPr>
            <a:xfrm>
              <a:off x="5450715" y="265060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88AA6">
                <a:alpha val="100000"/>
              </a:srgbClr>
            </a:solidFill>
            <a:ln w="5420" cap="flat">
              <a:solidFill>
                <a:srgbClr val="388AA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3" name="pg163"/>
            <p:cNvSpPr/>
            <p:nvPr/>
          </p:nvSpPr>
          <p:spPr>
            <a:xfrm>
              <a:off x="5462352" y="265060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88AA6">
                <a:alpha val="100000"/>
              </a:srgbClr>
            </a:solidFill>
            <a:ln w="5420" cap="flat">
              <a:solidFill>
                <a:srgbClr val="388AA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4" name="pg164"/>
            <p:cNvSpPr/>
            <p:nvPr/>
          </p:nvSpPr>
          <p:spPr>
            <a:xfrm>
              <a:off x="5473989" y="265060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88AA6">
                <a:alpha val="100000"/>
              </a:srgbClr>
            </a:solidFill>
            <a:ln w="5420" cap="flat">
              <a:solidFill>
                <a:srgbClr val="388AA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5" name="pg165"/>
            <p:cNvSpPr/>
            <p:nvPr/>
          </p:nvSpPr>
          <p:spPr>
            <a:xfrm>
              <a:off x="5485627" y="265060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88AA6">
                <a:alpha val="100000"/>
              </a:srgbClr>
            </a:solidFill>
            <a:ln w="5420" cap="flat">
              <a:solidFill>
                <a:srgbClr val="388AA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6" name="pg166"/>
            <p:cNvSpPr/>
            <p:nvPr/>
          </p:nvSpPr>
          <p:spPr>
            <a:xfrm>
              <a:off x="5497264" y="265060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88AA6">
                <a:alpha val="100000"/>
              </a:srgbClr>
            </a:solidFill>
            <a:ln w="5420" cap="flat">
              <a:solidFill>
                <a:srgbClr val="388AA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7" name="pg167"/>
            <p:cNvSpPr/>
            <p:nvPr/>
          </p:nvSpPr>
          <p:spPr>
            <a:xfrm>
              <a:off x="5508901" y="265060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88AA6">
                <a:alpha val="100000"/>
              </a:srgbClr>
            </a:solidFill>
            <a:ln w="5420" cap="flat">
              <a:solidFill>
                <a:srgbClr val="388AA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8" name="pg168"/>
            <p:cNvSpPr/>
            <p:nvPr/>
          </p:nvSpPr>
          <p:spPr>
            <a:xfrm>
              <a:off x="5520539" y="265060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88AA6">
                <a:alpha val="100000"/>
              </a:srgbClr>
            </a:solidFill>
            <a:ln w="5420" cap="flat">
              <a:solidFill>
                <a:srgbClr val="388AA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9" name="pg169"/>
            <p:cNvSpPr/>
            <p:nvPr/>
          </p:nvSpPr>
          <p:spPr>
            <a:xfrm>
              <a:off x="5532176" y="265060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88AA6">
                <a:alpha val="100000"/>
              </a:srgbClr>
            </a:solidFill>
            <a:ln w="5420" cap="flat">
              <a:solidFill>
                <a:srgbClr val="388AA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0" name="pg170"/>
            <p:cNvSpPr/>
            <p:nvPr/>
          </p:nvSpPr>
          <p:spPr>
            <a:xfrm>
              <a:off x="5415803" y="266490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88BA6">
                <a:alpha val="100000"/>
              </a:srgbClr>
            </a:solidFill>
            <a:ln w="5420" cap="flat">
              <a:solidFill>
                <a:srgbClr val="388BA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1" name="pg171"/>
            <p:cNvSpPr/>
            <p:nvPr/>
          </p:nvSpPr>
          <p:spPr>
            <a:xfrm>
              <a:off x="5427440" y="266490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88BA6">
                <a:alpha val="100000"/>
              </a:srgbClr>
            </a:solidFill>
            <a:ln w="5420" cap="flat">
              <a:solidFill>
                <a:srgbClr val="388BA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2" name="pg172"/>
            <p:cNvSpPr/>
            <p:nvPr/>
          </p:nvSpPr>
          <p:spPr>
            <a:xfrm>
              <a:off x="5439077" y="266490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88BA6">
                <a:alpha val="100000"/>
              </a:srgbClr>
            </a:solidFill>
            <a:ln w="5420" cap="flat">
              <a:solidFill>
                <a:srgbClr val="388BA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3" name="pg173"/>
            <p:cNvSpPr/>
            <p:nvPr/>
          </p:nvSpPr>
          <p:spPr>
            <a:xfrm>
              <a:off x="5450715" y="266490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88AA6">
                <a:alpha val="100000"/>
              </a:srgbClr>
            </a:solidFill>
            <a:ln w="5420" cap="flat">
              <a:solidFill>
                <a:srgbClr val="388AA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4" name="pg174"/>
            <p:cNvSpPr/>
            <p:nvPr/>
          </p:nvSpPr>
          <p:spPr>
            <a:xfrm>
              <a:off x="5462352" y="266490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88AA6">
                <a:alpha val="100000"/>
              </a:srgbClr>
            </a:solidFill>
            <a:ln w="5420" cap="flat">
              <a:solidFill>
                <a:srgbClr val="388AA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5" name="pg175"/>
            <p:cNvSpPr/>
            <p:nvPr/>
          </p:nvSpPr>
          <p:spPr>
            <a:xfrm>
              <a:off x="5473989" y="266490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88AA6">
                <a:alpha val="100000"/>
              </a:srgbClr>
            </a:solidFill>
            <a:ln w="5420" cap="flat">
              <a:solidFill>
                <a:srgbClr val="388AA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6" name="pg176"/>
            <p:cNvSpPr/>
            <p:nvPr/>
          </p:nvSpPr>
          <p:spPr>
            <a:xfrm>
              <a:off x="5485627" y="266490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88AA6">
                <a:alpha val="100000"/>
              </a:srgbClr>
            </a:solidFill>
            <a:ln w="5420" cap="flat">
              <a:solidFill>
                <a:srgbClr val="388AA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7" name="pg177"/>
            <p:cNvSpPr/>
            <p:nvPr/>
          </p:nvSpPr>
          <p:spPr>
            <a:xfrm>
              <a:off x="5497264" y="266490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88AA6">
                <a:alpha val="100000"/>
              </a:srgbClr>
            </a:solidFill>
            <a:ln w="5420" cap="flat">
              <a:solidFill>
                <a:srgbClr val="388AA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8" name="pg178"/>
            <p:cNvSpPr/>
            <p:nvPr/>
          </p:nvSpPr>
          <p:spPr>
            <a:xfrm>
              <a:off x="5508901" y="266490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88AA6">
                <a:alpha val="100000"/>
              </a:srgbClr>
            </a:solidFill>
            <a:ln w="5420" cap="flat">
              <a:solidFill>
                <a:srgbClr val="388AA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9" name="pg179"/>
            <p:cNvSpPr/>
            <p:nvPr/>
          </p:nvSpPr>
          <p:spPr>
            <a:xfrm>
              <a:off x="5380891" y="267921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88BA6">
                <a:alpha val="100000"/>
              </a:srgbClr>
            </a:solidFill>
            <a:ln w="5420" cap="flat">
              <a:solidFill>
                <a:srgbClr val="388BA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0" name="pg180"/>
            <p:cNvSpPr/>
            <p:nvPr/>
          </p:nvSpPr>
          <p:spPr>
            <a:xfrm>
              <a:off x="5392528" y="267921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88BA6">
                <a:alpha val="100000"/>
              </a:srgbClr>
            </a:solidFill>
            <a:ln w="5420" cap="flat">
              <a:solidFill>
                <a:srgbClr val="388BA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1" name="pg181"/>
            <p:cNvSpPr/>
            <p:nvPr/>
          </p:nvSpPr>
          <p:spPr>
            <a:xfrm>
              <a:off x="5404165" y="267921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88BA6">
                <a:alpha val="100000"/>
              </a:srgbClr>
            </a:solidFill>
            <a:ln w="5420" cap="flat">
              <a:solidFill>
                <a:srgbClr val="388BA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2" name="pg182"/>
            <p:cNvSpPr/>
            <p:nvPr/>
          </p:nvSpPr>
          <p:spPr>
            <a:xfrm>
              <a:off x="5415803" y="267921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88BA6">
                <a:alpha val="100000"/>
              </a:srgbClr>
            </a:solidFill>
            <a:ln w="5420" cap="flat">
              <a:solidFill>
                <a:srgbClr val="388BA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3" name="pg183"/>
            <p:cNvSpPr/>
            <p:nvPr/>
          </p:nvSpPr>
          <p:spPr>
            <a:xfrm>
              <a:off x="5427440" y="267921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88BA6">
                <a:alpha val="100000"/>
              </a:srgbClr>
            </a:solidFill>
            <a:ln w="5420" cap="flat">
              <a:solidFill>
                <a:srgbClr val="388BA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4" name="pg184"/>
            <p:cNvSpPr/>
            <p:nvPr/>
          </p:nvSpPr>
          <p:spPr>
            <a:xfrm>
              <a:off x="5439077" y="267921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88BA6">
                <a:alpha val="100000"/>
              </a:srgbClr>
            </a:solidFill>
            <a:ln w="5420" cap="flat">
              <a:solidFill>
                <a:srgbClr val="388BA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5" name="pg185"/>
            <p:cNvSpPr/>
            <p:nvPr/>
          </p:nvSpPr>
          <p:spPr>
            <a:xfrm>
              <a:off x="5450715" y="267921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88AA6">
                <a:alpha val="100000"/>
              </a:srgbClr>
            </a:solidFill>
            <a:ln w="5420" cap="flat">
              <a:solidFill>
                <a:srgbClr val="388AA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6" name="pg186"/>
            <p:cNvSpPr/>
            <p:nvPr/>
          </p:nvSpPr>
          <p:spPr>
            <a:xfrm>
              <a:off x="5462352" y="267921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88AA6">
                <a:alpha val="100000"/>
              </a:srgbClr>
            </a:solidFill>
            <a:ln w="5420" cap="flat">
              <a:solidFill>
                <a:srgbClr val="388AA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7" name="pg187"/>
            <p:cNvSpPr/>
            <p:nvPr/>
          </p:nvSpPr>
          <p:spPr>
            <a:xfrm>
              <a:off x="5473989" y="267921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88AA6">
                <a:alpha val="100000"/>
              </a:srgbClr>
            </a:solidFill>
            <a:ln w="5420" cap="flat">
              <a:solidFill>
                <a:srgbClr val="388AA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8" name="pg188"/>
            <p:cNvSpPr/>
            <p:nvPr/>
          </p:nvSpPr>
          <p:spPr>
            <a:xfrm>
              <a:off x="5485627" y="267921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88AA6">
                <a:alpha val="100000"/>
              </a:srgbClr>
            </a:solidFill>
            <a:ln w="5420" cap="flat">
              <a:solidFill>
                <a:srgbClr val="388AA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9" name="pg189"/>
            <p:cNvSpPr/>
            <p:nvPr/>
          </p:nvSpPr>
          <p:spPr>
            <a:xfrm>
              <a:off x="5369253" y="269351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88BA6">
                <a:alpha val="100000"/>
              </a:srgbClr>
            </a:solidFill>
            <a:ln w="5420" cap="flat">
              <a:solidFill>
                <a:srgbClr val="388BA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0" name="pg190"/>
            <p:cNvSpPr/>
            <p:nvPr/>
          </p:nvSpPr>
          <p:spPr>
            <a:xfrm>
              <a:off x="5380891" y="269351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88BA6">
                <a:alpha val="100000"/>
              </a:srgbClr>
            </a:solidFill>
            <a:ln w="5420" cap="flat">
              <a:solidFill>
                <a:srgbClr val="388BA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1" name="pg191"/>
            <p:cNvSpPr/>
            <p:nvPr/>
          </p:nvSpPr>
          <p:spPr>
            <a:xfrm>
              <a:off x="5392528" y="269351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88BA6">
                <a:alpha val="100000"/>
              </a:srgbClr>
            </a:solidFill>
            <a:ln w="5420" cap="flat">
              <a:solidFill>
                <a:srgbClr val="388BA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2" name="pg192"/>
            <p:cNvSpPr/>
            <p:nvPr/>
          </p:nvSpPr>
          <p:spPr>
            <a:xfrm>
              <a:off x="5404165" y="269351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88BA6">
                <a:alpha val="100000"/>
              </a:srgbClr>
            </a:solidFill>
            <a:ln w="5420" cap="flat">
              <a:solidFill>
                <a:srgbClr val="388BA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3" name="pg193"/>
            <p:cNvSpPr/>
            <p:nvPr/>
          </p:nvSpPr>
          <p:spPr>
            <a:xfrm>
              <a:off x="5415803" y="269351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88BA6">
                <a:alpha val="100000"/>
              </a:srgbClr>
            </a:solidFill>
            <a:ln w="5420" cap="flat">
              <a:solidFill>
                <a:srgbClr val="388BA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4" name="pg194"/>
            <p:cNvSpPr/>
            <p:nvPr/>
          </p:nvSpPr>
          <p:spPr>
            <a:xfrm>
              <a:off x="5427440" y="269351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88BA6">
                <a:alpha val="100000"/>
              </a:srgbClr>
            </a:solidFill>
            <a:ln w="5420" cap="flat">
              <a:solidFill>
                <a:srgbClr val="388BA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5" name="pg195"/>
            <p:cNvSpPr/>
            <p:nvPr/>
          </p:nvSpPr>
          <p:spPr>
            <a:xfrm>
              <a:off x="5439077" y="269351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88BA6">
                <a:alpha val="100000"/>
              </a:srgbClr>
            </a:solidFill>
            <a:ln w="5420" cap="flat">
              <a:solidFill>
                <a:srgbClr val="388BA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6" name="pg196"/>
            <p:cNvSpPr/>
            <p:nvPr/>
          </p:nvSpPr>
          <p:spPr>
            <a:xfrm>
              <a:off x="5450715" y="269351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88AA6">
                <a:alpha val="100000"/>
              </a:srgbClr>
            </a:solidFill>
            <a:ln w="5420" cap="flat">
              <a:solidFill>
                <a:srgbClr val="388AA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7" name="pg197"/>
            <p:cNvSpPr/>
            <p:nvPr/>
          </p:nvSpPr>
          <p:spPr>
            <a:xfrm>
              <a:off x="5462352" y="269351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88AA6">
                <a:alpha val="100000"/>
              </a:srgbClr>
            </a:solidFill>
            <a:ln w="5420" cap="flat">
              <a:solidFill>
                <a:srgbClr val="388AA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8" name="pg198"/>
            <p:cNvSpPr/>
            <p:nvPr/>
          </p:nvSpPr>
          <p:spPr>
            <a:xfrm>
              <a:off x="6311877" y="269351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692A8">
                <a:alpha val="100000"/>
              </a:srgbClr>
            </a:solidFill>
            <a:ln w="5420" cap="flat">
              <a:solidFill>
                <a:srgbClr val="3692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9" name="pg199"/>
            <p:cNvSpPr/>
            <p:nvPr/>
          </p:nvSpPr>
          <p:spPr>
            <a:xfrm>
              <a:off x="5311067" y="270781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88CA7">
                <a:alpha val="100000"/>
              </a:srgbClr>
            </a:solidFill>
            <a:ln w="5420" cap="flat">
              <a:solidFill>
                <a:srgbClr val="388C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0" name="pg200"/>
            <p:cNvSpPr/>
            <p:nvPr/>
          </p:nvSpPr>
          <p:spPr>
            <a:xfrm>
              <a:off x="5322704" y="270781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88BA7">
                <a:alpha val="100000"/>
              </a:srgbClr>
            </a:solidFill>
            <a:ln w="5420" cap="flat">
              <a:solidFill>
                <a:srgbClr val="388B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1" name="pg201"/>
            <p:cNvSpPr/>
            <p:nvPr/>
          </p:nvSpPr>
          <p:spPr>
            <a:xfrm>
              <a:off x="5334341" y="270781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88BA7">
                <a:alpha val="100000"/>
              </a:srgbClr>
            </a:solidFill>
            <a:ln w="5420" cap="flat">
              <a:solidFill>
                <a:srgbClr val="388B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2" name="pg202"/>
            <p:cNvSpPr/>
            <p:nvPr/>
          </p:nvSpPr>
          <p:spPr>
            <a:xfrm>
              <a:off x="5345979" y="270781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88BA7">
                <a:alpha val="100000"/>
              </a:srgbClr>
            </a:solidFill>
            <a:ln w="5420" cap="flat">
              <a:solidFill>
                <a:srgbClr val="388B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3" name="pg203"/>
            <p:cNvSpPr/>
            <p:nvPr/>
          </p:nvSpPr>
          <p:spPr>
            <a:xfrm>
              <a:off x="5357616" y="270781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88BA7">
                <a:alpha val="100000"/>
              </a:srgbClr>
            </a:solidFill>
            <a:ln w="5420" cap="flat">
              <a:solidFill>
                <a:srgbClr val="388B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4" name="pg204"/>
            <p:cNvSpPr/>
            <p:nvPr/>
          </p:nvSpPr>
          <p:spPr>
            <a:xfrm>
              <a:off x="5369253" y="270781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88BA7">
                <a:alpha val="100000"/>
              </a:srgbClr>
            </a:solidFill>
            <a:ln w="5420" cap="flat">
              <a:solidFill>
                <a:srgbClr val="388B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5" name="pg205"/>
            <p:cNvSpPr/>
            <p:nvPr/>
          </p:nvSpPr>
          <p:spPr>
            <a:xfrm>
              <a:off x="5380891" y="270781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88BA6">
                <a:alpha val="100000"/>
              </a:srgbClr>
            </a:solidFill>
            <a:ln w="5420" cap="flat">
              <a:solidFill>
                <a:srgbClr val="388BA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6" name="pg206"/>
            <p:cNvSpPr/>
            <p:nvPr/>
          </p:nvSpPr>
          <p:spPr>
            <a:xfrm>
              <a:off x="5392528" y="270781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88BA6">
                <a:alpha val="100000"/>
              </a:srgbClr>
            </a:solidFill>
            <a:ln w="5420" cap="flat">
              <a:solidFill>
                <a:srgbClr val="388BA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7" name="pg207"/>
            <p:cNvSpPr/>
            <p:nvPr/>
          </p:nvSpPr>
          <p:spPr>
            <a:xfrm>
              <a:off x="5404165" y="270781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88BA6">
                <a:alpha val="100000"/>
              </a:srgbClr>
            </a:solidFill>
            <a:ln w="5420" cap="flat">
              <a:solidFill>
                <a:srgbClr val="388BA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8" name="pg208"/>
            <p:cNvSpPr/>
            <p:nvPr/>
          </p:nvSpPr>
          <p:spPr>
            <a:xfrm>
              <a:off x="5415803" y="270781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88BA6">
                <a:alpha val="100000"/>
              </a:srgbClr>
            </a:solidFill>
            <a:ln w="5420" cap="flat">
              <a:solidFill>
                <a:srgbClr val="388BA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9" name="pg209"/>
            <p:cNvSpPr/>
            <p:nvPr/>
          </p:nvSpPr>
          <p:spPr>
            <a:xfrm>
              <a:off x="5427440" y="270781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88BA6">
                <a:alpha val="100000"/>
              </a:srgbClr>
            </a:solidFill>
            <a:ln w="5420" cap="flat">
              <a:solidFill>
                <a:srgbClr val="388BA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0" name="pg210"/>
            <p:cNvSpPr/>
            <p:nvPr/>
          </p:nvSpPr>
          <p:spPr>
            <a:xfrm>
              <a:off x="5439077" y="270781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88BA6">
                <a:alpha val="100000"/>
              </a:srgbClr>
            </a:solidFill>
            <a:ln w="5420" cap="flat">
              <a:solidFill>
                <a:srgbClr val="388BA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1" name="pg211"/>
            <p:cNvSpPr/>
            <p:nvPr/>
          </p:nvSpPr>
          <p:spPr>
            <a:xfrm>
              <a:off x="5450715" y="270781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88AA6">
                <a:alpha val="100000"/>
              </a:srgbClr>
            </a:solidFill>
            <a:ln w="5420" cap="flat">
              <a:solidFill>
                <a:srgbClr val="388AA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2" name="pg212"/>
            <p:cNvSpPr/>
            <p:nvPr/>
          </p:nvSpPr>
          <p:spPr>
            <a:xfrm>
              <a:off x="6276965" y="270781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692A8">
                <a:alpha val="100000"/>
              </a:srgbClr>
            </a:solidFill>
            <a:ln w="5420" cap="flat">
              <a:solidFill>
                <a:srgbClr val="3692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3" name="pg213"/>
            <p:cNvSpPr/>
            <p:nvPr/>
          </p:nvSpPr>
          <p:spPr>
            <a:xfrm>
              <a:off x="6288602" y="270781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692A8">
                <a:alpha val="100000"/>
              </a:srgbClr>
            </a:solidFill>
            <a:ln w="5420" cap="flat">
              <a:solidFill>
                <a:srgbClr val="3692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4" name="pg214"/>
            <p:cNvSpPr/>
            <p:nvPr/>
          </p:nvSpPr>
          <p:spPr>
            <a:xfrm>
              <a:off x="6300240" y="270781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692A8">
                <a:alpha val="100000"/>
              </a:srgbClr>
            </a:solidFill>
            <a:ln w="5420" cap="flat">
              <a:solidFill>
                <a:srgbClr val="3692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5" name="pg215"/>
            <p:cNvSpPr/>
            <p:nvPr/>
          </p:nvSpPr>
          <p:spPr>
            <a:xfrm>
              <a:off x="6311877" y="270781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692A8">
                <a:alpha val="100000"/>
              </a:srgbClr>
            </a:solidFill>
            <a:ln w="5420" cap="flat">
              <a:solidFill>
                <a:srgbClr val="3692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6" name="pg216"/>
            <p:cNvSpPr/>
            <p:nvPr/>
          </p:nvSpPr>
          <p:spPr>
            <a:xfrm>
              <a:off x="6323514" y="270781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692A8">
                <a:alpha val="100000"/>
              </a:srgbClr>
            </a:solidFill>
            <a:ln w="5420" cap="flat">
              <a:solidFill>
                <a:srgbClr val="3692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7" name="pg217"/>
            <p:cNvSpPr/>
            <p:nvPr/>
          </p:nvSpPr>
          <p:spPr>
            <a:xfrm>
              <a:off x="5299429" y="272211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8CA7">
                <a:alpha val="100000"/>
              </a:srgbClr>
            </a:solidFill>
            <a:ln w="5420" cap="flat">
              <a:solidFill>
                <a:srgbClr val="378C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8" name="pg218"/>
            <p:cNvSpPr/>
            <p:nvPr/>
          </p:nvSpPr>
          <p:spPr>
            <a:xfrm>
              <a:off x="5311067" y="272211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88CA7">
                <a:alpha val="100000"/>
              </a:srgbClr>
            </a:solidFill>
            <a:ln w="5420" cap="flat">
              <a:solidFill>
                <a:srgbClr val="388C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9" name="pg219"/>
            <p:cNvSpPr/>
            <p:nvPr/>
          </p:nvSpPr>
          <p:spPr>
            <a:xfrm>
              <a:off x="5322704" y="272211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88CA7">
                <a:alpha val="100000"/>
              </a:srgbClr>
            </a:solidFill>
            <a:ln w="5420" cap="flat">
              <a:solidFill>
                <a:srgbClr val="388C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0" name="pg220"/>
            <p:cNvSpPr/>
            <p:nvPr/>
          </p:nvSpPr>
          <p:spPr>
            <a:xfrm>
              <a:off x="5334341" y="272211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88BA7">
                <a:alpha val="100000"/>
              </a:srgbClr>
            </a:solidFill>
            <a:ln w="5420" cap="flat">
              <a:solidFill>
                <a:srgbClr val="388B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1" name="pg221"/>
            <p:cNvSpPr/>
            <p:nvPr/>
          </p:nvSpPr>
          <p:spPr>
            <a:xfrm>
              <a:off x="5345979" y="272211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88BA7">
                <a:alpha val="100000"/>
              </a:srgbClr>
            </a:solidFill>
            <a:ln w="5420" cap="flat">
              <a:solidFill>
                <a:srgbClr val="388B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2" name="pg222"/>
            <p:cNvSpPr/>
            <p:nvPr/>
          </p:nvSpPr>
          <p:spPr>
            <a:xfrm>
              <a:off x="5357616" y="272211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88BA7">
                <a:alpha val="100000"/>
              </a:srgbClr>
            </a:solidFill>
            <a:ln w="5420" cap="flat">
              <a:solidFill>
                <a:srgbClr val="388B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3" name="pg223"/>
            <p:cNvSpPr/>
            <p:nvPr/>
          </p:nvSpPr>
          <p:spPr>
            <a:xfrm>
              <a:off x="5369253" y="272211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88BA7">
                <a:alpha val="100000"/>
              </a:srgbClr>
            </a:solidFill>
            <a:ln w="5420" cap="flat">
              <a:solidFill>
                <a:srgbClr val="388B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4" name="pg224"/>
            <p:cNvSpPr/>
            <p:nvPr/>
          </p:nvSpPr>
          <p:spPr>
            <a:xfrm>
              <a:off x="5380891" y="272211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88BA6">
                <a:alpha val="100000"/>
              </a:srgbClr>
            </a:solidFill>
            <a:ln w="5420" cap="flat">
              <a:solidFill>
                <a:srgbClr val="388BA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5" name="pg225"/>
            <p:cNvSpPr/>
            <p:nvPr/>
          </p:nvSpPr>
          <p:spPr>
            <a:xfrm>
              <a:off x="5392528" y="272211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88BA6">
                <a:alpha val="100000"/>
              </a:srgbClr>
            </a:solidFill>
            <a:ln w="5420" cap="flat">
              <a:solidFill>
                <a:srgbClr val="388BA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6" name="pg226"/>
            <p:cNvSpPr/>
            <p:nvPr/>
          </p:nvSpPr>
          <p:spPr>
            <a:xfrm>
              <a:off x="5404165" y="272211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88BA6">
                <a:alpha val="100000"/>
              </a:srgbClr>
            </a:solidFill>
            <a:ln w="5420" cap="flat">
              <a:solidFill>
                <a:srgbClr val="388BA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7" name="pg227"/>
            <p:cNvSpPr/>
            <p:nvPr/>
          </p:nvSpPr>
          <p:spPr>
            <a:xfrm>
              <a:off x="5415803" y="272211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88BA6">
                <a:alpha val="100000"/>
              </a:srgbClr>
            </a:solidFill>
            <a:ln w="5420" cap="flat">
              <a:solidFill>
                <a:srgbClr val="388BA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8" name="pg228"/>
            <p:cNvSpPr/>
            <p:nvPr/>
          </p:nvSpPr>
          <p:spPr>
            <a:xfrm>
              <a:off x="5427440" y="272211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88BA6">
                <a:alpha val="100000"/>
              </a:srgbClr>
            </a:solidFill>
            <a:ln w="5420" cap="flat">
              <a:solidFill>
                <a:srgbClr val="388BA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9" name="pg229"/>
            <p:cNvSpPr/>
            <p:nvPr/>
          </p:nvSpPr>
          <p:spPr>
            <a:xfrm>
              <a:off x="5439077" y="272211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88BA6">
                <a:alpha val="100000"/>
              </a:srgbClr>
            </a:solidFill>
            <a:ln w="5420" cap="flat">
              <a:solidFill>
                <a:srgbClr val="388BA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0" name="pg230"/>
            <p:cNvSpPr/>
            <p:nvPr/>
          </p:nvSpPr>
          <p:spPr>
            <a:xfrm>
              <a:off x="6183866" y="272211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691A8">
                <a:alpha val="100000"/>
              </a:srgbClr>
            </a:solidFill>
            <a:ln w="5420" cap="flat">
              <a:solidFill>
                <a:srgbClr val="3691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1" name="pg231"/>
            <p:cNvSpPr/>
            <p:nvPr/>
          </p:nvSpPr>
          <p:spPr>
            <a:xfrm>
              <a:off x="6195504" y="272211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691A8">
                <a:alpha val="100000"/>
              </a:srgbClr>
            </a:solidFill>
            <a:ln w="5420" cap="flat">
              <a:solidFill>
                <a:srgbClr val="3691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2" name="pg232"/>
            <p:cNvSpPr/>
            <p:nvPr/>
          </p:nvSpPr>
          <p:spPr>
            <a:xfrm>
              <a:off x="6207141" y="272211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692A8">
                <a:alpha val="100000"/>
              </a:srgbClr>
            </a:solidFill>
            <a:ln w="5420" cap="flat">
              <a:solidFill>
                <a:srgbClr val="3692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3" name="pg233"/>
            <p:cNvSpPr/>
            <p:nvPr/>
          </p:nvSpPr>
          <p:spPr>
            <a:xfrm>
              <a:off x="6218778" y="272211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692A8">
                <a:alpha val="100000"/>
              </a:srgbClr>
            </a:solidFill>
            <a:ln w="5420" cap="flat">
              <a:solidFill>
                <a:srgbClr val="3692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4" name="pg234"/>
            <p:cNvSpPr/>
            <p:nvPr/>
          </p:nvSpPr>
          <p:spPr>
            <a:xfrm>
              <a:off x="6253690" y="272211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692A8">
                <a:alpha val="100000"/>
              </a:srgbClr>
            </a:solidFill>
            <a:ln w="5420" cap="flat">
              <a:solidFill>
                <a:srgbClr val="3692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5" name="pg235"/>
            <p:cNvSpPr/>
            <p:nvPr/>
          </p:nvSpPr>
          <p:spPr>
            <a:xfrm>
              <a:off x="6265328" y="272211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693A8">
                <a:alpha val="100000"/>
              </a:srgbClr>
            </a:solidFill>
            <a:ln w="5420" cap="flat">
              <a:solidFill>
                <a:srgbClr val="3693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6" name="pg236"/>
            <p:cNvSpPr/>
            <p:nvPr/>
          </p:nvSpPr>
          <p:spPr>
            <a:xfrm>
              <a:off x="6276965" y="272211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693A8">
                <a:alpha val="100000"/>
              </a:srgbClr>
            </a:solidFill>
            <a:ln w="5420" cap="flat">
              <a:solidFill>
                <a:srgbClr val="3693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7" name="pg237"/>
            <p:cNvSpPr/>
            <p:nvPr/>
          </p:nvSpPr>
          <p:spPr>
            <a:xfrm>
              <a:off x="6288602" y="272211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693A8">
                <a:alpha val="100000"/>
              </a:srgbClr>
            </a:solidFill>
            <a:ln w="5420" cap="flat">
              <a:solidFill>
                <a:srgbClr val="3693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8" name="pg238"/>
            <p:cNvSpPr/>
            <p:nvPr/>
          </p:nvSpPr>
          <p:spPr>
            <a:xfrm>
              <a:off x="6300240" y="272211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693A8">
                <a:alpha val="100000"/>
              </a:srgbClr>
            </a:solidFill>
            <a:ln w="5420" cap="flat">
              <a:solidFill>
                <a:srgbClr val="3693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9" name="pg239"/>
            <p:cNvSpPr/>
            <p:nvPr/>
          </p:nvSpPr>
          <p:spPr>
            <a:xfrm>
              <a:off x="6311877" y="272211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693A8">
                <a:alpha val="100000"/>
              </a:srgbClr>
            </a:solidFill>
            <a:ln w="5420" cap="flat">
              <a:solidFill>
                <a:srgbClr val="3693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0" name="pg240"/>
            <p:cNvSpPr/>
            <p:nvPr/>
          </p:nvSpPr>
          <p:spPr>
            <a:xfrm>
              <a:off x="6323514" y="272211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693A8">
                <a:alpha val="100000"/>
              </a:srgbClr>
            </a:solidFill>
            <a:ln w="5420" cap="flat">
              <a:solidFill>
                <a:srgbClr val="3693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1" name="pg241"/>
            <p:cNvSpPr/>
            <p:nvPr/>
          </p:nvSpPr>
          <p:spPr>
            <a:xfrm>
              <a:off x="6335152" y="272211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693A8">
                <a:alpha val="100000"/>
              </a:srgbClr>
            </a:solidFill>
            <a:ln w="5420" cap="flat">
              <a:solidFill>
                <a:srgbClr val="3693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2" name="pg242"/>
            <p:cNvSpPr/>
            <p:nvPr/>
          </p:nvSpPr>
          <p:spPr>
            <a:xfrm>
              <a:off x="5299429" y="273641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8CA7">
                <a:alpha val="100000"/>
              </a:srgbClr>
            </a:solidFill>
            <a:ln w="5420" cap="flat">
              <a:solidFill>
                <a:srgbClr val="378C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3" name="pg243"/>
            <p:cNvSpPr/>
            <p:nvPr/>
          </p:nvSpPr>
          <p:spPr>
            <a:xfrm>
              <a:off x="5311067" y="273641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8CA7">
                <a:alpha val="100000"/>
              </a:srgbClr>
            </a:solidFill>
            <a:ln w="5420" cap="flat">
              <a:solidFill>
                <a:srgbClr val="378C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4" name="pg244"/>
            <p:cNvSpPr/>
            <p:nvPr/>
          </p:nvSpPr>
          <p:spPr>
            <a:xfrm>
              <a:off x="5322704" y="273641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88CA7">
                <a:alpha val="100000"/>
              </a:srgbClr>
            </a:solidFill>
            <a:ln w="5420" cap="flat">
              <a:solidFill>
                <a:srgbClr val="388C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5" name="pg245"/>
            <p:cNvSpPr/>
            <p:nvPr/>
          </p:nvSpPr>
          <p:spPr>
            <a:xfrm>
              <a:off x="5334341" y="273641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88BA7">
                <a:alpha val="100000"/>
              </a:srgbClr>
            </a:solidFill>
            <a:ln w="5420" cap="flat">
              <a:solidFill>
                <a:srgbClr val="388B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6" name="pg246"/>
            <p:cNvSpPr/>
            <p:nvPr/>
          </p:nvSpPr>
          <p:spPr>
            <a:xfrm>
              <a:off x="5345979" y="273641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88BA7">
                <a:alpha val="100000"/>
              </a:srgbClr>
            </a:solidFill>
            <a:ln w="5420" cap="flat">
              <a:solidFill>
                <a:srgbClr val="388B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7" name="pg247"/>
            <p:cNvSpPr/>
            <p:nvPr/>
          </p:nvSpPr>
          <p:spPr>
            <a:xfrm>
              <a:off x="5357616" y="273641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88BA7">
                <a:alpha val="100000"/>
              </a:srgbClr>
            </a:solidFill>
            <a:ln w="5420" cap="flat">
              <a:solidFill>
                <a:srgbClr val="388B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8" name="pg248"/>
            <p:cNvSpPr/>
            <p:nvPr/>
          </p:nvSpPr>
          <p:spPr>
            <a:xfrm>
              <a:off x="5369253" y="273641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88BA7">
                <a:alpha val="100000"/>
              </a:srgbClr>
            </a:solidFill>
            <a:ln w="5420" cap="flat">
              <a:solidFill>
                <a:srgbClr val="388B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9" name="pg249"/>
            <p:cNvSpPr/>
            <p:nvPr/>
          </p:nvSpPr>
          <p:spPr>
            <a:xfrm>
              <a:off x="5380891" y="273641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88BA6">
                <a:alpha val="100000"/>
              </a:srgbClr>
            </a:solidFill>
            <a:ln w="5420" cap="flat">
              <a:solidFill>
                <a:srgbClr val="388BA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0" name="pg250"/>
            <p:cNvSpPr/>
            <p:nvPr/>
          </p:nvSpPr>
          <p:spPr>
            <a:xfrm>
              <a:off x="5392528" y="273641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88BA6">
                <a:alpha val="100000"/>
              </a:srgbClr>
            </a:solidFill>
            <a:ln w="5420" cap="flat">
              <a:solidFill>
                <a:srgbClr val="388BA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1" name="pg251"/>
            <p:cNvSpPr/>
            <p:nvPr/>
          </p:nvSpPr>
          <p:spPr>
            <a:xfrm>
              <a:off x="5404165" y="273641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88BA6">
                <a:alpha val="100000"/>
              </a:srgbClr>
            </a:solidFill>
            <a:ln w="5420" cap="flat">
              <a:solidFill>
                <a:srgbClr val="388BA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2" name="pg252"/>
            <p:cNvSpPr/>
            <p:nvPr/>
          </p:nvSpPr>
          <p:spPr>
            <a:xfrm>
              <a:off x="5415803" y="273641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88BA6">
                <a:alpha val="100000"/>
              </a:srgbClr>
            </a:solidFill>
            <a:ln w="5420" cap="flat">
              <a:solidFill>
                <a:srgbClr val="388BA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3" name="pg253"/>
            <p:cNvSpPr/>
            <p:nvPr/>
          </p:nvSpPr>
          <p:spPr>
            <a:xfrm>
              <a:off x="5427440" y="273641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88BA6">
                <a:alpha val="100000"/>
              </a:srgbClr>
            </a:solidFill>
            <a:ln w="5420" cap="flat">
              <a:solidFill>
                <a:srgbClr val="388BA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4" name="pg254"/>
            <p:cNvSpPr/>
            <p:nvPr/>
          </p:nvSpPr>
          <p:spPr>
            <a:xfrm>
              <a:off x="6172229" y="273641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691A8">
                <a:alpha val="100000"/>
              </a:srgbClr>
            </a:solidFill>
            <a:ln w="5420" cap="flat">
              <a:solidFill>
                <a:srgbClr val="3691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5" name="pg255"/>
            <p:cNvSpPr/>
            <p:nvPr/>
          </p:nvSpPr>
          <p:spPr>
            <a:xfrm>
              <a:off x="6183866" y="273641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692A8">
                <a:alpha val="100000"/>
              </a:srgbClr>
            </a:solidFill>
            <a:ln w="5420" cap="flat">
              <a:solidFill>
                <a:srgbClr val="3692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6" name="pg256"/>
            <p:cNvSpPr/>
            <p:nvPr/>
          </p:nvSpPr>
          <p:spPr>
            <a:xfrm>
              <a:off x="6195504" y="273641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692A8">
                <a:alpha val="100000"/>
              </a:srgbClr>
            </a:solidFill>
            <a:ln w="5420" cap="flat">
              <a:solidFill>
                <a:srgbClr val="3692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7" name="pg257"/>
            <p:cNvSpPr/>
            <p:nvPr/>
          </p:nvSpPr>
          <p:spPr>
            <a:xfrm>
              <a:off x="6207141" y="273641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692A8">
                <a:alpha val="100000"/>
              </a:srgbClr>
            </a:solidFill>
            <a:ln w="5420" cap="flat">
              <a:solidFill>
                <a:srgbClr val="3692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8" name="pg258"/>
            <p:cNvSpPr/>
            <p:nvPr/>
          </p:nvSpPr>
          <p:spPr>
            <a:xfrm>
              <a:off x="6218778" y="273641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692A8">
                <a:alpha val="100000"/>
              </a:srgbClr>
            </a:solidFill>
            <a:ln w="5420" cap="flat">
              <a:solidFill>
                <a:srgbClr val="3692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9" name="pg259"/>
            <p:cNvSpPr/>
            <p:nvPr/>
          </p:nvSpPr>
          <p:spPr>
            <a:xfrm>
              <a:off x="6230416" y="273641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693A8">
                <a:alpha val="100000"/>
              </a:srgbClr>
            </a:solidFill>
            <a:ln w="5420" cap="flat">
              <a:solidFill>
                <a:srgbClr val="3693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0" name="pg260"/>
            <p:cNvSpPr/>
            <p:nvPr/>
          </p:nvSpPr>
          <p:spPr>
            <a:xfrm>
              <a:off x="6242053" y="273641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593A8">
                <a:alpha val="100000"/>
              </a:srgbClr>
            </a:solidFill>
            <a:ln w="5420" cap="flat">
              <a:solidFill>
                <a:srgbClr val="3593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1" name="pg261"/>
            <p:cNvSpPr/>
            <p:nvPr/>
          </p:nvSpPr>
          <p:spPr>
            <a:xfrm>
              <a:off x="6253690" y="273641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593A8">
                <a:alpha val="100000"/>
              </a:srgbClr>
            </a:solidFill>
            <a:ln w="5420" cap="flat">
              <a:solidFill>
                <a:srgbClr val="3593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2" name="pg262"/>
            <p:cNvSpPr/>
            <p:nvPr/>
          </p:nvSpPr>
          <p:spPr>
            <a:xfrm>
              <a:off x="6265328" y="273641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593A8">
                <a:alpha val="100000"/>
              </a:srgbClr>
            </a:solidFill>
            <a:ln w="5420" cap="flat">
              <a:solidFill>
                <a:srgbClr val="3593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3" name="pg263"/>
            <p:cNvSpPr/>
            <p:nvPr/>
          </p:nvSpPr>
          <p:spPr>
            <a:xfrm>
              <a:off x="6276965" y="273641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593A8">
                <a:alpha val="100000"/>
              </a:srgbClr>
            </a:solidFill>
            <a:ln w="5420" cap="flat">
              <a:solidFill>
                <a:srgbClr val="3593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4" name="pg264"/>
            <p:cNvSpPr/>
            <p:nvPr/>
          </p:nvSpPr>
          <p:spPr>
            <a:xfrm>
              <a:off x="6288602" y="273641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593A8">
                <a:alpha val="100000"/>
              </a:srgbClr>
            </a:solidFill>
            <a:ln w="5420" cap="flat">
              <a:solidFill>
                <a:srgbClr val="3593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5" name="pg265"/>
            <p:cNvSpPr/>
            <p:nvPr/>
          </p:nvSpPr>
          <p:spPr>
            <a:xfrm>
              <a:off x="6300240" y="273641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593A8">
                <a:alpha val="100000"/>
              </a:srgbClr>
            </a:solidFill>
            <a:ln w="5420" cap="flat">
              <a:solidFill>
                <a:srgbClr val="3593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6" name="pg266"/>
            <p:cNvSpPr/>
            <p:nvPr/>
          </p:nvSpPr>
          <p:spPr>
            <a:xfrm>
              <a:off x="6311877" y="273641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593A8">
                <a:alpha val="100000"/>
              </a:srgbClr>
            </a:solidFill>
            <a:ln w="5420" cap="flat">
              <a:solidFill>
                <a:srgbClr val="3593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7" name="pg267"/>
            <p:cNvSpPr/>
            <p:nvPr/>
          </p:nvSpPr>
          <p:spPr>
            <a:xfrm>
              <a:off x="6323514" y="273641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593A8">
                <a:alpha val="100000"/>
              </a:srgbClr>
            </a:solidFill>
            <a:ln w="5420" cap="flat">
              <a:solidFill>
                <a:srgbClr val="3593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8" name="pg268"/>
            <p:cNvSpPr/>
            <p:nvPr/>
          </p:nvSpPr>
          <p:spPr>
            <a:xfrm>
              <a:off x="5299429" y="275071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8CA7">
                <a:alpha val="100000"/>
              </a:srgbClr>
            </a:solidFill>
            <a:ln w="5420" cap="flat">
              <a:solidFill>
                <a:srgbClr val="378C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9" name="pg269"/>
            <p:cNvSpPr/>
            <p:nvPr/>
          </p:nvSpPr>
          <p:spPr>
            <a:xfrm>
              <a:off x="5311067" y="275071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8CA7">
                <a:alpha val="100000"/>
              </a:srgbClr>
            </a:solidFill>
            <a:ln w="5420" cap="flat">
              <a:solidFill>
                <a:srgbClr val="378C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0" name="pg270"/>
            <p:cNvSpPr/>
            <p:nvPr/>
          </p:nvSpPr>
          <p:spPr>
            <a:xfrm>
              <a:off x="5322704" y="275071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8CA7">
                <a:alpha val="100000"/>
              </a:srgbClr>
            </a:solidFill>
            <a:ln w="5420" cap="flat">
              <a:solidFill>
                <a:srgbClr val="378C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1" name="pg271"/>
            <p:cNvSpPr/>
            <p:nvPr/>
          </p:nvSpPr>
          <p:spPr>
            <a:xfrm>
              <a:off x="5334341" y="275071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88BA7">
                <a:alpha val="100000"/>
              </a:srgbClr>
            </a:solidFill>
            <a:ln w="5420" cap="flat">
              <a:solidFill>
                <a:srgbClr val="388B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2" name="pg272"/>
            <p:cNvSpPr/>
            <p:nvPr/>
          </p:nvSpPr>
          <p:spPr>
            <a:xfrm>
              <a:off x="5345979" y="275071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88BA7">
                <a:alpha val="100000"/>
              </a:srgbClr>
            </a:solidFill>
            <a:ln w="5420" cap="flat">
              <a:solidFill>
                <a:srgbClr val="388B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3" name="pg273"/>
            <p:cNvSpPr/>
            <p:nvPr/>
          </p:nvSpPr>
          <p:spPr>
            <a:xfrm>
              <a:off x="5357616" y="275071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88BA7">
                <a:alpha val="100000"/>
              </a:srgbClr>
            </a:solidFill>
            <a:ln w="5420" cap="flat">
              <a:solidFill>
                <a:srgbClr val="388B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4" name="pg274"/>
            <p:cNvSpPr/>
            <p:nvPr/>
          </p:nvSpPr>
          <p:spPr>
            <a:xfrm>
              <a:off x="5369253" y="275071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88BA7">
                <a:alpha val="100000"/>
              </a:srgbClr>
            </a:solidFill>
            <a:ln w="5420" cap="flat">
              <a:solidFill>
                <a:srgbClr val="388B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5" name="pg275"/>
            <p:cNvSpPr/>
            <p:nvPr/>
          </p:nvSpPr>
          <p:spPr>
            <a:xfrm>
              <a:off x="5380891" y="275071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88BA7">
                <a:alpha val="100000"/>
              </a:srgbClr>
            </a:solidFill>
            <a:ln w="5420" cap="flat">
              <a:solidFill>
                <a:srgbClr val="388B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6" name="pg276"/>
            <p:cNvSpPr/>
            <p:nvPr/>
          </p:nvSpPr>
          <p:spPr>
            <a:xfrm>
              <a:off x="5392528" y="275071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88BA6">
                <a:alpha val="100000"/>
              </a:srgbClr>
            </a:solidFill>
            <a:ln w="5420" cap="flat">
              <a:solidFill>
                <a:srgbClr val="388BA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7" name="pg277"/>
            <p:cNvSpPr/>
            <p:nvPr/>
          </p:nvSpPr>
          <p:spPr>
            <a:xfrm>
              <a:off x="5404165" y="275071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88BA6">
                <a:alpha val="100000"/>
              </a:srgbClr>
            </a:solidFill>
            <a:ln w="5420" cap="flat">
              <a:solidFill>
                <a:srgbClr val="388BA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8" name="pg278"/>
            <p:cNvSpPr/>
            <p:nvPr/>
          </p:nvSpPr>
          <p:spPr>
            <a:xfrm>
              <a:off x="5415803" y="275071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88BA6">
                <a:alpha val="100000"/>
              </a:srgbClr>
            </a:solidFill>
            <a:ln w="5420" cap="flat">
              <a:solidFill>
                <a:srgbClr val="388BA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9" name="pg279"/>
            <p:cNvSpPr/>
            <p:nvPr/>
          </p:nvSpPr>
          <p:spPr>
            <a:xfrm>
              <a:off x="5427440" y="275071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88BA6">
                <a:alpha val="100000"/>
              </a:srgbClr>
            </a:solidFill>
            <a:ln w="5420" cap="flat">
              <a:solidFill>
                <a:srgbClr val="388BA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0" name="pg280"/>
            <p:cNvSpPr/>
            <p:nvPr/>
          </p:nvSpPr>
          <p:spPr>
            <a:xfrm>
              <a:off x="6079130" y="275071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8EA7">
                <a:alpha val="100000"/>
              </a:srgbClr>
            </a:solidFill>
            <a:ln w="5420" cap="flat">
              <a:solidFill>
                <a:srgbClr val="378E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1" name="pg281"/>
            <p:cNvSpPr/>
            <p:nvPr/>
          </p:nvSpPr>
          <p:spPr>
            <a:xfrm>
              <a:off x="6090768" y="275071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8FA7">
                <a:alpha val="100000"/>
              </a:srgbClr>
            </a:solidFill>
            <a:ln w="5420" cap="flat">
              <a:solidFill>
                <a:srgbClr val="378F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2" name="pg282"/>
            <p:cNvSpPr/>
            <p:nvPr/>
          </p:nvSpPr>
          <p:spPr>
            <a:xfrm>
              <a:off x="6102405" y="275071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8FA7">
                <a:alpha val="100000"/>
              </a:srgbClr>
            </a:solidFill>
            <a:ln w="5420" cap="flat">
              <a:solidFill>
                <a:srgbClr val="378F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3" name="pg283"/>
            <p:cNvSpPr/>
            <p:nvPr/>
          </p:nvSpPr>
          <p:spPr>
            <a:xfrm>
              <a:off x="6114042" y="275071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690A7">
                <a:alpha val="100000"/>
              </a:srgbClr>
            </a:solidFill>
            <a:ln w="5420" cap="flat">
              <a:solidFill>
                <a:srgbClr val="3690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4" name="pg284"/>
            <p:cNvSpPr/>
            <p:nvPr/>
          </p:nvSpPr>
          <p:spPr>
            <a:xfrm>
              <a:off x="6148954" y="275071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691A8">
                <a:alpha val="100000"/>
              </a:srgbClr>
            </a:solidFill>
            <a:ln w="5420" cap="flat">
              <a:solidFill>
                <a:srgbClr val="3691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5" name="pg285"/>
            <p:cNvSpPr/>
            <p:nvPr/>
          </p:nvSpPr>
          <p:spPr>
            <a:xfrm>
              <a:off x="6160592" y="275071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692A8">
                <a:alpha val="100000"/>
              </a:srgbClr>
            </a:solidFill>
            <a:ln w="5420" cap="flat">
              <a:solidFill>
                <a:srgbClr val="3692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6" name="pg286"/>
            <p:cNvSpPr/>
            <p:nvPr/>
          </p:nvSpPr>
          <p:spPr>
            <a:xfrm>
              <a:off x="6172229" y="275071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692A8">
                <a:alpha val="100000"/>
              </a:srgbClr>
            </a:solidFill>
            <a:ln w="5420" cap="flat">
              <a:solidFill>
                <a:srgbClr val="3692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7" name="pg287"/>
            <p:cNvSpPr/>
            <p:nvPr/>
          </p:nvSpPr>
          <p:spPr>
            <a:xfrm>
              <a:off x="6183866" y="275071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692A8">
                <a:alpha val="100000"/>
              </a:srgbClr>
            </a:solidFill>
            <a:ln w="5420" cap="flat">
              <a:solidFill>
                <a:srgbClr val="3692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8" name="pg288"/>
            <p:cNvSpPr/>
            <p:nvPr/>
          </p:nvSpPr>
          <p:spPr>
            <a:xfrm>
              <a:off x="6195504" y="275071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693A8">
                <a:alpha val="100000"/>
              </a:srgbClr>
            </a:solidFill>
            <a:ln w="5420" cap="flat">
              <a:solidFill>
                <a:srgbClr val="3693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9" name="pg289"/>
            <p:cNvSpPr/>
            <p:nvPr/>
          </p:nvSpPr>
          <p:spPr>
            <a:xfrm>
              <a:off x="6207141" y="275071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593A8">
                <a:alpha val="100000"/>
              </a:srgbClr>
            </a:solidFill>
            <a:ln w="5420" cap="flat">
              <a:solidFill>
                <a:srgbClr val="3593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0" name="pg290"/>
            <p:cNvSpPr/>
            <p:nvPr/>
          </p:nvSpPr>
          <p:spPr>
            <a:xfrm>
              <a:off x="6218778" y="275071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593A8">
                <a:alpha val="100000"/>
              </a:srgbClr>
            </a:solidFill>
            <a:ln w="5420" cap="flat">
              <a:solidFill>
                <a:srgbClr val="3593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1" name="pg291"/>
            <p:cNvSpPr/>
            <p:nvPr/>
          </p:nvSpPr>
          <p:spPr>
            <a:xfrm>
              <a:off x="6230416" y="275071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593A8">
                <a:alpha val="100000"/>
              </a:srgbClr>
            </a:solidFill>
            <a:ln w="5420" cap="flat">
              <a:solidFill>
                <a:srgbClr val="3593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2" name="pg292"/>
            <p:cNvSpPr/>
            <p:nvPr/>
          </p:nvSpPr>
          <p:spPr>
            <a:xfrm>
              <a:off x="6242053" y="275071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593A8">
                <a:alpha val="100000"/>
              </a:srgbClr>
            </a:solidFill>
            <a:ln w="5420" cap="flat">
              <a:solidFill>
                <a:srgbClr val="3593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3" name="pg293"/>
            <p:cNvSpPr/>
            <p:nvPr/>
          </p:nvSpPr>
          <p:spPr>
            <a:xfrm>
              <a:off x="6253690" y="275071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594A8">
                <a:alpha val="100000"/>
              </a:srgbClr>
            </a:solidFill>
            <a:ln w="5420" cap="flat">
              <a:solidFill>
                <a:srgbClr val="3594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4" name="pg294"/>
            <p:cNvSpPr/>
            <p:nvPr/>
          </p:nvSpPr>
          <p:spPr>
            <a:xfrm>
              <a:off x="6265328" y="275071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594A8">
                <a:alpha val="100000"/>
              </a:srgbClr>
            </a:solidFill>
            <a:ln w="5420" cap="flat">
              <a:solidFill>
                <a:srgbClr val="3594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5" name="pg295"/>
            <p:cNvSpPr/>
            <p:nvPr/>
          </p:nvSpPr>
          <p:spPr>
            <a:xfrm>
              <a:off x="6276965" y="275071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594A8">
                <a:alpha val="100000"/>
              </a:srgbClr>
            </a:solidFill>
            <a:ln w="5420" cap="flat">
              <a:solidFill>
                <a:srgbClr val="3594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6" name="pg296"/>
            <p:cNvSpPr/>
            <p:nvPr/>
          </p:nvSpPr>
          <p:spPr>
            <a:xfrm>
              <a:off x="6288602" y="275071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594A8">
                <a:alpha val="100000"/>
              </a:srgbClr>
            </a:solidFill>
            <a:ln w="5420" cap="flat">
              <a:solidFill>
                <a:srgbClr val="3594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7" name="pg297"/>
            <p:cNvSpPr/>
            <p:nvPr/>
          </p:nvSpPr>
          <p:spPr>
            <a:xfrm>
              <a:off x="6300240" y="275071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594A8">
                <a:alpha val="100000"/>
              </a:srgbClr>
            </a:solidFill>
            <a:ln w="5420" cap="flat">
              <a:solidFill>
                <a:srgbClr val="3594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8" name="pg298"/>
            <p:cNvSpPr/>
            <p:nvPr/>
          </p:nvSpPr>
          <p:spPr>
            <a:xfrm>
              <a:off x="6311877" y="275071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594A8">
                <a:alpha val="100000"/>
              </a:srgbClr>
            </a:solidFill>
            <a:ln w="5420" cap="flat">
              <a:solidFill>
                <a:srgbClr val="3594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9" name="pg299"/>
            <p:cNvSpPr/>
            <p:nvPr/>
          </p:nvSpPr>
          <p:spPr>
            <a:xfrm>
              <a:off x="6323514" y="275071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594A8">
                <a:alpha val="100000"/>
              </a:srgbClr>
            </a:solidFill>
            <a:ln w="5420" cap="flat">
              <a:solidFill>
                <a:srgbClr val="3594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0" name="pg300"/>
            <p:cNvSpPr/>
            <p:nvPr/>
          </p:nvSpPr>
          <p:spPr>
            <a:xfrm>
              <a:off x="5287792" y="276501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8CA7">
                <a:alpha val="100000"/>
              </a:srgbClr>
            </a:solidFill>
            <a:ln w="5420" cap="flat">
              <a:solidFill>
                <a:srgbClr val="378C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1" name="pg301"/>
            <p:cNvSpPr/>
            <p:nvPr/>
          </p:nvSpPr>
          <p:spPr>
            <a:xfrm>
              <a:off x="5299429" y="276501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8CA7">
                <a:alpha val="100000"/>
              </a:srgbClr>
            </a:solidFill>
            <a:ln w="5420" cap="flat">
              <a:solidFill>
                <a:srgbClr val="378C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2" name="pg302"/>
            <p:cNvSpPr/>
            <p:nvPr/>
          </p:nvSpPr>
          <p:spPr>
            <a:xfrm>
              <a:off x="5311067" y="276501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8CA7">
                <a:alpha val="100000"/>
              </a:srgbClr>
            </a:solidFill>
            <a:ln w="5420" cap="flat">
              <a:solidFill>
                <a:srgbClr val="378C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3" name="pg303"/>
            <p:cNvSpPr/>
            <p:nvPr/>
          </p:nvSpPr>
          <p:spPr>
            <a:xfrm>
              <a:off x="5322704" y="276501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8CA7">
                <a:alpha val="100000"/>
              </a:srgbClr>
            </a:solidFill>
            <a:ln w="5420" cap="flat">
              <a:solidFill>
                <a:srgbClr val="378C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4" name="pg304"/>
            <p:cNvSpPr/>
            <p:nvPr/>
          </p:nvSpPr>
          <p:spPr>
            <a:xfrm>
              <a:off x="5334341" y="276501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88CA7">
                <a:alpha val="100000"/>
              </a:srgbClr>
            </a:solidFill>
            <a:ln w="5420" cap="flat">
              <a:solidFill>
                <a:srgbClr val="388C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5" name="pg305"/>
            <p:cNvSpPr/>
            <p:nvPr/>
          </p:nvSpPr>
          <p:spPr>
            <a:xfrm>
              <a:off x="5345979" y="276501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88BA7">
                <a:alpha val="100000"/>
              </a:srgbClr>
            </a:solidFill>
            <a:ln w="5420" cap="flat">
              <a:solidFill>
                <a:srgbClr val="388B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6" name="pg306"/>
            <p:cNvSpPr/>
            <p:nvPr/>
          </p:nvSpPr>
          <p:spPr>
            <a:xfrm>
              <a:off x="5357616" y="276501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88BA7">
                <a:alpha val="100000"/>
              </a:srgbClr>
            </a:solidFill>
            <a:ln w="5420" cap="flat">
              <a:solidFill>
                <a:srgbClr val="388B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7" name="pg307"/>
            <p:cNvSpPr/>
            <p:nvPr/>
          </p:nvSpPr>
          <p:spPr>
            <a:xfrm>
              <a:off x="5369253" y="276501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88BA7">
                <a:alpha val="100000"/>
              </a:srgbClr>
            </a:solidFill>
            <a:ln w="5420" cap="flat">
              <a:solidFill>
                <a:srgbClr val="388B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8" name="pg308"/>
            <p:cNvSpPr/>
            <p:nvPr/>
          </p:nvSpPr>
          <p:spPr>
            <a:xfrm>
              <a:off x="5380891" y="276501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88BA7">
                <a:alpha val="100000"/>
              </a:srgbClr>
            </a:solidFill>
            <a:ln w="5420" cap="flat">
              <a:solidFill>
                <a:srgbClr val="388B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9" name="pg309"/>
            <p:cNvSpPr/>
            <p:nvPr/>
          </p:nvSpPr>
          <p:spPr>
            <a:xfrm>
              <a:off x="5392528" y="276501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88BA6">
                <a:alpha val="100000"/>
              </a:srgbClr>
            </a:solidFill>
            <a:ln w="5420" cap="flat">
              <a:solidFill>
                <a:srgbClr val="388BA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0" name="pg310"/>
            <p:cNvSpPr/>
            <p:nvPr/>
          </p:nvSpPr>
          <p:spPr>
            <a:xfrm>
              <a:off x="5404165" y="276501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88BA6">
                <a:alpha val="100000"/>
              </a:srgbClr>
            </a:solidFill>
            <a:ln w="5420" cap="flat">
              <a:solidFill>
                <a:srgbClr val="388BA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1" name="pg311"/>
            <p:cNvSpPr/>
            <p:nvPr/>
          </p:nvSpPr>
          <p:spPr>
            <a:xfrm>
              <a:off x="5415803" y="276501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88BA6">
                <a:alpha val="100000"/>
              </a:srgbClr>
            </a:solidFill>
            <a:ln w="5420" cap="flat">
              <a:solidFill>
                <a:srgbClr val="388BA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2" name="pg312"/>
            <p:cNvSpPr/>
            <p:nvPr/>
          </p:nvSpPr>
          <p:spPr>
            <a:xfrm>
              <a:off x="6067493" y="276501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8EA7">
                <a:alpha val="100000"/>
              </a:srgbClr>
            </a:solidFill>
            <a:ln w="5420" cap="flat">
              <a:solidFill>
                <a:srgbClr val="378E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3" name="pg313"/>
            <p:cNvSpPr/>
            <p:nvPr/>
          </p:nvSpPr>
          <p:spPr>
            <a:xfrm>
              <a:off x="6079130" y="276501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8EA7">
                <a:alpha val="100000"/>
              </a:srgbClr>
            </a:solidFill>
            <a:ln w="5420" cap="flat">
              <a:solidFill>
                <a:srgbClr val="378E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4" name="pg314"/>
            <p:cNvSpPr/>
            <p:nvPr/>
          </p:nvSpPr>
          <p:spPr>
            <a:xfrm>
              <a:off x="6090768" y="276501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8FA7">
                <a:alpha val="100000"/>
              </a:srgbClr>
            </a:solidFill>
            <a:ln w="5420" cap="flat">
              <a:solidFill>
                <a:srgbClr val="378F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5" name="pg315"/>
            <p:cNvSpPr/>
            <p:nvPr/>
          </p:nvSpPr>
          <p:spPr>
            <a:xfrm>
              <a:off x="6102405" y="276501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690A7">
                <a:alpha val="100000"/>
              </a:srgbClr>
            </a:solidFill>
            <a:ln w="5420" cap="flat">
              <a:solidFill>
                <a:srgbClr val="3690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6" name="pg316"/>
            <p:cNvSpPr/>
            <p:nvPr/>
          </p:nvSpPr>
          <p:spPr>
            <a:xfrm>
              <a:off x="6114042" y="276501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690A8">
                <a:alpha val="100000"/>
              </a:srgbClr>
            </a:solidFill>
            <a:ln w="5420" cap="flat">
              <a:solidFill>
                <a:srgbClr val="3690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7" name="pg317"/>
            <p:cNvSpPr/>
            <p:nvPr/>
          </p:nvSpPr>
          <p:spPr>
            <a:xfrm>
              <a:off x="6125680" y="276501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691A8">
                <a:alpha val="100000"/>
              </a:srgbClr>
            </a:solidFill>
            <a:ln w="5420" cap="flat">
              <a:solidFill>
                <a:srgbClr val="3691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8" name="pg318"/>
            <p:cNvSpPr/>
            <p:nvPr/>
          </p:nvSpPr>
          <p:spPr>
            <a:xfrm>
              <a:off x="6137317" y="276501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691A8">
                <a:alpha val="100000"/>
              </a:srgbClr>
            </a:solidFill>
            <a:ln w="5420" cap="flat">
              <a:solidFill>
                <a:srgbClr val="3691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9" name="pg319"/>
            <p:cNvSpPr/>
            <p:nvPr/>
          </p:nvSpPr>
          <p:spPr>
            <a:xfrm>
              <a:off x="6148954" y="276501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692A8">
                <a:alpha val="100000"/>
              </a:srgbClr>
            </a:solidFill>
            <a:ln w="5420" cap="flat">
              <a:solidFill>
                <a:srgbClr val="3692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0" name="pg320"/>
            <p:cNvSpPr/>
            <p:nvPr/>
          </p:nvSpPr>
          <p:spPr>
            <a:xfrm>
              <a:off x="6160592" y="276501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692A8">
                <a:alpha val="100000"/>
              </a:srgbClr>
            </a:solidFill>
            <a:ln w="5420" cap="flat">
              <a:solidFill>
                <a:srgbClr val="3692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1" name="pg321"/>
            <p:cNvSpPr/>
            <p:nvPr/>
          </p:nvSpPr>
          <p:spPr>
            <a:xfrm>
              <a:off x="6172229" y="276501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693A8">
                <a:alpha val="100000"/>
              </a:srgbClr>
            </a:solidFill>
            <a:ln w="5420" cap="flat">
              <a:solidFill>
                <a:srgbClr val="3693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2" name="pg322"/>
            <p:cNvSpPr/>
            <p:nvPr/>
          </p:nvSpPr>
          <p:spPr>
            <a:xfrm>
              <a:off x="6183866" y="276501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593A8">
                <a:alpha val="100000"/>
              </a:srgbClr>
            </a:solidFill>
            <a:ln w="5420" cap="flat">
              <a:solidFill>
                <a:srgbClr val="3593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3" name="pg323"/>
            <p:cNvSpPr/>
            <p:nvPr/>
          </p:nvSpPr>
          <p:spPr>
            <a:xfrm>
              <a:off x="6195504" y="276501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593A8">
                <a:alpha val="100000"/>
              </a:srgbClr>
            </a:solidFill>
            <a:ln w="5420" cap="flat">
              <a:solidFill>
                <a:srgbClr val="3593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4" name="pg324"/>
            <p:cNvSpPr/>
            <p:nvPr/>
          </p:nvSpPr>
          <p:spPr>
            <a:xfrm>
              <a:off x="6207141" y="276501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594A8">
                <a:alpha val="100000"/>
              </a:srgbClr>
            </a:solidFill>
            <a:ln w="5420" cap="flat">
              <a:solidFill>
                <a:srgbClr val="3594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5" name="pg325"/>
            <p:cNvSpPr/>
            <p:nvPr/>
          </p:nvSpPr>
          <p:spPr>
            <a:xfrm>
              <a:off x="6218778" y="276501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594A8">
                <a:alpha val="100000"/>
              </a:srgbClr>
            </a:solidFill>
            <a:ln w="5420" cap="flat">
              <a:solidFill>
                <a:srgbClr val="3594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6" name="pg326"/>
            <p:cNvSpPr/>
            <p:nvPr/>
          </p:nvSpPr>
          <p:spPr>
            <a:xfrm>
              <a:off x="6230416" y="276501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594A8">
                <a:alpha val="100000"/>
              </a:srgbClr>
            </a:solidFill>
            <a:ln w="5420" cap="flat">
              <a:solidFill>
                <a:srgbClr val="3594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7" name="pg327"/>
            <p:cNvSpPr/>
            <p:nvPr/>
          </p:nvSpPr>
          <p:spPr>
            <a:xfrm>
              <a:off x="6242053" y="276501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594A8">
                <a:alpha val="100000"/>
              </a:srgbClr>
            </a:solidFill>
            <a:ln w="5420" cap="flat">
              <a:solidFill>
                <a:srgbClr val="3594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8" name="pg328"/>
            <p:cNvSpPr/>
            <p:nvPr/>
          </p:nvSpPr>
          <p:spPr>
            <a:xfrm>
              <a:off x="6253690" y="276501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594A8">
                <a:alpha val="100000"/>
              </a:srgbClr>
            </a:solidFill>
            <a:ln w="5420" cap="flat">
              <a:solidFill>
                <a:srgbClr val="3594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9" name="pg329"/>
            <p:cNvSpPr/>
            <p:nvPr/>
          </p:nvSpPr>
          <p:spPr>
            <a:xfrm>
              <a:off x="6265328" y="276501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594A8">
                <a:alpha val="100000"/>
              </a:srgbClr>
            </a:solidFill>
            <a:ln w="5420" cap="flat">
              <a:solidFill>
                <a:srgbClr val="3594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0" name="pg330"/>
            <p:cNvSpPr/>
            <p:nvPr/>
          </p:nvSpPr>
          <p:spPr>
            <a:xfrm>
              <a:off x="6276965" y="276501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594A8">
                <a:alpha val="100000"/>
              </a:srgbClr>
            </a:solidFill>
            <a:ln w="5420" cap="flat">
              <a:solidFill>
                <a:srgbClr val="3594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1" name="pg331"/>
            <p:cNvSpPr/>
            <p:nvPr/>
          </p:nvSpPr>
          <p:spPr>
            <a:xfrm>
              <a:off x="6288602" y="276501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594A8">
                <a:alpha val="100000"/>
              </a:srgbClr>
            </a:solidFill>
            <a:ln w="5420" cap="flat">
              <a:solidFill>
                <a:srgbClr val="3594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2" name="pg332"/>
            <p:cNvSpPr/>
            <p:nvPr/>
          </p:nvSpPr>
          <p:spPr>
            <a:xfrm>
              <a:off x="6300240" y="276501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594A8">
                <a:alpha val="100000"/>
              </a:srgbClr>
            </a:solidFill>
            <a:ln w="5420" cap="flat">
              <a:solidFill>
                <a:srgbClr val="3594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3" name="pg333"/>
            <p:cNvSpPr/>
            <p:nvPr/>
          </p:nvSpPr>
          <p:spPr>
            <a:xfrm>
              <a:off x="6311877" y="276501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594A8">
                <a:alpha val="100000"/>
              </a:srgbClr>
            </a:solidFill>
            <a:ln w="5420" cap="flat">
              <a:solidFill>
                <a:srgbClr val="3594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4" name="pg334"/>
            <p:cNvSpPr/>
            <p:nvPr/>
          </p:nvSpPr>
          <p:spPr>
            <a:xfrm>
              <a:off x="6323514" y="276501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594A8">
                <a:alpha val="100000"/>
              </a:srgbClr>
            </a:solidFill>
            <a:ln w="5420" cap="flat">
              <a:solidFill>
                <a:srgbClr val="3594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5" name="pg335"/>
            <p:cNvSpPr/>
            <p:nvPr/>
          </p:nvSpPr>
          <p:spPr>
            <a:xfrm>
              <a:off x="5264517" y="277931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8CA7">
                <a:alpha val="100000"/>
              </a:srgbClr>
            </a:solidFill>
            <a:ln w="5420" cap="flat">
              <a:solidFill>
                <a:srgbClr val="378C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6" name="pg336"/>
            <p:cNvSpPr/>
            <p:nvPr/>
          </p:nvSpPr>
          <p:spPr>
            <a:xfrm>
              <a:off x="5276155" y="277931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8CA7">
                <a:alpha val="100000"/>
              </a:srgbClr>
            </a:solidFill>
            <a:ln w="5420" cap="flat">
              <a:solidFill>
                <a:srgbClr val="378C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7" name="pg337"/>
            <p:cNvSpPr/>
            <p:nvPr/>
          </p:nvSpPr>
          <p:spPr>
            <a:xfrm>
              <a:off x="5287792" y="277931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8CA7">
                <a:alpha val="100000"/>
              </a:srgbClr>
            </a:solidFill>
            <a:ln w="5420" cap="flat">
              <a:solidFill>
                <a:srgbClr val="378C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8" name="pg338"/>
            <p:cNvSpPr/>
            <p:nvPr/>
          </p:nvSpPr>
          <p:spPr>
            <a:xfrm>
              <a:off x="5299429" y="277931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8CA7">
                <a:alpha val="100000"/>
              </a:srgbClr>
            </a:solidFill>
            <a:ln w="5420" cap="flat">
              <a:solidFill>
                <a:srgbClr val="378C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9" name="pg339"/>
            <p:cNvSpPr/>
            <p:nvPr/>
          </p:nvSpPr>
          <p:spPr>
            <a:xfrm>
              <a:off x="5311067" y="277931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8CA7">
                <a:alpha val="100000"/>
              </a:srgbClr>
            </a:solidFill>
            <a:ln w="5420" cap="flat">
              <a:solidFill>
                <a:srgbClr val="378C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0" name="pg340"/>
            <p:cNvSpPr/>
            <p:nvPr/>
          </p:nvSpPr>
          <p:spPr>
            <a:xfrm>
              <a:off x="5322704" y="277931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8CA7">
                <a:alpha val="100000"/>
              </a:srgbClr>
            </a:solidFill>
            <a:ln w="5420" cap="flat">
              <a:solidFill>
                <a:srgbClr val="378C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1" name="pg341"/>
            <p:cNvSpPr/>
            <p:nvPr/>
          </p:nvSpPr>
          <p:spPr>
            <a:xfrm>
              <a:off x="5334341" y="277931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88CA7">
                <a:alpha val="100000"/>
              </a:srgbClr>
            </a:solidFill>
            <a:ln w="5420" cap="flat">
              <a:solidFill>
                <a:srgbClr val="388C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2" name="pg342"/>
            <p:cNvSpPr/>
            <p:nvPr/>
          </p:nvSpPr>
          <p:spPr>
            <a:xfrm>
              <a:off x="5345979" y="277931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88CA7">
                <a:alpha val="100000"/>
              </a:srgbClr>
            </a:solidFill>
            <a:ln w="5420" cap="flat">
              <a:solidFill>
                <a:srgbClr val="388C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3" name="pg343"/>
            <p:cNvSpPr/>
            <p:nvPr/>
          </p:nvSpPr>
          <p:spPr>
            <a:xfrm>
              <a:off x="5357616" y="277931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88BA7">
                <a:alpha val="100000"/>
              </a:srgbClr>
            </a:solidFill>
            <a:ln w="5420" cap="flat">
              <a:solidFill>
                <a:srgbClr val="388B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4" name="pg344"/>
            <p:cNvSpPr/>
            <p:nvPr/>
          </p:nvSpPr>
          <p:spPr>
            <a:xfrm>
              <a:off x="5369253" y="277931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88BA7">
                <a:alpha val="100000"/>
              </a:srgbClr>
            </a:solidFill>
            <a:ln w="5420" cap="flat">
              <a:solidFill>
                <a:srgbClr val="388B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5" name="pg345"/>
            <p:cNvSpPr/>
            <p:nvPr/>
          </p:nvSpPr>
          <p:spPr>
            <a:xfrm>
              <a:off x="5380891" y="277931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88BA7">
                <a:alpha val="100000"/>
              </a:srgbClr>
            </a:solidFill>
            <a:ln w="5420" cap="flat">
              <a:solidFill>
                <a:srgbClr val="388B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6" name="pg346"/>
            <p:cNvSpPr/>
            <p:nvPr/>
          </p:nvSpPr>
          <p:spPr>
            <a:xfrm>
              <a:off x="6067493" y="277931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8EA7">
                <a:alpha val="100000"/>
              </a:srgbClr>
            </a:solidFill>
            <a:ln w="5420" cap="flat">
              <a:solidFill>
                <a:srgbClr val="378E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7" name="pg347"/>
            <p:cNvSpPr/>
            <p:nvPr/>
          </p:nvSpPr>
          <p:spPr>
            <a:xfrm>
              <a:off x="6079130" y="277931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8FA7">
                <a:alpha val="100000"/>
              </a:srgbClr>
            </a:solidFill>
            <a:ln w="5420" cap="flat">
              <a:solidFill>
                <a:srgbClr val="378F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8" name="pg348"/>
            <p:cNvSpPr/>
            <p:nvPr/>
          </p:nvSpPr>
          <p:spPr>
            <a:xfrm>
              <a:off x="6090768" y="277931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8FA7">
                <a:alpha val="100000"/>
              </a:srgbClr>
            </a:solidFill>
            <a:ln w="5420" cap="flat">
              <a:solidFill>
                <a:srgbClr val="378F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9" name="pg349"/>
            <p:cNvSpPr/>
            <p:nvPr/>
          </p:nvSpPr>
          <p:spPr>
            <a:xfrm>
              <a:off x="6102405" y="277931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690A8">
                <a:alpha val="100000"/>
              </a:srgbClr>
            </a:solidFill>
            <a:ln w="5420" cap="flat">
              <a:solidFill>
                <a:srgbClr val="3690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0" name="pg350"/>
            <p:cNvSpPr/>
            <p:nvPr/>
          </p:nvSpPr>
          <p:spPr>
            <a:xfrm>
              <a:off x="6114042" y="277931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690A8">
                <a:alpha val="100000"/>
              </a:srgbClr>
            </a:solidFill>
            <a:ln w="5420" cap="flat">
              <a:solidFill>
                <a:srgbClr val="3690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1" name="pg351"/>
            <p:cNvSpPr/>
            <p:nvPr/>
          </p:nvSpPr>
          <p:spPr>
            <a:xfrm>
              <a:off x="6125680" y="277931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691A8">
                <a:alpha val="100000"/>
              </a:srgbClr>
            </a:solidFill>
            <a:ln w="5420" cap="flat">
              <a:solidFill>
                <a:srgbClr val="3691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2" name="pg352"/>
            <p:cNvSpPr/>
            <p:nvPr/>
          </p:nvSpPr>
          <p:spPr>
            <a:xfrm>
              <a:off x="6137317" y="277931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692A8">
                <a:alpha val="100000"/>
              </a:srgbClr>
            </a:solidFill>
            <a:ln w="5420" cap="flat">
              <a:solidFill>
                <a:srgbClr val="3692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3" name="pg353"/>
            <p:cNvSpPr/>
            <p:nvPr/>
          </p:nvSpPr>
          <p:spPr>
            <a:xfrm>
              <a:off x="6148954" y="277931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692A8">
                <a:alpha val="100000"/>
              </a:srgbClr>
            </a:solidFill>
            <a:ln w="5420" cap="flat">
              <a:solidFill>
                <a:srgbClr val="3692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4" name="pg354"/>
            <p:cNvSpPr/>
            <p:nvPr/>
          </p:nvSpPr>
          <p:spPr>
            <a:xfrm>
              <a:off x="6160592" y="277931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593A8">
                <a:alpha val="100000"/>
              </a:srgbClr>
            </a:solidFill>
            <a:ln w="5420" cap="flat">
              <a:solidFill>
                <a:srgbClr val="3593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5" name="pg355"/>
            <p:cNvSpPr/>
            <p:nvPr/>
          </p:nvSpPr>
          <p:spPr>
            <a:xfrm>
              <a:off x="6172229" y="277931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593A8">
                <a:alpha val="100000"/>
              </a:srgbClr>
            </a:solidFill>
            <a:ln w="5420" cap="flat">
              <a:solidFill>
                <a:srgbClr val="3593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6" name="pg356"/>
            <p:cNvSpPr/>
            <p:nvPr/>
          </p:nvSpPr>
          <p:spPr>
            <a:xfrm>
              <a:off x="6183866" y="277931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594A8">
                <a:alpha val="100000"/>
              </a:srgbClr>
            </a:solidFill>
            <a:ln w="5420" cap="flat">
              <a:solidFill>
                <a:srgbClr val="3594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7" name="pg357"/>
            <p:cNvSpPr/>
            <p:nvPr/>
          </p:nvSpPr>
          <p:spPr>
            <a:xfrm>
              <a:off x="6195504" y="277931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594A8">
                <a:alpha val="100000"/>
              </a:srgbClr>
            </a:solidFill>
            <a:ln w="5420" cap="flat">
              <a:solidFill>
                <a:srgbClr val="3594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8" name="pg358"/>
            <p:cNvSpPr/>
            <p:nvPr/>
          </p:nvSpPr>
          <p:spPr>
            <a:xfrm>
              <a:off x="6207141" y="277931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594A8">
                <a:alpha val="100000"/>
              </a:srgbClr>
            </a:solidFill>
            <a:ln w="5420" cap="flat">
              <a:solidFill>
                <a:srgbClr val="3594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9" name="pg359"/>
            <p:cNvSpPr/>
            <p:nvPr/>
          </p:nvSpPr>
          <p:spPr>
            <a:xfrm>
              <a:off x="6218778" y="277931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594A8">
                <a:alpha val="100000"/>
              </a:srgbClr>
            </a:solidFill>
            <a:ln w="5420" cap="flat">
              <a:solidFill>
                <a:srgbClr val="3594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0" name="pg360"/>
            <p:cNvSpPr/>
            <p:nvPr/>
          </p:nvSpPr>
          <p:spPr>
            <a:xfrm>
              <a:off x="6230416" y="277931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595A9">
                <a:alpha val="100000"/>
              </a:srgbClr>
            </a:solidFill>
            <a:ln w="5420" cap="flat">
              <a:solidFill>
                <a:srgbClr val="3595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1" name="pg361"/>
            <p:cNvSpPr/>
            <p:nvPr/>
          </p:nvSpPr>
          <p:spPr>
            <a:xfrm>
              <a:off x="6242053" y="277931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595A9">
                <a:alpha val="100000"/>
              </a:srgbClr>
            </a:solidFill>
            <a:ln w="5420" cap="flat">
              <a:solidFill>
                <a:srgbClr val="3595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2" name="pg362"/>
            <p:cNvSpPr/>
            <p:nvPr/>
          </p:nvSpPr>
          <p:spPr>
            <a:xfrm>
              <a:off x="6253690" y="277931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595A9">
                <a:alpha val="100000"/>
              </a:srgbClr>
            </a:solidFill>
            <a:ln w="5420" cap="flat">
              <a:solidFill>
                <a:srgbClr val="3595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3" name="pg363"/>
            <p:cNvSpPr/>
            <p:nvPr/>
          </p:nvSpPr>
          <p:spPr>
            <a:xfrm>
              <a:off x="6265328" y="277931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595A9">
                <a:alpha val="100000"/>
              </a:srgbClr>
            </a:solidFill>
            <a:ln w="5420" cap="flat">
              <a:solidFill>
                <a:srgbClr val="3595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4" name="pg364"/>
            <p:cNvSpPr/>
            <p:nvPr/>
          </p:nvSpPr>
          <p:spPr>
            <a:xfrm>
              <a:off x="6276965" y="277931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595A9">
                <a:alpha val="100000"/>
              </a:srgbClr>
            </a:solidFill>
            <a:ln w="5420" cap="flat">
              <a:solidFill>
                <a:srgbClr val="3595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5" name="pg365"/>
            <p:cNvSpPr/>
            <p:nvPr/>
          </p:nvSpPr>
          <p:spPr>
            <a:xfrm>
              <a:off x="6288602" y="277931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595A9">
                <a:alpha val="100000"/>
              </a:srgbClr>
            </a:solidFill>
            <a:ln w="5420" cap="flat">
              <a:solidFill>
                <a:srgbClr val="3595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6" name="pg366"/>
            <p:cNvSpPr/>
            <p:nvPr/>
          </p:nvSpPr>
          <p:spPr>
            <a:xfrm>
              <a:off x="6300240" y="277931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595A9">
                <a:alpha val="100000"/>
              </a:srgbClr>
            </a:solidFill>
            <a:ln w="5420" cap="flat">
              <a:solidFill>
                <a:srgbClr val="3595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7" name="pg367"/>
            <p:cNvSpPr/>
            <p:nvPr/>
          </p:nvSpPr>
          <p:spPr>
            <a:xfrm>
              <a:off x="6311877" y="277931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595A9">
                <a:alpha val="100000"/>
              </a:srgbClr>
            </a:solidFill>
            <a:ln w="5420" cap="flat">
              <a:solidFill>
                <a:srgbClr val="3595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8" name="pg368"/>
            <p:cNvSpPr/>
            <p:nvPr/>
          </p:nvSpPr>
          <p:spPr>
            <a:xfrm>
              <a:off x="6323514" y="277931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595A9">
                <a:alpha val="100000"/>
              </a:srgbClr>
            </a:solidFill>
            <a:ln w="5420" cap="flat">
              <a:solidFill>
                <a:srgbClr val="3595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9" name="pg369"/>
            <p:cNvSpPr/>
            <p:nvPr/>
          </p:nvSpPr>
          <p:spPr>
            <a:xfrm>
              <a:off x="5264517" y="279361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8CA7">
                <a:alpha val="100000"/>
              </a:srgbClr>
            </a:solidFill>
            <a:ln w="5420" cap="flat">
              <a:solidFill>
                <a:srgbClr val="378C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0" name="pg370"/>
            <p:cNvSpPr/>
            <p:nvPr/>
          </p:nvSpPr>
          <p:spPr>
            <a:xfrm>
              <a:off x="5276155" y="279361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8CA7">
                <a:alpha val="100000"/>
              </a:srgbClr>
            </a:solidFill>
            <a:ln w="5420" cap="flat">
              <a:solidFill>
                <a:srgbClr val="378C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1" name="pg371"/>
            <p:cNvSpPr/>
            <p:nvPr/>
          </p:nvSpPr>
          <p:spPr>
            <a:xfrm>
              <a:off x="5287792" y="279361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8CA7">
                <a:alpha val="100000"/>
              </a:srgbClr>
            </a:solidFill>
            <a:ln w="5420" cap="flat">
              <a:solidFill>
                <a:srgbClr val="378C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2" name="pg372"/>
            <p:cNvSpPr/>
            <p:nvPr/>
          </p:nvSpPr>
          <p:spPr>
            <a:xfrm>
              <a:off x="5299429" y="279361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8CA7">
                <a:alpha val="100000"/>
              </a:srgbClr>
            </a:solidFill>
            <a:ln w="5420" cap="flat">
              <a:solidFill>
                <a:srgbClr val="378C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3" name="pg373"/>
            <p:cNvSpPr/>
            <p:nvPr/>
          </p:nvSpPr>
          <p:spPr>
            <a:xfrm>
              <a:off x="5311067" y="279361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8CA7">
                <a:alpha val="100000"/>
              </a:srgbClr>
            </a:solidFill>
            <a:ln w="5420" cap="flat">
              <a:solidFill>
                <a:srgbClr val="378C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4" name="pg374"/>
            <p:cNvSpPr/>
            <p:nvPr/>
          </p:nvSpPr>
          <p:spPr>
            <a:xfrm>
              <a:off x="5322704" y="279361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8CA7">
                <a:alpha val="100000"/>
              </a:srgbClr>
            </a:solidFill>
            <a:ln w="5420" cap="flat">
              <a:solidFill>
                <a:srgbClr val="378C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5" name="pg375"/>
            <p:cNvSpPr/>
            <p:nvPr/>
          </p:nvSpPr>
          <p:spPr>
            <a:xfrm>
              <a:off x="5334341" y="279361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8CA7">
                <a:alpha val="100000"/>
              </a:srgbClr>
            </a:solidFill>
            <a:ln w="5420" cap="flat">
              <a:solidFill>
                <a:srgbClr val="378C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6" name="pg376"/>
            <p:cNvSpPr/>
            <p:nvPr/>
          </p:nvSpPr>
          <p:spPr>
            <a:xfrm>
              <a:off x="5345979" y="279361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88CA7">
                <a:alpha val="100000"/>
              </a:srgbClr>
            </a:solidFill>
            <a:ln w="5420" cap="flat">
              <a:solidFill>
                <a:srgbClr val="388C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7" name="pg377"/>
            <p:cNvSpPr/>
            <p:nvPr/>
          </p:nvSpPr>
          <p:spPr>
            <a:xfrm>
              <a:off x="5357616" y="279361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88CA7">
                <a:alpha val="100000"/>
              </a:srgbClr>
            </a:solidFill>
            <a:ln w="5420" cap="flat">
              <a:solidFill>
                <a:srgbClr val="388C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8" name="pg378"/>
            <p:cNvSpPr/>
            <p:nvPr/>
          </p:nvSpPr>
          <p:spPr>
            <a:xfrm>
              <a:off x="6067493" y="279361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8FA7">
                <a:alpha val="100000"/>
              </a:srgbClr>
            </a:solidFill>
            <a:ln w="5420" cap="flat">
              <a:solidFill>
                <a:srgbClr val="378F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9" name="pg379"/>
            <p:cNvSpPr/>
            <p:nvPr/>
          </p:nvSpPr>
          <p:spPr>
            <a:xfrm>
              <a:off x="6079130" y="279361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68FA7">
                <a:alpha val="100000"/>
              </a:srgbClr>
            </a:solidFill>
            <a:ln w="5420" cap="flat">
              <a:solidFill>
                <a:srgbClr val="368F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0" name="pg380"/>
            <p:cNvSpPr/>
            <p:nvPr/>
          </p:nvSpPr>
          <p:spPr>
            <a:xfrm>
              <a:off x="6090768" y="279361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690A8">
                <a:alpha val="100000"/>
              </a:srgbClr>
            </a:solidFill>
            <a:ln w="5420" cap="flat">
              <a:solidFill>
                <a:srgbClr val="3690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1" name="pg381"/>
            <p:cNvSpPr/>
            <p:nvPr/>
          </p:nvSpPr>
          <p:spPr>
            <a:xfrm>
              <a:off x="6102405" y="279361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691A8">
                <a:alpha val="100000"/>
              </a:srgbClr>
            </a:solidFill>
            <a:ln w="5420" cap="flat">
              <a:solidFill>
                <a:srgbClr val="3691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2" name="pg382"/>
            <p:cNvSpPr/>
            <p:nvPr/>
          </p:nvSpPr>
          <p:spPr>
            <a:xfrm>
              <a:off x="6114042" y="279361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692A8">
                <a:alpha val="100000"/>
              </a:srgbClr>
            </a:solidFill>
            <a:ln w="5420" cap="flat">
              <a:solidFill>
                <a:srgbClr val="3692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3" name="pg383"/>
            <p:cNvSpPr/>
            <p:nvPr/>
          </p:nvSpPr>
          <p:spPr>
            <a:xfrm>
              <a:off x="6125680" y="279361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692A8">
                <a:alpha val="100000"/>
              </a:srgbClr>
            </a:solidFill>
            <a:ln w="5420" cap="flat">
              <a:solidFill>
                <a:srgbClr val="3692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4" name="pg384"/>
            <p:cNvSpPr/>
            <p:nvPr/>
          </p:nvSpPr>
          <p:spPr>
            <a:xfrm>
              <a:off x="6137317" y="279361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593A8">
                <a:alpha val="100000"/>
              </a:srgbClr>
            </a:solidFill>
            <a:ln w="5420" cap="flat">
              <a:solidFill>
                <a:srgbClr val="3593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5" name="pg385"/>
            <p:cNvSpPr/>
            <p:nvPr/>
          </p:nvSpPr>
          <p:spPr>
            <a:xfrm>
              <a:off x="6148954" y="279361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594A8">
                <a:alpha val="100000"/>
              </a:srgbClr>
            </a:solidFill>
            <a:ln w="5420" cap="flat">
              <a:solidFill>
                <a:srgbClr val="3594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6" name="pg386"/>
            <p:cNvSpPr/>
            <p:nvPr/>
          </p:nvSpPr>
          <p:spPr>
            <a:xfrm>
              <a:off x="6160592" y="279361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594A8">
                <a:alpha val="100000"/>
              </a:srgbClr>
            </a:solidFill>
            <a:ln w="5420" cap="flat">
              <a:solidFill>
                <a:srgbClr val="3594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7" name="pg387"/>
            <p:cNvSpPr/>
            <p:nvPr/>
          </p:nvSpPr>
          <p:spPr>
            <a:xfrm>
              <a:off x="6172229" y="279361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595A9">
                <a:alpha val="100000"/>
              </a:srgbClr>
            </a:solidFill>
            <a:ln w="5420" cap="flat">
              <a:solidFill>
                <a:srgbClr val="3595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8" name="pg388"/>
            <p:cNvSpPr/>
            <p:nvPr/>
          </p:nvSpPr>
          <p:spPr>
            <a:xfrm>
              <a:off x="6183866" y="279361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595A9">
                <a:alpha val="100000"/>
              </a:srgbClr>
            </a:solidFill>
            <a:ln w="5420" cap="flat">
              <a:solidFill>
                <a:srgbClr val="3595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9" name="pg389"/>
            <p:cNvSpPr/>
            <p:nvPr/>
          </p:nvSpPr>
          <p:spPr>
            <a:xfrm>
              <a:off x="6195504" y="279361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595A9">
                <a:alpha val="100000"/>
              </a:srgbClr>
            </a:solidFill>
            <a:ln w="5420" cap="flat">
              <a:solidFill>
                <a:srgbClr val="3595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0" name="pg390"/>
            <p:cNvSpPr/>
            <p:nvPr/>
          </p:nvSpPr>
          <p:spPr>
            <a:xfrm>
              <a:off x="6207141" y="279361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496A9">
                <a:alpha val="100000"/>
              </a:srgbClr>
            </a:solidFill>
            <a:ln w="5420" cap="flat">
              <a:solidFill>
                <a:srgbClr val="3496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1" name="pg391"/>
            <p:cNvSpPr/>
            <p:nvPr/>
          </p:nvSpPr>
          <p:spPr>
            <a:xfrm>
              <a:off x="6218778" y="279361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496A9">
                <a:alpha val="100000"/>
              </a:srgbClr>
            </a:solidFill>
            <a:ln w="5420" cap="flat">
              <a:solidFill>
                <a:srgbClr val="3496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2" name="pg392"/>
            <p:cNvSpPr/>
            <p:nvPr/>
          </p:nvSpPr>
          <p:spPr>
            <a:xfrm>
              <a:off x="6230416" y="279361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496A9">
                <a:alpha val="100000"/>
              </a:srgbClr>
            </a:solidFill>
            <a:ln w="5420" cap="flat">
              <a:solidFill>
                <a:srgbClr val="3496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3" name="pg393"/>
            <p:cNvSpPr/>
            <p:nvPr/>
          </p:nvSpPr>
          <p:spPr>
            <a:xfrm>
              <a:off x="6242053" y="279361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496A9">
                <a:alpha val="100000"/>
              </a:srgbClr>
            </a:solidFill>
            <a:ln w="5420" cap="flat">
              <a:solidFill>
                <a:srgbClr val="3496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4" name="pg394"/>
            <p:cNvSpPr/>
            <p:nvPr/>
          </p:nvSpPr>
          <p:spPr>
            <a:xfrm>
              <a:off x="6253690" y="279361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497A9">
                <a:alpha val="100000"/>
              </a:srgbClr>
            </a:solidFill>
            <a:ln w="5420" cap="flat">
              <a:solidFill>
                <a:srgbClr val="3497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5" name="pg395"/>
            <p:cNvSpPr/>
            <p:nvPr/>
          </p:nvSpPr>
          <p:spPr>
            <a:xfrm>
              <a:off x="6265328" y="279361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497A9">
                <a:alpha val="100000"/>
              </a:srgbClr>
            </a:solidFill>
            <a:ln w="5420" cap="flat">
              <a:solidFill>
                <a:srgbClr val="3497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6" name="pg396"/>
            <p:cNvSpPr/>
            <p:nvPr/>
          </p:nvSpPr>
          <p:spPr>
            <a:xfrm>
              <a:off x="6276965" y="279361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497A9">
                <a:alpha val="100000"/>
              </a:srgbClr>
            </a:solidFill>
            <a:ln w="5420" cap="flat">
              <a:solidFill>
                <a:srgbClr val="3497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7" name="pg397"/>
            <p:cNvSpPr/>
            <p:nvPr/>
          </p:nvSpPr>
          <p:spPr>
            <a:xfrm>
              <a:off x="6288602" y="279361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497A9">
                <a:alpha val="100000"/>
              </a:srgbClr>
            </a:solidFill>
            <a:ln w="5420" cap="flat">
              <a:solidFill>
                <a:srgbClr val="3497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8" name="pg398"/>
            <p:cNvSpPr/>
            <p:nvPr/>
          </p:nvSpPr>
          <p:spPr>
            <a:xfrm>
              <a:off x="6300240" y="279361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496A9">
                <a:alpha val="100000"/>
              </a:srgbClr>
            </a:solidFill>
            <a:ln w="5420" cap="flat">
              <a:solidFill>
                <a:srgbClr val="3496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9" name="pg399"/>
            <p:cNvSpPr/>
            <p:nvPr/>
          </p:nvSpPr>
          <p:spPr>
            <a:xfrm>
              <a:off x="6311877" y="279361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496A9">
                <a:alpha val="100000"/>
              </a:srgbClr>
            </a:solidFill>
            <a:ln w="5420" cap="flat">
              <a:solidFill>
                <a:srgbClr val="3496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0" name="pg400"/>
            <p:cNvSpPr/>
            <p:nvPr/>
          </p:nvSpPr>
          <p:spPr>
            <a:xfrm>
              <a:off x="6323514" y="279361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496A9">
                <a:alpha val="100000"/>
              </a:srgbClr>
            </a:solidFill>
            <a:ln w="5420" cap="flat">
              <a:solidFill>
                <a:srgbClr val="3496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1" name="pg401"/>
            <p:cNvSpPr/>
            <p:nvPr/>
          </p:nvSpPr>
          <p:spPr>
            <a:xfrm>
              <a:off x="6335152" y="279361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496A9">
                <a:alpha val="100000"/>
              </a:srgbClr>
            </a:solidFill>
            <a:ln w="5420" cap="flat">
              <a:solidFill>
                <a:srgbClr val="3496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2" name="pg402"/>
            <p:cNvSpPr/>
            <p:nvPr/>
          </p:nvSpPr>
          <p:spPr>
            <a:xfrm>
              <a:off x="5264517" y="280791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8CA7">
                <a:alpha val="100000"/>
              </a:srgbClr>
            </a:solidFill>
            <a:ln w="5420" cap="flat">
              <a:solidFill>
                <a:srgbClr val="378C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3" name="pg403"/>
            <p:cNvSpPr/>
            <p:nvPr/>
          </p:nvSpPr>
          <p:spPr>
            <a:xfrm>
              <a:off x="5276155" y="280791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8CA7">
                <a:alpha val="100000"/>
              </a:srgbClr>
            </a:solidFill>
            <a:ln w="5420" cap="flat">
              <a:solidFill>
                <a:srgbClr val="378C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4" name="pg404"/>
            <p:cNvSpPr/>
            <p:nvPr/>
          </p:nvSpPr>
          <p:spPr>
            <a:xfrm>
              <a:off x="5287792" y="280791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8CA7">
                <a:alpha val="100000"/>
              </a:srgbClr>
            </a:solidFill>
            <a:ln w="5420" cap="flat">
              <a:solidFill>
                <a:srgbClr val="378C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5" name="pg405"/>
            <p:cNvSpPr/>
            <p:nvPr/>
          </p:nvSpPr>
          <p:spPr>
            <a:xfrm>
              <a:off x="5299429" y="280791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8CA7">
                <a:alpha val="100000"/>
              </a:srgbClr>
            </a:solidFill>
            <a:ln w="5420" cap="flat">
              <a:solidFill>
                <a:srgbClr val="378C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6" name="pg406"/>
            <p:cNvSpPr/>
            <p:nvPr/>
          </p:nvSpPr>
          <p:spPr>
            <a:xfrm>
              <a:off x="5311067" y="280791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8CA7">
                <a:alpha val="100000"/>
              </a:srgbClr>
            </a:solidFill>
            <a:ln w="5420" cap="flat">
              <a:solidFill>
                <a:srgbClr val="378C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7" name="pg407"/>
            <p:cNvSpPr/>
            <p:nvPr/>
          </p:nvSpPr>
          <p:spPr>
            <a:xfrm>
              <a:off x="5322704" y="280791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8CA7">
                <a:alpha val="100000"/>
              </a:srgbClr>
            </a:solidFill>
            <a:ln w="5420" cap="flat">
              <a:solidFill>
                <a:srgbClr val="378C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8" name="pg408"/>
            <p:cNvSpPr/>
            <p:nvPr/>
          </p:nvSpPr>
          <p:spPr>
            <a:xfrm>
              <a:off x="6055856" y="280791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8EA7">
                <a:alpha val="100000"/>
              </a:srgbClr>
            </a:solidFill>
            <a:ln w="5420" cap="flat">
              <a:solidFill>
                <a:srgbClr val="378E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9" name="pg409"/>
            <p:cNvSpPr/>
            <p:nvPr/>
          </p:nvSpPr>
          <p:spPr>
            <a:xfrm>
              <a:off x="6067493" y="280791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8FA7">
                <a:alpha val="100000"/>
              </a:srgbClr>
            </a:solidFill>
            <a:ln w="5420" cap="flat">
              <a:solidFill>
                <a:srgbClr val="378F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0" name="pg410"/>
            <p:cNvSpPr/>
            <p:nvPr/>
          </p:nvSpPr>
          <p:spPr>
            <a:xfrm>
              <a:off x="6079130" y="280791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690A8">
                <a:alpha val="100000"/>
              </a:srgbClr>
            </a:solidFill>
            <a:ln w="5420" cap="flat">
              <a:solidFill>
                <a:srgbClr val="3690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1" name="pg411"/>
            <p:cNvSpPr/>
            <p:nvPr/>
          </p:nvSpPr>
          <p:spPr>
            <a:xfrm>
              <a:off x="6090768" y="280791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691A8">
                <a:alpha val="100000"/>
              </a:srgbClr>
            </a:solidFill>
            <a:ln w="5420" cap="flat">
              <a:solidFill>
                <a:srgbClr val="3691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2" name="pg412"/>
            <p:cNvSpPr/>
            <p:nvPr/>
          </p:nvSpPr>
          <p:spPr>
            <a:xfrm>
              <a:off x="6102405" y="280791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691A8">
                <a:alpha val="100000"/>
              </a:srgbClr>
            </a:solidFill>
            <a:ln w="5420" cap="flat">
              <a:solidFill>
                <a:srgbClr val="3691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3" name="pg413"/>
            <p:cNvSpPr/>
            <p:nvPr/>
          </p:nvSpPr>
          <p:spPr>
            <a:xfrm>
              <a:off x="6114042" y="280791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692A8">
                <a:alpha val="100000"/>
              </a:srgbClr>
            </a:solidFill>
            <a:ln w="5420" cap="flat">
              <a:solidFill>
                <a:srgbClr val="3692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4" name="pg414"/>
            <p:cNvSpPr/>
            <p:nvPr/>
          </p:nvSpPr>
          <p:spPr>
            <a:xfrm>
              <a:off x="6125680" y="280791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593A8">
                <a:alpha val="100000"/>
              </a:srgbClr>
            </a:solidFill>
            <a:ln w="5420" cap="flat">
              <a:solidFill>
                <a:srgbClr val="3593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5" name="pg415"/>
            <p:cNvSpPr/>
            <p:nvPr/>
          </p:nvSpPr>
          <p:spPr>
            <a:xfrm>
              <a:off x="6137317" y="280791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594A8">
                <a:alpha val="100000"/>
              </a:srgbClr>
            </a:solidFill>
            <a:ln w="5420" cap="flat">
              <a:solidFill>
                <a:srgbClr val="3594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6" name="pg416"/>
            <p:cNvSpPr/>
            <p:nvPr/>
          </p:nvSpPr>
          <p:spPr>
            <a:xfrm>
              <a:off x="6148954" y="280791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595A9">
                <a:alpha val="100000"/>
              </a:srgbClr>
            </a:solidFill>
            <a:ln w="5420" cap="flat">
              <a:solidFill>
                <a:srgbClr val="3595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7" name="pg417"/>
            <p:cNvSpPr/>
            <p:nvPr/>
          </p:nvSpPr>
          <p:spPr>
            <a:xfrm>
              <a:off x="6160592" y="280791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595A9">
                <a:alpha val="100000"/>
              </a:srgbClr>
            </a:solidFill>
            <a:ln w="5420" cap="flat">
              <a:solidFill>
                <a:srgbClr val="3595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8" name="pg418"/>
            <p:cNvSpPr/>
            <p:nvPr/>
          </p:nvSpPr>
          <p:spPr>
            <a:xfrm>
              <a:off x="6172229" y="280791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596A9">
                <a:alpha val="100000"/>
              </a:srgbClr>
            </a:solidFill>
            <a:ln w="5420" cap="flat">
              <a:solidFill>
                <a:srgbClr val="3596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9" name="pg419"/>
            <p:cNvSpPr/>
            <p:nvPr/>
          </p:nvSpPr>
          <p:spPr>
            <a:xfrm>
              <a:off x="6230416" y="280791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497A9">
                <a:alpha val="100000"/>
              </a:srgbClr>
            </a:solidFill>
            <a:ln w="5420" cap="flat">
              <a:solidFill>
                <a:srgbClr val="3497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0" name="pg420"/>
            <p:cNvSpPr/>
            <p:nvPr/>
          </p:nvSpPr>
          <p:spPr>
            <a:xfrm>
              <a:off x="6242053" y="280791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497A9">
                <a:alpha val="100000"/>
              </a:srgbClr>
            </a:solidFill>
            <a:ln w="5420" cap="flat">
              <a:solidFill>
                <a:srgbClr val="3497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1" name="pg421"/>
            <p:cNvSpPr/>
            <p:nvPr/>
          </p:nvSpPr>
          <p:spPr>
            <a:xfrm>
              <a:off x="6253690" y="280791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497A9">
                <a:alpha val="100000"/>
              </a:srgbClr>
            </a:solidFill>
            <a:ln w="5420" cap="flat">
              <a:solidFill>
                <a:srgbClr val="3497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2" name="pg422"/>
            <p:cNvSpPr/>
            <p:nvPr/>
          </p:nvSpPr>
          <p:spPr>
            <a:xfrm>
              <a:off x="6265328" y="280791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497A9">
                <a:alpha val="100000"/>
              </a:srgbClr>
            </a:solidFill>
            <a:ln w="5420" cap="flat">
              <a:solidFill>
                <a:srgbClr val="3497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3" name="pg423"/>
            <p:cNvSpPr/>
            <p:nvPr/>
          </p:nvSpPr>
          <p:spPr>
            <a:xfrm>
              <a:off x="6276965" y="280791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497A9">
                <a:alpha val="100000"/>
              </a:srgbClr>
            </a:solidFill>
            <a:ln w="5420" cap="flat">
              <a:solidFill>
                <a:srgbClr val="3497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4" name="pg424"/>
            <p:cNvSpPr/>
            <p:nvPr/>
          </p:nvSpPr>
          <p:spPr>
            <a:xfrm>
              <a:off x="6288602" y="280791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497A9">
                <a:alpha val="100000"/>
              </a:srgbClr>
            </a:solidFill>
            <a:ln w="5420" cap="flat">
              <a:solidFill>
                <a:srgbClr val="3497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5" name="pg425"/>
            <p:cNvSpPr/>
            <p:nvPr/>
          </p:nvSpPr>
          <p:spPr>
            <a:xfrm>
              <a:off x="6300240" y="280791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497A9">
                <a:alpha val="100000"/>
              </a:srgbClr>
            </a:solidFill>
            <a:ln w="5420" cap="flat">
              <a:solidFill>
                <a:srgbClr val="3497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6" name="pg426"/>
            <p:cNvSpPr/>
            <p:nvPr/>
          </p:nvSpPr>
          <p:spPr>
            <a:xfrm>
              <a:off x="6311877" y="280791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497A9">
                <a:alpha val="100000"/>
              </a:srgbClr>
            </a:solidFill>
            <a:ln w="5420" cap="flat">
              <a:solidFill>
                <a:srgbClr val="3497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7" name="pg427"/>
            <p:cNvSpPr/>
            <p:nvPr/>
          </p:nvSpPr>
          <p:spPr>
            <a:xfrm>
              <a:off x="6323514" y="280791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497A9">
                <a:alpha val="100000"/>
              </a:srgbClr>
            </a:solidFill>
            <a:ln w="5420" cap="flat">
              <a:solidFill>
                <a:srgbClr val="3497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8" name="pg428"/>
            <p:cNvSpPr/>
            <p:nvPr/>
          </p:nvSpPr>
          <p:spPr>
            <a:xfrm>
              <a:off x="5264517" y="282221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8CA7">
                <a:alpha val="100000"/>
              </a:srgbClr>
            </a:solidFill>
            <a:ln w="5420" cap="flat">
              <a:solidFill>
                <a:srgbClr val="378C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9" name="pg429"/>
            <p:cNvSpPr/>
            <p:nvPr/>
          </p:nvSpPr>
          <p:spPr>
            <a:xfrm>
              <a:off x="5276155" y="282221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8CA7">
                <a:alpha val="100000"/>
              </a:srgbClr>
            </a:solidFill>
            <a:ln w="5420" cap="flat">
              <a:solidFill>
                <a:srgbClr val="378C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0" name="pg430"/>
            <p:cNvSpPr/>
            <p:nvPr/>
          </p:nvSpPr>
          <p:spPr>
            <a:xfrm>
              <a:off x="5287792" y="282221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8CA7">
                <a:alpha val="100000"/>
              </a:srgbClr>
            </a:solidFill>
            <a:ln w="5420" cap="flat">
              <a:solidFill>
                <a:srgbClr val="378C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1" name="pg431"/>
            <p:cNvSpPr/>
            <p:nvPr/>
          </p:nvSpPr>
          <p:spPr>
            <a:xfrm>
              <a:off x="5299429" y="282221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8CA7">
                <a:alpha val="100000"/>
              </a:srgbClr>
            </a:solidFill>
            <a:ln w="5420" cap="flat">
              <a:solidFill>
                <a:srgbClr val="378C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2" name="pg432"/>
            <p:cNvSpPr/>
            <p:nvPr/>
          </p:nvSpPr>
          <p:spPr>
            <a:xfrm>
              <a:off x="6009306" y="282221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88AA6">
                <a:alpha val="100000"/>
              </a:srgbClr>
            </a:solidFill>
            <a:ln w="5420" cap="flat">
              <a:solidFill>
                <a:srgbClr val="388AA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3" name="pg433"/>
            <p:cNvSpPr/>
            <p:nvPr/>
          </p:nvSpPr>
          <p:spPr>
            <a:xfrm>
              <a:off x="6020944" y="282221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88BA7">
                <a:alpha val="100000"/>
              </a:srgbClr>
            </a:solidFill>
            <a:ln w="5420" cap="flat">
              <a:solidFill>
                <a:srgbClr val="388B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4" name="pg434"/>
            <p:cNvSpPr/>
            <p:nvPr/>
          </p:nvSpPr>
          <p:spPr>
            <a:xfrm>
              <a:off x="6032581" y="282221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8DA7">
                <a:alpha val="100000"/>
              </a:srgbClr>
            </a:solidFill>
            <a:ln w="5420" cap="flat">
              <a:solidFill>
                <a:srgbClr val="378D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5" name="pg435"/>
            <p:cNvSpPr/>
            <p:nvPr/>
          </p:nvSpPr>
          <p:spPr>
            <a:xfrm>
              <a:off x="6044218" y="282221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8EA7">
                <a:alpha val="100000"/>
              </a:srgbClr>
            </a:solidFill>
            <a:ln w="5420" cap="flat">
              <a:solidFill>
                <a:srgbClr val="378E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6" name="pg436"/>
            <p:cNvSpPr/>
            <p:nvPr/>
          </p:nvSpPr>
          <p:spPr>
            <a:xfrm>
              <a:off x="6055856" y="282221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8FA7">
                <a:alpha val="100000"/>
              </a:srgbClr>
            </a:solidFill>
            <a:ln w="5420" cap="flat">
              <a:solidFill>
                <a:srgbClr val="378F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7" name="pg437"/>
            <p:cNvSpPr/>
            <p:nvPr/>
          </p:nvSpPr>
          <p:spPr>
            <a:xfrm>
              <a:off x="6067493" y="282221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8FA7">
                <a:alpha val="100000"/>
              </a:srgbClr>
            </a:solidFill>
            <a:ln w="5420" cap="flat">
              <a:solidFill>
                <a:srgbClr val="378F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8" name="pg438"/>
            <p:cNvSpPr/>
            <p:nvPr/>
          </p:nvSpPr>
          <p:spPr>
            <a:xfrm>
              <a:off x="6079130" y="282221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690A8">
                <a:alpha val="100000"/>
              </a:srgbClr>
            </a:solidFill>
            <a:ln w="5420" cap="flat">
              <a:solidFill>
                <a:srgbClr val="3690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9" name="pg439"/>
            <p:cNvSpPr/>
            <p:nvPr/>
          </p:nvSpPr>
          <p:spPr>
            <a:xfrm>
              <a:off x="6090768" y="282221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691A8">
                <a:alpha val="100000"/>
              </a:srgbClr>
            </a:solidFill>
            <a:ln w="5420" cap="flat">
              <a:solidFill>
                <a:srgbClr val="3691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0" name="pg440"/>
            <p:cNvSpPr/>
            <p:nvPr/>
          </p:nvSpPr>
          <p:spPr>
            <a:xfrm>
              <a:off x="6102405" y="282221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692A8">
                <a:alpha val="100000"/>
              </a:srgbClr>
            </a:solidFill>
            <a:ln w="5420" cap="flat">
              <a:solidFill>
                <a:srgbClr val="3692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1" name="pg441"/>
            <p:cNvSpPr/>
            <p:nvPr/>
          </p:nvSpPr>
          <p:spPr>
            <a:xfrm>
              <a:off x="6114042" y="282221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593A8">
                <a:alpha val="100000"/>
              </a:srgbClr>
            </a:solidFill>
            <a:ln w="5420" cap="flat">
              <a:solidFill>
                <a:srgbClr val="3593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2" name="pg442"/>
            <p:cNvSpPr/>
            <p:nvPr/>
          </p:nvSpPr>
          <p:spPr>
            <a:xfrm>
              <a:off x="6207141" y="282221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598A9">
                <a:alpha val="100000"/>
              </a:srgbClr>
            </a:solidFill>
            <a:ln w="5420" cap="flat">
              <a:solidFill>
                <a:srgbClr val="3598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3" name="pg443"/>
            <p:cNvSpPr/>
            <p:nvPr/>
          </p:nvSpPr>
          <p:spPr>
            <a:xfrm>
              <a:off x="6218778" y="282221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598A9">
                <a:alpha val="100000"/>
              </a:srgbClr>
            </a:solidFill>
            <a:ln w="5420" cap="flat">
              <a:solidFill>
                <a:srgbClr val="3598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4" name="pg444"/>
            <p:cNvSpPr/>
            <p:nvPr/>
          </p:nvSpPr>
          <p:spPr>
            <a:xfrm>
              <a:off x="6230416" y="282221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598A9">
                <a:alpha val="100000"/>
              </a:srgbClr>
            </a:solidFill>
            <a:ln w="5420" cap="flat">
              <a:solidFill>
                <a:srgbClr val="3598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5" name="pg445"/>
            <p:cNvSpPr/>
            <p:nvPr/>
          </p:nvSpPr>
          <p:spPr>
            <a:xfrm>
              <a:off x="6242053" y="282221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598A9">
                <a:alpha val="100000"/>
              </a:srgbClr>
            </a:solidFill>
            <a:ln w="5420" cap="flat">
              <a:solidFill>
                <a:srgbClr val="3598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6" name="pg446"/>
            <p:cNvSpPr/>
            <p:nvPr/>
          </p:nvSpPr>
          <p:spPr>
            <a:xfrm>
              <a:off x="6253690" y="282221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598A9">
                <a:alpha val="100000"/>
              </a:srgbClr>
            </a:solidFill>
            <a:ln w="5420" cap="flat">
              <a:solidFill>
                <a:srgbClr val="3598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7" name="pg447"/>
            <p:cNvSpPr/>
            <p:nvPr/>
          </p:nvSpPr>
          <p:spPr>
            <a:xfrm>
              <a:off x="6265328" y="282221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598A9">
                <a:alpha val="100000"/>
              </a:srgbClr>
            </a:solidFill>
            <a:ln w="5420" cap="flat">
              <a:solidFill>
                <a:srgbClr val="3598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8" name="pg448"/>
            <p:cNvSpPr/>
            <p:nvPr/>
          </p:nvSpPr>
          <p:spPr>
            <a:xfrm>
              <a:off x="6276965" y="282221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598A9">
                <a:alpha val="100000"/>
              </a:srgbClr>
            </a:solidFill>
            <a:ln w="5420" cap="flat">
              <a:solidFill>
                <a:srgbClr val="3598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9" name="pg449"/>
            <p:cNvSpPr/>
            <p:nvPr/>
          </p:nvSpPr>
          <p:spPr>
            <a:xfrm>
              <a:off x="6288602" y="282221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598A9">
                <a:alpha val="100000"/>
              </a:srgbClr>
            </a:solidFill>
            <a:ln w="5420" cap="flat">
              <a:solidFill>
                <a:srgbClr val="3598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0" name="pg450"/>
            <p:cNvSpPr/>
            <p:nvPr/>
          </p:nvSpPr>
          <p:spPr>
            <a:xfrm>
              <a:off x="6300240" y="282221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598A9">
                <a:alpha val="100000"/>
              </a:srgbClr>
            </a:solidFill>
            <a:ln w="5420" cap="flat">
              <a:solidFill>
                <a:srgbClr val="3598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1" name="pg451"/>
            <p:cNvSpPr/>
            <p:nvPr/>
          </p:nvSpPr>
          <p:spPr>
            <a:xfrm>
              <a:off x="6311877" y="282221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597A9">
                <a:alpha val="100000"/>
              </a:srgbClr>
            </a:solidFill>
            <a:ln w="5420" cap="flat">
              <a:solidFill>
                <a:srgbClr val="3597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2" name="pg452"/>
            <p:cNvSpPr/>
            <p:nvPr/>
          </p:nvSpPr>
          <p:spPr>
            <a:xfrm>
              <a:off x="5892933" y="283651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83A5">
                <a:alpha val="100000"/>
              </a:srgbClr>
            </a:solidFill>
            <a:ln w="5420" cap="flat">
              <a:solidFill>
                <a:srgbClr val="3983A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3" name="pg453"/>
            <p:cNvSpPr/>
            <p:nvPr/>
          </p:nvSpPr>
          <p:spPr>
            <a:xfrm>
              <a:off x="5904570" y="283651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83A5">
                <a:alpha val="100000"/>
              </a:srgbClr>
            </a:solidFill>
            <a:ln w="5420" cap="flat">
              <a:solidFill>
                <a:srgbClr val="3983A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4" name="pg454"/>
            <p:cNvSpPr/>
            <p:nvPr/>
          </p:nvSpPr>
          <p:spPr>
            <a:xfrm>
              <a:off x="5916208" y="283651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85A5">
                <a:alpha val="100000"/>
              </a:srgbClr>
            </a:solidFill>
            <a:ln w="5420" cap="flat">
              <a:solidFill>
                <a:srgbClr val="3985A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5" name="pg455"/>
            <p:cNvSpPr/>
            <p:nvPr/>
          </p:nvSpPr>
          <p:spPr>
            <a:xfrm>
              <a:off x="5927845" y="283651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85A5">
                <a:alpha val="100000"/>
              </a:srgbClr>
            </a:solidFill>
            <a:ln w="5420" cap="flat">
              <a:solidFill>
                <a:srgbClr val="3985A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6" name="pg456"/>
            <p:cNvSpPr/>
            <p:nvPr/>
          </p:nvSpPr>
          <p:spPr>
            <a:xfrm>
              <a:off x="5939482" y="283651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86A5">
                <a:alpha val="100000"/>
              </a:srgbClr>
            </a:solidFill>
            <a:ln w="5420" cap="flat">
              <a:solidFill>
                <a:srgbClr val="3986A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7" name="pg457"/>
            <p:cNvSpPr/>
            <p:nvPr/>
          </p:nvSpPr>
          <p:spPr>
            <a:xfrm>
              <a:off x="5951120" y="283651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86A6">
                <a:alpha val="100000"/>
              </a:srgbClr>
            </a:solidFill>
            <a:ln w="5420" cap="flat">
              <a:solidFill>
                <a:srgbClr val="3986A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8" name="pg458"/>
            <p:cNvSpPr/>
            <p:nvPr/>
          </p:nvSpPr>
          <p:spPr>
            <a:xfrm>
              <a:off x="5962757" y="283651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887A6">
                <a:alpha val="100000"/>
              </a:srgbClr>
            </a:solidFill>
            <a:ln w="5420" cap="flat">
              <a:solidFill>
                <a:srgbClr val="3887A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9" name="pg459"/>
            <p:cNvSpPr/>
            <p:nvPr/>
          </p:nvSpPr>
          <p:spPr>
            <a:xfrm>
              <a:off x="5974394" y="283651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888A6">
                <a:alpha val="100000"/>
              </a:srgbClr>
            </a:solidFill>
            <a:ln w="5420" cap="flat">
              <a:solidFill>
                <a:srgbClr val="3888A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0" name="pg460"/>
            <p:cNvSpPr/>
            <p:nvPr/>
          </p:nvSpPr>
          <p:spPr>
            <a:xfrm>
              <a:off x="5986032" y="283651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889A6">
                <a:alpha val="100000"/>
              </a:srgbClr>
            </a:solidFill>
            <a:ln w="5420" cap="flat">
              <a:solidFill>
                <a:srgbClr val="3889A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1" name="pg461"/>
            <p:cNvSpPr/>
            <p:nvPr/>
          </p:nvSpPr>
          <p:spPr>
            <a:xfrm>
              <a:off x="5997669" y="283651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889A6">
                <a:alpha val="100000"/>
              </a:srgbClr>
            </a:solidFill>
            <a:ln w="5420" cap="flat">
              <a:solidFill>
                <a:srgbClr val="3889A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2" name="pg462"/>
            <p:cNvSpPr/>
            <p:nvPr/>
          </p:nvSpPr>
          <p:spPr>
            <a:xfrm>
              <a:off x="6009306" y="283651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88AA6">
                <a:alpha val="100000"/>
              </a:srgbClr>
            </a:solidFill>
            <a:ln w="5420" cap="flat">
              <a:solidFill>
                <a:srgbClr val="388AA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3" name="pg463"/>
            <p:cNvSpPr/>
            <p:nvPr/>
          </p:nvSpPr>
          <p:spPr>
            <a:xfrm>
              <a:off x="6020944" y="283651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88BA7">
                <a:alpha val="100000"/>
              </a:srgbClr>
            </a:solidFill>
            <a:ln w="5420" cap="flat">
              <a:solidFill>
                <a:srgbClr val="388B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4" name="pg464"/>
            <p:cNvSpPr/>
            <p:nvPr/>
          </p:nvSpPr>
          <p:spPr>
            <a:xfrm>
              <a:off x="6032581" y="283651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8DA7">
                <a:alpha val="100000"/>
              </a:srgbClr>
            </a:solidFill>
            <a:ln w="5420" cap="flat">
              <a:solidFill>
                <a:srgbClr val="378D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5" name="pg465"/>
            <p:cNvSpPr/>
            <p:nvPr/>
          </p:nvSpPr>
          <p:spPr>
            <a:xfrm>
              <a:off x="6044218" y="283651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8EA7">
                <a:alpha val="100000"/>
              </a:srgbClr>
            </a:solidFill>
            <a:ln w="5420" cap="flat">
              <a:solidFill>
                <a:srgbClr val="378E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6" name="pg466"/>
            <p:cNvSpPr/>
            <p:nvPr/>
          </p:nvSpPr>
          <p:spPr>
            <a:xfrm>
              <a:off x="6055856" y="283651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8FA7">
                <a:alpha val="100000"/>
              </a:srgbClr>
            </a:solidFill>
            <a:ln w="5420" cap="flat">
              <a:solidFill>
                <a:srgbClr val="378F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7" name="pg467"/>
            <p:cNvSpPr/>
            <p:nvPr/>
          </p:nvSpPr>
          <p:spPr>
            <a:xfrm>
              <a:off x="6067493" y="283651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690A7">
                <a:alpha val="100000"/>
              </a:srgbClr>
            </a:solidFill>
            <a:ln w="5420" cap="flat">
              <a:solidFill>
                <a:srgbClr val="3690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8" name="pg468"/>
            <p:cNvSpPr/>
            <p:nvPr/>
          </p:nvSpPr>
          <p:spPr>
            <a:xfrm>
              <a:off x="6079130" y="283651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691A8">
                <a:alpha val="100000"/>
              </a:srgbClr>
            </a:solidFill>
            <a:ln w="5420" cap="flat">
              <a:solidFill>
                <a:srgbClr val="3691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9" name="pg469"/>
            <p:cNvSpPr/>
            <p:nvPr/>
          </p:nvSpPr>
          <p:spPr>
            <a:xfrm>
              <a:off x="6090768" y="283651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692A8">
                <a:alpha val="100000"/>
              </a:srgbClr>
            </a:solidFill>
            <a:ln w="5420" cap="flat">
              <a:solidFill>
                <a:srgbClr val="3692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0" name="pg470"/>
            <p:cNvSpPr/>
            <p:nvPr/>
          </p:nvSpPr>
          <p:spPr>
            <a:xfrm>
              <a:off x="6102405" y="283651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693A8">
                <a:alpha val="100000"/>
              </a:srgbClr>
            </a:solidFill>
            <a:ln w="5420" cap="flat">
              <a:solidFill>
                <a:srgbClr val="3693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1" name="pg471"/>
            <p:cNvSpPr/>
            <p:nvPr/>
          </p:nvSpPr>
          <p:spPr>
            <a:xfrm>
              <a:off x="6114042" y="283651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594A8">
                <a:alpha val="100000"/>
              </a:srgbClr>
            </a:solidFill>
            <a:ln w="5420" cap="flat">
              <a:solidFill>
                <a:srgbClr val="3594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2" name="pg472"/>
            <p:cNvSpPr/>
            <p:nvPr/>
          </p:nvSpPr>
          <p:spPr>
            <a:xfrm>
              <a:off x="6183866" y="283651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598A9">
                <a:alpha val="100000"/>
              </a:srgbClr>
            </a:solidFill>
            <a:ln w="5420" cap="flat">
              <a:solidFill>
                <a:srgbClr val="3598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3" name="pg473"/>
            <p:cNvSpPr/>
            <p:nvPr/>
          </p:nvSpPr>
          <p:spPr>
            <a:xfrm>
              <a:off x="6195504" y="283651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699A9">
                <a:alpha val="100000"/>
              </a:srgbClr>
            </a:solidFill>
            <a:ln w="5420" cap="flat">
              <a:solidFill>
                <a:srgbClr val="3699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4" name="pg474"/>
            <p:cNvSpPr/>
            <p:nvPr/>
          </p:nvSpPr>
          <p:spPr>
            <a:xfrm>
              <a:off x="6207141" y="283651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699A9">
                <a:alpha val="100000"/>
              </a:srgbClr>
            </a:solidFill>
            <a:ln w="5420" cap="flat">
              <a:solidFill>
                <a:srgbClr val="3699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5" name="pg475"/>
            <p:cNvSpPr/>
            <p:nvPr/>
          </p:nvSpPr>
          <p:spPr>
            <a:xfrm>
              <a:off x="6218778" y="283651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699A9">
                <a:alpha val="100000"/>
              </a:srgbClr>
            </a:solidFill>
            <a:ln w="5420" cap="flat">
              <a:solidFill>
                <a:srgbClr val="3699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6" name="pg476"/>
            <p:cNvSpPr/>
            <p:nvPr/>
          </p:nvSpPr>
          <p:spPr>
            <a:xfrm>
              <a:off x="6230416" y="283651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699A9">
                <a:alpha val="100000"/>
              </a:srgbClr>
            </a:solidFill>
            <a:ln w="5420" cap="flat">
              <a:solidFill>
                <a:srgbClr val="3699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7" name="pg477"/>
            <p:cNvSpPr/>
            <p:nvPr/>
          </p:nvSpPr>
          <p:spPr>
            <a:xfrm>
              <a:off x="6242053" y="283651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699A9">
                <a:alpha val="100000"/>
              </a:srgbClr>
            </a:solidFill>
            <a:ln w="5420" cap="flat">
              <a:solidFill>
                <a:srgbClr val="3699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8" name="pg478"/>
            <p:cNvSpPr/>
            <p:nvPr/>
          </p:nvSpPr>
          <p:spPr>
            <a:xfrm>
              <a:off x="6253690" y="283651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699A9">
                <a:alpha val="100000"/>
              </a:srgbClr>
            </a:solidFill>
            <a:ln w="5420" cap="flat">
              <a:solidFill>
                <a:srgbClr val="3699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9" name="pg479"/>
            <p:cNvSpPr/>
            <p:nvPr/>
          </p:nvSpPr>
          <p:spPr>
            <a:xfrm>
              <a:off x="6265328" y="283651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699A9">
                <a:alpha val="100000"/>
              </a:srgbClr>
            </a:solidFill>
            <a:ln w="5420" cap="flat">
              <a:solidFill>
                <a:srgbClr val="3699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0" name="pg480"/>
            <p:cNvSpPr/>
            <p:nvPr/>
          </p:nvSpPr>
          <p:spPr>
            <a:xfrm>
              <a:off x="6276965" y="283651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699A9">
                <a:alpha val="100000"/>
              </a:srgbClr>
            </a:solidFill>
            <a:ln w="5420" cap="flat">
              <a:solidFill>
                <a:srgbClr val="3699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1" name="pg481"/>
            <p:cNvSpPr/>
            <p:nvPr/>
          </p:nvSpPr>
          <p:spPr>
            <a:xfrm>
              <a:off x="6288602" y="283651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699A9">
                <a:alpha val="100000"/>
              </a:srgbClr>
            </a:solidFill>
            <a:ln w="5420" cap="flat">
              <a:solidFill>
                <a:srgbClr val="3699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2" name="pg482"/>
            <p:cNvSpPr/>
            <p:nvPr/>
          </p:nvSpPr>
          <p:spPr>
            <a:xfrm>
              <a:off x="5881296" y="285081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82A4">
                <a:alpha val="100000"/>
              </a:srgbClr>
            </a:solidFill>
            <a:ln w="5420" cap="flat">
              <a:solidFill>
                <a:srgbClr val="3982A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3" name="pg483"/>
            <p:cNvSpPr/>
            <p:nvPr/>
          </p:nvSpPr>
          <p:spPr>
            <a:xfrm>
              <a:off x="5892933" y="285081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82A5">
                <a:alpha val="100000"/>
              </a:srgbClr>
            </a:solidFill>
            <a:ln w="5420" cap="flat">
              <a:solidFill>
                <a:srgbClr val="3982A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4" name="pg484"/>
            <p:cNvSpPr/>
            <p:nvPr/>
          </p:nvSpPr>
          <p:spPr>
            <a:xfrm>
              <a:off x="5904570" y="285081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83A5">
                <a:alpha val="100000"/>
              </a:srgbClr>
            </a:solidFill>
            <a:ln w="5420" cap="flat">
              <a:solidFill>
                <a:srgbClr val="3983A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5" name="pg485"/>
            <p:cNvSpPr/>
            <p:nvPr/>
          </p:nvSpPr>
          <p:spPr>
            <a:xfrm>
              <a:off x="5916208" y="285081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84A5">
                <a:alpha val="100000"/>
              </a:srgbClr>
            </a:solidFill>
            <a:ln w="5420" cap="flat">
              <a:solidFill>
                <a:srgbClr val="3984A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6" name="pg486"/>
            <p:cNvSpPr/>
            <p:nvPr/>
          </p:nvSpPr>
          <p:spPr>
            <a:xfrm>
              <a:off x="5927845" y="285081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85A5">
                <a:alpha val="100000"/>
              </a:srgbClr>
            </a:solidFill>
            <a:ln w="5420" cap="flat">
              <a:solidFill>
                <a:srgbClr val="3985A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7" name="pg487"/>
            <p:cNvSpPr/>
            <p:nvPr/>
          </p:nvSpPr>
          <p:spPr>
            <a:xfrm>
              <a:off x="5939482" y="285081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85A5">
                <a:alpha val="100000"/>
              </a:srgbClr>
            </a:solidFill>
            <a:ln w="5420" cap="flat">
              <a:solidFill>
                <a:srgbClr val="3985A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8" name="pg488"/>
            <p:cNvSpPr/>
            <p:nvPr/>
          </p:nvSpPr>
          <p:spPr>
            <a:xfrm>
              <a:off x="5951120" y="285081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86A5">
                <a:alpha val="100000"/>
              </a:srgbClr>
            </a:solidFill>
            <a:ln w="5420" cap="flat">
              <a:solidFill>
                <a:srgbClr val="3986A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9" name="pg489"/>
            <p:cNvSpPr/>
            <p:nvPr/>
          </p:nvSpPr>
          <p:spPr>
            <a:xfrm>
              <a:off x="5962757" y="285081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87A6">
                <a:alpha val="100000"/>
              </a:srgbClr>
            </a:solidFill>
            <a:ln w="5420" cap="flat">
              <a:solidFill>
                <a:srgbClr val="3987A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0" name="pg490"/>
            <p:cNvSpPr/>
            <p:nvPr/>
          </p:nvSpPr>
          <p:spPr>
            <a:xfrm>
              <a:off x="5974394" y="285081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888A6">
                <a:alpha val="100000"/>
              </a:srgbClr>
            </a:solidFill>
            <a:ln w="5420" cap="flat">
              <a:solidFill>
                <a:srgbClr val="3888A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1" name="pg491"/>
            <p:cNvSpPr/>
            <p:nvPr/>
          </p:nvSpPr>
          <p:spPr>
            <a:xfrm>
              <a:off x="5986032" y="285081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889A6">
                <a:alpha val="100000"/>
              </a:srgbClr>
            </a:solidFill>
            <a:ln w="5420" cap="flat">
              <a:solidFill>
                <a:srgbClr val="3889A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2" name="pg492"/>
            <p:cNvSpPr/>
            <p:nvPr/>
          </p:nvSpPr>
          <p:spPr>
            <a:xfrm>
              <a:off x="5997669" y="285081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889A6">
                <a:alpha val="100000"/>
              </a:srgbClr>
            </a:solidFill>
            <a:ln w="5420" cap="flat">
              <a:solidFill>
                <a:srgbClr val="3889A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3" name="pg493"/>
            <p:cNvSpPr/>
            <p:nvPr/>
          </p:nvSpPr>
          <p:spPr>
            <a:xfrm>
              <a:off x="6009306" y="285081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88AA6">
                <a:alpha val="100000"/>
              </a:srgbClr>
            </a:solidFill>
            <a:ln w="5420" cap="flat">
              <a:solidFill>
                <a:srgbClr val="388AA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4" name="pg494"/>
            <p:cNvSpPr/>
            <p:nvPr/>
          </p:nvSpPr>
          <p:spPr>
            <a:xfrm>
              <a:off x="6020944" y="285081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88BA7">
                <a:alpha val="100000"/>
              </a:srgbClr>
            </a:solidFill>
            <a:ln w="5420" cap="flat">
              <a:solidFill>
                <a:srgbClr val="388B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5" name="pg495"/>
            <p:cNvSpPr/>
            <p:nvPr/>
          </p:nvSpPr>
          <p:spPr>
            <a:xfrm>
              <a:off x="6032581" y="285081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8DA7">
                <a:alpha val="100000"/>
              </a:srgbClr>
            </a:solidFill>
            <a:ln w="5420" cap="flat">
              <a:solidFill>
                <a:srgbClr val="378D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6" name="pg496"/>
            <p:cNvSpPr/>
            <p:nvPr/>
          </p:nvSpPr>
          <p:spPr>
            <a:xfrm>
              <a:off x="6044218" y="285081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8EA7">
                <a:alpha val="100000"/>
              </a:srgbClr>
            </a:solidFill>
            <a:ln w="5420" cap="flat">
              <a:solidFill>
                <a:srgbClr val="378E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7" name="pg497"/>
            <p:cNvSpPr/>
            <p:nvPr/>
          </p:nvSpPr>
          <p:spPr>
            <a:xfrm>
              <a:off x="6055856" y="285081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8FA7">
                <a:alpha val="100000"/>
              </a:srgbClr>
            </a:solidFill>
            <a:ln w="5420" cap="flat">
              <a:solidFill>
                <a:srgbClr val="378F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8" name="pg498"/>
            <p:cNvSpPr/>
            <p:nvPr/>
          </p:nvSpPr>
          <p:spPr>
            <a:xfrm>
              <a:off x="6067493" y="285081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690A8">
                <a:alpha val="100000"/>
              </a:srgbClr>
            </a:solidFill>
            <a:ln w="5420" cap="flat">
              <a:solidFill>
                <a:srgbClr val="3690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9" name="pg499"/>
            <p:cNvSpPr/>
            <p:nvPr/>
          </p:nvSpPr>
          <p:spPr>
            <a:xfrm>
              <a:off x="6079130" y="285081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691A8">
                <a:alpha val="100000"/>
              </a:srgbClr>
            </a:solidFill>
            <a:ln w="5420" cap="flat">
              <a:solidFill>
                <a:srgbClr val="3691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0" name="pg500"/>
            <p:cNvSpPr/>
            <p:nvPr/>
          </p:nvSpPr>
          <p:spPr>
            <a:xfrm>
              <a:off x="6090768" y="285081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692A8">
                <a:alpha val="100000"/>
              </a:srgbClr>
            </a:solidFill>
            <a:ln w="5420" cap="flat">
              <a:solidFill>
                <a:srgbClr val="3692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1" name="pg501"/>
            <p:cNvSpPr/>
            <p:nvPr/>
          </p:nvSpPr>
          <p:spPr>
            <a:xfrm>
              <a:off x="6102405" y="285081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593A8">
                <a:alpha val="100000"/>
              </a:srgbClr>
            </a:solidFill>
            <a:ln w="5420" cap="flat">
              <a:solidFill>
                <a:srgbClr val="3593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2" name="pg502"/>
            <p:cNvSpPr/>
            <p:nvPr/>
          </p:nvSpPr>
          <p:spPr>
            <a:xfrm>
              <a:off x="6172229" y="285081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699A9">
                <a:alpha val="100000"/>
              </a:srgbClr>
            </a:solidFill>
            <a:ln w="5420" cap="flat">
              <a:solidFill>
                <a:srgbClr val="3699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3" name="pg503"/>
            <p:cNvSpPr/>
            <p:nvPr/>
          </p:nvSpPr>
          <p:spPr>
            <a:xfrm>
              <a:off x="6183866" y="285081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699A9">
                <a:alpha val="100000"/>
              </a:srgbClr>
            </a:solidFill>
            <a:ln w="5420" cap="flat">
              <a:solidFill>
                <a:srgbClr val="3699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4" name="pg504"/>
            <p:cNvSpPr/>
            <p:nvPr/>
          </p:nvSpPr>
          <p:spPr>
            <a:xfrm>
              <a:off x="6195504" y="285081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9AA9">
                <a:alpha val="100000"/>
              </a:srgbClr>
            </a:solidFill>
            <a:ln w="5420" cap="flat">
              <a:solidFill>
                <a:srgbClr val="379A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5" name="pg505"/>
            <p:cNvSpPr/>
            <p:nvPr/>
          </p:nvSpPr>
          <p:spPr>
            <a:xfrm>
              <a:off x="6207141" y="285081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9AA9">
                <a:alpha val="100000"/>
              </a:srgbClr>
            </a:solidFill>
            <a:ln w="5420" cap="flat">
              <a:solidFill>
                <a:srgbClr val="379A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6" name="pg506"/>
            <p:cNvSpPr/>
            <p:nvPr/>
          </p:nvSpPr>
          <p:spPr>
            <a:xfrm>
              <a:off x="6218778" y="285081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9AA9">
                <a:alpha val="100000"/>
              </a:srgbClr>
            </a:solidFill>
            <a:ln w="5420" cap="flat">
              <a:solidFill>
                <a:srgbClr val="379A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7" name="pg507"/>
            <p:cNvSpPr/>
            <p:nvPr/>
          </p:nvSpPr>
          <p:spPr>
            <a:xfrm>
              <a:off x="6230416" y="285081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9AA9">
                <a:alpha val="100000"/>
              </a:srgbClr>
            </a:solidFill>
            <a:ln w="5420" cap="flat">
              <a:solidFill>
                <a:srgbClr val="379A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8" name="pg508"/>
            <p:cNvSpPr/>
            <p:nvPr/>
          </p:nvSpPr>
          <p:spPr>
            <a:xfrm>
              <a:off x="6242053" y="285081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9AA9">
                <a:alpha val="100000"/>
              </a:srgbClr>
            </a:solidFill>
            <a:ln w="5420" cap="flat">
              <a:solidFill>
                <a:srgbClr val="379A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9" name="pg509"/>
            <p:cNvSpPr/>
            <p:nvPr/>
          </p:nvSpPr>
          <p:spPr>
            <a:xfrm>
              <a:off x="6253690" y="285081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9AA9">
                <a:alpha val="100000"/>
              </a:srgbClr>
            </a:solidFill>
            <a:ln w="5420" cap="flat">
              <a:solidFill>
                <a:srgbClr val="379A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0" name="pg510"/>
            <p:cNvSpPr/>
            <p:nvPr/>
          </p:nvSpPr>
          <p:spPr>
            <a:xfrm>
              <a:off x="6265328" y="285081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9AA9">
                <a:alpha val="100000"/>
              </a:srgbClr>
            </a:solidFill>
            <a:ln w="5420" cap="flat">
              <a:solidFill>
                <a:srgbClr val="379A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1" name="pg511"/>
            <p:cNvSpPr/>
            <p:nvPr/>
          </p:nvSpPr>
          <p:spPr>
            <a:xfrm>
              <a:off x="6276965" y="285081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9AA9">
                <a:alpha val="100000"/>
              </a:srgbClr>
            </a:solidFill>
            <a:ln w="5420" cap="flat">
              <a:solidFill>
                <a:srgbClr val="379A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2" name="pg512"/>
            <p:cNvSpPr/>
            <p:nvPr/>
          </p:nvSpPr>
          <p:spPr>
            <a:xfrm>
              <a:off x="5869658" y="286511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80A4">
                <a:alpha val="100000"/>
              </a:srgbClr>
            </a:solidFill>
            <a:ln w="5420" cap="flat">
              <a:solidFill>
                <a:srgbClr val="3A80A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3" name="pg513"/>
            <p:cNvSpPr/>
            <p:nvPr/>
          </p:nvSpPr>
          <p:spPr>
            <a:xfrm>
              <a:off x="5881296" y="286511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81A4">
                <a:alpha val="100000"/>
              </a:srgbClr>
            </a:solidFill>
            <a:ln w="5420" cap="flat">
              <a:solidFill>
                <a:srgbClr val="3A81A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4" name="pg514"/>
            <p:cNvSpPr/>
            <p:nvPr/>
          </p:nvSpPr>
          <p:spPr>
            <a:xfrm>
              <a:off x="5892933" y="286511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81A4">
                <a:alpha val="100000"/>
              </a:srgbClr>
            </a:solidFill>
            <a:ln w="5420" cap="flat">
              <a:solidFill>
                <a:srgbClr val="3981A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5" name="pg515"/>
            <p:cNvSpPr/>
            <p:nvPr/>
          </p:nvSpPr>
          <p:spPr>
            <a:xfrm>
              <a:off x="5904570" y="286511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82A5">
                <a:alpha val="100000"/>
              </a:srgbClr>
            </a:solidFill>
            <a:ln w="5420" cap="flat">
              <a:solidFill>
                <a:srgbClr val="3982A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6" name="pg516"/>
            <p:cNvSpPr/>
            <p:nvPr/>
          </p:nvSpPr>
          <p:spPr>
            <a:xfrm>
              <a:off x="5916208" y="286511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83A5">
                <a:alpha val="100000"/>
              </a:srgbClr>
            </a:solidFill>
            <a:ln w="5420" cap="flat">
              <a:solidFill>
                <a:srgbClr val="3983A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7" name="pg517"/>
            <p:cNvSpPr/>
            <p:nvPr/>
          </p:nvSpPr>
          <p:spPr>
            <a:xfrm>
              <a:off x="5927845" y="286511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84A5">
                <a:alpha val="100000"/>
              </a:srgbClr>
            </a:solidFill>
            <a:ln w="5420" cap="flat">
              <a:solidFill>
                <a:srgbClr val="3984A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8" name="pg518"/>
            <p:cNvSpPr/>
            <p:nvPr/>
          </p:nvSpPr>
          <p:spPr>
            <a:xfrm>
              <a:off x="5939482" y="286511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85A5">
                <a:alpha val="100000"/>
              </a:srgbClr>
            </a:solidFill>
            <a:ln w="5420" cap="flat">
              <a:solidFill>
                <a:srgbClr val="3985A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9" name="pg519"/>
            <p:cNvSpPr/>
            <p:nvPr/>
          </p:nvSpPr>
          <p:spPr>
            <a:xfrm>
              <a:off x="5951120" y="286511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86A5">
                <a:alpha val="100000"/>
              </a:srgbClr>
            </a:solidFill>
            <a:ln w="5420" cap="flat">
              <a:solidFill>
                <a:srgbClr val="3986A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0" name="pg520"/>
            <p:cNvSpPr/>
            <p:nvPr/>
          </p:nvSpPr>
          <p:spPr>
            <a:xfrm>
              <a:off x="5962757" y="286511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87A6">
                <a:alpha val="100000"/>
              </a:srgbClr>
            </a:solidFill>
            <a:ln w="5420" cap="flat">
              <a:solidFill>
                <a:srgbClr val="3987A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1" name="pg521"/>
            <p:cNvSpPr/>
            <p:nvPr/>
          </p:nvSpPr>
          <p:spPr>
            <a:xfrm>
              <a:off x="5974394" y="286511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887A6">
                <a:alpha val="100000"/>
              </a:srgbClr>
            </a:solidFill>
            <a:ln w="5420" cap="flat">
              <a:solidFill>
                <a:srgbClr val="3887A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2" name="pg522"/>
            <p:cNvSpPr/>
            <p:nvPr/>
          </p:nvSpPr>
          <p:spPr>
            <a:xfrm>
              <a:off x="5986032" y="286511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888A6">
                <a:alpha val="100000"/>
              </a:srgbClr>
            </a:solidFill>
            <a:ln w="5420" cap="flat">
              <a:solidFill>
                <a:srgbClr val="3888A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3" name="pg523"/>
            <p:cNvSpPr/>
            <p:nvPr/>
          </p:nvSpPr>
          <p:spPr>
            <a:xfrm>
              <a:off x="5997669" y="286511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889A6">
                <a:alpha val="100000"/>
              </a:srgbClr>
            </a:solidFill>
            <a:ln w="5420" cap="flat">
              <a:solidFill>
                <a:srgbClr val="3889A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4" name="pg524"/>
            <p:cNvSpPr/>
            <p:nvPr/>
          </p:nvSpPr>
          <p:spPr>
            <a:xfrm>
              <a:off x="6009306" y="286511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88AA6">
                <a:alpha val="100000"/>
              </a:srgbClr>
            </a:solidFill>
            <a:ln w="5420" cap="flat">
              <a:solidFill>
                <a:srgbClr val="388AA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5" name="pg525"/>
            <p:cNvSpPr/>
            <p:nvPr/>
          </p:nvSpPr>
          <p:spPr>
            <a:xfrm>
              <a:off x="6020944" y="286511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88BA7">
                <a:alpha val="100000"/>
              </a:srgbClr>
            </a:solidFill>
            <a:ln w="5420" cap="flat">
              <a:solidFill>
                <a:srgbClr val="388B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6" name="pg526"/>
            <p:cNvSpPr/>
            <p:nvPr/>
          </p:nvSpPr>
          <p:spPr>
            <a:xfrm>
              <a:off x="6032581" y="286511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8DA7">
                <a:alpha val="100000"/>
              </a:srgbClr>
            </a:solidFill>
            <a:ln w="5420" cap="flat">
              <a:solidFill>
                <a:srgbClr val="378D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7" name="pg527"/>
            <p:cNvSpPr/>
            <p:nvPr/>
          </p:nvSpPr>
          <p:spPr>
            <a:xfrm>
              <a:off x="6044218" y="286511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8EA7">
                <a:alpha val="100000"/>
              </a:srgbClr>
            </a:solidFill>
            <a:ln w="5420" cap="flat">
              <a:solidFill>
                <a:srgbClr val="378E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8" name="pg528"/>
            <p:cNvSpPr/>
            <p:nvPr/>
          </p:nvSpPr>
          <p:spPr>
            <a:xfrm>
              <a:off x="6055856" y="286511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690A7">
                <a:alpha val="100000"/>
              </a:srgbClr>
            </a:solidFill>
            <a:ln w="5420" cap="flat">
              <a:solidFill>
                <a:srgbClr val="3690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9" name="pg529"/>
            <p:cNvSpPr/>
            <p:nvPr/>
          </p:nvSpPr>
          <p:spPr>
            <a:xfrm>
              <a:off x="6067493" y="286511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691A8">
                <a:alpha val="100000"/>
              </a:srgbClr>
            </a:solidFill>
            <a:ln w="5420" cap="flat">
              <a:solidFill>
                <a:srgbClr val="3691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0" name="pg530"/>
            <p:cNvSpPr/>
            <p:nvPr/>
          </p:nvSpPr>
          <p:spPr>
            <a:xfrm>
              <a:off x="6079130" y="286511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692A8">
                <a:alpha val="100000"/>
              </a:srgbClr>
            </a:solidFill>
            <a:ln w="5420" cap="flat">
              <a:solidFill>
                <a:srgbClr val="3692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1" name="pg531"/>
            <p:cNvSpPr/>
            <p:nvPr/>
          </p:nvSpPr>
          <p:spPr>
            <a:xfrm>
              <a:off x="6090768" y="286511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593A8">
                <a:alpha val="100000"/>
              </a:srgbClr>
            </a:solidFill>
            <a:ln w="5420" cap="flat">
              <a:solidFill>
                <a:srgbClr val="3593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2" name="pg532"/>
            <p:cNvSpPr/>
            <p:nvPr/>
          </p:nvSpPr>
          <p:spPr>
            <a:xfrm>
              <a:off x="6172229" y="286511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9AA9">
                <a:alpha val="100000"/>
              </a:srgbClr>
            </a:solidFill>
            <a:ln w="5420" cap="flat">
              <a:solidFill>
                <a:srgbClr val="379A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3" name="pg533"/>
            <p:cNvSpPr/>
            <p:nvPr/>
          </p:nvSpPr>
          <p:spPr>
            <a:xfrm>
              <a:off x="6183866" y="286511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89AA9">
                <a:alpha val="100000"/>
              </a:srgbClr>
            </a:solidFill>
            <a:ln w="5420" cap="flat">
              <a:solidFill>
                <a:srgbClr val="389A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4" name="pg534"/>
            <p:cNvSpPr/>
            <p:nvPr/>
          </p:nvSpPr>
          <p:spPr>
            <a:xfrm>
              <a:off x="6195504" y="286511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89BA9">
                <a:alpha val="100000"/>
              </a:srgbClr>
            </a:solidFill>
            <a:ln w="5420" cap="flat">
              <a:solidFill>
                <a:srgbClr val="389B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5" name="pg535"/>
            <p:cNvSpPr/>
            <p:nvPr/>
          </p:nvSpPr>
          <p:spPr>
            <a:xfrm>
              <a:off x="6207141" y="286511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89BA9">
                <a:alpha val="100000"/>
              </a:srgbClr>
            </a:solidFill>
            <a:ln w="5420" cap="flat">
              <a:solidFill>
                <a:srgbClr val="389B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6" name="pg536"/>
            <p:cNvSpPr/>
            <p:nvPr/>
          </p:nvSpPr>
          <p:spPr>
            <a:xfrm>
              <a:off x="6218778" y="286511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89BA9">
                <a:alpha val="100000"/>
              </a:srgbClr>
            </a:solidFill>
            <a:ln w="5420" cap="flat">
              <a:solidFill>
                <a:srgbClr val="389B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7" name="pg537"/>
            <p:cNvSpPr/>
            <p:nvPr/>
          </p:nvSpPr>
          <p:spPr>
            <a:xfrm>
              <a:off x="6230416" y="286511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89BA9">
                <a:alpha val="100000"/>
              </a:srgbClr>
            </a:solidFill>
            <a:ln w="5420" cap="flat">
              <a:solidFill>
                <a:srgbClr val="389B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8" name="pg538"/>
            <p:cNvSpPr/>
            <p:nvPr/>
          </p:nvSpPr>
          <p:spPr>
            <a:xfrm>
              <a:off x="6242053" y="286511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89BA9">
                <a:alpha val="100000"/>
              </a:srgbClr>
            </a:solidFill>
            <a:ln w="5420" cap="flat">
              <a:solidFill>
                <a:srgbClr val="389B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9" name="pg539"/>
            <p:cNvSpPr/>
            <p:nvPr/>
          </p:nvSpPr>
          <p:spPr>
            <a:xfrm>
              <a:off x="6253690" y="286511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89BA9">
                <a:alpha val="100000"/>
              </a:srgbClr>
            </a:solidFill>
            <a:ln w="5420" cap="flat">
              <a:solidFill>
                <a:srgbClr val="389B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0" name="pg540"/>
            <p:cNvSpPr/>
            <p:nvPr/>
          </p:nvSpPr>
          <p:spPr>
            <a:xfrm>
              <a:off x="5869658" y="287941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FA4">
                <a:alpha val="100000"/>
              </a:srgbClr>
            </a:solidFill>
            <a:ln w="5420" cap="flat">
              <a:solidFill>
                <a:srgbClr val="3A7FA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1" name="pg541"/>
            <p:cNvSpPr/>
            <p:nvPr/>
          </p:nvSpPr>
          <p:spPr>
            <a:xfrm>
              <a:off x="5881296" y="287941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80A4">
                <a:alpha val="100000"/>
              </a:srgbClr>
            </a:solidFill>
            <a:ln w="5420" cap="flat">
              <a:solidFill>
                <a:srgbClr val="3A80A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2" name="pg542"/>
            <p:cNvSpPr/>
            <p:nvPr/>
          </p:nvSpPr>
          <p:spPr>
            <a:xfrm>
              <a:off x="5892933" y="287941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80A4">
                <a:alpha val="100000"/>
              </a:srgbClr>
            </a:solidFill>
            <a:ln w="5420" cap="flat">
              <a:solidFill>
                <a:srgbClr val="3A80A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3" name="pg543"/>
            <p:cNvSpPr/>
            <p:nvPr/>
          </p:nvSpPr>
          <p:spPr>
            <a:xfrm>
              <a:off x="5904570" y="287941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81A4">
                <a:alpha val="100000"/>
              </a:srgbClr>
            </a:solidFill>
            <a:ln w="5420" cap="flat">
              <a:solidFill>
                <a:srgbClr val="3981A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4" name="pg544"/>
            <p:cNvSpPr/>
            <p:nvPr/>
          </p:nvSpPr>
          <p:spPr>
            <a:xfrm>
              <a:off x="5916208" y="287941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83A5">
                <a:alpha val="100000"/>
              </a:srgbClr>
            </a:solidFill>
            <a:ln w="5420" cap="flat">
              <a:solidFill>
                <a:srgbClr val="3983A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5" name="pg545"/>
            <p:cNvSpPr/>
            <p:nvPr/>
          </p:nvSpPr>
          <p:spPr>
            <a:xfrm>
              <a:off x="5927845" y="287941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84A5">
                <a:alpha val="100000"/>
              </a:srgbClr>
            </a:solidFill>
            <a:ln w="5420" cap="flat">
              <a:solidFill>
                <a:srgbClr val="3984A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6" name="pg546"/>
            <p:cNvSpPr/>
            <p:nvPr/>
          </p:nvSpPr>
          <p:spPr>
            <a:xfrm>
              <a:off x="5939482" y="287941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85A5">
                <a:alpha val="100000"/>
              </a:srgbClr>
            </a:solidFill>
            <a:ln w="5420" cap="flat">
              <a:solidFill>
                <a:srgbClr val="3985A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7" name="pg547"/>
            <p:cNvSpPr/>
            <p:nvPr/>
          </p:nvSpPr>
          <p:spPr>
            <a:xfrm>
              <a:off x="5951120" y="287941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85A5">
                <a:alpha val="100000"/>
              </a:srgbClr>
            </a:solidFill>
            <a:ln w="5420" cap="flat">
              <a:solidFill>
                <a:srgbClr val="3985A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8" name="pg548"/>
            <p:cNvSpPr/>
            <p:nvPr/>
          </p:nvSpPr>
          <p:spPr>
            <a:xfrm>
              <a:off x="5962757" y="287941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86A5">
                <a:alpha val="100000"/>
              </a:srgbClr>
            </a:solidFill>
            <a:ln w="5420" cap="flat">
              <a:solidFill>
                <a:srgbClr val="3986A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9" name="pg549"/>
            <p:cNvSpPr/>
            <p:nvPr/>
          </p:nvSpPr>
          <p:spPr>
            <a:xfrm>
              <a:off x="5974394" y="287941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887A6">
                <a:alpha val="100000"/>
              </a:srgbClr>
            </a:solidFill>
            <a:ln w="5420" cap="flat">
              <a:solidFill>
                <a:srgbClr val="3887A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0" name="pg550"/>
            <p:cNvSpPr/>
            <p:nvPr/>
          </p:nvSpPr>
          <p:spPr>
            <a:xfrm>
              <a:off x="5986032" y="287941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888A6">
                <a:alpha val="100000"/>
              </a:srgbClr>
            </a:solidFill>
            <a:ln w="5420" cap="flat">
              <a:solidFill>
                <a:srgbClr val="3888A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1" name="pg551"/>
            <p:cNvSpPr/>
            <p:nvPr/>
          </p:nvSpPr>
          <p:spPr>
            <a:xfrm>
              <a:off x="5997669" y="287941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889A6">
                <a:alpha val="100000"/>
              </a:srgbClr>
            </a:solidFill>
            <a:ln w="5420" cap="flat">
              <a:solidFill>
                <a:srgbClr val="3889A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2" name="pg552"/>
            <p:cNvSpPr/>
            <p:nvPr/>
          </p:nvSpPr>
          <p:spPr>
            <a:xfrm>
              <a:off x="6009306" y="287941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88AA6">
                <a:alpha val="100000"/>
              </a:srgbClr>
            </a:solidFill>
            <a:ln w="5420" cap="flat">
              <a:solidFill>
                <a:srgbClr val="388AA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3" name="pg553"/>
            <p:cNvSpPr/>
            <p:nvPr/>
          </p:nvSpPr>
          <p:spPr>
            <a:xfrm>
              <a:off x="6020944" y="287941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88BA7">
                <a:alpha val="100000"/>
              </a:srgbClr>
            </a:solidFill>
            <a:ln w="5420" cap="flat">
              <a:solidFill>
                <a:srgbClr val="388B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4" name="pg554"/>
            <p:cNvSpPr/>
            <p:nvPr/>
          </p:nvSpPr>
          <p:spPr>
            <a:xfrm>
              <a:off x="6032581" y="287941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8EA7">
                <a:alpha val="100000"/>
              </a:srgbClr>
            </a:solidFill>
            <a:ln w="5420" cap="flat">
              <a:solidFill>
                <a:srgbClr val="378E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5" name="pg555"/>
            <p:cNvSpPr/>
            <p:nvPr/>
          </p:nvSpPr>
          <p:spPr>
            <a:xfrm>
              <a:off x="6044218" y="287941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8FA7">
                <a:alpha val="100000"/>
              </a:srgbClr>
            </a:solidFill>
            <a:ln w="5420" cap="flat">
              <a:solidFill>
                <a:srgbClr val="378F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6" name="pg556"/>
            <p:cNvSpPr/>
            <p:nvPr/>
          </p:nvSpPr>
          <p:spPr>
            <a:xfrm>
              <a:off x="6172229" y="287941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89BA9">
                <a:alpha val="100000"/>
              </a:srgbClr>
            </a:solidFill>
            <a:ln w="5420" cap="flat">
              <a:solidFill>
                <a:srgbClr val="389B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7" name="pg557"/>
            <p:cNvSpPr/>
            <p:nvPr/>
          </p:nvSpPr>
          <p:spPr>
            <a:xfrm>
              <a:off x="6183866" y="287941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9BA9">
                <a:alpha val="100000"/>
              </a:srgbClr>
            </a:solidFill>
            <a:ln w="5420" cap="flat">
              <a:solidFill>
                <a:srgbClr val="399B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8" name="pg558"/>
            <p:cNvSpPr/>
            <p:nvPr/>
          </p:nvSpPr>
          <p:spPr>
            <a:xfrm>
              <a:off x="6195504" y="287941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9CA9">
                <a:alpha val="100000"/>
              </a:srgbClr>
            </a:solidFill>
            <a:ln w="5420" cap="flat">
              <a:solidFill>
                <a:srgbClr val="399C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9" name="pg559"/>
            <p:cNvSpPr/>
            <p:nvPr/>
          </p:nvSpPr>
          <p:spPr>
            <a:xfrm>
              <a:off x="6207141" y="287941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9CA9">
                <a:alpha val="100000"/>
              </a:srgbClr>
            </a:solidFill>
            <a:ln w="5420" cap="flat">
              <a:solidFill>
                <a:srgbClr val="399C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0" name="pg560"/>
            <p:cNvSpPr/>
            <p:nvPr/>
          </p:nvSpPr>
          <p:spPr>
            <a:xfrm>
              <a:off x="6218778" y="287941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9CA9">
                <a:alpha val="100000"/>
              </a:srgbClr>
            </a:solidFill>
            <a:ln w="5420" cap="flat">
              <a:solidFill>
                <a:srgbClr val="399C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1" name="pg561"/>
            <p:cNvSpPr/>
            <p:nvPr/>
          </p:nvSpPr>
          <p:spPr>
            <a:xfrm>
              <a:off x="6230416" y="287941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9CA9">
                <a:alpha val="100000"/>
              </a:srgbClr>
            </a:solidFill>
            <a:ln w="5420" cap="flat">
              <a:solidFill>
                <a:srgbClr val="399C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2" name="pg562"/>
            <p:cNvSpPr/>
            <p:nvPr/>
          </p:nvSpPr>
          <p:spPr>
            <a:xfrm>
              <a:off x="5858021" y="289371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DA3">
                <a:alpha val="100000"/>
              </a:srgbClr>
            </a:solidFill>
            <a:ln w="5420" cap="flat">
              <a:solidFill>
                <a:srgbClr val="3A7DA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3" name="pg563"/>
            <p:cNvSpPr/>
            <p:nvPr/>
          </p:nvSpPr>
          <p:spPr>
            <a:xfrm>
              <a:off x="5869658" y="289371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EA4">
                <a:alpha val="100000"/>
              </a:srgbClr>
            </a:solidFill>
            <a:ln w="5420" cap="flat">
              <a:solidFill>
                <a:srgbClr val="3A7EA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4" name="pg564"/>
            <p:cNvSpPr/>
            <p:nvPr/>
          </p:nvSpPr>
          <p:spPr>
            <a:xfrm>
              <a:off x="5881296" y="289371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FA4">
                <a:alpha val="100000"/>
              </a:srgbClr>
            </a:solidFill>
            <a:ln w="5420" cap="flat">
              <a:solidFill>
                <a:srgbClr val="3A7FA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5" name="pg565"/>
            <p:cNvSpPr/>
            <p:nvPr/>
          </p:nvSpPr>
          <p:spPr>
            <a:xfrm>
              <a:off x="5892933" y="289371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FA4">
                <a:alpha val="100000"/>
              </a:srgbClr>
            </a:solidFill>
            <a:ln w="5420" cap="flat">
              <a:solidFill>
                <a:srgbClr val="3A7FA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6" name="pg566"/>
            <p:cNvSpPr/>
            <p:nvPr/>
          </p:nvSpPr>
          <p:spPr>
            <a:xfrm>
              <a:off x="5904570" y="289371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80A4">
                <a:alpha val="100000"/>
              </a:srgbClr>
            </a:solidFill>
            <a:ln w="5420" cap="flat">
              <a:solidFill>
                <a:srgbClr val="3A80A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7" name="pg567"/>
            <p:cNvSpPr/>
            <p:nvPr/>
          </p:nvSpPr>
          <p:spPr>
            <a:xfrm>
              <a:off x="5916208" y="289371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82A5">
                <a:alpha val="100000"/>
              </a:srgbClr>
            </a:solidFill>
            <a:ln w="5420" cap="flat">
              <a:solidFill>
                <a:srgbClr val="3982A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8" name="pg568"/>
            <p:cNvSpPr/>
            <p:nvPr/>
          </p:nvSpPr>
          <p:spPr>
            <a:xfrm>
              <a:off x="5927845" y="289371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83A5">
                <a:alpha val="100000"/>
              </a:srgbClr>
            </a:solidFill>
            <a:ln w="5420" cap="flat">
              <a:solidFill>
                <a:srgbClr val="3983A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9" name="pg569"/>
            <p:cNvSpPr/>
            <p:nvPr/>
          </p:nvSpPr>
          <p:spPr>
            <a:xfrm>
              <a:off x="5939482" y="289371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84A5">
                <a:alpha val="100000"/>
              </a:srgbClr>
            </a:solidFill>
            <a:ln w="5420" cap="flat">
              <a:solidFill>
                <a:srgbClr val="3984A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0" name="pg570"/>
            <p:cNvSpPr/>
            <p:nvPr/>
          </p:nvSpPr>
          <p:spPr>
            <a:xfrm>
              <a:off x="5951120" y="289371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85A5">
                <a:alpha val="100000"/>
              </a:srgbClr>
            </a:solidFill>
            <a:ln w="5420" cap="flat">
              <a:solidFill>
                <a:srgbClr val="3985A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1" name="pg571"/>
            <p:cNvSpPr/>
            <p:nvPr/>
          </p:nvSpPr>
          <p:spPr>
            <a:xfrm>
              <a:off x="5962757" y="289371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86A5">
                <a:alpha val="100000"/>
              </a:srgbClr>
            </a:solidFill>
            <a:ln w="5420" cap="flat">
              <a:solidFill>
                <a:srgbClr val="3986A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2" name="pg572"/>
            <p:cNvSpPr/>
            <p:nvPr/>
          </p:nvSpPr>
          <p:spPr>
            <a:xfrm>
              <a:off x="5974394" y="289371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887A6">
                <a:alpha val="100000"/>
              </a:srgbClr>
            </a:solidFill>
            <a:ln w="5420" cap="flat">
              <a:solidFill>
                <a:srgbClr val="3887A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3" name="pg573"/>
            <p:cNvSpPr/>
            <p:nvPr/>
          </p:nvSpPr>
          <p:spPr>
            <a:xfrm>
              <a:off x="5986032" y="289371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888A6">
                <a:alpha val="100000"/>
              </a:srgbClr>
            </a:solidFill>
            <a:ln w="5420" cap="flat">
              <a:solidFill>
                <a:srgbClr val="3888A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4" name="pg574"/>
            <p:cNvSpPr/>
            <p:nvPr/>
          </p:nvSpPr>
          <p:spPr>
            <a:xfrm>
              <a:off x="5997669" y="289371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889A6">
                <a:alpha val="100000"/>
              </a:srgbClr>
            </a:solidFill>
            <a:ln w="5420" cap="flat">
              <a:solidFill>
                <a:srgbClr val="3889A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5" name="pg575"/>
            <p:cNvSpPr/>
            <p:nvPr/>
          </p:nvSpPr>
          <p:spPr>
            <a:xfrm>
              <a:off x="6009306" y="289371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88AA6">
                <a:alpha val="100000"/>
              </a:srgbClr>
            </a:solidFill>
            <a:ln w="5420" cap="flat">
              <a:solidFill>
                <a:srgbClr val="388AA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6" name="pg576"/>
            <p:cNvSpPr/>
            <p:nvPr/>
          </p:nvSpPr>
          <p:spPr>
            <a:xfrm>
              <a:off x="6160592" y="289371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9BA9">
                <a:alpha val="100000"/>
              </a:srgbClr>
            </a:solidFill>
            <a:ln w="5420" cap="flat">
              <a:solidFill>
                <a:srgbClr val="399B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7" name="pg577"/>
            <p:cNvSpPr/>
            <p:nvPr/>
          </p:nvSpPr>
          <p:spPr>
            <a:xfrm>
              <a:off x="6172229" y="289371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9CA9">
                <a:alpha val="100000"/>
              </a:srgbClr>
            </a:solidFill>
            <a:ln w="5420" cap="flat">
              <a:solidFill>
                <a:srgbClr val="399C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8" name="pg578"/>
            <p:cNvSpPr/>
            <p:nvPr/>
          </p:nvSpPr>
          <p:spPr>
            <a:xfrm>
              <a:off x="6183866" y="289371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9CA9">
                <a:alpha val="100000"/>
              </a:srgbClr>
            </a:solidFill>
            <a:ln w="5420" cap="flat">
              <a:solidFill>
                <a:srgbClr val="3A9C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9" name="pg579"/>
            <p:cNvSpPr/>
            <p:nvPr/>
          </p:nvSpPr>
          <p:spPr>
            <a:xfrm>
              <a:off x="6195504" y="289371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9DA9">
                <a:alpha val="100000"/>
              </a:srgbClr>
            </a:solidFill>
            <a:ln w="5420" cap="flat">
              <a:solidFill>
                <a:srgbClr val="3A9D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0" name="pg580"/>
            <p:cNvSpPr/>
            <p:nvPr/>
          </p:nvSpPr>
          <p:spPr>
            <a:xfrm>
              <a:off x="6207141" y="289371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9DA9">
                <a:alpha val="100000"/>
              </a:srgbClr>
            </a:solidFill>
            <a:ln w="5420" cap="flat">
              <a:solidFill>
                <a:srgbClr val="3A9D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1" name="pg581"/>
            <p:cNvSpPr/>
            <p:nvPr/>
          </p:nvSpPr>
          <p:spPr>
            <a:xfrm>
              <a:off x="6218778" y="289371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9DA9">
                <a:alpha val="100000"/>
              </a:srgbClr>
            </a:solidFill>
            <a:ln w="5420" cap="flat">
              <a:solidFill>
                <a:srgbClr val="3A9D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2" name="pg582"/>
            <p:cNvSpPr/>
            <p:nvPr/>
          </p:nvSpPr>
          <p:spPr>
            <a:xfrm>
              <a:off x="5799834" y="290801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EA4">
                <a:alpha val="100000"/>
              </a:srgbClr>
            </a:solidFill>
            <a:ln w="5420" cap="flat">
              <a:solidFill>
                <a:srgbClr val="3A7EA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3" name="pg583"/>
            <p:cNvSpPr/>
            <p:nvPr/>
          </p:nvSpPr>
          <p:spPr>
            <a:xfrm>
              <a:off x="5811472" y="290801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CA3">
                <a:alpha val="100000"/>
              </a:srgbClr>
            </a:solidFill>
            <a:ln w="5420" cap="flat">
              <a:solidFill>
                <a:srgbClr val="3A7CA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4" name="pg584"/>
            <p:cNvSpPr/>
            <p:nvPr/>
          </p:nvSpPr>
          <p:spPr>
            <a:xfrm>
              <a:off x="5823109" y="290801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AA3">
                <a:alpha val="100000"/>
              </a:srgbClr>
            </a:solidFill>
            <a:ln w="5420" cap="flat">
              <a:solidFill>
                <a:srgbClr val="3A7AA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5" name="pg585"/>
            <p:cNvSpPr/>
            <p:nvPr/>
          </p:nvSpPr>
          <p:spPr>
            <a:xfrm>
              <a:off x="5834746" y="290801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9A3">
                <a:alpha val="100000"/>
              </a:srgbClr>
            </a:solidFill>
            <a:ln w="5420" cap="flat">
              <a:solidFill>
                <a:srgbClr val="3A79A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6" name="pg586"/>
            <p:cNvSpPr/>
            <p:nvPr/>
          </p:nvSpPr>
          <p:spPr>
            <a:xfrm>
              <a:off x="5846384" y="290801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AA3">
                <a:alpha val="100000"/>
              </a:srgbClr>
            </a:solidFill>
            <a:ln w="5420" cap="flat">
              <a:solidFill>
                <a:srgbClr val="3A7AA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7" name="pg587"/>
            <p:cNvSpPr/>
            <p:nvPr/>
          </p:nvSpPr>
          <p:spPr>
            <a:xfrm>
              <a:off x="5858021" y="290801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BA3">
                <a:alpha val="100000"/>
              </a:srgbClr>
            </a:solidFill>
            <a:ln w="5420" cap="flat">
              <a:solidFill>
                <a:srgbClr val="3A7BA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8" name="pg588"/>
            <p:cNvSpPr/>
            <p:nvPr/>
          </p:nvSpPr>
          <p:spPr>
            <a:xfrm>
              <a:off x="5869658" y="290801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CA3">
                <a:alpha val="100000"/>
              </a:srgbClr>
            </a:solidFill>
            <a:ln w="5420" cap="flat">
              <a:solidFill>
                <a:srgbClr val="3A7CA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9" name="pg589"/>
            <p:cNvSpPr/>
            <p:nvPr/>
          </p:nvSpPr>
          <p:spPr>
            <a:xfrm>
              <a:off x="5881296" y="290801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EA4">
                <a:alpha val="100000"/>
              </a:srgbClr>
            </a:solidFill>
            <a:ln w="5420" cap="flat">
              <a:solidFill>
                <a:srgbClr val="3A7EA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0" name="pg590"/>
            <p:cNvSpPr/>
            <p:nvPr/>
          </p:nvSpPr>
          <p:spPr>
            <a:xfrm>
              <a:off x="5892933" y="290801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FA4">
                <a:alpha val="100000"/>
              </a:srgbClr>
            </a:solidFill>
            <a:ln w="5420" cap="flat">
              <a:solidFill>
                <a:srgbClr val="3A7FA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1" name="pg591"/>
            <p:cNvSpPr/>
            <p:nvPr/>
          </p:nvSpPr>
          <p:spPr>
            <a:xfrm>
              <a:off x="5904570" y="290801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80A4">
                <a:alpha val="100000"/>
              </a:srgbClr>
            </a:solidFill>
            <a:ln w="5420" cap="flat">
              <a:solidFill>
                <a:srgbClr val="3A80A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2" name="pg592"/>
            <p:cNvSpPr/>
            <p:nvPr/>
          </p:nvSpPr>
          <p:spPr>
            <a:xfrm>
              <a:off x="5916208" y="290801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82A5">
                <a:alpha val="100000"/>
              </a:srgbClr>
            </a:solidFill>
            <a:ln w="5420" cap="flat">
              <a:solidFill>
                <a:srgbClr val="3982A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3" name="pg593"/>
            <p:cNvSpPr/>
            <p:nvPr/>
          </p:nvSpPr>
          <p:spPr>
            <a:xfrm>
              <a:off x="5927845" y="290801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83A5">
                <a:alpha val="100000"/>
              </a:srgbClr>
            </a:solidFill>
            <a:ln w="5420" cap="flat">
              <a:solidFill>
                <a:srgbClr val="3983A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4" name="pg594"/>
            <p:cNvSpPr/>
            <p:nvPr/>
          </p:nvSpPr>
          <p:spPr>
            <a:xfrm>
              <a:off x="5939482" y="290801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84A5">
                <a:alpha val="100000"/>
              </a:srgbClr>
            </a:solidFill>
            <a:ln w="5420" cap="flat">
              <a:solidFill>
                <a:srgbClr val="3984A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5" name="pg595"/>
            <p:cNvSpPr/>
            <p:nvPr/>
          </p:nvSpPr>
          <p:spPr>
            <a:xfrm>
              <a:off x="5951120" y="290801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85A5">
                <a:alpha val="100000"/>
              </a:srgbClr>
            </a:solidFill>
            <a:ln w="5420" cap="flat">
              <a:solidFill>
                <a:srgbClr val="3985A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6" name="pg596"/>
            <p:cNvSpPr/>
            <p:nvPr/>
          </p:nvSpPr>
          <p:spPr>
            <a:xfrm>
              <a:off x="5974394" y="290801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887A6">
                <a:alpha val="100000"/>
              </a:srgbClr>
            </a:solidFill>
            <a:ln w="5420" cap="flat">
              <a:solidFill>
                <a:srgbClr val="3887A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7" name="pg597"/>
            <p:cNvSpPr/>
            <p:nvPr/>
          </p:nvSpPr>
          <p:spPr>
            <a:xfrm>
              <a:off x="5986032" y="290801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888A6">
                <a:alpha val="100000"/>
              </a:srgbClr>
            </a:solidFill>
            <a:ln w="5420" cap="flat">
              <a:solidFill>
                <a:srgbClr val="3888A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8" name="pg598"/>
            <p:cNvSpPr/>
            <p:nvPr/>
          </p:nvSpPr>
          <p:spPr>
            <a:xfrm>
              <a:off x="5997669" y="290801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889A6">
                <a:alpha val="100000"/>
              </a:srgbClr>
            </a:solidFill>
            <a:ln w="5420" cap="flat">
              <a:solidFill>
                <a:srgbClr val="3889A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9" name="pg599"/>
            <p:cNvSpPr/>
            <p:nvPr/>
          </p:nvSpPr>
          <p:spPr>
            <a:xfrm>
              <a:off x="6160592" y="290801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9CA9">
                <a:alpha val="100000"/>
              </a:srgbClr>
            </a:solidFill>
            <a:ln w="5420" cap="flat">
              <a:solidFill>
                <a:srgbClr val="3A9C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0" name="pg600"/>
            <p:cNvSpPr/>
            <p:nvPr/>
          </p:nvSpPr>
          <p:spPr>
            <a:xfrm>
              <a:off x="6172229" y="290801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9DA9">
                <a:alpha val="100000"/>
              </a:srgbClr>
            </a:solidFill>
            <a:ln w="5420" cap="flat">
              <a:solidFill>
                <a:srgbClr val="3A9D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1" name="pg601"/>
            <p:cNvSpPr/>
            <p:nvPr/>
          </p:nvSpPr>
          <p:spPr>
            <a:xfrm>
              <a:off x="6183866" y="290801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9DA9">
                <a:alpha val="100000"/>
              </a:srgbClr>
            </a:solidFill>
            <a:ln w="5420" cap="flat">
              <a:solidFill>
                <a:srgbClr val="3B9D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2" name="pg602"/>
            <p:cNvSpPr/>
            <p:nvPr/>
          </p:nvSpPr>
          <p:spPr>
            <a:xfrm>
              <a:off x="6195504" y="290801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9EAA">
                <a:alpha val="100000"/>
              </a:srgbClr>
            </a:solidFill>
            <a:ln w="5420" cap="flat">
              <a:solidFill>
                <a:srgbClr val="3B9E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3" name="pg603"/>
            <p:cNvSpPr/>
            <p:nvPr/>
          </p:nvSpPr>
          <p:spPr>
            <a:xfrm>
              <a:off x="6207141" y="290801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9EAA">
                <a:alpha val="100000"/>
              </a:srgbClr>
            </a:solidFill>
            <a:ln w="5420" cap="flat">
              <a:solidFill>
                <a:srgbClr val="3B9E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4" name="pg604"/>
            <p:cNvSpPr/>
            <p:nvPr/>
          </p:nvSpPr>
          <p:spPr>
            <a:xfrm>
              <a:off x="5764922" y="292232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889A6">
                <a:alpha val="100000"/>
              </a:srgbClr>
            </a:solidFill>
            <a:ln w="5420" cap="flat">
              <a:solidFill>
                <a:srgbClr val="3889A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5" name="pg605"/>
            <p:cNvSpPr/>
            <p:nvPr/>
          </p:nvSpPr>
          <p:spPr>
            <a:xfrm>
              <a:off x="5776560" y="292232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888A6">
                <a:alpha val="100000"/>
              </a:srgbClr>
            </a:solidFill>
            <a:ln w="5420" cap="flat">
              <a:solidFill>
                <a:srgbClr val="3888A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6" name="pg606"/>
            <p:cNvSpPr/>
            <p:nvPr/>
          </p:nvSpPr>
          <p:spPr>
            <a:xfrm>
              <a:off x="5788197" y="292232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86A5">
                <a:alpha val="100000"/>
              </a:srgbClr>
            </a:solidFill>
            <a:ln w="5420" cap="flat">
              <a:solidFill>
                <a:srgbClr val="3986A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7" name="pg607"/>
            <p:cNvSpPr/>
            <p:nvPr/>
          </p:nvSpPr>
          <p:spPr>
            <a:xfrm>
              <a:off x="5799834" y="292232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EA4">
                <a:alpha val="100000"/>
              </a:srgbClr>
            </a:solidFill>
            <a:ln w="5420" cap="flat">
              <a:solidFill>
                <a:srgbClr val="3A7EA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8" name="pg608"/>
            <p:cNvSpPr/>
            <p:nvPr/>
          </p:nvSpPr>
          <p:spPr>
            <a:xfrm>
              <a:off x="5811472" y="292232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AA3">
                <a:alpha val="100000"/>
              </a:srgbClr>
            </a:solidFill>
            <a:ln w="5420" cap="flat">
              <a:solidFill>
                <a:srgbClr val="3A7AA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9" name="pg609"/>
            <p:cNvSpPr/>
            <p:nvPr/>
          </p:nvSpPr>
          <p:spPr>
            <a:xfrm>
              <a:off x="5823109" y="292232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7A2">
                <a:alpha val="100000"/>
              </a:srgbClr>
            </a:solidFill>
            <a:ln w="5420" cap="flat">
              <a:solidFill>
                <a:srgbClr val="3A77A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0" name="pg610"/>
            <p:cNvSpPr/>
            <p:nvPr/>
          </p:nvSpPr>
          <p:spPr>
            <a:xfrm>
              <a:off x="5834746" y="292232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7A2">
                <a:alpha val="100000"/>
              </a:srgbClr>
            </a:solidFill>
            <a:ln w="5420" cap="flat">
              <a:solidFill>
                <a:srgbClr val="3A77A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1" name="pg611"/>
            <p:cNvSpPr/>
            <p:nvPr/>
          </p:nvSpPr>
          <p:spPr>
            <a:xfrm>
              <a:off x="5846384" y="292232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8A2">
                <a:alpha val="100000"/>
              </a:srgbClr>
            </a:solidFill>
            <a:ln w="5420" cap="flat">
              <a:solidFill>
                <a:srgbClr val="3A78A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2" name="pg612"/>
            <p:cNvSpPr/>
            <p:nvPr/>
          </p:nvSpPr>
          <p:spPr>
            <a:xfrm>
              <a:off x="5858021" y="292232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AA3">
                <a:alpha val="100000"/>
              </a:srgbClr>
            </a:solidFill>
            <a:ln w="5420" cap="flat">
              <a:solidFill>
                <a:srgbClr val="3A7AA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3" name="pg613"/>
            <p:cNvSpPr/>
            <p:nvPr/>
          </p:nvSpPr>
          <p:spPr>
            <a:xfrm>
              <a:off x="5869658" y="292232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CA3">
                <a:alpha val="100000"/>
              </a:srgbClr>
            </a:solidFill>
            <a:ln w="5420" cap="flat">
              <a:solidFill>
                <a:srgbClr val="3A7CA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4" name="pg614"/>
            <p:cNvSpPr/>
            <p:nvPr/>
          </p:nvSpPr>
          <p:spPr>
            <a:xfrm>
              <a:off x="5881296" y="292232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DA3">
                <a:alpha val="100000"/>
              </a:srgbClr>
            </a:solidFill>
            <a:ln w="5420" cap="flat">
              <a:solidFill>
                <a:srgbClr val="3A7DA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5" name="pg615"/>
            <p:cNvSpPr/>
            <p:nvPr/>
          </p:nvSpPr>
          <p:spPr>
            <a:xfrm>
              <a:off x="5892933" y="292232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FA4">
                <a:alpha val="100000"/>
              </a:srgbClr>
            </a:solidFill>
            <a:ln w="5420" cap="flat">
              <a:solidFill>
                <a:srgbClr val="3A7FA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6" name="pg616"/>
            <p:cNvSpPr/>
            <p:nvPr/>
          </p:nvSpPr>
          <p:spPr>
            <a:xfrm>
              <a:off x="5904570" y="292232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80A4">
                <a:alpha val="100000"/>
              </a:srgbClr>
            </a:solidFill>
            <a:ln w="5420" cap="flat">
              <a:solidFill>
                <a:srgbClr val="3A80A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7" name="pg617"/>
            <p:cNvSpPr/>
            <p:nvPr/>
          </p:nvSpPr>
          <p:spPr>
            <a:xfrm>
              <a:off x="5927845" y="292232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83A5">
                <a:alpha val="100000"/>
              </a:srgbClr>
            </a:solidFill>
            <a:ln w="5420" cap="flat">
              <a:solidFill>
                <a:srgbClr val="3983A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8" name="pg618"/>
            <p:cNvSpPr/>
            <p:nvPr/>
          </p:nvSpPr>
          <p:spPr>
            <a:xfrm>
              <a:off x="5939482" y="292232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84A5">
                <a:alpha val="100000"/>
              </a:srgbClr>
            </a:solidFill>
            <a:ln w="5420" cap="flat">
              <a:solidFill>
                <a:srgbClr val="3984A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9" name="pg619"/>
            <p:cNvSpPr/>
            <p:nvPr/>
          </p:nvSpPr>
          <p:spPr>
            <a:xfrm>
              <a:off x="6160592" y="292232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9DA9">
                <a:alpha val="100000"/>
              </a:srgbClr>
            </a:solidFill>
            <a:ln w="5420" cap="flat">
              <a:solidFill>
                <a:srgbClr val="3A9D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0" name="pg620"/>
            <p:cNvSpPr/>
            <p:nvPr/>
          </p:nvSpPr>
          <p:spPr>
            <a:xfrm>
              <a:off x="6172229" y="292232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9EAA">
                <a:alpha val="100000"/>
              </a:srgbClr>
            </a:solidFill>
            <a:ln w="5420" cap="flat">
              <a:solidFill>
                <a:srgbClr val="3B9E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1" name="pg621"/>
            <p:cNvSpPr/>
            <p:nvPr/>
          </p:nvSpPr>
          <p:spPr>
            <a:xfrm>
              <a:off x="6183866" y="292232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9EAA">
                <a:alpha val="100000"/>
              </a:srgbClr>
            </a:solidFill>
            <a:ln w="5420" cap="flat">
              <a:solidFill>
                <a:srgbClr val="3C9E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2" name="pg622"/>
            <p:cNvSpPr/>
            <p:nvPr/>
          </p:nvSpPr>
          <p:spPr>
            <a:xfrm>
              <a:off x="6195504" y="292232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9EAA">
                <a:alpha val="100000"/>
              </a:srgbClr>
            </a:solidFill>
            <a:ln w="5420" cap="flat">
              <a:solidFill>
                <a:srgbClr val="3C9E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3" name="pg623"/>
            <p:cNvSpPr/>
            <p:nvPr/>
          </p:nvSpPr>
          <p:spPr>
            <a:xfrm>
              <a:off x="6207141" y="292232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9FAA">
                <a:alpha val="100000"/>
              </a:srgbClr>
            </a:solidFill>
            <a:ln w="5420" cap="flat">
              <a:solidFill>
                <a:srgbClr val="3C9F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4" name="pg624"/>
            <p:cNvSpPr/>
            <p:nvPr/>
          </p:nvSpPr>
          <p:spPr>
            <a:xfrm>
              <a:off x="5753285" y="293662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88BA6">
                <a:alpha val="100000"/>
              </a:srgbClr>
            </a:solidFill>
            <a:ln w="5420" cap="flat">
              <a:solidFill>
                <a:srgbClr val="388BA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5" name="pg625"/>
            <p:cNvSpPr/>
            <p:nvPr/>
          </p:nvSpPr>
          <p:spPr>
            <a:xfrm>
              <a:off x="5764922" y="293662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8CA7">
                <a:alpha val="100000"/>
              </a:srgbClr>
            </a:solidFill>
            <a:ln w="5420" cap="flat">
              <a:solidFill>
                <a:srgbClr val="378C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6" name="pg626"/>
            <p:cNvSpPr/>
            <p:nvPr/>
          </p:nvSpPr>
          <p:spPr>
            <a:xfrm>
              <a:off x="5776560" y="293662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8DA7">
                <a:alpha val="100000"/>
              </a:srgbClr>
            </a:solidFill>
            <a:ln w="5420" cap="flat">
              <a:solidFill>
                <a:srgbClr val="378D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7" name="pg627"/>
            <p:cNvSpPr/>
            <p:nvPr/>
          </p:nvSpPr>
          <p:spPr>
            <a:xfrm>
              <a:off x="5788197" y="293662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8FA7">
                <a:alpha val="100000"/>
              </a:srgbClr>
            </a:solidFill>
            <a:ln w="5420" cap="flat">
              <a:solidFill>
                <a:srgbClr val="378F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8" name="pg628"/>
            <p:cNvSpPr/>
            <p:nvPr/>
          </p:nvSpPr>
          <p:spPr>
            <a:xfrm>
              <a:off x="5799834" y="293662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889A6">
                <a:alpha val="100000"/>
              </a:srgbClr>
            </a:solidFill>
            <a:ln w="5420" cap="flat">
              <a:solidFill>
                <a:srgbClr val="3889A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9" name="pg629"/>
            <p:cNvSpPr/>
            <p:nvPr/>
          </p:nvSpPr>
          <p:spPr>
            <a:xfrm>
              <a:off x="5811472" y="293662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81A4">
                <a:alpha val="100000"/>
              </a:srgbClr>
            </a:solidFill>
            <a:ln w="5420" cap="flat">
              <a:solidFill>
                <a:srgbClr val="3981A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0" name="pg630"/>
            <p:cNvSpPr/>
            <p:nvPr/>
          </p:nvSpPr>
          <p:spPr>
            <a:xfrm>
              <a:off x="5823109" y="293662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CA3">
                <a:alpha val="100000"/>
              </a:srgbClr>
            </a:solidFill>
            <a:ln w="5420" cap="flat">
              <a:solidFill>
                <a:srgbClr val="3A7CA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1" name="pg631"/>
            <p:cNvSpPr/>
            <p:nvPr/>
          </p:nvSpPr>
          <p:spPr>
            <a:xfrm>
              <a:off x="5834746" y="293662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AA3">
                <a:alpha val="100000"/>
              </a:srgbClr>
            </a:solidFill>
            <a:ln w="5420" cap="flat">
              <a:solidFill>
                <a:srgbClr val="3A7AA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2" name="pg632"/>
            <p:cNvSpPr/>
            <p:nvPr/>
          </p:nvSpPr>
          <p:spPr>
            <a:xfrm>
              <a:off x="5846384" y="293662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BA3">
                <a:alpha val="100000"/>
              </a:srgbClr>
            </a:solidFill>
            <a:ln w="5420" cap="flat">
              <a:solidFill>
                <a:srgbClr val="3A7BA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3" name="pg633"/>
            <p:cNvSpPr/>
            <p:nvPr/>
          </p:nvSpPr>
          <p:spPr>
            <a:xfrm>
              <a:off x="5858021" y="293662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CA3">
                <a:alpha val="100000"/>
              </a:srgbClr>
            </a:solidFill>
            <a:ln w="5420" cap="flat">
              <a:solidFill>
                <a:srgbClr val="3A7CA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4" name="pg634"/>
            <p:cNvSpPr/>
            <p:nvPr/>
          </p:nvSpPr>
          <p:spPr>
            <a:xfrm>
              <a:off x="5869658" y="293662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DA3">
                <a:alpha val="100000"/>
              </a:srgbClr>
            </a:solidFill>
            <a:ln w="5420" cap="flat">
              <a:solidFill>
                <a:srgbClr val="3A7DA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5" name="pg635"/>
            <p:cNvSpPr/>
            <p:nvPr/>
          </p:nvSpPr>
          <p:spPr>
            <a:xfrm>
              <a:off x="5881296" y="293662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EA4">
                <a:alpha val="100000"/>
              </a:srgbClr>
            </a:solidFill>
            <a:ln w="5420" cap="flat">
              <a:solidFill>
                <a:srgbClr val="3A7EA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6" name="pg636"/>
            <p:cNvSpPr/>
            <p:nvPr/>
          </p:nvSpPr>
          <p:spPr>
            <a:xfrm>
              <a:off x="5892933" y="293662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FA4">
                <a:alpha val="100000"/>
              </a:srgbClr>
            </a:solidFill>
            <a:ln w="5420" cap="flat">
              <a:solidFill>
                <a:srgbClr val="3A7FA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7" name="pg637"/>
            <p:cNvSpPr/>
            <p:nvPr/>
          </p:nvSpPr>
          <p:spPr>
            <a:xfrm>
              <a:off x="6160592" y="293662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9EAA">
                <a:alpha val="100000"/>
              </a:srgbClr>
            </a:solidFill>
            <a:ln w="5420" cap="flat">
              <a:solidFill>
                <a:srgbClr val="3B9E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8" name="pg638"/>
            <p:cNvSpPr/>
            <p:nvPr/>
          </p:nvSpPr>
          <p:spPr>
            <a:xfrm>
              <a:off x="6172229" y="293662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9FAA">
                <a:alpha val="100000"/>
              </a:srgbClr>
            </a:solidFill>
            <a:ln w="5420" cap="flat">
              <a:solidFill>
                <a:srgbClr val="3C9F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9" name="pg639"/>
            <p:cNvSpPr/>
            <p:nvPr/>
          </p:nvSpPr>
          <p:spPr>
            <a:xfrm>
              <a:off x="6183866" y="293662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D9FAA">
                <a:alpha val="100000"/>
              </a:srgbClr>
            </a:solidFill>
            <a:ln w="5420" cap="flat">
              <a:solidFill>
                <a:srgbClr val="3D9F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0" name="pg640"/>
            <p:cNvSpPr/>
            <p:nvPr/>
          </p:nvSpPr>
          <p:spPr>
            <a:xfrm>
              <a:off x="6195504" y="293662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D9FAA">
                <a:alpha val="100000"/>
              </a:srgbClr>
            </a:solidFill>
            <a:ln w="5420" cap="flat">
              <a:solidFill>
                <a:srgbClr val="3D9F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1" name="pg641"/>
            <p:cNvSpPr/>
            <p:nvPr/>
          </p:nvSpPr>
          <p:spPr>
            <a:xfrm>
              <a:off x="6207141" y="293662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DA0AA">
                <a:alpha val="100000"/>
              </a:srgbClr>
            </a:solidFill>
            <a:ln w="5420" cap="flat">
              <a:solidFill>
                <a:srgbClr val="3DA0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2" name="pg642"/>
            <p:cNvSpPr/>
            <p:nvPr/>
          </p:nvSpPr>
          <p:spPr>
            <a:xfrm>
              <a:off x="6218778" y="293662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DA0AA">
                <a:alpha val="100000"/>
              </a:srgbClr>
            </a:solidFill>
            <a:ln w="5420" cap="flat">
              <a:solidFill>
                <a:srgbClr val="3DA0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3" name="pg643"/>
            <p:cNvSpPr/>
            <p:nvPr/>
          </p:nvSpPr>
          <p:spPr>
            <a:xfrm>
              <a:off x="6230416" y="293662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DA0AA">
                <a:alpha val="100000"/>
              </a:srgbClr>
            </a:solidFill>
            <a:ln w="5420" cap="flat">
              <a:solidFill>
                <a:srgbClr val="3DA0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4" name="pg644"/>
            <p:cNvSpPr/>
            <p:nvPr/>
          </p:nvSpPr>
          <p:spPr>
            <a:xfrm>
              <a:off x="6276965" y="293662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9EAA">
                <a:alpha val="100000"/>
              </a:srgbClr>
            </a:solidFill>
            <a:ln w="5420" cap="flat">
              <a:solidFill>
                <a:srgbClr val="3B9E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5" name="pg645"/>
            <p:cNvSpPr/>
            <p:nvPr/>
          </p:nvSpPr>
          <p:spPr>
            <a:xfrm>
              <a:off x="6288602" y="293662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9DA9">
                <a:alpha val="100000"/>
              </a:srgbClr>
            </a:solidFill>
            <a:ln w="5420" cap="flat">
              <a:solidFill>
                <a:srgbClr val="3B9D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6" name="pg646"/>
            <p:cNvSpPr/>
            <p:nvPr/>
          </p:nvSpPr>
          <p:spPr>
            <a:xfrm>
              <a:off x="6300240" y="293662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9DA9">
                <a:alpha val="100000"/>
              </a:srgbClr>
            </a:solidFill>
            <a:ln w="5420" cap="flat">
              <a:solidFill>
                <a:srgbClr val="3A9D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7" name="pg647"/>
            <p:cNvSpPr/>
            <p:nvPr/>
          </p:nvSpPr>
          <p:spPr>
            <a:xfrm>
              <a:off x="6311877" y="293662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9CA9">
                <a:alpha val="100000"/>
              </a:srgbClr>
            </a:solidFill>
            <a:ln w="5420" cap="flat">
              <a:solidFill>
                <a:srgbClr val="399C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8" name="pg648"/>
            <p:cNvSpPr/>
            <p:nvPr/>
          </p:nvSpPr>
          <p:spPr>
            <a:xfrm>
              <a:off x="6323514" y="293662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9CA9">
                <a:alpha val="100000"/>
              </a:srgbClr>
            </a:solidFill>
            <a:ln w="5420" cap="flat">
              <a:solidFill>
                <a:srgbClr val="399C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9" name="pg649"/>
            <p:cNvSpPr/>
            <p:nvPr/>
          </p:nvSpPr>
          <p:spPr>
            <a:xfrm>
              <a:off x="5741648" y="295092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88AA6">
                <a:alpha val="100000"/>
              </a:srgbClr>
            </a:solidFill>
            <a:ln w="5420" cap="flat">
              <a:solidFill>
                <a:srgbClr val="388AA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0" name="pg650"/>
            <p:cNvSpPr/>
            <p:nvPr/>
          </p:nvSpPr>
          <p:spPr>
            <a:xfrm>
              <a:off x="5753285" y="295092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88BA7">
                <a:alpha val="100000"/>
              </a:srgbClr>
            </a:solidFill>
            <a:ln w="5420" cap="flat">
              <a:solidFill>
                <a:srgbClr val="388B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1" name="pg651"/>
            <p:cNvSpPr/>
            <p:nvPr/>
          </p:nvSpPr>
          <p:spPr>
            <a:xfrm>
              <a:off x="5764922" y="295092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8DA7">
                <a:alpha val="100000"/>
              </a:srgbClr>
            </a:solidFill>
            <a:ln w="5420" cap="flat">
              <a:solidFill>
                <a:srgbClr val="378D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2" name="pg652"/>
            <p:cNvSpPr/>
            <p:nvPr/>
          </p:nvSpPr>
          <p:spPr>
            <a:xfrm>
              <a:off x="5776560" y="295092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8EA7">
                <a:alpha val="100000"/>
              </a:srgbClr>
            </a:solidFill>
            <a:ln w="5420" cap="flat">
              <a:solidFill>
                <a:srgbClr val="378E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3" name="pg653"/>
            <p:cNvSpPr/>
            <p:nvPr/>
          </p:nvSpPr>
          <p:spPr>
            <a:xfrm>
              <a:off x="5788197" y="295092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690A7">
                <a:alpha val="100000"/>
              </a:srgbClr>
            </a:solidFill>
            <a:ln w="5420" cap="flat">
              <a:solidFill>
                <a:srgbClr val="3690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4" name="pg654"/>
            <p:cNvSpPr/>
            <p:nvPr/>
          </p:nvSpPr>
          <p:spPr>
            <a:xfrm>
              <a:off x="5799834" y="295092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8CA7">
                <a:alpha val="100000"/>
              </a:srgbClr>
            </a:solidFill>
            <a:ln w="5420" cap="flat">
              <a:solidFill>
                <a:srgbClr val="378C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5" name="pg655"/>
            <p:cNvSpPr/>
            <p:nvPr/>
          </p:nvSpPr>
          <p:spPr>
            <a:xfrm>
              <a:off x="5811472" y="295092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87A6">
                <a:alpha val="100000"/>
              </a:srgbClr>
            </a:solidFill>
            <a:ln w="5420" cap="flat">
              <a:solidFill>
                <a:srgbClr val="3987A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6" name="pg656"/>
            <p:cNvSpPr/>
            <p:nvPr/>
          </p:nvSpPr>
          <p:spPr>
            <a:xfrm>
              <a:off x="5823109" y="295092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82A5">
                <a:alpha val="100000"/>
              </a:srgbClr>
            </a:solidFill>
            <a:ln w="5420" cap="flat">
              <a:solidFill>
                <a:srgbClr val="3982A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7" name="pg657"/>
            <p:cNvSpPr/>
            <p:nvPr/>
          </p:nvSpPr>
          <p:spPr>
            <a:xfrm>
              <a:off x="5834746" y="295092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FA4">
                <a:alpha val="100000"/>
              </a:srgbClr>
            </a:solidFill>
            <a:ln w="5420" cap="flat">
              <a:solidFill>
                <a:srgbClr val="3A7FA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8" name="pg658"/>
            <p:cNvSpPr/>
            <p:nvPr/>
          </p:nvSpPr>
          <p:spPr>
            <a:xfrm>
              <a:off x="5846384" y="295092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EA4">
                <a:alpha val="100000"/>
              </a:srgbClr>
            </a:solidFill>
            <a:ln w="5420" cap="flat">
              <a:solidFill>
                <a:srgbClr val="3A7EA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9" name="pg659"/>
            <p:cNvSpPr/>
            <p:nvPr/>
          </p:nvSpPr>
          <p:spPr>
            <a:xfrm>
              <a:off x="5858021" y="295092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FA4">
                <a:alpha val="100000"/>
              </a:srgbClr>
            </a:solidFill>
            <a:ln w="5420" cap="flat">
              <a:solidFill>
                <a:srgbClr val="3A7FA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0" name="pg660"/>
            <p:cNvSpPr/>
            <p:nvPr/>
          </p:nvSpPr>
          <p:spPr>
            <a:xfrm>
              <a:off x="5869658" y="295092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FA4">
                <a:alpha val="100000"/>
              </a:srgbClr>
            </a:solidFill>
            <a:ln w="5420" cap="flat">
              <a:solidFill>
                <a:srgbClr val="3A7FA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1" name="pg661"/>
            <p:cNvSpPr/>
            <p:nvPr/>
          </p:nvSpPr>
          <p:spPr>
            <a:xfrm>
              <a:off x="5881296" y="295092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80A4">
                <a:alpha val="100000"/>
              </a:srgbClr>
            </a:solidFill>
            <a:ln w="5420" cap="flat">
              <a:solidFill>
                <a:srgbClr val="3A80A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2" name="pg662"/>
            <p:cNvSpPr/>
            <p:nvPr/>
          </p:nvSpPr>
          <p:spPr>
            <a:xfrm>
              <a:off x="6172229" y="295092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9FAA">
                <a:alpha val="100000"/>
              </a:srgbClr>
            </a:solidFill>
            <a:ln w="5420" cap="flat">
              <a:solidFill>
                <a:srgbClr val="3C9F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3" name="pg663"/>
            <p:cNvSpPr/>
            <p:nvPr/>
          </p:nvSpPr>
          <p:spPr>
            <a:xfrm>
              <a:off x="6183866" y="295092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D9FAA">
                <a:alpha val="100000"/>
              </a:srgbClr>
            </a:solidFill>
            <a:ln w="5420" cap="flat">
              <a:solidFill>
                <a:srgbClr val="3D9F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4" name="pg664"/>
            <p:cNvSpPr/>
            <p:nvPr/>
          </p:nvSpPr>
          <p:spPr>
            <a:xfrm>
              <a:off x="6195504" y="295092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DA0AA">
                <a:alpha val="100000"/>
              </a:srgbClr>
            </a:solidFill>
            <a:ln w="5420" cap="flat">
              <a:solidFill>
                <a:srgbClr val="3DA0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5" name="pg665"/>
            <p:cNvSpPr/>
            <p:nvPr/>
          </p:nvSpPr>
          <p:spPr>
            <a:xfrm>
              <a:off x="6207141" y="295092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DA0AA">
                <a:alpha val="100000"/>
              </a:srgbClr>
            </a:solidFill>
            <a:ln w="5420" cap="flat">
              <a:solidFill>
                <a:srgbClr val="3DA0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6" name="pg666"/>
            <p:cNvSpPr/>
            <p:nvPr/>
          </p:nvSpPr>
          <p:spPr>
            <a:xfrm>
              <a:off x="6218778" y="295092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DA0AA">
                <a:alpha val="100000"/>
              </a:srgbClr>
            </a:solidFill>
            <a:ln w="5420" cap="flat">
              <a:solidFill>
                <a:srgbClr val="3DA0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7" name="pg667"/>
            <p:cNvSpPr/>
            <p:nvPr/>
          </p:nvSpPr>
          <p:spPr>
            <a:xfrm>
              <a:off x="6230416" y="295092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DA0AA">
                <a:alpha val="100000"/>
              </a:srgbClr>
            </a:solidFill>
            <a:ln w="5420" cap="flat">
              <a:solidFill>
                <a:srgbClr val="3DA0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8" name="pg668"/>
            <p:cNvSpPr/>
            <p:nvPr/>
          </p:nvSpPr>
          <p:spPr>
            <a:xfrm>
              <a:off x="6242053" y="295092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D9FAA">
                <a:alpha val="100000"/>
              </a:srgbClr>
            </a:solidFill>
            <a:ln w="5420" cap="flat">
              <a:solidFill>
                <a:srgbClr val="3D9F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9" name="pg669"/>
            <p:cNvSpPr/>
            <p:nvPr/>
          </p:nvSpPr>
          <p:spPr>
            <a:xfrm>
              <a:off x="6265328" y="295092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9EAA">
                <a:alpha val="100000"/>
              </a:srgbClr>
            </a:solidFill>
            <a:ln w="5420" cap="flat">
              <a:solidFill>
                <a:srgbClr val="3C9E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0" name="pg670"/>
            <p:cNvSpPr/>
            <p:nvPr/>
          </p:nvSpPr>
          <p:spPr>
            <a:xfrm>
              <a:off x="6276965" y="295092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9EAA">
                <a:alpha val="100000"/>
              </a:srgbClr>
            </a:solidFill>
            <a:ln w="5420" cap="flat">
              <a:solidFill>
                <a:srgbClr val="3B9E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1" name="pg671"/>
            <p:cNvSpPr/>
            <p:nvPr/>
          </p:nvSpPr>
          <p:spPr>
            <a:xfrm>
              <a:off x="6288602" y="295092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9DA9">
                <a:alpha val="100000"/>
              </a:srgbClr>
            </a:solidFill>
            <a:ln w="5420" cap="flat">
              <a:solidFill>
                <a:srgbClr val="3B9D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2" name="pg672"/>
            <p:cNvSpPr/>
            <p:nvPr/>
          </p:nvSpPr>
          <p:spPr>
            <a:xfrm>
              <a:off x="6300240" y="295092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9DA9">
                <a:alpha val="100000"/>
              </a:srgbClr>
            </a:solidFill>
            <a:ln w="5420" cap="flat">
              <a:solidFill>
                <a:srgbClr val="3A9D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3" name="pg673"/>
            <p:cNvSpPr/>
            <p:nvPr/>
          </p:nvSpPr>
          <p:spPr>
            <a:xfrm>
              <a:off x="6311877" y="295092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9CA9">
                <a:alpha val="100000"/>
              </a:srgbClr>
            </a:solidFill>
            <a:ln w="5420" cap="flat">
              <a:solidFill>
                <a:srgbClr val="399C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4" name="pg674"/>
            <p:cNvSpPr/>
            <p:nvPr/>
          </p:nvSpPr>
          <p:spPr>
            <a:xfrm>
              <a:off x="6323514" y="295092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9CA9">
                <a:alpha val="100000"/>
              </a:srgbClr>
            </a:solidFill>
            <a:ln w="5420" cap="flat">
              <a:solidFill>
                <a:srgbClr val="399C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5" name="pg675"/>
            <p:cNvSpPr/>
            <p:nvPr/>
          </p:nvSpPr>
          <p:spPr>
            <a:xfrm>
              <a:off x="6335152" y="295092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89BA9">
                <a:alpha val="100000"/>
              </a:srgbClr>
            </a:solidFill>
            <a:ln w="5420" cap="flat">
              <a:solidFill>
                <a:srgbClr val="389B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6" name="pg676"/>
            <p:cNvSpPr/>
            <p:nvPr/>
          </p:nvSpPr>
          <p:spPr>
            <a:xfrm>
              <a:off x="5730010" y="296522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888A6">
                <a:alpha val="100000"/>
              </a:srgbClr>
            </a:solidFill>
            <a:ln w="5420" cap="flat">
              <a:solidFill>
                <a:srgbClr val="3888A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7" name="pg677"/>
            <p:cNvSpPr/>
            <p:nvPr/>
          </p:nvSpPr>
          <p:spPr>
            <a:xfrm>
              <a:off x="5741648" y="296522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889A6">
                <a:alpha val="100000"/>
              </a:srgbClr>
            </a:solidFill>
            <a:ln w="5420" cap="flat">
              <a:solidFill>
                <a:srgbClr val="3889A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8" name="pg678"/>
            <p:cNvSpPr/>
            <p:nvPr/>
          </p:nvSpPr>
          <p:spPr>
            <a:xfrm>
              <a:off x="5753285" y="296522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88BA6">
                <a:alpha val="100000"/>
              </a:srgbClr>
            </a:solidFill>
            <a:ln w="5420" cap="flat">
              <a:solidFill>
                <a:srgbClr val="388BA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9" name="pg679"/>
            <p:cNvSpPr/>
            <p:nvPr/>
          </p:nvSpPr>
          <p:spPr>
            <a:xfrm>
              <a:off x="5764922" y="296522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8CA7">
                <a:alpha val="100000"/>
              </a:srgbClr>
            </a:solidFill>
            <a:ln w="5420" cap="flat">
              <a:solidFill>
                <a:srgbClr val="378C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0" name="pg680"/>
            <p:cNvSpPr/>
            <p:nvPr/>
          </p:nvSpPr>
          <p:spPr>
            <a:xfrm>
              <a:off x="5776560" y="296522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8DA7">
                <a:alpha val="100000"/>
              </a:srgbClr>
            </a:solidFill>
            <a:ln w="5420" cap="flat">
              <a:solidFill>
                <a:srgbClr val="378D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1" name="pg681"/>
            <p:cNvSpPr/>
            <p:nvPr/>
          </p:nvSpPr>
          <p:spPr>
            <a:xfrm>
              <a:off x="5788197" y="296522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8EA7">
                <a:alpha val="100000"/>
              </a:srgbClr>
            </a:solidFill>
            <a:ln w="5420" cap="flat">
              <a:solidFill>
                <a:srgbClr val="378E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2" name="pg682"/>
            <p:cNvSpPr/>
            <p:nvPr/>
          </p:nvSpPr>
          <p:spPr>
            <a:xfrm>
              <a:off x="5799834" y="296522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88BA7">
                <a:alpha val="100000"/>
              </a:srgbClr>
            </a:solidFill>
            <a:ln w="5420" cap="flat">
              <a:solidFill>
                <a:srgbClr val="388B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3" name="pg683"/>
            <p:cNvSpPr/>
            <p:nvPr/>
          </p:nvSpPr>
          <p:spPr>
            <a:xfrm>
              <a:off x="5811472" y="296522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888A6">
                <a:alpha val="100000"/>
              </a:srgbClr>
            </a:solidFill>
            <a:ln w="5420" cap="flat">
              <a:solidFill>
                <a:srgbClr val="3888A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4" name="pg684"/>
            <p:cNvSpPr/>
            <p:nvPr/>
          </p:nvSpPr>
          <p:spPr>
            <a:xfrm>
              <a:off x="5823109" y="296522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85A5">
                <a:alpha val="100000"/>
              </a:srgbClr>
            </a:solidFill>
            <a:ln w="5420" cap="flat">
              <a:solidFill>
                <a:srgbClr val="3985A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5" name="pg685"/>
            <p:cNvSpPr/>
            <p:nvPr/>
          </p:nvSpPr>
          <p:spPr>
            <a:xfrm>
              <a:off x="5834746" y="296522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83A5">
                <a:alpha val="100000"/>
              </a:srgbClr>
            </a:solidFill>
            <a:ln w="5420" cap="flat">
              <a:solidFill>
                <a:srgbClr val="3983A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6" name="pg686"/>
            <p:cNvSpPr/>
            <p:nvPr/>
          </p:nvSpPr>
          <p:spPr>
            <a:xfrm>
              <a:off x="5846384" y="296522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81A4">
                <a:alpha val="100000"/>
              </a:srgbClr>
            </a:solidFill>
            <a:ln w="5420" cap="flat">
              <a:solidFill>
                <a:srgbClr val="3981A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7" name="pg687"/>
            <p:cNvSpPr/>
            <p:nvPr/>
          </p:nvSpPr>
          <p:spPr>
            <a:xfrm>
              <a:off x="6172229" y="296522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9FAA">
                <a:alpha val="100000"/>
              </a:srgbClr>
            </a:solidFill>
            <a:ln w="5420" cap="flat">
              <a:solidFill>
                <a:srgbClr val="3C9F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8" name="pg688"/>
            <p:cNvSpPr/>
            <p:nvPr/>
          </p:nvSpPr>
          <p:spPr>
            <a:xfrm>
              <a:off x="6183866" y="296522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9FAA">
                <a:alpha val="100000"/>
              </a:srgbClr>
            </a:solidFill>
            <a:ln w="5420" cap="flat">
              <a:solidFill>
                <a:srgbClr val="3C9F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9" name="pg689"/>
            <p:cNvSpPr/>
            <p:nvPr/>
          </p:nvSpPr>
          <p:spPr>
            <a:xfrm>
              <a:off x="6195504" y="296522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D9FAA">
                <a:alpha val="100000"/>
              </a:srgbClr>
            </a:solidFill>
            <a:ln w="5420" cap="flat">
              <a:solidFill>
                <a:srgbClr val="3D9F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0" name="pg690"/>
            <p:cNvSpPr/>
            <p:nvPr/>
          </p:nvSpPr>
          <p:spPr>
            <a:xfrm>
              <a:off x="6207141" y="296522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DA0AA">
                <a:alpha val="100000"/>
              </a:srgbClr>
            </a:solidFill>
            <a:ln w="5420" cap="flat">
              <a:solidFill>
                <a:srgbClr val="3DA0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1" name="pg691"/>
            <p:cNvSpPr/>
            <p:nvPr/>
          </p:nvSpPr>
          <p:spPr>
            <a:xfrm>
              <a:off x="6218778" y="296522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DA0AA">
                <a:alpha val="100000"/>
              </a:srgbClr>
            </a:solidFill>
            <a:ln w="5420" cap="flat">
              <a:solidFill>
                <a:srgbClr val="3DA0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2" name="pg692"/>
            <p:cNvSpPr/>
            <p:nvPr/>
          </p:nvSpPr>
          <p:spPr>
            <a:xfrm>
              <a:off x="6230416" y="296522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D9FAA">
                <a:alpha val="100000"/>
              </a:srgbClr>
            </a:solidFill>
            <a:ln w="5420" cap="flat">
              <a:solidFill>
                <a:srgbClr val="3D9F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3" name="pg693"/>
            <p:cNvSpPr/>
            <p:nvPr/>
          </p:nvSpPr>
          <p:spPr>
            <a:xfrm>
              <a:off x="6242053" y="296522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D9FAA">
                <a:alpha val="100000"/>
              </a:srgbClr>
            </a:solidFill>
            <a:ln w="5420" cap="flat">
              <a:solidFill>
                <a:srgbClr val="3D9F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4" name="pg694"/>
            <p:cNvSpPr/>
            <p:nvPr/>
          </p:nvSpPr>
          <p:spPr>
            <a:xfrm>
              <a:off x="6253690" y="296522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9FAA">
                <a:alpha val="100000"/>
              </a:srgbClr>
            </a:solidFill>
            <a:ln w="5420" cap="flat">
              <a:solidFill>
                <a:srgbClr val="3C9F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5" name="pg695"/>
            <p:cNvSpPr/>
            <p:nvPr/>
          </p:nvSpPr>
          <p:spPr>
            <a:xfrm>
              <a:off x="6265328" y="296522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9EAA">
                <a:alpha val="100000"/>
              </a:srgbClr>
            </a:solidFill>
            <a:ln w="5420" cap="flat">
              <a:solidFill>
                <a:srgbClr val="3B9E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6" name="pg696"/>
            <p:cNvSpPr/>
            <p:nvPr/>
          </p:nvSpPr>
          <p:spPr>
            <a:xfrm>
              <a:off x="6276965" y="296522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9EAA">
                <a:alpha val="100000"/>
              </a:srgbClr>
            </a:solidFill>
            <a:ln w="5420" cap="flat">
              <a:solidFill>
                <a:srgbClr val="3B9E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7" name="pg697"/>
            <p:cNvSpPr/>
            <p:nvPr/>
          </p:nvSpPr>
          <p:spPr>
            <a:xfrm>
              <a:off x="6288602" y="296522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9DA9">
                <a:alpha val="100000"/>
              </a:srgbClr>
            </a:solidFill>
            <a:ln w="5420" cap="flat">
              <a:solidFill>
                <a:srgbClr val="3A9D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8" name="pg698"/>
            <p:cNvSpPr/>
            <p:nvPr/>
          </p:nvSpPr>
          <p:spPr>
            <a:xfrm>
              <a:off x="6300240" y="296522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9DA9">
                <a:alpha val="100000"/>
              </a:srgbClr>
            </a:solidFill>
            <a:ln w="5420" cap="flat">
              <a:solidFill>
                <a:srgbClr val="3A9D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9" name="pg699"/>
            <p:cNvSpPr/>
            <p:nvPr/>
          </p:nvSpPr>
          <p:spPr>
            <a:xfrm>
              <a:off x="6311877" y="296522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9CA9">
                <a:alpha val="100000"/>
              </a:srgbClr>
            </a:solidFill>
            <a:ln w="5420" cap="flat">
              <a:solidFill>
                <a:srgbClr val="399C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0" name="pg700"/>
            <p:cNvSpPr/>
            <p:nvPr/>
          </p:nvSpPr>
          <p:spPr>
            <a:xfrm>
              <a:off x="6323514" y="296522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9BA9">
                <a:alpha val="100000"/>
              </a:srgbClr>
            </a:solidFill>
            <a:ln w="5420" cap="flat">
              <a:solidFill>
                <a:srgbClr val="399B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1" name="pg701"/>
            <p:cNvSpPr/>
            <p:nvPr/>
          </p:nvSpPr>
          <p:spPr>
            <a:xfrm>
              <a:off x="6335152" y="296522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89BA9">
                <a:alpha val="100000"/>
              </a:srgbClr>
            </a:solidFill>
            <a:ln w="5420" cap="flat">
              <a:solidFill>
                <a:srgbClr val="389B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2" name="pg702"/>
            <p:cNvSpPr/>
            <p:nvPr/>
          </p:nvSpPr>
          <p:spPr>
            <a:xfrm>
              <a:off x="5718373" y="297952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86A5">
                <a:alpha val="100000"/>
              </a:srgbClr>
            </a:solidFill>
            <a:ln w="5420" cap="flat">
              <a:solidFill>
                <a:srgbClr val="3986A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3" name="pg703"/>
            <p:cNvSpPr/>
            <p:nvPr/>
          </p:nvSpPr>
          <p:spPr>
            <a:xfrm>
              <a:off x="5730010" y="297952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887A6">
                <a:alpha val="100000"/>
              </a:srgbClr>
            </a:solidFill>
            <a:ln w="5420" cap="flat">
              <a:solidFill>
                <a:srgbClr val="3887A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4" name="pg704"/>
            <p:cNvSpPr/>
            <p:nvPr/>
          </p:nvSpPr>
          <p:spPr>
            <a:xfrm>
              <a:off x="5741648" y="297952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888A6">
                <a:alpha val="100000"/>
              </a:srgbClr>
            </a:solidFill>
            <a:ln w="5420" cap="flat">
              <a:solidFill>
                <a:srgbClr val="3888A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5" name="pg705"/>
            <p:cNvSpPr/>
            <p:nvPr/>
          </p:nvSpPr>
          <p:spPr>
            <a:xfrm>
              <a:off x="5753285" y="297952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889A6">
                <a:alpha val="100000"/>
              </a:srgbClr>
            </a:solidFill>
            <a:ln w="5420" cap="flat">
              <a:solidFill>
                <a:srgbClr val="3889A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6" name="pg706"/>
            <p:cNvSpPr/>
            <p:nvPr/>
          </p:nvSpPr>
          <p:spPr>
            <a:xfrm>
              <a:off x="5764922" y="297952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88AA6">
                <a:alpha val="100000"/>
              </a:srgbClr>
            </a:solidFill>
            <a:ln w="5420" cap="flat">
              <a:solidFill>
                <a:srgbClr val="388AA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7" name="pg707"/>
            <p:cNvSpPr/>
            <p:nvPr/>
          </p:nvSpPr>
          <p:spPr>
            <a:xfrm>
              <a:off x="5776560" y="297952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88BA7">
                <a:alpha val="100000"/>
              </a:srgbClr>
            </a:solidFill>
            <a:ln w="5420" cap="flat">
              <a:solidFill>
                <a:srgbClr val="388B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8" name="pg708"/>
            <p:cNvSpPr/>
            <p:nvPr/>
          </p:nvSpPr>
          <p:spPr>
            <a:xfrm>
              <a:off x="5788197" y="297952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88BA7">
                <a:alpha val="100000"/>
              </a:srgbClr>
            </a:solidFill>
            <a:ln w="5420" cap="flat">
              <a:solidFill>
                <a:srgbClr val="388B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9" name="pg709"/>
            <p:cNvSpPr/>
            <p:nvPr/>
          </p:nvSpPr>
          <p:spPr>
            <a:xfrm>
              <a:off x="5799834" y="297952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88AA6">
                <a:alpha val="100000"/>
              </a:srgbClr>
            </a:solidFill>
            <a:ln w="5420" cap="flat">
              <a:solidFill>
                <a:srgbClr val="388AA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0" name="pg710"/>
            <p:cNvSpPr/>
            <p:nvPr/>
          </p:nvSpPr>
          <p:spPr>
            <a:xfrm>
              <a:off x="5811472" y="297952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888A6">
                <a:alpha val="100000"/>
              </a:srgbClr>
            </a:solidFill>
            <a:ln w="5420" cap="flat">
              <a:solidFill>
                <a:srgbClr val="3888A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1" name="pg711"/>
            <p:cNvSpPr/>
            <p:nvPr/>
          </p:nvSpPr>
          <p:spPr>
            <a:xfrm>
              <a:off x="6183866" y="297952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9FAA">
                <a:alpha val="100000"/>
              </a:srgbClr>
            </a:solidFill>
            <a:ln w="5420" cap="flat">
              <a:solidFill>
                <a:srgbClr val="3C9F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2" name="pg712"/>
            <p:cNvSpPr/>
            <p:nvPr/>
          </p:nvSpPr>
          <p:spPr>
            <a:xfrm>
              <a:off x="6195504" y="297952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9FAA">
                <a:alpha val="100000"/>
              </a:srgbClr>
            </a:solidFill>
            <a:ln w="5420" cap="flat">
              <a:solidFill>
                <a:srgbClr val="3C9F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3" name="pg713"/>
            <p:cNvSpPr/>
            <p:nvPr/>
          </p:nvSpPr>
          <p:spPr>
            <a:xfrm>
              <a:off x="6207141" y="297952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D9FAA">
                <a:alpha val="100000"/>
              </a:srgbClr>
            </a:solidFill>
            <a:ln w="5420" cap="flat">
              <a:solidFill>
                <a:srgbClr val="3D9F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4" name="pg714"/>
            <p:cNvSpPr/>
            <p:nvPr/>
          </p:nvSpPr>
          <p:spPr>
            <a:xfrm>
              <a:off x="6218778" y="297952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D9FAA">
                <a:alpha val="100000"/>
              </a:srgbClr>
            </a:solidFill>
            <a:ln w="5420" cap="flat">
              <a:solidFill>
                <a:srgbClr val="3D9F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5" name="pg715"/>
            <p:cNvSpPr/>
            <p:nvPr/>
          </p:nvSpPr>
          <p:spPr>
            <a:xfrm>
              <a:off x="6230416" y="297952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9FAA">
                <a:alpha val="100000"/>
              </a:srgbClr>
            </a:solidFill>
            <a:ln w="5420" cap="flat">
              <a:solidFill>
                <a:srgbClr val="3C9F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6" name="pg716"/>
            <p:cNvSpPr/>
            <p:nvPr/>
          </p:nvSpPr>
          <p:spPr>
            <a:xfrm>
              <a:off x="6242053" y="297952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9FAA">
                <a:alpha val="100000"/>
              </a:srgbClr>
            </a:solidFill>
            <a:ln w="5420" cap="flat">
              <a:solidFill>
                <a:srgbClr val="3C9F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7" name="pg717"/>
            <p:cNvSpPr/>
            <p:nvPr/>
          </p:nvSpPr>
          <p:spPr>
            <a:xfrm>
              <a:off x="6253690" y="297952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9FAA">
                <a:alpha val="100000"/>
              </a:srgbClr>
            </a:solidFill>
            <a:ln w="5420" cap="flat">
              <a:solidFill>
                <a:srgbClr val="3C9F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8" name="pg718"/>
            <p:cNvSpPr/>
            <p:nvPr/>
          </p:nvSpPr>
          <p:spPr>
            <a:xfrm>
              <a:off x="6265328" y="297952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9EAA">
                <a:alpha val="100000"/>
              </a:srgbClr>
            </a:solidFill>
            <a:ln w="5420" cap="flat">
              <a:solidFill>
                <a:srgbClr val="3B9E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9" name="pg719"/>
            <p:cNvSpPr/>
            <p:nvPr/>
          </p:nvSpPr>
          <p:spPr>
            <a:xfrm>
              <a:off x="6276965" y="297952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9DA9">
                <a:alpha val="100000"/>
              </a:srgbClr>
            </a:solidFill>
            <a:ln w="5420" cap="flat">
              <a:solidFill>
                <a:srgbClr val="3B9D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0" name="pg720"/>
            <p:cNvSpPr/>
            <p:nvPr/>
          </p:nvSpPr>
          <p:spPr>
            <a:xfrm>
              <a:off x="6288602" y="297952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9DA9">
                <a:alpha val="100000"/>
              </a:srgbClr>
            </a:solidFill>
            <a:ln w="5420" cap="flat">
              <a:solidFill>
                <a:srgbClr val="3A9D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1" name="pg721"/>
            <p:cNvSpPr/>
            <p:nvPr/>
          </p:nvSpPr>
          <p:spPr>
            <a:xfrm>
              <a:off x="6300240" y="297952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9CA9">
                <a:alpha val="100000"/>
              </a:srgbClr>
            </a:solidFill>
            <a:ln w="5420" cap="flat">
              <a:solidFill>
                <a:srgbClr val="3A9C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2" name="pg722"/>
            <p:cNvSpPr/>
            <p:nvPr/>
          </p:nvSpPr>
          <p:spPr>
            <a:xfrm>
              <a:off x="6311877" y="297952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9CA9">
                <a:alpha val="100000"/>
              </a:srgbClr>
            </a:solidFill>
            <a:ln w="5420" cap="flat">
              <a:solidFill>
                <a:srgbClr val="399C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3" name="pg723"/>
            <p:cNvSpPr/>
            <p:nvPr/>
          </p:nvSpPr>
          <p:spPr>
            <a:xfrm>
              <a:off x="6323514" y="297952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9BA9">
                <a:alpha val="100000"/>
              </a:srgbClr>
            </a:solidFill>
            <a:ln w="5420" cap="flat">
              <a:solidFill>
                <a:srgbClr val="399B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4" name="pg724"/>
            <p:cNvSpPr/>
            <p:nvPr/>
          </p:nvSpPr>
          <p:spPr>
            <a:xfrm>
              <a:off x="5706736" y="299382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83A5">
                <a:alpha val="100000"/>
              </a:srgbClr>
            </a:solidFill>
            <a:ln w="5420" cap="flat">
              <a:solidFill>
                <a:srgbClr val="3983A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5" name="pg725"/>
            <p:cNvSpPr/>
            <p:nvPr/>
          </p:nvSpPr>
          <p:spPr>
            <a:xfrm>
              <a:off x="5718373" y="299382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84A5">
                <a:alpha val="100000"/>
              </a:srgbClr>
            </a:solidFill>
            <a:ln w="5420" cap="flat">
              <a:solidFill>
                <a:srgbClr val="3984A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6" name="pg726"/>
            <p:cNvSpPr/>
            <p:nvPr/>
          </p:nvSpPr>
          <p:spPr>
            <a:xfrm>
              <a:off x="5730010" y="299382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86A5">
                <a:alpha val="100000"/>
              </a:srgbClr>
            </a:solidFill>
            <a:ln w="5420" cap="flat">
              <a:solidFill>
                <a:srgbClr val="3986A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7" name="pg727"/>
            <p:cNvSpPr/>
            <p:nvPr/>
          </p:nvSpPr>
          <p:spPr>
            <a:xfrm>
              <a:off x="5741648" y="299382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87A6">
                <a:alpha val="100000"/>
              </a:srgbClr>
            </a:solidFill>
            <a:ln w="5420" cap="flat">
              <a:solidFill>
                <a:srgbClr val="3987A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8" name="pg728"/>
            <p:cNvSpPr/>
            <p:nvPr/>
          </p:nvSpPr>
          <p:spPr>
            <a:xfrm>
              <a:off x="5753285" y="299382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888A6">
                <a:alpha val="100000"/>
              </a:srgbClr>
            </a:solidFill>
            <a:ln w="5420" cap="flat">
              <a:solidFill>
                <a:srgbClr val="3888A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9" name="pg729"/>
            <p:cNvSpPr/>
            <p:nvPr/>
          </p:nvSpPr>
          <p:spPr>
            <a:xfrm>
              <a:off x="5764922" y="299382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889A6">
                <a:alpha val="100000"/>
              </a:srgbClr>
            </a:solidFill>
            <a:ln w="5420" cap="flat">
              <a:solidFill>
                <a:srgbClr val="3889A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0" name="pg730"/>
            <p:cNvSpPr/>
            <p:nvPr/>
          </p:nvSpPr>
          <p:spPr>
            <a:xfrm>
              <a:off x="5776560" y="299382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889A6">
                <a:alpha val="100000"/>
              </a:srgbClr>
            </a:solidFill>
            <a:ln w="5420" cap="flat">
              <a:solidFill>
                <a:srgbClr val="3889A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1" name="pg731"/>
            <p:cNvSpPr/>
            <p:nvPr/>
          </p:nvSpPr>
          <p:spPr>
            <a:xfrm>
              <a:off x="6195504" y="299382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9EAA">
                <a:alpha val="100000"/>
              </a:srgbClr>
            </a:solidFill>
            <a:ln w="5420" cap="flat">
              <a:solidFill>
                <a:srgbClr val="3C9E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2" name="pg732"/>
            <p:cNvSpPr/>
            <p:nvPr/>
          </p:nvSpPr>
          <p:spPr>
            <a:xfrm>
              <a:off x="6207141" y="299382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9FAA">
                <a:alpha val="100000"/>
              </a:srgbClr>
            </a:solidFill>
            <a:ln w="5420" cap="flat">
              <a:solidFill>
                <a:srgbClr val="3C9F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3" name="pg733"/>
            <p:cNvSpPr/>
            <p:nvPr/>
          </p:nvSpPr>
          <p:spPr>
            <a:xfrm>
              <a:off x="6218778" y="299382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9FAA">
                <a:alpha val="100000"/>
              </a:srgbClr>
            </a:solidFill>
            <a:ln w="5420" cap="flat">
              <a:solidFill>
                <a:srgbClr val="3C9F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4" name="pg734"/>
            <p:cNvSpPr/>
            <p:nvPr/>
          </p:nvSpPr>
          <p:spPr>
            <a:xfrm>
              <a:off x="6230416" y="299382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9EAA">
                <a:alpha val="100000"/>
              </a:srgbClr>
            </a:solidFill>
            <a:ln w="5420" cap="flat">
              <a:solidFill>
                <a:srgbClr val="3C9E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5" name="pg735"/>
            <p:cNvSpPr/>
            <p:nvPr/>
          </p:nvSpPr>
          <p:spPr>
            <a:xfrm>
              <a:off x="6242053" y="299382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9EAA">
                <a:alpha val="100000"/>
              </a:srgbClr>
            </a:solidFill>
            <a:ln w="5420" cap="flat">
              <a:solidFill>
                <a:srgbClr val="3C9E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6" name="pg736"/>
            <p:cNvSpPr/>
            <p:nvPr/>
          </p:nvSpPr>
          <p:spPr>
            <a:xfrm>
              <a:off x="6253690" y="299382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9EAA">
                <a:alpha val="100000"/>
              </a:srgbClr>
            </a:solidFill>
            <a:ln w="5420" cap="flat">
              <a:solidFill>
                <a:srgbClr val="3B9E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7" name="pg737"/>
            <p:cNvSpPr/>
            <p:nvPr/>
          </p:nvSpPr>
          <p:spPr>
            <a:xfrm>
              <a:off x="6265328" y="299382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9DA9">
                <a:alpha val="100000"/>
              </a:srgbClr>
            </a:solidFill>
            <a:ln w="5420" cap="flat">
              <a:solidFill>
                <a:srgbClr val="3B9D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8" name="pg738"/>
            <p:cNvSpPr/>
            <p:nvPr/>
          </p:nvSpPr>
          <p:spPr>
            <a:xfrm>
              <a:off x="6276965" y="299382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9DA9">
                <a:alpha val="100000"/>
              </a:srgbClr>
            </a:solidFill>
            <a:ln w="5420" cap="flat">
              <a:solidFill>
                <a:srgbClr val="3A9D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9" name="pg739"/>
            <p:cNvSpPr/>
            <p:nvPr/>
          </p:nvSpPr>
          <p:spPr>
            <a:xfrm>
              <a:off x="6288602" y="299382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9CA9">
                <a:alpha val="100000"/>
              </a:srgbClr>
            </a:solidFill>
            <a:ln w="5420" cap="flat">
              <a:solidFill>
                <a:srgbClr val="3A9C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0" name="pg740"/>
            <p:cNvSpPr/>
            <p:nvPr/>
          </p:nvSpPr>
          <p:spPr>
            <a:xfrm>
              <a:off x="6300240" y="299382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9CA9">
                <a:alpha val="100000"/>
              </a:srgbClr>
            </a:solidFill>
            <a:ln w="5420" cap="flat">
              <a:solidFill>
                <a:srgbClr val="399C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1" name="pg741"/>
            <p:cNvSpPr/>
            <p:nvPr/>
          </p:nvSpPr>
          <p:spPr>
            <a:xfrm>
              <a:off x="6311877" y="299382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9CA9">
                <a:alpha val="100000"/>
              </a:srgbClr>
            </a:solidFill>
            <a:ln w="5420" cap="flat">
              <a:solidFill>
                <a:srgbClr val="399C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2" name="pg742"/>
            <p:cNvSpPr/>
            <p:nvPr/>
          </p:nvSpPr>
          <p:spPr>
            <a:xfrm>
              <a:off x="5706736" y="300812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81A4">
                <a:alpha val="100000"/>
              </a:srgbClr>
            </a:solidFill>
            <a:ln w="5420" cap="flat">
              <a:solidFill>
                <a:srgbClr val="3A81A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3" name="pg743"/>
            <p:cNvSpPr/>
            <p:nvPr/>
          </p:nvSpPr>
          <p:spPr>
            <a:xfrm>
              <a:off x="5718373" y="300812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82A5">
                <a:alpha val="100000"/>
              </a:srgbClr>
            </a:solidFill>
            <a:ln w="5420" cap="flat">
              <a:solidFill>
                <a:srgbClr val="3982A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4" name="pg744"/>
            <p:cNvSpPr/>
            <p:nvPr/>
          </p:nvSpPr>
          <p:spPr>
            <a:xfrm>
              <a:off x="5730010" y="300812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84A5">
                <a:alpha val="100000"/>
              </a:srgbClr>
            </a:solidFill>
            <a:ln w="5420" cap="flat">
              <a:solidFill>
                <a:srgbClr val="3984A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5" name="pg745"/>
            <p:cNvSpPr/>
            <p:nvPr/>
          </p:nvSpPr>
          <p:spPr>
            <a:xfrm>
              <a:off x="5741648" y="300812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86A5">
                <a:alpha val="100000"/>
              </a:srgbClr>
            </a:solidFill>
            <a:ln w="5420" cap="flat">
              <a:solidFill>
                <a:srgbClr val="3986A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6" name="pg746"/>
            <p:cNvSpPr/>
            <p:nvPr/>
          </p:nvSpPr>
          <p:spPr>
            <a:xfrm>
              <a:off x="5753285" y="300812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87A6">
                <a:alpha val="100000"/>
              </a:srgbClr>
            </a:solidFill>
            <a:ln w="5420" cap="flat">
              <a:solidFill>
                <a:srgbClr val="3987A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7" name="pg747"/>
            <p:cNvSpPr/>
            <p:nvPr/>
          </p:nvSpPr>
          <p:spPr>
            <a:xfrm>
              <a:off x="5764922" y="300812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888A6">
                <a:alpha val="100000"/>
              </a:srgbClr>
            </a:solidFill>
            <a:ln w="5420" cap="flat">
              <a:solidFill>
                <a:srgbClr val="3888A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8" name="pg748"/>
            <p:cNvSpPr/>
            <p:nvPr/>
          </p:nvSpPr>
          <p:spPr>
            <a:xfrm>
              <a:off x="6218778" y="300812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9EAA">
                <a:alpha val="100000"/>
              </a:srgbClr>
            </a:solidFill>
            <a:ln w="5420" cap="flat">
              <a:solidFill>
                <a:srgbClr val="3B9E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9" name="pg749"/>
            <p:cNvSpPr/>
            <p:nvPr/>
          </p:nvSpPr>
          <p:spPr>
            <a:xfrm>
              <a:off x="6230416" y="300812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9EAA">
                <a:alpha val="100000"/>
              </a:srgbClr>
            </a:solidFill>
            <a:ln w="5420" cap="flat">
              <a:solidFill>
                <a:srgbClr val="3B9E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0" name="pg750"/>
            <p:cNvSpPr/>
            <p:nvPr/>
          </p:nvSpPr>
          <p:spPr>
            <a:xfrm>
              <a:off x="6242053" y="300812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9EAA">
                <a:alpha val="100000"/>
              </a:srgbClr>
            </a:solidFill>
            <a:ln w="5420" cap="flat">
              <a:solidFill>
                <a:srgbClr val="3B9E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1" name="pg751"/>
            <p:cNvSpPr/>
            <p:nvPr/>
          </p:nvSpPr>
          <p:spPr>
            <a:xfrm>
              <a:off x="6253690" y="300812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9DA9">
                <a:alpha val="100000"/>
              </a:srgbClr>
            </a:solidFill>
            <a:ln w="5420" cap="flat">
              <a:solidFill>
                <a:srgbClr val="3B9D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2" name="pg752"/>
            <p:cNvSpPr/>
            <p:nvPr/>
          </p:nvSpPr>
          <p:spPr>
            <a:xfrm>
              <a:off x="6265328" y="300812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9DA9">
                <a:alpha val="100000"/>
              </a:srgbClr>
            </a:solidFill>
            <a:ln w="5420" cap="flat">
              <a:solidFill>
                <a:srgbClr val="3A9D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3" name="pg753"/>
            <p:cNvSpPr/>
            <p:nvPr/>
          </p:nvSpPr>
          <p:spPr>
            <a:xfrm>
              <a:off x="6276965" y="300812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9CA9">
                <a:alpha val="100000"/>
              </a:srgbClr>
            </a:solidFill>
            <a:ln w="5420" cap="flat">
              <a:solidFill>
                <a:srgbClr val="3A9C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4" name="pg754"/>
            <p:cNvSpPr/>
            <p:nvPr/>
          </p:nvSpPr>
          <p:spPr>
            <a:xfrm>
              <a:off x="6288602" y="300812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9CA9">
                <a:alpha val="100000"/>
              </a:srgbClr>
            </a:solidFill>
            <a:ln w="5420" cap="flat">
              <a:solidFill>
                <a:srgbClr val="399C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5" name="pg755"/>
            <p:cNvSpPr/>
            <p:nvPr/>
          </p:nvSpPr>
          <p:spPr>
            <a:xfrm>
              <a:off x="5695098" y="302242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CA3">
                <a:alpha val="100000"/>
              </a:srgbClr>
            </a:solidFill>
            <a:ln w="5420" cap="flat">
              <a:solidFill>
                <a:srgbClr val="3A7CA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6" name="pg756"/>
            <p:cNvSpPr/>
            <p:nvPr/>
          </p:nvSpPr>
          <p:spPr>
            <a:xfrm>
              <a:off x="5706736" y="302242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EA4">
                <a:alpha val="100000"/>
              </a:srgbClr>
            </a:solidFill>
            <a:ln w="5420" cap="flat">
              <a:solidFill>
                <a:srgbClr val="3A7EA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7" name="pg757"/>
            <p:cNvSpPr/>
            <p:nvPr/>
          </p:nvSpPr>
          <p:spPr>
            <a:xfrm>
              <a:off x="5718373" y="302242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80A4">
                <a:alpha val="100000"/>
              </a:srgbClr>
            </a:solidFill>
            <a:ln w="5420" cap="flat">
              <a:solidFill>
                <a:srgbClr val="3A80A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8" name="pg758"/>
            <p:cNvSpPr/>
            <p:nvPr/>
          </p:nvSpPr>
          <p:spPr>
            <a:xfrm>
              <a:off x="5730010" y="302242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83A5">
                <a:alpha val="100000"/>
              </a:srgbClr>
            </a:solidFill>
            <a:ln w="5420" cap="flat">
              <a:solidFill>
                <a:srgbClr val="3983A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9" name="pg759"/>
            <p:cNvSpPr/>
            <p:nvPr/>
          </p:nvSpPr>
          <p:spPr>
            <a:xfrm>
              <a:off x="5741648" y="302242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85A5">
                <a:alpha val="100000"/>
              </a:srgbClr>
            </a:solidFill>
            <a:ln w="5420" cap="flat">
              <a:solidFill>
                <a:srgbClr val="3985A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0" name="pg760"/>
            <p:cNvSpPr/>
            <p:nvPr/>
          </p:nvSpPr>
          <p:spPr>
            <a:xfrm>
              <a:off x="5753285" y="302242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86A5">
                <a:alpha val="100000"/>
              </a:srgbClr>
            </a:solidFill>
            <a:ln w="5420" cap="flat">
              <a:solidFill>
                <a:srgbClr val="3986A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1" name="pg761"/>
            <p:cNvSpPr/>
            <p:nvPr/>
          </p:nvSpPr>
          <p:spPr>
            <a:xfrm>
              <a:off x="6242053" y="302242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9DA9">
                <a:alpha val="100000"/>
              </a:srgbClr>
            </a:solidFill>
            <a:ln w="5420" cap="flat">
              <a:solidFill>
                <a:srgbClr val="3A9D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2" name="pg762"/>
            <p:cNvSpPr/>
            <p:nvPr/>
          </p:nvSpPr>
          <p:spPr>
            <a:xfrm>
              <a:off x="6253690" y="302242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9DA9">
                <a:alpha val="100000"/>
              </a:srgbClr>
            </a:solidFill>
            <a:ln w="5420" cap="flat">
              <a:solidFill>
                <a:srgbClr val="3A9D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3" name="pg763"/>
            <p:cNvSpPr/>
            <p:nvPr/>
          </p:nvSpPr>
          <p:spPr>
            <a:xfrm>
              <a:off x="6265328" y="302242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9CA9">
                <a:alpha val="100000"/>
              </a:srgbClr>
            </a:solidFill>
            <a:ln w="5420" cap="flat">
              <a:solidFill>
                <a:srgbClr val="3A9C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4" name="pg764"/>
            <p:cNvSpPr/>
            <p:nvPr/>
          </p:nvSpPr>
          <p:spPr>
            <a:xfrm>
              <a:off x="5683461" y="303672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6A2">
                <a:alpha val="100000"/>
              </a:srgbClr>
            </a:solidFill>
            <a:ln w="5420" cap="flat">
              <a:solidFill>
                <a:srgbClr val="3A76A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5" name="pg765"/>
            <p:cNvSpPr/>
            <p:nvPr/>
          </p:nvSpPr>
          <p:spPr>
            <a:xfrm>
              <a:off x="5695098" y="303672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8A2">
                <a:alpha val="100000"/>
              </a:srgbClr>
            </a:solidFill>
            <a:ln w="5420" cap="flat">
              <a:solidFill>
                <a:srgbClr val="3A78A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6" name="pg766"/>
            <p:cNvSpPr/>
            <p:nvPr/>
          </p:nvSpPr>
          <p:spPr>
            <a:xfrm>
              <a:off x="5706736" y="303672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BA3">
                <a:alpha val="100000"/>
              </a:srgbClr>
            </a:solidFill>
            <a:ln w="5420" cap="flat">
              <a:solidFill>
                <a:srgbClr val="3A7BA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7" name="pg767"/>
            <p:cNvSpPr/>
            <p:nvPr/>
          </p:nvSpPr>
          <p:spPr>
            <a:xfrm>
              <a:off x="5718373" y="303672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FA4">
                <a:alpha val="100000"/>
              </a:srgbClr>
            </a:solidFill>
            <a:ln w="5420" cap="flat">
              <a:solidFill>
                <a:srgbClr val="3A7FA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8" name="pg768"/>
            <p:cNvSpPr/>
            <p:nvPr/>
          </p:nvSpPr>
          <p:spPr>
            <a:xfrm>
              <a:off x="5730010" y="303672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82A5">
                <a:alpha val="100000"/>
              </a:srgbClr>
            </a:solidFill>
            <a:ln w="5420" cap="flat">
              <a:solidFill>
                <a:srgbClr val="3982A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9" name="pg769"/>
            <p:cNvSpPr/>
            <p:nvPr/>
          </p:nvSpPr>
          <p:spPr>
            <a:xfrm>
              <a:off x="5741648" y="303672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84A5">
                <a:alpha val="100000"/>
              </a:srgbClr>
            </a:solidFill>
            <a:ln w="5420" cap="flat">
              <a:solidFill>
                <a:srgbClr val="3984A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0" name="pg770"/>
            <p:cNvSpPr/>
            <p:nvPr/>
          </p:nvSpPr>
          <p:spPr>
            <a:xfrm>
              <a:off x="5683461" y="305102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71A1">
                <a:alpha val="100000"/>
              </a:srgbClr>
            </a:solidFill>
            <a:ln w="5420" cap="flat">
              <a:solidFill>
                <a:srgbClr val="3B71A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1" name="pg771"/>
            <p:cNvSpPr/>
            <p:nvPr/>
          </p:nvSpPr>
          <p:spPr>
            <a:xfrm>
              <a:off x="5695098" y="305102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5A2">
                <a:alpha val="100000"/>
              </a:srgbClr>
            </a:solidFill>
            <a:ln w="5420" cap="flat">
              <a:solidFill>
                <a:srgbClr val="3A75A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2" name="pg772"/>
            <p:cNvSpPr/>
            <p:nvPr/>
          </p:nvSpPr>
          <p:spPr>
            <a:xfrm>
              <a:off x="5706736" y="305102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BA3">
                <a:alpha val="100000"/>
              </a:srgbClr>
            </a:solidFill>
            <a:ln w="5420" cap="flat">
              <a:solidFill>
                <a:srgbClr val="3A7BA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3" name="pg773"/>
            <p:cNvSpPr/>
            <p:nvPr/>
          </p:nvSpPr>
          <p:spPr>
            <a:xfrm>
              <a:off x="5718373" y="305102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80A4">
                <a:alpha val="100000"/>
              </a:srgbClr>
            </a:solidFill>
            <a:ln w="5420" cap="flat">
              <a:solidFill>
                <a:srgbClr val="3A80A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4" name="pg774"/>
            <p:cNvSpPr/>
            <p:nvPr/>
          </p:nvSpPr>
          <p:spPr>
            <a:xfrm>
              <a:off x="5730010" y="305102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83A5">
                <a:alpha val="100000"/>
              </a:srgbClr>
            </a:solidFill>
            <a:ln w="5420" cap="flat">
              <a:solidFill>
                <a:srgbClr val="3983A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5" name="pg775"/>
            <p:cNvSpPr/>
            <p:nvPr/>
          </p:nvSpPr>
          <p:spPr>
            <a:xfrm>
              <a:off x="5671824" y="306532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9A3">
                <a:alpha val="100000"/>
              </a:srgbClr>
            </a:solidFill>
            <a:ln w="5420" cap="flat">
              <a:solidFill>
                <a:srgbClr val="3A79A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6" name="pg776"/>
            <p:cNvSpPr/>
            <p:nvPr/>
          </p:nvSpPr>
          <p:spPr>
            <a:xfrm>
              <a:off x="5683461" y="306532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4A1">
                <a:alpha val="100000"/>
              </a:srgbClr>
            </a:solidFill>
            <a:ln w="5420" cap="flat">
              <a:solidFill>
                <a:srgbClr val="3A74A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7" name="pg777"/>
            <p:cNvSpPr/>
            <p:nvPr/>
          </p:nvSpPr>
          <p:spPr>
            <a:xfrm>
              <a:off x="5695098" y="306532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AA3">
                <a:alpha val="100000"/>
              </a:srgbClr>
            </a:solidFill>
            <a:ln w="5420" cap="flat">
              <a:solidFill>
                <a:srgbClr val="3A7AA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8" name="pg778"/>
            <p:cNvSpPr/>
            <p:nvPr/>
          </p:nvSpPr>
          <p:spPr>
            <a:xfrm>
              <a:off x="5706736" y="306532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80A4">
                <a:alpha val="100000"/>
              </a:srgbClr>
            </a:solidFill>
            <a:ln w="5420" cap="flat">
              <a:solidFill>
                <a:srgbClr val="3A80A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9" name="pg779"/>
            <p:cNvSpPr/>
            <p:nvPr/>
          </p:nvSpPr>
          <p:spPr>
            <a:xfrm>
              <a:off x="5718373" y="306532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85A5">
                <a:alpha val="100000"/>
              </a:srgbClr>
            </a:solidFill>
            <a:ln w="5420" cap="flat">
              <a:solidFill>
                <a:srgbClr val="3985A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0" name="pg780"/>
            <p:cNvSpPr/>
            <p:nvPr/>
          </p:nvSpPr>
          <p:spPr>
            <a:xfrm>
              <a:off x="5730010" y="306532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87A6">
                <a:alpha val="100000"/>
              </a:srgbClr>
            </a:solidFill>
            <a:ln w="5420" cap="flat">
              <a:solidFill>
                <a:srgbClr val="3987A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1" name="pg781"/>
            <p:cNvSpPr/>
            <p:nvPr/>
          </p:nvSpPr>
          <p:spPr>
            <a:xfrm>
              <a:off x="5671824" y="307962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594A8">
                <a:alpha val="100000"/>
              </a:srgbClr>
            </a:solidFill>
            <a:ln w="5420" cap="flat">
              <a:solidFill>
                <a:srgbClr val="3594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2" name="pg782"/>
            <p:cNvSpPr/>
            <p:nvPr/>
          </p:nvSpPr>
          <p:spPr>
            <a:xfrm>
              <a:off x="5683461" y="307962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9EAA">
                <a:alpha val="100000"/>
              </a:srgbClr>
            </a:solidFill>
            <a:ln w="5420" cap="flat">
              <a:solidFill>
                <a:srgbClr val="3C9E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3" name="pg783"/>
            <p:cNvSpPr/>
            <p:nvPr/>
          </p:nvSpPr>
          <p:spPr>
            <a:xfrm>
              <a:off x="5695098" y="307962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9EAA">
                <a:alpha val="100000"/>
              </a:srgbClr>
            </a:solidFill>
            <a:ln w="5420" cap="flat">
              <a:solidFill>
                <a:srgbClr val="3B9E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4" name="pg784"/>
            <p:cNvSpPr/>
            <p:nvPr/>
          </p:nvSpPr>
          <p:spPr>
            <a:xfrm>
              <a:off x="5706736" y="307962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99A9">
                <a:alpha val="100000"/>
              </a:srgbClr>
            </a:solidFill>
            <a:ln w="5420" cap="flat">
              <a:solidFill>
                <a:srgbClr val="3799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5" name="pg785"/>
            <p:cNvSpPr/>
            <p:nvPr/>
          </p:nvSpPr>
          <p:spPr>
            <a:xfrm>
              <a:off x="5718373" y="307962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595A9">
                <a:alpha val="100000"/>
              </a:srgbClr>
            </a:solidFill>
            <a:ln w="5420" cap="flat">
              <a:solidFill>
                <a:srgbClr val="3595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6" name="pg786"/>
            <p:cNvSpPr/>
            <p:nvPr/>
          </p:nvSpPr>
          <p:spPr>
            <a:xfrm>
              <a:off x="5730010" y="307962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692A8">
                <a:alpha val="100000"/>
              </a:srgbClr>
            </a:solidFill>
            <a:ln w="5420" cap="flat">
              <a:solidFill>
                <a:srgbClr val="3692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7" name="pg787"/>
            <p:cNvSpPr/>
            <p:nvPr/>
          </p:nvSpPr>
          <p:spPr>
            <a:xfrm>
              <a:off x="5671824" y="309392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99A9">
                <a:alpha val="100000"/>
              </a:srgbClr>
            </a:solidFill>
            <a:ln w="5420" cap="flat">
              <a:solidFill>
                <a:srgbClr val="3799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8" name="pg788"/>
            <p:cNvSpPr/>
            <p:nvPr/>
          </p:nvSpPr>
          <p:spPr>
            <a:xfrm>
              <a:off x="5683461" y="309392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DA0AA">
                <a:alpha val="100000"/>
              </a:srgbClr>
            </a:solidFill>
            <a:ln w="5420" cap="flat">
              <a:solidFill>
                <a:srgbClr val="3DA0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9" name="pg789"/>
            <p:cNvSpPr/>
            <p:nvPr/>
          </p:nvSpPr>
          <p:spPr>
            <a:xfrm>
              <a:off x="5695098" y="309392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D9FAA">
                <a:alpha val="100000"/>
              </a:srgbClr>
            </a:solidFill>
            <a:ln w="5420" cap="flat">
              <a:solidFill>
                <a:srgbClr val="3D9F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0" name="pg790"/>
            <p:cNvSpPr/>
            <p:nvPr/>
          </p:nvSpPr>
          <p:spPr>
            <a:xfrm>
              <a:off x="5706736" y="309392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9CA9">
                <a:alpha val="100000"/>
              </a:srgbClr>
            </a:solidFill>
            <a:ln w="5420" cap="flat">
              <a:solidFill>
                <a:srgbClr val="399C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1" name="pg791"/>
            <p:cNvSpPr/>
            <p:nvPr/>
          </p:nvSpPr>
          <p:spPr>
            <a:xfrm>
              <a:off x="5718373" y="309392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598A9">
                <a:alpha val="100000"/>
              </a:srgbClr>
            </a:solidFill>
            <a:ln w="5420" cap="flat">
              <a:solidFill>
                <a:srgbClr val="3598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2" name="pg792"/>
            <p:cNvSpPr/>
            <p:nvPr/>
          </p:nvSpPr>
          <p:spPr>
            <a:xfrm>
              <a:off x="5730010" y="309392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595A9">
                <a:alpha val="100000"/>
              </a:srgbClr>
            </a:solidFill>
            <a:ln w="5420" cap="flat">
              <a:solidFill>
                <a:srgbClr val="3595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3" name="pg793"/>
            <p:cNvSpPr/>
            <p:nvPr/>
          </p:nvSpPr>
          <p:spPr>
            <a:xfrm>
              <a:off x="5671824" y="310822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598A9">
                <a:alpha val="100000"/>
              </a:srgbClr>
            </a:solidFill>
            <a:ln w="5420" cap="flat">
              <a:solidFill>
                <a:srgbClr val="3598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4" name="pg794"/>
            <p:cNvSpPr/>
            <p:nvPr/>
          </p:nvSpPr>
          <p:spPr>
            <a:xfrm>
              <a:off x="5683461" y="310822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9CA9">
                <a:alpha val="100000"/>
              </a:srgbClr>
            </a:solidFill>
            <a:ln w="5420" cap="flat">
              <a:solidFill>
                <a:srgbClr val="399C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5" name="pg795"/>
            <p:cNvSpPr/>
            <p:nvPr/>
          </p:nvSpPr>
          <p:spPr>
            <a:xfrm>
              <a:off x="5695098" y="310822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9CA9">
                <a:alpha val="100000"/>
              </a:srgbClr>
            </a:solidFill>
            <a:ln w="5420" cap="flat">
              <a:solidFill>
                <a:srgbClr val="399C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6" name="pg796"/>
            <p:cNvSpPr/>
            <p:nvPr/>
          </p:nvSpPr>
          <p:spPr>
            <a:xfrm>
              <a:off x="5706736" y="310822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9AA9">
                <a:alpha val="100000"/>
              </a:srgbClr>
            </a:solidFill>
            <a:ln w="5420" cap="flat">
              <a:solidFill>
                <a:srgbClr val="379A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7" name="pg797"/>
            <p:cNvSpPr/>
            <p:nvPr/>
          </p:nvSpPr>
          <p:spPr>
            <a:xfrm>
              <a:off x="5718373" y="310822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598A9">
                <a:alpha val="100000"/>
              </a:srgbClr>
            </a:solidFill>
            <a:ln w="5420" cap="flat">
              <a:solidFill>
                <a:srgbClr val="3598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8" name="pg798"/>
            <p:cNvSpPr/>
            <p:nvPr/>
          </p:nvSpPr>
          <p:spPr>
            <a:xfrm>
              <a:off x="5730010" y="310822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595A9">
                <a:alpha val="100000"/>
              </a:srgbClr>
            </a:solidFill>
            <a:ln w="5420" cap="flat">
              <a:solidFill>
                <a:srgbClr val="3595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9" name="pg799"/>
            <p:cNvSpPr/>
            <p:nvPr/>
          </p:nvSpPr>
          <p:spPr>
            <a:xfrm>
              <a:off x="5741648" y="310822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594A8">
                <a:alpha val="100000"/>
              </a:srgbClr>
            </a:solidFill>
            <a:ln w="5420" cap="flat">
              <a:solidFill>
                <a:srgbClr val="3594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0" name="pg800"/>
            <p:cNvSpPr/>
            <p:nvPr/>
          </p:nvSpPr>
          <p:spPr>
            <a:xfrm>
              <a:off x="5660186" y="312252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595A9">
                <a:alpha val="100000"/>
              </a:srgbClr>
            </a:solidFill>
            <a:ln w="5420" cap="flat">
              <a:solidFill>
                <a:srgbClr val="3595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1" name="pg801"/>
            <p:cNvSpPr/>
            <p:nvPr/>
          </p:nvSpPr>
          <p:spPr>
            <a:xfrm>
              <a:off x="5671824" y="312252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496A9">
                <a:alpha val="100000"/>
              </a:srgbClr>
            </a:solidFill>
            <a:ln w="5420" cap="flat">
              <a:solidFill>
                <a:srgbClr val="3496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2" name="pg802"/>
            <p:cNvSpPr/>
            <p:nvPr/>
          </p:nvSpPr>
          <p:spPr>
            <a:xfrm>
              <a:off x="5683461" y="312252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699A9">
                <a:alpha val="100000"/>
              </a:srgbClr>
            </a:solidFill>
            <a:ln w="5420" cap="flat">
              <a:solidFill>
                <a:srgbClr val="3699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3" name="pg803"/>
            <p:cNvSpPr/>
            <p:nvPr/>
          </p:nvSpPr>
          <p:spPr>
            <a:xfrm>
              <a:off x="5695098" y="312252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699A9">
                <a:alpha val="100000"/>
              </a:srgbClr>
            </a:solidFill>
            <a:ln w="5420" cap="flat">
              <a:solidFill>
                <a:srgbClr val="3699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4" name="pg804"/>
            <p:cNvSpPr/>
            <p:nvPr/>
          </p:nvSpPr>
          <p:spPr>
            <a:xfrm>
              <a:off x="5706736" y="312252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598A9">
                <a:alpha val="100000"/>
              </a:srgbClr>
            </a:solidFill>
            <a:ln w="5420" cap="flat">
              <a:solidFill>
                <a:srgbClr val="3598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5" name="pg805"/>
            <p:cNvSpPr/>
            <p:nvPr/>
          </p:nvSpPr>
          <p:spPr>
            <a:xfrm>
              <a:off x="5718373" y="312252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496A9">
                <a:alpha val="100000"/>
              </a:srgbClr>
            </a:solidFill>
            <a:ln w="5420" cap="flat">
              <a:solidFill>
                <a:srgbClr val="3496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6" name="pg806"/>
            <p:cNvSpPr/>
            <p:nvPr/>
          </p:nvSpPr>
          <p:spPr>
            <a:xfrm>
              <a:off x="5730010" y="312252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595A9">
                <a:alpha val="100000"/>
              </a:srgbClr>
            </a:solidFill>
            <a:ln w="5420" cap="flat">
              <a:solidFill>
                <a:srgbClr val="3595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7" name="pg807"/>
            <p:cNvSpPr/>
            <p:nvPr/>
          </p:nvSpPr>
          <p:spPr>
            <a:xfrm>
              <a:off x="5648549" y="313682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594A8">
                <a:alpha val="100000"/>
              </a:srgbClr>
            </a:solidFill>
            <a:ln w="5420" cap="flat">
              <a:solidFill>
                <a:srgbClr val="3594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8" name="pg808"/>
            <p:cNvSpPr/>
            <p:nvPr/>
          </p:nvSpPr>
          <p:spPr>
            <a:xfrm>
              <a:off x="5660186" y="313682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594A8">
                <a:alpha val="100000"/>
              </a:srgbClr>
            </a:solidFill>
            <a:ln w="5420" cap="flat">
              <a:solidFill>
                <a:srgbClr val="3594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9" name="pg809"/>
            <p:cNvSpPr/>
            <p:nvPr/>
          </p:nvSpPr>
          <p:spPr>
            <a:xfrm>
              <a:off x="5671824" y="313682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595A9">
                <a:alpha val="100000"/>
              </a:srgbClr>
            </a:solidFill>
            <a:ln w="5420" cap="flat">
              <a:solidFill>
                <a:srgbClr val="3595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0" name="pg810"/>
            <p:cNvSpPr/>
            <p:nvPr/>
          </p:nvSpPr>
          <p:spPr>
            <a:xfrm>
              <a:off x="5683461" y="313682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496A9">
                <a:alpha val="100000"/>
              </a:srgbClr>
            </a:solidFill>
            <a:ln w="5420" cap="flat">
              <a:solidFill>
                <a:srgbClr val="3496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1" name="pg811"/>
            <p:cNvSpPr/>
            <p:nvPr/>
          </p:nvSpPr>
          <p:spPr>
            <a:xfrm>
              <a:off x="5695098" y="313682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496A9">
                <a:alpha val="100000"/>
              </a:srgbClr>
            </a:solidFill>
            <a:ln w="5420" cap="flat">
              <a:solidFill>
                <a:srgbClr val="3496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2" name="pg812"/>
            <p:cNvSpPr/>
            <p:nvPr/>
          </p:nvSpPr>
          <p:spPr>
            <a:xfrm>
              <a:off x="5706736" y="313682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496A9">
                <a:alpha val="100000"/>
              </a:srgbClr>
            </a:solidFill>
            <a:ln w="5420" cap="flat">
              <a:solidFill>
                <a:srgbClr val="3496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3" name="pg813"/>
            <p:cNvSpPr/>
            <p:nvPr/>
          </p:nvSpPr>
          <p:spPr>
            <a:xfrm>
              <a:off x="5718373" y="313682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595A9">
                <a:alpha val="100000"/>
              </a:srgbClr>
            </a:solidFill>
            <a:ln w="5420" cap="flat">
              <a:solidFill>
                <a:srgbClr val="3595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4" name="pg814"/>
            <p:cNvSpPr/>
            <p:nvPr/>
          </p:nvSpPr>
          <p:spPr>
            <a:xfrm>
              <a:off x="5648549" y="315112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594A8">
                <a:alpha val="100000"/>
              </a:srgbClr>
            </a:solidFill>
            <a:ln w="5420" cap="flat">
              <a:solidFill>
                <a:srgbClr val="3594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5" name="pg815"/>
            <p:cNvSpPr/>
            <p:nvPr/>
          </p:nvSpPr>
          <p:spPr>
            <a:xfrm>
              <a:off x="5660186" y="315112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594A8">
                <a:alpha val="100000"/>
              </a:srgbClr>
            </a:solidFill>
            <a:ln w="5420" cap="flat">
              <a:solidFill>
                <a:srgbClr val="3594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6" name="pg816"/>
            <p:cNvSpPr/>
            <p:nvPr/>
          </p:nvSpPr>
          <p:spPr>
            <a:xfrm>
              <a:off x="5671824" y="315112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595A9">
                <a:alpha val="100000"/>
              </a:srgbClr>
            </a:solidFill>
            <a:ln w="5420" cap="flat">
              <a:solidFill>
                <a:srgbClr val="3595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7" name="pg817"/>
            <p:cNvSpPr/>
            <p:nvPr/>
          </p:nvSpPr>
          <p:spPr>
            <a:xfrm>
              <a:off x="5683461" y="315112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595A9">
                <a:alpha val="100000"/>
              </a:srgbClr>
            </a:solidFill>
            <a:ln w="5420" cap="flat">
              <a:solidFill>
                <a:srgbClr val="3595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8" name="pg818"/>
            <p:cNvSpPr/>
            <p:nvPr/>
          </p:nvSpPr>
          <p:spPr>
            <a:xfrm>
              <a:off x="5695098" y="315112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595A9">
                <a:alpha val="100000"/>
              </a:srgbClr>
            </a:solidFill>
            <a:ln w="5420" cap="flat">
              <a:solidFill>
                <a:srgbClr val="3595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9" name="pg819"/>
            <p:cNvSpPr/>
            <p:nvPr/>
          </p:nvSpPr>
          <p:spPr>
            <a:xfrm>
              <a:off x="5706736" y="315112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595A9">
                <a:alpha val="100000"/>
              </a:srgbClr>
            </a:solidFill>
            <a:ln w="5420" cap="flat">
              <a:solidFill>
                <a:srgbClr val="3595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0" name="pg820"/>
            <p:cNvSpPr/>
            <p:nvPr/>
          </p:nvSpPr>
          <p:spPr>
            <a:xfrm>
              <a:off x="5718373" y="315112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594A8">
                <a:alpha val="100000"/>
              </a:srgbClr>
            </a:solidFill>
            <a:ln w="5420" cap="flat">
              <a:solidFill>
                <a:srgbClr val="3594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1" name="pg821"/>
            <p:cNvSpPr/>
            <p:nvPr/>
          </p:nvSpPr>
          <p:spPr>
            <a:xfrm>
              <a:off x="5741648" y="315112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693A8">
                <a:alpha val="100000"/>
              </a:srgbClr>
            </a:solidFill>
            <a:ln w="5420" cap="flat">
              <a:solidFill>
                <a:srgbClr val="3693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2" name="pg822"/>
            <p:cNvSpPr/>
            <p:nvPr/>
          </p:nvSpPr>
          <p:spPr>
            <a:xfrm>
              <a:off x="5753285" y="315112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692A8">
                <a:alpha val="100000"/>
              </a:srgbClr>
            </a:solidFill>
            <a:ln w="5420" cap="flat">
              <a:solidFill>
                <a:srgbClr val="3692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3" name="pg823"/>
            <p:cNvSpPr/>
            <p:nvPr/>
          </p:nvSpPr>
          <p:spPr>
            <a:xfrm>
              <a:off x="5764922" y="315112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691A8">
                <a:alpha val="100000"/>
              </a:srgbClr>
            </a:solidFill>
            <a:ln w="5420" cap="flat">
              <a:solidFill>
                <a:srgbClr val="3691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4" name="pg824"/>
            <p:cNvSpPr/>
            <p:nvPr/>
          </p:nvSpPr>
          <p:spPr>
            <a:xfrm>
              <a:off x="5776560" y="315112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691A8">
                <a:alpha val="100000"/>
              </a:srgbClr>
            </a:solidFill>
            <a:ln w="5420" cap="flat">
              <a:solidFill>
                <a:srgbClr val="3691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5" name="pg825"/>
            <p:cNvSpPr/>
            <p:nvPr/>
          </p:nvSpPr>
          <p:spPr>
            <a:xfrm>
              <a:off x="5648549" y="316543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595A9">
                <a:alpha val="100000"/>
              </a:srgbClr>
            </a:solidFill>
            <a:ln w="5420" cap="flat">
              <a:solidFill>
                <a:srgbClr val="3595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6" name="pg826"/>
            <p:cNvSpPr/>
            <p:nvPr/>
          </p:nvSpPr>
          <p:spPr>
            <a:xfrm>
              <a:off x="5660186" y="316543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595A9">
                <a:alpha val="100000"/>
              </a:srgbClr>
            </a:solidFill>
            <a:ln w="5420" cap="flat">
              <a:solidFill>
                <a:srgbClr val="3595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7" name="pg827"/>
            <p:cNvSpPr/>
            <p:nvPr/>
          </p:nvSpPr>
          <p:spPr>
            <a:xfrm>
              <a:off x="5671824" y="316543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595A9">
                <a:alpha val="100000"/>
              </a:srgbClr>
            </a:solidFill>
            <a:ln w="5420" cap="flat">
              <a:solidFill>
                <a:srgbClr val="3595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8" name="pg828"/>
            <p:cNvSpPr/>
            <p:nvPr/>
          </p:nvSpPr>
          <p:spPr>
            <a:xfrm>
              <a:off x="5683461" y="316543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595A9">
                <a:alpha val="100000"/>
              </a:srgbClr>
            </a:solidFill>
            <a:ln w="5420" cap="flat">
              <a:solidFill>
                <a:srgbClr val="3595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9" name="pg829"/>
            <p:cNvSpPr/>
            <p:nvPr/>
          </p:nvSpPr>
          <p:spPr>
            <a:xfrm>
              <a:off x="5695098" y="316543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595A9">
                <a:alpha val="100000"/>
              </a:srgbClr>
            </a:solidFill>
            <a:ln w="5420" cap="flat">
              <a:solidFill>
                <a:srgbClr val="3595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0" name="pg830"/>
            <p:cNvSpPr/>
            <p:nvPr/>
          </p:nvSpPr>
          <p:spPr>
            <a:xfrm>
              <a:off x="5706736" y="316543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594A8">
                <a:alpha val="100000"/>
              </a:srgbClr>
            </a:solidFill>
            <a:ln w="5420" cap="flat">
              <a:solidFill>
                <a:srgbClr val="3594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1" name="pg831"/>
            <p:cNvSpPr/>
            <p:nvPr/>
          </p:nvSpPr>
          <p:spPr>
            <a:xfrm>
              <a:off x="5718373" y="316543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594A8">
                <a:alpha val="100000"/>
              </a:srgbClr>
            </a:solidFill>
            <a:ln w="5420" cap="flat">
              <a:solidFill>
                <a:srgbClr val="3594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2" name="pg832"/>
            <p:cNvSpPr/>
            <p:nvPr/>
          </p:nvSpPr>
          <p:spPr>
            <a:xfrm>
              <a:off x="5730010" y="316543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593A8">
                <a:alpha val="100000"/>
              </a:srgbClr>
            </a:solidFill>
            <a:ln w="5420" cap="flat">
              <a:solidFill>
                <a:srgbClr val="3593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3" name="pg833"/>
            <p:cNvSpPr/>
            <p:nvPr/>
          </p:nvSpPr>
          <p:spPr>
            <a:xfrm>
              <a:off x="5741648" y="316543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593A8">
                <a:alpha val="100000"/>
              </a:srgbClr>
            </a:solidFill>
            <a:ln w="5420" cap="flat">
              <a:solidFill>
                <a:srgbClr val="3593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4" name="pg834"/>
            <p:cNvSpPr/>
            <p:nvPr/>
          </p:nvSpPr>
          <p:spPr>
            <a:xfrm>
              <a:off x="5753285" y="316543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692A8">
                <a:alpha val="100000"/>
              </a:srgbClr>
            </a:solidFill>
            <a:ln w="5420" cap="flat">
              <a:solidFill>
                <a:srgbClr val="3692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5" name="pg835"/>
            <p:cNvSpPr/>
            <p:nvPr/>
          </p:nvSpPr>
          <p:spPr>
            <a:xfrm>
              <a:off x="5764922" y="316543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692A8">
                <a:alpha val="100000"/>
              </a:srgbClr>
            </a:solidFill>
            <a:ln w="5420" cap="flat">
              <a:solidFill>
                <a:srgbClr val="3692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6" name="pg836"/>
            <p:cNvSpPr/>
            <p:nvPr/>
          </p:nvSpPr>
          <p:spPr>
            <a:xfrm>
              <a:off x="5776560" y="316543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691A8">
                <a:alpha val="100000"/>
              </a:srgbClr>
            </a:solidFill>
            <a:ln w="5420" cap="flat">
              <a:solidFill>
                <a:srgbClr val="3691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7" name="pg837"/>
            <p:cNvSpPr/>
            <p:nvPr/>
          </p:nvSpPr>
          <p:spPr>
            <a:xfrm>
              <a:off x="5788197" y="316543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691A8">
                <a:alpha val="100000"/>
              </a:srgbClr>
            </a:solidFill>
            <a:ln w="5420" cap="flat">
              <a:solidFill>
                <a:srgbClr val="3691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8" name="pg838"/>
            <p:cNvSpPr/>
            <p:nvPr/>
          </p:nvSpPr>
          <p:spPr>
            <a:xfrm>
              <a:off x="5671824" y="317973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496A9">
                <a:alpha val="100000"/>
              </a:srgbClr>
            </a:solidFill>
            <a:ln w="5420" cap="flat">
              <a:solidFill>
                <a:srgbClr val="3496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9" name="pg839"/>
            <p:cNvSpPr/>
            <p:nvPr/>
          </p:nvSpPr>
          <p:spPr>
            <a:xfrm>
              <a:off x="5683461" y="317973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596A9">
                <a:alpha val="100000"/>
              </a:srgbClr>
            </a:solidFill>
            <a:ln w="5420" cap="flat">
              <a:solidFill>
                <a:srgbClr val="3596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0" name="pg840"/>
            <p:cNvSpPr/>
            <p:nvPr/>
          </p:nvSpPr>
          <p:spPr>
            <a:xfrm>
              <a:off x="5695098" y="317973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595A9">
                <a:alpha val="100000"/>
              </a:srgbClr>
            </a:solidFill>
            <a:ln w="5420" cap="flat">
              <a:solidFill>
                <a:srgbClr val="3595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1" name="pg841"/>
            <p:cNvSpPr/>
            <p:nvPr/>
          </p:nvSpPr>
          <p:spPr>
            <a:xfrm>
              <a:off x="5706736" y="317973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595A9">
                <a:alpha val="100000"/>
              </a:srgbClr>
            </a:solidFill>
            <a:ln w="5420" cap="flat">
              <a:solidFill>
                <a:srgbClr val="3595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2" name="pg842"/>
            <p:cNvSpPr/>
            <p:nvPr/>
          </p:nvSpPr>
          <p:spPr>
            <a:xfrm>
              <a:off x="5718373" y="317973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594A8">
                <a:alpha val="100000"/>
              </a:srgbClr>
            </a:solidFill>
            <a:ln w="5420" cap="flat">
              <a:solidFill>
                <a:srgbClr val="3594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3" name="pg843"/>
            <p:cNvSpPr/>
            <p:nvPr/>
          </p:nvSpPr>
          <p:spPr>
            <a:xfrm>
              <a:off x="5730010" y="317973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594A8">
                <a:alpha val="100000"/>
              </a:srgbClr>
            </a:solidFill>
            <a:ln w="5420" cap="flat">
              <a:solidFill>
                <a:srgbClr val="3594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4" name="pg844"/>
            <p:cNvSpPr/>
            <p:nvPr/>
          </p:nvSpPr>
          <p:spPr>
            <a:xfrm>
              <a:off x="5741648" y="317973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593A8">
                <a:alpha val="100000"/>
              </a:srgbClr>
            </a:solidFill>
            <a:ln w="5420" cap="flat">
              <a:solidFill>
                <a:srgbClr val="3593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5" name="pg845"/>
            <p:cNvSpPr/>
            <p:nvPr/>
          </p:nvSpPr>
          <p:spPr>
            <a:xfrm>
              <a:off x="5753285" y="317973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693A8">
                <a:alpha val="100000"/>
              </a:srgbClr>
            </a:solidFill>
            <a:ln w="5420" cap="flat">
              <a:solidFill>
                <a:srgbClr val="3693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6" name="pg846"/>
            <p:cNvSpPr/>
            <p:nvPr/>
          </p:nvSpPr>
          <p:spPr>
            <a:xfrm>
              <a:off x="5764922" y="317973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692A8">
                <a:alpha val="100000"/>
              </a:srgbClr>
            </a:solidFill>
            <a:ln w="5420" cap="flat">
              <a:solidFill>
                <a:srgbClr val="3692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7" name="pg847"/>
            <p:cNvSpPr/>
            <p:nvPr/>
          </p:nvSpPr>
          <p:spPr>
            <a:xfrm>
              <a:off x="5776560" y="317973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691A8">
                <a:alpha val="100000"/>
              </a:srgbClr>
            </a:solidFill>
            <a:ln w="5420" cap="flat">
              <a:solidFill>
                <a:srgbClr val="3691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8" name="pg848"/>
            <p:cNvSpPr/>
            <p:nvPr/>
          </p:nvSpPr>
          <p:spPr>
            <a:xfrm>
              <a:off x="5788197" y="317973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691A8">
                <a:alpha val="100000"/>
              </a:srgbClr>
            </a:solidFill>
            <a:ln w="5420" cap="flat">
              <a:solidFill>
                <a:srgbClr val="3691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9" name="pg849"/>
            <p:cNvSpPr/>
            <p:nvPr/>
          </p:nvSpPr>
          <p:spPr>
            <a:xfrm>
              <a:off x="5799834" y="317973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690A8">
                <a:alpha val="100000"/>
              </a:srgbClr>
            </a:solidFill>
            <a:ln w="5420" cap="flat">
              <a:solidFill>
                <a:srgbClr val="3690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0" name="pg850"/>
            <p:cNvSpPr/>
            <p:nvPr/>
          </p:nvSpPr>
          <p:spPr>
            <a:xfrm>
              <a:off x="5625275" y="319403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99A9">
                <a:alpha val="100000"/>
              </a:srgbClr>
            </a:solidFill>
            <a:ln w="5420" cap="flat">
              <a:solidFill>
                <a:srgbClr val="3799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1" name="pg851"/>
            <p:cNvSpPr/>
            <p:nvPr/>
          </p:nvSpPr>
          <p:spPr>
            <a:xfrm>
              <a:off x="5636912" y="319403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699A9">
                <a:alpha val="100000"/>
              </a:srgbClr>
            </a:solidFill>
            <a:ln w="5420" cap="flat">
              <a:solidFill>
                <a:srgbClr val="3699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2" name="pg852"/>
            <p:cNvSpPr/>
            <p:nvPr/>
          </p:nvSpPr>
          <p:spPr>
            <a:xfrm>
              <a:off x="5648549" y="319403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699A9">
                <a:alpha val="100000"/>
              </a:srgbClr>
            </a:solidFill>
            <a:ln w="5420" cap="flat">
              <a:solidFill>
                <a:srgbClr val="3699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3" name="pg853"/>
            <p:cNvSpPr/>
            <p:nvPr/>
          </p:nvSpPr>
          <p:spPr>
            <a:xfrm>
              <a:off x="5660186" y="319403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699A9">
                <a:alpha val="100000"/>
              </a:srgbClr>
            </a:solidFill>
            <a:ln w="5420" cap="flat">
              <a:solidFill>
                <a:srgbClr val="3699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4" name="pg854"/>
            <p:cNvSpPr/>
            <p:nvPr/>
          </p:nvSpPr>
          <p:spPr>
            <a:xfrm>
              <a:off x="5695098" y="319403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496A9">
                <a:alpha val="100000"/>
              </a:srgbClr>
            </a:solidFill>
            <a:ln w="5420" cap="flat">
              <a:solidFill>
                <a:srgbClr val="3496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5" name="pg855"/>
            <p:cNvSpPr/>
            <p:nvPr/>
          </p:nvSpPr>
          <p:spPr>
            <a:xfrm>
              <a:off x="5706736" y="319403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595A9">
                <a:alpha val="100000"/>
              </a:srgbClr>
            </a:solidFill>
            <a:ln w="5420" cap="flat">
              <a:solidFill>
                <a:srgbClr val="3595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6" name="pg856"/>
            <p:cNvSpPr/>
            <p:nvPr/>
          </p:nvSpPr>
          <p:spPr>
            <a:xfrm>
              <a:off x="5718373" y="319403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595A9">
                <a:alpha val="100000"/>
              </a:srgbClr>
            </a:solidFill>
            <a:ln w="5420" cap="flat">
              <a:solidFill>
                <a:srgbClr val="3595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7" name="pg857"/>
            <p:cNvSpPr/>
            <p:nvPr/>
          </p:nvSpPr>
          <p:spPr>
            <a:xfrm>
              <a:off x="5730010" y="319403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594A8">
                <a:alpha val="100000"/>
              </a:srgbClr>
            </a:solidFill>
            <a:ln w="5420" cap="flat">
              <a:solidFill>
                <a:srgbClr val="3594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8" name="pg858"/>
            <p:cNvSpPr/>
            <p:nvPr/>
          </p:nvSpPr>
          <p:spPr>
            <a:xfrm>
              <a:off x="5741648" y="319403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594A8">
                <a:alpha val="100000"/>
              </a:srgbClr>
            </a:solidFill>
            <a:ln w="5420" cap="flat">
              <a:solidFill>
                <a:srgbClr val="3594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9" name="pg859"/>
            <p:cNvSpPr/>
            <p:nvPr/>
          </p:nvSpPr>
          <p:spPr>
            <a:xfrm>
              <a:off x="5753285" y="319403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593A8">
                <a:alpha val="100000"/>
              </a:srgbClr>
            </a:solidFill>
            <a:ln w="5420" cap="flat">
              <a:solidFill>
                <a:srgbClr val="3593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0" name="pg860"/>
            <p:cNvSpPr/>
            <p:nvPr/>
          </p:nvSpPr>
          <p:spPr>
            <a:xfrm>
              <a:off x="5764922" y="319403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692A8">
                <a:alpha val="100000"/>
              </a:srgbClr>
            </a:solidFill>
            <a:ln w="5420" cap="flat">
              <a:solidFill>
                <a:srgbClr val="3692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1" name="pg861"/>
            <p:cNvSpPr/>
            <p:nvPr/>
          </p:nvSpPr>
          <p:spPr>
            <a:xfrm>
              <a:off x="5776560" y="319403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692A8">
                <a:alpha val="100000"/>
              </a:srgbClr>
            </a:solidFill>
            <a:ln w="5420" cap="flat">
              <a:solidFill>
                <a:srgbClr val="3692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2" name="pg862"/>
            <p:cNvSpPr/>
            <p:nvPr/>
          </p:nvSpPr>
          <p:spPr>
            <a:xfrm>
              <a:off x="5788197" y="319403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691A8">
                <a:alpha val="100000"/>
              </a:srgbClr>
            </a:solidFill>
            <a:ln w="5420" cap="flat">
              <a:solidFill>
                <a:srgbClr val="3691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3" name="pg863"/>
            <p:cNvSpPr/>
            <p:nvPr/>
          </p:nvSpPr>
          <p:spPr>
            <a:xfrm>
              <a:off x="5799834" y="319403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691A8">
                <a:alpha val="100000"/>
              </a:srgbClr>
            </a:solidFill>
            <a:ln w="5420" cap="flat">
              <a:solidFill>
                <a:srgbClr val="3691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4" name="pg864"/>
            <p:cNvSpPr/>
            <p:nvPr/>
          </p:nvSpPr>
          <p:spPr>
            <a:xfrm>
              <a:off x="5613637" y="320833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9BA9">
                <a:alpha val="100000"/>
              </a:srgbClr>
            </a:solidFill>
            <a:ln w="5420" cap="flat">
              <a:solidFill>
                <a:srgbClr val="399B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5" name="pg865"/>
            <p:cNvSpPr/>
            <p:nvPr/>
          </p:nvSpPr>
          <p:spPr>
            <a:xfrm>
              <a:off x="5625275" y="320833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9CA9">
                <a:alpha val="100000"/>
              </a:srgbClr>
            </a:solidFill>
            <a:ln w="5420" cap="flat">
              <a:solidFill>
                <a:srgbClr val="399C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6" name="pg866"/>
            <p:cNvSpPr/>
            <p:nvPr/>
          </p:nvSpPr>
          <p:spPr>
            <a:xfrm>
              <a:off x="5636912" y="320833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9CA9">
                <a:alpha val="100000"/>
              </a:srgbClr>
            </a:solidFill>
            <a:ln w="5420" cap="flat">
              <a:solidFill>
                <a:srgbClr val="399C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7" name="pg867"/>
            <p:cNvSpPr/>
            <p:nvPr/>
          </p:nvSpPr>
          <p:spPr>
            <a:xfrm>
              <a:off x="5648549" y="320833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9BA9">
                <a:alpha val="100000"/>
              </a:srgbClr>
            </a:solidFill>
            <a:ln w="5420" cap="flat">
              <a:solidFill>
                <a:srgbClr val="399B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8" name="pg868"/>
            <p:cNvSpPr/>
            <p:nvPr/>
          </p:nvSpPr>
          <p:spPr>
            <a:xfrm>
              <a:off x="5660186" y="320833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89BA9">
                <a:alpha val="100000"/>
              </a:srgbClr>
            </a:solidFill>
            <a:ln w="5420" cap="flat">
              <a:solidFill>
                <a:srgbClr val="389B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9" name="pg869"/>
            <p:cNvSpPr/>
            <p:nvPr/>
          </p:nvSpPr>
          <p:spPr>
            <a:xfrm>
              <a:off x="5671824" y="320833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9AA9">
                <a:alpha val="100000"/>
              </a:srgbClr>
            </a:solidFill>
            <a:ln w="5420" cap="flat">
              <a:solidFill>
                <a:srgbClr val="379A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0" name="pg870"/>
            <p:cNvSpPr/>
            <p:nvPr/>
          </p:nvSpPr>
          <p:spPr>
            <a:xfrm>
              <a:off x="5683461" y="320833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598A9">
                <a:alpha val="100000"/>
              </a:srgbClr>
            </a:solidFill>
            <a:ln w="5420" cap="flat">
              <a:solidFill>
                <a:srgbClr val="3598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1" name="pg871"/>
            <p:cNvSpPr/>
            <p:nvPr/>
          </p:nvSpPr>
          <p:spPr>
            <a:xfrm>
              <a:off x="5695098" y="320833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497A9">
                <a:alpha val="100000"/>
              </a:srgbClr>
            </a:solidFill>
            <a:ln w="5420" cap="flat">
              <a:solidFill>
                <a:srgbClr val="3497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2" name="pg872"/>
            <p:cNvSpPr/>
            <p:nvPr/>
          </p:nvSpPr>
          <p:spPr>
            <a:xfrm>
              <a:off x="5706736" y="320833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496A9">
                <a:alpha val="100000"/>
              </a:srgbClr>
            </a:solidFill>
            <a:ln w="5420" cap="flat">
              <a:solidFill>
                <a:srgbClr val="3496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3" name="pg873"/>
            <p:cNvSpPr/>
            <p:nvPr/>
          </p:nvSpPr>
          <p:spPr>
            <a:xfrm>
              <a:off x="5718373" y="320833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596A9">
                <a:alpha val="100000"/>
              </a:srgbClr>
            </a:solidFill>
            <a:ln w="5420" cap="flat">
              <a:solidFill>
                <a:srgbClr val="3596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4" name="pg874"/>
            <p:cNvSpPr/>
            <p:nvPr/>
          </p:nvSpPr>
          <p:spPr>
            <a:xfrm>
              <a:off x="5730010" y="320833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595A9">
                <a:alpha val="100000"/>
              </a:srgbClr>
            </a:solidFill>
            <a:ln w="5420" cap="flat">
              <a:solidFill>
                <a:srgbClr val="3595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5" name="pg875"/>
            <p:cNvSpPr/>
            <p:nvPr/>
          </p:nvSpPr>
          <p:spPr>
            <a:xfrm>
              <a:off x="5741648" y="320833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594A8">
                <a:alpha val="100000"/>
              </a:srgbClr>
            </a:solidFill>
            <a:ln w="5420" cap="flat">
              <a:solidFill>
                <a:srgbClr val="3594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6" name="pg876"/>
            <p:cNvSpPr/>
            <p:nvPr/>
          </p:nvSpPr>
          <p:spPr>
            <a:xfrm>
              <a:off x="5753285" y="320833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593A8">
                <a:alpha val="100000"/>
              </a:srgbClr>
            </a:solidFill>
            <a:ln w="5420" cap="flat">
              <a:solidFill>
                <a:srgbClr val="3593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7" name="pg877"/>
            <p:cNvSpPr/>
            <p:nvPr/>
          </p:nvSpPr>
          <p:spPr>
            <a:xfrm>
              <a:off x="5764922" y="320833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593A8">
                <a:alpha val="100000"/>
              </a:srgbClr>
            </a:solidFill>
            <a:ln w="5420" cap="flat">
              <a:solidFill>
                <a:srgbClr val="3593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8" name="pg878"/>
            <p:cNvSpPr/>
            <p:nvPr/>
          </p:nvSpPr>
          <p:spPr>
            <a:xfrm>
              <a:off x="5776560" y="320833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692A8">
                <a:alpha val="100000"/>
              </a:srgbClr>
            </a:solidFill>
            <a:ln w="5420" cap="flat">
              <a:solidFill>
                <a:srgbClr val="3692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9" name="pg879"/>
            <p:cNvSpPr/>
            <p:nvPr/>
          </p:nvSpPr>
          <p:spPr>
            <a:xfrm>
              <a:off x="5788197" y="320833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692A8">
                <a:alpha val="100000"/>
              </a:srgbClr>
            </a:solidFill>
            <a:ln w="5420" cap="flat">
              <a:solidFill>
                <a:srgbClr val="3692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0" name="pg880"/>
            <p:cNvSpPr/>
            <p:nvPr/>
          </p:nvSpPr>
          <p:spPr>
            <a:xfrm>
              <a:off x="5799834" y="320833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691A8">
                <a:alpha val="100000"/>
              </a:srgbClr>
            </a:solidFill>
            <a:ln w="5420" cap="flat">
              <a:solidFill>
                <a:srgbClr val="3691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1" name="pg881"/>
            <p:cNvSpPr/>
            <p:nvPr/>
          </p:nvSpPr>
          <p:spPr>
            <a:xfrm>
              <a:off x="5811472" y="320833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691A8">
                <a:alpha val="100000"/>
              </a:srgbClr>
            </a:solidFill>
            <a:ln w="5420" cap="flat">
              <a:solidFill>
                <a:srgbClr val="3691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2" name="pg882"/>
            <p:cNvSpPr/>
            <p:nvPr/>
          </p:nvSpPr>
          <p:spPr>
            <a:xfrm>
              <a:off x="5613637" y="322263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9FAA">
                <a:alpha val="100000"/>
              </a:srgbClr>
            </a:solidFill>
            <a:ln w="5420" cap="flat">
              <a:solidFill>
                <a:srgbClr val="3C9F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3" name="pg883"/>
            <p:cNvSpPr/>
            <p:nvPr/>
          </p:nvSpPr>
          <p:spPr>
            <a:xfrm>
              <a:off x="5625275" y="322263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DA0AA">
                <a:alpha val="100000"/>
              </a:srgbClr>
            </a:solidFill>
            <a:ln w="5420" cap="flat">
              <a:solidFill>
                <a:srgbClr val="3DA0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4" name="pg884"/>
            <p:cNvSpPr/>
            <p:nvPr/>
          </p:nvSpPr>
          <p:spPr>
            <a:xfrm>
              <a:off x="5636912" y="322263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D9FAA">
                <a:alpha val="100000"/>
              </a:srgbClr>
            </a:solidFill>
            <a:ln w="5420" cap="flat">
              <a:solidFill>
                <a:srgbClr val="3D9F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5" name="pg885"/>
            <p:cNvSpPr/>
            <p:nvPr/>
          </p:nvSpPr>
          <p:spPr>
            <a:xfrm>
              <a:off x="5648549" y="322263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9FAA">
                <a:alpha val="100000"/>
              </a:srgbClr>
            </a:solidFill>
            <a:ln w="5420" cap="flat">
              <a:solidFill>
                <a:srgbClr val="3C9F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6" name="pg886"/>
            <p:cNvSpPr/>
            <p:nvPr/>
          </p:nvSpPr>
          <p:spPr>
            <a:xfrm>
              <a:off x="5660186" y="322263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9EAA">
                <a:alpha val="100000"/>
              </a:srgbClr>
            </a:solidFill>
            <a:ln w="5420" cap="flat">
              <a:solidFill>
                <a:srgbClr val="3B9E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7" name="pg887"/>
            <p:cNvSpPr/>
            <p:nvPr/>
          </p:nvSpPr>
          <p:spPr>
            <a:xfrm>
              <a:off x="5671824" y="322263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9DA9">
                <a:alpha val="100000"/>
              </a:srgbClr>
            </a:solidFill>
            <a:ln w="5420" cap="flat">
              <a:solidFill>
                <a:srgbClr val="3A9D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8" name="pg888"/>
            <p:cNvSpPr/>
            <p:nvPr/>
          </p:nvSpPr>
          <p:spPr>
            <a:xfrm>
              <a:off x="5683461" y="322263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89AA9">
                <a:alpha val="100000"/>
              </a:srgbClr>
            </a:solidFill>
            <a:ln w="5420" cap="flat">
              <a:solidFill>
                <a:srgbClr val="389A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9" name="pg889"/>
            <p:cNvSpPr/>
            <p:nvPr/>
          </p:nvSpPr>
          <p:spPr>
            <a:xfrm>
              <a:off x="5695098" y="322263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699A9">
                <a:alpha val="100000"/>
              </a:srgbClr>
            </a:solidFill>
            <a:ln w="5420" cap="flat">
              <a:solidFill>
                <a:srgbClr val="3699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0" name="pg890"/>
            <p:cNvSpPr/>
            <p:nvPr/>
          </p:nvSpPr>
          <p:spPr>
            <a:xfrm>
              <a:off x="5706736" y="322263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598A9">
                <a:alpha val="100000"/>
              </a:srgbClr>
            </a:solidFill>
            <a:ln w="5420" cap="flat">
              <a:solidFill>
                <a:srgbClr val="3598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1" name="pg891"/>
            <p:cNvSpPr/>
            <p:nvPr/>
          </p:nvSpPr>
          <p:spPr>
            <a:xfrm>
              <a:off x="5718373" y="322263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497A9">
                <a:alpha val="100000"/>
              </a:srgbClr>
            </a:solidFill>
            <a:ln w="5420" cap="flat">
              <a:solidFill>
                <a:srgbClr val="3497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2" name="pg892"/>
            <p:cNvSpPr/>
            <p:nvPr/>
          </p:nvSpPr>
          <p:spPr>
            <a:xfrm>
              <a:off x="5730010" y="322263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496A9">
                <a:alpha val="100000"/>
              </a:srgbClr>
            </a:solidFill>
            <a:ln w="5420" cap="flat">
              <a:solidFill>
                <a:srgbClr val="3496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3" name="pg893"/>
            <p:cNvSpPr/>
            <p:nvPr/>
          </p:nvSpPr>
          <p:spPr>
            <a:xfrm>
              <a:off x="5741648" y="322263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595A9">
                <a:alpha val="100000"/>
              </a:srgbClr>
            </a:solidFill>
            <a:ln w="5420" cap="flat">
              <a:solidFill>
                <a:srgbClr val="3595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4" name="pg894"/>
            <p:cNvSpPr/>
            <p:nvPr/>
          </p:nvSpPr>
          <p:spPr>
            <a:xfrm>
              <a:off x="5753285" y="322263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595A9">
                <a:alpha val="100000"/>
              </a:srgbClr>
            </a:solidFill>
            <a:ln w="5420" cap="flat">
              <a:solidFill>
                <a:srgbClr val="3595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5" name="pg895"/>
            <p:cNvSpPr/>
            <p:nvPr/>
          </p:nvSpPr>
          <p:spPr>
            <a:xfrm>
              <a:off x="5764922" y="322263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594A8">
                <a:alpha val="100000"/>
              </a:srgbClr>
            </a:solidFill>
            <a:ln w="5420" cap="flat">
              <a:solidFill>
                <a:srgbClr val="3594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6" name="pg896"/>
            <p:cNvSpPr/>
            <p:nvPr/>
          </p:nvSpPr>
          <p:spPr>
            <a:xfrm>
              <a:off x="5776560" y="322263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593A8">
                <a:alpha val="100000"/>
              </a:srgbClr>
            </a:solidFill>
            <a:ln w="5420" cap="flat">
              <a:solidFill>
                <a:srgbClr val="3593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7" name="pg897"/>
            <p:cNvSpPr/>
            <p:nvPr/>
          </p:nvSpPr>
          <p:spPr>
            <a:xfrm>
              <a:off x="5788197" y="322263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593A8">
                <a:alpha val="100000"/>
              </a:srgbClr>
            </a:solidFill>
            <a:ln w="5420" cap="flat">
              <a:solidFill>
                <a:srgbClr val="3593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8" name="pg898"/>
            <p:cNvSpPr/>
            <p:nvPr/>
          </p:nvSpPr>
          <p:spPr>
            <a:xfrm>
              <a:off x="5799834" y="322263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692A8">
                <a:alpha val="100000"/>
              </a:srgbClr>
            </a:solidFill>
            <a:ln w="5420" cap="flat">
              <a:solidFill>
                <a:srgbClr val="3692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9" name="pg899"/>
            <p:cNvSpPr/>
            <p:nvPr/>
          </p:nvSpPr>
          <p:spPr>
            <a:xfrm>
              <a:off x="5811472" y="322263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692A8">
                <a:alpha val="100000"/>
              </a:srgbClr>
            </a:solidFill>
            <a:ln w="5420" cap="flat">
              <a:solidFill>
                <a:srgbClr val="3692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0" name="pg900"/>
            <p:cNvSpPr/>
            <p:nvPr/>
          </p:nvSpPr>
          <p:spPr>
            <a:xfrm>
              <a:off x="5613637" y="323693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DA0AA">
                <a:alpha val="100000"/>
              </a:srgbClr>
            </a:solidFill>
            <a:ln w="5420" cap="flat">
              <a:solidFill>
                <a:srgbClr val="3DA0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1" name="pg901"/>
            <p:cNvSpPr/>
            <p:nvPr/>
          </p:nvSpPr>
          <p:spPr>
            <a:xfrm>
              <a:off x="5625275" y="323693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EA0AA">
                <a:alpha val="100000"/>
              </a:srgbClr>
            </a:solidFill>
            <a:ln w="5420" cap="flat">
              <a:solidFill>
                <a:srgbClr val="3EA0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2" name="pg902"/>
            <p:cNvSpPr/>
            <p:nvPr/>
          </p:nvSpPr>
          <p:spPr>
            <a:xfrm>
              <a:off x="5636912" y="323693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EA0AA">
                <a:alpha val="100000"/>
              </a:srgbClr>
            </a:solidFill>
            <a:ln w="5420" cap="flat">
              <a:solidFill>
                <a:srgbClr val="3EA0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3" name="pg903"/>
            <p:cNvSpPr/>
            <p:nvPr/>
          </p:nvSpPr>
          <p:spPr>
            <a:xfrm>
              <a:off x="5648549" y="323693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DA0AA">
                <a:alpha val="100000"/>
              </a:srgbClr>
            </a:solidFill>
            <a:ln w="5420" cap="flat">
              <a:solidFill>
                <a:srgbClr val="3DA0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4" name="pg904"/>
            <p:cNvSpPr/>
            <p:nvPr/>
          </p:nvSpPr>
          <p:spPr>
            <a:xfrm>
              <a:off x="5660186" y="323693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9FAA">
                <a:alpha val="100000"/>
              </a:srgbClr>
            </a:solidFill>
            <a:ln w="5420" cap="flat">
              <a:solidFill>
                <a:srgbClr val="3C9F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5" name="pg905"/>
            <p:cNvSpPr/>
            <p:nvPr/>
          </p:nvSpPr>
          <p:spPr>
            <a:xfrm>
              <a:off x="5671824" y="323693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9EAA">
                <a:alpha val="100000"/>
              </a:srgbClr>
            </a:solidFill>
            <a:ln w="5420" cap="flat">
              <a:solidFill>
                <a:srgbClr val="3B9E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6" name="pg906"/>
            <p:cNvSpPr/>
            <p:nvPr/>
          </p:nvSpPr>
          <p:spPr>
            <a:xfrm>
              <a:off x="5683461" y="323693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89BA9">
                <a:alpha val="100000"/>
              </a:srgbClr>
            </a:solidFill>
            <a:ln w="5420" cap="flat">
              <a:solidFill>
                <a:srgbClr val="389B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7" name="pg907"/>
            <p:cNvSpPr/>
            <p:nvPr/>
          </p:nvSpPr>
          <p:spPr>
            <a:xfrm>
              <a:off x="5695098" y="323693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9AA9">
                <a:alpha val="100000"/>
              </a:srgbClr>
            </a:solidFill>
            <a:ln w="5420" cap="flat">
              <a:solidFill>
                <a:srgbClr val="379A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8" name="pg908"/>
            <p:cNvSpPr/>
            <p:nvPr/>
          </p:nvSpPr>
          <p:spPr>
            <a:xfrm>
              <a:off x="5706736" y="323693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699A9">
                <a:alpha val="100000"/>
              </a:srgbClr>
            </a:solidFill>
            <a:ln w="5420" cap="flat">
              <a:solidFill>
                <a:srgbClr val="3699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9" name="pg909"/>
            <p:cNvSpPr/>
            <p:nvPr/>
          </p:nvSpPr>
          <p:spPr>
            <a:xfrm>
              <a:off x="5718373" y="323693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598A9">
                <a:alpha val="100000"/>
              </a:srgbClr>
            </a:solidFill>
            <a:ln w="5420" cap="flat">
              <a:solidFill>
                <a:srgbClr val="3598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0" name="pg910"/>
            <p:cNvSpPr/>
            <p:nvPr/>
          </p:nvSpPr>
          <p:spPr>
            <a:xfrm>
              <a:off x="5730010" y="323693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497A9">
                <a:alpha val="100000"/>
              </a:srgbClr>
            </a:solidFill>
            <a:ln w="5420" cap="flat">
              <a:solidFill>
                <a:srgbClr val="3497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1" name="pg911"/>
            <p:cNvSpPr/>
            <p:nvPr/>
          </p:nvSpPr>
          <p:spPr>
            <a:xfrm>
              <a:off x="5741648" y="323693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496A9">
                <a:alpha val="100000"/>
              </a:srgbClr>
            </a:solidFill>
            <a:ln w="5420" cap="flat">
              <a:solidFill>
                <a:srgbClr val="3496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2" name="pg912"/>
            <p:cNvSpPr/>
            <p:nvPr/>
          </p:nvSpPr>
          <p:spPr>
            <a:xfrm>
              <a:off x="5753285" y="323693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595A9">
                <a:alpha val="100000"/>
              </a:srgbClr>
            </a:solidFill>
            <a:ln w="5420" cap="flat">
              <a:solidFill>
                <a:srgbClr val="3595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3" name="pg913"/>
            <p:cNvSpPr/>
            <p:nvPr/>
          </p:nvSpPr>
          <p:spPr>
            <a:xfrm>
              <a:off x="5764922" y="323693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594A8">
                <a:alpha val="100000"/>
              </a:srgbClr>
            </a:solidFill>
            <a:ln w="5420" cap="flat">
              <a:solidFill>
                <a:srgbClr val="3594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4" name="pg914"/>
            <p:cNvSpPr/>
            <p:nvPr/>
          </p:nvSpPr>
          <p:spPr>
            <a:xfrm>
              <a:off x="5776560" y="323693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594A8">
                <a:alpha val="100000"/>
              </a:srgbClr>
            </a:solidFill>
            <a:ln w="5420" cap="flat">
              <a:solidFill>
                <a:srgbClr val="3594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5" name="pg915"/>
            <p:cNvSpPr/>
            <p:nvPr/>
          </p:nvSpPr>
          <p:spPr>
            <a:xfrm>
              <a:off x="5788197" y="323693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593A8">
                <a:alpha val="100000"/>
              </a:srgbClr>
            </a:solidFill>
            <a:ln w="5420" cap="flat">
              <a:solidFill>
                <a:srgbClr val="3593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6" name="pg916"/>
            <p:cNvSpPr/>
            <p:nvPr/>
          </p:nvSpPr>
          <p:spPr>
            <a:xfrm>
              <a:off x="5799834" y="323693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692A8">
                <a:alpha val="100000"/>
              </a:srgbClr>
            </a:solidFill>
            <a:ln w="5420" cap="flat">
              <a:solidFill>
                <a:srgbClr val="3692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7" name="pg917"/>
            <p:cNvSpPr/>
            <p:nvPr/>
          </p:nvSpPr>
          <p:spPr>
            <a:xfrm>
              <a:off x="5811472" y="323693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692A8">
                <a:alpha val="100000"/>
              </a:srgbClr>
            </a:solidFill>
            <a:ln w="5420" cap="flat">
              <a:solidFill>
                <a:srgbClr val="3692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8" name="pg918"/>
            <p:cNvSpPr/>
            <p:nvPr/>
          </p:nvSpPr>
          <p:spPr>
            <a:xfrm>
              <a:off x="5473989" y="325123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FA4">
                <a:alpha val="100000"/>
              </a:srgbClr>
            </a:solidFill>
            <a:ln w="5420" cap="flat">
              <a:solidFill>
                <a:srgbClr val="3A7FA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9" name="pg919"/>
            <p:cNvSpPr/>
            <p:nvPr/>
          </p:nvSpPr>
          <p:spPr>
            <a:xfrm>
              <a:off x="5520539" y="325123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88BA6">
                <a:alpha val="100000"/>
              </a:srgbClr>
            </a:solidFill>
            <a:ln w="5420" cap="flat">
              <a:solidFill>
                <a:srgbClr val="388BA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0" name="pg920"/>
            <p:cNvSpPr/>
            <p:nvPr/>
          </p:nvSpPr>
          <p:spPr>
            <a:xfrm>
              <a:off x="5532176" y="325123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8EA7">
                <a:alpha val="100000"/>
              </a:srgbClr>
            </a:solidFill>
            <a:ln w="5420" cap="flat">
              <a:solidFill>
                <a:srgbClr val="378E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1" name="pg921"/>
            <p:cNvSpPr/>
            <p:nvPr/>
          </p:nvSpPr>
          <p:spPr>
            <a:xfrm>
              <a:off x="5543813" y="325123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691A8">
                <a:alpha val="100000"/>
              </a:srgbClr>
            </a:solidFill>
            <a:ln w="5420" cap="flat">
              <a:solidFill>
                <a:srgbClr val="3691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2" name="pg922"/>
            <p:cNvSpPr/>
            <p:nvPr/>
          </p:nvSpPr>
          <p:spPr>
            <a:xfrm>
              <a:off x="5555451" y="325123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594A8">
                <a:alpha val="100000"/>
              </a:srgbClr>
            </a:solidFill>
            <a:ln w="5420" cap="flat">
              <a:solidFill>
                <a:srgbClr val="3594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3" name="pg923"/>
            <p:cNvSpPr/>
            <p:nvPr/>
          </p:nvSpPr>
          <p:spPr>
            <a:xfrm>
              <a:off x="5567088" y="325123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99A9">
                <a:alpha val="100000"/>
              </a:srgbClr>
            </a:solidFill>
            <a:ln w="5420" cap="flat">
              <a:solidFill>
                <a:srgbClr val="3799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4" name="pg924"/>
            <p:cNvSpPr/>
            <p:nvPr/>
          </p:nvSpPr>
          <p:spPr>
            <a:xfrm>
              <a:off x="5578725" y="325123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9CA9">
                <a:alpha val="100000"/>
              </a:srgbClr>
            </a:solidFill>
            <a:ln w="5420" cap="flat">
              <a:solidFill>
                <a:srgbClr val="399C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5" name="pg925"/>
            <p:cNvSpPr/>
            <p:nvPr/>
          </p:nvSpPr>
          <p:spPr>
            <a:xfrm>
              <a:off x="5590363" y="325123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9DAA">
                <a:alpha val="100000"/>
              </a:srgbClr>
            </a:solidFill>
            <a:ln w="5420" cap="flat">
              <a:solidFill>
                <a:srgbClr val="3B9D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6" name="pg926"/>
            <p:cNvSpPr/>
            <p:nvPr/>
          </p:nvSpPr>
          <p:spPr>
            <a:xfrm>
              <a:off x="5602000" y="325123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9FAA">
                <a:alpha val="100000"/>
              </a:srgbClr>
            </a:solidFill>
            <a:ln w="5420" cap="flat">
              <a:solidFill>
                <a:srgbClr val="3C9F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7" name="pg927"/>
            <p:cNvSpPr/>
            <p:nvPr/>
          </p:nvSpPr>
          <p:spPr>
            <a:xfrm>
              <a:off x="5613637" y="325123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DA0AA">
                <a:alpha val="100000"/>
              </a:srgbClr>
            </a:solidFill>
            <a:ln w="5420" cap="flat">
              <a:solidFill>
                <a:srgbClr val="3DA0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8" name="pg928"/>
            <p:cNvSpPr/>
            <p:nvPr/>
          </p:nvSpPr>
          <p:spPr>
            <a:xfrm>
              <a:off x="5625275" y="325123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EA0AA">
                <a:alpha val="100000"/>
              </a:srgbClr>
            </a:solidFill>
            <a:ln w="5420" cap="flat">
              <a:solidFill>
                <a:srgbClr val="3EA0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9" name="pg929"/>
            <p:cNvSpPr/>
            <p:nvPr/>
          </p:nvSpPr>
          <p:spPr>
            <a:xfrm>
              <a:off x="5636912" y="325123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EA0AA">
                <a:alpha val="100000"/>
              </a:srgbClr>
            </a:solidFill>
            <a:ln w="5420" cap="flat">
              <a:solidFill>
                <a:srgbClr val="3EA0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0" name="pg930"/>
            <p:cNvSpPr/>
            <p:nvPr/>
          </p:nvSpPr>
          <p:spPr>
            <a:xfrm>
              <a:off x="5648549" y="325123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DA0AA">
                <a:alpha val="100000"/>
              </a:srgbClr>
            </a:solidFill>
            <a:ln w="5420" cap="flat">
              <a:solidFill>
                <a:srgbClr val="3DA0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1" name="pg931"/>
            <p:cNvSpPr/>
            <p:nvPr/>
          </p:nvSpPr>
          <p:spPr>
            <a:xfrm>
              <a:off x="5660186" y="325123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9FAA">
                <a:alpha val="100000"/>
              </a:srgbClr>
            </a:solidFill>
            <a:ln w="5420" cap="flat">
              <a:solidFill>
                <a:srgbClr val="3C9F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2" name="pg932"/>
            <p:cNvSpPr/>
            <p:nvPr/>
          </p:nvSpPr>
          <p:spPr>
            <a:xfrm>
              <a:off x="5671824" y="325123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9EAA">
                <a:alpha val="100000"/>
              </a:srgbClr>
            </a:solidFill>
            <a:ln w="5420" cap="flat">
              <a:solidFill>
                <a:srgbClr val="3B9E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3" name="pg933"/>
            <p:cNvSpPr/>
            <p:nvPr/>
          </p:nvSpPr>
          <p:spPr>
            <a:xfrm>
              <a:off x="5683461" y="325123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9BA9">
                <a:alpha val="100000"/>
              </a:srgbClr>
            </a:solidFill>
            <a:ln w="5420" cap="flat">
              <a:solidFill>
                <a:srgbClr val="399B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4" name="pg934"/>
            <p:cNvSpPr/>
            <p:nvPr/>
          </p:nvSpPr>
          <p:spPr>
            <a:xfrm>
              <a:off x="5695098" y="325123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9AA9">
                <a:alpha val="100000"/>
              </a:srgbClr>
            </a:solidFill>
            <a:ln w="5420" cap="flat">
              <a:solidFill>
                <a:srgbClr val="379A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5" name="pg935"/>
            <p:cNvSpPr/>
            <p:nvPr/>
          </p:nvSpPr>
          <p:spPr>
            <a:xfrm>
              <a:off x="5706736" y="325123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699A9">
                <a:alpha val="100000"/>
              </a:srgbClr>
            </a:solidFill>
            <a:ln w="5420" cap="flat">
              <a:solidFill>
                <a:srgbClr val="3699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6" name="pg936"/>
            <p:cNvSpPr/>
            <p:nvPr/>
          </p:nvSpPr>
          <p:spPr>
            <a:xfrm>
              <a:off x="5718373" y="325123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598A9">
                <a:alpha val="100000"/>
              </a:srgbClr>
            </a:solidFill>
            <a:ln w="5420" cap="flat">
              <a:solidFill>
                <a:srgbClr val="3598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7" name="pg937"/>
            <p:cNvSpPr/>
            <p:nvPr/>
          </p:nvSpPr>
          <p:spPr>
            <a:xfrm>
              <a:off x="5730010" y="325123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497A9">
                <a:alpha val="100000"/>
              </a:srgbClr>
            </a:solidFill>
            <a:ln w="5420" cap="flat">
              <a:solidFill>
                <a:srgbClr val="3497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8" name="pg938"/>
            <p:cNvSpPr/>
            <p:nvPr/>
          </p:nvSpPr>
          <p:spPr>
            <a:xfrm>
              <a:off x="5741648" y="325123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496A9">
                <a:alpha val="100000"/>
              </a:srgbClr>
            </a:solidFill>
            <a:ln w="5420" cap="flat">
              <a:solidFill>
                <a:srgbClr val="3496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9" name="pg939"/>
            <p:cNvSpPr/>
            <p:nvPr/>
          </p:nvSpPr>
          <p:spPr>
            <a:xfrm>
              <a:off x="5753285" y="325123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595A9">
                <a:alpha val="100000"/>
              </a:srgbClr>
            </a:solidFill>
            <a:ln w="5420" cap="flat">
              <a:solidFill>
                <a:srgbClr val="3595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0" name="pg940"/>
            <p:cNvSpPr/>
            <p:nvPr/>
          </p:nvSpPr>
          <p:spPr>
            <a:xfrm>
              <a:off x="5764922" y="325123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595A9">
                <a:alpha val="100000"/>
              </a:srgbClr>
            </a:solidFill>
            <a:ln w="5420" cap="flat">
              <a:solidFill>
                <a:srgbClr val="3595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1" name="pg941"/>
            <p:cNvSpPr/>
            <p:nvPr/>
          </p:nvSpPr>
          <p:spPr>
            <a:xfrm>
              <a:off x="5776560" y="325123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594A8">
                <a:alpha val="100000"/>
              </a:srgbClr>
            </a:solidFill>
            <a:ln w="5420" cap="flat">
              <a:solidFill>
                <a:srgbClr val="3594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2" name="pg942"/>
            <p:cNvSpPr/>
            <p:nvPr/>
          </p:nvSpPr>
          <p:spPr>
            <a:xfrm>
              <a:off x="5788197" y="325123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594A8">
                <a:alpha val="100000"/>
              </a:srgbClr>
            </a:solidFill>
            <a:ln w="5420" cap="flat">
              <a:solidFill>
                <a:srgbClr val="3594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3" name="pg943"/>
            <p:cNvSpPr/>
            <p:nvPr/>
          </p:nvSpPr>
          <p:spPr>
            <a:xfrm>
              <a:off x="5799834" y="325123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693A8">
                <a:alpha val="100000"/>
              </a:srgbClr>
            </a:solidFill>
            <a:ln w="5420" cap="flat">
              <a:solidFill>
                <a:srgbClr val="3693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4" name="pg944"/>
            <p:cNvSpPr/>
            <p:nvPr/>
          </p:nvSpPr>
          <p:spPr>
            <a:xfrm>
              <a:off x="5345979" y="326553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84A5">
                <a:alpha val="100000"/>
              </a:srgbClr>
            </a:solidFill>
            <a:ln w="5420" cap="flat">
              <a:solidFill>
                <a:srgbClr val="3984A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5" name="pg945"/>
            <p:cNvSpPr/>
            <p:nvPr/>
          </p:nvSpPr>
          <p:spPr>
            <a:xfrm>
              <a:off x="5357616" y="326553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82A4">
                <a:alpha val="100000"/>
              </a:srgbClr>
            </a:solidFill>
            <a:ln w="5420" cap="flat">
              <a:solidFill>
                <a:srgbClr val="3982A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6" name="pg946"/>
            <p:cNvSpPr/>
            <p:nvPr/>
          </p:nvSpPr>
          <p:spPr>
            <a:xfrm>
              <a:off x="5369253" y="326553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80A4">
                <a:alpha val="100000"/>
              </a:srgbClr>
            </a:solidFill>
            <a:ln w="5420" cap="flat">
              <a:solidFill>
                <a:srgbClr val="3A80A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7" name="pg947"/>
            <p:cNvSpPr/>
            <p:nvPr/>
          </p:nvSpPr>
          <p:spPr>
            <a:xfrm>
              <a:off x="5439077" y="326553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7A2">
                <a:alpha val="100000"/>
              </a:srgbClr>
            </a:solidFill>
            <a:ln w="5420" cap="flat">
              <a:solidFill>
                <a:srgbClr val="3A77A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8" name="pg948"/>
            <p:cNvSpPr/>
            <p:nvPr/>
          </p:nvSpPr>
          <p:spPr>
            <a:xfrm>
              <a:off x="5450715" y="326553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9A3">
                <a:alpha val="100000"/>
              </a:srgbClr>
            </a:solidFill>
            <a:ln w="5420" cap="flat">
              <a:solidFill>
                <a:srgbClr val="3A79A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9" name="pg949"/>
            <p:cNvSpPr/>
            <p:nvPr/>
          </p:nvSpPr>
          <p:spPr>
            <a:xfrm>
              <a:off x="5462352" y="326553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BA3">
                <a:alpha val="100000"/>
              </a:srgbClr>
            </a:solidFill>
            <a:ln w="5420" cap="flat">
              <a:solidFill>
                <a:srgbClr val="3A7BA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0" name="pg950"/>
            <p:cNvSpPr/>
            <p:nvPr/>
          </p:nvSpPr>
          <p:spPr>
            <a:xfrm>
              <a:off x="5473989" y="326553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DA3">
                <a:alpha val="100000"/>
              </a:srgbClr>
            </a:solidFill>
            <a:ln w="5420" cap="flat">
              <a:solidFill>
                <a:srgbClr val="3A7DA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1" name="pg951"/>
            <p:cNvSpPr/>
            <p:nvPr/>
          </p:nvSpPr>
          <p:spPr>
            <a:xfrm>
              <a:off x="5485627" y="326553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FA4">
                <a:alpha val="100000"/>
              </a:srgbClr>
            </a:solidFill>
            <a:ln w="5420" cap="flat">
              <a:solidFill>
                <a:srgbClr val="3A7FA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2" name="pg952"/>
            <p:cNvSpPr/>
            <p:nvPr/>
          </p:nvSpPr>
          <p:spPr>
            <a:xfrm>
              <a:off x="5497264" y="326553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82A5">
                <a:alpha val="100000"/>
              </a:srgbClr>
            </a:solidFill>
            <a:ln w="5420" cap="flat">
              <a:solidFill>
                <a:srgbClr val="3982A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3" name="pg953"/>
            <p:cNvSpPr/>
            <p:nvPr/>
          </p:nvSpPr>
          <p:spPr>
            <a:xfrm>
              <a:off x="5508901" y="326553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86A5">
                <a:alpha val="100000"/>
              </a:srgbClr>
            </a:solidFill>
            <a:ln w="5420" cap="flat">
              <a:solidFill>
                <a:srgbClr val="3986A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4" name="pg954"/>
            <p:cNvSpPr/>
            <p:nvPr/>
          </p:nvSpPr>
          <p:spPr>
            <a:xfrm>
              <a:off x="5520539" y="326553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889A6">
                <a:alpha val="100000"/>
              </a:srgbClr>
            </a:solidFill>
            <a:ln w="5420" cap="flat">
              <a:solidFill>
                <a:srgbClr val="3889A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5" name="pg955"/>
            <p:cNvSpPr/>
            <p:nvPr/>
          </p:nvSpPr>
          <p:spPr>
            <a:xfrm>
              <a:off x="5532176" y="326553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8DA7">
                <a:alpha val="100000"/>
              </a:srgbClr>
            </a:solidFill>
            <a:ln w="5420" cap="flat">
              <a:solidFill>
                <a:srgbClr val="378D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6" name="pg956"/>
            <p:cNvSpPr/>
            <p:nvPr/>
          </p:nvSpPr>
          <p:spPr>
            <a:xfrm>
              <a:off x="5543813" y="326553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690A8">
                <a:alpha val="100000"/>
              </a:srgbClr>
            </a:solidFill>
            <a:ln w="5420" cap="flat">
              <a:solidFill>
                <a:srgbClr val="3690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7" name="pg957"/>
            <p:cNvSpPr/>
            <p:nvPr/>
          </p:nvSpPr>
          <p:spPr>
            <a:xfrm>
              <a:off x="5555451" y="326553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593A8">
                <a:alpha val="100000"/>
              </a:srgbClr>
            </a:solidFill>
            <a:ln w="5420" cap="flat">
              <a:solidFill>
                <a:srgbClr val="3593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8" name="pg958"/>
            <p:cNvSpPr/>
            <p:nvPr/>
          </p:nvSpPr>
          <p:spPr>
            <a:xfrm>
              <a:off x="5567088" y="326553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699A9">
                <a:alpha val="100000"/>
              </a:srgbClr>
            </a:solidFill>
            <a:ln w="5420" cap="flat">
              <a:solidFill>
                <a:srgbClr val="3699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9" name="pg959"/>
            <p:cNvSpPr/>
            <p:nvPr/>
          </p:nvSpPr>
          <p:spPr>
            <a:xfrm>
              <a:off x="5578725" y="326553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89BA9">
                <a:alpha val="100000"/>
              </a:srgbClr>
            </a:solidFill>
            <a:ln w="5420" cap="flat">
              <a:solidFill>
                <a:srgbClr val="389B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0" name="pg960"/>
            <p:cNvSpPr/>
            <p:nvPr/>
          </p:nvSpPr>
          <p:spPr>
            <a:xfrm>
              <a:off x="5590363" y="326553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9DA9">
                <a:alpha val="100000"/>
              </a:srgbClr>
            </a:solidFill>
            <a:ln w="5420" cap="flat">
              <a:solidFill>
                <a:srgbClr val="3A9D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1" name="pg961"/>
            <p:cNvSpPr/>
            <p:nvPr/>
          </p:nvSpPr>
          <p:spPr>
            <a:xfrm>
              <a:off x="5602000" y="326553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9EAA">
                <a:alpha val="100000"/>
              </a:srgbClr>
            </a:solidFill>
            <a:ln w="5420" cap="flat">
              <a:solidFill>
                <a:srgbClr val="3B9E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2" name="pg962"/>
            <p:cNvSpPr/>
            <p:nvPr/>
          </p:nvSpPr>
          <p:spPr>
            <a:xfrm>
              <a:off x="5613637" y="326553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9FAA">
                <a:alpha val="100000"/>
              </a:srgbClr>
            </a:solidFill>
            <a:ln w="5420" cap="flat">
              <a:solidFill>
                <a:srgbClr val="3C9F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3" name="pg963"/>
            <p:cNvSpPr/>
            <p:nvPr/>
          </p:nvSpPr>
          <p:spPr>
            <a:xfrm>
              <a:off x="5625275" y="326553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D9FAA">
                <a:alpha val="100000"/>
              </a:srgbClr>
            </a:solidFill>
            <a:ln w="5420" cap="flat">
              <a:solidFill>
                <a:srgbClr val="3D9F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4" name="pg964"/>
            <p:cNvSpPr/>
            <p:nvPr/>
          </p:nvSpPr>
          <p:spPr>
            <a:xfrm>
              <a:off x="5636912" y="326553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D9FAA">
                <a:alpha val="100000"/>
              </a:srgbClr>
            </a:solidFill>
            <a:ln w="5420" cap="flat">
              <a:solidFill>
                <a:srgbClr val="3D9F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5" name="pg965"/>
            <p:cNvSpPr/>
            <p:nvPr/>
          </p:nvSpPr>
          <p:spPr>
            <a:xfrm>
              <a:off x="5648549" y="326553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9FAA">
                <a:alpha val="100000"/>
              </a:srgbClr>
            </a:solidFill>
            <a:ln w="5420" cap="flat">
              <a:solidFill>
                <a:srgbClr val="3C9F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6" name="pg966"/>
            <p:cNvSpPr/>
            <p:nvPr/>
          </p:nvSpPr>
          <p:spPr>
            <a:xfrm>
              <a:off x="5660186" y="326553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9EAA">
                <a:alpha val="100000"/>
              </a:srgbClr>
            </a:solidFill>
            <a:ln w="5420" cap="flat">
              <a:solidFill>
                <a:srgbClr val="3C9E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7" name="pg967"/>
            <p:cNvSpPr/>
            <p:nvPr/>
          </p:nvSpPr>
          <p:spPr>
            <a:xfrm>
              <a:off x="5671824" y="326553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9DA9">
                <a:alpha val="100000"/>
              </a:srgbClr>
            </a:solidFill>
            <a:ln w="5420" cap="flat">
              <a:solidFill>
                <a:srgbClr val="3B9D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8" name="pg968"/>
            <p:cNvSpPr/>
            <p:nvPr/>
          </p:nvSpPr>
          <p:spPr>
            <a:xfrm>
              <a:off x="5683461" y="326553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89BA9">
                <a:alpha val="100000"/>
              </a:srgbClr>
            </a:solidFill>
            <a:ln w="5420" cap="flat">
              <a:solidFill>
                <a:srgbClr val="389B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9" name="pg969"/>
            <p:cNvSpPr/>
            <p:nvPr/>
          </p:nvSpPr>
          <p:spPr>
            <a:xfrm>
              <a:off x="5695098" y="326553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9AA9">
                <a:alpha val="100000"/>
              </a:srgbClr>
            </a:solidFill>
            <a:ln w="5420" cap="flat">
              <a:solidFill>
                <a:srgbClr val="379A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70" name="pg970"/>
            <p:cNvSpPr/>
            <p:nvPr/>
          </p:nvSpPr>
          <p:spPr>
            <a:xfrm>
              <a:off x="5706736" y="326553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699A9">
                <a:alpha val="100000"/>
              </a:srgbClr>
            </a:solidFill>
            <a:ln w="5420" cap="flat">
              <a:solidFill>
                <a:srgbClr val="3699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71" name="pg971"/>
            <p:cNvSpPr/>
            <p:nvPr/>
          </p:nvSpPr>
          <p:spPr>
            <a:xfrm>
              <a:off x="5718373" y="326553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598A9">
                <a:alpha val="100000"/>
              </a:srgbClr>
            </a:solidFill>
            <a:ln w="5420" cap="flat">
              <a:solidFill>
                <a:srgbClr val="3598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72" name="pg972"/>
            <p:cNvSpPr/>
            <p:nvPr/>
          </p:nvSpPr>
          <p:spPr>
            <a:xfrm>
              <a:off x="5730010" y="326553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497A9">
                <a:alpha val="100000"/>
              </a:srgbClr>
            </a:solidFill>
            <a:ln w="5420" cap="flat">
              <a:solidFill>
                <a:srgbClr val="3497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73" name="pg973"/>
            <p:cNvSpPr/>
            <p:nvPr/>
          </p:nvSpPr>
          <p:spPr>
            <a:xfrm>
              <a:off x="5741648" y="326553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496A9">
                <a:alpha val="100000"/>
              </a:srgbClr>
            </a:solidFill>
            <a:ln w="5420" cap="flat">
              <a:solidFill>
                <a:srgbClr val="3496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74" name="pg974"/>
            <p:cNvSpPr/>
            <p:nvPr/>
          </p:nvSpPr>
          <p:spPr>
            <a:xfrm>
              <a:off x="5753285" y="326553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596A9">
                <a:alpha val="100000"/>
              </a:srgbClr>
            </a:solidFill>
            <a:ln w="5420" cap="flat">
              <a:solidFill>
                <a:srgbClr val="3596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75" name="pg975"/>
            <p:cNvSpPr/>
            <p:nvPr/>
          </p:nvSpPr>
          <p:spPr>
            <a:xfrm>
              <a:off x="5764922" y="326553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595A9">
                <a:alpha val="100000"/>
              </a:srgbClr>
            </a:solidFill>
            <a:ln w="5420" cap="flat">
              <a:solidFill>
                <a:srgbClr val="3595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76" name="pg976"/>
            <p:cNvSpPr/>
            <p:nvPr/>
          </p:nvSpPr>
          <p:spPr>
            <a:xfrm>
              <a:off x="5334341" y="327983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85A5">
                <a:alpha val="100000"/>
              </a:srgbClr>
            </a:solidFill>
            <a:ln w="5420" cap="flat">
              <a:solidFill>
                <a:srgbClr val="3985A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77" name="pg977"/>
            <p:cNvSpPr/>
            <p:nvPr/>
          </p:nvSpPr>
          <p:spPr>
            <a:xfrm>
              <a:off x="5345979" y="327983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83A5">
                <a:alpha val="100000"/>
              </a:srgbClr>
            </a:solidFill>
            <a:ln w="5420" cap="flat">
              <a:solidFill>
                <a:srgbClr val="3983A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78" name="pg978"/>
            <p:cNvSpPr/>
            <p:nvPr/>
          </p:nvSpPr>
          <p:spPr>
            <a:xfrm>
              <a:off x="5357616" y="327983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81A4">
                <a:alpha val="100000"/>
              </a:srgbClr>
            </a:solidFill>
            <a:ln w="5420" cap="flat">
              <a:solidFill>
                <a:srgbClr val="3981A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79" name="pg979"/>
            <p:cNvSpPr/>
            <p:nvPr/>
          </p:nvSpPr>
          <p:spPr>
            <a:xfrm>
              <a:off x="5369253" y="327983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FA4">
                <a:alpha val="100000"/>
              </a:srgbClr>
            </a:solidFill>
            <a:ln w="5420" cap="flat">
              <a:solidFill>
                <a:srgbClr val="3A7FA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80" name="pg980"/>
            <p:cNvSpPr/>
            <p:nvPr/>
          </p:nvSpPr>
          <p:spPr>
            <a:xfrm>
              <a:off x="5380891" y="327983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DA3">
                <a:alpha val="100000"/>
              </a:srgbClr>
            </a:solidFill>
            <a:ln w="5420" cap="flat">
              <a:solidFill>
                <a:srgbClr val="3A7DA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81" name="pg981"/>
            <p:cNvSpPr/>
            <p:nvPr/>
          </p:nvSpPr>
          <p:spPr>
            <a:xfrm>
              <a:off x="5415803" y="327983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7A2">
                <a:alpha val="100000"/>
              </a:srgbClr>
            </a:solidFill>
            <a:ln w="5420" cap="flat">
              <a:solidFill>
                <a:srgbClr val="3A77A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82" name="pg982"/>
            <p:cNvSpPr/>
            <p:nvPr/>
          </p:nvSpPr>
          <p:spPr>
            <a:xfrm>
              <a:off x="5427440" y="327983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6A2">
                <a:alpha val="100000"/>
              </a:srgbClr>
            </a:solidFill>
            <a:ln w="5420" cap="flat">
              <a:solidFill>
                <a:srgbClr val="3A76A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83" name="pg983"/>
            <p:cNvSpPr/>
            <p:nvPr/>
          </p:nvSpPr>
          <p:spPr>
            <a:xfrm>
              <a:off x="5439077" y="327983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6A2">
                <a:alpha val="100000"/>
              </a:srgbClr>
            </a:solidFill>
            <a:ln w="5420" cap="flat">
              <a:solidFill>
                <a:srgbClr val="3A76A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84" name="pg984"/>
            <p:cNvSpPr/>
            <p:nvPr/>
          </p:nvSpPr>
          <p:spPr>
            <a:xfrm>
              <a:off x="5450715" y="327983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7A2">
                <a:alpha val="100000"/>
              </a:srgbClr>
            </a:solidFill>
            <a:ln w="5420" cap="flat">
              <a:solidFill>
                <a:srgbClr val="3A77A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85" name="pg985"/>
            <p:cNvSpPr/>
            <p:nvPr/>
          </p:nvSpPr>
          <p:spPr>
            <a:xfrm>
              <a:off x="5462352" y="327983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8A2">
                <a:alpha val="100000"/>
              </a:srgbClr>
            </a:solidFill>
            <a:ln w="5420" cap="flat">
              <a:solidFill>
                <a:srgbClr val="3A78A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86" name="pg986"/>
            <p:cNvSpPr/>
            <p:nvPr/>
          </p:nvSpPr>
          <p:spPr>
            <a:xfrm>
              <a:off x="5473989" y="327983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BA3">
                <a:alpha val="100000"/>
              </a:srgbClr>
            </a:solidFill>
            <a:ln w="5420" cap="flat">
              <a:solidFill>
                <a:srgbClr val="3A7BA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87" name="pg987"/>
            <p:cNvSpPr/>
            <p:nvPr/>
          </p:nvSpPr>
          <p:spPr>
            <a:xfrm>
              <a:off x="5485627" y="327983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EA4">
                <a:alpha val="100000"/>
              </a:srgbClr>
            </a:solidFill>
            <a:ln w="5420" cap="flat">
              <a:solidFill>
                <a:srgbClr val="3A7EA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88" name="pg988"/>
            <p:cNvSpPr/>
            <p:nvPr/>
          </p:nvSpPr>
          <p:spPr>
            <a:xfrm>
              <a:off x="5497264" y="327983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81A4">
                <a:alpha val="100000"/>
              </a:srgbClr>
            </a:solidFill>
            <a:ln w="5420" cap="flat">
              <a:solidFill>
                <a:srgbClr val="3A81A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89" name="pg989"/>
            <p:cNvSpPr/>
            <p:nvPr/>
          </p:nvSpPr>
          <p:spPr>
            <a:xfrm>
              <a:off x="5508901" y="327983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84A5">
                <a:alpha val="100000"/>
              </a:srgbClr>
            </a:solidFill>
            <a:ln w="5420" cap="flat">
              <a:solidFill>
                <a:srgbClr val="3984A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90" name="pg990"/>
            <p:cNvSpPr/>
            <p:nvPr/>
          </p:nvSpPr>
          <p:spPr>
            <a:xfrm>
              <a:off x="5520539" y="327983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888A6">
                <a:alpha val="100000"/>
              </a:srgbClr>
            </a:solidFill>
            <a:ln w="5420" cap="flat">
              <a:solidFill>
                <a:srgbClr val="3888A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91" name="pg991"/>
            <p:cNvSpPr/>
            <p:nvPr/>
          </p:nvSpPr>
          <p:spPr>
            <a:xfrm>
              <a:off x="5532176" y="327983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88BA7">
                <a:alpha val="100000"/>
              </a:srgbClr>
            </a:solidFill>
            <a:ln w="5420" cap="flat">
              <a:solidFill>
                <a:srgbClr val="388B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92" name="pg992"/>
            <p:cNvSpPr/>
            <p:nvPr/>
          </p:nvSpPr>
          <p:spPr>
            <a:xfrm>
              <a:off x="5543813" y="327983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8FA7">
                <a:alpha val="100000"/>
              </a:srgbClr>
            </a:solidFill>
            <a:ln w="5420" cap="flat">
              <a:solidFill>
                <a:srgbClr val="378F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93" name="pg993"/>
            <p:cNvSpPr/>
            <p:nvPr/>
          </p:nvSpPr>
          <p:spPr>
            <a:xfrm>
              <a:off x="5555451" y="327983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692A8">
                <a:alpha val="100000"/>
              </a:srgbClr>
            </a:solidFill>
            <a:ln w="5420" cap="flat">
              <a:solidFill>
                <a:srgbClr val="3692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94" name="pg994"/>
            <p:cNvSpPr/>
            <p:nvPr/>
          </p:nvSpPr>
          <p:spPr>
            <a:xfrm>
              <a:off x="5567088" y="327983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598A9">
                <a:alpha val="100000"/>
              </a:srgbClr>
            </a:solidFill>
            <a:ln w="5420" cap="flat">
              <a:solidFill>
                <a:srgbClr val="3598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95" name="pg995"/>
            <p:cNvSpPr/>
            <p:nvPr/>
          </p:nvSpPr>
          <p:spPr>
            <a:xfrm>
              <a:off x="5578725" y="327983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9AA9">
                <a:alpha val="100000"/>
              </a:srgbClr>
            </a:solidFill>
            <a:ln w="5420" cap="flat">
              <a:solidFill>
                <a:srgbClr val="379A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96" name="pg996"/>
            <p:cNvSpPr/>
            <p:nvPr/>
          </p:nvSpPr>
          <p:spPr>
            <a:xfrm>
              <a:off x="5590363" y="327983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9BA9">
                <a:alpha val="100000"/>
              </a:srgbClr>
            </a:solidFill>
            <a:ln w="5420" cap="flat">
              <a:solidFill>
                <a:srgbClr val="399B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97" name="pg997"/>
            <p:cNvSpPr/>
            <p:nvPr/>
          </p:nvSpPr>
          <p:spPr>
            <a:xfrm>
              <a:off x="5602000" y="327983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9DA9">
                <a:alpha val="100000"/>
              </a:srgbClr>
            </a:solidFill>
            <a:ln w="5420" cap="flat">
              <a:solidFill>
                <a:srgbClr val="3A9D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98" name="pg998"/>
            <p:cNvSpPr/>
            <p:nvPr/>
          </p:nvSpPr>
          <p:spPr>
            <a:xfrm>
              <a:off x="5613637" y="327983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9EAA">
                <a:alpha val="100000"/>
              </a:srgbClr>
            </a:solidFill>
            <a:ln w="5420" cap="flat">
              <a:solidFill>
                <a:srgbClr val="3B9E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99" name="pg999"/>
            <p:cNvSpPr/>
            <p:nvPr/>
          </p:nvSpPr>
          <p:spPr>
            <a:xfrm>
              <a:off x="5625275" y="327983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9EAA">
                <a:alpha val="100000"/>
              </a:srgbClr>
            </a:solidFill>
            <a:ln w="5420" cap="flat">
              <a:solidFill>
                <a:srgbClr val="3B9E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00" name="pg1000"/>
            <p:cNvSpPr/>
            <p:nvPr/>
          </p:nvSpPr>
          <p:spPr>
            <a:xfrm>
              <a:off x="5636912" y="327983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9EAA">
                <a:alpha val="100000"/>
              </a:srgbClr>
            </a:solidFill>
            <a:ln w="5420" cap="flat">
              <a:solidFill>
                <a:srgbClr val="3B9E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01" name="pg1001"/>
            <p:cNvSpPr/>
            <p:nvPr/>
          </p:nvSpPr>
          <p:spPr>
            <a:xfrm>
              <a:off x="5648549" y="327983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9EAA">
                <a:alpha val="100000"/>
              </a:srgbClr>
            </a:solidFill>
            <a:ln w="5420" cap="flat">
              <a:solidFill>
                <a:srgbClr val="3B9E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02" name="pg1002"/>
            <p:cNvSpPr/>
            <p:nvPr/>
          </p:nvSpPr>
          <p:spPr>
            <a:xfrm>
              <a:off x="5660186" y="327983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9DA9">
                <a:alpha val="100000"/>
              </a:srgbClr>
            </a:solidFill>
            <a:ln w="5420" cap="flat">
              <a:solidFill>
                <a:srgbClr val="3B9D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03" name="pg1003"/>
            <p:cNvSpPr/>
            <p:nvPr/>
          </p:nvSpPr>
          <p:spPr>
            <a:xfrm>
              <a:off x="5671824" y="327983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9CA9">
                <a:alpha val="100000"/>
              </a:srgbClr>
            </a:solidFill>
            <a:ln w="5420" cap="flat">
              <a:solidFill>
                <a:srgbClr val="3A9C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04" name="pg1004"/>
            <p:cNvSpPr/>
            <p:nvPr/>
          </p:nvSpPr>
          <p:spPr>
            <a:xfrm>
              <a:off x="5683461" y="327983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89BA9">
                <a:alpha val="100000"/>
              </a:srgbClr>
            </a:solidFill>
            <a:ln w="5420" cap="flat">
              <a:solidFill>
                <a:srgbClr val="389B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05" name="pg1005"/>
            <p:cNvSpPr/>
            <p:nvPr/>
          </p:nvSpPr>
          <p:spPr>
            <a:xfrm>
              <a:off x="5706736" y="327983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699A9">
                <a:alpha val="100000"/>
              </a:srgbClr>
            </a:solidFill>
            <a:ln w="5420" cap="flat">
              <a:solidFill>
                <a:srgbClr val="3699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06" name="pg1006"/>
            <p:cNvSpPr/>
            <p:nvPr/>
          </p:nvSpPr>
          <p:spPr>
            <a:xfrm>
              <a:off x="5718373" y="327983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598A9">
                <a:alpha val="100000"/>
              </a:srgbClr>
            </a:solidFill>
            <a:ln w="5420" cap="flat">
              <a:solidFill>
                <a:srgbClr val="3598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07" name="pg1007"/>
            <p:cNvSpPr/>
            <p:nvPr/>
          </p:nvSpPr>
          <p:spPr>
            <a:xfrm>
              <a:off x="5334341" y="329413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86A5">
                <a:alpha val="100000"/>
              </a:srgbClr>
            </a:solidFill>
            <a:ln w="5420" cap="flat">
              <a:solidFill>
                <a:srgbClr val="3986A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08" name="pg1008"/>
            <p:cNvSpPr/>
            <p:nvPr/>
          </p:nvSpPr>
          <p:spPr>
            <a:xfrm>
              <a:off x="5345979" y="329413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83A5">
                <a:alpha val="100000"/>
              </a:srgbClr>
            </a:solidFill>
            <a:ln w="5420" cap="flat">
              <a:solidFill>
                <a:srgbClr val="3983A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09" name="pg1009"/>
            <p:cNvSpPr/>
            <p:nvPr/>
          </p:nvSpPr>
          <p:spPr>
            <a:xfrm>
              <a:off x="5357616" y="329413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81A4">
                <a:alpha val="100000"/>
              </a:srgbClr>
            </a:solidFill>
            <a:ln w="5420" cap="flat">
              <a:solidFill>
                <a:srgbClr val="3981A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10" name="pg1010"/>
            <p:cNvSpPr/>
            <p:nvPr/>
          </p:nvSpPr>
          <p:spPr>
            <a:xfrm>
              <a:off x="5369253" y="329413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FA4">
                <a:alpha val="100000"/>
              </a:srgbClr>
            </a:solidFill>
            <a:ln w="5420" cap="flat">
              <a:solidFill>
                <a:srgbClr val="3A7FA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11" name="pg1011"/>
            <p:cNvSpPr/>
            <p:nvPr/>
          </p:nvSpPr>
          <p:spPr>
            <a:xfrm>
              <a:off x="5380891" y="329413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CA3">
                <a:alpha val="100000"/>
              </a:srgbClr>
            </a:solidFill>
            <a:ln w="5420" cap="flat">
              <a:solidFill>
                <a:srgbClr val="3A7CA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12" name="pg1012"/>
            <p:cNvSpPr/>
            <p:nvPr/>
          </p:nvSpPr>
          <p:spPr>
            <a:xfrm>
              <a:off x="5392528" y="329413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AA3">
                <a:alpha val="100000"/>
              </a:srgbClr>
            </a:solidFill>
            <a:ln w="5420" cap="flat">
              <a:solidFill>
                <a:srgbClr val="3A7AA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13" name="pg1013"/>
            <p:cNvSpPr/>
            <p:nvPr/>
          </p:nvSpPr>
          <p:spPr>
            <a:xfrm>
              <a:off x="5404165" y="329413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8A2">
                <a:alpha val="100000"/>
              </a:srgbClr>
            </a:solidFill>
            <a:ln w="5420" cap="flat">
              <a:solidFill>
                <a:srgbClr val="3A78A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14" name="pg1014"/>
            <p:cNvSpPr/>
            <p:nvPr/>
          </p:nvSpPr>
          <p:spPr>
            <a:xfrm>
              <a:off x="5415803" y="329413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6A2">
                <a:alpha val="100000"/>
              </a:srgbClr>
            </a:solidFill>
            <a:ln w="5420" cap="flat">
              <a:solidFill>
                <a:srgbClr val="3A76A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15" name="pg1015"/>
            <p:cNvSpPr/>
            <p:nvPr/>
          </p:nvSpPr>
          <p:spPr>
            <a:xfrm>
              <a:off x="5427440" y="329413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5A2">
                <a:alpha val="100000"/>
              </a:srgbClr>
            </a:solidFill>
            <a:ln w="5420" cap="flat">
              <a:solidFill>
                <a:srgbClr val="3A75A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16" name="pg1016"/>
            <p:cNvSpPr/>
            <p:nvPr/>
          </p:nvSpPr>
          <p:spPr>
            <a:xfrm>
              <a:off x="5439077" y="329413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5A2">
                <a:alpha val="100000"/>
              </a:srgbClr>
            </a:solidFill>
            <a:ln w="5420" cap="flat">
              <a:solidFill>
                <a:srgbClr val="3A75A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17" name="pg1017"/>
            <p:cNvSpPr/>
            <p:nvPr/>
          </p:nvSpPr>
          <p:spPr>
            <a:xfrm>
              <a:off x="5450715" y="329413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6A2">
                <a:alpha val="100000"/>
              </a:srgbClr>
            </a:solidFill>
            <a:ln w="5420" cap="flat">
              <a:solidFill>
                <a:srgbClr val="3A76A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18" name="pg1018"/>
            <p:cNvSpPr/>
            <p:nvPr/>
          </p:nvSpPr>
          <p:spPr>
            <a:xfrm>
              <a:off x="5462352" y="329413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7A2">
                <a:alpha val="100000"/>
              </a:srgbClr>
            </a:solidFill>
            <a:ln w="5420" cap="flat">
              <a:solidFill>
                <a:srgbClr val="3A77A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19" name="pg1019"/>
            <p:cNvSpPr/>
            <p:nvPr/>
          </p:nvSpPr>
          <p:spPr>
            <a:xfrm>
              <a:off x="5473989" y="329413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AA3">
                <a:alpha val="100000"/>
              </a:srgbClr>
            </a:solidFill>
            <a:ln w="5420" cap="flat">
              <a:solidFill>
                <a:srgbClr val="3A7AA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20" name="pg1020"/>
            <p:cNvSpPr/>
            <p:nvPr/>
          </p:nvSpPr>
          <p:spPr>
            <a:xfrm>
              <a:off x="5485627" y="329413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CA3">
                <a:alpha val="100000"/>
              </a:srgbClr>
            </a:solidFill>
            <a:ln w="5420" cap="flat">
              <a:solidFill>
                <a:srgbClr val="3A7CA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21" name="pg1021"/>
            <p:cNvSpPr/>
            <p:nvPr/>
          </p:nvSpPr>
          <p:spPr>
            <a:xfrm>
              <a:off x="5497264" y="329413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80A4">
                <a:alpha val="100000"/>
              </a:srgbClr>
            </a:solidFill>
            <a:ln w="5420" cap="flat">
              <a:solidFill>
                <a:srgbClr val="3A80A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22" name="pg1022"/>
            <p:cNvSpPr/>
            <p:nvPr/>
          </p:nvSpPr>
          <p:spPr>
            <a:xfrm>
              <a:off x="5508901" y="329413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83A5">
                <a:alpha val="100000"/>
              </a:srgbClr>
            </a:solidFill>
            <a:ln w="5420" cap="flat">
              <a:solidFill>
                <a:srgbClr val="3983A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23" name="pg1023"/>
            <p:cNvSpPr/>
            <p:nvPr/>
          </p:nvSpPr>
          <p:spPr>
            <a:xfrm>
              <a:off x="5520539" y="329413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87A6">
                <a:alpha val="100000"/>
              </a:srgbClr>
            </a:solidFill>
            <a:ln w="5420" cap="flat">
              <a:solidFill>
                <a:srgbClr val="3987A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24" name="pg1024"/>
            <p:cNvSpPr/>
            <p:nvPr/>
          </p:nvSpPr>
          <p:spPr>
            <a:xfrm>
              <a:off x="5532176" y="329413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88AA6">
                <a:alpha val="100000"/>
              </a:srgbClr>
            </a:solidFill>
            <a:ln w="5420" cap="flat">
              <a:solidFill>
                <a:srgbClr val="388AA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25" name="pg1025"/>
            <p:cNvSpPr/>
            <p:nvPr/>
          </p:nvSpPr>
          <p:spPr>
            <a:xfrm>
              <a:off x="5543813" y="329413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8EA7">
                <a:alpha val="100000"/>
              </a:srgbClr>
            </a:solidFill>
            <a:ln w="5420" cap="flat">
              <a:solidFill>
                <a:srgbClr val="378E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26" name="pg1026"/>
            <p:cNvSpPr/>
            <p:nvPr/>
          </p:nvSpPr>
          <p:spPr>
            <a:xfrm>
              <a:off x="5555451" y="329413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691A8">
                <a:alpha val="100000"/>
              </a:srgbClr>
            </a:solidFill>
            <a:ln w="5420" cap="flat">
              <a:solidFill>
                <a:srgbClr val="3691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27" name="pg1027"/>
            <p:cNvSpPr/>
            <p:nvPr/>
          </p:nvSpPr>
          <p:spPr>
            <a:xfrm>
              <a:off x="5567088" y="329413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496A9">
                <a:alpha val="100000"/>
              </a:srgbClr>
            </a:solidFill>
            <a:ln w="5420" cap="flat">
              <a:solidFill>
                <a:srgbClr val="3496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28" name="pg1028"/>
            <p:cNvSpPr/>
            <p:nvPr/>
          </p:nvSpPr>
          <p:spPr>
            <a:xfrm>
              <a:off x="5578725" y="329413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598A9">
                <a:alpha val="100000"/>
              </a:srgbClr>
            </a:solidFill>
            <a:ln w="5420" cap="flat">
              <a:solidFill>
                <a:srgbClr val="3598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29" name="pg1029"/>
            <p:cNvSpPr/>
            <p:nvPr/>
          </p:nvSpPr>
          <p:spPr>
            <a:xfrm>
              <a:off x="5590363" y="329413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9AA9">
                <a:alpha val="100000"/>
              </a:srgbClr>
            </a:solidFill>
            <a:ln w="5420" cap="flat">
              <a:solidFill>
                <a:srgbClr val="379A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30" name="pg1030"/>
            <p:cNvSpPr/>
            <p:nvPr/>
          </p:nvSpPr>
          <p:spPr>
            <a:xfrm>
              <a:off x="5602000" y="329413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89BA9">
                <a:alpha val="100000"/>
              </a:srgbClr>
            </a:solidFill>
            <a:ln w="5420" cap="flat">
              <a:solidFill>
                <a:srgbClr val="389B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31" name="pg1031"/>
            <p:cNvSpPr/>
            <p:nvPr/>
          </p:nvSpPr>
          <p:spPr>
            <a:xfrm>
              <a:off x="5613637" y="329413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9CA9">
                <a:alpha val="100000"/>
              </a:srgbClr>
            </a:solidFill>
            <a:ln w="5420" cap="flat">
              <a:solidFill>
                <a:srgbClr val="399C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32" name="pg1032"/>
            <p:cNvSpPr/>
            <p:nvPr/>
          </p:nvSpPr>
          <p:spPr>
            <a:xfrm>
              <a:off x="5625275" y="329413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9CA9">
                <a:alpha val="100000"/>
              </a:srgbClr>
            </a:solidFill>
            <a:ln w="5420" cap="flat">
              <a:solidFill>
                <a:srgbClr val="3A9C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33" name="pg1033"/>
            <p:cNvSpPr/>
            <p:nvPr/>
          </p:nvSpPr>
          <p:spPr>
            <a:xfrm>
              <a:off x="5636912" y="329413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9DA9">
                <a:alpha val="100000"/>
              </a:srgbClr>
            </a:solidFill>
            <a:ln w="5420" cap="flat">
              <a:solidFill>
                <a:srgbClr val="3A9D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34" name="pg1034"/>
            <p:cNvSpPr/>
            <p:nvPr/>
          </p:nvSpPr>
          <p:spPr>
            <a:xfrm>
              <a:off x="5345979" y="330843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84A5">
                <a:alpha val="100000"/>
              </a:srgbClr>
            </a:solidFill>
            <a:ln w="5420" cap="flat">
              <a:solidFill>
                <a:srgbClr val="3984A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35" name="pg1035"/>
            <p:cNvSpPr/>
            <p:nvPr/>
          </p:nvSpPr>
          <p:spPr>
            <a:xfrm>
              <a:off x="5357616" y="330843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81A4">
                <a:alpha val="100000"/>
              </a:srgbClr>
            </a:solidFill>
            <a:ln w="5420" cap="flat">
              <a:solidFill>
                <a:srgbClr val="3981A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36" name="pg1036"/>
            <p:cNvSpPr/>
            <p:nvPr/>
          </p:nvSpPr>
          <p:spPr>
            <a:xfrm>
              <a:off x="5369253" y="330843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FA4">
                <a:alpha val="100000"/>
              </a:srgbClr>
            </a:solidFill>
            <a:ln w="5420" cap="flat">
              <a:solidFill>
                <a:srgbClr val="3A7FA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37" name="pg1037"/>
            <p:cNvSpPr/>
            <p:nvPr/>
          </p:nvSpPr>
          <p:spPr>
            <a:xfrm>
              <a:off x="5380891" y="330843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CA3">
                <a:alpha val="100000"/>
              </a:srgbClr>
            </a:solidFill>
            <a:ln w="5420" cap="flat">
              <a:solidFill>
                <a:srgbClr val="3A7CA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38" name="pg1038"/>
            <p:cNvSpPr/>
            <p:nvPr/>
          </p:nvSpPr>
          <p:spPr>
            <a:xfrm>
              <a:off x="5392528" y="330843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AA3">
                <a:alpha val="100000"/>
              </a:srgbClr>
            </a:solidFill>
            <a:ln w="5420" cap="flat">
              <a:solidFill>
                <a:srgbClr val="3A7AA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39" name="pg1039"/>
            <p:cNvSpPr/>
            <p:nvPr/>
          </p:nvSpPr>
          <p:spPr>
            <a:xfrm>
              <a:off x="5404165" y="330843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8A2">
                <a:alpha val="100000"/>
              </a:srgbClr>
            </a:solidFill>
            <a:ln w="5420" cap="flat">
              <a:solidFill>
                <a:srgbClr val="3A78A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40" name="pg1040"/>
            <p:cNvSpPr/>
            <p:nvPr/>
          </p:nvSpPr>
          <p:spPr>
            <a:xfrm>
              <a:off x="5415803" y="330843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6A2">
                <a:alpha val="100000"/>
              </a:srgbClr>
            </a:solidFill>
            <a:ln w="5420" cap="flat">
              <a:solidFill>
                <a:srgbClr val="3A76A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41" name="pg1041"/>
            <p:cNvSpPr/>
            <p:nvPr/>
          </p:nvSpPr>
          <p:spPr>
            <a:xfrm>
              <a:off x="5427440" y="330843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5A2">
                <a:alpha val="100000"/>
              </a:srgbClr>
            </a:solidFill>
            <a:ln w="5420" cap="flat">
              <a:solidFill>
                <a:srgbClr val="3A75A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42" name="pg1042"/>
            <p:cNvSpPr/>
            <p:nvPr/>
          </p:nvSpPr>
          <p:spPr>
            <a:xfrm>
              <a:off x="5439077" y="330843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4A2">
                <a:alpha val="100000"/>
              </a:srgbClr>
            </a:solidFill>
            <a:ln w="5420" cap="flat">
              <a:solidFill>
                <a:srgbClr val="3A74A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43" name="pg1043"/>
            <p:cNvSpPr/>
            <p:nvPr/>
          </p:nvSpPr>
          <p:spPr>
            <a:xfrm>
              <a:off x="5450715" y="330843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5A2">
                <a:alpha val="100000"/>
              </a:srgbClr>
            </a:solidFill>
            <a:ln w="5420" cap="flat">
              <a:solidFill>
                <a:srgbClr val="3A75A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44" name="pg1044"/>
            <p:cNvSpPr/>
            <p:nvPr/>
          </p:nvSpPr>
          <p:spPr>
            <a:xfrm>
              <a:off x="5462352" y="330843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7A2">
                <a:alpha val="100000"/>
              </a:srgbClr>
            </a:solidFill>
            <a:ln w="5420" cap="flat">
              <a:solidFill>
                <a:srgbClr val="3A77A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45" name="pg1045"/>
            <p:cNvSpPr/>
            <p:nvPr/>
          </p:nvSpPr>
          <p:spPr>
            <a:xfrm>
              <a:off x="5473989" y="330843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9A3">
                <a:alpha val="100000"/>
              </a:srgbClr>
            </a:solidFill>
            <a:ln w="5420" cap="flat">
              <a:solidFill>
                <a:srgbClr val="3A79A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46" name="pg1046"/>
            <p:cNvSpPr/>
            <p:nvPr/>
          </p:nvSpPr>
          <p:spPr>
            <a:xfrm>
              <a:off x="5485627" y="330843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CA3">
                <a:alpha val="100000"/>
              </a:srgbClr>
            </a:solidFill>
            <a:ln w="5420" cap="flat">
              <a:solidFill>
                <a:srgbClr val="3A7CA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47" name="pg1047"/>
            <p:cNvSpPr/>
            <p:nvPr/>
          </p:nvSpPr>
          <p:spPr>
            <a:xfrm>
              <a:off x="5497264" y="330843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FA4">
                <a:alpha val="100000"/>
              </a:srgbClr>
            </a:solidFill>
            <a:ln w="5420" cap="flat">
              <a:solidFill>
                <a:srgbClr val="3A7FA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48" name="pg1048"/>
            <p:cNvSpPr/>
            <p:nvPr/>
          </p:nvSpPr>
          <p:spPr>
            <a:xfrm>
              <a:off x="5508901" y="330843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83A5">
                <a:alpha val="100000"/>
              </a:srgbClr>
            </a:solidFill>
            <a:ln w="5420" cap="flat">
              <a:solidFill>
                <a:srgbClr val="3983A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49" name="pg1049"/>
            <p:cNvSpPr/>
            <p:nvPr/>
          </p:nvSpPr>
          <p:spPr>
            <a:xfrm>
              <a:off x="5520539" y="330843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86A5">
                <a:alpha val="100000"/>
              </a:srgbClr>
            </a:solidFill>
            <a:ln w="5420" cap="flat">
              <a:solidFill>
                <a:srgbClr val="3986A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50" name="pg1050"/>
            <p:cNvSpPr/>
            <p:nvPr/>
          </p:nvSpPr>
          <p:spPr>
            <a:xfrm>
              <a:off x="5532176" y="330843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88AA6">
                <a:alpha val="100000"/>
              </a:srgbClr>
            </a:solidFill>
            <a:ln w="5420" cap="flat">
              <a:solidFill>
                <a:srgbClr val="388AA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51" name="pg1051"/>
            <p:cNvSpPr/>
            <p:nvPr/>
          </p:nvSpPr>
          <p:spPr>
            <a:xfrm>
              <a:off x="5543813" y="330843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8DA7">
                <a:alpha val="100000"/>
              </a:srgbClr>
            </a:solidFill>
            <a:ln w="5420" cap="flat">
              <a:solidFill>
                <a:srgbClr val="378D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52" name="pg1052"/>
            <p:cNvSpPr/>
            <p:nvPr/>
          </p:nvSpPr>
          <p:spPr>
            <a:xfrm>
              <a:off x="5555451" y="330843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690A7">
                <a:alpha val="100000"/>
              </a:srgbClr>
            </a:solidFill>
            <a:ln w="5420" cap="flat">
              <a:solidFill>
                <a:srgbClr val="3690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53" name="pg1053"/>
            <p:cNvSpPr/>
            <p:nvPr/>
          </p:nvSpPr>
          <p:spPr>
            <a:xfrm>
              <a:off x="5567088" y="330843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595A9">
                <a:alpha val="100000"/>
              </a:srgbClr>
            </a:solidFill>
            <a:ln w="5420" cap="flat">
              <a:solidFill>
                <a:srgbClr val="3595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54" name="pg1054"/>
            <p:cNvSpPr/>
            <p:nvPr/>
          </p:nvSpPr>
          <p:spPr>
            <a:xfrm>
              <a:off x="5590363" y="330843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698A9">
                <a:alpha val="100000"/>
              </a:srgbClr>
            </a:solidFill>
            <a:ln w="5420" cap="flat">
              <a:solidFill>
                <a:srgbClr val="3698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55" name="pg1055"/>
            <p:cNvSpPr/>
            <p:nvPr/>
          </p:nvSpPr>
          <p:spPr>
            <a:xfrm>
              <a:off x="5345979" y="332273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85A5">
                <a:alpha val="100000"/>
              </a:srgbClr>
            </a:solidFill>
            <a:ln w="5420" cap="flat">
              <a:solidFill>
                <a:srgbClr val="3985A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56" name="pg1056"/>
            <p:cNvSpPr/>
            <p:nvPr/>
          </p:nvSpPr>
          <p:spPr>
            <a:xfrm>
              <a:off x="5357616" y="332273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83A5">
                <a:alpha val="100000"/>
              </a:srgbClr>
            </a:solidFill>
            <a:ln w="5420" cap="flat">
              <a:solidFill>
                <a:srgbClr val="3983A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57" name="pg1057"/>
            <p:cNvSpPr/>
            <p:nvPr/>
          </p:nvSpPr>
          <p:spPr>
            <a:xfrm>
              <a:off x="5369253" y="332273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80A4">
                <a:alpha val="100000"/>
              </a:srgbClr>
            </a:solidFill>
            <a:ln w="5420" cap="flat">
              <a:solidFill>
                <a:srgbClr val="3A80A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58" name="pg1058"/>
            <p:cNvSpPr/>
            <p:nvPr/>
          </p:nvSpPr>
          <p:spPr>
            <a:xfrm>
              <a:off x="5380891" y="332273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EA4">
                <a:alpha val="100000"/>
              </a:srgbClr>
            </a:solidFill>
            <a:ln w="5420" cap="flat">
              <a:solidFill>
                <a:srgbClr val="3A7EA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59" name="pg1059"/>
            <p:cNvSpPr/>
            <p:nvPr/>
          </p:nvSpPr>
          <p:spPr>
            <a:xfrm>
              <a:off x="5392528" y="332273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BA3">
                <a:alpha val="100000"/>
              </a:srgbClr>
            </a:solidFill>
            <a:ln w="5420" cap="flat">
              <a:solidFill>
                <a:srgbClr val="3A7BA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60" name="pg1060"/>
            <p:cNvSpPr/>
            <p:nvPr/>
          </p:nvSpPr>
          <p:spPr>
            <a:xfrm>
              <a:off x="5404165" y="332273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9A3">
                <a:alpha val="100000"/>
              </a:srgbClr>
            </a:solidFill>
            <a:ln w="5420" cap="flat">
              <a:solidFill>
                <a:srgbClr val="3A79A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61" name="pg1061"/>
            <p:cNvSpPr/>
            <p:nvPr/>
          </p:nvSpPr>
          <p:spPr>
            <a:xfrm>
              <a:off x="5415803" y="332273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7A2">
                <a:alpha val="100000"/>
              </a:srgbClr>
            </a:solidFill>
            <a:ln w="5420" cap="flat">
              <a:solidFill>
                <a:srgbClr val="3A77A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62" name="pg1062"/>
            <p:cNvSpPr/>
            <p:nvPr/>
          </p:nvSpPr>
          <p:spPr>
            <a:xfrm>
              <a:off x="5427440" y="332273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6A2">
                <a:alpha val="100000"/>
              </a:srgbClr>
            </a:solidFill>
            <a:ln w="5420" cap="flat">
              <a:solidFill>
                <a:srgbClr val="3A76A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63" name="pg1063"/>
            <p:cNvSpPr/>
            <p:nvPr/>
          </p:nvSpPr>
          <p:spPr>
            <a:xfrm>
              <a:off x="5439077" y="332273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6A2">
                <a:alpha val="100000"/>
              </a:srgbClr>
            </a:solidFill>
            <a:ln w="5420" cap="flat">
              <a:solidFill>
                <a:srgbClr val="3A76A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64" name="pg1064"/>
            <p:cNvSpPr/>
            <p:nvPr/>
          </p:nvSpPr>
          <p:spPr>
            <a:xfrm>
              <a:off x="5450715" y="332273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7A2">
                <a:alpha val="100000"/>
              </a:srgbClr>
            </a:solidFill>
            <a:ln w="5420" cap="flat">
              <a:solidFill>
                <a:srgbClr val="3A77A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65" name="pg1065"/>
            <p:cNvSpPr/>
            <p:nvPr/>
          </p:nvSpPr>
          <p:spPr>
            <a:xfrm>
              <a:off x="5462352" y="332273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8A2">
                <a:alpha val="100000"/>
              </a:srgbClr>
            </a:solidFill>
            <a:ln w="5420" cap="flat">
              <a:solidFill>
                <a:srgbClr val="3A78A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66" name="pg1066"/>
            <p:cNvSpPr/>
            <p:nvPr/>
          </p:nvSpPr>
          <p:spPr>
            <a:xfrm>
              <a:off x="5334341" y="333703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889A6">
                <a:alpha val="100000"/>
              </a:srgbClr>
            </a:solidFill>
            <a:ln w="5420" cap="flat">
              <a:solidFill>
                <a:srgbClr val="3889A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67" name="pg1067"/>
            <p:cNvSpPr/>
            <p:nvPr/>
          </p:nvSpPr>
          <p:spPr>
            <a:xfrm>
              <a:off x="5345979" y="333703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87A6">
                <a:alpha val="100000"/>
              </a:srgbClr>
            </a:solidFill>
            <a:ln w="5420" cap="flat">
              <a:solidFill>
                <a:srgbClr val="3987A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68" name="pg1068"/>
            <p:cNvSpPr/>
            <p:nvPr/>
          </p:nvSpPr>
          <p:spPr>
            <a:xfrm>
              <a:off x="5357616" y="333703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84A5">
                <a:alpha val="100000"/>
              </a:srgbClr>
            </a:solidFill>
            <a:ln w="5420" cap="flat">
              <a:solidFill>
                <a:srgbClr val="3984A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69" name="pg1069"/>
            <p:cNvSpPr/>
            <p:nvPr/>
          </p:nvSpPr>
          <p:spPr>
            <a:xfrm>
              <a:off x="5369253" y="333703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82A4">
                <a:alpha val="100000"/>
              </a:srgbClr>
            </a:solidFill>
            <a:ln w="5420" cap="flat">
              <a:solidFill>
                <a:srgbClr val="3982A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70" name="pg1070"/>
            <p:cNvSpPr/>
            <p:nvPr/>
          </p:nvSpPr>
          <p:spPr>
            <a:xfrm>
              <a:off x="5380891" y="333703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FA4">
                <a:alpha val="100000"/>
              </a:srgbClr>
            </a:solidFill>
            <a:ln w="5420" cap="flat">
              <a:solidFill>
                <a:srgbClr val="3A7FA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71" name="pg1071"/>
            <p:cNvSpPr/>
            <p:nvPr/>
          </p:nvSpPr>
          <p:spPr>
            <a:xfrm>
              <a:off x="5392528" y="333703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DA3">
                <a:alpha val="100000"/>
              </a:srgbClr>
            </a:solidFill>
            <a:ln w="5420" cap="flat">
              <a:solidFill>
                <a:srgbClr val="3A7DA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72" name="pg1072"/>
            <p:cNvSpPr/>
            <p:nvPr/>
          </p:nvSpPr>
          <p:spPr>
            <a:xfrm>
              <a:off x="5404165" y="333703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BA3">
                <a:alpha val="100000"/>
              </a:srgbClr>
            </a:solidFill>
            <a:ln w="5420" cap="flat">
              <a:solidFill>
                <a:srgbClr val="3A7BA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73" name="pg1073"/>
            <p:cNvSpPr/>
            <p:nvPr/>
          </p:nvSpPr>
          <p:spPr>
            <a:xfrm>
              <a:off x="5415803" y="333703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AA3">
                <a:alpha val="100000"/>
              </a:srgbClr>
            </a:solidFill>
            <a:ln w="5420" cap="flat">
              <a:solidFill>
                <a:srgbClr val="3A7AA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74" name="pg1074"/>
            <p:cNvSpPr/>
            <p:nvPr/>
          </p:nvSpPr>
          <p:spPr>
            <a:xfrm>
              <a:off x="5427440" y="333703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9A2">
                <a:alpha val="100000"/>
              </a:srgbClr>
            </a:solidFill>
            <a:ln w="5420" cap="flat">
              <a:solidFill>
                <a:srgbClr val="3A79A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75" name="pg1075"/>
            <p:cNvSpPr/>
            <p:nvPr/>
          </p:nvSpPr>
          <p:spPr>
            <a:xfrm>
              <a:off x="5322704" y="335133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8FA7">
                <a:alpha val="100000"/>
              </a:srgbClr>
            </a:solidFill>
            <a:ln w="5420" cap="flat">
              <a:solidFill>
                <a:srgbClr val="378F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76" name="pg1076"/>
            <p:cNvSpPr/>
            <p:nvPr/>
          </p:nvSpPr>
          <p:spPr>
            <a:xfrm>
              <a:off x="5334341" y="335133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88BA7">
                <a:alpha val="100000"/>
              </a:srgbClr>
            </a:solidFill>
            <a:ln w="5420" cap="flat">
              <a:solidFill>
                <a:srgbClr val="388B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77" name="pg1077"/>
            <p:cNvSpPr/>
            <p:nvPr/>
          </p:nvSpPr>
          <p:spPr>
            <a:xfrm>
              <a:off x="5345979" y="335133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889A6">
                <a:alpha val="100000"/>
              </a:srgbClr>
            </a:solidFill>
            <a:ln w="5420" cap="flat">
              <a:solidFill>
                <a:srgbClr val="3889A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78" name="pg1078"/>
            <p:cNvSpPr/>
            <p:nvPr/>
          </p:nvSpPr>
          <p:spPr>
            <a:xfrm>
              <a:off x="5357616" y="335133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87A6">
                <a:alpha val="100000"/>
              </a:srgbClr>
            </a:solidFill>
            <a:ln w="5420" cap="flat">
              <a:solidFill>
                <a:srgbClr val="3987A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79" name="pg1079"/>
            <p:cNvSpPr/>
            <p:nvPr/>
          </p:nvSpPr>
          <p:spPr>
            <a:xfrm>
              <a:off x="5369253" y="335133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84A5">
                <a:alpha val="100000"/>
              </a:srgbClr>
            </a:solidFill>
            <a:ln w="5420" cap="flat">
              <a:solidFill>
                <a:srgbClr val="3984A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80" name="pg1080"/>
            <p:cNvSpPr/>
            <p:nvPr/>
          </p:nvSpPr>
          <p:spPr>
            <a:xfrm>
              <a:off x="5380891" y="335133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82A5">
                <a:alpha val="100000"/>
              </a:srgbClr>
            </a:solidFill>
            <a:ln w="5420" cap="flat">
              <a:solidFill>
                <a:srgbClr val="3982A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81" name="pg1081"/>
            <p:cNvSpPr/>
            <p:nvPr/>
          </p:nvSpPr>
          <p:spPr>
            <a:xfrm>
              <a:off x="5392528" y="335133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80A4">
                <a:alpha val="100000"/>
              </a:srgbClr>
            </a:solidFill>
            <a:ln w="5420" cap="flat">
              <a:solidFill>
                <a:srgbClr val="3A80A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82" name="pg1082"/>
            <p:cNvSpPr/>
            <p:nvPr/>
          </p:nvSpPr>
          <p:spPr>
            <a:xfrm>
              <a:off x="5404165" y="335133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EA4">
                <a:alpha val="100000"/>
              </a:srgbClr>
            </a:solidFill>
            <a:ln w="5420" cap="flat">
              <a:solidFill>
                <a:srgbClr val="3A7EA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83" name="pg1083"/>
            <p:cNvSpPr/>
            <p:nvPr/>
          </p:nvSpPr>
          <p:spPr>
            <a:xfrm>
              <a:off x="5311067" y="336563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496A9">
                <a:alpha val="100000"/>
              </a:srgbClr>
            </a:solidFill>
            <a:ln w="5420" cap="flat">
              <a:solidFill>
                <a:srgbClr val="3496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84" name="pg1084"/>
            <p:cNvSpPr/>
            <p:nvPr/>
          </p:nvSpPr>
          <p:spPr>
            <a:xfrm>
              <a:off x="5322704" y="336563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594A8">
                <a:alpha val="100000"/>
              </a:srgbClr>
            </a:solidFill>
            <a:ln w="5420" cap="flat">
              <a:solidFill>
                <a:srgbClr val="3594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85" name="pg1085"/>
            <p:cNvSpPr/>
            <p:nvPr/>
          </p:nvSpPr>
          <p:spPr>
            <a:xfrm>
              <a:off x="5334341" y="336563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691A8">
                <a:alpha val="100000"/>
              </a:srgbClr>
            </a:solidFill>
            <a:ln w="5420" cap="flat">
              <a:solidFill>
                <a:srgbClr val="3691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86" name="pg1086"/>
            <p:cNvSpPr/>
            <p:nvPr/>
          </p:nvSpPr>
          <p:spPr>
            <a:xfrm>
              <a:off x="5345979" y="336563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8FA7">
                <a:alpha val="100000"/>
              </a:srgbClr>
            </a:solidFill>
            <a:ln w="5420" cap="flat">
              <a:solidFill>
                <a:srgbClr val="378F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87" name="pg1087"/>
            <p:cNvSpPr/>
            <p:nvPr/>
          </p:nvSpPr>
          <p:spPr>
            <a:xfrm>
              <a:off x="5357616" y="336563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8DA7">
                <a:alpha val="100000"/>
              </a:srgbClr>
            </a:solidFill>
            <a:ln w="5420" cap="flat">
              <a:solidFill>
                <a:srgbClr val="378D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88" name="pg1088"/>
            <p:cNvSpPr/>
            <p:nvPr/>
          </p:nvSpPr>
          <p:spPr>
            <a:xfrm>
              <a:off x="5369253" y="336563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88BA6">
                <a:alpha val="100000"/>
              </a:srgbClr>
            </a:solidFill>
            <a:ln w="5420" cap="flat">
              <a:solidFill>
                <a:srgbClr val="388BA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89" name="pg1089"/>
            <p:cNvSpPr/>
            <p:nvPr/>
          </p:nvSpPr>
          <p:spPr>
            <a:xfrm>
              <a:off x="5380891" y="336563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888A6">
                <a:alpha val="100000"/>
              </a:srgbClr>
            </a:solidFill>
            <a:ln w="5420" cap="flat">
              <a:solidFill>
                <a:srgbClr val="3888A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90" name="pg1090"/>
            <p:cNvSpPr/>
            <p:nvPr/>
          </p:nvSpPr>
          <p:spPr>
            <a:xfrm>
              <a:off x="5311067" y="337993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598A9">
                <a:alpha val="100000"/>
              </a:srgbClr>
            </a:solidFill>
            <a:ln w="5420" cap="flat">
              <a:solidFill>
                <a:srgbClr val="3598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91" name="pg1091"/>
            <p:cNvSpPr/>
            <p:nvPr/>
          </p:nvSpPr>
          <p:spPr>
            <a:xfrm>
              <a:off x="5322704" y="337993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497A9">
                <a:alpha val="100000"/>
              </a:srgbClr>
            </a:solidFill>
            <a:ln w="5420" cap="flat">
              <a:solidFill>
                <a:srgbClr val="3497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92" name="pg1092"/>
            <p:cNvSpPr/>
            <p:nvPr/>
          </p:nvSpPr>
          <p:spPr>
            <a:xfrm>
              <a:off x="5334341" y="337993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594A8">
                <a:alpha val="100000"/>
              </a:srgbClr>
            </a:solidFill>
            <a:ln w="5420" cap="flat">
              <a:solidFill>
                <a:srgbClr val="3594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93" name="pg1093"/>
            <p:cNvSpPr/>
            <p:nvPr/>
          </p:nvSpPr>
          <p:spPr>
            <a:xfrm>
              <a:off x="5345979" y="337993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692A8">
                <a:alpha val="100000"/>
              </a:srgbClr>
            </a:solidFill>
            <a:ln w="5420" cap="flat">
              <a:solidFill>
                <a:srgbClr val="3692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94" name="pg1094"/>
            <p:cNvSpPr/>
            <p:nvPr/>
          </p:nvSpPr>
          <p:spPr>
            <a:xfrm>
              <a:off x="5357616" y="337993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690A8">
                <a:alpha val="100000"/>
              </a:srgbClr>
            </a:solidFill>
            <a:ln w="5420" cap="flat">
              <a:solidFill>
                <a:srgbClr val="3690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95" name="pg1095"/>
            <p:cNvSpPr/>
            <p:nvPr/>
          </p:nvSpPr>
          <p:spPr>
            <a:xfrm>
              <a:off x="5369253" y="337993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8EA7">
                <a:alpha val="100000"/>
              </a:srgbClr>
            </a:solidFill>
            <a:ln w="5420" cap="flat">
              <a:solidFill>
                <a:srgbClr val="378E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96" name="pg1096"/>
            <p:cNvSpPr/>
            <p:nvPr/>
          </p:nvSpPr>
          <p:spPr>
            <a:xfrm>
              <a:off x="5380891" y="337993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8DA7">
                <a:alpha val="100000"/>
              </a:srgbClr>
            </a:solidFill>
            <a:ln w="5420" cap="flat">
              <a:solidFill>
                <a:srgbClr val="378D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97" name="pg1097"/>
            <p:cNvSpPr/>
            <p:nvPr/>
          </p:nvSpPr>
          <p:spPr>
            <a:xfrm>
              <a:off x="5311067" y="339424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89AA9">
                <a:alpha val="100000"/>
              </a:srgbClr>
            </a:solidFill>
            <a:ln w="5420" cap="flat">
              <a:solidFill>
                <a:srgbClr val="389A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98" name="pg1098"/>
            <p:cNvSpPr/>
            <p:nvPr/>
          </p:nvSpPr>
          <p:spPr>
            <a:xfrm>
              <a:off x="5322704" y="339424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9AA9">
                <a:alpha val="100000"/>
              </a:srgbClr>
            </a:solidFill>
            <a:ln w="5420" cap="flat">
              <a:solidFill>
                <a:srgbClr val="379A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99" name="pg1099"/>
            <p:cNvSpPr/>
            <p:nvPr/>
          </p:nvSpPr>
          <p:spPr>
            <a:xfrm>
              <a:off x="5334341" y="339424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497A9">
                <a:alpha val="100000"/>
              </a:srgbClr>
            </a:solidFill>
            <a:ln w="5420" cap="flat">
              <a:solidFill>
                <a:srgbClr val="3497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00" name="pg1100"/>
            <p:cNvSpPr/>
            <p:nvPr/>
          </p:nvSpPr>
          <p:spPr>
            <a:xfrm>
              <a:off x="5345979" y="339424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595A9">
                <a:alpha val="100000"/>
              </a:srgbClr>
            </a:solidFill>
            <a:ln w="5420" cap="flat">
              <a:solidFill>
                <a:srgbClr val="3595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01" name="pg1101"/>
            <p:cNvSpPr/>
            <p:nvPr/>
          </p:nvSpPr>
          <p:spPr>
            <a:xfrm>
              <a:off x="5357616" y="339424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593A8">
                <a:alpha val="100000"/>
              </a:srgbClr>
            </a:solidFill>
            <a:ln w="5420" cap="flat">
              <a:solidFill>
                <a:srgbClr val="3593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02" name="pg1102"/>
            <p:cNvSpPr/>
            <p:nvPr/>
          </p:nvSpPr>
          <p:spPr>
            <a:xfrm>
              <a:off x="5369253" y="339424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692A8">
                <a:alpha val="100000"/>
              </a:srgbClr>
            </a:solidFill>
            <a:ln w="5420" cap="flat">
              <a:solidFill>
                <a:srgbClr val="3692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03" name="pg1103"/>
            <p:cNvSpPr/>
            <p:nvPr/>
          </p:nvSpPr>
          <p:spPr>
            <a:xfrm>
              <a:off x="5380891" y="339424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690A8">
                <a:alpha val="100000"/>
              </a:srgbClr>
            </a:solidFill>
            <a:ln w="5420" cap="flat">
              <a:solidFill>
                <a:srgbClr val="3690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04" name="pg1104"/>
            <p:cNvSpPr/>
            <p:nvPr/>
          </p:nvSpPr>
          <p:spPr>
            <a:xfrm>
              <a:off x="5311067" y="340854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9CA9">
                <a:alpha val="100000"/>
              </a:srgbClr>
            </a:solidFill>
            <a:ln w="5420" cap="flat">
              <a:solidFill>
                <a:srgbClr val="3A9C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05" name="pg1105"/>
            <p:cNvSpPr/>
            <p:nvPr/>
          </p:nvSpPr>
          <p:spPr>
            <a:xfrm>
              <a:off x="5322704" y="340854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9CA9">
                <a:alpha val="100000"/>
              </a:srgbClr>
            </a:solidFill>
            <a:ln w="5420" cap="flat">
              <a:solidFill>
                <a:srgbClr val="3A9C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06" name="pg1106"/>
            <p:cNvSpPr/>
            <p:nvPr/>
          </p:nvSpPr>
          <p:spPr>
            <a:xfrm>
              <a:off x="5334341" y="340854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9AA9">
                <a:alpha val="100000"/>
              </a:srgbClr>
            </a:solidFill>
            <a:ln w="5420" cap="flat">
              <a:solidFill>
                <a:srgbClr val="379A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07" name="pg1107"/>
            <p:cNvSpPr/>
            <p:nvPr/>
          </p:nvSpPr>
          <p:spPr>
            <a:xfrm>
              <a:off x="5345979" y="340854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699A9">
                <a:alpha val="100000"/>
              </a:srgbClr>
            </a:solidFill>
            <a:ln w="5420" cap="flat">
              <a:solidFill>
                <a:srgbClr val="3699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08" name="pg1108"/>
            <p:cNvSpPr/>
            <p:nvPr/>
          </p:nvSpPr>
          <p:spPr>
            <a:xfrm>
              <a:off x="5357616" y="340854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497A9">
                <a:alpha val="100000"/>
              </a:srgbClr>
            </a:solidFill>
            <a:ln w="5420" cap="flat">
              <a:solidFill>
                <a:srgbClr val="3497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09" name="pg1109"/>
            <p:cNvSpPr/>
            <p:nvPr/>
          </p:nvSpPr>
          <p:spPr>
            <a:xfrm>
              <a:off x="5369253" y="340854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595A9">
                <a:alpha val="100000"/>
              </a:srgbClr>
            </a:solidFill>
            <a:ln w="5420" cap="flat">
              <a:solidFill>
                <a:srgbClr val="3595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10" name="pg1110"/>
            <p:cNvSpPr/>
            <p:nvPr/>
          </p:nvSpPr>
          <p:spPr>
            <a:xfrm>
              <a:off x="5380891" y="340854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594A8">
                <a:alpha val="100000"/>
              </a:srgbClr>
            </a:solidFill>
            <a:ln w="5420" cap="flat">
              <a:solidFill>
                <a:srgbClr val="3594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11" name="pg1111"/>
            <p:cNvSpPr/>
            <p:nvPr/>
          </p:nvSpPr>
          <p:spPr>
            <a:xfrm>
              <a:off x="5241243" y="342284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EA1AA">
                <a:alpha val="100000"/>
              </a:srgbClr>
            </a:solidFill>
            <a:ln w="5420" cap="flat">
              <a:solidFill>
                <a:srgbClr val="3EA1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12" name="pg1112"/>
            <p:cNvSpPr/>
            <p:nvPr/>
          </p:nvSpPr>
          <p:spPr>
            <a:xfrm>
              <a:off x="5252880" y="342284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EA1AA">
                <a:alpha val="100000"/>
              </a:srgbClr>
            </a:solidFill>
            <a:ln w="5420" cap="flat">
              <a:solidFill>
                <a:srgbClr val="3EA1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13" name="pg1113"/>
            <p:cNvSpPr/>
            <p:nvPr/>
          </p:nvSpPr>
          <p:spPr>
            <a:xfrm>
              <a:off x="5334341" y="342284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9DA9">
                <a:alpha val="100000"/>
              </a:srgbClr>
            </a:solidFill>
            <a:ln w="5420" cap="flat">
              <a:solidFill>
                <a:srgbClr val="3A9D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14" name="pg1114"/>
            <p:cNvSpPr/>
            <p:nvPr/>
          </p:nvSpPr>
          <p:spPr>
            <a:xfrm>
              <a:off x="5345979" y="342284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9CA9">
                <a:alpha val="100000"/>
              </a:srgbClr>
            </a:solidFill>
            <a:ln w="5420" cap="flat">
              <a:solidFill>
                <a:srgbClr val="399C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15" name="pg1115"/>
            <p:cNvSpPr/>
            <p:nvPr/>
          </p:nvSpPr>
          <p:spPr>
            <a:xfrm>
              <a:off x="5357616" y="342284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89AA9">
                <a:alpha val="100000"/>
              </a:srgbClr>
            </a:solidFill>
            <a:ln w="5420" cap="flat">
              <a:solidFill>
                <a:srgbClr val="389A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16" name="pg1116"/>
            <p:cNvSpPr/>
            <p:nvPr/>
          </p:nvSpPr>
          <p:spPr>
            <a:xfrm>
              <a:off x="5369253" y="342284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699A9">
                <a:alpha val="100000"/>
              </a:srgbClr>
            </a:solidFill>
            <a:ln w="5420" cap="flat">
              <a:solidFill>
                <a:srgbClr val="3699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17" name="pg1117"/>
            <p:cNvSpPr/>
            <p:nvPr/>
          </p:nvSpPr>
          <p:spPr>
            <a:xfrm>
              <a:off x="5380891" y="342284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597A9">
                <a:alpha val="100000"/>
              </a:srgbClr>
            </a:solidFill>
            <a:ln w="5420" cap="flat">
              <a:solidFill>
                <a:srgbClr val="3597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18" name="pg1118"/>
            <p:cNvSpPr/>
            <p:nvPr/>
          </p:nvSpPr>
          <p:spPr>
            <a:xfrm>
              <a:off x="5217968" y="343714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DA0AA">
                <a:alpha val="100000"/>
              </a:srgbClr>
            </a:solidFill>
            <a:ln w="5420" cap="flat">
              <a:solidFill>
                <a:srgbClr val="3DA0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19" name="pg1119"/>
            <p:cNvSpPr/>
            <p:nvPr/>
          </p:nvSpPr>
          <p:spPr>
            <a:xfrm>
              <a:off x="5229605" y="343714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EA1AA">
                <a:alpha val="100000"/>
              </a:srgbClr>
            </a:solidFill>
            <a:ln w="5420" cap="flat">
              <a:solidFill>
                <a:srgbClr val="3EA1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20" name="pg1120"/>
            <p:cNvSpPr/>
            <p:nvPr/>
          </p:nvSpPr>
          <p:spPr>
            <a:xfrm>
              <a:off x="5241243" y="343714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FA1AA">
                <a:alpha val="100000"/>
              </a:srgbClr>
            </a:solidFill>
            <a:ln w="5420" cap="flat">
              <a:solidFill>
                <a:srgbClr val="3FA1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21" name="pg1121"/>
            <p:cNvSpPr/>
            <p:nvPr/>
          </p:nvSpPr>
          <p:spPr>
            <a:xfrm>
              <a:off x="5252880" y="343714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FA2AA">
                <a:alpha val="100000"/>
              </a:srgbClr>
            </a:solidFill>
            <a:ln w="5420" cap="flat">
              <a:solidFill>
                <a:srgbClr val="3FA2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22" name="pg1122"/>
            <p:cNvSpPr/>
            <p:nvPr/>
          </p:nvSpPr>
          <p:spPr>
            <a:xfrm>
              <a:off x="5264517" y="343714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0A3AA">
                <a:alpha val="100000"/>
              </a:srgbClr>
            </a:solidFill>
            <a:ln w="5420" cap="flat">
              <a:solidFill>
                <a:srgbClr val="40A3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23" name="pg1123"/>
            <p:cNvSpPr/>
            <p:nvPr/>
          </p:nvSpPr>
          <p:spPr>
            <a:xfrm>
              <a:off x="5334341" y="343714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DA0AA">
                <a:alpha val="100000"/>
              </a:srgbClr>
            </a:solidFill>
            <a:ln w="5420" cap="flat">
              <a:solidFill>
                <a:srgbClr val="3DA0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24" name="pg1124"/>
            <p:cNvSpPr/>
            <p:nvPr/>
          </p:nvSpPr>
          <p:spPr>
            <a:xfrm>
              <a:off x="5345979" y="343714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9FAA">
                <a:alpha val="100000"/>
              </a:srgbClr>
            </a:solidFill>
            <a:ln w="5420" cap="flat">
              <a:solidFill>
                <a:srgbClr val="3C9F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25" name="pg1125"/>
            <p:cNvSpPr/>
            <p:nvPr/>
          </p:nvSpPr>
          <p:spPr>
            <a:xfrm>
              <a:off x="5357616" y="343714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9EAA">
                <a:alpha val="100000"/>
              </a:srgbClr>
            </a:solidFill>
            <a:ln w="5420" cap="flat">
              <a:solidFill>
                <a:srgbClr val="3B9E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26" name="pg1126"/>
            <p:cNvSpPr/>
            <p:nvPr/>
          </p:nvSpPr>
          <p:spPr>
            <a:xfrm>
              <a:off x="5369253" y="343714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9CA9">
                <a:alpha val="100000"/>
              </a:srgbClr>
            </a:solidFill>
            <a:ln w="5420" cap="flat">
              <a:solidFill>
                <a:srgbClr val="3A9C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27" name="pg1127"/>
            <p:cNvSpPr/>
            <p:nvPr/>
          </p:nvSpPr>
          <p:spPr>
            <a:xfrm>
              <a:off x="5380891" y="343714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89BA9">
                <a:alpha val="100000"/>
              </a:srgbClr>
            </a:solidFill>
            <a:ln w="5420" cap="flat">
              <a:solidFill>
                <a:srgbClr val="389B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28" name="pg1128"/>
            <p:cNvSpPr/>
            <p:nvPr/>
          </p:nvSpPr>
          <p:spPr>
            <a:xfrm>
              <a:off x="5194693" y="345144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9DA9">
                <a:alpha val="100000"/>
              </a:srgbClr>
            </a:solidFill>
            <a:ln w="5420" cap="flat">
              <a:solidFill>
                <a:srgbClr val="3A9D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29" name="pg1129"/>
            <p:cNvSpPr/>
            <p:nvPr/>
          </p:nvSpPr>
          <p:spPr>
            <a:xfrm>
              <a:off x="5206331" y="345144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9DA9">
                <a:alpha val="100000"/>
              </a:srgbClr>
            </a:solidFill>
            <a:ln w="5420" cap="flat">
              <a:solidFill>
                <a:srgbClr val="3B9D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30" name="pg1130"/>
            <p:cNvSpPr/>
            <p:nvPr/>
          </p:nvSpPr>
          <p:spPr>
            <a:xfrm>
              <a:off x="5217968" y="345144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DA0AA">
                <a:alpha val="100000"/>
              </a:srgbClr>
            </a:solidFill>
            <a:ln w="5420" cap="flat">
              <a:solidFill>
                <a:srgbClr val="3DA0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31" name="pg1131"/>
            <p:cNvSpPr/>
            <p:nvPr/>
          </p:nvSpPr>
          <p:spPr>
            <a:xfrm>
              <a:off x="5229605" y="345144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EA1AA">
                <a:alpha val="100000"/>
              </a:srgbClr>
            </a:solidFill>
            <a:ln w="5420" cap="flat">
              <a:solidFill>
                <a:srgbClr val="3EA1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32" name="pg1132"/>
            <p:cNvSpPr/>
            <p:nvPr/>
          </p:nvSpPr>
          <p:spPr>
            <a:xfrm>
              <a:off x="5241243" y="345144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FA2AA">
                <a:alpha val="100000"/>
              </a:srgbClr>
            </a:solidFill>
            <a:ln w="5420" cap="flat">
              <a:solidFill>
                <a:srgbClr val="3FA2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33" name="pg1133"/>
            <p:cNvSpPr/>
            <p:nvPr/>
          </p:nvSpPr>
          <p:spPr>
            <a:xfrm>
              <a:off x="5252880" y="345144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1A3AA">
                <a:alpha val="100000"/>
              </a:srgbClr>
            </a:solidFill>
            <a:ln w="5420" cap="flat">
              <a:solidFill>
                <a:srgbClr val="41A3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34" name="pg1134"/>
            <p:cNvSpPr/>
            <p:nvPr/>
          </p:nvSpPr>
          <p:spPr>
            <a:xfrm>
              <a:off x="5264517" y="345144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2A5AA">
                <a:alpha val="100000"/>
              </a:srgbClr>
            </a:solidFill>
            <a:ln w="5420" cap="flat">
              <a:solidFill>
                <a:srgbClr val="42A5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35" name="pg1135"/>
            <p:cNvSpPr/>
            <p:nvPr/>
          </p:nvSpPr>
          <p:spPr>
            <a:xfrm>
              <a:off x="5322704" y="345144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2A5AA">
                <a:alpha val="100000"/>
              </a:srgbClr>
            </a:solidFill>
            <a:ln w="5420" cap="flat">
              <a:solidFill>
                <a:srgbClr val="42A5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36" name="pg1136"/>
            <p:cNvSpPr/>
            <p:nvPr/>
          </p:nvSpPr>
          <p:spPr>
            <a:xfrm>
              <a:off x="5334341" y="345144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0A3AA">
                <a:alpha val="100000"/>
              </a:srgbClr>
            </a:solidFill>
            <a:ln w="5420" cap="flat">
              <a:solidFill>
                <a:srgbClr val="40A3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37" name="pg1137"/>
            <p:cNvSpPr/>
            <p:nvPr/>
          </p:nvSpPr>
          <p:spPr>
            <a:xfrm>
              <a:off x="5345979" y="345144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FA2AA">
                <a:alpha val="100000"/>
              </a:srgbClr>
            </a:solidFill>
            <a:ln w="5420" cap="flat">
              <a:solidFill>
                <a:srgbClr val="3FA2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38" name="pg1138"/>
            <p:cNvSpPr/>
            <p:nvPr/>
          </p:nvSpPr>
          <p:spPr>
            <a:xfrm>
              <a:off x="5357616" y="345144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EA1AA">
                <a:alpha val="100000"/>
              </a:srgbClr>
            </a:solidFill>
            <a:ln w="5420" cap="flat">
              <a:solidFill>
                <a:srgbClr val="3EA1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39" name="pg1139"/>
            <p:cNvSpPr/>
            <p:nvPr/>
          </p:nvSpPr>
          <p:spPr>
            <a:xfrm>
              <a:off x="5369253" y="345144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D9FAA">
                <a:alpha val="100000"/>
              </a:srgbClr>
            </a:solidFill>
            <a:ln w="5420" cap="flat">
              <a:solidFill>
                <a:srgbClr val="3D9F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40" name="pg1140"/>
            <p:cNvSpPr/>
            <p:nvPr/>
          </p:nvSpPr>
          <p:spPr>
            <a:xfrm>
              <a:off x="5183056" y="346574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89BA9">
                <a:alpha val="100000"/>
              </a:srgbClr>
            </a:solidFill>
            <a:ln w="5420" cap="flat">
              <a:solidFill>
                <a:srgbClr val="389B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41" name="pg1141"/>
            <p:cNvSpPr/>
            <p:nvPr/>
          </p:nvSpPr>
          <p:spPr>
            <a:xfrm>
              <a:off x="5194693" y="346574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9BA9">
                <a:alpha val="100000"/>
              </a:srgbClr>
            </a:solidFill>
            <a:ln w="5420" cap="flat">
              <a:solidFill>
                <a:srgbClr val="399B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42" name="pg1142"/>
            <p:cNvSpPr/>
            <p:nvPr/>
          </p:nvSpPr>
          <p:spPr>
            <a:xfrm>
              <a:off x="5206331" y="346574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9CA9">
                <a:alpha val="100000"/>
              </a:srgbClr>
            </a:solidFill>
            <a:ln w="5420" cap="flat">
              <a:solidFill>
                <a:srgbClr val="399C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43" name="pg1143"/>
            <p:cNvSpPr/>
            <p:nvPr/>
          </p:nvSpPr>
          <p:spPr>
            <a:xfrm>
              <a:off x="5217968" y="346574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9FAA">
                <a:alpha val="100000"/>
              </a:srgbClr>
            </a:solidFill>
            <a:ln w="5420" cap="flat">
              <a:solidFill>
                <a:srgbClr val="3C9F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44" name="pg1144"/>
            <p:cNvSpPr/>
            <p:nvPr/>
          </p:nvSpPr>
          <p:spPr>
            <a:xfrm>
              <a:off x="5229605" y="346574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EA1AA">
                <a:alpha val="100000"/>
              </a:srgbClr>
            </a:solidFill>
            <a:ln w="5420" cap="flat">
              <a:solidFill>
                <a:srgbClr val="3EA1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45" name="pg1145"/>
            <p:cNvSpPr/>
            <p:nvPr/>
          </p:nvSpPr>
          <p:spPr>
            <a:xfrm>
              <a:off x="5241243" y="346574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0A3AA">
                <a:alpha val="100000"/>
              </a:srgbClr>
            </a:solidFill>
            <a:ln w="5420" cap="flat">
              <a:solidFill>
                <a:srgbClr val="40A3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46" name="pg1146"/>
            <p:cNvSpPr/>
            <p:nvPr/>
          </p:nvSpPr>
          <p:spPr>
            <a:xfrm>
              <a:off x="5252880" y="346574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2A5AA">
                <a:alpha val="100000"/>
              </a:srgbClr>
            </a:solidFill>
            <a:ln w="5420" cap="flat">
              <a:solidFill>
                <a:srgbClr val="42A5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47" name="pg1147"/>
            <p:cNvSpPr/>
            <p:nvPr/>
          </p:nvSpPr>
          <p:spPr>
            <a:xfrm>
              <a:off x="5264517" y="346574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3A6AA">
                <a:alpha val="100000"/>
              </a:srgbClr>
            </a:solidFill>
            <a:ln w="5420" cap="flat">
              <a:solidFill>
                <a:srgbClr val="43A6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48" name="pg1148"/>
            <p:cNvSpPr/>
            <p:nvPr/>
          </p:nvSpPr>
          <p:spPr>
            <a:xfrm>
              <a:off x="5322704" y="346574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5A8AA">
                <a:alpha val="100000"/>
              </a:srgbClr>
            </a:solidFill>
            <a:ln w="5420" cap="flat">
              <a:solidFill>
                <a:srgbClr val="45A8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49" name="pg1149"/>
            <p:cNvSpPr/>
            <p:nvPr/>
          </p:nvSpPr>
          <p:spPr>
            <a:xfrm>
              <a:off x="5334341" y="346574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3A7AA">
                <a:alpha val="100000"/>
              </a:srgbClr>
            </a:solidFill>
            <a:ln w="5420" cap="flat">
              <a:solidFill>
                <a:srgbClr val="43A7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50" name="pg1150"/>
            <p:cNvSpPr/>
            <p:nvPr/>
          </p:nvSpPr>
          <p:spPr>
            <a:xfrm>
              <a:off x="5345979" y="346574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2A5AA">
                <a:alpha val="100000"/>
              </a:srgbClr>
            </a:solidFill>
            <a:ln w="5420" cap="flat">
              <a:solidFill>
                <a:srgbClr val="42A5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51" name="pg1151"/>
            <p:cNvSpPr/>
            <p:nvPr/>
          </p:nvSpPr>
          <p:spPr>
            <a:xfrm>
              <a:off x="5357616" y="346574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1A4AA">
                <a:alpha val="100000"/>
              </a:srgbClr>
            </a:solidFill>
            <a:ln w="5420" cap="flat">
              <a:solidFill>
                <a:srgbClr val="41A4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52" name="pg1152"/>
            <p:cNvSpPr/>
            <p:nvPr/>
          </p:nvSpPr>
          <p:spPr>
            <a:xfrm>
              <a:off x="5369253" y="346574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0A3AA">
                <a:alpha val="100000"/>
              </a:srgbClr>
            </a:solidFill>
            <a:ln w="5420" cap="flat">
              <a:solidFill>
                <a:srgbClr val="40A3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53" name="pg1153"/>
            <p:cNvSpPr/>
            <p:nvPr/>
          </p:nvSpPr>
          <p:spPr>
            <a:xfrm>
              <a:off x="5124869" y="348004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9CA9">
                <a:alpha val="100000"/>
              </a:srgbClr>
            </a:solidFill>
            <a:ln w="5420" cap="flat">
              <a:solidFill>
                <a:srgbClr val="3A9C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54" name="pg1154"/>
            <p:cNvSpPr/>
            <p:nvPr/>
          </p:nvSpPr>
          <p:spPr>
            <a:xfrm>
              <a:off x="5136507" y="348004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9CA9">
                <a:alpha val="100000"/>
              </a:srgbClr>
            </a:solidFill>
            <a:ln w="5420" cap="flat">
              <a:solidFill>
                <a:srgbClr val="399C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55" name="pg1155"/>
            <p:cNvSpPr/>
            <p:nvPr/>
          </p:nvSpPr>
          <p:spPr>
            <a:xfrm>
              <a:off x="5148144" y="348004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89BA9">
                <a:alpha val="100000"/>
              </a:srgbClr>
            </a:solidFill>
            <a:ln w="5420" cap="flat">
              <a:solidFill>
                <a:srgbClr val="389B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56" name="pg1156"/>
            <p:cNvSpPr/>
            <p:nvPr/>
          </p:nvSpPr>
          <p:spPr>
            <a:xfrm>
              <a:off x="5159781" y="348004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9AA9">
                <a:alpha val="100000"/>
              </a:srgbClr>
            </a:solidFill>
            <a:ln w="5420" cap="flat">
              <a:solidFill>
                <a:srgbClr val="379A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57" name="pg1157"/>
            <p:cNvSpPr/>
            <p:nvPr/>
          </p:nvSpPr>
          <p:spPr>
            <a:xfrm>
              <a:off x="5171419" y="348004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699A9">
                <a:alpha val="100000"/>
              </a:srgbClr>
            </a:solidFill>
            <a:ln w="5420" cap="flat">
              <a:solidFill>
                <a:srgbClr val="3699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58" name="pg1158"/>
            <p:cNvSpPr/>
            <p:nvPr/>
          </p:nvSpPr>
          <p:spPr>
            <a:xfrm>
              <a:off x="5183056" y="348004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699A9">
                <a:alpha val="100000"/>
              </a:srgbClr>
            </a:solidFill>
            <a:ln w="5420" cap="flat">
              <a:solidFill>
                <a:srgbClr val="3699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59" name="pg1159"/>
            <p:cNvSpPr/>
            <p:nvPr/>
          </p:nvSpPr>
          <p:spPr>
            <a:xfrm>
              <a:off x="5194693" y="348004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699A9">
                <a:alpha val="100000"/>
              </a:srgbClr>
            </a:solidFill>
            <a:ln w="5420" cap="flat">
              <a:solidFill>
                <a:srgbClr val="3699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60" name="pg1160"/>
            <p:cNvSpPr/>
            <p:nvPr/>
          </p:nvSpPr>
          <p:spPr>
            <a:xfrm>
              <a:off x="5206331" y="348004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9AA9">
                <a:alpha val="100000"/>
              </a:srgbClr>
            </a:solidFill>
            <a:ln w="5420" cap="flat">
              <a:solidFill>
                <a:srgbClr val="379A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61" name="pg1161"/>
            <p:cNvSpPr/>
            <p:nvPr/>
          </p:nvSpPr>
          <p:spPr>
            <a:xfrm>
              <a:off x="5217968" y="348004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9DA9">
                <a:alpha val="100000"/>
              </a:srgbClr>
            </a:solidFill>
            <a:ln w="5420" cap="flat">
              <a:solidFill>
                <a:srgbClr val="3B9D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62" name="pg1162"/>
            <p:cNvSpPr/>
            <p:nvPr/>
          </p:nvSpPr>
          <p:spPr>
            <a:xfrm>
              <a:off x="5229605" y="348004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EA0AA">
                <a:alpha val="100000"/>
              </a:srgbClr>
            </a:solidFill>
            <a:ln w="5420" cap="flat">
              <a:solidFill>
                <a:srgbClr val="3EA0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63" name="pg1163"/>
            <p:cNvSpPr/>
            <p:nvPr/>
          </p:nvSpPr>
          <p:spPr>
            <a:xfrm>
              <a:off x="5241243" y="348004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0A3AA">
                <a:alpha val="100000"/>
              </a:srgbClr>
            </a:solidFill>
            <a:ln w="5420" cap="flat">
              <a:solidFill>
                <a:srgbClr val="40A3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64" name="pg1164"/>
            <p:cNvSpPr/>
            <p:nvPr/>
          </p:nvSpPr>
          <p:spPr>
            <a:xfrm>
              <a:off x="5252880" y="348004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3A6AA">
                <a:alpha val="100000"/>
              </a:srgbClr>
            </a:solidFill>
            <a:ln w="5420" cap="flat">
              <a:solidFill>
                <a:srgbClr val="43A6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65" name="pg1165"/>
            <p:cNvSpPr/>
            <p:nvPr/>
          </p:nvSpPr>
          <p:spPr>
            <a:xfrm>
              <a:off x="5311067" y="348004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9ADAB">
                <a:alpha val="100000"/>
              </a:srgbClr>
            </a:solidFill>
            <a:ln w="5420" cap="flat">
              <a:solidFill>
                <a:srgbClr val="49AD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66" name="pg1166"/>
            <p:cNvSpPr/>
            <p:nvPr/>
          </p:nvSpPr>
          <p:spPr>
            <a:xfrm>
              <a:off x="5322704" y="348004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8ACAA">
                <a:alpha val="100000"/>
              </a:srgbClr>
            </a:solidFill>
            <a:ln w="5420" cap="flat">
              <a:solidFill>
                <a:srgbClr val="48AC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67" name="pg1167"/>
            <p:cNvSpPr/>
            <p:nvPr/>
          </p:nvSpPr>
          <p:spPr>
            <a:xfrm>
              <a:off x="5334341" y="348004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6AAAA">
                <a:alpha val="100000"/>
              </a:srgbClr>
            </a:solidFill>
            <a:ln w="5420" cap="flat">
              <a:solidFill>
                <a:srgbClr val="46AA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68" name="pg1168"/>
            <p:cNvSpPr/>
            <p:nvPr/>
          </p:nvSpPr>
          <p:spPr>
            <a:xfrm>
              <a:off x="5345979" y="348004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5A9AA">
                <a:alpha val="100000"/>
              </a:srgbClr>
            </a:solidFill>
            <a:ln w="5420" cap="flat">
              <a:solidFill>
                <a:srgbClr val="45A9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69" name="pg1169"/>
            <p:cNvSpPr/>
            <p:nvPr/>
          </p:nvSpPr>
          <p:spPr>
            <a:xfrm>
              <a:off x="5357616" y="348004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4A7AA">
                <a:alpha val="100000"/>
              </a:srgbClr>
            </a:solidFill>
            <a:ln w="5420" cap="flat">
              <a:solidFill>
                <a:srgbClr val="44A7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70" name="pg1170"/>
            <p:cNvSpPr/>
            <p:nvPr/>
          </p:nvSpPr>
          <p:spPr>
            <a:xfrm>
              <a:off x="5369253" y="348004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3A6AA">
                <a:alpha val="100000"/>
              </a:srgbClr>
            </a:solidFill>
            <a:ln w="5420" cap="flat">
              <a:solidFill>
                <a:srgbClr val="43A6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71" name="pg1171"/>
            <p:cNvSpPr/>
            <p:nvPr/>
          </p:nvSpPr>
          <p:spPr>
            <a:xfrm>
              <a:off x="5113232" y="349434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9DA9">
                <a:alpha val="100000"/>
              </a:srgbClr>
            </a:solidFill>
            <a:ln w="5420" cap="flat">
              <a:solidFill>
                <a:srgbClr val="3A9D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72" name="pg1172"/>
            <p:cNvSpPr/>
            <p:nvPr/>
          </p:nvSpPr>
          <p:spPr>
            <a:xfrm>
              <a:off x="5124869" y="349434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9CA9">
                <a:alpha val="100000"/>
              </a:srgbClr>
            </a:solidFill>
            <a:ln w="5420" cap="flat">
              <a:solidFill>
                <a:srgbClr val="399C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73" name="pg1173"/>
            <p:cNvSpPr/>
            <p:nvPr/>
          </p:nvSpPr>
          <p:spPr>
            <a:xfrm>
              <a:off x="5136507" y="349434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89BA9">
                <a:alpha val="100000"/>
              </a:srgbClr>
            </a:solidFill>
            <a:ln w="5420" cap="flat">
              <a:solidFill>
                <a:srgbClr val="389B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74" name="pg1174"/>
            <p:cNvSpPr/>
            <p:nvPr/>
          </p:nvSpPr>
          <p:spPr>
            <a:xfrm>
              <a:off x="5148144" y="349434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9AA9">
                <a:alpha val="100000"/>
              </a:srgbClr>
            </a:solidFill>
            <a:ln w="5420" cap="flat">
              <a:solidFill>
                <a:srgbClr val="379A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75" name="pg1175"/>
            <p:cNvSpPr/>
            <p:nvPr/>
          </p:nvSpPr>
          <p:spPr>
            <a:xfrm>
              <a:off x="5159781" y="349434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598A9">
                <a:alpha val="100000"/>
              </a:srgbClr>
            </a:solidFill>
            <a:ln w="5420" cap="flat">
              <a:solidFill>
                <a:srgbClr val="3598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76" name="pg1176"/>
            <p:cNvSpPr/>
            <p:nvPr/>
          </p:nvSpPr>
          <p:spPr>
            <a:xfrm>
              <a:off x="5171419" y="349434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497A9">
                <a:alpha val="100000"/>
              </a:srgbClr>
            </a:solidFill>
            <a:ln w="5420" cap="flat">
              <a:solidFill>
                <a:srgbClr val="3497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77" name="pg1177"/>
            <p:cNvSpPr/>
            <p:nvPr/>
          </p:nvSpPr>
          <p:spPr>
            <a:xfrm>
              <a:off x="5183056" y="349434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496A9">
                <a:alpha val="100000"/>
              </a:srgbClr>
            </a:solidFill>
            <a:ln w="5420" cap="flat">
              <a:solidFill>
                <a:srgbClr val="3496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78" name="pg1178"/>
            <p:cNvSpPr/>
            <p:nvPr/>
          </p:nvSpPr>
          <p:spPr>
            <a:xfrm>
              <a:off x="5194693" y="349434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595A9">
                <a:alpha val="100000"/>
              </a:srgbClr>
            </a:solidFill>
            <a:ln w="5420" cap="flat">
              <a:solidFill>
                <a:srgbClr val="3595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79" name="pg1179"/>
            <p:cNvSpPr/>
            <p:nvPr/>
          </p:nvSpPr>
          <p:spPr>
            <a:xfrm>
              <a:off x="5206331" y="349434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496A9">
                <a:alpha val="100000"/>
              </a:srgbClr>
            </a:solidFill>
            <a:ln w="5420" cap="flat">
              <a:solidFill>
                <a:srgbClr val="3496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80" name="pg1180"/>
            <p:cNvSpPr/>
            <p:nvPr/>
          </p:nvSpPr>
          <p:spPr>
            <a:xfrm>
              <a:off x="5217968" y="349434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9CA9">
                <a:alpha val="100000"/>
              </a:srgbClr>
            </a:solidFill>
            <a:ln w="5420" cap="flat">
              <a:solidFill>
                <a:srgbClr val="399C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81" name="pg1181"/>
            <p:cNvSpPr/>
            <p:nvPr/>
          </p:nvSpPr>
          <p:spPr>
            <a:xfrm>
              <a:off x="5229605" y="349434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DA0AA">
                <a:alpha val="100000"/>
              </a:srgbClr>
            </a:solidFill>
            <a:ln w="5420" cap="flat">
              <a:solidFill>
                <a:srgbClr val="3DA0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82" name="pg1182"/>
            <p:cNvSpPr/>
            <p:nvPr/>
          </p:nvSpPr>
          <p:spPr>
            <a:xfrm>
              <a:off x="5241243" y="349434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1A4AA">
                <a:alpha val="100000"/>
              </a:srgbClr>
            </a:solidFill>
            <a:ln w="5420" cap="flat">
              <a:solidFill>
                <a:srgbClr val="41A4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83" name="pg1183"/>
            <p:cNvSpPr/>
            <p:nvPr/>
          </p:nvSpPr>
          <p:spPr>
            <a:xfrm>
              <a:off x="5299429" y="349434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CB1AB">
                <a:alpha val="100000"/>
              </a:srgbClr>
            </a:solidFill>
            <a:ln w="5420" cap="flat">
              <a:solidFill>
                <a:srgbClr val="4CB1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84" name="pg1184"/>
            <p:cNvSpPr/>
            <p:nvPr/>
          </p:nvSpPr>
          <p:spPr>
            <a:xfrm>
              <a:off x="5311067" y="349434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CB0AB">
                <a:alpha val="100000"/>
              </a:srgbClr>
            </a:solidFill>
            <a:ln w="5420" cap="flat">
              <a:solidFill>
                <a:srgbClr val="4CB0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85" name="pg1185"/>
            <p:cNvSpPr/>
            <p:nvPr/>
          </p:nvSpPr>
          <p:spPr>
            <a:xfrm>
              <a:off x="5322704" y="349434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BB0AB">
                <a:alpha val="100000"/>
              </a:srgbClr>
            </a:solidFill>
            <a:ln w="5420" cap="flat">
              <a:solidFill>
                <a:srgbClr val="4BB0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86" name="pg1186"/>
            <p:cNvSpPr/>
            <p:nvPr/>
          </p:nvSpPr>
          <p:spPr>
            <a:xfrm>
              <a:off x="5334341" y="349434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9AEAB">
                <a:alpha val="100000"/>
              </a:srgbClr>
            </a:solidFill>
            <a:ln w="5420" cap="flat">
              <a:solidFill>
                <a:srgbClr val="49AE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87" name="pg1187"/>
            <p:cNvSpPr/>
            <p:nvPr/>
          </p:nvSpPr>
          <p:spPr>
            <a:xfrm>
              <a:off x="5345979" y="349434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8ACAA">
                <a:alpha val="100000"/>
              </a:srgbClr>
            </a:solidFill>
            <a:ln w="5420" cap="flat">
              <a:solidFill>
                <a:srgbClr val="48AC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88" name="pg1188"/>
            <p:cNvSpPr/>
            <p:nvPr/>
          </p:nvSpPr>
          <p:spPr>
            <a:xfrm>
              <a:off x="5357616" y="349434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7AAAA">
                <a:alpha val="100000"/>
              </a:srgbClr>
            </a:solidFill>
            <a:ln w="5420" cap="flat">
              <a:solidFill>
                <a:srgbClr val="47AA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89" name="pg1189"/>
            <p:cNvSpPr/>
            <p:nvPr/>
          </p:nvSpPr>
          <p:spPr>
            <a:xfrm>
              <a:off x="5369253" y="349434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5A9AA">
                <a:alpha val="100000"/>
              </a:srgbClr>
            </a:solidFill>
            <a:ln w="5420" cap="flat">
              <a:solidFill>
                <a:srgbClr val="45A9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90" name="pg1190"/>
            <p:cNvSpPr/>
            <p:nvPr/>
          </p:nvSpPr>
          <p:spPr>
            <a:xfrm>
              <a:off x="5089957" y="350864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D9FAA">
                <a:alpha val="100000"/>
              </a:srgbClr>
            </a:solidFill>
            <a:ln w="5420" cap="flat">
              <a:solidFill>
                <a:srgbClr val="3D9F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91" name="pg1191"/>
            <p:cNvSpPr/>
            <p:nvPr/>
          </p:nvSpPr>
          <p:spPr>
            <a:xfrm>
              <a:off x="5101595" y="350864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9EAA">
                <a:alpha val="100000"/>
              </a:srgbClr>
            </a:solidFill>
            <a:ln w="5420" cap="flat">
              <a:solidFill>
                <a:srgbClr val="3C9E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92" name="pg1192"/>
            <p:cNvSpPr/>
            <p:nvPr/>
          </p:nvSpPr>
          <p:spPr>
            <a:xfrm>
              <a:off x="5113232" y="350864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9DA9">
                <a:alpha val="100000"/>
              </a:srgbClr>
            </a:solidFill>
            <a:ln w="5420" cap="flat">
              <a:solidFill>
                <a:srgbClr val="3B9D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93" name="pg1193"/>
            <p:cNvSpPr/>
            <p:nvPr/>
          </p:nvSpPr>
          <p:spPr>
            <a:xfrm>
              <a:off x="5124869" y="350864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9CA9">
                <a:alpha val="100000"/>
              </a:srgbClr>
            </a:solidFill>
            <a:ln w="5420" cap="flat">
              <a:solidFill>
                <a:srgbClr val="399C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94" name="pg1194"/>
            <p:cNvSpPr/>
            <p:nvPr/>
          </p:nvSpPr>
          <p:spPr>
            <a:xfrm>
              <a:off x="5136507" y="350864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89AA9">
                <a:alpha val="100000"/>
              </a:srgbClr>
            </a:solidFill>
            <a:ln w="5420" cap="flat">
              <a:solidFill>
                <a:srgbClr val="389A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95" name="pg1195"/>
            <p:cNvSpPr/>
            <p:nvPr/>
          </p:nvSpPr>
          <p:spPr>
            <a:xfrm>
              <a:off x="5148144" y="350864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598A9">
                <a:alpha val="100000"/>
              </a:srgbClr>
            </a:solidFill>
            <a:ln w="5420" cap="flat">
              <a:solidFill>
                <a:srgbClr val="3598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96" name="pg1196"/>
            <p:cNvSpPr/>
            <p:nvPr/>
          </p:nvSpPr>
          <p:spPr>
            <a:xfrm>
              <a:off x="5159781" y="350864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596A9">
                <a:alpha val="100000"/>
              </a:srgbClr>
            </a:solidFill>
            <a:ln w="5420" cap="flat">
              <a:solidFill>
                <a:srgbClr val="3596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97" name="pg1197"/>
            <p:cNvSpPr/>
            <p:nvPr/>
          </p:nvSpPr>
          <p:spPr>
            <a:xfrm>
              <a:off x="5171419" y="350864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693A8">
                <a:alpha val="100000"/>
              </a:srgbClr>
            </a:solidFill>
            <a:ln w="5420" cap="flat">
              <a:solidFill>
                <a:srgbClr val="3693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98" name="pg1198"/>
            <p:cNvSpPr/>
            <p:nvPr/>
          </p:nvSpPr>
          <p:spPr>
            <a:xfrm>
              <a:off x="5183056" y="350864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690A7">
                <a:alpha val="100000"/>
              </a:srgbClr>
            </a:solidFill>
            <a:ln w="5420" cap="flat">
              <a:solidFill>
                <a:srgbClr val="3690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99" name="pg1199"/>
            <p:cNvSpPr/>
            <p:nvPr/>
          </p:nvSpPr>
          <p:spPr>
            <a:xfrm>
              <a:off x="5194693" y="350864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8EA7">
                <a:alpha val="100000"/>
              </a:srgbClr>
            </a:solidFill>
            <a:ln w="5420" cap="flat">
              <a:solidFill>
                <a:srgbClr val="378E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00" name="pg1200"/>
            <p:cNvSpPr/>
            <p:nvPr/>
          </p:nvSpPr>
          <p:spPr>
            <a:xfrm>
              <a:off x="5206331" y="350864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8EA7">
                <a:alpha val="100000"/>
              </a:srgbClr>
            </a:solidFill>
            <a:ln w="5420" cap="flat">
              <a:solidFill>
                <a:srgbClr val="378E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01" name="pg1201"/>
            <p:cNvSpPr/>
            <p:nvPr/>
          </p:nvSpPr>
          <p:spPr>
            <a:xfrm>
              <a:off x="5217968" y="350864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698A9">
                <a:alpha val="100000"/>
              </a:srgbClr>
            </a:solidFill>
            <a:ln w="5420" cap="flat">
              <a:solidFill>
                <a:srgbClr val="3698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02" name="pg1202"/>
            <p:cNvSpPr/>
            <p:nvPr/>
          </p:nvSpPr>
          <p:spPr>
            <a:xfrm>
              <a:off x="5287792" y="350864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4BBAB">
                <a:alpha val="100000"/>
              </a:srgbClr>
            </a:solidFill>
            <a:ln w="5420" cap="flat">
              <a:solidFill>
                <a:srgbClr val="54BB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03" name="pg1203"/>
            <p:cNvSpPr/>
            <p:nvPr/>
          </p:nvSpPr>
          <p:spPr>
            <a:xfrm>
              <a:off x="5299429" y="350864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4BBAB">
                <a:alpha val="100000"/>
              </a:srgbClr>
            </a:solidFill>
            <a:ln w="5420" cap="flat">
              <a:solidFill>
                <a:srgbClr val="54BB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04" name="pg1204"/>
            <p:cNvSpPr/>
            <p:nvPr/>
          </p:nvSpPr>
          <p:spPr>
            <a:xfrm>
              <a:off x="5311067" y="350864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3BAAB">
                <a:alpha val="100000"/>
              </a:srgbClr>
            </a:solidFill>
            <a:ln w="5420" cap="flat">
              <a:solidFill>
                <a:srgbClr val="53BA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05" name="pg1205"/>
            <p:cNvSpPr/>
            <p:nvPr/>
          </p:nvSpPr>
          <p:spPr>
            <a:xfrm>
              <a:off x="5322704" y="350864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2B9AB">
                <a:alpha val="100000"/>
              </a:srgbClr>
            </a:solidFill>
            <a:ln w="5420" cap="flat">
              <a:solidFill>
                <a:srgbClr val="52B9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06" name="pg1206"/>
            <p:cNvSpPr/>
            <p:nvPr/>
          </p:nvSpPr>
          <p:spPr>
            <a:xfrm>
              <a:off x="5334341" y="350864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FB5AB">
                <a:alpha val="100000"/>
              </a:srgbClr>
            </a:solidFill>
            <a:ln w="5420" cap="flat">
              <a:solidFill>
                <a:srgbClr val="4FB5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07" name="pg1207"/>
            <p:cNvSpPr/>
            <p:nvPr/>
          </p:nvSpPr>
          <p:spPr>
            <a:xfrm>
              <a:off x="5345979" y="350864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DB3AB">
                <a:alpha val="100000"/>
              </a:srgbClr>
            </a:solidFill>
            <a:ln w="5420" cap="flat">
              <a:solidFill>
                <a:srgbClr val="4DB3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08" name="pg1208"/>
            <p:cNvSpPr/>
            <p:nvPr/>
          </p:nvSpPr>
          <p:spPr>
            <a:xfrm>
              <a:off x="5066683" y="352294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DA0AA">
                <a:alpha val="100000"/>
              </a:srgbClr>
            </a:solidFill>
            <a:ln w="5420" cap="flat">
              <a:solidFill>
                <a:srgbClr val="3DA0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09" name="pg1209"/>
            <p:cNvSpPr/>
            <p:nvPr/>
          </p:nvSpPr>
          <p:spPr>
            <a:xfrm>
              <a:off x="5078320" y="352294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DA0AA">
                <a:alpha val="100000"/>
              </a:srgbClr>
            </a:solidFill>
            <a:ln w="5420" cap="flat">
              <a:solidFill>
                <a:srgbClr val="3DA0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10" name="pg1210"/>
            <p:cNvSpPr/>
            <p:nvPr/>
          </p:nvSpPr>
          <p:spPr>
            <a:xfrm>
              <a:off x="5089957" y="352294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DA0AA">
                <a:alpha val="100000"/>
              </a:srgbClr>
            </a:solidFill>
            <a:ln w="5420" cap="flat">
              <a:solidFill>
                <a:srgbClr val="3DA0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11" name="pg1211"/>
            <p:cNvSpPr/>
            <p:nvPr/>
          </p:nvSpPr>
          <p:spPr>
            <a:xfrm>
              <a:off x="5101595" y="352294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9FAA">
                <a:alpha val="100000"/>
              </a:srgbClr>
            </a:solidFill>
            <a:ln w="5420" cap="flat">
              <a:solidFill>
                <a:srgbClr val="3C9F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12" name="pg1212"/>
            <p:cNvSpPr/>
            <p:nvPr/>
          </p:nvSpPr>
          <p:spPr>
            <a:xfrm>
              <a:off x="5113232" y="352294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9EAA">
                <a:alpha val="100000"/>
              </a:srgbClr>
            </a:solidFill>
            <a:ln w="5420" cap="flat">
              <a:solidFill>
                <a:srgbClr val="3B9E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13" name="pg1213"/>
            <p:cNvSpPr/>
            <p:nvPr/>
          </p:nvSpPr>
          <p:spPr>
            <a:xfrm>
              <a:off x="5124869" y="352294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9DA9">
                <a:alpha val="100000"/>
              </a:srgbClr>
            </a:solidFill>
            <a:ln w="5420" cap="flat">
              <a:solidFill>
                <a:srgbClr val="3A9D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14" name="pg1214"/>
            <p:cNvSpPr/>
            <p:nvPr/>
          </p:nvSpPr>
          <p:spPr>
            <a:xfrm>
              <a:off x="5136507" y="352294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89BA9">
                <a:alpha val="100000"/>
              </a:srgbClr>
            </a:solidFill>
            <a:ln w="5420" cap="flat">
              <a:solidFill>
                <a:srgbClr val="389B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15" name="pg1215"/>
            <p:cNvSpPr/>
            <p:nvPr/>
          </p:nvSpPr>
          <p:spPr>
            <a:xfrm>
              <a:off x="5148144" y="352294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699A9">
                <a:alpha val="100000"/>
              </a:srgbClr>
            </a:solidFill>
            <a:ln w="5420" cap="flat">
              <a:solidFill>
                <a:srgbClr val="3699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16" name="pg1216"/>
            <p:cNvSpPr/>
            <p:nvPr/>
          </p:nvSpPr>
          <p:spPr>
            <a:xfrm>
              <a:off x="5159781" y="352294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496A9">
                <a:alpha val="100000"/>
              </a:srgbClr>
            </a:solidFill>
            <a:ln w="5420" cap="flat">
              <a:solidFill>
                <a:srgbClr val="3496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17" name="pg1217"/>
            <p:cNvSpPr/>
            <p:nvPr/>
          </p:nvSpPr>
          <p:spPr>
            <a:xfrm>
              <a:off x="5171419" y="352294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593A8">
                <a:alpha val="100000"/>
              </a:srgbClr>
            </a:solidFill>
            <a:ln w="5420" cap="flat">
              <a:solidFill>
                <a:srgbClr val="3593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18" name="pg1218"/>
            <p:cNvSpPr/>
            <p:nvPr/>
          </p:nvSpPr>
          <p:spPr>
            <a:xfrm>
              <a:off x="5183056" y="352294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690A7">
                <a:alpha val="100000"/>
              </a:srgbClr>
            </a:solidFill>
            <a:ln w="5420" cap="flat">
              <a:solidFill>
                <a:srgbClr val="3690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19" name="pg1219"/>
            <p:cNvSpPr/>
            <p:nvPr/>
          </p:nvSpPr>
          <p:spPr>
            <a:xfrm>
              <a:off x="5194693" y="352294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8EA7">
                <a:alpha val="100000"/>
              </a:srgbClr>
            </a:solidFill>
            <a:ln w="5420" cap="flat">
              <a:solidFill>
                <a:srgbClr val="378E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20" name="pg1220"/>
            <p:cNvSpPr/>
            <p:nvPr/>
          </p:nvSpPr>
          <p:spPr>
            <a:xfrm>
              <a:off x="5206331" y="352294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8EA7">
                <a:alpha val="100000"/>
              </a:srgbClr>
            </a:solidFill>
            <a:ln w="5420" cap="flat">
              <a:solidFill>
                <a:srgbClr val="378E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21" name="pg1221"/>
            <p:cNvSpPr/>
            <p:nvPr/>
          </p:nvSpPr>
          <p:spPr>
            <a:xfrm>
              <a:off x="5217968" y="352294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9BA9">
                <a:alpha val="100000"/>
              </a:srgbClr>
            </a:solidFill>
            <a:ln w="5420" cap="flat">
              <a:solidFill>
                <a:srgbClr val="399B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22" name="pg1222"/>
            <p:cNvSpPr/>
            <p:nvPr/>
          </p:nvSpPr>
          <p:spPr>
            <a:xfrm>
              <a:off x="5229605" y="352294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4A7AA">
                <a:alpha val="100000"/>
              </a:srgbClr>
            </a:solidFill>
            <a:ln w="5420" cap="flat">
              <a:solidFill>
                <a:srgbClr val="44A7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23" name="pg1223"/>
            <p:cNvSpPr/>
            <p:nvPr/>
          </p:nvSpPr>
          <p:spPr>
            <a:xfrm>
              <a:off x="5241243" y="352294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DB3AB">
                <a:alpha val="100000"/>
              </a:srgbClr>
            </a:solidFill>
            <a:ln w="5420" cap="flat">
              <a:solidFill>
                <a:srgbClr val="4DB3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24" name="pg1224"/>
            <p:cNvSpPr/>
            <p:nvPr/>
          </p:nvSpPr>
          <p:spPr>
            <a:xfrm>
              <a:off x="5252880" y="352294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4BCAB">
                <a:alpha val="100000"/>
              </a:srgbClr>
            </a:solidFill>
            <a:ln w="5420" cap="flat">
              <a:solidFill>
                <a:srgbClr val="54BC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25" name="pg1225"/>
            <p:cNvSpPr/>
            <p:nvPr/>
          </p:nvSpPr>
          <p:spPr>
            <a:xfrm>
              <a:off x="5276155" y="352294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9C3AC">
                <a:alpha val="100000"/>
              </a:srgbClr>
            </a:solidFill>
            <a:ln w="5420" cap="flat">
              <a:solidFill>
                <a:srgbClr val="59C3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26" name="pg1226"/>
            <p:cNvSpPr/>
            <p:nvPr/>
          </p:nvSpPr>
          <p:spPr>
            <a:xfrm>
              <a:off x="5287792" y="352294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9C3AC">
                <a:alpha val="100000"/>
              </a:srgbClr>
            </a:solidFill>
            <a:ln w="5420" cap="flat">
              <a:solidFill>
                <a:srgbClr val="59C3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27" name="pg1227"/>
            <p:cNvSpPr/>
            <p:nvPr/>
          </p:nvSpPr>
          <p:spPr>
            <a:xfrm>
              <a:off x="5299429" y="352294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8C2AC">
                <a:alpha val="100000"/>
              </a:srgbClr>
            </a:solidFill>
            <a:ln w="5420" cap="flat">
              <a:solidFill>
                <a:srgbClr val="58C2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28" name="pg1228"/>
            <p:cNvSpPr/>
            <p:nvPr/>
          </p:nvSpPr>
          <p:spPr>
            <a:xfrm>
              <a:off x="5311067" y="352294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7C0AB">
                <a:alpha val="100000"/>
              </a:srgbClr>
            </a:solidFill>
            <a:ln w="5420" cap="flat">
              <a:solidFill>
                <a:srgbClr val="57C0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29" name="pg1229"/>
            <p:cNvSpPr/>
            <p:nvPr/>
          </p:nvSpPr>
          <p:spPr>
            <a:xfrm>
              <a:off x="5322704" y="352294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5BDAB">
                <a:alpha val="100000"/>
              </a:srgbClr>
            </a:solidFill>
            <a:ln w="5420" cap="flat">
              <a:solidFill>
                <a:srgbClr val="55BD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30" name="pg1230"/>
            <p:cNvSpPr/>
            <p:nvPr/>
          </p:nvSpPr>
          <p:spPr>
            <a:xfrm>
              <a:off x="5334341" y="352294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1B8AB">
                <a:alpha val="100000"/>
              </a:srgbClr>
            </a:solidFill>
            <a:ln w="5420" cap="flat">
              <a:solidFill>
                <a:srgbClr val="51B8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31" name="pg1231"/>
            <p:cNvSpPr/>
            <p:nvPr/>
          </p:nvSpPr>
          <p:spPr>
            <a:xfrm>
              <a:off x="5345979" y="352294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FB6AB">
                <a:alpha val="100000"/>
              </a:srgbClr>
            </a:solidFill>
            <a:ln w="5420" cap="flat">
              <a:solidFill>
                <a:srgbClr val="4FB6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32" name="pg1232"/>
            <p:cNvSpPr/>
            <p:nvPr/>
          </p:nvSpPr>
          <p:spPr>
            <a:xfrm>
              <a:off x="5066683" y="353724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EA0AA">
                <a:alpha val="100000"/>
              </a:srgbClr>
            </a:solidFill>
            <a:ln w="5420" cap="flat">
              <a:solidFill>
                <a:srgbClr val="3EA0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33" name="pg1233"/>
            <p:cNvSpPr/>
            <p:nvPr/>
          </p:nvSpPr>
          <p:spPr>
            <a:xfrm>
              <a:off x="5078320" y="353724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EA0AA">
                <a:alpha val="100000"/>
              </a:srgbClr>
            </a:solidFill>
            <a:ln w="5420" cap="flat">
              <a:solidFill>
                <a:srgbClr val="3EA0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34" name="pg1234"/>
            <p:cNvSpPr/>
            <p:nvPr/>
          </p:nvSpPr>
          <p:spPr>
            <a:xfrm>
              <a:off x="5089957" y="353724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EA0AA">
                <a:alpha val="100000"/>
              </a:srgbClr>
            </a:solidFill>
            <a:ln w="5420" cap="flat">
              <a:solidFill>
                <a:srgbClr val="3EA0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35" name="pg1235"/>
            <p:cNvSpPr/>
            <p:nvPr/>
          </p:nvSpPr>
          <p:spPr>
            <a:xfrm>
              <a:off x="5101595" y="353724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DA0AA">
                <a:alpha val="100000"/>
              </a:srgbClr>
            </a:solidFill>
            <a:ln w="5420" cap="flat">
              <a:solidFill>
                <a:srgbClr val="3DA0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36" name="pg1236"/>
            <p:cNvSpPr/>
            <p:nvPr/>
          </p:nvSpPr>
          <p:spPr>
            <a:xfrm>
              <a:off x="5113232" y="353724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D9FAA">
                <a:alpha val="100000"/>
              </a:srgbClr>
            </a:solidFill>
            <a:ln w="5420" cap="flat">
              <a:solidFill>
                <a:srgbClr val="3D9F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37" name="pg1237"/>
            <p:cNvSpPr/>
            <p:nvPr/>
          </p:nvSpPr>
          <p:spPr>
            <a:xfrm>
              <a:off x="5124869" y="353724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9EAA">
                <a:alpha val="100000"/>
              </a:srgbClr>
            </a:solidFill>
            <a:ln w="5420" cap="flat">
              <a:solidFill>
                <a:srgbClr val="3C9E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38" name="pg1238"/>
            <p:cNvSpPr/>
            <p:nvPr/>
          </p:nvSpPr>
          <p:spPr>
            <a:xfrm>
              <a:off x="5136507" y="353724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9DA9">
                <a:alpha val="100000"/>
              </a:srgbClr>
            </a:solidFill>
            <a:ln w="5420" cap="flat">
              <a:solidFill>
                <a:srgbClr val="3A9D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39" name="pg1239"/>
            <p:cNvSpPr/>
            <p:nvPr/>
          </p:nvSpPr>
          <p:spPr>
            <a:xfrm>
              <a:off x="5148144" y="353724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89BA9">
                <a:alpha val="100000"/>
              </a:srgbClr>
            </a:solidFill>
            <a:ln w="5420" cap="flat">
              <a:solidFill>
                <a:srgbClr val="389B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40" name="pg1240"/>
            <p:cNvSpPr/>
            <p:nvPr/>
          </p:nvSpPr>
          <p:spPr>
            <a:xfrm>
              <a:off x="5159781" y="353724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699A9">
                <a:alpha val="100000"/>
              </a:srgbClr>
            </a:solidFill>
            <a:ln w="5420" cap="flat">
              <a:solidFill>
                <a:srgbClr val="3699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41" name="pg1241"/>
            <p:cNvSpPr/>
            <p:nvPr/>
          </p:nvSpPr>
          <p:spPr>
            <a:xfrm>
              <a:off x="5171419" y="353724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496A9">
                <a:alpha val="100000"/>
              </a:srgbClr>
            </a:solidFill>
            <a:ln w="5420" cap="flat">
              <a:solidFill>
                <a:srgbClr val="3496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42" name="pg1242"/>
            <p:cNvSpPr/>
            <p:nvPr/>
          </p:nvSpPr>
          <p:spPr>
            <a:xfrm>
              <a:off x="5183056" y="353724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594A8">
                <a:alpha val="100000"/>
              </a:srgbClr>
            </a:solidFill>
            <a:ln w="5420" cap="flat">
              <a:solidFill>
                <a:srgbClr val="3594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43" name="pg1243"/>
            <p:cNvSpPr/>
            <p:nvPr/>
          </p:nvSpPr>
          <p:spPr>
            <a:xfrm>
              <a:off x="5194693" y="353724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692A8">
                <a:alpha val="100000"/>
              </a:srgbClr>
            </a:solidFill>
            <a:ln w="5420" cap="flat">
              <a:solidFill>
                <a:srgbClr val="3692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44" name="pg1244"/>
            <p:cNvSpPr/>
            <p:nvPr/>
          </p:nvSpPr>
          <p:spPr>
            <a:xfrm>
              <a:off x="5206331" y="353724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594A8">
                <a:alpha val="100000"/>
              </a:srgbClr>
            </a:solidFill>
            <a:ln w="5420" cap="flat">
              <a:solidFill>
                <a:srgbClr val="3594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45" name="pg1245"/>
            <p:cNvSpPr/>
            <p:nvPr/>
          </p:nvSpPr>
          <p:spPr>
            <a:xfrm>
              <a:off x="5217968" y="353724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2A5AA">
                <a:alpha val="100000"/>
              </a:srgbClr>
            </a:solidFill>
            <a:ln w="5420" cap="flat">
              <a:solidFill>
                <a:srgbClr val="42A5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46" name="pg1246"/>
            <p:cNvSpPr/>
            <p:nvPr/>
          </p:nvSpPr>
          <p:spPr>
            <a:xfrm>
              <a:off x="5229605" y="353724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EB3AB">
                <a:alpha val="100000"/>
              </a:srgbClr>
            </a:solidFill>
            <a:ln w="5420" cap="flat">
              <a:solidFill>
                <a:srgbClr val="4EB3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47" name="pg1247"/>
            <p:cNvSpPr/>
            <p:nvPr/>
          </p:nvSpPr>
          <p:spPr>
            <a:xfrm>
              <a:off x="5241243" y="353724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7C0AC">
                <a:alpha val="100000"/>
              </a:srgbClr>
            </a:solidFill>
            <a:ln w="5420" cap="flat">
              <a:solidFill>
                <a:srgbClr val="57C0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48" name="pg1248"/>
            <p:cNvSpPr/>
            <p:nvPr/>
          </p:nvSpPr>
          <p:spPr>
            <a:xfrm>
              <a:off x="5252880" y="353724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DC9AC">
                <a:alpha val="100000"/>
              </a:srgbClr>
            </a:solidFill>
            <a:ln w="5420" cap="flat">
              <a:solidFill>
                <a:srgbClr val="5DC9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49" name="pg1249"/>
            <p:cNvSpPr/>
            <p:nvPr/>
          </p:nvSpPr>
          <p:spPr>
            <a:xfrm>
              <a:off x="5264517" y="353724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FCDAC">
                <a:alpha val="100000"/>
              </a:srgbClr>
            </a:solidFill>
            <a:ln w="5420" cap="flat">
              <a:solidFill>
                <a:srgbClr val="5FCD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50" name="pg1250"/>
            <p:cNvSpPr/>
            <p:nvPr/>
          </p:nvSpPr>
          <p:spPr>
            <a:xfrm>
              <a:off x="5276155" y="353724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FCDAC">
                <a:alpha val="100000"/>
              </a:srgbClr>
            </a:solidFill>
            <a:ln w="5420" cap="flat">
              <a:solidFill>
                <a:srgbClr val="5FCD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51" name="pg1251"/>
            <p:cNvSpPr/>
            <p:nvPr/>
          </p:nvSpPr>
          <p:spPr>
            <a:xfrm>
              <a:off x="5287792" y="353724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ECBAC">
                <a:alpha val="100000"/>
              </a:srgbClr>
            </a:solidFill>
            <a:ln w="5420" cap="flat">
              <a:solidFill>
                <a:srgbClr val="5ECB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52" name="pg1252"/>
            <p:cNvSpPr/>
            <p:nvPr/>
          </p:nvSpPr>
          <p:spPr>
            <a:xfrm>
              <a:off x="5299429" y="353724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CC8AC">
                <a:alpha val="100000"/>
              </a:srgbClr>
            </a:solidFill>
            <a:ln w="5420" cap="flat">
              <a:solidFill>
                <a:srgbClr val="5CC8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53" name="pg1253"/>
            <p:cNvSpPr/>
            <p:nvPr/>
          </p:nvSpPr>
          <p:spPr>
            <a:xfrm>
              <a:off x="5311067" y="353724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AC5AC">
                <a:alpha val="100000"/>
              </a:srgbClr>
            </a:solidFill>
            <a:ln w="5420" cap="flat">
              <a:solidFill>
                <a:srgbClr val="5AC5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54" name="pg1254"/>
            <p:cNvSpPr/>
            <p:nvPr/>
          </p:nvSpPr>
          <p:spPr>
            <a:xfrm>
              <a:off x="5322704" y="353724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8C2AC">
                <a:alpha val="100000"/>
              </a:srgbClr>
            </a:solidFill>
            <a:ln w="5420" cap="flat">
              <a:solidFill>
                <a:srgbClr val="58C2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55" name="pg1255"/>
            <p:cNvSpPr/>
            <p:nvPr/>
          </p:nvSpPr>
          <p:spPr>
            <a:xfrm>
              <a:off x="5334341" y="353724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4BCAB">
                <a:alpha val="100000"/>
              </a:srgbClr>
            </a:solidFill>
            <a:ln w="5420" cap="flat">
              <a:solidFill>
                <a:srgbClr val="54BC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56" name="pg1256"/>
            <p:cNvSpPr/>
            <p:nvPr/>
          </p:nvSpPr>
          <p:spPr>
            <a:xfrm>
              <a:off x="5066683" y="355154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EA0AA">
                <a:alpha val="100000"/>
              </a:srgbClr>
            </a:solidFill>
            <a:ln w="5420" cap="flat">
              <a:solidFill>
                <a:srgbClr val="3EA0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57" name="pg1257"/>
            <p:cNvSpPr/>
            <p:nvPr/>
          </p:nvSpPr>
          <p:spPr>
            <a:xfrm>
              <a:off x="5078320" y="355154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EA1AA">
                <a:alpha val="100000"/>
              </a:srgbClr>
            </a:solidFill>
            <a:ln w="5420" cap="flat">
              <a:solidFill>
                <a:srgbClr val="3EA1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58" name="pg1258"/>
            <p:cNvSpPr/>
            <p:nvPr/>
          </p:nvSpPr>
          <p:spPr>
            <a:xfrm>
              <a:off x="5089957" y="355154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EA1AA">
                <a:alpha val="100000"/>
              </a:srgbClr>
            </a:solidFill>
            <a:ln w="5420" cap="flat">
              <a:solidFill>
                <a:srgbClr val="3EA1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59" name="pg1259"/>
            <p:cNvSpPr/>
            <p:nvPr/>
          </p:nvSpPr>
          <p:spPr>
            <a:xfrm>
              <a:off x="5101595" y="355154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EA1AA">
                <a:alpha val="100000"/>
              </a:srgbClr>
            </a:solidFill>
            <a:ln w="5420" cap="flat">
              <a:solidFill>
                <a:srgbClr val="3EA1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60" name="pg1260"/>
            <p:cNvSpPr/>
            <p:nvPr/>
          </p:nvSpPr>
          <p:spPr>
            <a:xfrm>
              <a:off x="5113232" y="355154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EA1AA">
                <a:alpha val="100000"/>
              </a:srgbClr>
            </a:solidFill>
            <a:ln w="5420" cap="flat">
              <a:solidFill>
                <a:srgbClr val="3EA1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61" name="pg1261"/>
            <p:cNvSpPr/>
            <p:nvPr/>
          </p:nvSpPr>
          <p:spPr>
            <a:xfrm>
              <a:off x="5124869" y="355154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DA0AA">
                <a:alpha val="100000"/>
              </a:srgbClr>
            </a:solidFill>
            <a:ln w="5420" cap="flat">
              <a:solidFill>
                <a:srgbClr val="3DA0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62" name="pg1262"/>
            <p:cNvSpPr/>
            <p:nvPr/>
          </p:nvSpPr>
          <p:spPr>
            <a:xfrm>
              <a:off x="5136507" y="355154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9FAA">
                <a:alpha val="100000"/>
              </a:srgbClr>
            </a:solidFill>
            <a:ln w="5420" cap="flat">
              <a:solidFill>
                <a:srgbClr val="3C9F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63" name="pg1263"/>
            <p:cNvSpPr/>
            <p:nvPr/>
          </p:nvSpPr>
          <p:spPr>
            <a:xfrm>
              <a:off x="5148144" y="355154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9EAA">
                <a:alpha val="100000"/>
              </a:srgbClr>
            </a:solidFill>
            <a:ln w="5420" cap="flat">
              <a:solidFill>
                <a:srgbClr val="3B9E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64" name="pg1264"/>
            <p:cNvSpPr/>
            <p:nvPr/>
          </p:nvSpPr>
          <p:spPr>
            <a:xfrm>
              <a:off x="5159781" y="355154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9DA9">
                <a:alpha val="100000"/>
              </a:srgbClr>
            </a:solidFill>
            <a:ln w="5420" cap="flat">
              <a:solidFill>
                <a:srgbClr val="3A9D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65" name="pg1265"/>
            <p:cNvSpPr/>
            <p:nvPr/>
          </p:nvSpPr>
          <p:spPr>
            <a:xfrm>
              <a:off x="5171419" y="355154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89BA9">
                <a:alpha val="100000"/>
              </a:srgbClr>
            </a:solidFill>
            <a:ln w="5420" cap="flat">
              <a:solidFill>
                <a:srgbClr val="389B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66" name="pg1266"/>
            <p:cNvSpPr/>
            <p:nvPr/>
          </p:nvSpPr>
          <p:spPr>
            <a:xfrm>
              <a:off x="5183056" y="355154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9AA9">
                <a:alpha val="100000"/>
              </a:srgbClr>
            </a:solidFill>
            <a:ln w="5420" cap="flat">
              <a:solidFill>
                <a:srgbClr val="379A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67" name="pg1267"/>
            <p:cNvSpPr/>
            <p:nvPr/>
          </p:nvSpPr>
          <p:spPr>
            <a:xfrm>
              <a:off x="5194693" y="355154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9BA9">
                <a:alpha val="100000"/>
              </a:srgbClr>
            </a:solidFill>
            <a:ln w="5420" cap="flat">
              <a:solidFill>
                <a:srgbClr val="399B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68" name="pg1268"/>
            <p:cNvSpPr/>
            <p:nvPr/>
          </p:nvSpPr>
          <p:spPr>
            <a:xfrm>
              <a:off x="5206331" y="355154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9FAA">
                <a:alpha val="100000"/>
              </a:srgbClr>
            </a:solidFill>
            <a:ln w="5420" cap="flat">
              <a:solidFill>
                <a:srgbClr val="3C9F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69" name="pg1269"/>
            <p:cNvSpPr/>
            <p:nvPr/>
          </p:nvSpPr>
          <p:spPr>
            <a:xfrm>
              <a:off x="5217968" y="355154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EB3AB">
                <a:alpha val="100000"/>
              </a:srgbClr>
            </a:solidFill>
            <a:ln w="5420" cap="flat">
              <a:solidFill>
                <a:srgbClr val="4EB3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70" name="pg1270"/>
            <p:cNvSpPr/>
            <p:nvPr/>
          </p:nvSpPr>
          <p:spPr>
            <a:xfrm>
              <a:off x="5229605" y="355154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8C2AC">
                <a:alpha val="100000"/>
              </a:srgbClr>
            </a:solidFill>
            <a:ln w="5420" cap="flat">
              <a:solidFill>
                <a:srgbClr val="58C2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71" name="pg1271"/>
            <p:cNvSpPr/>
            <p:nvPr/>
          </p:nvSpPr>
          <p:spPr>
            <a:xfrm>
              <a:off x="5241243" y="355154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2CEAD">
                <a:alpha val="100000"/>
              </a:srgbClr>
            </a:solidFill>
            <a:ln w="5420" cap="flat">
              <a:solidFill>
                <a:srgbClr val="62CEA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72" name="pg1272"/>
            <p:cNvSpPr/>
            <p:nvPr/>
          </p:nvSpPr>
          <p:spPr>
            <a:xfrm>
              <a:off x="5252880" y="355154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4D3B3">
                <a:alpha val="100000"/>
              </a:srgbClr>
            </a:solidFill>
            <a:ln w="5420" cap="flat">
              <a:solidFill>
                <a:srgbClr val="74D3B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73" name="pg1273"/>
            <p:cNvSpPr/>
            <p:nvPr/>
          </p:nvSpPr>
          <p:spPr>
            <a:xfrm>
              <a:off x="5264517" y="355154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8D4B5">
                <a:alpha val="100000"/>
              </a:srgbClr>
            </a:solidFill>
            <a:ln w="5420" cap="flat">
              <a:solidFill>
                <a:srgbClr val="78D4B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74" name="pg1274"/>
            <p:cNvSpPr/>
            <p:nvPr/>
          </p:nvSpPr>
          <p:spPr>
            <a:xfrm>
              <a:off x="5276155" y="355154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3D3B3">
                <a:alpha val="100000"/>
              </a:srgbClr>
            </a:solidFill>
            <a:ln w="5420" cap="flat">
              <a:solidFill>
                <a:srgbClr val="73D3B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75" name="pg1275"/>
            <p:cNvSpPr/>
            <p:nvPr/>
          </p:nvSpPr>
          <p:spPr>
            <a:xfrm>
              <a:off x="5287792" y="355154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AD1B0">
                <a:alpha val="100000"/>
              </a:srgbClr>
            </a:solidFill>
            <a:ln w="5420" cap="flat">
              <a:solidFill>
                <a:srgbClr val="6AD1B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76" name="pg1276"/>
            <p:cNvSpPr/>
            <p:nvPr/>
          </p:nvSpPr>
          <p:spPr>
            <a:xfrm>
              <a:off x="5299429" y="355154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0CDAC">
                <a:alpha val="100000"/>
              </a:srgbClr>
            </a:solidFill>
            <a:ln w="5420" cap="flat">
              <a:solidFill>
                <a:srgbClr val="60CD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77" name="pg1277"/>
            <p:cNvSpPr/>
            <p:nvPr/>
          </p:nvSpPr>
          <p:spPr>
            <a:xfrm>
              <a:off x="5311067" y="355154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DC9AC">
                <a:alpha val="100000"/>
              </a:srgbClr>
            </a:solidFill>
            <a:ln w="5420" cap="flat">
              <a:solidFill>
                <a:srgbClr val="5DC9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78" name="pg1278"/>
            <p:cNvSpPr/>
            <p:nvPr/>
          </p:nvSpPr>
          <p:spPr>
            <a:xfrm>
              <a:off x="5322704" y="355154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AC5AC">
                <a:alpha val="100000"/>
              </a:srgbClr>
            </a:solidFill>
            <a:ln w="5420" cap="flat">
              <a:solidFill>
                <a:srgbClr val="5AC5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79" name="pg1279"/>
            <p:cNvSpPr/>
            <p:nvPr/>
          </p:nvSpPr>
          <p:spPr>
            <a:xfrm>
              <a:off x="5031771" y="356584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9FAA">
                <a:alpha val="100000"/>
              </a:srgbClr>
            </a:solidFill>
            <a:ln w="5420" cap="flat">
              <a:solidFill>
                <a:srgbClr val="3C9F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80" name="pg1280"/>
            <p:cNvSpPr/>
            <p:nvPr/>
          </p:nvSpPr>
          <p:spPr>
            <a:xfrm>
              <a:off x="5043408" y="356584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D9FAA">
                <a:alpha val="100000"/>
              </a:srgbClr>
            </a:solidFill>
            <a:ln w="5420" cap="flat">
              <a:solidFill>
                <a:srgbClr val="3D9F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81" name="pg1281"/>
            <p:cNvSpPr/>
            <p:nvPr/>
          </p:nvSpPr>
          <p:spPr>
            <a:xfrm>
              <a:off x="5066683" y="356584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DA0AA">
                <a:alpha val="100000"/>
              </a:srgbClr>
            </a:solidFill>
            <a:ln w="5420" cap="flat">
              <a:solidFill>
                <a:srgbClr val="3DA0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82" name="pg1282"/>
            <p:cNvSpPr/>
            <p:nvPr/>
          </p:nvSpPr>
          <p:spPr>
            <a:xfrm>
              <a:off x="5078320" y="356584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EA1AA">
                <a:alpha val="100000"/>
              </a:srgbClr>
            </a:solidFill>
            <a:ln w="5420" cap="flat">
              <a:solidFill>
                <a:srgbClr val="3EA1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83" name="pg1283"/>
            <p:cNvSpPr/>
            <p:nvPr/>
          </p:nvSpPr>
          <p:spPr>
            <a:xfrm>
              <a:off x="5089957" y="356584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EA1AA">
                <a:alpha val="100000"/>
              </a:srgbClr>
            </a:solidFill>
            <a:ln w="5420" cap="flat">
              <a:solidFill>
                <a:srgbClr val="3EA1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84" name="pg1284"/>
            <p:cNvSpPr/>
            <p:nvPr/>
          </p:nvSpPr>
          <p:spPr>
            <a:xfrm>
              <a:off x="5101595" y="356584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FA2AA">
                <a:alpha val="100000"/>
              </a:srgbClr>
            </a:solidFill>
            <a:ln w="5420" cap="flat">
              <a:solidFill>
                <a:srgbClr val="3FA2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85" name="pg1285"/>
            <p:cNvSpPr/>
            <p:nvPr/>
          </p:nvSpPr>
          <p:spPr>
            <a:xfrm>
              <a:off x="5113232" y="356584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FA2AA">
                <a:alpha val="100000"/>
              </a:srgbClr>
            </a:solidFill>
            <a:ln w="5420" cap="flat">
              <a:solidFill>
                <a:srgbClr val="3FA2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86" name="pg1286"/>
            <p:cNvSpPr/>
            <p:nvPr/>
          </p:nvSpPr>
          <p:spPr>
            <a:xfrm>
              <a:off x="5124869" y="356584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FA2AA">
                <a:alpha val="100000"/>
              </a:srgbClr>
            </a:solidFill>
            <a:ln w="5420" cap="flat">
              <a:solidFill>
                <a:srgbClr val="3FA2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87" name="pg1287"/>
            <p:cNvSpPr/>
            <p:nvPr/>
          </p:nvSpPr>
          <p:spPr>
            <a:xfrm>
              <a:off x="5136507" y="356584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FA2AA">
                <a:alpha val="100000"/>
              </a:srgbClr>
            </a:solidFill>
            <a:ln w="5420" cap="flat">
              <a:solidFill>
                <a:srgbClr val="3FA2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88" name="pg1288"/>
            <p:cNvSpPr/>
            <p:nvPr/>
          </p:nvSpPr>
          <p:spPr>
            <a:xfrm>
              <a:off x="5148144" y="356584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FA1AA">
                <a:alpha val="100000"/>
              </a:srgbClr>
            </a:solidFill>
            <a:ln w="5420" cap="flat">
              <a:solidFill>
                <a:srgbClr val="3FA1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89" name="pg1289"/>
            <p:cNvSpPr/>
            <p:nvPr/>
          </p:nvSpPr>
          <p:spPr>
            <a:xfrm>
              <a:off x="5183056" y="356584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0A2AA">
                <a:alpha val="100000"/>
              </a:srgbClr>
            </a:solidFill>
            <a:ln w="5420" cap="flat">
              <a:solidFill>
                <a:srgbClr val="40A2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90" name="pg1290"/>
            <p:cNvSpPr/>
            <p:nvPr/>
          </p:nvSpPr>
          <p:spPr>
            <a:xfrm>
              <a:off x="5194693" y="356584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2A5AA">
                <a:alpha val="100000"/>
              </a:srgbClr>
            </a:solidFill>
            <a:ln w="5420" cap="flat">
              <a:solidFill>
                <a:srgbClr val="42A5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91" name="pg1291"/>
            <p:cNvSpPr/>
            <p:nvPr/>
          </p:nvSpPr>
          <p:spPr>
            <a:xfrm>
              <a:off x="5206331" y="356584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6AAAA">
                <a:alpha val="100000"/>
              </a:srgbClr>
            </a:solidFill>
            <a:ln w="5420" cap="flat">
              <a:solidFill>
                <a:srgbClr val="46AA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92" name="pg1292"/>
            <p:cNvSpPr/>
            <p:nvPr/>
          </p:nvSpPr>
          <p:spPr>
            <a:xfrm>
              <a:off x="5217968" y="356584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6BFAB">
                <a:alpha val="100000"/>
              </a:srgbClr>
            </a:solidFill>
            <a:ln w="5420" cap="flat">
              <a:solidFill>
                <a:srgbClr val="56BF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93" name="pg1293"/>
            <p:cNvSpPr/>
            <p:nvPr/>
          </p:nvSpPr>
          <p:spPr>
            <a:xfrm>
              <a:off x="5229605" y="356584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FCCAC">
                <a:alpha val="100000"/>
              </a:srgbClr>
            </a:solidFill>
            <a:ln w="5420" cap="flat">
              <a:solidFill>
                <a:srgbClr val="5FCC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94" name="pg1294"/>
            <p:cNvSpPr/>
            <p:nvPr/>
          </p:nvSpPr>
          <p:spPr>
            <a:xfrm>
              <a:off x="5241243" y="356584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5D4B4">
                <a:alpha val="100000"/>
              </a:srgbClr>
            </a:solidFill>
            <a:ln w="5420" cap="flat">
              <a:solidFill>
                <a:srgbClr val="75D4B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95" name="pg1295"/>
            <p:cNvSpPr/>
            <p:nvPr/>
          </p:nvSpPr>
          <p:spPr>
            <a:xfrm>
              <a:off x="5252880" y="356584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82D8B9">
                <a:alpha val="100000"/>
              </a:srgbClr>
            </a:solidFill>
            <a:ln w="5420" cap="flat">
              <a:solidFill>
                <a:srgbClr val="82D8B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96" name="pg1296"/>
            <p:cNvSpPr/>
            <p:nvPr/>
          </p:nvSpPr>
          <p:spPr>
            <a:xfrm>
              <a:off x="5264517" y="356584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84D8BA">
                <a:alpha val="100000"/>
              </a:srgbClr>
            </a:solidFill>
            <a:ln w="5420" cap="flat">
              <a:solidFill>
                <a:srgbClr val="84D8B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97" name="pg1297"/>
            <p:cNvSpPr/>
            <p:nvPr/>
          </p:nvSpPr>
          <p:spPr>
            <a:xfrm>
              <a:off x="5276155" y="356584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DD6B7">
                <a:alpha val="100000"/>
              </a:srgbClr>
            </a:solidFill>
            <a:ln w="5420" cap="flat">
              <a:solidFill>
                <a:srgbClr val="7DD6B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98" name="pg1298"/>
            <p:cNvSpPr/>
            <p:nvPr/>
          </p:nvSpPr>
          <p:spPr>
            <a:xfrm>
              <a:off x="5287792" y="356584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3D3B3">
                <a:alpha val="100000"/>
              </a:srgbClr>
            </a:solidFill>
            <a:ln w="5420" cap="flat">
              <a:solidFill>
                <a:srgbClr val="73D3B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99" name="pg1299"/>
            <p:cNvSpPr/>
            <p:nvPr/>
          </p:nvSpPr>
          <p:spPr>
            <a:xfrm>
              <a:off x="5299429" y="356584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6D0AE">
                <a:alpha val="100000"/>
              </a:srgbClr>
            </a:solidFill>
            <a:ln w="5420" cap="flat">
              <a:solidFill>
                <a:srgbClr val="66D0A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00" name="pg1300"/>
            <p:cNvSpPr/>
            <p:nvPr/>
          </p:nvSpPr>
          <p:spPr>
            <a:xfrm>
              <a:off x="5311067" y="356584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ECCAC">
                <a:alpha val="100000"/>
              </a:srgbClr>
            </a:solidFill>
            <a:ln w="5420" cap="flat">
              <a:solidFill>
                <a:srgbClr val="5ECC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01" name="pg1301"/>
            <p:cNvSpPr/>
            <p:nvPr/>
          </p:nvSpPr>
          <p:spPr>
            <a:xfrm>
              <a:off x="5020133" y="358014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9EAA">
                <a:alpha val="100000"/>
              </a:srgbClr>
            </a:solidFill>
            <a:ln w="5420" cap="flat">
              <a:solidFill>
                <a:srgbClr val="3B9E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02" name="pg1302"/>
            <p:cNvSpPr/>
            <p:nvPr/>
          </p:nvSpPr>
          <p:spPr>
            <a:xfrm>
              <a:off x="5031771" y="358014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9EAA">
                <a:alpha val="100000"/>
              </a:srgbClr>
            </a:solidFill>
            <a:ln w="5420" cap="flat">
              <a:solidFill>
                <a:srgbClr val="3C9E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03" name="pg1303"/>
            <p:cNvSpPr/>
            <p:nvPr/>
          </p:nvSpPr>
          <p:spPr>
            <a:xfrm>
              <a:off x="5043408" y="358014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9EAA">
                <a:alpha val="100000"/>
              </a:srgbClr>
            </a:solidFill>
            <a:ln w="5420" cap="flat">
              <a:solidFill>
                <a:srgbClr val="3C9E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04" name="pg1304"/>
            <p:cNvSpPr/>
            <p:nvPr/>
          </p:nvSpPr>
          <p:spPr>
            <a:xfrm>
              <a:off x="5055045" y="358014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9FAA">
                <a:alpha val="100000"/>
              </a:srgbClr>
            </a:solidFill>
            <a:ln w="5420" cap="flat">
              <a:solidFill>
                <a:srgbClr val="3C9F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05" name="pg1305"/>
            <p:cNvSpPr/>
            <p:nvPr/>
          </p:nvSpPr>
          <p:spPr>
            <a:xfrm>
              <a:off x="5066683" y="358014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DA0AA">
                <a:alpha val="100000"/>
              </a:srgbClr>
            </a:solidFill>
            <a:ln w="5420" cap="flat">
              <a:solidFill>
                <a:srgbClr val="3DA0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06" name="pg1306"/>
            <p:cNvSpPr/>
            <p:nvPr/>
          </p:nvSpPr>
          <p:spPr>
            <a:xfrm>
              <a:off x="5078320" y="358014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EA0AA">
                <a:alpha val="100000"/>
              </a:srgbClr>
            </a:solidFill>
            <a:ln w="5420" cap="flat">
              <a:solidFill>
                <a:srgbClr val="3EA0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07" name="pg1307"/>
            <p:cNvSpPr/>
            <p:nvPr/>
          </p:nvSpPr>
          <p:spPr>
            <a:xfrm>
              <a:off x="5089957" y="358014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EA1AA">
                <a:alpha val="100000"/>
              </a:srgbClr>
            </a:solidFill>
            <a:ln w="5420" cap="flat">
              <a:solidFill>
                <a:srgbClr val="3EA1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08" name="pg1308"/>
            <p:cNvSpPr/>
            <p:nvPr/>
          </p:nvSpPr>
          <p:spPr>
            <a:xfrm>
              <a:off x="5101595" y="358014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0A3AA">
                <a:alpha val="100000"/>
              </a:srgbClr>
            </a:solidFill>
            <a:ln w="5420" cap="flat">
              <a:solidFill>
                <a:srgbClr val="40A3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09" name="pg1309"/>
            <p:cNvSpPr/>
            <p:nvPr/>
          </p:nvSpPr>
          <p:spPr>
            <a:xfrm>
              <a:off x="5113232" y="358014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0A3AA">
                <a:alpha val="100000"/>
              </a:srgbClr>
            </a:solidFill>
            <a:ln w="5420" cap="flat">
              <a:solidFill>
                <a:srgbClr val="40A3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10" name="pg1310"/>
            <p:cNvSpPr/>
            <p:nvPr/>
          </p:nvSpPr>
          <p:spPr>
            <a:xfrm>
              <a:off x="5124869" y="358014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1A4AA">
                <a:alpha val="100000"/>
              </a:srgbClr>
            </a:solidFill>
            <a:ln w="5420" cap="flat">
              <a:solidFill>
                <a:srgbClr val="41A4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11" name="pg1311"/>
            <p:cNvSpPr/>
            <p:nvPr/>
          </p:nvSpPr>
          <p:spPr>
            <a:xfrm>
              <a:off x="5136507" y="358014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1A4AA">
                <a:alpha val="100000"/>
              </a:srgbClr>
            </a:solidFill>
            <a:ln w="5420" cap="flat">
              <a:solidFill>
                <a:srgbClr val="41A4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12" name="pg1312"/>
            <p:cNvSpPr/>
            <p:nvPr/>
          </p:nvSpPr>
          <p:spPr>
            <a:xfrm>
              <a:off x="5148144" y="358014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2A5AA">
                <a:alpha val="100000"/>
              </a:srgbClr>
            </a:solidFill>
            <a:ln w="5420" cap="flat">
              <a:solidFill>
                <a:srgbClr val="42A5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13" name="pg1313"/>
            <p:cNvSpPr/>
            <p:nvPr/>
          </p:nvSpPr>
          <p:spPr>
            <a:xfrm>
              <a:off x="5194693" y="358014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8ACAA">
                <a:alpha val="100000"/>
              </a:srgbClr>
            </a:solidFill>
            <a:ln w="5420" cap="flat">
              <a:solidFill>
                <a:srgbClr val="48AC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14" name="pg1314"/>
            <p:cNvSpPr/>
            <p:nvPr/>
          </p:nvSpPr>
          <p:spPr>
            <a:xfrm>
              <a:off x="5206331" y="358014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DB2AB">
                <a:alpha val="100000"/>
              </a:srgbClr>
            </a:solidFill>
            <a:ln w="5420" cap="flat">
              <a:solidFill>
                <a:srgbClr val="4DB2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15" name="pg1315"/>
            <p:cNvSpPr/>
            <p:nvPr/>
          </p:nvSpPr>
          <p:spPr>
            <a:xfrm>
              <a:off x="5217968" y="358014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9C4AC">
                <a:alpha val="100000"/>
              </a:srgbClr>
            </a:solidFill>
            <a:ln w="5420" cap="flat">
              <a:solidFill>
                <a:srgbClr val="59C4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16" name="pg1316"/>
            <p:cNvSpPr/>
            <p:nvPr/>
          </p:nvSpPr>
          <p:spPr>
            <a:xfrm>
              <a:off x="5229605" y="358014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0CEAC">
                <a:alpha val="100000"/>
              </a:srgbClr>
            </a:solidFill>
            <a:ln w="5420" cap="flat">
              <a:solidFill>
                <a:srgbClr val="60CE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17" name="pg1317"/>
            <p:cNvSpPr/>
            <p:nvPr/>
          </p:nvSpPr>
          <p:spPr>
            <a:xfrm>
              <a:off x="5241243" y="358014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5D4B4">
                <a:alpha val="100000"/>
              </a:srgbClr>
            </a:solidFill>
            <a:ln w="5420" cap="flat">
              <a:solidFill>
                <a:srgbClr val="75D4B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18" name="pg1318"/>
            <p:cNvSpPr/>
            <p:nvPr/>
          </p:nvSpPr>
          <p:spPr>
            <a:xfrm>
              <a:off x="5252880" y="358014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80D7B8">
                <a:alpha val="100000"/>
              </a:srgbClr>
            </a:solidFill>
            <a:ln w="5420" cap="flat">
              <a:solidFill>
                <a:srgbClr val="80D7B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19" name="pg1319"/>
            <p:cNvSpPr/>
            <p:nvPr/>
          </p:nvSpPr>
          <p:spPr>
            <a:xfrm>
              <a:off x="5264517" y="358014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81D7B9">
                <a:alpha val="100000"/>
              </a:srgbClr>
            </a:solidFill>
            <a:ln w="5420" cap="flat">
              <a:solidFill>
                <a:srgbClr val="81D7B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20" name="pg1320"/>
            <p:cNvSpPr/>
            <p:nvPr/>
          </p:nvSpPr>
          <p:spPr>
            <a:xfrm>
              <a:off x="5276155" y="358014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CD6B7">
                <a:alpha val="100000"/>
              </a:srgbClr>
            </a:solidFill>
            <a:ln w="5420" cap="flat">
              <a:solidFill>
                <a:srgbClr val="7CD6B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21" name="pg1321"/>
            <p:cNvSpPr/>
            <p:nvPr/>
          </p:nvSpPr>
          <p:spPr>
            <a:xfrm>
              <a:off x="5287792" y="358014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2D3B3">
                <a:alpha val="100000"/>
              </a:srgbClr>
            </a:solidFill>
            <a:ln w="5420" cap="flat">
              <a:solidFill>
                <a:srgbClr val="72D3B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22" name="pg1322"/>
            <p:cNvSpPr/>
            <p:nvPr/>
          </p:nvSpPr>
          <p:spPr>
            <a:xfrm>
              <a:off x="5299429" y="358014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6D0AE">
                <a:alpha val="100000"/>
              </a:srgbClr>
            </a:solidFill>
            <a:ln w="5420" cap="flat">
              <a:solidFill>
                <a:srgbClr val="66D0A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23" name="pg1323"/>
            <p:cNvSpPr/>
            <p:nvPr/>
          </p:nvSpPr>
          <p:spPr>
            <a:xfrm>
              <a:off x="5008496" y="359444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9DA9">
                <a:alpha val="100000"/>
              </a:srgbClr>
            </a:solidFill>
            <a:ln w="5420" cap="flat">
              <a:solidFill>
                <a:srgbClr val="3A9D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24" name="pg1324"/>
            <p:cNvSpPr/>
            <p:nvPr/>
          </p:nvSpPr>
          <p:spPr>
            <a:xfrm>
              <a:off x="5020133" y="359444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9DA9">
                <a:alpha val="100000"/>
              </a:srgbClr>
            </a:solidFill>
            <a:ln w="5420" cap="flat">
              <a:solidFill>
                <a:srgbClr val="3A9D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25" name="pg1325"/>
            <p:cNvSpPr/>
            <p:nvPr/>
          </p:nvSpPr>
          <p:spPr>
            <a:xfrm>
              <a:off x="5031771" y="359444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9DA9">
                <a:alpha val="100000"/>
              </a:srgbClr>
            </a:solidFill>
            <a:ln w="5420" cap="flat">
              <a:solidFill>
                <a:srgbClr val="3A9D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26" name="pg1326"/>
            <p:cNvSpPr/>
            <p:nvPr/>
          </p:nvSpPr>
          <p:spPr>
            <a:xfrm>
              <a:off x="5043408" y="359444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9DA9">
                <a:alpha val="100000"/>
              </a:srgbClr>
            </a:solidFill>
            <a:ln w="5420" cap="flat">
              <a:solidFill>
                <a:srgbClr val="3B9D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27" name="pg1327"/>
            <p:cNvSpPr/>
            <p:nvPr/>
          </p:nvSpPr>
          <p:spPr>
            <a:xfrm>
              <a:off x="5055045" y="359444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9EAA">
                <a:alpha val="100000"/>
              </a:srgbClr>
            </a:solidFill>
            <a:ln w="5420" cap="flat">
              <a:solidFill>
                <a:srgbClr val="3B9E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28" name="pg1328"/>
            <p:cNvSpPr/>
            <p:nvPr/>
          </p:nvSpPr>
          <p:spPr>
            <a:xfrm>
              <a:off x="5066683" y="359444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9FAA">
                <a:alpha val="100000"/>
              </a:srgbClr>
            </a:solidFill>
            <a:ln w="5420" cap="flat">
              <a:solidFill>
                <a:srgbClr val="3C9F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29" name="pg1329"/>
            <p:cNvSpPr/>
            <p:nvPr/>
          </p:nvSpPr>
          <p:spPr>
            <a:xfrm>
              <a:off x="5078320" y="359444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DA0AA">
                <a:alpha val="100000"/>
              </a:srgbClr>
            </a:solidFill>
            <a:ln w="5420" cap="flat">
              <a:solidFill>
                <a:srgbClr val="3DA0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30" name="pg1330"/>
            <p:cNvSpPr/>
            <p:nvPr/>
          </p:nvSpPr>
          <p:spPr>
            <a:xfrm>
              <a:off x="5089957" y="359444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EA1AA">
                <a:alpha val="100000"/>
              </a:srgbClr>
            </a:solidFill>
            <a:ln w="5420" cap="flat">
              <a:solidFill>
                <a:srgbClr val="3EA1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31" name="pg1331"/>
            <p:cNvSpPr/>
            <p:nvPr/>
          </p:nvSpPr>
          <p:spPr>
            <a:xfrm>
              <a:off x="5101595" y="359444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0A3AA">
                <a:alpha val="100000"/>
              </a:srgbClr>
            </a:solidFill>
            <a:ln w="5420" cap="flat">
              <a:solidFill>
                <a:srgbClr val="40A3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32" name="pg1332"/>
            <p:cNvSpPr/>
            <p:nvPr/>
          </p:nvSpPr>
          <p:spPr>
            <a:xfrm>
              <a:off x="5113232" y="359444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1A4AA">
                <a:alpha val="100000"/>
              </a:srgbClr>
            </a:solidFill>
            <a:ln w="5420" cap="flat">
              <a:solidFill>
                <a:srgbClr val="41A4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33" name="pg1333"/>
            <p:cNvSpPr/>
            <p:nvPr/>
          </p:nvSpPr>
          <p:spPr>
            <a:xfrm>
              <a:off x="5124869" y="359444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2A5AA">
                <a:alpha val="100000"/>
              </a:srgbClr>
            </a:solidFill>
            <a:ln w="5420" cap="flat">
              <a:solidFill>
                <a:srgbClr val="42A5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34" name="pg1334"/>
            <p:cNvSpPr/>
            <p:nvPr/>
          </p:nvSpPr>
          <p:spPr>
            <a:xfrm>
              <a:off x="5136507" y="359444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3A6AA">
                <a:alpha val="100000"/>
              </a:srgbClr>
            </a:solidFill>
            <a:ln w="5420" cap="flat">
              <a:solidFill>
                <a:srgbClr val="43A6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35" name="pg1335"/>
            <p:cNvSpPr/>
            <p:nvPr/>
          </p:nvSpPr>
          <p:spPr>
            <a:xfrm>
              <a:off x="5148144" y="359444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4A7AA">
                <a:alpha val="100000"/>
              </a:srgbClr>
            </a:solidFill>
            <a:ln w="5420" cap="flat">
              <a:solidFill>
                <a:srgbClr val="44A7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36" name="pg1336"/>
            <p:cNvSpPr/>
            <p:nvPr/>
          </p:nvSpPr>
          <p:spPr>
            <a:xfrm>
              <a:off x="5194693" y="359444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CB2AB">
                <a:alpha val="100000"/>
              </a:srgbClr>
            </a:solidFill>
            <a:ln w="5420" cap="flat">
              <a:solidFill>
                <a:srgbClr val="4CB2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37" name="pg1337"/>
            <p:cNvSpPr/>
            <p:nvPr/>
          </p:nvSpPr>
          <p:spPr>
            <a:xfrm>
              <a:off x="5206331" y="359444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0B6AB">
                <a:alpha val="100000"/>
              </a:srgbClr>
            </a:solidFill>
            <a:ln w="5420" cap="flat">
              <a:solidFill>
                <a:srgbClr val="50B6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38" name="pg1338"/>
            <p:cNvSpPr/>
            <p:nvPr/>
          </p:nvSpPr>
          <p:spPr>
            <a:xfrm>
              <a:off x="5217968" y="359444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AC4AC">
                <a:alpha val="100000"/>
              </a:srgbClr>
            </a:solidFill>
            <a:ln w="5420" cap="flat">
              <a:solidFill>
                <a:srgbClr val="5AC4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39" name="pg1339"/>
            <p:cNvSpPr/>
            <p:nvPr/>
          </p:nvSpPr>
          <p:spPr>
            <a:xfrm>
              <a:off x="5229605" y="359444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ECCAC">
                <a:alpha val="100000"/>
              </a:srgbClr>
            </a:solidFill>
            <a:ln w="5420" cap="flat">
              <a:solidFill>
                <a:srgbClr val="5ECC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40" name="pg1340"/>
            <p:cNvSpPr/>
            <p:nvPr/>
          </p:nvSpPr>
          <p:spPr>
            <a:xfrm>
              <a:off x="5241243" y="359444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AD1B0">
                <a:alpha val="100000"/>
              </a:srgbClr>
            </a:solidFill>
            <a:ln w="5420" cap="flat">
              <a:solidFill>
                <a:srgbClr val="6AD1B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41" name="pg1341"/>
            <p:cNvSpPr/>
            <p:nvPr/>
          </p:nvSpPr>
          <p:spPr>
            <a:xfrm>
              <a:off x="5252880" y="359444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3D3B3">
                <a:alpha val="100000"/>
              </a:srgbClr>
            </a:solidFill>
            <a:ln w="5420" cap="flat">
              <a:solidFill>
                <a:srgbClr val="73D3B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42" name="pg1342"/>
            <p:cNvSpPr/>
            <p:nvPr/>
          </p:nvSpPr>
          <p:spPr>
            <a:xfrm>
              <a:off x="5264517" y="359444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5D4B4">
                <a:alpha val="100000"/>
              </a:srgbClr>
            </a:solidFill>
            <a:ln w="5420" cap="flat">
              <a:solidFill>
                <a:srgbClr val="75D4B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43" name="pg1343"/>
            <p:cNvSpPr/>
            <p:nvPr/>
          </p:nvSpPr>
          <p:spPr>
            <a:xfrm>
              <a:off x="5276155" y="359444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1D3B2">
                <a:alpha val="100000"/>
              </a:srgbClr>
            </a:solidFill>
            <a:ln w="5420" cap="flat">
              <a:solidFill>
                <a:srgbClr val="71D3B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44" name="pg1344"/>
            <p:cNvSpPr/>
            <p:nvPr/>
          </p:nvSpPr>
          <p:spPr>
            <a:xfrm>
              <a:off x="5287792" y="359444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AD1B0">
                <a:alpha val="100000"/>
              </a:srgbClr>
            </a:solidFill>
            <a:ln w="5420" cap="flat">
              <a:solidFill>
                <a:srgbClr val="6AD1B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45" name="pg1345"/>
            <p:cNvSpPr/>
            <p:nvPr/>
          </p:nvSpPr>
          <p:spPr>
            <a:xfrm>
              <a:off x="4996859" y="360874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9CA9">
                <a:alpha val="100000"/>
              </a:srgbClr>
            </a:solidFill>
            <a:ln w="5420" cap="flat">
              <a:solidFill>
                <a:srgbClr val="399C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46" name="pg1346"/>
            <p:cNvSpPr/>
            <p:nvPr/>
          </p:nvSpPr>
          <p:spPr>
            <a:xfrm>
              <a:off x="5008496" y="360874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9CA9">
                <a:alpha val="100000"/>
              </a:srgbClr>
            </a:solidFill>
            <a:ln w="5420" cap="flat">
              <a:solidFill>
                <a:srgbClr val="399C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47" name="pg1347"/>
            <p:cNvSpPr/>
            <p:nvPr/>
          </p:nvSpPr>
          <p:spPr>
            <a:xfrm>
              <a:off x="5020133" y="360874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9CA9">
                <a:alpha val="100000"/>
              </a:srgbClr>
            </a:solidFill>
            <a:ln w="5420" cap="flat">
              <a:solidFill>
                <a:srgbClr val="399C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48" name="pg1348"/>
            <p:cNvSpPr/>
            <p:nvPr/>
          </p:nvSpPr>
          <p:spPr>
            <a:xfrm>
              <a:off x="5031771" y="360874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9CA9">
                <a:alpha val="100000"/>
              </a:srgbClr>
            </a:solidFill>
            <a:ln w="5420" cap="flat">
              <a:solidFill>
                <a:srgbClr val="399C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49" name="pg1349"/>
            <p:cNvSpPr/>
            <p:nvPr/>
          </p:nvSpPr>
          <p:spPr>
            <a:xfrm>
              <a:off x="5043408" y="360874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9CA9">
                <a:alpha val="100000"/>
              </a:srgbClr>
            </a:solidFill>
            <a:ln w="5420" cap="flat">
              <a:solidFill>
                <a:srgbClr val="399C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50" name="pg1350"/>
            <p:cNvSpPr/>
            <p:nvPr/>
          </p:nvSpPr>
          <p:spPr>
            <a:xfrm>
              <a:off x="5055045" y="360874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9CA9">
                <a:alpha val="100000"/>
              </a:srgbClr>
            </a:solidFill>
            <a:ln w="5420" cap="flat">
              <a:solidFill>
                <a:srgbClr val="3A9C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51" name="pg1351"/>
            <p:cNvSpPr/>
            <p:nvPr/>
          </p:nvSpPr>
          <p:spPr>
            <a:xfrm>
              <a:off x="5066683" y="360874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9DA9">
                <a:alpha val="100000"/>
              </a:srgbClr>
            </a:solidFill>
            <a:ln w="5420" cap="flat">
              <a:solidFill>
                <a:srgbClr val="3B9D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52" name="pg1352"/>
            <p:cNvSpPr/>
            <p:nvPr/>
          </p:nvSpPr>
          <p:spPr>
            <a:xfrm>
              <a:off x="5078320" y="360874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9FAA">
                <a:alpha val="100000"/>
              </a:srgbClr>
            </a:solidFill>
            <a:ln w="5420" cap="flat">
              <a:solidFill>
                <a:srgbClr val="3C9F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53" name="pg1353"/>
            <p:cNvSpPr/>
            <p:nvPr/>
          </p:nvSpPr>
          <p:spPr>
            <a:xfrm>
              <a:off x="5089957" y="360874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DA0AA">
                <a:alpha val="100000"/>
              </a:srgbClr>
            </a:solidFill>
            <a:ln w="5420" cap="flat">
              <a:solidFill>
                <a:srgbClr val="3DA0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54" name="pg1354"/>
            <p:cNvSpPr/>
            <p:nvPr/>
          </p:nvSpPr>
          <p:spPr>
            <a:xfrm>
              <a:off x="5101595" y="360874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0A3AA">
                <a:alpha val="100000"/>
              </a:srgbClr>
            </a:solidFill>
            <a:ln w="5420" cap="flat">
              <a:solidFill>
                <a:srgbClr val="40A3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55" name="pg1355"/>
            <p:cNvSpPr/>
            <p:nvPr/>
          </p:nvSpPr>
          <p:spPr>
            <a:xfrm>
              <a:off x="5113232" y="360874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2A5AA">
                <a:alpha val="100000"/>
              </a:srgbClr>
            </a:solidFill>
            <a:ln w="5420" cap="flat">
              <a:solidFill>
                <a:srgbClr val="42A5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56" name="pg1356"/>
            <p:cNvSpPr/>
            <p:nvPr/>
          </p:nvSpPr>
          <p:spPr>
            <a:xfrm>
              <a:off x="5124869" y="360874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3A6AA">
                <a:alpha val="100000"/>
              </a:srgbClr>
            </a:solidFill>
            <a:ln w="5420" cap="flat">
              <a:solidFill>
                <a:srgbClr val="43A6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57" name="pg1357"/>
            <p:cNvSpPr/>
            <p:nvPr/>
          </p:nvSpPr>
          <p:spPr>
            <a:xfrm>
              <a:off x="5136507" y="360874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5A8AA">
                <a:alpha val="100000"/>
              </a:srgbClr>
            </a:solidFill>
            <a:ln w="5420" cap="flat">
              <a:solidFill>
                <a:srgbClr val="45A8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58" name="pg1358"/>
            <p:cNvSpPr/>
            <p:nvPr/>
          </p:nvSpPr>
          <p:spPr>
            <a:xfrm>
              <a:off x="5148144" y="360874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6A9AA">
                <a:alpha val="100000"/>
              </a:srgbClr>
            </a:solidFill>
            <a:ln w="5420" cap="flat">
              <a:solidFill>
                <a:srgbClr val="46A9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59" name="pg1359"/>
            <p:cNvSpPr/>
            <p:nvPr/>
          </p:nvSpPr>
          <p:spPr>
            <a:xfrm>
              <a:off x="5159781" y="360874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7ABAA">
                <a:alpha val="100000"/>
              </a:srgbClr>
            </a:solidFill>
            <a:ln w="5420" cap="flat">
              <a:solidFill>
                <a:srgbClr val="47AB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60" name="pg1360"/>
            <p:cNvSpPr/>
            <p:nvPr/>
          </p:nvSpPr>
          <p:spPr>
            <a:xfrm>
              <a:off x="5206331" y="360874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1B8AB">
                <a:alpha val="100000"/>
              </a:srgbClr>
            </a:solidFill>
            <a:ln w="5420" cap="flat">
              <a:solidFill>
                <a:srgbClr val="51B8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61" name="pg1361"/>
            <p:cNvSpPr/>
            <p:nvPr/>
          </p:nvSpPr>
          <p:spPr>
            <a:xfrm>
              <a:off x="5217968" y="360874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8C2AC">
                <a:alpha val="100000"/>
              </a:srgbClr>
            </a:solidFill>
            <a:ln w="5420" cap="flat">
              <a:solidFill>
                <a:srgbClr val="58C2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62" name="pg1362"/>
            <p:cNvSpPr/>
            <p:nvPr/>
          </p:nvSpPr>
          <p:spPr>
            <a:xfrm>
              <a:off x="5229605" y="360874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CC8AC">
                <a:alpha val="100000"/>
              </a:srgbClr>
            </a:solidFill>
            <a:ln w="5420" cap="flat">
              <a:solidFill>
                <a:srgbClr val="5CC8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63" name="pg1363"/>
            <p:cNvSpPr/>
            <p:nvPr/>
          </p:nvSpPr>
          <p:spPr>
            <a:xfrm>
              <a:off x="5241243" y="360874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FCCAC">
                <a:alpha val="100000"/>
              </a:srgbClr>
            </a:solidFill>
            <a:ln w="5420" cap="flat">
              <a:solidFill>
                <a:srgbClr val="5FCC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64" name="pg1364"/>
            <p:cNvSpPr/>
            <p:nvPr/>
          </p:nvSpPr>
          <p:spPr>
            <a:xfrm>
              <a:off x="5252880" y="360874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2CFAD">
                <a:alpha val="100000"/>
              </a:srgbClr>
            </a:solidFill>
            <a:ln w="5420" cap="flat">
              <a:solidFill>
                <a:srgbClr val="62CFA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65" name="pg1365"/>
            <p:cNvSpPr/>
            <p:nvPr/>
          </p:nvSpPr>
          <p:spPr>
            <a:xfrm>
              <a:off x="5264517" y="360874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5CFAE">
                <a:alpha val="100000"/>
              </a:srgbClr>
            </a:solidFill>
            <a:ln w="5420" cap="flat">
              <a:solidFill>
                <a:srgbClr val="65CFA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66" name="pg1366"/>
            <p:cNvSpPr/>
            <p:nvPr/>
          </p:nvSpPr>
          <p:spPr>
            <a:xfrm>
              <a:off x="5276155" y="360874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3CFAD">
                <a:alpha val="100000"/>
              </a:srgbClr>
            </a:solidFill>
            <a:ln w="5420" cap="flat">
              <a:solidFill>
                <a:srgbClr val="63CFA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67" name="pg1367"/>
            <p:cNvSpPr/>
            <p:nvPr/>
          </p:nvSpPr>
          <p:spPr>
            <a:xfrm>
              <a:off x="4996859" y="362304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89BA9">
                <a:alpha val="100000"/>
              </a:srgbClr>
            </a:solidFill>
            <a:ln w="5420" cap="flat">
              <a:solidFill>
                <a:srgbClr val="389B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68" name="pg1368"/>
            <p:cNvSpPr/>
            <p:nvPr/>
          </p:nvSpPr>
          <p:spPr>
            <a:xfrm>
              <a:off x="5008496" y="362304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89AA9">
                <a:alpha val="100000"/>
              </a:srgbClr>
            </a:solidFill>
            <a:ln w="5420" cap="flat">
              <a:solidFill>
                <a:srgbClr val="389A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69" name="pg1369"/>
            <p:cNvSpPr/>
            <p:nvPr/>
          </p:nvSpPr>
          <p:spPr>
            <a:xfrm>
              <a:off x="5020133" y="362304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9AA9">
                <a:alpha val="100000"/>
              </a:srgbClr>
            </a:solidFill>
            <a:ln w="5420" cap="flat">
              <a:solidFill>
                <a:srgbClr val="379A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70" name="pg1370"/>
            <p:cNvSpPr/>
            <p:nvPr/>
          </p:nvSpPr>
          <p:spPr>
            <a:xfrm>
              <a:off x="5031771" y="362304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9AA9">
                <a:alpha val="100000"/>
              </a:srgbClr>
            </a:solidFill>
            <a:ln w="5420" cap="flat">
              <a:solidFill>
                <a:srgbClr val="379A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71" name="pg1371"/>
            <p:cNvSpPr/>
            <p:nvPr/>
          </p:nvSpPr>
          <p:spPr>
            <a:xfrm>
              <a:off x="5043408" y="362304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9AA9">
                <a:alpha val="100000"/>
              </a:srgbClr>
            </a:solidFill>
            <a:ln w="5420" cap="flat">
              <a:solidFill>
                <a:srgbClr val="379A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72" name="pg1372"/>
            <p:cNvSpPr/>
            <p:nvPr/>
          </p:nvSpPr>
          <p:spPr>
            <a:xfrm>
              <a:off x="5055045" y="362304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89BA9">
                <a:alpha val="100000"/>
              </a:srgbClr>
            </a:solidFill>
            <a:ln w="5420" cap="flat">
              <a:solidFill>
                <a:srgbClr val="389B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73" name="pg1373"/>
            <p:cNvSpPr/>
            <p:nvPr/>
          </p:nvSpPr>
          <p:spPr>
            <a:xfrm>
              <a:off x="5066683" y="362304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9CA9">
                <a:alpha val="100000"/>
              </a:srgbClr>
            </a:solidFill>
            <a:ln w="5420" cap="flat">
              <a:solidFill>
                <a:srgbClr val="399C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74" name="pg1374"/>
            <p:cNvSpPr/>
            <p:nvPr/>
          </p:nvSpPr>
          <p:spPr>
            <a:xfrm>
              <a:off x="5078320" y="362304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9DA9">
                <a:alpha val="100000"/>
              </a:srgbClr>
            </a:solidFill>
            <a:ln w="5420" cap="flat">
              <a:solidFill>
                <a:srgbClr val="3B9D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75" name="pg1375"/>
            <p:cNvSpPr/>
            <p:nvPr/>
          </p:nvSpPr>
          <p:spPr>
            <a:xfrm>
              <a:off x="5089957" y="362304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9FAA">
                <a:alpha val="100000"/>
              </a:srgbClr>
            </a:solidFill>
            <a:ln w="5420" cap="flat">
              <a:solidFill>
                <a:srgbClr val="3C9F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76" name="pg1376"/>
            <p:cNvSpPr/>
            <p:nvPr/>
          </p:nvSpPr>
          <p:spPr>
            <a:xfrm>
              <a:off x="5101595" y="362304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0A3AA">
                <a:alpha val="100000"/>
              </a:srgbClr>
            </a:solidFill>
            <a:ln w="5420" cap="flat">
              <a:solidFill>
                <a:srgbClr val="40A3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77" name="pg1377"/>
            <p:cNvSpPr/>
            <p:nvPr/>
          </p:nvSpPr>
          <p:spPr>
            <a:xfrm>
              <a:off x="5113232" y="362304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2A5AA">
                <a:alpha val="100000"/>
              </a:srgbClr>
            </a:solidFill>
            <a:ln w="5420" cap="flat">
              <a:solidFill>
                <a:srgbClr val="42A5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78" name="pg1378"/>
            <p:cNvSpPr/>
            <p:nvPr/>
          </p:nvSpPr>
          <p:spPr>
            <a:xfrm>
              <a:off x="5124869" y="362304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4A7AA">
                <a:alpha val="100000"/>
              </a:srgbClr>
            </a:solidFill>
            <a:ln w="5420" cap="flat">
              <a:solidFill>
                <a:srgbClr val="44A7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79" name="pg1379"/>
            <p:cNvSpPr/>
            <p:nvPr/>
          </p:nvSpPr>
          <p:spPr>
            <a:xfrm>
              <a:off x="5136507" y="362304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6A9AA">
                <a:alpha val="100000"/>
              </a:srgbClr>
            </a:solidFill>
            <a:ln w="5420" cap="flat">
              <a:solidFill>
                <a:srgbClr val="46A9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80" name="pg1380"/>
            <p:cNvSpPr/>
            <p:nvPr/>
          </p:nvSpPr>
          <p:spPr>
            <a:xfrm>
              <a:off x="5148144" y="362304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7ABAA">
                <a:alpha val="100000"/>
              </a:srgbClr>
            </a:solidFill>
            <a:ln w="5420" cap="flat">
              <a:solidFill>
                <a:srgbClr val="47AB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81" name="pg1381"/>
            <p:cNvSpPr/>
            <p:nvPr/>
          </p:nvSpPr>
          <p:spPr>
            <a:xfrm>
              <a:off x="5159781" y="362304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9ADAB">
                <a:alpha val="100000"/>
              </a:srgbClr>
            </a:solidFill>
            <a:ln w="5420" cap="flat">
              <a:solidFill>
                <a:srgbClr val="49AD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82" name="pg1382"/>
            <p:cNvSpPr/>
            <p:nvPr/>
          </p:nvSpPr>
          <p:spPr>
            <a:xfrm>
              <a:off x="5206331" y="362304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2BAAB">
                <a:alpha val="100000"/>
              </a:srgbClr>
            </a:solidFill>
            <a:ln w="5420" cap="flat">
              <a:solidFill>
                <a:srgbClr val="52BA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83" name="pg1383"/>
            <p:cNvSpPr/>
            <p:nvPr/>
          </p:nvSpPr>
          <p:spPr>
            <a:xfrm>
              <a:off x="5217968" y="362304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7C0AB">
                <a:alpha val="100000"/>
              </a:srgbClr>
            </a:solidFill>
            <a:ln w="5420" cap="flat">
              <a:solidFill>
                <a:srgbClr val="57C0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84" name="pg1384"/>
            <p:cNvSpPr/>
            <p:nvPr/>
          </p:nvSpPr>
          <p:spPr>
            <a:xfrm>
              <a:off x="5229605" y="362304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9C3AC">
                <a:alpha val="100000"/>
              </a:srgbClr>
            </a:solidFill>
            <a:ln w="5420" cap="flat">
              <a:solidFill>
                <a:srgbClr val="59C3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85" name="pg1385"/>
            <p:cNvSpPr/>
            <p:nvPr/>
          </p:nvSpPr>
          <p:spPr>
            <a:xfrm>
              <a:off x="5241243" y="362304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BC7AC">
                <a:alpha val="100000"/>
              </a:srgbClr>
            </a:solidFill>
            <a:ln w="5420" cap="flat">
              <a:solidFill>
                <a:srgbClr val="5BC7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86" name="pg1386"/>
            <p:cNvSpPr/>
            <p:nvPr/>
          </p:nvSpPr>
          <p:spPr>
            <a:xfrm>
              <a:off x="5252880" y="362304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DC9AC">
                <a:alpha val="100000"/>
              </a:srgbClr>
            </a:solidFill>
            <a:ln w="5420" cap="flat">
              <a:solidFill>
                <a:srgbClr val="5DC9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87" name="pg1387"/>
            <p:cNvSpPr/>
            <p:nvPr/>
          </p:nvSpPr>
          <p:spPr>
            <a:xfrm>
              <a:off x="5264517" y="362304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DCAAC">
                <a:alpha val="100000"/>
              </a:srgbClr>
            </a:solidFill>
            <a:ln w="5420" cap="flat">
              <a:solidFill>
                <a:srgbClr val="5DCA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88" name="pg1388"/>
            <p:cNvSpPr/>
            <p:nvPr/>
          </p:nvSpPr>
          <p:spPr>
            <a:xfrm>
              <a:off x="4985221" y="363735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89BA9">
                <a:alpha val="100000"/>
              </a:srgbClr>
            </a:solidFill>
            <a:ln w="5420" cap="flat">
              <a:solidFill>
                <a:srgbClr val="389B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89" name="pg1389"/>
            <p:cNvSpPr/>
            <p:nvPr/>
          </p:nvSpPr>
          <p:spPr>
            <a:xfrm>
              <a:off x="4996859" y="363735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9AA9">
                <a:alpha val="100000"/>
              </a:srgbClr>
            </a:solidFill>
            <a:ln w="5420" cap="flat">
              <a:solidFill>
                <a:srgbClr val="379A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90" name="pg1390"/>
            <p:cNvSpPr/>
            <p:nvPr/>
          </p:nvSpPr>
          <p:spPr>
            <a:xfrm>
              <a:off x="5008496" y="363735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699A9">
                <a:alpha val="100000"/>
              </a:srgbClr>
            </a:solidFill>
            <a:ln w="5420" cap="flat">
              <a:solidFill>
                <a:srgbClr val="3699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91" name="pg1391"/>
            <p:cNvSpPr/>
            <p:nvPr/>
          </p:nvSpPr>
          <p:spPr>
            <a:xfrm>
              <a:off x="5020133" y="363735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598A9">
                <a:alpha val="100000"/>
              </a:srgbClr>
            </a:solidFill>
            <a:ln w="5420" cap="flat">
              <a:solidFill>
                <a:srgbClr val="3598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92" name="pg1392"/>
            <p:cNvSpPr/>
            <p:nvPr/>
          </p:nvSpPr>
          <p:spPr>
            <a:xfrm>
              <a:off x="5031771" y="363735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598A9">
                <a:alpha val="100000"/>
              </a:srgbClr>
            </a:solidFill>
            <a:ln w="5420" cap="flat">
              <a:solidFill>
                <a:srgbClr val="3598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93" name="pg1393"/>
            <p:cNvSpPr/>
            <p:nvPr/>
          </p:nvSpPr>
          <p:spPr>
            <a:xfrm>
              <a:off x="5043408" y="363735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598A9">
                <a:alpha val="100000"/>
              </a:srgbClr>
            </a:solidFill>
            <a:ln w="5420" cap="flat">
              <a:solidFill>
                <a:srgbClr val="3598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94" name="pg1394"/>
            <p:cNvSpPr/>
            <p:nvPr/>
          </p:nvSpPr>
          <p:spPr>
            <a:xfrm>
              <a:off x="5055045" y="363735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699A9">
                <a:alpha val="100000"/>
              </a:srgbClr>
            </a:solidFill>
            <a:ln w="5420" cap="flat">
              <a:solidFill>
                <a:srgbClr val="3699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95" name="pg1395"/>
            <p:cNvSpPr/>
            <p:nvPr/>
          </p:nvSpPr>
          <p:spPr>
            <a:xfrm>
              <a:off x="5066683" y="363735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9AA9">
                <a:alpha val="100000"/>
              </a:srgbClr>
            </a:solidFill>
            <a:ln w="5420" cap="flat">
              <a:solidFill>
                <a:srgbClr val="379A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96" name="pg1396"/>
            <p:cNvSpPr/>
            <p:nvPr/>
          </p:nvSpPr>
          <p:spPr>
            <a:xfrm>
              <a:off x="5078320" y="363735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9CA9">
                <a:alpha val="100000"/>
              </a:srgbClr>
            </a:solidFill>
            <a:ln w="5420" cap="flat">
              <a:solidFill>
                <a:srgbClr val="399C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97" name="pg1397"/>
            <p:cNvSpPr/>
            <p:nvPr/>
          </p:nvSpPr>
          <p:spPr>
            <a:xfrm>
              <a:off x="5089957" y="363735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9EAA">
                <a:alpha val="100000"/>
              </a:srgbClr>
            </a:solidFill>
            <a:ln w="5420" cap="flat">
              <a:solidFill>
                <a:srgbClr val="3B9E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98" name="pg1398"/>
            <p:cNvSpPr/>
            <p:nvPr/>
          </p:nvSpPr>
          <p:spPr>
            <a:xfrm>
              <a:off x="5101595" y="363735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0A3AA">
                <a:alpha val="100000"/>
              </a:srgbClr>
            </a:solidFill>
            <a:ln w="5420" cap="flat">
              <a:solidFill>
                <a:srgbClr val="40A3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99" name="pg1399"/>
            <p:cNvSpPr/>
            <p:nvPr/>
          </p:nvSpPr>
          <p:spPr>
            <a:xfrm>
              <a:off x="5113232" y="363735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2A5AA">
                <a:alpha val="100000"/>
              </a:srgbClr>
            </a:solidFill>
            <a:ln w="5420" cap="flat">
              <a:solidFill>
                <a:srgbClr val="42A5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00" name="pg1400"/>
            <p:cNvSpPr/>
            <p:nvPr/>
          </p:nvSpPr>
          <p:spPr>
            <a:xfrm>
              <a:off x="5124869" y="363735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5A8AA">
                <a:alpha val="100000"/>
              </a:srgbClr>
            </a:solidFill>
            <a:ln w="5420" cap="flat">
              <a:solidFill>
                <a:srgbClr val="45A8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01" name="pg1401"/>
            <p:cNvSpPr/>
            <p:nvPr/>
          </p:nvSpPr>
          <p:spPr>
            <a:xfrm>
              <a:off x="5136507" y="363735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6AAAA">
                <a:alpha val="100000"/>
              </a:srgbClr>
            </a:solidFill>
            <a:ln w="5420" cap="flat">
              <a:solidFill>
                <a:srgbClr val="46AA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02" name="pg1402"/>
            <p:cNvSpPr/>
            <p:nvPr/>
          </p:nvSpPr>
          <p:spPr>
            <a:xfrm>
              <a:off x="5148144" y="363735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8ACAB">
                <a:alpha val="100000"/>
              </a:srgbClr>
            </a:solidFill>
            <a:ln w="5420" cap="flat">
              <a:solidFill>
                <a:srgbClr val="48AC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03" name="pg1403"/>
            <p:cNvSpPr/>
            <p:nvPr/>
          </p:nvSpPr>
          <p:spPr>
            <a:xfrm>
              <a:off x="5159781" y="363735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AAEAB">
                <a:alpha val="100000"/>
              </a:srgbClr>
            </a:solidFill>
            <a:ln w="5420" cap="flat">
              <a:solidFill>
                <a:srgbClr val="4AAE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04" name="pg1404"/>
            <p:cNvSpPr/>
            <p:nvPr/>
          </p:nvSpPr>
          <p:spPr>
            <a:xfrm>
              <a:off x="5171419" y="363735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CB0AB">
                <a:alpha val="100000"/>
              </a:srgbClr>
            </a:solidFill>
            <a:ln w="5420" cap="flat">
              <a:solidFill>
                <a:srgbClr val="4CB0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05" name="pg1405"/>
            <p:cNvSpPr/>
            <p:nvPr/>
          </p:nvSpPr>
          <p:spPr>
            <a:xfrm>
              <a:off x="5206331" y="363735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2B9AB">
                <a:alpha val="100000"/>
              </a:srgbClr>
            </a:solidFill>
            <a:ln w="5420" cap="flat">
              <a:solidFill>
                <a:srgbClr val="52B9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06" name="pg1406"/>
            <p:cNvSpPr/>
            <p:nvPr/>
          </p:nvSpPr>
          <p:spPr>
            <a:xfrm>
              <a:off x="5217968" y="363735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5BDAB">
                <a:alpha val="100000"/>
              </a:srgbClr>
            </a:solidFill>
            <a:ln w="5420" cap="flat">
              <a:solidFill>
                <a:srgbClr val="55BD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07" name="pg1407"/>
            <p:cNvSpPr/>
            <p:nvPr/>
          </p:nvSpPr>
          <p:spPr>
            <a:xfrm>
              <a:off x="5229605" y="363735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7C0AC">
                <a:alpha val="100000"/>
              </a:srgbClr>
            </a:solidFill>
            <a:ln w="5420" cap="flat">
              <a:solidFill>
                <a:srgbClr val="57C0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08" name="pg1408"/>
            <p:cNvSpPr/>
            <p:nvPr/>
          </p:nvSpPr>
          <p:spPr>
            <a:xfrm>
              <a:off x="5241243" y="363735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8C2AC">
                <a:alpha val="100000"/>
              </a:srgbClr>
            </a:solidFill>
            <a:ln w="5420" cap="flat">
              <a:solidFill>
                <a:srgbClr val="58C2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09" name="pg1409"/>
            <p:cNvSpPr/>
            <p:nvPr/>
          </p:nvSpPr>
          <p:spPr>
            <a:xfrm>
              <a:off x="5252880" y="363735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9C4AC">
                <a:alpha val="100000"/>
              </a:srgbClr>
            </a:solidFill>
            <a:ln w="5420" cap="flat">
              <a:solidFill>
                <a:srgbClr val="59C4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10" name="pg1410"/>
            <p:cNvSpPr/>
            <p:nvPr/>
          </p:nvSpPr>
          <p:spPr>
            <a:xfrm>
              <a:off x="5264517" y="363735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AC5AC">
                <a:alpha val="100000"/>
              </a:srgbClr>
            </a:solidFill>
            <a:ln w="5420" cap="flat">
              <a:solidFill>
                <a:srgbClr val="5AC5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11" name="pg1411"/>
            <p:cNvSpPr/>
            <p:nvPr/>
          </p:nvSpPr>
          <p:spPr>
            <a:xfrm>
              <a:off x="4985221" y="365165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9AA9">
                <a:alpha val="100000"/>
              </a:srgbClr>
            </a:solidFill>
            <a:ln w="5420" cap="flat">
              <a:solidFill>
                <a:srgbClr val="379A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12" name="pg1412"/>
            <p:cNvSpPr/>
            <p:nvPr/>
          </p:nvSpPr>
          <p:spPr>
            <a:xfrm>
              <a:off x="4996859" y="365165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699A9">
                <a:alpha val="100000"/>
              </a:srgbClr>
            </a:solidFill>
            <a:ln w="5420" cap="flat">
              <a:solidFill>
                <a:srgbClr val="3699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13" name="pg1413"/>
            <p:cNvSpPr/>
            <p:nvPr/>
          </p:nvSpPr>
          <p:spPr>
            <a:xfrm>
              <a:off x="5008496" y="365165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497A9">
                <a:alpha val="100000"/>
              </a:srgbClr>
            </a:solidFill>
            <a:ln w="5420" cap="flat">
              <a:solidFill>
                <a:srgbClr val="3497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14" name="pg1414"/>
            <p:cNvSpPr/>
            <p:nvPr/>
          </p:nvSpPr>
          <p:spPr>
            <a:xfrm>
              <a:off x="5020133" y="365165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496A9">
                <a:alpha val="100000"/>
              </a:srgbClr>
            </a:solidFill>
            <a:ln w="5420" cap="flat">
              <a:solidFill>
                <a:srgbClr val="3496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15" name="pg1415"/>
            <p:cNvSpPr/>
            <p:nvPr/>
          </p:nvSpPr>
          <p:spPr>
            <a:xfrm>
              <a:off x="5031771" y="365165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595A9">
                <a:alpha val="100000"/>
              </a:srgbClr>
            </a:solidFill>
            <a:ln w="5420" cap="flat">
              <a:solidFill>
                <a:srgbClr val="3595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16" name="pg1416"/>
            <p:cNvSpPr/>
            <p:nvPr/>
          </p:nvSpPr>
          <p:spPr>
            <a:xfrm>
              <a:off x="5043408" y="365165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594A8">
                <a:alpha val="100000"/>
              </a:srgbClr>
            </a:solidFill>
            <a:ln w="5420" cap="flat">
              <a:solidFill>
                <a:srgbClr val="3594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17" name="pg1417"/>
            <p:cNvSpPr/>
            <p:nvPr/>
          </p:nvSpPr>
          <p:spPr>
            <a:xfrm>
              <a:off x="5055045" y="365165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595A9">
                <a:alpha val="100000"/>
              </a:srgbClr>
            </a:solidFill>
            <a:ln w="5420" cap="flat">
              <a:solidFill>
                <a:srgbClr val="3595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18" name="pg1418"/>
            <p:cNvSpPr/>
            <p:nvPr/>
          </p:nvSpPr>
          <p:spPr>
            <a:xfrm>
              <a:off x="5066683" y="365165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497A9">
                <a:alpha val="100000"/>
              </a:srgbClr>
            </a:solidFill>
            <a:ln w="5420" cap="flat">
              <a:solidFill>
                <a:srgbClr val="3497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19" name="pg1419"/>
            <p:cNvSpPr/>
            <p:nvPr/>
          </p:nvSpPr>
          <p:spPr>
            <a:xfrm>
              <a:off x="5078320" y="365165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699A9">
                <a:alpha val="100000"/>
              </a:srgbClr>
            </a:solidFill>
            <a:ln w="5420" cap="flat">
              <a:solidFill>
                <a:srgbClr val="3699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20" name="pg1420"/>
            <p:cNvSpPr/>
            <p:nvPr/>
          </p:nvSpPr>
          <p:spPr>
            <a:xfrm>
              <a:off x="5089957" y="365165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9CA9">
                <a:alpha val="100000"/>
              </a:srgbClr>
            </a:solidFill>
            <a:ln w="5420" cap="flat">
              <a:solidFill>
                <a:srgbClr val="3A9C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21" name="pg1421"/>
            <p:cNvSpPr/>
            <p:nvPr/>
          </p:nvSpPr>
          <p:spPr>
            <a:xfrm>
              <a:off x="5101595" y="365165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1A3AA">
                <a:alpha val="100000"/>
              </a:srgbClr>
            </a:solidFill>
            <a:ln w="5420" cap="flat">
              <a:solidFill>
                <a:srgbClr val="41A3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22" name="pg1422"/>
            <p:cNvSpPr/>
            <p:nvPr/>
          </p:nvSpPr>
          <p:spPr>
            <a:xfrm>
              <a:off x="5113232" y="365165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4A7AA">
                <a:alpha val="100000"/>
              </a:srgbClr>
            </a:solidFill>
            <a:ln w="5420" cap="flat">
              <a:solidFill>
                <a:srgbClr val="44A7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23" name="pg1423"/>
            <p:cNvSpPr/>
            <p:nvPr/>
          </p:nvSpPr>
          <p:spPr>
            <a:xfrm>
              <a:off x="5124869" y="365165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6AAAA">
                <a:alpha val="100000"/>
              </a:srgbClr>
            </a:solidFill>
            <a:ln w="5420" cap="flat">
              <a:solidFill>
                <a:srgbClr val="46AA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24" name="pg1424"/>
            <p:cNvSpPr/>
            <p:nvPr/>
          </p:nvSpPr>
          <p:spPr>
            <a:xfrm>
              <a:off x="5136507" y="365165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9ADAB">
                <a:alpha val="100000"/>
              </a:srgbClr>
            </a:solidFill>
            <a:ln w="5420" cap="flat">
              <a:solidFill>
                <a:srgbClr val="49AD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25" name="pg1425"/>
            <p:cNvSpPr/>
            <p:nvPr/>
          </p:nvSpPr>
          <p:spPr>
            <a:xfrm>
              <a:off x="5148144" y="365165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BB0AB">
                <a:alpha val="100000"/>
              </a:srgbClr>
            </a:solidFill>
            <a:ln w="5420" cap="flat">
              <a:solidFill>
                <a:srgbClr val="4BB0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26" name="pg1426"/>
            <p:cNvSpPr/>
            <p:nvPr/>
          </p:nvSpPr>
          <p:spPr>
            <a:xfrm>
              <a:off x="5159781" y="365165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DB2AB">
                <a:alpha val="100000"/>
              </a:srgbClr>
            </a:solidFill>
            <a:ln w="5420" cap="flat">
              <a:solidFill>
                <a:srgbClr val="4DB2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27" name="pg1427"/>
            <p:cNvSpPr/>
            <p:nvPr/>
          </p:nvSpPr>
          <p:spPr>
            <a:xfrm>
              <a:off x="5171419" y="365165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EB4AB">
                <a:alpha val="100000"/>
              </a:srgbClr>
            </a:solidFill>
            <a:ln w="5420" cap="flat">
              <a:solidFill>
                <a:srgbClr val="4EB4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28" name="pg1428"/>
            <p:cNvSpPr/>
            <p:nvPr/>
          </p:nvSpPr>
          <p:spPr>
            <a:xfrm>
              <a:off x="5183056" y="365165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FB5AB">
                <a:alpha val="100000"/>
              </a:srgbClr>
            </a:solidFill>
            <a:ln w="5420" cap="flat">
              <a:solidFill>
                <a:srgbClr val="4FB5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29" name="pg1429"/>
            <p:cNvSpPr/>
            <p:nvPr/>
          </p:nvSpPr>
          <p:spPr>
            <a:xfrm>
              <a:off x="5217968" y="365165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3BBAB">
                <a:alpha val="100000"/>
              </a:srgbClr>
            </a:solidFill>
            <a:ln w="5420" cap="flat">
              <a:solidFill>
                <a:srgbClr val="53BB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30" name="pg1430"/>
            <p:cNvSpPr/>
            <p:nvPr/>
          </p:nvSpPr>
          <p:spPr>
            <a:xfrm>
              <a:off x="5229605" y="365165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4BCAB">
                <a:alpha val="100000"/>
              </a:srgbClr>
            </a:solidFill>
            <a:ln w="5420" cap="flat">
              <a:solidFill>
                <a:srgbClr val="54BC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31" name="pg1431"/>
            <p:cNvSpPr/>
            <p:nvPr/>
          </p:nvSpPr>
          <p:spPr>
            <a:xfrm>
              <a:off x="5241243" y="365165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5BDAB">
                <a:alpha val="100000"/>
              </a:srgbClr>
            </a:solidFill>
            <a:ln w="5420" cap="flat">
              <a:solidFill>
                <a:srgbClr val="55BD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32" name="pg1432"/>
            <p:cNvSpPr/>
            <p:nvPr/>
          </p:nvSpPr>
          <p:spPr>
            <a:xfrm>
              <a:off x="5252880" y="365165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5BEAB">
                <a:alpha val="100000"/>
              </a:srgbClr>
            </a:solidFill>
            <a:ln w="5420" cap="flat">
              <a:solidFill>
                <a:srgbClr val="55BE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33" name="pg1433"/>
            <p:cNvSpPr/>
            <p:nvPr/>
          </p:nvSpPr>
          <p:spPr>
            <a:xfrm>
              <a:off x="5264517" y="365165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6BEAB">
                <a:alpha val="100000"/>
              </a:srgbClr>
            </a:solidFill>
            <a:ln w="5420" cap="flat">
              <a:solidFill>
                <a:srgbClr val="56BE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34" name="pg1434"/>
            <p:cNvSpPr/>
            <p:nvPr/>
          </p:nvSpPr>
          <p:spPr>
            <a:xfrm>
              <a:off x="4985221" y="366595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89AA9">
                <a:alpha val="100000"/>
              </a:srgbClr>
            </a:solidFill>
            <a:ln w="5420" cap="flat">
              <a:solidFill>
                <a:srgbClr val="389A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35" name="pg1435"/>
            <p:cNvSpPr/>
            <p:nvPr/>
          </p:nvSpPr>
          <p:spPr>
            <a:xfrm>
              <a:off x="4996859" y="366595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699A9">
                <a:alpha val="100000"/>
              </a:srgbClr>
            </a:solidFill>
            <a:ln w="5420" cap="flat">
              <a:solidFill>
                <a:srgbClr val="3699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36" name="pg1436"/>
            <p:cNvSpPr/>
            <p:nvPr/>
          </p:nvSpPr>
          <p:spPr>
            <a:xfrm>
              <a:off x="5008496" y="366595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497A9">
                <a:alpha val="100000"/>
              </a:srgbClr>
            </a:solidFill>
            <a:ln w="5420" cap="flat">
              <a:solidFill>
                <a:srgbClr val="3497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37" name="pg1437"/>
            <p:cNvSpPr/>
            <p:nvPr/>
          </p:nvSpPr>
          <p:spPr>
            <a:xfrm>
              <a:off x="5020133" y="366595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496A9">
                <a:alpha val="100000"/>
              </a:srgbClr>
            </a:solidFill>
            <a:ln w="5420" cap="flat">
              <a:solidFill>
                <a:srgbClr val="3496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38" name="pg1438"/>
            <p:cNvSpPr/>
            <p:nvPr/>
          </p:nvSpPr>
          <p:spPr>
            <a:xfrm>
              <a:off x="5031771" y="366595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595A9">
                <a:alpha val="100000"/>
              </a:srgbClr>
            </a:solidFill>
            <a:ln w="5420" cap="flat">
              <a:solidFill>
                <a:srgbClr val="3595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39" name="pg1439"/>
            <p:cNvSpPr/>
            <p:nvPr/>
          </p:nvSpPr>
          <p:spPr>
            <a:xfrm>
              <a:off x="5043408" y="366595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594A8">
                <a:alpha val="100000"/>
              </a:srgbClr>
            </a:solidFill>
            <a:ln w="5420" cap="flat">
              <a:solidFill>
                <a:srgbClr val="3594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40" name="pg1440"/>
            <p:cNvSpPr/>
            <p:nvPr/>
          </p:nvSpPr>
          <p:spPr>
            <a:xfrm>
              <a:off x="5055045" y="366595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595A9">
                <a:alpha val="100000"/>
              </a:srgbClr>
            </a:solidFill>
            <a:ln w="5420" cap="flat">
              <a:solidFill>
                <a:srgbClr val="3595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41" name="pg1441"/>
            <p:cNvSpPr/>
            <p:nvPr/>
          </p:nvSpPr>
          <p:spPr>
            <a:xfrm>
              <a:off x="5066683" y="366595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497A9">
                <a:alpha val="100000"/>
              </a:srgbClr>
            </a:solidFill>
            <a:ln w="5420" cap="flat">
              <a:solidFill>
                <a:srgbClr val="3497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42" name="pg1442"/>
            <p:cNvSpPr/>
            <p:nvPr/>
          </p:nvSpPr>
          <p:spPr>
            <a:xfrm>
              <a:off x="5078320" y="366595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9AA9">
                <a:alpha val="100000"/>
              </a:srgbClr>
            </a:solidFill>
            <a:ln w="5420" cap="flat">
              <a:solidFill>
                <a:srgbClr val="379A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43" name="pg1443"/>
            <p:cNvSpPr/>
            <p:nvPr/>
          </p:nvSpPr>
          <p:spPr>
            <a:xfrm>
              <a:off x="5089957" y="366595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9DA9">
                <a:alpha val="100000"/>
              </a:srgbClr>
            </a:solidFill>
            <a:ln w="5420" cap="flat">
              <a:solidFill>
                <a:srgbClr val="3A9D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44" name="pg1444"/>
            <p:cNvSpPr/>
            <p:nvPr/>
          </p:nvSpPr>
          <p:spPr>
            <a:xfrm>
              <a:off x="5101595" y="366595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2A5AA">
                <a:alpha val="100000"/>
              </a:srgbClr>
            </a:solidFill>
            <a:ln w="5420" cap="flat">
              <a:solidFill>
                <a:srgbClr val="42A5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45" name="pg1445"/>
            <p:cNvSpPr/>
            <p:nvPr/>
          </p:nvSpPr>
          <p:spPr>
            <a:xfrm>
              <a:off x="5113232" y="366595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5A9AA">
                <a:alpha val="100000"/>
              </a:srgbClr>
            </a:solidFill>
            <a:ln w="5420" cap="flat">
              <a:solidFill>
                <a:srgbClr val="45A9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46" name="pg1446"/>
            <p:cNvSpPr/>
            <p:nvPr/>
          </p:nvSpPr>
          <p:spPr>
            <a:xfrm>
              <a:off x="5124869" y="366595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8ACAA">
                <a:alpha val="100000"/>
              </a:srgbClr>
            </a:solidFill>
            <a:ln w="5420" cap="flat">
              <a:solidFill>
                <a:srgbClr val="48AC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47" name="pg1447"/>
            <p:cNvSpPr/>
            <p:nvPr/>
          </p:nvSpPr>
          <p:spPr>
            <a:xfrm>
              <a:off x="5136507" y="366595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BAFAB">
                <a:alpha val="100000"/>
              </a:srgbClr>
            </a:solidFill>
            <a:ln w="5420" cap="flat">
              <a:solidFill>
                <a:srgbClr val="4BAF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48" name="pg1448"/>
            <p:cNvSpPr/>
            <p:nvPr/>
          </p:nvSpPr>
          <p:spPr>
            <a:xfrm>
              <a:off x="5148144" y="366595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DB2AB">
                <a:alpha val="100000"/>
              </a:srgbClr>
            </a:solidFill>
            <a:ln w="5420" cap="flat">
              <a:solidFill>
                <a:srgbClr val="4DB2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49" name="pg1449"/>
            <p:cNvSpPr/>
            <p:nvPr/>
          </p:nvSpPr>
          <p:spPr>
            <a:xfrm>
              <a:off x="5159781" y="366595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EB4AB">
                <a:alpha val="100000"/>
              </a:srgbClr>
            </a:solidFill>
            <a:ln w="5420" cap="flat">
              <a:solidFill>
                <a:srgbClr val="4EB4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50" name="pg1450"/>
            <p:cNvSpPr/>
            <p:nvPr/>
          </p:nvSpPr>
          <p:spPr>
            <a:xfrm>
              <a:off x="5171419" y="366595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0B6AB">
                <a:alpha val="100000"/>
              </a:srgbClr>
            </a:solidFill>
            <a:ln w="5420" cap="flat">
              <a:solidFill>
                <a:srgbClr val="50B6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51" name="pg1451"/>
            <p:cNvSpPr/>
            <p:nvPr/>
          </p:nvSpPr>
          <p:spPr>
            <a:xfrm>
              <a:off x="5183056" y="366595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1B8AB">
                <a:alpha val="100000"/>
              </a:srgbClr>
            </a:solidFill>
            <a:ln w="5420" cap="flat">
              <a:solidFill>
                <a:srgbClr val="51B8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52" name="pg1452"/>
            <p:cNvSpPr/>
            <p:nvPr/>
          </p:nvSpPr>
          <p:spPr>
            <a:xfrm>
              <a:off x="5206331" y="366595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3BAAB">
                <a:alpha val="100000"/>
              </a:srgbClr>
            </a:solidFill>
            <a:ln w="5420" cap="flat">
              <a:solidFill>
                <a:srgbClr val="53BA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53" name="pg1453"/>
            <p:cNvSpPr/>
            <p:nvPr/>
          </p:nvSpPr>
          <p:spPr>
            <a:xfrm>
              <a:off x="5217968" y="366595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4BBAB">
                <a:alpha val="100000"/>
              </a:srgbClr>
            </a:solidFill>
            <a:ln w="5420" cap="flat">
              <a:solidFill>
                <a:srgbClr val="54BB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54" name="pg1454"/>
            <p:cNvSpPr/>
            <p:nvPr/>
          </p:nvSpPr>
          <p:spPr>
            <a:xfrm>
              <a:off x="5229605" y="366595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4BCAB">
                <a:alpha val="100000"/>
              </a:srgbClr>
            </a:solidFill>
            <a:ln w="5420" cap="flat">
              <a:solidFill>
                <a:srgbClr val="54BC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55" name="pg1455"/>
            <p:cNvSpPr/>
            <p:nvPr/>
          </p:nvSpPr>
          <p:spPr>
            <a:xfrm>
              <a:off x="5241243" y="366595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4BCAB">
                <a:alpha val="100000"/>
              </a:srgbClr>
            </a:solidFill>
            <a:ln w="5420" cap="flat">
              <a:solidFill>
                <a:srgbClr val="54BC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56" name="pg1456"/>
            <p:cNvSpPr/>
            <p:nvPr/>
          </p:nvSpPr>
          <p:spPr>
            <a:xfrm>
              <a:off x="5252880" y="366595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4BCAB">
                <a:alpha val="100000"/>
              </a:srgbClr>
            </a:solidFill>
            <a:ln w="5420" cap="flat">
              <a:solidFill>
                <a:srgbClr val="54BC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57" name="pg1457"/>
            <p:cNvSpPr/>
            <p:nvPr/>
          </p:nvSpPr>
          <p:spPr>
            <a:xfrm>
              <a:off x="5264517" y="366595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4BCAB">
                <a:alpha val="100000"/>
              </a:srgbClr>
            </a:solidFill>
            <a:ln w="5420" cap="flat">
              <a:solidFill>
                <a:srgbClr val="54BC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58" name="pg1458"/>
            <p:cNvSpPr/>
            <p:nvPr/>
          </p:nvSpPr>
          <p:spPr>
            <a:xfrm>
              <a:off x="4996859" y="368025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9AA9">
                <a:alpha val="100000"/>
              </a:srgbClr>
            </a:solidFill>
            <a:ln w="5420" cap="flat">
              <a:solidFill>
                <a:srgbClr val="379A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59" name="pg1459"/>
            <p:cNvSpPr/>
            <p:nvPr/>
          </p:nvSpPr>
          <p:spPr>
            <a:xfrm>
              <a:off x="5008496" y="368025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698A9">
                <a:alpha val="100000"/>
              </a:srgbClr>
            </a:solidFill>
            <a:ln w="5420" cap="flat">
              <a:solidFill>
                <a:srgbClr val="3698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60" name="pg1460"/>
            <p:cNvSpPr/>
            <p:nvPr/>
          </p:nvSpPr>
          <p:spPr>
            <a:xfrm>
              <a:off x="5020133" y="368025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497A9">
                <a:alpha val="100000"/>
              </a:srgbClr>
            </a:solidFill>
            <a:ln w="5420" cap="flat">
              <a:solidFill>
                <a:srgbClr val="3497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61" name="pg1461"/>
            <p:cNvSpPr/>
            <p:nvPr/>
          </p:nvSpPr>
          <p:spPr>
            <a:xfrm>
              <a:off x="5031771" y="368025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496A9">
                <a:alpha val="100000"/>
              </a:srgbClr>
            </a:solidFill>
            <a:ln w="5420" cap="flat">
              <a:solidFill>
                <a:srgbClr val="3496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62" name="pg1462"/>
            <p:cNvSpPr/>
            <p:nvPr/>
          </p:nvSpPr>
          <p:spPr>
            <a:xfrm>
              <a:off x="5043408" y="368025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496A9">
                <a:alpha val="100000"/>
              </a:srgbClr>
            </a:solidFill>
            <a:ln w="5420" cap="flat">
              <a:solidFill>
                <a:srgbClr val="3496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63" name="pg1463"/>
            <p:cNvSpPr/>
            <p:nvPr/>
          </p:nvSpPr>
          <p:spPr>
            <a:xfrm>
              <a:off x="5055045" y="368025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497A9">
                <a:alpha val="100000"/>
              </a:srgbClr>
            </a:solidFill>
            <a:ln w="5420" cap="flat">
              <a:solidFill>
                <a:srgbClr val="3497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64" name="pg1464"/>
            <p:cNvSpPr/>
            <p:nvPr/>
          </p:nvSpPr>
          <p:spPr>
            <a:xfrm>
              <a:off x="5066683" y="368025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699A9">
                <a:alpha val="100000"/>
              </a:srgbClr>
            </a:solidFill>
            <a:ln w="5420" cap="flat">
              <a:solidFill>
                <a:srgbClr val="3699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65" name="pg1465"/>
            <p:cNvSpPr/>
            <p:nvPr/>
          </p:nvSpPr>
          <p:spPr>
            <a:xfrm>
              <a:off x="5078320" y="368025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9BA9">
                <a:alpha val="100000"/>
              </a:srgbClr>
            </a:solidFill>
            <a:ln w="5420" cap="flat">
              <a:solidFill>
                <a:srgbClr val="399B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66" name="pg1466"/>
            <p:cNvSpPr/>
            <p:nvPr/>
          </p:nvSpPr>
          <p:spPr>
            <a:xfrm>
              <a:off x="5089957" y="368025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9FAA">
                <a:alpha val="100000"/>
              </a:srgbClr>
            </a:solidFill>
            <a:ln w="5420" cap="flat">
              <a:solidFill>
                <a:srgbClr val="3C9F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67" name="pg1467"/>
            <p:cNvSpPr/>
            <p:nvPr/>
          </p:nvSpPr>
          <p:spPr>
            <a:xfrm>
              <a:off x="5101595" y="368025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4A7AA">
                <a:alpha val="100000"/>
              </a:srgbClr>
            </a:solidFill>
            <a:ln w="5420" cap="flat">
              <a:solidFill>
                <a:srgbClr val="44A7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68" name="pg1468"/>
            <p:cNvSpPr/>
            <p:nvPr/>
          </p:nvSpPr>
          <p:spPr>
            <a:xfrm>
              <a:off x="5113232" y="368025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7ABAA">
                <a:alpha val="100000"/>
              </a:srgbClr>
            </a:solidFill>
            <a:ln w="5420" cap="flat">
              <a:solidFill>
                <a:srgbClr val="47AB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69" name="pg1469"/>
            <p:cNvSpPr/>
            <p:nvPr/>
          </p:nvSpPr>
          <p:spPr>
            <a:xfrm>
              <a:off x="5124869" y="368025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AAFAB">
                <a:alpha val="100000"/>
              </a:srgbClr>
            </a:solidFill>
            <a:ln w="5420" cap="flat">
              <a:solidFill>
                <a:srgbClr val="4AAF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70" name="pg1470"/>
            <p:cNvSpPr/>
            <p:nvPr/>
          </p:nvSpPr>
          <p:spPr>
            <a:xfrm>
              <a:off x="5136507" y="368025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DB2AB">
                <a:alpha val="100000"/>
              </a:srgbClr>
            </a:solidFill>
            <a:ln w="5420" cap="flat">
              <a:solidFill>
                <a:srgbClr val="4DB2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71" name="pg1471"/>
            <p:cNvSpPr/>
            <p:nvPr/>
          </p:nvSpPr>
          <p:spPr>
            <a:xfrm>
              <a:off x="5148144" y="368025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FB5AB">
                <a:alpha val="100000"/>
              </a:srgbClr>
            </a:solidFill>
            <a:ln w="5420" cap="flat">
              <a:solidFill>
                <a:srgbClr val="4FB5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72" name="pg1472"/>
            <p:cNvSpPr/>
            <p:nvPr/>
          </p:nvSpPr>
          <p:spPr>
            <a:xfrm>
              <a:off x="5159781" y="368025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1B7AB">
                <a:alpha val="100000"/>
              </a:srgbClr>
            </a:solidFill>
            <a:ln w="5420" cap="flat">
              <a:solidFill>
                <a:srgbClr val="51B7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73" name="pg1473"/>
            <p:cNvSpPr/>
            <p:nvPr/>
          </p:nvSpPr>
          <p:spPr>
            <a:xfrm>
              <a:off x="5171419" y="368025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2B9AB">
                <a:alpha val="100000"/>
              </a:srgbClr>
            </a:solidFill>
            <a:ln w="5420" cap="flat">
              <a:solidFill>
                <a:srgbClr val="52B9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74" name="pg1474"/>
            <p:cNvSpPr/>
            <p:nvPr/>
          </p:nvSpPr>
          <p:spPr>
            <a:xfrm>
              <a:off x="5183056" y="368025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3BAAB">
                <a:alpha val="100000"/>
              </a:srgbClr>
            </a:solidFill>
            <a:ln w="5420" cap="flat">
              <a:solidFill>
                <a:srgbClr val="53BA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75" name="pg1475"/>
            <p:cNvSpPr/>
            <p:nvPr/>
          </p:nvSpPr>
          <p:spPr>
            <a:xfrm>
              <a:off x="5194693" y="368025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4BCAB">
                <a:alpha val="100000"/>
              </a:srgbClr>
            </a:solidFill>
            <a:ln w="5420" cap="flat">
              <a:solidFill>
                <a:srgbClr val="54BC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76" name="pg1476"/>
            <p:cNvSpPr/>
            <p:nvPr/>
          </p:nvSpPr>
          <p:spPr>
            <a:xfrm>
              <a:off x="5206331" y="368025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4BCAB">
                <a:alpha val="100000"/>
              </a:srgbClr>
            </a:solidFill>
            <a:ln w="5420" cap="flat">
              <a:solidFill>
                <a:srgbClr val="54BC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77" name="pg1477"/>
            <p:cNvSpPr/>
            <p:nvPr/>
          </p:nvSpPr>
          <p:spPr>
            <a:xfrm>
              <a:off x="5217968" y="368025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4BCAB">
                <a:alpha val="100000"/>
              </a:srgbClr>
            </a:solidFill>
            <a:ln w="5420" cap="flat">
              <a:solidFill>
                <a:srgbClr val="54BC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78" name="pg1478"/>
            <p:cNvSpPr/>
            <p:nvPr/>
          </p:nvSpPr>
          <p:spPr>
            <a:xfrm>
              <a:off x="5229605" y="368025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4BCAB">
                <a:alpha val="100000"/>
              </a:srgbClr>
            </a:solidFill>
            <a:ln w="5420" cap="flat">
              <a:solidFill>
                <a:srgbClr val="54BC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79" name="pg1479"/>
            <p:cNvSpPr/>
            <p:nvPr/>
          </p:nvSpPr>
          <p:spPr>
            <a:xfrm>
              <a:off x="5241243" y="368025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4BCAB">
                <a:alpha val="100000"/>
              </a:srgbClr>
            </a:solidFill>
            <a:ln w="5420" cap="flat">
              <a:solidFill>
                <a:srgbClr val="54BC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80" name="pg1480"/>
            <p:cNvSpPr/>
            <p:nvPr/>
          </p:nvSpPr>
          <p:spPr>
            <a:xfrm>
              <a:off x="5252880" y="368025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4BCAB">
                <a:alpha val="100000"/>
              </a:srgbClr>
            </a:solidFill>
            <a:ln w="5420" cap="flat">
              <a:solidFill>
                <a:srgbClr val="54BC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81" name="pg1481"/>
            <p:cNvSpPr/>
            <p:nvPr/>
          </p:nvSpPr>
          <p:spPr>
            <a:xfrm>
              <a:off x="5264517" y="368025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4BCAB">
                <a:alpha val="100000"/>
              </a:srgbClr>
            </a:solidFill>
            <a:ln w="5420" cap="flat">
              <a:solidFill>
                <a:srgbClr val="54BC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82" name="pg1482"/>
            <p:cNvSpPr/>
            <p:nvPr/>
          </p:nvSpPr>
          <p:spPr>
            <a:xfrm>
              <a:off x="5008496" y="369455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89BA9">
                <a:alpha val="100000"/>
              </a:srgbClr>
            </a:solidFill>
            <a:ln w="5420" cap="flat">
              <a:solidFill>
                <a:srgbClr val="389B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83" name="pg1483"/>
            <p:cNvSpPr/>
            <p:nvPr/>
          </p:nvSpPr>
          <p:spPr>
            <a:xfrm>
              <a:off x="5020133" y="369455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9AA9">
                <a:alpha val="100000"/>
              </a:srgbClr>
            </a:solidFill>
            <a:ln w="5420" cap="flat">
              <a:solidFill>
                <a:srgbClr val="379A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84" name="pg1484"/>
            <p:cNvSpPr/>
            <p:nvPr/>
          </p:nvSpPr>
          <p:spPr>
            <a:xfrm>
              <a:off x="5031771" y="369455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699A9">
                <a:alpha val="100000"/>
              </a:srgbClr>
            </a:solidFill>
            <a:ln w="5420" cap="flat">
              <a:solidFill>
                <a:srgbClr val="3699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85" name="pg1485"/>
            <p:cNvSpPr/>
            <p:nvPr/>
          </p:nvSpPr>
          <p:spPr>
            <a:xfrm>
              <a:off x="5043408" y="369455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699A9">
                <a:alpha val="100000"/>
              </a:srgbClr>
            </a:solidFill>
            <a:ln w="5420" cap="flat">
              <a:solidFill>
                <a:srgbClr val="3699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86" name="pg1486"/>
            <p:cNvSpPr/>
            <p:nvPr/>
          </p:nvSpPr>
          <p:spPr>
            <a:xfrm>
              <a:off x="5055045" y="369455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9AA9">
                <a:alpha val="100000"/>
              </a:srgbClr>
            </a:solidFill>
            <a:ln w="5420" cap="flat">
              <a:solidFill>
                <a:srgbClr val="379A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87" name="pg1487"/>
            <p:cNvSpPr/>
            <p:nvPr/>
          </p:nvSpPr>
          <p:spPr>
            <a:xfrm>
              <a:off x="5066683" y="369455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9CA9">
                <a:alpha val="100000"/>
              </a:srgbClr>
            </a:solidFill>
            <a:ln w="5420" cap="flat">
              <a:solidFill>
                <a:srgbClr val="399C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88" name="pg1488"/>
            <p:cNvSpPr/>
            <p:nvPr/>
          </p:nvSpPr>
          <p:spPr>
            <a:xfrm>
              <a:off x="5078320" y="369455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9FAA">
                <a:alpha val="100000"/>
              </a:srgbClr>
            </a:solidFill>
            <a:ln w="5420" cap="flat">
              <a:solidFill>
                <a:srgbClr val="3C9F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89" name="pg1489"/>
            <p:cNvSpPr/>
            <p:nvPr/>
          </p:nvSpPr>
          <p:spPr>
            <a:xfrm>
              <a:off x="5089957" y="369455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0A2AA">
                <a:alpha val="100000"/>
              </a:srgbClr>
            </a:solidFill>
            <a:ln w="5420" cap="flat">
              <a:solidFill>
                <a:srgbClr val="40A2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90" name="pg1490"/>
            <p:cNvSpPr/>
            <p:nvPr/>
          </p:nvSpPr>
          <p:spPr>
            <a:xfrm>
              <a:off x="5101595" y="369455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7ABAA">
                <a:alpha val="100000"/>
              </a:srgbClr>
            </a:solidFill>
            <a:ln w="5420" cap="flat">
              <a:solidFill>
                <a:srgbClr val="47AB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91" name="pg1491"/>
            <p:cNvSpPr/>
            <p:nvPr/>
          </p:nvSpPr>
          <p:spPr>
            <a:xfrm>
              <a:off x="5113232" y="369455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AAFAB">
                <a:alpha val="100000"/>
              </a:srgbClr>
            </a:solidFill>
            <a:ln w="5420" cap="flat">
              <a:solidFill>
                <a:srgbClr val="4AAF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92" name="pg1492"/>
            <p:cNvSpPr/>
            <p:nvPr/>
          </p:nvSpPr>
          <p:spPr>
            <a:xfrm>
              <a:off x="5124869" y="369455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DB3AB">
                <a:alpha val="100000"/>
              </a:srgbClr>
            </a:solidFill>
            <a:ln w="5420" cap="flat">
              <a:solidFill>
                <a:srgbClr val="4DB3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93" name="pg1493"/>
            <p:cNvSpPr/>
            <p:nvPr/>
          </p:nvSpPr>
          <p:spPr>
            <a:xfrm>
              <a:off x="5136507" y="369455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0B6AB">
                <a:alpha val="100000"/>
              </a:srgbClr>
            </a:solidFill>
            <a:ln w="5420" cap="flat">
              <a:solidFill>
                <a:srgbClr val="50B6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94" name="pg1494"/>
            <p:cNvSpPr/>
            <p:nvPr/>
          </p:nvSpPr>
          <p:spPr>
            <a:xfrm>
              <a:off x="5148144" y="369455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2B9AB">
                <a:alpha val="100000"/>
              </a:srgbClr>
            </a:solidFill>
            <a:ln w="5420" cap="flat">
              <a:solidFill>
                <a:srgbClr val="52B9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95" name="pg1495"/>
            <p:cNvSpPr/>
            <p:nvPr/>
          </p:nvSpPr>
          <p:spPr>
            <a:xfrm>
              <a:off x="5159781" y="369455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4BBAB">
                <a:alpha val="100000"/>
              </a:srgbClr>
            </a:solidFill>
            <a:ln w="5420" cap="flat">
              <a:solidFill>
                <a:srgbClr val="54BB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96" name="pg1496"/>
            <p:cNvSpPr/>
            <p:nvPr/>
          </p:nvSpPr>
          <p:spPr>
            <a:xfrm>
              <a:off x="5171419" y="369455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5BDAB">
                <a:alpha val="100000"/>
              </a:srgbClr>
            </a:solidFill>
            <a:ln w="5420" cap="flat">
              <a:solidFill>
                <a:srgbClr val="55BD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97" name="pg1497"/>
            <p:cNvSpPr/>
            <p:nvPr/>
          </p:nvSpPr>
          <p:spPr>
            <a:xfrm>
              <a:off x="5183056" y="369455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6BEAB">
                <a:alpha val="100000"/>
              </a:srgbClr>
            </a:solidFill>
            <a:ln w="5420" cap="flat">
              <a:solidFill>
                <a:srgbClr val="56BE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98" name="pg1498"/>
            <p:cNvSpPr/>
            <p:nvPr/>
          </p:nvSpPr>
          <p:spPr>
            <a:xfrm>
              <a:off x="5194693" y="369455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6BFAB">
                <a:alpha val="100000"/>
              </a:srgbClr>
            </a:solidFill>
            <a:ln w="5420" cap="flat">
              <a:solidFill>
                <a:srgbClr val="56BF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99" name="pg1499"/>
            <p:cNvSpPr/>
            <p:nvPr/>
          </p:nvSpPr>
          <p:spPr>
            <a:xfrm>
              <a:off x="5206331" y="369455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6BFAB">
                <a:alpha val="100000"/>
              </a:srgbClr>
            </a:solidFill>
            <a:ln w="5420" cap="flat">
              <a:solidFill>
                <a:srgbClr val="56BF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00" name="pg1500"/>
            <p:cNvSpPr/>
            <p:nvPr/>
          </p:nvSpPr>
          <p:spPr>
            <a:xfrm>
              <a:off x="5217968" y="369455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6BEAB">
                <a:alpha val="100000"/>
              </a:srgbClr>
            </a:solidFill>
            <a:ln w="5420" cap="flat">
              <a:solidFill>
                <a:srgbClr val="56BE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01" name="pg1501"/>
            <p:cNvSpPr/>
            <p:nvPr/>
          </p:nvSpPr>
          <p:spPr>
            <a:xfrm>
              <a:off x="5229605" y="369455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5BEAB">
                <a:alpha val="100000"/>
              </a:srgbClr>
            </a:solidFill>
            <a:ln w="5420" cap="flat">
              <a:solidFill>
                <a:srgbClr val="55BE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02" name="pg1502"/>
            <p:cNvSpPr/>
            <p:nvPr/>
          </p:nvSpPr>
          <p:spPr>
            <a:xfrm>
              <a:off x="5241243" y="369455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5BDAB">
                <a:alpha val="100000"/>
              </a:srgbClr>
            </a:solidFill>
            <a:ln w="5420" cap="flat">
              <a:solidFill>
                <a:srgbClr val="55BD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03" name="pg1503"/>
            <p:cNvSpPr/>
            <p:nvPr/>
          </p:nvSpPr>
          <p:spPr>
            <a:xfrm>
              <a:off x="5252880" y="369455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4BCAB">
                <a:alpha val="100000"/>
              </a:srgbClr>
            </a:solidFill>
            <a:ln w="5420" cap="flat">
              <a:solidFill>
                <a:srgbClr val="54BC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04" name="pg1504"/>
            <p:cNvSpPr/>
            <p:nvPr/>
          </p:nvSpPr>
          <p:spPr>
            <a:xfrm>
              <a:off x="5008496" y="370885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9DA9">
                <a:alpha val="100000"/>
              </a:srgbClr>
            </a:solidFill>
            <a:ln w="5420" cap="flat">
              <a:solidFill>
                <a:srgbClr val="3B9D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05" name="pg1505"/>
            <p:cNvSpPr/>
            <p:nvPr/>
          </p:nvSpPr>
          <p:spPr>
            <a:xfrm>
              <a:off x="5020133" y="370885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9DA9">
                <a:alpha val="100000"/>
              </a:srgbClr>
            </a:solidFill>
            <a:ln w="5420" cap="flat">
              <a:solidFill>
                <a:srgbClr val="3B9D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06" name="pg1506"/>
            <p:cNvSpPr/>
            <p:nvPr/>
          </p:nvSpPr>
          <p:spPr>
            <a:xfrm>
              <a:off x="5031771" y="370885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9DA9">
                <a:alpha val="100000"/>
              </a:srgbClr>
            </a:solidFill>
            <a:ln w="5420" cap="flat">
              <a:solidFill>
                <a:srgbClr val="3A9D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07" name="pg1507"/>
            <p:cNvSpPr/>
            <p:nvPr/>
          </p:nvSpPr>
          <p:spPr>
            <a:xfrm>
              <a:off x="5043408" y="370885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9DAA">
                <a:alpha val="100000"/>
              </a:srgbClr>
            </a:solidFill>
            <a:ln w="5420" cap="flat">
              <a:solidFill>
                <a:srgbClr val="3B9D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08" name="pg1508"/>
            <p:cNvSpPr/>
            <p:nvPr/>
          </p:nvSpPr>
          <p:spPr>
            <a:xfrm>
              <a:off x="5055045" y="370885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9FAA">
                <a:alpha val="100000"/>
              </a:srgbClr>
            </a:solidFill>
            <a:ln w="5420" cap="flat">
              <a:solidFill>
                <a:srgbClr val="3C9F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09" name="pg1509"/>
            <p:cNvSpPr/>
            <p:nvPr/>
          </p:nvSpPr>
          <p:spPr>
            <a:xfrm>
              <a:off x="5066683" y="370885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EA1AA">
                <a:alpha val="100000"/>
              </a:srgbClr>
            </a:solidFill>
            <a:ln w="5420" cap="flat">
              <a:solidFill>
                <a:srgbClr val="3EA1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10" name="pg1510"/>
            <p:cNvSpPr/>
            <p:nvPr/>
          </p:nvSpPr>
          <p:spPr>
            <a:xfrm>
              <a:off x="5078320" y="370885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1A4AA">
                <a:alpha val="100000"/>
              </a:srgbClr>
            </a:solidFill>
            <a:ln w="5420" cap="flat">
              <a:solidFill>
                <a:srgbClr val="41A4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11" name="pg1511"/>
            <p:cNvSpPr/>
            <p:nvPr/>
          </p:nvSpPr>
          <p:spPr>
            <a:xfrm>
              <a:off x="5089957" y="370885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4A7AA">
                <a:alpha val="100000"/>
              </a:srgbClr>
            </a:solidFill>
            <a:ln w="5420" cap="flat">
              <a:solidFill>
                <a:srgbClr val="44A7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12" name="pg1512"/>
            <p:cNvSpPr/>
            <p:nvPr/>
          </p:nvSpPr>
          <p:spPr>
            <a:xfrm>
              <a:off x="5101595" y="370885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AAFAB">
                <a:alpha val="100000"/>
              </a:srgbClr>
            </a:solidFill>
            <a:ln w="5420" cap="flat">
              <a:solidFill>
                <a:srgbClr val="4AAF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13" name="pg1513"/>
            <p:cNvSpPr/>
            <p:nvPr/>
          </p:nvSpPr>
          <p:spPr>
            <a:xfrm>
              <a:off x="5113232" y="370885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DB3AB">
                <a:alpha val="100000"/>
              </a:srgbClr>
            </a:solidFill>
            <a:ln w="5420" cap="flat">
              <a:solidFill>
                <a:srgbClr val="4DB3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14" name="pg1514"/>
            <p:cNvSpPr/>
            <p:nvPr/>
          </p:nvSpPr>
          <p:spPr>
            <a:xfrm>
              <a:off x="5124869" y="370885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0B7AB">
                <a:alpha val="100000"/>
              </a:srgbClr>
            </a:solidFill>
            <a:ln w="5420" cap="flat">
              <a:solidFill>
                <a:srgbClr val="50B7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15" name="pg1515"/>
            <p:cNvSpPr/>
            <p:nvPr/>
          </p:nvSpPr>
          <p:spPr>
            <a:xfrm>
              <a:off x="5136507" y="370885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3BAAB">
                <a:alpha val="100000"/>
              </a:srgbClr>
            </a:solidFill>
            <a:ln w="5420" cap="flat">
              <a:solidFill>
                <a:srgbClr val="53BA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16" name="pg1516"/>
            <p:cNvSpPr/>
            <p:nvPr/>
          </p:nvSpPr>
          <p:spPr>
            <a:xfrm>
              <a:off x="5148144" y="370885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5BDAB">
                <a:alpha val="100000"/>
              </a:srgbClr>
            </a:solidFill>
            <a:ln w="5420" cap="flat">
              <a:solidFill>
                <a:srgbClr val="55BD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17" name="pg1517"/>
            <p:cNvSpPr/>
            <p:nvPr/>
          </p:nvSpPr>
          <p:spPr>
            <a:xfrm>
              <a:off x="5159781" y="370885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7C0AB">
                <a:alpha val="100000"/>
              </a:srgbClr>
            </a:solidFill>
            <a:ln w="5420" cap="flat">
              <a:solidFill>
                <a:srgbClr val="57C0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18" name="pg1518"/>
            <p:cNvSpPr/>
            <p:nvPr/>
          </p:nvSpPr>
          <p:spPr>
            <a:xfrm>
              <a:off x="5171419" y="370885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8C1AC">
                <a:alpha val="100000"/>
              </a:srgbClr>
            </a:solidFill>
            <a:ln w="5420" cap="flat">
              <a:solidFill>
                <a:srgbClr val="58C1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19" name="pg1519"/>
            <p:cNvSpPr/>
            <p:nvPr/>
          </p:nvSpPr>
          <p:spPr>
            <a:xfrm>
              <a:off x="5183056" y="370885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9C2AC">
                <a:alpha val="100000"/>
              </a:srgbClr>
            </a:solidFill>
            <a:ln w="5420" cap="flat">
              <a:solidFill>
                <a:srgbClr val="59C2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20" name="pg1520"/>
            <p:cNvSpPr/>
            <p:nvPr/>
          </p:nvSpPr>
          <p:spPr>
            <a:xfrm>
              <a:off x="5194693" y="370885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9C3AC">
                <a:alpha val="100000"/>
              </a:srgbClr>
            </a:solidFill>
            <a:ln w="5420" cap="flat">
              <a:solidFill>
                <a:srgbClr val="59C3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21" name="pg1521"/>
            <p:cNvSpPr/>
            <p:nvPr/>
          </p:nvSpPr>
          <p:spPr>
            <a:xfrm>
              <a:off x="5206331" y="370885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9C2AC">
                <a:alpha val="100000"/>
              </a:srgbClr>
            </a:solidFill>
            <a:ln w="5420" cap="flat">
              <a:solidFill>
                <a:srgbClr val="59C2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22" name="pg1522"/>
            <p:cNvSpPr/>
            <p:nvPr/>
          </p:nvSpPr>
          <p:spPr>
            <a:xfrm>
              <a:off x="5217968" y="370885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7C1AC">
                <a:alpha val="100000"/>
              </a:srgbClr>
            </a:solidFill>
            <a:ln w="5420" cap="flat">
              <a:solidFill>
                <a:srgbClr val="57C1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23" name="pg1523"/>
            <p:cNvSpPr/>
            <p:nvPr/>
          </p:nvSpPr>
          <p:spPr>
            <a:xfrm>
              <a:off x="5229605" y="370885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7BFAB">
                <a:alpha val="100000"/>
              </a:srgbClr>
            </a:solidFill>
            <a:ln w="5420" cap="flat">
              <a:solidFill>
                <a:srgbClr val="57BF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24" name="pg1524"/>
            <p:cNvSpPr/>
            <p:nvPr/>
          </p:nvSpPr>
          <p:spPr>
            <a:xfrm>
              <a:off x="5241243" y="370885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6BEAB">
                <a:alpha val="100000"/>
              </a:srgbClr>
            </a:solidFill>
            <a:ln w="5420" cap="flat">
              <a:solidFill>
                <a:srgbClr val="56BE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25" name="pg1525"/>
            <p:cNvSpPr/>
            <p:nvPr/>
          </p:nvSpPr>
          <p:spPr>
            <a:xfrm>
              <a:off x="5031771" y="372315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FA2AA">
                <a:alpha val="100000"/>
              </a:srgbClr>
            </a:solidFill>
            <a:ln w="5420" cap="flat">
              <a:solidFill>
                <a:srgbClr val="3FA2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26" name="pg1526"/>
            <p:cNvSpPr/>
            <p:nvPr/>
          </p:nvSpPr>
          <p:spPr>
            <a:xfrm>
              <a:off x="5043408" y="372315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0A3AA">
                <a:alpha val="100000"/>
              </a:srgbClr>
            </a:solidFill>
            <a:ln w="5420" cap="flat">
              <a:solidFill>
                <a:srgbClr val="40A3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27" name="pg1527"/>
            <p:cNvSpPr/>
            <p:nvPr/>
          </p:nvSpPr>
          <p:spPr>
            <a:xfrm>
              <a:off x="5055045" y="372315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1A4AA">
                <a:alpha val="100000"/>
              </a:srgbClr>
            </a:solidFill>
            <a:ln w="5420" cap="flat">
              <a:solidFill>
                <a:srgbClr val="41A4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28" name="pg1528"/>
            <p:cNvSpPr/>
            <p:nvPr/>
          </p:nvSpPr>
          <p:spPr>
            <a:xfrm>
              <a:off x="5066683" y="372315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3A6AA">
                <a:alpha val="100000"/>
              </a:srgbClr>
            </a:solidFill>
            <a:ln w="5420" cap="flat">
              <a:solidFill>
                <a:srgbClr val="43A6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29" name="pg1529"/>
            <p:cNvSpPr/>
            <p:nvPr/>
          </p:nvSpPr>
          <p:spPr>
            <a:xfrm>
              <a:off x="5078320" y="372315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5A9AA">
                <a:alpha val="100000"/>
              </a:srgbClr>
            </a:solidFill>
            <a:ln w="5420" cap="flat">
              <a:solidFill>
                <a:srgbClr val="45A9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30" name="pg1530"/>
            <p:cNvSpPr/>
            <p:nvPr/>
          </p:nvSpPr>
          <p:spPr>
            <a:xfrm>
              <a:off x="5089957" y="372315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8ACAA">
                <a:alpha val="100000"/>
              </a:srgbClr>
            </a:solidFill>
            <a:ln w="5420" cap="flat">
              <a:solidFill>
                <a:srgbClr val="48AC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31" name="pg1531"/>
            <p:cNvSpPr/>
            <p:nvPr/>
          </p:nvSpPr>
          <p:spPr>
            <a:xfrm>
              <a:off x="5101595" y="372315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EB3AB">
                <a:alpha val="100000"/>
              </a:srgbClr>
            </a:solidFill>
            <a:ln w="5420" cap="flat">
              <a:solidFill>
                <a:srgbClr val="4EB3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32" name="pg1532"/>
            <p:cNvSpPr/>
            <p:nvPr/>
          </p:nvSpPr>
          <p:spPr>
            <a:xfrm>
              <a:off x="5113232" y="372315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0B7AB">
                <a:alpha val="100000"/>
              </a:srgbClr>
            </a:solidFill>
            <a:ln w="5420" cap="flat">
              <a:solidFill>
                <a:srgbClr val="50B7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33" name="pg1533"/>
            <p:cNvSpPr/>
            <p:nvPr/>
          </p:nvSpPr>
          <p:spPr>
            <a:xfrm>
              <a:off x="5124869" y="372315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3BBAB">
                <a:alpha val="100000"/>
              </a:srgbClr>
            </a:solidFill>
            <a:ln w="5420" cap="flat">
              <a:solidFill>
                <a:srgbClr val="53BB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34" name="pg1534"/>
            <p:cNvSpPr/>
            <p:nvPr/>
          </p:nvSpPr>
          <p:spPr>
            <a:xfrm>
              <a:off x="5136507" y="372315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6BEAB">
                <a:alpha val="100000"/>
              </a:srgbClr>
            </a:solidFill>
            <a:ln w="5420" cap="flat">
              <a:solidFill>
                <a:srgbClr val="56BE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35" name="pg1535"/>
            <p:cNvSpPr/>
            <p:nvPr/>
          </p:nvSpPr>
          <p:spPr>
            <a:xfrm>
              <a:off x="5148144" y="372315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8C2AC">
                <a:alpha val="100000"/>
              </a:srgbClr>
            </a:solidFill>
            <a:ln w="5420" cap="flat">
              <a:solidFill>
                <a:srgbClr val="58C2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36" name="pg1536"/>
            <p:cNvSpPr/>
            <p:nvPr/>
          </p:nvSpPr>
          <p:spPr>
            <a:xfrm>
              <a:off x="5159781" y="372315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AC4AC">
                <a:alpha val="100000"/>
              </a:srgbClr>
            </a:solidFill>
            <a:ln w="5420" cap="flat">
              <a:solidFill>
                <a:srgbClr val="5AC4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37" name="pg1537"/>
            <p:cNvSpPr/>
            <p:nvPr/>
          </p:nvSpPr>
          <p:spPr>
            <a:xfrm>
              <a:off x="5171419" y="372315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BC6AC">
                <a:alpha val="100000"/>
              </a:srgbClr>
            </a:solidFill>
            <a:ln w="5420" cap="flat">
              <a:solidFill>
                <a:srgbClr val="5BC6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38" name="pg1538"/>
            <p:cNvSpPr/>
            <p:nvPr/>
          </p:nvSpPr>
          <p:spPr>
            <a:xfrm>
              <a:off x="5183056" y="372315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BC7AC">
                <a:alpha val="100000"/>
              </a:srgbClr>
            </a:solidFill>
            <a:ln w="5420" cap="flat">
              <a:solidFill>
                <a:srgbClr val="5BC7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39" name="pg1539"/>
            <p:cNvSpPr/>
            <p:nvPr/>
          </p:nvSpPr>
          <p:spPr>
            <a:xfrm>
              <a:off x="5194693" y="372315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BC7AC">
                <a:alpha val="100000"/>
              </a:srgbClr>
            </a:solidFill>
            <a:ln w="5420" cap="flat">
              <a:solidFill>
                <a:srgbClr val="5BC7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40" name="pg1540"/>
            <p:cNvSpPr/>
            <p:nvPr/>
          </p:nvSpPr>
          <p:spPr>
            <a:xfrm>
              <a:off x="5206331" y="372315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BC6AC">
                <a:alpha val="100000"/>
              </a:srgbClr>
            </a:solidFill>
            <a:ln w="5420" cap="flat">
              <a:solidFill>
                <a:srgbClr val="5BC6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41" name="pg1541"/>
            <p:cNvSpPr/>
            <p:nvPr/>
          </p:nvSpPr>
          <p:spPr>
            <a:xfrm>
              <a:off x="5217968" y="372315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9C3AC">
                <a:alpha val="100000"/>
              </a:srgbClr>
            </a:solidFill>
            <a:ln w="5420" cap="flat">
              <a:solidFill>
                <a:srgbClr val="59C3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42" name="pg1542"/>
            <p:cNvSpPr/>
            <p:nvPr/>
          </p:nvSpPr>
          <p:spPr>
            <a:xfrm>
              <a:off x="5229605" y="372315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8C2AC">
                <a:alpha val="100000"/>
              </a:srgbClr>
            </a:solidFill>
            <a:ln w="5420" cap="flat">
              <a:solidFill>
                <a:srgbClr val="58C2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43" name="pg1543"/>
            <p:cNvSpPr/>
            <p:nvPr/>
          </p:nvSpPr>
          <p:spPr>
            <a:xfrm>
              <a:off x="5043408" y="373745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5A8AA">
                <a:alpha val="100000"/>
              </a:srgbClr>
            </a:solidFill>
            <a:ln w="5420" cap="flat">
              <a:solidFill>
                <a:srgbClr val="45A8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44" name="pg1544"/>
            <p:cNvSpPr/>
            <p:nvPr/>
          </p:nvSpPr>
          <p:spPr>
            <a:xfrm>
              <a:off x="5055045" y="373745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6AAAA">
                <a:alpha val="100000"/>
              </a:srgbClr>
            </a:solidFill>
            <a:ln w="5420" cap="flat">
              <a:solidFill>
                <a:srgbClr val="46AA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45" name="pg1545"/>
            <p:cNvSpPr/>
            <p:nvPr/>
          </p:nvSpPr>
          <p:spPr>
            <a:xfrm>
              <a:off x="5066683" y="373745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8ACAA">
                <a:alpha val="100000"/>
              </a:srgbClr>
            </a:solidFill>
            <a:ln w="5420" cap="flat">
              <a:solidFill>
                <a:srgbClr val="48AC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46" name="pg1546"/>
            <p:cNvSpPr/>
            <p:nvPr/>
          </p:nvSpPr>
          <p:spPr>
            <a:xfrm>
              <a:off x="5078320" y="373745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AAFAB">
                <a:alpha val="100000"/>
              </a:srgbClr>
            </a:solidFill>
            <a:ln w="5420" cap="flat">
              <a:solidFill>
                <a:srgbClr val="4AAF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47" name="pg1547"/>
            <p:cNvSpPr/>
            <p:nvPr/>
          </p:nvSpPr>
          <p:spPr>
            <a:xfrm>
              <a:off x="5089957" y="373745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CB1AB">
                <a:alpha val="100000"/>
              </a:srgbClr>
            </a:solidFill>
            <a:ln w="5420" cap="flat">
              <a:solidFill>
                <a:srgbClr val="4CB1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48" name="pg1548"/>
            <p:cNvSpPr/>
            <p:nvPr/>
          </p:nvSpPr>
          <p:spPr>
            <a:xfrm>
              <a:off x="5101595" y="373745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1B7AB">
                <a:alpha val="100000"/>
              </a:srgbClr>
            </a:solidFill>
            <a:ln w="5420" cap="flat">
              <a:solidFill>
                <a:srgbClr val="51B7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49" name="pg1549"/>
            <p:cNvSpPr/>
            <p:nvPr/>
          </p:nvSpPr>
          <p:spPr>
            <a:xfrm>
              <a:off x="5113232" y="373745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3BBAB">
                <a:alpha val="100000"/>
              </a:srgbClr>
            </a:solidFill>
            <a:ln w="5420" cap="flat">
              <a:solidFill>
                <a:srgbClr val="53BB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50" name="pg1550"/>
            <p:cNvSpPr/>
            <p:nvPr/>
          </p:nvSpPr>
          <p:spPr>
            <a:xfrm>
              <a:off x="5124869" y="373745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6BEAB">
                <a:alpha val="100000"/>
              </a:srgbClr>
            </a:solidFill>
            <a:ln w="5420" cap="flat">
              <a:solidFill>
                <a:srgbClr val="56BE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51" name="pg1551"/>
            <p:cNvSpPr/>
            <p:nvPr/>
          </p:nvSpPr>
          <p:spPr>
            <a:xfrm>
              <a:off x="5136507" y="373745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8C2AC">
                <a:alpha val="100000"/>
              </a:srgbClr>
            </a:solidFill>
            <a:ln w="5420" cap="flat">
              <a:solidFill>
                <a:srgbClr val="58C2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52" name="pg1552"/>
            <p:cNvSpPr/>
            <p:nvPr/>
          </p:nvSpPr>
          <p:spPr>
            <a:xfrm>
              <a:off x="5148144" y="373745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AC5AC">
                <a:alpha val="100000"/>
              </a:srgbClr>
            </a:solidFill>
            <a:ln w="5420" cap="flat">
              <a:solidFill>
                <a:srgbClr val="5AC5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53" name="pg1553"/>
            <p:cNvSpPr/>
            <p:nvPr/>
          </p:nvSpPr>
          <p:spPr>
            <a:xfrm>
              <a:off x="5159781" y="373745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CC8AC">
                <a:alpha val="100000"/>
              </a:srgbClr>
            </a:solidFill>
            <a:ln w="5420" cap="flat">
              <a:solidFill>
                <a:srgbClr val="5CC8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54" name="pg1554"/>
            <p:cNvSpPr/>
            <p:nvPr/>
          </p:nvSpPr>
          <p:spPr>
            <a:xfrm>
              <a:off x="5171419" y="373745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DCAAC">
                <a:alpha val="100000"/>
              </a:srgbClr>
            </a:solidFill>
            <a:ln w="5420" cap="flat">
              <a:solidFill>
                <a:srgbClr val="5DCA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55" name="pg1555"/>
            <p:cNvSpPr/>
            <p:nvPr/>
          </p:nvSpPr>
          <p:spPr>
            <a:xfrm>
              <a:off x="5183056" y="373745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ECBAC">
                <a:alpha val="100000"/>
              </a:srgbClr>
            </a:solidFill>
            <a:ln w="5420" cap="flat">
              <a:solidFill>
                <a:srgbClr val="5ECB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56" name="pg1556"/>
            <p:cNvSpPr/>
            <p:nvPr/>
          </p:nvSpPr>
          <p:spPr>
            <a:xfrm>
              <a:off x="5194693" y="373745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ECAAC">
                <a:alpha val="100000"/>
              </a:srgbClr>
            </a:solidFill>
            <a:ln w="5420" cap="flat">
              <a:solidFill>
                <a:srgbClr val="5ECA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57" name="pg1557"/>
            <p:cNvSpPr/>
            <p:nvPr/>
          </p:nvSpPr>
          <p:spPr>
            <a:xfrm>
              <a:off x="5206331" y="373745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DC9AC">
                <a:alpha val="100000"/>
              </a:srgbClr>
            </a:solidFill>
            <a:ln w="5420" cap="flat">
              <a:solidFill>
                <a:srgbClr val="5DC9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58" name="pg1558"/>
            <p:cNvSpPr/>
            <p:nvPr/>
          </p:nvSpPr>
          <p:spPr>
            <a:xfrm>
              <a:off x="5217968" y="373745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BC5AC">
                <a:alpha val="100000"/>
              </a:srgbClr>
            </a:solidFill>
            <a:ln w="5420" cap="flat">
              <a:solidFill>
                <a:srgbClr val="5BC5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59" name="pg1559"/>
            <p:cNvSpPr/>
            <p:nvPr/>
          </p:nvSpPr>
          <p:spPr>
            <a:xfrm>
              <a:off x="5055045" y="375175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BB0AB">
                <a:alpha val="100000"/>
              </a:srgbClr>
            </a:solidFill>
            <a:ln w="5420" cap="flat">
              <a:solidFill>
                <a:srgbClr val="4BB0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60" name="pg1560"/>
            <p:cNvSpPr/>
            <p:nvPr/>
          </p:nvSpPr>
          <p:spPr>
            <a:xfrm>
              <a:off x="5066683" y="375175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DB2AB">
                <a:alpha val="100000"/>
              </a:srgbClr>
            </a:solidFill>
            <a:ln w="5420" cap="flat">
              <a:solidFill>
                <a:srgbClr val="4DB2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61" name="pg1561"/>
            <p:cNvSpPr/>
            <p:nvPr/>
          </p:nvSpPr>
          <p:spPr>
            <a:xfrm>
              <a:off x="5078320" y="375175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EB4AB">
                <a:alpha val="100000"/>
              </a:srgbClr>
            </a:solidFill>
            <a:ln w="5420" cap="flat">
              <a:solidFill>
                <a:srgbClr val="4EB4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62" name="pg1562"/>
            <p:cNvSpPr/>
            <p:nvPr/>
          </p:nvSpPr>
          <p:spPr>
            <a:xfrm>
              <a:off x="5089957" y="375175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0B6AB">
                <a:alpha val="100000"/>
              </a:srgbClr>
            </a:solidFill>
            <a:ln w="5420" cap="flat">
              <a:solidFill>
                <a:srgbClr val="50B6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63" name="pg1563"/>
            <p:cNvSpPr/>
            <p:nvPr/>
          </p:nvSpPr>
          <p:spPr>
            <a:xfrm>
              <a:off x="5101595" y="375175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3BBAB">
                <a:alpha val="100000"/>
              </a:srgbClr>
            </a:solidFill>
            <a:ln w="5420" cap="flat">
              <a:solidFill>
                <a:srgbClr val="53BB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64" name="pg1564"/>
            <p:cNvSpPr/>
            <p:nvPr/>
          </p:nvSpPr>
          <p:spPr>
            <a:xfrm>
              <a:off x="5113232" y="375175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5BEAB">
                <a:alpha val="100000"/>
              </a:srgbClr>
            </a:solidFill>
            <a:ln w="5420" cap="flat">
              <a:solidFill>
                <a:srgbClr val="55BE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65" name="pg1565"/>
            <p:cNvSpPr/>
            <p:nvPr/>
          </p:nvSpPr>
          <p:spPr>
            <a:xfrm>
              <a:off x="5124869" y="375175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8C1AC">
                <a:alpha val="100000"/>
              </a:srgbClr>
            </a:solidFill>
            <a:ln w="5420" cap="flat">
              <a:solidFill>
                <a:srgbClr val="58C1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66" name="pg1566"/>
            <p:cNvSpPr/>
            <p:nvPr/>
          </p:nvSpPr>
          <p:spPr>
            <a:xfrm>
              <a:off x="5136507" y="375175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AC4AC">
                <a:alpha val="100000"/>
              </a:srgbClr>
            </a:solidFill>
            <a:ln w="5420" cap="flat">
              <a:solidFill>
                <a:srgbClr val="5AC4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67" name="pg1567"/>
            <p:cNvSpPr/>
            <p:nvPr/>
          </p:nvSpPr>
          <p:spPr>
            <a:xfrm>
              <a:off x="5148144" y="375175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CC8AC">
                <a:alpha val="100000"/>
              </a:srgbClr>
            </a:solidFill>
            <a:ln w="5420" cap="flat">
              <a:solidFill>
                <a:srgbClr val="5CC8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68" name="pg1568"/>
            <p:cNvSpPr/>
            <p:nvPr/>
          </p:nvSpPr>
          <p:spPr>
            <a:xfrm>
              <a:off x="5159781" y="375175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ECBAC">
                <a:alpha val="100000"/>
              </a:srgbClr>
            </a:solidFill>
            <a:ln w="5420" cap="flat">
              <a:solidFill>
                <a:srgbClr val="5ECB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69" name="pg1569"/>
            <p:cNvSpPr/>
            <p:nvPr/>
          </p:nvSpPr>
          <p:spPr>
            <a:xfrm>
              <a:off x="5171419" y="375175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FCCAC">
                <a:alpha val="100000"/>
              </a:srgbClr>
            </a:solidFill>
            <a:ln w="5420" cap="flat">
              <a:solidFill>
                <a:srgbClr val="5FCC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70" name="pg1570"/>
            <p:cNvSpPr/>
            <p:nvPr/>
          </p:nvSpPr>
          <p:spPr>
            <a:xfrm>
              <a:off x="5183056" y="375175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0CDAC">
                <a:alpha val="100000"/>
              </a:srgbClr>
            </a:solidFill>
            <a:ln w="5420" cap="flat">
              <a:solidFill>
                <a:srgbClr val="60CD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71" name="pg1571"/>
            <p:cNvSpPr/>
            <p:nvPr/>
          </p:nvSpPr>
          <p:spPr>
            <a:xfrm>
              <a:off x="5194693" y="375175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FCDAC">
                <a:alpha val="100000"/>
              </a:srgbClr>
            </a:solidFill>
            <a:ln w="5420" cap="flat">
              <a:solidFill>
                <a:srgbClr val="5FCD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72" name="pg1572"/>
            <p:cNvSpPr/>
            <p:nvPr/>
          </p:nvSpPr>
          <p:spPr>
            <a:xfrm>
              <a:off x="5206331" y="375175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ECBAC">
                <a:alpha val="100000"/>
              </a:srgbClr>
            </a:solidFill>
            <a:ln w="5420" cap="flat">
              <a:solidFill>
                <a:srgbClr val="5ECB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73" name="pg1573"/>
            <p:cNvSpPr/>
            <p:nvPr/>
          </p:nvSpPr>
          <p:spPr>
            <a:xfrm>
              <a:off x="5217968" y="375175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CC7AC">
                <a:alpha val="100000"/>
              </a:srgbClr>
            </a:solidFill>
            <a:ln w="5420" cap="flat">
              <a:solidFill>
                <a:srgbClr val="5CC7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74" name="pg1574"/>
            <p:cNvSpPr/>
            <p:nvPr/>
          </p:nvSpPr>
          <p:spPr>
            <a:xfrm>
              <a:off x="5008496" y="376605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BAFAB">
                <a:alpha val="100000"/>
              </a:srgbClr>
            </a:solidFill>
            <a:ln w="5420" cap="flat">
              <a:solidFill>
                <a:srgbClr val="4BAF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75" name="pg1575"/>
            <p:cNvSpPr/>
            <p:nvPr/>
          </p:nvSpPr>
          <p:spPr>
            <a:xfrm>
              <a:off x="5020133" y="376605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CB1AB">
                <a:alpha val="100000"/>
              </a:srgbClr>
            </a:solidFill>
            <a:ln w="5420" cap="flat">
              <a:solidFill>
                <a:srgbClr val="4CB1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76" name="pg1576"/>
            <p:cNvSpPr/>
            <p:nvPr/>
          </p:nvSpPr>
          <p:spPr>
            <a:xfrm>
              <a:off x="5031771" y="376605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EB3AB">
                <a:alpha val="100000"/>
              </a:srgbClr>
            </a:solidFill>
            <a:ln w="5420" cap="flat">
              <a:solidFill>
                <a:srgbClr val="4EB3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77" name="pg1577"/>
            <p:cNvSpPr/>
            <p:nvPr/>
          </p:nvSpPr>
          <p:spPr>
            <a:xfrm>
              <a:off x="5043408" y="376605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EB4AB">
                <a:alpha val="100000"/>
              </a:srgbClr>
            </a:solidFill>
            <a:ln w="5420" cap="flat">
              <a:solidFill>
                <a:srgbClr val="4EB4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78" name="pg1578"/>
            <p:cNvSpPr/>
            <p:nvPr/>
          </p:nvSpPr>
          <p:spPr>
            <a:xfrm>
              <a:off x="5055045" y="376605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FB5AB">
                <a:alpha val="100000"/>
              </a:srgbClr>
            </a:solidFill>
            <a:ln w="5420" cap="flat">
              <a:solidFill>
                <a:srgbClr val="4FB5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79" name="pg1579"/>
            <p:cNvSpPr/>
            <p:nvPr/>
          </p:nvSpPr>
          <p:spPr>
            <a:xfrm>
              <a:off x="5066683" y="376605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1B7AB">
                <a:alpha val="100000"/>
              </a:srgbClr>
            </a:solidFill>
            <a:ln w="5420" cap="flat">
              <a:solidFill>
                <a:srgbClr val="51B7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80" name="pg1580"/>
            <p:cNvSpPr/>
            <p:nvPr/>
          </p:nvSpPr>
          <p:spPr>
            <a:xfrm>
              <a:off x="5078320" y="376605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2B9AB">
                <a:alpha val="100000"/>
              </a:srgbClr>
            </a:solidFill>
            <a:ln w="5420" cap="flat">
              <a:solidFill>
                <a:srgbClr val="52B9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81" name="pg1581"/>
            <p:cNvSpPr/>
            <p:nvPr/>
          </p:nvSpPr>
          <p:spPr>
            <a:xfrm>
              <a:off x="5089957" y="376605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3BBAB">
                <a:alpha val="100000"/>
              </a:srgbClr>
            </a:solidFill>
            <a:ln w="5420" cap="flat">
              <a:solidFill>
                <a:srgbClr val="53BB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82" name="pg1582"/>
            <p:cNvSpPr/>
            <p:nvPr/>
          </p:nvSpPr>
          <p:spPr>
            <a:xfrm>
              <a:off x="5101595" y="376605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6BEAB">
                <a:alpha val="100000"/>
              </a:srgbClr>
            </a:solidFill>
            <a:ln w="5420" cap="flat">
              <a:solidFill>
                <a:srgbClr val="56BE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83" name="pg1583"/>
            <p:cNvSpPr/>
            <p:nvPr/>
          </p:nvSpPr>
          <p:spPr>
            <a:xfrm>
              <a:off x="5113232" y="376605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7C0AC">
                <a:alpha val="100000"/>
              </a:srgbClr>
            </a:solidFill>
            <a:ln w="5420" cap="flat">
              <a:solidFill>
                <a:srgbClr val="57C0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84" name="pg1584"/>
            <p:cNvSpPr/>
            <p:nvPr/>
          </p:nvSpPr>
          <p:spPr>
            <a:xfrm>
              <a:off x="5124869" y="376605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9C3AC">
                <a:alpha val="100000"/>
              </a:srgbClr>
            </a:solidFill>
            <a:ln w="5420" cap="flat">
              <a:solidFill>
                <a:srgbClr val="59C3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85" name="pg1585"/>
            <p:cNvSpPr/>
            <p:nvPr/>
          </p:nvSpPr>
          <p:spPr>
            <a:xfrm>
              <a:off x="5136507" y="376605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BC6AC">
                <a:alpha val="100000"/>
              </a:srgbClr>
            </a:solidFill>
            <a:ln w="5420" cap="flat">
              <a:solidFill>
                <a:srgbClr val="5BC6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86" name="pg1586"/>
            <p:cNvSpPr/>
            <p:nvPr/>
          </p:nvSpPr>
          <p:spPr>
            <a:xfrm>
              <a:off x="5148144" y="376605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DC9AC">
                <a:alpha val="100000"/>
              </a:srgbClr>
            </a:solidFill>
            <a:ln w="5420" cap="flat">
              <a:solidFill>
                <a:srgbClr val="5DC9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87" name="pg1587"/>
            <p:cNvSpPr/>
            <p:nvPr/>
          </p:nvSpPr>
          <p:spPr>
            <a:xfrm>
              <a:off x="5159781" y="376605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ECBAC">
                <a:alpha val="100000"/>
              </a:srgbClr>
            </a:solidFill>
            <a:ln w="5420" cap="flat">
              <a:solidFill>
                <a:srgbClr val="5ECB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88" name="pg1588"/>
            <p:cNvSpPr/>
            <p:nvPr/>
          </p:nvSpPr>
          <p:spPr>
            <a:xfrm>
              <a:off x="5171419" y="376605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FCDAC">
                <a:alpha val="100000"/>
              </a:srgbClr>
            </a:solidFill>
            <a:ln w="5420" cap="flat">
              <a:solidFill>
                <a:srgbClr val="5FCD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89" name="pg1589"/>
            <p:cNvSpPr/>
            <p:nvPr/>
          </p:nvSpPr>
          <p:spPr>
            <a:xfrm>
              <a:off x="5183056" y="376605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0CEAC">
                <a:alpha val="100000"/>
              </a:srgbClr>
            </a:solidFill>
            <a:ln w="5420" cap="flat">
              <a:solidFill>
                <a:srgbClr val="60CE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90" name="pg1590"/>
            <p:cNvSpPr/>
            <p:nvPr/>
          </p:nvSpPr>
          <p:spPr>
            <a:xfrm>
              <a:off x="5194693" y="376605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0CDAC">
                <a:alpha val="100000"/>
              </a:srgbClr>
            </a:solidFill>
            <a:ln w="5420" cap="flat">
              <a:solidFill>
                <a:srgbClr val="60CD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91" name="pg1591"/>
            <p:cNvSpPr/>
            <p:nvPr/>
          </p:nvSpPr>
          <p:spPr>
            <a:xfrm>
              <a:off x="5206331" y="376605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FCCAC">
                <a:alpha val="100000"/>
              </a:srgbClr>
            </a:solidFill>
            <a:ln w="5420" cap="flat">
              <a:solidFill>
                <a:srgbClr val="5FCC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92" name="pg1592"/>
            <p:cNvSpPr/>
            <p:nvPr/>
          </p:nvSpPr>
          <p:spPr>
            <a:xfrm>
              <a:off x="4996859" y="378035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BB0AB">
                <a:alpha val="100000"/>
              </a:srgbClr>
            </a:solidFill>
            <a:ln w="5420" cap="flat">
              <a:solidFill>
                <a:srgbClr val="4BB0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93" name="pg1593"/>
            <p:cNvSpPr/>
            <p:nvPr/>
          </p:nvSpPr>
          <p:spPr>
            <a:xfrm>
              <a:off x="5008496" y="378035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CB2AB">
                <a:alpha val="100000"/>
              </a:srgbClr>
            </a:solidFill>
            <a:ln w="5420" cap="flat">
              <a:solidFill>
                <a:srgbClr val="4CB2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94" name="pg1594"/>
            <p:cNvSpPr/>
            <p:nvPr/>
          </p:nvSpPr>
          <p:spPr>
            <a:xfrm>
              <a:off x="5020133" y="378035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EB4AB">
                <a:alpha val="100000"/>
              </a:srgbClr>
            </a:solidFill>
            <a:ln w="5420" cap="flat">
              <a:solidFill>
                <a:srgbClr val="4EB4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95" name="pg1595"/>
            <p:cNvSpPr/>
            <p:nvPr/>
          </p:nvSpPr>
          <p:spPr>
            <a:xfrm>
              <a:off x="5031771" y="378035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0B6AB">
                <a:alpha val="100000"/>
              </a:srgbClr>
            </a:solidFill>
            <a:ln w="5420" cap="flat">
              <a:solidFill>
                <a:srgbClr val="50B6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96" name="pg1596"/>
            <p:cNvSpPr/>
            <p:nvPr/>
          </p:nvSpPr>
          <p:spPr>
            <a:xfrm>
              <a:off x="5043408" y="378035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1B8AB">
                <a:alpha val="100000"/>
              </a:srgbClr>
            </a:solidFill>
            <a:ln w="5420" cap="flat">
              <a:solidFill>
                <a:srgbClr val="51B8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97" name="pg1597"/>
            <p:cNvSpPr/>
            <p:nvPr/>
          </p:nvSpPr>
          <p:spPr>
            <a:xfrm>
              <a:off x="5055045" y="378035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3BAAB">
                <a:alpha val="100000"/>
              </a:srgbClr>
            </a:solidFill>
            <a:ln w="5420" cap="flat">
              <a:solidFill>
                <a:srgbClr val="53BA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98" name="pg1598"/>
            <p:cNvSpPr/>
            <p:nvPr/>
          </p:nvSpPr>
          <p:spPr>
            <a:xfrm>
              <a:off x="5066683" y="378035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4BCAB">
                <a:alpha val="100000"/>
              </a:srgbClr>
            </a:solidFill>
            <a:ln w="5420" cap="flat">
              <a:solidFill>
                <a:srgbClr val="54BC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99" name="pg1599"/>
            <p:cNvSpPr/>
            <p:nvPr/>
          </p:nvSpPr>
          <p:spPr>
            <a:xfrm>
              <a:off x="5078320" y="378035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5BEAB">
                <a:alpha val="100000"/>
              </a:srgbClr>
            </a:solidFill>
            <a:ln w="5420" cap="flat">
              <a:solidFill>
                <a:srgbClr val="55BE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00" name="pg1600"/>
            <p:cNvSpPr/>
            <p:nvPr/>
          </p:nvSpPr>
          <p:spPr>
            <a:xfrm>
              <a:off x="5089957" y="378035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6BFAB">
                <a:alpha val="100000"/>
              </a:srgbClr>
            </a:solidFill>
            <a:ln w="5420" cap="flat">
              <a:solidFill>
                <a:srgbClr val="56BF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01" name="pg1601"/>
            <p:cNvSpPr/>
            <p:nvPr/>
          </p:nvSpPr>
          <p:spPr>
            <a:xfrm>
              <a:off x="5101595" y="378035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8C1AC">
                <a:alpha val="100000"/>
              </a:srgbClr>
            </a:solidFill>
            <a:ln w="5420" cap="flat">
              <a:solidFill>
                <a:srgbClr val="58C1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02" name="pg1602"/>
            <p:cNvSpPr/>
            <p:nvPr/>
          </p:nvSpPr>
          <p:spPr>
            <a:xfrm>
              <a:off x="5113232" y="378035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8C2AC">
                <a:alpha val="100000"/>
              </a:srgbClr>
            </a:solidFill>
            <a:ln w="5420" cap="flat">
              <a:solidFill>
                <a:srgbClr val="58C2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03" name="pg1603"/>
            <p:cNvSpPr/>
            <p:nvPr/>
          </p:nvSpPr>
          <p:spPr>
            <a:xfrm>
              <a:off x="5124869" y="378035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9C4AC">
                <a:alpha val="100000"/>
              </a:srgbClr>
            </a:solidFill>
            <a:ln w="5420" cap="flat">
              <a:solidFill>
                <a:srgbClr val="59C4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04" name="pg1604"/>
            <p:cNvSpPr/>
            <p:nvPr/>
          </p:nvSpPr>
          <p:spPr>
            <a:xfrm>
              <a:off x="5136507" y="378035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BC6AC">
                <a:alpha val="100000"/>
              </a:srgbClr>
            </a:solidFill>
            <a:ln w="5420" cap="flat">
              <a:solidFill>
                <a:srgbClr val="5BC6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05" name="pg1605"/>
            <p:cNvSpPr/>
            <p:nvPr/>
          </p:nvSpPr>
          <p:spPr>
            <a:xfrm>
              <a:off x="5148144" y="378035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CC8AC">
                <a:alpha val="100000"/>
              </a:srgbClr>
            </a:solidFill>
            <a:ln w="5420" cap="flat">
              <a:solidFill>
                <a:srgbClr val="5CC8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06" name="pg1606"/>
            <p:cNvSpPr/>
            <p:nvPr/>
          </p:nvSpPr>
          <p:spPr>
            <a:xfrm>
              <a:off x="5159781" y="378035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ECAAC">
                <a:alpha val="100000"/>
              </a:srgbClr>
            </a:solidFill>
            <a:ln w="5420" cap="flat">
              <a:solidFill>
                <a:srgbClr val="5ECA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07" name="pg1607"/>
            <p:cNvSpPr/>
            <p:nvPr/>
          </p:nvSpPr>
          <p:spPr>
            <a:xfrm>
              <a:off x="5171419" y="378035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FCCAC">
                <a:alpha val="100000"/>
              </a:srgbClr>
            </a:solidFill>
            <a:ln w="5420" cap="flat">
              <a:solidFill>
                <a:srgbClr val="5FCC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08" name="pg1608"/>
            <p:cNvSpPr/>
            <p:nvPr/>
          </p:nvSpPr>
          <p:spPr>
            <a:xfrm>
              <a:off x="5183056" y="378035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FCDAC">
                <a:alpha val="100000"/>
              </a:srgbClr>
            </a:solidFill>
            <a:ln w="5420" cap="flat">
              <a:solidFill>
                <a:srgbClr val="5FCD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09" name="pg1609"/>
            <p:cNvSpPr/>
            <p:nvPr/>
          </p:nvSpPr>
          <p:spPr>
            <a:xfrm>
              <a:off x="5194693" y="378035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FCCAC">
                <a:alpha val="100000"/>
              </a:srgbClr>
            </a:solidFill>
            <a:ln w="5420" cap="flat">
              <a:solidFill>
                <a:srgbClr val="5FCC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10" name="pg1610"/>
            <p:cNvSpPr/>
            <p:nvPr/>
          </p:nvSpPr>
          <p:spPr>
            <a:xfrm>
              <a:off x="5206331" y="378035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ECBAC">
                <a:alpha val="100000"/>
              </a:srgbClr>
            </a:solidFill>
            <a:ln w="5420" cap="flat">
              <a:solidFill>
                <a:srgbClr val="5ECB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11" name="pg1611"/>
            <p:cNvSpPr/>
            <p:nvPr/>
          </p:nvSpPr>
          <p:spPr>
            <a:xfrm>
              <a:off x="4996859" y="379465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FB5AB">
                <a:alpha val="100000"/>
              </a:srgbClr>
            </a:solidFill>
            <a:ln w="5420" cap="flat">
              <a:solidFill>
                <a:srgbClr val="4FB5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12" name="pg1612"/>
            <p:cNvSpPr/>
            <p:nvPr/>
          </p:nvSpPr>
          <p:spPr>
            <a:xfrm>
              <a:off x="5008496" y="379465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1B7AB">
                <a:alpha val="100000"/>
              </a:srgbClr>
            </a:solidFill>
            <a:ln w="5420" cap="flat">
              <a:solidFill>
                <a:srgbClr val="51B7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13" name="pg1613"/>
            <p:cNvSpPr/>
            <p:nvPr/>
          </p:nvSpPr>
          <p:spPr>
            <a:xfrm>
              <a:off x="5020133" y="379465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3BAAB">
                <a:alpha val="100000"/>
              </a:srgbClr>
            </a:solidFill>
            <a:ln w="5420" cap="flat">
              <a:solidFill>
                <a:srgbClr val="53BA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14" name="pg1614"/>
            <p:cNvSpPr/>
            <p:nvPr/>
          </p:nvSpPr>
          <p:spPr>
            <a:xfrm>
              <a:off x="5031771" y="379465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5BDAB">
                <a:alpha val="100000"/>
              </a:srgbClr>
            </a:solidFill>
            <a:ln w="5420" cap="flat">
              <a:solidFill>
                <a:srgbClr val="55BD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15" name="pg1615"/>
            <p:cNvSpPr/>
            <p:nvPr/>
          </p:nvSpPr>
          <p:spPr>
            <a:xfrm>
              <a:off x="5043408" y="379465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7C0AC">
                <a:alpha val="100000"/>
              </a:srgbClr>
            </a:solidFill>
            <a:ln w="5420" cap="flat">
              <a:solidFill>
                <a:srgbClr val="57C0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16" name="pg1616"/>
            <p:cNvSpPr/>
            <p:nvPr/>
          </p:nvSpPr>
          <p:spPr>
            <a:xfrm>
              <a:off x="5055045" y="379465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9C3AC">
                <a:alpha val="100000"/>
              </a:srgbClr>
            </a:solidFill>
            <a:ln w="5420" cap="flat">
              <a:solidFill>
                <a:srgbClr val="59C3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17" name="pg1617"/>
            <p:cNvSpPr/>
            <p:nvPr/>
          </p:nvSpPr>
          <p:spPr>
            <a:xfrm>
              <a:off x="5066683" y="379465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AC5AC">
                <a:alpha val="100000"/>
              </a:srgbClr>
            </a:solidFill>
            <a:ln w="5420" cap="flat">
              <a:solidFill>
                <a:srgbClr val="5AC5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18" name="pg1618"/>
            <p:cNvSpPr/>
            <p:nvPr/>
          </p:nvSpPr>
          <p:spPr>
            <a:xfrm>
              <a:off x="5078320" y="379465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BC7AC">
                <a:alpha val="100000"/>
              </a:srgbClr>
            </a:solidFill>
            <a:ln w="5420" cap="flat">
              <a:solidFill>
                <a:srgbClr val="5BC7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19" name="pg1619"/>
            <p:cNvSpPr/>
            <p:nvPr/>
          </p:nvSpPr>
          <p:spPr>
            <a:xfrm>
              <a:off x="5089957" y="379465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CC7AC">
                <a:alpha val="100000"/>
              </a:srgbClr>
            </a:solidFill>
            <a:ln w="5420" cap="flat">
              <a:solidFill>
                <a:srgbClr val="5CC7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20" name="pg1620"/>
            <p:cNvSpPr/>
            <p:nvPr/>
          </p:nvSpPr>
          <p:spPr>
            <a:xfrm>
              <a:off x="5101595" y="379465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BC6AC">
                <a:alpha val="100000"/>
              </a:srgbClr>
            </a:solidFill>
            <a:ln w="5420" cap="flat">
              <a:solidFill>
                <a:srgbClr val="5BC6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21" name="pg1621"/>
            <p:cNvSpPr/>
            <p:nvPr/>
          </p:nvSpPr>
          <p:spPr>
            <a:xfrm>
              <a:off x="5113232" y="379465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BC6AC">
                <a:alpha val="100000"/>
              </a:srgbClr>
            </a:solidFill>
            <a:ln w="5420" cap="flat">
              <a:solidFill>
                <a:srgbClr val="5BC6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22" name="pg1622"/>
            <p:cNvSpPr/>
            <p:nvPr/>
          </p:nvSpPr>
          <p:spPr>
            <a:xfrm>
              <a:off x="5124869" y="379465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AC5AC">
                <a:alpha val="100000"/>
              </a:srgbClr>
            </a:solidFill>
            <a:ln w="5420" cap="flat">
              <a:solidFill>
                <a:srgbClr val="5AC5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23" name="pg1623"/>
            <p:cNvSpPr/>
            <p:nvPr/>
          </p:nvSpPr>
          <p:spPr>
            <a:xfrm>
              <a:off x="5136507" y="379465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AC5AC">
                <a:alpha val="100000"/>
              </a:srgbClr>
            </a:solidFill>
            <a:ln w="5420" cap="flat">
              <a:solidFill>
                <a:srgbClr val="5AC5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24" name="pg1624"/>
            <p:cNvSpPr/>
            <p:nvPr/>
          </p:nvSpPr>
          <p:spPr>
            <a:xfrm>
              <a:off x="5148144" y="379465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BC6AC">
                <a:alpha val="100000"/>
              </a:srgbClr>
            </a:solidFill>
            <a:ln w="5420" cap="flat">
              <a:solidFill>
                <a:srgbClr val="5BC6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25" name="pg1625"/>
            <p:cNvSpPr/>
            <p:nvPr/>
          </p:nvSpPr>
          <p:spPr>
            <a:xfrm>
              <a:off x="5159781" y="379465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BC6AC">
                <a:alpha val="100000"/>
              </a:srgbClr>
            </a:solidFill>
            <a:ln w="5420" cap="flat">
              <a:solidFill>
                <a:srgbClr val="5BC6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26" name="pg1626"/>
            <p:cNvSpPr/>
            <p:nvPr/>
          </p:nvSpPr>
          <p:spPr>
            <a:xfrm>
              <a:off x="5171419" y="379465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CC7AC">
                <a:alpha val="100000"/>
              </a:srgbClr>
            </a:solidFill>
            <a:ln w="5420" cap="flat">
              <a:solidFill>
                <a:srgbClr val="5CC7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27" name="pg1627"/>
            <p:cNvSpPr/>
            <p:nvPr/>
          </p:nvSpPr>
          <p:spPr>
            <a:xfrm>
              <a:off x="5183056" y="379465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CC8AC">
                <a:alpha val="100000"/>
              </a:srgbClr>
            </a:solidFill>
            <a:ln w="5420" cap="flat">
              <a:solidFill>
                <a:srgbClr val="5CC8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28" name="pg1628"/>
            <p:cNvSpPr/>
            <p:nvPr/>
          </p:nvSpPr>
          <p:spPr>
            <a:xfrm>
              <a:off x="5194693" y="379465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CC8AC">
                <a:alpha val="100000"/>
              </a:srgbClr>
            </a:solidFill>
            <a:ln w="5420" cap="flat">
              <a:solidFill>
                <a:srgbClr val="5CC8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29" name="pg1629"/>
            <p:cNvSpPr/>
            <p:nvPr/>
          </p:nvSpPr>
          <p:spPr>
            <a:xfrm>
              <a:off x="4996859" y="380895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0B6AB">
                <a:alpha val="100000"/>
              </a:srgbClr>
            </a:solidFill>
            <a:ln w="5420" cap="flat">
              <a:solidFill>
                <a:srgbClr val="50B6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30" name="pg1630"/>
            <p:cNvSpPr/>
            <p:nvPr/>
          </p:nvSpPr>
          <p:spPr>
            <a:xfrm>
              <a:off x="5008496" y="380895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2B9AB">
                <a:alpha val="100000"/>
              </a:srgbClr>
            </a:solidFill>
            <a:ln w="5420" cap="flat">
              <a:solidFill>
                <a:srgbClr val="52B9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31" name="pg1631"/>
            <p:cNvSpPr/>
            <p:nvPr/>
          </p:nvSpPr>
          <p:spPr>
            <a:xfrm>
              <a:off x="5020133" y="380895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4BCAB">
                <a:alpha val="100000"/>
              </a:srgbClr>
            </a:solidFill>
            <a:ln w="5420" cap="flat">
              <a:solidFill>
                <a:srgbClr val="54BC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32" name="pg1632"/>
            <p:cNvSpPr/>
            <p:nvPr/>
          </p:nvSpPr>
          <p:spPr>
            <a:xfrm>
              <a:off x="5031771" y="380895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7C0AB">
                <a:alpha val="100000"/>
              </a:srgbClr>
            </a:solidFill>
            <a:ln w="5420" cap="flat">
              <a:solidFill>
                <a:srgbClr val="57C0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33" name="pg1633"/>
            <p:cNvSpPr/>
            <p:nvPr/>
          </p:nvSpPr>
          <p:spPr>
            <a:xfrm>
              <a:off x="5043408" y="380895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9C3AC">
                <a:alpha val="100000"/>
              </a:srgbClr>
            </a:solidFill>
            <a:ln w="5420" cap="flat">
              <a:solidFill>
                <a:srgbClr val="59C3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34" name="pg1634"/>
            <p:cNvSpPr/>
            <p:nvPr/>
          </p:nvSpPr>
          <p:spPr>
            <a:xfrm>
              <a:off x="5055045" y="380895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BC6AC">
                <a:alpha val="100000"/>
              </a:srgbClr>
            </a:solidFill>
            <a:ln w="5420" cap="flat">
              <a:solidFill>
                <a:srgbClr val="5BC6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35" name="pg1635"/>
            <p:cNvSpPr/>
            <p:nvPr/>
          </p:nvSpPr>
          <p:spPr>
            <a:xfrm>
              <a:off x="5066683" y="380895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CC8AC">
                <a:alpha val="100000"/>
              </a:srgbClr>
            </a:solidFill>
            <a:ln w="5420" cap="flat">
              <a:solidFill>
                <a:srgbClr val="5CC8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36" name="pg1636"/>
            <p:cNvSpPr/>
            <p:nvPr/>
          </p:nvSpPr>
          <p:spPr>
            <a:xfrm>
              <a:off x="5078320" y="380895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DCAAC">
                <a:alpha val="100000"/>
              </a:srgbClr>
            </a:solidFill>
            <a:ln w="5420" cap="flat">
              <a:solidFill>
                <a:srgbClr val="5DCA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37" name="pg1637"/>
            <p:cNvSpPr/>
            <p:nvPr/>
          </p:nvSpPr>
          <p:spPr>
            <a:xfrm>
              <a:off x="5089957" y="380895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ECAAC">
                <a:alpha val="100000"/>
              </a:srgbClr>
            </a:solidFill>
            <a:ln w="5420" cap="flat">
              <a:solidFill>
                <a:srgbClr val="5ECA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38" name="pg1638"/>
            <p:cNvSpPr/>
            <p:nvPr/>
          </p:nvSpPr>
          <p:spPr>
            <a:xfrm>
              <a:off x="5101595" y="380895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DC9AC">
                <a:alpha val="100000"/>
              </a:srgbClr>
            </a:solidFill>
            <a:ln w="5420" cap="flat">
              <a:solidFill>
                <a:srgbClr val="5DC9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39" name="pg1639"/>
            <p:cNvSpPr/>
            <p:nvPr/>
          </p:nvSpPr>
          <p:spPr>
            <a:xfrm>
              <a:off x="5113232" y="380895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CC7AC">
                <a:alpha val="100000"/>
              </a:srgbClr>
            </a:solidFill>
            <a:ln w="5420" cap="flat">
              <a:solidFill>
                <a:srgbClr val="5CC7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40" name="pg1640"/>
            <p:cNvSpPr/>
            <p:nvPr/>
          </p:nvSpPr>
          <p:spPr>
            <a:xfrm>
              <a:off x="5124869" y="380895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BC6AC">
                <a:alpha val="100000"/>
              </a:srgbClr>
            </a:solidFill>
            <a:ln w="5420" cap="flat">
              <a:solidFill>
                <a:srgbClr val="5BC6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41" name="pg1641"/>
            <p:cNvSpPr/>
            <p:nvPr/>
          </p:nvSpPr>
          <p:spPr>
            <a:xfrm>
              <a:off x="5136507" y="380895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AC5AC">
                <a:alpha val="100000"/>
              </a:srgbClr>
            </a:solidFill>
            <a:ln w="5420" cap="flat">
              <a:solidFill>
                <a:srgbClr val="5AC5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42" name="pg1642"/>
            <p:cNvSpPr/>
            <p:nvPr/>
          </p:nvSpPr>
          <p:spPr>
            <a:xfrm>
              <a:off x="5148144" y="380895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AC5AC">
                <a:alpha val="100000"/>
              </a:srgbClr>
            </a:solidFill>
            <a:ln w="5420" cap="flat">
              <a:solidFill>
                <a:srgbClr val="5AC5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43" name="pg1643"/>
            <p:cNvSpPr/>
            <p:nvPr/>
          </p:nvSpPr>
          <p:spPr>
            <a:xfrm>
              <a:off x="5159781" y="380895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AC5AC">
                <a:alpha val="100000"/>
              </a:srgbClr>
            </a:solidFill>
            <a:ln w="5420" cap="flat">
              <a:solidFill>
                <a:srgbClr val="5AC5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44" name="pg1644"/>
            <p:cNvSpPr/>
            <p:nvPr/>
          </p:nvSpPr>
          <p:spPr>
            <a:xfrm>
              <a:off x="5171419" y="380895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AC5AC">
                <a:alpha val="100000"/>
              </a:srgbClr>
            </a:solidFill>
            <a:ln w="5420" cap="flat">
              <a:solidFill>
                <a:srgbClr val="5AC5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45" name="pg1645"/>
            <p:cNvSpPr/>
            <p:nvPr/>
          </p:nvSpPr>
          <p:spPr>
            <a:xfrm>
              <a:off x="5183056" y="380895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AC5AC">
                <a:alpha val="100000"/>
              </a:srgbClr>
            </a:solidFill>
            <a:ln w="5420" cap="flat">
              <a:solidFill>
                <a:srgbClr val="5AC5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46" name="pg1646"/>
            <p:cNvSpPr/>
            <p:nvPr/>
          </p:nvSpPr>
          <p:spPr>
            <a:xfrm>
              <a:off x="5008496" y="382325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3BAAB">
                <a:alpha val="100000"/>
              </a:srgbClr>
            </a:solidFill>
            <a:ln w="5420" cap="flat">
              <a:solidFill>
                <a:srgbClr val="53BA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47" name="pg1647"/>
            <p:cNvSpPr/>
            <p:nvPr/>
          </p:nvSpPr>
          <p:spPr>
            <a:xfrm>
              <a:off x="5020133" y="382325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5BEAB">
                <a:alpha val="100000"/>
              </a:srgbClr>
            </a:solidFill>
            <a:ln w="5420" cap="flat">
              <a:solidFill>
                <a:srgbClr val="55BE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48" name="pg1648"/>
            <p:cNvSpPr/>
            <p:nvPr/>
          </p:nvSpPr>
          <p:spPr>
            <a:xfrm>
              <a:off x="5031771" y="382325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7C1AC">
                <a:alpha val="100000"/>
              </a:srgbClr>
            </a:solidFill>
            <a:ln w="5420" cap="flat">
              <a:solidFill>
                <a:srgbClr val="57C1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49" name="pg1649"/>
            <p:cNvSpPr/>
            <p:nvPr/>
          </p:nvSpPr>
          <p:spPr>
            <a:xfrm>
              <a:off x="5043408" y="382325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AC4AC">
                <a:alpha val="100000"/>
              </a:srgbClr>
            </a:solidFill>
            <a:ln w="5420" cap="flat">
              <a:solidFill>
                <a:srgbClr val="5AC4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50" name="pg1650"/>
            <p:cNvSpPr/>
            <p:nvPr/>
          </p:nvSpPr>
          <p:spPr>
            <a:xfrm>
              <a:off x="5055045" y="382325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CC7AC">
                <a:alpha val="100000"/>
              </a:srgbClr>
            </a:solidFill>
            <a:ln w="5420" cap="flat">
              <a:solidFill>
                <a:srgbClr val="5CC7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51" name="pg1651"/>
            <p:cNvSpPr/>
            <p:nvPr/>
          </p:nvSpPr>
          <p:spPr>
            <a:xfrm>
              <a:off x="5066683" y="382325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DCAAC">
                <a:alpha val="100000"/>
              </a:srgbClr>
            </a:solidFill>
            <a:ln w="5420" cap="flat">
              <a:solidFill>
                <a:srgbClr val="5DCA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52" name="pg1652"/>
            <p:cNvSpPr/>
            <p:nvPr/>
          </p:nvSpPr>
          <p:spPr>
            <a:xfrm>
              <a:off x="5078320" y="382325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ECBAC">
                <a:alpha val="100000"/>
              </a:srgbClr>
            </a:solidFill>
            <a:ln w="5420" cap="flat">
              <a:solidFill>
                <a:srgbClr val="5ECB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53" name="pg1653"/>
            <p:cNvSpPr/>
            <p:nvPr/>
          </p:nvSpPr>
          <p:spPr>
            <a:xfrm>
              <a:off x="5089957" y="382325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FCCAC">
                <a:alpha val="100000"/>
              </a:srgbClr>
            </a:solidFill>
            <a:ln w="5420" cap="flat">
              <a:solidFill>
                <a:srgbClr val="5FCC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54" name="pg1654"/>
            <p:cNvSpPr/>
            <p:nvPr/>
          </p:nvSpPr>
          <p:spPr>
            <a:xfrm>
              <a:off x="5101595" y="382325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ECAAC">
                <a:alpha val="100000"/>
              </a:srgbClr>
            </a:solidFill>
            <a:ln w="5420" cap="flat">
              <a:solidFill>
                <a:srgbClr val="5ECA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55" name="pg1655"/>
            <p:cNvSpPr/>
            <p:nvPr/>
          </p:nvSpPr>
          <p:spPr>
            <a:xfrm>
              <a:off x="5113232" y="382325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CC8AC">
                <a:alpha val="100000"/>
              </a:srgbClr>
            </a:solidFill>
            <a:ln w="5420" cap="flat">
              <a:solidFill>
                <a:srgbClr val="5CC8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56" name="pg1656"/>
            <p:cNvSpPr/>
            <p:nvPr/>
          </p:nvSpPr>
          <p:spPr>
            <a:xfrm>
              <a:off x="5124869" y="382325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BC6AC">
                <a:alpha val="100000"/>
              </a:srgbClr>
            </a:solidFill>
            <a:ln w="5420" cap="flat">
              <a:solidFill>
                <a:srgbClr val="5BC6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57" name="pg1657"/>
            <p:cNvSpPr/>
            <p:nvPr/>
          </p:nvSpPr>
          <p:spPr>
            <a:xfrm>
              <a:off x="5136507" y="382325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AC5AC">
                <a:alpha val="100000"/>
              </a:srgbClr>
            </a:solidFill>
            <a:ln w="5420" cap="flat">
              <a:solidFill>
                <a:srgbClr val="5AC5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58" name="pg1658"/>
            <p:cNvSpPr/>
            <p:nvPr/>
          </p:nvSpPr>
          <p:spPr>
            <a:xfrm>
              <a:off x="5148144" y="382325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9C4AC">
                <a:alpha val="100000"/>
              </a:srgbClr>
            </a:solidFill>
            <a:ln w="5420" cap="flat">
              <a:solidFill>
                <a:srgbClr val="59C4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59" name="pg1659"/>
            <p:cNvSpPr/>
            <p:nvPr/>
          </p:nvSpPr>
          <p:spPr>
            <a:xfrm>
              <a:off x="5159781" y="382325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9C3AC">
                <a:alpha val="100000"/>
              </a:srgbClr>
            </a:solidFill>
            <a:ln w="5420" cap="flat">
              <a:solidFill>
                <a:srgbClr val="59C3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60" name="pg1660"/>
            <p:cNvSpPr/>
            <p:nvPr/>
          </p:nvSpPr>
          <p:spPr>
            <a:xfrm>
              <a:off x="5171419" y="382325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9C3AC">
                <a:alpha val="100000"/>
              </a:srgbClr>
            </a:solidFill>
            <a:ln w="5420" cap="flat">
              <a:solidFill>
                <a:srgbClr val="59C3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61" name="pg1661"/>
            <p:cNvSpPr/>
            <p:nvPr/>
          </p:nvSpPr>
          <p:spPr>
            <a:xfrm>
              <a:off x="5043408" y="383755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AC4AC">
                <a:alpha val="100000"/>
              </a:srgbClr>
            </a:solidFill>
            <a:ln w="5420" cap="flat">
              <a:solidFill>
                <a:srgbClr val="5AC4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62" name="pg1662"/>
            <p:cNvSpPr/>
            <p:nvPr/>
          </p:nvSpPr>
          <p:spPr>
            <a:xfrm>
              <a:off x="5055045" y="383755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CC7AC">
                <a:alpha val="100000"/>
              </a:srgbClr>
            </a:solidFill>
            <a:ln w="5420" cap="flat">
              <a:solidFill>
                <a:srgbClr val="5CC7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63" name="pg1663"/>
            <p:cNvSpPr/>
            <p:nvPr/>
          </p:nvSpPr>
          <p:spPr>
            <a:xfrm>
              <a:off x="5066683" y="383755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DC9AC">
                <a:alpha val="100000"/>
              </a:srgbClr>
            </a:solidFill>
            <a:ln w="5420" cap="flat">
              <a:solidFill>
                <a:srgbClr val="5DC9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64" name="pg1664"/>
            <p:cNvSpPr/>
            <p:nvPr/>
          </p:nvSpPr>
          <p:spPr>
            <a:xfrm>
              <a:off x="5078320" y="383755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ECBAC">
                <a:alpha val="100000"/>
              </a:srgbClr>
            </a:solidFill>
            <a:ln w="5420" cap="flat">
              <a:solidFill>
                <a:srgbClr val="5ECB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65" name="pg1665"/>
            <p:cNvSpPr/>
            <p:nvPr/>
          </p:nvSpPr>
          <p:spPr>
            <a:xfrm>
              <a:off x="5089957" y="383755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FCCAC">
                <a:alpha val="100000"/>
              </a:srgbClr>
            </a:solidFill>
            <a:ln w="5420" cap="flat">
              <a:solidFill>
                <a:srgbClr val="5FCC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66" name="pg1666"/>
            <p:cNvSpPr/>
            <p:nvPr/>
          </p:nvSpPr>
          <p:spPr>
            <a:xfrm>
              <a:off x="5101595" y="383755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DCAAC">
                <a:alpha val="100000"/>
              </a:srgbClr>
            </a:solidFill>
            <a:ln w="5420" cap="flat">
              <a:solidFill>
                <a:srgbClr val="5DCA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67" name="pg1667"/>
            <p:cNvSpPr/>
            <p:nvPr/>
          </p:nvSpPr>
          <p:spPr>
            <a:xfrm>
              <a:off x="5113232" y="383755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CC8AC">
                <a:alpha val="100000"/>
              </a:srgbClr>
            </a:solidFill>
            <a:ln w="5420" cap="flat">
              <a:solidFill>
                <a:srgbClr val="5CC8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68" name="pg1668"/>
            <p:cNvSpPr/>
            <p:nvPr/>
          </p:nvSpPr>
          <p:spPr>
            <a:xfrm>
              <a:off x="5124869" y="383755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BC6AC">
                <a:alpha val="100000"/>
              </a:srgbClr>
            </a:solidFill>
            <a:ln w="5420" cap="flat">
              <a:solidFill>
                <a:srgbClr val="5BC6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69" name="pg1669"/>
            <p:cNvSpPr/>
            <p:nvPr/>
          </p:nvSpPr>
          <p:spPr>
            <a:xfrm>
              <a:off x="5136507" y="383755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AC4AC">
                <a:alpha val="100000"/>
              </a:srgbClr>
            </a:solidFill>
            <a:ln w="5420" cap="flat">
              <a:solidFill>
                <a:srgbClr val="5AC4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70" name="pg1670"/>
            <p:cNvSpPr/>
            <p:nvPr/>
          </p:nvSpPr>
          <p:spPr>
            <a:xfrm>
              <a:off x="5148144" y="383755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9C3AC">
                <a:alpha val="100000"/>
              </a:srgbClr>
            </a:solidFill>
            <a:ln w="5420" cap="flat">
              <a:solidFill>
                <a:srgbClr val="59C3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71" name="pg1671"/>
            <p:cNvSpPr/>
            <p:nvPr/>
          </p:nvSpPr>
          <p:spPr>
            <a:xfrm>
              <a:off x="5159781" y="383755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8C2AC">
                <a:alpha val="100000"/>
              </a:srgbClr>
            </a:solidFill>
            <a:ln w="5420" cap="flat">
              <a:solidFill>
                <a:srgbClr val="58C2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72" name="pg1672"/>
            <p:cNvSpPr/>
            <p:nvPr/>
          </p:nvSpPr>
          <p:spPr>
            <a:xfrm>
              <a:off x="5171419" y="383755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8C1AC">
                <a:alpha val="100000"/>
              </a:srgbClr>
            </a:solidFill>
            <a:ln w="5420" cap="flat">
              <a:solidFill>
                <a:srgbClr val="58C1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73" name="pg1673"/>
            <p:cNvSpPr/>
            <p:nvPr/>
          </p:nvSpPr>
          <p:spPr>
            <a:xfrm>
              <a:off x="5066683" y="385185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CC8AC">
                <a:alpha val="100000"/>
              </a:srgbClr>
            </a:solidFill>
            <a:ln w="5420" cap="flat">
              <a:solidFill>
                <a:srgbClr val="5CC8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74" name="pg1674"/>
            <p:cNvSpPr/>
            <p:nvPr/>
          </p:nvSpPr>
          <p:spPr>
            <a:xfrm>
              <a:off x="5078320" y="385185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DC9AC">
                <a:alpha val="100000"/>
              </a:srgbClr>
            </a:solidFill>
            <a:ln w="5420" cap="flat">
              <a:solidFill>
                <a:srgbClr val="5DC9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75" name="pg1675"/>
            <p:cNvSpPr/>
            <p:nvPr/>
          </p:nvSpPr>
          <p:spPr>
            <a:xfrm>
              <a:off x="5089957" y="385185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DCAAC">
                <a:alpha val="100000"/>
              </a:srgbClr>
            </a:solidFill>
            <a:ln w="5420" cap="flat">
              <a:solidFill>
                <a:srgbClr val="5DCA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76" name="pg1676"/>
            <p:cNvSpPr/>
            <p:nvPr/>
          </p:nvSpPr>
          <p:spPr>
            <a:xfrm>
              <a:off x="5101595" y="385185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DC9AC">
                <a:alpha val="100000"/>
              </a:srgbClr>
            </a:solidFill>
            <a:ln w="5420" cap="flat">
              <a:solidFill>
                <a:srgbClr val="5DC9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77" name="pg1677"/>
            <p:cNvSpPr/>
            <p:nvPr/>
          </p:nvSpPr>
          <p:spPr>
            <a:xfrm>
              <a:off x="5113232" y="385185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BC7AC">
                <a:alpha val="100000"/>
              </a:srgbClr>
            </a:solidFill>
            <a:ln w="5420" cap="flat">
              <a:solidFill>
                <a:srgbClr val="5BC7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78" name="pg1678"/>
            <p:cNvSpPr/>
            <p:nvPr/>
          </p:nvSpPr>
          <p:spPr>
            <a:xfrm>
              <a:off x="5124869" y="385185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AC5AC">
                <a:alpha val="100000"/>
              </a:srgbClr>
            </a:solidFill>
            <a:ln w="5420" cap="flat">
              <a:solidFill>
                <a:srgbClr val="5AC5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79" name="pg1679"/>
            <p:cNvSpPr/>
            <p:nvPr/>
          </p:nvSpPr>
          <p:spPr>
            <a:xfrm>
              <a:off x="5136507" y="385185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9C3AC">
                <a:alpha val="100000"/>
              </a:srgbClr>
            </a:solidFill>
            <a:ln w="5420" cap="flat">
              <a:solidFill>
                <a:srgbClr val="59C3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80" name="pg1680"/>
            <p:cNvSpPr/>
            <p:nvPr/>
          </p:nvSpPr>
          <p:spPr>
            <a:xfrm>
              <a:off x="5148144" y="385185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8C2AC">
                <a:alpha val="100000"/>
              </a:srgbClr>
            </a:solidFill>
            <a:ln w="5420" cap="flat">
              <a:solidFill>
                <a:srgbClr val="58C2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81" name="pg1681"/>
            <p:cNvSpPr/>
            <p:nvPr/>
          </p:nvSpPr>
          <p:spPr>
            <a:xfrm>
              <a:off x="5159781" y="385185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7C1AC">
                <a:alpha val="100000"/>
              </a:srgbClr>
            </a:solidFill>
            <a:ln w="5420" cap="flat">
              <a:solidFill>
                <a:srgbClr val="57C1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82" name="pg1682"/>
            <p:cNvSpPr/>
            <p:nvPr/>
          </p:nvSpPr>
          <p:spPr>
            <a:xfrm>
              <a:off x="5171419" y="385185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7C0AB">
                <a:alpha val="100000"/>
              </a:srgbClr>
            </a:solidFill>
            <a:ln w="5420" cap="flat">
              <a:solidFill>
                <a:srgbClr val="57C0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83" name="pg1683"/>
            <p:cNvSpPr/>
            <p:nvPr/>
          </p:nvSpPr>
          <p:spPr>
            <a:xfrm>
              <a:off x="5078320" y="386616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BC7AC">
                <a:alpha val="100000"/>
              </a:srgbClr>
            </a:solidFill>
            <a:ln w="5420" cap="flat">
              <a:solidFill>
                <a:srgbClr val="5BC7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84" name="pg1684"/>
            <p:cNvSpPr/>
            <p:nvPr/>
          </p:nvSpPr>
          <p:spPr>
            <a:xfrm>
              <a:off x="5089957" y="386616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CC7AC">
                <a:alpha val="100000"/>
              </a:srgbClr>
            </a:solidFill>
            <a:ln w="5420" cap="flat">
              <a:solidFill>
                <a:srgbClr val="5CC7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85" name="pg1685"/>
            <p:cNvSpPr/>
            <p:nvPr/>
          </p:nvSpPr>
          <p:spPr>
            <a:xfrm>
              <a:off x="5101595" y="386616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BC6AC">
                <a:alpha val="100000"/>
              </a:srgbClr>
            </a:solidFill>
            <a:ln w="5420" cap="flat">
              <a:solidFill>
                <a:srgbClr val="5BC6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86" name="pg1686"/>
            <p:cNvSpPr/>
            <p:nvPr/>
          </p:nvSpPr>
          <p:spPr>
            <a:xfrm>
              <a:off x="5113232" y="386616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AC5AC">
                <a:alpha val="100000"/>
              </a:srgbClr>
            </a:solidFill>
            <a:ln w="5420" cap="flat">
              <a:solidFill>
                <a:srgbClr val="5AC5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87" name="pg1687"/>
            <p:cNvSpPr/>
            <p:nvPr/>
          </p:nvSpPr>
          <p:spPr>
            <a:xfrm>
              <a:off x="5124869" y="386616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9C3AC">
                <a:alpha val="100000"/>
              </a:srgbClr>
            </a:solidFill>
            <a:ln w="5420" cap="flat">
              <a:solidFill>
                <a:srgbClr val="59C3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88" name="pg1688"/>
            <p:cNvSpPr/>
            <p:nvPr/>
          </p:nvSpPr>
          <p:spPr>
            <a:xfrm>
              <a:off x="5136507" y="386616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8C2AC">
                <a:alpha val="100000"/>
              </a:srgbClr>
            </a:solidFill>
            <a:ln w="5420" cap="flat">
              <a:solidFill>
                <a:srgbClr val="58C2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89" name="pg1689"/>
            <p:cNvSpPr/>
            <p:nvPr/>
          </p:nvSpPr>
          <p:spPr>
            <a:xfrm>
              <a:off x="5148144" y="386616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7C0AC">
                <a:alpha val="100000"/>
              </a:srgbClr>
            </a:solidFill>
            <a:ln w="5420" cap="flat">
              <a:solidFill>
                <a:srgbClr val="57C0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90" name="pg1690"/>
            <p:cNvSpPr/>
            <p:nvPr/>
          </p:nvSpPr>
          <p:spPr>
            <a:xfrm>
              <a:off x="5159781" y="386616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6BFAB">
                <a:alpha val="100000"/>
              </a:srgbClr>
            </a:solidFill>
            <a:ln w="5420" cap="flat">
              <a:solidFill>
                <a:srgbClr val="56BF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91" name="pg1691"/>
            <p:cNvSpPr/>
            <p:nvPr/>
          </p:nvSpPr>
          <p:spPr>
            <a:xfrm>
              <a:off x="5171419" y="386616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6BEAB">
                <a:alpha val="100000"/>
              </a:srgbClr>
            </a:solidFill>
            <a:ln w="5420" cap="flat">
              <a:solidFill>
                <a:srgbClr val="56BE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92" name="pg1692"/>
            <p:cNvSpPr/>
            <p:nvPr/>
          </p:nvSpPr>
          <p:spPr>
            <a:xfrm>
              <a:off x="5089957" y="388046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AC4AC">
                <a:alpha val="100000"/>
              </a:srgbClr>
            </a:solidFill>
            <a:ln w="5420" cap="flat">
              <a:solidFill>
                <a:srgbClr val="5AC4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93" name="pg1693"/>
            <p:cNvSpPr/>
            <p:nvPr/>
          </p:nvSpPr>
          <p:spPr>
            <a:xfrm>
              <a:off x="5101595" y="388046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9C3AC">
                <a:alpha val="100000"/>
              </a:srgbClr>
            </a:solidFill>
            <a:ln w="5420" cap="flat">
              <a:solidFill>
                <a:srgbClr val="59C3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94" name="pg1694"/>
            <p:cNvSpPr/>
            <p:nvPr/>
          </p:nvSpPr>
          <p:spPr>
            <a:xfrm>
              <a:off x="5113232" y="388046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9C3AC">
                <a:alpha val="100000"/>
              </a:srgbClr>
            </a:solidFill>
            <a:ln w="5420" cap="flat">
              <a:solidFill>
                <a:srgbClr val="59C3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95" name="pg1695"/>
            <p:cNvSpPr/>
            <p:nvPr/>
          </p:nvSpPr>
          <p:spPr>
            <a:xfrm>
              <a:off x="5124869" y="388046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8C1AC">
                <a:alpha val="100000"/>
              </a:srgbClr>
            </a:solidFill>
            <a:ln w="5420" cap="flat">
              <a:solidFill>
                <a:srgbClr val="58C1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96" name="pg1696"/>
            <p:cNvSpPr/>
            <p:nvPr/>
          </p:nvSpPr>
          <p:spPr>
            <a:xfrm>
              <a:off x="5136507" y="388046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7C0AB">
                <a:alpha val="100000"/>
              </a:srgbClr>
            </a:solidFill>
            <a:ln w="5420" cap="flat">
              <a:solidFill>
                <a:srgbClr val="57C0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97" name="pg1697"/>
            <p:cNvSpPr/>
            <p:nvPr/>
          </p:nvSpPr>
          <p:spPr>
            <a:xfrm>
              <a:off x="5148144" y="388046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6BEAB">
                <a:alpha val="100000"/>
              </a:srgbClr>
            </a:solidFill>
            <a:ln w="5420" cap="flat">
              <a:solidFill>
                <a:srgbClr val="56BE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98" name="pg1698"/>
            <p:cNvSpPr/>
            <p:nvPr/>
          </p:nvSpPr>
          <p:spPr>
            <a:xfrm>
              <a:off x="5159781" y="388046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5BDAB">
                <a:alpha val="100000"/>
              </a:srgbClr>
            </a:solidFill>
            <a:ln w="5420" cap="flat">
              <a:solidFill>
                <a:srgbClr val="55BD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99" name="pg1699"/>
            <p:cNvSpPr/>
            <p:nvPr/>
          </p:nvSpPr>
          <p:spPr>
            <a:xfrm>
              <a:off x="5171419" y="388046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4BCAB">
                <a:alpha val="100000"/>
              </a:srgbClr>
            </a:solidFill>
            <a:ln w="5420" cap="flat">
              <a:solidFill>
                <a:srgbClr val="54BC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00" name="pg1700"/>
            <p:cNvSpPr/>
            <p:nvPr/>
          </p:nvSpPr>
          <p:spPr>
            <a:xfrm>
              <a:off x="5183056" y="388046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4BBAB">
                <a:alpha val="100000"/>
              </a:srgbClr>
            </a:solidFill>
            <a:ln w="5420" cap="flat">
              <a:solidFill>
                <a:srgbClr val="54BB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01" name="pg1701"/>
            <p:cNvSpPr/>
            <p:nvPr/>
          </p:nvSpPr>
          <p:spPr>
            <a:xfrm>
              <a:off x="5124869" y="389476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6BEAB">
                <a:alpha val="100000"/>
              </a:srgbClr>
            </a:solidFill>
            <a:ln w="5420" cap="flat">
              <a:solidFill>
                <a:srgbClr val="56BE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02" name="pg1702"/>
            <p:cNvSpPr/>
            <p:nvPr/>
          </p:nvSpPr>
          <p:spPr>
            <a:xfrm>
              <a:off x="5136507" y="389476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5BDAB">
                <a:alpha val="100000"/>
              </a:srgbClr>
            </a:solidFill>
            <a:ln w="5420" cap="flat">
              <a:solidFill>
                <a:srgbClr val="55BD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03" name="pg1703"/>
            <p:cNvSpPr/>
            <p:nvPr/>
          </p:nvSpPr>
          <p:spPr>
            <a:xfrm>
              <a:off x="5148144" y="389476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4BCAB">
                <a:alpha val="100000"/>
              </a:srgbClr>
            </a:solidFill>
            <a:ln w="5420" cap="flat">
              <a:solidFill>
                <a:srgbClr val="54BC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04" name="pg1704"/>
            <p:cNvSpPr/>
            <p:nvPr/>
          </p:nvSpPr>
          <p:spPr>
            <a:xfrm>
              <a:off x="5159781" y="389476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3BBAB">
                <a:alpha val="100000"/>
              </a:srgbClr>
            </a:solidFill>
            <a:ln w="5420" cap="flat">
              <a:solidFill>
                <a:srgbClr val="53BB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05" name="pg1705"/>
            <p:cNvSpPr/>
            <p:nvPr/>
          </p:nvSpPr>
          <p:spPr>
            <a:xfrm>
              <a:off x="5171419" y="389476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3BAAB">
                <a:alpha val="100000"/>
              </a:srgbClr>
            </a:solidFill>
            <a:ln w="5420" cap="flat">
              <a:solidFill>
                <a:srgbClr val="53BA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06" name="pg1706"/>
            <p:cNvSpPr/>
            <p:nvPr/>
          </p:nvSpPr>
          <p:spPr>
            <a:xfrm>
              <a:off x="5183056" y="389476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2B9AB">
                <a:alpha val="100000"/>
              </a:srgbClr>
            </a:solidFill>
            <a:ln w="5420" cap="flat">
              <a:solidFill>
                <a:srgbClr val="52B9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07" name="pg1707"/>
            <p:cNvSpPr/>
            <p:nvPr/>
          </p:nvSpPr>
          <p:spPr>
            <a:xfrm>
              <a:off x="5066683" y="390906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3BAAB">
                <a:alpha val="100000"/>
              </a:srgbClr>
            </a:solidFill>
            <a:ln w="5420" cap="flat">
              <a:solidFill>
                <a:srgbClr val="53BA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08" name="pg1708"/>
            <p:cNvSpPr/>
            <p:nvPr/>
          </p:nvSpPr>
          <p:spPr>
            <a:xfrm>
              <a:off x="5113232" y="390906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4BBAB">
                <a:alpha val="100000"/>
              </a:srgbClr>
            </a:solidFill>
            <a:ln w="5420" cap="flat">
              <a:solidFill>
                <a:srgbClr val="54BB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09" name="pg1709"/>
            <p:cNvSpPr/>
            <p:nvPr/>
          </p:nvSpPr>
          <p:spPr>
            <a:xfrm>
              <a:off x="5124869" y="390906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4BBAB">
                <a:alpha val="100000"/>
              </a:srgbClr>
            </a:solidFill>
            <a:ln w="5420" cap="flat">
              <a:solidFill>
                <a:srgbClr val="54BB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10" name="pg1710"/>
            <p:cNvSpPr/>
            <p:nvPr/>
          </p:nvSpPr>
          <p:spPr>
            <a:xfrm>
              <a:off x="5136507" y="390906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3BBAB">
                <a:alpha val="100000"/>
              </a:srgbClr>
            </a:solidFill>
            <a:ln w="5420" cap="flat">
              <a:solidFill>
                <a:srgbClr val="53BB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11" name="pg1711"/>
            <p:cNvSpPr/>
            <p:nvPr/>
          </p:nvSpPr>
          <p:spPr>
            <a:xfrm>
              <a:off x="5148144" y="390906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2BAAB">
                <a:alpha val="100000"/>
              </a:srgbClr>
            </a:solidFill>
            <a:ln w="5420" cap="flat">
              <a:solidFill>
                <a:srgbClr val="52BA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12" name="pg1712"/>
            <p:cNvSpPr/>
            <p:nvPr/>
          </p:nvSpPr>
          <p:spPr>
            <a:xfrm>
              <a:off x="5159781" y="390906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2B9AB">
                <a:alpha val="100000"/>
              </a:srgbClr>
            </a:solidFill>
            <a:ln w="5420" cap="flat">
              <a:solidFill>
                <a:srgbClr val="52B9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13" name="pg1713"/>
            <p:cNvSpPr/>
            <p:nvPr/>
          </p:nvSpPr>
          <p:spPr>
            <a:xfrm>
              <a:off x="5171419" y="390906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1B8AB">
                <a:alpha val="100000"/>
              </a:srgbClr>
            </a:solidFill>
            <a:ln w="5420" cap="flat">
              <a:solidFill>
                <a:srgbClr val="51B8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14" name="pg1714"/>
            <p:cNvSpPr/>
            <p:nvPr/>
          </p:nvSpPr>
          <p:spPr>
            <a:xfrm>
              <a:off x="5183056" y="390906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1B7AB">
                <a:alpha val="100000"/>
              </a:srgbClr>
            </a:solidFill>
            <a:ln w="5420" cap="flat">
              <a:solidFill>
                <a:srgbClr val="51B7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15" name="pg1715"/>
            <p:cNvSpPr/>
            <p:nvPr/>
          </p:nvSpPr>
          <p:spPr>
            <a:xfrm>
              <a:off x="5055045" y="392336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0B6AB">
                <a:alpha val="100000"/>
              </a:srgbClr>
            </a:solidFill>
            <a:ln w="5420" cap="flat">
              <a:solidFill>
                <a:srgbClr val="50B6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16" name="pg1716"/>
            <p:cNvSpPr/>
            <p:nvPr/>
          </p:nvSpPr>
          <p:spPr>
            <a:xfrm>
              <a:off x="5066683" y="392336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1B7AB">
                <a:alpha val="100000"/>
              </a:srgbClr>
            </a:solidFill>
            <a:ln w="5420" cap="flat">
              <a:solidFill>
                <a:srgbClr val="51B7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17" name="pg1717"/>
            <p:cNvSpPr/>
            <p:nvPr/>
          </p:nvSpPr>
          <p:spPr>
            <a:xfrm>
              <a:off x="5078320" y="392336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1B8AB">
                <a:alpha val="100000"/>
              </a:srgbClr>
            </a:solidFill>
            <a:ln w="5420" cap="flat">
              <a:solidFill>
                <a:srgbClr val="51B8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18" name="pg1718"/>
            <p:cNvSpPr/>
            <p:nvPr/>
          </p:nvSpPr>
          <p:spPr>
            <a:xfrm>
              <a:off x="5089957" y="392336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1B8AB">
                <a:alpha val="100000"/>
              </a:srgbClr>
            </a:solidFill>
            <a:ln w="5420" cap="flat">
              <a:solidFill>
                <a:srgbClr val="51B8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19" name="pg1719"/>
            <p:cNvSpPr/>
            <p:nvPr/>
          </p:nvSpPr>
          <p:spPr>
            <a:xfrm>
              <a:off x="5101595" y="392336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2B9AB">
                <a:alpha val="100000"/>
              </a:srgbClr>
            </a:solidFill>
            <a:ln w="5420" cap="flat">
              <a:solidFill>
                <a:srgbClr val="52B9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20" name="pg1720"/>
            <p:cNvSpPr/>
            <p:nvPr/>
          </p:nvSpPr>
          <p:spPr>
            <a:xfrm>
              <a:off x="5113232" y="392336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2B9AB">
                <a:alpha val="100000"/>
              </a:srgbClr>
            </a:solidFill>
            <a:ln w="5420" cap="flat">
              <a:solidFill>
                <a:srgbClr val="52B9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21" name="pg1721"/>
            <p:cNvSpPr/>
            <p:nvPr/>
          </p:nvSpPr>
          <p:spPr>
            <a:xfrm>
              <a:off x="5124869" y="392336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1B8AB">
                <a:alpha val="100000"/>
              </a:srgbClr>
            </a:solidFill>
            <a:ln w="5420" cap="flat">
              <a:solidFill>
                <a:srgbClr val="51B8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22" name="pg1722"/>
            <p:cNvSpPr/>
            <p:nvPr/>
          </p:nvSpPr>
          <p:spPr>
            <a:xfrm>
              <a:off x="5136507" y="392336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1B8AB">
                <a:alpha val="100000"/>
              </a:srgbClr>
            </a:solidFill>
            <a:ln w="5420" cap="flat">
              <a:solidFill>
                <a:srgbClr val="51B8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23" name="pg1723"/>
            <p:cNvSpPr/>
            <p:nvPr/>
          </p:nvSpPr>
          <p:spPr>
            <a:xfrm>
              <a:off x="5148144" y="392336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1B7AB">
                <a:alpha val="100000"/>
              </a:srgbClr>
            </a:solidFill>
            <a:ln w="5420" cap="flat">
              <a:solidFill>
                <a:srgbClr val="51B7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24" name="pg1724"/>
            <p:cNvSpPr/>
            <p:nvPr/>
          </p:nvSpPr>
          <p:spPr>
            <a:xfrm>
              <a:off x="5159781" y="392336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0B6AB">
                <a:alpha val="100000"/>
              </a:srgbClr>
            </a:solidFill>
            <a:ln w="5420" cap="flat">
              <a:solidFill>
                <a:srgbClr val="50B6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25" name="pg1725"/>
            <p:cNvSpPr/>
            <p:nvPr/>
          </p:nvSpPr>
          <p:spPr>
            <a:xfrm>
              <a:off x="5171419" y="392336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0B6AB">
                <a:alpha val="100000"/>
              </a:srgbClr>
            </a:solidFill>
            <a:ln w="5420" cap="flat">
              <a:solidFill>
                <a:srgbClr val="50B6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26" name="pg1726"/>
            <p:cNvSpPr/>
            <p:nvPr/>
          </p:nvSpPr>
          <p:spPr>
            <a:xfrm>
              <a:off x="5183056" y="392336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FB5AB">
                <a:alpha val="100000"/>
              </a:srgbClr>
            </a:solidFill>
            <a:ln w="5420" cap="flat">
              <a:solidFill>
                <a:srgbClr val="4FB5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27" name="pg1727"/>
            <p:cNvSpPr/>
            <p:nvPr/>
          </p:nvSpPr>
          <p:spPr>
            <a:xfrm>
              <a:off x="5043408" y="393766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AAEAB">
                <a:alpha val="100000"/>
              </a:srgbClr>
            </a:solidFill>
            <a:ln w="5420" cap="flat">
              <a:solidFill>
                <a:srgbClr val="4AAE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28" name="pg1728"/>
            <p:cNvSpPr/>
            <p:nvPr/>
          </p:nvSpPr>
          <p:spPr>
            <a:xfrm>
              <a:off x="5055045" y="393766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BAFAB">
                <a:alpha val="100000"/>
              </a:srgbClr>
            </a:solidFill>
            <a:ln w="5420" cap="flat">
              <a:solidFill>
                <a:srgbClr val="4BAF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29" name="pg1729"/>
            <p:cNvSpPr/>
            <p:nvPr/>
          </p:nvSpPr>
          <p:spPr>
            <a:xfrm>
              <a:off x="5066683" y="393766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BB0AB">
                <a:alpha val="100000"/>
              </a:srgbClr>
            </a:solidFill>
            <a:ln w="5420" cap="flat">
              <a:solidFill>
                <a:srgbClr val="4BB0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30" name="pg1730"/>
            <p:cNvSpPr/>
            <p:nvPr/>
          </p:nvSpPr>
          <p:spPr>
            <a:xfrm>
              <a:off x="5078320" y="393766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CB1AB">
                <a:alpha val="100000"/>
              </a:srgbClr>
            </a:solidFill>
            <a:ln w="5420" cap="flat">
              <a:solidFill>
                <a:srgbClr val="4CB1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31" name="pg1731"/>
            <p:cNvSpPr/>
            <p:nvPr/>
          </p:nvSpPr>
          <p:spPr>
            <a:xfrm>
              <a:off x="5089957" y="393766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CB2AB">
                <a:alpha val="100000"/>
              </a:srgbClr>
            </a:solidFill>
            <a:ln w="5420" cap="flat">
              <a:solidFill>
                <a:srgbClr val="4CB2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32" name="pg1732"/>
            <p:cNvSpPr/>
            <p:nvPr/>
          </p:nvSpPr>
          <p:spPr>
            <a:xfrm>
              <a:off x="5101595" y="393766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DB2AB">
                <a:alpha val="100000"/>
              </a:srgbClr>
            </a:solidFill>
            <a:ln w="5420" cap="flat">
              <a:solidFill>
                <a:srgbClr val="4DB2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33" name="pg1733"/>
            <p:cNvSpPr/>
            <p:nvPr/>
          </p:nvSpPr>
          <p:spPr>
            <a:xfrm>
              <a:off x="5113232" y="393766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DB2AB">
                <a:alpha val="100000"/>
              </a:srgbClr>
            </a:solidFill>
            <a:ln w="5420" cap="flat">
              <a:solidFill>
                <a:srgbClr val="4DB2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34" name="pg1734"/>
            <p:cNvSpPr/>
            <p:nvPr/>
          </p:nvSpPr>
          <p:spPr>
            <a:xfrm>
              <a:off x="5124869" y="393766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DB2AB">
                <a:alpha val="100000"/>
              </a:srgbClr>
            </a:solidFill>
            <a:ln w="5420" cap="flat">
              <a:solidFill>
                <a:srgbClr val="4DB2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35" name="pg1735"/>
            <p:cNvSpPr/>
            <p:nvPr/>
          </p:nvSpPr>
          <p:spPr>
            <a:xfrm>
              <a:off x="5136507" y="393766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DB2AB">
                <a:alpha val="100000"/>
              </a:srgbClr>
            </a:solidFill>
            <a:ln w="5420" cap="flat">
              <a:solidFill>
                <a:srgbClr val="4DB2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36" name="pg1736"/>
            <p:cNvSpPr/>
            <p:nvPr/>
          </p:nvSpPr>
          <p:spPr>
            <a:xfrm>
              <a:off x="5148144" y="393766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CB2AB">
                <a:alpha val="100000"/>
              </a:srgbClr>
            </a:solidFill>
            <a:ln w="5420" cap="flat">
              <a:solidFill>
                <a:srgbClr val="4CB2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37" name="pg1737"/>
            <p:cNvSpPr/>
            <p:nvPr/>
          </p:nvSpPr>
          <p:spPr>
            <a:xfrm>
              <a:off x="5159781" y="393766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CB1AB">
                <a:alpha val="100000"/>
              </a:srgbClr>
            </a:solidFill>
            <a:ln w="5420" cap="flat">
              <a:solidFill>
                <a:srgbClr val="4CB1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38" name="pg1738"/>
            <p:cNvSpPr/>
            <p:nvPr/>
          </p:nvSpPr>
          <p:spPr>
            <a:xfrm>
              <a:off x="5171419" y="393766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CB1AB">
                <a:alpha val="100000"/>
              </a:srgbClr>
            </a:solidFill>
            <a:ln w="5420" cap="flat">
              <a:solidFill>
                <a:srgbClr val="4CB1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39" name="pg1739"/>
            <p:cNvSpPr/>
            <p:nvPr/>
          </p:nvSpPr>
          <p:spPr>
            <a:xfrm>
              <a:off x="5183056" y="393766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BB0AB">
                <a:alpha val="100000"/>
              </a:srgbClr>
            </a:solidFill>
            <a:ln w="5420" cap="flat">
              <a:solidFill>
                <a:srgbClr val="4BB0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40" name="pg1740"/>
            <p:cNvSpPr/>
            <p:nvPr/>
          </p:nvSpPr>
          <p:spPr>
            <a:xfrm>
              <a:off x="5194693" y="393766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BB0AB">
                <a:alpha val="100000"/>
              </a:srgbClr>
            </a:solidFill>
            <a:ln w="5420" cap="flat">
              <a:solidFill>
                <a:srgbClr val="4BB0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41" name="pg1741"/>
            <p:cNvSpPr/>
            <p:nvPr/>
          </p:nvSpPr>
          <p:spPr>
            <a:xfrm>
              <a:off x="5043408" y="395196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7ABAA">
                <a:alpha val="100000"/>
              </a:srgbClr>
            </a:solidFill>
            <a:ln w="5420" cap="flat">
              <a:solidFill>
                <a:srgbClr val="47AB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42" name="pg1742"/>
            <p:cNvSpPr/>
            <p:nvPr/>
          </p:nvSpPr>
          <p:spPr>
            <a:xfrm>
              <a:off x="5055045" y="395196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8ACAA">
                <a:alpha val="100000"/>
              </a:srgbClr>
            </a:solidFill>
            <a:ln w="5420" cap="flat">
              <a:solidFill>
                <a:srgbClr val="48AC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43" name="pg1743"/>
            <p:cNvSpPr/>
            <p:nvPr/>
          </p:nvSpPr>
          <p:spPr>
            <a:xfrm>
              <a:off x="5066683" y="395196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9ADAB">
                <a:alpha val="100000"/>
              </a:srgbClr>
            </a:solidFill>
            <a:ln w="5420" cap="flat">
              <a:solidFill>
                <a:srgbClr val="49AD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44" name="pg1744"/>
            <p:cNvSpPr/>
            <p:nvPr/>
          </p:nvSpPr>
          <p:spPr>
            <a:xfrm>
              <a:off x="5078320" y="395196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9AEAB">
                <a:alpha val="100000"/>
              </a:srgbClr>
            </a:solidFill>
            <a:ln w="5420" cap="flat">
              <a:solidFill>
                <a:srgbClr val="49AE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45" name="pg1745"/>
            <p:cNvSpPr/>
            <p:nvPr/>
          </p:nvSpPr>
          <p:spPr>
            <a:xfrm>
              <a:off x="5089957" y="395196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AAEAB">
                <a:alpha val="100000"/>
              </a:srgbClr>
            </a:solidFill>
            <a:ln w="5420" cap="flat">
              <a:solidFill>
                <a:srgbClr val="4AAE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46" name="pg1746"/>
            <p:cNvSpPr/>
            <p:nvPr/>
          </p:nvSpPr>
          <p:spPr>
            <a:xfrm>
              <a:off x="5101595" y="395196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AAFAB">
                <a:alpha val="100000"/>
              </a:srgbClr>
            </a:solidFill>
            <a:ln w="5420" cap="flat">
              <a:solidFill>
                <a:srgbClr val="4AAF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47" name="pg1747"/>
            <p:cNvSpPr/>
            <p:nvPr/>
          </p:nvSpPr>
          <p:spPr>
            <a:xfrm>
              <a:off x="5113232" y="395196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AAFAB">
                <a:alpha val="100000"/>
              </a:srgbClr>
            </a:solidFill>
            <a:ln w="5420" cap="flat">
              <a:solidFill>
                <a:srgbClr val="4AAF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48" name="pg1748"/>
            <p:cNvSpPr/>
            <p:nvPr/>
          </p:nvSpPr>
          <p:spPr>
            <a:xfrm>
              <a:off x="5124869" y="395196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AAFAB">
                <a:alpha val="100000"/>
              </a:srgbClr>
            </a:solidFill>
            <a:ln w="5420" cap="flat">
              <a:solidFill>
                <a:srgbClr val="4AAF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49" name="pg1749"/>
            <p:cNvSpPr/>
            <p:nvPr/>
          </p:nvSpPr>
          <p:spPr>
            <a:xfrm>
              <a:off x="5136507" y="395196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AAFAB">
                <a:alpha val="100000"/>
              </a:srgbClr>
            </a:solidFill>
            <a:ln w="5420" cap="flat">
              <a:solidFill>
                <a:srgbClr val="4AAF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50" name="pg1750"/>
            <p:cNvSpPr/>
            <p:nvPr/>
          </p:nvSpPr>
          <p:spPr>
            <a:xfrm>
              <a:off x="5148144" y="395196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AAFAB">
                <a:alpha val="100000"/>
              </a:srgbClr>
            </a:solidFill>
            <a:ln w="5420" cap="flat">
              <a:solidFill>
                <a:srgbClr val="4AAF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51" name="pg1751"/>
            <p:cNvSpPr/>
            <p:nvPr/>
          </p:nvSpPr>
          <p:spPr>
            <a:xfrm>
              <a:off x="5159781" y="395196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AAFAB">
                <a:alpha val="100000"/>
              </a:srgbClr>
            </a:solidFill>
            <a:ln w="5420" cap="flat">
              <a:solidFill>
                <a:srgbClr val="4AAF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52" name="pg1752"/>
            <p:cNvSpPr/>
            <p:nvPr/>
          </p:nvSpPr>
          <p:spPr>
            <a:xfrm>
              <a:off x="5171419" y="395196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AAEAB">
                <a:alpha val="100000"/>
              </a:srgbClr>
            </a:solidFill>
            <a:ln w="5420" cap="flat">
              <a:solidFill>
                <a:srgbClr val="4AAE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53" name="pg1753"/>
            <p:cNvSpPr/>
            <p:nvPr/>
          </p:nvSpPr>
          <p:spPr>
            <a:xfrm>
              <a:off x="5183056" y="395196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AAEAB">
                <a:alpha val="100000"/>
              </a:srgbClr>
            </a:solidFill>
            <a:ln w="5420" cap="flat">
              <a:solidFill>
                <a:srgbClr val="4AAE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54" name="pg1754"/>
            <p:cNvSpPr/>
            <p:nvPr/>
          </p:nvSpPr>
          <p:spPr>
            <a:xfrm>
              <a:off x="5194693" y="395196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9AEAB">
                <a:alpha val="100000"/>
              </a:srgbClr>
            </a:solidFill>
            <a:ln w="5420" cap="flat">
              <a:solidFill>
                <a:srgbClr val="49AE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55" name="pg1755"/>
            <p:cNvSpPr/>
            <p:nvPr/>
          </p:nvSpPr>
          <p:spPr>
            <a:xfrm>
              <a:off x="5206331" y="395196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9ADAB">
                <a:alpha val="100000"/>
              </a:srgbClr>
            </a:solidFill>
            <a:ln w="5420" cap="flat">
              <a:solidFill>
                <a:srgbClr val="49AD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56" name="pg1756"/>
            <p:cNvSpPr/>
            <p:nvPr/>
          </p:nvSpPr>
          <p:spPr>
            <a:xfrm>
              <a:off x="5043408" y="396626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4A8AA">
                <a:alpha val="100000"/>
              </a:srgbClr>
            </a:solidFill>
            <a:ln w="5420" cap="flat">
              <a:solidFill>
                <a:srgbClr val="44A8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57" name="pg1757"/>
            <p:cNvSpPr/>
            <p:nvPr/>
          </p:nvSpPr>
          <p:spPr>
            <a:xfrm>
              <a:off x="5055045" y="396626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5A9AA">
                <a:alpha val="100000"/>
              </a:srgbClr>
            </a:solidFill>
            <a:ln w="5420" cap="flat">
              <a:solidFill>
                <a:srgbClr val="45A9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58" name="pg1758"/>
            <p:cNvSpPr/>
            <p:nvPr/>
          </p:nvSpPr>
          <p:spPr>
            <a:xfrm>
              <a:off x="5066683" y="396626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6A9AA">
                <a:alpha val="100000"/>
              </a:srgbClr>
            </a:solidFill>
            <a:ln w="5420" cap="flat">
              <a:solidFill>
                <a:srgbClr val="46A9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59" name="pg1759"/>
            <p:cNvSpPr/>
            <p:nvPr/>
          </p:nvSpPr>
          <p:spPr>
            <a:xfrm>
              <a:off x="5078320" y="396626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6AAAA">
                <a:alpha val="100000"/>
              </a:srgbClr>
            </a:solidFill>
            <a:ln w="5420" cap="flat">
              <a:solidFill>
                <a:srgbClr val="46AA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60" name="pg1760"/>
            <p:cNvSpPr/>
            <p:nvPr/>
          </p:nvSpPr>
          <p:spPr>
            <a:xfrm>
              <a:off x="5089957" y="396626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7ABAA">
                <a:alpha val="100000"/>
              </a:srgbClr>
            </a:solidFill>
            <a:ln w="5420" cap="flat">
              <a:solidFill>
                <a:srgbClr val="47AB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61" name="pg1761"/>
            <p:cNvSpPr/>
            <p:nvPr/>
          </p:nvSpPr>
          <p:spPr>
            <a:xfrm>
              <a:off x="5101595" y="396626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8ACAA">
                <a:alpha val="100000"/>
              </a:srgbClr>
            </a:solidFill>
            <a:ln w="5420" cap="flat">
              <a:solidFill>
                <a:srgbClr val="48AC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62" name="pg1762"/>
            <p:cNvSpPr/>
            <p:nvPr/>
          </p:nvSpPr>
          <p:spPr>
            <a:xfrm>
              <a:off x="5113232" y="396626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8ACAA">
                <a:alpha val="100000"/>
              </a:srgbClr>
            </a:solidFill>
            <a:ln w="5420" cap="flat">
              <a:solidFill>
                <a:srgbClr val="48AC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63" name="pg1763"/>
            <p:cNvSpPr/>
            <p:nvPr/>
          </p:nvSpPr>
          <p:spPr>
            <a:xfrm>
              <a:off x="5124869" y="396626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8ACAA">
                <a:alpha val="100000"/>
              </a:srgbClr>
            </a:solidFill>
            <a:ln w="5420" cap="flat">
              <a:solidFill>
                <a:srgbClr val="48AC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64" name="pg1764"/>
            <p:cNvSpPr/>
            <p:nvPr/>
          </p:nvSpPr>
          <p:spPr>
            <a:xfrm>
              <a:off x="5136507" y="396626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8ACAA">
                <a:alpha val="100000"/>
              </a:srgbClr>
            </a:solidFill>
            <a:ln w="5420" cap="flat">
              <a:solidFill>
                <a:srgbClr val="48AC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65" name="pg1765"/>
            <p:cNvSpPr/>
            <p:nvPr/>
          </p:nvSpPr>
          <p:spPr>
            <a:xfrm>
              <a:off x="5148144" y="396626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8ACAA">
                <a:alpha val="100000"/>
              </a:srgbClr>
            </a:solidFill>
            <a:ln w="5420" cap="flat">
              <a:solidFill>
                <a:srgbClr val="48AC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66" name="pg1766"/>
            <p:cNvSpPr/>
            <p:nvPr/>
          </p:nvSpPr>
          <p:spPr>
            <a:xfrm>
              <a:off x="5159781" y="396626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8ACAA">
                <a:alpha val="100000"/>
              </a:srgbClr>
            </a:solidFill>
            <a:ln w="5420" cap="flat">
              <a:solidFill>
                <a:srgbClr val="48AC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67" name="pg1767"/>
            <p:cNvSpPr/>
            <p:nvPr/>
          </p:nvSpPr>
          <p:spPr>
            <a:xfrm>
              <a:off x="5171419" y="396626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8ACAA">
                <a:alpha val="100000"/>
              </a:srgbClr>
            </a:solidFill>
            <a:ln w="5420" cap="flat">
              <a:solidFill>
                <a:srgbClr val="48AC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68" name="pg1768"/>
            <p:cNvSpPr/>
            <p:nvPr/>
          </p:nvSpPr>
          <p:spPr>
            <a:xfrm>
              <a:off x="5183056" y="396626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8ACAA">
                <a:alpha val="100000"/>
              </a:srgbClr>
            </a:solidFill>
            <a:ln w="5420" cap="flat">
              <a:solidFill>
                <a:srgbClr val="48AC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69" name="pg1769"/>
            <p:cNvSpPr/>
            <p:nvPr/>
          </p:nvSpPr>
          <p:spPr>
            <a:xfrm>
              <a:off x="5194693" y="396626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7ABAA">
                <a:alpha val="100000"/>
              </a:srgbClr>
            </a:solidFill>
            <a:ln w="5420" cap="flat">
              <a:solidFill>
                <a:srgbClr val="47AB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70" name="pg1770"/>
            <p:cNvSpPr/>
            <p:nvPr/>
          </p:nvSpPr>
          <p:spPr>
            <a:xfrm>
              <a:off x="5206331" y="396626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7ABAA">
                <a:alpha val="100000"/>
              </a:srgbClr>
            </a:solidFill>
            <a:ln w="5420" cap="flat">
              <a:solidFill>
                <a:srgbClr val="47AB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71" name="pg1771"/>
            <p:cNvSpPr/>
            <p:nvPr/>
          </p:nvSpPr>
          <p:spPr>
            <a:xfrm>
              <a:off x="5043408" y="398056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2A5AA">
                <a:alpha val="100000"/>
              </a:srgbClr>
            </a:solidFill>
            <a:ln w="5420" cap="flat">
              <a:solidFill>
                <a:srgbClr val="42A5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72" name="pg1772"/>
            <p:cNvSpPr/>
            <p:nvPr/>
          </p:nvSpPr>
          <p:spPr>
            <a:xfrm>
              <a:off x="5055045" y="398056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2A5AA">
                <a:alpha val="100000"/>
              </a:srgbClr>
            </a:solidFill>
            <a:ln w="5420" cap="flat">
              <a:solidFill>
                <a:srgbClr val="42A5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73" name="pg1773"/>
            <p:cNvSpPr/>
            <p:nvPr/>
          </p:nvSpPr>
          <p:spPr>
            <a:xfrm>
              <a:off x="5066683" y="398056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3A6AA">
                <a:alpha val="100000"/>
              </a:srgbClr>
            </a:solidFill>
            <a:ln w="5420" cap="flat">
              <a:solidFill>
                <a:srgbClr val="43A6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74" name="pg1774"/>
            <p:cNvSpPr/>
            <p:nvPr/>
          </p:nvSpPr>
          <p:spPr>
            <a:xfrm>
              <a:off x="5078320" y="398056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4A7AA">
                <a:alpha val="100000"/>
              </a:srgbClr>
            </a:solidFill>
            <a:ln w="5420" cap="flat">
              <a:solidFill>
                <a:srgbClr val="44A7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75" name="pg1775"/>
            <p:cNvSpPr/>
            <p:nvPr/>
          </p:nvSpPr>
          <p:spPr>
            <a:xfrm>
              <a:off x="5089957" y="398056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4A8AA">
                <a:alpha val="100000"/>
              </a:srgbClr>
            </a:solidFill>
            <a:ln w="5420" cap="flat">
              <a:solidFill>
                <a:srgbClr val="44A8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76" name="pg1776"/>
            <p:cNvSpPr/>
            <p:nvPr/>
          </p:nvSpPr>
          <p:spPr>
            <a:xfrm>
              <a:off x="5101595" y="398056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5A9AA">
                <a:alpha val="100000"/>
              </a:srgbClr>
            </a:solidFill>
            <a:ln w="5420" cap="flat">
              <a:solidFill>
                <a:srgbClr val="45A9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77" name="pg1777"/>
            <p:cNvSpPr/>
            <p:nvPr/>
          </p:nvSpPr>
          <p:spPr>
            <a:xfrm>
              <a:off x="5113232" y="398056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5A9AA">
                <a:alpha val="100000"/>
              </a:srgbClr>
            </a:solidFill>
            <a:ln w="5420" cap="flat">
              <a:solidFill>
                <a:srgbClr val="45A9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78" name="pg1778"/>
            <p:cNvSpPr/>
            <p:nvPr/>
          </p:nvSpPr>
          <p:spPr>
            <a:xfrm>
              <a:off x="5124869" y="398056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6A9AA">
                <a:alpha val="100000"/>
              </a:srgbClr>
            </a:solidFill>
            <a:ln w="5420" cap="flat">
              <a:solidFill>
                <a:srgbClr val="46A9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79" name="pg1779"/>
            <p:cNvSpPr/>
            <p:nvPr/>
          </p:nvSpPr>
          <p:spPr>
            <a:xfrm>
              <a:off x="5136507" y="398056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6A9AA">
                <a:alpha val="100000"/>
              </a:srgbClr>
            </a:solidFill>
            <a:ln w="5420" cap="flat">
              <a:solidFill>
                <a:srgbClr val="46A9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80" name="pg1780"/>
            <p:cNvSpPr/>
            <p:nvPr/>
          </p:nvSpPr>
          <p:spPr>
            <a:xfrm>
              <a:off x="5148144" y="398056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6A9AA">
                <a:alpha val="100000"/>
              </a:srgbClr>
            </a:solidFill>
            <a:ln w="5420" cap="flat">
              <a:solidFill>
                <a:srgbClr val="46A9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81" name="pg1781"/>
            <p:cNvSpPr/>
            <p:nvPr/>
          </p:nvSpPr>
          <p:spPr>
            <a:xfrm>
              <a:off x="5159781" y="398056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6A9AA">
                <a:alpha val="100000"/>
              </a:srgbClr>
            </a:solidFill>
            <a:ln w="5420" cap="flat">
              <a:solidFill>
                <a:srgbClr val="46A9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82" name="pg1782"/>
            <p:cNvSpPr/>
            <p:nvPr/>
          </p:nvSpPr>
          <p:spPr>
            <a:xfrm>
              <a:off x="5171419" y="398056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6A9AA">
                <a:alpha val="100000"/>
              </a:srgbClr>
            </a:solidFill>
            <a:ln w="5420" cap="flat">
              <a:solidFill>
                <a:srgbClr val="46A9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83" name="pg1783"/>
            <p:cNvSpPr/>
            <p:nvPr/>
          </p:nvSpPr>
          <p:spPr>
            <a:xfrm>
              <a:off x="5183056" y="398056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6A9AA">
                <a:alpha val="100000"/>
              </a:srgbClr>
            </a:solidFill>
            <a:ln w="5420" cap="flat">
              <a:solidFill>
                <a:srgbClr val="46A9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84" name="pg1784"/>
            <p:cNvSpPr/>
            <p:nvPr/>
          </p:nvSpPr>
          <p:spPr>
            <a:xfrm>
              <a:off x="5194693" y="398056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5A9AA">
                <a:alpha val="100000"/>
              </a:srgbClr>
            </a:solidFill>
            <a:ln w="5420" cap="flat">
              <a:solidFill>
                <a:srgbClr val="45A9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85" name="pg1785"/>
            <p:cNvSpPr/>
            <p:nvPr/>
          </p:nvSpPr>
          <p:spPr>
            <a:xfrm>
              <a:off x="5206331" y="398056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5A9AA">
                <a:alpha val="100000"/>
              </a:srgbClr>
            </a:solidFill>
            <a:ln w="5420" cap="flat">
              <a:solidFill>
                <a:srgbClr val="45A9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86" name="pg1786"/>
            <p:cNvSpPr/>
            <p:nvPr/>
          </p:nvSpPr>
          <p:spPr>
            <a:xfrm>
              <a:off x="5217968" y="398056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5A8AA">
                <a:alpha val="100000"/>
              </a:srgbClr>
            </a:solidFill>
            <a:ln w="5420" cap="flat">
              <a:solidFill>
                <a:srgbClr val="45A8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87" name="pg1787"/>
            <p:cNvSpPr/>
            <p:nvPr/>
          </p:nvSpPr>
          <p:spPr>
            <a:xfrm>
              <a:off x="5055045" y="399486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0A3AA">
                <a:alpha val="100000"/>
              </a:srgbClr>
            </a:solidFill>
            <a:ln w="5420" cap="flat">
              <a:solidFill>
                <a:srgbClr val="40A3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88" name="pg1788"/>
            <p:cNvSpPr/>
            <p:nvPr/>
          </p:nvSpPr>
          <p:spPr>
            <a:xfrm>
              <a:off x="5066683" y="399486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0A3AA">
                <a:alpha val="100000"/>
              </a:srgbClr>
            </a:solidFill>
            <a:ln w="5420" cap="flat">
              <a:solidFill>
                <a:srgbClr val="40A3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89" name="pg1789"/>
            <p:cNvSpPr/>
            <p:nvPr/>
          </p:nvSpPr>
          <p:spPr>
            <a:xfrm>
              <a:off x="5078320" y="399486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1A4AA">
                <a:alpha val="100000"/>
              </a:srgbClr>
            </a:solidFill>
            <a:ln w="5420" cap="flat">
              <a:solidFill>
                <a:srgbClr val="41A4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90" name="pg1790"/>
            <p:cNvSpPr/>
            <p:nvPr/>
          </p:nvSpPr>
          <p:spPr>
            <a:xfrm>
              <a:off x="5089957" y="399486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2A5AA">
                <a:alpha val="100000"/>
              </a:srgbClr>
            </a:solidFill>
            <a:ln w="5420" cap="flat">
              <a:solidFill>
                <a:srgbClr val="42A5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91" name="pg1791"/>
            <p:cNvSpPr/>
            <p:nvPr/>
          </p:nvSpPr>
          <p:spPr>
            <a:xfrm>
              <a:off x="5101595" y="399486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3A6AA">
                <a:alpha val="100000"/>
              </a:srgbClr>
            </a:solidFill>
            <a:ln w="5420" cap="flat">
              <a:solidFill>
                <a:srgbClr val="43A6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92" name="pg1792"/>
            <p:cNvSpPr/>
            <p:nvPr/>
          </p:nvSpPr>
          <p:spPr>
            <a:xfrm>
              <a:off x="5113232" y="399486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3A6AA">
                <a:alpha val="100000"/>
              </a:srgbClr>
            </a:solidFill>
            <a:ln w="5420" cap="flat">
              <a:solidFill>
                <a:srgbClr val="43A6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93" name="pg1793"/>
            <p:cNvSpPr/>
            <p:nvPr/>
          </p:nvSpPr>
          <p:spPr>
            <a:xfrm>
              <a:off x="5124869" y="399486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3A6AA">
                <a:alpha val="100000"/>
              </a:srgbClr>
            </a:solidFill>
            <a:ln w="5420" cap="flat">
              <a:solidFill>
                <a:srgbClr val="43A6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94" name="pg1794"/>
            <p:cNvSpPr/>
            <p:nvPr/>
          </p:nvSpPr>
          <p:spPr>
            <a:xfrm>
              <a:off x="5136507" y="399486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3A7AA">
                <a:alpha val="100000"/>
              </a:srgbClr>
            </a:solidFill>
            <a:ln w="5420" cap="flat">
              <a:solidFill>
                <a:srgbClr val="43A7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95" name="pg1795"/>
            <p:cNvSpPr/>
            <p:nvPr/>
          </p:nvSpPr>
          <p:spPr>
            <a:xfrm>
              <a:off x="5148144" y="399486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4A7AA">
                <a:alpha val="100000"/>
              </a:srgbClr>
            </a:solidFill>
            <a:ln w="5420" cap="flat">
              <a:solidFill>
                <a:srgbClr val="44A7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96" name="pg1796"/>
            <p:cNvSpPr/>
            <p:nvPr/>
          </p:nvSpPr>
          <p:spPr>
            <a:xfrm>
              <a:off x="5159781" y="399486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4A7AA">
                <a:alpha val="100000"/>
              </a:srgbClr>
            </a:solidFill>
            <a:ln w="5420" cap="flat">
              <a:solidFill>
                <a:srgbClr val="44A7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97" name="pg1797"/>
            <p:cNvSpPr/>
            <p:nvPr/>
          </p:nvSpPr>
          <p:spPr>
            <a:xfrm>
              <a:off x="5171419" y="399486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4A7AA">
                <a:alpha val="100000"/>
              </a:srgbClr>
            </a:solidFill>
            <a:ln w="5420" cap="flat">
              <a:solidFill>
                <a:srgbClr val="44A7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98" name="pg1798"/>
            <p:cNvSpPr/>
            <p:nvPr/>
          </p:nvSpPr>
          <p:spPr>
            <a:xfrm>
              <a:off x="5183056" y="399486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4A7AA">
                <a:alpha val="100000"/>
              </a:srgbClr>
            </a:solidFill>
            <a:ln w="5420" cap="flat">
              <a:solidFill>
                <a:srgbClr val="44A7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99" name="pg1799"/>
            <p:cNvSpPr/>
            <p:nvPr/>
          </p:nvSpPr>
          <p:spPr>
            <a:xfrm>
              <a:off x="5194693" y="399486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4A7AA">
                <a:alpha val="100000"/>
              </a:srgbClr>
            </a:solidFill>
            <a:ln w="5420" cap="flat">
              <a:solidFill>
                <a:srgbClr val="44A7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00" name="pg1800"/>
            <p:cNvSpPr/>
            <p:nvPr/>
          </p:nvSpPr>
          <p:spPr>
            <a:xfrm>
              <a:off x="5206331" y="399486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4A7AA">
                <a:alpha val="100000"/>
              </a:srgbClr>
            </a:solidFill>
            <a:ln w="5420" cap="flat">
              <a:solidFill>
                <a:srgbClr val="44A7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01" name="pg1801"/>
            <p:cNvSpPr/>
            <p:nvPr/>
          </p:nvSpPr>
          <p:spPr>
            <a:xfrm>
              <a:off x="5217968" y="399486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3A7AA">
                <a:alpha val="100000"/>
              </a:srgbClr>
            </a:solidFill>
            <a:ln w="5420" cap="flat">
              <a:solidFill>
                <a:srgbClr val="43A7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02" name="pg1802"/>
            <p:cNvSpPr/>
            <p:nvPr/>
          </p:nvSpPr>
          <p:spPr>
            <a:xfrm>
              <a:off x="5020133" y="400916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9DA9">
                <a:alpha val="100000"/>
              </a:srgbClr>
            </a:solidFill>
            <a:ln w="5420" cap="flat">
              <a:solidFill>
                <a:srgbClr val="3A9D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03" name="pg1803"/>
            <p:cNvSpPr/>
            <p:nvPr/>
          </p:nvSpPr>
          <p:spPr>
            <a:xfrm>
              <a:off x="5031771" y="400916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9EAA">
                <a:alpha val="100000"/>
              </a:srgbClr>
            </a:solidFill>
            <a:ln w="5420" cap="flat">
              <a:solidFill>
                <a:srgbClr val="3B9E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04" name="pg1804"/>
            <p:cNvSpPr/>
            <p:nvPr/>
          </p:nvSpPr>
          <p:spPr>
            <a:xfrm>
              <a:off x="5043408" y="400916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9FAA">
                <a:alpha val="100000"/>
              </a:srgbClr>
            </a:solidFill>
            <a:ln w="5420" cap="flat">
              <a:solidFill>
                <a:srgbClr val="3C9F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05" name="pg1805"/>
            <p:cNvSpPr/>
            <p:nvPr/>
          </p:nvSpPr>
          <p:spPr>
            <a:xfrm>
              <a:off x="5055045" y="400916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D9FAA">
                <a:alpha val="100000"/>
              </a:srgbClr>
            </a:solidFill>
            <a:ln w="5420" cap="flat">
              <a:solidFill>
                <a:srgbClr val="3D9F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06" name="pg1806"/>
            <p:cNvSpPr/>
            <p:nvPr/>
          </p:nvSpPr>
          <p:spPr>
            <a:xfrm>
              <a:off x="5066683" y="400916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EA0AA">
                <a:alpha val="100000"/>
              </a:srgbClr>
            </a:solidFill>
            <a:ln w="5420" cap="flat">
              <a:solidFill>
                <a:srgbClr val="3EA0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07" name="pg1807"/>
            <p:cNvSpPr/>
            <p:nvPr/>
          </p:nvSpPr>
          <p:spPr>
            <a:xfrm>
              <a:off x="5078320" y="400916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EA1AA">
                <a:alpha val="100000"/>
              </a:srgbClr>
            </a:solidFill>
            <a:ln w="5420" cap="flat">
              <a:solidFill>
                <a:srgbClr val="3EA1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08" name="pg1808"/>
            <p:cNvSpPr/>
            <p:nvPr/>
          </p:nvSpPr>
          <p:spPr>
            <a:xfrm>
              <a:off x="5089957" y="400916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FA2AA">
                <a:alpha val="100000"/>
              </a:srgbClr>
            </a:solidFill>
            <a:ln w="5420" cap="flat">
              <a:solidFill>
                <a:srgbClr val="3FA2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09" name="pg1809"/>
            <p:cNvSpPr/>
            <p:nvPr/>
          </p:nvSpPr>
          <p:spPr>
            <a:xfrm>
              <a:off x="5101595" y="400916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0A3AA">
                <a:alpha val="100000"/>
              </a:srgbClr>
            </a:solidFill>
            <a:ln w="5420" cap="flat">
              <a:solidFill>
                <a:srgbClr val="40A3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10" name="pg1810"/>
            <p:cNvSpPr/>
            <p:nvPr/>
          </p:nvSpPr>
          <p:spPr>
            <a:xfrm>
              <a:off x="5113232" y="400916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0A3AA">
                <a:alpha val="100000"/>
              </a:srgbClr>
            </a:solidFill>
            <a:ln w="5420" cap="flat">
              <a:solidFill>
                <a:srgbClr val="40A3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11" name="pg1811"/>
            <p:cNvSpPr/>
            <p:nvPr/>
          </p:nvSpPr>
          <p:spPr>
            <a:xfrm>
              <a:off x="5124869" y="400916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1A4AA">
                <a:alpha val="100000"/>
              </a:srgbClr>
            </a:solidFill>
            <a:ln w="5420" cap="flat">
              <a:solidFill>
                <a:srgbClr val="41A4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12" name="pg1812"/>
            <p:cNvSpPr/>
            <p:nvPr/>
          </p:nvSpPr>
          <p:spPr>
            <a:xfrm>
              <a:off x="5136507" y="400916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1A4AA">
                <a:alpha val="100000"/>
              </a:srgbClr>
            </a:solidFill>
            <a:ln w="5420" cap="flat">
              <a:solidFill>
                <a:srgbClr val="41A4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13" name="pg1813"/>
            <p:cNvSpPr/>
            <p:nvPr/>
          </p:nvSpPr>
          <p:spPr>
            <a:xfrm>
              <a:off x="5148144" y="400916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1A4AA">
                <a:alpha val="100000"/>
              </a:srgbClr>
            </a:solidFill>
            <a:ln w="5420" cap="flat">
              <a:solidFill>
                <a:srgbClr val="41A4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14" name="pg1814"/>
            <p:cNvSpPr/>
            <p:nvPr/>
          </p:nvSpPr>
          <p:spPr>
            <a:xfrm>
              <a:off x="5159781" y="400916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1A4AA">
                <a:alpha val="100000"/>
              </a:srgbClr>
            </a:solidFill>
            <a:ln w="5420" cap="flat">
              <a:solidFill>
                <a:srgbClr val="41A4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15" name="pg1815"/>
            <p:cNvSpPr/>
            <p:nvPr/>
          </p:nvSpPr>
          <p:spPr>
            <a:xfrm>
              <a:off x="5171419" y="400916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2A5AA">
                <a:alpha val="100000"/>
              </a:srgbClr>
            </a:solidFill>
            <a:ln w="5420" cap="flat">
              <a:solidFill>
                <a:srgbClr val="42A5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16" name="pg1816"/>
            <p:cNvSpPr/>
            <p:nvPr/>
          </p:nvSpPr>
          <p:spPr>
            <a:xfrm>
              <a:off x="5183056" y="400916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2A5AA">
                <a:alpha val="100000"/>
              </a:srgbClr>
            </a:solidFill>
            <a:ln w="5420" cap="flat">
              <a:solidFill>
                <a:srgbClr val="42A5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17" name="pg1817"/>
            <p:cNvSpPr/>
            <p:nvPr/>
          </p:nvSpPr>
          <p:spPr>
            <a:xfrm>
              <a:off x="5194693" y="400916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2A5AA">
                <a:alpha val="100000"/>
              </a:srgbClr>
            </a:solidFill>
            <a:ln w="5420" cap="flat">
              <a:solidFill>
                <a:srgbClr val="42A5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18" name="pg1818"/>
            <p:cNvSpPr/>
            <p:nvPr/>
          </p:nvSpPr>
          <p:spPr>
            <a:xfrm>
              <a:off x="5206331" y="400916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2A5AA">
                <a:alpha val="100000"/>
              </a:srgbClr>
            </a:solidFill>
            <a:ln w="5420" cap="flat">
              <a:solidFill>
                <a:srgbClr val="42A5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19" name="pg1819"/>
            <p:cNvSpPr/>
            <p:nvPr/>
          </p:nvSpPr>
          <p:spPr>
            <a:xfrm>
              <a:off x="5020133" y="402346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9AA9">
                <a:alpha val="100000"/>
              </a:srgbClr>
            </a:solidFill>
            <a:ln w="5420" cap="flat">
              <a:solidFill>
                <a:srgbClr val="379A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20" name="pg1820"/>
            <p:cNvSpPr/>
            <p:nvPr/>
          </p:nvSpPr>
          <p:spPr>
            <a:xfrm>
              <a:off x="5031771" y="402346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89BA9">
                <a:alpha val="100000"/>
              </a:srgbClr>
            </a:solidFill>
            <a:ln w="5420" cap="flat">
              <a:solidFill>
                <a:srgbClr val="389B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21" name="pg1821"/>
            <p:cNvSpPr/>
            <p:nvPr/>
          </p:nvSpPr>
          <p:spPr>
            <a:xfrm>
              <a:off x="5043408" y="402346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9CA9">
                <a:alpha val="100000"/>
              </a:srgbClr>
            </a:solidFill>
            <a:ln w="5420" cap="flat">
              <a:solidFill>
                <a:srgbClr val="399C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22" name="pg1822"/>
            <p:cNvSpPr/>
            <p:nvPr/>
          </p:nvSpPr>
          <p:spPr>
            <a:xfrm>
              <a:off x="5055045" y="402346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9DA9">
                <a:alpha val="100000"/>
              </a:srgbClr>
            </a:solidFill>
            <a:ln w="5420" cap="flat">
              <a:solidFill>
                <a:srgbClr val="3A9D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23" name="pg1823"/>
            <p:cNvSpPr/>
            <p:nvPr/>
          </p:nvSpPr>
          <p:spPr>
            <a:xfrm>
              <a:off x="5066683" y="402346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9DA9">
                <a:alpha val="100000"/>
              </a:srgbClr>
            </a:solidFill>
            <a:ln w="5420" cap="flat">
              <a:solidFill>
                <a:srgbClr val="3B9D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24" name="pg1824"/>
            <p:cNvSpPr/>
            <p:nvPr/>
          </p:nvSpPr>
          <p:spPr>
            <a:xfrm>
              <a:off x="5078320" y="402346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9EAA">
                <a:alpha val="100000"/>
              </a:srgbClr>
            </a:solidFill>
            <a:ln w="5420" cap="flat">
              <a:solidFill>
                <a:srgbClr val="3C9E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25" name="pg1825"/>
            <p:cNvSpPr/>
            <p:nvPr/>
          </p:nvSpPr>
          <p:spPr>
            <a:xfrm>
              <a:off x="5089957" y="402346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9FAA">
                <a:alpha val="100000"/>
              </a:srgbClr>
            </a:solidFill>
            <a:ln w="5420" cap="flat">
              <a:solidFill>
                <a:srgbClr val="3C9F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26" name="pg1826"/>
            <p:cNvSpPr/>
            <p:nvPr/>
          </p:nvSpPr>
          <p:spPr>
            <a:xfrm>
              <a:off x="5101595" y="402346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DA0AA">
                <a:alpha val="100000"/>
              </a:srgbClr>
            </a:solidFill>
            <a:ln w="5420" cap="flat">
              <a:solidFill>
                <a:srgbClr val="3DA0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27" name="pg1827"/>
            <p:cNvSpPr/>
            <p:nvPr/>
          </p:nvSpPr>
          <p:spPr>
            <a:xfrm>
              <a:off x="5113232" y="402346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EA1AA">
                <a:alpha val="100000"/>
              </a:srgbClr>
            </a:solidFill>
            <a:ln w="5420" cap="flat">
              <a:solidFill>
                <a:srgbClr val="3EA1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28" name="pg1828"/>
            <p:cNvSpPr/>
            <p:nvPr/>
          </p:nvSpPr>
          <p:spPr>
            <a:xfrm>
              <a:off x="5124869" y="402346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EA1AA">
                <a:alpha val="100000"/>
              </a:srgbClr>
            </a:solidFill>
            <a:ln w="5420" cap="flat">
              <a:solidFill>
                <a:srgbClr val="3EA1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29" name="pg1829"/>
            <p:cNvSpPr/>
            <p:nvPr/>
          </p:nvSpPr>
          <p:spPr>
            <a:xfrm>
              <a:off x="5136507" y="402346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FA2AA">
                <a:alpha val="100000"/>
              </a:srgbClr>
            </a:solidFill>
            <a:ln w="5420" cap="flat">
              <a:solidFill>
                <a:srgbClr val="3FA2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30" name="pg1830"/>
            <p:cNvSpPr/>
            <p:nvPr/>
          </p:nvSpPr>
          <p:spPr>
            <a:xfrm>
              <a:off x="5148144" y="402346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FA2AA">
                <a:alpha val="100000"/>
              </a:srgbClr>
            </a:solidFill>
            <a:ln w="5420" cap="flat">
              <a:solidFill>
                <a:srgbClr val="3FA2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31" name="pg1831"/>
            <p:cNvSpPr/>
            <p:nvPr/>
          </p:nvSpPr>
          <p:spPr>
            <a:xfrm>
              <a:off x="5159781" y="402346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FA2AA">
                <a:alpha val="100000"/>
              </a:srgbClr>
            </a:solidFill>
            <a:ln w="5420" cap="flat">
              <a:solidFill>
                <a:srgbClr val="3FA2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32" name="pg1832"/>
            <p:cNvSpPr/>
            <p:nvPr/>
          </p:nvSpPr>
          <p:spPr>
            <a:xfrm>
              <a:off x="5171419" y="402346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0A2AA">
                <a:alpha val="100000"/>
              </a:srgbClr>
            </a:solidFill>
            <a:ln w="5420" cap="flat">
              <a:solidFill>
                <a:srgbClr val="40A2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33" name="pg1833"/>
            <p:cNvSpPr/>
            <p:nvPr/>
          </p:nvSpPr>
          <p:spPr>
            <a:xfrm>
              <a:off x="5183056" y="402346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0A3AA">
                <a:alpha val="100000"/>
              </a:srgbClr>
            </a:solidFill>
            <a:ln w="5420" cap="flat">
              <a:solidFill>
                <a:srgbClr val="40A3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34" name="pg1834"/>
            <p:cNvSpPr/>
            <p:nvPr/>
          </p:nvSpPr>
          <p:spPr>
            <a:xfrm>
              <a:off x="5194693" y="402346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0A3AA">
                <a:alpha val="100000"/>
              </a:srgbClr>
            </a:solidFill>
            <a:ln w="5420" cap="flat">
              <a:solidFill>
                <a:srgbClr val="40A3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35" name="pg1835"/>
            <p:cNvSpPr/>
            <p:nvPr/>
          </p:nvSpPr>
          <p:spPr>
            <a:xfrm>
              <a:off x="5020133" y="403776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597A9">
                <a:alpha val="100000"/>
              </a:srgbClr>
            </a:solidFill>
            <a:ln w="5420" cap="flat">
              <a:solidFill>
                <a:srgbClr val="3597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36" name="pg1836"/>
            <p:cNvSpPr/>
            <p:nvPr/>
          </p:nvSpPr>
          <p:spPr>
            <a:xfrm>
              <a:off x="5031771" y="403776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598A9">
                <a:alpha val="100000"/>
              </a:srgbClr>
            </a:solidFill>
            <a:ln w="5420" cap="flat">
              <a:solidFill>
                <a:srgbClr val="3598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37" name="pg1837"/>
            <p:cNvSpPr/>
            <p:nvPr/>
          </p:nvSpPr>
          <p:spPr>
            <a:xfrm>
              <a:off x="5043408" y="403776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699A9">
                <a:alpha val="100000"/>
              </a:srgbClr>
            </a:solidFill>
            <a:ln w="5420" cap="flat">
              <a:solidFill>
                <a:srgbClr val="3699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38" name="pg1838"/>
            <p:cNvSpPr/>
            <p:nvPr/>
          </p:nvSpPr>
          <p:spPr>
            <a:xfrm>
              <a:off x="5055045" y="403776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9AA9">
                <a:alpha val="100000"/>
              </a:srgbClr>
            </a:solidFill>
            <a:ln w="5420" cap="flat">
              <a:solidFill>
                <a:srgbClr val="379A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39" name="pg1839"/>
            <p:cNvSpPr/>
            <p:nvPr/>
          </p:nvSpPr>
          <p:spPr>
            <a:xfrm>
              <a:off x="5066683" y="403776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89BA9">
                <a:alpha val="100000"/>
              </a:srgbClr>
            </a:solidFill>
            <a:ln w="5420" cap="flat">
              <a:solidFill>
                <a:srgbClr val="389B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40" name="pg1840"/>
            <p:cNvSpPr/>
            <p:nvPr/>
          </p:nvSpPr>
          <p:spPr>
            <a:xfrm>
              <a:off x="5078320" y="403776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9CA9">
                <a:alpha val="100000"/>
              </a:srgbClr>
            </a:solidFill>
            <a:ln w="5420" cap="flat">
              <a:solidFill>
                <a:srgbClr val="399C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41" name="pg1841"/>
            <p:cNvSpPr/>
            <p:nvPr/>
          </p:nvSpPr>
          <p:spPr>
            <a:xfrm>
              <a:off x="5089957" y="403776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9CA9">
                <a:alpha val="100000"/>
              </a:srgbClr>
            </a:solidFill>
            <a:ln w="5420" cap="flat">
              <a:solidFill>
                <a:srgbClr val="3A9C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42" name="pg1842"/>
            <p:cNvSpPr/>
            <p:nvPr/>
          </p:nvSpPr>
          <p:spPr>
            <a:xfrm>
              <a:off x="5101595" y="403776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9EAA">
                <a:alpha val="100000"/>
              </a:srgbClr>
            </a:solidFill>
            <a:ln w="5420" cap="flat">
              <a:solidFill>
                <a:srgbClr val="3B9E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43" name="pg1843"/>
            <p:cNvSpPr/>
            <p:nvPr/>
          </p:nvSpPr>
          <p:spPr>
            <a:xfrm>
              <a:off x="5113232" y="403776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9EAA">
                <a:alpha val="100000"/>
              </a:srgbClr>
            </a:solidFill>
            <a:ln w="5420" cap="flat">
              <a:solidFill>
                <a:srgbClr val="3C9E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44" name="pg1844"/>
            <p:cNvSpPr/>
            <p:nvPr/>
          </p:nvSpPr>
          <p:spPr>
            <a:xfrm>
              <a:off x="5124869" y="403776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9FAA">
                <a:alpha val="100000"/>
              </a:srgbClr>
            </a:solidFill>
            <a:ln w="5420" cap="flat">
              <a:solidFill>
                <a:srgbClr val="3C9F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45" name="pg1845"/>
            <p:cNvSpPr/>
            <p:nvPr/>
          </p:nvSpPr>
          <p:spPr>
            <a:xfrm>
              <a:off x="5136507" y="403776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D9FAA">
                <a:alpha val="100000"/>
              </a:srgbClr>
            </a:solidFill>
            <a:ln w="5420" cap="flat">
              <a:solidFill>
                <a:srgbClr val="3D9F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46" name="pg1846"/>
            <p:cNvSpPr/>
            <p:nvPr/>
          </p:nvSpPr>
          <p:spPr>
            <a:xfrm>
              <a:off x="5148144" y="403776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DA0AA">
                <a:alpha val="100000"/>
              </a:srgbClr>
            </a:solidFill>
            <a:ln w="5420" cap="flat">
              <a:solidFill>
                <a:srgbClr val="3DA0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47" name="pg1847"/>
            <p:cNvSpPr/>
            <p:nvPr/>
          </p:nvSpPr>
          <p:spPr>
            <a:xfrm>
              <a:off x="5159781" y="403776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DA0AA">
                <a:alpha val="100000"/>
              </a:srgbClr>
            </a:solidFill>
            <a:ln w="5420" cap="flat">
              <a:solidFill>
                <a:srgbClr val="3DA0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48" name="pg1848"/>
            <p:cNvSpPr/>
            <p:nvPr/>
          </p:nvSpPr>
          <p:spPr>
            <a:xfrm>
              <a:off x="5171419" y="403776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EA0AA">
                <a:alpha val="100000"/>
              </a:srgbClr>
            </a:solidFill>
            <a:ln w="5420" cap="flat">
              <a:solidFill>
                <a:srgbClr val="3EA0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49" name="pg1849"/>
            <p:cNvSpPr/>
            <p:nvPr/>
          </p:nvSpPr>
          <p:spPr>
            <a:xfrm>
              <a:off x="5183056" y="403776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EA0AA">
                <a:alpha val="100000"/>
              </a:srgbClr>
            </a:solidFill>
            <a:ln w="5420" cap="flat">
              <a:solidFill>
                <a:srgbClr val="3EA0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50" name="pg1850"/>
            <p:cNvSpPr/>
            <p:nvPr/>
          </p:nvSpPr>
          <p:spPr>
            <a:xfrm>
              <a:off x="5020133" y="405206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595A9">
                <a:alpha val="100000"/>
              </a:srgbClr>
            </a:solidFill>
            <a:ln w="5420" cap="flat">
              <a:solidFill>
                <a:srgbClr val="3595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51" name="pg1851"/>
            <p:cNvSpPr/>
            <p:nvPr/>
          </p:nvSpPr>
          <p:spPr>
            <a:xfrm>
              <a:off x="5031771" y="405206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496A9">
                <a:alpha val="100000"/>
              </a:srgbClr>
            </a:solidFill>
            <a:ln w="5420" cap="flat">
              <a:solidFill>
                <a:srgbClr val="3496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52" name="pg1852"/>
            <p:cNvSpPr/>
            <p:nvPr/>
          </p:nvSpPr>
          <p:spPr>
            <a:xfrm>
              <a:off x="5043408" y="405206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497A9">
                <a:alpha val="100000"/>
              </a:srgbClr>
            </a:solidFill>
            <a:ln w="5420" cap="flat">
              <a:solidFill>
                <a:srgbClr val="3497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53" name="pg1853"/>
            <p:cNvSpPr/>
            <p:nvPr/>
          </p:nvSpPr>
          <p:spPr>
            <a:xfrm>
              <a:off x="5055045" y="405206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597A9">
                <a:alpha val="100000"/>
              </a:srgbClr>
            </a:solidFill>
            <a:ln w="5420" cap="flat">
              <a:solidFill>
                <a:srgbClr val="3597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54" name="pg1854"/>
            <p:cNvSpPr/>
            <p:nvPr/>
          </p:nvSpPr>
          <p:spPr>
            <a:xfrm>
              <a:off x="5066683" y="405206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598A9">
                <a:alpha val="100000"/>
              </a:srgbClr>
            </a:solidFill>
            <a:ln w="5420" cap="flat">
              <a:solidFill>
                <a:srgbClr val="3598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55" name="pg1855"/>
            <p:cNvSpPr/>
            <p:nvPr/>
          </p:nvSpPr>
          <p:spPr>
            <a:xfrm>
              <a:off x="5078320" y="405206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699A9">
                <a:alpha val="100000"/>
              </a:srgbClr>
            </a:solidFill>
            <a:ln w="5420" cap="flat">
              <a:solidFill>
                <a:srgbClr val="3699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56" name="pg1856"/>
            <p:cNvSpPr/>
            <p:nvPr/>
          </p:nvSpPr>
          <p:spPr>
            <a:xfrm>
              <a:off x="5089957" y="405206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9AA9">
                <a:alpha val="100000"/>
              </a:srgbClr>
            </a:solidFill>
            <a:ln w="5420" cap="flat">
              <a:solidFill>
                <a:srgbClr val="379A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57" name="pg1857"/>
            <p:cNvSpPr/>
            <p:nvPr/>
          </p:nvSpPr>
          <p:spPr>
            <a:xfrm>
              <a:off x="5101595" y="405206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9BA9">
                <a:alpha val="100000"/>
              </a:srgbClr>
            </a:solidFill>
            <a:ln w="5420" cap="flat">
              <a:solidFill>
                <a:srgbClr val="399B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58" name="pg1858"/>
            <p:cNvSpPr/>
            <p:nvPr/>
          </p:nvSpPr>
          <p:spPr>
            <a:xfrm>
              <a:off x="5113232" y="405206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9CA9">
                <a:alpha val="100000"/>
              </a:srgbClr>
            </a:solidFill>
            <a:ln w="5420" cap="flat">
              <a:solidFill>
                <a:srgbClr val="399C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59" name="pg1859"/>
            <p:cNvSpPr/>
            <p:nvPr/>
          </p:nvSpPr>
          <p:spPr>
            <a:xfrm>
              <a:off x="5124869" y="405206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9CA9">
                <a:alpha val="100000"/>
              </a:srgbClr>
            </a:solidFill>
            <a:ln w="5420" cap="flat">
              <a:solidFill>
                <a:srgbClr val="3A9C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60" name="pg1860"/>
            <p:cNvSpPr/>
            <p:nvPr/>
          </p:nvSpPr>
          <p:spPr>
            <a:xfrm>
              <a:off x="5136507" y="405206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9DA9">
                <a:alpha val="100000"/>
              </a:srgbClr>
            </a:solidFill>
            <a:ln w="5420" cap="flat">
              <a:solidFill>
                <a:srgbClr val="3A9D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61" name="pg1861"/>
            <p:cNvSpPr/>
            <p:nvPr/>
          </p:nvSpPr>
          <p:spPr>
            <a:xfrm>
              <a:off x="5148144" y="405206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9DA9">
                <a:alpha val="100000"/>
              </a:srgbClr>
            </a:solidFill>
            <a:ln w="5420" cap="flat">
              <a:solidFill>
                <a:srgbClr val="3B9D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62" name="pg1862"/>
            <p:cNvSpPr/>
            <p:nvPr/>
          </p:nvSpPr>
          <p:spPr>
            <a:xfrm>
              <a:off x="5159781" y="405206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9EAA">
                <a:alpha val="100000"/>
              </a:srgbClr>
            </a:solidFill>
            <a:ln w="5420" cap="flat">
              <a:solidFill>
                <a:srgbClr val="3B9E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63" name="pg1863"/>
            <p:cNvSpPr/>
            <p:nvPr/>
          </p:nvSpPr>
          <p:spPr>
            <a:xfrm>
              <a:off x="5171419" y="405206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9EAA">
                <a:alpha val="100000"/>
              </a:srgbClr>
            </a:solidFill>
            <a:ln w="5420" cap="flat">
              <a:solidFill>
                <a:srgbClr val="3C9E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64" name="pg1864"/>
            <p:cNvSpPr/>
            <p:nvPr/>
          </p:nvSpPr>
          <p:spPr>
            <a:xfrm>
              <a:off x="5008496" y="406636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691A8">
                <a:alpha val="100000"/>
              </a:srgbClr>
            </a:solidFill>
            <a:ln w="5420" cap="flat">
              <a:solidFill>
                <a:srgbClr val="3691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65" name="pg1865"/>
            <p:cNvSpPr/>
            <p:nvPr/>
          </p:nvSpPr>
          <p:spPr>
            <a:xfrm>
              <a:off x="5020133" y="406636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692A8">
                <a:alpha val="100000"/>
              </a:srgbClr>
            </a:solidFill>
            <a:ln w="5420" cap="flat">
              <a:solidFill>
                <a:srgbClr val="3692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66" name="pg1866"/>
            <p:cNvSpPr/>
            <p:nvPr/>
          </p:nvSpPr>
          <p:spPr>
            <a:xfrm>
              <a:off x="5031771" y="406636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593A8">
                <a:alpha val="100000"/>
              </a:srgbClr>
            </a:solidFill>
            <a:ln w="5420" cap="flat">
              <a:solidFill>
                <a:srgbClr val="3593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67" name="pg1867"/>
            <p:cNvSpPr/>
            <p:nvPr/>
          </p:nvSpPr>
          <p:spPr>
            <a:xfrm>
              <a:off x="5043408" y="406636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594A8">
                <a:alpha val="100000"/>
              </a:srgbClr>
            </a:solidFill>
            <a:ln w="5420" cap="flat">
              <a:solidFill>
                <a:srgbClr val="3594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68" name="pg1868"/>
            <p:cNvSpPr/>
            <p:nvPr/>
          </p:nvSpPr>
          <p:spPr>
            <a:xfrm>
              <a:off x="5055045" y="406636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595A9">
                <a:alpha val="100000"/>
              </a:srgbClr>
            </a:solidFill>
            <a:ln w="5420" cap="flat">
              <a:solidFill>
                <a:srgbClr val="3595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69" name="pg1869"/>
            <p:cNvSpPr/>
            <p:nvPr/>
          </p:nvSpPr>
          <p:spPr>
            <a:xfrm>
              <a:off x="5066683" y="406636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496A9">
                <a:alpha val="100000"/>
              </a:srgbClr>
            </a:solidFill>
            <a:ln w="5420" cap="flat">
              <a:solidFill>
                <a:srgbClr val="3496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70" name="pg1870"/>
            <p:cNvSpPr/>
            <p:nvPr/>
          </p:nvSpPr>
          <p:spPr>
            <a:xfrm>
              <a:off x="5078320" y="406636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497A9">
                <a:alpha val="100000"/>
              </a:srgbClr>
            </a:solidFill>
            <a:ln w="5420" cap="flat">
              <a:solidFill>
                <a:srgbClr val="3497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71" name="pg1871"/>
            <p:cNvSpPr/>
            <p:nvPr/>
          </p:nvSpPr>
          <p:spPr>
            <a:xfrm>
              <a:off x="5089957" y="406636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598A9">
                <a:alpha val="100000"/>
              </a:srgbClr>
            </a:solidFill>
            <a:ln w="5420" cap="flat">
              <a:solidFill>
                <a:srgbClr val="3598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72" name="pg1872"/>
            <p:cNvSpPr/>
            <p:nvPr/>
          </p:nvSpPr>
          <p:spPr>
            <a:xfrm>
              <a:off x="5101595" y="406636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699A9">
                <a:alpha val="100000"/>
              </a:srgbClr>
            </a:solidFill>
            <a:ln w="5420" cap="flat">
              <a:solidFill>
                <a:srgbClr val="3699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73" name="pg1873"/>
            <p:cNvSpPr/>
            <p:nvPr/>
          </p:nvSpPr>
          <p:spPr>
            <a:xfrm>
              <a:off x="5113232" y="406636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9AA9">
                <a:alpha val="100000"/>
              </a:srgbClr>
            </a:solidFill>
            <a:ln w="5420" cap="flat">
              <a:solidFill>
                <a:srgbClr val="379A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74" name="pg1874"/>
            <p:cNvSpPr/>
            <p:nvPr/>
          </p:nvSpPr>
          <p:spPr>
            <a:xfrm>
              <a:off x="5124869" y="406636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89AA9">
                <a:alpha val="100000"/>
              </a:srgbClr>
            </a:solidFill>
            <a:ln w="5420" cap="flat">
              <a:solidFill>
                <a:srgbClr val="389A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75" name="pg1875"/>
            <p:cNvSpPr/>
            <p:nvPr/>
          </p:nvSpPr>
          <p:spPr>
            <a:xfrm>
              <a:off x="5136507" y="406636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89BA9">
                <a:alpha val="100000"/>
              </a:srgbClr>
            </a:solidFill>
            <a:ln w="5420" cap="flat">
              <a:solidFill>
                <a:srgbClr val="389B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76" name="pg1876"/>
            <p:cNvSpPr/>
            <p:nvPr/>
          </p:nvSpPr>
          <p:spPr>
            <a:xfrm>
              <a:off x="5148144" y="406636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9BA9">
                <a:alpha val="100000"/>
              </a:srgbClr>
            </a:solidFill>
            <a:ln w="5420" cap="flat">
              <a:solidFill>
                <a:srgbClr val="399B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77" name="pg1877"/>
            <p:cNvSpPr/>
            <p:nvPr/>
          </p:nvSpPr>
          <p:spPr>
            <a:xfrm>
              <a:off x="5008496" y="408066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8DA7">
                <a:alpha val="100000"/>
              </a:srgbClr>
            </a:solidFill>
            <a:ln w="5420" cap="flat">
              <a:solidFill>
                <a:srgbClr val="378D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78" name="pg1878"/>
            <p:cNvSpPr/>
            <p:nvPr/>
          </p:nvSpPr>
          <p:spPr>
            <a:xfrm>
              <a:off x="5020133" y="408066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8EA7">
                <a:alpha val="100000"/>
              </a:srgbClr>
            </a:solidFill>
            <a:ln w="5420" cap="flat">
              <a:solidFill>
                <a:srgbClr val="378E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79" name="pg1879"/>
            <p:cNvSpPr/>
            <p:nvPr/>
          </p:nvSpPr>
          <p:spPr>
            <a:xfrm>
              <a:off x="5031771" y="408066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8EA7">
                <a:alpha val="100000"/>
              </a:srgbClr>
            </a:solidFill>
            <a:ln w="5420" cap="flat">
              <a:solidFill>
                <a:srgbClr val="378E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80" name="pg1880"/>
            <p:cNvSpPr/>
            <p:nvPr/>
          </p:nvSpPr>
          <p:spPr>
            <a:xfrm>
              <a:off x="5043408" y="408066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8FA7">
                <a:alpha val="100000"/>
              </a:srgbClr>
            </a:solidFill>
            <a:ln w="5420" cap="flat">
              <a:solidFill>
                <a:srgbClr val="378F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81" name="pg1881"/>
            <p:cNvSpPr/>
            <p:nvPr/>
          </p:nvSpPr>
          <p:spPr>
            <a:xfrm>
              <a:off x="5055045" y="408066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690A8">
                <a:alpha val="100000"/>
              </a:srgbClr>
            </a:solidFill>
            <a:ln w="5420" cap="flat">
              <a:solidFill>
                <a:srgbClr val="3690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82" name="pg1882"/>
            <p:cNvSpPr/>
            <p:nvPr/>
          </p:nvSpPr>
          <p:spPr>
            <a:xfrm>
              <a:off x="5066683" y="408066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691A8">
                <a:alpha val="100000"/>
              </a:srgbClr>
            </a:solidFill>
            <a:ln w="5420" cap="flat">
              <a:solidFill>
                <a:srgbClr val="3691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83" name="pg1883"/>
            <p:cNvSpPr/>
            <p:nvPr/>
          </p:nvSpPr>
          <p:spPr>
            <a:xfrm>
              <a:off x="5078320" y="408066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692A8">
                <a:alpha val="100000"/>
              </a:srgbClr>
            </a:solidFill>
            <a:ln w="5420" cap="flat">
              <a:solidFill>
                <a:srgbClr val="3692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84" name="pg1884"/>
            <p:cNvSpPr/>
            <p:nvPr/>
          </p:nvSpPr>
          <p:spPr>
            <a:xfrm>
              <a:off x="5089957" y="408066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593A8">
                <a:alpha val="100000"/>
              </a:srgbClr>
            </a:solidFill>
            <a:ln w="5420" cap="flat">
              <a:solidFill>
                <a:srgbClr val="3593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85" name="pg1885"/>
            <p:cNvSpPr/>
            <p:nvPr/>
          </p:nvSpPr>
          <p:spPr>
            <a:xfrm>
              <a:off x="5101595" y="408066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595A9">
                <a:alpha val="100000"/>
              </a:srgbClr>
            </a:solidFill>
            <a:ln w="5420" cap="flat">
              <a:solidFill>
                <a:srgbClr val="3595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86" name="pg1886"/>
            <p:cNvSpPr/>
            <p:nvPr/>
          </p:nvSpPr>
          <p:spPr>
            <a:xfrm>
              <a:off x="5113232" y="408066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596A9">
                <a:alpha val="100000"/>
              </a:srgbClr>
            </a:solidFill>
            <a:ln w="5420" cap="flat">
              <a:solidFill>
                <a:srgbClr val="3596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87" name="pg1887"/>
            <p:cNvSpPr/>
            <p:nvPr/>
          </p:nvSpPr>
          <p:spPr>
            <a:xfrm>
              <a:off x="5124869" y="408066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496A9">
                <a:alpha val="100000"/>
              </a:srgbClr>
            </a:solidFill>
            <a:ln w="5420" cap="flat">
              <a:solidFill>
                <a:srgbClr val="3496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88" name="pg1888"/>
            <p:cNvSpPr/>
            <p:nvPr/>
          </p:nvSpPr>
          <p:spPr>
            <a:xfrm>
              <a:off x="5136507" y="408066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598A9">
                <a:alpha val="100000"/>
              </a:srgbClr>
            </a:solidFill>
            <a:ln w="5420" cap="flat">
              <a:solidFill>
                <a:srgbClr val="3598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89" name="pg1889"/>
            <p:cNvSpPr/>
            <p:nvPr/>
          </p:nvSpPr>
          <p:spPr>
            <a:xfrm>
              <a:off x="5008496" y="409496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88BA6">
                <a:alpha val="100000"/>
              </a:srgbClr>
            </a:solidFill>
            <a:ln w="5420" cap="flat">
              <a:solidFill>
                <a:srgbClr val="388BA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90" name="pg1890"/>
            <p:cNvSpPr/>
            <p:nvPr/>
          </p:nvSpPr>
          <p:spPr>
            <a:xfrm>
              <a:off x="5020133" y="409496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88BA7">
                <a:alpha val="100000"/>
              </a:srgbClr>
            </a:solidFill>
            <a:ln w="5420" cap="flat">
              <a:solidFill>
                <a:srgbClr val="388B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91" name="pg1891"/>
            <p:cNvSpPr/>
            <p:nvPr/>
          </p:nvSpPr>
          <p:spPr>
            <a:xfrm>
              <a:off x="5031771" y="409496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8CA7">
                <a:alpha val="100000"/>
              </a:srgbClr>
            </a:solidFill>
            <a:ln w="5420" cap="flat">
              <a:solidFill>
                <a:srgbClr val="378C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92" name="pg1892"/>
            <p:cNvSpPr/>
            <p:nvPr/>
          </p:nvSpPr>
          <p:spPr>
            <a:xfrm>
              <a:off x="5043408" y="409496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8DA7">
                <a:alpha val="100000"/>
              </a:srgbClr>
            </a:solidFill>
            <a:ln w="5420" cap="flat">
              <a:solidFill>
                <a:srgbClr val="378D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93" name="pg1893"/>
            <p:cNvSpPr/>
            <p:nvPr/>
          </p:nvSpPr>
          <p:spPr>
            <a:xfrm>
              <a:off x="5055045" y="409496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8EA7">
                <a:alpha val="100000"/>
              </a:srgbClr>
            </a:solidFill>
            <a:ln w="5420" cap="flat">
              <a:solidFill>
                <a:srgbClr val="378E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94" name="pg1894"/>
            <p:cNvSpPr/>
            <p:nvPr/>
          </p:nvSpPr>
          <p:spPr>
            <a:xfrm>
              <a:off x="5066683" y="409496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8FA7">
                <a:alpha val="100000"/>
              </a:srgbClr>
            </a:solidFill>
            <a:ln w="5420" cap="flat">
              <a:solidFill>
                <a:srgbClr val="378F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95" name="pg1895"/>
            <p:cNvSpPr/>
            <p:nvPr/>
          </p:nvSpPr>
          <p:spPr>
            <a:xfrm>
              <a:off x="5078320" y="409496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690A8">
                <a:alpha val="100000"/>
              </a:srgbClr>
            </a:solidFill>
            <a:ln w="5420" cap="flat">
              <a:solidFill>
                <a:srgbClr val="3690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96" name="pg1896"/>
            <p:cNvSpPr/>
            <p:nvPr/>
          </p:nvSpPr>
          <p:spPr>
            <a:xfrm>
              <a:off x="5089957" y="409496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691A8">
                <a:alpha val="100000"/>
              </a:srgbClr>
            </a:solidFill>
            <a:ln w="5420" cap="flat">
              <a:solidFill>
                <a:srgbClr val="3691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97" name="pg1897"/>
            <p:cNvSpPr/>
            <p:nvPr/>
          </p:nvSpPr>
          <p:spPr>
            <a:xfrm>
              <a:off x="5101595" y="409496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593A8">
                <a:alpha val="100000"/>
              </a:srgbClr>
            </a:solidFill>
            <a:ln w="5420" cap="flat">
              <a:solidFill>
                <a:srgbClr val="3593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98" name="pg1898"/>
            <p:cNvSpPr/>
            <p:nvPr/>
          </p:nvSpPr>
          <p:spPr>
            <a:xfrm>
              <a:off x="5113232" y="409496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594A8">
                <a:alpha val="100000"/>
              </a:srgbClr>
            </a:solidFill>
            <a:ln w="5420" cap="flat">
              <a:solidFill>
                <a:srgbClr val="3594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99" name="pg1899"/>
            <p:cNvSpPr/>
            <p:nvPr/>
          </p:nvSpPr>
          <p:spPr>
            <a:xfrm>
              <a:off x="5124869" y="409496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594A8">
                <a:alpha val="100000"/>
              </a:srgbClr>
            </a:solidFill>
            <a:ln w="5420" cap="flat">
              <a:solidFill>
                <a:srgbClr val="3594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00" name="pg1900"/>
            <p:cNvSpPr/>
            <p:nvPr/>
          </p:nvSpPr>
          <p:spPr>
            <a:xfrm>
              <a:off x="4985221" y="410927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887A6">
                <a:alpha val="100000"/>
              </a:srgbClr>
            </a:solidFill>
            <a:ln w="5420" cap="flat">
              <a:solidFill>
                <a:srgbClr val="3887A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01" name="pg1901"/>
            <p:cNvSpPr/>
            <p:nvPr/>
          </p:nvSpPr>
          <p:spPr>
            <a:xfrm>
              <a:off x="4996859" y="410927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888A6">
                <a:alpha val="100000"/>
              </a:srgbClr>
            </a:solidFill>
            <a:ln w="5420" cap="flat">
              <a:solidFill>
                <a:srgbClr val="3888A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02" name="pg1902"/>
            <p:cNvSpPr/>
            <p:nvPr/>
          </p:nvSpPr>
          <p:spPr>
            <a:xfrm>
              <a:off x="5008496" y="410927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889A6">
                <a:alpha val="100000"/>
              </a:srgbClr>
            </a:solidFill>
            <a:ln w="5420" cap="flat">
              <a:solidFill>
                <a:srgbClr val="3889A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03" name="pg1903"/>
            <p:cNvSpPr/>
            <p:nvPr/>
          </p:nvSpPr>
          <p:spPr>
            <a:xfrm>
              <a:off x="5020133" y="410927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88AA6">
                <a:alpha val="100000"/>
              </a:srgbClr>
            </a:solidFill>
            <a:ln w="5420" cap="flat">
              <a:solidFill>
                <a:srgbClr val="388AA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04" name="pg1904"/>
            <p:cNvSpPr/>
            <p:nvPr/>
          </p:nvSpPr>
          <p:spPr>
            <a:xfrm>
              <a:off x="5031771" y="410927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88AA6">
                <a:alpha val="100000"/>
              </a:srgbClr>
            </a:solidFill>
            <a:ln w="5420" cap="flat">
              <a:solidFill>
                <a:srgbClr val="388AA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05" name="pg1905"/>
            <p:cNvSpPr/>
            <p:nvPr/>
          </p:nvSpPr>
          <p:spPr>
            <a:xfrm>
              <a:off x="5043408" y="410927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88BA7">
                <a:alpha val="100000"/>
              </a:srgbClr>
            </a:solidFill>
            <a:ln w="5420" cap="flat">
              <a:solidFill>
                <a:srgbClr val="388B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06" name="pg1906"/>
            <p:cNvSpPr/>
            <p:nvPr/>
          </p:nvSpPr>
          <p:spPr>
            <a:xfrm>
              <a:off x="5055045" y="410927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8CA7">
                <a:alpha val="100000"/>
              </a:srgbClr>
            </a:solidFill>
            <a:ln w="5420" cap="flat">
              <a:solidFill>
                <a:srgbClr val="378C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07" name="pg1907"/>
            <p:cNvSpPr/>
            <p:nvPr/>
          </p:nvSpPr>
          <p:spPr>
            <a:xfrm>
              <a:off x="5066683" y="410927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8DA7">
                <a:alpha val="100000"/>
              </a:srgbClr>
            </a:solidFill>
            <a:ln w="5420" cap="flat">
              <a:solidFill>
                <a:srgbClr val="378D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08" name="pg1908"/>
            <p:cNvSpPr/>
            <p:nvPr/>
          </p:nvSpPr>
          <p:spPr>
            <a:xfrm>
              <a:off x="5078320" y="410927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8EA7">
                <a:alpha val="100000"/>
              </a:srgbClr>
            </a:solidFill>
            <a:ln w="5420" cap="flat">
              <a:solidFill>
                <a:srgbClr val="378E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09" name="pg1909"/>
            <p:cNvSpPr/>
            <p:nvPr/>
          </p:nvSpPr>
          <p:spPr>
            <a:xfrm>
              <a:off x="5089957" y="410927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8FA7">
                <a:alpha val="100000"/>
              </a:srgbClr>
            </a:solidFill>
            <a:ln w="5420" cap="flat">
              <a:solidFill>
                <a:srgbClr val="378F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10" name="pg1910"/>
            <p:cNvSpPr/>
            <p:nvPr/>
          </p:nvSpPr>
          <p:spPr>
            <a:xfrm>
              <a:off x="5101595" y="410927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691A8">
                <a:alpha val="100000"/>
              </a:srgbClr>
            </a:solidFill>
            <a:ln w="5420" cap="flat">
              <a:solidFill>
                <a:srgbClr val="3691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11" name="pg1911"/>
            <p:cNvSpPr/>
            <p:nvPr/>
          </p:nvSpPr>
          <p:spPr>
            <a:xfrm>
              <a:off x="5113232" y="410927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692A8">
                <a:alpha val="100000"/>
              </a:srgbClr>
            </a:solidFill>
            <a:ln w="5420" cap="flat">
              <a:solidFill>
                <a:srgbClr val="3692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12" name="pg1912"/>
            <p:cNvSpPr/>
            <p:nvPr/>
          </p:nvSpPr>
          <p:spPr>
            <a:xfrm>
              <a:off x="5124869" y="410927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593A8">
                <a:alpha val="100000"/>
              </a:srgbClr>
            </a:solidFill>
            <a:ln w="5420" cap="flat">
              <a:solidFill>
                <a:srgbClr val="3593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13" name="pg1913"/>
            <p:cNvSpPr/>
            <p:nvPr/>
          </p:nvSpPr>
          <p:spPr>
            <a:xfrm>
              <a:off x="4973584" y="412357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85A5">
                <a:alpha val="100000"/>
              </a:srgbClr>
            </a:solidFill>
            <a:ln w="5420" cap="flat">
              <a:solidFill>
                <a:srgbClr val="3985A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14" name="pg1914"/>
            <p:cNvSpPr/>
            <p:nvPr/>
          </p:nvSpPr>
          <p:spPr>
            <a:xfrm>
              <a:off x="4985221" y="412357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85A5">
                <a:alpha val="100000"/>
              </a:srgbClr>
            </a:solidFill>
            <a:ln w="5420" cap="flat">
              <a:solidFill>
                <a:srgbClr val="3985A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15" name="pg1915"/>
            <p:cNvSpPr/>
            <p:nvPr/>
          </p:nvSpPr>
          <p:spPr>
            <a:xfrm>
              <a:off x="4996859" y="412357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86A5">
                <a:alpha val="100000"/>
              </a:srgbClr>
            </a:solidFill>
            <a:ln w="5420" cap="flat">
              <a:solidFill>
                <a:srgbClr val="3986A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16" name="pg1916"/>
            <p:cNvSpPr/>
            <p:nvPr/>
          </p:nvSpPr>
          <p:spPr>
            <a:xfrm>
              <a:off x="5008496" y="412357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87A6">
                <a:alpha val="100000"/>
              </a:srgbClr>
            </a:solidFill>
            <a:ln w="5420" cap="flat">
              <a:solidFill>
                <a:srgbClr val="3987A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17" name="pg1917"/>
            <p:cNvSpPr/>
            <p:nvPr/>
          </p:nvSpPr>
          <p:spPr>
            <a:xfrm>
              <a:off x="5020133" y="412357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888A6">
                <a:alpha val="100000"/>
              </a:srgbClr>
            </a:solidFill>
            <a:ln w="5420" cap="flat">
              <a:solidFill>
                <a:srgbClr val="3888A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18" name="pg1918"/>
            <p:cNvSpPr/>
            <p:nvPr/>
          </p:nvSpPr>
          <p:spPr>
            <a:xfrm>
              <a:off x="5031771" y="412357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889A6">
                <a:alpha val="100000"/>
              </a:srgbClr>
            </a:solidFill>
            <a:ln w="5420" cap="flat">
              <a:solidFill>
                <a:srgbClr val="3889A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19" name="pg1919"/>
            <p:cNvSpPr/>
            <p:nvPr/>
          </p:nvSpPr>
          <p:spPr>
            <a:xfrm>
              <a:off x="5043408" y="412357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88AA6">
                <a:alpha val="100000"/>
              </a:srgbClr>
            </a:solidFill>
            <a:ln w="5420" cap="flat">
              <a:solidFill>
                <a:srgbClr val="388AA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20" name="pg1920"/>
            <p:cNvSpPr/>
            <p:nvPr/>
          </p:nvSpPr>
          <p:spPr>
            <a:xfrm>
              <a:off x="5055045" y="412357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88BA6">
                <a:alpha val="100000"/>
              </a:srgbClr>
            </a:solidFill>
            <a:ln w="5420" cap="flat">
              <a:solidFill>
                <a:srgbClr val="388BA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21" name="pg1921"/>
            <p:cNvSpPr/>
            <p:nvPr/>
          </p:nvSpPr>
          <p:spPr>
            <a:xfrm>
              <a:off x="5066683" y="412357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88CA7">
                <a:alpha val="100000"/>
              </a:srgbClr>
            </a:solidFill>
            <a:ln w="5420" cap="flat">
              <a:solidFill>
                <a:srgbClr val="388C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22" name="pg1922"/>
            <p:cNvSpPr/>
            <p:nvPr/>
          </p:nvSpPr>
          <p:spPr>
            <a:xfrm>
              <a:off x="5078320" y="412357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8DA7">
                <a:alpha val="100000"/>
              </a:srgbClr>
            </a:solidFill>
            <a:ln w="5420" cap="flat">
              <a:solidFill>
                <a:srgbClr val="378D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23" name="pg1923"/>
            <p:cNvSpPr/>
            <p:nvPr/>
          </p:nvSpPr>
          <p:spPr>
            <a:xfrm>
              <a:off x="5089957" y="412357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8DA7">
                <a:alpha val="100000"/>
              </a:srgbClr>
            </a:solidFill>
            <a:ln w="5420" cap="flat">
              <a:solidFill>
                <a:srgbClr val="378D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24" name="pg1924"/>
            <p:cNvSpPr/>
            <p:nvPr/>
          </p:nvSpPr>
          <p:spPr>
            <a:xfrm>
              <a:off x="5101595" y="412357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8FA7">
                <a:alpha val="100000"/>
              </a:srgbClr>
            </a:solidFill>
            <a:ln w="5420" cap="flat">
              <a:solidFill>
                <a:srgbClr val="378F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25" name="pg1925"/>
            <p:cNvSpPr/>
            <p:nvPr/>
          </p:nvSpPr>
          <p:spPr>
            <a:xfrm>
              <a:off x="5113232" y="412357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690A8">
                <a:alpha val="100000"/>
              </a:srgbClr>
            </a:solidFill>
            <a:ln w="5420" cap="flat">
              <a:solidFill>
                <a:srgbClr val="3690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26" name="pg1926"/>
            <p:cNvSpPr/>
            <p:nvPr/>
          </p:nvSpPr>
          <p:spPr>
            <a:xfrm>
              <a:off x="5124869" y="412357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691A8">
                <a:alpha val="100000"/>
              </a:srgbClr>
            </a:solidFill>
            <a:ln w="5420" cap="flat">
              <a:solidFill>
                <a:srgbClr val="3691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27" name="pg1927"/>
            <p:cNvSpPr/>
            <p:nvPr/>
          </p:nvSpPr>
          <p:spPr>
            <a:xfrm>
              <a:off x="4973584" y="413787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83A5">
                <a:alpha val="100000"/>
              </a:srgbClr>
            </a:solidFill>
            <a:ln w="5420" cap="flat">
              <a:solidFill>
                <a:srgbClr val="3983A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28" name="pg1928"/>
            <p:cNvSpPr/>
            <p:nvPr/>
          </p:nvSpPr>
          <p:spPr>
            <a:xfrm>
              <a:off x="4985221" y="413787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84A5">
                <a:alpha val="100000"/>
              </a:srgbClr>
            </a:solidFill>
            <a:ln w="5420" cap="flat">
              <a:solidFill>
                <a:srgbClr val="3984A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29" name="pg1929"/>
            <p:cNvSpPr/>
            <p:nvPr/>
          </p:nvSpPr>
          <p:spPr>
            <a:xfrm>
              <a:off x="4996859" y="413787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84A5">
                <a:alpha val="100000"/>
              </a:srgbClr>
            </a:solidFill>
            <a:ln w="5420" cap="flat">
              <a:solidFill>
                <a:srgbClr val="3984A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30" name="pg1930"/>
            <p:cNvSpPr/>
            <p:nvPr/>
          </p:nvSpPr>
          <p:spPr>
            <a:xfrm>
              <a:off x="5008496" y="413787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85A5">
                <a:alpha val="100000"/>
              </a:srgbClr>
            </a:solidFill>
            <a:ln w="5420" cap="flat">
              <a:solidFill>
                <a:srgbClr val="3985A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31" name="pg1931"/>
            <p:cNvSpPr/>
            <p:nvPr/>
          </p:nvSpPr>
          <p:spPr>
            <a:xfrm>
              <a:off x="5020133" y="413787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86A5">
                <a:alpha val="100000"/>
              </a:srgbClr>
            </a:solidFill>
            <a:ln w="5420" cap="flat">
              <a:solidFill>
                <a:srgbClr val="3986A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32" name="pg1932"/>
            <p:cNvSpPr/>
            <p:nvPr/>
          </p:nvSpPr>
          <p:spPr>
            <a:xfrm>
              <a:off x="5031771" y="413787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87A6">
                <a:alpha val="100000"/>
              </a:srgbClr>
            </a:solidFill>
            <a:ln w="5420" cap="flat">
              <a:solidFill>
                <a:srgbClr val="3987A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33" name="pg1933"/>
            <p:cNvSpPr/>
            <p:nvPr/>
          </p:nvSpPr>
          <p:spPr>
            <a:xfrm>
              <a:off x="5043408" y="413787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888A6">
                <a:alpha val="100000"/>
              </a:srgbClr>
            </a:solidFill>
            <a:ln w="5420" cap="flat">
              <a:solidFill>
                <a:srgbClr val="3888A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34" name="pg1934"/>
            <p:cNvSpPr/>
            <p:nvPr/>
          </p:nvSpPr>
          <p:spPr>
            <a:xfrm>
              <a:off x="5055045" y="413787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889A6">
                <a:alpha val="100000"/>
              </a:srgbClr>
            </a:solidFill>
            <a:ln w="5420" cap="flat">
              <a:solidFill>
                <a:srgbClr val="3889A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35" name="pg1935"/>
            <p:cNvSpPr/>
            <p:nvPr/>
          </p:nvSpPr>
          <p:spPr>
            <a:xfrm>
              <a:off x="5066683" y="413787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88AA6">
                <a:alpha val="100000"/>
              </a:srgbClr>
            </a:solidFill>
            <a:ln w="5420" cap="flat">
              <a:solidFill>
                <a:srgbClr val="388AA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36" name="pg1936"/>
            <p:cNvSpPr/>
            <p:nvPr/>
          </p:nvSpPr>
          <p:spPr>
            <a:xfrm>
              <a:off x="5078320" y="413787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88BA6">
                <a:alpha val="100000"/>
              </a:srgbClr>
            </a:solidFill>
            <a:ln w="5420" cap="flat">
              <a:solidFill>
                <a:srgbClr val="388BA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37" name="pg1937"/>
            <p:cNvSpPr/>
            <p:nvPr/>
          </p:nvSpPr>
          <p:spPr>
            <a:xfrm>
              <a:off x="5089957" y="413787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8CA7">
                <a:alpha val="100000"/>
              </a:srgbClr>
            </a:solidFill>
            <a:ln w="5420" cap="flat">
              <a:solidFill>
                <a:srgbClr val="378C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38" name="pg1938"/>
            <p:cNvSpPr/>
            <p:nvPr/>
          </p:nvSpPr>
          <p:spPr>
            <a:xfrm>
              <a:off x="5101595" y="413787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8EA7">
                <a:alpha val="100000"/>
              </a:srgbClr>
            </a:solidFill>
            <a:ln w="5420" cap="flat">
              <a:solidFill>
                <a:srgbClr val="378E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39" name="pg1939"/>
            <p:cNvSpPr/>
            <p:nvPr/>
          </p:nvSpPr>
          <p:spPr>
            <a:xfrm>
              <a:off x="5113232" y="413787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8FA7">
                <a:alpha val="100000"/>
              </a:srgbClr>
            </a:solidFill>
            <a:ln w="5420" cap="flat">
              <a:solidFill>
                <a:srgbClr val="378F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40" name="pg1940"/>
            <p:cNvSpPr/>
            <p:nvPr/>
          </p:nvSpPr>
          <p:spPr>
            <a:xfrm>
              <a:off x="4961947" y="415217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80A4">
                <a:alpha val="100000"/>
              </a:srgbClr>
            </a:solidFill>
            <a:ln w="5420" cap="flat">
              <a:solidFill>
                <a:srgbClr val="3A80A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41" name="pg1941"/>
            <p:cNvSpPr/>
            <p:nvPr/>
          </p:nvSpPr>
          <p:spPr>
            <a:xfrm>
              <a:off x="4973584" y="415217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81A4">
                <a:alpha val="100000"/>
              </a:srgbClr>
            </a:solidFill>
            <a:ln w="5420" cap="flat">
              <a:solidFill>
                <a:srgbClr val="3981A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42" name="pg1942"/>
            <p:cNvSpPr/>
            <p:nvPr/>
          </p:nvSpPr>
          <p:spPr>
            <a:xfrm>
              <a:off x="4985221" y="415217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82A5">
                <a:alpha val="100000"/>
              </a:srgbClr>
            </a:solidFill>
            <a:ln w="5420" cap="flat">
              <a:solidFill>
                <a:srgbClr val="3982A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43" name="pg1943"/>
            <p:cNvSpPr/>
            <p:nvPr/>
          </p:nvSpPr>
          <p:spPr>
            <a:xfrm>
              <a:off x="4996859" y="415217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83A5">
                <a:alpha val="100000"/>
              </a:srgbClr>
            </a:solidFill>
            <a:ln w="5420" cap="flat">
              <a:solidFill>
                <a:srgbClr val="3983A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44" name="pg1944"/>
            <p:cNvSpPr/>
            <p:nvPr/>
          </p:nvSpPr>
          <p:spPr>
            <a:xfrm>
              <a:off x="5008496" y="415217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84A5">
                <a:alpha val="100000"/>
              </a:srgbClr>
            </a:solidFill>
            <a:ln w="5420" cap="flat">
              <a:solidFill>
                <a:srgbClr val="3984A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45" name="pg1945"/>
            <p:cNvSpPr/>
            <p:nvPr/>
          </p:nvSpPr>
          <p:spPr>
            <a:xfrm>
              <a:off x="5020133" y="415217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85A5">
                <a:alpha val="100000"/>
              </a:srgbClr>
            </a:solidFill>
            <a:ln w="5420" cap="flat">
              <a:solidFill>
                <a:srgbClr val="3985A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46" name="pg1946"/>
            <p:cNvSpPr/>
            <p:nvPr/>
          </p:nvSpPr>
          <p:spPr>
            <a:xfrm>
              <a:off x="5031771" y="415217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86A5">
                <a:alpha val="100000"/>
              </a:srgbClr>
            </a:solidFill>
            <a:ln w="5420" cap="flat">
              <a:solidFill>
                <a:srgbClr val="3986A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47" name="pg1947"/>
            <p:cNvSpPr/>
            <p:nvPr/>
          </p:nvSpPr>
          <p:spPr>
            <a:xfrm>
              <a:off x="5043408" y="415217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87A6">
                <a:alpha val="100000"/>
              </a:srgbClr>
            </a:solidFill>
            <a:ln w="5420" cap="flat">
              <a:solidFill>
                <a:srgbClr val="3987A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48" name="pg1948"/>
            <p:cNvSpPr/>
            <p:nvPr/>
          </p:nvSpPr>
          <p:spPr>
            <a:xfrm>
              <a:off x="5055045" y="415217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888A6">
                <a:alpha val="100000"/>
              </a:srgbClr>
            </a:solidFill>
            <a:ln w="5420" cap="flat">
              <a:solidFill>
                <a:srgbClr val="3888A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49" name="pg1949"/>
            <p:cNvSpPr/>
            <p:nvPr/>
          </p:nvSpPr>
          <p:spPr>
            <a:xfrm>
              <a:off x="5066683" y="415217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889A6">
                <a:alpha val="100000"/>
              </a:srgbClr>
            </a:solidFill>
            <a:ln w="5420" cap="flat">
              <a:solidFill>
                <a:srgbClr val="3889A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50" name="pg1950"/>
            <p:cNvSpPr/>
            <p:nvPr/>
          </p:nvSpPr>
          <p:spPr>
            <a:xfrm>
              <a:off x="5078320" y="415217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88AA6">
                <a:alpha val="100000"/>
              </a:srgbClr>
            </a:solidFill>
            <a:ln w="5420" cap="flat">
              <a:solidFill>
                <a:srgbClr val="388AA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51" name="pg1951"/>
            <p:cNvSpPr/>
            <p:nvPr/>
          </p:nvSpPr>
          <p:spPr>
            <a:xfrm>
              <a:off x="5089957" y="415217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88BA6">
                <a:alpha val="100000"/>
              </a:srgbClr>
            </a:solidFill>
            <a:ln w="5420" cap="flat">
              <a:solidFill>
                <a:srgbClr val="388BA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52" name="pg1952"/>
            <p:cNvSpPr/>
            <p:nvPr/>
          </p:nvSpPr>
          <p:spPr>
            <a:xfrm>
              <a:off x="5101595" y="415217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8DA7">
                <a:alpha val="100000"/>
              </a:srgbClr>
            </a:solidFill>
            <a:ln w="5420" cap="flat">
              <a:solidFill>
                <a:srgbClr val="378D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53" name="pg1953"/>
            <p:cNvSpPr/>
            <p:nvPr/>
          </p:nvSpPr>
          <p:spPr>
            <a:xfrm>
              <a:off x="4950309" y="416647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FA4">
                <a:alpha val="100000"/>
              </a:srgbClr>
            </a:solidFill>
            <a:ln w="5420" cap="flat">
              <a:solidFill>
                <a:srgbClr val="3A7FA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54" name="pg1954"/>
            <p:cNvSpPr/>
            <p:nvPr/>
          </p:nvSpPr>
          <p:spPr>
            <a:xfrm>
              <a:off x="4961947" y="416647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FA4">
                <a:alpha val="100000"/>
              </a:srgbClr>
            </a:solidFill>
            <a:ln w="5420" cap="flat">
              <a:solidFill>
                <a:srgbClr val="3A7FA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55" name="pg1955"/>
            <p:cNvSpPr/>
            <p:nvPr/>
          </p:nvSpPr>
          <p:spPr>
            <a:xfrm>
              <a:off x="4973584" y="416647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80A4">
                <a:alpha val="100000"/>
              </a:srgbClr>
            </a:solidFill>
            <a:ln w="5420" cap="flat">
              <a:solidFill>
                <a:srgbClr val="3A80A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56" name="pg1956"/>
            <p:cNvSpPr/>
            <p:nvPr/>
          </p:nvSpPr>
          <p:spPr>
            <a:xfrm>
              <a:off x="4985221" y="416647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81A4">
                <a:alpha val="100000"/>
              </a:srgbClr>
            </a:solidFill>
            <a:ln w="5420" cap="flat">
              <a:solidFill>
                <a:srgbClr val="3A81A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57" name="pg1957"/>
            <p:cNvSpPr/>
            <p:nvPr/>
          </p:nvSpPr>
          <p:spPr>
            <a:xfrm>
              <a:off x="4996859" y="416647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81A4">
                <a:alpha val="100000"/>
              </a:srgbClr>
            </a:solidFill>
            <a:ln w="5420" cap="flat">
              <a:solidFill>
                <a:srgbClr val="3981A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58" name="pg1958"/>
            <p:cNvSpPr/>
            <p:nvPr/>
          </p:nvSpPr>
          <p:spPr>
            <a:xfrm>
              <a:off x="5008496" y="416647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82A5">
                <a:alpha val="100000"/>
              </a:srgbClr>
            </a:solidFill>
            <a:ln w="5420" cap="flat">
              <a:solidFill>
                <a:srgbClr val="3982A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59" name="pg1959"/>
            <p:cNvSpPr/>
            <p:nvPr/>
          </p:nvSpPr>
          <p:spPr>
            <a:xfrm>
              <a:off x="5020133" y="416647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83A5">
                <a:alpha val="100000"/>
              </a:srgbClr>
            </a:solidFill>
            <a:ln w="5420" cap="flat">
              <a:solidFill>
                <a:srgbClr val="3983A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60" name="pg1960"/>
            <p:cNvSpPr/>
            <p:nvPr/>
          </p:nvSpPr>
          <p:spPr>
            <a:xfrm>
              <a:off x="5031771" y="416647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84A5">
                <a:alpha val="100000"/>
              </a:srgbClr>
            </a:solidFill>
            <a:ln w="5420" cap="flat">
              <a:solidFill>
                <a:srgbClr val="3984A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61" name="pg1961"/>
            <p:cNvSpPr/>
            <p:nvPr/>
          </p:nvSpPr>
          <p:spPr>
            <a:xfrm>
              <a:off x="5043408" y="416647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85A5">
                <a:alpha val="100000"/>
              </a:srgbClr>
            </a:solidFill>
            <a:ln w="5420" cap="flat">
              <a:solidFill>
                <a:srgbClr val="3985A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62" name="pg1962"/>
            <p:cNvSpPr/>
            <p:nvPr/>
          </p:nvSpPr>
          <p:spPr>
            <a:xfrm>
              <a:off x="5055045" y="416647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86A6">
                <a:alpha val="100000"/>
              </a:srgbClr>
            </a:solidFill>
            <a:ln w="5420" cap="flat">
              <a:solidFill>
                <a:srgbClr val="3986A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63" name="pg1963"/>
            <p:cNvSpPr/>
            <p:nvPr/>
          </p:nvSpPr>
          <p:spPr>
            <a:xfrm>
              <a:off x="5066683" y="416647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888A6">
                <a:alpha val="100000"/>
              </a:srgbClr>
            </a:solidFill>
            <a:ln w="5420" cap="flat">
              <a:solidFill>
                <a:srgbClr val="3888A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64" name="pg1964"/>
            <p:cNvSpPr/>
            <p:nvPr/>
          </p:nvSpPr>
          <p:spPr>
            <a:xfrm>
              <a:off x="5078320" y="416647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889A6">
                <a:alpha val="100000"/>
              </a:srgbClr>
            </a:solidFill>
            <a:ln w="5420" cap="flat">
              <a:solidFill>
                <a:srgbClr val="3889A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65" name="pg1965"/>
            <p:cNvSpPr/>
            <p:nvPr/>
          </p:nvSpPr>
          <p:spPr>
            <a:xfrm>
              <a:off x="4927035" y="418077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EA4">
                <a:alpha val="100000"/>
              </a:srgbClr>
            </a:solidFill>
            <a:ln w="5420" cap="flat">
              <a:solidFill>
                <a:srgbClr val="3A7EA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66" name="pg1966"/>
            <p:cNvSpPr/>
            <p:nvPr/>
          </p:nvSpPr>
          <p:spPr>
            <a:xfrm>
              <a:off x="4938672" y="418077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EA4">
                <a:alpha val="100000"/>
              </a:srgbClr>
            </a:solidFill>
            <a:ln w="5420" cap="flat">
              <a:solidFill>
                <a:srgbClr val="3A7EA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67" name="pg1967"/>
            <p:cNvSpPr/>
            <p:nvPr/>
          </p:nvSpPr>
          <p:spPr>
            <a:xfrm>
              <a:off x="4950309" y="418077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EA4">
                <a:alpha val="100000"/>
              </a:srgbClr>
            </a:solidFill>
            <a:ln w="5420" cap="flat">
              <a:solidFill>
                <a:srgbClr val="3A7EA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68" name="pg1968"/>
            <p:cNvSpPr/>
            <p:nvPr/>
          </p:nvSpPr>
          <p:spPr>
            <a:xfrm>
              <a:off x="4961947" y="418077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EA4">
                <a:alpha val="100000"/>
              </a:srgbClr>
            </a:solidFill>
            <a:ln w="5420" cap="flat">
              <a:solidFill>
                <a:srgbClr val="3A7EA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69" name="pg1969"/>
            <p:cNvSpPr/>
            <p:nvPr/>
          </p:nvSpPr>
          <p:spPr>
            <a:xfrm>
              <a:off x="4973584" y="418077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EA4">
                <a:alpha val="100000"/>
              </a:srgbClr>
            </a:solidFill>
            <a:ln w="5420" cap="flat">
              <a:solidFill>
                <a:srgbClr val="3A7EA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70" name="pg1970"/>
            <p:cNvSpPr/>
            <p:nvPr/>
          </p:nvSpPr>
          <p:spPr>
            <a:xfrm>
              <a:off x="4985221" y="418077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FA4">
                <a:alpha val="100000"/>
              </a:srgbClr>
            </a:solidFill>
            <a:ln w="5420" cap="flat">
              <a:solidFill>
                <a:srgbClr val="3A7FA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71" name="pg1971"/>
            <p:cNvSpPr/>
            <p:nvPr/>
          </p:nvSpPr>
          <p:spPr>
            <a:xfrm>
              <a:off x="4996859" y="418077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80A4">
                <a:alpha val="100000"/>
              </a:srgbClr>
            </a:solidFill>
            <a:ln w="5420" cap="flat">
              <a:solidFill>
                <a:srgbClr val="3A80A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72" name="pg1972"/>
            <p:cNvSpPr/>
            <p:nvPr/>
          </p:nvSpPr>
          <p:spPr>
            <a:xfrm>
              <a:off x="5008496" y="418077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81A4">
                <a:alpha val="100000"/>
              </a:srgbClr>
            </a:solidFill>
            <a:ln w="5420" cap="flat">
              <a:solidFill>
                <a:srgbClr val="3981A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73" name="pg1973"/>
            <p:cNvSpPr/>
            <p:nvPr/>
          </p:nvSpPr>
          <p:spPr>
            <a:xfrm>
              <a:off x="5020133" y="418077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82A5">
                <a:alpha val="100000"/>
              </a:srgbClr>
            </a:solidFill>
            <a:ln w="5420" cap="flat">
              <a:solidFill>
                <a:srgbClr val="3982A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74" name="pg1974"/>
            <p:cNvSpPr/>
            <p:nvPr/>
          </p:nvSpPr>
          <p:spPr>
            <a:xfrm>
              <a:off x="4915397" y="419507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EA4">
                <a:alpha val="100000"/>
              </a:srgbClr>
            </a:solidFill>
            <a:ln w="5420" cap="flat">
              <a:solidFill>
                <a:srgbClr val="3A7EA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75" name="pg1975"/>
            <p:cNvSpPr/>
            <p:nvPr/>
          </p:nvSpPr>
          <p:spPr>
            <a:xfrm>
              <a:off x="4927035" y="419507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DA4">
                <a:alpha val="100000"/>
              </a:srgbClr>
            </a:solidFill>
            <a:ln w="5420" cap="flat">
              <a:solidFill>
                <a:srgbClr val="3A7DA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76" name="pg1976"/>
            <p:cNvSpPr/>
            <p:nvPr/>
          </p:nvSpPr>
          <p:spPr>
            <a:xfrm>
              <a:off x="4938672" y="419507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DA3">
                <a:alpha val="100000"/>
              </a:srgbClr>
            </a:solidFill>
            <a:ln w="5420" cap="flat">
              <a:solidFill>
                <a:srgbClr val="3A7DA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77" name="pg1977"/>
            <p:cNvSpPr/>
            <p:nvPr/>
          </p:nvSpPr>
          <p:spPr>
            <a:xfrm>
              <a:off x="4950309" y="419507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DA3">
                <a:alpha val="100000"/>
              </a:srgbClr>
            </a:solidFill>
            <a:ln w="5420" cap="flat">
              <a:solidFill>
                <a:srgbClr val="3A7DA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78" name="pg1978"/>
            <p:cNvSpPr/>
            <p:nvPr/>
          </p:nvSpPr>
          <p:spPr>
            <a:xfrm>
              <a:off x="4961947" y="419507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DA3">
                <a:alpha val="100000"/>
              </a:srgbClr>
            </a:solidFill>
            <a:ln w="5420" cap="flat">
              <a:solidFill>
                <a:srgbClr val="3A7DA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79" name="pg1979"/>
            <p:cNvSpPr/>
            <p:nvPr/>
          </p:nvSpPr>
          <p:spPr>
            <a:xfrm>
              <a:off x="4973584" y="419507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DA3">
                <a:alpha val="100000"/>
              </a:srgbClr>
            </a:solidFill>
            <a:ln w="5420" cap="flat">
              <a:solidFill>
                <a:srgbClr val="3A7DA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80" name="pg1980"/>
            <p:cNvSpPr/>
            <p:nvPr/>
          </p:nvSpPr>
          <p:spPr>
            <a:xfrm>
              <a:off x="4985221" y="419507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FA4">
                <a:alpha val="100000"/>
              </a:srgbClr>
            </a:solidFill>
            <a:ln w="5420" cap="flat">
              <a:solidFill>
                <a:srgbClr val="3A7FA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81" name="pg1981"/>
            <p:cNvSpPr/>
            <p:nvPr/>
          </p:nvSpPr>
          <p:spPr>
            <a:xfrm>
              <a:off x="4996859" y="419507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FA4">
                <a:alpha val="100000"/>
              </a:srgbClr>
            </a:solidFill>
            <a:ln w="5420" cap="flat">
              <a:solidFill>
                <a:srgbClr val="3A7FA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82" name="pg1982"/>
            <p:cNvSpPr/>
            <p:nvPr/>
          </p:nvSpPr>
          <p:spPr>
            <a:xfrm>
              <a:off x="4892123" y="420937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81A4">
                <a:alpha val="100000"/>
              </a:srgbClr>
            </a:solidFill>
            <a:ln w="5420" cap="flat">
              <a:solidFill>
                <a:srgbClr val="3981A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83" name="pg1983"/>
            <p:cNvSpPr/>
            <p:nvPr/>
          </p:nvSpPr>
          <p:spPr>
            <a:xfrm>
              <a:off x="4903760" y="420937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FA4">
                <a:alpha val="100000"/>
              </a:srgbClr>
            </a:solidFill>
            <a:ln w="5420" cap="flat">
              <a:solidFill>
                <a:srgbClr val="3A7FA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84" name="pg1984"/>
            <p:cNvSpPr/>
            <p:nvPr/>
          </p:nvSpPr>
          <p:spPr>
            <a:xfrm>
              <a:off x="4915397" y="420937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DA3">
                <a:alpha val="100000"/>
              </a:srgbClr>
            </a:solidFill>
            <a:ln w="5420" cap="flat">
              <a:solidFill>
                <a:srgbClr val="3A7DA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85" name="pg1985"/>
            <p:cNvSpPr/>
            <p:nvPr/>
          </p:nvSpPr>
          <p:spPr>
            <a:xfrm>
              <a:off x="4927035" y="420937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CA3">
                <a:alpha val="100000"/>
              </a:srgbClr>
            </a:solidFill>
            <a:ln w="5420" cap="flat">
              <a:solidFill>
                <a:srgbClr val="3A7CA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86" name="pg1986"/>
            <p:cNvSpPr/>
            <p:nvPr/>
          </p:nvSpPr>
          <p:spPr>
            <a:xfrm>
              <a:off x="4938672" y="420937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CA3">
                <a:alpha val="100000"/>
              </a:srgbClr>
            </a:solidFill>
            <a:ln w="5420" cap="flat">
              <a:solidFill>
                <a:srgbClr val="3A7CA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87" name="pg1987"/>
            <p:cNvSpPr/>
            <p:nvPr/>
          </p:nvSpPr>
          <p:spPr>
            <a:xfrm>
              <a:off x="4950309" y="420937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DA3">
                <a:alpha val="100000"/>
              </a:srgbClr>
            </a:solidFill>
            <a:ln w="5420" cap="flat">
              <a:solidFill>
                <a:srgbClr val="3A7DA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88" name="pg1988"/>
            <p:cNvSpPr/>
            <p:nvPr/>
          </p:nvSpPr>
          <p:spPr>
            <a:xfrm>
              <a:off x="4961947" y="420937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DA3">
                <a:alpha val="100000"/>
              </a:srgbClr>
            </a:solidFill>
            <a:ln w="5420" cap="flat">
              <a:solidFill>
                <a:srgbClr val="3A7DA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89" name="pg1989"/>
            <p:cNvSpPr/>
            <p:nvPr/>
          </p:nvSpPr>
          <p:spPr>
            <a:xfrm>
              <a:off x="4973584" y="420937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DA3">
                <a:alpha val="100000"/>
              </a:srgbClr>
            </a:solidFill>
            <a:ln w="5420" cap="flat">
              <a:solidFill>
                <a:srgbClr val="3A7DA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90" name="pg1990"/>
            <p:cNvSpPr/>
            <p:nvPr/>
          </p:nvSpPr>
          <p:spPr>
            <a:xfrm>
              <a:off x="4985221" y="420937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EA4">
                <a:alpha val="100000"/>
              </a:srgbClr>
            </a:solidFill>
            <a:ln w="5420" cap="flat">
              <a:solidFill>
                <a:srgbClr val="3A7EA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91" name="pg1991"/>
            <p:cNvSpPr/>
            <p:nvPr/>
          </p:nvSpPr>
          <p:spPr>
            <a:xfrm>
              <a:off x="4857211" y="422367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692A8">
                <a:alpha val="100000"/>
              </a:srgbClr>
            </a:solidFill>
            <a:ln w="5420" cap="flat">
              <a:solidFill>
                <a:srgbClr val="3692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92" name="pg1992"/>
            <p:cNvSpPr/>
            <p:nvPr/>
          </p:nvSpPr>
          <p:spPr>
            <a:xfrm>
              <a:off x="4868848" y="422367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889A6">
                <a:alpha val="100000"/>
              </a:srgbClr>
            </a:solidFill>
            <a:ln w="5420" cap="flat">
              <a:solidFill>
                <a:srgbClr val="3889A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93" name="pg1993"/>
            <p:cNvSpPr/>
            <p:nvPr/>
          </p:nvSpPr>
          <p:spPr>
            <a:xfrm>
              <a:off x="4880485" y="422367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85A5">
                <a:alpha val="100000"/>
              </a:srgbClr>
            </a:solidFill>
            <a:ln w="5420" cap="flat">
              <a:solidFill>
                <a:srgbClr val="3985A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94" name="pg1994"/>
            <p:cNvSpPr/>
            <p:nvPr/>
          </p:nvSpPr>
          <p:spPr>
            <a:xfrm>
              <a:off x="4892123" y="422367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81A4">
                <a:alpha val="100000"/>
              </a:srgbClr>
            </a:solidFill>
            <a:ln w="5420" cap="flat">
              <a:solidFill>
                <a:srgbClr val="3981A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95" name="pg1995"/>
            <p:cNvSpPr/>
            <p:nvPr/>
          </p:nvSpPr>
          <p:spPr>
            <a:xfrm>
              <a:off x="4903760" y="422367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EA4">
                <a:alpha val="100000"/>
              </a:srgbClr>
            </a:solidFill>
            <a:ln w="5420" cap="flat">
              <a:solidFill>
                <a:srgbClr val="3A7EA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96" name="pg1996"/>
            <p:cNvSpPr/>
            <p:nvPr/>
          </p:nvSpPr>
          <p:spPr>
            <a:xfrm>
              <a:off x="4915397" y="422367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CA3">
                <a:alpha val="100000"/>
              </a:srgbClr>
            </a:solidFill>
            <a:ln w="5420" cap="flat">
              <a:solidFill>
                <a:srgbClr val="3A7CA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97" name="pg1997"/>
            <p:cNvSpPr/>
            <p:nvPr/>
          </p:nvSpPr>
          <p:spPr>
            <a:xfrm>
              <a:off x="4927035" y="422367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BA3">
                <a:alpha val="100000"/>
              </a:srgbClr>
            </a:solidFill>
            <a:ln w="5420" cap="flat">
              <a:solidFill>
                <a:srgbClr val="3A7BA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98" name="pg1998"/>
            <p:cNvSpPr/>
            <p:nvPr/>
          </p:nvSpPr>
          <p:spPr>
            <a:xfrm>
              <a:off x="4938672" y="422367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BA3">
                <a:alpha val="100000"/>
              </a:srgbClr>
            </a:solidFill>
            <a:ln w="5420" cap="flat">
              <a:solidFill>
                <a:srgbClr val="3A7BA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99" name="pg1999"/>
            <p:cNvSpPr/>
            <p:nvPr/>
          </p:nvSpPr>
          <p:spPr>
            <a:xfrm>
              <a:off x="4950309" y="422367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CA3">
                <a:alpha val="100000"/>
              </a:srgbClr>
            </a:solidFill>
            <a:ln w="5420" cap="flat">
              <a:solidFill>
                <a:srgbClr val="3A7CA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00" name="pg2000"/>
            <p:cNvSpPr/>
            <p:nvPr/>
          </p:nvSpPr>
          <p:spPr>
            <a:xfrm>
              <a:off x="4961947" y="422367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CA3">
                <a:alpha val="100000"/>
              </a:srgbClr>
            </a:solidFill>
            <a:ln w="5420" cap="flat">
              <a:solidFill>
                <a:srgbClr val="3A7CA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01" name="pg2001"/>
            <p:cNvSpPr/>
            <p:nvPr/>
          </p:nvSpPr>
          <p:spPr>
            <a:xfrm>
              <a:off x="4973584" y="422367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CA3">
                <a:alpha val="100000"/>
              </a:srgbClr>
            </a:solidFill>
            <a:ln w="5420" cap="flat">
              <a:solidFill>
                <a:srgbClr val="3A7CA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02" name="pg2002"/>
            <p:cNvSpPr/>
            <p:nvPr/>
          </p:nvSpPr>
          <p:spPr>
            <a:xfrm>
              <a:off x="4833936" y="423797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0A3AA">
                <a:alpha val="100000"/>
              </a:srgbClr>
            </a:solidFill>
            <a:ln w="5420" cap="flat">
              <a:solidFill>
                <a:srgbClr val="40A3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03" name="pg2003"/>
            <p:cNvSpPr/>
            <p:nvPr/>
          </p:nvSpPr>
          <p:spPr>
            <a:xfrm>
              <a:off x="4845573" y="423797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DA0AA">
                <a:alpha val="100000"/>
              </a:srgbClr>
            </a:solidFill>
            <a:ln w="5420" cap="flat">
              <a:solidFill>
                <a:srgbClr val="3DA0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04" name="pg2004"/>
            <p:cNvSpPr/>
            <p:nvPr/>
          </p:nvSpPr>
          <p:spPr>
            <a:xfrm>
              <a:off x="4857211" y="423797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89BA9">
                <a:alpha val="100000"/>
              </a:srgbClr>
            </a:solidFill>
            <a:ln w="5420" cap="flat">
              <a:solidFill>
                <a:srgbClr val="389B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05" name="pg2005"/>
            <p:cNvSpPr/>
            <p:nvPr/>
          </p:nvSpPr>
          <p:spPr>
            <a:xfrm>
              <a:off x="4868848" y="423797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8FA7">
                <a:alpha val="100000"/>
              </a:srgbClr>
            </a:solidFill>
            <a:ln w="5420" cap="flat">
              <a:solidFill>
                <a:srgbClr val="378F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06" name="pg2006"/>
            <p:cNvSpPr/>
            <p:nvPr/>
          </p:nvSpPr>
          <p:spPr>
            <a:xfrm>
              <a:off x="4880485" y="423797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889A6">
                <a:alpha val="100000"/>
              </a:srgbClr>
            </a:solidFill>
            <a:ln w="5420" cap="flat">
              <a:solidFill>
                <a:srgbClr val="3889A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07" name="pg2007"/>
            <p:cNvSpPr/>
            <p:nvPr/>
          </p:nvSpPr>
          <p:spPr>
            <a:xfrm>
              <a:off x="4892123" y="423797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83A5">
                <a:alpha val="100000"/>
              </a:srgbClr>
            </a:solidFill>
            <a:ln w="5420" cap="flat">
              <a:solidFill>
                <a:srgbClr val="3983A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08" name="pg2008"/>
            <p:cNvSpPr/>
            <p:nvPr/>
          </p:nvSpPr>
          <p:spPr>
            <a:xfrm>
              <a:off x="4903760" y="423797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FA4">
                <a:alpha val="100000"/>
              </a:srgbClr>
            </a:solidFill>
            <a:ln w="5420" cap="flat">
              <a:solidFill>
                <a:srgbClr val="3A7FA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09" name="pg2009"/>
            <p:cNvSpPr/>
            <p:nvPr/>
          </p:nvSpPr>
          <p:spPr>
            <a:xfrm>
              <a:off x="4915397" y="423797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CA3">
                <a:alpha val="100000"/>
              </a:srgbClr>
            </a:solidFill>
            <a:ln w="5420" cap="flat">
              <a:solidFill>
                <a:srgbClr val="3A7CA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10" name="pg2010"/>
            <p:cNvSpPr/>
            <p:nvPr/>
          </p:nvSpPr>
          <p:spPr>
            <a:xfrm>
              <a:off x="4927035" y="423797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9A3">
                <a:alpha val="100000"/>
              </a:srgbClr>
            </a:solidFill>
            <a:ln w="5420" cap="flat">
              <a:solidFill>
                <a:srgbClr val="3A79A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11" name="pg2011"/>
            <p:cNvSpPr/>
            <p:nvPr/>
          </p:nvSpPr>
          <p:spPr>
            <a:xfrm>
              <a:off x="4938672" y="423797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8A2">
                <a:alpha val="100000"/>
              </a:srgbClr>
            </a:solidFill>
            <a:ln w="5420" cap="flat">
              <a:solidFill>
                <a:srgbClr val="3A78A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12" name="pg2012"/>
            <p:cNvSpPr/>
            <p:nvPr/>
          </p:nvSpPr>
          <p:spPr>
            <a:xfrm>
              <a:off x="4950309" y="423797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8A2">
                <a:alpha val="100000"/>
              </a:srgbClr>
            </a:solidFill>
            <a:ln w="5420" cap="flat">
              <a:solidFill>
                <a:srgbClr val="3A78A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13" name="pg2013"/>
            <p:cNvSpPr/>
            <p:nvPr/>
          </p:nvSpPr>
          <p:spPr>
            <a:xfrm>
              <a:off x="4961947" y="423797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AA3">
                <a:alpha val="100000"/>
              </a:srgbClr>
            </a:solidFill>
            <a:ln w="5420" cap="flat">
              <a:solidFill>
                <a:srgbClr val="3A7AA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14" name="pg2014"/>
            <p:cNvSpPr/>
            <p:nvPr/>
          </p:nvSpPr>
          <p:spPr>
            <a:xfrm>
              <a:off x="4822299" y="425227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8ABAA">
                <a:alpha val="100000"/>
              </a:srgbClr>
            </a:solidFill>
            <a:ln w="5420" cap="flat">
              <a:solidFill>
                <a:srgbClr val="48AB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15" name="pg2015"/>
            <p:cNvSpPr/>
            <p:nvPr/>
          </p:nvSpPr>
          <p:spPr>
            <a:xfrm>
              <a:off x="4833936" y="425227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6AAAA">
                <a:alpha val="100000"/>
              </a:srgbClr>
            </a:solidFill>
            <a:ln w="5420" cap="flat">
              <a:solidFill>
                <a:srgbClr val="46AA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16" name="pg2016"/>
            <p:cNvSpPr/>
            <p:nvPr/>
          </p:nvSpPr>
          <p:spPr>
            <a:xfrm>
              <a:off x="4845573" y="425227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3A6AA">
                <a:alpha val="100000"/>
              </a:srgbClr>
            </a:solidFill>
            <a:ln w="5420" cap="flat">
              <a:solidFill>
                <a:srgbClr val="43A6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17" name="pg2017"/>
            <p:cNvSpPr/>
            <p:nvPr/>
          </p:nvSpPr>
          <p:spPr>
            <a:xfrm>
              <a:off x="4857211" y="425227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EA1AA">
                <a:alpha val="100000"/>
              </a:srgbClr>
            </a:solidFill>
            <a:ln w="5420" cap="flat">
              <a:solidFill>
                <a:srgbClr val="3EA1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18" name="pg2018"/>
            <p:cNvSpPr/>
            <p:nvPr/>
          </p:nvSpPr>
          <p:spPr>
            <a:xfrm>
              <a:off x="4868848" y="425227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593A8">
                <a:alpha val="100000"/>
              </a:srgbClr>
            </a:solidFill>
            <a:ln w="5420" cap="flat">
              <a:solidFill>
                <a:srgbClr val="3593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19" name="pg2019"/>
            <p:cNvSpPr/>
            <p:nvPr/>
          </p:nvSpPr>
          <p:spPr>
            <a:xfrm>
              <a:off x="4880485" y="425227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8CA7">
                <a:alpha val="100000"/>
              </a:srgbClr>
            </a:solidFill>
            <a:ln w="5420" cap="flat">
              <a:solidFill>
                <a:srgbClr val="378C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20" name="pg2020"/>
            <p:cNvSpPr/>
            <p:nvPr/>
          </p:nvSpPr>
          <p:spPr>
            <a:xfrm>
              <a:off x="4892123" y="425227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86A5">
                <a:alpha val="100000"/>
              </a:srgbClr>
            </a:solidFill>
            <a:ln w="5420" cap="flat">
              <a:solidFill>
                <a:srgbClr val="3986A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21" name="pg2021"/>
            <p:cNvSpPr/>
            <p:nvPr/>
          </p:nvSpPr>
          <p:spPr>
            <a:xfrm>
              <a:off x="4903760" y="425227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81A4">
                <a:alpha val="100000"/>
              </a:srgbClr>
            </a:solidFill>
            <a:ln w="5420" cap="flat">
              <a:solidFill>
                <a:srgbClr val="3981A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22" name="pg2022"/>
            <p:cNvSpPr/>
            <p:nvPr/>
          </p:nvSpPr>
          <p:spPr>
            <a:xfrm>
              <a:off x="4915397" y="425227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DA4">
                <a:alpha val="100000"/>
              </a:srgbClr>
            </a:solidFill>
            <a:ln w="5420" cap="flat">
              <a:solidFill>
                <a:srgbClr val="3A7DA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23" name="pg2023"/>
            <p:cNvSpPr/>
            <p:nvPr/>
          </p:nvSpPr>
          <p:spPr>
            <a:xfrm>
              <a:off x="4927035" y="425227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BA3">
                <a:alpha val="100000"/>
              </a:srgbClr>
            </a:solidFill>
            <a:ln w="5420" cap="flat">
              <a:solidFill>
                <a:srgbClr val="3A7BA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24" name="pg2024"/>
            <p:cNvSpPr/>
            <p:nvPr/>
          </p:nvSpPr>
          <p:spPr>
            <a:xfrm>
              <a:off x="4938672" y="425227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AA3">
                <a:alpha val="100000"/>
              </a:srgbClr>
            </a:solidFill>
            <a:ln w="5420" cap="flat">
              <a:solidFill>
                <a:srgbClr val="3A7AA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25" name="pg2025"/>
            <p:cNvSpPr/>
            <p:nvPr/>
          </p:nvSpPr>
          <p:spPr>
            <a:xfrm>
              <a:off x="4950309" y="425227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AA3">
                <a:alpha val="100000"/>
              </a:srgbClr>
            </a:solidFill>
            <a:ln w="5420" cap="flat">
              <a:solidFill>
                <a:srgbClr val="3A7AA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26" name="pg2026"/>
            <p:cNvSpPr/>
            <p:nvPr/>
          </p:nvSpPr>
          <p:spPr>
            <a:xfrm>
              <a:off x="4961947" y="425227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BA3">
                <a:alpha val="100000"/>
              </a:srgbClr>
            </a:solidFill>
            <a:ln w="5420" cap="flat">
              <a:solidFill>
                <a:srgbClr val="3A7BA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27" name="pg2027"/>
            <p:cNvSpPr/>
            <p:nvPr/>
          </p:nvSpPr>
          <p:spPr>
            <a:xfrm>
              <a:off x="4810661" y="426657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CB1AB">
                <a:alpha val="100000"/>
              </a:srgbClr>
            </a:solidFill>
            <a:ln w="5420" cap="flat">
              <a:solidFill>
                <a:srgbClr val="4CB1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28" name="pg2028"/>
            <p:cNvSpPr/>
            <p:nvPr/>
          </p:nvSpPr>
          <p:spPr>
            <a:xfrm>
              <a:off x="4822299" y="426657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CB1AB">
                <a:alpha val="100000"/>
              </a:srgbClr>
            </a:solidFill>
            <a:ln w="5420" cap="flat">
              <a:solidFill>
                <a:srgbClr val="4CB1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29" name="pg2029"/>
            <p:cNvSpPr/>
            <p:nvPr/>
          </p:nvSpPr>
          <p:spPr>
            <a:xfrm>
              <a:off x="4833936" y="426657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BB0AB">
                <a:alpha val="100000"/>
              </a:srgbClr>
            </a:solidFill>
            <a:ln w="5420" cap="flat">
              <a:solidFill>
                <a:srgbClr val="4BB0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30" name="pg2030"/>
            <p:cNvSpPr/>
            <p:nvPr/>
          </p:nvSpPr>
          <p:spPr>
            <a:xfrm>
              <a:off x="4845573" y="426657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8ACAA">
                <a:alpha val="100000"/>
              </a:srgbClr>
            </a:solidFill>
            <a:ln w="5420" cap="flat">
              <a:solidFill>
                <a:srgbClr val="48AC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31" name="pg2031"/>
            <p:cNvSpPr/>
            <p:nvPr/>
          </p:nvSpPr>
          <p:spPr>
            <a:xfrm>
              <a:off x="4857211" y="426657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3A6AA">
                <a:alpha val="100000"/>
              </a:srgbClr>
            </a:solidFill>
            <a:ln w="5420" cap="flat">
              <a:solidFill>
                <a:srgbClr val="43A6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32" name="pg2032"/>
            <p:cNvSpPr/>
            <p:nvPr/>
          </p:nvSpPr>
          <p:spPr>
            <a:xfrm>
              <a:off x="4868848" y="426657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598A9">
                <a:alpha val="100000"/>
              </a:srgbClr>
            </a:solidFill>
            <a:ln w="5420" cap="flat">
              <a:solidFill>
                <a:srgbClr val="3598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33" name="pg2033"/>
            <p:cNvSpPr/>
            <p:nvPr/>
          </p:nvSpPr>
          <p:spPr>
            <a:xfrm>
              <a:off x="4880485" y="426657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690A8">
                <a:alpha val="100000"/>
              </a:srgbClr>
            </a:solidFill>
            <a:ln w="5420" cap="flat">
              <a:solidFill>
                <a:srgbClr val="3690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34" name="pg2034"/>
            <p:cNvSpPr/>
            <p:nvPr/>
          </p:nvSpPr>
          <p:spPr>
            <a:xfrm>
              <a:off x="4892123" y="426657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889A6">
                <a:alpha val="100000"/>
              </a:srgbClr>
            </a:solidFill>
            <a:ln w="5420" cap="flat">
              <a:solidFill>
                <a:srgbClr val="3889A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35" name="pg2035"/>
            <p:cNvSpPr/>
            <p:nvPr/>
          </p:nvSpPr>
          <p:spPr>
            <a:xfrm>
              <a:off x="4903760" y="426657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84A5">
                <a:alpha val="100000"/>
              </a:srgbClr>
            </a:solidFill>
            <a:ln w="5420" cap="flat">
              <a:solidFill>
                <a:srgbClr val="3984A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36" name="pg2036"/>
            <p:cNvSpPr/>
            <p:nvPr/>
          </p:nvSpPr>
          <p:spPr>
            <a:xfrm>
              <a:off x="4915397" y="426657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80A4">
                <a:alpha val="100000"/>
              </a:srgbClr>
            </a:solidFill>
            <a:ln w="5420" cap="flat">
              <a:solidFill>
                <a:srgbClr val="3A80A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37" name="pg2037"/>
            <p:cNvSpPr/>
            <p:nvPr/>
          </p:nvSpPr>
          <p:spPr>
            <a:xfrm>
              <a:off x="4927035" y="426657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EA4">
                <a:alpha val="100000"/>
              </a:srgbClr>
            </a:solidFill>
            <a:ln w="5420" cap="flat">
              <a:solidFill>
                <a:srgbClr val="3A7EA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38" name="pg2038"/>
            <p:cNvSpPr/>
            <p:nvPr/>
          </p:nvSpPr>
          <p:spPr>
            <a:xfrm>
              <a:off x="4938672" y="426657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CA3">
                <a:alpha val="100000"/>
              </a:srgbClr>
            </a:solidFill>
            <a:ln w="5420" cap="flat">
              <a:solidFill>
                <a:srgbClr val="3A7CA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39" name="pg2039"/>
            <p:cNvSpPr/>
            <p:nvPr/>
          </p:nvSpPr>
          <p:spPr>
            <a:xfrm>
              <a:off x="4950309" y="426657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CA3">
                <a:alpha val="100000"/>
              </a:srgbClr>
            </a:solidFill>
            <a:ln w="5420" cap="flat">
              <a:solidFill>
                <a:srgbClr val="3A7CA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40" name="pg2040"/>
            <p:cNvSpPr/>
            <p:nvPr/>
          </p:nvSpPr>
          <p:spPr>
            <a:xfrm>
              <a:off x="4799024" y="428087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CB1AB">
                <a:alpha val="100000"/>
              </a:srgbClr>
            </a:solidFill>
            <a:ln w="5420" cap="flat">
              <a:solidFill>
                <a:srgbClr val="4CB1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41" name="pg2041"/>
            <p:cNvSpPr/>
            <p:nvPr/>
          </p:nvSpPr>
          <p:spPr>
            <a:xfrm>
              <a:off x="4810661" y="428087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FB4AB">
                <a:alpha val="100000"/>
              </a:srgbClr>
            </a:solidFill>
            <a:ln w="5420" cap="flat">
              <a:solidFill>
                <a:srgbClr val="4FB4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42" name="pg2042"/>
            <p:cNvSpPr/>
            <p:nvPr/>
          </p:nvSpPr>
          <p:spPr>
            <a:xfrm>
              <a:off x="4822299" y="428087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FB6AB">
                <a:alpha val="100000"/>
              </a:srgbClr>
            </a:solidFill>
            <a:ln w="5420" cap="flat">
              <a:solidFill>
                <a:srgbClr val="4FB6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43" name="pg2043"/>
            <p:cNvSpPr/>
            <p:nvPr/>
          </p:nvSpPr>
          <p:spPr>
            <a:xfrm>
              <a:off x="4833936" y="428087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FB4AB">
                <a:alpha val="100000"/>
              </a:srgbClr>
            </a:solidFill>
            <a:ln w="5420" cap="flat">
              <a:solidFill>
                <a:srgbClr val="4FB4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44" name="pg2044"/>
            <p:cNvSpPr/>
            <p:nvPr/>
          </p:nvSpPr>
          <p:spPr>
            <a:xfrm>
              <a:off x="4845573" y="428087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CB1AB">
                <a:alpha val="100000"/>
              </a:srgbClr>
            </a:solidFill>
            <a:ln w="5420" cap="flat">
              <a:solidFill>
                <a:srgbClr val="4CB1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45" name="pg2045"/>
            <p:cNvSpPr/>
            <p:nvPr/>
          </p:nvSpPr>
          <p:spPr>
            <a:xfrm>
              <a:off x="4857211" y="428087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7AAAA">
                <a:alpha val="100000"/>
              </a:srgbClr>
            </a:solidFill>
            <a:ln w="5420" cap="flat">
              <a:solidFill>
                <a:srgbClr val="47AA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46" name="pg2046"/>
            <p:cNvSpPr/>
            <p:nvPr/>
          </p:nvSpPr>
          <p:spPr>
            <a:xfrm>
              <a:off x="4868848" y="428087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9BA9">
                <a:alpha val="100000"/>
              </a:srgbClr>
            </a:solidFill>
            <a:ln w="5420" cap="flat">
              <a:solidFill>
                <a:srgbClr val="399B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47" name="pg2047"/>
            <p:cNvSpPr/>
            <p:nvPr/>
          </p:nvSpPr>
          <p:spPr>
            <a:xfrm>
              <a:off x="4787387" y="429517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9AEAB">
                <a:alpha val="100000"/>
              </a:srgbClr>
            </a:solidFill>
            <a:ln w="5420" cap="flat">
              <a:solidFill>
                <a:srgbClr val="49AE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48" name="pg2048"/>
            <p:cNvSpPr/>
            <p:nvPr/>
          </p:nvSpPr>
          <p:spPr>
            <a:xfrm>
              <a:off x="4799024" y="429517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DB2AB">
                <a:alpha val="100000"/>
              </a:srgbClr>
            </a:solidFill>
            <a:ln w="5420" cap="flat">
              <a:solidFill>
                <a:srgbClr val="4DB2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49" name="pg2049"/>
            <p:cNvSpPr/>
            <p:nvPr/>
          </p:nvSpPr>
          <p:spPr>
            <a:xfrm>
              <a:off x="4810661" y="429517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FB5AB">
                <a:alpha val="100000"/>
              </a:srgbClr>
            </a:solidFill>
            <a:ln w="5420" cap="flat">
              <a:solidFill>
                <a:srgbClr val="4FB5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50" name="pg2050"/>
            <p:cNvSpPr/>
            <p:nvPr/>
          </p:nvSpPr>
          <p:spPr>
            <a:xfrm>
              <a:off x="4822299" y="429517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0B7AB">
                <a:alpha val="100000"/>
              </a:srgbClr>
            </a:solidFill>
            <a:ln w="5420" cap="flat">
              <a:solidFill>
                <a:srgbClr val="50B7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51" name="pg2051"/>
            <p:cNvSpPr/>
            <p:nvPr/>
          </p:nvSpPr>
          <p:spPr>
            <a:xfrm>
              <a:off x="4833936" y="429517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FB5AB">
                <a:alpha val="100000"/>
              </a:srgbClr>
            </a:solidFill>
            <a:ln w="5420" cap="flat">
              <a:solidFill>
                <a:srgbClr val="4FB5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52" name="pg2052"/>
            <p:cNvSpPr/>
            <p:nvPr/>
          </p:nvSpPr>
          <p:spPr>
            <a:xfrm>
              <a:off x="4845573" y="429517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CB2AB">
                <a:alpha val="100000"/>
              </a:srgbClr>
            </a:solidFill>
            <a:ln w="5420" cap="flat">
              <a:solidFill>
                <a:srgbClr val="4CB2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53" name="pg2053"/>
            <p:cNvSpPr/>
            <p:nvPr/>
          </p:nvSpPr>
          <p:spPr>
            <a:xfrm>
              <a:off x="4857211" y="429517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8ACAA">
                <a:alpha val="100000"/>
              </a:srgbClr>
            </a:solidFill>
            <a:ln w="5420" cap="flat">
              <a:solidFill>
                <a:srgbClr val="48AC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54" name="pg2054"/>
            <p:cNvSpPr/>
            <p:nvPr/>
          </p:nvSpPr>
          <p:spPr>
            <a:xfrm>
              <a:off x="4775749" y="430947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4A8AA">
                <a:alpha val="100000"/>
              </a:srgbClr>
            </a:solidFill>
            <a:ln w="5420" cap="flat">
              <a:solidFill>
                <a:srgbClr val="44A8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55" name="pg2055"/>
            <p:cNvSpPr/>
            <p:nvPr/>
          </p:nvSpPr>
          <p:spPr>
            <a:xfrm>
              <a:off x="4787387" y="430947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8ACAA">
                <a:alpha val="100000"/>
              </a:srgbClr>
            </a:solidFill>
            <a:ln w="5420" cap="flat">
              <a:solidFill>
                <a:srgbClr val="48AC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56" name="pg2056"/>
            <p:cNvSpPr/>
            <p:nvPr/>
          </p:nvSpPr>
          <p:spPr>
            <a:xfrm>
              <a:off x="4799024" y="430947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BB0AB">
                <a:alpha val="100000"/>
              </a:srgbClr>
            </a:solidFill>
            <a:ln w="5420" cap="flat">
              <a:solidFill>
                <a:srgbClr val="4BB0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57" name="pg2057"/>
            <p:cNvSpPr/>
            <p:nvPr/>
          </p:nvSpPr>
          <p:spPr>
            <a:xfrm>
              <a:off x="4810661" y="430947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DB3AB">
                <a:alpha val="100000"/>
              </a:srgbClr>
            </a:solidFill>
            <a:ln w="5420" cap="flat">
              <a:solidFill>
                <a:srgbClr val="4DB3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58" name="pg2058"/>
            <p:cNvSpPr/>
            <p:nvPr/>
          </p:nvSpPr>
          <p:spPr>
            <a:xfrm>
              <a:off x="4822299" y="430947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EB4AB">
                <a:alpha val="100000"/>
              </a:srgbClr>
            </a:solidFill>
            <a:ln w="5420" cap="flat">
              <a:solidFill>
                <a:srgbClr val="4EB4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59" name="pg2059"/>
            <p:cNvSpPr/>
            <p:nvPr/>
          </p:nvSpPr>
          <p:spPr>
            <a:xfrm>
              <a:off x="4833936" y="430947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DB3AB">
                <a:alpha val="100000"/>
              </a:srgbClr>
            </a:solidFill>
            <a:ln w="5420" cap="flat">
              <a:solidFill>
                <a:srgbClr val="4DB3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60" name="pg2060"/>
            <p:cNvSpPr/>
            <p:nvPr/>
          </p:nvSpPr>
          <p:spPr>
            <a:xfrm>
              <a:off x="4845573" y="430947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BB0AB">
                <a:alpha val="100000"/>
              </a:srgbClr>
            </a:solidFill>
            <a:ln w="5420" cap="flat">
              <a:solidFill>
                <a:srgbClr val="4BB0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61" name="pg2061"/>
            <p:cNvSpPr/>
            <p:nvPr/>
          </p:nvSpPr>
          <p:spPr>
            <a:xfrm>
              <a:off x="4775749" y="432377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2A5AA">
                <a:alpha val="100000"/>
              </a:srgbClr>
            </a:solidFill>
            <a:ln w="5420" cap="flat">
              <a:solidFill>
                <a:srgbClr val="42A5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62" name="pg2062"/>
            <p:cNvSpPr/>
            <p:nvPr/>
          </p:nvSpPr>
          <p:spPr>
            <a:xfrm>
              <a:off x="4787387" y="432377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5A8AA">
                <a:alpha val="100000"/>
              </a:srgbClr>
            </a:solidFill>
            <a:ln w="5420" cap="flat">
              <a:solidFill>
                <a:srgbClr val="45A8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63" name="pg2063"/>
            <p:cNvSpPr/>
            <p:nvPr/>
          </p:nvSpPr>
          <p:spPr>
            <a:xfrm>
              <a:off x="4799024" y="432377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8ACAA">
                <a:alpha val="100000"/>
              </a:srgbClr>
            </a:solidFill>
            <a:ln w="5420" cap="flat">
              <a:solidFill>
                <a:srgbClr val="48AC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64" name="pg2064"/>
            <p:cNvSpPr/>
            <p:nvPr/>
          </p:nvSpPr>
          <p:spPr>
            <a:xfrm>
              <a:off x="4810661" y="432377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AAEAB">
                <a:alpha val="100000"/>
              </a:srgbClr>
            </a:solidFill>
            <a:ln w="5420" cap="flat">
              <a:solidFill>
                <a:srgbClr val="4AAE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65" name="pg2065"/>
            <p:cNvSpPr/>
            <p:nvPr/>
          </p:nvSpPr>
          <p:spPr>
            <a:xfrm>
              <a:off x="4822299" y="432377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AAFAB">
                <a:alpha val="100000"/>
              </a:srgbClr>
            </a:solidFill>
            <a:ln w="5420" cap="flat">
              <a:solidFill>
                <a:srgbClr val="4AAF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66" name="pg2066"/>
            <p:cNvSpPr/>
            <p:nvPr/>
          </p:nvSpPr>
          <p:spPr>
            <a:xfrm>
              <a:off x="4833936" y="432377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AAEAB">
                <a:alpha val="100000"/>
              </a:srgbClr>
            </a:solidFill>
            <a:ln w="5420" cap="flat">
              <a:solidFill>
                <a:srgbClr val="4AAE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67" name="pg2067"/>
            <p:cNvSpPr/>
            <p:nvPr/>
          </p:nvSpPr>
          <p:spPr>
            <a:xfrm>
              <a:off x="4752475" y="433807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9EAA">
                <a:alpha val="100000"/>
              </a:srgbClr>
            </a:solidFill>
            <a:ln w="5420" cap="flat">
              <a:solidFill>
                <a:srgbClr val="3B9E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68" name="pg2068"/>
            <p:cNvSpPr/>
            <p:nvPr/>
          </p:nvSpPr>
          <p:spPr>
            <a:xfrm>
              <a:off x="4764112" y="433807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DA0AA">
                <a:alpha val="100000"/>
              </a:srgbClr>
            </a:solidFill>
            <a:ln w="5420" cap="flat">
              <a:solidFill>
                <a:srgbClr val="3DA0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69" name="pg2069"/>
            <p:cNvSpPr/>
            <p:nvPr/>
          </p:nvSpPr>
          <p:spPr>
            <a:xfrm>
              <a:off x="4775749" y="433807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FA2AA">
                <a:alpha val="100000"/>
              </a:srgbClr>
            </a:solidFill>
            <a:ln w="5420" cap="flat">
              <a:solidFill>
                <a:srgbClr val="3FA2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70" name="pg2070"/>
            <p:cNvSpPr/>
            <p:nvPr/>
          </p:nvSpPr>
          <p:spPr>
            <a:xfrm>
              <a:off x="4787387" y="433807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1A4AA">
                <a:alpha val="100000"/>
              </a:srgbClr>
            </a:solidFill>
            <a:ln w="5420" cap="flat">
              <a:solidFill>
                <a:srgbClr val="41A4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71" name="pg2071"/>
            <p:cNvSpPr/>
            <p:nvPr/>
          </p:nvSpPr>
          <p:spPr>
            <a:xfrm>
              <a:off x="4799024" y="433807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4A7AA">
                <a:alpha val="100000"/>
              </a:srgbClr>
            </a:solidFill>
            <a:ln w="5420" cap="flat">
              <a:solidFill>
                <a:srgbClr val="44A7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72" name="pg2072"/>
            <p:cNvSpPr/>
            <p:nvPr/>
          </p:nvSpPr>
          <p:spPr>
            <a:xfrm>
              <a:off x="4810661" y="433807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5A9AA">
                <a:alpha val="100000"/>
              </a:srgbClr>
            </a:solidFill>
            <a:ln w="5420" cap="flat">
              <a:solidFill>
                <a:srgbClr val="45A9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73" name="pg2073"/>
            <p:cNvSpPr/>
            <p:nvPr/>
          </p:nvSpPr>
          <p:spPr>
            <a:xfrm>
              <a:off x="4822299" y="433807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6A9AA">
                <a:alpha val="100000"/>
              </a:srgbClr>
            </a:solidFill>
            <a:ln w="5420" cap="flat">
              <a:solidFill>
                <a:srgbClr val="46A9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74" name="pg2074"/>
            <p:cNvSpPr/>
            <p:nvPr/>
          </p:nvSpPr>
          <p:spPr>
            <a:xfrm>
              <a:off x="4740837" y="435238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9DA9">
                <a:alpha val="100000"/>
              </a:srgbClr>
            </a:solidFill>
            <a:ln w="5420" cap="flat">
              <a:solidFill>
                <a:srgbClr val="3A9D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75" name="pg2075"/>
            <p:cNvSpPr/>
            <p:nvPr/>
          </p:nvSpPr>
          <p:spPr>
            <a:xfrm>
              <a:off x="4752475" y="435238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9DA9">
                <a:alpha val="100000"/>
              </a:srgbClr>
            </a:solidFill>
            <a:ln w="5420" cap="flat">
              <a:solidFill>
                <a:srgbClr val="3B9D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76" name="pg2076"/>
            <p:cNvSpPr/>
            <p:nvPr/>
          </p:nvSpPr>
          <p:spPr>
            <a:xfrm>
              <a:off x="4764112" y="435238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9EAA">
                <a:alpha val="100000"/>
              </a:srgbClr>
            </a:solidFill>
            <a:ln w="5420" cap="flat">
              <a:solidFill>
                <a:srgbClr val="3C9E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77" name="pg2077"/>
            <p:cNvSpPr/>
            <p:nvPr/>
          </p:nvSpPr>
          <p:spPr>
            <a:xfrm>
              <a:off x="4775749" y="435238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D9FAA">
                <a:alpha val="100000"/>
              </a:srgbClr>
            </a:solidFill>
            <a:ln w="5420" cap="flat">
              <a:solidFill>
                <a:srgbClr val="3D9F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78" name="pg2078"/>
            <p:cNvSpPr/>
            <p:nvPr/>
          </p:nvSpPr>
          <p:spPr>
            <a:xfrm>
              <a:off x="4787387" y="435238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EA1AA">
                <a:alpha val="100000"/>
              </a:srgbClr>
            </a:solidFill>
            <a:ln w="5420" cap="flat">
              <a:solidFill>
                <a:srgbClr val="3EA1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79" name="pg2079"/>
            <p:cNvSpPr/>
            <p:nvPr/>
          </p:nvSpPr>
          <p:spPr>
            <a:xfrm>
              <a:off x="4799024" y="435238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0A2AA">
                <a:alpha val="100000"/>
              </a:srgbClr>
            </a:solidFill>
            <a:ln w="5420" cap="flat">
              <a:solidFill>
                <a:srgbClr val="40A2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80" name="pg2080"/>
            <p:cNvSpPr/>
            <p:nvPr/>
          </p:nvSpPr>
          <p:spPr>
            <a:xfrm>
              <a:off x="4810661" y="435238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1A4AA">
                <a:alpha val="100000"/>
              </a:srgbClr>
            </a:solidFill>
            <a:ln w="5420" cap="flat">
              <a:solidFill>
                <a:srgbClr val="41A4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81" name="pg2081"/>
            <p:cNvSpPr/>
            <p:nvPr/>
          </p:nvSpPr>
          <p:spPr>
            <a:xfrm>
              <a:off x="4822299" y="435238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1A4AA">
                <a:alpha val="100000"/>
              </a:srgbClr>
            </a:solidFill>
            <a:ln w="5420" cap="flat">
              <a:solidFill>
                <a:srgbClr val="41A4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82" name="pg2082"/>
            <p:cNvSpPr/>
            <p:nvPr/>
          </p:nvSpPr>
          <p:spPr>
            <a:xfrm>
              <a:off x="4717563" y="436668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9CA9">
                <a:alpha val="100000"/>
              </a:srgbClr>
            </a:solidFill>
            <a:ln w="5420" cap="flat">
              <a:solidFill>
                <a:srgbClr val="3A9C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83" name="pg2083"/>
            <p:cNvSpPr/>
            <p:nvPr/>
          </p:nvSpPr>
          <p:spPr>
            <a:xfrm>
              <a:off x="4729200" y="436668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9EAA">
                <a:alpha val="100000"/>
              </a:srgbClr>
            </a:solidFill>
            <a:ln w="5420" cap="flat">
              <a:solidFill>
                <a:srgbClr val="3B9E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84" name="pg2084"/>
            <p:cNvSpPr/>
            <p:nvPr/>
          </p:nvSpPr>
          <p:spPr>
            <a:xfrm>
              <a:off x="4740837" y="436668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9EAA">
                <a:alpha val="100000"/>
              </a:srgbClr>
            </a:solidFill>
            <a:ln w="5420" cap="flat">
              <a:solidFill>
                <a:srgbClr val="3C9E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85" name="pg2085"/>
            <p:cNvSpPr/>
            <p:nvPr/>
          </p:nvSpPr>
          <p:spPr>
            <a:xfrm>
              <a:off x="4752475" y="436668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9EAA">
                <a:alpha val="100000"/>
              </a:srgbClr>
            </a:solidFill>
            <a:ln w="5420" cap="flat">
              <a:solidFill>
                <a:srgbClr val="3B9E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86" name="pg2086"/>
            <p:cNvSpPr/>
            <p:nvPr/>
          </p:nvSpPr>
          <p:spPr>
            <a:xfrm>
              <a:off x="4764112" y="436668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9EAA">
                <a:alpha val="100000"/>
              </a:srgbClr>
            </a:solidFill>
            <a:ln w="5420" cap="flat">
              <a:solidFill>
                <a:srgbClr val="3B9E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87" name="pg2087"/>
            <p:cNvSpPr/>
            <p:nvPr/>
          </p:nvSpPr>
          <p:spPr>
            <a:xfrm>
              <a:off x="4775749" y="436668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9EAA">
                <a:alpha val="100000"/>
              </a:srgbClr>
            </a:solidFill>
            <a:ln w="5420" cap="flat">
              <a:solidFill>
                <a:srgbClr val="3B9E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88" name="pg2088"/>
            <p:cNvSpPr/>
            <p:nvPr/>
          </p:nvSpPr>
          <p:spPr>
            <a:xfrm>
              <a:off x="4787387" y="436668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9EAA">
                <a:alpha val="100000"/>
              </a:srgbClr>
            </a:solidFill>
            <a:ln w="5420" cap="flat">
              <a:solidFill>
                <a:srgbClr val="3C9E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89" name="pg2089"/>
            <p:cNvSpPr/>
            <p:nvPr/>
          </p:nvSpPr>
          <p:spPr>
            <a:xfrm>
              <a:off x="4799024" y="436668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9FAA">
                <a:alpha val="100000"/>
              </a:srgbClr>
            </a:solidFill>
            <a:ln w="5420" cap="flat">
              <a:solidFill>
                <a:srgbClr val="3C9F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90" name="pg2090"/>
            <p:cNvSpPr/>
            <p:nvPr/>
          </p:nvSpPr>
          <p:spPr>
            <a:xfrm>
              <a:off x="4810661" y="436668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D9FAA">
                <a:alpha val="100000"/>
              </a:srgbClr>
            </a:solidFill>
            <a:ln w="5420" cap="flat">
              <a:solidFill>
                <a:srgbClr val="3D9F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91" name="pg2091"/>
            <p:cNvSpPr/>
            <p:nvPr/>
          </p:nvSpPr>
          <p:spPr>
            <a:xfrm>
              <a:off x="4705925" y="438098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9CA9">
                <a:alpha val="100000"/>
              </a:srgbClr>
            </a:solidFill>
            <a:ln w="5420" cap="flat">
              <a:solidFill>
                <a:srgbClr val="399C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92" name="pg2092"/>
            <p:cNvSpPr/>
            <p:nvPr/>
          </p:nvSpPr>
          <p:spPr>
            <a:xfrm>
              <a:off x="4717563" y="438098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DA0AA">
                <a:alpha val="100000"/>
              </a:srgbClr>
            </a:solidFill>
            <a:ln w="5420" cap="flat">
              <a:solidFill>
                <a:srgbClr val="3DA0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93" name="pg2093"/>
            <p:cNvSpPr/>
            <p:nvPr/>
          </p:nvSpPr>
          <p:spPr>
            <a:xfrm>
              <a:off x="4729200" y="438098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FA2AA">
                <a:alpha val="100000"/>
              </a:srgbClr>
            </a:solidFill>
            <a:ln w="5420" cap="flat">
              <a:solidFill>
                <a:srgbClr val="3FA2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94" name="pg2094"/>
            <p:cNvSpPr/>
            <p:nvPr/>
          </p:nvSpPr>
          <p:spPr>
            <a:xfrm>
              <a:off x="4740837" y="438098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FA2AA">
                <a:alpha val="100000"/>
              </a:srgbClr>
            </a:solidFill>
            <a:ln w="5420" cap="flat">
              <a:solidFill>
                <a:srgbClr val="3FA2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95" name="pg2095"/>
            <p:cNvSpPr/>
            <p:nvPr/>
          </p:nvSpPr>
          <p:spPr>
            <a:xfrm>
              <a:off x="4752475" y="438098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D9FAA">
                <a:alpha val="100000"/>
              </a:srgbClr>
            </a:solidFill>
            <a:ln w="5420" cap="flat">
              <a:solidFill>
                <a:srgbClr val="3D9F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96" name="pg2096"/>
            <p:cNvSpPr/>
            <p:nvPr/>
          </p:nvSpPr>
          <p:spPr>
            <a:xfrm>
              <a:off x="4764112" y="438098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9EAA">
                <a:alpha val="100000"/>
              </a:srgbClr>
            </a:solidFill>
            <a:ln w="5420" cap="flat">
              <a:solidFill>
                <a:srgbClr val="3B9E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97" name="pg2097"/>
            <p:cNvSpPr/>
            <p:nvPr/>
          </p:nvSpPr>
          <p:spPr>
            <a:xfrm>
              <a:off x="4775749" y="438098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9CA9">
                <a:alpha val="100000"/>
              </a:srgbClr>
            </a:solidFill>
            <a:ln w="5420" cap="flat">
              <a:solidFill>
                <a:srgbClr val="399C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98" name="pg2098"/>
            <p:cNvSpPr/>
            <p:nvPr/>
          </p:nvSpPr>
          <p:spPr>
            <a:xfrm>
              <a:off x="4787387" y="438098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9BA9">
                <a:alpha val="100000"/>
              </a:srgbClr>
            </a:solidFill>
            <a:ln w="5420" cap="flat">
              <a:solidFill>
                <a:srgbClr val="399B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99" name="pg2099"/>
            <p:cNvSpPr/>
            <p:nvPr/>
          </p:nvSpPr>
          <p:spPr>
            <a:xfrm>
              <a:off x="4647739" y="439528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81A4">
                <a:alpha val="100000"/>
              </a:srgbClr>
            </a:solidFill>
            <a:ln w="5420" cap="flat">
              <a:solidFill>
                <a:srgbClr val="3981A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00" name="pg2100"/>
            <p:cNvSpPr/>
            <p:nvPr/>
          </p:nvSpPr>
          <p:spPr>
            <a:xfrm>
              <a:off x="4659376" y="439528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85A5">
                <a:alpha val="100000"/>
              </a:srgbClr>
            </a:solidFill>
            <a:ln w="5420" cap="flat">
              <a:solidFill>
                <a:srgbClr val="3985A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01" name="pg2101"/>
            <p:cNvSpPr/>
            <p:nvPr/>
          </p:nvSpPr>
          <p:spPr>
            <a:xfrm>
              <a:off x="4671013" y="439528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88AA6">
                <a:alpha val="100000"/>
              </a:srgbClr>
            </a:solidFill>
            <a:ln w="5420" cap="flat">
              <a:solidFill>
                <a:srgbClr val="388AA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02" name="pg2102"/>
            <p:cNvSpPr/>
            <p:nvPr/>
          </p:nvSpPr>
          <p:spPr>
            <a:xfrm>
              <a:off x="4682651" y="439528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690A8">
                <a:alpha val="100000"/>
              </a:srgbClr>
            </a:solidFill>
            <a:ln w="5420" cap="flat">
              <a:solidFill>
                <a:srgbClr val="3690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03" name="pg2103"/>
            <p:cNvSpPr/>
            <p:nvPr/>
          </p:nvSpPr>
          <p:spPr>
            <a:xfrm>
              <a:off x="4694288" y="439528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496A9">
                <a:alpha val="100000"/>
              </a:srgbClr>
            </a:solidFill>
            <a:ln w="5420" cap="flat">
              <a:solidFill>
                <a:srgbClr val="3496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04" name="pg2104"/>
            <p:cNvSpPr/>
            <p:nvPr/>
          </p:nvSpPr>
          <p:spPr>
            <a:xfrm>
              <a:off x="4705925" y="439528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89BA9">
                <a:alpha val="100000"/>
              </a:srgbClr>
            </a:solidFill>
            <a:ln w="5420" cap="flat">
              <a:solidFill>
                <a:srgbClr val="389B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05" name="pg2105"/>
            <p:cNvSpPr/>
            <p:nvPr/>
          </p:nvSpPr>
          <p:spPr>
            <a:xfrm>
              <a:off x="4717563" y="439528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D9FAA">
                <a:alpha val="100000"/>
              </a:srgbClr>
            </a:solidFill>
            <a:ln w="5420" cap="flat">
              <a:solidFill>
                <a:srgbClr val="3D9F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06" name="pg2106"/>
            <p:cNvSpPr/>
            <p:nvPr/>
          </p:nvSpPr>
          <p:spPr>
            <a:xfrm>
              <a:off x="4729200" y="439528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FA2AA">
                <a:alpha val="100000"/>
              </a:srgbClr>
            </a:solidFill>
            <a:ln w="5420" cap="flat">
              <a:solidFill>
                <a:srgbClr val="3FA2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07" name="pg2107"/>
            <p:cNvSpPr/>
            <p:nvPr/>
          </p:nvSpPr>
          <p:spPr>
            <a:xfrm>
              <a:off x="4740837" y="439528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FA2AA">
                <a:alpha val="100000"/>
              </a:srgbClr>
            </a:solidFill>
            <a:ln w="5420" cap="flat">
              <a:solidFill>
                <a:srgbClr val="3FA2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08" name="pg2108"/>
            <p:cNvSpPr/>
            <p:nvPr/>
          </p:nvSpPr>
          <p:spPr>
            <a:xfrm>
              <a:off x="4752475" y="439528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9FAA">
                <a:alpha val="100000"/>
              </a:srgbClr>
            </a:solidFill>
            <a:ln w="5420" cap="flat">
              <a:solidFill>
                <a:srgbClr val="3C9F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09" name="pg2109"/>
            <p:cNvSpPr/>
            <p:nvPr/>
          </p:nvSpPr>
          <p:spPr>
            <a:xfrm>
              <a:off x="4764112" y="439528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9DA9">
                <a:alpha val="100000"/>
              </a:srgbClr>
            </a:solidFill>
            <a:ln w="5420" cap="flat">
              <a:solidFill>
                <a:srgbClr val="3A9D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10" name="pg2110"/>
            <p:cNvSpPr/>
            <p:nvPr/>
          </p:nvSpPr>
          <p:spPr>
            <a:xfrm>
              <a:off x="4775749" y="439528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9BA9">
                <a:alpha val="100000"/>
              </a:srgbClr>
            </a:solidFill>
            <a:ln w="5420" cap="flat">
              <a:solidFill>
                <a:srgbClr val="399B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11" name="pg2111"/>
            <p:cNvSpPr/>
            <p:nvPr/>
          </p:nvSpPr>
          <p:spPr>
            <a:xfrm>
              <a:off x="4624464" y="440958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7A2">
                <a:alpha val="100000"/>
              </a:srgbClr>
            </a:solidFill>
            <a:ln w="5420" cap="flat">
              <a:solidFill>
                <a:srgbClr val="3A77A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12" name="pg2112"/>
            <p:cNvSpPr/>
            <p:nvPr/>
          </p:nvSpPr>
          <p:spPr>
            <a:xfrm>
              <a:off x="4636101" y="440958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BA3">
                <a:alpha val="100000"/>
              </a:srgbClr>
            </a:solidFill>
            <a:ln w="5420" cap="flat">
              <a:solidFill>
                <a:srgbClr val="3A7BA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13" name="pg2113"/>
            <p:cNvSpPr/>
            <p:nvPr/>
          </p:nvSpPr>
          <p:spPr>
            <a:xfrm>
              <a:off x="4647739" y="440958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EA4">
                <a:alpha val="100000"/>
              </a:srgbClr>
            </a:solidFill>
            <a:ln w="5420" cap="flat">
              <a:solidFill>
                <a:srgbClr val="3A7EA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14" name="pg2114"/>
            <p:cNvSpPr/>
            <p:nvPr/>
          </p:nvSpPr>
          <p:spPr>
            <a:xfrm>
              <a:off x="4659376" y="440958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82A5">
                <a:alpha val="100000"/>
              </a:srgbClr>
            </a:solidFill>
            <a:ln w="5420" cap="flat">
              <a:solidFill>
                <a:srgbClr val="3982A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15" name="pg2115"/>
            <p:cNvSpPr/>
            <p:nvPr/>
          </p:nvSpPr>
          <p:spPr>
            <a:xfrm>
              <a:off x="4671013" y="440958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87A6">
                <a:alpha val="100000"/>
              </a:srgbClr>
            </a:solidFill>
            <a:ln w="5420" cap="flat">
              <a:solidFill>
                <a:srgbClr val="3987A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16" name="pg2116"/>
            <p:cNvSpPr/>
            <p:nvPr/>
          </p:nvSpPr>
          <p:spPr>
            <a:xfrm>
              <a:off x="4682651" y="440958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8CA7">
                <a:alpha val="100000"/>
              </a:srgbClr>
            </a:solidFill>
            <a:ln w="5420" cap="flat">
              <a:solidFill>
                <a:srgbClr val="378C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17" name="pg2117"/>
            <p:cNvSpPr/>
            <p:nvPr/>
          </p:nvSpPr>
          <p:spPr>
            <a:xfrm>
              <a:off x="4694288" y="440958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692A8">
                <a:alpha val="100000"/>
              </a:srgbClr>
            </a:solidFill>
            <a:ln w="5420" cap="flat">
              <a:solidFill>
                <a:srgbClr val="3692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18" name="pg2118"/>
            <p:cNvSpPr/>
            <p:nvPr/>
          </p:nvSpPr>
          <p:spPr>
            <a:xfrm>
              <a:off x="4705925" y="440958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598A9">
                <a:alpha val="100000"/>
              </a:srgbClr>
            </a:solidFill>
            <a:ln w="5420" cap="flat">
              <a:solidFill>
                <a:srgbClr val="3598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19" name="pg2119"/>
            <p:cNvSpPr/>
            <p:nvPr/>
          </p:nvSpPr>
          <p:spPr>
            <a:xfrm>
              <a:off x="4717563" y="440958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9CA9">
                <a:alpha val="100000"/>
              </a:srgbClr>
            </a:solidFill>
            <a:ln w="5420" cap="flat">
              <a:solidFill>
                <a:srgbClr val="3A9C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20" name="pg2120"/>
            <p:cNvSpPr/>
            <p:nvPr/>
          </p:nvSpPr>
          <p:spPr>
            <a:xfrm>
              <a:off x="4729200" y="440958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9FAA">
                <a:alpha val="100000"/>
              </a:srgbClr>
            </a:solidFill>
            <a:ln w="5420" cap="flat">
              <a:solidFill>
                <a:srgbClr val="3C9F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21" name="pg2121"/>
            <p:cNvSpPr/>
            <p:nvPr/>
          </p:nvSpPr>
          <p:spPr>
            <a:xfrm>
              <a:off x="4740837" y="440958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DA0AA">
                <a:alpha val="100000"/>
              </a:srgbClr>
            </a:solidFill>
            <a:ln w="5420" cap="flat">
              <a:solidFill>
                <a:srgbClr val="3DA0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22" name="pg2122"/>
            <p:cNvSpPr/>
            <p:nvPr/>
          </p:nvSpPr>
          <p:spPr>
            <a:xfrm>
              <a:off x="4752475" y="440958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9DA9">
                <a:alpha val="100000"/>
              </a:srgbClr>
            </a:solidFill>
            <a:ln w="5420" cap="flat">
              <a:solidFill>
                <a:srgbClr val="3B9D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23" name="pg2123"/>
            <p:cNvSpPr/>
            <p:nvPr/>
          </p:nvSpPr>
          <p:spPr>
            <a:xfrm>
              <a:off x="4764112" y="440958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9CA9">
                <a:alpha val="100000"/>
              </a:srgbClr>
            </a:solidFill>
            <a:ln w="5420" cap="flat">
              <a:solidFill>
                <a:srgbClr val="3A9C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24" name="pg2124"/>
            <p:cNvSpPr/>
            <p:nvPr/>
          </p:nvSpPr>
          <p:spPr>
            <a:xfrm>
              <a:off x="4612827" y="442388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4A1">
                <a:alpha val="100000"/>
              </a:srgbClr>
            </a:solidFill>
            <a:ln w="5420" cap="flat">
              <a:solidFill>
                <a:srgbClr val="3A74A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25" name="pg2125"/>
            <p:cNvSpPr/>
            <p:nvPr/>
          </p:nvSpPr>
          <p:spPr>
            <a:xfrm>
              <a:off x="4624464" y="442388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5A2">
                <a:alpha val="100000"/>
              </a:srgbClr>
            </a:solidFill>
            <a:ln w="5420" cap="flat">
              <a:solidFill>
                <a:srgbClr val="3A75A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26" name="pg2126"/>
            <p:cNvSpPr/>
            <p:nvPr/>
          </p:nvSpPr>
          <p:spPr>
            <a:xfrm>
              <a:off x="4636101" y="442388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8A2">
                <a:alpha val="100000"/>
              </a:srgbClr>
            </a:solidFill>
            <a:ln w="5420" cap="flat">
              <a:solidFill>
                <a:srgbClr val="3A78A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27" name="pg2127"/>
            <p:cNvSpPr/>
            <p:nvPr/>
          </p:nvSpPr>
          <p:spPr>
            <a:xfrm>
              <a:off x="4647739" y="442388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BA3">
                <a:alpha val="100000"/>
              </a:srgbClr>
            </a:solidFill>
            <a:ln w="5420" cap="flat">
              <a:solidFill>
                <a:srgbClr val="3A7BA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28" name="pg2128"/>
            <p:cNvSpPr/>
            <p:nvPr/>
          </p:nvSpPr>
          <p:spPr>
            <a:xfrm>
              <a:off x="4659376" y="442388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EA4">
                <a:alpha val="100000"/>
              </a:srgbClr>
            </a:solidFill>
            <a:ln w="5420" cap="flat">
              <a:solidFill>
                <a:srgbClr val="3A7EA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29" name="pg2129"/>
            <p:cNvSpPr/>
            <p:nvPr/>
          </p:nvSpPr>
          <p:spPr>
            <a:xfrm>
              <a:off x="4671013" y="442388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82A5">
                <a:alpha val="100000"/>
              </a:srgbClr>
            </a:solidFill>
            <a:ln w="5420" cap="flat">
              <a:solidFill>
                <a:srgbClr val="3982A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30" name="pg2130"/>
            <p:cNvSpPr/>
            <p:nvPr/>
          </p:nvSpPr>
          <p:spPr>
            <a:xfrm>
              <a:off x="4682651" y="442388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888A6">
                <a:alpha val="100000"/>
              </a:srgbClr>
            </a:solidFill>
            <a:ln w="5420" cap="flat">
              <a:solidFill>
                <a:srgbClr val="3888A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31" name="pg2131"/>
            <p:cNvSpPr/>
            <p:nvPr/>
          </p:nvSpPr>
          <p:spPr>
            <a:xfrm>
              <a:off x="4694288" y="442388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8DA7">
                <a:alpha val="100000"/>
              </a:srgbClr>
            </a:solidFill>
            <a:ln w="5420" cap="flat">
              <a:solidFill>
                <a:srgbClr val="378D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32" name="pg2132"/>
            <p:cNvSpPr/>
            <p:nvPr/>
          </p:nvSpPr>
          <p:spPr>
            <a:xfrm>
              <a:off x="4705925" y="442388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693A8">
                <a:alpha val="100000"/>
              </a:srgbClr>
            </a:solidFill>
            <a:ln w="5420" cap="flat">
              <a:solidFill>
                <a:srgbClr val="3693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33" name="pg2133"/>
            <p:cNvSpPr/>
            <p:nvPr/>
          </p:nvSpPr>
          <p:spPr>
            <a:xfrm>
              <a:off x="4717563" y="442388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497A9">
                <a:alpha val="100000"/>
              </a:srgbClr>
            </a:solidFill>
            <a:ln w="5420" cap="flat">
              <a:solidFill>
                <a:srgbClr val="3497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34" name="pg2134"/>
            <p:cNvSpPr/>
            <p:nvPr/>
          </p:nvSpPr>
          <p:spPr>
            <a:xfrm>
              <a:off x="4729200" y="442388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9AA9">
                <a:alpha val="100000"/>
              </a:srgbClr>
            </a:solidFill>
            <a:ln w="5420" cap="flat">
              <a:solidFill>
                <a:srgbClr val="379A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35" name="pg2135"/>
            <p:cNvSpPr/>
            <p:nvPr/>
          </p:nvSpPr>
          <p:spPr>
            <a:xfrm>
              <a:off x="4740837" y="442388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89BA9">
                <a:alpha val="100000"/>
              </a:srgbClr>
            </a:solidFill>
            <a:ln w="5420" cap="flat">
              <a:solidFill>
                <a:srgbClr val="389B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36" name="pg2136"/>
            <p:cNvSpPr/>
            <p:nvPr/>
          </p:nvSpPr>
          <p:spPr>
            <a:xfrm>
              <a:off x="4612827" y="443818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72A1">
                <a:alpha val="100000"/>
              </a:srgbClr>
            </a:solidFill>
            <a:ln w="5420" cap="flat">
              <a:solidFill>
                <a:srgbClr val="3B72A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37" name="pg2137"/>
            <p:cNvSpPr/>
            <p:nvPr/>
          </p:nvSpPr>
          <p:spPr>
            <a:xfrm>
              <a:off x="4624464" y="443818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73A1">
                <a:alpha val="100000"/>
              </a:srgbClr>
            </a:solidFill>
            <a:ln w="5420" cap="flat">
              <a:solidFill>
                <a:srgbClr val="3B73A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38" name="pg2138"/>
            <p:cNvSpPr/>
            <p:nvPr/>
          </p:nvSpPr>
          <p:spPr>
            <a:xfrm>
              <a:off x="4636101" y="443818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5A2">
                <a:alpha val="100000"/>
              </a:srgbClr>
            </a:solidFill>
            <a:ln w="5420" cap="flat">
              <a:solidFill>
                <a:srgbClr val="3A75A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39" name="pg2139"/>
            <p:cNvSpPr/>
            <p:nvPr/>
          </p:nvSpPr>
          <p:spPr>
            <a:xfrm>
              <a:off x="4647739" y="443818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7A2">
                <a:alpha val="100000"/>
              </a:srgbClr>
            </a:solidFill>
            <a:ln w="5420" cap="flat">
              <a:solidFill>
                <a:srgbClr val="3A77A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40" name="pg2140"/>
            <p:cNvSpPr/>
            <p:nvPr/>
          </p:nvSpPr>
          <p:spPr>
            <a:xfrm>
              <a:off x="4659376" y="443818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AA3">
                <a:alpha val="100000"/>
              </a:srgbClr>
            </a:solidFill>
            <a:ln w="5420" cap="flat">
              <a:solidFill>
                <a:srgbClr val="3A7AA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41" name="pg2141"/>
            <p:cNvSpPr/>
            <p:nvPr/>
          </p:nvSpPr>
          <p:spPr>
            <a:xfrm>
              <a:off x="4671013" y="443818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EA4">
                <a:alpha val="100000"/>
              </a:srgbClr>
            </a:solidFill>
            <a:ln w="5420" cap="flat">
              <a:solidFill>
                <a:srgbClr val="3A7EA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42" name="pg2142"/>
            <p:cNvSpPr/>
            <p:nvPr/>
          </p:nvSpPr>
          <p:spPr>
            <a:xfrm>
              <a:off x="4682651" y="443818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83A5">
                <a:alpha val="100000"/>
              </a:srgbClr>
            </a:solidFill>
            <a:ln w="5420" cap="flat">
              <a:solidFill>
                <a:srgbClr val="3983A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43" name="pg2143"/>
            <p:cNvSpPr/>
            <p:nvPr/>
          </p:nvSpPr>
          <p:spPr>
            <a:xfrm>
              <a:off x="4694288" y="443818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888A6">
                <a:alpha val="100000"/>
              </a:srgbClr>
            </a:solidFill>
            <a:ln w="5420" cap="flat">
              <a:solidFill>
                <a:srgbClr val="3888A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44" name="pg2144"/>
            <p:cNvSpPr/>
            <p:nvPr/>
          </p:nvSpPr>
          <p:spPr>
            <a:xfrm>
              <a:off x="4705925" y="443818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8CA7">
                <a:alpha val="100000"/>
              </a:srgbClr>
            </a:solidFill>
            <a:ln w="5420" cap="flat">
              <a:solidFill>
                <a:srgbClr val="378C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45" name="pg2145"/>
            <p:cNvSpPr/>
            <p:nvPr/>
          </p:nvSpPr>
          <p:spPr>
            <a:xfrm>
              <a:off x="4717563" y="443818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691A8">
                <a:alpha val="100000"/>
              </a:srgbClr>
            </a:solidFill>
            <a:ln w="5420" cap="flat">
              <a:solidFill>
                <a:srgbClr val="3691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46" name="pg2146"/>
            <p:cNvSpPr/>
            <p:nvPr/>
          </p:nvSpPr>
          <p:spPr>
            <a:xfrm>
              <a:off x="4729200" y="443818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594A8">
                <a:alpha val="100000"/>
              </a:srgbClr>
            </a:solidFill>
            <a:ln w="5420" cap="flat">
              <a:solidFill>
                <a:srgbClr val="3594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47" name="pg2147"/>
            <p:cNvSpPr/>
            <p:nvPr/>
          </p:nvSpPr>
          <p:spPr>
            <a:xfrm>
              <a:off x="4612827" y="445248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71A1">
                <a:alpha val="100000"/>
              </a:srgbClr>
            </a:solidFill>
            <a:ln w="5420" cap="flat">
              <a:solidFill>
                <a:srgbClr val="3B71A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48" name="pg2148"/>
            <p:cNvSpPr/>
            <p:nvPr/>
          </p:nvSpPr>
          <p:spPr>
            <a:xfrm>
              <a:off x="4624464" y="445248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71A1">
                <a:alpha val="100000"/>
              </a:srgbClr>
            </a:solidFill>
            <a:ln w="5420" cap="flat">
              <a:solidFill>
                <a:srgbClr val="3B71A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49" name="pg2149"/>
            <p:cNvSpPr/>
            <p:nvPr/>
          </p:nvSpPr>
          <p:spPr>
            <a:xfrm>
              <a:off x="4636101" y="445248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3A1">
                <a:alpha val="100000"/>
              </a:srgbClr>
            </a:solidFill>
            <a:ln w="5420" cap="flat">
              <a:solidFill>
                <a:srgbClr val="3A73A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50" name="pg2150"/>
            <p:cNvSpPr/>
            <p:nvPr/>
          </p:nvSpPr>
          <p:spPr>
            <a:xfrm>
              <a:off x="4647739" y="445248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5A2">
                <a:alpha val="100000"/>
              </a:srgbClr>
            </a:solidFill>
            <a:ln w="5420" cap="flat">
              <a:solidFill>
                <a:srgbClr val="3A75A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51" name="pg2151"/>
            <p:cNvSpPr/>
            <p:nvPr/>
          </p:nvSpPr>
          <p:spPr>
            <a:xfrm>
              <a:off x="4659376" y="445248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7A2">
                <a:alpha val="100000"/>
              </a:srgbClr>
            </a:solidFill>
            <a:ln w="5420" cap="flat">
              <a:solidFill>
                <a:srgbClr val="3A77A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52" name="pg2152"/>
            <p:cNvSpPr/>
            <p:nvPr/>
          </p:nvSpPr>
          <p:spPr>
            <a:xfrm>
              <a:off x="4671013" y="445248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AA3">
                <a:alpha val="100000"/>
              </a:srgbClr>
            </a:solidFill>
            <a:ln w="5420" cap="flat">
              <a:solidFill>
                <a:srgbClr val="3A7AA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53" name="pg2153"/>
            <p:cNvSpPr/>
            <p:nvPr/>
          </p:nvSpPr>
          <p:spPr>
            <a:xfrm>
              <a:off x="4682651" y="445248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EA4">
                <a:alpha val="100000"/>
              </a:srgbClr>
            </a:solidFill>
            <a:ln w="5420" cap="flat">
              <a:solidFill>
                <a:srgbClr val="3A7EA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54" name="pg2154"/>
            <p:cNvSpPr/>
            <p:nvPr/>
          </p:nvSpPr>
          <p:spPr>
            <a:xfrm>
              <a:off x="4694288" y="445248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83A5">
                <a:alpha val="100000"/>
              </a:srgbClr>
            </a:solidFill>
            <a:ln w="5420" cap="flat">
              <a:solidFill>
                <a:srgbClr val="3983A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55" name="pg2155"/>
            <p:cNvSpPr/>
            <p:nvPr/>
          </p:nvSpPr>
          <p:spPr>
            <a:xfrm>
              <a:off x="4612827" y="446678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FA0">
                <a:alpha val="100000"/>
              </a:srgbClr>
            </a:solidFill>
            <a:ln w="5420" cap="flat">
              <a:solidFill>
                <a:srgbClr val="3A6FA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56" name="pg2156"/>
            <p:cNvSpPr/>
            <p:nvPr/>
          </p:nvSpPr>
          <p:spPr>
            <a:xfrm>
              <a:off x="4624464" y="446678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70A0">
                <a:alpha val="100000"/>
              </a:srgbClr>
            </a:solidFill>
            <a:ln w="5420" cap="flat">
              <a:solidFill>
                <a:srgbClr val="3B70A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57" name="pg2157"/>
            <p:cNvSpPr/>
            <p:nvPr/>
          </p:nvSpPr>
          <p:spPr>
            <a:xfrm>
              <a:off x="4636101" y="446678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72A1">
                <a:alpha val="100000"/>
              </a:srgbClr>
            </a:solidFill>
            <a:ln w="5420" cap="flat">
              <a:solidFill>
                <a:srgbClr val="3B72A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58" name="pg2158"/>
            <p:cNvSpPr/>
            <p:nvPr/>
          </p:nvSpPr>
          <p:spPr>
            <a:xfrm>
              <a:off x="4647739" y="446678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3A1">
                <a:alpha val="100000"/>
              </a:srgbClr>
            </a:solidFill>
            <a:ln w="5420" cap="flat">
              <a:solidFill>
                <a:srgbClr val="3A73A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59" name="pg2159"/>
            <p:cNvSpPr/>
            <p:nvPr/>
          </p:nvSpPr>
          <p:spPr>
            <a:xfrm>
              <a:off x="4659376" y="446678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5A2">
                <a:alpha val="100000"/>
              </a:srgbClr>
            </a:solidFill>
            <a:ln w="5420" cap="flat">
              <a:solidFill>
                <a:srgbClr val="3A75A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60" name="pg2160"/>
            <p:cNvSpPr/>
            <p:nvPr/>
          </p:nvSpPr>
          <p:spPr>
            <a:xfrm>
              <a:off x="4671013" y="446678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7A2">
                <a:alpha val="100000"/>
              </a:srgbClr>
            </a:solidFill>
            <a:ln w="5420" cap="flat">
              <a:solidFill>
                <a:srgbClr val="3A77A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61" name="pg2161"/>
            <p:cNvSpPr/>
            <p:nvPr/>
          </p:nvSpPr>
          <p:spPr>
            <a:xfrm>
              <a:off x="4682651" y="446678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BA3">
                <a:alpha val="100000"/>
              </a:srgbClr>
            </a:solidFill>
            <a:ln w="5420" cap="flat">
              <a:solidFill>
                <a:srgbClr val="3A7BA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62" name="pg2162"/>
            <p:cNvSpPr/>
            <p:nvPr/>
          </p:nvSpPr>
          <p:spPr>
            <a:xfrm>
              <a:off x="4589552" y="448108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DA0">
                <a:alpha val="100000"/>
              </a:srgbClr>
            </a:solidFill>
            <a:ln w="5420" cap="flat">
              <a:solidFill>
                <a:srgbClr val="3A6DA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63" name="pg2163"/>
            <p:cNvSpPr/>
            <p:nvPr/>
          </p:nvSpPr>
          <p:spPr>
            <a:xfrm>
              <a:off x="4601190" y="448108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DA0">
                <a:alpha val="100000"/>
              </a:srgbClr>
            </a:solidFill>
            <a:ln w="5420" cap="flat">
              <a:solidFill>
                <a:srgbClr val="3A6DA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64" name="pg2164"/>
            <p:cNvSpPr/>
            <p:nvPr/>
          </p:nvSpPr>
          <p:spPr>
            <a:xfrm>
              <a:off x="4612827" y="448108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DA0">
                <a:alpha val="100000"/>
              </a:srgbClr>
            </a:solidFill>
            <a:ln w="5420" cap="flat">
              <a:solidFill>
                <a:srgbClr val="3A6DA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65" name="pg2165"/>
            <p:cNvSpPr/>
            <p:nvPr/>
          </p:nvSpPr>
          <p:spPr>
            <a:xfrm>
              <a:off x="4624464" y="448108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70A0">
                <a:alpha val="100000"/>
              </a:srgbClr>
            </a:solidFill>
            <a:ln w="5420" cap="flat">
              <a:solidFill>
                <a:srgbClr val="3B70A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66" name="pg2166"/>
            <p:cNvSpPr/>
            <p:nvPr/>
          </p:nvSpPr>
          <p:spPr>
            <a:xfrm>
              <a:off x="4636101" y="448108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71A1">
                <a:alpha val="100000"/>
              </a:srgbClr>
            </a:solidFill>
            <a:ln w="5420" cap="flat">
              <a:solidFill>
                <a:srgbClr val="3B71A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67" name="pg2167"/>
            <p:cNvSpPr/>
            <p:nvPr/>
          </p:nvSpPr>
          <p:spPr>
            <a:xfrm>
              <a:off x="4647739" y="448108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72A1">
                <a:alpha val="100000"/>
              </a:srgbClr>
            </a:solidFill>
            <a:ln w="5420" cap="flat">
              <a:solidFill>
                <a:srgbClr val="3B72A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68" name="pg2168"/>
            <p:cNvSpPr/>
            <p:nvPr/>
          </p:nvSpPr>
          <p:spPr>
            <a:xfrm>
              <a:off x="4659376" y="448108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3A1">
                <a:alpha val="100000"/>
              </a:srgbClr>
            </a:solidFill>
            <a:ln w="5420" cap="flat">
              <a:solidFill>
                <a:srgbClr val="3A73A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69" name="pg2169"/>
            <p:cNvSpPr/>
            <p:nvPr/>
          </p:nvSpPr>
          <p:spPr>
            <a:xfrm>
              <a:off x="4671013" y="448108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5A2">
                <a:alpha val="100000"/>
              </a:srgbClr>
            </a:solidFill>
            <a:ln w="5420" cap="flat">
              <a:solidFill>
                <a:srgbClr val="3A75A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70" name="pg2170"/>
            <p:cNvSpPr/>
            <p:nvPr/>
          </p:nvSpPr>
          <p:spPr>
            <a:xfrm>
              <a:off x="4589552" y="449538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DA0">
                <a:alpha val="100000"/>
              </a:srgbClr>
            </a:solidFill>
            <a:ln w="5420" cap="flat">
              <a:solidFill>
                <a:srgbClr val="3A6DA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71" name="pg2171"/>
            <p:cNvSpPr/>
            <p:nvPr/>
          </p:nvSpPr>
          <p:spPr>
            <a:xfrm>
              <a:off x="4601190" y="449538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CA0">
                <a:alpha val="100000"/>
              </a:srgbClr>
            </a:solidFill>
            <a:ln w="5420" cap="flat">
              <a:solidFill>
                <a:srgbClr val="3A6CA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72" name="pg2172"/>
            <p:cNvSpPr/>
            <p:nvPr/>
          </p:nvSpPr>
          <p:spPr>
            <a:xfrm>
              <a:off x="4612827" y="449538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A9F">
                <a:alpha val="100000"/>
              </a:srgbClr>
            </a:solidFill>
            <a:ln w="5420" cap="flat">
              <a:solidFill>
                <a:srgbClr val="3A6A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73" name="pg2173"/>
            <p:cNvSpPr/>
            <p:nvPr/>
          </p:nvSpPr>
          <p:spPr>
            <a:xfrm>
              <a:off x="4624464" y="449538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EA0">
                <a:alpha val="100000"/>
              </a:srgbClr>
            </a:solidFill>
            <a:ln w="5420" cap="flat">
              <a:solidFill>
                <a:srgbClr val="3A6EA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74" name="pg2174"/>
            <p:cNvSpPr/>
            <p:nvPr/>
          </p:nvSpPr>
          <p:spPr>
            <a:xfrm>
              <a:off x="4636101" y="449538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71A1">
                <a:alpha val="100000"/>
              </a:srgbClr>
            </a:solidFill>
            <a:ln w="5420" cap="flat">
              <a:solidFill>
                <a:srgbClr val="3B71A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75" name="pg2175"/>
            <p:cNvSpPr/>
            <p:nvPr/>
          </p:nvSpPr>
          <p:spPr>
            <a:xfrm>
              <a:off x="4647739" y="449538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71A1">
                <a:alpha val="100000"/>
              </a:srgbClr>
            </a:solidFill>
            <a:ln w="5420" cap="flat">
              <a:solidFill>
                <a:srgbClr val="3B71A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76" name="pg2176"/>
            <p:cNvSpPr/>
            <p:nvPr/>
          </p:nvSpPr>
          <p:spPr>
            <a:xfrm>
              <a:off x="4659376" y="449538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72A1">
                <a:alpha val="100000"/>
              </a:srgbClr>
            </a:solidFill>
            <a:ln w="5420" cap="flat">
              <a:solidFill>
                <a:srgbClr val="3B72A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77" name="pg2177"/>
            <p:cNvSpPr/>
            <p:nvPr/>
          </p:nvSpPr>
          <p:spPr>
            <a:xfrm>
              <a:off x="4577915" y="450968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DA0">
                <a:alpha val="100000"/>
              </a:srgbClr>
            </a:solidFill>
            <a:ln w="5420" cap="flat">
              <a:solidFill>
                <a:srgbClr val="3A6DA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78" name="pg2178"/>
            <p:cNvSpPr/>
            <p:nvPr/>
          </p:nvSpPr>
          <p:spPr>
            <a:xfrm>
              <a:off x="4589552" y="450968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DA0">
                <a:alpha val="100000"/>
              </a:srgbClr>
            </a:solidFill>
            <a:ln w="5420" cap="flat">
              <a:solidFill>
                <a:srgbClr val="3A6DA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79" name="pg2179"/>
            <p:cNvSpPr/>
            <p:nvPr/>
          </p:nvSpPr>
          <p:spPr>
            <a:xfrm>
              <a:off x="4601190" y="450968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CA0">
                <a:alpha val="100000"/>
              </a:srgbClr>
            </a:solidFill>
            <a:ln w="5420" cap="flat">
              <a:solidFill>
                <a:srgbClr val="3A6CA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80" name="pg2180"/>
            <p:cNvSpPr/>
            <p:nvPr/>
          </p:nvSpPr>
          <p:spPr>
            <a:xfrm>
              <a:off x="4612827" y="450968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C9F">
                <a:alpha val="100000"/>
              </a:srgbClr>
            </a:solidFill>
            <a:ln w="5420" cap="flat">
              <a:solidFill>
                <a:srgbClr val="3A6C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81" name="pg2181"/>
            <p:cNvSpPr/>
            <p:nvPr/>
          </p:nvSpPr>
          <p:spPr>
            <a:xfrm>
              <a:off x="4624464" y="450968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DA0">
                <a:alpha val="100000"/>
              </a:srgbClr>
            </a:solidFill>
            <a:ln w="5420" cap="flat">
              <a:solidFill>
                <a:srgbClr val="3A6DA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82" name="pg2182"/>
            <p:cNvSpPr/>
            <p:nvPr/>
          </p:nvSpPr>
          <p:spPr>
            <a:xfrm>
              <a:off x="4636101" y="450968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70A1">
                <a:alpha val="100000"/>
              </a:srgbClr>
            </a:solidFill>
            <a:ln w="5420" cap="flat">
              <a:solidFill>
                <a:srgbClr val="3B70A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83" name="pg2183"/>
            <p:cNvSpPr/>
            <p:nvPr/>
          </p:nvSpPr>
          <p:spPr>
            <a:xfrm>
              <a:off x="4647739" y="450968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71A1">
                <a:alpha val="100000"/>
              </a:srgbClr>
            </a:solidFill>
            <a:ln w="5420" cap="flat">
              <a:solidFill>
                <a:srgbClr val="3B71A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84" name="pg2184"/>
            <p:cNvSpPr/>
            <p:nvPr/>
          </p:nvSpPr>
          <p:spPr>
            <a:xfrm>
              <a:off x="4577915" y="452398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B9F">
                <a:alpha val="100000"/>
              </a:srgbClr>
            </a:solidFill>
            <a:ln w="5420" cap="flat">
              <a:solidFill>
                <a:srgbClr val="3A6B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85" name="pg2185"/>
            <p:cNvSpPr/>
            <p:nvPr/>
          </p:nvSpPr>
          <p:spPr>
            <a:xfrm>
              <a:off x="4589552" y="452398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CA0">
                <a:alpha val="100000"/>
              </a:srgbClr>
            </a:solidFill>
            <a:ln w="5420" cap="flat">
              <a:solidFill>
                <a:srgbClr val="3A6CA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86" name="pg2186"/>
            <p:cNvSpPr/>
            <p:nvPr/>
          </p:nvSpPr>
          <p:spPr>
            <a:xfrm>
              <a:off x="4601190" y="452398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DA0">
                <a:alpha val="100000"/>
              </a:srgbClr>
            </a:solidFill>
            <a:ln w="5420" cap="flat">
              <a:solidFill>
                <a:srgbClr val="3A6DA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87" name="pg2187"/>
            <p:cNvSpPr/>
            <p:nvPr/>
          </p:nvSpPr>
          <p:spPr>
            <a:xfrm>
              <a:off x="4612827" y="452398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EA0">
                <a:alpha val="100000"/>
              </a:srgbClr>
            </a:solidFill>
            <a:ln w="5420" cap="flat">
              <a:solidFill>
                <a:srgbClr val="3A6EA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88" name="pg2188"/>
            <p:cNvSpPr/>
            <p:nvPr/>
          </p:nvSpPr>
          <p:spPr>
            <a:xfrm>
              <a:off x="4624464" y="452398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EA0">
                <a:alpha val="100000"/>
              </a:srgbClr>
            </a:solidFill>
            <a:ln w="5420" cap="flat">
              <a:solidFill>
                <a:srgbClr val="3A6EA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89" name="pg2189"/>
            <p:cNvSpPr/>
            <p:nvPr/>
          </p:nvSpPr>
          <p:spPr>
            <a:xfrm>
              <a:off x="4636101" y="452398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6FA0">
                <a:alpha val="100000"/>
              </a:srgbClr>
            </a:solidFill>
            <a:ln w="5420" cap="flat">
              <a:solidFill>
                <a:srgbClr val="3B6FA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90" name="pg2190"/>
            <p:cNvSpPr/>
            <p:nvPr/>
          </p:nvSpPr>
          <p:spPr>
            <a:xfrm>
              <a:off x="4566278" y="453828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89F">
                <a:alpha val="100000"/>
              </a:srgbClr>
            </a:solidFill>
            <a:ln w="5420" cap="flat">
              <a:solidFill>
                <a:srgbClr val="3A68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91" name="pg2191"/>
            <p:cNvSpPr/>
            <p:nvPr/>
          </p:nvSpPr>
          <p:spPr>
            <a:xfrm>
              <a:off x="4577915" y="453828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99F">
                <a:alpha val="100000"/>
              </a:srgbClr>
            </a:solidFill>
            <a:ln w="5420" cap="flat">
              <a:solidFill>
                <a:srgbClr val="3A69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92" name="pg2192"/>
            <p:cNvSpPr/>
            <p:nvPr/>
          </p:nvSpPr>
          <p:spPr>
            <a:xfrm>
              <a:off x="4589552" y="453828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B9F">
                <a:alpha val="100000"/>
              </a:srgbClr>
            </a:solidFill>
            <a:ln w="5420" cap="flat">
              <a:solidFill>
                <a:srgbClr val="3A6B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93" name="pg2193"/>
            <p:cNvSpPr/>
            <p:nvPr/>
          </p:nvSpPr>
          <p:spPr>
            <a:xfrm>
              <a:off x="4601190" y="453828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DA0">
                <a:alpha val="100000"/>
              </a:srgbClr>
            </a:solidFill>
            <a:ln w="5420" cap="flat">
              <a:solidFill>
                <a:srgbClr val="3A6DA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94" name="pg2194"/>
            <p:cNvSpPr/>
            <p:nvPr/>
          </p:nvSpPr>
          <p:spPr>
            <a:xfrm>
              <a:off x="4612827" y="453828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EA0">
                <a:alpha val="100000"/>
              </a:srgbClr>
            </a:solidFill>
            <a:ln w="5420" cap="flat">
              <a:solidFill>
                <a:srgbClr val="3A6EA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95" name="pg2195"/>
            <p:cNvSpPr/>
            <p:nvPr/>
          </p:nvSpPr>
          <p:spPr>
            <a:xfrm>
              <a:off x="4624464" y="453828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EA0">
                <a:alpha val="100000"/>
              </a:srgbClr>
            </a:solidFill>
            <a:ln w="5420" cap="flat">
              <a:solidFill>
                <a:srgbClr val="3A6EA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96" name="pg2196"/>
            <p:cNvSpPr/>
            <p:nvPr/>
          </p:nvSpPr>
          <p:spPr>
            <a:xfrm>
              <a:off x="4566278" y="455258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69E">
                <a:alpha val="100000"/>
              </a:srgbClr>
            </a:solidFill>
            <a:ln w="5420" cap="flat">
              <a:solidFill>
                <a:srgbClr val="3A66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97" name="pg2197"/>
            <p:cNvSpPr/>
            <p:nvPr/>
          </p:nvSpPr>
          <p:spPr>
            <a:xfrm>
              <a:off x="4577915" y="455258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49E">
                <a:alpha val="100000"/>
              </a:srgbClr>
            </a:solidFill>
            <a:ln w="5420" cap="flat">
              <a:solidFill>
                <a:srgbClr val="3A64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98" name="pg2198"/>
            <p:cNvSpPr/>
            <p:nvPr/>
          </p:nvSpPr>
          <p:spPr>
            <a:xfrm>
              <a:off x="4589552" y="455258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DA0">
                <a:alpha val="100000"/>
              </a:srgbClr>
            </a:solidFill>
            <a:ln w="5420" cap="flat">
              <a:solidFill>
                <a:srgbClr val="3A6DA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99" name="pg2199"/>
            <p:cNvSpPr/>
            <p:nvPr/>
          </p:nvSpPr>
          <p:spPr>
            <a:xfrm>
              <a:off x="4601190" y="455258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FA0">
                <a:alpha val="100000"/>
              </a:srgbClr>
            </a:solidFill>
            <a:ln w="5420" cap="flat">
              <a:solidFill>
                <a:srgbClr val="3A6FA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00" name="pg2200"/>
            <p:cNvSpPr/>
            <p:nvPr/>
          </p:nvSpPr>
          <p:spPr>
            <a:xfrm>
              <a:off x="4612827" y="455258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EA0">
                <a:alpha val="100000"/>
              </a:srgbClr>
            </a:solidFill>
            <a:ln w="5420" cap="flat">
              <a:solidFill>
                <a:srgbClr val="3A6EA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01" name="pg2201"/>
            <p:cNvSpPr/>
            <p:nvPr/>
          </p:nvSpPr>
          <p:spPr>
            <a:xfrm>
              <a:off x="4554640" y="456688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99F">
                <a:alpha val="100000"/>
              </a:srgbClr>
            </a:solidFill>
            <a:ln w="5420" cap="flat">
              <a:solidFill>
                <a:srgbClr val="3A69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02" name="pg2202"/>
            <p:cNvSpPr/>
            <p:nvPr/>
          </p:nvSpPr>
          <p:spPr>
            <a:xfrm>
              <a:off x="4566278" y="456688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79E">
                <a:alpha val="100000"/>
              </a:srgbClr>
            </a:solidFill>
            <a:ln w="5420" cap="flat">
              <a:solidFill>
                <a:srgbClr val="3A67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03" name="pg2203"/>
            <p:cNvSpPr/>
            <p:nvPr/>
          </p:nvSpPr>
          <p:spPr>
            <a:xfrm>
              <a:off x="4577915" y="456688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99F">
                <a:alpha val="100000"/>
              </a:srgbClr>
            </a:solidFill>
            <a:ln w="5420" cap="flat">
              <a:solidFill>
                <a:srgbClr val="3A69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04" name="pg2204"/>
            <p:cNvSpPr/>
            <p:nvPr/>
          </p:nvSpPr>
          <p:spPr>
            <a:xfrm>
              <a:off x="4589552" y="456688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4A1">
                <a:alpha val="100000"/>
              </a:srgbClr>
            </a:solidFill>
            <a:ln w="5420" cap="flat">
              <a:solidFill>
                <a:srgbClr val="3A74A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05" name="pg2205"/>
            <p:cNvSpPr/>
            <p:nvPr/>
          </p:nvSpPr>
          <p:spPr>
            <a:xfrm>
              <a:off x="4601190" y="456688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71A1">
                <a:alpha val="100000"/>
              </a:srgbClr>
            </a:solidFill>
            <a:ln w="5420" cap="flat">
              <a:solidFill>
                <a:srgbClr val="3B71A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06" name="pg2206"/>
            <p:cNvSpPr/>
            <p:nvPr/>
          </p:nvSpPr>
          <p:spPr>
            <a:xfrm>
              <a:off x="4612827" y="456688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FA0">
                <a:alpha val="100000"/>
              </a:srgbClr>
            </a:solidFill>
            <a:ln w="5420" cap="flat">
              <a:solidFill>
                <a:srgbClr val="3A6FA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07" name="pg2207"/>
            <p:cNvSpPr/>
            <p:nvPr/>
          </p:nvSpPr>
          <p:spPr>
            <a:xfrm>
              <a:off x="4554640" y="458119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B9F">
                <a:alpha val="100000"/>
              </a:srgbClr>
            </a:solidFill>
            <a:ln w="5420" cap="flat">
              <a:solidFill>
                <a:srgbClr val="3A6B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08" name="pg2208"/>
            <p:cNvSpPr/>
            <p:nvPr/>
          </p:nvSpPr>
          <p:spPr>
            <a:xfrm>
              <a:off x="4566278" y="458119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B9F">
                <a:alpha val="100000"/>
              </a:srgbClr>
            </a:solidFill>
            <a:ln w="5420" cap="flat">
              <a:solidFill>
                <a:srgbClr val="3A6B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09" name="pg2209"/>
            <p:cNvSpPr/>
            <p:nvPr/>
          </p:nvSpPr>
          <p:spPr>
            <a:xfrm>
              <a:off x="4577915" y="458119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DA0">
                <a:alpha val="100000"/>
              </a:srgbClr>
            </a:solidFill>
            <a:ln w="5420" cap="flat">
              <a:solidFill>
                <a:srgbClr val="3A6DA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10" name="pg2210"/>
            <p:cNvSpPr/>
            <p:nvPr/>
          </p:nvSpPr>
          <p:spPr>
            <a:xfrm>
              <a:off x="4589552" y="458119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70A0">
                <a:alpha val="100000"/>
              </a:srgbClr>
            </a:solidFill>
            <a:ln w="5420" cap="flat">
              <a:solidFill>
                <a:srgbClr val="3B70A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11" name="pg2211"/>
            <p:cNvSpPr/>
            <p:nvPr/>
          </p:nvSpPr>
          <p:spPr>
            <a:xfrm>
              <a:off x="4601190" y="458119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70A0">
                <a:alpha val="100000"/>
              </a:srgbClr>
            </a:solidFill>
            <a:ln w="5420" cap="flat">
              <a:solidFill>
                <a:srgbClr val="3B70A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12" name="pg2212"/>
            <p:cNvSpPr/>
            <p:nvPr/>
          </p:nvSpPr>
          <p:spPr>
            <a:xfrm>
              <a:off x="4543003" y="459549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DA0">
                <a:alpha val="100000"/>
              </a:srgbClr>
            </a:solidFill>
            <a:ln w="5420" cap="flat">
              <a:solidFill>
                <a:srgbClr val="3A6DA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13" name="pg2213"/>
            <p:cNvSpPr/>
            <p:nvPr/>
          </p:nvSpPr>
          <p:spPr>
            <a:xfrm>
              <a:off x="4554640" y="459549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CA0">
                <a:alpha val="100000"/>
              </a:srgbClr>
            </a:solidFill>
            <a:ln w="5420" cap="flat">
              <a:solidFill>
                <a:srgbClr val="3A6CA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14" name="pg2214"/>
            <p:cNvSpPr/>
            <p:nvPr/>
          </p:nvSpPr>
          <p:spPr>
            <a:xfrm>
              <a:off x="4566278" y="459549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DA0">
                <a:alpha val="100000"/>
              </a:srgbClr>
            </a:solidFill>
            <a:ln w="5420" cap="flat">
              <a:solidFill>
                <a:srgbClr val="3A6DA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15" name="pg2215"/>
            <p:cNvSpPr/>
            <p:nvPr/>
          </p:nvSpPr>
          <p:spPr>
            <a:xfrm>
              <a:off x="4577915" y="459549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EA0">
                <a:alpha val="100000"/>
              </a:srgbClr>
            </a:solidFill>
            <a:ln w="5420" cap="flat">
              <a:solidFill>
                <a:srgbClr val="3A6EA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16" name="pg2216"/>
            <p:cNvSpPr/>
            <p:nvPr/>
          </p:nvSpPr>
          <p:spPr>
            <a:xfrm>
              <a:off x="4589552" y="459549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EA0">
                <a:alpha val="100000"/>
              </a:srgbClr>
            </a:solidFill>
            <a:ln w="5420" cap="flat">
              <a:solidFill>
                <a:srgbClr val="3A6EA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17" name="pg2217"/>
            <p:cNvSpPr/>
            <p:nvPr/>
          </p:nvSpPr>
          <p:spPr>
            <a:xfrm>
              <a:off x="4601190" y="459549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FA0">
                <a:alpha val="100000"/>
              </a:srgbClr>
            </a:solidFill>
            <a:ln w="5420" cap="flat">
              <a:solidFill>
                <a:srgbClr val="3A6FA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18" name="pg2218"/>
            <p:cNvSpPr/>
            <p:nvPr/>
          </p:nvSpPr>
          <p:spPr>
            <a:xfrm>
              <a:off x="4543003" y="460979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EA0">
                <a:alpha val="100000"/>
              </a:srgbClr>
            </a:solidFill>
            <a:ln w="5420" cap="flat">
              <a:solidFill>
                <a:srgbClr val="3A6EA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19" name="pg2219"/>
            <p:cNvSpPr/>
            <p:nvPr/>
          </p:nvSpPr>
          <p:spPr>
            <a:xfrm>
              <a:off x="4554640" y="460979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EA0">
                <a:alpha val="100000"/>
              </a:srgbClr>
            </a:solidFill>
            <a:ln w="5420" cap="flat">
              <a:solidFill>
                <a:srgbClr val="3A6EA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20" name="pg2220"/>
            <p:cNvSpPr/>
            <p:nvPr/>
          </p:nvSpPr>
          <p:spPr>
            <a:xfrm>
              <a:off x="4566278" y="460979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EA0">
                <a:alpha val="100000"/>
              </a:srgbClr>
            </a:solidFill>
            <a:ln w="5420" cap="flat">
              <a:solidFill>
                <a:srgbClr val="3A6EA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21" name="pg2221"/>
            <p:cNvSpPr/>
            <p:nvPr/>
          </p:nvSpPr>
          <p:spPr>
            <a:xfrm>
              <a:off x="4577915" y="460979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EA0">
                <a:alpha val="100000"/>
              </a:srgbClr>
            </a:solidFill>
            <a:ln w="5420" cap="flat">
              <a:solidFill>
                <a:srgbClr val="3A6EA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22" name="pg2222"/>
            <p:cNvSpPr/>
            <p:nvPr/>
          </p:nvSpPr>
          <p:spPr>
            <a:xfrm>
              <a:off x="4589552" y="460979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FA0">
                <a:alpha val="100000"/>
              </a:srgbClr>
            </a:solidFill>
            <a:ln w="5420" cap="flat">
              <a:solidFill>
                <a:srgbClr val="3A6FA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23" name="pg2223"/>
            <p:cNvSpPr/>
            <p:nvPr/>
          </p:nvSpPr>
          <p:spPr>
            <a:xfrm>
              <a:off x="4601190" y="460979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FA0">
                <a:alpha val="100000"/>
              </a:srgbClr>
            </a:solidFill>
            <a:ln w="5420" cap="flat">
              <a:solidFill>
                <a:srgbClr val="3A6FA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24" name="pg2224"/>
            <p:cNvSpPr/>
            <p:nvPr/>
          </p:nvSpPr>
          <p:spPr>
            <a:xfrm>
              <a:off x="4543003" y="462409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FA0">
                <a:alpha val="100000"/>
              </a:srgbClr>
            </a:solidFill>
            <a:ln w="5420" cap="flat">
              <a:solidFill>
                <a:srgbClr val="3A6FA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25" name="pg2225"/>
            <p:cNvSpPr/>
            <p:nvPr/>
          </p:nvSpPr>
          <p:spPr>
            <a:xfrm>
              <a:off x="4554640" y="462409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FA0">
                <a:alpha val="100000"/>
              </a:srgbClr>
            </a:solidFill>
            <a:ln w="5420" cap="flat">
              <a:solidFill>
                <a:srgbClr val="3A6FA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26" name="pg2226"/>
            <p:cNvSpPr/>
            <p:nvPr/>
          </p:nvSpPr>
          <p:spPr>
            <a:xfrm>
              <a:off x="4566278" y="462409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FA0">
                <a:alpha val="100000"/>
              </a:srgbClr>
            </a:solidFill>
            <a:ln w="5420" cap="flat">
              <a:solidFill>
                <a:srgbClr val="3A6FA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27" name="pg2227"/>
            <p:cNvSpPr/>
            <p:nvPr/>
          </p:nvSpPr>
          <p:spPr>
            <a:xfrm>
              <a:off x="4577915" y="462409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FA0">
                <a:alpha val="100000"/>
              </a:srgbClr>
            </a:solidFill>
            <a:ln w="5420" cap="flat">
              <a:solidFill>
                <a:srgbClr val="3A6FA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28" name="pg2228"/>
            <p:cNvSpPr/>
            <p:nvPr/>
          </p:nvSpPr>
          <p:spPr>
            <a:xfrm>
              <a:off x="4589552" y="462409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FA0">
                <a:alpha val="100000"/>
              </a:srgbClr>
            </a:solidFill>
            <a:ln w="5420" cap="flat">
              <a:solidFill>
                <a:srgbClr val="3A6FA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29" name="pg2229"/>
            <p:cNvSpPr/>
            <p:nvPr/>
          </p:nvSpPr>
          <p:spPr>
            <a:xfrm>
              <a:off x="3856400" y="463839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4F88">
                <a:alpha val="100000"/>
              </a:srgbClr>
            </a:solidFill>
            <a:ln w="5420" cap="flat">
              <a:solidFill>
                <a:srgbClr val="3B4F8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30" name="pg2230"/>
            <p:cNvSpPr/>
            <p:nvPr/>
          </p:nvSpPr>
          <p:spPr>
            <a:xfrm>
              <a:off x="3868038" y="463839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4F87">
                <a:alpha val="100000"/>
              </a:srgbClr>
            </a:solidFill>
            <a:ln w="5420" cap="flat">
              <a:solidFill>
                <a:srgbClr val="3B4F8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31" name="pg2231"/>
            <p:cNvSpPr/>
            <p:nvPr/>
          </p:nvSpPr>
          <p:spPr>
            <a:xfrm>
              <a:off x="3879675" y="463839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4F87">
                <a:alpha val="100000"/>
              </a:srgbClr>
            </a:solidFill>
            <a:ln w="5420" cap="flat">
              <a:solidFill>
                <a:srgbClr val="3B4F8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32" name="pg2232"/>
            <p:cNvSpPr/>
            <p:nvPr/>
          </p:nvSpPr>
          <p:spPr>
            <a:xfrm>
              <a:off x="3891312" y="463839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4F87">
                <a:alpha val="100000"/>
              </a:srgbClr>
            </a:solidFill>
            <a:ln w="5420" cap="flat">
              <a:solidFill>
                <a:srgbClr val="3B4F8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33" name="pg2233"/>
            <p:cNvSpPr/>
            <p:nvPr/>
          </p:nvSpPr>
          <p:spPr>
            <a:xfrm>
              <a:off x="4543003" y="463839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70A1">
                <a:alpha val="100000"/>
              </a:srgbClr>
            </a:solidFill>
            <a:ln w="5420" cap="flat">
              <a:solidFill>
                <a:srgbClr val="3B70A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34" name="pg2234"/>
            <p:cNvSpPr/>
            <p:nvPr/>
          </p:nvSpPr>
          <p:spPr>
            <a:xfrm>
              <a:off x="4554640" y="463839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70A1">
                <a:alpha val="100000"/>
              </a:srgbClr>
            </a:solidFill>
            <a:ln w="5420" cap="flat">
              <a:solidFill>
                <a:srgbClr val="3B70A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35" name="pg2235"/>
            <p:cNvSpPr/>
            <p:nvPr/>
          </p:nvSpPr>
          <p:spPr>
            <a:xfrm>
              <a:off x="4566278" y="463839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70A1">
                <a:alpha val="100000"/>
              </a:srgbClr>
            </a:solidFill>
            <a:ln w="5420" cap="flat">
              <a:solidFill>
                <a:srgbClr val="3B70A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36" name="pg2236"/>
            <p:cNvSpPr/>
            <p:nvPr/>
          </p:nvSpPr>
          <p:spPr>
            <a:xfrm>
              <a:off x="4577915" y="463839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71A1">
                <a:alpha val="100000"/>
              </a:srgbClr>
            </a:solidFill>
            <a:ln w="5420" cap="flat">
              <a:solidFill>
                <a:srgbClr val="3B71A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37" name="pg2237"/>
            <p:cNvSpPr/>
            <p:nvPr/>
          </p:nvSpPr>
          <p:spPr>
            <a:xfrm>
              <a:off x="3856400" y="465269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4F88">
                <a:alpha val="100000"/>
              </a:srgbClr>
            </a:solidFill>
            <a:ln w="5420" cap="flat">
              <a:solidFill>
                <a:srgbClr val="3B4F8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38" name="pg2238"/>
            <p:cNvSpPr/>
            <p:nvPr/>
          </p:nvSpPr>
          <p:spPr>
            <a:xfrm>
              <a:off x="3868038" y="465269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4F88">
                <a:alpha val="100000"/>
              </a:srgbClr>
            </a:solidFill>
            <a:ln w="5420" cap="flat">
              <a:solidFill>
                <a:srgbClr val="3B4F8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39" name="pg2239"/>
            <p:cNvSpPr/>
            <p:nvPr/>
          </p:nvSpPr>
          <p:spPr>
            <a:xfrm>
              <a:off x="3879675" y="465269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4F88">
                <a:alpha val="100000"/>
              </a:srgbClr>
            </a:solidFill>
            <a:ln w="5420" cap="flat">
              <a:solidFill>
                <a:srgbClr val="3B4F8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40" name="pg2240"/>
            <p:cNvSpPr/>
            <p:nvPr/>
          </p:nvSpPr>
          <p:spPr>
            <a:xfrm>
              <a:off x="3891312" y="465269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4F88">
                <a:alpha val="100000"/>
              </a:srgbClr>
            </a:solidFill>
            <a:ln w="5420" cap="flat">
              <a:solidFill>
                <a:srgbClr val="3B4F8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41" name="pg2241"/>
            <p:cNvSpPr/>
            <p:nvPr/>
          </p:nvSpPr>
          <p:spPr>
            <a:xfrm>
              <a:off x="3902950" y="465269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4F88">
                <a:alpha val="100000"/>
              </a:srgbClr>
            </a:solidFill>
            <a:ln w="5420" cap="flat">
              <a:solidFill>
                <a:srgbClr val="3B4F8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42" name="pg2242"/>
            <p:cNvSpPr/>
            <p:nvPr/>
          </p:nvSpPr>
          <p:spPr>
            <a:xfrm>
              <a:off x="3949499" y="465269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4E87">
                <a:alpha val="100000"/>
              </a:srgbClr>
            </a:solidFill>
            <a:ln w="5420" cap="flat">
              <a:solidFill>
                <a:srgbClr val="3B4E8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43" name="pg2243"/>
            <p:cNvSpPr/>
            <p:nvPr/>
          </p:nvSpPr>
          <p:spPr>
            <a:xfrm>
              <a:off x="3961136" y="465269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4E87">
                <a:alpha val="100000"/>
              </a:srgbClr>
            </a:solidFill>
            <a:ln w="5420" cap="flat">
              <a:solidFill>
                <a:srgbClr val="3B4E8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44" name="pg2244"/>
            <p:cNvSpPr/>
            <p:nvPr/>
          </p:nvSpPr>
          <p:spPr>
            <a:xfrm>
              <a:off x="3972774" y="465269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4E87">
                <a:alpha val="100000"/>
              </a:srgbClr>
            </a:solidFill>
            <a:ln w="5420" cap="flat">
              <a:solidFill>
                <a:srgbClr val="3B4E8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45" name="pg2245"/>
            <p:cNvSpPr/>
            <p:nvPr/>
          </p:nvSpPr>
          <p:spPr>
            <a:xfrm>
              <a:off x="3984411" y="465269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4E87">
                <a:alpha val="100000"/>
              </a:srgbClr>
            </a:solidFill>
            <a:ln w="5420" cap="flat">
              <a:solidFill>
                <a:srgbClr val="3B4E8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46" name="pg2246"/>
            <p:cNvSpPr/>
            <p:nvPr/>
          </p:nvSpPr>
          <p:spPr>
            <a:xfrm>
              <a:off x="3996048" y="465269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4E87">
                <a:alpha val="100000"/>
              </a:srgbClr>
            </a:solidFill>
            <a:ln w="5420" cap="flat">
              <a:solidFill>
                <a:srgbClr val="3B4E8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47" name="pg2247"/>
            <p:cNvSpPr/>
            <p:nvPr/>
          </p:nvSpPr>
          <p:spPr>
            <a:xfrm>
              <a:off x="4543003" y="465269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72A1">
                <a:alpha val="100000"/>
              </a:srgbClr>
            </a:solidFill>
            <a:ln w="5420" cap="flat">
              <a:solidFill>
                <a:srgbClr val="3B72A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48" name="pg2248"/>
            <p:cNvSpPr/>
            <p:nvPr/>
          </p:nvSpPr>
          <p:spPr>
            <a:xfrm>
              <a:off x="4554640" y="465269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72A1">
                <a:alpha val="100000"/>
              </a:srgbClr>
            </a:solidFill>
            <a:ln w="5420" cap="flat">
              <a:solidFill>
                <a:srgbClr val="3B72A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49" name="pg2249"/>
            <p:cNvSpPr/>
            <p:nvPr/>
          </p:nvSpPr>
          <p:spPr>
            <a:xfrm>
              <a:off x="4566278" y="465269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72A1">
                <a:alpha val="100000"/>
              </a:srgbClr>
            </a:solidFill>
            <a:ln w="5420" cap="flat">
              <a:solidFill>
                <a:srgbClr val="3B72A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50" name="pg2250"/>
            <p:cNvSpPr/>
            <p:nvPr/>
          </p:nvSpPr>
          <p:spPr>
            <a:xfrm>
              <a:off x="4577915" y="465269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72A1">
                <a:alpha val="100000"/>
              </a:srgbClr>
            </a:solidFill>
            <a:ln w="5420" cap="flat">
              <a:solidFill>
                <a:srgbClr val="3B72A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51" name="pg2251"/>
            <p:cNvSpPr/>
            <p:nvPr/>
          </p:nvSpPr>
          <p:spPr>
            <a:xfrm>
              <a:off x="4589552" y="465269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72A1">
                <a:alpha val="100000"/>
              </a:srgbClr>
            </a:solidFill>
            <a:ln w="5420" cap="flat">
              <a:solidFill>
                <a:srgbClr val="3B72A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52" name="pg2252"/>
            <p:cNvSpPr/>
            <p:nvPr/>
          </p:nvSpPr>
          <p:spPr>
            <a:xfrm>
              <a:off x="3774939" y="466699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A80">
                <a:alpha val="100000"/>
              </a:srgbClr>
            </a:solidFill>
            <a:ln w="5420" cap="flat">
              <a:solidFill>
                <a:srgbClr val="3C4A8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53" name="pg2253"/>
            <p:cNvSpPr/>
            <p:nvPr/>
          </p:nvSpPr>
          <p:spPr>
            <a:xfrm>
              <a:off x="3786576" y="466699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B83">
                <a:alpha val="100000"/>
              </a:srgbClr>
            </a:solidFill>
            <a:ln w="5420" cap="flat">
              <a:solidFill>
                <a:srgbClr val="3C4B8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54" name="pg2254"/>
            <p:cNvSpPr/>
            <p:nvPr/>
          </p:nvSpPr>
          <p:spPr>
            <a:xfrm>
              <a:off x="3844763" y="466699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518A">
                <a:alpha val="100000"/>
              </a:srgbClr>
            </a:solidFill>
            <a:ln w="5420" cap="flat">
              <a:solidFill>
                <a:srgbClr val="3B518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55" name="pg2255"/>
            <p:cNvSpPr/>
            <p:nvPr/>
          </p:nvSpPr>
          <p:spPr>
            <a:xfrm>
              <a:off x="3856400" y="466699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508A">
                <a:alpha val="100000"/>
              </a:srgbClr>
            </a:solidFill>
            <a:ln w="5420" cap="flat">
              <a:solidFill>
                <a:srgbClr val="3B508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56" name="pg2256"/>
            <p:cNvSpPr/>
            <p:nvPr/>
          </p:nvSpPr>
          <p:spPr>
            <a:xfrm>
              <a:off x="3868038" y="466699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508A">
                <a:alpha val="100000"/>
              </a:srgbClr>
            </a:solidFill>
            <a:ln w="5420" cap="flat">
              <a:solidFill>
                <a:srgbClr val="3B508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57" name="pg2257"/>
            <p:cNvSpPr/>
            <p:nvPr/>
          </p:nvSpPr>
          <p:spPr>
            <a:xfrm>
              <a:off x="3879675" y="466699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5089">
                <a:alpha val="100000"/>
              </a:srgbClr>
            </a:solidFill>
            <a:ln w="5420" cap="flat">
              <a:solidFill>
                <a:srgbClr val="3B508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58" name="pg2258"/>
            <p:cNvSpPr/>
            <p:nvPr/>
          </p:nvSpPr>
          <p:spPr>
            <a:xfrm>
              <a:off x="3891312" y="466699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4F88">
                <a:alpha val="100000"/>
              </a:srgbClr>
            </a:solidFill>
            <a:ln w="5420" cap="flat">
              <a:solidFill>
                <a:srgbClr val="3B4F8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59" name="pg2259"/>
            <p:cNvSpPr/>
            <p:nvPr/>
          </p:nvSpPr>
          <p:spPr>
            <a:xfrm>
              <a:off x="3902950" y="466699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4F88">
                <a:alpha val="100000"/>
              </a:srgbClr>
            </a:solidFill>
            <a:ln w="5420" cap="flat">
              <a:solidFill>
                <a:srgbClr val="3B4F8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60" name="pg2260"/>
            <p:cNvSpPr/>
            <p:nvPr/>
          </p:nvSpPr>
          <p:spPr>
            <a:xfrm>
              <a:off x="3949499" y="466699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4E86">
                <a:alpha val="100000"/>
              </a:srgbClr>
            </a:solidFill>
            <a:ln w="5420" cap="flat">
              <a:solidFill>
                <a:srgbClr val="3B4E8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61" name="pg2261"/>
            <p:cNvSpPr/>
            <p:nvPr/>
          </p:nvSpPr>
          <p:spPr>
            <a:xfrm>
              <a:off x="3961136" y="466699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4E86">
                <a:alpha val="100000"/>
              </a:srgbClr>
            </a:solidFill>
            <a:ln w="5420" cap="flat">
              <a:solidFill>
                <a:srgbClr val="3B4E8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62" name="pg2262"/>
            <p:cNvSpPr/>
            <p:nvPr/>
          </p:nvSpPr>
          <p:spPr>
            <a:xfrm>
              <a:off x="3972774" y="466699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4E86">
                <a:alpha val="100000"/>
              </a:srgbClr>
            </a:solidFill>
            <a:ln w="5420" cap="flat">
              <a:solidFill>
                <a:srgbClr val="3B4E8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63" name="pg2263"/>
            <p:cNvSpPr/>
            <p:nvPr/>
          </p:nvSpPr>
          <p:spPr>
            <a:xfrm>
              <a:off x="3984411" y="466699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4E86">
                <a:alpha val="100000"/>
              </a:srgbClr>
            </a:solidFill>
            <a:ln w="5420" cap="flat">
              <a:solidFill>
                <a:srgbClr val="3B4E8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64" name="pg2264"/>
            <p:cNvSpPr/>
            <p:nvPr/>
          </p:nvSpPr>
          <p:spPr>
            <a:xfrm>
              <a:off x="3996048" y="466699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4E86">
                <a:alpha val="100000"/>
              </a:srgbClr>
            </a:solidFill>
            <a:ln w="5420" cap="flat">
              <a:solidFill>
                <a:srgbClr val="3B4E8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65" name="pg2265"/>
            <p:cNvSpPr/>
            <p:nvPr/>
          </p:nvSpPr>
          <p:spPr>
            <a:xfrm>
              <a:off x="4007686" y="466699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4E86">
                <a:alpha val="100000"/>
              </a:srgbClr>
            </a:solidFill>
            <a:ln w="5420" cap="flat">
              <a:solidFill>
                <a:srgbClr val="3B4E8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66" name="pg2266"/>
            <p:cNvSpPr/>
            <p:nvPr/>
          </p:nvSpPr>
          <p:spPr>
            <a:xfrm>
              <a:off x="4019323" y="466699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4D86">
                <a:alpha val="100000"/>
              </a:srgbClr>
            </a:solidFill>
            <a:ln w="5420" cap="flat">
              <a:solidFill>
                <a:srgbClr val="3B4D8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67" name="pg2267"/>
            <p:cNvSpPr/>
            <p:nvPr/>
          </p:nvSpPr>
          <p:spPr>
            <a:xfrm>
              <a:off x="4030960" y="466699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4D86">
                <a:alpha val="100000"/>
              </a:srgbClr>
            </a:solidFill>
            <a:ln w="5420" cap="flat">
              <a:solidFill>
                <a:srgbClr val="3B4D8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68" name="pg2268"/>
            <p:cNvSpPr/>
            <p:nvPr/>
          </p:nvSpPr>
          <p:spPr>
            <a:xfrm>
              <a:off x="4042598" y="466699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D85">
                <a:alpha val="100000"/>
              </a:srgbClr>
            </a:solidFill>
            <a:ln w="5420" cap="flat">
              <a:solidFill>
                <a:srgbClr val="3C4D8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69" name="pg2269"/>
            <p:cNvSpPr/>
            <p:nvPr/>
          </p:nvSpPr>
          <p:spPr>
            <a:xfrm>
              <a:off x="4054235" y="466699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D85">
                <a:alpha val="100000"/>
              </a:srgbClr>
            </a:solidFill>
            <a:ln w="5420" cap="flat">
              <a:solidFill>
                <a:srgbClr val="3C4D8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70" name="pg2270"/>
            <p:cNvSpPr/>
            <p:nvPr/>
          </p:nvSpPr>
          <p:spPr>
            <a:xfrm>
              <a:off x="4065872" y="466699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C84">
                <a:alpha val="100000"/>
              </a:srgbClr>
            </a:solidFill>
            <a:ln w="5420" cap="flat">
              <a:solidFill>
                <a:srgbClr val="3C4C8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71" name="pg2271"/>
            <p:cNvSpPr/>
            <p:nvPr/>
          </p:nvSpPr>
          <p:spPr>
            <a:xfrm>
              <a:off x="4077510" y="466699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C84">
                <a:alpha val="100000"/>
              </a:srgbClr>
            </a:solidFill>
            <a:ln w="5420" cap="flat">
              <a:solidFill>
                <a:srgbClr val="3C4C8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72" name="pg2272"/>
            <p:cNvSpPr/>
            <p:nvPr/>
          </p:nvSpPr>
          <p:spPr>
            <a:xfrm>
              <a:off x="4543003" y="466699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4A1">
                <a:alpha val="100000"/>
              </a:srgbClr>
            </a:solidFill>
            <a:ln w="5420" cap="flat">
              <a:solidFill>
                <a:srgbClr val="3A74A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73" name="pg2273"/>
            <p:cNvSpPr/>
            <p:nvPr/>
          </p:nvSpPr>
          <p:spPr>
            <a:xfrm>
              <a:off x="4554640" y="466699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5A2">
                <a:alpha val="100000"/>
              </a:srgbClr>
            </a:solidFill>
            <a:ln w="5420" cap="flat">
              <a:solidFill>
                <a:srgbClr val="3A75A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74" name="pg2274"/>
            <p:cNvSpPr/>
            <p:nvPr/>
          </p:nvSpPr>
          <p:spPr>
            <a:xfrm>
              <a:off x="4566278" y="466699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5A2">
                <a:alpha val="100000"/>
              </a:srgbClr>
            </a:solidFill>
            <a:ln w="5420" cap="flat">
              <a:solidFill>
                <a:srgbClr val="3A75A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75" name="pg2275"/>
            <p:cNvSpPr/>
            <p:nvPr/>
          </p:nvSpPr>
          <p:spPr>
            <a:xfrm>
              <a:off x="4577915" y="466699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5A2">
                <a:alpha val="100000"/>
              </a:srgbClr>
            </a:solidFill>
            <a:ln w="5420" cap="flat">
              <a:solidFill>
                <a:srgbClr val="3A75A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76" name="pg2276"/>
            <p:cNvSpPr/>
            <p:nvPr/>
          </p:nvSpPr>
          <p:spPr>
            <a:xfrm>
              <a:off x="4589552" y="466699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5A2">
                <a:alpha val="100000"/>
              </a:srgbClr>
            </a:solidFill>
            <a:ln w="5420" cap="flat">
              <a:solidFill>
                <a:srgbClr val="3A75A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77" name="pg2277"/>
            <p:cNvSpPr/>
            <p:nvPr/>
          </p:nvSpPr>
          <p:spPr>
            <a:xfrm>
              <a:off x="3623654" y="468129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3E71">
                <a:alpha val="100000"/>
              </a:srgbClr>
            </a:solidFill>
            <a:ln w="5420" cap="flat">
              <a:solidFill>
                <a:srgbClr val="3B3E7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78" name="pg2278"/>
            <p:cNvSpPr/>
            <p:nvPr/>
          </p:nvSpPr>
          <p:spPr>
            <a:xfrm>
              <a:off x="3635291" y="468129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3F71">
                <a:alpha val="100000"/>
              </a:srgbClr>
            </a:solidFill>
            <a:ln w="5420" cap="flat">
              <a:solidFill>
                <a:srgbClr val="3B3F7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79" name="pg2279"/>
            <p:cNvSpPr/>
            <p:nvPr/>
          </p:nvSpPr>
          <p:spPr>
            <a:xfrm>
              <a:off x="3646928" y="468129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3F71">
                <a:alpha val="100000"/>
              </a:srgbClr>
            </a:solidFill>
            <a:ln w="5420" cap="flat">
              <a:solidFill>
                <a:srgbClr val="3B3F7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80" name="pg2280"/>
            <p:cNvSpPr/>
            <p:nvPr/>
          </p:nvSpPr>
          <p:spPr>
            <a:xfrm>
              <a:off x="3658566" y="468129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3F71">
                <a:alpha val="100000"/>
              </a:srgbClr>
            </a:solidFill>
            <a:ln w="5420" cap="flat">
              <a:solidFill>
                <a:srgbClr val="3B3F7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81" name="pg2281"/>
            <p:cNvSpPr/>
            <p:nvPr/>
          </p:nvSpPr>
          <p:spPr>
            <a:xfrm>
              <a:off x="3670203" y="468129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3F72">
                <a:alpha val="100000"/>
              </a:srgbClr>
            </a:solidFill>
            <a:ln w="5420" cap="flat">
              <a:solidFill>
                <a:srgbClr val="3B3F7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82" name="pg2282"/>
            <p:cNvSpPr/>
            <p:nvPr/>
          </p:nvSpPr>
          <p:spPr>
            <a:xfrm>
              <a:off x="3728390" y="468129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377">
                <a:alpha val="100000"/>
              </a:srgbClr>
            </a:solidFill>
            <a:ln w="5420" cap="flat">
              <a:solidFill>
                <a:srgbClr val="3C437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83" name="pg2283"/>
            <p:cNvSpPr/>
            <p:nvPr/>
          </p:nvSpPr>
          <p:spPr>
            <a:xfrm>
              <a:off x="3740027" y="468129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479">
                <a:alpha val="100000"/>
              </a:srgbClr>
            </a:solidFill>
            <a:ln w="5420" cap="flat">
              <a:solidFill>
                <a:srgbClr val="3C447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84" name="pg2284"/>
            <p:cNvSpPr/>
            <p:nvPr/>
          </p:nvSpPr>
          <p:spPr>
            <a:xfrm>
              <a:off x="3751664" y="468129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67B">
                <a:alpha val="100000"/>
              </a:srgbClr>
            </a:solidFill>
            <a:ln w="5420" cap="flat">
              <a:solidFill>
                <a:srgbClr val="3C467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85" name="pg2285"/>
            <p:cNvSpPr/>
            <p:nvPr/>
          </p:nvSpPr>
          <p:spPr>
            <a:xfrm>
              <a:off x="3763302" y="468129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77D">
                <a:alpha val="100000"/>
              </a:srgbClr>
            </a:solidFill>
            <a:ln w="5420" cap="flat">
              <a:solidFill>
                <a:srgbClr val="3C477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86" name="pg2286"/>
            <p:cNvSpPr/>
            <p:nvPr/>
          </p:nvSpPr>
          <p:spPr>
            <a:xfrm>
              <a:off x="3774939" y="468129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980">
                <a:alpha val="100000"/>
              </a:srgbClr>
            </a:solidFill>
            <a:ln w="5420" cap="flat">
              <a:solidFill>
                <a:srgbClr val="3C498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87" name="pg2287"/>
            <p:cNvSpPr/>
            <p:nvPr/>
          </p:nvSpPr>
          <p:spPr>
            <a:xfrm>
              <a:off x="3786576" y="468129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B82">
                <a:alpha val="100000"/>
              </a:srgbClr>
            </a:solidFill>
            <a:ln w="5420" cap="flat">
              <a:solidFill>
                <a:srgbClr val="3C4B8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88" name="pg2288"/>
            <p:cNvSpPr/>
            <p:nvPr/>
          </p:nvSpPr>
          <p:spPr>
            <a:xfrm>
              <a:off x="3798214" y="468129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D85">
                <a:alpha val="100000"/>
              </a:srgbClr>
            </a:solidFill>
            <a:ln w="5420" cap="flat">
              <a:solidFill>
                <a:srgbClr val="3C4D8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89" name="pg2289"/>
            <p:cNvSpPr/>
            <p:nvPr/>
          </p:nvSpPr>
          <p:spPr>
            <a:xfrm>
              <a:off x="3809851" y="468129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5089">
                <a:alpha val="100000"/>
              </a:srgbClr>
            </a:solidFill>
            <a:ln w="5420" cap="flat">
              <a:solidFill>
                <a:srgbClr val="3B508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90" name="pg2290"/>
            <p:cNvSpPr/>
            <p:nvPr/>
          </p:nvSpPr>
          <p:spPr>
            <a:xfrm>
              <a:off x="3821488" y="468129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518B">
                <a:alpha val="100000"/>
              </a:srgbClr>
            </a:solidFill>
            <a:ln w="5420" cap="flat">
              <a:solidFill>
                <a:srgbClr val="3B518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91" name="pg2291"/>
            <p:cNvSpPr/>
            <p:nvPr/>
          </p:nvSpPr>
          <p:spPr>
            <a:xfrm>
              <a:off x="3833126" y="468129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518B">
                <a:alpha val="100000"/>
              </a:srgbClr>
            </a:solidFill>
            <a:ln w="5420" cap="flat">
              <a:solidFill>
                <a:srgbClr val="3B518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92" name="pg2292"/>
            <p:cNvSpPr/>
            <p:nvPr/>
          </p:nvSpPr>
          <p:spPr>
            <a:xfrm>
              <a:off x="3844763" y="468129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518B">
                <a:alpha val="100000"/>
              </a:srgbClr>
            </a:solidFill>
            <a:ln w="5420" cap="flat">
              <a:solidFill>
                <a:srgbClr val="3B518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93" name="pg2293"/>
            <p:cNvSpPr/>
            <p:nvPr/>
          </p:nvSpPr>
          <p:spPr>
            <a:xfrm>
              <a:off x="3856400" y="468129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518B">
                <a:alpha val="100000"/>
              </a:srgbClr>
            </a:solidFill>
            <a:ln w="5420" cap="flat">
              <a:solidFill>
                <a:srgbClr val="3B518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94" name="pg2294"/>
            <p:cNvSpPr/>
            <p:nvPr/>
          </p:nvSpPr>
          <p:spPr>
            <a:xfrm>
              <a:off x="3868038" y="468129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518A">
                <a:alpha val="100000"/>
              </a:srgbClr>
            </a:solidFill>
            <a:ln w="5420" cap="flat">
              <a:solidFill>
                <a:srgbClr val="3B518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95" name="pg2295"/>
            <p:cNvSpPr/>
            <p:nvPr/>
          </p:nvSpPr>
          <p:spPr>
            <a:xfrm>
              <a:off x="3879675" y="468129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5089">
                <a:alpha val="100000"/>
              </a:srgbClr>
            </a:solidFill>
            <a:ln w="5420" cap="flat">
              <a:solidFill>
                <a:srgbClr val="3B508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96" name="pg2296"/>
            <p:cNvSpPr/>
            <p:nvPr/>
          </p:nvSpPr>
          <p:spPr>
            <a:xfrm>
              <a:off x="3891312" y="468129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5089">
                <a:alpha val="100000"/>
              </a:srgbClr>
            </a:solidFill>
            <a:ln w="5420" cap="flat">
              <a:solidFill>
                <a:srgbClr val="3B508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97" name="pg2297"/>
            <p:cNvSpPr/>
            <p:nvPr/>
          </p:nvSpPr>
          <p:spPr>
            <a:xfrm>
              <a:off x="3902950" y="468129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4F88">
                <a:alpha val="100000"/>
              </a:srgbClr>
            </a:solidFill>
            <a:ln w="5420" cap="flat">
              <a:solidFill>
                <a:srgbClr val="3B4F8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98" name="pg2298"/>
            <p:cNvSpPr/>
            <p:nvPr/>
          </p:nvSpPr>
          <p:spPr>
            <a:xfrm>
              <a:off x="3914587" y="468129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4F87">
                <a:alpha val="100000"/>
              </a:srgbClr>
            </a:solidFill>
            <a:ln w="5420" cap="flat">
              <a:solidFill>
                <a:srgbClr val="3B4F8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99" name="pg2299"/>
            <p:cNvSpPr/>
            <p:nvPr/>
          </p:nvSpPr>
          <p:spPr>
            <a:xfrm>
              <a:off x="3926224" y="468129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4E87">
                <a:alpha val="100000"/>
              </a:srgbClr>
            </a:solidFill>
            <a:ln w="5420" cap="flat">
              <a:solidFill>
                <a:srgbClr val="3B4E8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00" name="pg2300"/>
            <p:cNvSpPr/>
            <p:nvPr/>
          </p:nvSpPr>
          <p:spPr>
            <a:xfrm>
              <a:off x="3937862" y="468129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4E86">
                <a:alpha val="100000"/>
              </a:srgbClr>
            </a:solidFill>
            <a:ln w="5420" cap="flat">
              <a:solidFill>
                <a:srgbClr val="3B4E8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01" name="pg2301"/>
            <p:cNvSpPr/>
            <p:nvPr/>
          </p:nvSpPr>
          <p:spPr>
            <a:xfrm>
              <a:off x="3949499" y="468129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4E86">
                <a:alpha val="100000"/>
              </a:srgbClr>
            </a:solidFill>
            <a:ln w="5420" cap="flat">
              <a:solidFill>
                <a:srgbClr val="3B4E8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02" name="pg2302"/>
            <p:cNvSpPr/>
            <p:nvPr/>
          </p:nvSpPr>
          <p:spPr>
            <a:xfrm>
              <a:off x="3961136" y="468129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4E86">
                <a:alpha val="100000"/>
              </a:srgbClr>
            </a:solidFill>
            <a:ln w="5420" cap="flat">
              <a:solidFill>
                <a:srgbClr val="3B4E8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03" name="pg2303"/>
            <p:cNvSpPr/>
            <p:nvPr/>
          </p:nvSpPr>
          <p:spPr>
            <a:xfrm>
              <a:off x="3972774" y="468129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4D86">
                <a:alpha val="100000"/>
              </a:srgbClr>
            </a:solidFill>
            <a:ln w="5420" cap="flat">
              <a:solidFill>
                <a:srgbClr val="3B4D8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04" name="pg2304"/>
            <p:cNvSpPr/>
            <p:nvPr/>
          </p:nvSpPr>
          <p:spPr>
            <a:xfrm>
              <a:off x="3984411" y="468129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4D86">
                <a:alpha val="100000"/>
              </a:srgbClr>
            </a:solidFill>
            <a:ln w="5420" cap="flat">
              <a:solidFill>
                <a:srgbClr val="3B4D8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05" name="pg2305"/>
            <p:cNvSpPr/>
            <p:nvPr/>
          </p:nvSpPr>
          <p:spPr>
            <a:xfrm>
              <a:off x="3996048" y="468129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4D86">
                <a:alpha val="100000"/>
              </a:srgbClr>
            </a:solidFill>
            <a:ln w="5420" cap="flat">
              <a:solidFill>
                <a:srgbClr val="3B4D8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06" name="pg2306"/>
            <p:cNvSpPr/>
            <p:nvPr/>
          </p:nvSpPr>
          <p:spPr>
            <a:xfrm>
              <a:off x="4007686" y="468129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4D85">
                <a:alpha val="100000"/>
              </a:srgbClr>
            </a:solidFill>
            <a:ln w="5420" cap="flat">
              <a:solidFill>
                <a:srgbClr val="3B4D8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07" name="pg2307"/>
            <p:cNvSpPr/>
            <p:nvPr/>
          </p:nvSpPr>
          <p:spPr>
            <a:xfrm>
              <a:off x="4019323" y="468129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D85">
                <a:alpha val="100000"/>
              </a:srgbClr>
            </a:solidFill>
            <a:ln w="5420" cap="flat">
              <a:solidFill>
                <a:srgbClr val="3C4D8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08" name="pg2308"/>
            <p:cNvSpPr/>
            <p:nvPr/>
          </p:nvSpPr>
          <p:spPr>
            <a:xfrm>
              <a:off x="4030960" y="468129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D85">
                <a:alpha val="100000"/>
              </a:srgbClr>
            </a:solidFill>
            <a:ln w="5420" cap="flat">
              <a:solidFill>
                <a:srgbClr val="3C4D8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09" name="pg2309"/>
            <p:cNvSpPr/>
            <p:nvPr/>
          </p:nvSpPr>
          <p:spPr>
            <a:xfrm>
              <a:off x="4042598" y="468129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C84">
                <a:alpha val="100000"/>
              </a:srgbClr>
            </a:solidFill>
            <a:ln w="5420" cap="flat">
              <a:solidFill>
                <a:srgbClr val="3C4C8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10" name="pg2310"/>
            <p:cNvSpPr/>
            <p:nvPr/>
          </p:nvSpPr>
          <p:spPr>
            <a:xfrm>
              <a:off x="4054235" y="468129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C84">
                <a:alpha val="100000"/>
              </a:srgbClr>
            </a:solidFill>
            <a:ln w="5420" cap="flat">
              <a:solidFill>
                <a:srgbClr val="3C4C8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11" name="pg2311"/>
            <p:cNvSpPr/>
            <p:nvPr/>
          </p:nvSpPr>
          <p:spPr>
            <a:xfrm>
              <a:off x="4065872" y="468129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C83">
                <a:alpha val="100000"/>
              </a:srgbClr>
            </a:solidFill>
            <a:ln w="5420" cap="flat">
              <a:solidFill>
                <a:srgbClr val="3C4C8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12" name="pg2312"/>
            <p:cNvSpPr/>
            <p:nvPr/>
          </p:nvSpPr>
          <p:spPr>
            <a:xfrm>
              <a:off x="4077510" y="468129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B83">
                <a:alpha val="100000"/>
              </a:srgbClr>
            </a:solidFill>
            <a:ln w="5420" cap="flat">
              <a:solidFill>
                <a:srgbClr val="3C4B8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13" name="pg2313"/>
            <p:cNvSpPr/>
            <p:nvPr/>
          </p:nvSpPr>
          <p:spPr>
            <a:xfrm>
              <a:off x="4089147" y="468129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B82">
                <a:alpha val="100000"/>
              </a:srgbClr>
            </a:solidFill>
            <a:ln w="5420" cap="flat">
              <a:solidFill>
                <a:srgbClr val="3C4B8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14" name="pg2314"/>
            <p:cNvSpPr/>
            <p:nvPr/>
          </p:nvSpPr>
          <p:spPr>
            <a:xfrm>
              <a:off x="4124059" y="468129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980">
                <a:alpha val="100000"/>
              </a:srgbClr>
            </a:solidFill>
            <a:ln w="5420" cap="flat">
              <a:solidFill>
                <a:srgbClr val="3C498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15" name="pg2315"/>
            <p:cNvSpPr/>
            <p:nvPr/>
          </p:nvSpPr>
          <p:spPr>
            <a:xfrm>
              <a:off x="4543003" y="468129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5A2">
                <a:alpha val="100000"/>
              </a:srgbClr>
            </a:solidFill>
            <a:ln w="5420" cap="flat">
              <a:solidFill>
                <a:srgbClr val="3A75A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16" name="pg2316"/>
            <p:cNvSpPr/>
            <p:nvPr/>
          </p:nvSpPr>
          <p:spPr>
            <a:xfrm>
              <a:off x="4554640" y="468129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6A2">
                <a:alpha val="100000"/>
              </a:srgbClr>
            </a:solidFill>
            <a:ln w="5420" cap="flat">
              <a:solidFill>
                <a:srgbClr val="3A76A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17" name="pg2317"/>
            <p:cNvSpPr/>
            <p:nvPr/>
          </p:nvSpPr>
          <p:spPr>
            <a:xfrm>
              <a:off x="4566278" y="468129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6A2">
                <a:alpha val="100000"/>
              </a:srgbClr>
            </a:solidFill>
            <a:ln w="5420" cap="flat">
              <a:solidFill>
                <a:srgbClr val="3A76A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18" name="pg2318"/>
            <p:cNvSpPr/>
            <p:nvPr/>
          </p:nvSpPr>
          <p:spPr>
            <a:xfrm>
              <a:off x="4577915" y="468129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6A2">
                <a:alpha val="100000"/>
              </a:srgbClr>
            </a:solidFill>
            <a:ln w="5420" cap="flat">
              <a:solidFill>
                <a:srgbClr val="3A76A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19" name="pg2319"/>
            <p:cNvSpPr/>
            <p:nvPr/>
          </p:nvSpPr>
          <p:spPr>
            <a:xfrm>
              <a:off x="4589552" y="468129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6A2">
                <a:alpha val="100000"/>
              </a:srgbClr>
            </a:solidFill>
            <a:ln w="5420" cap="flat">
              <a:solidFill>
                <a:srgbClr val="3A76A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20" name="pg2320"/>
            <p:cNvSpPr/>
            <p:nvPr/>
          </p:nvSpPr>
          <p:spPr>
            <a:xfrm>
              <a:off x="3612016" y="469559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3E6F">
                <a:alpha val="100000"/>
              </a:srgbClr>
            </a:solidFill>
            <a:ln w="5420" cap="flat">
              <a:solidFill>
                <a:srgbClr val="3B3E6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21" name="pg2321"/>
            <p:cNvSpPr/>
            <p:nvPr/>
          </p:nvSpPr>
          <p:spPr>
            <a:xfrm>
              <a:off x="3623654" y="469559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3E70">
                <a:alpha val="100000"/>
              </a:srgbClr>
            </a:solidFill>
            <a:ln w="5420" cap="flat">
              <a:solidFill>
                <a:srgbClr val="3B3E7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22" name="pg2322"/>
            <p:cNvSpPr/>
            <p:nvPr/>
          </p:nvSpPr>
          <p:spPr>
            <a:xfrm>
              <a:off x="3635291" y="469559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3E70">
                <a:alpha val="100000"/>
              </a:srgbClr>
            </a:solidFill>
            <a:ln w="5420" cap="flat">
              <a:solidFill>
                <a:srgbClr val="3B3E7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23" name="pg2323"/>
            <p:cNvSpPr/>
            <p:nvPr/>
          </p:nvSpPr>
          <p:spPr>
            <a:xfrm>
              <a:off x="3646928" y="469559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3E70">
                <a:alpha val="100000"/>
              </a:srgbClr>
            </a:solidFill>
            <a:ln w="5420" cap="flat">
              <a:solidFill>
                <a:srgbClr val="3B3E7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24" name="pg2324"/>
            <p:cNvSpPr/>
            <p:nvPr/>
          </p:nvSpPr>
          <p:spPr>
            <a:xfrm>
              <a:off x="3658566" y="469559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3E70">
                <a:alpha val="100000"/>
              </a:srgbClr>
            </a:solidFill>
            <a:ln w="5420" cap="flat">
              <a:solidFill>
                <a:srgbClr val="3B3E7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25" name="pg2325"/>
            <p:cNvSpPr/>
            <p:nvPr/>
          </p:nvSpPr>
          <p:spPr>
            <a:xfrm>
              <a:off x="3670203" y="469559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3E70">
                <a:alpha val="100000"/>
              </a:srgbClr>
            </a:solidFill>
            <a:ln w="5420" cap="flat">
              <a:solidFill>
                <a:srgbClr val="3B3E7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26" name="pg2326"/>
            <p:cNvSpPr/>
            <p:nvPr/>
          </p:nvSpPr>
          <p:spPr>
            <a:xfrm>
              <a:off x="3681840" y="469559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3F71">
                <a:alpha val="100000"/>
              </a:srgbClr>
            </a:solidFill>
            <a:ln w="5420" cap="flat">
              <a:solidFill>
                <a:srgbClr val="3B3F7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27" name="pg2327"/>
            <p:cNvSpPr/>
            <p:nvPr/>
          </p:nvSpPr>
          <p:spPr>
            <a:xfrm>
              <a:off x="3693478" y="469559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4072">
                <a:alpha val="100000"/>
              </a:srgbClr>
            </a:solidFill>
            <a:ln w="5420" cap="flat">
              <a:solidFill>
                <a:srgbClr val="3B407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28" name="pg2328"/>
            <p:cNvSpPr/>
            <p:nvPr/>
          </p:nvSpPr>
          <p:spPr>
            <a:xfrm>
              <a:off x="3705115" y="469559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073">
                <a:alpha val="100000"/>
              </a:srgbClr>
            </a:solidFill>
            <a:ln w="5420" cap="flat">
              <a:solidFill>
                <a:srgbClr val="3C407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29" name="pg2329"/>
            <p:cNvSpPr/>
            <p:nvPr/>
          </p:nvSpPr>
          <p:spPr>
            <a:xfrm>
              <a:off x="3716752" y="469559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174">
                <a:alpha val="100000"/>
              </a:srgbClr>
            </a:solidFill>
            <a:ln w="5420" cap="flat">
              <a:solidFill>
                <a:srgbClr val="3C417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30" name="pg2330"/>
            <p:cNvSpPr/>
            <p:nvPr/>
          </p:nvSpPr>
          <p:spPr>
            <a:xfrm>
              <a:off x="3728390" y="469559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276">
                <a:alpha val="100000"/>
              </a:srgbClr>
            </a:solidFill>
            <a:ln w="5420" cap="flat">
              <a:solidFill>
                <a:srgbClr val="3C427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31" name="pg2331"/>
            <p:cNvSpPr/>
            <p:nvPr/>
          </p:nvSpPr>
          <p:spPr>
            <a:xfrm>
              <a:off x="3740027" y="469559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377">
                <a:alpha val="100000"/>
              </a:srgbClr>
            </a:solidFill>
            <a:ln w="5420" cap="flat">
              <a:solidFill>
                <a:srgbClr val="3C437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32" name="pg2332"/>
            <p:cNvSpPr/>
            <p:nvPr/>
          </p:nvSpPr>
          <p:spPr>
            <a:xfrm>
              <a:off x="3751664" y="469559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57A">
                <a:alpha val="100000"/>
              </a:srgbClr>
            </a:solidFill>
            <a:ln w="5420" cap="flat">
              <a:solidFill>
                <a:srgbClr val="3C457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33" name="pg2333"/>
            <p:cNvSpPr/>
            <p:nvPr/>
          </p:nvSpPr>
          <p:spPr>
            <a:xfrm>
              <a:off x="3763302" y="469559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77C">
                <a:alpha val="100000"/>
              </a:srgbClr>
            </a:solidFill>
            <a:ln w="5420" cap="flat">
              <a:solidFill>
                <a:srgbClr val="3C477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34" name="pg2334"/>
            <p:cNvSpPr/>
            <p:nvPr/>
          </p:nvSpPr>
          <p:spPr>
            <a:xfrm>
              <a:off x="3774939" y="469559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97F">
                <a:alpha val="100000"/>
              </a:srgbClr>
            </a:solidFill>
            <a:ln w="5420" cap="flat">
              <a:solidFill>
                <a:srgbClr val="3C497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35" name="pg2335"/>
            <p:cNvSpPr/>
            <p:nvPr/>
          </p:nvSpPr>
          <p:spPr>
            <a:xfrm>
              <a:off x="3786576" y="469559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B82">
                <a:alpha val="100000"/>
              </a:srgbClr>
            </a:solidFill>
            <a:ln w="5420" cap="flat">
              <a:solidFill>
                <a:srgbClr val="3C4B8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36" name="pg2336"/>
            <p:cNvSpPr/>
            <p:nvPr/>
          </p:nvSpPr>
          <p:spPr>
            <a:xfrm>
              <a:off x="3798214" y="469559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D85">
                <a:alpha val="100000"/>
              </a:srgbClr>
            </a:solidFill>
            <a:ln w="5420" cap="flat">
              <a:solidFill>
                <a:srgbClr val="3C4D8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37" name="pg2337"/>
            <p:cNvSpPr/>
            <p:nvPr/>
          </p:nvSpPr>
          <p:spPr>
            <a:xfrm>
              <a:off x="3809851" y="469559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508A">
                <a:alpha val="100000"/>
              </a:srgbClr>
            </a:solidFill>
            <a:ln w="5420" cap="flat">
              <a:solidFill>
                <a:srgbClr val="3B508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38" name="pg2338"/>
            <p:cNvSpPr/>
            <p:nvPr/>
          </p:nvSpPr>
          <p:spPr>
            <a:xfrm>
              <a:off x="3821488" y="469559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518B">
                <a:alpha val="100000"/>
              </a:srgbClr>
            </a:solidFill>
            <a:ln w="5420" cap="flat">
              <a:solidFill>
                <a:srgbClr val="3B518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39" name="pg2339"/>
            <p:cNvSpPr/>
            <p:nvPr/>
          </p:nvSpPr>
          <p:spPr>
            <a:xfrm>
              <a:off x="3833126" y="469559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528C">
                <a:alpha val="100000"/>
              </a:srgbClr>
            </a:solidFill>
            <a:ln w="5420" cap="flat">
              <a:solidFill>
                <a:srgbClr val="3B528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40" name="pg2340"/>
            <p:cNvSpPr/>
            <p:nvPr/>
          </p:nvSpPr>
          <p:spPr>
            <a:xfrm>
              <a:off x="3844763" y="469559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528C">
                <a:alpha val="100000"/>
              </a:srgbClr>
            </a:solidFill>
            <a:ln w="5420" cap="flat">
              <a:solidFill>
                <a:srgbClr val="3B528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41" name="pg2341"/>
            <p:cNvSpPr/>
            <p:nvPr/>
          </p:nvSpPr>
          <p:spPr>
            <a:xfrm>
              <a:off x="3856400" y="469559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518B">
                <a:alpha val="100000"/>
              </a:srgbClr>
            </a:solidFill>
            <a:ln w="5420" cap="flat">
              <a:solidFill>
                <a:srgbClr val="3B518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42" name="pg2342"/>
            <p:cNvSpPr/>
            <p:nvPr/>
          </p:nvSpPr>
          <p:spPr>
            <a:xfrm>
              <a:off x="3868038" y="469559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518B">
                <a:alpha val="100000"/>
              </a:srgbClr>
            </a:solidFill>
            <a:ln w="5420" cap="flat">
              <a:solidFill>
                <a:srgbClr val="3B518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43" name="pg2343"/>
            <p:cNvSpPr/>
            <p:nvPr/>
          </p:nvSpPr>
          <p:spPr>
            <a:xfrm>
              <a:off x="3879675" y="469559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508A">
                <a:alpha val="100000"/>
              </a:srgbClr>
            </a:solidFill>
            <a:ln w="5420" cap="flat">
              <a:solidFill>
                <a:srgbClr val="3B508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44" name="pg2344"/>
            <p:cNvSpPr/>
            <p:nvPr/>
          </p:nvSpPr>
          <p:spPr>
            <a:xfrm>
              <a:off x="3891312" y="469559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5089">
                <a:alpha val="100000"/>
              </a:srgbClr>
            </a:solidFill>
            <a:ln w="5420" cap="flat">
              <a:solidFill>
                <a:srgbClr val="3B508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45" name="pg2345"/>
            <p:cNvSpPr/>
            <p:nvPr/>
          </p:nvSpPr>
          <p:spPr>
            <a:xfrm>
              <a:off x="3902950" y="469559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4F88">
                <a:alpha val="100000"/>
              </a:srgbClr>
            </a:solidFill>
            <a:ln w="5420" cap="flat">
              <a:solidFill>
                <a:srgbClr val="3B4F8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46" name="pg2346"/>
            <p:cNvSpPr/>
            <p:nvPr/>
          </p:nvSpPr>
          <p:spPr>
            <a:xfrm>
              <a:off x="3914587" y="469559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4F87">
                <a:alpha val="100000"/>
              </a:srgbClr>
            </a:solidFill>
            <a:ln w="5420" cap="flat">
              <a:solidFill>
                <a:srgbClr val="3B4F8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47" name="pg2347"/>
            <p:cNvSpPr/>
            <p:nvPr/>
          </p:nvSpPr>
          <p:spPr>
            <a:xfrm>
              <a:off x="3926224" y="469559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4E86">
                <a:alpha val="100000"/>
              </a:srgbClr>
            </a:solidFill>
            <a:ln w="5420" cap="flat">
              <a:solidFill>
                <a:srgbClr val="3B4E8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48" name="pg2348"/>
            <p:cNvSpPr/>
            <p:nvPr/>
          </p:nvSpPr>
          <p:spPr>
            <a:xfrm>
              <a:off x="3937862" y="469559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4E86">
                <a:alpha val="100000"/>
              </a:srgbClr>
            </a:solidFill>
            <a:ln w="5420" cap="flat">
              <a:solidFill>
                <a:srgbClr val="3B4E8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49" name="pg2349"/>
            <p:cNvSpPr/>
            <p:nvPr/>
          </p:nvSpPr>
          <p:spPr>
            <a:xfrm>
              <a:off x="3949499" y="469559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4D86">
                <a:alpha val="100000"/>
              </a:srgbClr>
            </a:solidFill>
            <a:ln w="5420" cap="flat">
              <a:solidFill>
                <a:srgbClr val="3B4D8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50" name="pg2350"/>
            <p:cNvSpPr/>
            <p:nvPr/>
          </p:nvSpPr>
          <p:spPr>
            <a:xfrm>
              <a:off x="3961136" y="469559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4D86">
                <a:alpha val="100000"/>
              </a:srgbClr>
            </a:solidFill>
            <a:ln w="5420" cap="flat">
              <a:solidFill>
                <a:srgbClr val="3B4D8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51" name="pg2351"/>
            <p:cNvSpPr/>
            <p:nvPr/>
          </p:nvSpPr>
          <p:spPr>
            <a:xfrm>
              <a:off x="3972774" y="469559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4D85">
                <a:alpha val="100000"/>
              </a:srgbClr>
            </a:solidFill>
            <a:ln w="5420" cap="flat">
              <a:solidFill>
                <a:srgbClr val="3B4D8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52" name="pg2352"/>
            <p:cNvSpPr/>
            <p:nvPr/>
          </p:nvSpPr>
          <p:spPr>
            <a:xfrm>
              <a:off x="3984411" y="469559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D85">
                <a:alpha val="100000"/>
              </a:srgbClr>
            </a:solidFill>
            <a:ln w="5420" cap="flat">
              <a:solidFill>
                <a:srgbClr val="3C4D8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53" name="pg2353"/>
            <p:cNvSpPr/>
            <p:nvPr/>
          </p:nvSpPr>
          <p:spPr>
            <a:xfrm>
              <a:off x="3996048" y="469559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D85">
                <a:alpha val="100000"/>
              </a:srgbClr>
            </a:solidFill>
            <a:ln w="5420" cap="flat">
              <a:solidFill>
                <a:srgbClr val="3C4D8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54" name="pg2354"/>
            <p:cNvSpPr/>
            <p:nvPr/>
          </p:nvSpPr>
          <p:spPr>
            <a:xfrm>
              <a:off x="4007686" y="469559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D85">
                <a:alpha val="100000"/>
              </a:srgbClr>
            </a:solidFill>
            <a:ln w="5420" cap="flat">
              <a:solidFill>
                <a:srgbClr val="3C4D8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55" name="pg2355"/>
            <p:cNvSpPr/>
            <p:nvPr/>
          </p:nvSpPr>
          <p:spPr>
            <a:xfrm>
              <a:off x="4019323" y="469559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D85">
                <a:alpha val="100000"/>
              </a:srgbClr>
            </a:solidFill>
            <a:ln w="5420" cap="flat">
              <a:solidFill>
                <a:srgbClr val="3C4D8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56" name="pg2356"/>
            <p:cNvSpPr/>
            <p:nvPr/>
          </p:nvSpPr>
          <p:spPr>
            <a:xfrm>
              <a:off x="4030960" y="469559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C84">
                <a:alpha val="100000"/>
              </a:srgbClr>
            </a:solidFill>
            <a:ln w="5420" cap="flat">
              <a:solidFill>
                <a:srgbClr val="3C4C8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57" name="pg2357"/>
            <p:cNvSpPr/>
            <p:nvPr/>
          </p:nvSpPr>
          <p:spPr>
            <a:xfrm>
              <a:off x="4042598" y="469559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C83">
                <a:alpha val="100000"/>
              </a:srgbClr>
            </a:solidFill>
            <a:ln w="5420" cap="flat">
              <a:solidFill>
                <a:srgbClr val="3C4C8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58" name="pg2358"/>
            <p:cNvSpPr/>
            <p:nvPr/>
          </p:nvSpPr>
          <p:spPr>
            <a:xfrm>
              <a:off x="4054235" y="469559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B83">
                <a:alpha val="100000"/>
              </a:srgbClr>
            </a:solidFill>
            <a:ln w="5420" cap="flat">
              <a:solidFill>
                <a:srgbClr val="3C4B8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59" name="pg2359"/>
            <p:cNvSpPr/>
            <p:nvPr/>
          </p:nvSpPr>
          <p:spPr>
            <a:xfrm>
              <a:off x="4065872" y="469559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B82">
                <a:alpha val="100000"/>
              </a:srgbClr>
            </a:solidFill>
            <a:ln w="5420" cap="flat">
              <a:solidFill>
                <a:srgbClr val="3C4B8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60" name="pg2360"/>
            <p:cNvSpPr/>
            <p:nvPr/>
          </p:nvSpPr>
          <p:spPr>
            <a:xfrm>
              <a:off x="4077510" y="469559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A81">
                <a:alpha val="100000"/>
              </a:srgbClr>
            </a:solidFill>
            <a:ln w="5420" cap="flat">
              <a:solidFill>
                <a:srgbClr val="3C4A8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61" name="pg2361"/>
            <p:cNvSpPr/>
            <p:nvPr/>
          </p:nvSpPr>
          <p:spPr>
            <a:xfrm>
              <a:off x="4089147" y="469559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A81">
                <a:alpha val="100000"/>
              </a:srgbClr>
            </a:solidFill>
            <a:ln w="5420" cap="flat">
              <a:solidFill>
                <a:srgbClr val="3C4A8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62" name="pg2362"/>
            <p:cNvSpPr/>
            <p:nvPr/>
          </p:nvSpPr>
          <p:spPr>
            <a:xfrm>
              <a:off x="4100784" y="469559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980">
                <a:alpha val="100000"/>
              </a:srgbClr>
            </a:solidFill>
            <a:ln w="5420" cap="flat">
              <a:solidFill>
                <a:srgbClr val="3C498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63" name="pg2363"/>
            <p:cNvSpPr/>
            <p:nvPr/>
          </p:nvSpPr>
          <p:spPr>
            <a:xfrm>
              <a:off x="4112422" y="469559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97F">
                <a:alpha val="100000"/>
              </a:srgbClr>
            </a:solidFill>
            <a:ln w="5420" cap="flat">
              <a:solidFill>
                <a:srgbClr val="3C497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64" name="pg2364"/>
            <p:cNvSpPr/>
            <p:nvPr/>
          </p:nvSpPr>
          <p:spPr>
            <a:xfrm>
              <a:off x="4124059" y="469559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87E">
                <a:alpha val="100000"/>
              </a:srgbClr>
            </a:solidFill>
            <a:ln w="5420" cap="flat">
              <a:solidFill>
                <a:srgbClr val="3C487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65" name="pg2365"/>
            <p:cNvSpPr/>
            <p:nvPr/>
          </p:nvSpPr>
          <p:spPr>
            <a:xfrm>
              <a:off x="4135696" y="469559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87E">
                <a:alpha val="100000"/>
              </a:srgbClr>
            </a:solidFill>
            <a:ln w="5420" cap="flat">
              <a:solidFill>
                <a:srgbClr val="3C487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66" name="pg2366"/>
            <p:cNvSpPr/>
            <p:nvPr/>
          </p:nvSpPr>
          <p:spPr>
            <a:xfrm>
              <a:off x="4147334" y="469559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87D">
                <a:alpha val="100000"/>
              </a:srgbClr>
            </a:solidFill>
            <a:ln w="5420" cap="flat">
              <a:solidFill>
                <a:srgbClr val="3C487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67" name="pg2367"/>
            <p:cNvSpPr/>
            <p:nvPr/>
          </p:nvSpPr>
          <p:spPr>
            <a:xfrm>
              <a:off x="4554640" y="469559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6A2">
                <a:alpha val="100000"/>
              </a:srgbClr>
            </a:solidFill>
            <a:ln w="5420" cap="flat">
              <a:solidFill>
                <a:srgbClr val="3A76A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68" name="pg2368"/>
            <p:cNvSpPr/>
            <p:nvPr/>
          </p:nvSpPr>
          <p:spPr>
            <a:xfrm>
              <a:off x="4566278" y="469559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6A2">
                <a:alpha val="100000"/>
              </a:srgbClr>
            </a:solidFill>
            <a:ln w="5420" cap="flat">
              <a:solidFill>
                <a:srgbClr val="3A76A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69" name="pg2369"/>
            <p:cNvSpPr/>
            <p:nvPr/>
          </p:nvSpPr>
          <p:spPr>
            <a:xfrm>
              <a:off x="4577915" y="469559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6A2">
                <a:alpha val="100000"/>
              </a:srgbClr>
            </a:solidFill>
            <a:ln w="5420" cap="flat">
              <a:solidFill>
                <a:srgbClr val="3A76A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70" name="pg2370"/>
            <p:cNvSpPr/>
            <p:nvPr/>
          </p:nvSpPr>
          <p:spPr>
            <a:xfrm>
              <a:off x="4589552" y="469559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6A2">
                <a:alpha val="100000"/>
              </a:srgbClr>
            </a:solidFill>
            <a:ln w="5420" cap="flat">
              <a:solidFill>
                <a:srgbClr val="3A76A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71" name="pg2371"/>
            <p:cNvSpPr/>
            <p:nvPr/>
          </p:nvSpPr>
          <p:spPr>
            <a:xfrm>
              <a:off x="3600379" y="470989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3D6E">
                <a:alpha val="100000"/>
              </a:srgbClr>
            </a:solidFill>
            <a:ln w="5420" cap="flat">
              <a:solidFill>
                <a:srgbClr val="3B3D6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72" name="pg2372"/>
            <p:cNvSpPr/>
            <p:nvPr/>
          </p:nvSpPr>
          <p:spPr>
            <a:xfrm>
              <a:off x="3612016" y="470989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3D6E">
                <a:alpha val="100000"/>
              </a:srgbClr>
            </a:solidFill>
            <a:ln w="5420" cap="flat">
              <a:solidFill>
                <a:srgbClr val="3B3D6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73" name="pg2373"/>
            <p:cNvSpPr/>
            <p:nvPr/>
          </p:nvSpPr>
          <p:spPr>
            <a:xfrm>
              <a:off x="3623654" y="470989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3D6E">
                <a:alpha val="100000"/>
              </a:srgbClr>
            </a:solidFill>
            <a:ln w="5420" cap="flat">
              <a:solidFill>
                <a:srgbClr val="3B3D6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74" name="pg2374"/>
            <p:cNvSpPr/>
            <p:nvPr/>
          </p:nvSpPr>
          <p:spPr>
            <a:xfrm>
              <a:off x="3635291" y="470989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3D6F">
                <a:alpha val="100000"/>
              </a:srgbClr>
            </a:solidFill>
            <a:ln w="5420" cap="flat">
              <a:solidFill>
                <a:srgbClr val="3B3D6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75" name="pg2375"/>
            <p:cNvSpPr/>
            <p:nvPr/>
          </p:nvSpPr>
          <p:spPr>
            <a:xfrm>
              <a:off x="3646928" y="470989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3D6F">
                <a:alpha val="100000"/>
              </a:srgbClr>
            </a:solidFill>
            <a:ln w="5420" cap="flat">
              <a:solidFill>
                <a:srgbClr val="3B3D6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76" name="pg2376"/>
            <p:cNvSpPr/>
            <p:nvPr/>
          </p:nvSpPr>
          <p:spPr>
            <a:xfrm>
              <a:off x="3658566" y="470989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3D6F">
                <a:alpha val="100000"/>
              </a:srgbClr>
            </a:solidFill>
            <a:ln w="5420" cap="flat">
              <a:solidFill>
                <a:srgbClr val="3B3D6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77" name="pg2377"/>
            <p:cNvSpPr/>
            <p:nvPr/>
          </p:nvSpPr>
          <p:spPr>
            <a:xfrm>
              <a:off x="3670203" y="470989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3E6F">
                <a:alpha val="100000"/>
              </a:srgbClr>
            </a:solidFill>
            <a:ln w="5420" cap="flat">
              <a:solidFill>
                <a:srgbClr val="3B3E6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78" name="pg2378"/>
            <p:cNvSpPr/>
            <p:nvPr/>
          </p:nvSpPr>
          <p:spPr>
            <a:xfrm>
              <a:off x="3681840" y="470989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3E70">
                <a:alpha val="100000"/>
              </a:srgbClr>
            </a:solidFill>
            <a:ln w="5420" cap="flat">
              <a:solidFill>
                <a:srgbClr val="3B3E7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79" name="pg2379"/>
            <p:cNvSpPr/>
            <p:nvPr/>
          </p:nvSpPr>
          <p:spPr>
            <a:xfrm>
              <a:off x="3693478" y="470989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3F71">
                <a:alpha val="100000"/>
              </a:srgbClr>
            </a:solidFill>
            <a:ln w="5420" cap="flat">
              <a:solidFill>
                <a:srgbClr val="3B3F7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80" name="pg2380"/>
            <p:cNvSpPr/>
            <p:nvPr/>
          </p:nvSpPr>
          <p:spPr>
            <a:xfrm>
              <a:off x="3705115" y="470989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3F72">
                <a:alpha val="100000"/>
              </a:srgbClr>
            </a:solidFill>
            <a:ln w="5420" cap="flat">
              <a:solidFill>
                <a:srgbClr val="3B3F7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81" name="pg2381"/>
            <p:cNvSpPr/>
            <p:nvPr/>
          </p:nvSpPr>
          <p:spPr>
            <a:xfrm>
              <a:off x="3716752" y="470989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4073">
                <a:alpha val="100000"/>
              </a:srgbClr>
            </a:solidFill>
            <a:ln w="5420" cap="flat">
              <a:solidFill>
                <a:srgbClr val="3B407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82" name="pg2382"/>
            <p:cNvSpPr/>
            <p:nvPr/>
          </p:nvSpPr>
          <p:spPr>
            <a:xfrm>
              <a:off x="3728390" y="470989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174">
                <a:alpha val="100000"/>
              </a:srgbClr>
            </a:solidFill>
            <a:ln w="5420" cap="flat">
              <a:solidFill>
                <a:srgbClr val="3C417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83" name="pg2383"/>
            <p:cNvSpPr/>
            <p:nvPr/>
          </p:nvSpPr>
          <p:spPr>
            <a:xfrm>
              <a:off x="3740027" y="470989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276">
                <a:alpha val="100000"/>
              </a:srgbClr>
            </a:solidFill>
            <a:ln w="5420" cap="flat">
              <a:solidFill>
                <a:srgbClr val="3C427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84" name="pg2384"/>
            <p:cNvSpPr/>
            <p:nvPr/>
          </p:nvSpPr>
          <p:spPr>
            <a:xfrm>
              <a:off x="3751664" y="470989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478">
                <a:alpha val="100000"/>
              </a:srgbClr>
            </a:solidFill>
            <a:ln w="5420" cap="flat">
              <a:solidFill>
                <a:srgbClr val="3C447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85" name="pg2385"/>
            <p:cNvSpPr/>
            <p:nvPr/>
          </p:nvSpPr>
          <p:spPr>
            <a:xfrm>
              <a:off x="3763302" y="470989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67A">
                <a:alpha val="100000"/>
              </a:srgbClr>
            </a:solidFill>
            <a:ln w="5420" cap="flat">
              <a:solidFill>
                <a:srgbClr val="3C467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86" name="pg2386"/>
            <p:cNvSpPr/>
            <p:nvPr/>
          </p:nvSpPr>
          <p:spPr>
            <a:xfrm>
              <a:off x="3774939" y="470989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87D">
                <a:alpha val="100000"/>
              </a:srgbClr>
            </a:solidFill>
            <a:ln w="5420" cap="flat">
              <a:solidFill>
                <a:srgbClr val="3C487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87" name="pg2387"/>
            <p:cNvSpPr/>
            <p:nvPr/>
          </p:nvSpPr>
          <p:spPr>
            <a:xfrm>
              <a:off x="3786576" y="470989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A81">
                <a:alpha val="100000"/>
              </a:srgbClr>
            </a:solidFill>
            <a:ln w="5420" cap="flat">
              <a:solidFill>
                <a:srgbClr val="3C4A8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88" name="pg2388"/>
            <p:cNvSpPr/>
            <p:nvPr/>
          </p:nvSpPr>
          <p:spPr>
            <a:xfrm>
              <a:off x="3798214" y="470989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C84">
                <a:alpha val="100000"/>
              </a:srgbClr>
            </a:solidFill>
            <a:ln w="5420" cap="flat">
              <a:solidFill>
                <a:srgbClr val="3C4C8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89" name="pg2389"/>
            <p:cNvSpPr/>
            <p:nvPr/>
          </p:nvSpPr>
          <p:spPr>
            <a:xfrm>
              <a:off x="3809851" y="470989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5089">
                <a:alpha val="100000"/>
              </a:srgbClr>
            </a:solidFill>
            <a:ln w="5420" cap="flat">
              <a:solidFill>
                <a:srgbClr val="3B508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90" name="pg2390"/>
            <p:cNvSpPr/>
            <p:nvPr/>
          </p:nvSpPr>
          <p:spPr>
            <a:xfrm>
              <a:off x="3821488" y="470989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518B">
                <a:alpha val="100000"/>
              </a:srgbClr>
            </a:solidFill>
            <a:ln w="5420" cap="flat">
              <a:solidFill>
                <a:srgbClr val="3B518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91" name="pg2391"/>
            <p:cNvSpPr/>
            <p:nvPr/>
          </p:nvSpPr>
          <p:spPr>
            <a:xfrm>
              <a:off x="3833126" y="470989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518B">
                <a:alpha val="100000"/>
              </a:srgbClr>
            </a:solidFill>
            <a:ln w="5420" cap="flat">
              <a:solidFill>
                <a:srgbClr val="3B518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92" name="pg2392"/>
            <p:cNvSpPr/>
            <p:nvPr/>
          </p:nvSpPr>
          <p:spPr>
            <a:xfrm>
              <a:off x="3844763" y="470989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518C">
                <a:alpha val="100000"/>
              </a:srgbClr>
            </a:solidFill>
            <a:ln w="5420" cap="flat">
              <a:solidFill>
                <a:srgbClr val="3B518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93" name="pg2393"/>
            <p:cNvSpPr/>
            <p:nvPr/>
          </p:nvSpPr>
          <p:spPr>
            <a:xfrm>
              <a:off x="3856400" y="470989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518B">
                <a:alpha val="100000"/>
              </a:srgbClr>
            </a:solidFill>
            <a:ln w="5420" cap="flat">
              <a:solidFill>
                <a:srgbClr val="3B518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94" name="pg2394"/>
            <p:cNvSpPr/>
            <p:nvPr/>
          </p:nvSpPr>
          <p:spPr>
            <a:xfrm>
              <a:off x="3868038" y="470989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518A">
                <a:alpha val="100000"/>
              </a:srgbClr>
            </a:solidFill>
            <a:ln w="5420" cap="flat">
              <a:solidFill>
                <a:srgbClr val="3B518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95" name="pg2395"/>
            <p:cNvSpPr/>
            <p:nvPr/>
          </p:nvSpPr>
          <p:spPr>
            <a:xfrm>
              <a:off x="3879675" y="470989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5089">
                <a:alpha val="100000"/>
              </a:srgbClr>
            </a:solidFill>
            <a:ln w="5420" cap="flat">
              <a:solidFill>
                <a:srgbClr val="3B508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96" name="pg2396"/>
            <p:cNvSpPr/>
            <p:nvPr/>
          </p:nvSpPr>
          <p:spPr>
            <a:xfrm>
              <a:off x="3891312" y="470989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4F88">
                <a:alpha val="100000"/>
              </a:srgbClr>
            </a:solidFill>
            <a:ln w="5420" cap="flat">
              <a:solidFill>
                <a:srgbClr val="3B4F8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97" name="pg2397"/>
            <p:cNvSpPr/>
            <p:nvPr/>
          </p:nvSpPr>
          <p:spPr>
            <a:xfrm>
              <a:off x="3902950" y="470989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4F88">
                <a:alpha val="100000"/>
              </a:srgbClr>
            </a:solidFill>
            <a:ln w="5420" cap="flat">
              <a:solidFill>
                <a:srgbClr val="3B4F8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98" name="pg2398"/>
            <p:cNvSpPr/>
            <p:nvPr/>
          </p:nvSpPr>
          <p:spPr>
            <a:xfrm>
              <a:off x="3914587" y="470989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4E87">
                <a:alpha val="100000"/>
              </a:srgbClr>
            </a:solidFill>
            <a:ln w="5420" cap="flat">
              <a:solidFill>
                <a:srgbClr val="3B4E8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99" name="pg2399"/>
            <p:cNvSpPr/>
            <p:nvPr/>
          </p:nvSpPr>
          <p:spPr>
            <a:xfrm>
              <a:off x="3926224" y="470989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4E86">
                <a:alpha val="100000"/>
              </a:srgbClr>
            </a:solidFill>
            <a:ln w="5420" cap="flat">
              <a:solidFill>
                <a:srgbClr val="3B4E8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00" name="pg2400"/>
            <p:cNvSpPr/>
            <p:nvPr/>
          </p:nvSpPr>
          <p:spPr>
            <a:xfrm>
              <a:off x="3937862" y="470989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4D86">
                <a:alpha val="100000"/>
              </a:srgbClr>
            </a:solidFill>
            <a:ln w="5420" cap="flat">
              <a:solidFill>
                <a:srgbClr val="3B4D8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01" name="pg2401"/>
            <p:cNvSpPr/>
            <p:nvPr/>
          </p:nvSpPr>
          <p:spPr>
            <a:xfrm>
              <a:off x="3949499" y="470989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4D85">
                <a:alpha val="100000"/>
              </a:srgbClr>
            </a:solidFill>
            <a:ln w="5420" cap="flat">
              <a:solidFill>
                <a:srgbClr val="3B4D8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02" name="pg2402"/>
            <p:cNvSpPr/>
            <p:nvPr/>
          </p:nvSpPr>
          <p:spPr>
            <a:xfrm>
              <a:off x="3961136" y="470989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D85">
                <a:alpha val="100000"/>
              </a:srgbClr>
            </a:solidFill>
            <a:ln w="5420" cap="flat">
              <a:solidFill>
                <a:srgbClr val="3C4D8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03" name="pg2403"/>
            <p:cNvSpPr/>
            <p:nvPr/>
          </p:nvSpPr>
          <p:spPr>
            <a:xfrm>
              <a:off x="3972774" y="470989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D85">
                <a:alpha val="100000"/>
              </a:srgbClr>
            </a:solidFill>
            <a:ln w="5420" cap="flat">
              <a:solidFill>
                <a:srgbClr val="3C4D8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04" name="pg2404"/>
            <p:cNvSpPr/>
            <p:nvPr/>
          </p:nvSpPr>
          <p:spPr>
            <a:xfrm>
              <a:off x="3984411" y="470989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D85">
                <a:alpha val="100000"/>
              </a:srgbClr>
            </a:solidFill>
            <a:ln w="5420" cap="flat">
              <a:solidFill>
                <a:srgbClr val="3C4D8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05" name="pg2405"/>
            <p:cNvSpPr/>
            <p:nvPr/>
          </p:nvSpPr>
          <p:spPr>
            <a:xfrm>
              <a:off x="3996048" y="470989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D85">
                <a:alpha val="100000"/>
              </a:srgbClr>
            </a:solidFill>
            <a:ln w="5420" cap="flat">
              <a:solidFill>
                <a:srgbClr val="3C4D8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06" name="pg2406"/>
            <p:cNvSpPr/>
            <p:nvPr/>
          </p:nvSpPr>
          <p:spPr>
            <a:xfrm>
              <a:off x="4007686" y="470989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C84">
                <a:alpha val="100000"/>
              </a:srgbClr>
            </a:solidFill>
            <a:ln w="5420" cap="flat">
              <a:solidFill>
                <a:srgbClr val="3C4C8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07" name="pg2407"/>
            <p:cNvSpPr/>
            <p:nvPr/>
          </p:nvSpPr>
          <p:spPr>
            <a:xfrm>
              <a:off x="4019323" y="470989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C84">
                <a:alpha val="100000"/>
              </a:srgbClr>
            </a:solidFill>
            <a:ln w="5420" cap="flat">
              <a:solidFill>
                <a:srgbClr val="3C4C8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08" name="pg2408"/>
            <p:cNvSpPr/>
            <p:nvPr/>
          </p:nvSpPr>
          <p:spPr>
            <a:xfrm>
              <a:off x="4030960" y="470989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C83">
                <a:alpha val="100000"/>
              </a:srgbClr>
            </a:solidFill>
            <a:ln w="5420" cap="flat">
              <a:solidFill>
                <a:srgbClr val="3C4C8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09" name="pg2409"/>
            <p:cNvSpPr/>
            <p:nvPr/>
          </p:nvSpPr>
          <p:spPr>
            <a:xfrm>
              <a:off x="4042598" y="470989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B82">
                <a:alpha val="100000"/>
              </a:srgbClr>
            </a:solidFill>
            <a:ln w="5420" cap="flat">
              <a:solidFill>
                <a:srgbClr val="3C4B8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10" name="pg2410"/>
            <p:cNvSpPr/>
            <p:nvPr/>
          </p:nvSpPr>
          <p:spPr>
            <a:xfrm>
              <a:off x="4054235" y="470989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B82">
                <a:alpha val="100000"/>
              </a:srgbClr>
            </a:solidFill>
            <a:ln w="5420" cap="flat">
              <a:solidFill>
                <a:srgbClr val="3C4B8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11" name="pg2411"/>
            <p:cNvSpPr/>
            <p:nvPr/>
          </p:nvSpPr>
          <p:spPr>
            <a:xfrm>
              <a:off x="4065872" y="470989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A81">
                <a:alpha val="100000"/>
              </a:srgbClr>
            </a:solidFill>
            <a:ln w="5420" cap="flat">
              <a:solidFill>
                <a:srgbClr val="3C4A8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12" name="pg2412"/>
            <p:cNvSpPr/>
            <p:nvPr/>
          </p:nvSpPr>
          <p:spPr>
            <a:xfrm>
              <a:off x="4077510" y="470989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A80">
                <a:alpha val="100000"/>
              </a:srgbClr>
            </a:solidFill>
            <a:ln w="5420" cap="flat">
              <a:solidFill>
                <a:srgbClr val="3C4A8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13" name="pg2413"/>
            <p:cNvSpPr/>
            <p:nvPr/>
          </p:nvSpPr>
          <p:spPr>
            <a:xfrm>
              <a:off x="4089147" y="470989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97F">
                <a:alpha val="100000"/>
              </a:srgbClr>
            </a:solidFill>
            <a:ln w="5420" cap="flat">
              <a:solidFill>
                <a:srgbClr val="3C497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14" name="pg2414"/>
            <p:cNvSpPr/>
            <p:nvPr/>
          </p:nvSpPr>
          <p:spPr>
            <a:xfrm>
              <a:off x="4100784" y="470989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87E">
                <a:alpha val="100000"/>
              </a:srgbClr>
            </a:solidFill>
            <a:ln w="5420" cap="flat">
              <a:solidFill>
                <a:srgbClr val="3C487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15" name="pg2415"/>
            <p:cNvSpPr/>
            <p:nvPr/>
          </p:nvSpPr>
          <p:spPr>
            <a:xfrm>
              <a:off x="4112422" y="470989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87E">
                <a:alpha val="100000"/>
              </a:srgbClr>
            </a:solidFill>
            <a:ln w="5420" cap="flat">
              <a:solidFill>
                <a:srgbClr val="3C487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16" name="pg2416"/>
            <p:cNvSpPr/>
            <p:nvPr/>
          </p:nvSpPr>
          <p:spPr>
            <a:xfrm>
              <a:off x="4124059" y="470989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77D">
                <a:alpha val="100000"/>
              </a:srgbClr>
            </a:solidFill>
            <a:ln w="5420" cap="flat">
              <a:solidFill>
                <a:srgbClr val="3C477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17" name="pg2417"/>
            <p:cNvSpPr/>
            <p:nvPr/>
          </p:nvSpPr>
          <p:spPr>
            <a:xfrm>
              <a:off x="4135696" y="470989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77C">
                <a:alpha val="100000"/>
              </a:srgbClr>
            </a:solidFill>
            <a:ln w="5420" cap="flat">
              <a:solidFill>
                <a:srgbClr val="3C477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18" name="pg2418"/>
            <p:cNvSpPr/>
            <p:nvPr/>
          </p:nvSpPr>
          <p:spPr>
            <a:xfrm>
              <a:off x="4147334" y="470989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67B">
                <a:alpha val="100000"/>
              </a:srgbClr>
            </a:solidFill>
            <a:ln w="5420" cap="flat">
              <a:solidFill>
                <a:srgbClr val="3C467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19" name="pg2419"/>
            <p:cNvSpPr/>
            <p:nvPr/>
          </p:nvSpPr>
          <p:spPr>
            <a:xfrm>
              <a:off x="4263707" y="470989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A81">
                <a:alpha val="100000"/>
              </a:srgbClr>
            </a:solidFill>
            <a:ln w="5420" cap="flat">
              <a:solidFill>
                <a:srgbClr val="3C4A8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20" name="pg2420"/>
            <p:cNvSpPr/>
            <p:nvPr/>
          </p:nvSpPr>
          <p:spPr>
            <a:xfrm>
              <a:off x="4275344" y="470989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B83">
                <a:alpha val="100000"/>
              </a:srgbClr>
            </a:solidFill>
            <a:ln w="5420" cap="flat">
              <a:solidFill>
                <a:srgbClr val="3C4B8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21" name="pg2421"/>
            <p:cNvSpPr/>
            <p:nvPr/>
          </p:nvSpPr>
          <p:spPr>
            <a:xfrm>
              <a:off x="4286982" y="470989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4F88">
                <a:alpha val="100000"/>
              </a:srgbClr>
            </a:solidFill>
            <a:ln w="5420" cap="flat">
              <a:solidFill>
                <a:srgbClr val="3B4F8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22" name="pg2422"/>
            <p:cNvSpPr/>
            <p:nvPr/>
          </p:nvSpPr>
          <p:spPr>
            <a:xfrm>
              <a:off x="4298619" y="470989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518B">
                <a:alpha val="100000"/>
              </a:srgbClr>
            </a:solidFill>
            <a:ln w="5420" cap="flat">
              <a:solidFill>
                <a:srgbClr val="3B518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23" name="pg2423"/>
            <p:cNvSpPr/>
            <p:nvPr/>
          </p:nvSpPr>
          <p:spPr>
            <a:xfrm>
              <a:off x="4554640" y="470989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6A2">
                <a:alpha val="100000"/>
              </a:srgbClr>
            </a:solidFill>
            <a:ln w="5420" cap="flat">
              <a:solidFill>
                <a:srgbClr val="3A76A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24" name="pg2424"/>
            <p:cNvSpPr/>
            <p:nvPr/>
          </p:nvSpPr>
          <p:spPr>
            <a:xfrm>
              <a:off x="4566278" y="470989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6A2">
                <a:alpha val="100000"/>
              </a:srgbClr>
            </a:solidFill>
            <a:ln w="5420" cap="flat">
              <a:solidFill>
                <a:srgbClr val="3A76A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25" name="pg2425"/>
            <p:cNvSpPr/>
            <p:nvPr/>
          </p:nvSpPr>
          <p:spPr>
            <a:xfrm>
              <a:off x="4577915" y="470989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6A2">
                <a:alpha val="100000"/>
              </a:srgbClr>
            </a:solidFill>
            <a:ln w="5420" cap="flat">
              <a:solidFill>
                <a:srgbClr val="3A76A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26" name="pg2426"/>
            <p:cNvSpPr/>
            <p:nvPr/>
          </p:nvSpPr>
          <p:spPr>
            <a:xfrm>
              <a:off x="4589552" y="470989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6A2">
                <a:alpha val="100000"/>
              </a:srgbClr>
            </a:solidFill>
            <a:ln w="5420" cap="flat">
              <a:solidFill>
                <a:srgbClr val="3A76A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27" name="pg2427"/>
            <p:cNvSpPr/>
            <p:nvPr/>
          </p:nvSpPr>
          <p:spPr>
            <a:xfrm>
              <a:off x="4601190" y="470989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5A2">
                <a:alpha val="100000"/>
              </a:srgbClr>
            </a:solidFill>
            <a:ln w="5420" cap="flat">
              <a:solidFill>
                <a:srgbClr val="3A75A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28" name="pg2428"/>
            <p:cNvSpPr/>
            <p:nvPr/>
          </p:nvSpPr>
          <p:spPr>
            <a:xfrm>
              <a:off x="3251259" y="472419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3A6B">
                <a:alpha val="100000"/>
              </a:srgbClr>
            </a:solidFill>
            <a:ln w="5420" cap="flat">
              <a:solidFill>
                <a:srgbClr val="3B3A6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29" name="pg2429"/>
            <p:cNvSpPr/>
            <p:nvPr/>
          </p:nvSpPr>
          <p:spPr>
            <a:xfrm>
              <a:off x="3262897" y="472419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3A6A">
                <a:alpha val="100000"/>
              </a:srgbClr>
            </a:solidFill>
            <a:ln w="5420" cap="flat">
              <a:solidFill>
                <a:srgbClr val="3B3A6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30" name="pg2430"/>
            <p:cNvSpPr/>
            <p:nvPr/>
          </p:nvSpPr>
          <p:spPr>
            <a:xfrm>
              <a:off x="3600379" y="472419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3C6D">
                <a:alpha val="100000"/>
              </a:srgbClr>
            </a:solidFill>
            <a:ln w="5420" cap="flat">
              <a:solidFill>
                <a:srgbClr val="3B3C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31" name="pg2431"/>
            <p:cNvSpPr/>
            <p:nvPr/>
          </p:nvSpPr>
          <p:spPr>
            <a:xfrm>
              <a:off x="3612016" y="472419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3C6D">
                <a:alpha val="100000"/>
              </a:srgbClr>
            </a:solidFill>
            <a:ln w="5420" cap="flat">
              <a:solidFill>
                <a:srgbClr val="3B3C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32" name="pg2432"/>
            <p:cNvSpPr/>
            <p:nvPr/>
          </p:nvSpPr>
          <p:spPr>
            <a:xfrm>
              <a:off x="3623654" y="472419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3C6D">
                <a:alpha val="100000"/>
              </a:srgbClr>
            </a:solidFill>
            <a:ln w="5420" cap="flat">
              <a:solidFill>
                <a:srgbClr val="3B3C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33" name="pg2433"/>
            <p:cNvSpPr/>
            <p:nvPr/>
          </p:nvSpPr>
          <p:spPr>
            <a:xfrm>
              <a:off x="3635291" y="472419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3C6D">
                <a:alpha val="100000"/>
              </a:srgbClr>
            </a:solidFill>
            <a:ln w="5420" cap="flat">
              <a:solidFill>
                <a:srgbClr val="3B3C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34" name="pg2434"/>
            <p:cNvSpPr/>
            <p:nvPr/>
          </p:nvSpPr>
          <p:spPr>
            <a:xfrm>
              <a:off x="3646928" y="472419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3C6E">
                <a:alpha val="100000"/>
              </a:srgbClr>
            </a:solidFill>
            <a:ln w="5420" cap="flat">
              <a:solidFill>
                <a:srgbClr val="3B3C6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35" name="pg2435"/>
            <p:cNvSpPr/>
            <p:nvPr/>
          </p:nvSpPr>
          <p:spPr>
            <a:xfrm>
              <a:off x="3658566" y="472419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3C6E">
                <a:alpha val="100000"/>
              </a:srgbClr>
            </a:solidFill>
            <a:ln w="5420" cap="flat">
              <a:solidFill>
                <a:srgbClr val="3B3C6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36" name="pg2436"/>
            <p:cNvSpPr/>
            <p:nvPr/>
          </p:nvSpPr>
          <p:spPr>
            <a:xfrm>
              <a:off x="3670203" y="472419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3D6E">
                <a:alpha val="100000"/>
              </a:srgbClr>
            </a:solidFill>
            <a:ln w="5420" cap="flat">
              <a:solidFill>
                <a:srgbClr val="3B3D6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37" name="pg2437"/>
            <p:cNvSpPr/>
            <p:nvPr/>
          </p:nvSpPr>
          <p:spPr>
            <a:xfrm>
              <a:off x="3681840" y="472419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3D6E">
                <a:alpha val="100000"/>
              </a:srgbClr>
            </a:solidFill>
            <a:ln w="5420" cap="flat">
              <a:solidFill>
                <a:srgbClr val="3B3D6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38" name="pg2438"/>
            <p:cNvSpPr/>
            <p:nvPr/>
          </p:nvSpPr>
          <p:spPr>
            <a:xfrm>
              <a:off x="3693478" y="472419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3E6F">
                <a:alpha val="100000"/>
              </a:srgbClr>
            </a:solidFill>
            <a:ln w="5420" cap="flat">
              <a:solidFill>
                <a:srgbClr val="3B3E6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39" name="pg2439"/>
            <p:cNvSpPr/>
            <p:nvPr/>
          </p:nvSpPr>
          <p:spPr>
            <a:xfrm>
              <a:off x="3705115" y="472419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3E70">
                <a:alpha val="100000"/>
              </a:srgbClr>
            </a:solidFill>
            <a:ln w="5420" cap="flat">
              <a:solidFill>
                <a:srgbClr val="3B3E7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40" name="pg2440"/>
            <p:cNvSpPr/>
            <p:nvPr/>
          </p:nvSpPr>
          <p:spPr>
            <a:xfrm>
              <a:off x="3716752" y="472419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3F71">
                <a:alpha val="100000"/>
              </a:srgbClr>
            </a:solidFill>
            <a:ln w="5420" cap="flat">
              <a:solidFill>
                <a:srgbClr val="3B3F7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41" name="pg2441"/>
            <p:cNvSpPr/>
            <p:nvPr/>
          </p:nvSpPr>
          <p:spPr>
            <a:xfrm>
              <a:off x="3728390" y="472419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4072">
                <a:alpha val="100000"/>
              </a:srgbClr>
            </a:solidFill>
            <a:ln w="5420" cap="flat">
              <a:solidFill>
                <a:srgbClr val="3B407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42" name="pg2442"/>
            <p:cNvSpPr/>
            <p:nvPr/>
          </p:nvSpPr>
          <p:spPr>
            <a:xfrm>
              <a:off x="3740027" y="472419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174">
                <a:alpha val="100000"/>
              </a:srgbClr>
            </a:solidFill>
            <a:ln w="5420" cap="flat">
              <a:solidFill>
                <a:srgbClr val="3C417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43" name="pg2443"/>
            <p:cNvSpPr/>
            <p:nvPr/>
          </p:nvSpPr>
          <p:spPr>
            <a:xfrm>
              <a:off x="3751664" y="472419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276">
                <a:alpha val="100000"/>
              </a:srgbClr>
            </a:solidFill>
            <a:ln w="5420" cap="flat">
              <a:solidFill>
                <a:srgbClr val="3C427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44" name="pg2444"/>
            <p:cNvSpPr/>
            <p:nvPr/>
          </p:nvSpPr>
          <p:spPr>
            <a:xfrm>
              <a:off x="3763302" y="472419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478">
                <a:alpha val="100000"/>
              </a:srgbClr>
            </a:solidFill>
            <a:ln w="5420" cap="flat">
              <a:solidFill>
                <a:srgbClr val="3C447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45" name="pg2445"/>
            <p:cNvSpPr/>
            <p:nvPr/>
          </p:nvSpPr>
          <p:spPr>
            <a:xfrm>
              <a:off x="3774939" y="472419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67C">
                <a:alpha val="100000"/>
              </a:srgbClr>
            </a:solidFill>
            <a:ln w="5420" cap="flat">
              <a:solidFill>
                <a:srgbClr val="3C467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46" name="pg2446"/>
            <p:cNvSpPr/>
            <p:nvPr/>
          </p:nvSpPr>
          <p:spPr>
            <a:xfrm>
              <a:off x="3786576" y="472419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97F">
                <a:alpha val="100000"/>
              </a:srgbClr>
            </a:solidFill>
            <a:ln w="5420" cap="flat">
              <a:solidFill>
                <a:srgbClr val="3C497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47" name="pg2447"/>
            <p:cNvSpPr/>
            <p:nvPr/>
          </p:nvSpPr>
          <p:spPr>
            <a:xfrm>
              <a:off x="3798214" y="472419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B82">
                <a:alpha val="100000"/>
              </a:srgbClr>
            </a:solidFill>
            <a:ln w="5420" cap="flat">
              <a:solidFill>
                <a:srgbClr val="3C4B8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48" name="pg2448"/>
            <p:cNvSpPr/>
            <p:nvPr/>
          </p:nvSpPr>
          <p:spPr>
            <a:xfrm>
              <a:off x="3809851" y="472419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4F88">
                <a:alpha val="100000"/>
              </a:srgbClr>
            </a:solidFill>
            <a:ln w="5420" cap="flat">
              <a:solidFill>
                <a:srgbClr val="3B4F8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49" name="pg2449"/>
            <p:cNvSpPr/>
            <p:nvPr/>
          </p:nvSpPr>
          <p:spPr>
            <a:xfrm>
              <a:off x="3821488" y="472419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5089">
                <a:alpha val="100000"/>
              </a:srgbClr>
            </a:solidFill>
            <a:ln w="5420" cap="flat">
              <a:solidFill>
                <a:srgbClr val="3B508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50" name="pg2450"/>
            <p:cNvSpPr/>
            <p:nvPr/>
          </p:nvSpPr>
          <p:spPr>
            <a:xfrm>
              <a:off x="3833126" y="472419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518A">
                <a:alpha val="100000"/>
              </a:srgbClr>
            </a:solidFill>
            <a:ln w="5420" cap="flat">
              <a:solidFill>
                <a:srgbClr val="3B518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51" name="pg2451"/>
            <p:cNvSpPr/>
            <p:nvPr/>
          </p:nvSpPr>
          <p:spPr>
            <a:xfrm>
              <a:off x="3844763" y="472419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518B">
                <a:alpha val="100000"/>
              </a:srgbClr>
            </a:solidFill>
            <a:ln w="5420" cap="flat">
              <a:solidFill>
                <a:srgbClr val="3B518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52" name="pg2452"/>
            <p:cNvSpPr/>
            <p:nvPr/>
          </p:nvSpPr>
          <p:spPr>
            <a:xfrm>
              <a:off x="3856400" y="472419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518A">
                <a:alpha val="100000"/>
              </a:srgbClr>
            </a:solidFill>
            <a:ln w="5420" cap="flat">
              <a:solidFill>
                <a:srgbClr val="3B518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53" name="pg2453"/>
            <p:cNvSpPr/>
            <p:nvPr/>
          </p:nvSpPr>
          <p:spPr>
            <a:xfrm>
              <a:off x="3868038" y="472419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508A">
                <a:alpha val="100000"/>
              </a:srgbClr>
            </a:solidFill>
            <a:ln w="5420" cap="flat">
              <a:solidFill>
                <a:srgbClr val="3B508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54" name="pg2454"/>
            <p:cNvSpPr/>
            <p:nvPr/>
          </p:nvSpPr>
          <p:spPr>
            <a:xfrm>
              <a:off x="3879675" y="472419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5089">
                <a:alpha val="100000"/>
              </a:srgbClr>
            </a:solidFill>
            <a:ln w="5420" cap="flat">
              <a:solidFill>
                <a:srgbClr val="3B508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55" name="pg2455"/>
            <p:cNvSpPr/>
            <p:nvPr/>
          </p:nvSpPr>
          <p:spPr>
            <a:xfrm>
              <a:off x="3891312" y="472419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4F88">
                <a:alpha val="100000"/>
              </a:srgbClr>
            </a:solidFill>
            <a:ln w="5420" cap="flat">
              <a:solidFill>
                <a:srgbClr val="3B4F8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56" name="pg2456"/>
            <p:cNvSpPr/>
            <p:nvPr/>
          </p:nvSpPr>
          <p:spPr>
            <a:xfrm>
              <a:off x="3902950" y="472419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4E87">
                <a:alpha val="100000"/>
              </a:srgbClr>
            </a:solidFill>
            <a:ln w="5420" cap="flat">
              <a:solidFill>
                <a:srgbClr val="3B4E8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57" name="pg2457"/>
            <p:cNvSpPr/>
            <p:nvPr/>
          </p:nvSpPr>
          <p:spPr>
            <a:xfrm>
              <a:off x="3914587" y="472419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4E87">
                <a:alpha val="100000"/>
              </a:srgbClr>
            </a:solidFill>
            <a:ln w="5420" cap="flat">
              <a:solidFill>
                <a:srgbClr val="3B4E8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58" name="pg2458"/>
            <p:cNvSpPr/>
            <p:nvPr/>
          </p:nvSpPr>
          <p:spPr>
            <a:xfrm>
              <a:off x="3926224" y="472419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4D86">
                <a:alpha val="100000"/>
              </a:srgbClr>
            </a:solidFill>
            <a:ln w="5420" cap="flat">
              <a:solidFill>
                <a:srgbClr val="3B4D8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59" name="pg2459"/>
            <p:cNvSpPr/>
            <p:nvPr/>
          </p:nvSpPr>
          <p:spPr>
            <a:xfrm>
              <a:off x="3937862" y="472419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D85">
                <a:alpha val="100000"/>
              </a:srgbClr>
            </a:solidFill>
            <a:ln w="5420" cap="flat">
              <a:solidFill>
                <a:srgbClr val="3C4D8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60" name="pg2460"/>
            <p:cNvSpPr/>
            <p:nvPr/>
          </p:nvSpPr>
          <p:spPr>
            <a:xfrm>
              <a:off x="3949499" y="472419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D85">
                <a:alpha val="100000"/>
              </a:srgbClr>
            </a:solidFill>
            <a:ln w="5420" cap="flat">
              <a:solidFill>
                <a:srgbClr val="3C4D8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61" name="pg2461"/>
            <p:cNvSpPr/>
            <p:nvPr/>
          </p:nvSpPr>
          <p:spPr>
            <a:xfrm>
              <a:off x="3961136" y="472419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D85">
                <a:alpha val="100000"/>
              </a:srgbClr>
            </a:solidFill>
            <a:ln w="5420" cap="flat">
              <a:solidFill>
                <a:srgbClr val="3C4D8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62" name="pg2462"/>
            <p:cNvSpPr/>
            <p:nvPr/>
          </p:nvSpPr>
          <p:spPr>
            <a:xfrm>
              <a:off x="3972774" y="472419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D85">
                <a:alpha val="100000"/>
              </a:srgbClr>
            </a:solidFill>
            <a:ln w="5420" cap="flat">
              <a:solidFill>
                <a:srgbClr val="3C4D8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63" name="pg2463"/>
            <p:cNvSpPr/>
            <p:nvPr/>
          </p:nvSpPr>
          <p:spPr>
            <a:xfrm>
              <a:off x="3984411" y="472419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C84">
                <a:alpha val="100000"/>
              </a:srgbClr>
            </a:solidFill>
            <a:ln w="5420" cap="flat">
              <a:solidFill>
                <a:srgbClr val="3C4C8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64" name="pg2464"/>
            <p:cNvSpPr/>
            <p:nvPr/>
          </p:nvSpPr>
          <p:spPr>
            <a:xfrm>
              <a:off x="3996048" y="472419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C84">
                <a:alpha val="100000"/>
              </a:srgbClr>
            </a:solidFill>
            <a:ln w="5420" cap="flat">
              <a:solidFill>
                <a:srgbClr val="3C4C8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65" name="pg2465"/>
            <p:cNvSpPr/>
            <p:nvPr/>
          </p:nvSpPr>
          <p:spPr>
            <a:xfrm>
              <a:off x="4007686" y="472419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C84">
                <a:alpha val="100000"/>
              </a:srgbClr>
            </a:solidFill>
            <a:ln w="5420" cap="flat">
              <a:solidFill>
                <a:srgbClr val="3C4C8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66" name="pg2466"/>
            <p:cNvSpPr/>
            <p:nvPr/>
          </p:nvSpPr>
          <p:spPr>
            <a:xfrm>
              <a:off x="4019323" y="472419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C83">
                <a:alpha val="100000"/>
              </a:srgbClr>
            </a:solidFill>
            <a:ln w="5420" cap="flat">
              <a:solidFill>
                <a:srgbClr val="3C4C8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67" name="pg2467"/>
            <p:cNvSpPr/>
            <p:nvPr/>
          </p:nvSpPr>
          <p:spPr>
            <a:xfrm>
              <a:off x="4030960" y="472419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B83">
                <a:alpha val="100000"/>
              </a:srgbClr>
            </a:solidFill>
            <a:ln w="5420" cap="flat">
              <a:solidFill>
                <a:srgbClr val="3C4B8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68" name="pg2468"/>
            <p:cNvSpPr/>
            <p:nvPr/>
          </p:nvSpPr>
          <p:spPr>
            <a:xfrm>
              <a:off x="4042598" y="472419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B82">
                <a:alpha val="100000"/>
              </a:srgbClr>
            </a:solidFill>
            <a:ln w="5420" cap="flat">
              <a:solidFill>
                <a:srgbClr val="3C4B8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69" name="pg2469"/>
            <p:cNvSpPr/>
            <p:nvPr/>
          </p:nvSpPr>
          <p:spPr>
            <a:xfrm>
              <a:off x="4054235" y="472419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A81">
                <a:alpha val="100000"/>
              </a:srgbClr>
            </a:solidFill>
            <a:ln w="5420" cap="flat">
              <a:solidFill>
                <a:srgbClr val="3C4A8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70" name="pg2470"/>
            <p:cNvSpPr/>
            <p:nvPr/>
          </p:nvSpPr>
          <p:spPr>
            <a:xfrm>
              <a:off x="4065872" y="472419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980">
                <a:alpha val="100000"/>
              </a:srgbClr>
            </a:solidFill>
            <a:ln w="5420" cap="flat">
              <a:solidFill>
                <a:srgbClr val="3C498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71" name="pg2471"/>
            <p:cNvSpPr/>
            <p:nvPr/>
          </p:nvSpPr>
          <p:spPr>
            <a:xfrm>
              <a:off x="4077510" y="472419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97F">
                <a:alpha val="100000"/>
              </a:srgbClr>
            </a:solidFill>
            <a:ln w="5420" cap="flat">
              <a:solidFill>
                <a:srgbClr val="3C497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72" name="pg2472"/>
            <p:cNvSpPr/>
            <p:nvPr/>
          </p:nvSpPr>
          <p:spPr>
            <a:xfrm>
              <a:off x="4089147" y="472419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87E">
                <a:alpha val="100000"/>
              </a:srgbClr>
            </a:solidFill>
            <a:ln w="5420" cap="flat">
              <a:solidFill>
                <a:srgbClr val="3C487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73" name="pg2473"/>
            <p:cNvSpPr/>
            <p:nvPr/>
          </p:nvSpPr>
          <p:spPr>
            <a:xfrm>
              <a:off x="4100784" y="472419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77D">
                <a:alpha val="100000"/>
              </a:srgbClr>
            </a:solidFill>
            <a:ln w="5420" cap="flat">
              <a:solidFill>
                <a:srgbClr val="3C477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74" name="pg2474"/>
            <p:cNvSpPr/>
            <p:nvPr/>
          </p:nvSpPr>
          <p:spPr>
            <a:xfrm>
              <a:off x="4112422" y="472419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77C">
                <a:alpha val="100000"/>
              </a:srgbClr>
            </a:solidFill>
            <a:ln w="5420" cap="flat">
              <a:solidFill>
                <a:srgbClr val="3C477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75" name="pg2475"/>
            <p:cNvSpPr/>
            <p:nvPr/>
          </p:nvSpPr>
          <p:spPr>
            <a:xfrm>
              <a:off x="4124059" y="472419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67B">
                <a:alpha val="100000"/>
              </a:srgbClr>
            </a:solidFill>
            <a:ln w="5420" cap="flat">
              <a:solidFill>
                <a:srgbClr val="3C467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76" name="pg2476"/>
            <p:cNvSpPr/>
            <p:nvPr/>
          </p:nvSpPr>
          <p:spPr>
            <a:xfrm>
              <a:off x="4135696" y="472419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57A">
                <a:alpha val="100000"/>
              </a:srgbClr>
            </a:solidFill>
            <a:ln w="5420" cap="flat">
              <a:solidFill>
                <a:srgbClr val="3C457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77" name="pg2477"/>
            <p:cNvSpPr/>
            <p:nvPr/>
          </p:nvSpPr>
          <p:spPr>
            <a:xfrm>
              <a:off x="4147334" y="472419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57A">
                <a:alpha val="100000"/>
              </a:srgbClr>
            </a:solidFill>
            <a:ln w="5420" cap="flat">
              <a:solidFill>
                <a:srgbClr val="3C457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78" name="pg2478"/>
            <p:cNvSpPr/>
            <p:nvPr/>
          </p:nvSpPr>
          <p:spPr>
            <a:xfrm>
              <a:off x="4252070" y="472419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77D">
                <a:alpha val="100000"/>
              </a:srgbClr>
            </a:solidFill>
            <a:ln w="5420" cap="flat">
              <a:solidFill>
                <a:srgbClr val="3C477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79" name="pg2479"/>
            <p:cNvSpPr/>
            <p:nvPr/>
          </p:nvSpPr>
          <p:spPr>
            <a:xfrm>
              <a:off x="4263707" y="472419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87F">
                <a:alpha val="100000"/>
              </a:srgbClr>
            </a:solidFill>
            <a:ln w="5420" cap="flat">
              <a:solidFill>
                <a:srgbClr val="3C487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80" name="pg2480"/>
            <p:cNvSpPr/>
            <p:nvPr/>
          </p:nvSpPr>
          <p:spPr>
            <a:xfrm>
              <a:off x="4275344" y="472419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A81">
                <a:alpha val="100000"/>
              </a:srgbClr>
            </a:solidFill>
            <a:ln w="5420" cap="flat">
              <a:solidFill>
                <a:srgbClr val="3C4A8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81" name="pg2481"/>
            <p:cNvSpPr/>
            <p:nvPr/>
          </p:nvSpPr>
          <p:spPr>
            <a:xfrm>
              <a:off x="4286982" y="472419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4E86">
                <a:alpha val="100000"/>
              </a:srgbClr>
            </a:solidFill>
            <a:ln w="5420" cap="flat">
              <a:solidFill>
                <a:srgbClr val="3B4E8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82" name="pg2482"/>
            <p:cNvSpPr/>
            <p:nvPr/>
          </p:nvSpPr>
          <p:spPr>
            <a:xfrm>
              <a:off x="4298619" y="472419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5089">
                <a:alpha val="100000"/>
              </a:srgbClr>
            </a:solidFill>
            <a:ln w="5420" cap="flat">
              <a:solidFill>
                <a:srgbClr val="3B508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83" name="pg2483"/>
            <p:cNvSpPr/>
            <p:nvPr/>
          </p:nvSpPr>
          <p:spPr>
            <a:xfrm>
              <a:off x="4310256" y="472419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528C">
                <a:alpha val="100000"/>
              </a:srgbClr>
            </a:solidFill>
            <a:ln w="5420" cap="flat">
              <a:solidFill>
                <a:srgbClr val="3B528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84" name="pg2484"/>
            <p:cNvSpPr/>
            <p:nvPr/>
          </p:nvSpPr>
          <p:spPr>
            <a:xfrm>
              <a:off x="4321894" y="472419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548F">
                <a:alpha val="100000"/>
              </a:srgbClr>
            </a:solidFill>
            <a:ln w="5420" cap="flat">
              <a:solidFill>
                <a:srgbClr val="3B548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85" name="pg2485"/>
            <p:cNvSpPr/>
            <p:nvPr/>
          </p:nvSpPr>
          <p:spPr>
            <a:xfrm>
              <a:off x="4554640" y="472419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5A2">
                <a:alpha val="100000"/>
              </a:srgbClr>
            </a:solidFill>
            <a:ln w="5420" cap="flat">
              <a:solidFill>
                <a:srgbClr val="3A75A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86" name="pg2486"/>
            <p:cNvSpPr/>
            <p:nvPr/>
          </p:nvSpPr>
          <p:spPr>
            <a:xfrm>
              <a:off x="4566278" y="472419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5A2">
                <a:alpha val="100000"/>
              </a:srgbClr>
            </a:solidFill>
            <a:ln w="5420" cap="flat">
              <a:solidFill>
                <a:srgbClr val="3A75A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87" name="pg2487"/>
            <p:cNvSpPr/>
            <p:nvPr/>
          </p:nvSpPr>
          <p:spPr>
            <a:xfrm>
              <a:off x="4577915" y="472419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5A2">
                <a:alpha val="100000"/>
              </a:srgbClr>
            </a:solidFill>
            <a:ln w="5420" cap="flat">
              <a:solidFill>
                <a:srgbClr val="3A75A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88" name="pg2488"/>
            <p:cNvSpPr/>
            <p:nvPr/>
          </p:nvSpPr>
          <p:spPr>
            <a:xfrm>
              <a:off x="4589552" y="472419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5A2">
                <a:alpha val="100000"/>
              </a:srgbClr>
            </a:solidFill>
            <a:ln w="5420" cap="flat">
              <a:solidFill>
                <a:srgbClr val="3A75A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89" name="pg2489"/>
            <p:cNvSpPr/>
            <p:nvPr/>
          </p:nvSpPr>
          <p:spPr>
            <a:xfrm>
              <a:off x="4601190" y="472419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5A2">
                <a:alpha val="100000"/>
              </a:srgbClr>
            </a:solidFill>
            <a:ln w="5420" cap="flat">
              <a:solidFill>
                <a:srgbClr val="3A75A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90" name="pg2490"/>
            <p:cNvSpPr/>
            <p:nvPr/>
          </p:nvSpPr>
          <p:spPr>
            <a:xfrm>
              <a:off x="3239622" y="473849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3969">
                <a:alpha val="100000"/>
              </a:srgbClr>
            </a:solidFill>
            <a:ln w="5420" cap="flat">
              <a:solidFill>
                <a:srgbClr val="3B396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91" name="pg2491"/>
            <p:cNvSpPr/>
            <p:nvPr/>
          </p:nvSpPr>
          <p:spPr>
            <a:xfrm>
              <a:off x="3251259" y="473849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3969">
                <a:alpha val="100000"/>
              </a:srgbClr>
            </a:solidFill>
            <a:ln w="5420" cap="flat">
              <a:solidFill>
                <a:srgbClr val="3B396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92" name="pg2492"/>
            <p:cNvSpPr/>
            <p:nvPr/>
          </p:nvSpPr>
          <p:spPr>
            <a:xfrm>
              <a:off x="3262897" y="473849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3969">
                <a:alpha val="100000"/>
              </a:srgbClr>
            </a:solidFill>
            <a:ln w="5420" cap="flat">
              <a:solidFill>
                <a:srgbClr val="3B396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93" name="pg2493"/>
            <p:cNvSpPr/>
            <p:nvPr/>
          </p:nvSpPr>
          <p:spPr>
            <a:xfrm>
              <a:off x="3274534" y="473849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3969">
                <a:alpha val="100000"/>
              </a:srgbClr>
            </a:solidFill>
            <a:ln w="5420" cap="flat">
              <a:solidFill>
                <a:srgbClr val="3B396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94" name="pg2494"/>
            <p:cNvSpPr/>
            <p:nvPr/>
          </p:nvSpPr>
          <p:spPr>
            <a:xfrm>
              <a:off x="3286171" y="473849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3969">
                <a:alpha val="100000"/>
              </a:srgbClr>
            </a:solidFill>
            <a:ln w="5420" cap="flat">
              <a:solidFill>
                <a:srgbClr val="3B396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95" name="pg2495"/>
            <p:cNvSpPr/>
            <p:nvPr/>
          </p:nvSpPr>
          <p:spPr>
            <a:xfrm>
              <a:off x="3600379" y="473849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3C6D">
                <a:alpha val="100000"/>
              </a:srgbClr>
            </a:solidFill>
            <a:ln w="5420" cap="flat">
              <a:solidFill>
                <a:srgbClr val="3B3C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96" name="pg2496"/>
            <p:cNvSpPr/>
            <p:nvPr/>
          </p:nvSpPr>
          <p:spPr>
            <a:xfrm>
              <a:off x="3612016" y="473849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3C6C">
                <a:alpha val="100000"/>
              </a:srgbClr>
            </a:solidFill>
            <a:ln w="5420" cap="flat">
              <a:solidFill>
                <a:srgbClr val="3B3C6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97" name="pg2497"/>
            <p:cNvSpPr/>
            <p:nvPr/>
          </p:nvSpPr>
          <p:spPr>
            <a:xfrm>
              <a:off x="3623654" y="473849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3C6C">
                <a:alpha val="100000"/>
              </a:srgbClr>
            </a:solidFill>
            <a:ln w="5420" cap="flat">
              <a:solidFill>
                <a:srgbClr val="3B3C6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98" name="pg2498"/>
            <p:cNvSpPr/>
            <p:nvPr/>
          </p:nvSpPr>
          <p:spPr>
            <a:xfrm>
              <a:off x="3635291" y="473849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3C6C">
                <a:alpha val="100000"/>
              </a:srgbClr>
            </a:solidFill>
            <a:ln w="5420" cap="flat">
              <a:solidFill>
                <a:srgbClr val="3B3C6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99" name="pg2499"/>
            <p:cNvSpPr/>
            <p:nvPr/>
          </p:nvSpPr>
          <p:spPr>
            <a:xfrm>
              <a:off x="3646928" y="473849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3C6C">
                <a:alpha val="100000"/>
              </a:srgbClr>
            </a:solidFill>
            <a:ln w="5420" cap="flat">
              <a:solidFill>
                <a:srgbClr val="3B3C6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00" name="pg2500"/>
            <p:cNvSpPr/>
            <p:nvPr/>
          </p:nvSpPr>
          <p:spPr>
            <a:xfrm>
              <a:off x="3658566" y="473849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3C6D">
                <a:alpha val="100000"/>
              </a:srgbClr>
            </a:solidFill>
            <a:ln w="5420" cap="flat">
              <a:solidFill>
                <a:srgbClr val="3B3C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01" name="pg2501"/>
            <p:cNvSpPr/>
            <p:nvPr/>
          </p:nvSpPr>
          <p:spPr>
            <a:xfrm>
              <a:off x="3670203" y="473849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3C6D">
                <a:alpha val="100000"/>
              </a:srgbClr>
            </a:solidFill>
            <a:ln w="5420" cap="flat">
              <a:solidFill>
                <a:srgbClr val="3B3C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02" name="pg2502"/>
            <p:cNvSpPr/>
            <p:nvPr/>
          </p:nvSpPr>
          <p:spPr>
            <a:xfrm>
              <a:off x="3681840" y="473849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3C6D">
                <a:alpha val="100000"/>
              </a:srgbClr>
            </a:solidFill>
            <a:ln w="5420" cap="flat">
              <a:solidFill>
                <a:srgbClr val="3B3C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03" name="pg2503"/>
            <p:cNvSpPr/>
            <p:nvPr/>
          </p:nvSpPr>
          <p:spPr>
            <a:xfrm>
              <a:off x="3693478" y="473849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3C6E">
                <a:alpha val="100000"/>
              </a:srgbClr>
            </a:solidFill>
            <a:ln w="5420" cap="flat">
              <a:solidFill>
                <a:srgbClr val="3B3C6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04" name="pg2504"/>
            <p:cNvSpPr/>
            <p:nvPr/>
          </p:nvSpPr>
          <p:spPr>
            <a:xfrm>
              <a:off x="3705115" y="473849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3D6E">
                <a:alpha val="100000"/>
              </a:srgbClr>
            </a:solidFill>
            <a:ln w="5420" cap="flat">
              <a:solidFill>
                <a:srgbClr val="3B3D6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05" name="pg2505"/>
            <p:cNvSpPr/>
            <p:nvPr/>
          </p:nvSpPr>
          <p:spPr>
            <a:xfrm>
              <a:off x="3716752" y="473849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3D6F">
                <a:alpha val="100000"/>
              </a:srgbClr>
            </a:solidFill>
            <a:ln w="5420" cap="flat">
              <a:solidFill>
                <a:srgbClr val="3B3D6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06" name="pg2506"/>
            <p:cNvSpPr/>
            <p:nvPr/>
          </p:nvSpPr>
          <p:spPr>
            <a:xfrm>
              <a:off x="3728390" y="473849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3E70">
                <a:alpha val="100000"/>
              </a:srgbClr>
            </a:solidFill>
            <a:ln w="5420" cap="flat">
              <a:solidFill>
                <a:srgbClr val="3B3E7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07" name="pg2507"/>
            <p:cNvSpPr/>
            <p:nvPr/>
          </p:nvSpPr>
          <p:spPr>
            <a:xfrm>
              <a:off x="3740027" y="473849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3F72">
                <a:alpha val="100000"/>
              </a:srgbClr>
            </a:solidFill>
            <a:ln w="5420" cap="flat">
              <a:solidFill>
                <a:srgbClr val="3B3F7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08" name="pg2508"/>
            <p:cNvSpPr/>
            <p:nvPr/>
          </p:nvSpPr>
          <p:spPr>
            <a:xfrm>
              <a:off x="3751664" y="473849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174">
                <a:alpha val="100000"/>
              </a:srgbClr>
            </a:solidFill>
            <a:ln w="5420" cap="flat">
              <a:solidFill>
                <a:srgbClr val="3C417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09" name="pg2509"/>
            <p:cNvSpPr/>
            <p:nvPr/>
          </p:nvSpPr>
          <p:spPr>
            <a:xfrm>
              <a:off x="3856400" y="473849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5089">
                <a:alpha val="100000"/>
              </a:srgbClr>
            </a:solidFill>
            <a:ln w="5420" cap="flat">
              <a:solidFill>
                <a:srgbClr val="3B508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10" name="pg2510"/>
            <p:cNvSpPr/>
            <p:nvPr/>
          </p:nvSpPr>
          <p:spPr>
            <a:xfrm>
              <a:off x="3868038" y="473849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4F88">
                <a:alpha val="100000"/>
              </a:srgbClr>
            </a:solidFill>
            <a:ln w="5420" cap="flat">
              <a:solidFill>
                <a:srgbClr val="3B4F8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11" name="pg2511"/>
            <p:cNvSpPr/>
            <p:nvPr/>
          </p:nvSpPr>
          <p:spPr>
            <a:xfrm>
              <a:off x="3879675" y="473849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4F88">
                <a:alpha val="100000"/>
              </a:srgbClr>
            </a:solidFill>
            <a:ln w="5420" cap="flat">
              <a:solidFill>
                <a:srgbClr val="3B4F8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12" name="pg2512"/>
            <p:cNvSpPr/>
            <p:nvPr/>
          </p:nvSpPr>
          <p:spPr>
            <a:xfrm>
              <a:off x="3891312" y="473849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4E87">
                <a:alpha val="100000"/>
              </a:srgbClr>
            </a:solidFill>
            <a:ln w="5420" cap="flat">
              <a:solidFill>
                <a:srgbClr val="3B4E8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13" name="pg2513"/>
            <p:cNvSpPr/>
            <p:nvPr/>
          </p:nvSpPr>
          <p:spPr>
            <a:xfrm>
              <a:off x="3902950" y="473849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4E86">
                <a:alpha val="100000"/>
              </a:srgbClr>
            </a:solidFill>
            <a:ln w="5420" cap="flat">
              <a:solidFill>
                <a:srgbClr val="3B4E8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14" name="pg2514"/>
            <p:cNvSpPr/>
            <p:nvPr/>
          </p:nvSpPr>
          <p:spPr>
            <a:xfrm>
              <a:off x="3914587" y="473849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4D86">
                <a:alpha val="100000"/>
              </a:srgbClr>
            </a:solidFill>
            <a:ln w="5420" cap="flat">
              <a:solidFill>
                <a:srgbClr val="3B4D8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15" name="pg2515"/>
            <p:cNvSpPr/>
            <p:nvPr/>
          </p:nvSpPr>
          <p:spPr>
            <a:xfrm>
              <a:off x="3926224" y="473849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D85">
                <a:alpha val="100000"/>
              </a:srgbClr>
            </a:solidFill>
            <a:ln w="5420" cap="flat">
              <a:solidFill>
                <a:srgbClr val="3C4D8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16" name="pg2516"/>
            <p:cNvSpPr/>
            <p:nvPr/>
          </p:nvSpPr>
          <p:spPr>
            <a:xfrm>
              <a:off x="3937862" y="473849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D85">
                <a:alpha val="100000"/>
              </a:srgbClr>
            </a:solidFill>
            <a:ln w="5420" cap="flat">
              <a:solidFill>
                <a:srgbClr val="3C4D8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17" name="pg2517"/>
            <p:cNvSpPr/>
            <p:nvPr/>
          </p:nvSpPr>
          <p:spPr>
            <a:xfrm>
              <a:off x="3949499" y="473849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D85">
                <a:alpha val="100000"/>
              </a:srgbClr>
            </a:solidFill>
            <a:ln w="5420" cap="flat">
              <a:solidFill>
                <a:srgbClr val="3C4D8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18" name="pg2518"/>
            <p:cNvSpPr/>
            <p:nvPr/>
          </p:nvSpPr>
          <p:spPr>
            <a:xfrm>
              <a:off x="3961136" y="473849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C84">
                <a:alpha val="100000"/>
              </a:srgbClr>
            </a:solidFill>
            <a:ln w="5420" cap="flat">
              <a:solidFill>
                <a:srgbClr val="3C4C8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19" name="pg2519"/>
            <p:cNvSpPr/>
            <p:nvPr/>
          </p:nvSpPr>
          <p:spPr>
            <a:xfrm>
              <a:off x="4065872" y="473849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97F">
                <a:alpha val="100000"/>
              </a:srgbClr>
            </a:solidFill>
            <a:ln w="5420" cap="flat">
              <a:solidFill>
                <a:srgbClr val="3C497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20" name="pg2520"/>
            <p:cNvSpPr/>
            <p:nvPr/>
          </p:nvSpPr>
          <p:spPr>
            <a:xfrm>
              <a:off x="4077510" y="473849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87E">
                <a:alpha val="100000"/>
              </a:srgbClr>
            </a:solidFill>
            <a:ln w="5420" cap="flat">
              <a:solidFill>
                <a:srgbClr val="3C487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21" name="pg2521"/>
            <p:cNvSpPr/>
            <p:nvPr/>
          </p:nvSpPr>
          <p:spPr>
            <a:xfrm>
              <a:off x="4089147" y="473849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77D">
                <a:alpha val="100000"/>
              </a:srgbClr>
            </a:solidFill>
            <a:ln w="5420" cap="flat">
              <a:solidFill>
                <a:srgbClr val="3C477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22" name="pg2522"/>
            <p:cNvSpPr/>
            <p:nvPr/>
          </p:nvSpPr>
          <p:spPr>
            <a:xfrm>
              <a:off x="4100784" y="473849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77C">
                <a:alpha val="100000"/>
              </a:srgbClr>
            </a:solidFill>
            <a:ln w="5420" cap="flat">
              <a:solidFill>
                <a:srgbClr val="3C477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23" name="pg2523"/>
            <p:cNvSpPr/>
            <p:nvPr/>
          </p:nvSpPr>
          <p:spPr>
            <a:xfrm>
              <a:off x="4112422" y="473849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67B">
                <a:alpha val="100000"/>
              </a:srgbClr>
            </a:solidFill>
            <a:ln w="5420" cap="flat">
              <a:solidFill>
                <a:srgbClr val="3C467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24" name="pg2524"/>
            <p:cNvSpPr/>
            <p:nvPr/>
          </p:nvSpPr>
          <p:spPr>
            <a:xfrm>
              <a:off x="4124059" y="473849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57A">
                <a:alpha val="100000"/>
              </a:srgbClr>
            </a:solidFill>
            <a:ln w="5420" cap="flat">
              <a:solidFill>
                <a:srgbClr val="3C457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25" name="pg2525"/>
            <p:cNvSpPr/>
            <p:nvPr/>
          </p:nvSpPr>
          <p:spPr>
            <a:xfrm>
              <a:off x="4135696" y="473849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479">
                <a:alpha val="100000"/>
              </a:srgbClr>
            </a:solidFill>
            <a:ln w="5420" cap="flat">
              <a:solidFill>
                <a:srgbClr val="3C447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26" name="pg2526"/>
            <p:cNvSpPr/>
            <p:nvPr/>
          </p:nvSpPr>
          <p:spPr>
            <a:xfrm>
              <a:off x="4147334" y="473849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478">
                <a:alpha val="100000"/>
              </a:srgbClr>
            </a:solidFill>
            <a:ln w="5420" cap="flat">
              <a:solidFill>
                <a:srgbClr val="3C447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27" name="pg2527"/>
            <p:cNvSpPr/>
            <p:nvPr/>
          </p:nvSpPr>
          <p:spPr>
            <a:xfrm>
              <a:off x="4158971" y="473849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377">
                <a:alpha val="100000"/>
              </a:srgbClr>
            </a:solidFill>
            <a:ln w="5420" cap="flat">
              <a:solidFill>
                <a:srgbClr val="3C437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28" name="pg2528"/>
            <p:cNvSpPr/>
            <p:nvPr/>
          </p:nvSpPr>
          <p:spPr>
            <a:xfrm>
              <a:off x="4228795" y="473849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478">
                <a:alpha val="100000"/>
              </a:srgbClr>
            </a:solidFill>
            <a:ln w="5420" cap="flat">
              <a:solidFill>
                <a:srgbClr val="3C447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29" name="pg2529"/>
            <p:cNvSpPr/>
            <p:nvPr/>
          </p:nvSpPr>
          <p:spPr>
            <a:xfrm>
              <a:off x="4240432" y="473849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579">
                <a:alpha val="100000"/>
              </a:srgbClr>
            </a:solidFill>
            <a:ln w="5420" cap="flat">
              <a:solidFill>
                <a:srgbClr val="3C457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30" name="pg2530"/>
            <p:cNvSpPr/>
            <p:nvPr/>
          </p:nvSpPr>
          <p:spPr>
            <a:xfrm>
              <a:off x="4252070" y="473849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67B">
                <a:alpha val="100000"/>
              </a:srgbClr>
            </a:solidFill>
            <a:ln w="5420" cap="flat">
              <a:solidFill>
                <a:srgbClr val="3C467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31" name="pg2531"/>
            <p:cNvSpPr/>
            <p:nvPr/>
          </p:nvSpPr>
          <p:spPr>
            <a:xfrm>
              <a:off x="4263707" y="473849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77C">
                <a:alpha val="100000"/>
              </a:srgbClr>
            </a:solidFill>
            <a:ln w="5420" cap="flat">
              <a:solidFill>
                <a:srgbClr val="3C477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32" name="pg2532"/>
            <p:cNvSpPr/>
            <p:nvPr/>
          </p:nvSpPr>
          <p:spPr>
            <a:xfrm>
              <a:off x="4275344" y="473849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87F">
                <a:alpha val="100000"/>
              </a:srgbClr>
            </a:solidFill>
            <a:ln w="5420" cap="flat">
              <a:solidFill>
                <a:srgbClr val="3C487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33" name="pg2533"/>
            <p:cNvSpPr/>
            <p:nvPr/>
          </p:nvSpPr>
          <p:spPr>
            <a:xfrm>
              <a:off x="4286982" y="473849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C84">
                <a:alpha val="100000"/>
              </a:srgbClr>
            </a:solidFill>
            <a:ln w="5420" cap="flat">
              <a:solidFill>
                <a:srgbClr val="3C4C8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34" name="pg2534"/>
            <p:cNvSpPr/>
            <p:nvPr/>
          </p:nvSpPr>
          <p:spPr>
            <a:xfrm>
              <a:off x="4298619" y="473849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4E87">
                <a:alpha val="100000"/>
              </a:srgbClr>
            </a:solidFill>
            <a:ln w="5420" cap="flat">
              <a:solidFill>
                <a:srgbClr val="3B4E8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35" name="pg2535"/>
            <p:cNvSpPr/>
            <p:nvPr/>
          </p:nvSpPr>
          <p:spPr>
            <a:xfrm>
              <a:off x="4310256" y="473849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518A">
                <a:alpha val="100000"/>
              </a:srgbClr>
            </a:solidFill>
            <a:ln w="5420" cap="flat">
              <a:solidFill>
                <a:srgbClr val="3B518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36" name="pg2536"/>
            <p:cNvSpPr/>
            <p:nvPr/>
          </p:nvSpPr>
          <p:spPr>
            <a:xfrm>
              <a:off x="4321894" y="473849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538D">
                <a:alpha val="100000"/>
              </a:srgbClr>
            </a:solidFill>
            <a:ln w="5420" cap="flat">
              <a:solidFill>
                <a:srgbClr val="3B538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37" name="pg2537"/>
            <p:cNvSpPr/>
            <p:nvPr/>
          </p:nvSpPr>
          <p:spPr>
            <a:xfrm>
              <a:off x="4333531" y="473849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5591">
                <a:alpha val="100000"/>
              </a:srgbClr>
            </a:solidFill>
            <a:ln w="5420" cap="flat">
              <a:solidFill>
                <a:srgbClr val="3B559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38" name="pg2538"/>
            <p:cNvSpPr/>
            <p:nvPr/>
          </p:nvSpPr>
          <p:spPr>
            <a:xfrm>
              <a:off x="4345168" y="473849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5794">
                <a:alpha val="100000"/>
              </a:srgbClr>
            </a:solidFill>
            <a:ln w="5420" cap="flat">
              <a:solidFill>
                <a:srgbClr val="3A579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39" name="pg2539"/>
            <p:cNvSpPr/>
            <p:nvPr/>
          </p:nvSpPr>
          <p:spPr>
            <a:xfrm>
              <a:off x="4554640" y="473849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4A1">
                <a:alpha val="100000"/>
              </a:srgbClr>
            </a:solidFill>
            <a:ln w="5420" cap="flat">
              <a:solidFill>
                <a:srgbClr val="3A74A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40" name="pg2540"/>
            <p:cNvSpPr/>
            <p:nvPr/>
          </p:nvSpPr>
          <p:spPr>
            <a:xfrm>
              <a:off x="4566278" y="473849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4A1">
                <a:alpha val="100000"/>
              </a:srgbClr>
            </a:solidFill>
            <a:ln w="5420" cap="flat">
              <a:solidFill>
                <a:srgbClr val="3A74A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41" name="pg2541"/>
            <p:cNvSpPr/>
            <p:nvPr/>
          </p:nvSpPr>
          <p:spPr>
            <a:xfrm>
              <a:off x="4577915" y="473849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4A1">
                <a:alpha val="100000"/>
              </a:srgbClr>
            </a:solidFill>
            <a:ln w="5420" cap="flat">
              <a:solidFill>
                <a:srgbClr val="3A74A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42" name="pg2542"/>
            <p:cNvSpPr/>
            <p:nvPr/>
          </p:nvSpPr>
          <p:spPr>
            <a:xfrm>
              <a:off x="4589552" y="473849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4A1">
                <a:alpha val="100000"/>
              </a:srgbClr>
            </a:solidFill>
            <a:ln w="5420" cap="flat">
              <a:solidFill>
                <a:srgbClr val="3A74A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43" name="pg2543"/>
            <p:cNvSpPr/>
            <p:nvPr/>
          </p:nvSpPr>
          <p:spPr>
            <a:xfrm>
              <a:off x="4601190" y="473849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4A1">
                <a:alpha val="100000"/>
              </a:srgbClr>
            </a:solidFill>
            <a:ln w="5420" cap="flat">
              <a:solidFill>
                <a:srgbClr val="3A74A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44" name="pg2544"/>
            <p:cNvSpPr/>
            <p:nvPr/>
          </p:nvSpPr>
          <p:spPr>
            <a:xfrm>
              <a:off x="3146523" y="475279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528D">
                <a:alpha val="100000"/>
              </a:srgbClr>
            </a:solidFill>
            <a:ln w="5420" cap="flat">
              <a:solidFill>
                <a:srgbClr val="3B528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45" name="pg2545"/>
            <p:cNvSpPr/>
            <p:nvPr/>
          </p:nvSpPr>
          <p:spPr>
            <a:xfrm>
              <a:off x="3158161" y="475279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508A">
                <a:alpha val="100000"/>
              </a:srgbClr>
            </a:solidFill>
            <a:ln w="5420" cap="flat">
              <a:solidFill>
                <a:srgbClr val="3B508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46" name="pg2546"/>
            <p:cNvSpPr/>
            <p:nvPr/>
          </p:nvSpPr>
          <p:spPr>
            <a:xfrm>
              <a:off x="3169798" y="475279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4E86">
                <a:alpha val="100000"/>
              </a:srgbClr>
            </a:solidFill>
            <a:ln w="5420" cap="flat">
              <a:solidFill>
                <a:srgbClr val="3B4E8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47" name="pg2547"/>
            <p:cNvSpPr/>
            <p:nvPr/>
          </p:nvSpPr>
          <p:spPr>
            <a:xfrm>
              <a:off x="3227985" y="475279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3968">
                <a:alpha val="100000"/>
              </a:srgbClr>
            </a:solidFill>
            <a:ln w="5420" cap="flat">
              <a:solidFill>
                <a:srgbClr val="3B396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48" name="pg2548"/>
            <p:cNvSpPr/>
            <p:nvPr/>
          </p:nvSpPr>
          <p:spPr>
            <a:xfrm>
              <a:off x="3239622" y="475279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3867">
                <a:alpha val="100000"/>
              </a:srgbClr>
            </a:solidFill>
            <a:ln w="5420" cap="flat">
              <a:solidFill>
                <a:srgbClr val="3B386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49" name="pg2549"/>
            <p:cNvSpPr/>
            <p:nvPr/>
          </p:nvSpPr>
          <p:spPr>
            <a:xfrm>
              <a:off x="3251259" y="475279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3767">
                <a:alpha val="100000"/>
              </a:srgbClr>
            </a:solidFill>
            <a:ln w="5420" cap="flat">
              <a:solidFill>
                <a:srgbClr val="3B376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50" name="pg2550"/>
            <p:cNvSpPr/>
            <p:nvPr/>
          </p:nvSpPr>
          <p:spPr>
            <a:xfrm>
              <a:off x="3262897" y="475279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3867">
                <a:alpha val="100000"/>
              </a:srgbClr>
            </a:solidFill>
            <a:ln w="5420" cap="flat">
              <a:solidFill>
                <a:srgbClr val="3B386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51" name="pg2551"/>
            <p:cNvSpPr/>
            <p:nvPr/>
          </p:nvSpPr>
          <p:spPr>
            <a:xfrm>
              <a:off x="3274534" y="475279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3968">
                <a:alpha val="100000"/>
              </a:srgbClr>
            </a:solidFill>
            <a:ln w="5420" cap="flat">
              <a:solidFill>
                <a:srgbClr val="3B396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52" name="pg2552"/>
            <p:cNvSpPr/>
            <p:nvPr/>
          </p:nvSpPr>
          <p:spPr>
            <a:xfrm>
              <a:off x="3286171" y="475279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3969">
                <a:alpha val="100000"/>
              </a:srgbClr>
            </a:solidFill>
            <a:ln w="5420" cap="flat">
              <a:solidFill>
                <a:srgbClr val="3B396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53" name="pg2553"/>
            <p:cNvSpPr/>
            <p:nvPr/>
          </p:nvSpPr>
          <p:spPr>
            <a:xfrm>
              <a:off x="3297809" y="475279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3969">
                <a:alpha val="100000"/>
              </a:srgbClr>
            </a:solidFill>
            <a:ln w="5420" cap="flat">
              <a:solidFill>
                <a:srgbClr val="3B396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54" name="pg2554"/>
            <p:cNvSpPr/>
            <p:nvPr/>
          </p:nvSpPr>
          <p:spPr>
            <a:xfrm>
              <a:off x="3309446" y="475279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3969">
                <a:alpha val="100000"/>
              </a:srgbClr>
            </a:solidFill>
            <a:ln w="5420" cap="flat">
              <a:solidFill>
                <a:srgbClr val="3B396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55" name="pg2555"/>
            <p:cNvSpPr/>
            <p:nvPr/>
          </p:nvSpPr>
          <p:spPr>
            <a:xfrm>
              <a:off x="3321083" y="475279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3969">
                <a:alpha val="100000"/>
              </a:srgbClr>
            </a:solidFill>
            <a:ln w="5420" cap="flat">
              <a:solidFill>
                <a:srgbClr val="3B396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56" name="pg2556"/>
            <p:cNvSpPr/>
            <p:nvPr/>
          </p:nvSpPr>
          <p:spPr>
            <a:xfrm>
              <a:off x="3332721" y="475279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3969">
                <a:alpha val="100000"/>
              </a:srgbClr>
            </a:solidFill>
            <a:ln w="5420" cap="flat">
              <a:solidFill>
                <a:srgbClr val="3B396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57" name="pg2557"/>
            <p:cNvSpPr/>
            <p:nvPr/>
          </p:nvSpPr>
          <p:spPr>
            <a:xfrm>
              <a:off x="3344358" y="475279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3A6A">
                <a:alpha val="100000"/>
              </a:srgbClr>
            </a:solidFill>
            <a:ln w="5420" cap="flat">
              <a:solidFill>
                <a:srgbClr val="3B3A6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58" name="pg2558"/>
            <p:cNvSpPr/>
            <p:nvPr/>
          </p:nvSpPr>
          <p:spPr>
            <a:xfrm>
              <a:off x="3437457" y="475279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3D6F">
                <a:alpha val="100000"/>
              </a:srgbClr>
            </a:solidFill>
            <a:ln w="5420" cap="flat">
              <a:solidFill>
                <a:srgbClr val="3B3D6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59" name="pg2559"/>
            <p:cNvSpPr/>
            <p:nvPr/>
          </p:nvSpPr>
          <p:spPr>
            <a:xfrm>
              <a:off x="3449094" y="475279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3D6F">
                <a:alpha val="100000"/>
              </a:srgbClr>
            </a:solidFill>
            <a:ln w="5420" cap="flat">
              <a:solidFill>
                <a:srgbClr val="3B3D6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60" name="pg2560"/>
            <p:cNvSpPr/>
            <p:nvPr/>
          </p:nvSpPr>
          <p:spPr>
            <a:xfrm>
              <a:off x="3460731" y="475279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3D6E">
                <a:alpha val="100000"/>
              </a:srgbClr>
            </a:solidFill>
            <a:ln w="5420" cap="flat">
              <a:solidFill>
                <a:srgbClr val="3B3D6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61" name="pg2561"/>
            <p:cNvSpPr/>
            <p:nvPr/>
          </p:nvSpPr>
          <p:spPr>
            <a:xfrm>
              <a:off x="3472369" y="475279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3D6E">
                <a:alpha val="100000"/>
              </a:srgbClr>
            </a:solidFill>
            <a:ln w="5420" cap="flat">
              <a:solidFill>
                <a:srgbClr val="3B3D6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62" name="pg2562"/>
            <p:cNvSpPr/>
            <p:nvPr/>
          </p:nvSpPr>
          <p:spPr>
            <a:xfrm>
              <a:off x="3484006" y="475279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3D6E">
                <a:alpha val="100000"/>
              </a:srgbClr>
            </a:solidFill>
            <a:ln w="5420" cap="flat">
              <a:solidFill>
                <a:srgbClr val="3B3D6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63" name="pg2563"/>
            <p:cNvSpPr/>
            <p:nvPr/>
          </p:nvSpPr>
          <p:spPr>
            <a:xfrm>
              <a:off x="3600379" y="475279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3B6C">
                <a:alpha val="100000"/>
              </a:srgbClr>
            </a:solidFill>
            <a:ln w="5420" cap="flat">
              <a:solidFill>
                <a:srgbClr val="3B3B6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64" name="pg2564"/>
            <p:cNvSpPr/>
            <p:nvPr/>
          </p:nvSpPr>
          <p:spPr>
            <a:xfrm>
              <a:off x="3612016" y="475279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3B6B">
                <a:alpha val="100000"/>
              </a:srgbClr>
            </a:solidFill>
            <a:ln w="5420" cap="flat">
              <a:solidFill>
                <a:srgbClr val="3B3B6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65" name="pg2565"/>
            <p:cNvSpPr/>
            <p:nvPr/>
          </p:nvSpPr>
          <p:spPr>
            <a:xfrm>
              <a:off x="3623654" y="475279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3B6B">
                <a:alpha val="100000"/>
              </a:srgbClr>
            </a:solidFill>
            <a:ln w="5420" cap="flat">
              <a:solidFill>
                <a:srgbClr val="3B3B6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66" name="pg2566"/>
            <p:cNvSpPr/>
            <p:nvPr/>
          </p:nvSpPr>
          <p:spPr>
            <a:xfrm>
              <a:off x="3635291" y="475279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3B6B">
                <a:alpha val="100000"/>
              </a:srgbClr>
            </a:solidFill>
            <a:ln w="5420" cap="flat">
              <a:solidFill>
                <a:srgbClr val="3B3B6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67" name="pg2567"/>
            <p:cNvSpPr/>
            <p:nvPr/>
          </p:nvSpPr>
          <p:spPr>
            <a:xfrm>
              <a:off x="3646928" y="475279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3B6B">
                <a:alpha val="100000"/>
              </a:srgbClr>
            </a:solidFill>
            <a:ln w="5420" cap="flat">
              <a:solidFill>
                <a:srgbClr val="3B3B6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68" name="pg2568"/>
            <p:cNvSpPr/>
            <p:nvPr/>
          </p:nvSpPr>
          <p:spPr>
            <a:xfrm>
              <a:off x="3658566" y="475279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3B6B">
                <a:alpha val="100000"/>
              </a:srgbClr>
            </a:solidFill>
            <a:ln w="5420" cap="flat">
              <a:solidFill>
                <a:srgbClr val="3B3B6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69" name="pg2569"/>
            <p:cNvSpPr/>
            <p:nvPr/>
          </p:nvSpPr>
          <p:spPr>
            <a:xfrm>
              <a:off x="3670203" y="475279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3B6C">
                <a:alpha val="100000"/>
              </a:srgbClr>
            </a:solidFill>
            <a:ln w="5420" cap="flat">
              <a:solidFill>
                <a:srgbClr val="3B3B6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70" name="pg2570"/>
            <p:cNvSpPr/>
            <p:nvPr/>
          </p:nvSpPr>
          <p:spPr>
            <a:xfrm>
              <a:off x="3681840" y="475279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3B6C">
                <a:alpha val="100000"/>
              </a:srgbClr>
            </a:solidFill>
            <a:ln w="5420" cap="flat">
              <a:solidFill>
                <a:srgbClr val="3B3B6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71" name="pg2571"/>
            <p:cNvSpPr/>
            <p:nvPr/>
          </p:nvSpPr>
          <p:spPr>
            <a:xfrm>
              <a:off x="3693478" y="475279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3C6C">
                <a:alpha val="100000"/>
              </a:srgbClr>
            </a:solidFill>
            <a:ln w="5420" cap="flat">
              <a:solidFill>
                <a:srgbClr val="3B3C6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72" name="pg2572"/>
            <p:cNvSpPr/>
            <p:nvPr/>
          </p:nvSpPr>
          <p:spPr>
            <a:xfrm>
              <a:off x="3705115" y="475279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3C6D">
                <a:alpha val="100000"/>
              </a:srgbClr>
            </a:solidFill>
            <a:ln w="5420" cap="flat">
              <a:solidFill>
                <a:srgbClr val="3B3C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73" name="pg2573"/>
            <p:cNvSpPr/>
            <p:nvPr/>
          </p:nvSpPr>
          <p:spPr>
            <a:xfrm>
              <a:off x="3716752" y="475279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3C6D">
                <a:alpha val="100000"/>
              </a:srgbClr>
            </a:solidFill>
            <a:ln w="5420" cap="flat">
              <a:solidFill>
                <a:srgbClr val="3B3C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74" name="pg2574"/>
            <p:cNvSpPr/>
            <p:nvPr/>
          </p:nvSpPr>
          <p:spPr>
            <a:xfrm>
              <a:off x="3728390" y="475279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3D6E">
                <a:alpha val="100000"/>
              </a:srgbClr>
            </a:solidFill>
            <a:ln w="5420" cap="flat">
              <a:solidFill>
                <a:srgbClr val="3B3D6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75" name="pg2575"/>
            <p:cNvSpPr/>
            <p:nvPr/>
          </p:nvSpPr>
          <p:spPr>
            <a:xfrm>
              <a:off x="3740027" y="475279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3E70">
                <a:alpha val="100000"/>
              </a:srgbClr>
            </a:solidFill>
            <a:ln w="5420" cap="flat">
              <a:solidFill>
                <a:srgbClr val="3B3E7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76" name="pg2576"/>
            <p:cNvSpPr/>
            <p:nvPr/>
          </p:nvSpPr>
          <p:spPr>
            <a:xfrm>
              <a:off x="3751664" y="475279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3F71">
                <a:alpha val="100000"/>
              </a:srgbClr>
            </a:solidFill>
            <a:ln w="5420" cap="flat">
              <a:solidFill>
                <a:srgbClr val="3B3F7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77" name="pg2577"/>
            <p:cNvSpPr/>
            <p:nvPr/>
          </p:nvSpPr>
          <p:spPr>
            <a:xfrm>
              <a:off x="4100784" y="475279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67B">
                <a:alpha val="100000"/>
              </a:srgbClr>
            </a:solidFill>
            <a:ln w="5420" cap="flat">
              <a:solidFill>
                <a:srgbClr val="3C467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78" name="pg2578"/>
            <p:cNvSpPr/>
            <p:nvPr/>
          </p:nvSpPr>
          <p:spPr>
            <a:xfrm>
              <a:off x="4112422" y="475279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57A">
                <a:alpha val="100000"/>
              </a:srgbClr>
            </a:solidFill>
            <a:ln w="5420" cap="flat">
              <a:solidFill>
                <a:srgbClr val="3C457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79" name="pg2579"/>
            <p:cNvSpPr/>
            <p:nvPr/>
          </p:nvSpPr>
          <p:spPr>
            <a:xfrm>
              <a:off x="4124059" y="475279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478">
                <a:alpha val="100000"/>
              </a:srgbClr>
            </a:solidFill>
            <a:ln w="5420" cap="flat">
              <a:solidFill>
                <a:srgbClr val="3C447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80" name="pg2580"/>
            <p:cNvSpPr/>
            <p:nvPr/>
          </p:nvSpPr>
          <p:spPr>
            <a:xfrm>
              <a:off x="4135696" y="475279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377">
                <a:alpha val="100000"/>
              </a:srgbClr>
            </a:solidFill>
            <a:ln w="5420" cap="flat">
              <a:solidFill>
                <a:srgbClr val="3C437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81" name="pg2581"/>
            <p:cNvSpPr/>
            <p:nvPr/>
          </p:nvSpPr>
          <p:spPr>
            <a:xfrm>
              <a:off x="4147334" y="475279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376">
                <a:alpha val="100000"/>
              </a:srgbClr>
            </a:solidFill>
            <a:ln w="5420" cap="flat">
              <a:solidFill>
                <a:srgbClr val="3C437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82" name="pg2582"/>
            <p:cNvSpPr/>
            <p:nvPr/>
          </p:nvSpPr>
          <p:spPr>
            <a:xfrm>
              <a:off x="4158971" y="475279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275">
                <a:alpha val="100000"/>
              </a:srgbClr>
            </a:solidFill>
            <a:ln w="5420" cap="flat">
              <a:solidFill>
                <a:srgbClr val="3C427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83" name="pg2583"/>
            <p:cNvSpPr/>
            <p:nvPr/>
          </p:nvSpPr>
          <p:spPr>
            <a:xfrm>
              <a:off x="4170608" y="475279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275">
                <a:alpha val="100000"/>
              </a:srgbClr>
            </a:solidFill>
            <a:ln w="5420" cap="flat">
              <a:solidFill>
                <a:srgbClr val="3C427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84" name="pg2584"/>
            <p:cNvSpPr/>
            <p:nvPr/>
          </p:nvSpPr>
          <p:spPr>
            <a:xfrm>
              <a:off x="4193883" y="475279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275">
                <a:alpha val="100000"/>
              </a:srgbClr>
            </a:solidFill>
            <a:ln w="5420" cap="flat">
              <a:solidFill>
                <a:srgbClr val="3C427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85" name="pg2585"/>
            <p:cNvSpPr/>
            <p:nvPr/>
          </p:nvSpPr>
          <p:spPr>
            <a:xfrm>
              <a:off x="4205520" y="475279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275">
                <a:alpha val="100000"/>
              </a:srgbClr>
            </a:solidFill>
            <a:ln w="5420" cap="flat">
              <a:solidFill>
                <a:srgbClr val="3C427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86" name="pg2586"/>
            <p:cNvSpPr/>
            <p:nvPr/>
          </p:nvSpPr>
          <p:spPr>
            <a:xfrm>
              <a:off x="4217158" y="475279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275">
                <a:alpha val="100000"/>
              </a:srgbClr>
            </a:solidFill>
            <a:ln w="5420" cap="flat">
              <a:solidFill>
                <a:srgbClr val="3C427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87" name="pg2587"/>
            <p:cNvSpPr/>
            <p:nvPr/>
          </p:nvSpPr>
          <p:spPr>
            <a:xfrm>
              <a:off x="4228795" y="475279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276">
                <a:alpha val="100000"/>
              </a:srgbClr>
            </a:solidFill>
            <a:ln w="5420" cap="flat">
              <a:solidFill>
                <a:srgbClr val="3C427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88" name="pg2588"/>
            <p:cNvSpPr/>
            <p:nvPr/>
          </p:nvSpPr>
          <p:spPr>
            <a:xfrm>
              <a:off x="4240432" y="475279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377">
                <a:alpha val="100000"/>
              </a:srgbClr>
            </a:solidFill>
            <a:ln w="5420" cap="flat">
              <a:solidFill>
                <a:srgbClr val="3C437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89" name="pg2589"/>
            <p:cNvSpPr/>
            <p:nvPr/>
          </p:nvSpPr>
          <p:spPr>
            <a:xfrm>
              <a:off x="4252070" y="475279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479">
                <a:alpha val="100000"/>
              </a:srgbClr>
            </a:solidFill>
            <a:ln w="5420" cap="flat">
              <a:solidFill>
                <a:srgbClr val="3C447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90" name="pg2590"/>
            <p:cNvSpPr/>
            <p:nvPr/>
          </p:nvSpPr>
          <p:spPr>
            <a:xfrm>
              <a:off x="4263707" y="475279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67A">
                <a:alpha val="100000"/>
              </a:srgbClr>
            </a:solidFill>
            <a:ln w="5420" cap="flat">
              <a:solidFill>
                <a:srgbClr val="3C467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91" name="pg2591"/>
            <p:cNvSpPr/>
            <p:nvPr/>
          </p:nvSpPr>
          <p:spPr>
            <a:xfrm>
              <a:off x="4275344" y="475279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77D">
                <a:alpha val="100000"/>
              </a:srgbClr>
            </a:solidFill>
            <a:ln w="5420" cap="flat">
              <a:solidFill>
                <a:srgbClr val="3C477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92" name="pg2592"/>
            <p:cNvSpPr/>
            <p:nvPr/>
          </p:nvSpPr>
          <p:spPr>
            <a:xfrm>
              <a:off x="4286982" y="475279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B82">
                <a:alpha val="100000"/>
              </a:srgbClr>
            </a:solidFill>
            <a:ln w="5420" cap="flat">
              <a:solidFill>
                <a:srgbClr val="3C4B8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93" name="pg2593"/>
            <p:cNvSpPr/>
            <p:nvPr/>
          </p:nvSpPr>
          <p:spPr>
            <a:xfrm>
              <a:off x="4298619" y="475279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4D85">
                <a:alpha val="100000"/>
              </a:srgbClr>
            </a:solidFill>
            <a:ln w="5420" cap="flat">
              <a:solidFill>
                <a:srgbClr val="3B4D8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94" name="pg2594"/>
            <p:cNvSpPr/>
            <p:nvPr/>
          </p:nvSpPr>
          <p:spPr>
            <a:xfrm>
              <a:off x="4310256" y="475279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4F89">
                <a:alpha val="100000"/>
              </a:srgbClr>
            </a:solidFill>
            <a:ln w="5420" cap="flat">
              <a:solidFill>
                <a:srgbClr val="3B4F8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95" name="pg2595"/>
            <p:cNvSpPr/>
            <p:nvPr/>
          </p:nvSpPr>
          <p:spPr>
            <a:xfrm>
              <a:off x="4321894" y="475279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528C">
                <a:alpha val="100000"/>
              </a:srgbClr>
            </a:solidFill>
            <a:ln w="5420" cap="flat">
              <a:solidFill>
                <a:srgbClr val="3B528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96" name="pg2596"/>
            <p:cNvSpPr/>
            <p:nvPr/>
          </p:nvSpPr>
          <p:spPr>
            <a:xfrm>
              <a:off x="4333531" y="475279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548F">
                <a:alpha val="100000"/>
              </a:srgbClr>
            </a:solidFill>
            <a:ln w="5420" cap="flat">
              <a:solidFill>
                <a:srgbClr val="3B548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97" name="pg2597"/>
            <p:cNvSpPr/>
            <p:nvPr/>
          </p:nvSpPr>
          <p:spPr>
            <a:xfrm>
              <a:off x="4345168" y="475279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5692">
                <a:alpha val="100000"/>
              </a:srgbClr>
            </a:solidFill>
            <a:ln w="5420" cap="flat">
              <a:solidFill>
                <a:srgbClr val="3A569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98" name="pg2598"/>
            <p:cNvSpPr/>
            <p:nvPr/>
          </p:nvSpPr>
          <p:spPr>
            <a:xfrm>
              <a:off x="4356806" y="475279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5895">
                <a:alpha val="100000"/>
              </a:srgbClr>
            </a:solidFill>
            <a:ln w="5420" cap="flat">
              <a:solidFill>
                <a:srgbClr val="3A589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99" name="pg2599"/>
            <p:cNvSpPr/>
            <p:nvPr/>
          </p:nvSpPr>
          <p:spPr>
            <a:xfrm>
              <a:off x="4566278" y="475279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4A1">
                <a:alpha val="100000"/>
              </a:srgbClr>
            </a:solidFill>
            <a:ln w="5420" cap="flat">
              <a:solidFill>
                <a:srgbClr val="3A74A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00" name="pg2600"/>
            <p:cNvSpPr/>
            <p:nvPr/>
          </p:nvSpPr>
          <p:spPr>
            <a:xfrm>
              <a:off x="4577915" y="475279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4A1">
                <a:alpha val="100000"/>
              </a:srgbClr>
            </a:solidFill>
            <a:ln w="5420" cap="flat">
              <a:solidFill>
                <a:srgbClr val="3A74A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01" name="pg2601"/>
            <p:cNvSpPr/>
            <p:nvPr/>
          </p:nvSpPr>
          <p:spPr>
            <a:xfrm>
              <a:off x="4589552" y="475279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4A1">
                <a:alpha val="100000"/>
              </a:srgbClr>
            </a:solidFill>
            <a:ln w="5420" cap="flat">
              <a:solidFill>
                <a:srgbClr val="3A74A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02" name="pg2602"/>
            <p:cNvSpPr/>
            <p:nvPr/>
          </p:nvSpPr>
          <p:spPr>
            <a:xfrm>
              <a:off x="4601190" y="475279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3A1">
                <a:alpha val="100000"/>
              </a:srgbClr>
            </a:solidFill>
            <a:ln w="5420" cap="flat">
              <a:solidFill>
                <a:srgbClr val="3A73A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03" name="pg2603"/>
            <p:cNvSpPr/>
            <p:nvPr/>
          </p:nvSpPr>
          <p:spPr>
            <a:xfrm>
              <a:off x="3123249" y="476709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5692">
                <a:alpha val="100000"/>
              </a:srgbClr>
            </a:solidFill>
            <a:ln w="5420" cap="flat">
              <a:solidFill>
                <a:srgbClr val="3B569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04" name="pg2604"/>
            <p:cNvSpPr/>
            <p:nvPr/>
          </p:nvSpPr>
          <p:spPr>
            <a:xfrm>
              <a:off x="3134886" y="476709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5692">
                <a:alpha val="100000"/>
              </a:srgbClr>
            </a:solidFill>
            <a:ln w="5420" cap="flat">
              <a:solidFill>
                <a:srgbClr val="3A569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05" name="pg2605"/>
            <p:cNvSpPr/>
            <p:nvPr/>
          </p:nvSpPr>
          <p:spPr>
            <a:xfrm>
              <a:off x="3146523" y="476709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5591">
                <a:alpha val="100000"/>
              </a:srgbClr>
            </a:solidFill>
            <a:ln w="5420" cap="flat">
              <a:solidFill>
                <a:srgbClr val="3B559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06" name="pg2606"/>
            <p:cNvSpPr/>
            <p:nvPr/>
          </p:nvSpPr>
          <p:spPr>
            <a:xfrm>
              <a:off x="3158161" y="476709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538E">
                <a:alpha val="100000"/>
              </a:srgbClr>
            </a:solidFill>
            <a:ln w="5420" cap="flat">
              <a:solidFill>
                <a:srgbClr val="3B538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07" name="pg2607"/>
            <p:cNvSpPr/>
            <p:nvPr/>
          </p:nvSpPr>
          <p:spPr>
            <a:xfrm>
              <a:off x="3169798" y="476709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5089">
                <a:alpha val="100000"/>
              </a:srgbClr>
            </a:solidFill>
            <a:ln w="5420" cap="flat">
              <a:solidFill>
                <a:srgbClr val="3B508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08" name="pg2608"/>
            <p:cNvSpPr/>
            <p:nvPr/>
          </p:nvSpPr>
          <p:spPr>
            <a:xfrm>
              <a:off x="3181435" y="476709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C84">
                <a:alpha val="100000"/>
              </a:srgbClr>
            </a:solidFill>
            <a:ln w="5420" cap="flat">
              <a:solidFill>
                <a:srgbClr val="3C4C8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09" name="pg2609"/>
            <p:cNvSpPr/>
            <p:nvPr/>
          </p:nvSpPr>
          <p:spPr>
            <a:xfrm>
              <a:off x="3216347" y="476709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3C6E">
                <a:alpha val="100000"/>
              </a:srgbClr>
            </a:solidFill>
            <a:ln w="5420" cap="flat">
              <a:solidFill>
                <a:srgbClr val="3B3C6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10" name="pg2610"/>
            <p:cNvSpPr/>
            <p:nvPr/>
          </p:nvSpPr>
          <p:spPr>
            <a:xfrm>
              <a:off x="3227985" y="476709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3766">
                <a:alpha val="100000"/>
              </a:srgbClr>
            </a:solidFill>
            <a:ln w="5420" cap="flat">
              <a:solidFill>
                <a:srgbClr val="3B37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11" name="pg2611"/>
            <p:cNvSpPr/>
            <p:nvPr/>
          </p:nvSpPr>
          <p:spPr>
            <a:xfrm>
              <a:off x="3239622" y="476709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3665">
                <a:alpha val="100000"/>
              </a:srgbClr>
            </a:solidFill>
            <a:ln w="5420" cap="flat">
              <a:solidFill>
                <a:srgbClr val="3A366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12" name="pg2612"/>
            <p:cNvSpPr/>
            <p:nvPr/>
          </p:nvSpPr>
          <p:spPr>
            <a:xfrm>
              <a:off x="3251259" y="476709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3665">
                <a:alpha val="100000"/>
              </a:srgbClr>
            </a:solidFill>
            <a:ln w="5420" cap="flat">
              <a:solidFill>
                <a:srgbClr val="3A366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13" name="pg2613"/>
            <p:cNvSpPr/>
            <p:nvPr/>
          </p:nvSpPr>
          <p:spPr>
            <a:xfrm>
              <a:off x="3262897" y="476709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3766">
                <a:alpha val="100000"/>
              </a:srgbClr>
            </a:solidFill>
            <a:ln w="5420" cap="flat">
              <a:solidFill>
                <a:srgbClr val="3B37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14" name="pg2614"/>
            <p:cNvSpPr/>
            <p:nvPr/>
          </p:nvSpPr>
          <p:spPr>
            <a:xfrm>
              <a:off x="3274534" y="476709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3867">
                <a:alpha val="100000"/>
              </a:srgbClr>
            </a:solidFill>
            <a:ln w="5420" cap="flat">
              <a:solidFill>
                <a:srgbClr val="3B386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15" name="pg2615"/>
            <p:cNvSpPr/>
            <p:nvPr/>
          </p:nvSpPr>
          <p:spPr>
            <a:xfrm>
              <a:off x="3286171" y="476709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3968">
                <a:alpha val="100000"/>
              </a:srgbClr>
            </a:solidFill>
            <a:ln w="5420" cap="flat">
              <a:solidFill>
                <a:srgbClr val="3B396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16" name="pg2616"/>
            <p:cNvSpPr/>
            <p:nvPr/>
          </p:nvSpPr>
          <p:spPr>
            <a:xfrm>
              <a:off x="3297809" y="476709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3969">
                <a:alpha val="100000"/>
              </a:srgbClr>
            </a:solidFill>
            <a:ln w="5420" cap="flat">
              <a:solidFill>
                <a:srgbClr val="3B396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17" name="pg2617"/>
            <p:cNvSpPr/>
            <p:nvPr/>
          </p:nvSpPr>
          <p:spPr>
            <a:xfrm>
              <a:off x="3309446" y="476709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3969">
                <a:alpha val="100000"/>
              </a:srgbClr>
            </a:solidFill>
            <a:ln w="5420" cap="flat">
              <a:solidFill>
                <a:srgbClr val="3B396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18" name="pg2618"/>
            <p:cNvSpPr/>
            <p:nvPr/>
          </p:nvSpPr>
          <p:spPr>
            <a:xfrm>
              <a:off x="3321083" y="476709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3969">
                <a:alpha val="100000"/>
              </a:srgbClr>
            </a:solidFill>
            <a:ln w="5420" cap="flat">
              <a:solidFill>
                <a:srgbClr val="3B396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19" name="pg2619"/>
            <p:cNvSpPr/>
            <p:nvPr/>
          </p:nvSpPr>
          <p:spPr>
            <a:xfrm>
              <a:off x="3332721" y="476709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3969">
                <a:alpha val="100000"/>
              </a:srgbClr>
            </a:solidFill>
            <a:ln w="5420" cap="flat">
              <a:solidFill>
                <a:srgbClr val="3B396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20" name="pg2620"/>
            <p:cNvSpPr/>
            <p:nvPr/>
          </p:nvSpPr>
          <p:spPr>
            <a:xfrm>
              <a:off x="3344358" y="476709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3A6A">
                <a:alpha val="100000"/>
              </a:srgbClr>
            </a:solidFill>
            <a:ln w="5420" cap="flat">
              <a:solidFill>
                <a:srgbClr val="3B3A6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21" name="pg2621"/>
            <p:cNvSpPr/>
            <p:nvPr/>
          </p:nvSpPr>
          <p:spPr>
            <a:xfrm>
              <a:off x="3355995" y="476709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3B6B">
                <a:alpha val="100000"/>
              </a:srgbClr>
            </a:solidFill>
            <a:ln w="5420" cap="flat">
              <a:solidFill>
                <a:srgbClr val="3B3B6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22" name="pg2622"/>
            <p:cNvSpPr/>
            <p:nvPr/>
          </p:nvSpPr>
          <p:spPr>
            <a:xfrm>
              <a:off x="3367633" y="476709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3B6C">
                <a:alpha val="100000"/>
              </a:srgbClr>
            </a:solidFill>
            <a:ln w="5420" cap="flat">
              <a:solidFill>
                <a:srgbClr val="3B3B6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23" name="pg2623"/>
            <p:cNvSpPr/>
            <p:nvPr/>
          </p:nvSpPr>
          <p:spPr>
            <a:xfrm>
              <a:off x="3425819" y="476709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3D6E">
                <a:alpha val="100000"/>
              </a:srgbClr>
            </a:solidFill>
            <a:ln w="5420" cap="flat">
              <a:solidFill>
                <a:srgbClr val="3B3D6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24" name="pg2624"/>
            <p:cNvSpPr/>
            <p:nvPr/>
          </p:nvSpPr>
          <p:spPr>
            <a:xfrm>
              <a:off x="3437457" y="476709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3D6E">
                <a:alpha val="100000"/>
              </a:srgbClr>
            </a:solidFill>
            <a:ln w="5420" cap="flat">
              <a:solidFill>
                <a:srgbClr val="3B3D6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25" name="pg2625"/>
            <p:cNvSpPr/>
            <p:nvPr/>
          </p:nvSpPr>
          <p:spPr>
            <a:xfrm>
              <a:off x="3449094" y="476709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3D6E">
                <a:alpha val="100000"/>
              </a:srgbClr>
            </a:solidFill>
            <a:ln w="5420" cap="flat">
              <a:solidFill>
                <a:srgbClr val="3B3D6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26" name="pg2626"/>
            <p:cNvSpPr/>
            <p:nvPr/>
          </p:nvSpPr>
          <p:spPr>
            <a:xfrm>
              <a:off x="3460731" y="476709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3D6E">
                <a:alpha val="100000"/>
              </a:srgbClr>
            </a:solidFill>
            <a:ln w="5420" cap="flat">
              <a:solidFill>
                <a:srgbClr val="3B3D6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27" name="pg2627"/>
            <p:cNvSpPr/>
            <p:nvPr/>
          </p:nvSpPr>
          <p:spPr>
            <a:xfrm>
              <a:off x="3472369" y="476709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3D6E">
                <a:alpha val="100000"/>
              </a:srgbClr>
            </a:solidFill>
            <a:ln w="5420" cap="flat">
              <a:solidFill>
                <a:srgbClr val="3B3D6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28" name="pg2628"/>
            <p:cNvSpPr/>
            <p:nvPr/>
          </p:nvSpPr>
          <p:spPr>
            <a:xfrm>
              <a:off x="3484006" y="476709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3D6E">
                <a:alpha val="100000"/>
              </a:srgbClr>
            </a:solidFill>
            <a:ln w="5420" cap="flat">
              <a:solidFill>
                <a:srgbClr val="3B3D6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29" name="pg2629"/>
            <p:cNvSpPr/>
            <p:nvPr/>
          </p:nvSpPr>
          <p:spPr>
            <a:xfrm>
              <a:off x="3495643" y="476709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3C6E">
                <a:alpha val="100000"/>
              </a:srgbClr>
            </a:solidFill>
            <a:ln w="5420" cap="flat">
              <a:solidFill>
                <a:srgbClr val="3B3C6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30" name="pg2630"/>
            <p:cNvSpPr/>
            <p:nvPr/>
          </p:nvSpPr>
          <p:spPr>
            <a:xfrm>
              <a:off x="3507281" y="476709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3C6D">
                <a:alpha val="100000"/>
              </a:srgbClr>
            </a:solidFill>
            <a:ln w="5420" cap="flat">
              <a:solidFill>
                <a:srgbClr val="3B3C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31" name="pg2631"/>
            <p:cNvSpPr/>
            <p:nvPr/>
          </p:nvSpPr>
          <p:spPr>
            <a:xfrm>
              <a:off x="3623654" y="476709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3A6A">
                <a:alpha val="100000"/>
              </a:srgbClr>
            </a:solidFill>
            <a:ln w="5420" cap="flat">
              <a:solidFill>
                <a:srgbClr val="3B3A6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32" name="pg2632"/>
            <p:cNvSpPr/>
            <p:nvPr/>
          </p:nvSpPr>
          <p:spPr>
            <a:xfrm>
              <a:off x="3635291" y="476709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3A6A">
                <a:alpha val="100000"/>
              </a:srgbClr>
            </a:solidFill>
            <a:ln w="5420" cap="flat">
              <a:solidFill>
                <a:srgbClr val="3B3A6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33" name="pg2633"/>
            <p:cNvSpPr/>
            <p:nvPr/>
          </p:nvSpPr>
          <p:spPr>
            <a:xfrm>
              <a:off x="3646928" y="476709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3A6A">
                <a:alpha val="100000"/>
              </a:srgbClr>
            </a:solidFill>
            <a:ln w="5420" cap="flat">
              <a:solidFill>
                <a:srgbClr val="3B3A6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34" name="pg2634"/>
            <p:cNvSpPr/>
            <p:nvPr/>
          </p:nvSpPr>
          <p:spPr>
            <a:xfrm>
              <a:off x="3658566" y="476709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3A6A">
                <a:alpha val="100000"/>
              </a:srgbClr>
            </a:solidFill>
            <a:ln w="5420" cap="flat">
              <a:solidFill>
                <a:srgbClr val="3B3A6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35" name="pg2635"/>
            <p:cNvSpPr/>
            <p:nvPr/>
          </p:nvSpPr>
          <p:spPr>
            <a:xfrm>
              <a:off x="3670203" y="476709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3A6A">
                <a:alpha val="100000"/>
              </a:srgbClr>
            </a:solidFill>
            <a:ln w="5420" cap="flat">
              <a:solidFill>
                <a:srgbClr val="3B3A6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36" name="pg2636"/>
            <p:cNvSpPr/>
            <p:nvPr/>
          </p:nvSpPr>
          <p:spPr>
            <a:xfrm>
              <a:off x="3681840" y="476709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3A6B">
                <a:alpha val="100000"/>
              </a:srgbClr>
            </a:solidFill>
            <a:ln w="5420" cap="flat">
              <a:solidFill>
                <a:srgbClr val="3B3A6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37" name="pg2637"/>
            <p:cNvSpPr/>
            <p:nvPr/>
          </p:nvSpPr>
          <p:spPr>
            <a:xfrm>
              <a:off x="3693478" y="476709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3B6B">
                <a:alpha val="100000"/>
              </a:srgbClr>
            </a:solidFill>
            <a:ln w="5420" cap="flat">
              <a:solidFill>
                <a:srgbClr val="3B3B6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38" name="pg2638"/>
            <p:cNvSpPr/>
            <p:nvPr/>
          </p:nvSpPr>
          <p:spPr>
            <a:xfrm>
              <a:off x="3705115" y="476709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3B6C">
                <a:alpha val="100000"/>
              </a:srgbClr>
            </a:solidFill>
            <a:ln w="5420" cap="flat">
              <a:solidFill>
                <a:srgbClr val="3B3B6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39" name="pg2639"/>
            <p:cNvSpPr/>
            <p:nvPr/>
          </p:nvSpPr>
          <p:spPr>
            <a:xfrm>
              <a:off x="3716752" y="476709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3B6C">
                <a:alpha val="100000"/>
              </a:srgbClr>
            </a:solidFill>
            <a:ln w="5420" cap="flat">
              <a:solidFill>
                <a:srgbClr val="3B3B6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40" name="pg2640"/>
            <p:cNvSpPr/>
            <p:nvPr/>
          </p:nvSpPr>
          <p:spPr>
            <a:xfrm>
              <a:off x="3728390" y="476709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3C6D">
                <a:alpha val="100000"/>
              </a:srgbClr>
            </a:solidFill>
            <a:ln w="5420" cap="flat">
              <a:solidFill>
                <a:srgbClr val="3B3C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41" name="pg2641"/>
            <p:cNvSpPr/>
            <p:nvPr/>
          </p:nvSpPr>
          <p:spPr>
            <a:xfrm>
              <a:off x="3740027" y="476709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3C6E">
                <a:alpha val="100000"/>
              </a:srgbClr>
            </a:solidFill>
            <a:ln w="5420" cap="flat">
              <a:solidFill>
                <a:srgbClr val="3B3C6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42" name="pg2642"/>
            <p:cNvSpPr/>
            <p:nvPr/>
          </p:nvSpPr>
          <p:spPr>
            <a:xfrm>
              <a:off x="3751664" y="476709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3E6F">
                <a:alpha val="100000"/>
              </a:srgbClr>
            </a:solidFill>
            <a:ln w="5420" cap="flat">
              <a:solidFill>
                <a:srgbClr val="3B3E6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43" name="pg2643"/>
            <p:cNvSpPr/>
            <p:nvPr/>
          </p:nvSpPr>
          <p:spPr>
            <a:xfrm>
              <a:off x="4112422" y="476709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479">
                <a:alpha val="100000"/>
              </a:srgbClr>
            </a:solidFill>
            <a:ln w="5420" cap="flat">
              <a:solidFill>
                <a:srgbClr val="3C447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44" name="pg2644"/>
            <p:cNvSpPr/>
            <p:nvPr/>
          </p:nvSpPr>
          <p:spPr>
            <a:xfrm>
              <a:off x="4124059" y="476709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377">
                <a:alpha val="100000"/>
              </a:srgbClr>
            </a:solidFill>
            <a:ln w="5420" cap="flat">
              <a:solidFill>
                <a:srgbClr val="3C437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45" name="pg2645"/>
            <p:cNvSpPr/>
            <p:nvPr/>
          </p:nvSpPr>
          <p:spPr>
            <a:xfrm>
              <a:off x="4135696" y="476709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376">
                <a:alpha val="100000"/>
              </a:srgbClr>
            </a:solidFill>
            <a:ln w="5420" cap="flat">
              <a:solidFill>
                <a:srgbClr val="3C437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46" name="pg2646"/>
            <p:cNvSpPr/>
            <p:nvPr/>
          </p:nvSpPr>
          <p:spPr>
            <a:xfrm>
              <a:off x="4147334" y="476709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275">
                <a:alpha val="100000"/>
              </a:srgbClr>
            </a:solidFill>
            <a:ln w="5420" cap="flat">
              <a:solidFill>
                <a:srgbClr val="3C427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47" name="pg2647"/>
            <p:cNvSpPr/>
            <p:nvPr/>
          </p:nvSpPr>
          <p:spPr>
            <a:xfrm>
              <a:off x="4158971" y="476709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174">
                <a:alpha val="100000"/>
              </a:srgbClr>
            </a:solidFill>
            <a:ln w="5420" cap="flat">
              <a:solidFill>
                <a:srgbClr val="3C417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48" name="pg2648"/>
            <p:cNvSpPr/>
            <p:nvPr/>
          </p:nvSpPr>
          <p:spPr>
            <a:xfrm>
              <a:off x="4170608" y="476709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174">
                <a:alpha val="100000"/>
              </a:srgbClr>
            </a:solidFill>
            <a:ln w="5420" cap="flat">
              <a:solidFill>
                <a:srgbClr val="3C417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49" name="pg2649"/>
            <p:cNvSpPr/>
            <p:nvPr/>
          </p:nvSpPr>
          <p:spPr>
            <a:xfrm>
              <a:off x="4182246" y="476709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174">
                <a:alpha val="100000"/>
              </a:srgbClr>
            </a:solidFill>
            <a:ln w="5420" cap="flat">
              <a:solidFill>
                <a:srgbClr val="3C417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50" name="pg2650"/>
            <p:cNvSpPr/>
            <p:nvPr/>
          </p:nvSpPr>
          <p:spPr>
            <a:xfrm>
              <a:off x="4193883" y="476709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174">
                <a:alpha val="100000"/>
              </a:srgbClr>
            </a:solidFill>
            <a:ln w="5420" cap="flat">
              <a:solidFill>
                <a:srgbClr val="3C417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51" name="pg2651"/>
            <p:cNvSpPr/>
            <p:nvPr/>
          </p:nvSpPr>
          <p:spPr>
            <a:xfrm>
              <a:off x="4205520" y="476709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174">
                <a:alpha val="100000"/>
              </a:srgbClr>
            </a:solidFill>
            <a:ln w="5420" cap="flat">
              <a:solidFill>
                <a:srgbClr val="3C417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52" name="pg2652"/>
            <p:cNvSpPr/>
            <p:nvPr/>
          </p:nvSpPr>
          <p:spPr>
            <a:xfrm>
              <a:off x="4217158" y="476709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174">
                <a:alpha val="100000"/>
              </a:srgbClr>
            </a:solidFill>
            <a:ln w="5420" cap="flat">
              <a:solidFill>
                <a:srgbClr val="3C417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53" name="pg2653"/>
            <p:cNvSpPr/>
            <p:nvPr/>
          </p:nvSpPr>
          <p:spPr>
            <a:xfrm>
              <a:off x="4228795" y="476709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174">
                <a:alpha val="100000"/>
              </a:srgbClr>
            </a:solidFill>
            <a:ln w="5420" cap="flat">
              <a:solidFill>
                <a:srgbClr val="3C417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54" name="pg2654"/>
            <p:cNvSpPr/>
            <p:nvPr/>
          </p:nvSpPr>
          <p:spPr>
            <a:xfrm>
              <a:off x="4240432" y="476709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275">
                <a:alpha val="100000"/>
              </a:srgbClr>
            </a:solidFill>
            <a:ln w="5420" cap="flat">
              <a:solidFill>
                <a:srgbClr val="3C427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55" name="pg2655"/>
            <p:cNvSpPr/>
            <p:nvPr/>
          </p:nvSpPr>
          <p:spPr>
            <a:xfrm>
              <a:off x="4252070" y="476709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377">
                <a:alpha val="100000"/>
              </a:srgbClr>
            </a:solidFill>
            <a:ln w="5420" cap="flat">
              <a:solidFill>
                <a:srgbClr val="3C437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56" name="pg2656"/>
            <p:cNvSpPr/>
            <p:nvPr/>
          </p:nvSpPr>
          <p:spPr>
            <a:xfrm>
              <a:off x="4263707" y="476709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479">
                <a:alpha val="100000"/>
              </a:srgbClr>
            </a:solidFill>
            <a:ln w="5420" cap="flat">
              <a:solidFill>
                <a:srgbClr val="3C447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57" name="pg2657"/>
            <p:cNvSpPr/>
            <p:nvPr/>
          </p:nvSpPr>
          <p:spPr>
            <a:xfrm>
              <a:off x="4275344" y="476709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67B">
                <a:alpha val="100000"/>
              </a:srgbClr>
            </a:solidFill>
            <a:ln w="5420" cap="flat">
              <a:solidFill>
                <a:srgbClr val="3C467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58" name="pg2658"/>
            <p:cNvSpPr/>
            <p:nvPr/>
          </p:nvSpPr>
          <p:spPr>
            <a:xfrm>
              <a:off x="4286982" y="476709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A81">
                <a:alpha val="100000"/>
              </a:srgbClr>
            </a:solidFill>
            <a:ln w="5420" cap="flat">
              <a:solidFill>
                <a:srgbClr val="3C4A8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59" name="pg2659"/>
            <p:cNvSpPr/>
            <p:nvPr/>
          </p:nvSpPr>
          <p:spPr>
            <a:xfrm>
              <a:off x="4298619" y="476709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C84">
                <a:alpha val="100000"/>
              </a:srgbClr>
            </a:solidFill>
            <a:ln w="5420" cap="flat">
              <a:solidFill>
                <a:srgbClr val="3C4C8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60" name="pg2660"/>
            <p:cNvSpPr/>
            <p:nvPr/>
          </p:nvSpPr>
          <p:spPr>
            <a:xfrm>
              <a:off x="4310256" y="476709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4F87">
                <a:alpha val="100000"/>
              </a:srgbClr>
            </a:solidFill>
            <a:ln w="5420" cap="flat">
              <a:solidFill>
                <a:srgbClr val="3B4F8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61" name="pg2661"/>
            <p:cNvSpPr/>
            <p:nvPr/>
          </p:nvSpPr>
          <p:spPr>
            <a:xfrm>
              <a:off x="4321894" y="476709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518B">
                <a:alpha val="100000"/>
              </a:srgbClr>
            </a:solidFill>
            <a:ln w="5420" cap="flat">
              <a:solidFill>
                <a:srgbClr val="3B518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62" name="pg2662"/>
            <p:cNvSpPr/>
            <p:nvPr/>
          </p:nvSpPr>
          <p:spPr>
            <a:xfrm>
              <a:off x="4333531" y="476709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538E">
                <a:alpha val="100000"/>
              </a:srgbClr>
            </a:solidFill>
            <a:ln w="5420" cap="flat">
              <a:solidFill>
                <a:srgbClr val="3B538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63" name="pg2663"/>
            <p:cNvSpPr/>
            <p:nvPr/>
          </p:nvSpPr>
          <p:spPr>
            <a:xfrm>
              <a:off x="4345168" y="476709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5591">
                <a:alpha val="100000"/>
              </a:srgbClr>
            </a:solidFill>
            <a:ln w="5420" cap="flat">
              <a:solidFill>
                <a:srgbClr val="3B559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64" name="pg2664"/>
            <p:cNvSpPr/>
            <p:nvPr/>
          </p:nvSpPr>
          <p:spPr>
            <a:xfrm>
              <a:off x="4356806" y="476709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5894">
                <a:alpha val="100000"/>
              </a:srgbClr>
            </a:solidFill>
            <a:ln w="5420" cap="flat">
              <a:solidFill>
                <a:srgbClr val="3A589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65" name="pg2665"/>
            <p:cNvSpPr/>
            <p:nvPr/>
          </p:nvSpPr>
          <p:spPr>
            <a:xfrm>
              <a:off x="4368443" y="476709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5A97">
                <a:alpha val="100000"/>
              </a:srgbClr>
            </a:solidFill>
            <a:ln w="5420" cap="flat">
              <a:solidFill>
                <a:srgbClr val="3A5A9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66" name="pg2666"/>
            <p:cNvSpPr/>
            <p:nvPr/>
          </p:nvSpPr>
          <p:spPr>
            <a:xfrm>
              <a:off x="4566278" y="476709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73A1">
                <a:alpha val="100000"/>
              </a:srgbClr>
            </a:solidFill>
            <a:ln w="5420" cap="flat">
              <a:solidFill>
                <a:srgbClr val="3B73A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67" name="pg2667"/>
            <p:cNvSpPr/>
            <p:nvPr/>
          </p:nvSpPr>
          <p:spPr>
            <a:xfrm>
              <a:off x="4577915" y="476709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3A1">
                <a:alpha val="100000"/>
              </a:srgbClr>
            </a:solidFill>
            <a:ln w="5420" cap="flat">
              <a:solidFill>
                <a:srgbClr val="3A73A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68" name="pg2668"/>
            <p:cNvSpPr/>
            <p:nvPr/>
          </p:nvSpPr>
          <p:spPr>
            <a:xfrm>
              <a:off x="4589552" y="476709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3A1">
                <a:alpha val="100000"/>
              </a:srgbClr>
            </a:solidFill>
            <a:ln w="5420" cap="flat">
              <a:solidFill>
                <a:srgbClr val="3A73A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69" name="pg2669"/>
            <p:cNvSpPr/>
            <p:nvPr/>
          </p:nvSpPr>
          <p:spPr>
            <a:xfrm>
              <a:off x="4601190" y="476709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3A1">
                <a:alpha val="100000"/>
              </a:srgbClr>
            </a:solidFill>
            <a:ln w="5420" cap="flat">
              <a:solidFill>
                <a:srgbClr val="3A73A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70" name="pg2670"/>
            <p:cNvSpPr/>
            <p:nvPr/>
          </p:nvSpPr>
          <p:spPr>
            <a:xfrm>
              <a:off x="4612827" y="476709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3A1">
                <a:alpha val="100000"/>
              </a:srgbClr>
            </a:solidFill>
            <a:ln w="5420" cap="flat">
              <a:solidFill>
                <a:srgbClr val="3A73A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71" name="pg2671"/>
            <p:cNvSpPr/>
            <p:nvPr/>
          </p:nvSpPr>
          <p:spPr>
            <a:xfrm>
              <a:off x="3111611" y="478139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5894">
                <a:alpha val="100000"/>
              </a:srgbClr>
            </a:solidFill>
            <a:ln w="5420" cap="flat">
              <a:solidFill>
                <a:srgbClr val="3A589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72" name="pg2672"/>
            <p:cNvSpPr/>
            <p:nvPr/>
          </p:nvSpPr>
          <p:spPr>
            <a:xfrm>
              <a:off x="3123249" y="478139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5996">
                <a:alpha val="100000"/>
              </a:srgbClr>
            </a:solidFill>
            <a:ln w="5420" cap="flat">
              <a:solidFill>
                <a:srgbClr val="3A599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73" name="pg2673"/>
            <p:cNvSpPr/>
            <p:nvPr/>
          </p:nvSpPr>
          <p:spPr>
            <a:xfrm>
              <a:off x="3134886" y="478139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5A97">
                <a:alpha val="100000"/>
              </a:srgbClr>
            </a:solidFill>
            <a:ln w="5420" cap="flat">
              <a:solidFill>
                <a:srgbClr val="3A5A9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74" name="pg2674"/>
            <p:cNvSpPr/>
            <p:nvPr/>
          </p:nvSpPr>
          <p:spPr>
            <a:xfrm>
              <a:off x="3146523" y="478139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5997">
                <a:alpha val="100000"/>
              </a:srgbClr>
            </a:solidFill>
            <a:ln w="5420" cap="flat">
              <a:solidFill>
                <a:srgbClr val="3A599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75" name="pg2675"/>
            <p:cNvSpPr/>
            <p:nvPr/>
          </p:nvSpPr>
          <p:spPr>
            <a:xfrm>
              <a:off x="3158161" y="478139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5794">
                <a:alpha val="100000"/>
              </a:srgbClr>
            </a:solidFill>
            <a:ln w="5420" cap="flat">
              <a:solidFill>
                <a:srgbClr val="3A579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76" name="pg2676"/>
            <p:cNvSpPr/>
            <p:nvPr/>
          </p:nvSpPr>
          <p:spPr>
            <a:xfrm>
              <a:off x="3169798" y="478139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548F">
                <a:alpha val="100000"/>
              </a:srgbClr>
            </a:solidFill>
            <a:ln w="5420" cap="flat">
              <a:solidFill>
                <a:srgbClr val="3B548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77" name="pg2677"/>
            <p:cNvSpPr/>
            <p:nvPr/>
          </p:nvSpPr>
          <p:spPr>
            <a:xfrm>
              <a:off x="3181435" y="478139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4F87">
                <a:alpha val="100000"/>
              </a:srgbClr>
            </a:solidFill>
            <a:ln w="5420" cap="flat">
              <a:solidFill>
                <a:srgbClr val="3B4F8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78" name="pg2678"/>
            <p:cNvSpPr/>
            <p:nvPr/>
          </p:nvSpPr>
          <p:spPr>
            <a:xfrm>
              <a:off x="3193073" y="478139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980">
                <a:alpha val="100000"/>
              </a:srgbClr>
            </a:solidFill>
            <a:ln w="5420" cap="flat">
              <a:solidFill>
                <a:srgbClr val="3C498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79" name="pg2679"/>
            <p:cNvSpPr/>
            <p:nvPr/>
          </p:nvSpPr>
          <p:spPr>
            <a:xfrm>
              <a:off x="3204710" y="478139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276">
                <a:alpha val="100000"/>
              </a:srgbClr>
            </a:solidFill>
            <a:ln w="5420" cap="flat">
              <a:solidFill>
                <a:srgbClr val="3C427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80" name="pg2680"/>
            <p:cNvSpPr/>
            <p:nvPr/>
          </p:nvSpPr>
          <p:spPr>
            <a:xfrm>
              <a:off x="3216347" y="478139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3D6F">
                <a:alpha val="100000"/>
              </a:srgbClr>
            </a:solidFill>
            <a:ln w="5420" cap="flat">
              <a:solidFill>
                <a:srgbClr val="3B3D6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81" name="pg2681"/>
            <p:cNvSpPr/>
            <p:nvPr/>
          </p:nvSpPr>
          <p:spPr>
            <a:xfrm>
              <a:off x="3227985" y="478139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3665">
                <a:alpha val="100000"/>
              </a:srgbClr>
            </a:solidFill>
            <a:ln w="5420" cap="flat">
              <a:solidFill>
                <a:srgbClr val="3A366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82" name="pg2682"/>
            <p:cNvSpPr/>
            <p:nvPr/>
          </p:nvSpPr>
          <p:spPr>
            <a:xfrm>
              <a:off x="3239622" y="478139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3564">
                <a:alpha val="100000"/>
              </a:srgbClr>
            </a:solidFill>
            <a:ln w="5420" cap="flat">
              <a:solidFill>
                <a:srgbClr val="3A356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83" name="pg2683"/>
            <p:cNvSpPr/>
            <p:nvPr/>
          </p:nvSpPr>
          <p:spPr>
            <a:xfrm>
              <a:off x="3251259" y="478139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3563">
                <a:alpha val="100000"/>
              </a:srgbClr>
            </a:solidFill>
            <a:ln w="5420" cap="flat">
              <a:solidFill>
                <a:srgbClr val="3A356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84" name="pg2684"/>
            <p:cNvSpPr/>
            <p:nvPr/>
          </p:nvSpPr>
          <p:spPr>
            <a:xfrm>
              <a:off x="3262897" y="478139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3665">
                <a:alpha val="100000"/>
              </a:srgbClr>
            </a:solidFill>
            <a:ln w="5420" cap="flat">
              <a:solidFill>
                <a:srgbClr val="3A366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85" name="pg2685"/>
            <p:cNvSpPr/>
            <p:nvPr/>
          </p:nvSpPr>
          <p:spPr>
            <a:xfrm>
              <a:off x="3274534" y="478139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3867">
                <a:alpha val="100000"/>
              </a:srgbClr>
            </a:solidFill>
            <a:ln w="5420" cap="flat">
              <a:solidFill>
                <a:srgbClr val="3B386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86" name="pg2686"/>
            <p:cNvSpPr/>
            <p:nvPr/>
          </p:nvSpPr>
          <p:spPr>
            <a:xfrm>
              <a:off x="3286171" y="478139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3968">
                <a:alpha val="100000"/>
              </a:srgbClr>
            </a:solidFill>
            <a:ln w="5420" cap="flat">
              <a:solidFill>
                <a:srgbClr val="3B396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87" name="pg2687"/>
            <p:cNvSpPr/>
            <p:nvPr/>
          </p:nvSpPr>
          <p:spPr>
            <a:xfrm>
              <a:off x="3297809" y="478139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3969">
                <a:alpha val="100000"/>
              </a:srgbClr>
            </a:solidFill>
            <a:ln w="5420" cap="flat">
              <a:solidFill>
                <a:srgbClr val="3B396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88" name="pg2688"/>
            <p:cNvSpPr/>
            <p:nvPr/>
          </p:nvSpPr>
          <p:spPr>
            <a:xfrm>
              <a:off x="3309446" y="478139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3969">
                <a:alpha val="100000"/>
              </a:srgbClr>
            </a:solidFill>
            <a:ln w="5420" cap="flat">
              <a:solidFill>
                <a:srgbClr val="3B396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89" name="pg2689"/>
            <p:cNvSpPr/>
            <p:nvPr/>
          </p:nvSpPr>
          <p:spPr>
            <a:xfrm>
              <a:off x="3321083" y="478139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3969">
                <a:alpha val="100000"/>
              </a:srgbClr>
            </a:solidFill>
            <a:ln w="5420" cap="flat">
              <a:solidFill>
                <a:srgbClr val="3B396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90" name="pg2690"/>
            <p:cNvSpPr/>
            <p:nvPr/>
          </p:nvSpPr>
          <p:spPr>
            <a:xfrm>
              <a:off x="3332721" y="478139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3969">
                <a:alpha val="100000"/>
              </a:srgbClr>
            </a:solidFill>
            <a:ln w="5420" cap="flat">
              <a:solidFill>
                <a:srgbClr val="3B396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91" name="pg2691"/>
            <p:cNvSpPr/>
            <p:nvPr/>
          </p:nvSpPr>
          <p:spPr>
            <a:xfrm>
              <a:off x="3344358" y="478139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3A6A">
                <a:alpha val="100000"/>
              </a:srgbClr>
            </a:solidFill>
            <a:ln w="5420" cap="flat">
              <a:solidFill>
                <a:srgbClr val="3B3A6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92" name="pg2692"/>
            <p:cNvSpPr/>
            <p:nvPr/>
          </p:nvSpPr>
          <p:spPr>
            <a:xfrm>
              <a:off x="3355995" y="478139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3B6B">
                <a:alpha val="100000"/>
              </a:srgbClr>
            </a:solidFill>
            <a:ln w="5420" cap="flat">
              <a:solidFill>
                <a:srgbClr val="3B3B6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93" name="pg2693"/>
            <p:cNvSpPr/>
            <p:nvPr/>
          </p:nvSpPr>
          <p:spPr>
            <a:xfrm>
              <a:off x="3367633" y="478139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3B6C">
                <a:alpha val="100000"/>
              </a:srgbClr>
            </a:solidFill>
            <a:ln w="5420" cap="flat">
              <a:solidFill>
                <a:srgbClr val="3B3B6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94" name="pg2694"/>
            <p:cNvSpPr/>
            <p:nvPr/>
          </p:nvSpPr>
          <p:spPr>
            <a:xfrm>
              <a:off x="3379270" y="478139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3C6D">
                <a:alpha val="100000"/>
              </a:srgbClr>
            </a:solidFill>
            <a:ln w="5420" cap="flat">
              <a:solidFill>
                <a:srgbClr val="3B3C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95" name="pg2695"/>
            <p:cNvSpPr/>
            <p:nvPr/>
          </p:nvSpPr>
          <p:spPr>
            <a:xfrm>
              <a:off x="3390907" y="478139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3C6D">
                <a:alpha val="100000"/>
              </a:srgbClr>
            </a:solidFill>
            <a:ln w="5420" cap="flat">
              <a:solidFill>
                <a:srgbClr val="3B3C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96" name="pg2696"/>
            <p:cNvSpPr/>
            <p:nvPr/>
          </p:nvSpPr>
          <p:spPr>
            <a:xfrm>
              <a:off x="3402545" y="478139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3D6E">
                <a:alpha val="100000"/>
              </a:srgbClr>
            </a:solidFill>
            <a:ln w="5420" cap="flat">
              <a:solidFill>
                <a:srgbClr val="3B3D6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97" name="pg2697"/>
            <p:cNvSpPr/>
            <p:nvPr/>
          </p:nvSpPr>
          <p:spPr>
            <a:xfrm>
              <a:off x="3414182" y="478139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3D6E">
                <a:alpha val="100000"/>
              </a:srgbClr>
            </a:solidFill>
            <a:ln w="5420" cap="flat">
              <a:solidFill>
                <a:srgbClr val="3B3D6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98" name="pg2698"/>
            <p:cNvSpPr/>
            <p:nvPr/>
          </p:nvSpPr>
          <p:spPr>
            <a:xfrm>
              <a:off x="3425819" y="478139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3D6E">
                <a:alpha val="100000"/>
              </a:srgbClr>
            </a:solidFill>
            <a:ln w="5420" cap="flat">
              <a:solidFill>
                <a:srgbClr val="3B3D6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99" name="pg2699"/>
            <p:cNvSpPr/>
            <p:nvPr/>
          </p:nvSpPr>
          <p:spPr>
            <a:xfrm>
              <a:off x="3437457" y="478139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3D6E">
                <a:alpha val="100000"/>
              </a:srgbClr>
            </a:solidFill>
            <a:ln w="5420" cap="flat">
              <a:solidFill>
                <a:srgbClr val="3B3D6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00" name="pg2700"/>
            <p:cNvSpPr/>
            <p:nvPr/>
          </p:nvSpPr>
          <p:spPr>
            <a:xfrm>
              <a:off x="3449094" y="478139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3D6E">
                <a:alpha val="100000"/>
              </a:srgbClr>
            </a:solidFill>
            <a:ln w="5420" cap="flat">
              <a:solidFill>
                <a:srgbClr val="3B3D6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01" name="pg2701"/>
            <p:cNvSpPr/>
            <p:nvPr/>
          </p:nvSpPr>
          <p:spPr>
            <a:xfrm>
              <a:off x="3460731" y="478139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3D6E">
                <a:alpha val="100000"/>
              </a:srgbClr>
            </a:solidFill>
            <a:ln w="5420" cap="flat">
              <a:solidFill>
                <a:srgbClr val="3B3D6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02" name="pg2702"/>
            <p:cNvSpPr/>
            <p:nvPr/>
          </p:nvSpPr>
          <p:spPr>
            <a:xfrm>
              <a:off x="3472369" y="478139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3D6E">
                <a:alpha val="100000"/>
              </a:srgbClr>
            </a:solidFill>
            <a:ln w="5420" cap="flat">
              <a:solidFill>
                <a:srgbClr val="3B3D6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03" name="pg2703"/>
            <p:cNvSpPr/>
            <p:nvPr/>
          </p:nvSpPr>
          <p:spPr>
            <a:xfrm>
              <a:off x="3484006" y="478139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3D6E">
                <a:alpha val="100000"/>
              </a:srgbClr>
            </a:solidFill>
            <a:ln w="5420" cap="flat">
              <a:solidFill>
                <a:srgbClr val="3B3D6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04" name="pg2704"/>
            <p:cNvSpPr/>
            <p:nvPr/>
          </p:nvSpPr>
          <p:spPr>
            <a:xfrm>
              <a:off x="3495643" y="478139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3C6E">
                <a:alpha val="100000"/>
              </a:srgbClr>
            </a:solidFill>
            <a:ln w="5420" cap="flat">
              <a:solidFill>
                <a:srgbClr val="3B3C6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05" name="pg2705"/>
            <p:cNvSpPr/>
            <p:nvPr/>
          </p:nvSpPr>
          <p:spPr>
            <a:xfrm>
              <a:off x="3507281" y="478139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3C6D">
                <a:alpha val="100000"/>
              </a:srgbClr>
            </a:solidFill>
            <a:ln w="5420" cap="flat">
              <a:solidFill>
                <a:srgbClr val="3B3C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06" name="pg2706"/>
            <p:cNvSpPr/>
            <p:nvPr/>
          </p:nvSpPr>
          <p:spPr>
            <a:xfrm>
              <a:off x="3518918" y="478139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3C6D">
                <a:alpha val="100000"/>
              </a:srgbClr>
            </a:solidFill>
            <a:ln w="5420" cap="flat">
              <a:solidFill>
                <a:srgbClr val="3B3C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07" name="pg2707"/>
            <p:cNvSpPr/>
            <p:nvPr/>
          </p:nvSpPr>
          <p:spPr>
            <a:xfrm>
              <a:off x="3530555" y="478139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3B6C">
                <a:alpha val="100000"/>
              </a:srgbClr>
            </a:solidFill>
            <a:ln w="5420" cap="flat">
              <a:solidFill>
                <a:srgbClr val="3B3B6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08" name="pg2708"/>
            <p:cNvSpPr/>
            <p:nvPr/>
          </p:nvSpPr>
          <p:spPr>
            <a:xfrm>
              <a:off x="3542193" y="478139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3B6B">
                <a:alpha val="100000"/>
              </a:srgbClr>
            </a:solidFill>
            <a:ln w="5420" cap="flat">
              <a:solidFill>
                <a:srgbClr val="3B3B6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09" name="pg2709"/>
            <p:cNvSpPr/>
            <p:nvPr/>
          </p:nvSpPr>
          <p:spPr>
            <a:xfrm>
              <a:off x="3635291" y="478139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3969">
                <a:alpha val="100000"/>
              </a:srgbClr>
            </a:solidFill>
            <a:ln w="5420" cap="flat">
              <a:solidFill>
                <a:srgbClr val="3B396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10" name="pg2710"/>
            <p:cNvSpPr/>
            <p:nvPr/>
          </p:nvSpPr>
          <p:spPr>
            <a:xfrm>
              <a:off x="3646928" y="478139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3969">
                <a:alpha val="100000"/>
              </a:srgbClr>
            </a:solidFill>
            <a:ln w="5420" cap="flat">
              <a:solidFill>
                <a:srgbClr val="3B396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11" name="pg2711"/>
            <p:cNvSpPr/>
            <p:nvPr/>
          </p:nvSpPr>
          <p:spPr>
            <a:xfrm>
              <a:off x="3658566" y="478139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3969">
                <a:alpha val="100000"/>
              </a:srgbClr>
            </a:solidFill>
            <a:ln w="5420" cap="flat">
              <a:solidFill>
                <a:srgbClr val="3B396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12" name="pg2712"/>
            <p:cNvSpPr/>
            <p:nvPr/>
          </p:nvSpPr>
          <p:spPr>
            <a:xfrm>
              <a:off x="3681840" y="478139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3A6A">
                <a:alpha val="100000"/>
              </a:srgbClr>
            </a:solidFill>
            <a:ln w="5420" cap="flat">
              <a:solidFill>
                <a:srgbClr val="3B3A6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13" name="pg2713"/>
            <p:cNvSpPr/>
            <p:nvPr/>
          </p:nvSpPr>
          <p:spPr>
            <a:xfrm>
              <a:off x="3693478" y="478139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3A6B">
                <a:alpha val="100000"/>
              </a:srgbClr>
            </a:solidFill>
            <a:ln w="5420" cap="flat">
              <a:solidFill>
                <a:srgbClr val="3B3A6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14" name="pg2714"/>
            <p:cNvSpPr/>
            <p:nvPr/>
          </p:nvSpPr>
          <p:spPr>
            <a:xfrm>
              <a:off x="3705115" y="478139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3A6B">
                <a:alpha val="100000"/>
              </a:srgbClr>
            </a:solidFill>
            <a:ln w="5420" cap="flat">
              <a:solidFill>
                <a:srgbClr val="3B3A6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15" name="pg2715"/>
            <p:cNvSpPr/>
            <p:nvPr/>
          </p:nvSpPr>
          <p:spPr>
            <a:xfrm>
              <a:off x="3716752" y="478139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3A6B">
                <a:alpha val="100000"/>
              </a:srgbClr>
            </a:solidFill>
            <a:ln w="5420" cap="flat">
              <a:solidFill>
                <a:srgbClr val="3B3A6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16" name="pg2716"/>
            <p:cNvSpPr/>
            <p:nvPr/>
          </p:nvSpPr>
          <p:spPr>
            <a:xfrm>
              <a:off x="3728390" y="478139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3B6B">
                <a:alpha val="100000"/>
              </a:srgbClr>
            </a:solidFill>
            <a:ln w="5420" cap="flat">
              <a:solidFill>
                <a:srgbClr val="3B3B6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17" name="pg2717"/>
            <p:cNvSpPr/>
            <p:nvPr/>
          </p:nvSpPr>
          <p:spPr>
            <a:xfrm>
              <a:off x="3740027" y="478139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3C6C">
                <a:alpha val="100000"/>
              </a:srgbClr>
            </a:solidFill>
            <a:ln w="5420" cap="flat">
              <a:solidFill>
                <a:srgbClr val="3B3C6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18" name="pg2718"/>
            <p:cNvSpPr/>
            <p:nvPr/>
          </p:nvSpPr>
          <p:spPr>
            <a:xfrm>
              <a:off x="3751664" y="478139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3D6E">
                <a:alpha val="100000"/>
              </a:srgbClr>
            </a:solidFill>
            <a:ln w="5420" cap="flat">
              <a:solidFill>
                <a:srgbClr val="3B3D6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19" name="pg2719"/>
            <p:cNvSpPr/>
            <p:nvPr/>
          </p:nvSpPr>
          <p:spPr>
            <a:xfrm>
              <a:off x="4124059" y="478139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377">
                <a:alpha val="100000"/>
              </a:srgbClr>
            </a:solidFill>
            <a:ln w="5420" cap="flat">
              <a:solidFill>
                <a:srgbClr val="3C437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20" name="pg2720"/>
            <p:cNvSpPr/>
            <p:nvPr/>
          </p:nvSpPr>
          <p:spPr>
            <a:xfrm>
              <a:off x="4135696" y="478139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276">
                <a:alpha val="100000"/>
              </a:srgbClr>
            </a:solidFill>
            <a:ln w="5420" cap="flat">
              <a:solidFill>
                <a:srgbClr val="3C427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21" name="pg2721"/>
            <p:cNvSpPr/>
            <p:nvPr/>
          </p:nvSpPr>
          <p:spPr>
            <a:xfrm>
              <a:off x="4147334" y="478139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174">
                <a:alpha val="100000"/>
              </a:srgbClr>
            </a:solidFill>
            <a:ln w="5420" cap="flat">
              <a:solidFill>
                <a:srgbClr val="3C417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22" name="pg2722"/>
            <p:cNvSpPr/>
            <p:nvPr/>
          </p:nvSpPr>
          <p:spPr>
            <a:xfrm>
              <a:off x="4158971" y="478139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073">
                <a:alpha val="100000"/>
              </a:srgbClr>
            </a:solidFill>
            <a:ln w="5420" cap="flat">
              <a:solidFill>
                <a:srgbClr val="3C407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23" name="pg2723"/>
            <p:cNvSpPr/>
            <p:nvPr/>
          </p:nvSpPr>
          <p:spPr>
            <a:xfrm>
              <a:off x="4170608" y="478139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073">
                <a:alpha val="100000"/>
              </a:srgbClr>
            </a:solidFill>
            <a:ln w="5420" cap="flat">
              <a:solidFill>
                <a:srgbClr val="3C407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24" name="pg2724"/>
            <p:cNvSpPr/>
            <p:nvPr/>
          </p:nvSpPr>
          <p:spPr>
            <a:xfrm>
              <a:off x="4182246" y="478139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073">
                <a:alpha val="100000"/>
              </a:srgbClr>
            </a:solidFill>
            <a:ln w="5420" cap="flat">
              <a:solidFill>
                <a:srgbClr val="3C407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25" name="pg2725"/>
            <p:cNvSpPr/>
            <p:nvPr/>
          </p:nvSpPr>
          <p:spPr>
            <a:xfrm>
              <a:off x="4193883" y="478139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073">
                <a:alpha val="100000"/>
              </a:srgbClr>
            </a:solidFill>
            <a:ln w="5420" cap="flat">
              <a:solidFill>
                <a:srgbClr val="3C407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26" name="pg2726"/>
            <p:cNvSpPr/>
            <p:nvPr/>
          </p:nvSpPr>
          <p:spPr>
            <a:xfrm>
              <a:off x="4205520" y="478139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073">
                <a:alpha val="100000"/>
              </a:srgbClr>
            </a:solidFill>
            <a:ln w="5420" cap="flat">
              <a:solidFill>
                <a:srgbClr val="3C407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27" name="pg2727"/>
            <p:cNvSpPr/>
            <p:nvPr/>
          </p:nvSpPr>
          <p:spPr>
            <a:xfrm>
              <a:off x="4217158" y="478139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073">
                <a:alpha val="100000"/>
              </a:srgbClr>
            </a:solidFill>
            <a:ln w="5420" cap="flat">
              <a:solidFill>
                <a:srgbClr val="3C407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28" name="pg2728"/>
            <p:cNvSpPr/>
            <p:nvPr/>
          </p:nvSpPr>
          <p:spPr>
            <a:xfrm>
              <a:off x="4228795" y="478139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073">
                <a:alpha val="100000"/>
              </a:srgbClr>
            </a:solidFill>
            <a:ln w="5420" cap="flat">
              <a:solidFill>
                <a:srgbClr val="3C407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29" name="pg2729"/>
            <p:cNvSpPr/>
            <p:nvPr/>
          </p:nvSpPr>
          <p:spPr>
            <a:xfrm>
              <a:off x="4240432" y="478139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174">
                <a:alpha val="100000"/>
              </a:srgbClr>
            </a:solidFill>
            <a:ln w="5420" cap="flat">
              <a:solidFill>
                <a:srgbClr val="3C417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30" name="pg2730"/>
            <p:cNvSpPr/>
            <p:nvPr/>
          </p:nvSpPr>
          <p:spPr>
            <a:xfrm>
              <a:off x="4252070" y="478139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276">
                <a:alpha val="100000"/>
              </a:srgbClr>
            </a:solidFill>
            <a:ln w="5420" cap="flat">
              <a:solidFill>
                <a:srgbClr val="3C427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31" name="pg2731"/>
            <p:cNvSpPr/>
            <p:nvPr/>
          </p:nvSpPr>
          <p:spPr>
            <a:xfrm>
              <a:off x="4263707" y="478139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478">
                <a:alpha val="100000"/>
              </a:srgbClr>
            </a:solidFill>
            <a:ln w="5420" cap="flat">
              <a:solidFill>
                <a:srgbClr val="3C447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32" name="pg2732"/>
            <p:cNvSpPr/>
            <p:nvPr/>
          </p:nvSpPr>
          <p:spPr>
            <a:xfrm>
              <a:off x="4275344" y="478139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57A">
                <a:alpha val="100000"/>
              </a:srgbClr>
            </a:solidFill>
            <a:ln w="5420" cap="flat">
              <a:solidFill>
                <a:srgbClr val="3C457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33" name="pg2733"/>
            <p:cNvSpPr/>
            <p:nvPr/>
          </p:nvSpPr>
          <p:spPr>
            <a:xfrm>
              <a:off x="4310256" y="478139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4E86">
                <a:alpha val="100000"/>
              </a:srgbClr>
            </a:solidFill>
            <a:ln w="5420" cap="flat">
              <a:solidFill>
                <a:srgbClr val="3B4E8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34" name="pg2734"/>
            <p:cNvSpPr/>
            <p:nvPr/>
          </p:nvSpPr>
          <p:spPr>
            <a:xfrm>
              <a:off x="4321894" y="478139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508A">
                <a:alpha val="100000"/>
              </a:srgbClr>
            </a:solidFill>
            <a:ln w="5420" cap="flat">
              <a:solidFill>
                <a:srgbClr val="3B508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35" name="pg2735"/>
            <p:cNvSpPr/>
            <p:nvPr/>
          </p:nvSpPr>
          <p:spPr>
            <a:xfrm>
              <a:off x="4333531" y="478139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528D">
                <a:alpha val="100000"/>
              </a:srgbClr>
            </a:solidFill>
            <a:ln w="5420" cap="flat">
              <a:solidFill>
                <a:srgbClr val="3B528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36" name="pg2736"/>
            <p:cNvSpPr/>
            <p:nvPr/>
          </p:nvSpPr>
          <p:spPr>
            <a:xfrm>
              <a:off x="4345168" y="478139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5590">
                <a:alpha val="100000"/>
              </a:srgbClr>
            </a:solidFill>
            <a:ln w="5420" cap="flat">
              <a:solidFill>
                <a:srgbClr val="3B559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37" name="pg2737"/>
            <p:cNvSpPr/>
            <p:nvPr/>
          </p:nvSpPr>
          <p:spPr>
            <a:xfrm>
              <a:off x="4356806" y="478139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5793">
                <a:alpha val="100000"/>
              </a:srgbClr>
            </a:solidFill>
            <a:ln w="5420" cap="flat">
              <a:solidFill>
                <a:srgbClr val="3A579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38" name="pg2738"/>
            <p:cNvSpPr/>
            <p:nvPr/>
          </p:nvSpPr>
          <p:spPr>
            <a:xfrm>
              <a:off x="4368443" y="478139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5997">
                <a:alpha val="100000"/>
              </a:srgbClr>
            </a:solidFill>
            <a:ln w="5420" cap="flat">
              <a:solidFill>
                <a:srgbClr val="3A599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39" name="pg2739"/>
            <p:cNvSpPr/>
            <p:nvPr/>
          </p:nvSpPr>
          <p:spPr>
            <a:xfrm>
              <a:off x="4380080" y="478139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5B99">
                <a:alpha val="100000"/>
              </a:srgbClr>
            </a:solidFill>
            <a:ln w="5420" cap="flat">
              <a:solidFill>
                <a:srgbClr val="395B9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40" name="pg2740"/>
            <p:cNvSpPr/>
            <p:nvPr/>
          </p:nvSpPr>
          <p:spPr>
            <a:xfrm>
              <a:off x="4566278" y="478139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72A1">
                <a:alpha val="100000"/>
              </a:srgbClr>
            </a:solidFill>
            <a:ln w="5420" cap="flat">
              <a:solidFill>
                <a:srgbClr val="3B72A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41" name="pg2741"/>
            <p:cNvSpPr/>
            <p:nvPr/>
          </p:nvSpPr>
          <p:spPr>
            <a:xfrm>
              <a:off x="4577915" y="478139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72A1">
                <a:alpha val="100000"/>
              </a:srgbClr>
            </a:solidFill>
            <a:ln w="5420" cap="flat">
              <a:solidFill>
                <a:srgbClr val="3B72A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42" name="pg2742"/>
            <p:cNvSpPr/>
            <p:nvPr/>
          </p:nvSpPr>
          <p:spPr>
            <a:xfrm>
              <a:off x="4589552" y="478139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72A1">
                <a:alpha val="100000"/>
              </a:srgbClr>
            </a:solidFill>
            <a:ln w="5420" cap="flat">
              <a:solidFill>
                <a:srgbClr val="3B72A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43" name="pg2743"/>
            <p:cNvSpPr/>
            <p:nvPr/>
          </p:nvSpPr>
          <p:spPr>
            <a:xfrm>
              <a:off x="4601190" y="478139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72A1">
                <a:alpha val="100000"/>
              </a:srgbClr>
            </a:solidFill>
            <a:ln w="5420" cap="flat">
              <a:solidFill>
                <a:srgbClr val="3B72A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44" name="pg2744"/>
            <p:cNvSpPr/>
            <p:nvPr/>
          </p:nvSpPr>
          <p:spPr>
            <a:xfrm>
              <a:off x="4612827" y="478139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72A1">
                <a:alpha val="100000"/>
              </a:srgbClr>
            </a:solidFill>
            <a:ln w="5420" cap="flat">
              <a:solidFill>
                <a:srgbClr val="3B72A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45" name="pg2745"/>
            <p:cNvSpPr/>
            <p:nvPr/>
          </p:nvSpPr>
          <p:spPr>
            <a:xfrm>
              <a:off x="3111611" y="479569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5A97">
                <a:alpha val="100000"/>
              </a:srgbClr>
            </a:solidFill>
            <a:ln w="5420" cap="flat">
              <a:solidFill>
                <a:srgbClr val="3A5A9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46" name="pg2746"/>
            <p:cNvSpPr/>
            <p:nvPr/>
          </p:nvSpPr>
          <p:spPr>
            <a:xfrm>
              <a:off x="3123249" y="479569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5C9A">
                <a:alpha val="100000"/>
              </a:srgbClr>
            </a:solidFill>
            <a:ln w="5420" cap="flat">
              <a:solidFill>
                <a:srgbClr val="395C9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47" name="pg2747"/>
            <p:cNvSpPr/>
            <p:nvPr/>
          </p:nvSpPr>
          <p:spPr>
            <a:xfrm>
              <a:off x="3134886" y="479569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5D9C">
                <a:alpha val="100000"/>
              </a:srgbClr>
            </a:solidFill>
            <a:ln w="5420" cap="flat">
              <a:solidFill>
                <a:srgbClr val="395D9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48" name="pg2748"/>
            <p:cNvSpPr/>
            <p:nvPr/>
          </p:nvSpPr>
          <p:spPr>
            <a:xfrm>
              <a:off x="3146523" y="479569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5D9C">
                <a:alpha val="100000"/>
              </a:srgbClr>
            </a:solidFill>
            <a:ln w="5420" cap="flat">
              <a:solidFill>
                <a:srgbClr val="395D9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49" name="pg2749"/>
            <p:cNvSpPr/>
            <p:nvPr/>
          </p:nvSpPr>
          <p:spPr>
            <a:xfrm>
              <a:off x="3158161" y="479569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5B99">
                <a:alpha val="100000"/>
              </a:srgbClr>
            </a:solidFill>
            <a:ln w="5420" cap="flat">
              <a:solidFill>
                <a:srgbClr val="395B9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50" name="pg2750"/>
            <p:cNvSpPr/>
            <p:nvPr/>
          </p:nvSpPr>
          <p:spPr>
            <a:xfrm>
              <a:off x="3169798" y="479569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5794">
                <a:alpha val="100000"/>
              </a:srgbClr>
            </a:solidFill>
            <a:ln w="5420" cap="flat">
              <a:solidFill>
                <a:srgbClr val="3A579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51" name="pg2751"/>
            <p:cNvSpPr/>
            <p:nvPr/>
          </p:nvSpPr>
          <p:spPr>
            <a:xfrm>
              <a:off x="3181435" y="479569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528C">
                <a:alpha val="100000"/>
              </a:srgbClr>
            </a:solidFill>
            <a:ln w="5420" cap="flat">
              <a:solidFill>
                <a:srgbClr val="3B528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52" name="pg2752"/>
            <p:cNvSpPr/>
            <p:nvPr/>
          </p:nvSpPr>
          <p:spPr>
            <a:xfrm>
              <a:off x="3193073" y="479569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B82">
                <a:alpha val="100000"/>
              </a:srgbClr>
            </a:solidFill>
            <a:ln w="5420" cap="flat">
              <a:solidFill>
                <a:srgbClr val="3C4B8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53" name="pg2753"/>
            <p:cNvSpPr/>
            <p:nvPr/>
          </p:nvSpPr>
          <p:spPr>
            <a:xfrm>
              <a:off x="3204710" y="479569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479">
                <a:alpha val="100000"/>
              </a:srgbClr>
            </a:solidFill>
            <a:ln w="5420" cap="flat">
              <a:solidFill>
                <a:srgbClr val="3C447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54" name="pg2754"/>
            <p:cNvSpPr/>
            <p:nvPr/>
          </p:nvSpPr>
          <p:spPr>
            <a:xfrm>
              <a:off x="3216347" y="479569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3E70">
                <a:alpha val="100000"/>
              </a:srgbClr>
            </a:solidFill>
            <a:ln w="5420" cap="flat">
              <a:solidFill>
                <a:srgbClr val="3B3E7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55" name="pg2755"/>
            <p:cNvSpPr/>
            <p:nvPr/>
          </p:nvSpPr>
          <p:spPr>
            <a:xfrm>
              <a:off x="3227985" y="479569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3766">
                <a:alpha val="100000"/>
              </a:srgbClr>
            </a:solidFill>
            <a:ln w="5420" cap="flat">
              <a:solidFill>
                <a:srgbClr val="3B37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56" name="pg2756"/>
            <p:cNvSpPr/>
            <p:nvPr/>
          </p:nvSpPr>
          <p:spPr>
            <a:xfrm>
              <a:off x="3239622" y="479569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3664">
                <a:alpha val="100000"/>
              </a:srgbClr>
            </a:solidFill>
            <a:ln w="5420" cap="flat">
              <a:solidFill>
                <a:srgbClr val="3A366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57" name="pg2757"/>
            <p:cNvSpPr/>
            <p:nvPr/>
          </p:nvSpPr>
          <p:spPr>
            <a:xfrm>
              <a:off x="3251259" y="479569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3664">
                <a:alpha val="100000"/>
              </a:srgbClr>
            </a:solidFill>
            <a:ln w="5420" cap="flat">
              <a:solidFill>
                <a:srgbClr val="3A366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58" name="pg2758"/>
            <p:cNvSpPr/>
            <p:nvPr/>
          </p:nvSpPr>
          <p:spPr>
            <a:xfrm>
              <a:off x="3262897" y="479569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3765">
                <a:alpha val="100000"/>
              </a:srgbClr>
            </a:solidFill>
            <a:ln w="5420" cap="flat">
              <a:solidFill>
                <a:srgbClr val="3B376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59" name="pg2759"/>
            <p:cNvSpPr/>
            <p:nvPr/>
          </p:nvSpPr>
          <p:spPr>
            <a:xfrm>
              <a:off x="3274534" y="479569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3867">
                <a:alpha val="100000"/>
              </a:srgbClr>
            </a:solidFill>
            <a:ln w="5420" cap="flat">
              <a:solidFill>
                <a:srgbClr val="3B386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60" name="pg2760"/>
            <p:cNvSpPr/>
            <p:nvPr/>
          </p:nvSpPr>
          <p:spPr>
            <a:xfrm>
              <a:off x="3286171" y="479569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3968">
                <a:alpha val="100000"/>
              </a:srgbClr>
            </a:solidFill>
            <a:ln w="5420" cap="flat">
              <a:solidFill>
                <a:srgbClr val="3B396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61" name="pg2761"/>
            <p:cNvSpPr/>
            <p:nvPr/>
          </p:nvSpPr>
          <p:spPr>
            <a:xfrm>
              <a:off x="3297809" y="479569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3969">
                <a:alpha val="100000"/>
              </a:srgbClr>
            </a:solidFill>
            <a:ln w="5420" cap="flat">
              <a:solidFill>
                <a:srgbClr val="3B396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62" name="pg2762"/>
            <p:cNvSpPr/>
            <p:nvPr/>
          </p:nvSpPr>
          <p:spPr>
            <a:xfrm>
              <a:off x="3309446" y="479569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3969">
                <a:alpha val="100000"/>
              </a:srgbClr>
            </a:solidFill>
            <a:ln w="5420" cap="flat">
              <a:solidFill>
                <a:srgbClr val="3B396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63" name="pg2763"/>
            <p:cNvSpPr/>
            <p:nvPr/>
          </p:nvSpPr>
          <p:spPr>
            <a:xfrm>
              <a:off x="3321083" y="479569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3969">
                <a:alpha val="100000"/>
              </a:srgbClr>
            </a:solidFill>
            <a:ln w="5420" cap="flat">
              <a:solidFill>
                <a:srgbClr val="3B396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64" name="pg2764"/>
            <p:cNvSpPr/>
            <p:nvPr/>
          </p:nvSpPr>
          <p:spPr>
            <a:xfrm>
              <a:off x="3332721" y="479569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3969">
                <a:alpha val="100000"/>
              </a:srgbClr>
            </a:solidFill>
            <a:ln w="5420" cap="flat">
              <a:solidFill>
                <a:srgbClr val="3B396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65" name="pg2765"/>
            <p:cNvSpPr/>
            <p:nvPr/>
          </p:nvSpPr>
          <p:spPr>
            <a:xfrm>
              <a:off x="3344358" y="479569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3A6B">
                <a:alpha val="100000"/>
              </a:srgbClr>
            </a:solidFill>
            <a:ln w="5420" cap="flat">
              <a:solidFill>
                <a:srgbClr val="3B3A6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66" name="pg2766"/>
            <p:cNvSpPr/>
            <p:nvPr/>
          </p:nvSpPr>
          <p:spPr>
            <a:xfrm>
              <a:off x="3355995" y="479569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3B6B">
                <a:alpha val="100000"/>
              </a:srgbClr>
            </a:solidFill>
            <a:ln w="5420" cap="flat">
              <a:solidFill>
                <a:srgbClr val="3B3B6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67" name="pg2767"/>
            <p:cNvSpPr/>
            <p:nvPr/>
          </p:nvSpPr>
          <p:spPr>
            <a:xfrm>
              <a:off x="3367633" y="479569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3B6C">
                <a:alpha val="100000"/>
              </a:srgbClr>
            </a:solidFill>
            <a:ln w="5420" cap="flat">
              <a:solidFill>
                <a:srgbClr val="3B3B6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68" name="pg2768"/>
            <p:cNvSpPr/>
            <p:nvPr/>
          </p:nvSpPr>
          <p:spPr>
            <a:xfrm>
              <a:off x="3379270" y="479569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3C6D">
                <a:alpha val="100000"/>
              </a:srgbClr>
            </a:solidFill>
            <a:ln w="5420" cap="flat">
              <a:solidFill>
                <a:srgbClr val="3B3C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69" name="pg2769"/>
            <p:cNvSpPr/>
            <p:nvPr/>
          </p:nvSpPr>
          <p:spPr>
            <a:xfrm>
              <a:off x="3390907" y="479569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3C6D">
                <a:alpha val="100000"/>
              </a:srgbClr>
            </a:solidFill>
            <a:ln w="5420" cap="flat">
              <a:solidFill>
                <a:srgbClr val="3B3C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70" name="pg2770"/>
            <p:cNvSpPr/>
            <p:nvPr/>
          </p:nvSpPr>
          <p:spPr>
            <a:xfrm>
              <a:off x="3402545" y="479569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3D6E">
                <a:alpha val="100000"/>
              </a:srgbClr>
            </a:solidFill>
            <a:ln w="5420" cap="flat">
              <a:solidFill>
                <a:srgbClr val="3B3D6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71" name="pg2771"/>
            <p:cNvSpPr/>
            <p:nvPr/>
          </p:nvSpPr>
          <p:spPr>
            <a:xfrm>
              <a:off x="3414182" y="479569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3D6E">
                <a:alpha val="100000"/>
              </a:srgbClr>
            </a:solidFill>
            <a:ln w="5420" cap="flat">
              <a:solidFill>
                <a:srgbClr val="3B3D6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72" name="pg2772"/>
            <p:cNvSpPr/>
            <p:nvPr/>
          </p:nvSpPr>
          <p:spPr>
            <a:xfrm>
              <a:off x="3425819" y="479569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3D6E">
                <a:alpha val="100000"/>
              </a:srgbClr>
            </a:solidFill>
            <a:ln w="5420" cap="flat">
              <a:solidFill>
                <a:srgbClr val="3B3D6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73" name="pg2773"/>
            <p:cNvSpPr/>
            <p:nvPr/>
          </p:nvSpPr>
          <p:spPr>
            <a:xfrm>
              <a:off x="3437457" y="479569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3D6E">
                <a:alpha val="100000"/>
              </a:srgbClr>
            </a:solidFill>
            <a:ln w="5420" cap="flat">
              <a:solidFill>
                <a:srgbClr val="3B3D6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74" name="pg2774"/>
            <p:cNvSpPr/>
            <p:nvPr/>
          </p:nvSpPr>
          <p:spPr>
            <a:xfrm>
              <a:off x="3449094" y="479569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3D6E">
                <a:alpha val="100000"/>
              </a:srgbClr>
            </a:solidFill>
            <a:ln w="5420" cap="flat">
              <a:solidFill>
                <a:srgbClr val="3B3D6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75" name="pg2775"/>
            <p:cNvSpPr/>
            <p:nvPr/>
          </p:nvSpPr>
          <p:spPr>
            <a:xfrm>
              <a:off x="3460731" y="479569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3D6E">
                <a:alpha val="100000"/>
              </a:srgbClr>
            </a:solidFill>
            <a:ln w="5420" cap="flat">
              <a:solidFill>
                <a:srgbClr val="3B3D6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76" name="pg2776"/>
            <p:cNvSpPr/>
            <p:nvPr/>
          </p:nvSpPr>
          <p:spPr>
            <a:xfrm>
              <a:off x="3472369" y="479569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3D6E">
                <a:alpha val="100000"/>
              </a:srgbClr>
            </a:solidFill>
            <a:ln w="5420" cap="flat">
              <a:solidFill>
                <a:srgbClr val="3B3D6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77" name="pg2777"/>
            <p:cNvSpPr/>
            <p:nvPr/>
          </p:nvSpPr>
          <p:spPr>
            <a:xfrm>
              <a:off x="3484006" y="479569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3D6E">
                <a:alpha val="100000"/>
              </a:srgbClr>
            </a:solidFill>
            <a:ln w="5420" cap="flat">
              <a:solidFill>
                <a:srgbClr val="3B3D6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78" name="pg2778"/>
            <p:cNvSpPr/>
            <p:nvPr/>
          </p:nvSpPr>
          <p:spPr>
            <a:xfrm>
              <a:off x="3495643" y="479569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3C6E">
                <a:alpha val="100000"/>
              </a:srgbClr>
            </a:solidFill>
            <a:ln w="5420" cap="flat">
              <a:solidFill>
                <a:srgbClr val="3B3C6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79" name="pg2779"/>
            <p:cNvSpPr/>
            <p:nvPr/>
          </p:nvSpPr>
          <p:spPr>
            <a:xfrm>
              <a:off x="3507281" y="479569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3C6D">
                <a:alpha val="100000"/>
              </a:srgbClr>
            </a:solidFill>
            <a:ln w="5420" cap="flat">
              <a:solidFill>
                <a:srgbClr val="3B3C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80" name="pg2780"/>
            <p:cNvSpPr/>
            <p:nvPr/>
          </p:nvSpPr>
          <p:spPr>
            <a:xfrm>
              <a:off x="3518918" y="479569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3C6C">
                <a:alpha val="100000"/>
              </a:srgbClr>
            </a:solidFill>
            <a:ln w="5420" cap="flat">
              <a:solidFill>
                <a:srgbClr val="3B3C6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81" name="pg2781"/>
            <p:cNvSpPr/>
            <p:nvPr/>
          </p:nvSpPr>
          <p:spPr>
            <a:xfrm>
              <a:off x="3530555" y="479569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3B6C">
                <a:alpha val="100000"/>
              </a:srgbClr>
            </a:solidFill>
            <a:ln w="5420" cap="flat">
              <a:solidFill>
                <a:srgbClr val="3B3B6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82" name="pg2782"/>
            <p:cNvSpPr/>
            <p:nvPr/>
          </p:nvSpPr>
          <p:spPr>
            <a:xfrm>
              <a:off x="3542193" y="479569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3A6B">
                <a:alpha val="100000"/>
              </a:srgbClr>
            </a:solidFill>
            <a:ln w="5420" cap="flat">
              <a:solidFill>
                <a:srgbClr val="3B3A6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83" name="pg2783"/>
            <p:cNvSpPr/>
            <p:nvPr/>
          </p:nvSpPr>
          <p:spPr>
            <a:xfrm>
              <a:off x="3553830" y="479569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3A6A">
                <a:alpha val="100000"/>
              </a:srgbClr>
            </a:solidFill>
            <a:ln w="5420" cap="flat">
              <a:solidFill>
                <a:srgbClr val="3B3A6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84" name="pg2784"/>
            <p:cNvSpPr/>
            <p:nvPr/>
          </p:nvSpPr>
          <p:spPr>
            <a:xfrm>
              <a:off x="3623654" y="479569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3868">
                <a:alpha val="100000"/>
              </a:srgbClr>
            </a:solidFill>
            <a:ln w="5420" cap="flat">
              <a:solidFill>
                <a:srgbClr val="3B386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85" name="pg2785"/>
            <p:cNvSpPr/>
            <p:nvPr/>
          </p:nvSpPr>
          <p:spPr>
            <a:xfrm>
              <a:off x="3635291" y="479569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3868">
                <a:alpha val="100000"/>
              </a:srgbClr>
            </a:solidFill>
            <a:ln w="5420" cap="flat">
              <a:solidFill>
                <a:srgbClr val="3B386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86" name="pg2786"/>
            <p:cNvSpPr/>
            <p:nvPr/>
          </p:nvSpPr>
          <p:spPr>
            <a:xfrm>
              <a:off x="3646928" y="479569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3867">
                <a:alpha val="100000"/>
              </a:srgbClr>
            </a:solidFill>
            <a:ln w="5420" cap="flat">
              <a:solidFill>
                <a:srgbClr val="3B386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87" name="pg2787"/>
            <p:cNvSpPr/>
            <p:nvPr/>
          </p:nvSpPr>
          <p:spPr>
            <a:xfrm>
              <a:off x="3658566" y="479569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3867">
                <a:alpha val="100000"/>
              </a:srgbClr>
            </a:solidFill>
            <a:ln w="5420" cap="flat">
              <a:solidFill>
                <a:srgbClr val="3B386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88" name="pg2788"/>
            <p:cNvSpPr/>
            <p:nvPr/>
          </p:nvSpPr>
          <p:spPr>
            <a:xfrm>
              <a:off x="3670203" y="479569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3868">
                <a:alpha val="100000"/>
              </a:srgbClr>
            </a:solidFill>
            <a:ln w="5420" cap="flat">
              <a:solidFill>
                <a:srgbClr val="3B386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89" name="pg2789"/>
            <p:cNvSpPr/>
            <p:nvPr/>
          </p:nvSpPr>
          <p:spPr>
            <a:xfrm>
              <a:off x="3681840" y="479569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3968">
                <a:alpha val="100000"/>
              </a:srgbClr>
            </a:solidFill>
            <a:ln w="5420" cap="flat">
              <a:solidFill>
                <a:srgbClr val="3B396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90" name="pg2790"/>
            <p:cNvSpPr/>
            <p:nvPr/>
          </p:nvSpPr>
          <p:spPr>
            <a:xfrm>
              <a:off x="3693478" y="479569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3A6A">
                <a:alpha val="100000"/>
              </a:srgbClr>
            </a:solidFill>
            <a:ln w="5420" cap="flat">
              <a:solidFill>
                <a:srgbClr val="3B3A6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91" name="pg2791"/>
            <p:cNvSpPr/>
            <p:nvPr/>
          </p:nvSpPr>
          <p:spPr>
            <a:xfrm>
              <a:off x="3705115" y="479569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3A6A">
                <a:alpha val="100000"/>
              </a:srgbClr>
            </a:solidFill>
            <a:ln w="5420" cap="flat">
              <a:solidFill>
                <a:srgbClr val="3B3A6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92" name="pg2792"/>
            <p:cNvSpPr/>
            <p:nvPr/>
          </p:nvSpPr>
          <p:spPr>
            <a:xfrm>
              <a:off x="3716752" y="479569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3A6A">
                <a:alpha val="100000"/>
              </a:srgbClr>
            </a:solidFill>
            <a:ln w="5420" cap="flat">
              <a:solidFill>
                <a:srgbClr val="3B3A6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93" name="pg2793"/>
            <p:cNvSpPr/>
            <p:nvPr/>
          </p:nvSpPr>
          <p:spPr>
            <a:xfrm>
              <a:off x="3728390" y="479569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3A6B">
                <a:alpha val="100000"/>
              </a:srgbClr>
            </a:solidFill>
            <a:ln w="5420" cap="flat">
              <a:solidFill>
                <a:srgbClr val="3B3A6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94" name="pg2794"/>
            <p:cNvSpPr/>
            <p:nvPr/>
          </p:nvSpPr>
          <p:spPr>
            <a:xfrm>
              <a:off x="3740027" y="479569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3B6C">
                <a:alpha val="100000"/>
              </a:srgbClr>
            </a:solidFill>
            <a:ln w="5420" cap="flat">
              <a:solidFill>
                <a:srgbClr val="3B3B6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95" name="pg2795"/>
            <p:cNvSpPr/>
            <p:nvPr/>
          </p:nvSpPr>
          <p:spPr>
            <a:xfrm>
              <a:off x="4135696" y="479569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275">
                <a:alpha val="100000"/>
              </a:srgbClr>
            </a:solidFill>
            <a:ln w="5420" cap="flat">
              <a:solidFill>
                <a:srgbClr val="3C427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96" name="pg2796"/>
            <p:cNvSpPr/>
            <p:nvPr/>
          </p:nvSpPr>
          <p:spPr>
            <a:xfrm>
              <a:off x="4147334" y="479569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174">
                <a:alpha val="100000"/>
              </a:srgbClr>
            </a:solidFill>
            <a:ln w="5420" cap="flat">
              <a:solidFill>
                <a:srgbClr val="3C417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97" name="pg2797"/>
            <p:cNvSpPr/>
            <p:nvPr/>
          </p:nvSpPr>
          <p:spPr>
            <a:xfrm>
              <a:off x="4158971" y="479569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073">
                <a:alpha val="100000"/>
              </a:srgbClr>
            </a:solidFill>
            <a:ln w="5420" cap="flat">
              <a:solidFill>
                <a:srgbClr val="3C407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98" name="pg2798"/>
            <p:cNvSpPr/>
            <p:nvPr/>
          </p:nvSpPr>
          <p:spPr>
            <a:xfrm>
              <a:off x="4170608" y="479569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073">
                <a:alpha val="100000"/>
              </a:srgbClr>
            </a:solidFill>
            <a:ln w="5420" cap="flat">
              <a:solidFill>
                <a:srgbClr val="3C407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99" name="pg2799"/>
            <p:cNvSpPr/>
            <p:nvPr/>
          </p:nvSpPr>
          <p:spPr>
            <a:xfrm>
              <a:off x="4182246" y="479569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073">
                <a:alpha val="100000"/>
              </a:srgbClr>
            </a:solidFill>
            <a:ln w="5420" cap="flat">
              <a:solidFill>
                <a:srgbClr val="3C407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00" name="pg2800"/>
            <p:cNvSpPr/>
            <p:nvPr/>
          </p:nvSpPr>
          <p:spPr>
            <a:xfrm>
              <a:off x="4193883" y="479569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073">
                <a:alpha val="100000"/>
              </a:srgbClr>
            </a:solidFill>
            <a:ln w="5420" cap="flat">
              <a:solidFill>
                <a:srgbClr val="3C407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01" name="pg2801"/>
            <p:cNvSpPr/>
            <p:nvPr/>
          </p:nvSpPr>
          <p:spPr>
            <a:xfrm>
              <a:off x="4205520" y="479569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4072">
                <a:alpha val="100000"/>
              </a:srgbClr>
            </a:solidFill>
            <a:ln w="5420" cap="flat">
              <a:solidFill>
                <a:srgbClr val="3B407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02" name="pg2802"/>
            <p:cNvSpPr/>
            <p:nvPr/>
          </p:nvSpPr>
          <p:spPr>
            <a:xfrm>
              <a:off x="4217158" y="479569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4072">
                <a:alpha val="100000"/>
              </a:srgbClr>
            </a:solidFill>
            <a:ln w="5420" cap="flat">
              <a:solidFill>
                <a:srgbClr val="3B407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03" name="pg2803"/>
            <p:cNvSpPr/>
            <p:nvPr/>
          </p:nvSpPr>
          <p:spPr>
            <a:xfrm>
              <a:off x="4228795" y="479569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073">
                <a:alpha val="100000"/>
              </a:srgbClr>
            </a:solidFill>
            <a:ln w="5420" cap="flat">
              <a:solidFill>
                <a:srgbClr val="3C407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04" name="pg2804"/>
            <p:cNvSpPr/>
            <p:nvPr/>
          </p:nvSpPr>
          <p:spPr>
            <a:xfrm>
              <a:off x="4240432" y="479569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174">
                <a:alpha val="100000"/>
              </a:srgbClr>
            </a:solidFill>
            <a:ln w="5420" cap="flat">
              <a:solidFill>
                <a:srgbClr val="3C417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05" name="pg2805"/>
            <p:cNvSpPr/>
            <p:nvPr/>
          </p:nvSpPr>
          <p:spPr>
            <a:xfrm>
              <a:off x="4321894" y="479569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5089">
                <a:alpha val="100000"/>
              </a:srgbClr>
            </a:solidFill>
            <a:ln w="5420" cap="flat">
              <a:solidFill>
                <a:srgbClr val="3B508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06" name="pg2806"/>
            <p:cNvSpPr/>
            <p:nvPr/>
          </p:nvSpPr>
          <p:spPr>
            <a:xfrm>
              <a:off x="4333531" y="479569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528C">
                <a:alpha val="100000"/>
              </a:srgbClr>
            </a:solidFill>
            <a:ln w="5420" cap="flat">
              <a:solidFill>
                <a:srgbClr val="3B528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07" name="pg2807"/>
            <p:cNvSpPr/>
            <p:nvPr/>
          </p:nvSpPr>
          <p:spPr>
            <a:xfrm>
              <a:off x="4345168" y="479569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548F">
                <a:alpha val="100000"/>
              </a:srgbClr>
            </a:solidFill>
            <a:ln w="5420" cap="flat">
              <a:solidFill>
                <a:srgbClr val="3B548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08" name="pg2808"/>
            <p:cNvSpPr/>
            <p:nvPr/>
          </p:nvSpPr>
          <p:spPr>
            <a:xfrm>
              <a:off x="4356806" y="479569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5693">
                <a:alpha val="100000"/>
              </a:srgbClr>
            </a:solidFill>
            <a:ln w="5420" cap="flat">
              <a:solidFill>
                <a:srgbClr val="3A569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09" name="pg2809"/>
            <p:cNvSpPr/>
            <p:nvPr/>
          </p:nvSpPr>
          <p:spPr>
            <a:xfrm>
              <a:off x="4368443" y="479569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5996">
                <a:alpha val="100000"/>
              </a:srgbClr>
            </a:solidFill>
            <a:ln w="5420" cap="flat">
              <a:solidFill>
                <a:srgbClr val="3A599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10" name="pg2810"/>
            <p:cNvSpPr/>
            <p:nvPr/>
          </p:nvSpPr>
          <p:spPr>
            <a:xfrm>
              <a:off x="4380080" y="479569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5B99">
                <a:alpha val="100000"/>
              </a:srgbClr>
            </a:solidFill>
            <a:ln w="5420" cap="flat">
              <a:solidFill>
                <a:srgbClr val="3A5B9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11" name="pg2811"/>
            <p:cNvSpPr/>
            <p:nvPr/>
          </p:nvSpPr>
          <p:spPr>
            <a:xfrm>
              <a:off x="4577915" y="479569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71A1">
                <a:alpha val="100000"/>
              </a:srgbClr>
            </a:solidFill>
            <a:ln w="5420" cap="flat">
              <a:solidFill>
                <a:srgbClr val="3B71A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12" name="pg2812"/>
            <p:cNvSpPr/>
            <p:nvPr/>
          </p:nvSpPr>
          <p:spPr>
            <a:xfrm>
              <a:off x="4589552" y="479569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72A1">
                <a:alpha val="100000"/>
              </a:srgbClr>
            </a:solidFill>
            <a:ln w="5420" cap="flat">
              <a:solidFill>
                <a:srgbClr val="3B72A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13" name="pg2813"/>
            <p:cNvSpPr/>
            <p:nvPr/>
          </p:nvSpPr>
          <p:spPr>
            <a:xfrm>
              <a:off x="4601190" y="479569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72A1">
                <a:alpha val="100000"/>
              </a:srgbClr>
            </a:solidFill>
            <a:ln w="5420" cap="flat">
              <a:solidFill>
                <a:srgbClr val="3B72A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14" name="pg2814"/>
            <p:cNvSpPr/>
            <p:nvPr/>
          </p:nvSpPr>
          <p:spPr>
            <a:xfrm>
              <a:off x="4612827" y="479569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72A1">
                <a:alpha val="100000"/>
              </a:srgbClr>
            </a:solidFill>
            <a:ln w="5420" cap="flat">
              <a:solidFill>
                <a:srgbClr val="3B72A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15" name="pg2815"/>
            <p:cNvSpPr/>
            <p:nvPr/>
          </p:nvSpPr>
          <p:spPr>
            <a:xfrm>
              <a:off x="4624464" y="479569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72A1">
                <a:alpha val="100000"/>
              </a:srgbClr>
            </a:solidFill>
            <a:ln w="5420" cap="flat">
              <a:solidFill>
                <a:srgbClr val="3B72A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16" name="pg2816"/>
            <p:cNvSpPr/>
            <p:nvPr/>
          </p:nvSpPr>
          <p:spPr>
            <a:xfrm>
              <a:off x="3111611" y="480999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5B99">
                <a:alpha val="100000"/>
              </a:srgbClr>
            </a:solidFill>
            <a:ln w="5420" cap="flat">
              <a:solidFill>
                <a:srgbClr val="395B9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17" name="pg2817"/>
            <p:cNvSpPr/>
            <p:nvPr/>
          </p:nvSpPr>
          <p:spPr>
            <a:xfrm>
              <a:off x="3123249" y="480999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5E9C">
                <a:alpha val="100000"/>
              </a:srgbClr>
            </a:solidFill>
            <a:ln w="5420" cap="flat">
              <a:solidFill>
                <a:srgbClr val="395E9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18" name="pg2818"/>
            <p:cNvSpPr/>
            <p:nvPr/>
          </p:nvSpPr>
          <p:spPr>
            <a:xfrm>
              <a:off x="3134886" y="480999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5F9D">
                <a:alpha val="100000"/>
              </a:srgbClr>
            </a:solidFill>
            <a:ln w="5420" cap="flat">
              <a:solidFill>
                <a:srgbClr val="395F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19" name="pg2819"/>
            <p:cNvSpPr/>
            <p:nvPr/>
          </p:nvSpPr>
          <p:spPr>
            <a:xfrm>
              <a:off x="3146523" y="480999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5F9D">
                <a:alpha val="100000"/>
              </a:srgbClr>
            </a:solidFill>
            <a:ln w="5420" cap="flat">
              <a:solidFill>
                <a:srgbClr val="395F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20" name="pg2820"/>
            <p:cNvSpPr/>
            <p:nvPr/>
          </p:nvSpPr>
          <p:spPr>
            <a:xfrm>
              <a:off x="3158161" y="480999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5E9C">
                <a:alpha val="100000"/>
              </a:srgbClr>
            </a:solidFill>
            <a:ln w="5420" cap="flat">
              <a:solidFill>
                <a:srgbClr val="395E9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21" name="pg2821"/>
            <p:cNvSpPr/>
            <p:nvPr/>
          </p:nvSpPr>
          <p:spPr>
            <a:xfrm>
              <a:off x="3169798" y="480999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5A98">
                <a:alpha val="100000"/>
              </a:srgbClr>
            </a:solidFill>
            <a:ln w="5420" cap="flat">
              <a:solidFill>
                <a:srgbClr val="3A5A9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22" name="pg2822"/>
            <p:cNvSpPr/>
            <p:nvPr/>
          </p:nvSpPr>
          <p:spPr>
            <a:xfrm>
              <a:off x="3181435" y="480999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5590">
                <a:alpha val="100000"/>
              </a:srgbClr>
            </a:solidFill>
            <a:ln w="5420" cap="flat">
              <a:solidFill>
                <a:srgbClr val="3B559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23" name="pg2823"/>
            <p:cNvSpPr/>
            <p:nvPr/>
          </p:nvSpPr>
          <p:spPr>
            <a:xfrm>
              <a:off x="3193073" y="480999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4E87">
                <a:alpha val="100000"/>
              </a:srgbClr>
            </a:solidFill>
            <a:ln w="5420" cap="flat">
              <a:solidFill>
                <a:srgbClr val="3B4E8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24" name="pg2824"/>
            <p:cNvSpPr/>
            <p:nvPr/>
          </p:nvSpPr>
          <p:spPr>
            <a:xfrm>
              <a:off x="3204710" y="480999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87E">
                <a:alpha val="100000"/>
              </a:srgbClr>
            </a:solidFill>
            <a:ln w="5420" cap="flat">
              <a:solidFill>
                <a:srgbClr val="3C487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25" name="pg2825"/>
            <p:cNvSpPr/>
            <p:nvPr/>
          </p:nvSpPr>
          <p:spPr>
            <a:xfrm>
              <a:off x="3216347" y="480999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276">
                <a:alpha val="100000"/>
              </a:srgbClr>
            </a:solidFill>
            <a:ln w="5420" cap="flat">
              <a:solidFill>
                <a:srgbClr val="3C427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26" name="pg2826"/>
            <p:cNvSpPr/>
            <p:nvPr/>
          </p:nvSpPr>
          <p:spPr>
            <a:xfrm>
              <a:off x="3227985" y="480999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3B6C">
                <a:alpha val="100000"/>
              </a:srgbClr>
            </a:solidFill>
            <a:ln w="5420" cap="flat">
              <a:solidFill>
                <a:srgbClr val="3B3B6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27" name="pg2827"/>
            <p:cNvSpPr/>
            <p:nvPr/>
          </p:nvSpPr>
          <p:spPr>
            <a:xfrm>
              <a:off x="3239622" y="480999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3A6A">
                <a:alpha val="100000"/>
              </a:srgbClr>
            </a:solidFill>
            <a:ln w="5420" cap="flat">
              <a:solidFill>
                <a:srgbClr val="3B3A6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28" name="pg2828"/>
            <p:cNvSpPr/>
            <p:nvPr/>
          </p:nvSpPr>
          <p:spPr>
            <a:xfrm>
              <a:off x="3251259" y="480999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3969">
                <a:alpha val="100000"/>
              </a:srgbClr>
            </a:solidFill>
            <a:ln w="5420" cap="flat">
              <a:solidFill>
                <a:srgbClr val="3B396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29" name="pg2829"/>
            <p:cNvSpPr/>
            <p:nvPr/>
          </p:nvSpPr>
          <p:spPr>
            <a:xfrm>
              <a:off x="3262897" y="480999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3969">
                <a:alpha val="100000"/>
              </a:srgbClr>
            </a:solidFill>
            <a:ln w="5420" cap="flat">
              <a:solidFill>
                <a:srgbClr val="3B396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30" name="pg2830"/>
            <p:cNvSpPr/>
            <p:nvPr/>
          </p:nvSpPr>
          <p:spPr>
            <a:xfrm>
              <a:off x="3274534" y="480999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3969">
                <a:alpha val="100000"/>
              </a:srgbClr>
            </a:solidFill>
            <a:ln w="5420" cap="flat">
              <a:solidFill>
                <a:srgbClr val="3B396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31" name="pg2831"/>
            <p:cNvSpPr/>
            <p:nvPr/>
          </p:nvSpPr>
          <p:spPr>
            <a:xfrm>
              <a:off x="3286171" y="480999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3A6A">
                <a:alpha val="100000"/>
              </a:srgbClr>
            </a:solidFill>
            <a:ln w="5420" cap="flat">
              <a:solidFill>
                <a:srgbClr val="3B3A6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32" name="pg2832"/>
            <p:cNvSpPr/>
            <p:nvPr/>
          </p:nvSpPr>
          <p:spPr>
            <a:xfrm>
              <a:off x="3297809" y="480999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3A6A">
                <a:alpha val="100000"/>
              </a:srgbClr>
            </a:solidFill>
            <a:ln w="5420" cap="flat">
              <a:solidFill>
                <a:srgbClr val="3B3A6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33" name="pg2833"/>
            <p:cNvSpPr/>
            <p:nvPr/>
          </p:nvSpPr>
          <p:spPr>
            <a:xfrm>
              <a:off x="3309446" y="480999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3A6A">
                <a:alpha val="100000"/>
              </a:srgbClr>
            </a:solidFill>
            <a:ln w="5420" cap="flat">
              <a:solidFill>
                <a:srgbClr val="3B3A6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34" name="pg2834"/>
            <p:cNvSpPr/>
            <p:nvPr/>
          </p:nvSpPr>
          <p:spPr>
            <a:xfrm>
              <a:off x="3321083" y="480999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3A6A">
                <a:alpha val="100000"/>
              </a:srgbClr>
            </a:solidFill>
            <a:ln w="5420" cap="flat">
              <a:solidFill>
                <a:srgbClr val="3B3A6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35" name="pg2835"/>
            <p:cNvSpPr/>
            <p:nvPr/>
          </p:nvSpPr>
          <p:spPr>
            <a:xfrm>
              <a:off x="3332721" y="480999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3A6B">
                <a:alpha val="100000"/>
              </a:srgbClr>
            </a:solidFill>
            <a:ln w="5420" cap="flat">
              <a:solidFill>
                <a:srgbClr val="3B3A6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36" name="pg2836"/>
            <p:cNvSpPr/>
            <p:nvPr/>
          </p:nvSpPr>
          <p:spPr>
            <a:xfrm>
              <a:off x="3344358" y="480999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3B6C">
                <a:alpha val="100000"/>
              </a:srgbClr>
            </a:solidFill>
            <a:ln w="5420" cap="flat">
              <a:solidFill>
                <a:srgbClr val="3B3B6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37" name="pg2837"/>
            <p:cNvSpPr/>
            <p:nvPr/>
          </p:nvSpPr>
          <p:spPr>
            <a:xfrm>
              <a:off x="3355995" y="480999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3C6C">
                <a:alpha val="100000"/>
              </a:srgbClr>
            </a:solidFill>
            <a:ln w="5420" cap="flat">
              <a:solidFill>
                <a:srgbClr val="3B3C6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38" name="pg2838"/>
            <p:cNvSpPr/>
            <p:nvPr/>
          </p:nvSpPr>
          <p:spPr>
            <a:xfrm>
              <a:off x="3367633" y="480999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3C6D">
                <a:alpha val="100000"/>
              </a:srgbClr>
            </a:solidFill>
            <a:ln w="5420" cap="flat">
              <a:solidFill>
                <a:srgbClr val="3B3C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39" name="pg2839"/>
            <p:cNvSpPr/>
            <p:nvPr/>
          </p:nvSpPr>
          <p:spPr>
            <a:xfrm>
              <a:off x="3379270" y="480999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3C6D">
                <a:alpha val="100000"/>
              </a:srgbClr>
            </a:solidFill>
            <a:ln w="5420" cap="flat">
              <a:solidFill>
                <a:srgbClr val="3B3C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40" name="pg2840"/>
            <p:cNvSpPr/>
            <p:nvPr/>
          </p:nvSpPr>
          <p:spPr>
            <a:xfrm>
              <a:off x="3390907" y="480999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3D6E">
                <a:alpha val="100000"/>
              </a:srgbClr>
            </a:solidFill>
            <a:ln w="5420" cap="flat">
              <a:solidFill>
                <a:srgbClr val="3B3D6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41" name="pg2841"/>
            <p:cNvSpPr/>
            <p:nvPr/>
          </p:nvSpPr>
          <p:spPr>
            <a:xfrm>
              <a:off x="3402545" y="480999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3D6E">
                <a:alpha val="100000"/>
              </a:srgbClr>
            </a:solidFill>
            <a:ln w="5420" cap="flat">
              <a:solidFill>
                <a:srgbClr val="3B3D6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42" name="pg2842"/>
            <p:cNvSpPr/>
            <p:nvPr/>
          </p:nvSpPr>
          <p:spPr>
            <a:xfrm>
              <a:off x="3414182" y="480999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3D6E">
                <a:alpha val="100000"/>
              </a:srgbClr>
            </a:solidFill>
            <a:ln w="5420" cap="flat">
              <a:solidFill>
                <a:srgbClr val="3B3D6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43" name="pg2843"/>
            <p:cNvSpPr/>
            <p:nvPr/>
          </p:nvSpPr>
          <p:spPr>
            <a:xfrm>
              <a:off x="3425819" y="480999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3D6E">
                <a:alpha val="100000"/>
              </a:srgbClr>
            </a:solidFill>
            <a:ln w="5420" cap="flat">
              <a:solidFill>
                <a:srgbClr val="3B3D6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44" name="pg2844"/>
            <p:cNvSpPr/>
            <p:nvPr/>
          </p:nvSpPr>
          <p:spPr>
            <a:xfrm>
              <a:off x="3437457" y="480999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3D6E">
                <a:alpha val="100000"/>
              </a:srgbClr>
            </a:solidFill>
            <a:ln w="5420" cap="flat">
              <a:solidFill>
                <a:srgbClr val="3B3D6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45" name="pg2845"/>
            <p:cNvSpPr/>
            <p:nvPr/>
          </p:nvSpPr>
          <p:spPr>
            <a:xfrm>
              <a:off x="3449094" y="480999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3D6E">
                <a:alpha val="100000"/>
              </a:srgbClr>
            </a:solidFill>
            <a:ln w="5420" cap="flat">
              <a:solidFill>
                <a:srgbClr val="3B3D6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46" name="pg2846"/>
            <p:cNvSpPr/>
            <p:nvPr/>
          </p:nvSpPr>
          <p:spPr>
            <a:xfrm>
              <a:off x="3460731" y="480999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3D6E">
                <a:alpha val="100000"/>
              </a:srgbClr>
            </a:solidFill>
            <a:ln w="5420" cap="flat">
              <a:solidFill>
                <a:srgbClr val="3B3D6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47" name="pg2847"/>
            <p:cNvSpPr/>
            <p:nvPr/>
          </p:nvSpPr>
          <p:spPr>
            <a:xfrm>
              <a:off x="3472369" y="480999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3D6E">
                <a:alpha val="100000"/>
              </a:srgbClr>
            </a:solidFill>
            <a:ln w="5420" cap="flat">
              <a:solidFill>
                <a:srgbClr val="3B3D6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48" name="pg2848"/>
            <p:cNvSpPr/>
            <p:nvPr/>
          </p:nvSpPr>
          <p:spPr>
            <a:xfrm>
              <a:off x="3484006" y="480999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3D6E">
                <a:alpha val="100000"/>
              </a:srgbClr>
            </a:solidFill>
            <a:ln w="5420" cap="flat">
              <a:solidFill>
                <a:srgbClr val="3B3D6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49" name="pg2849"/>
            <p:cNvSpPr/>
            <p:nvPr/>
          </p:nvSpPr>
          <p:spPr>
            <a:xfrm>
              <a:off x="3495643" y="480999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3D6E">
                <a:alpha val="100000"/>
              </a:srgbClr>
            </a:solidFill>
            <a:ln w="5420" cap="flat">
              <a:solidFill>
                <a:srgbClr val="3B3D6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50" name="pg2850"/>
            <p:cNvSpPr/>
            <p:nvPr/>
          </p:nvSpPr>
          <p:spPr>
            <a:xfrm>
              <a:off x="3507281" y="480999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3C6D">
                <a:alpha val="100000"/>
              </a:srgbClr>
            </a:solidFill>
            <a:ln w="5420" cap="flat">
              <a:solidFill>
                <a:srgbClr val="3B3C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51" name="pg2851"/>
            <p:cNvSpPr/>
            <p:nvPr/>
          </p:nvSpPr>
          <p:spPr>
            <a:xfrm>
              <a:off x="3518918" y="480999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3B6C">
                <a:alpha val="100000"/>
              </a:srgbClr>
            </a:solidFill>
            <a:ln w="5420" cap="flat">
              <a:solidFill>
                <a:srgbClr val="3B3B6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52" name="pg2852"/>
            <p:cNvSpPr/>
            <p:nvPr/>
          </p:nvSpPr>
          <p:spPr>
            <a:xfrm>
              <a:off x="3530555" y="480999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3A6A">
                <a:alpha val="100000"/>
              </a:srgbClr>
            </a:solidFill>
            <a:ln w="5420" cap="flat">
              <a:solidFill>
                <a:srgbClr val="3B3A6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53" name="pg2853"/>
            <p:cNvSpPr/>
            <p:nvPr/>
          </p:nvSpPr>
          <p:spPr>
            <a:xfrm>
              <a:off x="3542193" y="480999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3969">
                <a:alpha val="100000"/>
              </a:srgbClr>
            </a:solidFill>
            <a:ln w="5420" cap="flat">
              <a:solidFill>
                <a:srgbClr val="3B396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54" name="pg2854"/>
            <p:cNvSpPr/>
            <p:nvPr/>
          </p:nvSpPr>
          <p:spPr>
            <a:xfrm>
              <a:off x="3553830" y="480999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3868">
                <a:alpha val="100000"/>
              </a:srgbClr>
            </a:solidFill>
            <a:ln w="5420" cap="flat">
              <a:solidFill>
                <a:srgbClr val="3B386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55" name="pg2855"/>
            <p:cNvSpPr/>
            <p:nvPr/>
          </p:nvSpPr>
          <p:spPr>
            <a:xfrm>
              <a:off x="3612016" y="480999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3867">
                <a:alpha val="100000"/>
              </a:srgbClr>
            </a:solidFill>
            <a:ln w="5420" cap="flat">
              <a:solidFill>
                <a:srgbClr val="3B386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56" name="pg2856"/>
            <p:cNvSpPr/>
            <p:nvPr/>
          </p:nvSpPr>
          <p:spPr>
            <a:xfrm>
              <a:off x="3623654" y="480999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3867">
                <a:alpha val="100000"/>
              </a:srgbClr>
            </a:solidFill>
            <a:ln w="5420" cap="flat">
              <a:solidFill>
                <a:srgbClr val="3B386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57" name="pg2857"/>
            <p:cNvSpPr/>
            <p:nvPr/>
          </p:nvSpPr>
          <p:spPr>
            <a:xfrm>
              <a:off x="3635291" y="480999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3766">
                <a:alpha val="100000"/>
              </a:srgbClr>
            </a:solidFill>
            <a:ln w="5420" cap="flat">
              <a:solidFill>
                <a:srgbClr val="3B37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58" name="pg2858"/>
            <p:cNvSpPr/>
            <p:nvPr/>
          </p:nvSpPr>
          <p:spPr>
            <a:xfrm>
              <a:off x="3646928" y="480999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3665">
                <a:alpha val="100000"/>
              </a:srgbClr>
            </a:solidFill>
            <a:ln w="5420" cap="flat">
              <a:solidFill>
                <a:srgbClr val="3A366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59" name="pg2859"/>
            <p:cNvSpPr/>
            <p:nvPr/>
          </p:nvSpPr>
          <p:spPr>
            <a:xfrm>
              <a:off x="3658566" y="480999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3664">
                <a:alpha val="100000"/>
              </a:srgbClr>
            </a:solidFill>
            <a:ln w="5420" cap="flat">
              <a:solidFill>
                <a:srgbClr val="3A366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60" name="pg2860"/>
            <p:cNvSpPr/>
            <p:nvPr/>
          </p:nvSpPr>
          <p:spPr>
            <a:xfrm>
              <a:off x="3670203" y="480999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3664">
                <a:alpha val="100000"/>
              </a:srgbClr>
            </a:solidFill>
            <a:ln w="5420" cap="flat">
              <a:solidFill>
                <a:srgbClr val="3A366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61" name="pg2861"/>
            <p:cNvSpPr/>
            <p:nvPr/>
          </p:nvSpPr>
          <p:spPr>
            <a:xfrm>
              <a:off x="3681840" y="480999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3766">
                <a:alpha val="100000"/>
              </a:srgbClr>
            </a:solidFill>
            <a:ln w="5420" cap="flat">
              <a:solidFill>
                <a:srgbClr val="3B37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62" name="pg2862"/>
            <p:cNvSpPr/>
            <p:nvPr/>
          </p:nvSpPr>
          <p:spPr>
            <a:xfrm>
              <a:off x="3693478" y="480999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3969">
                <a:alpha val="100000"/>
              </a:srgbClr>
            </a:solidFill>
            <a:ln w="5420" cap="flat">
              <a:solidFill>
                <a:srgbClr val="3B396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63" name="pg2863"/>
            <p:cNvSpPr/>
            <p:nvPr/>
          </p:nvSpPr>
          <p:spPr>
            <a:xfrm>
              <a:off x="3705115" y="480999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3A6A">
                <a:alpha val="100000"/>
              </a:srgbClr>
            </a:solidFill>
            <a:ln w="5420" cap="flat">
              <a:solidFill>
                <a:srgbClr val="3B3A6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64" name="pg2864"/>
            <p:cNvSpPr/>
            <p:nvPr/>
          </p:nvSpPr>
          <p:spPr>
            <a:xfrm>
              <a:off x="3716752" y="480999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3A6A">
                <a:alpha val="100000"/>
              </a:srgbClr>
            </a:solidFill>
            <a:ln w="5420" cap="flat">
              <a:solidFill>
                <a:srgbClr val="3B3A6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65" name="pg2865"/>
            <p:cNvSpPr/>
            <p:nvPr/>
          </p:nvSpPr>
          <p:spPr>
            <a:xfrm>
              <a:off x="3728390" y="480999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3A6B">
                <a:alpha val="100000"/>
              </a:srgbClr>
            </a:solidFill>
            <a:ln w="5420" cap="flat">
              <a:solidFill>
                <a:srgbClr val="3B3A6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66" name="pg2866"/>
            <p:cNvSpPr/>
            <p:nvPr/>
          </p:nvSpPr>
          <p:spPr>
            <a:xfrm>
              <a:off x="3740027" y="480999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3B6C">
                <a:alpha val="100000"/>
              </a:srgbClr>
            </a:solidFill>
            <a:ln w="5420" cap="flat">
              <a:solidFill>
                <a:srgbClr val="3B3B6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67" name="pg2867"/>
            <p:cNvSpPr/>
            <p:nvPr/>
          </p:nvSpPr>
          <p:spPr>
            <a:xfrm>
              <a:off x="3751664" y="480999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3C6D">
                <a:alpha val="100000"/>
              </a:srgbClr>
            </a:solidFill>
            <a:ln w="5420" cap="flat">
              <a:solidFill>
                <a:srgbClr val="3B3C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68" name="pg2868"/>
            <p:cNvSpPr/>
            <p:nvPr/>
          </p:nvSpPr>
          <p:spPr>
            <a:xfrm>
              <a:off x="3763302" y="480999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3D6E">
                <a:alpha val="100000"/>
              </a:srgbClr>
            </a:solidFill>
            <a:ln w="5420" cap="flat">
              <a:solidFill>
                <a:srgbClr val="3B3D6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69" name="pg2869"/>
            <p:cNvSpPr/>
            <p:nvPr/>
          </p:nvSpPr>
          <p:spPr>
            <a:xfrm>
              <a:off x="4135696" y="480999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275">
                <a:alpha val="100000"/>
              </a:srgbClr>
            </a:solidFill>
            <a:ln w="5420" cap="flat">
              <a:solidFill>
                <a:srgbClr val="3C427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70" name="pg2870"/>
            <p:cNvSpPr/>
            <p:nvPr/>
          </p:nvSpPr>
          <p:spPr>
            <a:xfrm>
              <a:off x="4147334" y="480999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175">
                <a:alpha val="100000"/>
              </a:srgbClr>
            </a:solidFill>
            <a:ln w="5420" cap="flat">
              <a:solidFill>
                <a:srgbClr val="3C417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71" name="pg2871"/>
            <p:cNvSpPr/>
            <p:nvPr/>
          </p:nvSpPr>
          <p:spPr>
            <a:xfrm>
              <a:off x="4158971" y="480999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174">
                <a:alpha val="100000"/>
              </a:srgbClr>
            </a:solidFill>
            <a:ln w="5420" cap="flat">
              <a:solidFill>
                <a:srgbClr val="3C417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72" name="pg2872"/>
            <p:cNvSpPr/>
            <p:nvPr/>
          </p:nvSpPr>
          <p:spPr>
            <a:xfrm>
              <a:off x="4170608" y="480999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174">
                <a:alpha val="100000"/>
              </a:srgbClr>
            </a:solidFill>
            <a:ln w="5420" cap="flat">
              <a:solidFill>
                <a:srgbClr val="3C417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73" name="pg2873"/>
            <p:cNvSpPr/>
            <p:nvPr/>
          </p:nvSpPr>
          <p:spPr>
            <a:xfrm>
              <a:off x="4182246" y="480999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174">
                <a:alpha val="100000"/>
              </a:srgbClr>
            </a:solidFill>
            <a:ln w="5420" cap="flat">
              <a:solidFill>
                <a:srgbClr val="3C417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74" name="pg2874"/>
            <p:cNvSpPr/>
            <p:nvPr/>
          </p:nvSpPr>
          <p:spPr>
            <a:xfrm>
              <a:off x="4193883" y="480999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174">
                <a:alpha val="100000"/>
              </a:srgbClr>
            </a:solidFill>
            <a:ln w="5420" cap="flat">
              <a:solidFill>
                <a:srgbClr val="3C417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75" name="pg2875"/>
            <p:cNvSpPr/>
            <p:nvPr/>
          </p:nvSpPr>
          <p:spPr>
            <a:xfrm>
              <a:off x="4205520" y="480999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073">
                <a:alpha val="100000"/>
              </a:srgbClr>
            </a:solidFill>
            <a:ln w="5420" cap="flat">
              <a:solidFill>
                <a:srgbClr val="3C407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76" name="pg2876"/>
            <p:cNvSpPr/>
            <p:nvPr/>
          </p:nvSpPr>
          <p:spPr>
            <a:xfrm>
              <a:off x="4217158" y="480999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073">
                <a:alpha val="100000"/>
              </a:srgbClr>
            </a:solidFill>
            <a:ln w="5420" cap="flat">
              <a:solidFill>
                <a:srgbClr val="3C407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77" name="pg2877"/>
            <p:cNvSpPr/>
            <p:nvPr/>
          </p:nvSpPr>
          <p:spPr>
            <a:xfrm>
              <a:off x="4333531" y="480999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528C">
                <a:alpha val="100000"/>
              </a:srgbClr>
            </a:solidFill>
            <a:ln w="5420" cap="flat">
              <a:solidFill>
                <a:srgbClr val="3B528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78" name="pg2878"/>
            <p:cNvSpPr/>
            <p:nvPr/>
          </p:nvSpPr>
          <p:spPr>
            <a:xfrm>
              <a:off x="4345168" y="480999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548F">
                <a:alpha val="100000"/>
              </a:srgbClr>
            </a:solidFill>
            <a:ln w="5420" cap="flat">
              <a:solidFill>
                <a:srgbClr val="3B548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79" name="pg2879"/>
            <p:cNvSpPr/>
            <p:nvPr/>
          </p:nvSpPr>
          <p:spPr>
            <a:xfrm>
              <a:off x="4356806" y="480999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5692">
                <a:alpha val="100000"/>
              </a:srgbClr>
            </a:solidFill>
            <a:ln w="5420" cap="flat">
              <a:solidFill>
                <a:srgbClr val="3B569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80" name="pg2880"/>
            <p:cNvSpPr/>
            <p:nvPr/>
          </p:nvSpPr>
          <p:spPr>
            <a:xfrm>
              <a:off x="4368443" y="480999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5895">
                <a:alpha val="100000"/>
              </a:srgbClr>
            </a:solidFill>
            <a:ln w="5420" cap="flat">
              <a:solidFill>
                <a:srgbClr val="3A589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81" name="pg2881"/>
            <p:cNvSpPr/>
            <p:nvPr/>
          </p:nvSpPr>
          <p:spPr>
            <a:xfrm>
              <a:off x="4380080" y="480999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5A98">
                <a:alpha val="100000"/>
              </a:srgbClr>
            </a:solidFill>
            <a:ln w="5420" cap="flat">
              <a:solidFill>
                <a:srgbClr val="3A5A9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82" name="pg2882"/>
            <p:cNvSpPr/>
            <p:nvPr/>
          </p:nvSpPr>
          <p:spPr>
            <a:xfrm>
              <a:off x="4391718" y="480999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5C9A">
                <a:alpha val="100000"/>
              </a:srgbClr>
            </a:solidFill>
            <a:ln w="5420" cap="flat">
              <a:solidFill>
                <a:srgbClr val="395C9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83" name="pg2883"/>
            <p:cNvSpPr/>
            <p:nvPr/>
          </p:nvSpPr>
          <p:spPr>
            <a:xfrm>
              <a:off x="4403355" y="480999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5F9D">
                <a:alpha val="100000"/>
              </a:srgbClr>
            </a:solidFill>
            <a:ln w="5420" cap="flat">
              <a:solidFill>
                <a:srgbClr val="395F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84" name="pg2884"/>
            <p:cNvSpPr/>
            <p:nvPr/>
          </p:nvSpPr>
          <p:spPr>
            <a:xfrm>
              <a:off x="4577915" y="480999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70A1">
                <a:alpha val="100000"/>
              </a:srgbClr>
            </a:solidFill>
            <a:ln w="5420" cap="flat">
              <a:solidFill>
                <a:srgbClr val="3B70A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85" name="pg2885"/>
            <p:cNvSpPr/>
            <p:nvPr/>
          </p:nvSpPr>
          <p:spPr>
            <a:xfrm>
              <a:off x="4589552" y="480999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70A1">
                <a:alpha val="100000"/>
              </a:srgbClr>
            </a:solidFill>
            <a:ln w="5420" cap="flat">
              <a:solidFill>
                <a:srgbClr val="3B70A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86" name="pg2886"/>
            <p:cNvSpPr/>
            <p:nvPr/>
          </p:nvSpPr>
          <p:spPr>
            <a:xfrm>
              <a:off x="4601190" y="480999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71A1">
                <a:alpha val="100000"/>
              </a:srgbClr>
            </a:solidFill>
            <a:ln w="5420" cap="flat">
              <a:solidFill>
                <a:srgbClr val="3B71A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87" name="pg2887"/>
            <p:cNvSpPr/>
            <p:nvPr/>
          </p:nvSpPr>
          <p:spPr>
            <a:xfrm>
              <a:off x="4612827" y="480999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71A1">
                <a:alpha val="100000"/>
              </a:srgbClr>
            </a:solidFill>
            <a:ln w="5420" cap="flat">
              <a:solidFill>
                <a:srgbClr val="3B71A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88" name="pg2888"/>
            <p:cNvSpPr/>
            <p:nvPr/>
          </p:nvSpPr>
          <p:spPr>
            <a:xfrm>
              <a:off x="4624464" y="480999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71A1">
                <a:alpha val="100000"/>
              </a:srgbClr>
            </a:solidFill>
            <a:ln w="5420" cap="flat">
              <a:solidFill>
                <a:srgbClr val="3B71A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89" name="pg2889"/>
            <p:cNvSpPr/>
            <p:nvPr/>
          </p:nvSpPr>
          <p:spPr>
            <a:xfrm>
              <a:off x="3111611" y="482430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5A97">
                <a:alpha val="100000"/>
              </a:srgbClr>
            </a:solidFill>
            <a:ln w="5420" cap="flat">
              <a:solidFill>
                <a:srgbClr val="3A5A9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90" name="pg2890"/>
            <p:cNvSpPr/>
            <p:nvPr/>
          </p:nvSpPr>
          <p:spPr>
            <a:xfrm>
              <a:off x="3123249" y="482430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5C9A">
                <a:alpha val="100000"/>
              </a:srgbClr>
            </a:solidFill>
            <a:ln w="5420" cap="flat">
              <a:solidFill>
                <a:srgbClr val="395C9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91" name="pg2891"/>
            <p:cNvSpPr/>
            <p:nvPr/>
          </p:nvSpPr>
          <p:spPr>
            <a:xfrm>
              <a:off x="3134886" y="482430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5D9C">
                <a:alpha val="100000"/>
              </a:srgbClr>
            </a:solidFill>
            <a:ln w="5420" cap="flat">
              <a:solidFill>
                <a:srgbClr val="395D9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92" name="pg2892"/>
            <p:cNvSpPr/>
            <p:nvPr/>
          </p:nvSpPr>
          <p:spPr>
            <a:xfrm>
              <a:off x="3146523" y="482430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5D9C">
                <a:alpha val="100000"/>
              </a:srgbClr>
            </a:solidFill>
            <a:ln w="5420" cap="flat">
              <a:solidFill>
                <a:srgbClr val="395D9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93" name="pg2893"/>
            <p:cNvSpPr/>
            <p:nvPr/>
          </p:nvSpPr>
          <p:spPr>
            <a:xfrm>
              <a:off x="3158161" y="482430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5C9A">
                <a:alpha val="100000"/>
              </a:srgbClr>
            </a:solidFill>
            <a:ln w="5420" cap="flat">
              <a:solidFill>
                <a:srgbClr val="395C9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94" name="pg2894"/>
            <p:cNvSpPr/>
            <p:nvPr/>
          </p:nvSpPr>
          <p:spPr>
            <a:xfrm>
              <a:off x="3169798" y="482430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5896">
                <a:alpha val="100000"/>
              </a:srgbClr>
            </a:solidFill>
            <a:ln w="5420" cap="flat">
              <a:solidFill>
                <a:srgbClr val="3A589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95" name="pg2895"/>
            <p:cNvSpPr/>
            <p:nvPr/>
          </p:nvSpPr>
          <p:spPr>
            <a:xfrm>
              <a:off x="3181435" y="482430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548F">
                <a:alpha val="100000"/>
              </a:srgbClr>
            </a:solidFill>
            <a:ln w="5420" cap="flat">
              <a:solidFill>
                <a:srgbClr val="3B548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96" name="pg2896"/>
            <p:cNvSpPr/>
            <p:nvPr/>
          </p:nvSpPr>
          <p:spPr>
            <a:xfrm>
              <a:off x="3193073" y="482430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4E87">
                <a:alpha val="100000"/>
              </a:srgbClr>
            </a:solidFill>
            <a:ln w="5420" cap="flat">
              <a:solidFill>
                <a:srgbClr val="3B4E8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97" name="pg2897"/>
            <p:cNvSpPr/>
            <p:nvPr/>
          </p:nvSpPr>
          <p:spPr>
            <a:xfrm>
              <a:off x="3204710" y="482430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980">
                <a:alpha val="100000"/>
              </a:srgbClr>
            </a:solidFill>
            <a:ln w="5420" cap="flat">
              <a:solidFill>
                <a:srgbClr val="3C498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98" name="pg2898"/>
            <p:cNvSpPr/>
            <p:nvPr/>
          </p:nvSpPr>
          <p:spPr>
            <a:xfrm>
              <a:off x="3216347" y="482430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479">
                <a:alpha val="100000"/>
              </a:srgbClr>
            </a:solidFill>
            <a:ln w="5420" cap="flat">
              <a:solidFill>
                <a:srgbClr val="3C447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99" name="pg2899"/>
            <p:cNvSpPr/>
            <p:nvPr/>
          </p:nvSpPr>
          <p:spPr>
            <a:xfrm>
              <a:off x="3227985" y="482430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3D6F">
                <a:alpha val="100000"/>
              </a:srgbClr>
            </a:solidFill>
            <a:ln w="5420" cap="flat">
              <a:solidFill>
                <a:srgbClr val="3B3D6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00" name="pg2900"/>
            <p:cNvSpPr/>
            <p:nvPr/>
          </p:nvSpPr>
          <p:spPr>
            <a:xfrm>
              <a:off x="3239622" y="482430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3B6C">
                <a:alpha val="100000"/>
              </a:srgbClr>
            </a:solidFill>
            <a:ln w="5420" cap="flat">
              <a:solidFill>
                <a:srgbClr val="3B3B6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01" name="pg2901"/>
            <p:cNvSpPr/>
            <p:nvPr/>
          </p:nvSpPr>
          <p:spPr>
            <a:xfrm>
              <a:off x="3355995" y="482430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3C6D">
                <a:alpha val="100000"/>
              </a:srgbClr>
            </a:solidFill>
            <a:ln w="5420" cap="flat">
              <a:solidFill>
                <a:srgbClr val="3B3C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02" name="pg2902"/>
            <p:cNvSpPr/>
            <p:nvPr/>
          </p:nvSpPr>
          <p:spPr>
            <a:xfrm>
              <a:off x="3367633" y="482430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3C6D">
                <a:alpha val="100000"/>
              </a:srgbClr>
            </a:solidFill>
            <a:ln w="5420" cap="flat">
              <a:solidFill>
                <a:srgbClr val="3B3C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03" name="pg2903"/>
            <p:cNvSpPr/>
            <p:nvPr/>
          </p:nvSpPr>
          <p:spPr>
            <a:xfrm>
              <a:off x="3379270" y="482430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3C6E">
                <a:alpha val="100000"/>
              </a:srgbClr>
            </a:solidFill>
            <a:ln w="5420" cap="flat">
              <a:solidFill>
                <a:srgbClr val="3B3C6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04" name="pg2904"/>
            <p:cNvSpPr/>
            <p:nvPr/>
          </p:nvSpPr>
          <p:spPr>
            <a:xfrm>
              <a:off x="3390907" y="482430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3D6E">
                <a:alpha val="100000"/>
              </a:srgbClr>
            </a:solidFill>
            <a:ln w="5420" cap="flat">
              <a:solidFill>
                <a:srgbClr val="3B3D6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05" name="pg2905"/>
            <p:cNvSpPr/>
            <p:nvPr/>
          </p:nvSpPr>
          <p:spPr>
            <a:xfrm>
              <a:off x="3402545" y="482430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3D6E">
                <a:alpha val="100000"/>
              </a:srgbClr>
            </a:solidFill>
            <a:ln w="5420" cap="flat">
              <a:solidFill>
                <a:srgbClr val="3B3D6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06" name="pg2906"/>
            <p:cNvSpPr/>
            <p:nvPr/>
          </p:nvSpPr>
          <p:spPr>
            <a:xfrm>
              <a:off x="3414182" y="482430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3D6E">
                <a:alpha val="100000"/>
              </a:srgbClr>
            </a:solidFill>
            <a:ln w="5420" cap="flat">
              <a:solidFill>
                <a:srgbClr val="3B3D6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07" name="pg2907"/>
            <p:cNvSpPr/>
            <p:nvPr/>
          </p:nvSpPr>
          <p:spPr>
            <a:xfrm>
              <a:off x="3425819" y="482430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3D6E">
                <a:alpha val="100000"/>
              </a:srgbClr>
            </a:solidFill>
            <a:ln w="5420" cap="flat">
              <a:solidFill>
                <a:srgbClr val="3B3D6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08" name="pg2908"/>
            <p:cNvSpPr/>
            <p:nvPr/>
          </p:nvSpPr>
          <p:spPr>
            <a:xfrm>
              <a:off x="3437457" y="482430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3D6E">
                <a:alpha val="100000"/>
              </a:srgbClr>
            </a:solidFill>
            <a:ln w="5420" cap="flat">
              <a:solidFill>
                <a:srgbClr val="3B3D6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09" name="pg2909"/>
            <p:cNvSpPr/>
            <p:nvPr/>
          </p:nvSpPr>
          <p:spPr>
            <a:xfrm>
              <a:off x="3449094" y="482430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3D6E">
                <a:alpha val="100000"/>
              </a:srgbClr>
            </a:solidFill>
            <a:ln w="5420" cap="flat">
              <a:solidFill>
                <a:srgbClr val="3B3D6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10" name="pg2910"/>
            <p:cNvSpPr/>
            <p:nvPr/>
          </p:nvSpPr>
          <p:spPr>
            <a:xfrm>
              <a:off x="3460731" y="482430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3D6E">
                <a:alpha val="100000"/>
              </a:srgbClr>
            </a:solidFill>
            <a:ln w="5420" cap="flat">
              <a:solidFill>
                <a:srgbClr val="3B3D6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11" name="pg2911"/>
            <p:cNvSpPr/>
            <p:nvPr/>
          </p:nvSpPr>
          <p:spPr>
            <a:xfrm>
              <a:off x="3484006" y="482430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3D6E">
                <a:alpha val="100000"/>
              </a:srgbClr>
            </a:solidFill>
            <a:ln w="5420" cap="flat">
              <a:solidFill>
                <a:srgbClr val="3B3D6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12" name="pg2912"/>
            <p:cNvSpPr/>
            <p:nvPr/>
          </p:nvSpPr>
          <p:spPr>
            <a:xfrm>
              <a:off x="3495643" y="482430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3D6E">
                <a:alpha val="100000"/>
              </a:srgbClr>
            </a:solidFill>
            <a:ln w="5420" cap="flat">
              <a:solidFill>
                <a:srgbClr val="3B3D6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13" name="pg2913"/>
            <p:cNvSpPr/>
            <p:nvPr/>
          </p:nvSpPr>
          <p:spPr>
            <a:xfrm>
              <a:off x="3507281" y="482430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3C6D">
                <a:alpha val="100000"/>
              </a:srgbClr>
            </a:solidFill>
            <a:ln w="5420" cap="flat">
              <a:solidFill>
                <a:srgbClr val="3B3C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14" name="pg2914"/>
            <p:cNvSpPr/>
            <p:nvPr/>
          </p:nvSpPr>
          <p:spPr>
            <a:xfrm>
              <a:off x="3518918" y="482430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3B6C">
                <a:alpha val="100000"/>
              </a:srgbClr>
            </a:solidFill>
            <a:ln w="5420" cap="flat">
              <a:solidFill>
                <a:srgbClr val="3B3B6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15" name="pg2915"/>
            <p:cNvSpPr/>
            <p:nvPr/>
          </p:nvSpPr>
          <p:spPr>
            <a:xfrm>
              <a:off x="3530555" y="482430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3A6A">
                <a:alpha val="100000"/>
              </a:srgbClr>
            </a:solidFill>
            <a:ln w="5420" cap="flat">
              <a:solidFill>
                <a:srgbClr val="3B3A6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16" name="pg2916"/>
            <p:cNvSpPr/>
            <p:nvPr/>
          </p:nvSpPr>
          <p:spPr>
            <a:xfrm>
              <a:off x="3542193" y="482430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3868">
                <a:alpha val="100000"/>
              </a:srgbClr>
            </a:solidFill>
            <a:ln w="5420" cap="flat">
              <a:solidFill>
                <a:srgbClr val="3B386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17" name="pg2917"/>
            <p:cNvSpPr/>
            <p:nvPr/>
          </p:nvSpPr>
          <p:spPr>
            <a:xfrm>
              <a:off x="3553830" y="482430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3766">
                <a:alpha val="100000"/>
              </a:srgbClr>
            </a:solidFill>
            <a:ln w="5420" cap="flat">
              <a:solidFill>
                <a:srgbClr val="3B37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18" name="pg2918"/>
            <p:cNvSpPr/>
            <p:nvPr/>
          </p:nvSpPr>
          <p:spPr>
            <a:xfrm>
              <a:off x="3565467" y="482430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3765">
                <a:alpha val="100000"/>
              </a:srgbClr>
            </a:solidFill>
            <a:ln w="5420" cap="flat">
              <a:solidFill>
                <a:srgbClr val="3B376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19" name="pg2919"/>
            <p:cNvSpPr/>
            <p:nvPr/>
          </p:nvSpPr>
          <p:spPr>
            <a:xfrm>
              <a:off x="3588742" y="482430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3766">
                <a:alpha val="100000"/>
              </a:srgbClr>
            </a:solidFill>
            <a:ln w="5420" cap="flat">
              <a:solidFill>
                <a:srgbClr val="3B37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20" name="pg2920"/>
            <p:cNvSpPr/>
            <p:nvPr/>
          </p:nvSpPr>
          <p:spPr>
            <a:xfrm>
              <a:off x="3600379" y="482430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3867">
                <a:alpha val="100000"/>
              </a:srgbClr>
            </a:solidFill>
            <a:ln w="5420" cap="flat">
              <a:solidFill>
                <a:srgbClr val="3B386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21" name="pg2921"/>
            <p:cNvSpPr/>
            <p:nvPr/>
          </p:nvSpPr>
          <p:spPr>
            <a:xfrm>
              <a:off x="3612016" y="482430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3867">
                <a:alpha val="100000"/>
              </a:srgbClr>
            </a:solidFill>
            <a:ln w="5420" cap="flat">
              <a:solidFill>
                <a:srgbClr val="3B386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22" name="pg2922"/>
            <p:cNvSpPr/>
            <p:nvPr/>
          </p:nvSpPr>
          <p:spPr>
            <a:xfrm>
              <a:off x="3623654" y="482430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3767">
                <a:alpha val="100000"/>
              </a:srgbClr>
            </a:solidFill>
            <a:ln w="5420" cap="flat">
              <a:solidFill>
                <a:srgbClr val="3B376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23" name="pg2923"/>
            <p:cNvSpPr/>
            <p:nvPr/>
          </p:nvSpPr>
          <p:spPr>
            <a:xfrm>
              <a:off x="3635291" y="482430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3766">
                <a:alpha val="100000"/>
              </a:srgbClr>
            </a:solidFill>
            <a:ln w="5420" cap="flat">
              <a:solidFill>
                <a:srgbClr val="3B37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24" name="pg2924"/>
            <p:cNvSpPr/>
            <p:nvPr/>
          </p:nvSpPr>
          <p:spPr>
            <a:xfrm>
              <a:off x="3646928" y="482430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3665">
                <a:alpha val="100000"/>
              </a:srgbClr>
            </a:solidFill>
            <a:ln w="5420" cap="flat">
              <a:solidFill>
                <a:srgbClr val="3A366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25" name="pg2925"/>
            <p:cNvSpPr/>
            <p:nvPr/>
          </p:nvSpPr>
          <p:spPr>
            <a:xfrm>
              <a:off x="3658566" y="482430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3664">
                <a:alpha val="100000"/>
              </a:srgbClr>
            </a:solidFill>
            <a:ln w="5420" cap="flat">
              <a:solidFill>
                <a:srgbClr val="3A366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26" name="pg2926"/>
            <p:cNvSpPr/>
            <p:nvPr/>
          </p:nvSpPr>
          <p:spPr>
            <a:xfrm>
              <a:off x="3670203" y="482430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3664">
                <a:alpha val="100000"/>
              </a:srgbClr>
            </a:solidFill>
            <a:ln w="5420" cap="flat">
              <a:solidFill>
                <a:srgbClr val="3A366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27" name="pg2927"/>
            <p:cNvSpPr/>
            <p:nvPr/>
          </p:nvSpPr>
          <p:spPr>
            <a:xfrm>
              <a:off x="3681840" y="482430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3665">
                <a:alpha val="100000"/>
              </a:srgbClr>
            </a:solidFill>
            <a:ln w="5420" cap="flat">
              <a:solidFill>
                <a:srgbClr val="3A366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28" name="pg2928"/>
            <p:cNvSpPr/>
            <p:nvPr/>
          </p:nvSpPr>
          <p:spPr>
            <a:xfrm>
              <a:off x="3693478" y="482430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3969">
                <a:alpha val="100000"/>
              </a:srgbClr>
            </a:solidFill>
            <a:ln w="5420" cap="flat">
              <a:solidFill>
                <a:srgbClr val="3B396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29" name="pg2929"/>
            <p:cNvSpPr/>
            <p:nvPr/>
          </p:nvSpPr>
          <p:spPr>
            <a:xfrm>
              <a:off x="3705115" y="482430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3A6A">
                <a:alpha val="100000"/>
              </a:srgbClr>
            </a:solidFill>
            <a:ln w="5420" cap="flat">
              <a:solidFill>
                <a:srgbClr val="3B3A6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30" name="pg2930"/>
            <p:cNvSpPr/>
            <p:nvPr/>
          </p:nvSpPr>
          <p:spPr>
            <a:xfrm>
              <a:off x="3716752" y="482430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3A6B">
                <a:alpha val="100000"/>
              </a:srgbClr>
            </a:solidFill>
            <a:ln w="5420" cap="flat">
              <a:solidFill>
                <a:srgbClr val="3B3A6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31" name="pg2931"/>
            <p:cNvSpPr/>
            <p:nvPr/>
          </p:nvSpPr>
          <p:spPr>
            <a:xfrm>
              <a:off x="3728390" y="482430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3B6B">
                <a:alpha val="100000"/>
              </a:srgbClr>
            </a:solidFill>
            <a:ln w="5420" cap="flat">
              <a:solidFill>
                <a:srgbClr val="3B3B6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32" name="pg2932"/>
            <p:cNvSpPr/>
            <p:nvPr/>
          </p:nvSpPr>
          <p:spPr>
            <a:xfrm>
              <a:off x="3740027" y="482430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3B6C">
                <a:alpha val="100000"/>
              </a:srgbClr>
            </a:solidFill>
            <a:ln w="5420" cap="flat">
              <a:solidFill>
                <a:srgbClr val="3B3B6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33" name="pg2933"/>
            <p:cNvSpPr/>
            <p:nvPr/>
          </p:nvSpPr>
          <p:spPr>
            <a:xfrm>
              <a:off x="3751664" y="482430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3C6D">
                <a:alpha val="100000"/>
              </a:srgbClr>
            </a:solidFill>
            <a:ln w="5420" cap="flat">
              <a:solidFill>
                <a:srgbClr val="3B3C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34" name="pg2934"/>
            <p:cNvSpPr/>
            <p:nvPr/>
          </p:nvSpPr>
          <p:spPr>
            <a:xfrm>
              <a:off x="3763302" y="482430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3D6E">
                <a:alpha val="100000"/>
              </a:srgbClr>
            </a:solidFill>
            <a:ln w="5420" cap="flat">
              <a:solidFill>
                <a:srgbClr val="3B3D6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35" name="pg2935"/>
            <p:cNvSpPr/>
            <p:nvPr/>
          </p:nvSpPr>
          <p:spPr>
            <a:xfrm>
              <a:off x="3774939" y="482430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3E70">
                <a:alpha val="100000"/>
              </a:srgbClr>
            </a:solidFill>
            <a:ln w="5420" cap="flat">
              <a:solidFill>
                <a:srgbClr val="3B3E7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36" name="pg2936"/>
            <p:cNvSpPr/>
            <p:nvPr/>
          </p:nvSpPr>
          <p:spPr>
            <a:xfrm>
              <a:off x="4158971" y="482430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174">
                <a:alpha val="100000"/>
              </a:srgbClr>
            </a:solidFill>
            <a:ln w="5420" cap="flat">
              <a:solidFill>
                <a:srgbClr val="3C417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37" name="pg2937"/>
            <p:cNvSpPr/>
            <p:nvPr/>
          </p:nvSpPr>
          <p:spPr>
            <a:xfrm>
              <a:off x="4345168" y="482430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548F">
                <a:alpha val="100000"/>
              </a:srgbClr>
            </a:solidFill>
            <a:ln w="5420" cap="flat">
              <a:solidFill>
                <a:srgbClr val="3B548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38" name="pg2938"/>
            <p:cNvSpPr/>
            <p:nvPr/>
          </p:nvSpPr>
          <p:spPr>
            <a:xfrm>
              <a:off x="4356806" y="482430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5691">
                <a:alpha val="100000"/>
              </a:srgbClr>
            </a:solidFill>
            <a:ln w="5420" cap="flat">
              <a:solidFill>
                <a:srgbClr val="3B569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39" name="pg2939"/>
            <p:cNvSpPr/>
            <p:nvPr/>
          </p:nvSpPr>
          <p:spPr>
            <a:xfrm>
              <a:off x="4368443" y="482430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5894">
                <a:alpha val="100000"/>
              </a:srgbClr>
            </a:solidFill>
            <a:ln w="5420" cap="flat">
              <a:solidFill>
                <a:srgbClr val="3A589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40" name="pg2940"/>
            <p:cNvSpPr/>
            <p:nvPr/>
          </p:nvSpPr>
          <p:spPr>
            <a:xfrm>
              <a:off x="4380080" y="482430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5A97">
                <a:alpha val="100000"/>
              </a:srgbClr>
            </a:solidFill>
            <a:ln w="5420" cap="flat">
              <a:solidFill>
                <a:srgbClr val="3A5A9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41" name="pg2941"/>
            <p:cNvSpPr/>
            <p:nvPr/>
          </p:nvSpPr>
          <p:spPr>
            <a:xfrm>
              <a:off x="4391718" y="482430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5B9A">
                <a:alpha val="100000"/>
              </a:srgbClr>
            </a:solidFill>
            <a:ln w="5420" cap="flat">
              <a:solidFill>
                <a:srgbClr val="395B9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42" name="pg2942"/>
            <p:cNvSpPr/>
            <p:nvPr/>
          </p:nvSpPr>
          <p:spPr>
            <a:xfrm>
              <a:off x="4403355" y="482430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5F9D">
                <a:alpha val="100000"/>
              </a:srgbClr>
            </a:solidFill>
            <a:ln w="5420" cap="flat">
              <a:solidFill>
                <a:srgbClr val="395F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43" name="pg2943"/>
            <p:cNvSpPr/>
            <p:nvPr/>
          </p:nvSpPr>
          <p:spPr>
            <a:xfrm>
              <a:off x="4414992" y="482430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19D">
                <a:alpha val="100000"/>
              </a:srgbClr>
            </a:solidFill>
            <a:ln w="5420" cap="flat">
              <a:solidFill>
                <a:srgbClr val="3A61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44" name="pg2944"/>
            <p:cNvSpPr/>
            <p:nvPr/>
          </p:nvSpPr>
          <p:spPr>
            <a:xfrm>
              <a:off x="4577915" y="482430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70A0">
                <a:alpha val="100000"/>
              </a:srgbClr>
            </a:solidFill>
            <a:ln w="5420" cap="flat">
              <a:solidFill>
                <a:srgbClr val="3B70A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45" name="pg2945"/>
            <p:cNvSpPr/>
            <p:nvPr/>
          </p:nvSpPr>
          <p:spPr>
            <a:xfrm>
              <a:off x="4589552" y="482430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70A0">
                <a:alpha val="100000"/>
              </a:srgbClr>
            </a:solidFill>
            <a:ln w="5420" cap="flat">
              <a:solidFill>
                <a:srgbClr val="3B70A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46" name="pg2946"/>
            <p:cNvSpPr/>
            <p:nvPr/>
          </p:nvSpPr>
          <p:spPr>
            <a:xfrm>
              <a:off x="4601190" y="482430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70A1">
                <a:alpha val="100000"/>
              </a:srgbClr>
            </a:solidFill>
            <a:ln w="5420" cap="flat">
              <a:solidFill>
                <a:srgbClr val="3B70A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47" name="pg2947"/>
            <p:cNvSpPr/>
            <p:nvPr/>
          </p:nvSpPr>
          <p:spPr>
            <a:xfrm>
              <a:off x="4612827" y="482430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70A1">
                <a:alpha val="100000"/>
              </a:srgbClr>
            </a:solidFill>
            <a:ln w="5420" cap="flat">
              <a:solidFill>
                <a:srgbClr val="3B70A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48" name="pg2948"/>
            <p:cNvSpPr/>
            <p:nvPr/>
          </p:nvSpPr>
          <p:spPr>
            <a:xfrm>
              <a:off x="4624464" y="482430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71A1">
                <a:alpha val="100000"/>
              </a:srgbClr>
            </a:solidFill>
            <a:ln w="5420" cap="flat">
              <a:solidFill>
                <a:srgbClr val="3B71A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49" name="pg2949"/>
            <p:cNvSpPr/>
            <p:nvPr/>
          </p:nvSpPr>
          <p:spPr>
            <a:xfrm>
              <a:off x="3099974" y="483860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528C">
                <a:alpha val="100000"/>
              </a:srgbClr>
            </a:solidFill>
            <a:ln w="5420" cap="flat">
              <a:solidFill>
                <a:srgbClr val="3B528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50" name="pg2950"/>
            <p:cNvSpPr/>
            <p:nvPr/>
          </p:nvSpPr>
          <p:spPr>
            <a:xfrm>
              <a:off x="3111611" y="483860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5793">
                <a:alpha val="100000"/>
              </a:srgbClr>
            </a:solidFill>
            <a:ln w="5420" cap="flat">
              <a:solidFill>
                <a:srgbClr val="3A579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51" name="pg2951"/>
            <p:cNvSpPr/>
            <p:nvPr/>
          </p:nvSpPr>
          <p:spPr>
            <a:xfrm>
              <a:off x="3123249" y="483860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5996">
                <a:alpha val="100000"/>
              </a:srgbClr>
            </a:solidFill>
            <a:ln w="5420" cap="flat">
              <a:solidFill>
                <a:srgbClr val="3A599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52" name="pg2952"/>
            <p:cNvSpPr/>
            <p:nvPr/>
          </p:nvSpPr>
          <p:spPr>
            <a:xfrm>
              <a:off x="3134886" y="483860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5A98">
                <a:alpha val="100000"/>
              </a:srgbClr>
            </a:solidFill>
            <a:ln w="5420" cap="flat">
              <a:solidFill>
                <a:srgbClr val="3A5A9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53" name="pg2953"/>
            <p:cNvSpPr/>
            <p:nvPr/>
          </p:nvSpPr>
          <p:spPr>
            <a:xfrm>
              <a:off x="3146523" y="483860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5A98">
                <a:alpha val="100000"/>
              </a:srgbClr>
            </a:solidFill>
            <a:ln w="5420" cap="flat">
              <a:solidFill>
                <a:srgbClr val="3A5A9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54" name="pg2954"/>
            <p:cNvSpPr/>
            <p:nvPr/>
          </p:nvSpPr>
          <p:spPr>
            <a:xfrm>
              <a:off x="3158161" y="483860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5996">
                <a:alpha val="100000"/>
              </a:srgbClr>
            </a:solidFill>
            <a:ln w="5420" cap="flat">
              <a:solidFill>
                <a:srgbClr val="3A599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55" name="pg2955"/>
            <p:cNvSpPr/>
            <p:nvPr/>
          </p:nvSpPr>
          <p:spPr>
            <a:xfrm>
              <a:off x="3169798" y="483860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5692">
                <a:alpha val="100000"/>
              </a:srgbClr>
            </a:solidFill>
            <a:ln w="5420" cap="flat">
              <a:solidFill>
                <a:srgbClr val="3B569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56" name="pg2956"/>
            <p:cNvSpPr/>
            <p:nvPr/>
          </p:nvSpPr>
          <p:spPr>
            <a:xfrm>
              <a:off x="3181435" y="483860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528C">
                <a:alpha val="100000"/>
              </a:srgbClr>
            </a:solidFill>
            <a:ln w="5420" cap="flat">
              <a:solidFill>
                <a:srgbClr val="3B528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57" name="pg2957"/>
            <p:cNvSpPr/>
            <p:nvPr/>
          </p:nvSpPr>
          <p:spPr>
            <a:xfrm>
              <a:off x="3193073" y="483860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4E86">
                <a:alpha val="100000"/>
              </a:srgbClr>
            </a:solidFill>
            <a:ln w="5420" cap="flat">
              <a:solidFill>
                <a:srgbClr val="3B4E8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58" name="pg2958"/>
            <p:cNvSpPr/>
            <p:nvPr/>
          </p:nvSpPr>
          <p:spPr>
            <a:xfrm>
              <a:off x="3204710" y="483860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A80">
                <a:alpha val="100000"/>
              </a:srgbClr>
            </a:solidFill>
            <a:ln w="5420" cap="flat">
              <a:solidFill>
                <a:srgbClr val="3C4A8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59" name="pg2959"/>
            <p:cNvSpPr/>
            <p:nvPr/>
          </p:nvSpPr>
          <p:spPr>
            <a:xfrm>
              <a:off x="3414182" y="483860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3D6E">
                <a:alpha val="100000"/>
              </a:srgbClr>
            </a:solidFill>
            <a:ln w="5420" cap="flat">
              <a:solidFill>
                <a:srgbClr val="3B3D6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60" name="pg2960"/>
            <p:cNvSpPr/>
            <p:nvPr/>
          </p:nvSpPr>
          <p:spPr>
            <a:xfrm>
              <a:off x="3425819" y="483860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3D6E">
                <a:alpha val="100000"/>
              </a:srgbClr>
            </a:solidFill>
            <a:ln w="5420" cap="flat">
              <a:solidFill>
                <a:srgbClr val="3B3D6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61" name="pg2961"/>
            <p:cNvSpPr/>
            <p:nvPr/>
          </p:nvSpPr>
          <p:spPr>
            <a:xfrm>
              <a:off x="3495643" y="483860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3C6E">
                <a:alpha val="100000"/>
              </a:srgbClr>
            </a:solidFill>
            <a:ln w="5420" cap="flat">
              <a:solidFill>
                <a:srgbClr val="3B3C6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62" name="pg2962"/>
            <p:cNvSpPr/>
            <p:nvPr/>
          </p:nvSpPr>
          <p:spPr>
            <a:xfrm>
              <a:off x="3507281" y="483860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3C6D">
                <a:alpha val="100000"/>
              </a:srgbClr>
            </a:solidFill>
            <a:ln w="5420" cap="flat">
              <a:solidFill>
                <a:srgbClr val="3B3C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63" name="pg2963"/>
            <p:cNvSpPr/>
            <p:nvPr/>
          </p:nvSpPr>
          <p:spPr>
            <a:xfrm>
              <a:off x="3518918" y="483860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3B6B">
                <a:alpha val="100000"/>
              </a:srgbClr>
            </a:solidFill>
            <a:ln w="5420" cap="flat">
              <a:solidFill>
                <a:srgbClr val="3B3B6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64" name="pg2964"/>
            <p:cNvSpPr/>
            <p:nvPr/>
          </p:nvSpPr>
          <p:spPr>
            <a:xfrm>
              <a:off x="3530555" y="483860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3969">
                <a:alpha val="100000"/>
              </a:srgbClr>
            </a:solidFill>
            <a:ln w="5420" cap="flat">
              <a:solidFill>
                <a:srgbClr val="3B396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65" name="pg2965"/>
            <p:cNvSpPr/>
            <p:nvPr/>
          </p:nvSpPr>
          <p:spPr>
            <a:xfrm>
              <a:off x="3542193" y="483860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3867">
                <a:alpha val="100000"/>
              </a:srgbClr>
            </a:solidFill>
            <a:ln w="5420" cap="flat">
              <a:solidFill>
                <a:srgbClr val="3B386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66" name="pg2966"/>
            <p:cNvSpPr/>
            <p:nvPr/>
          </p:nvSpPr>
          <p:spPr>
            <a:xfrm>
              <a:off x="3553830" y="483860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3665">
                <a:alpha val="100000"/>
              </a:srgbClr>
            </a:solidFill>
            <a:ln w="5420" cap="flat">
              <a:solidFill>
                <a:srgbClr val="3A366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67" name="pg2967"/>
            <p:cNvSpPr/>
            <p:nvPr/>
          </p:nvSpPr>
          <p:spPr>
            <a:xfrm>
              <a:off x="3565467" y="483860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3664">
                <a:alpha val="100000"/>
              </a:srgbClr>
            </a:solidFill>
            <a:ln w="5420" cap="flat">
              <a:solidFill>
                <a:srgbClr val="3A366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68" name="pg2968"/>
            <p:cNvSpPr/>
            <p:nvPr/>
          </p:nvSpPr>
          <p:spPr>
            <a:xfrm>
              <a:off x="3577105" y="483860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3665">
                <a:alpha val="100000"/>
              </a:srgbClr>
            </a:solidFill>
            <a:ln w="5420" cap="flat">
              <a:solidFill>
                <a:srgbClr val="3A366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69" name="pg2969"/>
            <p:cNvSpPr/>
            <p:nvPr/>
          </p:nvSpPr>
          <p:spPr>
            <a:xfrm>
              <a:off x="3588742" y="483860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3766">
                <a:alpha val="100000"/>
              </a:srgbClr>
            </a:solidFill>
            <a:ln w="5420" cap="flat">
              <a:solidFill>
                <a:srgbClr val="3B37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70" name="pg2970"/>
            <p:cNvSpPr/>
            <p:nvPr/>
          </p:nvSpPr>
          <p:spPr>
            <a:xfrm>
              <a:off x="3600379" y="483860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3766">
                <a:alpha val="100000"/>
              </a:srgbClr>
            </a:solidFill>
            <a:ln w="5420" cap="flat">
              <a:solidFill>
                <a:srgbClr val="3B37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71" name="pg2971"/>
            <p:cNvSpPr/>
            <p:nvPr/>
          </p:nvSpPr>
          <p:spPr>
            <a:xfrm>
              <a:off x="3612016" y="483860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3867">
                <a:alpha val="100000"/>
              </a:srgbClr>
            </a:solidFill>
            <a:ln w="5420" cap="flat">
              <a:solidFill>
                <a:srgbClr val="3B386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72" name="pg2972"/>
            <p:cNvSpPr/>
            <p:nvPr/>
          </p:nvSpPr>
          <p:spPr>
            <a:xfrm>
              <a:off x="3623654" y="483860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3767">
                <a:alpha val="100000"/>
              </a:srgbClr>
            </a:solidFill>
            <a:ln w="5420" cap="flat">
              <a:solidFill>
                <a:srgbClr val="3B376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73" name="pg2973"/>
            <p:cNvSpPr/>
            <p:nvPr/>
          </p:nvSpPr>
          <p:spPr>
            <a:xfrm>
              <a:off x="3635291" y="483860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3766">
                <a:alpha val="100000"/>
              </a:srgbClr>
            </a:solidFill>
            <a:ln w="5420" cap="flat">
              <a:solidFill>
                <a:srgbClr val="3B37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74" name="pg2974"/>
            <p:cNvSpPr/>
            <p:nvPr/>
          </p:nvSpPr>
          <p:spPr>
            <a:xfrm>
              <a:off x="3646928" y="483860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3665">
                <a:alpha val="100000"/>
              </a:srgbClr>
            </a:solidFill>
            <a:ln w="5420" cap="flat">
              <a:solidFill>
                <a:srgbClr val="3A366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75" name="pg2975"/>
            <p:cNvSpPr/>
            <p:nvPr/>
          </p:nvSpPr>
          <p:spPr>
            <a:xfrm>
              <a:off x="3658566" y="483860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3665">
                <a:alpha val="100000"/>
              </a:srgbClr>
            </a:solidFill>
            <a:ln w="5420" cap="flat">
              <a:solidFill>
                <a:srgbClr val="3A366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76" name="pg2976"/>
            <p:cNvSpPr/>
            <p:nvPr/>
          </p:nvSpPr>
          <p:spPr>
            <a:xfrm>
              <a:off x="3670203" y="483860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3665">
                <a:alpha val="100000"/>
              </a:srgbClr>
            </a:solidFill>
            <a:ln w="5420" cap="flat">
              <a:solidFill>
                <a:srgbClr val="3A366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77" name="pg2977"/>
            <p:cNvSpPr/>
            <p:nvPr/>
          </p:nvSpPr>
          <p:spPr>
            <a:xfrm>
              <a:off x="3681840" y="483860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3766">
                <a:alpha val="100000"/>
              </a:srgbClr>
            </a:solidFill>
            <a:ln w="5420" cap="flat">
              <a:solidFill>
                <a:srgbClr val="3B37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78" name="pg2978"/>
            <p:cNvSpPr/>
            <p:nvPr/>
          </p:nvSpPr>
          <p:spPr>
            <a:xfrm>
              <a:off x="3693478" y="483860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3969">
                <a:alpha val="100000"/>
              </a:srgbClr>
            </a:solidFill>
            <a:ln w="5420" cap="flat">
              <a:solidFill>
                <a:srgbClr val="3B396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79" name="pg2979"/>
            <p:cNvSpPr/>
            <p:nvPr/>
          </p:nvSpPr>
          <p:spPr>
            <a:xfrm>
              <a:off x="3705115" y="483860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3A6A">
                <a:alpha val="100000"/>
              </a:srgbClr>
            </a:solidFill>
            <a:ln w="5420" cap="flat">
              <a:solidFill>
                <a:srgbClr val="3B3A6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80" name="pg2980"/>
            <p:cNvSpPr/>
            <p:nvPr/>
          </p:nvSpPr>
          <p:spPr>
            <a:xfrm>
              <a:off x="3716752" y="483860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3A6B">
                <a:alpha val="100000"/>
              </a:srgbClr>
            </a:solidFill>
            <a:ln w="5420" cap="flat">
              <a:solidFill>
                <a:srgbClr val="3B3A6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81" name="pg2981"/>
            <p:cNvSpPr/>
            <p:nvPr/>
          </p:nvSpPr>
          <p:spPr>
            <a:xfrm>
              <a:off x="3728390" y="483860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3B6B">
                <a:alpha val="100000"/>
              </a:srgbClr>
            </a:solidFill>
            <a:ln w="5420" cap="flat">
              <a:solidFill>
                <a:srgbClr val="3B3B6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82" name="pg2982"/>
            <p:cNvSpPr/>
            <p:nvPr/>
          </p:nvSpPr>
          <p:spPr>
            <a:xfrm>
              <a:off x="3740027" y="483860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3B6C">
                <a:alpha val="100000"/>
              </a:srgbClr>
            </a:solidFill>
            <a:ln w="5420" cap="flat">
              <a:solidFill>
                <a:srgbClr val="3B3B6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83" name="pg2983"/>
            <p:cNvSpPr/>
            <p:nvPr/>
          </p:nvSpPr>
          <p:spPr>
            <a:xfrm>
              <a:off x="3751664" y="483860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3C6D">
                <a:alpha val="100000"/>
              </a:srgbClr>
            </a:solidFill>
            <a:ln w="5420" cap="flat">
              <a:solidFill>
                <a:srgbClr val="3B3C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84" name="pg2984"/>
            <p:cNvSpPr/>
            <p:nvPr/>
          </p:nvSpPr>
          <p:spPr>
            <a:xfrm>
              <a:off x="3763302" y="483860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3D6F">
                <a:alpha val="100000"/>
              </a:srgbClr>
            </a:solidFill>
            <a:ln w="5420" cap="flat">
              <a:solidFill>
                <a:srgbClr val="3B3D6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85" name="pg2985"/>
            <p:cNvSpPr/>
            <p:nvPr/>
          </p:nvSpPr>
          <p:spPr>
            <a:xfrm>
              <a:off x="3774939" y="483860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3E70">
                <a:alpha val="100000"/>
              </a:srgbClr>
            </a:solidFill>
            <a:ln w="5420" cap="flat">
              <a:solidFill>
                <a:srgbClr val="3B3E7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86" name="pg2986"/>
            <p:cNvSpPr/>
            <p:nvPr/>
          </p:nvSpPr>
          <p:spPr>
            <a:xfrm>
              <a:off x="3786576" y="483860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3F72">
                <a:alpha val="100000"/>
              </a:srgbClr>
            </a:solidFill>
            <a:ln w="5420" cap="flat">
              <a:solidFill>
                <a:srgbClr val="3B3F7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87" name="pg2987"/>
            <p:cNvSpPr/>
            <p:nvPr/>
          </p:nvSpPr>
          <p:spPr>
            <a:xfrm>
              <a:off x="4356806" y="483860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5692">
                <a:alpha val="100000"/>
              </a:srgbClr>
            </a:solidFill>
            <a:ln w="5420" cap="flat">
              <a:solidFill>
                <a:srgbClr val="3B569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88" name="pg2988"/>
            <p:cNvSpPr/>
            <p:nvPr/>
          </p:nvSpPr>
          <p:spPr>
            <a:xfrm>
              <a:off x="4368443" y="483860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5894">
                <a:alpha val="100000"/>
              </a:srgbClr>
            </a:solidFill>
            <a:ln w="5420" cap="flat">
              <a:solidFill>
                <a:srgbClr val="3A589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89" name="pg2989"/>
            <p:cNvSpPr/>
            <p:nvPr/>
          </p:nvSpPr>
          <p:spPr>
            <a:xfrm>
              <a:off x="4380080" y="483860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5997">
                <a:alpha val="100000"/>
              </a:srgbClr>
            </a:solidFill>
            <a:ln w="5420" cap="flat">
              <a:solidFill>
                <a:srgbClr val="3A599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90" name="pg2990"/>
            <p:cNvSpPr/>
            <p:nvPr/>
          </p:nvSpPr>
          <p:spPr>
            <a:xfrm>
              <a:off x="4391718" y="483860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5B99">
                <a:alpha val="100000"/>
              </a:srgbClr>
            </a:solidFill>
            <a:ln w="5420" cap="flat">
              <a:solidFill>
                <a:srgbClr val="395B9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91" name="pg2991"/>
            <p:cNvSpPr/>
            <p:nvPr/>
          </p:nvSpPr>
          <p:spPr>
            <a:xfrm>
              <a:off x="4403355" y="483860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5F9C">
                <a:alpha val="100000"/>
              </a:srgbClr>
            </a:solidFill>
            <a:ln w="5420" cap="flat">
              <a:solidFill>
                <a:srgbClr val="395F9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92" name="pg2992"/>
            <p:cNvSpPr/>
            <p:nvPr/>
          </p:nvSpPr>
          <p:spPr>
            <a:xfrm>
              <a:off x="4414992" y="483860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609D">
                <a:alpha val="100000"/>
              </a:srgbClr>
            </a:solidFill>
            <a:ln w="5420" cap="flat">
              <a:solidFill>
                <a:srgbClr val="3960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93" name="pg2993"/>
            <p:cNvSpPr/>
            <p:nvPr/>
          </p:nvSpPr>
          <p:spPr>
            <a:xfrm>
              <a:off x="4426630" y="483860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29D">
                <a:alpha val="100000"/>
              </a:srgbClr>
            </a:solidFill>
            <a:ln w="5420" cap="flat">
              <a:solidFill>
                <a:srgbClr val="3A62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94" name="pg2994"/>
            <p:cNvSpPr/>
            <p:nvPr/>
          </p:nvSpPr>
          <p:spPr>
            <a:xfrm>
              <a:off x="4589552" y="483860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6FA0">
                <a:alpha val="100000"/>
              </a:srgbClr>
            </a:solidFill>
            <a:ln w="5420" cap="flat">
              <a:solidFill>
                <a:srgbClr val="3B6FA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95" name="pg2995"/>
            <p:cNvSpPr/>
            <p:nvPr/>
          </p:nvSpPr>
          <p:spPr>
            <a:xfrm>
              <a:off x="4601190" y="483860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70A0">
                <a:alpha val="100000"/>
              </a:srgbClr>
            </a:solidFill>
            <a:ln w="5420" cap="flat">
              <a:solidFill>
                <a:srgbClr val="3B70A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96" name="pg2996"/>
            <p:cNvSpPr/>
            <p:nvPr/>
          </p:nvSpPr>
          <p:spPr>
            <a:xfrm>
              <a:off x="4612827" y="483860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70A0">
                <a:alpha val="100000"/>
              </a:srgbClr>
            </a:solidFill>
            <a:ln w="5420" cap="flat">
              <a:solidFill>
                <a:srgbClr val="3B70A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97" name="pg2997"/>
            <p:cNvSpPr/>
            <p:nvPr/>
          </p:nvSpPr>
          <p:spPr>
            <a:xfrm>
              <a:off x="4624464" y="483860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70A1">
                <a:alpha val="100000"/>
              </a:srgbClr>
            </a:solidFill>
            <a:ln w="5420" cap="flat">
              <a:solidFill>
                <a:srgbClr val="3B70A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98" name="pg2998"/>
            <p:cNvSpPr/>
            <p:nvPr/>
          </p:nvSpPr>
          <p:spPr>
            <a:xfrm>
              <a:off x="4636101" y="483860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71A1">
                <a:alpha val="100000"/>
              </a:srgbClr>
            </a:solidFill>
            <a:ln w="5420" cap="flat">
              <a:solidFill>
                <a:srgbClr val="3B71A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99" name="pg2999"/>
            <p:cNvSpPr/>
            <p:nvPr/>
          </p:nvSpPr>
          <p:spPr>
            <a:xfrm>
              <a:off x="3099974" y="485290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4F88">
                <a:alpha val="100000"/>
              </a:srgbClr>
            </a:solidFill>
            <a:ln w="5420" cap="flat">
              <a:solidFill>
                <a:srgbClr val="3B4F8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00" name="pg3000"/>
            <p:cNvSpPr/>
            <p:nvPr/>
          </p:nvSpPr>
          <p:spPr>
            <a:xfrm>
              <a:off x="3111611" y="485290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548F">
                <a:alpha val="100000"/>
              </a:srgbClr>
            </a:solidFill>
            <a:ln w="5420" cap="flat">
              <a:solidFill>
                <a:srgbClr val="3B548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01" name="pg3001"/>
            <p:cNvSpPr/>
            <p:nvPr/>
          </p:nvSpPr>
          <p:spPr>
            <a:xfrm>
              <a:off x="3123249" y="485290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5591">
                <a:alpha val="100000"/>
              </a:srgbClr>
            </a:solidFill>
            <a:ln w="5420" cap="flat">
              <a:solidFill>
                <a:srgbClr val="3B559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02" name="pg3002"/>
            <p:cNvSpPr/>
            <p:nvPr/>
          </p:nvSpPr>
          <p:spPr>
            <a:xfrm>
              <a:off x="3134886" y="485290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5692">
                <a:alpha val="100000"/>
              </a:srgbClr>
            </a:solidFill>
            <a:ln w="5420" cap="flat">
              <a:solidFill>
                <a:srgbClr val="3A569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03" name="pg3003"/>
            <p:cNvSpPr/>
            <p:nvPr/>
          </p:nvSpPr>
          <p:spPr>
            <a:xfrm>
              <a:off x="3146523" y="485290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5692">
                <a:alpha val="100000"/>
              </a:srgbClr>
            </a:solidFill>
            <a:ln w="5420" cap="flat">
              <a:solidFill>
                <a:srgbClr val="3A569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04" name="pg3004"/>
            <p:cNvSpPr/>
            <p:nvPr/>
          </p:nvSpPr>
          <p:spPr>
            <a:xfrm>
              <a:off x="3158161" y="485290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5591">
                <a:alpha val="100000"/>
              </a:srgbClr>
            </a:solidFill>
            <a:ln w="5420" cap="flat">
              <a:solidFill>
                <a:srgbClr val="3B559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05" name="pg3005"/>
            <p:cNvSpPr/>
            <p:nvPr/>
          </p:nvSpPr>
          <p:spPr>
            <a:xfrm>
              <a:off x="3169798" y="485290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538E">
                <a:alpha val="100000"/>
              </a:srgbClr>
            </a:solidFill>
            <a:ln w="5420" cap="flat">
              <a:solidFill>
                <a:srgbClr val="3B538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06" name="pg3006"/>
            <p:cNvSpPr/>
            <p:nvPr/>
          </p:nvSpPr>
          <p:spPr>
            <a:xfrm>
              <a:off x="3181435" y="485290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518B">
                <a:alpha val="100000"/>
              </a:srgbClr>
            </a:solidFill>
            <a:ln w="5420" cap="flat">
              <a:solidFill>
                <a:srgbClr val="3B518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07" name="pg3007"/>
            <p:cNvSpPr/>
            <p:nvPr/>
          </p:nvSpPr>
          <p:spPr>
            <a:xfrm>
              <a:off x="3507281" y="485290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3B6C">
                <a:alpha val="100000"/>
              </a:srgbClr>
            </a:solidFill>
            <a:ln w="5420" cap="flat">
              <a:solidFill>
                <a:srgbClr val="3B3B6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08" name="pg3008"/>
            <p:cNvSpPr/>
            <p:nvPr/>
          </p:nvSpPr>
          <p:spPr>
            <a:xfrm>
              <a:off x="3518918" y="485290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3A6B">
                <a:alpha val="100000"/>
              </a:srgbClr>
            </a:solidFill>
            <a:ln w="5420" cap="flat">
              <a:solidFill>
                <a:srgbClr val="3B3A6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09" name="pg3009"/>
            <p:cNvSpPr/>
            <p:nvPr/>
          </p:nvSpPr>
          <p:spPr>
            <a:xfrm>
              <a:off x="3530555" y="485290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3969">
                <a:alpha val="100000"/>
              </a:srgbClr>
            </a:solidFill>
            <a:ln w="5420" cap="flat">
              <a:solidFill>
                <a:srgbClr val="3B396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10" name="pg3010"/>
            <p:cNvSpPr/>
            <p:nvPr/>
          </p:nvSpPr>
          <p:spPr>
            <a:xfrm>
              <a:off x="3542193" y="485290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3767">
                <a:alpha val="100000"/>
              </a:srgbClr>
            </a:solidFill>
            <a:ln w="5420" cap="flat">
              <a:solidFill>
                <a:srgbClr val="3B376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11" name="pg3011"/>
            <p:cNvSpPr/>
            <p:nvPr/>
          </p:nvSpPr>
          <p:spPr>
            <a:xfrm>
              <a:off x="3553830" y="485290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3665">
                <a:alpha val="100000"/>
              </a:srgbClr>
            </a:solidFill>
            <a:ln w="5420" cap="flat">
              <a:solidFill>
                <a:srgbClr val="3A366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12" name="pg3012"/>
            <p:cNvSpPr/>
            <p:nvPr/>
          </p:nvSpPr>
          <p:spPr>
            <a:xfrm>
              <a:off x="3565467" y="485290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3664">
                <a:alpha val="100000"/>
              </a:srgbClr>
            </a:solidFill>
            <a:ln w="5420" cap="flat">
              <a:solidFill>
                <a:srgbClr val="3A366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13" name="pg3013"/>
            <p:cNvSpPr/>
            <p:nvPr/>
          </p:nvSpPr>
          <p:spPr>
            <a:xfrm>
              <a:off x="3577105" y="485290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3665">
                <a:alpha val="100000"/>
              </a:srgbClr>
            </a:solidFill>
            <a:ln w="5420" cap="flat">
              <a:solidFill>
                <a:srgbClr val="3A366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14" name="pg3014"/>
            <p:cNvSpPr/>
            <p:nvPr/>
          </p:nvSpPr>
          <p:spPr>
            <a:xfrm>
              <a:off x="3588742" y="485290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3766">
                <a:alpha val="100000"/>
              </a:srgbClr>
            </a:solidFill>
            <a:ln w="5420" cap="flat">
              <a:solidFill>
                <a:srgbClr val="3B37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15" name="pg3015"/>
            <p:cNvSpPr/>
            <p:nvPr/>
          </p:nvSpPr>
          <p:spPr>
            <a:xfrm>
              <a:off x="3600379" y="485290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3766">
                <a:alpha val="100000"/>
              </a:srgbClr>
            </a:solidFill>
            <a:ln w="5420" cap="flat">
              <a:solidFill>
                <a:srgbClr val="3B37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16" name="pg3016"/>
            <p:cNvSpPr/>
            <p:nvPr/>
          </p:nvSpPr>
          <p:spPr>
            <a:xfrm>
              <a:off x="3612016" y="485290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3867">
                <a:alpha val="100000"/>
              </a:srgbClr>
            </a:solidFill>
            <a:ln w="5420" cap="flat">
              <a:solidFill>
                <a:srgbClr val="3B386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17" name="pg3017"/>
            <p:cNvSpPr/>
            <p:nvPr/>
          </p:nvSpPr>
          <p:spPr>
            <a:xfrm>
              <a:off x="3623654" y="485290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3867">
                <a:alpha val="100000"/>
              </a:srgbClr>
            </a:solidFill>
            <a:ln w="5420" cap="flat">
              <a:solidFill>
                <a:srgbClr val="3B386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18" name="pg3018"/>
            <p:cNvSpPr/>
            <p:nvPr/>
          </p:nvSpPr>
          <p:spPr>
            <a:xfrm>
              <a:off x="3635291" y="485290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3767">
                <a:alpha val="100000"/>
              </a:srgbClr>
            </a:solidFill>
            <a:ln w="5420" cap="flat">
              <a:solidFill>
                <a:srgbClr val="3B376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19" name="pg3019"/>
            <p:cNvSpPr/>
            <p:nvPr/>
          </p:nvSpPr>
          <p:spPr>
            <a:xfrm>
              <a:off x="3646928" y="485290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3766">
                <a:alpha val="100000"/>
              </a:srgbClr>
            </a:solidFill>
            <a:ln w="5420" cap="flat">
              <a:solidFill>
                <a:srgbClr val="3B37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20" name="pg3020"/>
            <p:cNvSpPr/>
            <p:nvPr/>
          </p:nvSpPr>
          <p:spPr>
            <a:xfrm>
              <a:off x="3658566" y="485290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3766">
                <a:alpha val="100000"/>
              </a:srgbClr>
            </a:solidFill>
            <a:ln w="5420" cap="flat">
              <a:solidFill>
                <a:srgbClr val="3B37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21" name="pg3021"/>
            <p:cNvSpPr/>
            <p:nvPr/>
          </p:nvSpPr>
          <p:spPr>
            <a:xfrm>
              <a:off x="3670203" y="485290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3766">
                <a:alpha val="100000"/>
              </a:srgbClr>
            </a:solidFill>
            <a:ln w="5420" cap="flat">
              <a:solidFill>
                <a:srgbClr val="3B37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22" name="pg3022"/>
            <p:cNvSpPr/>
            <p:nvPr/>
          </p:nvSpPr>
          <p:spPr>
            <a:xfrm>
              <a:off x="3681840" y="485290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3767">
                <a:alpha val="100000"/>
              </a:srgbClr>
            </a:solidFill>
            <a:ln w="5420" cap="flat">
              <a:solidFill>
                <a:srgbClr val="3B376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23" name="pg3023"/>
            <p:cNvSpPr/>
            <p:nvPr/>
          </p:nvSpPr>
          <p:spPr>
            <a:xfrm>
              <a:off x="3693478" y="485290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3969">
                <a:alpha val="100000"/>
              </a:srgbClr>
            </a:solidFill>
            <a:ln w="5420" cap="flat">
              <a:solidFill>
                <a:srgbClr val="3B396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24" name="pg3024"/>
            <p:cNvSpPr/>
            <p:nvPr/>
          </p:nvSpPr>
          <p:spPr>
            <a:xfrm>
              <a:off x="3705115" y="485290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3A6A">
                <a:alpha val="100000"/>
              </a:srgbClr>
            </a:solidFill>
            <a:ln w="5420" cap="flat">
              <a:solidFill>
                <a:srgbClr val="3B3A6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25" name="pg3025"/>
            <p:cNvSpPr/>
            <p:nvPr/>
          </p:nvSpPr>
          <p:spPr>
            <a:xfrm>
              <a:off x="3716752" y="485290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3A6B">
                <a:alpha val="100000"/>
              </a:srgbClr>
            </a:solidFill>
            <a:ln w="5420" cap="flat">
              <a:solidFill>
                <a:srgbClr val="3B3A6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26" name="pg3026"/>
            <p:cNvSpPr/>
            <p:nvPr/>
          </p:nvSpPr>
          <p:spPr>
            <a:xfrm>
              <a:off x="3728390" y="485290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3B6C">
                <a:alpha val="100000"/>
              </a:srgbClr>
            </a:solidFill>
            <a:ln w="5420" cap="flat">
              <a:solidFill>
                <a:srgbClr val="3B3B6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27" name="pg3027"/>
            <p:cNvSpPr/>
            <p:nvPr/>
          </p:nvSpPr>
          <p:spPr>
            <a:xfrm>
              <a:off x="3740027" y="485290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3C6D">
                <a:alpha val="100000"/>
              </a:srgbClr>
            </a:solidFill>
            <a:ln w="5420" cap="flat">
              <a:solidFill>
                <a:srgbClr val="3B3C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28" name="pg3028"/>
            <p:cNvSpPr/>
            <p:nvPr/>
          </p:nvSpPr>
          <p:spPr>
            <a:xfrm>
              <a:off x="3751664" y="485290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3D6E">
                <a:alpha val="100000"/>
              </a:srgbClr>
            </a:solidFill>
            <a:ln w="5420" cap="flat">
              <a:solidFill>
                <a:srgbClr val="3B3D6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29" name="pg3029"/>
            <p:cNvSpPr/>
            <p:nvPr/>
          </p:nvSpPr>
          <p:spPr>
            <a:xfrm>
              <a:off x="3763302" y="485290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3D6F">
                <a:alpha val="100000"/>
              </a:srgbClr>
            </a:solidFill>
            <a:ln w="5420" cap="flat">
              <a:solidFill>
                <a:srgbClr val="3B3D6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30" name="pg3030"/>
            <p:cNvSpPr/>
            <p:nvPr/>
          </p:nvSpPr>
          <p:spPr>
            <a:xfrm>
              <a:off x="3774939" y="485290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3E70">
                <a:alpha val="100000"/>
              </a:srgbClr>
            </a:solidFill>
            <a:ln w="5420" cap="flat">
              <a:solidFill>
                <a:srgbClr val="3B3E7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31" name="pg3031"/>
            <p:cNvSpPr/>
            <p:nvPr/>
          </p:nvSpPr>
          <p:spPr>
            <a:xfrm>
              <a:off x="3786576" y="485290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3F72">
                <a:alpha val="100000"/>
              </a:srgbClr>
            </a:solidFill>
            <a:ln w="5420" cap="flat">
              <a:solidFill>
                <a:srgbClr val="3B3F7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32" name="pg3032"/>
            <p:cNvSpPr/>
            <p:nvPr/>
          </p:nvSpPr>
          <p:spPr>
            <a:xfrm>
              <a:off x="4368443" y="485290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5894">
                <a:alpha val="100000"/>
              </a:srgbClr>
            </a:solidFill>
            <a:ln w="5420" cap="flat">
              <a:solidFill>
                <a:srgbClr val="3A589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33" name="pg3033"/>
            <p:cNvSpPr/>
            <p:nvPr/>
          </p:nvSpPr>
          <p:spPr>
            <a:xfrm>
              <a:off x="4380080" y="485290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5997">
                <a:alpha val="100000"/>
              </a:srgbClr>
            </a:solidFill>
            <a:ln w="5420" cap="flat">
              <a:solidFill>
                <a:srgbClr val="3A599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34" name="pg3034"/>
            <p:cNvSpPr/>
            <p:nvPr/>
          </p:nvSpPr>
          <p:spPr>
            <a:xfrm>
              <a:off x="4391718" y="485290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5B99">
                <a:alpha val="100000"/>
              </a:srgbClr>
            </a:solidFill>
            <a:ln w="5420" cap="flat">
              <a:solidFill>
                <a:srgbClr val="395B9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35" name="pg3035"/>
            <p:cNvSpPr/>
            <p:nvPr/>
          </p:nvSpPr>
          <p:spPr>
            <a:xfrm>
              <a:off x="4403355" y="485290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5E9C">
                <a:alpha val="100000"/>
              </a:srgbClr>
            </a:solidFill>
            <a:ln w="5420" cap="flat">
              <a:solidFill>
                <a:srgbClr val="395E9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36" name="pg3036"/>
            <p:cNvSpPr/>
            <p:nvPr/>
          </p:nvSpPr>
          <p:spPr>
            <a:xfrm>
              <a:off x="4414992" y="485290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609D">
                <a:alpha val="100000"/>
              </a:srgbClr>
            </a:solidFill>
            <a:ln w="5420" cap="flat">
              <a:solidFill>
                <a:srgbClr val="3960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37" name="pg3037"/>
            <p:cNvSpPr/>
            <p:nvPr/>
          </p:nvSpPr>
          <p:spPr>
            <a:xfrm>
              <a:off x="4426630" y="485290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29D">
                <a:alpha val="100000"/>
              </a:srgbClr>
            </a:solidFill>
            <a:ln w="5420" cap="flat">
              <a:solidFill>
                <a:srgbClr val="3A62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38" name="pg3038"/>
            <p:cNvSpPr/>
            <p:nvPr/>
          </p:nvSpPr>
          <p:spPr>
            <a:xfrm>
              <a:off x="4438267" y="485290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39D">
                <a:alpha val="100000"/>
              </a:srgbClr>
            </a:solidFill>
            <a:ln w="5420" cap="flat">
              <a:solidFill>
                <a:srgbClr val="3A63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39" name="pg3039"/>
            <p:cNvSpPr/>
            <p:nvPr/>
          </p:nvSpPr>
          <p:spPr>
            <a:xfrm>
              <a:off x="4589552" y="485290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FA0">
                <a:alpha val="100000"/>
              </a:srgbClr>
            </a:solidFill>
            <a:ln w="5420" cap="flat">
              <a:solidFill>
                <a:srgbClr val="3A6FA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40" name="pg3040"/>
            <p:cNvSpPr/>
            <p:nvPr/>
          </p:nvSpPr>
          <p:spPr>
            <a:xfrm>
              <a:off x="4601190" y="485290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FA0">
                <a:alpha val="100000"/>
              </a:srgbClr>
            </a:solidFill>
            <a:ln w="5420" cap="flat">
              <a:solidFill>
                <a:srgbClr val="3A6FA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41" name="pg3041"/>
            <p:cNvSpPr/>
            <p:nvPr/>
          </p:nvSpPr>
          <p:spPr>
            <a:xfrm>
              <a:off x="4612827" y="485290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6FA0">
                <a:alpha val="100000"/>
              </a:srgbClr>
            </a:solidFill>
            <a:ln w="5420" cap="flat">
              <a:solidFill>
                <a:srgbClr val="3B6FA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42" name="pg3042"/>
            <p:cNvSpPr/>
            <p:nvPr/>
          </p:nvSpPr>
          <p:spPr>
            <a:xfrm>
              <a:off x="4624464" y="485290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70A0">
                <a:alpha val="100000"/>
              </a:srgbClr>
            </a:solidFill>
            <a:ln w="5420" cap="flat">
              <a:solidFill>
                <a:srgbClr val="3B70A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43" name="pg3043"/>
            <p:cNvSpPr/>
            <p:nvPr/>
          </p:nvSpPr>
          <p:spPr>
            <a:xfrm>
              <a:off x="4636101" y="485290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70A1">
                <a:alpha val="100000"/>
              </a:srgbClr>
            </a:solidFill>
            <a:ln w="5420" cap="flat">
              <a:solidFill>
                <a:srgbClr val="3B70A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44" name="pg3044"/>
            <p:cNvSpPr/>
            <p:nvPr/>
          </p:nvSpPr>
          <p:spPr>
            <a:xfrm>
              <a:off x="3088337" y="486720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97F">
                <a:alpha val="100000"/>
              </a:srgbClr>
            </a:solidFill>
            <a:ln w="5420" cap="flat">
              <a:solidFill>
                <a:srgbClr val="3C497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45" name="pg3045"/>
            <p:cNvSpPr/>
            <p:nvPr/>
          </p:nvSpPr>
          <p:spPr>
            <a:xfrm>
              <a:off x="3099974" y="486720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C83">
                <a:alpha val="100000"/>
              </a:srgbClr>
            </a:solidFill>
            <a:ln w="5420" cap="flat">
              <a:solidFill>
                <a:srgbClr val="3C4C8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46" name="pg3046"/>
            <p:cNvSpPr/>
            <p:nvPr/>
          </p:nvSpPr>
          <p:spPr>
            <a:xfrm>
              <a:off x="3111611" y="486720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508A">
                <a:alpha val="100000"/>
              </a:srgbClr>
            </a:solidFill>
            <a:ln w="5420" cap="flat">
              <a:solidFill>
                <a:srgbClr val="3B508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47" name="pg3047"/>
            <p:cNvSpPr/>
            <p:nvPr/>
          </p:nvSpPr>
          <p:spPr>
            <a:xfrm>
              <a:off x="3123249" y="486720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528C">
                <a:alpha val="100000"/>
              </a:srgbClr>
            </a:solidFill>
            <a:ln w="5420" cap="flat">
              <a:solidFill>
                <a:srgbClr val="3B528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48" name="pg3048"/>
            <p:cNvSpPr/>
            <p:nvPr/>
          </p:nvSpPr>
          <p:spPr>
            <a:xfrm>
              <a:off x="3134886" y="486720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538D">
                <a:alpha val="100000"/>
              </a:srgbClr>
            </a:solidFill>
            <a:ln w="5420" cap="flat">
              <a:solidFill>
                <a:srgbClr val="3B538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49" name="pg3049"/>
            <p:cNvSpPr/>
            <p:nvPr/>
          </p:nvSpPr>
          <p:spPr>
            <a:xfrm>
              <a:off x="3146523" y="486720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538D">
                <a:alpha val="100000"/>
              </a:srgbClr>
            </a:solidFill>
            <a:ln w="5420" cap="flat">
              <a:solidFill>
                <a:srgbClr val="3B538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50" name="pg3050"/>
            <p:cNvSpPr/>
            <p:nvPr/>
          </p:nvSpPr>
          <p:spPr>
            <a:xfrm>
              <a:off x="3518918" y="486720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3A6A">
                <a:alpha val="100000"/>
              </a:srgbClr>
            </a:solidFill>
            <a:ln w="5420" cap="flat">
              <a:solidFill>
                <a:srgbClr val="3B3A6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51" name="pg3051"/>
            <p:cNvSpPr/>
            <p:nvPr/>
          </p:nvSpPr>
          <p:spPr>
            <a:xfrm>
              <a:off x="3530555" y="486720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3969">
                <a:alpha val="100000"/>
              </a:srgbClr>
            </a:solidFill>
            <a:ln w="5420" cap="flat">
              <a:solidFill>
                <a:srgbClr val="3B396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52" name="pg3052"/>
            <p:cNvSpPr/>
            <p:nvPr/>
          </p:nvSpPr>
          <p:spPr>
            <a:xfrm>
              <a:off x="3542193" y="486720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3867">
                <a:alpha val="100000"/>
              </a:srgbClr>
            </a:solidFill>
            <a:ln w="5420" cap="flat">
              <a:solidFill>
                <a:srgbClr val="3B386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53" name="pg3053"/>
            <p:cNvSpPr/>
            <p:nvPr/>
          </p:nvSpPr>
          <p:spPr>
            <a:xfrm>
              <a:off x="3553830" y="486720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3766">
                <a:alpha val="100000"/>
              </a:srgbClr>
            </a:solidFill>
            <a:ln w="5420" cap="flat">
              <a:solidFill>
                <a:srgbClr val="3B37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54" name="pg3054"/>
            <p:cNvSpPr/>
            <p:nvPr/>
          </p:nvSpPr>
          <p:spPr>
            <a:xfrm>
              <a:off x="3565467" y="486720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3665">
                <a:alpha val="100000"/>
              </a:srgbClr>
            </a:solidFill>
            <a:ln w="5420" cap="flat">
              <a:solidFill>
                <a:srgbClr val="3A366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55" name="pg3055"/>
            <p:cNvSpPr/>
            <p:nvPr/>
          </p:nvSpPr>
          <p:spPr>
            <a:xfrm>
              <a:off x="3577105" y="486720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3665">
                <a:alpha val="100000"/>
              </a:srgbClr>
            </a:solidFill>
            <a:ln w="5420" cap="flat">
              <a:solidFill>
                <a:srgbClr val="3A366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56" name="pg3056"/>
            <p:cNvSpPr/>
            <p:nvPr/>
          </p:nvSpPr>
          <p:spPr>
            <a:xfrm>
              <a:off x="3588742" y="486720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3766">
                <a:alpha val="100000"/>
              </a:srgbClr>
            </a:solidFill>
            <a:ln w="5420" cap="flat">
              <a:solidFill>
                <a:srgbClr val="3B37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57" name="pg3057"/>
            <p:cNvSpPr/>
            <p:nvPr/>
          </p:nvSpPr>
          <p:spPr>
            <a:xfrm>
              <a:off x="3600379" y="486720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3867">
                <a:alpha val="100000"/>
              </a:srgbClr>
            </a:solidFill>
            <a:ln w="5420" cap="flat">
              <a:solidFill>
                <a:srgbClr val="3B386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58" name="pg3058"/>
            <p:cNvSpPr/>
            <p:nvPr/>
          </p:nvSpPr>
          <p:spPr>
            <a:xfrm>
              <a:off x="3612016" y="486720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3867">
                <a:alpha val="100000"/>
              </a:srgbClr>
            </a:solidFill>
            <a:ln w="5420" cap="flat">
              <a:solidFill>
                <a:srgbClr val="3B386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59" name="pg3059"/>
            <p:cNvSpPr/>
            <p:nvPr/>
          </p:nvSpPr>
          <p:spPr>
            <a:xfrm>
              <a:off x="3623654" y="486720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3868">
                <a:alpha val="100000"/>
              </a:srgbClr>
            </a:solidFill>
            <a:ln w="5420" cap="flat">
              <a:solidFill>
                <a:srgbClr val="3B386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60" name="pg3060"/>
            <p:cNvSpPr/>
            <p:nvPr/>
          </p:nvSpPr>
          <p:spPr>
            <a:xfrm>
              <a:off x="3635291" y="486720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3867">
                <a:alpha val="100000"/>
              </a:srgbClr>
            </a:solidFill>
            <a:ln w="5420" cap="flat">
              <a:solidFill>
                <a:srgbClr val="3B386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61" name="pg3061"/>
            <p:cNvSpPr/>
            <p:nvPr/>
          </p:nvSpPr>
          <p:spPr>
            <a:xfrm>
              <a:off x="3646928" y="486720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3867">
                <a:alpha val="100000"/>
              </a:srgbClr>
            </a:solidFill>
            <a:ln w="5420" cap="flat">
              <a:solidFill>
                <a:srgbClr val="3B386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62" name="pg3062"/>
            <p:cNvSpPr/>
            <p:nvPr/>
          </p:nvSpPr>
          <p:spPr>
            <a:xfrm>
              <a:off x="3658566" y="486720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3867">
                <a:alpha val="100000"/>
              </a:srgbClr>
            </a:solidFill>
            <a:ln w="5420" cap="flat">
              <a:solidFill>
                <a:srgbClr val="3B386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63" name="pg3063"/>
            <p:cNvSpPr/>
            <p:nvPr/>
          </p:nvSpPr>
          <p:spPr>
            <a:xfrm>
              <a:off x="3670203" y="486720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3867">
                <a:alpha val="100000"/>
              </a:srgbClr>
            </a:solidFill>
            <a:ln w="5420" cap="flat">
              <a:solidFill>
                <a:srgbClr val="3B386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64" name="pg3064"/>
            <p:cNvSpPr/>
            <p:nvPr/>
          </p:nvSpPr>
          <p:spPr>
            <a:xfrm>
              <a:off x="3681840" y="486720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3868">
                <a:alpha val="100000"/>
              </a:srgbClr>
            </a:solidFill>
            <a:ln w="5420" cap="flat">
              <a:solidFill>
                <a:srgbClr val="3B386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65" name="pg3065"/>
            <p:cNvSpPr/>
            <p:nvPr/>
          </p:nvSpPr>
          <p:spPr>
            <a:xfrm>
              <a:off x="3693478" y="486720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3A6A">
                <a:alpha val="100000"/>
              </a:srgbClr>
            </a:solidFill>
            <a:ln w="5420" cap="flat">
              <a:solidFill>
                <a:srgbClr val="3B3A6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66" name="pg3066"/>
            <p:cNvSpPr/>
            <p:nvPr/>
          </p:nvSpPr>
          <p:spPr>
            <a:xfrm>
              <a:off x="3705115" y="486720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3A6A">
                <a:alpha val="100000"/>
              </a:srgbClr>
            </a:solidFill>
            <a:ln w="5420" cap="flat">
              <a:solidFill>
                <a:srgbClr val="3B3A6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67" name="pg3067"/>
            <p:cNvSpPr/>
            <p:nvPr/>
          </p:nvSpPr>
          <p:spPr>
            <a:xfrm>
              <a:off x="3716752" y="486720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3B6B">
                <a:alpha val="100000"/>
              </a:srgbClr>
            </a:solidFill>
            <a:ln w="5420" cap="flat">
              <a:solidFill>
                <a:srgbClr val="3B3B6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68" name="pg3068"/>
            <p:cNvSpPr/>
            <p:nvPr/>
          </p:nvSpPr>
          <p:spPr>
            <a:xfrm>
              <a:off x="3728390" y="486720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3B6C">
                <a:alpha val="100000"/>
              </a:srgbClr>
            </a:solidFill>
            <a:ln w="5420" cap="flat">
              <a:solidFill>
                <a:srgbClr val="3B3B6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69" name="pg3069"/>
            <p:cNvSpPr/>
            <p:nvPr/>
          </p:nvSpPr>
          <p:spPr>
            <a:xfrm>
              <a:off x="3740027" y="486720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3C6D">
                <a:alpha val="100000"/>
              </a:srgbClr>
            </a:solidFill>
            <a:ln w="5420" cap="flat">
              <a:solidFill>
                <a:srgbClr val="3B3C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70" name="pg3070"/>
            <p:cNvSpPr/>
            <p:nvPr/>
          </p:nvSpPr>
          <p:spPr>
            <a:xfrm>
              <a:off x="3751664" y="486720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3D6E">
                <a:alpha val="100000"/>
              </a:srgbClr>
            </a:solidFill>
            <a:ln w="5420" cap="flat">
              <a:solidFill>
                <a:srgbClr val="3B3D6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71" name="pg3071"/>
            <p:cNvSpPr/>
            <p:nvPr/>
          </p:nvSpPr>
          <p:spPr>
            <a:xfrm>
              <a:off x="3763302" y="486720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3E6F">
                <a:alpha val="100000"/>
              </a:srgbClr>
            </a:solidFill>
            <a:ln w="5420" cap="flat">
              <a:solidFill>
                <a:srgbClr val="3B3E6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72" name="pg3072"/>
            <p:cNvSpPr/>
            <p:nvPr/>
          </p:nvSpPr>
          <p:spPr>
            <a:xfrm>
              <a:off x="3774939" y="486720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3F71">
                <a:alpha val="100000"/>
              </a:srgbClr>
            </a:solidFill>
            <a:ln w="5420" cap="flat">
              <a:solidFill>
                <a:srgbClr val="3B3F7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73" name="pg3073"/>
            <p:cNvSpPr/>
            <p:nvPr/>
          </p:nvSpPr>
          <p:spPr>
            <a:xfrm>
              <a:off x="3786576" y="486720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3F72">
                <a:alpha val="100000"/>
              </a:srgbClr>
            </a:solidFill>
            <a:ln w="5420" cap="flat">
              <a:solidFill>
                <a:srgbClr val="3B3F7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74" name="pg3074"/>
            <p:cNvSpPr/>
            <p:nvPr/>
          </p:nvSpPr>
          <p:spPr>
            <a:xfrm>
              <a:off x="4380080" y="486720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5A97">
                <a:alpha val="100000"/>
              </a:srgbClr>
            </a:solidFill>
            <a:ln w="5420" cap="flat">
              <a:solidFill>
                <a:srgbClr val="3A5A9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75" name="pg3075"/>
            <p:cNvSpPr/>
            <p:nvPr/>
          </p:nvSpPr>
          <p:spPr>
            <a:xfrm>
              <a:off x="4391718" y="486720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5B99">
                <a:alpha val="100000"/>
              </a:srgbClr>
            </a:solidFill>
            <a:ln w="5420" cap="flat">
              <a:solidFill>
                <a:srgbClr val="3A5B9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76" name="pg3076"/>
            <p:cNvSpPr/>
            <p:nvPr/>
          </p:nvSpPr>
          <p:spPr>
            <a:xfrm>
              <a:off x="4403355" y="486720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5E9C">
                <a:alpha val="100000"/>
              </a:srgbClr>
            </a:solidFill>
            <a:ln w="5420" cap="flat">
              <a:solidFill>
                <a:srgbClr val="395E9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77" name="pg3077"/>
            <p:cNvSpPr/>
            <p:nvPr/>
          </p:nvSpPr>
          <p:spPr>
            <a:xfrm>
              <a:off x="4414992" y="486720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609D">
                <a:alpha val="100000"/>
              </a:srgbClr>
            </a:solidFill>
            <a:ln w="5420" cap="flat">
              <a:solidFill>
                <a:srgbClr val="3960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78" name="pg3078"/>
            <p:cNvSpPr/>
            <p:nvPr/>
          </p:nvSpPr>
          <p:spPr>
            <a:xfrm>
              <a:off x="4426630" y="486720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19D">
                <a:alpha val="100000"/>
              </a:srgbClr>
            </a:solidFill>
            <a:ln w="5420" cap="flat">
              <a:solidFill>
                <a:srgbClr val="3A61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79" name="pg3079"/>
            <p:cNvSpPr/>
            <p:nvPr/>
          </p:nvSpPr>
          <p:spPr>
            <a:xfrm>
              <a:off x="4438267" y="486720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39D">
                <a:alpha val="100000"/>
              </a:srgbClr>
            </a:solidFill>
            <a:ln w="5420" cap="flat">
              <a:solidFill>
                <a:srgbClr val="3A63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80" name="pg3080"/>
            <p:cNvSpPr/>
            <p:nvPr/>
          </p:nvSpPr>
          <p:spPr>
            <a:xfrm>
              <a:off x="4449904" y="486720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49E">
                <a:alpha val="100000"/>
              </a:srgbClr>
            </a:solidFill>
            <a:ln w="5420" cap="flat">
              <a:solidFill>
                <a:srgbClr val="3A64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81" name="pg3081"/>
            <p:cNvSpPr/>
            <p:nvPr/>
          </p:nvSpPr>
          <p:spPr>
            <a:xfrm>
              <a:off x="4601190" y="486720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FA0">
                <a:alpha val="100000"/>
              </a:srgbClr>
            </a:solidFill>
            <a:ln w="5420" cap="flat">
              <a:solidFill>
                <a:srgbClr val="3A6FA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82" name="pg3082"/>
            <p:cNvSpPr/>
            <p:nvPr/>
          </p:nvSpPr>
          <p:spPr>
            <a:xfrm>
              <a:off x="4612827" y="486720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FA0">
                <a:alpha val="100000"/>
              </a:srgbClr>
            </a:solidFill>
            <a:ln w="5420" cap="flat">
              <a:solidFill>
                <a:srgbClr val="3A6FA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83" name="pg3083"/>
            <p:cNvSpPr/>
            <p:nvPr/>
          </p:nvSpPr>
          <p:spPr>
            <a:xfrm>
              <a:off x="4624464" y="486720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6FA0">
                <a:alpha val="100000"/>
              </a:srgbClr>
            </a:solidFill>
            <a:ln w="5420" cap="flat">
              <a:solidFill>
                <a:srgbClr val="3B6FA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84" name="pg3084"/>
            <p:cNvSpPr/>
            <p:nvPr/>
          </p:nvSpPr>
          <p:spPr>
            <a:xfrm>
              <a:off x="4636101" y="486720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70A0">
                <a:alpha val="100000"/>
              </a:srgbClr>
            </a:solidFill>
            <a:ln w="5420" cap="flat">
              <a:solidFill>
                <a:srgbClr val="3B70A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85" name="pg3085"/>
            <p:cNvSpPr/>
            <p:nvPr/>
          </p:nvSpPr>
          <p:spPr>
            <a:xfrm>
              <a:off x="4647739" y="486720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70A1">
                <a:alpha val="100000"/>
              </a:srgbClr>
            </a:solidFill>
            <a:ln w="5420" cap="flat">
              <a:solidFill>
                <a:srgbClr val="3B70A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86" name="pg3086"/>
            <p:cNvSpPr/>
            <p:nvPr/>
          </p:nvSpPr>
          <p:spPr>
            <a:xfrm>
              <a:off x="3065062" y="488150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174">
                <a:alpha val="100000"/>
              </a:srgbClr>
            </a:solidFill>
            <a:ln w="5420" cap="flat">
              <a:solidFill>
                <a:srgbClr val="3C417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87" name="pg3087"/>
            <p:cNvSpPr/>
            <p:nvPr/>
          </p:nvSpPr>
          <p:spPr>
            <a:xfrm>
              <a:off x="3076699" y="488150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478">
                <a:alpha val="100000"/>
              </a:srgbClr>
            </a:solidFill>
            <a:ln w="5420" cap="flat">
              <a:solidFill>
                <a:srgbClr val="3C447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88" name="pg3088"/>
            <p:cNvSpPr/>
            <p:nvPr/>
          </p:nvSpPr>
          <p:spPr>
            <a:xfrm>
              <a:off x="3088337" y="488150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67C">
                <a:alpha val="100000"/>
              </a:srgbClr>
            </a:solidFill>
            <a:ln w="5420" cap="flat">
              <a:solidFill>
                <a:srgbClr val="3C467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89" name="pg3089"/>
            <p:cNvSpPr/>
            <p:nvPr/>
          </p:nvSpPr>
          <p:spPr>
            <a:xfrm>
              <a:off x="3099974" y="488150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97F">
                <a:alpha val="100000"/>
              </a:srgbClr>
            </a:solidFill>
            <a:ln w="5420" cap="flat">
              <a:solidFill>
                <a:srgbClr val="3C497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90" name="pg3090"/>
            <p:cNvSpPr/>
            <p:nvPr/>
          </p:nvSpPr>
          <p:spPr>
            <a:xfrm>
              <a:off x="3111611" y="488150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D85">
                <a:alpha val="100000"/>
              </a:srgbClr>
            </a:solidFill>
            <a:ln w="5420" cap="flat">
              <a:solidFill>
                <a:srgbClr val="3C4D8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91" name="pg3091"/>
            <p:cNvSpPr/>
            <p:nvPr/>
          </p:nvSpPr>
          <p:spPr>
            <a:xfrm>
              <a:off x="3123249" y="488150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4E87">
                <a:alpha val="100000"/>
              </a:srgbClr>
            </a:solidFill>
            <a:ln w="5420" cap="flat">
              <a:solidFill>
                <a:srgbClr val="3B4E8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92" name="pg3092"/>
            <p:cNvSpPr/>
            <p:nvPr/>
          </p:nvSpPr>
          <p:spPr>
            <a:xfrm>
              <a:off x="3134886" y="488150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4F88">
                <a:alpha val="100000"/>
              </a:srgbClr>
            </a:solidFill>
            <a:ln w="5420" cap="flat">
              <a:solidFill>
                <a:srgbClr val="3B4F8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93" name="pg3093"/>
            <p:cNvSpPr/>
            <p:nvPr/>
          </p:nvSpPr>
          <p:spPr>
            <a:xfrm>
              <a:off x="3542193" y="488150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3868">
                <a:alpha val="100000"/>
              </a:srgbClr>
            </a:solidFill>
            <a:ln w="5420" cap="flat">
              <a:solidFill>
                <a:srgbClr val="3B386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94" name="pg3094"/>
            <p:cNvSpPr/>
            <p:nvPr/>
          </p:nvSpPr>
          <p:spPr>
            <a:xfrm>
              <a:off x="3553830" y="488150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3867">
                <a:alpha val="100000"/>
              </a:srgbClr>
            </a:solidFill>
            <a:ln w="5420" cap="flat">
              <a:solidFill>
                <a:srgbClr val="3B386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95" name="pg3095"/>
            <p:cNvSpPr/>
            <p:nvPr/>
          </p:nvSpPr>
          <p:spPr>
            <a:xfrm>
              <a:off x="3565467" y="488150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3766">
                <a:alpha val="100000"/>
              </a:srgbClr>
            </a:solidFill>
            <a:ln w="5420" cap="flat">
              <a:solidFill>
                <a:srgbClr val="3B37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96" name="pg3096"/>
            <p:cNvSpPr/>
            <p:nvPr/>
          </p:nvSpPr>
          <p:spPr>
            <a:xfrm>
              <a:off x="3577105" y="488150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3766">
                <a:alpha val="100000"/>
              </a:srgbClr>
            </a:solidFill>
            <a:ln w="5420" cap="flat">
              <a:solidFill>
                <a:srgbClr val="3B37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97" name="pg3097"/>
            <p:cNvSpPr/>
            <p:nvPr/>
          </p:nvSpPr>
          <p:spPr>
            <a:xfrm>
              <a:off x="3588742" y="488150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3867">
                <a:alpha val="100000"/>
              </a:srgbClr>
            </a:solidFill>
            <a:ln w="5420" cap="flat">
              <a:solidFill>
                <a:srgbClr val="3B386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98" name="pg3098"/>
            <p:cNvSpPr/>
            <p:nvPr/>
          </p:nvSpPr>
          <p:spPr>
            <a:xfrm>
              <a:off x="3600379" y="488150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3867">
                <a:alpha val="100000"/>
              </a:srgbClr>
            </a:solidFill>
            <a:ln w="5420" cap="flat">
              <a:solidFill>
                <a:srgbClr val="3B386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99" name="pg3099"/>
            <p:cNvSpPr/>
            <p:nvPr/>
          </p:nvSpPr>
          <p:spPr>
            <a:xfrm>
              <a:off x="3612016" y="488150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3868">
                <a:alpha val="100000"/>
              </a:srgbClr>
            </a:solidFill>
            <a:ln w="5420" cap="flat">
              <a:solidFill>
                <a:srgbClr val="3B386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00" name="pg3100"/>
            <p:cNvSpPr/>
            <p:nvPr/>
          </p:nvSpPr>
          <p:spPr>
            <a:xfrm>
              <a:off x="3623654" y="488150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3968">
                <a:alpha val="100000"/>
              </a:srgbClr>
            </a:solidFill>
            <a:ln w="5420" cap="flat">
              <a:solidFill>
                <a:srgbClr val="3B396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01" name="pg3101"/>
            <p:cNvSpPr/>
            <p:nvPr/>
          </p:nvSpPr>
          <p:spPr>
            <a:xfrm>
              <a:off x="3635291" y="488150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3968">
                <a:alpha val="100000"/>
              </a:srgbClr>
            </a:solidFill>
            <a:ln w="5420" cap="flat">
              <a:solidFill>
                <a:srgbClr val="3B396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02" name="pg3102"/>
            <p:cNvSpPr/>
            <p:nvPr/>
          </p:nvSpPr>
          <p:spPr>
            <a:xfrm>
              <a:off x="3646928" y="488150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3968">
                <a:alpha val="100000"/>
              </a:srgbClr>
            </a:solidFill>
            <a:ln w="5420" cap="flat">
              <a:solidFill>
                <a:srgbClr val="3B396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03" name="pg3103"/>
            <p:cNvSpPr/>
            <p:nvPr/>
          </p:nvSpPr>
          <p:spPr>
            <a:xfrm>
              <a:off x="3658566" y="488150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3968">
                <a:alpha val="100000"/>
              </a:srgbClr>
            </a:solidFill>
            <a:ln w="5420" cap="flat">
              <a:solidFill>
                <a:srgbClr val="3B396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04" name="pg3104"/>
            <p:cNvSpPr/>
            <p:nvPr/>
          </p:nvSpPr>
          <p:spPr>
            <a:xfrm>
              <a:off x="3670203" y="488150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3968">
                <a:alpha val="100000"/>
              </a:srgbClr>
            </a:solidFill>
            <a:ln w="5420" cap="flat">
              <a:solidFill>
                <a:srgbClr val="3B396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05" name="pg3105"/>
            <p:cNvSpPr/>
            <p:nvPr/>
          </p:nvSpPr>
          <p:spPr>
            <a:xfrm>
              <a:off x="3705115" y="488150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3B6B">
                <a:alpha val="100000"/>
              </a:srgbClr>
            </a:solidFill>
            <a:ln w="5420" cap="flat">
              <a:solidFill>
                <a:srgbClr val="3B3B6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06" name="pg3106"/>
            <p:cNvSpPr/>
            <p:nvPr/>
          </p:nvSpPr>
          <p:spPr>
            <a:xfrm>
              <a:off x="3716752" y="488150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3B6C">
                <a:alpha val="100000"/>
              </a:srgbClr>
            </a:solidFill>
            <a:ln w="5420" cap="flat">
              <a:solidFill>
                <a:srgbClr val="3B3B6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07" name="pg3107"/>
            <p:cNvSpPr/>
            <p:nvPr/>
          </p:nvSpPr>
          <p:spPr>
            <a:xfrm>
              <a:off x="3728390" y="488150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3C6D">
                <a:alpha val="100000"/>
              </a:srgbClr>
            </a:solidFill>
            <a:ln w="5420" cap="flat">
              <a:solidFill>
                <a:srgbClr val="3B3C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08" name="pg3108"/>
            <p:cNvSpPr/>
            <p:nvPr/>
          </p:nvSpPr>
          <p:spPr>
            <a:xfrm>
              <a:off x="3740027" y="488150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3D6E">
                <a:alpha val="100000"/>
              </a:srgbClr>
            </a:solidFill>
            <a:ln w="5420" cap="flat">
              <a:solidFill>
                <a:srgbClr val="3B3D6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09" name="pg3109"/>
            <p:cNvSpPr/>
            <p:nvPr/>
          </p:nvSpPr>
          <p:spPr>
            <a:xfrm>
              <a:off x="3751664" y="488150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3D6F">
                <a:alpha val="100000"/>
              </a:srgbClr>
            </a:solidFill>
            <a:ln w="5420" cap="flat">
              <a:solidFill>
                <a:srgbClr val="3B3D6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10" name="pg3110"/>
            <p:cNvSpPr/>
            <p:nvPr/>
          </p:nvSpPr>
          <p:spPr>
            <a:xfrm>
              <a:off x="3763302" y="488150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3E70">
                <a:alpha val="100000"/>
              </a:srgbClr>
            </a:solidFill>
            <a:ln w="5420" cap="flat">
              <a:solidFill>
                <a:srgbClr val="3B3E7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11" name="pg3111"/>
            <p:cNvSpPr/>
            <p:nvPr/>
          </p:nvSpPr>
          <p:spPr>
            <a:xfrm>
              <a:off x="3774939" y="488150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3F71">
                <a:alpha val="100000"/>
              </a:srgbClr>
            </a:solidFill>
            <a:ln w="5420" cap="flat">
              <a:solidFill>
                <a:srgbClr val="3B3F7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12" name="pg3112"/>
            <p:cNvSpPr/>
            <p:nvPr/>
          </p:nvSpPr>
          <p:spPr>
            <a:xfrm>
              <a:off x="3786576" y="488150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4072">
                <a:alpha val="100000"/>
              </a:srgbClr>
            </a:solidFill>
            <a:ln w="5420" cap="flat">
              <a:solidFill>
                <a:srgbClr val="3B407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13" name="pg3113"/>
            <p:cNvSpPr/>
            <p:nvPr/>
          </p:nvSpPr>
          <p:spPr>
            <a:xfrm>
              <a:off x="4403355" y="488150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5E9C">
                <a:alpha val="100000"/>
              </a:srgbClr>
            </a:solidFill>
            <a:ln w="5420" cap="flat">
              <a:solidFill>
                <a:srgbClr val="395E9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14" name="pg3114"/>
            <p:cNvSpPr/>
            <p:nvPr/>
          </p:nvSpPr>
          <p:spPr>
            <a:xfrm>
              <a:off x="4414992" y="488150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5F9D">
                <a:alpha val="100000"/>
              </a:srgbClr>
            </a:solidFill>
            <a:ln w="5420" cap="flat">
              <a:solidFill>
                <a:srgbClr val="395F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15" name="pg3115"/>
            <p:cNvSpPr/>
            <p:nvPr/>
          </p:nvSpPr>
          <p:spPr>
            <a:xfrm>
              <a:off x="4426630" y="488150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19D">
                <a:alpha val="100000"/>
              </a:srgbClr>
            </a:solidFill>
            <a:ln w="5420" cap="flat">
              <a:solidFill>
                <a:srgbClr val="3A61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16" name="pg3116"/>
            <p:cNvSpPr/>
            <p:nvPr/>
          </p:nvSpPr>
          <p:spPr>
            <a:xfrm>
              <a:off x="4438267" y="488150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29D">
                <a:alpha val="100000"/>
              </a:srgbClr>
            </a:solidFill>
            <a:ln w="5420" cap="flat">
              <a:solidFill>
                <a:srgbClr val="3A62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17" name="pg3117"/>
            <p:cNvSpPr/>
            <p:nvPr/>
          </p:nvSpPr>
          <p:spPr>
            <a:xfrm>
              <a:off x="4449904" y="488150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39E">
                <a:alpha val="100000"/>
              </a:srgbClr>
            </a:solidFill>
            <a:ln w="5420" cap="flat">
              <a:solidFill>
                <a:srgbClr val="3A63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18" name="pg3118"/>
            <p:cNvSpPr/>
            <p:nvPr/>
          </p:nvSpPr>
          <p:spPr>
            <a:xfrm>
              <a:off x="4461542" y="488150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59E">
                <a:alpha val="100000"/>
              </a:srgbClr>
            </a:solidFill>
            <a:ln w="5420" cap="flat">
              <a:solidFill>
                <a:srgbClr val="3A65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19" name="pg3119"/>
            <p:cNvSpPr/>
            <p:nvPr/>
          </p:nvSpPr>
          <p:spPr>
            <a:xfrm>
              <a:off x="4601190" y="488150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EA0">
                <a:alpha val="100000"/>
              </a:srgbClr>
            </a:solidFill>
            <a:ln w="5420" cap="flat">
              <a:solidFill>
                <a:srgbClr val="3A6EA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20" name="pg3120"/>
            <p:cNvSpPr/>
            <p:nvPr/>
          </p:nvSpPr>
          <p:spPr>
            <a:xfrm>
              <a:off x="4612827" y="488150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FA0">
                <a:alpha val="100000"/>
              </a:srgbClr>
            </a:solidFill>
            <a:ln w="5420" cap="flat">
              <a:solidFill>
                <a:srgbClr val="3A6FA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21" name="pg3121"/>
            <p:cNvSpPr/>
            <p:nvPr/>
          </p:nvSpPr>
          <p:spPr>
            <a:xfrm>
              <a:off x="4624464" y="488150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FA0">
                <a:alpha val="100000"/>
              </a:srgbClr>
            </a:solidFill>
            <a:ln w="5420" cap="flat">
              <a:solidFill>
                <a:srgbClr val="3A6FA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22" name="pg3122"/>
            <p:cNvSpPr/>
            <p:nvPr/>
          </p:nvSpPr>
          <p:spPr>
            <a:xfrm>
              <a:off x="4636101" y="488150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70A0">
                <a:alpha val="100000"/>
              </a:srgbClr>
            </a:solidFill>
            <a:ln w="5420" cap="flat">
              <a:solidFill>
                <a:srgbClr val="3B70A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23" name="pg3123"/>
            <p:cNvSpPr/>
            <p:nvPr/>
          </p:nvSpPr>
          <p:spPr>
            <a:xfrm>
              <a:off x="4647739" y="488150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70A0">
                <a:alpha val="100000"/>
              </a:srgbClr>
            </a:solidFill>
            <a:ln w="5420" cap="flat">
              <a:solidFill>
                <a:srgbClr val="3B70A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24" name="pg3124"/>
            <p:cNvSpPr/>
            <p:nvPr/>
          </p:nvSpPr>
          <p:spPr>
            <a:xfrm>
              <a:off x="4659376" y="488150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70A1">
                <a:alpha val="100000"/>
              </a:srgbClr>
            </a:solidFill>
            <a:ln w="5420" cap="flat">
              <a:solidFill>
                <a:srgbClr val="3B70A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25" name="pg3125"/>
            <p:cNvSpPr/>
            <p:nvPr/>
          </p:nvSpPr>
          <p:spPr>
            <a:xfrm>
              <a:off x="2948689" y="489580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3969">
                <a:alpha val="100000"/>
              </a:srgbClr>
            </a:solidFill>
            <a:ln w="5420" cap="flat">
              <a:solidFill>
                <a:srgbClr val="3B396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26" name="pg3126"/>
            <p:cNvSpPr/>
            <p:nvPr/>
          </p:nvSpPr>
          <p:spPr>
            <a:xfrm>
              <a:off x="2960326" y="489580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3968">
                <a:alpha val="100000"/>
              </a:srgbClr>
            </a:solidFill>
            <a:ln w="5420" cap="flat">
              <a:solidFill>
                <a:srgbClr val="3B396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27" name="pg3127"/>
            <p:cNvSpPr/>
            <p:nvPr/>
          </p:nvSpPr>
          <p:spPr>
            <a:xfrm>
              <a:off x="2971963" y="489580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3867">
                <a:alpha val="100000"/>
              </a:srgbClr>
            </a:solidFill>
            <a:ln w="5420" cap="flat">
              <a:solidFill>
                <a:srgbClr val="3B386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28" name="pg3128"/>
            <p:cNvSpPr/>
            <p:nvPr/>
          </p:nvSpPr>
          <p:spPr>
            <a:xfrm>
              <a:off x="2983601" y="489580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3767">
                <a:alpha val="100000"/>
              </a:srgbClr>
            </a:solidFill>
            <a:ln w="5420" cap="flat">
              <a:solidFill>
                <a:srgbClr val="3B376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29" name="pg3129"/>
            <p:cNvSpPr/>
            <p:nvPr/>
          </p:nvSpPr>
          <p:spPr>
            <a:xfrm>
              <a:off x="2995238" y="489580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3665">
                <a:alpha val="100000"/>
              </a:srgbClr>
            </a:solidFill>
            <a:ln w="5420" cap="flat">
              <a:solidFill>
                <a:srgbClr val="3A366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30" name="pg3130"/>
            <p:cNvSpPr/>
            <p:nvPr/>
          </p:nvSpPr>
          <p:spPr>
            <a:xfrm>
              <a:off x="3006875" y="489580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3665">
                <a:alpha val="100000"/>
              </a:srgbClr>
            </a:solidFill>
            <a:ln w="5420" cap="flat">
              <a:solidFill>
                <a:srgbClr val="3A366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31" name="pg3131"/>
            <p:cNvSpPr/>
            <p:nvPr/>
          </p:nvSpPr>
          <p:spPr>
            <a:xfrm>
              <a:off x="3041787" y="489580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3A6B">
                <a:alpha val="100000"/>
              </a:srgbClr>
            </a:solidFill>
            <a:ln w="5420" cap="flat">
              <a:solidFill>
                <a:srgbClr val="3B3A6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32" name="pg3132"/>
            <p:cNvSpPr/>
            <p:nvPr/>
          </p:nvSpPr>
          <p:spPr>
            <a:xfrm>
              <a:off x="3053425" y="489580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3C6E">
                <a:alpha val="100000"/>
              </a:srgbClr>
            </a:solidFill>
            <a:ln w="5420" cap="flat">
              <a:solidFill>
                <a:srgbClr val="3B3C6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33" name="pg3133"/>
            <p:cNvSpPr/>
            <p:nvPr/>
          </p:nvSpPr>
          <p:spPr>
            <a:xfrm>
              <a:off x="3065062" y="489580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3F71">
                <a:alpha val="100000"/>
              </a:srgbClr>
            </a:solidFill>
            <a:ln w="5420" cap="flat">
              <a:solidFill>
                <a:srgbClr val="3B3F7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34" name="pg3134"/>
            <p:cNvSpPr/>
            <p:nvPr/>
          </p:nvSpPr>
          <p:spPr>
            <a:xfrm>
              <a:off x="3076699" y="489580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175">
                <a:alpha val="100000"/>
              </a:srgbClr>
            </a:solidFill>
            <a:ln w="5420" cap="flat">
              <a:solidFill>
                <a:srgbClr val="3C417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35" name="pg3135"/>
            <p:cNvSpPr/>
            <p:nvPr/>
          </p:nvSpPr>
          <p:spPr>
            <a:xfrm>
              <a:off x="3088337" y="489580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478">
                <a:alpha val="100000"/>
              </a:srgbClr>
            </a:solidFill>
            <a:ln w="5420" cap="flat">
              <a:solidFill>
                <a:srgbClr val="3C447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36" name="pg3136"/>
            <p:cNvSpPr/>
            <p:nvPr/>
          </p:nvSpPr>
          <p:spPr>
            <a:xfrm>
              <a:off x="3099974" y="489580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67C">
                <a:alpha val="100000"/>
              </a:srgbClr>
            </a:solidFill>
            <a:ln w="5420" cap="flat">
              <a:solidFill>
                <a:srgbClr val="3C467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37" name="pg3137"/>
            <p:cNvSpPr/>
            <p:nvPr/>
          </p:nvSpPr>
          <p:spPr>
            <a:xfrm>
              <a:off x="3111611" y="489580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A81">
                <a:alpha val="100000"/>
              </a:srgbClr>
            </a:solidFill>
            <a:ln w="5420" cap="flat">
              <a:solidFill>
                <a:srgbClr val="3C4A8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38" name="pg3138"/>
            <p:cNvSpPr/>
            <p:nvPr/>
          </p:nvSpPr>
          <p:spPr>
            <a:xfrm>
              <a:off x="3123249" y="489580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B83">
                <a:alpha val="100000"/>
              </a:srgbClr>
            </a:solidFill>
            <a:ln w="5420" cap="flat">
              <a:solidFill>
                <a:srgbClr val="3C4B8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39" name="pg3139"/>
            <p:cNvSpPr/>
            <p:nvPr/>
          </p:nvSpPr>
          <p:spPr>
            <a:xfrm>
              <a:off x="3635291" y="489580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3969">
                <a:alpha val="100000"/>
              </a:srgbClr>
            </a:solidFill>
            <a:ln w="5420" cap="flat">
              <a:solidFill>
                <a:srgbClr val="3B396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40" name="pg3140"/>
            <p:cNvSpPr/>
            <p:nvPr/>
          </p:nvSpPr>
          <p:spPr>
            <a:xfrm>
              <a:off x="3646928" y="489580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3969">
                <a:alpha val="100000"/>
              </a:srgbClr>
            </a:solidFill>
            <a:ln w="5420" cap="flat">
              <a:solidFill>
                <a:srgbClr val="3B396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41" name="pg3141"/>
            <p:cNvSpPr/>
            <p:nvPr/>
          </p:nvSpPr>
          <p:spPr>
            <a:xfrm>
              <a:off x="3716752" y="489580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3C6D">
                <a:alpha val="100000"/>
              </a:srgbClr>
            </a:solidFill>
            <a:ln w="5420" cap="flat">
              <a:solidFill>
                <a:srgbClr val="3B3C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42" name="pg3142"/>
            <p:cNvSpPr/>
            <p:nvPr/>
          </p:nvSpPr>
          <p:spPr>
            <a:xfrm>
              <a:off x="3728390" y="489580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3C6E">
                <a:alpha val="100000"/>
              </a:srgbClr>
            </a:solidFill>
            <a:ln w="5420" cap="flat">
              <a:solidFill>
                <a:srgbClr val="3B3C6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43" name="pg3143"/>
            <p:cNvSpPr/>
            <p:nvPr/>
          </p:nvSpPr>
          <p:spPr>
            <a:xfrm>
              <a:off x="3740027" y="489580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3D6E">
                <a:alpha val="100000"/>
              </a:srgbClr>
            </a:solidFill>
            <a:ln w="5420" cap="flat">
              <a:solidFill>
                <a:srgbClr val="3B3D6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44" name="pg3144"/>
            <p:cNvSpPr/>
            <p:nvPr/>
          </p:nvSpPr>
          <p:spPr>
            <a:xfrm>
              <a:off x="3751664" y="489580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3E6F">
                <a:alpha val="100000"/>
              </a:srgbClr>
            </a:solidFill>
            <a:ln w="5420" cap="flat">
              <a:solidFill>
                <a:srgbClr val="3B3E6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45" name="pg3145"/>
            <p:cNvSpPr/>
            <p:nvPr/>
          </p:nvSpPr>
          <p:spPr>
            <a:xfrm>
              <a:off x="3763302" y="489580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3E70">
                <a:alpha val="100000"/>
              </a:srgbClr>
            </a:solidFill>
            <a:ln w="5420" cap="flat">
              <a:solidFill>
                <a:srgbClr val="3B3E7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46" name="pg3146"/>
            <p:cNvSpPr/>
            <p:nvPr/>
          </p:nvSpPr>
          <p:spPr>
            <a:xfrm>
              <a:off x="3774939" y="489580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3F71">
                <a:alpha val="100000"/>
              </a:srgbClr>
            </a:solidFill>
            <a:ln w="5420" cap="flat">
              <a:solidFill>
                <a:srgbClr val="3B3F7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47" name="pg3147"/>
            <p:cNvSpPr/>
            <p:nvPr/>
          </p:nvSpPr>
          <p:spPr>
            <a:xfrm>
              <a:off x="4414992" y="489580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5F9D">
                <a:alpha val="100000"/>
              </a:srgbClr>
            </a:solidFill>
            <a:ln w="5420" cap="flat">
              <a:solidFill>
                <a:srgbClr val="395F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48" name="pg3148"/>
            <p:cNvSpPr/>
            <p:nvPr/>
          </p:nvSpPr>
          <p:spPr>
            <a:xfrm>
              <a:off x="4426630" y="489580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619D">
                <a:alpha val="100000"/>
              </a:srgbClr>
            </a:solidFill>
            <a:ln w="5420" cap="flat">
              <a:solidFill>
                <a:srgbClr val="3961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49" name="pg3149"/>
            <p:cNvSpPr/>
            <p:nvPr/>
          </p:nvSpPr>
          <p:spPr>
            <a:xfrm>
              <a:off x="4438267" y="489580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29D">
                <a:alpha val="100000"/>
              </a:srgbClr>
            </a:solidFill>
            <a:ln w="5420" cap="flat">
              <a:solidFill>
                <a:srgbClr val="3A62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50" name="pg3150"/>
            <p:cNvSpPr/>
            <p:nvPr/>
          </p:nvSpPr>
          <p:spPr>
            <a:xfrm>
              <a:off x="4449904" y="489580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39D">
                <a:alpha val="100000"/>
              </a:srgbClr>
            </a:solidFill>
            <a:ln w="5420" cap="flat">
              <a:solidFill>
                <a:srgbClr val="3A63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51" name="pg3151"/>
            <p:cNvSpPr/>
            <p:nvPr/>
          </p:nvSpPr>
          <p:spPr>
            <a:xfrm>
              <a:off x="4461542" y="489580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49E">
                <a:alpha val="100000"/>
              </a:srgbClr>
            </a:solidFill>
            <a:ln w="5420" cap="flat">
              <a:solidFill>
                <a:srgbClr val="3A64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52" name="pg3152"/>
            <p:cNvSpPr/>
            <p:nvPr/>
          </p:nvSpPr>
          <p:spPr>
            <a:xfrm>
              <a:off x="4612827" y="489580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EA0">
                <a:alpha val="100000"/>
              </a:srgbClr>
            </a:solidFill>
            <a:ln w="5420" cap="flat">
              <a:solidFill>
                <a:srgbClr val="3A6EA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53" name="pg3153"/>
            <p:cNvSpPr/>
            <p:nvPr/>
          </p:nvSpPr>
          <p:spPr>
            <a:xfrm>
              <a:off x="4624464" y="489580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FA0">
                <a:alpha val="100000"/>
              </a:srgbClr>
            </a:solidFill>
            <a:ln w="5420" cap="flat">
              <a:solidFill>
                <a:srgbClr val="3A6FA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54" name="pg3154"/>
            <p:cNvSpPr/>
            <p:nvPr/>
          </p:nvSpPr>
          <p:spPr>
            <a:xfrm>
              <a:off x="4636101" y="489580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FA0">
                <a:alpha val="100000"/>
              </a:srgbClr>
            </a:solidFill>
            <a:ln w="5420" cap="flat">
              <a:solidFill>
                <a:srgbClr val="3A6FA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55" name="pg3155"/>
            <p:cNvSpPr/>
            <p:nvPr/>
          </p:nvSpPr>
          <p:spPr>
            <a:xfrm>
              <a:off x="4647739" y="489580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70A0">
                <a:alpha val="100000"/>
              </a:srgbClr>
            </a:solidFill>
            <a:ln w="5420" cap="flat">
              <a:solidFill>
                <a:srgbClr val="3B70A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56" name="pg3156"/>
            <p:cNvSpPr/>
            <p:nvPr/>
          </p:nvSpPr>
          <p:spPr>
            <a:xfrm>
              <a:off x="4659376" y="489580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70A0">
                <a:alpha val="100000"/>
              </a:srgbClr>
            </a:solidFill>
            <a:ln w="5420" cap="flat">
              <a:solidFill>
                <a:srgbClr val="3B70A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57" name="pg3157"/>
            <p:cNvSpPr/>
            <p:nvPr/>
          </p:nvSpPr>
          <p:spPr>
            <a:xfrm>
              <a:off x="2937051" y="491010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3968">
                <a:alpha val="100000"/>
              </a:srgbClr>
            </a:solidFill>
            <a:ln w="5420" cap="flat">
              <a:solidFill>
                <a:srgbClr val="3B396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58" name="pg3158"/>
            <p:cNvSpPr/>
            <p:nvPr/>
          </p:nvSpPr>
          <p:spPr>
            <a:xfrm>
              <a:off x="2948689" y="491010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3868">
                <a:alpha val="100000"/>
              </a:srgbClr>
            </a:solidFill>
            <a:ln w="5420" cap="flat">
              <a:solidFill>
                <a:srgbClr val="3B386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59" name="pg3159"/>
            <p:cNvSpPr/>
            <p:nvPr/>
          </p:nvSpPr>
          <p:spPr>
            <a:xfrm>
              <a:off x="2960326" y="491010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3867">
                <a:alpha val="100000"/>
              </a:srgbClr>
            </a:solidFill>
            <a:ln w="5420" cap="flat">
              <a:solidFill>
                <a:srgbClr val="3B386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60" name="pg3160"/>
            <p:cNvSpPr/>
            <p:nvPr/>
          </p:nvSpPr>
          <p:spPr>
            <a:xfrm>
              <a:off x="2971963" y="491010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3767">
                <a:alpha val="100000"/>
              </a:srgbClr>
            </a:solidFill>
            <a:ln w="5420" cap="flat">
              <a:solidFill>
                <a:srgbClr val="3B376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61" name="pg3161"/>
            <p:cNvSpPr/>
            <p:nvPr/>
          </p:nvSpPr>
          <p:spPr>
            <a:xfrm>
              <a:off x="2983601" y="491010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3766">
                <a:alpha val="100000"/>
              </a:srgbClr>
            </a:solidFill>
            <a:ln w="5420" cap="flat">
              <a:solidFill>
                <a:srgbClr val="3B37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62" name="pg3162"/>
            <p:cNvSpPr/>
            <p:nvPr/>
          </p:nvSpPr>
          <p:spPr>
            <a:xfrm>
              <a:off x="2995238" y="491010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3664">
                <a:alpha val="100000"/>
              </a:srgbClr>
            </a:solidFill>
            <a:ln w="5420" cap="flat">
              <a:solidFill>
                <a:srgbClr val="3A366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63" name="pg3163"/>
            <p:cNvSpPr/>
            <p:nvPr/>
          </p:nvSpPr>
          <p:spPr>
            <a:xfrm>
              <a:off x="3006875" y="491010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3665">
                <a:alpha val="100000"/>
              </a:srgbClr>
            </a:solidFill>
            <a:ln w="5420" cap="flat">
              <a:solidFill>
                <a:srgbClr val="3A366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64" name="pg3164"/>
            <p:cNvSpPr/>
            <p:nvPr/>
          </p:nvSpPr>
          <p:spPr>
            <a:xfrm>
              <a:off x="3018513" y="491010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3665">
                <a:alpha val="100000"/>
              </a:srgbClr>
            </a:solidFill>
            <a:ln w="5420" cap="flat">
              <a:solidFill>
                <a:srgbClr val="3A366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65" name="pg3165"/>
            <p:cNvSpPr/>
            <p:nvPr/>
          </p:nvSpPr>
          <p:spPr>
            <a:xfrm>
              <a:off x="3030150" y="491010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3867">
                <a:alpha val="100000"/>
              </a:srgbClr>
            </a:solidFill>
            <a:ln w="5420" cap="flat">
              <a:solidFill>
                <a:srgbClr val="3B386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66" name="pg3166"/>
            <p:cNvSpPr/>
            <p:nvPr/>
          </p:nvSpPr>
          <p:spPr>
            <a:xfrm>
              <a:off x="3041787" y="491010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3969">
                <a:alpha val="100000"/>
              </a:srgbClr>
            </a:solidFill>
            <a:ln w="5420" cap="flat">
              <a:solidFill>
                <a:srgbClr val="3B396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67" name="pg3167"/>
            <p:cNvSpPr/>
            <p:nvPr/>
          </p:nvSpPr>
          <p:spPr>
            <a:xfrm>
              <a:off x="3053425" y="491010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3B6C">
                <a:alpha val="100000"/>
              </a:srgbClr>
            </a:solidFill>
            <a:ln w="5420" cap="flat">
              <a:solidFill>
                <a:srgbClr val="3B3B6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68" name="pg3168"/>
            <p:cNvSpPr/>
            <p:nvPr/>
          </p:nvSpPr>
          <p:spPr>
            <a:xfrm>
              <a:off x="3065062" y="491010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3D6F">
                <a:alpha val="100000"/>
              </a:srgbClr>
            </a:solidFill>
            <a:ln w="5420" cap="flat">
              <a:solidFill>
                <a:srgbClr val="3B3D6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69" name="pg3169"/>
            <p:cNvSpPr/>
            <p:nvPr/>
          </p:nvSpPr>
          <p:spPr>
            <a:xfrm>
              <a:off x="3076699" y="491010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4072">
                <a:alpha val="100000"/>
              </a:srgbClr>
            </a:solidFill>
            <a:ln w="5420" cap="flat">
              <a:solidFill>
                <a:srgbClr val="3B407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70" name="pg3170"/>
            <p:cNvSpPr/>
            <p:nvPr/>
          </p:nvSpPr>
          <p:spPr>
            <a:xfrm>
              <a:off x="3088337" y="491010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276">
                <a:alpha val="100000"/>
              </a:srgbClr>
            </a:solidFill>
            <a:ln w="5420" cap="flat">
              <a:solidFill>
                <a:srgbClr val="3C427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71" name="pg3171"/>
            <p:cNvSpPr/>
            <p:nvPr/>
          </p:nvSpPr>
          <p:spPr>
            <a:xfrm>
              <a:off x="3099974" y="491010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479">
                <a:alpha val="100000"/>
              </a:srgbClr>
            </a:solidFill>
            <a:ln w="5420" cap="flat">
              <a:solidFill>
                <a:srgbClr val="3C447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72" name="pg3172"/>
            <p:cNvSpPr/>
            <p:nvPr/>
          </p:nvSpPr>
          <p:spPr>
            <a:xfrm>
              <a:off x="3111611" y="491010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87E">
                <a:alpha val="100000"/>
              </a:srgbClr>
            </a:solidFill>
            <a:ln w="5420" cap="flat">
              <a:solidFill>
                <a:srgbClr val="3C487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73" name="pg3173"/>
            <p:cNvSpPr/>
            <p:nvPr/>
          </p:nvSpPr>
          <p:spPr>
            <a:xfrm>
              <a:off x="3716752" y="491010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3C6D">
                <a:alpha val="100000"/>
              </a:srgbClr>
            </a:solidFill>
            <a:ln w="5420" cap="flat">
              <a:solidFill>
                <a:srgbClr val="3B3C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74" name="pg3174"/>
            <p:cNvSpPr/>
            <p:nvPr/>
          </p:nvSpPr>
          <p:spPr>
            <a:xfrm>
              <a:off x="3728390" y="491010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3D6E">
                <a:alpha val="100000"/>
              </a:srgbClr>
            </a:solidFill>
            <a:ln w="5420" cap="flat">
              <a:solidFill>
                <a:srgbClr val="3B3D6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75" name="pg3175"/>
            <p:cNvSpPr/>
            <p:nvPr/>
          </p:nvSpPr>
          <p:spPr>
            <a:xfrm>
              <a:off x="3740027" y="491010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3D6F">
                <a:alpha val="100000"/>
              </a:srgbClr>
            </a:solidFill>
            <a:ln w="5420" cap="flat">
              <a:solidFill>
                <a:srgbClr val="3B3D6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76" name="pg3176"/>
            <p:cNvSpPr/>
            <p:nvPr/>
          </p:nvSpPr>
          <p:spPr>
            <a:xfrm>
              <a:off x="3751664" y="491010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3E70">
                <a:alpha val="100000"/>
              </a:srgbClr>
            </a:solidFill>
            <a:ln w="5420" cap="flat">
              <a:solidFill>
                <a:srgbClr val="3B3E7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77" name="pg3177"/>
            <p:cNvSpPr/>
            <p:nvPr/>
          </p:nvSpPr>
          <p:spPr>
            <a:xfrm>
              <a:off x="4414992" y="491010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5F9C">
                <a:alpha val="100000"/>
              </a:srgbClr>
            </a:solidFill>
            <a:ln w="5420" cap="flat">
              <a:solidFill>
                <a:srgbClr val="395F9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78" name="pg3178"/>
            <p:cNvSpPr/>
            <p:nvPr/>
          </p:nvSpPr>
          <p:spPr>
            <a:xfrm>
              <a:off x="4426630" y="491010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609D">
                <a:alpha val="100000"/>
              </a:srgbClr>
            </a:solidFill>
            <a:ln w="5420" cap="flat">
              <a:solidFill>
                <a:srgbClr val="3960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79" name="pg3179"/>
            <p:cNvSpPr/>
            <p:nvPr/>
          </p:nvSpPr>
          <p:spPr>
            <a:xfrm>
              <a:off x="4438267" y="491010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29D">
                <a:alpha val="100000"/>
              </a:srgbClr>
            </a:solidFill>
            <a:ln w="5420" cap="flat">
              <a:solidFill>
                <a:srgbClr val="3A62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80" name="pg3180"/>
            <p:cNvSpPr/>
            <p:nvPr/>
          </p:nvSpPr>
          <p:spPr>
            <a:xfrm>
              <a:off x="4449904" y="491010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39D">
                <a:alpha val="100000"/>
              </a:srgbClr>
            </a:solidFill>
            <a:ln w="5420" cap="flat">
              <a:solidFill>
                <a:srgbClr val="3A63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81" name="pg3181"/>
            <p:cNvSpPr/>
            <p:nvPr/>
          </p:nvSpPr>
          <p:spPr>
            <a:xfrm>
              <a:off x="4461542" y="491010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49E">
                <a:alpha val="100000"/>
              </a:srgbClr>
            </a:solidFill>
            <a:ln w="5420" cap="flat">
              <a:solidFill>
                <a:srgbClr val="3A64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82" name="pg3182"/>
            <p:cNvSpPr/>
            <p:nvPr/>
          </p:nvSpPr>
          <p:spPr>
            <a:xfrm>
              <a:off x="4612827" y="491010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EA0">
                <a:alpha val="100000"/>
              </a:srgbClr>
            </a:solidFill>
            <a:ln w="5420" cap="flat">
              <a:solidFill>
                <a:srgbClr val="3A6EA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83" name="pg3183"/>
            <p:cNvSpPr/>
            <p:nvPr/>
          </p:nvSpPr>
          <p:spPr>
            <a:xfrm>
              <a:off x="4624464" y="491010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EA0">
                <a:alpha val="100000"/>
              </a:srgbClr>
            </a:solidFill>
            <a:ln w="5420" cap="flat">
              <a:solidFill>
                <a:srgbClr val="3A6EA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84" name="pg3184"/>
            <p:cNvSpPr/>
            <p:nvPr/>
          </p:nvSpPr>
          <p:spPr>
            <a:xfrm>
              <a:off x="4636101" y="491010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FA0">
                <a:alpha val="100000"/>
              </a:srgbClr>
            </a:solidFill>
            <a:ln w="5420" cap="flat">
              <a:solidFill>
                <a:srgbClr val="3A6FA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85" name="pg3185"/>
            <p:cNvSpPr/>
            <p:nvPr/>
          </p:nvSpPr>
          <p:spPr>
            <a:xfrm>
              <a:off x="4647739" y="491010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FA0">
                <a:alpha val="100000"/>
              </a:srgbClr>
            </a:solidFill>
            <a:ln w="5420" cap="flat">
              <a:solidFill>
                <a:srgbClr val="3A6FA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86" name="pg3186"/>
            <p:cNvSpPr/>
            <p:nvPr/>
          </p:nvSpPr>
          <p:spPr>
            <a:xfrm>
              <a:off x="4659376" y="491010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70A0">
                <a:alpha val="100000"/>
              </a:srgbClr>
            </a:solidFill>
            <a:ln w="5420" cap="flat">
              <a:solidFill>
                <a:srgbClr val="3B70A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87" name="pg3187"/>
            <p:cNvSpPr/>
            <p:nvPr/>
          </p:nvSpPr>
          <p:spPr>
            <a:xfrm>
              <a:off x="4671013" y="491010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70A0">
                <a:alpha val="100000"/>
              </a:srgbClr>
            </a:solidFill>
            <a:ln w="5420" cap="flat">
              <a:solidFill>
                <a:srgbClr val="3B70A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88" name="pg3188"/>
            <p:cNvSpPr/>
            <p:nvPr/>
          </p:nvSpPr>
          <p:spPr>
            <a:xfrm>
              <a:off x="2937051" y="492440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3868">
                <a:alpha val="100000"/>
              </a:srgbClr>
            </a:solidFill>
            <a:ln w="5420" cap="flat">
              <a:solidFill>
                <a:srgbClr val="3B386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89" name="pg3189"/>
            <p:cNvSpPr/>
            <p:nvPr/>
          </p:nvSpPr>
          <p:spPr>
            <a:xfrm>
              <a:off x="2948689" y="492440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3868">
                <a:alpha val="100000"/>
              </a:srgbClr>
            </a:solidFill>
            <a:ln w="5420" cap="flat">
              <a:solidFill>
                <a:srgbClr val="3B386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90" name="pg3190"/>
            <p:cNvSpPr/>
            <p:nvPr/>
          </p:nvSpPr>
          <p:spPr>
            <a:xfrm>
              <a:off x="2960326" y="492440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3867">
                <a:alpha val="100000"/>
              </a:srgbClr>
            </a:solidFill>
            <a:ln w="5420" cap="flat">
              <a:solidFill>
                <a:srgbClr val="3B386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91" name="pg3191"/>
            <p:cNvSpPr/>
            <p:nvPr/>
          </p:nvSpPr>
          <p:spPr>
            <a:xfrm>
              <a:off x="2971963" y="492440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3766">
                <a:alpha val="100000"/>
              </a:srgbClr>
            </a:solidFill>
            <a:ln w="5420" cap="flat">
              <a:solidFill>
                <a:srgbClr val="3B37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92" name="pg3192"/>
            <p:cNvSpPr/>
            <p:nvPr/>
          </p:nvSpPr>
          <p:spPr>
            <a:xfrm>
              <a:off x="2983601" y="492440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3665">
                <a:alpha val="100000"/>
              </a:srgbClr>
            </a:solidFill>
            <a:ln w="5420" cap="flat">
              <a:solidFill>
                <a:srgbClr val="3A366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93" name="pg3193"/>
            <p:cNvSpPr/>
            <p:nvPr/>
          </p:nvSpPr>
          <p:spPr>
            <a:xfrm>
              <a:off x="2995238" y="492440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3664">
                <a:alpha val="100000"/>
              </a:srgbClr>
            </a:solidFill>
            <a:ln w="5420" cap="flat">
              <a:solidFill>
                <a:srgbClr val="3A366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94" name="pg3194"/>
            <p:cNvSpPr/>
            <p:nvPr/>
          </p:nvSpPr>
          <p:spPr>
            <a:xfrm>
              <a:off x="3006875" y="492440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3664">
                <a:alpha val="100000"/>
              </a:srgbClr>
            </a:solidFill>
            <a:ln w="5420" cap="flat">
              <a:solidFill>
                <a:srgbClr val="3A366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95" name="pg3195"/>
            <p:cNvSpPr/>
            <p:nvPr/>
          </p:nvSpPr>
          <p:spPr>
            <a:xfrm>
              <a:off x="3018513" y="492440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3665">
                <a:alpha val="100000"/>
              </a:srgbClr>
            </a:solidFill>
            <a:ln w="5420" cap="flat">
              <a:solidFill>
                <a:srgbClr val="3A366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96" name="pg3196"/>
            <p:cNvSpPr/>
            <p:nvPr/>
          </p:nvSpPr>
          <p:spPr>
            <a:xfrm>
              <a:off x="3030150" y="492440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3766">
                <a:alpha val="100000"/>
              </a:srgbClr>
            </a:solidFill>
            <a:ln w="5420" cap="flat">
              <a:solidFill>
                <a:srgbClr val="3B37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97" name="pg3197"/>
            <p:cNvSpPr/>
            <p:nvPr/>
          </p:nvSpPr>
          <p:spPr>
            <a:xfrm>
              <a:off x="3041787" y="492440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3868">
                <a:alpha val="100000"/>
              </a:srgbClr>
            </a:solidFill>
            <a:ln w="5420" cap="flat">
              <a:solidFill>
                <a:srgbClr val="3B386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98" name="pg3198"/>
            <p:cNvSpPr/>
            <p:nvPr/>
          </p:nvSpPr>
          <p:spPr>
            <a:xfrm>
              <a:off x="3053425" y="492440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3A6B">
                <a:alpha val="100000"/>
              </a:srgbClr>
            </a:solidFill>
            <a:ln w="5420" cap="flat">
              <a:solidFill>
                <a:srgbClr val="3B3A6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99" name="pg3199"/>
            <p:cNvSpPr/>
            <p:nvPr/>
          </p:nvSpPr>
          <p:spPr>
            <a:xfrm>
              <a:off x="3065062" y="492440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3C6E">
                <a:alpha val="100000"/>
              </a:srgbClr>
            </a:solidFill>
            <a:ln w="5420" cap="flat">
              <a:solidFill>
                <a:srgbClr val="3B3C6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00" name="pg3200"/>
            <p:cNvSpPr/>
            <p:nvPr/>
          </p:nvSpPr>
          <p:spPr>
            <a:xfrm>
              <a:off x="3076699" y="492440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3F71">
                <a:alpha val="100000"/>
              </a:srgbClr>
            </a:solidFill>
            <a:ln w="5420" cap="flat">
              <a:solidFill>
                <a:srgbClr val="3B3F7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01" name="pg3201"/>
            <p:cNvSpPr/>
            <p:nvPr/>
          </p:nvSpPr>
          <p:spPr>
            <a:xfrm>
              <a:off x="3088337" y="492440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174">
                <a:alpha val="100000"/>
              </a:srgbClr>
            </a:solidFill>
            <a:ln w="5420" cap="flat">
              <a:solidFill>
                <a:srgbClr val="3C417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02" name="pg3202"/>
            <p:cNvSpPr/>
            <p:nvPr/>
          </p:nvSpPr>
          <p:spPr>
            <a:xfrm>
              <a:off x="3099974" y="492440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376">
                <a:alpha val="100000"/>
              </a:srgbClr>
            </a:solidFill>
            <a:ln w="5420" cap="flat">
              <a:solidFill>
                <a:srgbClr val="3C437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03" name="pg3203"/>
            <p:cNvSpPr/>
            <p:nvPr/>
          </p:nvSpPr>
          <p:spPr>
            <a:xfrm>
              <a:off x="4414992" y="492440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5F9C">
                <a:alpha val="100000"/>
              </a:srgbClr>
            </a:solidFill>
            <a:ln w="5420" cap="flat">
              <a:solidFill>
                <a:srgbClr val="395F9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04" name="pg3204"/>
            <p:cNvSpPr/>
            <p:nvPr/>
          </p:nvSpPr>
          <p:spPr>
            <a:xfrm>
              <a:off x="4426630" y="492440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609D">
                <a:alpha val="100000"/>
              </a:srgbClr>
            </a:solidFill>
            <a:ln w="5420" cap="flat">
              <a:solidFill>
                <a:srgbClr val="3960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05" name="pg3205"/>
            <p:cNvSpPr/>
            <p:nvPr/>
          </p:nvSpPr>
          <p:spPr>
            <a:xfrm>
              <a:off x="4438267" y="492440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19D">
                <a:alpha val="100000"/>
              </a:srgbClr>
            </a:solidFill>
            <a:ln w="5420" cap="flat">
              <a:solidFill>
                <a:srgbClr val="3A61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06" name="pg3206"/>
            <p:cNvSpPr/>
            <p:nvPr/>
          </p:nvSpPr>
          <p:spPr>
            <a:xfrm>
              <a:off x="4449904" y="492440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29D">
                <a:alpha val="100000"/>
              </a:srgbClr>
            </a:solidFill>
            <a:ln w="5420" cap="flat">
              <a:solidFill>
                <a:srgbClr val="3A62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07" name="pg3207"/>
            <p:cNvSpPr/>
            <p:nvPr/>
          </p:nvSpPr>
          <p:spPr>
            <a:xfrm>
              <a:off x="4461542" y="492440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49E">
                <a:alpha val="100000"/>
              </a:srgbClr>
            </a:solidFill>
            <a:ln w="5420" cap="flat">
              <a:solidFill>
                <a:srgbClr val="3A64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08" name="pg3208"/>
            <p:cNvSpPr/>
            <p:nvPr/>
          </p:nvSpPr>
          <p:spPr>
            <a:xfrm>
              <a:off x="4612827" y="492440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DA0">
                <a:alpha val="100000"/>
              </a:srgbClr>
            </a:solidFill>
            <a:ln w="5420" cap="flat">
              <a:solidFill>
                <a:srgbClr val="3A6DA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09" name="pg3209"/>
            <p:cNvSpPr/>
            <p:nvPr/>
          </p:nvSpPr>
          <p:spPr>
            <a:xfrm>
              <a:off x="4624464" y="492440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EA0">
                <a:alpha val="100000"/>
              </a:srgbClr>
            </a:solidFill>
            <a:ln w="5420" cap="flat">
              <a:solidFill>
                <a:srgbClr val="3A6EA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10" name="pg3210"/>
            <p:cNvSpPr/>
            <p:nvPr/>
          </p:nvSpPr>
          <p:spPr>
            <a:xfrm>
              <a:off x="4636101" y="492440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FA0">
                <a:alpha val="100000"/>
              </a:srgbClr>
            </a:solidFill>
            <a:ln w="5420" cap="flat">
              <a:solidFill>
                <a:srgbClr val="3A6FA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11" name="pg3211"/>
            <p:cNvSpPr/>
            <p:nvPr/>
          </p:nvSpPr>
          <p:spPr>
            <a:xfrm>
              <a:off x="4647739" y="492440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FA0">
                <a:alpha val="100000"/>
              </a:srgbClr>
            </a:solidFill>
            <a:ln w="5420" cap="flat">
              <a:solidFill>
                <a:srgbClr val="3A6FA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12" name="pg3212"/>
            <p:cNvSpPr/>
            <p:nvPr/>
          </p:nvSpPr>
          <p:spPr>
            <a:xfrm>
              <a:off x="4659376" y="492440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FA0">
                <a:alpha val="100000"/>
              </a:srgbClr>
            </a:solidFill>
            <a:ln w="5420" cap="flat">
              <a:solidFill>
                <a:srgbClr val="3A6FA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13" name="pg3213"/>
            <p:cNvSpPr/>
            <p:nvPr/>
          </p:nvSpPr>
          <p:spPr>
            <a:xfrm>
              <a:off x="4671013" y="492440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70A0">
                <a:alpha val="100000"/>
              </a:srgbClr>
            </a:solidFill>
            <a:ln w="5420" cap="flat">
              <a:solidFill>
                <a:srgbClr val="3B70A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14" name="pg3214"/>
            <p:cNvSpPr/>
            <p:nvPr/>
          </p:nvSpPr>
          <p:spPr>
            <a:xfrm>
              <a:off x="4682651" y="492440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70A0">
                <a:alpha val="100000"/>
              </a:srgbClr>
            </a:solidFill>
            <a:ln w="5420" cap="flat">
              <a:solidFill>
                <a:srgbClr val="3B70A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15" name="pg3215"/>
            <p:cNvSpPr/>
            <p:nvPr/>
          </p:nvSpPr>
          <p:spPr>
            <a:xfrm>
              <a:off x="2925414" y="493870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3867">
                <a:alpha val="100000"/>
              </a:srgbClr>
            </a:solidFill>
            <a:ln w="5420" cap="flat">
              <a:solidFill>
                <a:srgbClr val="3B386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16" name="pg3216"/>
            <p:cNvSpPr/>
            <p:nvPr/>
          </p:nvSpPr>
          <p:spPr>
            <a:xfrm>
              <a:off x="2937051" y="493870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3868">
                <a:alpha val="100000"/>
              </a:srgbClr>
            </a:solidFill>
            <a:ln w="5420" cap="flat">
              <a:solidFill>
                <a:srgbClr val="3B386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17" name="pg3217"/>
            <p:cNvSpPr/>
            <p:nvPr/>
          </p:nvSpPr>
          <p:spPr>
            <a:xfrm>
              <a:off x="2948689" y="493870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3867">
                <a:alpha val="100000"/>
              </a:srgbClr>
            </a:solidFill>
            <a:ln w="5420" cap="flat">
              <a:solidFill>
                <a:srgbClr val="3B386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18" name="pg3218"/>
            <p:cNvSpPr/>
            <p:nvPr/>
          </p:nvSpPr>
          <p:spPr>
            <a:xfrm>
              <a:off x="2960326" y="493870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3867">
                <a:alpha val="100000"/>
              </a:srgbClr>
            </a:solidFill>
            <a:ln w="5420" cap="flat">
              <a:solidFill>
                <a:srgbClr val="3B386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19" name="pg3219"/>
            <p:cNvSpPr/>
            <p:nvPr/>
          </p:nvSpPr>
          <p:spPr>
            <a:xfrm>
              <a:off x="2971963" y="493870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3766">
                <a:alpha val="100000"/>
              </a:srgbClr>
            </a:solidFill>
            <a:ln w="5420" cap="flat">
              <a:solidFill>
                <a:srgbClr val="3B37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20" name="pg3220"/>
            <p:cNvSpPr/>
            <p:nvPr/>
          </p:nvSpPr>
          <p:spPr>
            <a:xfrm>
              <a:off x="2983601" y="493870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3765">
                <a:alpha val="100000"/>
              </a:srgbClr>
            </a:solidFill>
            <a:ln w="5420" cap="flat">
              <a:solidFill>
                <a:srgbClr val="3B376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21" name="pg3221"/>
            <p:cNvSpPr/>
            <p:nvPr/>
          </p:nvSpPr>
          <p:spPr>
            <a:xfrm>
              <a:off x="2995238" y="493870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3664">
                <a:alpha val="100000"/>
              </a:srgbClr>
            </a:solidFill>
            <a:ln w="5420" cap="flat">
              <a:solidFill>
                <a:srgbClr val="3A366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22" name="pg3222"/>
            <p:cNvSpPr/>
            <p:nvPr/>
          </p:nvSpPr>
          <p:spPr>
            <a:xfrm>
              <a:off x="3006875" y="493870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3664">
                <a:alpha val="100000"/>
              </a:srgbClr>
            </a:solidFill>
            <a:ln w="5420" cap="flat">
              <a:solidFill>
                <a:srgbClr val="3A366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23" name="pg3223"/>
            <p:cNvSpPr/>
            <p:nvPr/>
          </p:nvSpPr>
          <p:spPr>
            <a:xfrm>
              <a:off x="3018513" y="493870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3665">
                <a:alpha val="100000"/>
              </a:srgbClr>
            </a:solidFill>
            <a:ln w="5420" cap="flat">
              <a:solidFill>
                <a:srgbClr val="3A366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24" name="pg3224"/>
            <p:cNvSpPr/>
            <p:nvPr/>
          </p:nvSpPr>
          <p:spPr>
            <a:xfrm>
              <a:off x="3030150" y="493870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3766">
                <a:alpha val="100000"/>
              </a:srgbClr>
            </a:solidFill>
            <a:ln w="5420" cap="flat">
              <a:solidFill>
                <a:srgbClr val="3B37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25" name="pg3225"/>
            <p:cNvSpPr/>
            <p:nvPr/>
          </p:nvSpPr>
          <p:spPr>
            <a:xfrm>
              <a:off x="3041787" y="493870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3868">
                <a:alpha val="100000"/>
              </a:srgbClr>
            </a:solidFill>
            <a:ln w="5420" cap="flat">
              <a:solidFill>
                <a:srgbClr val="3B386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26" name="pg3226"/>
            <p:cNvSpPr/>
            <p:nvPr/>
          </p:nvSpPr>
          <p:spPr>
            <a:xfrm>
              <a:off x="3053425" y="493870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3A6A">
                <a:alpha val="100000"/>
              </a:srgbClr>
            </a:solidFill>
            <a:ln w="5420" cap="flat">
              <a:solidFill>
                <a:srgbClr val="3B3A6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27" name="pg3227"/>
            <p:cNvSpPr/>
            <p:nvPr/>
          </p:nvSpPr>
          <p:spPr>
            <a:xfrm>
              <a:off x="3065062" y="493870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3C6D">
                <a:alpha val="100000"/>
              </a:srgbClr>
            </a:solidFill>
            <a:ln w="5420" cap="flat">
              <a:solidFill>
                <a:srgbClr val="3B3C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28" name="pg3228"/>
            <p:cNvSpPr/>
            <p:nvPr/>
          </p:nvSpPr>
          <p:spPr>
            <a:xfrm>
              <a:off x="3076699" y="493870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3E70">
                <a:alpha val="100000"/>
              </a:srgbClr>
            </a:solidFill>
            <a:ln w="5420" cap="flat">
              <a:solidFill>
                <a:srgbClr val="3B3E7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29" name="pg3229"/>
            <p:cNvSpPr/>
            <p:nvPr/>
          </p:nvSpPr>
          <p:spPr>
            <a:xfrm>
              <a:off x="4414992" y="493870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5F9C">
                <a:alpha val="100000"/>
              </a:srgbClr>
            </a:solidFill>
            <a:ln w="5420" cap="flat">
              <a:solidFill>
                <a:srgbClr val="395F9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30" name="pg3230"/>
            <p:cNvSpPr/>
            <p:nvPr/>
          </p:nvSpPr>
          <p:spPr>
            <a:xfrm>
              <a:off x="4426630" y="493870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609D">
                <a:alpha val="100000"/>
              </a:srgbClr>
            </a:solidFill>
            <a:ln w="5420" cap="flat">
              <a:solidFill>
                <a:srgbClr val="3960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31" name="pg3231"/>
            <p:cNvSpPr/>
            <p:nvPr/>
          </p:nvSpPr>
          <p:spPr>
            <a:xfrm>
              <a:off x="4438267" y="493870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19D">
                <a:alpha val="100000"/>
              </a:srgbClr>
            </a:solidFill>
            <a:ln w="5420" cap="flat">
              <a:solidFill>
                <a:srgbClr val="3A61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32" name="pg3232"/>
            <p:cNvSpPr/>
            <p:nvPr/>
          </p:nvSpPr>
          <p:spPr>
            <a:xfrm>
              <a:off x="4449904" y="493870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29D">
                <a:alpha val="100000"/>
              </a:srgbClr>
            </a:solidFill>
            <a:ln w="5420" cap="flat">
              <a:solidFill>
                <a:srgbClr val="3A62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33" name="pg3233"/>
            <p:cNvSpPr/>
            <p:nvPr/>
          </p:nvSpPr>
          <p:spPr>
            <a:xfrm>
              <a:off x="4461542" y="493870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39D">
                <a:alpha val="100000"/>
              </a:srgbClr>
            </a:solidFill>
            <a:ln w="5420" cap="flat">
              <a:solidFill>
                <a:srgbClr val="3A63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34" name="pg3234"/>
            <p:cNvSpPr/>
            <p:nvPr/>
          </p:nvSpPr>
          <p:spPr>
            <a:xfrm>
              <a:off x="4612827" y="493870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DA0">
                <a:alpha val="100000"/>
              </a:srgbClr>
            </a:solidFill>
            <a:ln w="5420" cap="flat">
              <a:solidFill>
                <a:srgbClr val="3A6DA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35" name="pg3235"/>
            <p:cNvSpPr/>
            <p:nvPr/>
          </p:nvSpPr>
          <p:spPr>
            <a:xfrm>
              <a:off x="4624464" y="493870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DA0">
                <a:alpha val="100000"/>
              </a:srgbClr>
            </a:solidFill>
            <a:ln w="5420" cap="flat">
              <a:solidFill>
                <a:srgbClr val="3A6DA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36" name="pg3236"/>
            <p:cNvSpPr/>
            <p:nvPr/>
          </p:nvSpPr>
          <p:spPr>
            <a:xfrm>
              <a:off x="4636101" y="493870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EA0">
                <a:alpha val="100000"/>
              </a:srgbClr>
            </a:solidFill>
            <a:ln w="5420" cap="flat">
              <a:solidFill>
                <a:srgbClr val="3A6EA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37" name="pg3237"/>
            <p:cNvSpPr/>
            <p:nvPr/>
          </p:nvSpPr>
          <p:spPr>
            <a:xfrm>
              <a:off x="4647739" y="493870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FA0">
                <a:alpha val="100000"/>
              </a:srgbClr>
            </a:solidFill>
            <a:ln w="5420" cap="flat">
              <a:solidFill>
                <a:srgbClr val="3A6FA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38" name="pg3238"/>
            <p:cNvSpPr/>
            <p:nvPr/>
          </p:nvSpPr>
          <p:spPr>
            <a:xfrm>
              <a:off x="4659376" y="493870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FA0">
                <a:alpha val="100000"/>
              </a:srgbClr>
            </a:solidFill>
            <a:ln w="5420" cap="flat">
              <a:solidFill>
                <a:srgbClr val="3A6FA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39" name="pg3239"/>
            <p:cNvSpPr/>
            <p:nvPr/>
          </p:nvSpPr>
          <p:spPr>
            <a:xfrm>
              <a:off x="4671013" y="493870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FA0">
                <a:alpha val="100000"/>
              </a:srgbClr>
            </a:solidFill>
            <a:ln w="5420" cap="flat">
              <a:solidFill>
                <a:srgbClr val="3A6FA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40" name="pg3240"/>
            <p:cNvSpPr/>
            <p:nvPr/>
          </p:nvSpPr>
          <p:spPr>
            <a:xfrm>
              <a:off x="4682651" y="493870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70A0">
                <a:alpha val="100000"/>
              </a:srgbClr>
            </a:solidFill>
            <a:ln w="5420" cap="flat">
              <a:solidFill>
                <a:srgbClr val="3B70A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41" name="pg3241"/>
            <p:cNvSpPr/>
            <p:nvPr/>
          </p:nvSpPr>
          <p:spPr>
            <a:xfrm>
              <a:off x="2925414" y="495300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3766">
                <a:alpha val="100000"/>
              </a:srgbClr>
            </a:solidFill>
            <a:ln w="5420" cap="flat">
              <a:solidFill>
                <a:srgbClr val="3B37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42" name="pg3242"/>
            <p:cNvSpPr/>
            <p:nvPr/>
          </p:nvSpPr>
          <p:spPr>
            <a:xfrm>
              <a:off x="2937051" y="495300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3767">
                <a:alpha val="100000"/>
              </a:srgbClr>
            </a:solidFill>
            <a:ln w="5420" cap="flat">
              <a:solidFill>
                <a:srgbClr val="3B376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43" name="pg3243"/>
            <p:cNvSpPr/>
            <p:nvPr/>
          </p:nvSpPr>
          <p:spPr>
            <a:xfrm>
              <a:off x="2948689" y="495300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3867">
                <a:alpha val="100000"/>
              </a:srgbClr>
            </a:solidFill>
            <a:ln w="5420" cap="flat">
              <a:solidFill>
                <a:srgbClr val="3B386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44" name="pg3244"/>
            <p:cNvSpPr/>
            <p:nvPr/>
          </p:nvSpPr>
          <p:spPr>
            <a:xfrm>
              <a:off x="2960326" y="495300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3867">
                <a:alpha val="100000"/>
              </a:srgbClr>
            </a:solidFill>
            <a:ln w="5420" cap="flat">
              <a:solidFill>
                <a:srgbClr val="3B386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45" name="pg3245"/>
            <p:cNvSpPr/>
            <p:nvPr/>
          </p:nvSpPr>
          <p:spPr>
            <a:xfrm>
              <a:off x="2971963" y="495300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3867">
                <a:alpha val="100000"/>
              </a:srgbClr>
            </a:solidFill>
            <a:ln w="5420" cap="flat">
              <a:solidFill>
                <a:srgbClr val="3B386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46" name="pg3246"/>
            <p:cNvSpPr/>
            <p:nvPr/>
          </p:nvSpPr>
          <p:spPr>
            <a:xfrm>
              <a:off x="2983601" y="495300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3767">
                <a:alpha val="100000"/>
              </a:srgbClr>
            </a:solidFill>
            <a:ln w="5420" cap="flat">
              <a:solidFill>
                <a:srgbClr val="3B376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47" name="pg3247"/>
            <p:cNvSpPr/>
            <p:nvPr/>
          </p:nvSpPr>
          <p:spPr>
            <a:xfrm>
              <a:off x="2995238" y="495300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3766">
                <a:alpha val="100000"/>
              </a:srgbClr>
            </a:solidFill>
            <a:ln w="5420" cap="flat">
              <a:solidFill>
                <a:srgbClr val="3B37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48" name="pg3248"/>
            <p:cNvSpPr/>
            <p:nvPr/>
          </p:nvSpPr>
          <p:spPr>
            <a:xfrm>
              <a:off x="3006875" y="495300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3766">
                <a:alpha val="100000"/>
              </a:srgbClr>
            </a:solidFill>
            <a:ln w="5420" cap="flat">
              <a:solidFill>
                <a:srgbClr val="3B37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49" name="pg3249"/>
            <p:cNvSpPr/>
            <p:nvPr/>
          </p:nvSpPr>
          <p:spPr>
            <a:xfrm>
              <a:off x="3018513" y="495300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3867">
                <a:alpha val="100000"/>
              </a:srgbClr>
            </a:solidFill>
            <a:ln w="5420" cap="flat">
              <a:solidFill>
                <a:srgbClr val="3B386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50" name="pg3250"/>
            <p:cNvSpPr/>
            <p:nvPr/>
          </p:nvSpPr>
          <p:spPr>
            <a:xfrm>
              <a:off x="3030150" y="495300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3868">
                <a:alpha val="100000"/>
              </a:srgbClr>
            </a:solidFill>
            <a:ln w="5420" cap="flat">
              <a:solidFill>
                <a:srgbClr val="3B386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51" name="pg3251"/>
            <p:cNvSpPr/>
            <p:nvPr/>
          </p:nvSpPr>
          <p:spPr>
            <a:xfrm>
              <a:off x="3041787" y="495300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3969">
                <a:alpha val="100000"/>
              </a:srgbClr>
            </a:solidFill>
            <a:ln w="5420" cap="flat">
              <a:solidFill>
                <a:srgbClr val="3B396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52" name="pg3252"/>
            <p:cNvSpPr/>
            <p:nvPr/>
          </p:nvSpPr>
          <p:spPr>
            <a:xfrm>
              <a:off x="3053425" y="495300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3A6B">
                <a:alpha val="100000"/>
              </a:srgbClr>
            </a:solidFill>
            <a:ln w="5420" cap="flat">
              <a:solidFill>
                <a:srgbClr val="3B3A6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53" name="pg3253"/>
            <p:cNvSpPr/>
            <p:nvPr/>
          </p:nvSpPr>
          <p:spPr>
            <a:xfrm>
              <a:off x="4414992" y="495300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5F9C">
                <a:alpha val="100000"/>
              </a:srgbClr>
            </a:solidFill>
            <a:ln w="5420" cap="flat">
              <a:solidFill>
                <a:srgbClr val="395F9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54" name="pg3254"/>
            <p:cNvSpPr/>
            <p:nvPr/>
          </p:nvSpPr>
          <p:spPr>
            <a:xfrm>
              <a:off x="4426630" y="495300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609D">
                <a:alpha val="100000"/>
              </a:srgbClr>
            </a:solidFill>
            <a:ln w="5420" cap="flat">
              <a:solidFill>
                <a:srgbClr val="3960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55" name="pg3255"/>
            <p:cNvSpPr/>
            <p:nvPr/>
          </p:nvSpPr>
          <p:spPr>
            <a:xfrm>
              <a:off x="4438267" y="495300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19D">
                <a:alpha val="100000"/>
              </a:srgbClr>
            </a:solidFill>
            <a:ln w="5420" cap="flat">
              <a:solidFill>
                <a:srgbClr val="3A61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56" name="pg3256"/>
            <p:cNvSpPr/>
            <p:nvPr/>
          </p:nvSpPr>
          <p:spPr>
            <a:xfrm>
              <a:off x="4449904" y="495300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29D">
                <a:alpha val="100000"/>
              </a:srgbClr>
            </a:solidFill>
            <a:ln w="5420" cap="flat">
              <a:solidFill>
                <a:srgbClr val="3A62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57" name="pg3257"/>
            <p:cNvSpPr/>
            <p:nvPr/>
          </p:nvSpPr>
          <p:spPr>
            <a:xfrm>
              <a:off x="4461542" y="495300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39D">
                <a:alpha val="100000"/>
              </a:srgbClr>
            </a:solidFill>
            <a:ln w="5420" cap="flat">
              <a:solidFill>
                <a:srgbClr val="3A63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58" name="pg3258"/>
            <p:cNvSpPr/>
            <p:nvPr/>
          </p:nvSpPr>
          <p:spPr>
            <a:xfrm>
              <a:off x="4624464" y="495300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DA0">
                <a:alpha val="100000"/>
              </a:srgbClr>
            </a:solidFill>
            <a:ln w="5420" cap="flat">
              <a:solidFill>
                <a:srgbClr val="3A6DA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59" name="pg3259"/>
            <p:cNvSpPr/>
            <p:nvPr/>
          </p:nvSpPr>
          <p:spPr>
            <a:xfrm>
              <a:off x="4636101" y="495300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EA0">
                <a:alpha val="100000"/>
              </a:srgbClr>
            </a:solidFill>
            <a:ln w="5420" cap="flat">
              <a:solidFill>
                <a:srgbClr val="3A6EA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60" name="pg3260"/>
            <p:cNvSpPr/>
            <p:nvPr/>
          </p:nvSpPr>
          <p:spPr>
            <a:xfrm>
              <a:off x="4647739" y="495300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EA0">
                <a:alpha val="100000"/>
              </a:srgbClr>
            </a:solidFill>
            <a:ln w="5420" cap="flat">
              <a:solidFill>
                <a:srgbClr val="3A6EA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61" name="pg3261"/>
            <p:cNvSpPr/>
            <p:nvPr/>
          </p:nvSpPr>
          <p:spPr>
            <a:xfrm>
              <a:off x="4659376" y="495300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EA0">
                <a:alpha val="100000"/>
              </a:srgbClr>
            </a:solidFill>
            <a:ln w="5420" cap="flat">
              <a:solidFill>
                <a:srgbClr val="3A6EA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62" name="pg3262"/>
            <p:cNvSpPr/>
            <p:nvPr/>
          </p:nvSpPr>
          <p:spPr>
            <a:xfrm>
              <a:off x="4671013" y="495300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FA0">
                <a:alpha val="100000"/>
              </a:srgbClr>
            </a:solidFill>
            <a:ln w="5420" cap="flat">
              <a:solidFill>
                <a:srgbClr val="3A6FA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63" name="pg3263"/>
            <p:cNvSpPr/>
            <p:nvPr/>
          </p:nvSpPr>
          <p:spPr>
            <a:xfrm>
              <a:off x="4682651" y="495300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FA0">
                <a:alpha val="100000"/>
              </a:srgbClr>
            </a:solidFill>
            <a:ln w="5420" cap="flat">
              <a:solidFill>
                <a:srgbClr val="3A6FA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64" name="pg3264"/>
            <p:cNvSpPr/>
            <p:nvPr/>
          </p:nvSpPr>
          <p:spPr>
            <a:xfrm>
              <a:off x="2890502" y="496730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3665">
                <a:alpha val="100000"/>
              </a:srgbClr>
            </a:solidFill>
            <a:ln w="5420" cap="flat">
              <a:solidFill>
                <a:srgbClr val="3A366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65" name="pg3265"/>
            <p:cNvSpPr/>
            <p:nvPr/>
          </p:nvSpPr>
          <p:spPr>
            <a:xfrm>
              <a:off x="2902139" y="496730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3665">
                <a:alpha val="100000"/>
              </a:srgbClr>
            </a:solidFill>
            <a:ln w="5420" cap="flat">
              <a:solidFill>
                <a:srgbClr val="3A366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66" name="pg3266"/>
            <p:cNvSpPr/>
            <p:nvPr/>
          </p:nvSpPr>
          <p:spPr>
            <a:xfrm>
              <a:off x="2913777" y="496730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3665">
                <a:alpha val="100000"/>
              </a:srgbClr>
            </a:solidFill>
            <a:ln w="5420" cap="flat">
              <a:solidFill>
                <a:srgbClr val="3A366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67" name="pg3267"/>
            <p:cNvSpPr/>
            <p:nvPr/>
          </p:nvSpPr>
          <p:spPr>
            <a:xfrm>
              <a:off x="2925414" y="496730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3765">
                <a:alpha val="100000"/>
              </a:srgbClr>
            </a:solidFill>
            <a:ln w="5420" cap="flat">
              <a:solidFill>
                <a:srgbClr val="3B376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68" name="pg3268"/>
            <p:cNvSpPr/>
            <p:nvPr/>
          </p:nvSpPr>
          <p:spPr>
            <a:xfrm>
              <a:off x="2937051" y="496730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3766">
                <a:alpha val="100000"/>
              </a:srgbClr>
            </a:solidFill>
            <a:ln w="5420" cap="flat">
              <a:solidFill>
                <a:srgbClr val="3B37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69" name="pg3269"/>
            <p:cNvSpPr/>
            <p:nvPr/>
          </p:nvSpPr>
          <p:spPr>
            <a:xfrm>
              <a:off x="2948689" y="496730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3767">
                <a:alpha val="100000"/>
              </a:srgbClr>
            </a:solidFill>
            <a:ln w="5420" cap="flat">
              <a:solidFill>
                <a:srgbClr val="3B376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70" name="pg3270"/>
            <p:cNvSpPr/>
            <p:nvPr/>
          </p:nvSpPr>
          <p:spPr>
            <a:xfrm>
              <a:off x="2960326" y="496730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3867">
                <a:alpha val="100000"/>
              </a:srgbClr>
            </a:solidFill>
            <a:ln w="5420" cap="flat">
              <a:solidFill>
                <a:srgbClr val="3B386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71" name="pg3271"/>
            <p:cNvSpPr/>
            <p:nvPr/>
          </p:nvSpPr>
          <p:spPr>
            <a:xfrm>
              <a:off x="2971963" y="496730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3867">
                <a:alpha val="100000"/>
              </a:srgbClr>
            </a:solidFill>
            <a:ln w="5420" cap="flat">
              <a:solidFill>
                <a:srgbClr val="3B386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72" name="pg3272"/>
            <p:cNvSpPr/>
            <p:nvPr/>
          </p:nvSpPr>
          <p:spPr>
            <a:xfrm>
              <a:off x="2983601" y="496730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3867">
                <a:alpha val="100000"/>
              </a:srgbClr>
            </a:solidFill>
            <a:ln w="5420" cap="flat">
              <a:solidFill>
                <a:srgbClr val="3B386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73" name="pg3273"/>
            <p:cNvSpPr/>
            <p:nvPr/>
          </p:nvSpPr>
          <p:spPr>
            <a:xfrm>
              <a:off x="2995238" y="496730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3867">
                <a:alpha val="100000"/>
              </a:srgbClr>
            </a:solidFill>
            <a:ln w="5420" cap="flat">
              <a:solidFill>
                <a:srgbClr val="3B386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74" name="pg3274"/>
            <p:cNvSpPr/>
            <p:nvPr/>
          </p:nvSpPr>
          <p:spPr>
            <a:xfrm>
              <a:off x="3006875" y="496730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3868">
                <a:alpha val="100000"/>
              </a:srgbClr>
            </a:solidFill>
            <a:ln w="5420" cap="flat">
              <a:solidFill>
                <a:srgbClr val="3B386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75" name="pg3275"/>
            <p:cNvSpPr/>
            <p:nvPr/>
          </p:nvSpPr>
          <p:spPr>
            <a:xfrm>
              <a:off x="3018513" y="496730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3868">
                <a:alpha val="100000"/>
              </a:srgbClr>
            </a:solidFill>
            <a:ln w="5420" cap="flat">
              <a:solidFill>
                <a:srgbClr val="3B386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76" name="pg3276"/>
            <p:cNvSpPr/>
            <p:nvPr/>
          </p:nvSpPr>
          <p:spPr>
            <a:xfrm>
              <a:off x="3030150" y="496730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3968">
                <a:alpha val="100000"/>
              </a:srgbClr>
            </a:solidFill>
            <a:ln w="5420" cap="flat">
              <a:solidFill>
                <a:srgbClr val="3B396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77" name="pg3277"/>
            <p:cNvSpPr/>
            <p:nvPr/>
          </p:nvSpPr>
          <p:spPr>
            <a:xfrm>
              <a:off x="4414992" y="496730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5F9C">
                <a:alpha val="100000"/>
              </a:srgbClr>
            </a:solidFill>
            <a:ln w="5420" cap="flat">
              <a:solidFill>
                <a:srgbClr val="395F9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78" name="pg3278"/>
            <p:cNvSpPr/>
            <p:nvPr/>
          </p:nvSpPr>
          <p:spPr>
            <a:xfrm>
              <a:off x="4426630" y="496730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609D">
                <a:alpha val="100000"/>
              </a:srgbClr>
            </a:solidFill>
            <a:ln w="5420" cap="flat">
              <a:solidFill>
                <a:srgbClr val="3960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79" name="pg3279"/>
            <p:cNvSpPr/>
            <p:nvPr/>
          </p:nvSpPr>
          <p:spPr>
            <a:xfrm>
              <a:off x="4438267" y="496730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619D">
                <a:alpha val="100000"/>
              </a:srgbClr>
            </a:solidFill>
            <a:ln w="5420" cap="flat">
              <a:solidFill>
                <a:srgbClr val="3961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80" name="pg3280"/>
            <p:cNvSpPr/>
            <p:nvPr/>
          </p:nvSpPr>
          <p:spPr>
            <a:xfrm>
              <a:off x="4449904" y="496730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29D">
                <a:alpha val="100000"/>
              </a:srgbClr>
            </a:solidFill>
            <a:ln w="5420" cap="flat">
              <a:solidFill>
                <a:srgbClr val="3A62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81" name="pg3281"/>
            <p:cNvSpPr/>
            <p:nvPr/>
          </p:nvSpPr>
          <p:spPr>
            <a:xfrm>
              <a:off x="4461542" y="496730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29D">
                <a:alpha val="100000"/>
              </a:srgbClr>
            </a:solidFill>
            <a:ln w="5420" cap="flat">
              <a:solidFill>
                <a:srgbClr val="3A62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82" name="pg3282"/>
            <p:cNvSpPr/>
            <p:nvPr/>
          </p:nvSpPr>
          <p:spPr>
            <a:xfrm>
              <a:off x="4624464" y="496730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DA0">
                <a:alpha val="100000"/>
              </a:srgbClr>
            </a:solidFill>
            <a:ln w="5420" cap="flat">
              <a:solidFill>
                <a:srgbClr val="3A6DA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83" name="pg3283"/>
            <p:cNvSpPr/>
            <p:nvPr/>
          </p:nvSpPr>
          <p:spPr>
            <a:xfrm>
              <a:off x="4636101" y="496730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DA0">
                <a:alpha val="100000"/>
              </a:srgbClr>
            </a:solidFill>
            <a:ln w="5420" cap="flat">
              <a:solidFill>
                <a:srgbClr val="3A6DA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84" name="pg3284"/>
            <p:cNvSpPr/>
            <p:nvPr/>
          </p:nvSpPr>
          <p:spPr>
            <a:xfrm>
              <a:off x="4647739" y="496730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EA0">
                <a:alpha val="100000"/>
              </a:srgbClr>
            </a:solidFill>
            <a:ln w="5420" cap="flat">
              <a:solidFill>
                <a:srgbClr val="3A6EA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85" name="pg3285"/>
            <p:cNvSpPr/>
            <p:nvPr/>
          </p:nvSpPr>
          <p:spPr>
            <a:xfrm>
              <a:off x="4659376" y="496730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EA0">
                <a:alpha val="100000"/>
              </a:srgbClr>
            </a:solidFill>
            <a:ln w="5420" cap="flat">
              <a:solidFill>
                <a:srgbClr val="3A6EA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86" name="pg3286"/>
            <p:cNvSpPr/>
            <p:nvPr/>
          </p:nvSpPr>
          <p:spPr>
            <a:xfrm>
              <a:off x="4671013" y="496730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EA0">
                <a:alpha val="100000"/>
              </a:srgbClr>
            </a:solidFill>
            <a:ln w="5420" cap="flat">
              <a:solidFill>
                <a:srgbClr val="3A6EA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87" name="pg3287"/>
            <p:cNvSpPr/>
            <p:nvPr/>
          </p:nvSpPr>
          <p:spPr>
            <a:xfrm>
              <a:off x="4682651" y="496730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FA0">
                <a:alpha val="100000"/>
              </a:srgbClr>
            </a:solidFill>
            <a:ln w="5420" cap="flat">
              <a:solidFill>
                <a:srgbClr val="3A6FA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88" name="pg3288"/>
            <p:cNvSpPr/>
            <p:nvPr/>
          </p:nvSpPr>
          <p:spPr>
            <a:xfrm>
              <a:off x="2890502" y="498160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3665">
                <a:alpha val="100000"/>
              </a:srgbClr>
            </a:solidFill>
            <a:ln w="5420" cap="flat">
              <a:solidFill>
                <a:srgbClr val="3A366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89" name="pg3289"/>
            <p:cNvSpPr/>
            <p:nvPr/>
          </p:nvSpPr>
          <p:spPr>
            <a:xfrm>
              <a:off x="2902139" y="498160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3664">
                <a:alpha val="100000"/>
              </a:srgbClr>
            </a:solidFill>
            <a:ln w="5420" cap="flat">
              <a:solidFill>
                <a:srgbClr val="3A366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90" name="pg3290"/>
            <p:cNvSpPr/>
            <p:nvPr/>
          </p:nvSpPr>
          <p:spPr>
            <a:xfrm>
              <a:off x="2913777" y="498160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3665">
                <a:alpha val="100000"/>
              </a:srgbClr>
            </a:solidFill>
            <a:ln w="5420" cap="flat">
              <a:solidFill>
                <a:srgbClr val="3A366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91" name="pg3291"/>
            <p:cNvSpPr/>
            <p:nvPr/>
          </p:nvSpPr>
          <p:spPr>
            <a:xfrm>
              <a:off x="2925414" y="498160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3665">
                <a:alpha val="100000"/>
              </a:srgbClr>
            </a:solidFill>
            <a:ln w="5420" cap="flat">
              <a:solidFill>
                <a:srgbClr val="3A366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92" name="pg3292"/>
            <p:cNvSpPr/>
            <p:nvPr/>
          </p:nvSpPr>
          <p:spPr>
            <a:xfrm>
              <a:off x="2937051" y="498160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3766">
                <a:alpha val="100000"/>
              </a:srgbClr>
            </a:solidFill>
            <a:ln w="5420" cap="flat">
              <a:solidFill>
                <a:srgbClr val="3B37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93" name="pg3293"/>
            <p:cNvSpPr/>
            <p:nvPr/>
          </p:nvSpPr>
          <p:spPr>
            <a:xfrm>
              <a:off x="2948689" y="498160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3766">
                <a:alpha val="100000"/>
              </a:srgbClr>
            </a:solidFill>
            <a:ln w="5420" cap="flat">
              <a:solidFill>
                <a:srgbClr val="3B37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94" name="pg3294"/>
            <p:cNvSpPr/>
            <p:nvPr/>
          </p:nvSpPr>
          <p:spPr>
            <a:xfrm>
              <a:off x="2960326" y="498160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3867">
                <a:alpha val="100000"/>
              </a:srgbClr>
            </a:solidFill>
            <a:ln w="5420" cap="flat">
              <a:solidFill>
                <a:srgbClr val="3B386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95" name="pg3295"/>
            <p:cNvSpPr/>
            <p:nvPr/>
          </p:nvSpPr>
          <p:spPr>
            <a:xfrm>
              <a:off x="2971963" y="498160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3867">
                <a:alpha val="100000"/>
              </a:srgbClr>
            </a:solidFill>
            <a:ln w="5420" cap="flat">
              <a:solidFill>
                <a:srgbClr val="3B386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96" name="pg3296"/>
            <p:cNvSpPr/>
            <p:nvPr/>
          </p:nvSpPr>
          <p:spPr>
            <a:xfrm>
              <a:off x="2983601" y="498160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3868">
                <a:alpha val="100000"/>
              </a:srgbClr>
            </a:solidFill>
            <a:ln w="5420" cap="flat">
              <a:solidFill>
                <a:srgbClr val="3B386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97" name="pg3297"/>
            <p:cNvSpPr/>
            <p:nvPr/>
          </p:nvSpPr>
          <p:spPr>
            <a:xfrm>
              <a:off x="4403355" y="498160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5E9C">
                <a:alpha val="100000"/>
              </a:srgbClr>
            </a:solidFill>
            <a:ln w="5420" cap="flat">
              <a:solidFill>
                <a:srgbClr val="395E9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98" name="pg3298"/>
            <p:cNvSpPr/>
            <p:nvPr/>
          </p:nvSpPr>
          <p:spPr>
            <a:xfrm>
              <a:off x="4414992" y="498160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5F9C">
                <a:alpha val="100000"/>
              </a:srgbClr>
            </a:solidFill>
            <a:ln w="5420" cap="flat">
              <a:solidFill>
                <a:srgbClr val="395F9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99" name="pg3299"/>
            <p:cNvSpPr/>
            <p:nvPr/>
          </p:nvSpPr>
          <p:spPr>
            <a:xfrm>
              <a:off x="4426630" y="498160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609D">
                <a:alpha val="100000"/>
              </a:srgbClr>
            </a:solidFill>
            <a:ln w="5420" cap="flat">
              <a:solidFill>
                <a:srgbClr val="3960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00" name="pg3300"/>
            <p:cNvSpPr/>
            <p:nvPr/>
          </p:nvSpPr>
          <p:spPr>
            <a:xfrm>
              <a:off x="4438267" y="498160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619D">
                <a:alpha val="100000"/>
              </a:srgbClr>
            </a:solidFill>
            <a:ln w="5420" cap="flat">
              <a:solidFill>
                <a:srgbClr val="3961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01" name="pg3301"/>
            <p:cNvSpPr/>
            <p:nvPr/>
          </p:nvSpPr>
          <p:spPr>
            <a:xfrm>
              <a:off x="4449904" y="498160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19D">
                <a:alpha val="100000"/>
              </a:srgbClr>
            </a:solidFill>
            <a:ln w="5420" cap="flat">
              <a:solidFill>
                <a:srgbClr val="3A61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02" name="pg3302"/>
            <p:cNvSpPr/>
            <p:nvPr/>
          </p:nvSpPr>
          <p:spPr>
            <a:xfrm>
              <a:off x="4624464" y="498160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CA0">
                <a:alpha val="100000"/>
              </a:srgbClr>
            </a:solidFill>
            <a:ln w="5420" cap="flat">
              <a:solidFill>
                <a:srgbClr val="3A6CA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03" name="pg3303"/>
            <p:cNvSpPr/>
            <p:nvPr/>
          </p:nvSpPr>
          <p:spPr>
            <a:xfrm>
              <a:off x="4636101" y="498160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DA0">
                <a:alpha val="100000"/>
              </a:srgbClr>
            </a:solidFill>
            <a:ln w="5420" cap="flat">
              <a:solidFill>
                <a:srgbClr val="3A6DA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04" name="pg3304"/>
            <p:cNvSpPr/>
            <p:nvPr/>
          </p:nvSpPr>
          <p:spPr>
            <a:xfrm>
              <a:off x="4647739" y="498160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DA0">
                <a:alpha val="100000"/>
              </a:srgbClr>
            </a:solidFill>
            <a:ln w="5420" cap="flat">
              <a:solidFill>
                <a:srgbClr val="3A6DA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05" name="pg3305"/>
            <p:cNvSpPr/>
            <p:nvPr/>
          </p:nvSpPr>
          <p:spPr>
            <a:xfrm>
              <a:off x="4659376" y="498160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EA0">
                <a:alpha val="100000"/>
              </a:srgbClr>
            </a:solidFill>
            <a:ln w="5420" cap="flat">
              <a:solidFill>
                <a:srgbClr val="3A6EA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06" name="pg3306"/>
            <p:cNvSpPr/>
            <p:nvPr/>
          </p:nvSpPr>
          <p:spPr>
            <a:xfrm>
              <a:off x="4671013" y="498160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EA0">
                <a:alpha val="100000"/>
              </a:srgbClr>
            </a:solidFill>
            <a:ln w="5420" cap="flat">
              <a:solidFill>
                <a:srgbClr val="3A6EA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07" name="pg3307"/>
            <p:cNvSpPr/>
            <p:nvPr/>
          </p:nvSpPr>
          <p:spPr>
            <a:xfrm>
              <a:off x="4682651" y="498160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EA0">
                <a:alpha val="100000"/>
              </a:srgbClr>
            </a:solidFill>
            <a:ln w="5420" cap="flat">
              <a:solidFill>
                <a:srgbClr val="3A6EA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08" name="pg3308"/>
            <p:cNvSpPr/>
            <p:nvPr/>
          </p:nvSpPr>
          <p:spPr>
            <a:xfrm>
              <a:off x="2878865" y="499590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3665">
                <a:alpha val="100000"/>
              </a:srgbClr>
            </a:solidFill>
            <a:ln w="5420" cap="flat">
              <a:solidFill>
                <a:srgbClr val="3A366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09" name="pg3309"/>
            <p:cNvSpPr/>
            <p:nvPr/>
          </p:nvSpPr>
          <p:spPr>
            <a:xfrm>
              <a:off x="2890502" y="499590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3664">
                <a:alpha val="100000"/>
              </a:srgbClr>
            </a:solidFill>
            <a:ln w="5420" cap="flat">
              <a:solidFill>
                <a:srgbClr val="3A366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10" name="pg3310"/>
            <p:cNvSpPr/>
            <p:nvPr/>
          </p:nvSpPr>
          <p:spPr>
            <a:xfrm>
              <a:off x="2902139" y="499590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3664">
                <a:alpha val="100000"/>
              </a:srgbClr>
            </a:solidFill>
            <a:ln w="5420" cap="flat">
              <a:solidFill>
                <a:srgbClr val="3A366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11" name="pg3311"/>
            <p:cNvSpPr/>
            <p:nvPr/>
          </p:nvSpPr>
          <p:spPr>
            <a:xfrm>
              <a:off x="2913777" y="499590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3664">
                <a:alpha val="100000"/>
              </a:srgbClr>
            </a:solidFill>
            <a:ln w="5420" cap="flat">
              <a:solidFill>
                <a:srgbClr val="3A366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12" name="pg3312"/>
            <p:cNvSpPr/>
            <p:nvPr/>
          </p:nvSpPr>
          <p:spPr>
            <a:xfrm>
              <a:off x="2925414" y="499590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3665">
                <a:alpha val="100000"/>
              </a:srgbClr>
            </a:solidFill>
            <a:ln w="5420" cap="flat">
              <a:solidFill>
                <a:srgbClr val="3A366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13" name="pg3313"/>
            <p:cNvSpPr/>
            <p:nvPr/>
          </p:nvSpPr>
          <p:spPr>
            <a:xfrm>
              <a:off x="2937051" y="499590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3765">
                <a:alpha val="100000"/>
              </a:srgbClr>
            </a:solidFill>
            <a:ln w="5420" cap="flat">
              <a:solidFill>
                <a:srgbClr val="3B376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14" name="pg3314"/>
            <p:cNvSpPr/>
            <p:nvPr/>
          </p:nvSpPr>
          <p:spPr>
            <a:xfrm>
              <a:off x="2948689" y="499590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3766">
                <a:alpha val="100000"/>
              </a:srgbClr>
            </a:solidFill>
            <a:ln w="5420" cap="flat">
              <a:solidFill>
                <a:srgbClr val="3B37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15" name="pg3315"/>
            <p:cNvSpPr/>
            <p:nvPr/>
          </p:nvSpPr>
          <p:spPr>
            <a:xfrm>
              <a:off x="2960326" y="499590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3867">
                <a:alpha val="100000"/>
              </a:srgbClr>
            </a:solidFill>
            <a:ln w="5420" cap="flat">
              <a:solidFill>
                <a:srgbClr val="3B386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16" name="pg3316"/>
            <p:cNvSpPr/>
            <p:nvPr/>
          </p:nvSpPr>
          <p:spPr>
            <a:xfrm>
              <a:off x="4403355" y="499590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5E9C">
                <a:alpha val="100000"/>
              </a:srgbClr>
            </a:solidFill>
            <a:ln w="5420" cap="flat">
              <a:solidFill>
                <a:srgbClr val="395E9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17" name="pg3317"/>
            <p:cNvSpPr/>
            <p:nvPr/>
          </p:nvSpPr>
          <p:spPr>
            <a:xfrm>
              <a:off x="4414992" y="499590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5F9C">
                <a:alpha val="100000"/>
              </a:srgbClr>
            </a:solidFill>
            <a:ln w="5420" cap="flat">
              <a:solidFill>
                <a:srgbClr val="395F9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18" name="pg3318"/>
            <p:cNvSpPr/>
            <p:nvPr/>
          </p:nvSpPr>
          <p:spPr>
            <a:xfrm>
              <a:off x="4426630" y="499590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609D">
                <a:alpha val="100000"/>
              </a:srgbClr>
            </a:solidFill>
            <a:ln w="5420" cap="flat">
              <a:solidFill>
                <a:srgbClr val="3960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19" name="pg3319"/>
            <p:cNvSpPr/>
            <p:nvPr/>
          </p:nvSpPr>
          <p:spPr>
            <a:xfrm>
              <a:off x="4438267" y="499590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609D">
                <a:alpha val="100000"/>
              </a:srgbClr>
            </a:solidFill>
            <a:ln w="5420" cap="flat">
              <a:solidFill>
                <a:srgbClr val="3960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20" name="pg3320"/>
            <p:cNvSpPr/>
            <p:nvPr/>
          </p:nvSpPr>
          <p:spPr>
            <a:xfrm>
              <a:off x="4449904" y="499590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19D">
                <a:alpha val="100000"/>
              </a:srgbClr>
            </a:solidFill>
            <a:ln w="5420" cap="flat">
              <a:solidFill>
                <a:srgbClr val="3A61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21" name="pg3321"/>
            <p:cNvSpPr/>
            <p:nvPr/>
          </p:nvSpPr>
          <p:spPr>
            <a:xfrm>
              <a:off x="4461542" y="499590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29D">
                <a:alpha val="100000"/>
              </a:srgbClr>
            </a:solidFill>
            <a:ln w="5420" cap="flat">
              <a:solidFill>
                <a:srgbClr val="3A62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22" name="pg3322"/>
            <p:cNvSpPr/>
            <p:nvPr/>
          </p:nvSpPr>
          <p:spPr>
            <a:xfrm>
              <a:off x="4473179" y="499590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39D">
                <a:alpha val="100000"/>
              </a:srgbClr>
            </a:solidFill>
            <a:ln w="5420" cap="flat">
              <a:solidFill>
                <a:srgbClr val="3A63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23" name="pg3323"/>
            <p:cNvSpPr/>
            <p:nvPr/>
          </p:nvSpPr>
          <p:spPr>
            <a:xfrm>
              <a:off x="4636101" y="499590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DA0">
                <a:alpha val="100000"/>
              </a:srgbClr>
            </a:solidFill>
            <a:ln w="5420" cap="flat">
              <a:solidFill>
                <a:srgbClr val="3A6DA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24" name="pg3324"/>
            <p:cNvSpPr/>
            <p:nvPr/>
          </p:nvSpPr>
          <p:spPr>
            <a:xfrm>
              <a:off x="4647739" y="499590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DA0">
                <a:alpha val="100000"/>
              </a:srgbClr>
            </a:solidFill>
            <a:ln w="5420" cap="flat">
              <a:solidFill>
                <a:srgbClr val="3A6DA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25" name="pg3325"/>
            <p:cNvSpPr/>
            <p:nvPr/>
          </p:nvSpPr>
          <p:spPr>
            <a:xfrm>
              <a:off x="4659376" y="499590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DA0">
                <a:alpha val="100000"/>
              </a:srgbClr>
            </a:solidFill>
            <a:ln w="5420" cap="flat">
              <a:solidFill>
                <a:srgbClr val="3A6DA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26" name="pg3326"/>
            <p:cNvSpPr/>
            <p:nvPr/>
          </p:nvSpPr>
          <p:spPr>
            <a:xfrm>
              <a:off x="4671013" y="499590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EA0">
                <a:alpha val="100000"/>
              </a:srgbClr>
            </a:solidFill>
            <a:ln w="5420" cap="flat">
              <a:solidFill>
                <a:srgbClr val="3A6EA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27" name="pg3327"/>
            <p:cNvSpPr/>
            <p:nvPr/>
          </p:nvSpPr>
          <p:spPr>
            <a:xfrm>
              <a:off x="4682651" y="499590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EA0">
                <a:alpha val="100000"/>
              </a:srgbClr>
            </a:solidFill>
            <a:ln w="5420" cap="flat">
              <a:solidFill>
                <a:srgbClr val="3A6EA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28" name="pg3328"/>
            <p:cNvSpPr/>
            <p:nvPr/>
          </p:nvSpPr>
          <p:spPr>
            <a:xfrm>
              <a:off x="2867227" y="501020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3766">
                <a:alpha val="100000"/>
              </a:srgbClr>
            </a:solidFill>
            <a:ln w="5420" cap="flat">
              <a:solidFill>
                <a:srgbClr val="3B37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29" name="pg3329"/>
            <p:cNvSpPr/>
            <p:nvPr/>
          </p:nvSpPr>
          <p:spPr>
            <a:xfrm>
              <a:off x="2878865" y="501020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3665">
                <a:alpha val="100000"/>
              </a:srgbClr>
            </a:solidFill>
            <a:ln w="5420" cap="flat">
              <a:solidFill>
                <a:srgbClr val="3A366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30" name="pg3330"/>
            <p:cNvSpPr/>
            <p:nvPr/>
          </p:nvSpPr>
          <p:spPr>
            <a:xfrm>
              <a:off x="2890502" y="501020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3664">
                <a:alpha val="100000"/>
              </a:srgbClr>
            </a:solidFill>
            <a:ln w="5420" cap="flat">
              <a:solidFill>
                <a:srgbClr val="3A366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31" name="pg3331"/>
            <p:cNvSpPr/>
            <p:nvPr/>
          </p:nvSpPr>
          <p:spPr>
            <a:xfrm>
              <a:off x="2902139" y="501020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3664">
                <a:alpha val="100000"/>
              </a:srgbClr>
            </a:solidFill>
            <a:ln w="5420" cap="flat">
              <a:solidFill>
                <a:srgbClr val="3A366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32" name="pg3332"/>
            <p:cNvSpPr/>
            <p:nvPr/>
          </p:nvSpPr>
          <p:spPr>
            <a:xfrm>
              <a:off x="2913777" y="501020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3665">
                <a:alpha val="100000"/>
              </a:srgbClr>
            </a:solidFill>
            <a:ln w="5420" cap="flat">
              <a:solidFill>
                <a:srgbClr val="3A366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33" name="pg3333"/>
            <p:cNvSpPr/>
            <p:nvPr/>
          </p:nvSpPr>
          <p:spPr>
            <a:xfrm>
              <a:off x="2925414" y="501020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3665">
                <a:alpha val="100000"/>
              </a:srgbClr>
            </a:solidFill>
            <a:ln w="5420" cap="flat">
              <a:solidFill>
                <a:srgbClr val="3A366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34" name="pg3334"/>
            <p:cNvSpPr/>
            <p:nvPr/>
          </p:nvSpPr>
          <p:spPr>
            <a:xfrm>
              <a:off x="2937051" y="501020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3766">
                <a:alpha val="100000"/>
              </a:srgbClr>
            </a:solidFill>
            <a:ln w="5420" cap="flat">
              <a:solidFill>
                <a:srgbClr val="3B37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35" name="pg3335"/>
            <p:cNvSpPr/>
            <p:nvPr/>
          </p:nvSpPr>
          <p:spPr>
            <a:xfrm>
              <a:off x="2948689" y="501020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3766">
                <a:alpha val="100000"/>
              </a:srgbClr>
            </a:solidFill>
            <a:ln w="5420" cap="flat">
              <a:solidFill>
                <a:srgbClr val="3B37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36" name="pg3336"/>
            <p:cNvSpPr/>
            <p:nvPr/>
          </p:nvSpPr>
          <p:spPr>
            <a:xfrm>
              <a:off x="4403355" y="501020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5E9C">
                <a:alpha val="100000"/>
              </a:srgbClr>
            </a:solidFill>
            <a:ln w="5420" cap="flat">
              <a:solidFill>
                <a:srgbClr val="395E9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37" name="pg3337"/>
            <p:cNvSpPr/>
            <p:nvPr/>
          </p:nvSpPr>
          <p:spPr>
            <a:xfrm>
              <a:off x="4414992" y="501020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5F9C">
                <a:alpha val="100000"/>
              </a:srgbClr>
            </a:solidFill>
            <a:ln w="5420" cap="flat">
              <a:solidFill>
                <a:srgbClr val="395F9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38" name="pg3338"/>
            <p:cNvSpPr/>
            <p:nvPr/>
          </p:nvSpPr>
          <p:spPr>
            <a:xfrm>
              <a:off x="4426630" y="501020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609D">
                <a:alpha val="100000"/>
              </a:srgbClr>
            </a:solidFill>
            <a:ln w="5420" cap="flat">
              <a:solidFill>
                <a:srgbClr val="3960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39" name="pg3339"/>
            <p:cNvSpPr/>
            <p:nvPr/>
          </p:nvSpPr>
          <p:spPr>
            <a:xfrm>
              <a:off x="4438267" y="501020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609D">
                <a:alpha val="100000"/>
              </a:srgbClr>
            </a:solidFill>
            <a:ln w="5420" cap="flat">
              <a:solidFill>
                <a:srgbClr val="3960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40" name="pg3340"/>
            <p:cNvSpPr/>
            <p:nvPr/>
          </p:nvSpPr>
          <p:spPr>
            <a:xfrm>
              <a:off x="4449904" y="501020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19D">
                <a:alpha val="100000"/>
              </a:srgbClr>
            </a:solidFill>
            <a:ln w="5420" cap="flat">
              <a:solidFill>
                <a:srgbClr val="3A61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41" name="pg3341"/>
            <p:cNvSpPr/>
            <p:nvPr/>
          </p:nvSpPr>
          <p:spPr>
            <a:xfrm>
              <a:off x="4461542" y="501020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29D">
                <a:alpha val="100000"/>
              </a:srgbClr>
            </a:solidFill>
            <a:ln w="5420" cap="flat">
              <a:solidFill>
                <a:srgbClr val="3A62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42" name="pg3342"/>
            <p:cNvSpPr/>
            <p:nvPr/>
          </p:nvSpPr>
          <p:spPr>
            <a:xfrm>
              <a:off x="4473179" y="501020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39D">
                <a:alpha val="100000"/>
              </a:srgbClr>
            </a:solidFill>
            <a:ln w="5420" cap="flat">
              <a:solidFill>
                <a:srgbClr val="3A63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43" name="pg3343"/>
            <p:cNvSpPr/>
            <p:nvPr/>
          </p:nvSpPr>
          <p:spPr>
            <a:xfrm>
              <a:off x="4484816" y="501020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49E">
                <a:alpha val="100000"/>
              </a:srgbClr>
            </a:solidFill>
            <a:ln w="5420" cap="flat">
              <a:solidFill>
                <a:srgbClr val="3A64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44" name="pg3344"/>
            <p:cNvSpPr/>
            <p:nvPr/>
          </p:nvSpPr>
          <p:spPr>
            <a:xfrm>
              <a:off x="4636101" y="501020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CA0">
                <a:alpha val="100000"/>
              </a:srgbClr>
            </a:solidFill>
            <a:ln w="5420" cap="flat">
              <a:solidFill>
                <a:srgbClr val="3A6CA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45" name="pg3345"/>
            <p:cNvSpPr/>
            <p:nvPr/>
          </p:nvSpPr>
          <p:spPr>
            <a:xfrm>
              <a:off x="4647739" y="501020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DA0">
                <a:alpha val="100000"/>
              </a:srgbClr>
            </a:solidFill>
            <a:ln w="5420" cap="flat">
              <a:solidFill>
                <a:srgbClr val="3A6DA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46" name="pg3346"/>
            <p:cNvSpPr/>
            <p:nvPr/>
          </p:nvSpPr>
          <p:spPr>
            <a:xfrm>
              <a:off x="4659376" y="501020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DA0">
                <a:alpha val="100000"/>
              </a:srgbClr>
            </a:solidFill>
            <a:ln w="5420" cap="flat">
              <a:solidFill>
                <a:srgbClr val="3A6DA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47" name="pg3347"/>
            <p:cNvSpPr/>
            <p:nvPr/>
          </p:nvSpPr>
          <p:spPr>
            <a:xfrm>
              <a:off x="4671013" y="501020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EA0">
                <a:alpha val="100000"/>
              </a:srgbClr>
            </a:solidFill>
            <a:ln w="5420" cap="flat">
              <a:solidFill>
                <a:srgbClr val="3A6EA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48" name="pg3348"/>
            <p:cNvSpPr/>
            <p:nvPr/>
          </p:nvSpPr>
          <p:spPr>
            <a:xfrm>
              <a:off x="4682651" y="501020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EA0">
                <a:alpha val="100000"/>
              </a:srgbClr>
            </a:solidFill>
            <a:ln w="5420" cap="flat">
              <a:solidFill>
                <a:srgbClr val="3A6EA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49" name="pg3349"/>
            <p:cNvSpPr/>
            <p:nvPr/>
          </p:nvSpPr>
          <p:spPr>
            <a:xfrm>
              <a:off x="4694288" y="501020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EA0">
                <a:alpha val="100000"/>
              </a:srgbClr>
            </a:solidFill>
            <a:ln w="5420" cap="flat">
              <a:solidFill>
                <a:srgbClr val="3A6EA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50" name="pg3350"/>
            <p:cNvSpPr/>
            <p:nvPr/>
          </p:nvSpPr>
          <p:spPr>
            <a:xfrm>
              <a:off x="2855590" y="502450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3867">
                <a:alpha val="100000"/>
              </a:srgbClr>
            </a:solidFill>
            <a:ln w="5420" cap="flat">
              <a:solidFill>
                <a:srgbClr val="3B386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51" name="pg3351"/>
            <p:cNvSpPr/>
            <p:nvPr/>
          </p:nvSpPr>
          <p:spPr>
            <a:xfrm>
              <a:off x="2867227" y="502450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3766">
                <a:alpha val="100000"/>
              </a:srgbClr>
            </a:solidFill>
            <a:ln w="5420" cap="flat">
              <a:solidFill>
                <a:srgbClr val="3B37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52" name="pg3352"/>
            <p:cNvSpPr/>
            <p:nvPr/>
          </p:nvSpPr>
          <p:spPr>
            <a:xfrm>
              <a:off x="2878865" y="502450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3665">
                <a:alpha val="100000"/>
              </a:srgbClr>
            </a:solidFill>
            <a:ln w="5420" cap="flat">
              <a:solidFill>
                <a:srgbClr val="3A366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53" name="pg3353"/>
            <p:cNvSpPr/>
            <p:nvPr/>
          </p:nvSpPr>
          <p:spPr>
            <a:xfrm>
              <a:off x="2890502" y="502450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3665">
                <a:alpha val="100000"/>
              </a:srgbClr>
            </a:solidFill>
            <a:ln w="5420" cap="flat">
              <a:solidFill>
                <a:srgbClr val="3A366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54" name="pg3354"/>
            <p:cNvSpPr/>
            <p:nvPr/>
          </p:nvSpPr>
          <p:spPr>
            <a:xfrm>
              <a:off x="2902139" y="502450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3665">
                <a:alpha val="100000"/>
              </a:srgbClr>
            </a:solidFill>
            <a:ln w="5420" cap="flat">
              <a:solidFill>
                <a:srgbClr val="3A366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55" name="pg3355"/>
            <p:cNvSpPr/>
            <p:nvPr/>
          </p:nvSpPr>
          <p:spPr>
            <a:xfrm>
              <a:off x="2913777" y="502450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3665">
                <a:alpha val="100000"/>
              </a:srgbClr>
            </a:solidFill>
            <a:ln w="5420" cap="flat">
              <a:solidFill>
                <a:srgbClr val="3A366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56" name="pg3356"/>
            <p:cNvSpPr/>
            <p:nvPr/>
          </p:nvSpPr>
          <p:spPr>
            <a:xfrm>
              <a:off x="2925414" y="502450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3765">
                <a:alpha val="100000"/>
              </a:srgbClr>
            </a:solidFill>
            <a:ln w="5420" cap="flat">
              <a:solidFill>
                <a:srgbClr val="3B376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57" name="pg3357"/>
            <p:cNvSpPr/>
            <p:nvPr/>
          </p:nvSpPr>
          <p:spPr>
            <a:xfrm>
              <a:off x="2937051" y="502450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3766">
                <a:alpha val="100000"/>
              </a:srgbClr>
            </a:solidFill>
            <a:ln w="5420" cap="flat">
              <a:solidFill>
                <a:srgbClr val="3B37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58" name="pg3358"/>
            <p:cNvSpPr/>
            <p:nvPr/>
          </p:nvSpPr>
          <p:spPr>
            <a:xfrm>
              <a:off x="4403355" y="502450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5E9C">
                <a:alpha val="100000"/>
              </a:srgbClr>
            </a:solidFill>
            <a:ln w="5420" cap="flat">
              <a:solidFill>
                <a:srgbClr val="395E9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59" name="pg3359"/>
            <p:cNvSpPr/>
            <p:nvPr/>
          </p:nvSpPr>
          <p:spPr>
            <a:xfrm>
              <a:off x="4414992" y="502450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5F9C">
                <a:alpha val="100000"/>
              </a:srgbClr>
            </a:solidFill>
            <a:ln w="5420" cap="flat">
              <a:solidFill>
                <a:srgbClr val="395F9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60" name="pg3360"/>
            <p:cNvSpPr/>
            <p:nvPr/>
          </p:nvSpPr>
          <p:spPr>
            <a:xfrm>
              <a:off x="4426630" y="502450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609D">
                <a:alpha val="100000"/>
              </a:srgbClr>
            </a:solidFill>
            <a:ln w="5420" cap="flat">
              <a:solidFill>
                <a:srgbClr val="3960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61" name="pg3361"/>
            <p:cNvSpPr/>
            <p:nvPr/>
          </p:nvSpPr>
          <p:spPr>
            <a:xfrm>
              <a:off x="4438267" y="502450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609D">
                <a:alpha val="100000"/>
              </a:srgbClr>
            </a:solidFill>
            <a:ln w="5420" cap="flat">
              <a:solidFill>
                <a:srgbClr val="3960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62" name="pg3362"/>
            <p:cNvSpPr/>
            <p:nvPr/>
          </p:nvSpPr>
          <p:spPr>
            <a:xfrm>
              <a:off x="4449904" y="502450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19D">
                <a:alpha val="100000"/>
              </a:srgbClr>
            </a:solidFill>
            <a:ln w="5420" cap="flat">
              <a:solidFill>
                <a:srgbClr val="3A61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63" name="pg3363"/>
            <p:cNvSpPr/>
            <p:nvPr/>
          </p:nvSpPr>
          <p:spPr>
            <a:xfrm>
              <a:off x="4461542" y="502450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29D">
                <a:alpha val="100000"/>
              </a:srgbClr>
            </a:solidFill>
            <a:ln w="5420" cap="flat">
              <a:solidFill>
                <a:srgbClr val="3A62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64" name="pg3364"/>
            <p:cNvSpPr/>
            <p:nvPr/>
          </p:nvSpPr>
          <p:spPr>
            <a:xfrm>
              <a:off x="4473179" y="502450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39D">
                <a:alpha val="100000"/>
              </a:srgbClr>
            </a:solidFill>
            <a:ln w="5420" cap="flat">
              <a:solidFill>
                <a:srgbClr val="3A63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65" name="pg3365"/>
            <p:cNvSpPr/>
            <p:nvPr/>
          </p:nvSpPr>
          <p:spPr>
            <a:xfrm>
              <a:off x="4484816" y="502450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49E">
                <a:alpha val="100000"/>
              </a:srgbClr>
            </a:solidFill>
            <a:ln w="5420" cap="flat">
              <a:solidFill>
                <a:srgbClr val="3A64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66" name="pg3366"/>
            <p:cNvSpPr/>
            <p:nvPr/>
          </p:nvSpPr>
          <p:spPr>
            <a:xfrm>
              <a:off x="4647739" y="502450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DA0">
                <a:alpha val="100000"/>
              </a:srgbClr>
            </a:solidFill>
            <a:ln w="5420" cap="flat">
              <a:solidFill>
                <a:srgbClr val="3A6DA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67" name="pg3367"/>
            <p:cNvSpPr/>
            <p:nvPr/>
          </p:nvSpPr>
          <p:spPr>
            <a:xfrm>
              <a:off x="4659376" y="502450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DA0">
                <a:alpha val="100000"/>
              </a:srgbClr>
            </a:solidFill>
            <a:ln w="5420" cap="flat">
              <a:solidFill>
                <a:srgbClr val="3A6DA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68" name="pg3368"/>
            <p:cNvSpPr/>
            <p:nvPr/>
          </p:nvSpPr>
          <p:spPr>
            <a:xfrm>
              <a:off x="4671013" y="502450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DA0">
                <a:alpha val="100000"/>
              </a:srgbClr>
            </a:solidFill>
            <a:ln w="5420" cap="flat">
              <a:solidFill>
                <a:srgbClr val="3A6DA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69" name="pg3369"/>
            <p:cNvSpPr/>
            <p:nvPr/>
          </p:nvSpPr>
          <p:spPr>
            <a:xfrm>
              <a:off x="4682651" y="502450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EA0">
                <a:alpha val="100000"/>
              </a:srgbClr>
            </a:solidFill>
            <a:ln w="5420" cap="flat">
              <a:solidFill>
                <a:srgbClr val="3A6EA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70" name="pg3370"/>
            <p:cNvSpPr/>
            <p:nvPr/>
          </p:nvSpPr>
          <p:spPr>
            <a:xfrm>
              <a:off x="4694288" y="502450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EA0">
                <a:alpha val="100000"/>
              </a:srgbClr>
            </a:solidFill>
            <a:ln w="5420" cap="flat">
              <a:solidFill>
                <a:srgbClr val="3A6EA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71" name="pg3371"/>
            <p:cNvSpPr/>
            <p:nvPr/>
          </p:nvSpPr>
          <p:spPr>
            <a:xfrm>
              <a:off x="2855590" y="503880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3867">
                <a:alpha val="100000"/>
              </a:srgbClr>
            </a:solidFill>
            <a:ln w="5420" cap="flat">
              <a:solidFill>
                <a:srgbClr val="3B386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72" name="pg3372"/>
            <p:cNvSpPr/>
            <p:nvPr/>
          </p:nvSpPr>
          <p:spPr>
            <a:xfrm>
              <a:off x="2867227" y="503880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3867">
                <a:alpha val="100000"/>
              </a:srgbClr>
            </a:solidFill>
            <a:ln w="5420" cap="flat">
              <a:solidFill>
                <a:srgbClr val="3B386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73" name="pg3373"/>
            <p:cNvSpPr/>
            <p:nvPr/>
          </p:nvSpPr>
          <p:spPr>
            <a:xfrm>
              <a:off x="2878865" y="503880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3766">
                <a:alpha val="100000"/>
              </a:srgbClr>
            </a:solidFill>
            <a:ln w="5420" cap="flat">
              <a:solidFill>
                <a:srgbClr val="3B37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74" name="pg3374"/>
            <p:cNvSpPr/>
            <p:nvPr/>
          </p:nvSpPr>
          <p:spPr>
            <a:xfrm>
              <a:off x="2890502" y="503880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3766">
                <a:alpha val="100000"/>
              </a:srgbClr>
            </a:solidFill>
            <a:ln w="5420" cap="flat">
              <a:solidFill>
                <a:srgbClr val="3B37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75" name="pg3375"/>
            <p:cNvSpPr/>
            <p:nvPr/>
          </p:nvSpPr>
          <p:spPr>
            <a:xfrm>
              <a:off x="2902139" y="503880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3765">
                <a:alpha val="100000"/>
              </a:srgbClr>
            </a:solidFill>
            <a:ln w="5420" cap="flat">
              <a:solidFill>
                <a:srgbClr val="3B376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76" name="pg3376"/>
            <p:cNvSpPr/>
            <p:nvPr/>
          </p:nvSpPr>
          <p:spPr>
            <a:xfrm>
              <a:off x="2913777" y="503880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3766">
                <a:alpha val="100000"/>
              </a:srgbClr>
            </a:solidFill>
            <a:ln w="5420" cap="flat">
              <a:solidFill>
                <a:srgbClr val="3B37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77" name="pg3377"/>
            <p:cNvSpPr/>
            <p:nvPr/>
          </p:nvSpPr>
          <p:spPr>
            <a:xfrm>
              <a:off x="2925414" y="503880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3766">
                <a:alpha val="100000"/>
              </a:srgbClr>
            </a:solidFill>
            <a:ln w="5420" cap="flat">
              <a:solidFill>
                <a:srgbClr val="3B37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78" name="pg3378"/>
            <p:cNvSpPr/>
            <p:nvPr/>
          </p:nvSpPr>
          <p:spPr>
            <a:xfrm>
              <a:off x="4403355" y="503880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5E9C">
                <a:alpha val="100000"/>
              </a:srgbClr>
            </a:solidFill>
            <a:ln w="5420" cap="flat">
              <a:solidFill>
                <a:srgbClr val="395E9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79" name="pg3379"/>
            <p:cNvSpPr/>
            <p:nvPr/>
          </p:nvSpPr>
          <p:spPr>
            <a:xfrm>
              <a:off x="4414992" y="503880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5F9C">
                <a:alpha val="100000"/>
              </a:srgbClr>
            </a:solidFill>
            <a:ln w="5420" cap="flat">
              <a:solidFill>
                <a:srgbClr val="395F9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80" name="pg3380"/>
            <p:cNvSpPr/>
            <p:nvPr/>
          </p:nvSpPr>
          <p:spPr>
            <a:xfrm>
              <a:off x="4426630" y="503880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609D">
                <a:alpha val="100000"/>
              </a:srgbClr>
            </a:solidFill>
            <a:ln w="5420" cap="flat">
              <a:solidFill>
                <a:srgbClr val="3960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81" name="pg3381"/>
            <p:cNvSpPr/>
            <p:nvPr/>
          </p:nvSpPr>
          <p:spPr>
            <a:xfrm>
              <a:off x="4438267" y="503880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609D">
                <a:alpha val="100000"/>
              </a:srgbClr>
            </a:solidFill>
            <a:ln w="5420" cap="flat">
              <a:solidFill>
                <a:srgbClr val="3960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82" name="pg3382"/>
            <p:cNvSpPr/>
            <p:nvPr/>
          </p:nvSpPr>
          <p:spPr>
            <a:xfrm>
              <a:off x="4449904" y="503880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19D">
                <a:alpha val="100000"/>
              </a:srgbClr>
            </a:solidFill>
            <a:ln w="5420" cap="flat">
              <a:solidFill>
                <a:srgbClr val="3A61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83" name="pg3383"/>
            <p:cNvSpPr/>
            <p:nvPr/>
          </p:nvSpPr>
          <p:spPr>
            <a:xfrm>
              <a:off x="4461542" y="503880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29D">
                <a:alpha val="100000"/>
              </a:srgbClr>
            </a:solidFill>
            <a:ln w="5420" cap="flat">
              <a:solidFill>
                <a:srgbClr val="3A62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84" name="pg3384"/>
            <p:cNvSpPr/>
            <p:nvPr/>
          </p:nvSpPr>
          <p:spPr>
            <a:xfrm>
              <a:off x="4473179" y="503880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39D">
                <a:alpha val="100000"/>
              </a:srgbClr>
            </a:solidFill>
            <a:ln w="5420" cap="flat">
              <a:solidFill>
                <a:srgbClr val="3A63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85" name="pg3385"/>
            <p:cNvSpPr/>
            <p:nvPr/>
          </p:nvSpPr>
          <p:spPr>
            <a:xfrm>
              <a:off x="4484816" y="503880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39E">
                <a:alpha val="100000"/>
              </a:srgbClr>
            </a:solidFill>
            <a:ln w="5420" cap="flat">
              <a:solidFill>
                <a:srgbClr val="3A63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86" name="pg3386"/>
            <p:cNvSpPr/>
            <p:nvPr/>
          </p:nvSpPr>
          <p:spPr>
            <a:xfrm>
              <a:off x="4647739" y="503880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CA0">
                <a:alpha val="100000"/>
              </a:srgbClr>
            </a:solidFill>
            <a:ln w="5420" cap="flat">
              <a:solidFill>
                <a:srgbClr val="3A6CA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87" name="pg3387"/>
            <p:cNvSpPr/>
            <p:nvPr/>
          </p:nvSpPr>
          <p:spPr>
            <a:xfrm>
              <a:off x="4659376" y="503880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DA0">
                <a:alpha val="100000"/>
              </a:srgbClr>
            </a:solidFill>
            <a:ln w="5420" cap="flat">
              <a:solidFill>
                <a:srgbClr val="3A6DA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88" name="pg3388"/>
            <p:cNvSpPr/>
            <p:nvPr/>
          </p:nvSpPr>
          <p:spPr>
            <a:xfrm>
              <a:off x="4671013" y="503880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DA0">
                <a:alpha val="100000"/>
              </a:srgbClr>
            </a:solidFill>
            <a:ln w="5420" cap="flat">
              <a:solidFill>
                <a:srgbClr val="3A6DA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89" name="pg3389"/>
            <p:cNvSpPr/>
            <p:nvPr/>
          </p:nvSpPr>
          <p:spPr>
            <a:xfrm>
              <a:off x="4682651" y="503880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DA0">
                <a:alpha val="100000"/>
              </a:srgbClr>
            </a:solidFill>
            <a:ln w="5420" cap="flat">
              <a:solidFill>
                <a:srgbClr val="3A6DA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90" name="pg3390"/>
            <p:cNvSpPr/>
            <p:nvPr/>
          </p:nvSpPr>
          <p:spPr>
            <a:xfrm>
              <a:off x="4694288" y="503880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EA0">
                <a:alpha val="100000"/>
              </a:srgbClr>
            </a:solidFill>
            <a:ln w="5420" cap="flat">
              <a:solidFill>
                <a:srgbClr val="3A6EA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91" name="pg3391"/>
            <p:cNvSpPr/>
            <p:nvPr/>
          </p:nvSpPr>
          <p:spPr>
            <a:xfrm>
              <a:off x="2832315" y="505310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3969">
                <a:alpha val="100000"/>
              </a:srgbClr>
            </a:solidFill>
            <a:ln w="5420" cap="flat">
              <a:solidFill>
                <a:srgbClr val="3B396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92" name="pg3392"/>
            <p:cNvSpPr/>
            <p:nvPr/>
          </p:nvSpPr>
          <p:spPr>
            <a:xfrm>
              <a:off x="2843953" y="505310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3969">
                <a:alpha val="100000"/>
              </a:srgbClr>
            </a:solidFill>
            <a:ln w="5420" cap="flat">
              <a:solidFill>
                <a:srgbClr val="3B396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93" name="pg3393"/>
            <p:cNvSpPr/>
            <p:nvPr/>
          </p:nvSpPr>
          <p:spPr>
            <a:xfrm>
              <a:off x="2867227" y="505310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3867">
                <a:alpha val="100000"/>
              </a:srgbClr>
            </a:solidFill>
            <a:ln w="5420" cap="flat">
              <a:solidFill>
                <a:srgbClr val="3B386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94" name="pg3394"/>
            <p:cNvSpPr/>
            <p:nvPr/>
          </p:nvSpPr>
          <p:spPr>
            <a:xfrm>
              <a:off x="2878865" y="505310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3767">
                <a:alpha val="100000"/>
              </a:srgbClr>
            </a:solidFill>
            <a:ln w="5420" cap="flat">
              <a:solidFill>
                <a:srgbClr val="3B376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95" name="pg3395"/>
            <p:cNvSpPr/>
            <p:nvPr/>
          </p:nvSpPr>
          <p:spPr>
            <a:xfrm>
              <a:off x="2890502" y="505310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3766">
                <a:alpha val="100000"/>
              </a:srgbClr>
            </a:solidFill>
            <a:ln w="5420" cap="flat">
              <a:solidFill>
                <a:srgbClr val="3B37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96" name="pg3396"/>
            <p:cNvSpPr/>
            <p:nvPr/>
          </p:nvSpPr>
          <p:spPr>
            <a:xfrm>
              <a:off x="2902139" y="505310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3766">
                <a:alpha val="100000"/>
              </a:srgbClr>
            </a:solidFill>
            <a:ln w="5420" cap="flat">
              <a:solidFill>
                <a:srgbClr val="3B37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97" name="pg3397"/>
            <p:cNvSpPr/>
            <p:nvPr/>
          </p:nvSpPr>
          <p:spPr>
            <a:xfrm>
              <a:off x="2913777" y="505310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3766">
                <a:alpha val="100000"/>
              </a:srgbClr>
            </a:solidFill>
            <a:ln w="5420" cap="flat">
              <a:solidFill>
                <a:srgbClr val="3B37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98" name="pg3398"/>
            <p:cNvSpPr/>
            <p:nvPr/>
          </p:nvSpPr>
          <p:spPr>
            <a:xfrm>
              <a:off x="4403355" y="505310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5E9C">
                <a:alpha val="100000"/>
              </a:srgbClr>
            </a:solidFill>
            <a:ln w="5420" cap="flat">
              <a:solidFill>
                <a:srgbClr val="395E9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99" name="pg3399"/>
            <p:cNvSpPr/>
            <p:nvPr/>
          </p:nvSpPr>
          <p:spPr>
            <a:xfrm>
              <a:off x="4414992" y="505310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5F9C">
                <a:alpha val="100000"/>
              </a:srgbClr>
            </a:solidFill>
            <a:ln w="5420" cap="flat">
              <a:solidFill>
                <a:srgbClr val="395F9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00" name="pg3400"/>
            <p:cNvSpPr/>
            <p:nvPr/>
          </p:nvSpPr>
          <p:spPr>
            <a:xfrm>
              <a:off x="4426630" y="505310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609D">
                <a:alpha val="100000"/>
              </a:srgbClr>
            </a:solidFill>
            <a:ln w="5420" cap="flat">
              <a:solidFill>
                <a:srgbClr val="3960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01" name="pg3401"/>
            <p:cNvSpPr/>
            <p:nvPr/>
          </p:nvSpPr>
          <p:spPr>
            <a:xfrm>
              <a:off x="4438267" y="505310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609D">
                <a:alpha val="100000"/>
              </a:srgbClr>
            </a:solidFill>
            <a:ln w="5420" cap="flat">
              <a:solidFill>
                <a:srgbClr val="3960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02" name="pg3402"/>
            <p:cNvSpPr/>
            <p:nvPr/>
          </p:nvSpPr>
          <p:spPr>
            <a:xfrm>
              <a:off x="4449904" y="505310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19D">
                <a:alpha val="100000"/>
              </a:srgbClr>
            </a:solidFill>
            <a:ln w="5420" cap="flat">
              <a:solidFill>
                <a:srgbClr val="3A61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03" name="pg3403"/>
            <p:cNvSpPr/>
            <p:nvPr/>
          </p:nvSpPr>
          <p:spPr>
            <a:xfrm>
              <a:off x="4461542" y="505310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29D">
                <a:alpha val="100000"/>
              </a:srgbClr>
            </a:solidFill>
            <a:ln w="5420" cap="flat">
              <a:solidFill>
                <a:srgbClr val="3A62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04" name="pg3404"/>
            <p:cNvSpPr/>
            <p:nvPr/>
          </p:nvSpPr>
          <p:spPr>
            <a:xfrm>
              <a:off x="4473179" y="505310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39D">
                <a:alpha val="100000"/>
              </a:srgbClr>
            </a:solidFill>
            <a:ln w="5420" cap="flat">
              <a:solidFill>
                <a:srgbClr val="3A63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05" name="pg3405"/>
            <p:cNvSpPr/>
            <p:nvPr/>
          </p:nvSpPr>
          <p:spPr>
            <a:xfrm>
              <a:off x="4484816" y="505310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39E">
                <a:alpha val="100000"/>
              </a:srgbClr>
            </a:solidFill>
            <a:ln w="5420" cap="flat">
              <a:solidFill>
                <a:srgbClr val="3A63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06" name="pg3406"/>
            <p:cNvSpPr/>
            <p:nvPr/>
          </p:nvSpPr>
          <p:spPr>
            <a:xfrm>
              <a:off x="4647739" y="505310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CA0">
                <a:alpha val="100000"/>
              </a:srgbClr>
            </a:solidFill>
            <a:ln w="5420" cap="flat">
              <a:solidFill>
                <a:srgbClr val="3A6CA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07" name="pg3407"/>
            <p:cNvSpPr/>
            <p:nvPr/>
          </p:nvSpPr>
          <p:spPr>
            <a:xfrm>
              <a:off x="4659376" y="505310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CA0">
                <a:alpha val="100000"/>
              </a:srgbClr>
            </a:solidFill>
            <a:ln w="5420" cap="flat">
              <a:solidFill>
                <a:srgbClr val="3A6CA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08" name="pg3408"/>
            <p:cNvSpPr/>
            <p:nvPr/>
          </p:nvSpPr>
          <p:spPr>
            <a:xfrm>
              <a:off x="4671013" y="505310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DA0">
                <a:alpha val="100000"/>
              </a:srgbClr>
            </a:solidFill>
            <a:ln w="5420" cap="flat">
              <a:solidFill>
                <a:srgbClr val="3A6DA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09" name="pg3409"/>
            <p:cNvSpPr/>
            <p:nvPr/>
          </p:nvSpPr>
          <p:spPr>
            <a:xfrm>
              <a:off x="4682651" y="505310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DA0">
                <a:alpha val="100000"/>
              </a:srgbClr>
            </a:solidFill>
            <a:ln w="5420" cap="flat">
              <a:solidFill>
                <a:srgbClr val="3A6DA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10" name="pg3410"/>
            <p:cNvSpPr/>
            <p:nvPr/>
          </p:nvSpPr>
          <p:spPr>
            <a:xfrm>
              <a:off x="4694288" y="505310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EA0">
                <a:alpha val="100000"/>
              </a:srgbClr>
            </a:solidFill>
            <a:ln w="5420" cap="flat">
              <a:solidFill>
                <a:srgbClr val="3A6EA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11" name="pg3411"/>
            <p:cNvSpPr/>
            <p:nvPr/>
          </p:nvSpPr>
          <p:spPr>
            <a:xfrm>
              <a:off x="2820678" y="506741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3A6A">
                <a:alpha val="100000"/>
              </a:srgbClr>
            </a:solidFill>
            <a:ln w="5420" cap="flat">
              <a:solidFill>
                <a:srgbClr val="3B3A6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12" name="pg3412"/>
            <p:cNvSpPr/>
            <p:nvPr/>
          </p:nvSpPr>
          <p:spPr>
            <a:xfrm>
              <a:off x="2832315" y="506741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3A6A">
                <a:alpha val="100000"/>
              </a:srgbClr>
            </a:solidFill>
            <a:ln w="5420" cap="flat">
              <a:solidFill>
                <a:srgbClr val="3B3A6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13" name="pg3413"/>
            <p:cNvSpPr/>
            <p:nvPr/>
          </p:nvSpPr>
          <p:spPr>
            <a:xfrm>
              <a:off x="2843953" y="506741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3969">
                <a:alpha val="100000"/>
              </a:srgbClr>
            </a:solidFill>
            <a:ln w="5420" cap="flat">
              <a:solidFill>
                <a:srgbClr val="3B396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14" name="pg3414"/>
            <p:cNvSpPr/>
            <p:nvPr/>
          </p:nvSpPr>
          <p:spPr>
            <a:xfrm>
              <a:off x="2855590" y="506741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3969">
                <a:alpha val="100000"/>
              </a:srgbClr>
            </a:solidFill>
            <a:ln w="5420" cap="flat">
              <a:solidFill>
                <a:srgbClr val="3B396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15" name="pg3415"/>
            <p:cNvSpPr/>
            <p:nvPr/>
          </p:nvSpPr>
          <p:spPr>
            <a:xfrm>
              <a:off x="2867227" y="506741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3868">
                <a:alpha val="100000"/>
              </a:srgbClr>
            </a:solidFill>
            <a:ln w="5420" cap="flat">
              <a:solidFill>
                <a:srgbClr val="3B386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16" name="pg3416"/>
            <p:cNvSpPr/>
            <p:nvPr/>
          </p:nvSpPr>
          <p:spPr>
            <a:xfrm>
              <a:off x="2878865" y="506741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3867">
                <a:alpha val="100000"/>
              </a:srgbClr>
            </a:solidFill>
            <a:ln w="5420" cap="flat">
              <a:solidFill>
                <a:srgbClr val="3B386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17" name="pg3417"/>
            <p:cNvSpPr/>
            <p:nvPr/>
          </p:nvSpPr>
          <p:spPr>
            <a:xfrm>
              <a:off x="2890502" y="506741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3867">
                <a:alpha val="100000"/>
              </a:srgbClr>
            </a:solidFill>
            <a:ln w="5420" cap="flat">
              <a:solidFill>
                <a:srgbClr val="3B386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18" name="pg3418"/>
            <p:cNvSpPr/>
            <p:nvPr/>
          </p:nvSpPr>
          <p:spPr>
            <a:xfrm>
              <a:off x="2902139" y="506741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3867">
                <a:alpha val="100000"/>
              </a:srgbClr>
            </a:solidFill>
            <a:ln w="5420" cap="flat">
              <a:solidFill>
                <a:srgbClr val="3B386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19" name="pg3419"/>
            <p:cNvSpPr/>
            <p:nvPr/>
          </p:nvSpPr>
          <p:spPr>
            <a:xfrm>
              <a:off x="2913777" y="506741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3867">
                <a:alpha val="100000"/>
              </a:srgbClr>
            </a:solidFill>
            <a:ln w="5420" cap="flat">
              <a:solidFill>
                <a:srgbClr val="3B386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20" name="pg3420"/>
            <p:cNvSpPr/>
            <p:nvPr/>
          </p:nvSpPr>
          <p:spPr>
            <a:xfrm>
              <a:off x="4414992" y="506741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5F9C">
                <a:alpha val="100000"/>
              </a:srgbClr>
            </a:solidFill>
            <a:ln w="5420" cap="flat">
              <a:solidFill>
                <a:srgbClr val="395F9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21" name="pg3421"/>
            <p:cNvSpPr/>
            <p:nvPr/>
          </p:nvSpPr>
          <p:spPr>
            <a:xfrm>
              <a:off x="4426630" y="506741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609D">
                <a:alpha val="100000"/>
              </a:srgbClr>
            </a:solidFill>
            <a:ln w="5420" cap="flat">
              <a:solidFill>
                <a:srgbClr val="3960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22" name="pg3422"/>
            <p:cNvSpPr/>
            <p:nvPr/>
          </p:nvSpPr>
          <p:spPr>
            <a:xfrm>
              <a:off x="4438267" y="506741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609D">
                <a:alpha val="100000"/>
              </a:srgbClr>
            </a:solidFill>
            <a:ln w="5420" cap="flat">
              <a:solidFill>
                <a:srgbClr val="3960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23" name="pg3423"/>
            <p:cNvSpPr/>
            <p:nvPr/>
          </p:nvSpPr>
          <p:spPr>
            <a:xfrm>
              <a:off x="4449904" y="506741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19D">
                <a:alpha val="100000"/>
              </a:srgbClr>
            </a:solidFill>
            <a:ln w="5420" cap="flat">
              <a:solidFill>
                <a:srgbClr val="3A61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24" name="pg3424"/>
            <p:cNvSpPr/>
            <p:nvPr/>
          </p:nvSpPr>
          <p:spPr>
            <a:xfrm>
              <a:off x="4461542" y="506741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29D">
                <a:alpha val="100000"/>
              </a:srgbClr>
            </a:solidFill>
            <a:ln w="5420" cap="flat">
              <a:solidFill>
                <a:srgbClr val="3A62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25" name="pg3425"/>
            <p:cNvSpPr/>
            <p:nvPr/>
          </p:nvSpPr>
          <p:spPr>
            <a:xfrm>
              <a:off x="4473179" y="506741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39D">
                <a:alpha val="100000"/>
              </a:srgbClr>
            </a:solidFill>
            <a:ln w="5420" cap="flat">
              <a:solidFill>
                <a:srgbClr val="3A63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26" name="pg3426"/>
            <p:cNvSpPr/>
            <p:nvPr/>
          </p:nvSpPr>
          <p:spPr>
            <a:xfrm>
              <a:off x="4659376" y="506741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CA0">
                <a:alpha val="100000"/>
              </a:srgbClr>
            </a:solidFill>
            <a:ln w="5420" cap="flat">
              <a:solidFill>
                <a:srgbClr val="3A6CA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27" name="pg3427"/>
            <p:cNvSpPr/>
            <p:nvPr/>
          </p:nvSpPr>
          <p:spPr>
            <a:xfrm>
              <a:off x="4671013" y="506741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DA0">
                <a:alpha val="100000"/>
              </a:srgbClr>
            </a:solidFill>
            <a:ln w="5420" cap="flat">
              <a:solidFill>
                <a:srgbClr val="3A6DA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28" name="pg3428"/>
            <p:cNvSpPr/>
            <p:nvPr/>
          </p:nvSpPr>
          <p:spPr>
            <a:xfrm>
              <a:off x="4682651" y="506741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DA0">
                <a:alpha val="100000"/>
              </a:srgbClr>
            </a:solidFill>
            <a:ln w="5420" cap="flat">
              <a:solidFill>
                <a:srgbClr val="3A6DA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29" name="pg3429"/>
            <p:cNvSpPr/>
            <p:nvPr/>
          </p:nvSpPr>
          <p:spPr>
            <a:xfrm>
              <a:off x="4694288" y="506741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DA0">
                <a:alpha val="100000"/>
              </a:srgbClr>
            </a:solidFill>
            <a:ln w="5420" cap="flat">
              <a:solidFill>
                <a:srgbClr val="3A6DA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30" name="pg3430"/>
            <p:cNvSpPr/>
            <p:nvPr/>
          </p:nvSpPr>
          <p:spPr>
            <a:xfrm>
              <a:off x="4705925" y="506741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EA0">
                <a:alpha val="100000"/>
              </a:srgbClr>
            </a:solidFill>
            <a:ln w="5420" cap="flat">
              <a:solidFill>
                <a:srgbClr val="3A6EA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31" name="pg3431"/>
            <p:cNvSpPr/>
            <p:nvPr/>
          </p:nvSpPr>
          <p:spPr>
            <a:xfrm>
              <a:off x="2820678" y="508171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3B6B">
                <a:alpha val="100000"/>
              </a:srgbClr>
            </a:solidFill>
            <a:ln w="5420" cap="flat">
              <a:solidFill>
                <a:srgbClr val="3B3B6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32" name="pg3432"/>
            <p:cNvSpPr/>
            <p:nvPr/>
          </p:nvSpPr>
          <p:spPr>
            <a:xfrm>
              <a:off x="2832315" y="508171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3A6A">
                <a:alpha val="100000"/>
              </a:srgbClr>
            </a:solidFill>
            <a:ln w="5420" cap="flat">
              <a:solidFill>
                <a:srgbClr val="3B3A6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33" name="pg3433"/>
            <p:cNvSpPr/>
            <p:nvPr/>
          </p:nvSpPr>
          <p:spPr>
            <a:xfrm>
              <a:off x="2843953" y="508171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3A6A">
                <a:alpha val="100000"/>
              </a:srgbClr>
            </a:solidFill>
            <a:ln w="5420" cap="flat">
              <a:solidFill>
                <a:srgbClr val="3B3A6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34" name="pg3434"/>
            <p:cNvSpPr/>
            <p:nvPr/>
          </p:nvSpPr>
          <p:spPr>
            <a:xfrm>
              <a:off x="2855590" y="508171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3969">
                <a:alpha val="100000"/>
              </a:srgbClr>
            </a:solidFill>
            <a:ln w="5420" cap="flat">
              <a:solidFill>
                <a:srgbClr val="3B396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35" name="pg3435"/>
            <p:cNvSpPr/>
            <p:nvPr/>
          </p:nvSpPr>
          <p:spPr>
            <a:xfrm>
              <a:off x="2867227" y="508171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3969">
                <a:alpha val="100000"/>
              </a:srgbClr>
            </a:solidFill>
            <a:ln w="5420" cap="flat">
              <a:solidFill>
                <a:srgbClr val="3B396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36" name="pg3436"/>
            <p:cNvSpPr/>
            <p:nvPr/>
          </p:nvSpPr>
          <p:spPr>
            <a:xfrm>
              <a:off x="2878865" y="508171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3968">
                <a:alpha val="100000"/>
              </a:srgbClr>
            </a:solidFill>
            <a:ln w="5420" cap="flat">
              <a:solidFill>
                <a:srgbClr val="3B396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37" name="pg3437"/>
            <p:cNvSpPr/>
            <p:nvPr/>
          </p:nvSpPr>
          <p:spPr>
            <a:xfrm>
              <a:off x="2890502" y="508171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3968">
                <a:alpha val="100000"/>
              </a:srgbClr>
            </a:solidFill>
            <a:ln w="5420" cap="flat">
              <a:solidFill>
                <a:srgbClr val="3B396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38" name="pg3438"/>
            <p:cNvSpPr/>
            <p:nvPr/>
          </p:nvSpPr>
          <p:spPr>
            <a:xfrm>
              <a:off x="2902139" y="508171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3968">
                <a:alpha val="100000"/>
              </a:srgbClr>
            </a:solidFill>
            <a:ln w="5420" cap="flat">
              <a:solidFill>
                <a:srgbClr val="3B396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39" name="pg3439"/>
            <p:cNvSpPr/>
            <p:nvPr/>
          </p:nvSpPr>
          <p:spPr>
            <a:xfrm>
              <a:off x="4414992" y="508171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5F9C">
                <a:alpha val="100000"/>
              </a:srgbClr>
            </a:solidFill>
            <a:ln w="5420" cap="flat">
              <a:solidFill>
                <a:srgbClr val="395F9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40" name="pg3440"/>
            <p:cNvSpPr/>
            <p:nvPr/>
          </p:nvSpPr>
          <p:spPr>
            <a:xfrm>
              <a:off x="4426630" y="508171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609D">
                <a:alpha val="100000"/>
              </a:srgbClr>
            </a:solidFill>
            <a:ln w="5420" cap="flat">
              <a:solidFill>
                <a:srgbClr val="3960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41" name="pg3441"/>
            <p:cNvSpPr/>
            <p:nvPr/>
          </p:nvSpPr>
          <p:spPr>
            <a:xfrm>
              <a:off x="4438267" y="508171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609D">
                <a:alpha val="100000"/>
              </a:srgbClr>
            </a:solidFill>
            <a:ln w="5420" cap="flat">
              <a:solidFill>
                <a:srgbClr val="3960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42" name="pg3442"/>
            <p:cNvSpPr/>
            <p:nvPr/>
          </p:nvSpPr>
          <p:spPr>
            <a:xfrm>
              <a:off x="4449904" y="508171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19D">
                <a:alpha val="100000"/>
              </a:srgbClr>
            </a:solidFill>
            <a:ln w="5420" cap="flat">
              <a:solidFill>
                <a:srgbClr val="3A61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43" name="pg3443"/>
            <p:cNvSpPr/>
            <p:nvPr/>
          </p:nvSpPr>
          <p:spPr>
            <a:xfrm>
              <a:off x="4461542" y="508171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29D">
                <a:alpha val="100000"/>
              </a:srgbClr>
            </a:solidFill>
            <a:ln w="5420" cap="flat">
              <a:solidFill>
                <a:srgbClr val="3A62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44" name="pg3444"/>
            <p:cNvSpPr/>
            <p:nvPr/>
          </p:nvSpPr>
          <p:spPr>
            <a:xfrm>
              <a:off x="4659376" y="508171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CA0">
                <a:alpha val="100000"/>
              </a:srgbClr>
            </a:solidFill>
            <a:ln w="5420" cap="flat">
              <a:solidFill>
                <a:srgbClr val="3A6CA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45" name="pg3445"/>
            <p:cNvSpPr/>
            <p:nvPr/>
          </p:nvSpPr>
          <p:spPr>
            <a:xfrm>
              <a:off x="4671013" y="508171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CA0">
                <a:alpha val="100000"/>
              </a:srgbClr>
            </a:solidFill>
            <a:ln w="5420" cap="flat">
              <a:solidFill>
                <a:srgbClr val="3A6CA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46" name="pg3446"/>
            <p:cNvSpPr/>
            <p:nvPr/>
          </p:nvSpPr>
          <p:spPr>
            <a:xfrm>
              <a:off x="4682651" y="508171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DA0">
                <a:alpha val="100000"/>
              </a:srgbClr>
            </a:solidFill>
            <a:ln w="5420" cap="flat">
              <a:solidFill>
                <a:srgbClr val="3A6DA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47" name="pg3447"/>
            <p:cNvSpPr/>
            <p:nvPr/>
          </p:nvSpPr>
          <p:spPr>
            <a:xfrm>
              <a:off x="4694288" y="508171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DA0">
                <a:alpha val="100000"/>
              </a:srgbClr>
            </a:solidFill>
            <a:ln w="5420" cap="flat">
              <a:solidFill>
                <a:srgbClr val="3A6DA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48" name="pg3448"/>
            <p:cNvSpPr/>
            <p:nvPr/>
          </p:nvSpPr>
          <p:spPr>
            <a:xfrm>
              <a:off x="4705925" y="508171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DA0">
                <a:alpha val="100000"/>
              </a:srgbClr>
            </a:solidFill>
            <a:ln w="5420" cap="flat">
              <a:solidFill>
                <a:srgbClr val="3A6DA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49" name="pg3449"/>
            <p:cNvSpPr/>
            <p:nvPr/>
          </p:nvSpPr>
          <p:spPr>
            <a:xfrm>
              <a:off x="2820678" y="509601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3B6C">
                <a:alpha val="100000"/>
              </a:srgbClr>
            </a:solidFill>
            <a:ln w="5420" cap="flat">
              <a:solidFill>
                <a:srgbClr val="3B3B6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50" name="pg3450"/>
            <p:cNvSpPr/>
            <p:nvPr/>
          </p:nvSpPr>
          <p:spPr>
            <a:xfrm>
              <a:off x="2832315" y="509601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3B6C">
                <a:alpha val="100000"/>
              </a:srgbClr>
            </a:solidFill>
            <a:ln w="5420" cap="flat">
              <a:solidFill>
                <a:srgbClr val="3B3B6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51" name="pg3451"/>
            <p:cNvSpPr/>
            <p:nvPr/>
          </p:nvSpPr>
          <p:spPr>
            <a:xfrm>
              <a:off x="2843953" y="509601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3B6B">
                <a:alpha val="100000"/>
              </a:srgbClr>
            </a:solidFill>
            <a:ln w="5420" cap="flat">
              <a:solidFill>
                <a:srgbClr val="3B3B6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52" name="pg3452"/>
            <p:cNvSpPr/>
            <p:nvPr/>
          </p:nvSpPr>
          <p:spPr>
            <a:xfrm>
              <a:off x="2855590" y="509601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3B6B">
                <a:alpha val="100000"/>
              </a:srgbClr>
            </a:solidFill>
            <a:ln w="5420" cap="flat">
              <a:solidFill>
                <a:srgbClr val="3B3B6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53" name="pg3453"/>
            <p:cNvSpPr/>
            <p:nvPr/>
          </p:nvSpPr>
          <p:spPr>
            <a:xfrm>
              <a:off x="2867227" y="509601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3A6B">
                <a:alpha val="100000"/>
              </a:srgbClr>
            </a:solidFill>
            <a:ln w="5420" cap="flat">
              <a:solidFill>
                <a:srgbClr val="3B3A6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54" name="pg3454"/>
            <p:cNvSpPr/>
            <p:nvPr/>
          </p:nvSpPr>
          <p:spPr>
            <a:xfrm>
              <a:off x="2878865" y="509601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3A6A">
                <a:alpha val="100000"/>
              </a:srgbClr>
            </a:solidFill>
            <a:ln w="5420" cap="flat">
              <a:solidFill>
                <a:srgbClr val="3B3A6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55" name="pg3455"/>
            <p:cNvSpPr/>
            <p:nvPr/>
          </p:nvSpPr>
          <p:spPr>
            <a:xfrm>
              <a:off x="2890502" y="509601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3A6A">
                <a:alpha val="100000"/>
              </a:srgbClr>
            </a:solidFill>
            <a:ln w="5420" cap="flat">
              <a:solidFill>
                <a:srgbClr val="3B3A6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56" name="pg3456"/>
            <p:cNvSpPr/>
            <p:nvPr/>
          </p:nvSpPr>
          <p:spPr>
            <a:xfrm>
              <a:off x="2902139" y="509601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3A6A">
                <a:alpha val="100000"/>
              </a:srgbClr>
            </a:solidFill>
            <a:ln w="5420" cap="flat">
              <a:solidFill>
                <a:srgbClr val="3B3A6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57" name="pg3457"/>
            <p:cNvSpPr/>
            <p:nvPr/>
          </p:nvSpPr>
          <p:spPr>
            <a:xfrm>
              <a:off x="4414992" y="509601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5F9D">
                <a:alpha val="100000"/>
              </a:srgbClr>
            </a:solidFill>
            <a:ln w="5420" cap="flat">
              <a:solidFill>
                <a:srgbClr val="395F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58" name="pg3458"/>
            <p:cNvSpPr/>
            <p:nvPr/>
          </p:nvSpPr>
          <p:spPr>
            <a:xfrm>
              <a:off x="4426630" y="509601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609D">
                <a:alpha val="100000"/>
              </a:srgbClr>
            </a:solidFill>
            <a:ln w="5420" cap="flat">
              <a:solidFill>
                <a:srgbClr val="3960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59" name="pg3459"/>
            <p:cNvSpPr/>
            <p:nvPr/>
          </p:nvSpPr>
          <p:spPr>
            <a:xfrm>
              <a:off x="4438267" y="509601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609D">
                <a:alpha val="100000"/>
              </a:srgbClr>
            </a:solidFill>
            <a:ln w="5420" cap="flat">
              <a:solidFill>
                <a:srgbClr val="3960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60" name="pg3460"/>
            <p:cNvSpPr/>
            <p:nvPr/>
          </p:nvSpPr>
          <p:spPr>
            <a:xfrm>
              <a:off x="4449904" y="509601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19D">
                <a:alpha val="100000"/>
              </a:srgbClr>
            </a:solidFill>
            <a:ln w="5420" cap="flat">
              <a:solidFill>
                <a:srgbClr val="3A61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61" name="pg3461"/>
            <p:cNvSpPr/>
            <p:nvPr/>
          </p:nvSpPr>
          <p:spPr>
            <a:xfrm>
              <a:off x="4461542" y="509601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29D">
                <a:alpha val="100000"/>
              </a:srgbClr>
            </a:solidFill>
            <a:ln w="5420" cap="flat">
              <a:solidFill>
                <a:srgbClr val="3A62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62" name="pg3462"/>
            <p:cNvSpPr/>
            <p:nvPr/>
          </p:nvSpPr>
          <p:spPr>
            <a:xfrm>
              <a:off x="4473179" y="509601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29D">
                <a:alpha val="100000"/>
              </a:srgbClr>
            </a:solidFill>
            <a:ln w="5420" cap="flat">
              <a:solidFill>
                <a:srgbClr val="3A62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63" name="pg3463"/>
            <p:cNvSpPr/>
            <p:nvPr/>
          </p:nvSpPr>
          <p:spPr>
            <a:xfrm>
              <a:off x="4671013" y="509601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CA0">
                <a:alpha val="100000"/>
              </a:srgbClr>
            </a:solidFill>
            <a:ln w="5420" cap="flat">
              <a:solidFill>
                <a:srgbClr val="3A6CA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64" name="pg3464"/>
            <p:cNvSpPr/>
            <p:nvPr/>
          </p:nvSpPr>
          <p:spPr>
            <a:xfrm>
              <a:off x="4682651" y="509601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CA0">
                <a:alpha val="100000"/>
              </a:srgbClr>
            </a:solidFill>
            <a:ln w="5420" cap="flat">
              <a:solidFill>
                <a:srgbClr val="3A6CA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65" name="pg3465"/>
            <p:cNvSpPr/>
            <p:nvPr/>
          </p:nvSpPr>
          <p:spPr>
            <a:xfrm>
              <a:off x="4694288" y="509601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DA0">
                <a:alpha val="100000"/>
              </a:srgbClr>
            </a:solidFill>
            <a:ln w="5420" cap="flat">
              <a:solidFill>
                <a:srgbClr val="3A6DA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66" name="pg3466"/>
            <p:cNvSpPr/>
            <p:nvPr/>
          </p:nvSpPr>
          <p:spPr>
            <a:xfrm>
              <a:off x="4705925" y="509601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DA0">
                <a:alpha val="100000"/>
              </a:srgbClr>
            </a:solidFill>
            <a:ln w="5420" cap="flat">
              <a:solidFill>
                <a:srgbClr val="3A6DA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67" name="pg3467"/>
            <p:cNvSpPr/>
            <p:nvPr/>
          </p:nvSpPr>
          <p:spPr>
            <a:xfrm>
              <a:off x="4717563" y="509601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DA0">
                <a:alpha val="100000"/>
              </a:srgbClr>
            </a:solidFill>
            <a:ln w="5420" cap="flat">
              <a:solidFill>
                <a:srgbClr val="3A6DA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68" name="pg3468"/>
            <p:cNvSpPr/>
            <p:nvPr/>
          </p:nvSpPr>
          <p:spPr>
            <a:xfrm>
              <a:off x="2832315" y="511031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3C6C">
                <a:alpha val="100000"/>
              </a:srgbClr>
            </a:solidFill>
            <a:ln w="5420" cap="flat">
              <a:solidFill>
                <a:srgbClr val="3B3C6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69" name="pg3469"/>
            <p:cNvSpPr/>
            <p:nvPr/>
          </p:nvSpPr>
          <p:spPr>
            <a:xfrm>
              <a:off x="2843953" y="511031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3B6C">
                <a:alpha val="100000"/>
              </a:srgbClr>
            </a:solidFill>
            <a:ln w="5420" cap="flat">
              <a:solidFill>
                <a:srgbClr val="3B3B6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70" name="pg3470"/>
            <p:cNvSpPr/>
            <p:nvPr/>
          </p:nvSpPr>
          <p:spPr>
            <a:xfrm>
              <a:off x="2855590" y="511031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3B6C">
                <a:alpha val="100000"/>
              </a:srgbClr>
            </a:solidFill>
            <a:ln w="5420" cap="flat">
              <a:solidFill>
                <a:srgbClr val="3B3B6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71" name="pg3471"/>
            <p:cNvSpPr/>
            <p:nvPr/>
          </p:nvSpPr>
          <p:spPr>
            <a:xfrm>
              <a:off x="2867227" y="511031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3B6B">
                <a:alpha val="100000"/>
              </a:srgbClr>
            </a:solidFill>
            <a:ln w="5420" cap="flat">
              <a:solidFill>
                <a:srgbClr val="3B3B6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72" name="pg3472"/>
            <p:cNvSpPr/>
            <p:nvPr/>
          </p:nvSpPr>
          <p:spPr>
            <a:xfrm>
              <a:off x="2878865" y="511031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3B6B">
                <a:alpha val="100000"/>
              </a:srgbClr>
            </a:solidFill>
            <a:ln w="5420" cap="flat">
              <a:solidFill>
                <a:srgbClr val="3B3B6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73" name="pg3473"/>
            <p:cNvSpPr/>
            <p:nvPr/>
          </p:nvSpPr>
          <p:spPr>
            <a:xfrm>
              <a:off x="2890502" y="511031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3B6B">
                <a:alpha val="100000"/>
              </a:srgbClr>
            </a:solidFill>
            <a:ln w="5420" cap="flat">
              <a:solidFill>
                <a:srgbClr val="3B3B6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74" name="pg3474"/>
            <p:cNvSpPr/>
            <p:nvPr/>
          </p:nvSpPr>
          <p:spPr>
            <a:xfrm>
              <a:off x="4426630" y="511031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609D">
                <a:alpha val="100000"/>
              </a:srgbClr>
            </a:solidFill>
            <a:ln w="5420" cap="flat">
              <a:solidFill>
                <a:srgbClr val="3960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75" name="pg3475"/>
            <p:cNvSpPr/>
            <p:nvPr/>
          </p:nvSpPr>
          <p:spPr>
            <a:xfrm>
              <a:off x="4438267" y="511031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609D">
                <a:alpha val="100000"/>
              </a:srgbClr>
            </a:solidFill>
            <a:ln w="5420" cap="flat">
              <a:solidFill>
                <a:srgbClr val="3960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76" name="pg3476"/>
            <p:cNvSpPr/>
            <p:nvPr/>
          </p:nvSpPr>
          <p:spPr>
            <a:xfrm>
              <a:off x="4449904" y="511031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19D">
                <a:alpha val="100000"/>
              </a:srgbClr>
            </a:solidFill>
            <a:ln w="5420" cap="flat">
              <a:solidFill>
                <a:srgbClr val="3A61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77" name="pg3477"/>
            <p:cNvSpPr/>
            <p:nvPr/>
          </p:nvSpPr>
          <p:spPr>
            <a:xfrm>
              <a:off x="4461542" y="511031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29D">
                <a:alpha val="100000"/>
              </a:srgbClr>
            </a:solidFill>
            <a:ln w="5420" cap="flat">
              <a:solidFill>
                <a:srgbClr val="3A62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78" name="pg3478"/>
            <p:cNvSpPr/>
            <p:nvPr/>
          </p:nvSpPr>
          <p:spPr>
            <a:xfrm>
              <a:off x="4473179" y="511031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29D">
                <a:alpha val="100000"/>
              </a:srgbClr>
            </a:solidFill>
            <a:ln w="5420" cap="flat">
              <a:solidFill>
                <a:srgbClr val="3A62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79" name="pg3479"/>
            <p:cNvSpPr/>
            <p:nvPr/>
          </p:nvSpPr>
          <p:spPr>
            <a:xfrm>
              <a:off x="4671013" y="511031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CA0">
                <a:alpha val="100000"/>
              </a:srgbClr>
            </a:solidFill>
            <a:ln w="5420" cap="flat">
              <a:solidFill>
                <a:srgbClr val="3A6CA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80" name="pg3480"/>
            <p:cNvSpPr/>
            <p:nvPr/>
          </p:nvSpPr>
          <p:spPr>
            <a:xfrm>
              <a:off x="4682651" y="511031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CA0">
                <a:alpha val="100000"/>
              </a:srgbClr>
            </a:solidFill>
            <a:ln w="5420" cap="flat">
              <a:solidFill>
                <a:srgbClr val="3A6CA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81" name="pg3481"/>
            <p:cNvSpPr/>
            <p:nvPr/>
          </p:nvSpPr>
          <p:spPr>
            <a:xfrm>
              <a:off x="4694288" y="511031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CA0">
                <a:alpha val="100000"/>
              </a:srgbClr>
            </a:solidFill>
            <a:ln w="5420" cap="flat">
              <a:solidFill>
                <a:srgbClr val="3A6CA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82" name="pg3482"/>
            <p:cNvSpPr/>
            <p:nvPr/>
          </p:nvSpPr>
          <p:spPr>
            <a:xfrm>
              <a:off x="4705925" y="511031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DA0">
                <a:alpha val="100000"/>
              </a:srgbClr>
            </a:solidFill>
            <a:ln w="5420" cap="flat">
              <a:solidFill>
                <a:srgbClr val="3A6DA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83" name="pg3483"/>
            <p:cNvSpPr/>
            <p:nvPr/>
          </p:nvSpPr>
          <p:spPr>
            <a:xfrm>
              <a:off x="4717563" y="511031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DA0">
                <a:alpha val="100000"/>
              </a:srgbClr>
            </a:solidFill>
            <a:ln w="5420" cap="flat">
              <a:solidFill>
                <a:srgbClr val="3A6DA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84" name="pg3484"/>
            <p:cNvSpPr/>
            <p:nvPr/>
          </p:nvSpPr>
          <p:spPr>
            <a:xfrm>
              <a:off x="4729200" y="511031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EA0">
                <a:alpha val="100000"/>
              </a:srgbClr>
            </a:solidFill>
            <a:ln w="5420" cap="flat">
              <a:solidFill>
                <a:srgbClr val="3A6EA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85" name="pg3485"/>
            <p:cNvSpPr/>
            <p:nvPr/>
          </p:nvSpPr>
          <p:spPr>
            <a:xfrm>
              <a:off x="2832315" y="512461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3C6D">
                <a:alpha val="100000"/>
              </a:srgbClr>
            </a:solidFill>
            <a:ln w="5420" cap="flat">
              <a:solidFill>
                <a:srgbClr val="3B3C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86" name="pg3486"/>
            <p:cNvSpPr/>
            <p:nvPr/>
          </p:nvSpPr>
          <p:spPr>
            <a:xfrm>
              <a:off x="2843953" y="512461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3C6D">
                <a:alpha val="100000"/>
              </a:srgbClr>
            </a:solidFill>
            <a:ln w="5420" cap="flat">
              <a:solidFill>
                <a:srgbClr val="3B3C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87" name="pg3487"/>
            <p:cNvSpPr/>
            <p:nvPr/>
          </p:nvSpPr>
          <p:spPr>
            <a:xfrm>
              <a:off x="2855590" y="512461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3C6D">
                <a:alpha val="100000"/>
              </a:srgbClr>
            </a:solidFill>
            <a:ln w="5420" cap="flat">
              <a:solidFill>
                <a:srgbClr val="3B3C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88" name="pg3488"/>
            <p:cNvSpPr/>
            <p:nvPr/>
          </p:nvSpPr>
          <p:spPr>
            <a:xfrm>
              <a:off x="2867227" y="512461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3B6C">
                <a:alpha val="100000"/>
              </a:srgbClr>
            </a:solidFill>
            <a:ln w="5420" cap="flat">
              <a:solidFill>
                <a:srgbClr val="3B3B6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89" name="pg3489"/>
            <p:cNvSpPr/>
            <p:nvPr/>
          </p:nvSpPr>
          <p:spPr>
            <a:xfrm>
              <a:off x="2878865" y="512461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3B6C">
                <a:alpha val="100000"/>
              </a:srgbClr>
            </a:solidFill>
            <a:ln w="5420" cap="flat">
              <a:solidFill>
                <a:srgbClr val="3B3B6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90" name="pg3490"/>
            <p:cNvSpPr/>
            <p:nvPr/>
          </p:nvSpPr>
          <p:spPr>
            <a:xfrm>
              <a:off x="2890502" y="512461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3B6C">
                <a:alpha val="100000"/>
              </a:srgbClr>
            </a:solidFill>
            <a:ln w="5420" cap="flat">
              <a:solidFill>
                <a:srgbClr val="3B3B6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91" name="pg3491"/>
            <p:cNvSpPr/>
            <p:nvPr/>
          </p:nvSpPr>
          <p:spPr>
            <a:xfrm>
              <a:off x="4438267" y="512461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609D">
                <a:alpha val="100000"/>
              </a:srgbClr>
            </a:solidFill>
            <a:ln w="5420" cap="flat">
              <a:solidFill>
                <a:srgbClr val="3960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92" name="pg3492"/>
            <p:cNvSpPr/>
            <p:nvPr/>
          </p:nvSpPr>
          <p:spPr>
            <a:xfrm>
              <a:off x="4449904" y="512461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19D">
                <a:alpha val="100000"/>
              </a:srgbClr>
            </a:solidFill>
            <a:ln w="5420" cap="flat">
              <a:solidFill>
                <a:srgbClr val="3A61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93" name="pg3493"/>
            <p:cNvSpPr/>
            <p:nvPr/>
          </p:nvSpPr>
          <p:spPr>
            <a:xfrm>
              <a:off x="4461542" y="512461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29D">
                <a:alpha val="100000"/>
              </a:srgbClr>
            </a:solidFill>
            <a:ln w="5420" cap="flat">
              <a:solidFill>
                <a:srgbClr val="3A62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94" name="pg3494"/>
            <p:cNvSpPr/>
            <p:nvPr/>
          </p:nvSpPr>
          <p:spPr>
            <a:xfrm>
              <a:off x="4473179" y="512461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29D">
                <a:alpha val="100000"/>
              </a:srgbClr>
            </a:solidFill>
            <a:ln w="5420" cap="flat">
              <a:solidFill>
                <a:srgbClr val="3A62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95" name="pg3495"/>
            <p:cNvSpPr/>
            <p:nvPr/>
          </p:nvSpPr>
          <p:spPr>
            <a:xfrm>
              <a:off x="4484816" y="512461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39D">
                <a:alpha val="100000"/>
              </a:srgbClr>
            </a:solidFill>
            <a:ln w="5420" cap="flat">
              <a:solidFill>
                <a:srgbClr val="3A63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96" name="pg3496"/>
            <p:cNvSpPr/>
            <p:nvPr/>
          </p:nvSpPr>
          <p:spPr>
            <a:xfrm>
              <a:off x="4496454" y="512461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39E">
                <a:alpha val="100000"/>
              </a:srgbClr>
            </a:solidFill>
            <a:ln w="5420" cap="flat">
              <a:solidFill>
                <a:srgbClr val="3A63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97" name="pg3497"/>
            <p:cNvSpPr/>
            <p:nvPr/>
          </p:nvSpPr>
          <p:spPr>
            <a:xfrm>
              <a:off x="4508091" y="512461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49E">
                <a:alpha val="100000"/>
              </a:srgbClr>
            </a:solidFill>
            <a:ln w="5420" cap="flat">
              <a:solidFill>
                <a:srgbClr val="3A64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98" name="pg3498"/>
            <p:cNvSpPr/>
            <p:nvPr/>
          </p:nvSpPr>
          <p:spPr>
            <a:xfrm>
              <a:off x="4519728" y="512461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59E">
                <a:alpha val="100000"/>
              </a:srgbClr>
            </a:solidFill>
            <a:ln w="5420" cap="flat">
              <a:solidFill>
                <a:srgbClr val="3A65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99" name="pg3499"/>
            <p:cNvSpPr/>
            <p:nvPr/>
          </p:nvSpPr>
          <p:spPr>
            <a:xfrm>
              <a:off x="4682651" y="512461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CA0">
                <a:alpha val="100000"/>
              </a:srgbClr>
            </a:solidFill>
            <a:ln w="5420" cap="flat">
              <a:solidFill>
                <a:srgbClr val="3A6CA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00" name="pg3500"/>
            <p:cNvSpPr/>
            <p:nvPr/>
          </p:nvSpPr>
          <p:spPr>
            <a:xfrm>
              <a:off x="4694288" y="512461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CA0">
                <a:alpha val="100000"/>
              </a:srgbClr>
            </a:solidFill>
            <a:ln w="5420" cap="flat">
              <a:solidFill>
                <a:srgbClr val="3A6CA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01" name="pg3501"/>
            <p:cNvSpPr/>
            <p:nvPr/>
          </p:nvSpPr>
          <p:spPr>
            <a:xfrm>
              <a:off x="4705925" y="512461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DA0">
                <a:alpha val="100000"/>
              </a:srgbClr>
            </a:solidFill>
            <a:ln w="5420" cap="flat">
              <a:solidFill>
                <a:srgbClr val="3A6DA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02" name="pg3502"/>
            <p:cNvSpPr/>
            <p:nvPr/>
          </p:nvSpPr>
          <p:spPr>
            <a:xfrm>
              <a:off x="4717563" y="512461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DA0">
                <a:alpha val="100000"/>
              </a:srgbClr>
            </a:solidFill>
            <a:ln w="5420" cap="flat">
              <a:solidFill>
                <a:srgbClr val="3A6DA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03" name="pg3503"/>
            <p:cNvSpPr/>
            <p:nvPr/>
          </p:nvSpPr>
          <p:spPr>
            <a:xfrm>
              <a:off x="4729200" y="512461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DA0">
                <a:alpha val="100000"/>
              </a:srgbClr>
            </a:solidFill>
            <a:ln w="5420" cap="flat">
              <a:solidFill>
                <a:srgbClr val="3A6DA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04" name="pg3504"/>
            <p:cNvSpPr/>
            <p:nvPr/>
          </p:nvSpPr>
          <p:spPr>
            <a:xfrm>
              <a:off x="2843953" y="513891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3C6E">
                <a:alpha val="100000"/>
              </a:srgbClr>
            </a:solidFill>
            <a:ln w="5420" cap="flat">
              <a:solidFill>
                <a:srgbClr val="3B3C6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05" name="pg3505"/>
            <p:cNvSpPr/>
            <p:nvPr/>
          </p:nvSpPr>
          <p:spPr>
            <a:xfrm>
              <a:off x="2855590" y="513891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3C6D">
                <a:alpha val="100000"/>
              </a:srgbClr>
            </a:solidFill>
            <a:ln w="5420" cap="flat">
              <a:solidFill>
                <a:srgbClr val="3B3C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06" name="pg3506"/>
            <p:cNvSpPr/>
            <p:nvPr/>
          </p:nvSpPr>
          <p:spPr>
            <a:xfrm>
              <a:off x="2867227" y="513891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3C6D">
                <a:alpha val="100000"/>
              </a:srgbClr>
            </a:solidFill>
            <a:ln w="5420" cap="flat">
              <a:solidFill>
                <a:srgbClr val="3B3C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07" name="pg3507"/>
            <p:cNvSpPr/>
            <p:nvPr/>
          </p:nvSpPr>
          <p:spPr>
            <a:xfrm>
              <a:off x="2878865" y="513891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3C6D">
                <a:alpha val="100000"/>
              </a:srgbClr>
            </a:solidFill>
            <a:ln w="5420" cap="flat">
              <a:solidFill>
                <a:srgbClr val="3B3C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08" name="pg3508"/>
            <p:cNvSpPr/>
            <p:nvPr/>
          </p:nvSpPr>
          <p:spPr>
            <a:xfrm>
              <a:off x="2890502" y="513891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3C6D">
                <a:alpha val="100000"/>
              </a:srgbClr>
            </a:solidFill>
            <a:ln w="5420" cap="flat">
              <a:solidFill>
                <a:srgbClr val="3B3C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09" name="pg3509"/>
            <p:cNvSpPr/>
            <p:nvPr/>
          </p:nvSpPr>
          <p:spPr>
            <a:xfrm>
              <a:off x="4438267" y="513891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619D">
                <a:alpha val="100000"/>
              </a:srgbClr>
            </a:solidFill>
            <a:ln w="5420" cap="flat">
              <a:solidFill>
                <a:srgbClr val="3961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10" name="pg3510"/>
            <p:cNvSpPr/>
            <p:nvPr/>
          </p:nvSpPr>
          <p:spPr>
            <a:xfrm>
              <a:off x="4449904" y="513891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19D">
                <a:alpha val="100000"/>
              </a:srgbClr>
            </a:solidFill>
            <a:ln w="5420" cap="flat">
              <a:solidFill>
                <a:srgbClr val="3A61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11" name="pg3511"/>
            <p:cNvSpPr/>
            <p:nvPr/>
          </p:nvSpPr>
          <p:spPr>
            <a:xfrm>
              <a:off x="4461542" y="513891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29D">
                <a:alpha val="100000"/>
              </a:srgbClr>
            </a:solidFill>
            <a:ln w="5420" cap="flat">
              <a:solidFill>
                <a:srgbClr val="3A62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12" name="pg3512"/>
            <p:cNvSpPr/>
            <p:nvPr/>
          </p:nvSpPr>
          <p:spPr>
            <a:xfrm>
              <a:off x="4473179" y="513891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29D">
                <a:alpha val="100000"/>
              </a:srgbClr>
            </a:solidFill>
            <a:ln w="5420" cap="flat">
              <a:solidFill>
                <a:srgbClr val="3A62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13" name="pg3513"/>
            <p:cNvSpPr/>
            <p:nvPr/>
          </p:nvSpPr>
          <p:spPr>
            <a:xfrm>
              <a:off x="4484816" y="513891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39D">
                <a:alpha val="100000"/>
              </a:srgbClr>
            </a:solidFill>
            <a:ln w="5420" cap="flat">
              <a:solidFill>
                <a:srgbClr val="3A63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14" name="pg3514"/>
            <p:cNvSpPr/>
            <p:nvPr/>
          </p:nvSpPr>
          <p:spPr>
            <a:xfrm>
              <a:off x="4496454" y="513891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39E">
                <a:alpha val="100000"/>
              </a:srgbClr>
            </a:solidFill>
            <a:ln w="5420" cap="flat">
              <a:solidFill>
                <a:srgbClr val="3A63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15" name="pg3515"/>
            <p:cNvSpPr/>
            <p:nvPr/>
          </p:nvSpPr>
          <p:spPr>
            <a:xfrm>
              <a:off x="4508091" y="513891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49E">
                <a:alpha val="100000"/>
              </a:srgbClr>
            </a:solidFill>
            <a:ln w="5420" cap="flat">
              <a:solidFill>
                <a:srgbClr val="3A64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16" name="pg3516"/>
            <p:cNvSpPr/>
            <p:nvPr/>
          </p:nvSpPr>
          <p:spPr>
            <a:xfrm>
              <a:off x="4519728" y="513891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59E">
                <a:alpha val="100000"/>
              </a:srgbClr>
            </a:solidFill>
            <a:ln w="5420" cap="flat">
              <a:solidFill>
                <a:srgbClr val="3A65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17" name="pg3517"/>
            <p:cNvSpPr/>
            <p:nvPr/>
          </p:nvSpPr>
          <p:spPr>
            <a:xfrm>
              <a:off x="4531366" y="513891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59E">
                <a:alpha val="100000"/>
              </a:srgbClr>
            </a:solidFill>
            <a:ln w="5420" cap="flat">
              <a:solidFill>
                <a:srgbClr val="3A65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18" name="pg3518"/>
            <p:cNvSpPr/>
            <p:nvPr/>
          </p:nvSpPr>
          <p:spPr>
            <a:xfrm>
              <a:off x="4682651" y="513891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CA0">
                <a:alpha val="100000"/>
              </a:srgbClr>
            </a:solidFill>
            <a:ln w="5420" cap="flat">
              <a:solidFill>
                <a:srgbClr val="3A6CA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19" name="pg3519"/>
            <p:cNvSpPr/>
            <p:nvPr/>
          </p:nvSpPr>
          <p:spPr>
            <a:xfrm>
              <a:off x="4694288" y="513891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CA0">
                <a:alpha val="100000"/>
              </a:srgbClr>
            </a:solidFill>
            <a:ln w="5420" cap="flat">
              <a:solidFill>
                <a:srgbClr val="3A6CA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20" name="pg3520"/>
            <p:cNvSpPr/>
            <p:nvPr/>
          </p:nvSpPr>
          <p:spPr>
            <a:xfrm>
              <a:off x="4705925" y="513891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CA0">
                <a:alpha val="100000"/>
              </a:srgbClr>
            </a:solidFill>
            <a:ln w="5420" cap="flat">
              <a:solidFill>
                <a:srgbClr val="3A6CA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21" name="pg3521"/>
            <p:cNvSpPr/>
            <p:nvPr/>
          </p:nvSpPr>
          <p:spPr>
            <a:xfrm>
              <a:off x="4717563" y="513891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DA0">
                <a:alpha val="100000"/>
              </a:srgbClr>
            </a:solidFill>
            <a:ln w="5420" cap="flat">
              <a:solidFill>
                <a:srgbClr val="3A6DA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22" name="pg3522"/>
            <p:cNvSpPr/>
            <p:nvPr/>
          </p:nvSpPr>
          <p:spPr>
            <a:xfrm>
              <a:off x="4729200" y="513891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DA0">
                <a:alpha val="100000"/>
              </a:srgbClr>
            </a:solidFill>
            <a:ln w="5420" cap="flat">
              <a:solidFill>
                <a:srgbClr val="3A6DA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23" name="pg3523"/>
            <p:cNvSpPr/>
            <p:nvPr/>
          </p:nvSpPr>
          <p:spPr>
            <a:xfrm>
              <a:off x="2843953" y="515321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3D6E">
                <a:alpha val="100000"/>
              </a:srgbClr>
            </a:solidFill>
            <a:ln w="5420" cap="flat">
              <a:solidFill>
                <a:srgbClr val="3B3D6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24" name="pg3524"/>
            <p:cNvSpPr/>
            <p:nvPr/>
          </p:nvSpPr>
          <p:spPr>
            <a:xfrm>
              <a:off x="2855590" y="515321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3D6E">
                <a:alpha val="100000"/>
              </a:srgbClr>
            </a:solidFill>
            <a:ln w="5420" cap="flat">
              <a:solidFill>
                <a:srgbClr val="3B3D6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25" name="pg3525"/>
            <p:cNvSpPr/>
            <p:nvPr/>
          </p:nvSpPr>
          <p:spPr>
            <a:xfrm>
              <a:off x="2867227" y="515321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3D6E">
                <a:alpha val="100000"/>
              </a:srgbClr>
            </a:solidFill>
            <a:ln w="5420" cap="flat">
              <a:solidFill>
                <a:srgbClr val="3B3D6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26" name="pg3526"/>
            <p:cNvSpPr/>
            <p:nvPr/>
          </p:nvSpPr>
          <p:spPr>
            <a:xfrm>
              <a:off x="2878865" y="515321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3D6E">
                <a:alpha val="100000"/>
              </a:srgbClr>
            </a:solidFill>
            <a:ln w="5420" cap="flat">
              <a:solidFill>
                <a:srgbClr val="3B3D6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27" name="pg3527"/>
            <p:cNvSpPr/>
            <p:nvPr/>
          </p:nvSpPr>
          <p:spPr>
            <a:xfrm>
              <a:off x="2890502" y="515321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3C6E">
                <a:alpha val="100000"/>
              </a:srgbClr>
            </a:solidFill>
            <a:ln w="5420" cap="flat">
              <a:solidFill>
                <a:srgbClr val="3B3C6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28" name="pg3528"/>
            <p:cNvSpPr/>
            <p:nvPr/>
          </p:nvSpPr>
          <p:spPr>
            <a:xfrm>
              <a:off x="4449904" y="515321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19D">
                <a:alpha val="100000"/>
              </a:srgbClr>
            </a:solidFill>
            <a:ln w="5420" cap="flat">
              <a:solidFill>
                <a:srgbClr val="3A61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29" name="pg3529"/>
            <p:cNvSpPr/>
            <p:nvPr/>
          </p:nvSpPr>
          <p:spPr>
            <a:xfrm>
              <a:off x="4461542" y="515321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29D">
                <a:alpha val="100000"/>
              </a:srgbClr>
            </a:solidFill>
            <a:ln w="5420" cap="flat">
              <a:solidFill>
                <a:srgbClr val="3A62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30" name="pg3530"/>
            <p:cNvSpPr/>
            <p:nvPr/>
          </p:nvSpPr>
          <p:spPr>
            <a:xfrm>
              <a:off x="4473179" y="515321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29D">
                <a:alpha val="100000"/>
              </a:srgbClr>
            </a:solidFill>
            <a:ln w="5420" cap="flat">
              <a:solidFill>
                <a:srgbClr val="3A62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31" name="pg3531"/>
            <p:cNvSpPr/>
            <p:nvPr/>
          </p:nvSpPr>
          <p:spPr>
            <a:xfrm>
              <a:off x="4484816" y="515321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39D">
                <a:alpha val="100000"/>
              </a:srgbClr>
            </a:solidFill>
            <a:ln w="5420" cap="flat">
              <a:solidFill>
                <a:srgbClr val="3A63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32" name="pg3532"/>
            <p:cNvSpPr/>
            <p:nvPr/>
          </p:nvSpPr>
          <p:spPr>
            <a:xfrm>
              <a:off x="4496454" y="515321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39E">
                <a:alpha val="100000"/>
              </a:srgbClr>
            </a:solidFill>
            <a:ln w="5420" cap="flat">
              <a:solidFill>
                <a:srgbClr val="3A63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33" name="pg3533"/>
            <p:cNvSpPr/>
            <p:nvPr/>
          </p:nvSpPr>
          <p:spPr>
            <a:xfrm>
              <a:off x="4508091" y="515321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49E">
                <a:alpha val="100000"/>
              </a:srgbClr>
            </a:solidFill>
            <a:ln w="5420" cap="flat">
              <a:solidFill>
                <a:srgbClr val="3A64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34" name="pg3534"/>
            <p:cNvSpPr/>
            <p:nvPr/>
          </p:nvSpPr>
          <p:spPr>
            <a:xfrm>
              <a:off x="4519728" y="515321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59E">
                <a:alpha val="100000"/>
              </a:srgbClr>
            </a:solidFill>
            <a:ln w="5420" cap="flat">
              <a:solidFill>
                <a:srgbClr val="3A65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35" name="pg3535"/>
            <p:cNvSpPr/>
            <p:nvPr/>
          </p:nvSpPr>
          <p:spPr>
            <a:xfrm>
              <a:off x="4531366" y="515321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59E">
                <a:alpha val="100000"/>
              </a:srgbClr>
            </a:solidFill>
            <a:ln w="5420" cap="flat">
              <a:solidFill>
                <a:srgbClr val="3A65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36" name="pg3536"/>
            <p:cNvSpPr/>
            <p:nvPr/>
          </p:nvSpPr>
          <p:spPr>
            <a:xfrm>
              <a:off x="4694288" y="515321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CA0">
                <a:alpha val="100000"/>
              </a:srgbClr>
            </a:solidFill>
            <a:ln w="5420" cap="flat">
              <a:solidFill>
                <a:srgbClr val="3A6CA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37" name="pg3537"/>
            <p:cNvSpPr/>
            <p:nvPr/>
          </p:nvSpPr>
          <p:spPr>
            <a:xfrm>
              <a:off x="4705925" y="515321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CA0">
                <a:alpha val="100000"/>
              </a:srgbClr>
            </a:solidFill>
            <a:ln w="5420" cap="flat">
              <a:solidFill>
                <a:srgbClr val="3A6CA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38" name="pg3538"/>
            <p:cNvSpPr/>
            <p:nvPr/>
          </p:nvSpPr>
          <p:spPr>
            <a:xfrm>
              <a:off x="4717563" y="515321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DA0">
                <a:alpha val="100000"/>
              </a:srgbClr>
            </a:solidFill>
            <a:ln w="5420" cap="flat">
              <a:solidFill>
                <a:srgbClr val="3A6DA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39" name="pg3539"/>
            <p:cNvSpPr/>
            <p:nvPr/>
          </p:nvSpPr>
          <p:spPr>
            <a:xfrm>
              <a:off x="4729200" y="515321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DA0">
                <a:alpha val="100000"/>
              </a:srgbClr>
            </a:solidFill>
            <a:ln w="5420" cap="flat">
              <a:solidFill>
                <a:srgbClr val="3A6DA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40" name="pg3540"/>
            <p:cNvSpPr/>
            <p:nvPr/>
          </p:nvSpPr>
          <p:spPr>
            <a:xfrm>
              <a:off x="4740837" y="515321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DA0">
                <a:alpha val="100000"/>
              </a:srgbClr>
            </a:solidFill>
            <a:ln w="5420" cap="flat">
              <a:solidFill>
                <a:srgbClr val="3A6DA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41" name="pg3541"/>
            <p:cNvSpPr/>
            <p:nvPr/>
          </p:nvSpPr>
          <p:spPr>
            <a:xfrm>
              <a:off x="2843953" y="516751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3D6F">
                <a:alpha val="100000"/>
              </a:srgbClr>
            </a:solidFill>
            <a:ln w="5420" cap="flat">
              <a:solidFill>
                <a:srgbClr val="3B3D6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42" name="pg3542"/>
            <p:cNvSpPr/>
            <p:nvPr/>
          </p:nvSpPr>
          <p:spPr>
            <a:xfrm>
              <a:off x="2855590" y="516751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3D6F">
                <a:alpha val="100000"/>
              </a:srgbClr>
            </a:solidFill>
            <a:ln w="5420" cap="flat">
              <a:solidFill>
                <a:srgbClr val="3B3D6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43" name="pg3543"/>
            <p:cNvSpPr/>
            <p:nvPr/>
          </p:nvSpPr>
          <p:spPr>
            <a:xfrm>
              <a:off x="2867227" y="516751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3D6F">
                <a:alpha val="100000"/>
              </a:srgbClr>
            </a:solidFill>
            <a:ln w="5420" cap="flat">
              <a:solidFill>
                <a:srgbClr val="3B3D6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44" name="pg3544"/>
            <p:cNvSpPr/>
            <p:nvPr/>
          </p:nvSpPr>
          <p:spPr>
            <a:xfrm>
              <a:off x="2878865" y="516751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3D6F">
                <a:alpha val="100000"/>
              </a:srgbClr>
            </a:solidFill>
            <a:ln w="5420" cap="flat">
              <a:solidFill>
                <a:srgbClr val="3B3D6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45" name="pg3545"/>
            <p:cNvSpPr/>
            <p:nvPr/>
          </p:nvSpPr>
          <p:spPr>
            <a:xfrm>
              <a:off x="2890502" y="516751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3D6F">
                <a:alpha val="100000"/>
              </a:srgbClr>
            </a:solidFill>
            <a:ln w="5420" cap="flat">
              <a:solidFill>
                <a:srgbClr val="3B3D6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46" name="pg3546"/>
            <p:cNvSpPr/>
            <p:nvPr/>
          </p:nvSpPr>
          <p:spPr>
            <a:xfrm>
              <a:off x="4461542" y="516751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29D">
                <a:alpha val="100000"/>
              </a:srgbClr>
            </a:solidFill>
            <a:ln w="5420" cap="flat">
              <a:solidFill>
                <a:srgbClr val="3A62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47" name="pg3547"/>
            <p:cNvSpPr/>
            <p:nvPr/>
          </p:nvSpPr>
          <p:spPr>
            <a:xfrm>
              <a:off x="4473179" y="516751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29D">
                <a:alpha val="100000"/>
              </a:srgbClr>
            </a:solidFill>
            <a:ln w="5420" cap="flat">
              <a:solidFill>
                <a:srgbClr val="3A62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48" name="pg3548"/>
            <p:cNvSpPr/>
            <p:nvPr/>
          </p:nvSpPr>
          <p:spPr>
            <a:xfrm>
              <a:off x="4484816" y="516751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39D">
                <a:alpha val="100000"/>
              </a:srgbClr>
            </a:solidFill>
            <a:ln w="5420" cap="flat">
              <a:solidFill>
                <a:srgbClr val="3A63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49" name="pg3549"/>
            <p:cNvSpPr/>
            <p:nvPr/>
          </p:nvSpPr>
          <p:spPr>
            <a:xfrm>
              <a:off x="4496454" y="516751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39D">
                <a:alpha val="100000"/>
              </a:srgbClr>
            </a:solidFill>
            <a:ln w="5420" cap="flat">
              <a:solidFill>
                <a:srgbClr val="3A63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50" name="pg3550"/>
            <p:cNvSpPr/>
            <p:nvPr/>
          </p:nvSpPr>
          <p:spPr>
            <a:xfrm>
              <a:off x="4508091" y="516751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49E">
                <a:alpha val="100000"/>
              </a:srgbClr>
            </a:solidFill>
            <a:ln w="5420" cap="flat">
              <a:solidFill>
                <a:srgbClr val="3A64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51" name="pg3551"/>
            <p:cNvSpPr/>
            <p:nvPr/>
          </p:nvSpPr>
          <p:spPr>
            <a:xfrm>
              <a:off x="4519728" y="516751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59E">
                <a:alpha val="100000"/>
              </a:srgbClr>
            </a:solidFill>
            <a:ln w="5420" cap="flat">
              <a:solidFill>
                <a:srgbClr val="3A65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52" name="pg3552"/>
            <p:cNvSpPr/>
            <p:nvPr/>
          </p:nvSpPr>
          <p:spPr>
            <a:xfrm>
              <a:off x="4531366" y="516751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59E">
                <a:alpha val="100000"/>
              </a:srgbClr>
            </a:solidFill>
            <a:ln w="5420" cap="flat">
              <a:solidFill>
                <a:srgbClr val="3A65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53" name="pg3553"/>
            <p:cNvSpPr/>
            <p:nvPr/>
          </p:nvSpPr>
          <p:spPr>
            <a:xfrm>
              <a:off x="4543003" y="516751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69E">
                <a:alpha val="100000"/>
              </a:srgbClr>
            </a:solidFill>
            <a:ln w="5420" cap="flat">
              <a:solidFill>
                <a:srgbClr val="3A66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54" name="pg3554"/>
            <p:cNvSpPr/>
            <p:nvPr/>
          </p:nvSpPr>
          <p:spPr>
            <a:xfrm>
              <a:off x="4694288" y="516751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C9F">
                <a:alpha val="100000"/>
              </a:srgbClr>
            </a:solidFill>
            <a:ln w="5420" cap="flat">
              <a:solidFill>
                <a:srgbClr val="3A6C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55" name="pg3555"/>
            <p:cNvSpPr/>
            <p:nvPr/>
          </p:nvSpPr>
          <p:spPr>
            <a:xfrm>
              <a:off x="4705925" y="516751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CA0">
                <a:alpha val="100000"/>
              </a:srgbClr>
            </a:solidFill>
            <a:ln w="5420" cap="flat">
              <a:solidFill>
                <a:srgbClr val="3A6CA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56" name="pg3556"/>
            <p:cNvSpPr/>
            <p:nvPr/>
          </p:nvSpPr>
          <p:spPr>
            <a:xfrm>
              <a:off x="4717563" y="516751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CA0">
                <a:alpha val="100000"/>
              </a:srgbClr>
            </a:solidFill>
            <a:ln w="5420" cap="flat">
              <a:solidFill>
                <a:srgbClr val="3A6CA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57" name="pg3557"/>
            <p:cNvSpPr/>
            <p:nvPr/>
          </p:nvSpPr>
          <p:spPr>
            <a:xfrm>
              <a:off x="4729200" y="516751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DA0">
                <a:alpha val="100000"/>
              </a:srgbClr>
            </a:solidFill>
            <a:ln w="5420" cap="flat">
              <a:solidFill>
                <a:srgbClr val="3A6DA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58" name="pg3558"/>
            <p:cNvSpPr/>
            <p:nvPr/>
          </p:nvSpPr>
          <p:spPr>
            <a:xfrm>
              <a:off x="4740837" y="516751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DA0">
                <a:alpha val="100000"/>
              </a:srgbClr>
            </a:solidFill>
            <a:ln w="5420" cap="flat">
              <a:solidFill>
                <a:srgbClr val="3A6DA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59" name="pg3559"/>
            <p:cNvSpPr/>
            <p:nvPr/>
          </p:nvSpPr>
          <p:spPr>
            <a:xfrm>
              <a:off x="2855590" y="518181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3E70">
                <a:alpha val="100000"/>
              </a:srgbClr>
            </a:solidFill>
            <a:ln w="5420" cap="flat">
              <a:solidFill>
                <a:srgbClr val="3B3E7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60" name="pg3560"/>
            <p:cNvSpPr/>
            <p:nvPr/>
          </p:nvSpPr>
          <p:spPr>
            <a:xfrm>
              <a:off x="2867227" y="518181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3E70">
                <a:alpha val="100000"/>
              </a:srgbClr>
            </a:solidFill>
            <a:ln w="5420" cap="flat">
              <a:solidFill>
                <a:srgbClr val="3B3E7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61" name="pg3561"/>
            <p:cNvSpPr/>
            <p:nvPr/>
          </p:nvSpPr>
          <p:spPr>
            <a:xfrm>
              <a:off x="2878865" y="518181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3E6F">
                <a:alpha val="100000"/>
              </a:srgbClr>
            </a:solidFill>
            <a:ln w="5420" cap="flat">
              <a:solidFill>
                <a:srgbClr val="3B3E6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62" name="pg3562"/>
            <p:cNvSpPr/>
            <p:nvPr/>
          </p:nvSpPr>
          <p:spPr>
            <a:xfrm>
              <a:off x="2890502" y="518181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3E6F">
                <a:alpha val="100000"/>
              </a:srgbClr>
            </a:solidFill>
            <a:ln w="5420" cap="flat">
              <a:solidFill>
                <a:srgbClr val="3B3E6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63" name="pg3563"/>
            <p:cNvSpPr/>
            <p:nvPr/>
          </p:nvSpPr>
          <p:spPr>
            <a:xfrm>
              <a:off x="4473179" y="518181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29D">
                <a:alpha val="100000"/>
              </a:srgbClr>
            </a:solidFill>
            <a:ln w="5420" cap="flat">
              <a:solidFill>
                <a:srgbClr val="3A62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64" name="pg3564"/>
            <p:cNvSpPr/>
            <p:nvPr/>
          </p:nvSpPr>
          <p:spPr>
            <a:xfrm>
              <a:off x="4484816" y="518181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39D">
                <a:alpha val="100000"/>
              </a:srgbClr>
            </a:solidFill>
            <a:ln w="5420" cap="flat">
              <a:solidFill>
                <a:srgbClr val="3A63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65" name="pg3565"/>
            <p:cNvSpPr/>
            <p:nvPr/>
          </p:nvSpPr>
          <p:spPr>
            <a:xfrm>
              <a:off x="4496454" y="518181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39D">
                <a:alpha val="100000"/>
              </a:srgbClr>
            </a:solidFill>
            <a:ln w="5420" cap="flat">
              <a:solidFill>
                <a:srgbClr val="3A63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66" name="pg3566"/>
            <p:cNvSpPr/>
            <p:nvPr/>
          </p:nvSpPr>
          <p:spPr>
            <a:xfrm>
              <a:off x="4508091" y="518181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49E">
                <a:alpha val="100000"/>
              </a:srgbClr>
            </a:solidFill>
            <a:ln w="5420" cap="flat">
              <a:solidFill>
                <a:srgbClr val="3A64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67" name="pg3567"/>
            <p:cNvSpPr/>
            <p:nvPr/>
          </p:nvSpPr>
          <p:spPr>
            <a:xfrm>
              <a:off x="4519728" y="518181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59E">
                <a:alpha val="100000"/>
              </a:srgbClr>
            </a:solidFill>
            <a:ln w="5420" cap="flat">
              <a:solidFill>
                <a:srgbClr val="3A65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68" name="pg3568"/>
            <p:cNvSpPr/>
            <p:nvPr/>
          </p:nvSpPr>
          <p:spPr>
            <a:xfrm>
              <a:off x="4531366" y="518181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59E">
                <a:alpha val="100000"/>
              </a:srgbClr>
            </a:solidFill>
            <a:ln w="5420" cap="flat">
              <a:solidFill>
                <a:srgbClr val="3A65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69" name="pg3569"/>
            <p:cNvSpPr/>
            <p:nvPr/>
          </p:nvSpPr>
          <p:spPr>
            <a:xfrm>
              <a:off x="4543003" y="518181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69E">
                <a:alpha val="100000"/>
              </a:srgbClr>
            </a:solidFill>
            <a:ln w="5420" cap="flat">
              <a:solidFill>
                <a:srgbClr val="3A66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70" name="pg3570"/>
            <p:cNvSpPr/>
            <p:nvPr/>
          </p:nvSpPr>
          <p:spPr>
            <a:xfrm>
              <a:off x="4554640" y="518181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69E">
                <a:alpha val="100000"/>
              </a:srgbClr>
            </a:solidFill>
            <a:ln w="5420" cap="flat">
              <a:solidFill>
                <a:srgbClr val="3A66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71" name="pg3571"/>
            <p:cNvSpPr/>
            <p:nvPr/>
          </p:nvSpPr>
          <p:spPr>
            <a:xfrm>
              <a:off x="4694288" y="518181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C9F">
                <a:alpha val="100000"/>
              </a:srgbClr>
            </a:solidFill>
            <a:ln w="5420" cap="flat">
              <a:solidFill>
                <a:srgbClr val="3A6C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72" name="pg3572"/>
            <p:cNvSpPr/>
            <p:nvPr/>
          </p:nvSpPr>
          <p:spPr>
            <a:xfrm>
              <a:off x="4705925" y="518181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CA0">
                <a:alpha val="100000"/>
              </a:srgbClr>
            </a:solidFill>
            <a:ln w="5420" cap="flat">
              <a:solidFill>
                <a:srgbClr val="3A6CA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73" name="pg3573"/>
            <p:cNvSpPr/>
            <p:nvPr/>
          </p:nvSpPr>
          <p:spPr>
            <a:xfrm>
              <a:off x="4717563" y="518181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CA0">
                <a:alpha val="100000"/>
              </a:srgbClr>
            </a:solidFill>
            <a:ln w="5420" cap="flat">
              <a:solidFill>
                <a:srgbClr val="3A6CA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74" name="pg3574"/>
            <p:cNvSpPr/>
            <p:nvPr/>
          </p:nvSpPr>
          <p:spPr>
            <a:xfrm>
              <a:off x="4729200" y="518181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DA0">
                <a:alpha val="100000"/>
              </a:srgbClr>
            </a:solidFill>
            <a:ln w="5420" cap="flat">
              <a:solidFill>
                <a:srgbClr val="3A6DA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75" name="pg3575"/>
            <p:cNvSpPr/>
            <p:nvPr/>
          </p:nvSpPr>
          <p:spPr>
            <a:xfrm>
              <a:off x="4740837" y="518181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DA0">
                <a:alpha val="100000"/>
              </a:srgbClr>
            </a:solidFill>
            <a:ln w="5420" cap="flat">
              <a:solidFill>
                <a:srgbClr val="3A6DA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76" name="pg3576"/>
            <p:cNvSpPr/>
            <p:nvPr/>
          </p:nvSpPr>
          <p:spPr>
            <a:xfrm>
              <a:off x="2855590" y="519611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3E70">
                <a:alpha val="100000"/>
              </a:srgbClr>
            </a:solidFill>
            <a:ln w="5420" cap="flat">
              <a:solidFill>
                <a:srgbClr val="3B3E7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77" name="pg3577"/>
            <p:cNvSpPr/>
            <p:nvPr/>
          </p:nvSpPr>
          <p:spPr>
            <a:xfrm>
              <a:off x="2867227" y="519611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3E70">
                <a:alpha val="100000"/>
              </a:srgbClr>
            </a:solidFill>
            <a:ln w="5420" cap="flat">
              <a:solidFill>
                <a:srgbClr val="3B3E7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78" name="pg3578"/>
            <p:cNvSpPr/>
            <p:nvPr/>
          </p:nvSpPr>
          <p:spPr>
            <a:xfrm>
              <a:off x="2878865" y="519611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3E70">
                <a:alpha val="100000"/>
              </a:srgbClr>
            </a:solidFill>
            <a:ln w="5420" cap="flat">
              <a:solidFill>
                <a:srgbClr val="3B3E7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79" name="pg3579"/>
            <p:cNvSpPr/>
            <p:nvPr/>
          </p:nvSpPr>
          <p:spPr>
            <a:xfrm>
              <a:off x="2890502" y="519611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3E70">
                <a:alpha val="100000"/>
              </a:srgbClr>
            </a:solidFill>
            <a:ln w="5420" cap="flat">
              <a:solidFill>
                <a:srgbClr val="3B3E7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80" name="pg3580"/>
            <p:cNvSpPr/>
            <p:nvPr/>
          </p:nvSpPr>
          <p:spPr>
            <a:xfrm>
              <a:off x="4484816" y="519611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39D">
                <a:alpha val="100000"/>
              </a:srgbClr>
            </a:solidFill>
            <a:ln w="5420" cap="flat">
              <a:solidFill>
                <a:srgbClr val="3A63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81" name="pg3581"/>
            <p:cNvSpPr/>
            <p:nvPr/>
          </p:nvSpPr>
          <p:spPr>
            <a:xfrm>
              <a:off x="4496454" y="519611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39D">
                <a:alpha val="100000"/>
              </a:srgbClr>
            </a:solidFill>
            <a:ln w="5420" cap="flat">
              <a:solidFill>
                <a:srgbClr val="3A63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82" name="pg3582"/>
            <p:cNvSpPr/>
            <p:nvPr/>
          </p:nvSpPr>
          <p:spPr>
            <a:xfrm>
              <a:off x="4508091" y="519611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49E">
                <a:alpha val="100000"/>
              </a:srgbClr>
            </a:solidFill>
            <a:ln w="5420" cap="flat">
              <a:solidFill>
                <a:srgbClr val="3A64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83" name="pg3583"/>
            <p:cNvSpPr/>
            <p:nvPr/>
          </p:nvSpPr>
          <p:spPr>
            <a:xfrm>
              <a:off x="4519728" y="519611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59E">
                <a:alpha val="100000"/>
              </a:srgbClr>
            </a:solidFill>
            <a:ln w="5420" cap="flat">
              <a:solidFill>
                <a:srgbClr val="3A65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84" name="pg3584"/>
            <p:cNvSpPr/>
            <p:nvPr/>
          </p:nvSpPr>
          <p:spPr>
            <a:xfrm>
              <a:off x="4531366" y="519611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59E">
                <a:alpha val="100000"/>
              </a:srgbClr>
            </a:solidFill>
            <a:ln w="5420" cap="flat">
              <a:solidFill>
                <a:srgbClr val="3A65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85" name="pg3585"/>
            <p:cNvSpPr/>
            <p:nvPr/>
          </p:nvSpPr>
          <p:spPr>
            <a:xfrm>
              <a:off x="4543003" y="519611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69E">
                <a:alpha val="100000"/>
              </a:srgbClr>
            </a:solidFill>
            <a:ln w="5420" cap="flat">
              <a:solidFill>
                <a:srgbClr val="3A66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86" name="pg3586"/>
            <p:cNvSpPr/>
            <p:nvPr/>
          </p:nvSpPr>
          <p:spPr>
            <a:xfrm>
              <a:off x="4694288" y="519611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B9F">
                <a:alpha val="100000"/>
              </a:srgbClr>
            </a:solidFill>
            <a:ln w="5420" cap="flat">
              <a:solidFill>
                <a:srgbClr val="3A6B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87" name="pg3587"/>
            <p:cNvSpPr/>
            <p:nvPr/>
          </p:nvSpPr>
          <p:spPr>
            <a:xfrm>
              <a:off x="4705925" y="519611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C9F">
                <a:alpha val="100000"/>
              </a:srgbClr>
            </a:solidFill>
            <a:ln w="5420" cap="flat">
              <a:solidFill>
                <a:srgbClr val="3A6C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88" name="pg3588"/>
            <p:cNvSpPr/>
            <p:nvPr/>
          </p:nvSpPr>
          <p:spPr>
            <a:xfrm>
              <a:off x="4717563" y="519611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CA0">
                <a:alpha val="100000"/>
              </a:srgbClr>
            </a:solidFill>
            <a:ln w="5420" cap="flat">
              <a:solidFill>
                <a:srgbClr val="3A6CA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89" name="pg3589"/>
            <p:cNvSpPr/>
            <p:nvPr/>
          </p:nvSpPr>
          <p:spPr>
            <a:xfrm>
              <a:off x="4729200" y="519611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CA0">
                <a:alpha val="100000"/>
              </a:srgbClr>
            </a:solidFill>
            <a:ln w="5420" cap="flat">
              <a:solidFill>
                <a:srgbClr val="3A6CA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90" name="pg3590"/>
            <p:cNvSpPr/>
            <p:nvPr/>
          </p:nvSpPr>
          <p:spPr>
            <a:xfrm>
              <a:off x="4740837" y="519611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DA0">
                <a:alpha val="100000"/>
              </a:srgbClr>
            </a:solidFill>
            <a:ln w="5420" cap="flat">
              <a:solidFill>
                <a:srgbClr val="3A6DA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91" name="pg3591"/>
            <p:cNvSpPr/>
            <p:nvPr/>
          </p:nvSpPr>
          <p:spPr>
            <a:xfrm>
              <a:off x="2855590" y="521041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3F71">
                <a:alpha val="100000"/>
              </a:srgbClr>
            </a:solidFill>
            <a:ln w="5420" cap="flat">
              <a:solidFill>
                <a:srgbClr val="3B3F7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92" name="pg3592"/>
            <p:cNvSpPr/>
            <p:nvPr/>
          </p:nvSpPr>
          <p:spPr>
            <a:xfrm>
              <a:off x="2867227" y="521041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3F71">
                <a:alpha val="100000"/>
              </a:srgbClr>
            </a:solidFill>
            <a:ln w="5420" cap="flat">
              <a:solidFill>
                <a:srgbClr val="3B3F7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93" name="pg3593"/>
            <p:cNvSpPr/>
            <p:nvPr/>
          </p:nvSpPr>
          <p:spPr>
            <a:xfrm>
              <a:off x="2878865" y="521041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3F71">
                <a:alpha val="100000"/>
              </a:srgbClr>
            </a:solidFill>
            <a:ln w="5420" cap="flat">
              <a:solidFill>
                <a:srgbClr val="3B3F7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94" name="pg3594"/>
            <p:cNvSpPr/>
            <p:nvPr/>
          </p:nvSpPr>
          <p:spPr>
            <a:xfrm>
              <a:off x="2890502" y="521041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3F71">
                <a:alpha val="100000"/>
              </a:srgbClr>
            </a:solidFill>
            <a:ln w="5420" cap="flat">
              <a:solidFill>
                <a:srgbClr val="3B3F7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95" name="pg3595"/>
            <p:cNvSpPr/>
            <p:nvPr/>
          </p:nvSpPr>
          <p:spPr>
            <a:xfrm>
              <a:off x="2902139" y="521041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3F71">
                <a:alpha val="100000"/>
              </a:srgbClr>
            </a:solidFill>
            <a:ln w="5420" cap="flat">
              <a:solidFill>
                <a:srgbClr val="3B3F7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96" name="pg3596"/>
            <p:cNvSpPr/>
            <p:nvPr/>
          </p:nvSpPr>
          <p:spPr>
            <a:xfrm>
              <a:off x="4484816" y="521041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39D">
                <a:alpha val="100000"/>
              </a:srgbClr>
            </a:solidFill>
            <a:ln w="5420" cap="flat">
              <a:solidFill>
                <a:srgbClr val="3A63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97" name="pg3597"/>
            <p:cNvSpPr/>
            <p:nvPr/>
          </p:nvSpPr>
          <p:spPr>
            <a:xfrm>
              <a:off x="4496454" y="521041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39D">
                <a:alpha val="100000"/>
              </a:srgbClr>
            </a:solidFill>
            <a:ln w="5420" cap="flat">
              <a:solidFill>
                <a:srgbClr val="3A63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98" name="pg3598"/>
            <p:cNvSpPr/>
            <p:nvPr/>
          </p:nvSpPr>
          <p:spPr>
            <a:xfrm>
              <a:off x="4508091" y="521041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49E">
                <a:alpha val="100000"/>
              </a:srgbClr>
            </a:solidFill>
            <a:ln w="5420" cap="flat">
              <a:solidFill>
                <a:srgbClr val="3A64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99" name="pg3599"/>
            <p:cNvSpPr/>
            <p:nvPr/>
          </p:nvSpPr>
          <p:spPr>
            <a:xfrm>
              <a:off x="4519728" y="521041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59E">
                <a:alpha val="100000"/>
              </a:srgbClr>
            </a:solidFill>
            <a:ln w="5420" cap="flat">
              <a:solidFill>
                <a:srgbClr val="3A65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00" name="pg3600"/>
            <p:cNvSpPr/>
            <p:nvPr/>
          </p:nvSpPr>
          <p:spPr>
            <a:xfrm>
              <a:off x="4531366" y="521041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59E">
                <a:alpha val="100000"/>
              </a:srgbClr>
            </a:solidFill>
            <a:ln w="5420" cap="flat">
              <a:solidFill>
                <a:srgbClr val="3A65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01" name="pg3601"/>
            <p:cNvSpPr/>
            <p:nvPr/>
          </p:nvSpPr>
          <p:spPr>
            <a:xfrm>
              <a:off x="4543003" y="521041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69E">
                <a:alpha val="100000"/>
              </a:srgbClr>
            </a:solidFill>
            <a:ln w="5420" cap="flat">
              <a:solidFill>
                <a:srgbClr val="3A66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02" name="pg3602"/>
            <p:cNvSpPr/>
            <p:nvPr/>
          </p:nvSpPr>
          <p:spPr>
            <a:xfrm>
              <a:off x="4694288" y="521041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B9F">
                <a:alpha val="100000"/>
              </a:srgbClr>
            </a:solidFill>
            <a:ln w="5420" cap="flat">
              <a:solidFill>
                <a:srgbClr val="3A6B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03" name="pg3603"/>
            <p:cNvSpPr/>
            <p:nvPr/>
          </p:nvSpPr>
          <p:spPr>
            <a:xfrm>
              <a:off x="4705925" y="521041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C9F">
                <a:alpha val="100000"/>
              </a:srgbClr>
            </a:solidFill>
            <a:ln w="5420" cap="flat">
              <a:solidFill>
                <a:srgbClr val="3A6C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04" name="pg3604"/>
            <p:cNvSpPr/>
            <p:nvPr/>
          </p:nvSpPr>
          <p:spPr>
            <a:xfrm>
              <a:off x="4717563" y="521041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CA0">
                <a:alpha val="100000"/>
              </a:srgbClr>
            </a:solidFill>
            <a:ln w="5420" cap="flat">
              <a:solidFill>
                <a:srgbClr val="3A6CA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05" name="pg3605"/>
            <p:cNvSpPr/>
            <p:nvPr/>
          </p:nvSpPr>
          <p:spPr>
            <a:xfrm>
              <a:off x="4729200" y="521041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CA0">
                <a:alpha val="100000"/>
              </a:srgbClr>
            </a:solidFill>
            <a:ln w="5420" cap="flat">
              <a:solidFill>
                <a:srgbClr val="3A6CA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06" name="pg3606"/>
            <p:cNvSpPr/>
            <p:nvPr/>
          </p:nvSpPr>
          <p:spPr>
            <a:xfrm>
              <a:off x="4740837" y="521041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DA0">
                <a:alpha val="100000"/>
              </a:srgbClr>
            </a:solidFill>
            <a:ln w="5420" cap="flat">
              <a:solidFill>
                <a:srgbClr val="3A6DA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07" name="pg3607"/>
            <p:cNvSpPr/>
            <p:nvPr/>
          </p:nvSpPr>
          <p:spPr>
            <a:xfrm>
              <a:off x="2855590" y="522471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3F72">
                <a:alpha val="100000"/>
              </a:srgbClr>
            </a:solidFill>
            <a:ln w="5420" cap="flat">
              <a:solidFill>
                <a:srgbClr val="3B3F7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08" name="pg3608"/>
            <p:cNvSpPr/>
            <p:nvPr/>
          </p:nvSpPr>
          <p:spPr>
            <a:xfrm>
              <a:off x="2867227" y="522471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3F72">
                <a:alpha val="100000"/>
              </a:srgbClr>
            </a:solidFill>
            <a:ln w="5420" cap="flat">
              <a:solidFill>
                <a:srgbClr val="3B3F7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09" name="pg3609"/>
            <p:cNvSpPr/>
            <p:nvPr/>
          </p:nvSpPr>
          <p:spPr>
            <a:xfrm>
              <a:off x="2878865" y="522471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3F72">
                <a:alpha val="100000"/>
              </a:srgbClr>
            </a:solidFill>
            <a:ln w="5420" cap="flat">
              <a:solidFill>
                <a:srgbClr val="3B3F7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10" name="pg3610"/>
            <p:cNvSpPr/>
            <p:nvPr/>
          </p:nvSpPr>
          <p:spPr>
            <a:xfrm>
              <a:off x="2890502" y="522471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3F72">
                <a:alpha val="100000"/>
              </a:srgbClr>
            </a:solidFill>
            <a:ln w="5420" cap="flat">
              <a:solidFill>
                <a:srgbClr val="3B3F7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11" name="pg3611"/>
            <p:cNvSpPr/>
            <p:nvPr/>
          </p:nvSpPr>
          <p:spPr>
            <a:xfrm>
              <a:off x="2902139" y="522471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3F72">
                <a:alpha val="100000"/>
              </a:srgbClr>
            </a:solidFill>
            <a:ln w="5420" cap="flat">
              <a:solidFill>
                <a:srgbClr val="3B3F7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12" name="pg3612"/>
            <p:cNvSpPr/>
            <p:nvPr/>
          </p:nvSpPr>
          <p:spPr>
            <a:xfrm>
              <a:off x="4496454" y="522471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39D">
                <a:alpha val="100000"/>
              </a:srgbClr>
            </a:solidFill>
            <a:ln w="5420" cap="flat">
              <a:solidFill>
                <a:srgbClr val="3A63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13" name="pg3613"/>
            <p:cNvSpPr/>
            <p:nvPr/>
          </p:nvSpPr>
          <p:spPr>
            <a:xfrm>
              <a:off x="4508091" y="522471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49E">
                <a:alpha val="100000"/>
              </a:srgbClr>
            </a:solidFill>
            <a:ln w="5420" cap="flat">
              <a:solidFill>
                <a:srgbClr val="3A64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14" name="pg3614"/>
            <p:cNvSpPr/>
            <p:nvPr/>
          </p:nvSpPr>
          <p:spPr>
            <a:xfrm>
              <a:off x="4519728" y="522471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59E">
                <a:alpha val="100000"/>
              </a:srgbClr>
            </a:solidFill>
            <a:ln w="5420" cap="flat">
              <a:solidFill>
                <a:srgbClr val="3A65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15" name="pg3615"/>
            <p:cNvSpPr/>
            <p:nvPr/>
          </p:nvSpPr>
          <p:spPr>
            <a:xfrm>
              <a:off x="4531366" y="522471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59E">
                <a:alpha val="100000"/>
              </a:srgbClr>
            </a:solidFill>
            <a:ln w="5420" cap="flat">
              <a:solidFill>
                <a:srgbClr val="3A65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16" name="pg3616"/>
            <p:cNvSpPr/>
            <p:nvPr/>
          </p:nvSpPr>
          <p:spPr>
            <a:xfrm>
              <a:off x="4543003" y="522471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59E">
                <a:alpha val="100000"/>
              </a:srgbClr>
            </a:solidFill>
            <a:ln w="5420" cap="flat">
              <a:solidFill>
                <a:srgbClr val="3A65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17" name="pg3617"/>
            <p:cNvSpPr/>
            <p:nvPr/>
          </p:nvSpPr>
          <p:spPr>
            <a:xfrm>
              <a:off x="4694288" y="522471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B9F">
                <a:alpha val="100000"/>
              </a:srgbClr>
            </a:solidFill>
            <a:ln w="5420" cap="flat">
              <a:solidFill>
                <a:srgbClr val="3A6B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18" name="pg3618"/>
            <p:cNvSpPr/>
            <p:nvPr/>
          </p:nvSpPr>
          <p:spPr>
            <a:xfrm>
              <a:off x="4705925" y="522471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B9F">
                <a:alpha val="100000"/>
              </a:srgbClr>
            </a:solidFill>
            <a:ln w="5420" cap="flat">
              <a:solidFill>
                <a:srgbClr val="3A6B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19" name="pg3619"/>
            <p:cNvSpPr/>
            <p:nvPr/>
          </p:nvSpPr>
          <p:spPr>
            <a:xfrm>
              <a:off x="4717563" y="522471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C9F">
                <a:alpha val="100000"/>
              </a:srgbClr>
            </a:solidFill>
            <a:ln w="5420" cap="flat">
              <a:solidFill>
                <a:srgbClr val="3A6C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20" name="pg3620"/>
            <p:cNvSpPr/>
            <p:nvPr/>
          </p:nvSpPr>
          <p:spPr>
            <a:xfrm>
              <a:off x="4729200" y="522471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CA0">
                <a:alpha val="100000"/>
              </a:srgbClr>
            </a:solidFill>
            <a:ln w="5420" cap="flat">
              <a:solidFill>
                <a:srgbClr val="3A6CA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21" name="pg3621"/>
            <p:cNvSpPr/>
            <p:nvPr/>
          </p:nvSpPr>
          <p:spPr>
            <a:xfrm>
              <a:off x="2867227" y="523901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073">
                <a:alpha val="100000"/>
              </a:srgbClr>
            </a:solidFill>
            <a:ln w="5420" cap="flat">
              <a:solidFill>
                <a:srgbClr val="3C407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22" name="pg3622"/>
            <p:cNvSpPr/>
            <p:nvPr/>
          </p:nvSpPr>
          <p:spPr>
            <a:xfrm>
              <a:off x="2878865" y="523901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073">
                <a:alpha val="100000"/>
              </a:srgbClr>
            </a:solidFill>
            <a:ln w="5420" cap="flat">
              <a:solidFill>
                <a:srgbClr val="3C407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23" name="pg3623"/>
            <p:cNvSpPr/>
            <p:nvPr/>
          </p:nvSpPr>
          <p:spPr>
            <a:xfrm>
              <a:off x="2890502" y="523901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073">
                <a:alpha val="100000"/>
              </a:srgbClr>
            </a:solidFill>
            <a:ln w="5420" cap="flat">
              <a:solidFill>
                <a:srgbClr val="3C407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24" name="pg3624"/>
            <p:cNvSpPr/>
            <p:nvPr/>
          </p:nvSpPr>
          <p:spPr>
            <a:xfrm>
              <a:off x="2902139" y="523901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073">
                <a:alpha val="100000"/>
              </a:srgbClr>
            </a:solidFill>
            <a:ln w="5420" cap="flat">
              <a:solidFill>
                <a:srgbClr val="3C407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25" name="pg3625"/>
            <p:cNvSpPr/>
            <p:nvPr/>
          </p:nvSpPr>
          <p:spPr>
            <a:xfrm>
              <a:off x="2913777" y="523901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073">
                <a:alpha val="100000"/>
              </a:srgbClr>
            </a:solidFill>
            <a:ln w="5420" cap="flat">
              <a:solidFill>
                <a:srgbClr val="3C407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26" name="pg3626"/>
            <p:cNvSpPr/>
            <p:nvPr/>
          </p:nvSpPr>
          <p:spPr>
            <a:xfrm>
              <a:off x="4508091" y="523901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49E">
                <a:alpha val="100000"/>
              </a:srgbClr>
            </a:solidFill>
            <a:ln w="5420" cap="flat">
              <a:solidFill>
                <a:srgbClr val="3A64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27" name="pg3627"/>
            <p:cNvSpPr/>
            <p:nvPr/>
          </p:nvSpPr>
          <p:spPr>
            <a:xfrm>
              <a:off x="4519728" y="523901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49E">
                <a:alpha val="100000"/>
              </a:srgbClr>
            </a:solidFill>
            <a:ln w="5420" cap="flat">
              <a:solidFill>
                <a:srgbClr val="3A64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28" name="pg3628"/>
            <p:cNvSpPr/>
            <p:nvPr/>
          </p:nvSpPr>
          <p:spPr>
            <a:xfrm>
              <a:off x="4531366" y="523901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59E">
                <a:alpha val="100000"/>
              </a:srgbClr>
            </a:solidFill>
            <a:ln w="5420" cap="flat">
              <a:solidFill>
                <a:srgbClr val="3A65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29" name="pg3629"/>
            <p:cNvSpPr/>
            <p:nvPr/>
          </p:nvSpPr>
          <p:spPr>
            <a:xfrm>
              <a:off x="4543003" y="523901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59E">
                <a:alpha val="100000"/>
              </a:srgbClr>
            </a:solidFill>
            <a:ln w="5420" cap="flat">
              <a:solidFill>
                <a:srgbClr val="3A65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30" name="pg3630"/>
            <p:cNvSpPr/>
            <p:nvPr/>
          </p:nvSpPr>
          <p:spPr>
            <a:xfrm>
              <a:off x="4554640" y="523901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69E">
                <a:alpha val="100000"/>
              </a:srgbClr>
            </a:solidFill>
            <a:ln w="5420" cap="flat">
              <a:solidFill>
                <a:srgbClr val="3A66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31" name="pg3631"/>
            <p:cNvSpPr/>
            <p:nvPr/>
          </p:nvSpPr>
          <p:spPr>
            <a:xfrm>
              <a:off x="4694288" y="523901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B9F">
                <a:alpha val="100000"/>
              </a:srgbClr>
            </a:solidFill>
            <a:ln w="5420" cap="flat">
              <a:solidFill>
                <a:srgbClr val="3A6B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32" name="pg3632"/>
            <p:cNvSpPr/>
            <p:nvPr/>
          </p:nvSpPr>
          <p:spPr>
            <a:xfrm>
              <a:off x="4705925" y="523901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B9F">
                <a:alpha val="100000"/>
              </a:srgbClr>
            </a:solidFill>
            <a:ln w="5420" cap="flat">
              <a:solidFill>
                <a:srgbClr val="3A6B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33" name="pg3633"/>
            <p:cNvSpPr/>
            <p:nvPr/>
          </p:nvSpPr>
          <p:spPr>
            <a:xfrm>
              <a:off x="4717563" y="523901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B9F">
                <a:alpha val="100000"/>
              </a:srgbClr>
            </a:solidFill>
            <a:ln w="5420" cap="flat">
              <a:solidFill>
                <a:srgbClr val="3A6B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34" name="pg3634"/>
            <p:cNvSpPr/>
            <p:nvPr/>
          </p:nvSpPr>
          <p:spPr>
            <a:xfrm>
              <a:off x="4729200" y="523901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CA0">
                <a:alpha val="100000"/>
              </a:srgbClr>
            </a:solidFill>
            <a:ln w="5420" cap="flat">
              <a:solidFill>
                <a:srgbClr val="3A6CA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35" name="pg3635"/>
            <p:cNvSpPr/>
            <p:nvPr/>
          </p:nvSpPr>
          <p:spPr>
            <a:xfrm>
              <a:off x="2867227" y="525331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173">
                <a:alpha val="100000"/>
              </a:srgbClr>
            </a:solidFill>
            <a:ln w="5420" cap="flat">
              <a:solidFill>
                <a:srgbClr val="3C417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36" name="pg3636"/>
            <p:cNvSpPr/>
            <p:nvPr/>
          </p:nvSpPr>
          <p:spPr>
            <a:xfrm>
              <a:off x="2878865" y="525331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174">
                <a:alpha val="100000"/>
              </a:srgbClr>
            </a:solidFill>
            <a:ln w="5420" cap="flat">
              <a:solidFill>
                <a:srgbClr val="3C417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37" name="pg3637"/>
            <p:cNvSpPr/>
            <p:nvPr/>
          </p:nvSpPr>
          <p:spPr>
            <a:xfrm>
              <a:off x="2890502" y="525331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174">
                <a:alpha val="100000"/>
              </a:srgbClr>
            </a:solidFill>
            <a:ln w="5420" cap="flat">
              <a:solidFill>
                <a:srgbClr val="3C417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38" name="pg3638"/>
            <p:cNvSpPr/>
            <p:nvPr/>
          </p:nvSpPr>
          <p:spPr>
            <a:xfrm>
              <a:off x="2902139" y="525331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174">
                <a:alpha val="100000"/>
              </a:srgbClr>
            </a:solidFill>
            <a:ln w="5420" cap="flat">
              <a:solidFill>
                <a:srgbClr val="3C417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39" name="pg3639"/>
            <p:cNvSpPr/>
            <p:nvPr/>
          </p:nvSpPr>
          <p:spPr>
            <a:xfrm>
              <a:off x="2913777" y="525331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174">
                <a:alpha val="100000"/>
              </a:srgbClr>
            </a:solidFill>
            <a:ln w="5420" cap="flat">
              <a:solidFill>
                <a:srgbClr val="3C417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40" name="pg3640"/>
            <p:cNvSpPr/>
            <p:nvPr/>
          </p:nvSpPr>
          <p:spPr>
            <a:xfrm>
              <a:off x="2925414" y="525331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174">
                <a:alpha val="100000"/>
              </a:srgbClr>
            </a:solidFill>
            <a:ln w="5420" cap="flat">
              <a:solidFill>
                <a:srgbClr val="3C417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41" name="pg3641"/>
            <p:cNvSpPr/>
            <p:nvPr/>
          </p:nvSpPr>
          <p:spPr>
            <a:xfrm>
              <a:off x="4508091" y="525331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49E">
                <a:alpha val="100000"/>
              </a:srgbClr>
            </a:solidFill>
            <a:ln w="5420" cap="flat">
              <a:solidFill>
                <a:srgbClr val="3A64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42" name="pg3642"/>
            <p:cNvSpPr/>
            <p:nvPr/>
          </p:nvSpPr>
          <p:spPr>
            <a:xfrm>
              <a:off x="4519728" y="525331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49E">
                <a:alpha val="100000"/>
              </a:srgbClr>
            </a:solidFill>
            <a:ln w="5420" cap="flat">
              <a:solidFill>
                <a:srgbClr val="3A64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43" name="pg3643"/>
            <p:cNvSpPr/>
            <p:nvPr/>
          </p:nvSpPr>
          <p:spPr>
            <a:xfrm>
              <a:off x="4531366" y="525331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59E">
                <a:alpha val="100000"/>
              </a:srgbClr>
            </a:solidFill>
            <a:ln w="5420" cap="flat">
              <a:solidFill>
                <a:srgbClr val="3A65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44" name="pg3644"/>
            <p:cNvSpPr/>
            <p:nvPr/>
          </p:nvSpPr>
          <p:spPr>
            <a:xfrm>
              <a:off x="4543003" y="525331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59E">
                <a:alpha val="100000"/>
              </a:srgbClr>
            </a:solidFill>
            <a:ln w="5420" cap="flat">
              <a:solidFill>
                <a:srgbClr val="3A65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45" name="pg3645"/>
            <p:cNvSpPr/>
            <p:nvPr/>
          </p:nvSpPr>
          <p:spPr>
            <a:xfrm>
              <a:off x="4554640" y="525331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69E">
                <a:alpha val="100000"/>
              </a:srgbClr>
            </a:solidFill>
            <a:ln w="5420" cap="flat">
              <a:solidFill>
                <a:srgbClr val="3A66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46" name="pg3646"/>
            <p:cNvSpPr/>
            <p:nvPr/>
          </p:nvSpPr>
          <p:spPr>
            <a:xfrm>
              <a:off x="4694288" y="525331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B9F">
                <a:alpha val="100000"/>
              </a:srgbClr>
            </a:solidFill>
            <a:ln w="5420" cap="flat">
              <a:solidFill>
                <a:srgbClr val="3A6B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47" name="pg3647"/>
            <p:cNvSpPr/>
            <p:nvPr/>
          </p:nvSpPr>
          <p:spPr>
            <a:xfrm>
              <a:off x="4705925" y="525331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B9F">
                <a:alpha val="100000"/>
              </a:srgbClr>
            </a:solidFill>
            <a:ln w="5420" cap="flat">
              <a:solidFill>
                <a:srgbClr val="3A6B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48" name="pg3648"/>
            <p:cNvSpPr/>
            <p:nvPr/>
          </p:nvSpPr>
          <p:spPr>
            <a:xfrm>
              <a:off x="4717563" y="525331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B9F">
                <a:alpha val="100000"/>
              </a:srgbClr>
            </a:solidFill>
            <a:ln w="5420" cap="flat">
              <a:solidFill>
                <a:srgbClr val="3A6B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49" name="pg3649"/>
            <p:cNvSpPr/>
            <p:nvPr/>
          </p:nvSpPr>
          <p:spPr>
            <a:xfrm>
              <a:off x="4729200" y="525331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C9F">
                <a:alpha val="100000"/>
              </a:srgbClr>
            </a:solidFill>
            <a:ln w="5420" cap="flat">
              <a:solidFill>
                <a:srgbClr val="3A6C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50" name="pg3650"/>
            <p:cNvSpPr/>
            <p:nvPr/>
          </p:nvSpPr>
          <p:spPr>
            <a:xfrm>
              <a:off x="2878865" y="526761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174">
                <a:alpha val="100000"/>
              </a:srgbClr>
            </a:solidFill>
            <a:ln w="5420" cap="flat">
              <a:solidFill>
                <a:srgbClr val="3C417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51" name="pg3651"/>
            <p:cNvSpPr/>
            <p:nvPr/>
          </p:nvSpPr>
          <p:spPr>
            <a:xfrm>
              <a:off x="2890502" y="526761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174">
                <a:alpha val="100000"/>
              </a:srgbClr>
            </a:solidFill>
            <a:ln w="5420" cap="flat">
              <a:solidFill>
                <a:srgbClr val="3C417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52" name="pg3652"/>
            <p:cNvSpPr/>
            <p:nvPr/>
          </p:nvSpPr>
          <p:spPr>
            <a:xfrm>
              <a:off x="2902139" y="526761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174">
                <a:alpha val="100000"/>
              </a:srgbClr>
            </a:solidFill>
            <a:ln w="5420" cap="flat">
              <a:solidFill>
                <a:srgbClr val="3C417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53" name="pg3653"/>
            <p:cNvSpPr/>
            <p:nvPr/>
          </p:nvSpPr>
          <p:spPr>
            <a:xfrm>
              <a:off x="2913777" y="526761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174">
                <a:alpha val="100000"/>
              </a:srgbClr>
            </a:solidFill>
            <a:ln w="5420" cap="flat">
              <a:solidFill>
                <a:srgbClr val="3C417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54" name="pg3654"/>
            <p:cNvSpPr/>
            <p:nvPr/>
          </p:nvSpPr>
          <p:spPr>
            <a:xfrm>
              <a:off x="2925414" y="526761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174">
                <a:alpha val="100000"/>
              </a:srgbClr>
            </a:solidFill>
            <a:ln w="5420" cap="flat">
              <a:solidFill>
                <a:srgbClr val="3C417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55" name="pg3655"/>
            <p:cNvSpPr/>
            <p:nvPr/>
          </p:nvSpPr>
          <p:spPr>
            <a:xfrm>
              <a:off x="4508091" y="526761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49E">
                <a:alpha val="100000"/>
              </a:srgbClr>
            </a:solidFill>
            <a:ln w="5420" cap="flat">
              <a:solidFill>
                <a:srgbClr val="3A64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56" name="pg3656"/>
            <p:cNvSpPr/>
            <p:nvPr/>
          </p:nvSpPr>
          <p:spPr>
            <a:xfrm>
              <a:off x="4519728" y="526761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49E">
                <a:alpha val="100000"/>
              </a:srgbClr>
            </a:solidFill>
            <a:ln w="5420" cap="flat">
              <a:solidFill>
                <a:srgbClr val="3A64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57" name="pg3657"/>
            <p:cNvSpPr/>
            <p:nvPr/>
          </p:nvSpPr>
          <p:spPr>
            <a:xfrm>
              <a:off x="4531366" y="526761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59E">
                <a:alpha val="100000"/>
              </a:srgbClr>
            </a:solidFill>
            <a:ln w="5420" cap="flat">
              <a:solidFill>
                <a:srgbClr val="3A65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58" name="pg3658"/>
            <p:cNvSpPr/>
            <p:nvPr/>
          </p:nvSpPr>
          <p:spPr>
            <a:xfrm>
              <a:off x="4543003" y="526761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59E">
                <a:alpha val="100000"/>
              </a:srgbClr>
            </a:solidFill>
            <a:ln w="5420" cap="flat">
              <a:solidFill>
                <a:srgbClr val="3A65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59" name="pg3659"/>
            <p:cNvSpPr/>
            <p:nvPr/>
          </p:nvSpPr>
          <p:spPr>
            <a:xfrm>
              <a:off x="4554640" y="526761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69E">
                <a:alpha val="100000"/>
              </a:srgbClr>
            </a:solidFill>
            <a:ln w="5420" cap="flat">
              <a:solidFill>
                <a:srgbClr val="3A66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60" name="pg3660"/>
            <p:cNvSpPr/>
            <p:nvPr/>
          </p:nvSpPr>
          <p:spPr>
            <a:xfrm>
              <a:off x="4566278" y="526761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69E">
                <a:alpha val="100000"/>
              </a:srgbClr>
            </a:solidFill>
            <a:ln w="5420" cap="flat">
              <a:solidFill>
                <a:srgbClr val="3A66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61" name="pg3661"/>
            <p:cNvSpPr/>
            <p:nvPr/>
          </p:nvSpPr>
          <p:spPr>
            <a:xfrm>
              <a:off x="4577915" y="526761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69E">
                <a:alpha val="100000"/>
              </a:srgbClr>
            </a:solidFill>
            <a:ln w="5420" cap="flat">
              <a:solidFill>
                <a:srgbClr val="3A66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62" name="pg3662"/>
            <p:cNvSpPr/>
            <p:nvPr/>
          </p:nvSpPr>
          <p:spPr>
            <a:xfrm>
              <a:off x="4589552" y="526761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79E">
                <a:alpha val="100000"/>
              </a:srgbClr>
            </a:solidFill>
            <a:ln w="5420" cap="flat">
              <a:solidFill>
                <a:srgbClr val="3A67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63" name="pg3663"/>
            <p:cNvSpPr/>
            <p:nvPr/>
          </p:nvSpPr>
          <p:spPr>
            <a:xfrm>
              <a:off x="4694288" y="526761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B9F">
                <a:alpha val="100000"/>
              </a:srgbClr>
            </a:solidFill>
            <a:ln w="5420" cap="flat">
              <a:solidFill>
                <a:srgbClr val="3A6B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64" name="pg3664"/>
            <p:cNvSpPr/>
            <p:nvPr/>
          </p:nvSpPr>
          <p:spPr>
            <a:xfrm>
              <a:off x="4705925" y="526761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B9F">
                <a:alpha val="100000"/>
              </a:srgbClr>
            </a:solidFill>
            <a:ln w="5420" cap="flat">
              <a:solidFill>
                <a:srgbClr val="3A6B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65" name="pg3665"/>
            <p:cNvSpPr/>
            <p:nvPr/>
          </p:nvSpPr>
          <p:spPr>
            <a:xfrm>
              <a:off x="4717563" y="526761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B9F">
                <a:alpha val="100000"/>
              </a:srgbClr>
            </a:solidFill>
            <a:ln w="5420" cap="flat">
              <a:solidFill>
                <a:srgbClr val="3A6B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66" name="pg3666"/>
            <p:cNvSpPr/>
            <p:nvPr/>
          </p:nvSpPr>
          <p:spPr>
            <a:xfrm>
              <a:off x="4729200" y="526761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B9F">
                <a:alpha val="100000"/>
              </a:srgbClr>
            </a:solidFill>
            <a:ln w="5420" cap="flat">
              <a:solidFill>
                <a:srgbClr val="3A6B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67" name="pg3667"/>
            <p:cNvSpPr/>
            <p:nvPr/>
          </p:nvSpPr>
          <p:spPr>
            <a:xfrm>
              <a:off x="2890502" y="528191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275">
                <a:alpha val="100000"/>
              </a:srgbClr>
            </a:solidFill>
            <a:ln w="5420" cap="flat">
              <a:solidFill>
                <a:srgbClr val="3C427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68" name="pg3668"/>
            <p:cNvSpPr/>
            <p:nvPr/>
          </p:nvSpPr>
          <p:spPr>
            <a:xfrm>
              <a:off x="2902139" y="528191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275">
                <a:alpha val="100000"/>
              </a:srgbClr>
            </a:solidFill>
            <a:ln w="5420" cap="flat">
              <a:solidFill>
                <a:srgbClr val="3C427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69" name="pg3669"/>
            <p:cNvSpPr/>
            <p:nvPr/>
          </p:nvSpPr>
          <p:spPr>
            <a:xfrm>
              <a:off x="2913777" y="528191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275">
                <a:alpha val="100000"/>
              </a:srgbClr>
            </a:solidFill>
            <a:ln w="5420" cap="flat">
              <a:solidFill>
                <a:srgbClr val="3C427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70" name="pg3670"/>
            <p:cNvSpPr/>
            <p:nvPr/>
          </p:nvSpPr>
          <p:spPr>
            <a:xfrm>
              <a:off x="2925414" y="528191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275">
                <a:alpha val="100000"/>
              </a:srgbClr>
            </a:solidFill>
            <a:ln w="5420" cap="flat">
              <a:solidFill>
                <a:srgbClr val="3C427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71" name="pg3671"/>
            <p:cNvSpPr/>
            <p:nvPr/>
          </p:nvSpPr>
          <p:spPr>
            <a:xfrm>
              <a:off x="4519728" y="528191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49E">
                <a:alpha val="100000"/>
              </a:srgbClr>
            </a:solidFill>
            <a:ln w="5420" cap="flat">
              <a:solidFill>
                <a:srgbClr val="3A64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72" name="pg3672"/>
            <p:cNvSpPr/>
            <p:nvPr/>
          </p:nvSpPr>
          <p:spPr>
            <a:xfrm>
              <a:off x="4531366" y="528191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59E">
                <a:alpha val="100000"/>
              </a:srgbClr>
            </a:solidFill>
            <a:ln w="5420" cap="flat">
              <a:solidFill>
                <a:srgbClr val="3A65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73" name="pg3673"/>
            <p:cNvSpPr/>
            <p:nvPr/>
          </p:nvSpPr>
          <p:spPr>
            <a:xfrm>
              <a:off x="4543003" y="528191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59E">
                <a:alpha val="100000"/>
              </a:srgbClr>
            </a:solidFill>
            <a:ln w="5420" cap="flat">
              <a:solidFill>
                <a:srgbClr val="3A65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74" name="pg3674"/>
            <p:cNvSpPr/>
            <p:nvPr/>
          </p:nvSpPr>
          <p:spPr>
            <a:xfrm>
              <a:off x="4554640" y="528191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69E">
                <a:alpha val="100000"/>
              </a:srgbClr>
            </a:solidFill>
            <a:ln w="5420" cap="flat">
              <a:solidFill>
                <a:srgbClr val="3A66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75" name="pg3675"/>
            <p:cNvSpPr/>
            <p:nvPr/>
          </p:nvSpPr>
          <p:spPr>
            <a:xfrm>
              <a:off x="4566278" y="528191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69E">
                <a:alpha val="100000"/>
              </a:srgbClr>
            </a:solidFill>
            <a:ln w="5420" cap="flat">
              <a:solidFill>
                <a:srgbClr val="3A66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76" name="pg3676"/>
            <p:cNvSpPr/>
            <p:nvPr/>
          </p:nvSpPr>
          <p:spPr>
            <a:xfrm>
              <a:off x="4577915" y="528191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69E">
                <a:alpha val="100000"/>
              </a:srgbClr>
            </a:solidFill>
            <a:ln w="5420" cap="flat">
              <a:solidFill>
                <a:srgbClr val="3A66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77" name="pg3677"/>
            <p:cNvSpPr/>
            <p:nvPr/>
          </p:nvSpPr>
          <p:spPr>
            <a:xfrm>
              <a:off x="4589552" y="528191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79E">
                <a:alpha val="100000"/>
              </a:srgbClr>
            </a:solidFill>
            <a:ln w="5420" cap="flat">
              <a:solidFill>
                <a:srgbClr val="3A67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78" name="pg3678"/>
            <p:cNvSpPr/>
            <p:nvPr/>
          </p:nvSpPr>
          <p:spPr>
            <a:xfrm>
              <a:off x="4601190" y="528191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79E">
                <a:alpha val="100000"/>
              </a:srgbClr>
            </a:solidFill>
            <a:ln w="5420" cap="flat">
              <a:solidFill>
                <a:srgbClr val="3A67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79" name="pg3679"/>
            <p:cNvSpPr/>
            <p:nvPr/>
          </p:nvSpPr>
          <p:spPr>
            <a:xfrm>
              <a:off x="4682651" y="528191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A9F">
                <a:alpha val="100000"/>
              </a:srgbClr>
            </a:solidFill>
            <a:ln w="5420" cap="flat">
              <a:solidFill>
                <a:srgbClr val="3A6A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80" name="pg3680"/>
            <p:cNvSpPr/>
            <p:nvPr/>
          </p:nvSpPr>
          <p:spPr>
            <a:xfrm>
              <a:off x="4694288" y="528191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A9F">
                <a:alpha val="100000"/>
              </a:srgbClr>
            </a:solidFill>
            <a:ln w="5420" cap="flat">
              <a:solidFill>
                <a:srgbClr val="3A6A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81" name="pg3681"/>
            <p:cNvSpPr/>
            <p:nvPr/>
          </p:nvSpPr>
          <p:spPr>
            <a:xfrm>
              <a:off x="4705925" y="528191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B9F">
                <a:alpha val="100000"/>
              </a:srgbClr>
            </a:solidFill>
            <a:ln w="5420" cap="flat">
              <a:solidFill>
                <a:srgbClr val="3A6B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82" name="pg3682"/>
            <p:cNvSpPr/>
            <p:nvPr/>
          </p:nvSpPr>
          <p:spPr>
            <a:xfrm>
              <a:off x="4717563" y="528191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B9F">
                <a:alpha val="100000"/>
              </a:srgbClr>
            </a:solidFill>
            <a:ln w="5420" cap="flat">
              <a:solidFill>
                <a:srgbClr val="3A6B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83" name="pg3683"/>
            <p:cNvSpPr/>
            <p:nvPr/>
          </p:nvSpPr>
          <p:spPr>
            <a:xfrm>
              <a:off x="4729200" y="528191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B9F">
                <a:alpha val="100000"/>
              </a:srgbClr>
            </a:solidFill>
            <a:ln w="5420" cap="flat">
              <a:solidFill>
                <a:srgbClr val="3A6B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84" name="pg3684"/>
            <p:cNvSpPr/>
            <p:nvPr/>
          </p:nvSpPr>
          <p:spPr>
            <a:xfrm>
              <a:off x="2890502" y="529622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275">
                <a:alpha val="100000"/>
              </a:srgbClr>
            </a:solidFill>
            <a:ln w="5420" cap="flat">
              <a:solidFill>
                <a:srgbClr val="3C427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85" name="pg3685"/>
            <p:cNvSpPr/>
            <p:nvPr/>
          </p:nvSpPr>
          <p:spPr>
            <a:xfrm>
              <a:off x="2902139" y="529622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275">
                <a:alpha val="100000"/>
              </a:srgbClr>
            </a:solidFill>
            <a:ln w="5420" cap="flat">
              <a:solidFill>
                <a:srgbClr val="3C427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86" name="pg3686"/>
            <p:cNvSpPr/>
            <p:nvPr/>
          </p:nvSpPr>
          <p:spPr>
            <a:xfrm>
              <a:off x="2913777" y="529622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275">
                <a:alpha val="100000"/>
              </a:srgbClr>
            </a:solidFill>
            <a:ln w="5420" cap="flat">
              <a:solidFill>
                <a:srgbClr val="3C427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87" name="pg3687"/>
            <p:cNvSpPr/>
            <p:nvPr/>
          </p:nvSpPr>
          <p:spPr>
            <a:xfrm>
              <a:off x="2925414" y="529622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275">
                <a:alpha val="100000"/>
              </a:srgbClr>
            </a:solidFill>
            <a:ln w="5420" cap="flat">
              <a:solidFill>
                <a:srgbClr val="3C427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88" name="pg3688"/>
            <p:cNvSpPr/>
            <p:nvPr/>
          </p:nvSpPr>
          <p:spPr>
            <a:xfrm>
              <a:off x="4531366" y="529622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59E">
                <a:alpha val="100000"/>
              </a:srgbClr>
            </a:solidFill>
            <a:ln w="5420" cap="flat">
              <a:solidFill>
                <a:srgbClr val="3A65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89" name="pg3689"/>
            <p:cNvSpPr/>
            <p:nvPr/>
          </p:nvSpPr>
          <p:spPr>
            <a:xfrm>
              <a:off x="4543003" y="529622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59E">
                <a:alpha val="100000"/>
              </a:srgbClr>
            </a:solidFill>
            <a:ln w="5420" cap="flat">
              <a:solidFill>
                <a:srgbClr val="3A65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90" name="pg3690"/>
            <p:cNvSpPr/>
            <p:nvPr/>
          </p:nvSpPr>
          <p:spPr>
            <a:xfrm>
              <a:off x="4554640" y="529622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59E">
                <a:alpha val="100000"/>
              </a:srgbClr>
            </a:solidFill>
            <a:ln w="5420" cap="flat">
              <a:solidFill>
                <a:srgbClr val="3A65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91" name="pg3691"/>
            <p:cNvSpPr/>
            <p:nvPr/>
          </p:nvSpPr>
          <p:spPr>
            <a:xfrm>
              <a:off x="4566278" y="529622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69E">
                <a:alpha val="100000"/>
              </a:srgbClr>
            </a:solidFill>
            <a:ln w="5420" cap="flat">
              <a:solidFill>
                <a:srgbClr val="3A66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92" name="pg3692"/>
            <p:cNvSpPr/>
            <p:nvPr/>
          </p:nvSpPr>
          <p:spPr>
            <a:xfrm>
              <a:off x="4577915" y="529622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69E">
                <a:alpha val="100000"/>
              </a:srgbClr>
            </a:solidFill>
            <a:ln w="5420" cap="flat">
              <a:solidFill>
                <a:srgbClr val="3A66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93" name="pg3693"/>
            <p:cNvSpPr/>
            <p:nvPr/>
          </p:nvSpPr>
          <p:spPr>
            <a:xfrm>
              <a:off x="4589552" y="529622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79E">
                <a:alpha val="100000"/>
              </a:srgbClr>
            </a:solidFill>
            <a:ln w="5420" cap="flat">
              <a:solidFill>
                <a:srgbClr val="3A67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94" name="pg3694"/>
            <p:cNvSpPr/>
            <p:nvPr/>
          </p:nvSpPr>
          <p:spPr>
            <a:xfrm>
              <a:off x="4601190" y="529622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79E">
                <a:alpha val="100000"/>
              </a:srgbClr>
            </a:solidFill>
            <a:ln w="5420" cap="flat">
              <a:solidFill>
                <a:srgbClr val="3A67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95" name="pg3695"/>
            <p:cNvSpPr/>
            <p:nvPr/>
          </p:nvSpPr>
          <p:spPr>
            <a:xfrm>
              <a:off x="4682651" y="529622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A9F">
                <a:alpha val="100000"/>
              </a:srgbClr>
            </a:solidFill>
            <a:ln w="5420" cap="flat">
              <a:solidFill>
                <a:srgbClr val="3A6A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96" name="pg3696"/>
            <p:cNvSpPr/>
            <p:nvPr/>
          </p:nvSpPr>
          <p:spPr>
            <a:xfrm>
              <a:off x="4694288" y="529622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A9F">
                <a:alpha val="100000"/>
              </a:srgbClr>
            </a:solidFill>
            <a:ln w="5420" cap="flat">
              <a:solidFill>
                <a:srgbClr val="3A6A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97" name="pg3697"/>
            <p:cNvSpPr/>
            <p:nvPr/>
          </p:nvSpPr>
          <p:spPr>
            <a:xfrm>
              <a:off x="4705925" y="529622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B9F">
                <a:alpha val="100000"/>
              </a:srgbClr>
            </a:solidFill>
            <a:ln w="5420" cap="flat">
              <a:solidFill>
                <a:srgbClr val="3A6B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98" name="pg3698"/>
            <p:cNvSpPr/>
            <p:nvPr/>
          </p:nvSpPr>
          <p:spPr>
            <a:xfrm>
              <a:off x="4717563" y="529622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B9F">
                <a:alpha val="100000"/>
              </a:srgbClr>
            </a:solidFill>
            <a:ln w="5420" cap="flat">
              <a:solidFill>
                <a:srgbClr val="3A6B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99" name="pg3699"/>
            <p:cNvSpPr/>
            <p:nvPr/>
          </p:nvSpPr>
          <p:spPr>
            <a:xfrm>
              <a:off x="4729200" y="529622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B9F">
                <a:alpha val="100000"/>
              </a:srgbClr>
            </a:solidFill>
            <a:ln w="5420" cap="flat">
              <a:solidFill>
                <a:srgbClr val="3A6B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00" name="pg3700"/>
            <p:cNvSpPr/>
            <p:nvPr/>
          </p:nvSpPr>
          <p:spPr>
            <a:xfrm>
              <a:off x="2878865" y="531052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276">
                <a:alpha val="100000"/>
              </a:srgbClr>
            </a:solidFill>
            <a:ln w="5420" cap="flat">
              <a:solidFill>
                <a:srgbClr val="3C427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01" name="pg3701"/>
            <p:cNvSpPr/>
            <p:nvPr/>
          </p:nvSpPr>
          <p:spPr>
            <a:xfrm>
              <a:off x="2890502" y="531052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276">
                <a:alpha val="100000"/>
              </a:srgbClr>
            </a:solidFill>
            <a:ln w="5420" cap="flat">
              <a:solidFill>
                <a:srgbClr val="3C427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02" name="pg3702"/>
            <p:cNvSpPr/>
            <p:nvPr/>
          </p:nvSpPr>
          <p:spPr>
            <a:xfrm>
              <a:off x="2902139" y="531052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276">
                <a:alpha val="100000"/>
              </a:srgbClr>
            </a:solidFill>
            <a:ln w="5420" cap="flat">
              <a:solidFill>
                <a:srgbClr val="3C427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03" name="pg3703"/>
            <p:cNvSpPr/>
            <p:nvPr/>
          </p:nvSpPr>
          <p:spPr>
            <a:xfrm>
              <a:off x="2913777" y="531052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276">
                <a:alpha val="100000"/>
              </a:srgbClr>
            </a:solidFill>
            <a:ln w="5420" cap="flat">
              <a:solidFill>
                <a:srgbClr val="3C427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04" name="pg3704"/>
            <p:cNvSpPr/>
            <p:nvPr/>
          </p:nvSpPr>
          <p:spPr>
            <a:xfrm>
              <a:off x="2925414" y="531052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276">
                <a:alpha val="100000"/>
              </a:srgbClr>
            </a:solidFill>
            <a:ln w="5420" cap="flat">
              <a:solidFill>
                <a:srgbClr val="3C427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05" name="pg3705"/>
            <p:cNvSpPr/>
            <p:nvPr/>
          </p:nvSpPr>
          <p:spPr>
            <a:xfrm>
              <a:off x="4543003" y="531052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59E">
                <a:alpha val="100000"/>
              </a:srgbClr>
            </a:solidFill>
            <a:ln w="5420" cap="flat">
              <a:solidFill>
                <a:srgbClr val="3A65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06" name="pg3706"/>
            <p:cNvSpPr/>
            <p:nvPr/>
          </p:nvSpPr>
          <p:spPr>
            <a:xfrm>
              <a:off x="4554640" y="531052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59E">
                <a:alpha val="100000"/>
              </a:srgbClr>
            </a:solidFill>
            <a:ln w="5420" cap="flat">
              <a:solidFill>
                <a:srgbClr val="3A65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07" name="pg3707"/>
            <p:cNvSpPr/>
            <p:nvPr/>
          </p:nvSpPr>
          <p:spPr>
            <a:xfrm>
              <a:off x="4566278" y="531052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69E">
                <a:alpha val="100000"/>
              </a:srgbClr>
            </a:solidFill>
            <a:ln w="5420" cap="flat">
              <a:solidFill>
                <a:srgbClr val="3A66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08" name="pg3708"/>
            <p:cNvSpPr/>
            <p:nvPr/>
          </p:nvSpPr>
          <p:spPr>
            <a:xfrm>
              <a:off x="4577915" y="531052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69E">
                <a:alpha val="100000"/>
              </a:srgbClr>
            </a:solidFill>
            <a:ln w="5420" cap="flat">
              <a:solidFill>
                <a:srgbClr val="3A66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09" name="pg3709"/>
            <p:cNvSpPr/>
            <p:nvPr/>
          </p:nvSpPr>
          <p:spPr>
            <a:xfrm>
              <a:off x="4589552" y="531052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79E">
                <a:alpha val="100000"/>
              </a:srgbClr>
            </a:solidFill>
            <a:ln w="5420" cap="flat">
              <a:solidFill>
                <a:srgbClr val="3A67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10" name="pg3710"/>
            <p:cNvSpPr/>
            <p:nvPr/>
          </p:nvSpPr>
          <p:spPr>
            <a:xfrm>
              <a:off x="4601190" y="531052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79E">
                <a:alpha val="100000"/>
              </a:srgbClr>
            </a:solidFill>
            <a:ln w="5420" cap="flat">
              <a:solidFill>
                <a:srgbClr val="3A67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11" name="pg3711"/>
            <p:cNvSpPr/>
            <p:nvPr/>
          </p:nvSpPr>
          <p:spPr>
            <a:xfrm>
              <a:off x="4612827" y="531052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79E">
                <a:alpha val="100000"/>
              </a:srgbClr>
            </a:solidFill>
            <a:ln w="5420" cap="flat">
              <a:solidFill>
                <a:srgbClr val="3A67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12" name="pg3712"/>
            <p:cNvSpPr/>
            <p:nvPr/>
          </p:nvSpPr>
          <p:spPr>
            <a:xfrm>
              <a:off x="4671013" y="531052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99F">
                <a:alpha val="100000"/>
              </a:srgbClr>
            </a:solidFill>
            <a:ln w="5420" cap="flat">
              <a:solidFill>
                <a:srgbClr val="3A69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13" name="pg3713"/>
            <p:cNvSpPr/>
            <p:nvPr/>
          </p:nvSpPr>
          <p:spPr>
            <a:xfrm>
              <a:off x="4682651" y="531052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A9F">
                <a:alpha val="100000"/>
              </a:srgbClr>
            </a:solidFill>
            <a:ln w="5420" cap="flat">
              <a:solidFill>
                <a:srgbClr val="3A6A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14" name="pg3714"/>
            <p:cNvSpPr/>
            <p:nvPr/>
          </p:nvSpPr>
          <p:spPr>
            <a:xfrm>
              <a:off x="4694288" y="531052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A9F">
                <a:alpha val="100000"/>
              </a:srgbClr>
            </a:solidFill>
            <a:ln w="5420" cap="flat">
              <a:solidFill>
                <a:srgbClr val="3A6A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15" name="pg3715"/>
            <p:cNvSpPr/>
            <p:nvPr/>
          </p:nvSpPr>
          <p:spPr>
            <a:xfrm>
              <a:off x="4705925" y="531052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A9F">
                <a:alpha val="100000"/>
              </a:srgbClr>
            </a:solidFill>
            <a:ln w="5420" cap="flat">
              <a:solidFill>
                <a:srgbClr val="3A6A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16" name="pg3716"/>
            <p:cNvSpPr/>
            <p:nvPr/>
          </p:nvSpPr>
          <p:spPr>
            <a:xfrm>
              <a:off x="4717563" y="531052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B9F">
                <a:alpha val="100000"/>
              </a:srgbClr>
            </a:solidFill>
            <a:ln w="5420" cap="flat">
              <a:solidFill>
                <a:srgbClr val="3A6B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17" name="pg3717"/>
            <p:cNvSpPr/>
            <p:nvPr/>
          </p:nvSpPr>
          <p:spPr>
            <a:xfrm>
              <a:off x="4729200" y="531052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B9F">
                <a:alpha val="100000"/>
              </a:srgbClr>
            </a:solidFill>
            <a:ln w="5420" cap="flat">
              <a:solidFill>
                <a:srgbClr val="3A6B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18" name="pg3718"/>
            <p:cNvSpPr/>
            <p:nvPr/>
          </p:nvSpPr>
          <p:spPr>
            <a:xfrm>
              <a:off x="2878865" y="532482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377">
                <a:alpha val="100000"/>
              </a:srgbClr>
            </a:solidFill>
            <a:ln w="5420" cap="flat">
              <a:solidFill>
                <a:srgbClr val="3C437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19" name="pg3719"/>
            <p:cNvSpPr/>
            <p:nvPr/>
          </p:nvSpPr>
          <p:spPr>
            <a:xfrm>
              <a:off x="2890502" y="532482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377">
                <a:alpha val="100000"/>
              </a:srgbClr>
            </a:solidFill>
            <a:ln w="5420" cap="flat">
              <a:solidFill>
                <a:srgbClr val="3C437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20" name="pg3720"/>
            <p:cNvSpPr/>
            <p:nvPr/>
          </p:nvSpPr>
          <p:spPr>
            <a:xfrm>
              <a:off x="2902139" y="532482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377">
                <a:alpha val="100000"/>
              </a:srgbClr>
            </a:solidFill>
            <a:ln w="5420" cap="flat">
              <a:solidFill>
                <a:srgbClr val="3C437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21" name="pg3721"/>
            <p:cNvSpPr/>
            <p:nvPr/>
          </p:nvSpPr>
          <p:spPr>
            <a:xfrm>
              <a:off x="2913777" y="532482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377">
                <a:alpha val="100000"/>
              </a:srgbClr>
            </a:solidFill>
            <a:ln w="5420" cap="flat">
              <a:solidFill>
                <a:srgbClr val="3C437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22" name="pg3722"/>
            <p:cNvSpPr/>
            <p:nvPr/>
          </p:nvSpPr>
          <p:spPr>
            <a:xfrm>
              <a:off x="2925414" y="532482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377">
                <a:alpha val="100000"/>
              </a:srgbClr>
            </a:solidFill>
            <a:ln w="5420" cap="flat">
              <a:solidFill>
                <a:srgbClr val="3C437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23" name="pg3723"/>
            <p:cNvSpPr/>
            <p:nvPr/>
          </p:nvSpPr>
          <p:spPr>
            <a:xfrm>
              <a:off x="4566278" y="532482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69E">
                <a:alpha val="100000"/>
              </a:srgbClr>
            </a:solidFill>
            <a:ln w="5420" cap="flat">
              <a:solidFill>
                <a:srgbClr val="3A66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24" name="pg3724"/>
            <p:cNvSpPr/>
            <p:nvPr/>
          </p:nvSpPr>
          <p:spPr>
            <a:xfrm>
              <a:off x="4577915" y="532482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69E">
                <a:alpha val="100000"/>
              </a:srgbClr>
            </a:solidFill>
            <a:ln w="5420" cap="flat">
              <a:solidFill>
                <a:srgbClr val="3A66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25" name="pg3725"/>
            <p:cNvSpPr/>
            <p:nvPr/>
          </p:nvSpPr>
          <p:spPr>
            <a:xfrm>
              <a:off x="4589552" y="532482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69E">
                <a:alpha val="100000"/>
              </a:srgbClr>
            </a:solidFill>
            <a:ln w="5420" cap="flat">
              <a:solidFill>
                <a:srgbClr val="3A66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26" name="pg3726"/>
            <p:cNvSpPr/>
            <p:nvPr/>
          </p:nvSpPr>
          <p:spPr>
            <a:xfrm>
              <a:off x="4601190" y="532482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79E">
                <a:alpha val="100000"/>
              </a:srgbClr>
            </a:solidFill>
            <a:ln w="5420" cap="flat">
              <a:solidFill>
                <a:srgbClr val="3A67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27" name="pg3727"/>
            <p:cNvSpPr/>
            <p:nvPr/>
          </p:nvSpPr>
          <p:spPr>
            <a:xfrm>
              <a:off x="4612827" y="532482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79E">
                <a:alpha val="100000"/>
              </a:srgbClr>
            </a:solidFill>
            <a:ln w="5420" cap="flat">
              <a:solidFill>
                <a:srgbClr val="3A67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28" name="pg3728"/>
            <p:cNvSpPr/>
            <p:nvPr/>
          </p:nvSpPr>
          <p:spPr>
            <a:xfrm>
              <a:off x="4671013" y="532482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99F">
                <a:alpha val="100000"/>
              </a:srgbClr>
            </a:solidFill>
            <a:ln w="5420" cap="flat">
              <a:solidFill>
                <a:srgbClr val="3A69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29" name="pg3729"/>
            <p:cNvSpPr/>
            <p:nvPr/>
          </p:nvSpPr>
          <p:spPr>
            <a:xfrm>
              <a:off x="4682651" y="532482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A9F">
                <a:alpha val="100000"/>
              </a:srgbClr>
            </a:solidFill>
            <a:ln w="5420" cap="flat">
              <a:solidFill>
                <a:srgbClr val="3A6A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30" name="pg3730"/>
            <p:cNvSpPr/>
            <p:nvPr/>
          </p:nvSpPr>
          <p:spPr>
            <a:xfrm>
              <a:off x="4694288" y="532482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A9F">
                <a:alpha val="100000"/>
              </a:srgbClr>
            </a:solidFill>
            <a:ln w="5420" cap="flat">
              <a:solidFill>
                <a:srgbClr val="3A6A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31" name="pg3731"/>
            <p:cNvSpPr/>
            <p:nvPr/>
          </p:nvSpPr>
          <p:spPr>
            <a:xfrm>
              <a:off x="4705925" y="532482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A9F">
                <a:alpha val="100000"/>
              </a:srgbClr>
            </a:solidFill>
            <a:ln w="5420" cap="flat">
              <a:solidFill>
                <a:srgbClr val="3A6A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32" name="pg3732"/>
            <p:cNvSpPr/>
            <p:nvPr/>
          </p:nvSpPr>
          <p:spPr>
            <a:xfrm>
              <a:off x="4717563" y="532482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B9F">
                <a:alpha val="100000"/>
              </a:srgbClr>
            </a:solidFill>
            <a:ln w="5420" cap="flat">
              <a:solidFill>
                <a:srgbClr val="3A6B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33" name="pg3733"/>
            <p:cNvSpPr/>
            <p:nvPr/>
          </p:nvSpPr>
          <p:spPr>
            <a:xfrm>
              <a:off x="2867227" y="533912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377">
                <a:alpha val="100000"/>
              </a:srgbClr>
            </a:solidFill>
            <a:ln w="5420" cap="flat">
              <a:solidFill>
                <a:srgbClr val="3C437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34" name="pg3734"/>
            <p:cNvSpPr/>
            <p:nvPr/>
          </p:nvSpPr>
          <p:spPr>
            <a:xfrm>
              <a:off x="2878865" y="533912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377">
                <a:alpha val="100000"/>
              </a:srgbClr>
            </a:solidFill>
            <a:ln w="5420" cap="flat">
              <a:solidFill>
                <a:srgbClr val="3C437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35" name="pg3735"/>
            <p:cNvSpPr/>
            <p:nvPr/>
          </p:nvSpPr>
          <p:spPr>
            <a:xfrm>
              <a:off x="2890502" y="533912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377">
                <a:alpha val="100000"/>
              </a:srgbClr>
            </a:solidFill>
            <a:ln w="5420" cap="flat">
              <a:solidFill>
                <a:srgbClr val="3C437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36" name="pg3736"/>
            <p:cNvSpPr/>
            <p:nvPr/>
          </p:nvSpPr>
          <p:spPr>
            <a:xfrm>
              <a:off x="2902139" y="533912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377">
                <a:alpha val="100000"/>
              </a:srgbClr>
            </a:solidFill>
            <a:ln w="5420" cap="flat">
              <a:solidFill>
                <a:srgbClr val="3C437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37" name="pg3737"/>
            <p:cNvSpPr/>
            <p:nvPr/>
          </p:nvSpPr>
          <p:spPr>
            <a:xfrm>
              <a:off x="2913777" y="533912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377">
                <a:alpha val="100000"/>
              </a:srgbClr>
            </a:solidFill>
            <a:ln w="5420" cap="flat">
              <a:solidFill>
                <a:srgbClr val="3C437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38" name="pg3738"/>
            <p:cNvSpPr/>
            <p:nvPr/>
          </p:nvSpPr>
          <p:spPr>
            <a:xfrm>
              <a:off x="4577915" y="533912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69E">
                <a:alpha val="100000"/>
              </a:srgbClr>
            </a:solidFill>
            <a:ln w="5420" cap="flat">
              <a:solidFill>
                <a:srgbClr val="3A66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39" name="pg3739"/>
            <p:cNvSpPr/>
            <p:nvPr/>
          </p:nvSpPr>
          <p:spPr>
            <a:xfrm>
              <a:off x="4589552" y="533912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69E">
                <a:alpha val="100000"/>
              </a:srgbClr>
            </a:solidFill>
            <a:ln w="5420" cap="flat">
              <a:solidFill>
                <a:srgbClr val="3A66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40" name="pg3740"/>
            <p:cNvSpPr/>
            <p:nvPr/>
          </p:nvSpPr>
          <p:spPr>
            <a:xfrm>
              <a:off x="4601190" y="533912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79E">
                <a:alpha val="100000"/>
              </a:srgbClr>
            </a:solidFill>
            <a:ln w="5420" cap="flat">
              <a:solidFill>
                <a:srgbClr val="3A67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41" name="pg3741"/>
            <p:cNvSpPr/>
            <p:nvPr/>
          </p:nvSpPr>
          <p:spPr>
            <a:xfrm>
              <a:off x="4612827" y="533912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79E">
                <a:alpha val="100000"/>
              </a:srgbClr>
            </a:solidFill>
            <a:ln w="5420" cap="flat">
              <a:solidFill>
                <a:srgbClr val="3A67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42" name="pg3742"/>
            <p:cNvSpPr/>
            <p:nvPr/>
          </p:nvSpPr>
          <p:spPr>
            <a:xfrm>
              <a:off x="4624464" y="533912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89F">
                <a:alpha val="100000"/>
              </a:srgbClr>
            </a:solidFill>
            <a:ln w="5420" cap="flat">
              <a:solidFill>
                <a:srgbClr val="3A68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43" name="pg3743"/>
            <p:cNvSpPr/>
            <p:nvPr/>
          </p:nvSpPr>
          <p:spPr>
            <a:xfrm>
              <a:off x="4636101" y="533912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89F">
                <a:alpha val="100000"/>
              </a:srgbClr>
            </a:solidFill>
            <a:ln w="5420" cap="flat">
              <a:solidFill>
                <a:srgbClr val="3A68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44" name="pg3744"/>
            <p:cNvSpPr/>
            <p:nvPr/>
          </p:nvSpPr>
          <p:spPr>
            <a:xfrm>
              <a:off x="4659376" y="533912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99F">
                <a:alpha val="100000"/>
              </a:srgbClr>
            </a:solidFill>
            <a:ln w="5420" cap="flat">
              <a:solidFill>
                <a:srgbClr val="3A69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45" name="pg3745"/>
            <p:cNvSpPr/>
            <p:nvPr/>
          </p:nvSpPr>
          <p:spPr>
            <a:xfrm>
              <a:off x="4671013" y="533912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99F">
                <a:alpha val="100000"/>
              </a:srgbClr>
            </a:solidFill>
            <a:ln w="5420" cap="flat">
              <a:solidFill>
                <a:srgbClr val="3A69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46" name="pg3746"/>
            <p:cNvSpPr/>
            <p:nvPr/>
          </p:nvSpPr>
          <p:spPr>
            <a:xfrm>
              <a:off x="4682651" y="533912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A9F">
                <a:alpha val="100000"/>
              </a:srgbClr>
            </a:solidFill>
            <a:ln w="5420" cap="flat">
              <a:solidFill>
                <a:srgbClr val="3A6A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47" name="pg3747"/>
            <p:cNvSpPr/>
            <p:nvPr/>
          </p:nvSpPr>
          <p:spPr>
            <a:xfrm>
              <a:off x="4694288" y="533912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A9F">
                <a:alpha val="100000"/>
              </a:srgbClr>
            </a:solidFill>
            <a:ln w="5420" cap="flat">
              <a:solidFill>
                <a:srgbClr val="3A6A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48" name="pg3748"/>
            <p:cNvSpPr/>
            <p:nvPr/>
          </p:nvSpPr>
          <p:spPr>
            <a:xfrm>
              <a:off x="4705925" y="533912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A9F">
                <a:alpha val="100000"/>
              </a:srgbClr>
            </a:solidFill>
            <a:ln w="5420" cap="flat">
              <a:solidFill>
                <a:srgbClr val="3A6A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49" name="pg3749"/>
            <p:cNvSpPr/>
            <p:nvPr/>
          </p:nvSpPr>
          <p:spPr>
            <a:xfrm>
              <a:off x="2855590" y="535342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478">
                <a:alpha val="100000"/>
              </a:srgbClr>
            </a:solidFill>
            <a:ln w="5420" cap="flat">
              <a:solidFill>
                <a:srgbClr val="3C447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50" name="pg3750"/>
            <p:cNvSpPr/>
            <p:nvPr/>
          </p:nvSpPr>
          <p:spPr>
            <a:xfrm>
              <a:off x="2867227" y="535342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478">
                <a:alpha val="100000"/>
              </a:srgbClr>
            </a:solidFill>
            <a:ln w="5420" cap="flat">
              <a:solidFill>
                <a:srgbClr val="3C447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51" name="pg3751"/>
            <p:cNvSpPr/>
            <p:nvPr/>
          </p:nvSpPr>
          <p:spPr>
            <a:xfrm>
              <a:off x="2878865" y="535342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378">
                <a:alpha val="100000"/>
              </a:srgbClr>
            </a:solidFill>
            <a:ln w="5420" cap="flat">
              <a:solidFill>
                <a:srgbClr val="3C437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52" name="pg3752"/>
            <p:cNvSpPr/>
            <p:nvPr/>
          </p:nvSpPr>
          <p:spPr>
            <a:xfrm>
              <a:off x="2890502" y="535342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378">
                <a:alpha val="100000"/>
              </a:srgbClr>
            </a:solidFill>
            <a:ln w="5420" cap="flat">
              <a:solidFill>
                <a:srgbClr val="3C437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53" name="pg3753"/>
            <p:cNvSpPr/>
            <p:nvPr/>
          </p:nvSpPr>
          <p:spPr>
            <a:xfrm>
              <a:off x="2902139" y="535342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378">
                <a:alpha val="100000"/>
              </a:srgbClr>
            </a:solidFill>
            <a:ln w="5420" cap="flat">
              <a:solidFill>
                <a:srgbClr val="3C437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54" name="pg3754"/>
            <p:cNvSpPr/>
            <p:nvPr/>
          </p:nvSpPr>
          <p:spPr>
            <a:xfrm>
              <a:off x="2913777" y="535342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378">
                <a:alpha val="100000"/>
              </a:srgbClr>
            </a:solidFill>
            <a:ln w="5420" cap="flat">
              <a:solidFill>
                <a:srgbClr val="3C437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55" name="pg3755"/>
            <p:cNvSpPr/>
            <p:nvPr/>
          </p:nvSpPr>
          <p:spPr>
            <a:xfrm>
              <a:off x="4577915" y="535342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69E">
                <a:alpha val="100000"/>
              </a:srgbClr>
            </a:solidFill>
            <a:ln w="5420" cap="flat">
              <a:solidFill>
                <a:srgbClr val="3A66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56" name="pg3756"/>
            <p:cNvSpPr/>
            <p:nvPr/>
          </p:nvSpPr>
          <p:spPr>
            <a:xfrm>
              <a:off x="4589552" y="535342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69E">
                <a:alpha val="100000"/>
              </a:srgbClr>
            </a:solidFill>
            <a:ln w="5420" cap="flat">
              <a:solidFill>
                <a:srgbClr val="3A66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57" name="pg3757"/>
            <p:cNvSpPr/>
            <p:nvPr/>
          </p:nvSpPr>
          <p:spPr>
            <a:xfrm>
              <a:off x="4601190" y="535342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79E">
                <a:alpha val="100000"/>
              </a:srgbClr>
            </a:solidFill>
            <a:ln w="5420" cap="flat">
              <a:solidFill>
                <a:srgbClr val="3A67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58" name="pg3758"/>
            <p:cNvSpPr/>
            <p:nvPr/>
          </p:nvSpPr>
          <p:spPr>
            <a:xfrm>
              <a:off x="4612827" y="535342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79E">
                <a:alpha val="100000"/>
              </a:srgbClr>
            </a:solidFill>
            <a:ln w="5420" cap="flat">
              <a:solidFill>
                <a:srgbClr val="3A67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59" name="pg3759"/>
            <p:cNvSpPr/>
            <p:nvPr/>
          </p:nvSpPr>
          <p:spPr>
            <a:xfrm>
              <a:off x="4624464" y="535342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79E">
                <a:alpha val="100000"/>
              </a:srgbClr>
            </a:solidFill>
            <a:ln w="5420" cap="flat">
              <a:solidFill>
                <a:srgbClr val="3A67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60" name="pg3760"/>
            <p:cNvSpPr/>
            <p:nvPr/>
          </p:nvSpPr>
          <p:spPr>
            <a:xfrm>
              <a:off x="4636101" y="535342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89F">
                <a:alpha val="100000"/>
              </a:srgbClr>
            </a:solidFill>
            <a:ln w="5420" cap="flat">
              <a:solidFill>
                <a:srgbClr val="3A68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61" name="pg3761"/>
            <p:cNvSpPr/>
            <p:nvPr/>
          </p:nvSpPr>
          <p:spPr>
            <a:xfrm>
              <a:off x="4647739" y="535342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89F">
                <a:alpha val="100000"/>
              </a:srgbClr>
            </a:solidFill>
            <a:ln w="5420" cap="flat">
              <a:solidFill>
                <a:srgbClr val="3A68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62" name="pg3762"/>
            <p:cNvSpPr/>
            <p:nvPr/>
          </p:nvSpPr>
          <p:spPr>
            <a:xfrm>
              <a:off x="4659376" y="535342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99F">
                <a:alpha val="100000"/>
              </a:srgbClr>
            </a:solidFill>
            <a:ln w="5420" cap="flat">
              <a:solidFill>
                <a:srgbClr val="3A69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63" name="pg3763"/>
            <p:cNvSpPr/>
            <p:nvPr/>
          </p:nvSpPr>
          <p:spPr>
            <a:xfrm>
              <a:off x="4671013" y="535342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99F">
                <a:alpha val="100000"/>
              </a:srgbClr>
            </a:solidFill>
            <a:ln w="5420" cap="flat">
              <a:solidFill>
                <a:srgbClr val="3A69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64" name="pg3764"/>
            <p:cNvSpPr/>
            <p:nvPr/>
          </p:nvSpPr>
          <p:spPr>
            <a:xfrm>
              <a:off x="4682651" y="535342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99F">
                <a:alpha val="100000"/>
              </a:srgbClr>
            </a:solidFill>
            <a:ln w="5420" cap="flat">
              <a:solidFill>
                <a:srgbClr val="3A69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65" name="pg3765"/>
            <p:cNvSpPr/>
            <p:nvPr/>
          </p:nvSpPr>
          <p:spPr>
            <a:xfrm>
              <a:off x="4694288" y="535342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A9F">
                <a:alpha val="100000"/>
              </a:srgbClr>
            </a:solidFill>
            <a:ln w="5420" cap="flat">
              <a:solidFill>
                <a:srgbClr val="3A6A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66" name="pg3766"/>
            <p:cNvSpPr/>
            <p:nvPr/>
          </p:nvSpPr>
          <p:spPr>
            <a:xfrm>
              <a:off x="4705925" y="535342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A9F">
                <a:alpha val="100000"/>
              </a:srgbClr>
            </a:solidFill>
            <a:ln w="5420" cap="flat">
              <a:solidFill>
                <a:srgbClr val="3A6A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67" name="pg3767"/>
            <p:cNvSpPr/>
            <p:nvPr/>
          </p:nvSpPr>
          <p:spPr>
            <a:xfrm>
              <a:off x="2855590" y="536772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478">
                <a:alpha val="100000"/>
              </a:srgbClr>
            </a:solidFill>
            <a:ln w="5420" cap="flat">
              <a:solidFill>
                <a:srgbClr val="3C447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68" name="pg3768"/>
            <p:cNvSpPr/>
            <p:nvPr/>
          </p:nvSpPr>
          <p:spPr>
            <a:xfrm>
              <a:off x="2867227" y="536772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478">
                <a:alpha val="100000"/>
              </a:srgbClr>
            </a:solidFill>
            <a:ln w="5420" cap="flat">
              <a:solidFill>
                <a:srgbClr val="3C447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69" name="pg3769"/>
            <p:cNvSpPr/>
            <p:nvPr/>
          </p:nvSpPr>
          <p:spPr>
            <a:xfrm>
              <a:off x="2878865" y="536772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478">
                <a:alpha val="100000"/>
              </a:srgbClr>
            </a:solidFill>
            <a:ln w="5420" cap="flat">
              <a:solidFill>
                <a:srgbClr val="3C447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70" name="pg3770"/>
            <p:cNvSpPr/>
            <p:nvPr/>
          </p:nvSpPr>
          <p:spPr>
            <a:xfrm>
              <a:off x="2890502" y="536772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478">
                <a:alpha val="100000"/>
              </a:srgbClr>
            </a:solidFill>
            <a:ln w="5420" cap="flat">
              <a:solidFill>
                <a:srgbClr val="3C447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71" name="pg3771"/>
            <p:cNvSpPr/>
            <p:nvPr/>
          </p:nvSpPr>
          <p:spPr>
            <a:xfrm>
              <a:off x="2902139" y="536772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478">
                <a:alpha val="100000"/>
              </a:srgbClr>
            </a:solidFill>
            <a:ln w="5420" cap="flat">
              <a:solidFill>
                <a:srgbClr val="3C447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72" name="pg3772"/>
            <p:cNvSpPr/>
            <p:nvPr/>
          </p:nvSpPr>
          <p:spPr>
            <a:xfrm>
              <a:off x="4577915" y="536772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69E">
                <a:alpha val="100000"/>
              </a:srgbClr>
            </a:solidFill>
            <a:ln w="5420" cap="flat">
              <a:solidFill>
                <a:srgbClr val="3A66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73" name="pg3773"/>
            <p:cNvSpPr/>
            <p:nvPr/>
          </p:nvSpPr>
          <p:spPr>
            <a:xfrm>
              <a:off x="4589552" y="536772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69E">
                <a:alpha val="100000"/>
              </a:srgbClr>
            </a:solidFill>
            <a:ln w="5420" cap="flat">
              <a:solidFill>
                <a:srgbClr val="3A66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74" name="pg3774"/>
            <p:cNvSpPr/>
            <p:nvPr/>
          </p:nvSpPr>
          <p:spPr>
            <a:xfrm>
              <a:off x="4601190" y="536772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79E">
                <a:alpha val="100000"/>
              </a:srgbClr>
            </a:solidFill>
            <a:ln w="5420" cap="flat">
              <a:solidFill>
                <a:srgbClr val="3A67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75" name="pg3775"/>
            <p:cNvSpPr/>
            <p:nvPr/>
          </p:nvSpPr>
          <p:spPr>
            <a:xfrm>
              <a:off x="4612827" y="536772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79E">
                <a:alpha val="100000"/>
              </a:srgbClr>
            </a:solidFill>
            <a:ln w="5420" cap="flat">
              <a:solidFill>
                <a:srgbClr val="3A67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76" name="pg3776"/>
            <p:cNvSpPr/>
            <p:nvPr/>
          </p:nvSpPr>
          <p:spPr>
            <a:xfrm>
              <a:off x="4624464" y="536772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79E">
                <a:alpha val="100000"/>
              </a:srgbClr>
            </a:solidFill>
            <a:ln w="5420" cap="flat">
              <a:solidFill>
                <a:srgbClr val="3A67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77" name="pg3777"/>
            <p:cNvSpPr/>
            <p:nvPr/>
          </p:nvSpPr>
          <p:spPr>
            <a:xfrm>
              <a:off x="4636101" y="536772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89F">
                <a:alpha val="100000"/>
              </a:srgbClr>
            </a:solidFill>
            <a:ln w="5420" cap="flat">
              <a:solidFill>
                <a:srgbClr val="3A68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78" name="pg3778"/>
            <p:cNvSpPr/>
            <p:nvPr/>
          </p:nvSpPr>
          <p:spPr>
            <a:xfrm>
              <a:off x="4647739" y="536772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89F">
                <a:alpha val="100000"/>
              </a:srgbClr>
            </a:solidFill>
            <a:ln w="5420" cap="flat">
              <a:solidFill>
                <a:srgbClr val="3A68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79" name="pg3779"/>
            <p:cNvSpPr/>
            <p:nvPr/>
          </p:nvSpPr>
          <p:spPr>
            <a:xfrm>
              <a:off x="4659376" y="536772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99F">
                <a:alpha val="100000"/>
              </a:srgbClr>
            </a:solidFill>
            <a:ln w="5420" cap="flat">
              <a:solidFill>
                <a:srgbClr val="3A69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80" name="pg3780"/>
            <p:cNvSpPr/>
            <p:nvPr/>
          </p:nvSpPr>
          <p:spPr>
            <a:xfrm>
              <a:off x="4671013" y="536772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99F">
                <a:alpha val="100000"/>
              </a:srgbClr>
            </a:solidFill>
            <a:ln w="5420" cap="flat">
              <a:solidFill>
                <a:srgbClr val="3A69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81" name="pg3781"/>
            <p:cNvSpPr/>
            <p:nvPr/>
          </p:nvSpPr>
          <p:spPr>
            <a:xfrm>
              <a:off x="4682651" y="536772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99F">
                <a:alpha val="100000"/>
              </a:srgbClr>
            </a:solidFill>
            <a:ln w="5420" cap="flat">
              <a:solidFill>
                <a:srgbClr val="3A69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82" name="pg3782"/>
            <p:cNvSpPr/>
            <p:nvPr/>
          </p:nvSpPr>
          <p:spPr>
            <a:xfrm>
              <a:off x="4694288" y="536772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A9F">
                <a:alpha val="100000"/>
              </a:srgbClr>
            </a:solidFill>
            <a:ln w="5420" cap="flat">
              <a:solidFill>
                <a:srgbClr val="3A6A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83" name="pg3783"/>
            <p:cNvSpPr/>
            <p:nvPr/>
          </p:nvSpPr>
          <p:spPr>
            <a:xfrm>
              <a:off x="4705925" y="536772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A9F">
                <a:alpha val="100000"/>
              </a:srgbClr>
            </a:solidFill>
            <a:ln w="5420" cap="flat">
              <a:solidFill>
                <a:srgbClr val="3A6A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84" name="pg3784"/>
            <p:cNvSpPr/>
            <p:nvPr/>
          </p:nvSpPr>
          <p:spPr>
            <a:xfrm>
              <a:off x="2855590" y="538202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579">
                <a:alpha val="100000"/>
              </a:srgbClr>
            </a:solidFill>
            <a:ln w="5420" cap="flat">
              <a:solidFill>
                <a:srgbClr val="3C457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85" name="pg3785"/>
            <p:cNvSpPr/>
            <p:nvPr/>
          </p:nvSpPr>
          <p:spPr>
            <a:xfrm>
              <a:off x="2867227" y="538202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579">
                <a:alpha val="100000"/>
              </a:srgbClr>
            </a:solidFill>
            <a:ln w="5420" cap="flat">
              <a:solidFill>
                <a:srgbClr val="3C457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86" name="pg3786"/>
            <p:cNvSpPr/>
            <p:nvPr/>
          </p:nvSpPr>
          <p:spPr>
            <a:xfrm>
              <a:off x="2878865" y="538202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579">
                <a:alpha val="100000"/>
              </a:srgbClr>
            </a:solidFill>
            <a:ln w="5420" cap="flat">
              <a:solidFill>
                <a:srgbClr val="3C457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87" name="pg3787"/>
            <p:cNvSpPr/>
            <p:nvPr/>
          </p:nvSpPr>
          <p:spPr>
            <a:xfrm>
              <a:off x="2890502" y="538202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579">
                <a:alpha val="100000"/>
              </a:srgbClr>
            </a:solidFill>
            <a:ln w="5420" cap="flat">
              <a:solidFill>
                <a:srgbClr val="3C457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88" name="pg3788"/>
            <p:cNvSpPr/>
            <p:nvPr/>
          </p:nvSpPr>
          <p:spPr>
            <a:xfrm>
              <a:off x="2902139" y="538202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479">
                <a:alpha val="100000"/>
              </a:srgbClr>
            </a:solidFill>
            <a:ln w="5420" cap="flat">
              <a:solidFill>
                <a:srgbClr val="3C447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89" name="pg3789"/>
            <p:cNvSpPr/>
            <p:nvPr/>
          </p:nvSpPr>
          <p:spPr>
            <a:xfrm>
              <a:off x="4577915" y="538202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69E">
                <a:alpha val="100000"/>
              </a:srgbClr>
            </a:solidFill>
            <a:ln w="5420" cap="flat">
              <a:solidFill>
                <a:srgbClr val="3A66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90" name="pg3790"/>
            <p:cNvSpPr/>
            <p:nvPr/>
          </p:nvSpPr>
          <p:spPr>
            <a:xfrm>
              <a:off x="4589552" y="538202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69E">
                <a:alpha val="100000"/>
              </a:srgbClr>
            </a:solidFill>
            <a:ln w="5420" cap="flat">
              <a:solidFill>
                <a:srgbClr val="3A66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91" name="pg3791"/>
            <p:cNvSpPr/>
            <p:nvPr/>
          </p:nvSpPr>
          <p:spPr>
            <a:xfrm>
              <a:off x="4601190" y="538202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79E">
                <a:alpha val="100000"/>
              </a:srgbClr>
            </a:solidFill>
            <a:ln w="5420" cap="flat">
              <a:solidFill>
                <a:srgbClr val="3A67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92" name="pg3792"/>
            <p:cNvSpPr/>
            <p:nvPr/>
          </p:nvSpPr>
          <p:spPr>
            <a:xfrm>
              <a:off x="4612827" y="538202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79E">
                <a:alpha val="100000"/>
              </a:srgbClr>
            </a:solidFill>
            <a:ln w="5420" cap="flat">
              <a:solidFill>
                <a:srgbClr val="3A67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93" name="pg3793"/>
            <p:cNvSpPr/>
            <p:nvPr/>
          </p:nvSpPr>
          <p:spPr>
            <a:xfrm>
              <a:off x="4624464" y="538202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79E">
                <a:alpha val="100000"/>
              </a:srgbClr>
            </a:solidFill>
            <a:ln w="5420" cap="flat">
              <a:solidFill>
                <a:srgbClr val="3A67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94" name="pg3794"/>
            <p:cNvSpPr/>
            <p:nvPr/>
          </p:nvSpPr>
          <p:spPr>
            <a:xfrm>
              <a:off x="4636101" y="538202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89F">
                <a:alpha val="100000"/>
              </a:srgbClr>
            </a:solidFill>
            <a:ln w="5420" cap="flat">
              <a:solidFill>
                <a:srgbClr val="3A68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95" name="pg3795"/>
            <p:cNvSpPr/>
            <p:nvPr/>
          </p:nvSpPr>
          <p:spPr>
            <a:xfrm>
              <a:off x="4647739" y="538202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89F">
                <a:alpha val="100000"/>
              </a:srgbClr>
            </a:solidFill>
            <a:ln w="5420" cap="flat">
              <a:solidFill>
                <a:srgbClr val="3A68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96" name="pg3796"/>
            <p:cNvSpPr/>
            <p:nvPr/>
          </p:nvSpPr>
          <p:spPr>
            <a:xfrm>
              <a:off x="4659376" y="538202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99F">
                <a:alpha val="100000"/>
              </a:srgbClr>
            </a:solidFill>
            <a:ln w="5420" cap="flat">
              <a:solidFill>
                <a:srgbClr val="3A69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97" name="pg3797"/>
            <p:cNvSpPr/>
            <p:nvPr/>
          </p:nvSpPr>
          <p:spPr>
            <a:xfrm>
              <a:off x="4671013" y="538202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99F">
                <a:alpha val="100000"/>
              </a:srgbClr>
            </a:solidFill>
            <a:ln w="5420" cap="flat">
              <a:solidFill>
                <a:srgbClr val="3A69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98" name="pg3798"/>
            <p:cNvSpPr/>
            <p:nvPr/>
          </p:nvSpPr>
          <p:spPr>
            <a:xfrm>
              <a:off x="4682651" y="538202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99F">
                <a:alpha val="100000"/>
              </a:srgbClr>
            </a:solidFill>
            <a:ln w="5420" cap="flat">
              <a:solidFill>
                <a:srgbClr val="3A69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99" name="pg3799"/>
            <p:cNvSpPr/>
            <p:nvPr/>
          </p:nvSpPr>
          <p:spPr>
            <a:xfrm>
              <a:off x="4694288" y="538202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99F">
                <a:alpha val="100000"/>
              </a:srgbClr>
            </a:solidFill>
            <a:ln w="5420" cap="flat">
              <a:solidFill>
                <a:srgbClr val="3A69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00" name="pg3800"/>
            <p:cNvSpPr/>
            <p:nvPr/>
          </p:nvSpPr>
          <p:spPr>
            <a:xfrm>
              <a:off x="2843953" y="539632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57A">
                <a:alpha val="100000"/>
              </a:srgbClr>
            </a:solidFill>
            <a:ln w="5420" cap="flat">
              <a:solidFill>
                <a:srgbClr val="3C457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01" name="pg3801"/>
            <p:cNvSpPr/>
            <p:nvPr/>
          </p:nvSpPr>
          <p:spPr>
            <a:xfrm>
              <a:off x="2855590" y="539632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57A">
                <a:alpha val="100000"/>
              </a:srgbClr>
            </a:solidFill>
            <a:ln w="5420" cap="flat">
              <a:solidFill>
                <a:srgbClr val="3C457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02" name="pg3802"/>
            <p:cNvSpPr/>
            <p:nvPr/>
          </p:nvSpPr>
          <p:spPr>
            <a:xfrm>
              <a:off x="2867227" y="539632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57A">
                <a:alpha val="100000"/>
              </a:srgbClr>
            </a:solidFill>
            <a:ln w="5420" cap="flat">
              <a:solidFill>
                <a:srgbClr val="3C457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03" name="pg3803"/>
            <p:cNvSpPr/>
            <p:nvPr/>
          </p:nvSpPr>
          <p:spPr>
            <a:xfrm>
              <a:off x="2878865" y="539632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57A">
                <a:alpha val="100000"/>
              </a:srgbClr>
            </a:solidFill>
            <a:ln w="5420" cap="flat">
              <a:solidFill>
                <a:srgbClr val="3C457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04" name="pg3804"/>
            <p:cNvSpPr/>
            <p:nvPr/>
          </p:nvSpPr>
          <p:spPr>
            <a:xfrm>
              <a:off x="2890502" y="539632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57A">
                <a:alpha val="100000"/>
              </a:srgbClr>
            </a:solidFill>
            <a:ln w="5420" cap="flat">
              <a:solidFill>
                <a:srgbClr val="3C457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05" name="pg3805"/>
            <p:cNvSpPr/>
            <p:nvPr/>
          </p:nvSpPr>
          <p:spPr>
            <a:xfrm>
              <a:off x="4589552" y="539632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69E">
                <a:alpha val="100000"/>
              </a:srgbClr>
            </a:solidFill>
            <a:ln w="5420" cap="flat">
              <a:solidFill>
                <a:srgbClr val="3A66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06" name="pg3806"/>
            <p:cNvSpPr/>
            <p:nvPr/>
          </p:nvSpPr>
          <p:spPr>
            <a:xfrm>
              <a:off x="4601190" y="539632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69E">
                <a:alpha val="100000"/>
              </a:srgbClr>
            </a:solidFill>
            <a:ln w="5420" cap="flat">
              <a:solidFill>
                <a:srgbClr val="3A66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07" name="pg3807"/>
            <p:cNvSpPr/>
            <p:nvPr/>
          </p:nvSpPr>
          <p:spPr>
            <a:xfrm>
              <a:off x="4612827" y="539632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79E">
                <a:alpha val="100000"/>
              </a:srgbClr>
            </a:solidFill>
            <a:ln w="5420" cap="flat">
              <a:solidFill>
                <a:srgbClr val="3A67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08" name="pg3808"/>
            <p:cNvSpPr/>
            <p:nvPr/>
          </p:nvSpPr>
          <p:spPr>
            <a:xfrm>
              <a:off x="4624464" y="539632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79E">
                <a:alpha val="100000"/>
              </a:srgbClr>
            </a:solidFill>
            <a:ln w="5420" cap="flat">
              <a:solidFill>
                <a:srgbClr val="3A67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09" name="pg3809"/>
            <p:cNvSpPr/>
            <p:nvPr/>
          </p:nvSpPr>
          <p:spPr>
            <a:xfrm>
              <a:off x="4636101" y="539632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89F">
                <a:alpha val="100000"/>
              </a:srgbClr>
            </a:solidFill>
            <a:ln w="5420" cap="flat">
              <a:solidFill>
                <a:srgbClr val="3A68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10" name="pg3810"/>
            <p:cNvSpPr/>
            <p:nvPr/>
          </p:nvSpPr>
          <p:spPr>
            <a:xfrm>
              <a:off x="4647739" y="539632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89F">
                <a:alpha val="100000"/>
              </a:srgbClr>
            </a:solidFill>
            <a:ln w="5420" cap="flat">
              <a:solidFill>
                <a:srgbClr val="3A68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11" name="pg3811"/>
            <p:cNvSpPr/>
            <p:nvPr/>
          </p:nvSpPr>
          <p:spPr>
            <a:xfrm>
              <a:off x="4659376" y="539632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89F">
                <a:alpha val="100000"/>
              </a:srgbClr>
            </a:solidFill>
            <a:ln w="5420" cap="flat">
              <a:solidFill>
                <a:srgbClr val="3A68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12" name="pg3812"/>
            <p:cNvSpPr/>
            <p:nvPr/>
          </p:nvSpPr>
          <p:spPr>
            <a:xfrm>
              <a:off x="4671013" y="539632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99F">
                <a:alpha val="100000"/>
              </a:srgbClr>
            </a:solidFill>
            <a:ln w="5420" cap="flat">
              <a:solidFill>
                <a:srgbClr val="3A69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13" name="pg3813"/>
            <p:cNvSpPr/>
            <p:nvPr/>
          </p:nvSpPr>
          <p:spPr>
            <a:xfrm>
              <a:off x="4682651" y="539632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99F">
                <a:alpha val="100000"/>
              </a:srgbClr>
            </a:solidFill>
            <a:ln w="5420" cap="flat">
              <a:solidFill>
                <a:srgbClr val="3A69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14" name="pg3814"/>
            <p:cNvSpPr/>
            <p:nvPr/>
          </p:nvSpPr>
          <p:spPr>
            <a:xfrm>
              <a:off x="2843953" y="541062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57A">
                <a:alpha val="100000"/>
              </a:srgbClr>
            </a:solidFill>
            <a:ln w="5420" cap="flat">
              <a:solidFill>
                <a:srgbClr val="3C457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15" name="pg3815"/>
            <p:cNvSpPr/>
            <p:nvPr/>
          </p:nvSpPr>
          <p:spPr>
            <a:xfrm>
              <a:off x="2855590" y="541062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57A">
                <a:alpha val="100000"/>
              </a:srgbClr>
            </a:solidFill>
            <a:ln w="5420" cap="flat">
              <a:solidFill>
                <a:srgbClr val="3C457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16" name="pg3816"/>
            <p:cNvSpPr/>
            <p:nvPr/>
          </p:nvSpPr>
          <p:spPr>
            <a:xfrm>
              <a:off x="2867227" y="541062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57A">
                <a:alpha val="100000"/>
              </a:srgbClr>
            </a:solidFill>
            <a:ln w="5420" cap="flat">
              <a:solidFill>
                <a:srgbClr val="3C457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17" name="pg3817"/>
            <p:cNvSpPr/>
            <p:nvPr/>
          </p:nvSpPr>
          <p:spPr>
            <a:xfrm>
              <a:off x="2878865" y="541062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57A">
                <a:alpha val="100000"/>
              </a:srgbClr>
            </a:solidFill>
            <a:ln w="5420" cap="flat">
              <a:solidFill>
                <a:srgbClr val="3C457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18" name="pg3818"/>
            <p:cNvSpPr/>
            <p:nvPr/>
          </p:nvSpPr>
          <p:spPr>
            <a:xfrm>
              <a:off x="2890502" y="541062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57A">
                <a:alpha val="100000"/>
              </a:srgbClr>
            </a:solidFill>
            <a:ln w="5420" cap="flat">
              <a:solidFill>
                <a:srgbClr val="3C457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19" name="pg3819"/>
            <p:cNvSpPr/>
            <p:nvPr/>
          </p:nvSpPr>
          <p:spPr>
            <a:xfrm>
              <a:off x="4601190" y="541062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69E">
                <a:alpha val="100000"/>
              </a:srgbClr>
            </a:solidFill>
            <a:ln w="5420" cap="flat">
              <a:solidFill>
                <a:srgbClr val="3A66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20" name="pg3820"/>
            <p:cNvSpPr/>
            <p:nvPr/>
          </p:nvSpPr>
          <p:spPr>
            <a:xfrm>
              <a:off x="4612827" y="541062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79E">
                <a:alpha val="100000"/>
              </a:srgbClr>
            </a:solidFill>
            <a:ln w="5420" cap="flat">
              <a:solidFill>
                <a:srgbClr val="3A67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21" name="pg3821"/>
            <p:cNvSpPr/>
            <p:nvPr/>
          </p:nvSpPr>
          <p:spPr>
            <a:xfrm>
              <a:off x="4624464" y="541062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79E">
                <a:alpha val="100000"/>
              </a:srgbClr>
            </a:solidFill>
            <a:ln w="5420" cap="flat">
              <a:solidFill>
                <a:srgbClr val="3A67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22" name="pg3822"/>
            <p:cNvSpPr/>
            <p:nvPr/>
          </p:nvSpPr>
          <p:spPr>
            <a:xfrm>
              <a:off x="4636101" y="541062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89F">
                <a:alpha val="100000"/>
              </a:srgbClr>
            </a:solidFill>
            <a:ln w="5420" cap="flat">
              <a:solidFill>
                <a:srgbClr val="3A68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23" name="pg3823"/>
            <p:cNvSpPr/>
            <p:nvPr/>
          </p:nvSpPr>
          <p:spPr>
            <a:xfrm>
              <a:off x="4647739" y="541062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89F">
                <a:alpha val="100000"/>
              </a:srgbClr>
            </a:solidFill>
            <a:ln w="5420" cap="flat">
              <a:solidFill>
                <a:srgbClr val="3A68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24" name="pg3824"/>
            <p:cNvSpPr/>
            <p:nvPr/>
          </p:nvSpPr>
          <p:spPr>
            <a:xfrm>
              <a:off x="2843953" y="542492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67B">
                <a:alpha val="100000"/>
              </a:srgbClr>
            </a:solidFill>
            <a:ln w="5420" cap="flat">
              <a:solidFill>
                <a:srgbClr val="3C467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25" name="pg3825"/>
            <p:cNvSpPr/>
            <p:nvPr/>
          </p:nvSpPr>
          <p:spPr>
            <a:xfrm>
              <a:off x="2855590" y="542492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67B">
                <a:alpha val="100000"/>
              </a:srgbClr>
            </a:solidFill>
            <a:ln w="5420" cap="flat">
              <a:solidFill>
                <a:srgbClr val="3C467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26" name="pg3826"/>
            <p:cNvSpPr/>
            <p:nvPr/>
          </p:nvSpPr>
          <p:spPr>
            <a:xfrm>
              <a:off x="2867227" y="542492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67B">
                <a:alpha val="100000"/>
              </a:srgbClr>
            </a:solidFill>
            <a:ln w="5420" cap="flat">
              <a:solidFill>
                <a:srgbClr val="3C467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27" name="pg3827"/>
            <p:cNvSpPr/>
            <p:nvPr/>
          </p:nvSpPr>
          <p:spPr>
            <a:xfrm>
              <a:off x="2878865" y="542492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67A">
                <a:alpha val="100000"/>
              </a:srgbClr>
            </a:solidFill>
            <a:ln w="5420" cap="flat">
              <a:solidFill>
                <a:srgbClr val="3C467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28" name="pg3828"/>
            <p:cNvSpPr/>
            <p:nvPr/>
          </p:nvSpPr>
          <p:spPr>
            <a:xfrm>
              <a:off x="2890502" y="542492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57A">
                <a:alpha val="100000"/>
              </a:srgbClr>
            </a:solidFill>
            <a:ln w="5420" cap="flat">
              <a:solidFill>
                <a:srgbClr val="3C457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29" name="pg3829"/>
            <p:cNvSpPr/>
            <p:nvPr/>
          </p:nvSpPr>
          <p:spPr>
            <a:xfrm>
              <a:off x="2843953" y="543922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67B">
                <a:alpha val="100000"/>
              </a:srgbClr>
            </a:solidFill>
            <a:ln w="5420" cap="flat">
              <a:solidFill>
                <a:srgbClr val="3C467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30" name="pg3830"/>
            <p:cNvSpPr/>
            <p:nvPr/>
          </p:nvSpPr>
          <p:spPr>
            <a:xfrm>
              <a:off x="2855590" y="543922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67B">
                <a:alpha val="100000"/>
              </a:srgbClr>
            </a:solidFill>
            <a:ln w="5420" cap="flat">
              <a:solidFill>
                <a:srgbClr val="3C467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31" name="pg3831"/>
            <p:cNvSpPr/>
            <p:nvPr/>
          </p:nvSpPr>
          <p:spPr>
            <a:xfrm>
              <a:off x="2867227" y="543922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67B">
                <a:alpha val="100000"/>
              </a:srgbClr>
            </a:solidFill>
            <a:ln w="5420" cap="flat">
              <a:solidFill>
                <a:srgbClr val="3C467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32" name="pg3832"/>
            <p:cNvSpPr/>
            <p:nvPr/>
          </p:nvSpPr>
          <p:spPr>
            <a:xfrm>
              <a:off x="2878865" y="543922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67B">
                <a:alpha val="100000"/>
              </a:srgbClr>
            </a:solidFill>
            <a:ln w="5420" cap="flat">
              <a:solidFill>
                <a:srgbClr val="3C467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33" name="pg3833"/>
            <p:cNvSpPr/>
            <p:nvPr/>
          </p:nvSpPr>
          <p:spPr>
            <a:xfrm>
              <a:off x="2832315" y="545352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67C">
                <a:alpha val="100000"/>
              </a:srgbClr>
            </a:solidFill>
            <a:ln w="5420" cap="flat">
              <a:solidFill>
                <a:srgbClr val="3C467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34" name="pg3834"/>
            <p:cNvSpPr/>
            <p:nvPr/>
          </p:nvSpPr>
          <p:spPr>
            <a:xfrm>
              <a:off x="2843953" y="545352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67C">
                <a:alpha val="100000"/>
              </a:srgbClr>
            </a:solidFill>
            <a:ln w="5420" cap="flat">
              <a:solidFill>
                <a:srgbClr val="3C467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35" name="pg3835"/>
            <p:cNvSpPr/>
            <p:nvPr/>
          </p:nvSpPr>
          <p:spPr>
            <a:xfrm>
              <a:off x="2855590" y="545352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67B">
                <a:alpha val="100000"/>
              </a:srgbClr>
            </a:solidFill>
            <a:ln w="5420" cap="flat">
              <a:solidFill>
                <a:srgbClr val="3C467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36" name="pg3836"/>
            <p:cNvSpPr/>
            <p:nvPr/>
          </p:nvSpPr>
          <p:spPr>
            <a:xfrm>
              <a:off x="2867227" y="545352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67B">
                <a:alpha val="100000"/>
              </a:srgbClr>
            </a:solidFill>
            <a:ln w="5420" cap="flat">
              <a:solidFill>
                <a:srgbClr val="3C467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37" name="pg3837"/>
            <p:cNvSpPr/>
            <p:nvPr/>
          </p:nvSpPr>
          <p:spPr>
            <a:xfrm>
              <a:off x="2878865" y="545352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67B">
                <a:alpha val="100000"/>
              </a:srgbClr>
            </a:solidFill>
            <a:ln w="5420" cap="flat">
              <a:solidFill>
                <a:srgbClr val="3C467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38" name="pg3838"/>
            <p:cNvSpPr/>
            <p:nvPr/>
          </p:nvSpPr>
          <p:spPr>
            <a:xfrm>
              <a:off x="2832315" y="546782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77C">
                <a:alpha val="100000"/>
              </a:srgbClr>
            </a:solidFill>
            <a:ln w="5420" cap="flat">
              <a:solidFill>
                <a:srgbClr val="3C477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39" name="pg3839"/>
            <p:cNvSpPr/>
            <p:nvPr/>
          </p:nvSpPr>
          <p:spPr>
            <a:xfrm>
              <a:off x="2843953" y="546782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77C">
                <a:alpha val="100000"/>
              </a:srgbClr>
            </a:solidFill>
            <a:ln w="5420" cap="flat">
              <a:solidFill>
                <a:srgbClr val="3C477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40" name="pg3840"/>
            <p:cNvSpPr/>
            <p:nvPr/>
          </p:nvSpPr>
          <p:spPr>
            <a:xfrm>
              <a:off x="2855590" y="546782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77C">
                <a:alpha val="100000"/>
              </a:srgbClr>
            </a:solidFill>
            <a:ln w="5420" cap="flat">
              <a:solidFill>
                <a:srgbClr val="3C477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41" name="pg3841"/>
            <p:cNvSpPr/>
            <p:nvPr/>
          </p:nvSpPr>
          <p:spPr>
            <a:xfrm>
              <a:off x="2867227" y="546782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67C">
                <a:alpha val="100000"/>
              </a:srgbClr>
            </a:solidFill>
            <a:ln w="5420" cap="flat">
              <a:solidFill>
                <a:srgbClr val="3C467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42" name="pg3842"/>
            <p:cNvSpPr/>
            <p:nvPr/>
          </p:nvSpPr>
          <p:spPr>
            <a:xfrm>
              <a:off x="2878865" y="546782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67C">
                <a:alpha val="100000"/>
              </a:srgbClr>
            </a:solidFill>
            <a:ln w="5420" cap="flat">
              <a:solidFill>
                <a:srgbClr val="3C467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43" name="pg3843"/>
            <p:cNvSpPr/>
            <p:nvPr/>
          </p:nvSpPr>
          <p:spPr>
            <a:xfrm>
              <a:off x="2832315" y="548212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77C">
                <a:alpha val="100000"/>
              </a:srgbClr>
            </a:solidFill>
            <a:ln w="5420" cap="flat">
              <a:solidFill>
                <a:srgbClr val="3C477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44" name="pg3844"/>
            <p:cNvSpPr/>
            <p:nvPr/>
          </p:nvSpPr>
          <p:spPr>
            <a:xfrm>
              <a:off x="2843953" y="548212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77C">
                <a:alpha val="100000"/>
              </a:srgbClr>
            </a:solidFill>
            <a:ln w="5420" cap="flat">
              <a:solidFill>
                <a:srgbClr val="3C477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45" name="pg3845"/>
            <p:cNvSpPr/>
            <p:nvPr/>
          </p:nvSpPr>
          <p:spPr>
            <a:xfrm>
              <a:off x="2855590" y="548212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77C">
                <a:alpha val="100000"/>
              </a:srgbClr>
            </a:solidFill>
            <a:ln w="5420" cap="flat">
              <a:solidFill>
                <a:srgbClr val="3C477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46" name="pg3846"/>
            <p:cNvSpPr/>
            <p:nvPr/>
          </p:nvSpPr>
          <p:spPr>
            <a:xfrm>
              <a:off x="2867227" y="548212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77C">
                <a:alpha val="100000"/>
              </a:srgbClr>
            </a:solidFill>
            <a:ln w="5420" cap="flat">
              <a:solidFill>
                <a:srgbClr val="3C477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47" name="pg3847"/>
            <p:cNvSpPr/>
            <p:nvPr/>
          </p:nvSpPr>
          <p:spPr>
            <a:xfrm>
              <a:off x="2878865" y="548212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77C">
                <a:alpha val="100000"/>
              </a:srgbClr>
            </a:solidFill>
            <a:ln w="5420" cap="flat">
              <a:solidFill>
                <a:srgbClr val="3C477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48" name="pg3848"/>
            <p:cNvSpPr/>
            <p:nvPr/>
          </p:nvSpPr>
          <p:spPr>
            <a:xfrm>
              <a:off x="2832315" y="549642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77D">
                <a:alpha val="100000"/>
              </a:srgbClr>
            </a:solidFill>
            <a:ln w="5420" cap="flat">
              <a:solidFill>
                <a:srgbClr val="3C477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49" name="pg3849"/>
            <p:cNvSpPr/>
            <p:nvPr/>
          </p:nvSpPr>
          <p:spPr>
            <a:xfrm>
              <a:off x="2843953" y="549642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77D">
                <a:alpha val="100000"/>
              </a:srgbClr>
            </a:solidFill>
            <a:ln w="5420" cap="flat">
              <a:solidFill>
                <a:srgbClr val="3C477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50" name="pg3850"/>
            <p:cNvSpPr/>
            <p:nvPr/>
          </p:nvSpPr>
          <p:spPr>
            <a:xfrm>
              <a:off x="2855590" y="549642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77D">
                <a:alpha val="100000"/>
              </a:srgbClr>
            </a:solidFill>
            <a:ln w="5420" cap="flat">
              <a:solidFill>
                <a:srgbClr val="3C477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51" name="pg3851"/>
            <p:cNvSpPr/>
            <p:nvPr/>
          </p:nvSpPr>
          <p:spPr>
            <a:xfrm>
              <a:off x="2867227" y="549642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77D">
                <a:alpha val="100000"/>
              </a:srgbClr>
            </a:solidFill>
            <a:ln w="5420" cap="flat">
              <a:solidFill>
                <a:srgbClr val="3C477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52" name="pg3852"/>
            <p:cNvSpPr/>
            <p:nvPr/>
          </p:nvSpPr>
          <p:spPr>
            <a:xfrm>
              <a:off x="2832315" y="551072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77D">
                <a:alpha val="100000"/>
              </a:srgbClr>
            </a:solidFill>
            <a:ln w="5420" cap="flat">
              <a:solidFill>
                <a:srgbClr val="3C477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53" name="pg3853"/>
            <p:cNvSpPr/>
            <p:nvPr/>
          </p:nvSpPr>
          <p:spPr>
            <a:xfrm>
              <a:off x="2843953" y="551072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77D">
                <a:alpha val="100000"/>
              </a:srgbClr>
            </a:solidFill>
            <a:ln w="5420" cap="flat">
              <a:solidFill>
                <a:srgbClr val="3C477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54" name="pg3854"/>
            <p:cNvSpPr/>
            <p:nvPr/>
          </p:nvSpPr>
          <p:spPr>
            <a:xfrm>
              <a:off x="2855590" y="551072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77D">
                <a:alpha val="100000"/>
              </a:srgbClr>
            </a:solidFill>
            <a:ln w="5420" cap="flat">
              <a:solidFill>
                <a:srgbClr val="3C477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55" name="pg3855"/>
            <p:cNvSpPr/>
            <p:nvPr/>
          </p:nvSpPr>
          <p:spPr>
            <a:xfrm>
              <a:off x="2867227" y="551072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77D">
                <a:alpha val="100000"/>
              </a:srgbClr>
            </a:solidFill>
            <a:ln w="5420" cap="flat">
              <a:solidFill>
                <a:srgbClr val="3C477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56" name="pg3856"/>
            <p:cNvSpPr/>
            <p:nvPr/>
          </p:nvSpPr>
          <p:spPr>
            <a:xfrm>
              <a:off x="2832315" y="552502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87E">
                <a:alpha val="100000"/>
              </a:srgbClr>
            </a:solidFill>
            <a:ln w="5420" cap="flat">
              <a:solidFill>
                <a:srgbClr val="3C487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57" name="pg3857"/>
            <p:cNvSpPr/>
            <p:nvPr/>
          </p:nvSpPr>
          <p:spPr>
            <a:xfrm>
              <a:off x="2843953" y="552502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87E">
                <a:alpha val="100000"/>
              </a:srgbClr>
            </a:solidFill>
            <a:ln w="5420" cap="flat">
              <a:solidFill>
                <a:srgbClr val="3C487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58" name="pg3858"/>
            <p:cNvSpPr/>
            <p:nvPr/>
          </p:nvSpPr>
          <p:spPr>
            <a:xfrm>
              <a:off x="2855590" y="552502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87E">
                <a:alpha val="100000"/>
              </a:srgbClr>
            </a:solidFill>
            <a:ln w="5420" cap="flat">
              <a:solidFill>
                <a:srgbClr val="3C487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59" name="pg3859"/>
            <p:cNvSpPr/>
            <p:nvPr/>
          </p:nvSpPr>
          <p:spPr>
            <a:xfrm>
              <a:off x="2867227" y="552502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87E">
                <a:alpha val="100000"/>
              </a:srgbClr>
            </a:solidFill>
            <a:ln w="5420" cap="flat">
              <a:solidFill>
                <a:srgbClr val="3C487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60" name="pg3860"/>
            <p:cNvSpPr/>
            <p:nvPr/>
          </p:nvSpPr>
          <p:spPr>
            <a:xfrm>
              <a:off x="2832315" y="553933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87E">
                <a:alpha val="100000"/>
              </a:srgbClr>
            </a:solidFill>
            <a:ln w="5420" cap="flat">
              <a:solidFill>
                <a:srgbClr val="3C487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61" name="pg3861"/>
            <p:cNvSpPr/>
            <p:nvPr/>
          </p:nvSpPr>
          <p:spPr>
            <a:xfrm>
              <a:off x="2843953" y="553933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87E">
                <a:alpha val="100000"/>
              </a:srgbClr>
            </a:solidFill>
            <a:ln w="5420" cap="flat">
              <a:solidFill>
                <a:srgbClr val="3C487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62" name="pg3862"/>
            <p:cNvSpPr/>
            <p:nvPr/>
          </p:nvSpPr>
          <p:spPr>
            <a:xfrm>
              <a:off x="2855590" y="553933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87E">
                <a:alpha val="100000"/>
              </a:srgbClr>
            </a:solidFill>
            <a:ln w="5420" cap="flat">
              <a:solidFill>
                <a:srgbClr val="3C487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63" name="pg3863"/>
            <p:cNvSpPr/>
            <p:nvPr/>
          </p:nvSpPr>
          <p:spPr>
            <a:xfrm>
              <a:off x="2867227" y="553933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87E">
                <a:alpha val="100000"/>
              </a:srgbClr>
            </a:solidFill>
            <a:ln w="5420" cap="flat">
              <a:solidFill>
                <a:srgbClr val="3C487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64" name="pg3864"/>
            <p:cNvSpPr/>
            <p:nvPr/>
          </p:nvSpPr>
          <p:spPr>
            <a:xfrm>
              <a:off x="2832315" y="555363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87F">
                <a:alpha val="100000"/>
              </a:srgbClr>
            </a:solidFill>
            <a:ln w="5420" cap="flat">
              <a:solidFill>
                <a:srgbClr val="3C487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65" name="pg3865"/>
            <p:cNvSpPr/>
            <p:nvPr/>
          </p:nvSpPr>
          <p:spPr>
            <a:xfrm>
              <a:off x="2843953" y="555363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87F">
                <a:alpha val="100000"/>
              </a:srgbClr>
            </a:solidFill>
            <a:ln w="5420" cap="flat">
              <a:solidFill>
                <a:srgbClr val="3C487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66" name="pg3866"/>
            <p:cNvSpPr/>
            <p:nvPr/>
          </p:nvSpPr>
          <p:spPr>
            <a:xfrm>
              <a:off x="2855590" y="555363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87F">
                <a:alpha val="100000"/>
              </a:srgbClr>
            </a:solidFill>
            <a:ln w="5420" cap="flat">
              <a:solidFill>
                <a:srgbClr val="3C487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67" name="pg3867"/>
            <p:cNvSpPr/>
            <p:nvPr/>
          </p:nvSpPr>
          <p:spPr>
            <a:xfrm>
              <a:off x="2399291" y="2540116"/>
              <a:ext cx="3705599" cy="2850404"/>
            </a:xfrm>
            <a:custGeom>
              <a:avLst/>
              <a:pathLst>
                <a:path w="3705599" h="2850404">
                  <a:moveTo>
                    <a:pt x="2893187" y="266106"/>
                  </a:moveTo>
                  <a:lnTo>
                    <a:pt x="2917831" y="266068"/>
                  </a:lnTo>
                  <a:lnTo>
                    <a:pt x="2961871" y="266005"/>
                  </a:lnTo>
                  <a:lnTo>
                    <a:pt x="3005910" y="265941"/>
                  </a:lnTo>
                  <a:lnTo>
                    <a:pt x="3049950" y="265884"/>
                  </a:lnTo>
                  <a:lnTo>
                    <a:pt x="3093989" y="265820"/>
                  </a:lnTo>
                  <a:lnTo>
                    <a:pt x="3138033" y="265757"/>
                  </a:lnTo>
                  <a:lnTo>
                    <a:pt x="3182073" y="265693"/>
                  </a:lnTo>
                  <a:lnTo>
                    <a:pt x="3226112" y="265630"/>
                  </a:lnTo>
                  <a:lnTo>
                    <a:pt x="3236535" y="240559"/>
                  </a:lnTo>
                  <a:lnTo>
                    <a:pt x="3246246" y="228887"/>
                  </a:lnTo>
                  <a:lnTo>
                    <a:pt x="3259547" y="232754"/>
                  </a:lnTo>
                  <a:lnTo>
                    <a:pt x="3266632" y="232430"/>
                  </a:lnTo>
                  <a:lnTo>
                    <a:pt x="3274508" y="226410"/>
                  </a:lnTo>
                  <a:lnTo>
                    <a:pt x="3280895" y="222752"/>
                  </a:lnTo>
                  <a:lnTo>
                    <a:pt x="3285102" y="223292"/>
                  </a:lnTo>
                  <a:lnTo>
                    <a:pt x="3288693" y="228804"/>
                  </a:lnTo>
                  <a:lnTo>
                    <a:pt x="3291680" y="232481"/>
                  </a:lnTo>
                  <a:lnTo>
                    <a:pt x="3295168" y="231408"/>
                  </a:lnTo>
                  <a:lnTo>
                    <a:pt x="3298155" y="226207"/>
                  </a:lnTo>
                  <a:lnTo>
                    <a:pt x="3298052" y="218993"/>
                  </a:lnTo>
                  <a:lnTo>
                    <a:pt x="3302140" y="213970"/>
                  </a:lnTo>
                  <a:lnTo>
                    <a:pt x="3306992" y="213201"/>
                  </a:lnTo>
                  <a:lnTo>
                    <a:pt x="3311478" y="213360"/>
                  </a:lnTo>
                  <a:lnTo>
                    <a:pt x="3313715" y="210909"/>
                  </a:lnTo>
                  <a:lnTo>
                    <a:pt x="3313467" y="207391"/>
                  </a:lnTo>
                  <a:lnTo>
                    <a:pt x="3311850" y="201726"/>
                  </a:lnTo>
                  <a:lnTo>
                    <a:pt x="3312398" y="194906"/>
                  </a:lnTo>
                  <a:lnTo>
                    <a:pt x="3323601" y="182859"/>
                  </a:lnTo>
                  <a:lnTo>
                    <a:pt x="3337337" y="174686"/>
                  </a:lnTo>
                  <a:lnTo>
                    <a:pt x="3342153" y="170603"/>
                  </a:lnTo>
                  <a:lnTo>
                    <a:pt x="3343554" y="162322"/>
                  </a:lnTo>
                  <a:lnTo>
                    <a:pt x="3351429" y="153717"/>
                  </a:lnTo>
                  <a:lnTo>
                    <a:pt x="3355367" y="148770"/>
                  </a:lnTo>
                  <a:lnTo>
                    <a:pt x="3356328" y="144471"/>
                  </a:lnTo>
                  <a:lnTo>
                    <a:pt x="3354287" y="139181"/>
                  </a:lnTo>
                  <a:lnTo>
                    <a:pt x="3354494" y="129097"/>
                  </a:lnTo>
                  <a:lnTo>
                    <a:pt x="3357202" y="117050"/>
                  </a:lnTo>
                  <a:lnTo>
                    <a:pt x="3360442" y="103930"/>
                  </a:lnTo>
                  <a:lnTo>
                    <a:pt x="3367703" y="92099"/>
                  </a:lnTo>
                  <a:lnTo>
                    <a:pt x="3379609" y="79195"/>
                  </a:lnTo>
                  <a:lnTo>
                    <a:pt x="3382673" y="62240"/>
                  </a:lnTo>
                  <a:lnTo>
                    <a:pt x="3385903" y="44357"/>
                  </a:lnTo>
                  <a:lnTo>
                    <a:pt x="3400295" y="26932"/>
                  </a:lnTo>
                  <a:lnTo>
                    <a:pt x="3416615" y="7169"/>
                  </a:lnTo>
                  <a:lnTo>
                    <a:pt x="3422535" y="0"/>
                  </a:lnTo>
                  <a:lnTo>
                    <a:pt x="3618932" y="0"/>
                  </a:lnTo>
                  <a:lnTo>
                    <a:pt x="3619257" y="14859"/>
                  </a:lnTo>
                  <a:lnTo>
                    <a:pt x="3619521" y="35130"/>
                  </a:lnTo>
                  <a:lnTo>
                    <a:pt x="3619800" y="56493"/>
                  </a:lnTo>
                  <a:lnTo>
                    <a:pt x="3620001" y="71740"/>
                  </a:lnTo>
                  <a:lnTo>
                    <a:pt x="3620347" y="92677"/>
                  </a:lnTo>
                  <a:lnTo>
                    <a:pt x="3620621" y="109334"/>
                  </a:lnTo>
                  <a:lnTo>
                    <a:pt x="3620988" y="131078"/>
                  </a:lnTo>
                  <a:lnTo>
                    <a:pt x="3621179" y="142699"/>
                  </a:lnTo>
                  <a:lnTo>
                    <a:pt x="3623045" y="146052"/>
                  </a:lnTo>
                  <a:lnTo>
                    <a:pt x="3621924" y="150631"/>
                  </a:lnTo>
                  <a:lnTo>
                    <a:pt x="3621433" y="152923"/>
                  </a:lnTo>
                  <a:lnTo>
                    <a:pt x="3621552" y="154746"/>
                  </a:lnTo>
                  <a:lnTo>
                    <a:pt x="3622296" y="157038"/>
                  </a:lnTo>
                  <a:lnTo>
                    <a:pt x="3622172" y="160245"/>
                  </a:lnTo>
                  <a:lnTo>
                    <a:pt x="3620435" y="163147"/>
                  </a:lnTo>
                  <a:lnTo>
                    <a:pt x="3619567" y="166500"/>
                  </a:lnTo>
                  <a:lnTo>
                    <a:pt x="3619319" y="171993"/>
                  </a:lnTo>
                  <a:lnTo>
                    <a:pt x="3621179" y="175353"/>
                  </a:lnTo>
                  <a:lnTo>
                    <a:pt x="3624285" y="177334"/>
                  </a:lnTo>
                  <a:lnTo>
                    <a:pt x="3626895" y="177334"/>
                  </a:lnTo>
                  <a:lnTo>
                    <a:pt x="3630249" y="179322"/>
                  </a:lnTo>
                  <a:lnTo>
                    <a:pt x="3634595" y="182834"/>
                  </a:lnTo>
                  <a:lnTo>
                    <a:pt x="3641173" y="185882"/>
                  </a:lnTo>
                  <a:lnTo>
                    <a:pt x="3648005" y="186949"/>
                  </a:lnTo>
                  <a:lnTo>
                    <a:pt x="3652723" y="186187"/>
                  </a:lnTo>
                  <a:lnTo>
                    <a:pt x="3658434" y="188174"/>
                  </a:lnTo>
                  <a:lnTo>
                    <a:pt x="3660423" y="193058"/>
                  </a:lnTo>
                  <a:lnTo>
                    <a:pt x="3659307" y="197630"/>
                  </a:lnTo>
                  <a:lnTo>
                    <a:pt x="3656077" y="199770"/>
                  </a:lnTo>
                  <a:lnTo>
                    <a:pt x="3652599" y="201453"/>
                  </a:lnTo>
                  <a:lnTo>
                    <a:pt x="3651979" y="204958"/>
                  </a:lnTo>
                  <a:lnTo>
                    <a:pt x="3653715" y="208623"/>
                  </a:lnTo>
                  <a:lnTo>
                    <a:pt x="3656201" y="211829"/>
                  </a:lnTo>
                  <a:lnTo>
                    <a:pt x="3658935" y="217462"/>
                  </a:lnTo>
                  <a:lnTo>
                    <a:pt x="3657813" y="222346"/>
                  </a:lnTo>
                  <a:lnTo>
                    <a:pt x="3655333" y="226467"/>
                  </a:lnTo>
                  <a:lnTo>
                    <a:pt x="3654212" y="230735"/>
                  </a:lnTo>
                  <a:lnTo>
                    <a:pt x="3656325" y="234405"/>
                  </a:lnTo>
                  <a:lnTo>
                    <a:pt x="3661912" y="239282"/>
                  </a:lnTo>
                  <a:lnTo>
                    <a:pt x="3665389" y="244013"/>
                  </a:lnTo>
                  <a:lnTo>
                    <a:pt x="3670857" y="246611"/>
                  </a:lnTo>
                  <a:lnTo>
                    <a:pt x="3673461" y="244775"/>
                  </a:lnTo>
                  <a:lnTo>
                    <a:pt x="3675575" y="242330"/>
                  </a:lnTo>
                  <a:lnTo>
                    <a:pt x="3677807" y="240501"/>
                  </a:lnTo>
                  <a:lnTo>
                    <a:pt x="3681657" y="241575"/>
                  </a:lnTo>
                  <a:lnTo>
                    <a:pt x="3686127" y="242946"/>
                  </a:lnTo>
                  <a:lnTo>
                    <a:pt x="3691011" y="244578"/>
                  </a:lnTo>
                  <a:lnTo>
                    <a:pt x="3690427" y="248535"/>
                  </a:lnTo>
                  <a:lnTo>
                    <a:pt x="3693404" y="255203"/>
                  </a:lnTo>
                  <a:lnTo>
                    <a:pt x="3695708" y="268024"/>
                  </a:lnTo>
                  <a:lnTo>
                    <a:pt x="3692169" y="273847"/>
                  </a:lnTo>
                  <a:lnTo>
                    <a:pt x="3692928" y="281563"/>
                  </a:lnTo>
                  <a:lnTo>
                    <a:pt x="3702742" y="283811"/>
                  </a:lnTo>
                  <a:lnTo>
                    <a:pt x="3705129" y="286173"/>
                  </a:lnTo>
                  <a:lnTo>
                    <a:pt x="3705599" y="289025"/>
                  </a:lnTo>
                  <a:lnTo>
                    <a:pt x="3683983" y="308806"/>
                  </a:lnTo>
                  <a:lnTo>
                    <a:pt x="3665694" y="306037"/>
                  </a:lnTo>
                  <a:lnTo>
                    <a:pt x="3655772" y="311283"/>
                  </a:lnTo>
                  <a:lnTo>
                    <a:pt x="3645380" y="312813"/>
                  </a:lnTo>
                  <a:lnTo>
                    <a:pt x="3640822" y="321653"/>
                  </a:lnTo>
                  <a:lnTo>
                    <a:pt x="3635117" y="323526"/>
                  </a:lnTo>
                  <a:lnTo>
                    <a:pt x="3627303" y="322993"/>
                  </a:lnTo>
                  <a:lnTo>
                    <a:pt x="3620565" y="320497"/>
                  </a:lnTo>
                  <a:lnTo>
                    <a:pt x="3615423" y="321723"/>
                  </a:lnTo>
                  <a:lnTo>
                    <a:pt x="3608229" y="337675"/>
                  </a:lnTo>
                  <a:lnTo>
                    <a:pt x="3602338" y="336284"/>
                  </a:lnTo>
                  <a:lnTo>
                    <a:pt x="3599992" y="342025"/>
                  </a:lnTo>
                  <a:lnTo>
                    <a:pt x="3596912" y="344534"/>
                  </a:lnTo>
                  <a:lnTo>
                    <a:pt x="3592395" y="346686"/>
                  </a:lnTo>
                  <a:lnTo>
                    <a:pt x="3588473" y="339599"/>
                  </a:lnTo>
                  <a:lnTo>
                    <a:pt x="3585977" y="332862"/>
                  </a:lnTo>
                  <a:lnTo>
                    <a:pt x="3582298" y="331382"/>
                  </a:lnTo>
                  <a:lnTo>
                    <a:pt x="3577409" y="329661"/>
                  </a:lnTo>
                  <a:lnTo>
                    <a:pt x="3572381" y="329718"/>
                  </a:lnTo>
                  <a:lnTo>
                    <a:pt x="3569027" y="330683"/>
                  </a:lnTo>
                  <a:lnTo>
                    <a:pt x="3564867" y="335040"/>
                  </a:lnTo>
                  <a:lnTo>
                    <a:pt x="3558836" y="338780"/>
                  </a:lnTo>
                  <a:lnTo>
                    <a:pt x="3554273" y="335662"/>
                  </a:lnTo>
                  <a:lnTo>
                    <a:pt x="3550702" y="330652"/>
                  </a:lnTo>
                  <a:lnTo>
                    <a:pt x="3547648" y="338710"/>
                  </a:lnTo>
                  <a:lnTo>
                    <a:pt x="3543204" y="347220"/>
                  </a:lnTo>
                  <a:lnTo>
                    <a:pt x="3543943" y="357145"/>
                  </a:lnTo>
                  <a:lnTo>
                    <a:pt x="3542031" y="363032"/>
                  </a:lnTo>
                  <a:lnTo>
                    <a:pt x="3537814" y="361445"/>
                  </a:lnTo>
                  <a:lnTo>
                    <a:pt x="3533618" y="356282"/>
                  </a:lnTo>
                  <a:lnTo>
                    <a:pt x="3521840" y="352154"/>
                  </a:lnTo>
                  <a:lnTo>
                    <a:pt x="3512461" y="352535"/>
                  </a:lnTo>
                  <a:lnTo>
                    <a:pt x="3514368" y="347023"/>
                  </a:lnTo>
                  <a:lnTo>
                    <a:pt x="3523236" y="339110"/>
                  </a:lnTo>
                  <a:lnTo>
                    <a:pt x="3520507" y="337561"/>
                  </a:lnTo>
                  <a:lnTo>
                    <a:pt x="3516156" y="338659"/>
                  </a:lnTo>
                  <a:lnTo>
                    <a:pt x="3514259" y="337561"/>
                  </a:lnTo>
                  <a:lnTo>
                    <a:pt x="3517370" y="330372"/>
                  </a:lnTo>
                  <a:lnTo>
                    <a:pt x="3517670" y="322441"/>
                  </a:lnTo>
                  <a:lnTo>
                    <a:pt x="3513701" y="325216"/>
                  </a:lnTo>
                  <a:lnTo>
                    <a:pt x="3508709" y="333585"/>
                  </a:lnTo>
                  <a:lnTo>
                    <a:pt x="3496632" y="340247"/>
                  </a:lnTo>
                  <a:lnTo>
                    <a:pt x="3497195" y="351398"/>
                  </a:lnTo>
                  <a:lnTo>
                    <a:pt x="3485826" y="374253"/>
                  </a:lnTo>
                  <a:lnTo>
                    <a:pt x="3485320" y="383982"/>
                  </a:lnTo>
                  <a:lnTo>
                    <a:pt x="3478028" y="391749"/>
                  </a:lnTo>
                  <a:lnTo>
                    <a:pt x="3468628" y="398429"/>
                  </a:lnTo>
                  <a:lnTo>
                    <a:pt x="3456091" y="396550"/>
                  </a:lnTo>
                  <a:lnTo>
                    <a:pt x="3446521" y="402354"/>
                  </a:lnTo>
                  <a:lnTo>
                    <a:pt x="3441663" y="409015"/>
                  </a:lnTo>
                  <a:lnTo>
                    <a:pt x="3437441" y="410019"/>
                  </a:lnTo>
                  <a:lnTo>
                    <a:pt x="3435240" y="401535"/>
                  </a:lnTo>
                  <a:lnTo>
                    <a:pt x="3433638" y="398912"/>
                  </a:lnTo>
                  <a:lnTo>
                    <a:pt x="3430113" y="411422"/>
                  </a:lnTo>
                  <a:lnTo>
                    <a:pt x="3426522" y="412197"/>
                  </a:lnTo>
                  <a:lnTo>
                    <a:pt x="3425163" y="403325"/>
                  </a:lnTo>
                  <a:lnTo>
                    <a:pt x="3423457" y="397464"/>
                  </a:lnTo>
                  <a:lnTo>
                    <a:pt x="3418563" y="402519"/>
                  </a:lnTo>
                  <a:lnTo>
                    <a:pt x="3415313" y="415918"/>
                  </a:lnTo>
                  <a:lnTo>
                    <a:pt x="3411907" y="414788"/>
                  </a:lnTo>
                  <a:lnTo>
                    <a:pt x="3410822" y="409803"/>
                  </a:lnTo>
                  <a:lnTo>
                    <a:pt x="3408383" y="408291"/>
                  </a:lnTo>
                  <a:lnTo>
                    <a:pt x="3407546" y="413988"/>
                  </a:lnTo>
                  <a:lnTo>
                    <a:pt x="3408776" y="422002"/>
                  </a:lnTo>
                  <a:lnTo>
                    <a:pt x="3407003" y="426282"/>
                  </a:lnTo>
                  <a:lnTo>
                    <a:pt x="3403618" y="423996"/>
                  </a:lnTo>
                  <a:lnTo>
                    <a:pt x="3400213" y="420141"/>
                  </a:lnTo>
                  <a:lnTo>
                    <a:pt x="3394595" y="423069"/>
                  </a:lnTo>
                  <a:lnTo>
                    <a:pt x="3389438" y="424256"/>
                  </a:lnTo>
                  <a:lnTo>
                    <a:pt x="3389417" y="420332"/>
                  </a:lnTo>
                  <a:lnTo>
                    <a:pt x="3390399" y="415518"/>
                  </a:lnTo>
                  <a:lnTo>
                    <a:pt x="3380121" y="418179"/>
                  </a:lnTo>
                  <a:lnTo>
                    <a:pt x="3367796" y="427057"/>
                  </a:lnTo>
                  <a:lnTo>
                    <a:pt x="3358225" y="439339"/>
                  </a:lnTo>
                  <a:lnTo>
                    <a:pt x="3361543" y="441383"/>
                  </a:lnTo>
                  <a:lnTo>
                    <a:pt x="3365279" y="445295"/>
                  </a:lnTo>
                  <a:lnTo>
                    <a:pt x="3348654" y="464270"/>
                  </a:lnTo>
                  <a:lnTo>
                    <a:pt x="3331611" y="481359"/>
                  </a:lnTo>
                  <a:lnTo>
                    <a:pt x="3318738" y="509244"/>
                  </a:lnTo>
                  <a:lnTo>
                    <a:pt x="3313571" y="512508"/>
                  </a:lnTo>
                  <a:lnTo>
                    <a:pt x="3309132" y="517620"/>
                  </a:lnTo>
                  <a:lnTo>
                    <a:pt x="3304419" y="534455"/>
                  </a:lnTo>
                  <a:lnTo>
                    <a:pt x="3298977" y="549442"/>
                  </a:lnTo>
                  <a:lnTo>
                    <a:pt x="3302021" y="556116"/>
                  </a:lnTo>
                  <a:lnTo>
                    <a:pt x="3304026" y="562981"/>
                  </a:lnTo>
                  <a:lnTo>
                    <a:pt x="3308858" y="569737"/>
                  </a:lnTo>
                  <a:lnTo>
                    <a:pt x="3312966" y="570347"/>
                  </a:lnTo>
                  <a:lnTo>
                    <a:pt x="3317415" y="569128"/>
                  </a:lnTo>
                  <a:lnTo>
                    <a:pt x="3320681" y="569414"/>
                  </a:lnTo>
                  <a:lnTo>
                    <a:pt x="3322780" y="572284"/>
                  </a:lnTo>
                  <a:lnTo>
                    <a:pt x="3321849" y="575726"/>
                  </a:lnTo>
                  <a:lnTo>
                    <a:pt x="3316718" y="576583"/>
                  </a:lnTo>
                  <a:lnTo>
                    <a:pt x="3307147" y="582603"/>
                  </a:lnTo>
                  <a:lnTo>
                    <a:pt x="3298755" y="584915"/>
                  </a:lnTo>
                  <a:lnTo>
                    <a:pt x="3294548" y="592192"/>
                  </a:lnTo>
                  <a:lnTo>
                    <a:pt x="3288244" y="600600"/>
                  </a:lnTo>
                  <a:lnTo>
                    <a:pt x="3275996" y="613720"/>
                  </a:lnTo>
                  <a:lnTo>
                    <a:pt x="3281231" y="617765"/>
                  </a:lnTo>
                  <a:lnTo>
                    <a:pt x="3300150" y="622325"/>
                  </a:lnTo>
                  <a:lnTo>
                    <a:pt x="3308584" y="627018"/>
                  </a:lnTo>
                  <a:lnTo>
                    <a:pt x="3321348" y="651524"/>
                  </a:lnTo>
                  <a:lnTo>
                    <a:pt x="3318433" y="653975"/>
                  </a:lnTo>
                  <a:lnTo>
                    <a:pt x="3317276" y="658465"/>
                  </a:lnTo>
                  <a:lnTo>
                    <a:pt x="3328624" y="664765"/>
                  </a:lnTo>
                  <a:lnTo>
                    <a:pt x="3332247" y="682362"/>
                  </a:lnTo>
                  <a:lnTo>
                    <a:pt x="3341564" y="688350"/>
                  </a:lnTo>
                  <a:lnTo>
                    <a:pt x="3355450" y="692033"/>
                  </a:lnTo>
                  <a:lnTo>
                    <a:pt x="3372431" y="686712"/>
                  </a:lnTo>
                  <a:lnTo>
                    <a:pt x="3386570" y="679390"/>
                  </a:lnTo>
                  <a:lnTo>
                    <a:pt x="3386074" y="673388"/>
                  </a:lnTo>
                  <a:lnTo>
                    <a:pt x="3377191" y="659424"/>
                  </a:lnTo>
                  <a:lnTo>
                    <a:pt x="3375051" y="652864"/>
                  </a:lnTo>
                  <a:lnTo>
                    <a:pt x="3368457" y="648616"/>
                  </a:lnTo>
                  <a:lnTo>
                    <a:pt x="3365951" y="652216"/>
                  </a:lnTo>
                  <a:lnTo>
                    <a:pt x="3361687" y="647542"/>
                  </a:lnTo>
                  <a:lnTo>
                    <a:pt x="3361207" y="644920"/>
                  </a:lnTo>
                  <a:lnTo>
                    <a:pt x="3365181" y="643643"/>
                  </a:lnTo>
                  <a:lnTo>
                    <a:pt x="3369801" y="644151"/>
                  </a:lnTo>
                  <a:lnTo>
                    <a:pt x="3375191" y="646596"/>
                  </a:lnTo>
                  <a:lnTo>
                    <a:pt x="3389061" y="661818"/>
                  </a:lnTo>
                  <a:lnTo>
                    <a:pt x="3392900" y="681771"/>
                  </a:lnTo>
                  <a:lnTo>
                    <a:pt x="3393722" y="694440"/>
                  </a:lnTo>
                  <a:lnTo>
                    <a:pt x="3392156" y="698771"/>
                  </a:lnTo>
                  <a:lnTo>
                    <a:pt x="3388120" y="697882"/>
                  </a:lnTo>
                  <a:lnTo>
                    <a:pt x="3380420" y="698746"/>
                  </a:lnTo>
                  <a:lnTo>
                    <a:pt x="3343890" y="705306"/>
                  </a:lnTo>
                  <a:lnTo>
                    <a:pt x="3335776" y="711084"/>
                  </a:lnTo>
                  <a:lnTo>
                    <a:pt x="3317173" y="717359"/>
                  </a:lnTo>
                  <a:lnTo>
                    <a:pt x="3316015" y="714228"/>
                  </a:lnTo>
                  <a:lnTo>
                    <a:pt x="3317359" y="707750"/>
                  </a:lnTo>
                  <a:lnTo>
                    <a:pt x="3316186" y="694484"/>
                  </a:lnTo>
                  <a:lnTo>
                    <a:pt x="3312516" y="693868"/>
                  </a:lnTo>
                  <a:lnTo>
                    <a:pt x="3283613" y="715498"/>
                  </a:lnTo>
                  <a:lnTo>
                    <a:pt x="3272441" y="716857"/>
                  </a:lnTo>
                  <a:lnTo>
                    <a:pt x="3263046" y="723188"/>
                  </a:lnTo>
                  <a:lnTo>
                    <a:pt x="3260943" y="719676"/>
                  </a:lnTo>
                  <a:lnTo>
                    <a:pt x="3259263" y="703458"/>
                  </a:lnTo>
                  <a:lnTo>
                    <a:pt x="3265144" y="689855"/>
                  </a:lnTo>
                  <a:lnTo>
                    <a:pt x="3262012" y="690071"/>
                  </a:lnTo>
                  <a:lnTo>
                    <a:pt x="3252194" y="698238"/>
                  </a:lnTo>
                  <a:lnTo>
                    <a:pt x="3247997" y="693214"/>
                  </a:lnTo>
                  <a:lnTo>
                    <a:pt x="3245894" y="687702"/>
                  </a:lnTo>
                  <a:lnTo>
                    <a:pt x="3242871" y="684584"/>
                  </a:lnTo>
                  <a:lnTo>
                    <a:pt x="3239595" y="683403"/>
                  </a:lnTo>
                  <a:lnTo>
                    <a:pt x="3242396" y="695443"/>
                  </a:lnTo>
                  <a:lnTo>
                    <a:pt x="3235740" y="704474"/>
                  </a:lnTo>
                  <a:lnTo>
                    <a:pt x="3233915" y="727830"/>
                  </a:lnTo>
                  <a:lnTo>
                    <a:pt x="3225549" y="737553"/>
                  </a:lnTo>
                  <a:lnTo>
                    <a:pt x="3199467" y="743802"/>
                  </a:lnTo>
                  <a:lnTo>
                    <a:pt x="3182465" y="742481"/>
                  </a:lnTo>
                  <a:lnTo>
                    <a:pt x="3167231" y="744424"/>
                  </a:lnTo>
                  <a:lnTo>
                    <a:pt x="3146974" y="748907"/>
                  </a:lnTo>
                  <a:lnTo>
                    <a:pt x="3135780" y="746240"/>
                  </a:lnTo>
                  <a:lnTo>
                    <a:pt x="3124313" y="750971"/>
                  </a:lnTo>
                  <a:lnTo>
                    <a:pt x="3085390" y="752260"/>
                  </a:lnTo>
                  <a:lnTo>
                    <a:pt x="3077183" y="749752"/>
                  </a:lnTo>
                  <a:lnTo>
                    <a:pt x="3066703" y="758687"/>
                  </a:lnTo>
                  <a:lnTo>
                    <a:pt x="3049924" y="763970"/>
                  </a:lnTo>
                  <a:lnTo>
                    <a:pt x="3007512" y="783993"/>
                  </a:lnTo>
                  <a:lnTo>
                    <a:pt x="2998159" y="791277"/>
                  </a:lnTo>
                  <a:lnTo>
                    <a:pt x="2986769" y="802651"/>
                  </a:lnTo>
                  <a:lnTo>
                    <a:pt x="2979121" y="808766"/>
                  </a:lnTo>
                  <a:lnTo>
                    <a:pt x="2972832" y="810754"/>
                  </a:lnTo>
                  <a:lnTo>
                    <a:pt x="2968966" y="815847"/>
                  </a:lnTo>
                  <a:lnTo>
                    <a:pt x="2964744" y="819174"/>
                  </a:lnTo>
                  <a:lnTo>
                    <a:pt x="2968821" y="807807"/>
                  </a:lnTo>
                  <a:lnTo>
                    <a:pt x="2973250" y="798224"/>
                  </a:lnTo>
                  <a:lnTo>
                    <a:pt x="2976930" y="779662"/>
                  </a:lnTo>
                  <a:lnTo>
                    <a:pt x="2975844" y="764650"/>
                  </a:lnTo>
                  <a:lnTo>
                    <a:pt x="2971281" y="758477"/>
                  </a:lnTo>
                  <a:lnTo>
                    <a:pt x="2966563" y="754362"/>
                  </a:lnTo>
                  <a:lnTo>
                    <a:pt x="2972093" y="769178"/>
                  </a:lnTo>
                  <a:lnTo>
                    <a:pt x="2972987" y="787346"/>
                  </a:lnTo>
                  <a:lnTo>
                    <a:pt x="2971085" y="797989"/>
                  </a:lnTo>
                  <a:lnTo>
                    <a:pt x="2960682" y="818520"/>
                  </a:lnTo>
                  <a:lnTo>
                    <a:pt x="2956253" y="823302"/>
                  </a:lnTo>
                  <a:lnTo>
                    <a:pt x="2951075" y="827506"/>
                  </a:lnTo>
                  <a:lnTo>
                    <a:pt x="2947174" y="829335"/>
                  </a:lnTo>
                  <a:lnTo>
                    <a:pt x="2943572" y="832618"/>
                  </a:lnTo>
                  <a:lnTo>
                    <a:pt x="2939386" y="837819"/>
                  </a:lnTo>
                  <a:lnTo>
                    <a:pt x="2935417" y="848145"/>
                  </a:lnTo>
                  <a:lnTo>
                    <a:pt x="2937820" y="857556"/>
                  </a:lnTo>
                  <a:lnTo>
                    <a:pt x="2958104" y="860992"/>
                  </a:lnTo>
                  <a:lnTo>
                    <a:pt x="2963545" y="858090"/>
                  </a:lnTo>
                  <a:lnTo>
                    <a:pt x="2966315" y="864827"/>
                  </a:lnTo>
                  <a:lnTo>
                    <a:pt x="2967865" y="874188"/>
                  </a:lnTo>
                  <a:lnTo>
                    <a:pt x="2966346" y="884310"/>
                  </a:lnTo>
                  <a:lnTo>
                    <a:pt x="2962956" y="894611"/>
                  </a:lnTo>
                  <a:lnTo>
                    <a:pt x="2960382" y="907400"/>
                  </a:lnTo>
                  <a:lnTo>
                    <a:pt x="2958202" y="926902"/>
                  </a:lnTo>
                  <a:lnTo>
                    <a:pt x="2954920" y="944449"/>
                  </a:lnTo>
                  <a:lnTo>
                    <a:pt x="2954491" y="939121"/>
                  </a:lnTo>
                  <a:lnTo>
                    <a:pt x="2956543" y="917790"/>
                  </a:lnTo>
                  <a:lnTo>
                    <a:pt x="2953220" y="920019"/>
                  </a:lnTo>
                  <a:lnTo>
                    <a:pt x="2950931" y="924940"/>
                  </a:lnTo>
                  <a:lnTo>
                    <a:pt x="2944740" y="952450"/>
                  </a:lnTo>
                  <a:lnTo>
                    <a:pt x="2936229" y="967113"/>
                  </a:lnTo>
                  <a:lnTo>
                    <a:pt x="2928389" y="977255"/>
                  </a:lnTo>
                  <a:lnTo>
                    <a:pt x="2920302" y="975578"/>
                  </a:lnTo>
                  <a:lnTo>
                    <a:pt x="2922121" y="983637"/>
                  </a:lnTo>
                  <a:lnTo>
                    <a:pt x="2919899" y="987834"/>
                  </a:lnTo>
                  <a:lnTo>
                    <a:pt x="2917997" y="996592"/>
                  </a:lnTo>
                  <a:lnTo>
                    <a:pt x="2913175" y="1002396"/>
                  </a:lnTo>
                  <a:lnTo>
                    <a:pt x="2908643" y="1001837"/>
                  </a:lnTo>
                  <a:lnTo>
                    <a:pt x="2902132" y="1005838"/>
                  </a:lnTo>
                  <a:lnTo>
                    <a:pt x="2899564" y="1008899"/>
                  </a:lnTo>
                  <a:lnTo>
                    <a:pt x="2899372" y="1014760"/>
                  </a:lnTo>
                  <a:lnTo>
                    <a:pt x="2895016" y="1019917"/>
                  </a:lnTo>
                  <a:lnTo>
                    <a:pt x="2879296" y="1046703"/>
                  </a:lnTo>
                  <a:lnTo>
                    <a:pt x="2865648" y="1054609"/>
                  </a:lnTo>
                  <a:lnTo>
                    <a:pt x="2862382" y="1053459"/>
                  </a:lnTo>
                  <a:lnTo>
                    <a:pt x="2865978" y="1040816"/>
                  </a:lnTo>
                  <a:lnTo>
                    <a:pt x="2868443" y="1028032"/>
                  </a:lnTo>
                  <a:lnTo>
                    <a:pt x="2860160" y="1022469"/>
                  </a:lnTo>
                  <a:lnTo>
                    <a:pt x="2852232" y="1019529"/>
                  </a:lnTo>
                  <a:lnTo>
                    <a:pt x="2843137" y="1019917"/>
                  </a:lnTo>
                  <a:lnTo>
                    <a:pt x="2833091" y="1009978"/>
                  </a:lnTo>
                  <a:lnTo>
                    <a:pt x="2820141" y="1002751"/>
                  </a:lnTo>
                  <a:lnTo>
                    <a:pt x="2802064" y="983199"/>
                  </a:lnTo>
                  <a:lnTo>
                    <a:pt x="2802591" y="977775"/>
                  </a:lnTo>
                  <a:lnTo>
                    <a:pt x="2802136" y="968675"/>
                  </a:lnTo>
                  <a:lnTo>
                    <a:pt x="2807630" y="954298"/>
                  </a:lnTo>
                  <a:lnTo>
                    <a:pt x="2812896" y="944245"/>
                  </a:lnTo>
                  <a:lnTo>
                    <a:pt x="2820167" y="939038"/>
                  </a:lnTo>
                  <a:lnTo>
                    <a:pt x="2841266" y="933735"/>
                  </a:lnTo>
                  <a:lnTo>
                    <a:pt x="2846558" y="925759"/>
                  </a:lnTo>
                  <a:lnTo>
                    <a:pt x="2849695" y="919041"/>
                  </a:lnTo>
                  <a:lnTo>
                    <a:pt x="2839241" y="930579"/>
                  </a:lnTo>
                  <a:lnTo>
                    <a:pt x="2823582" y="934491"/>
                  </a:lnTo>
                  <a:lnTo>
                    <a:pt x="2815144" y="938797"/>
                  </a:lnTo>
                  <a:lnTo>
                    <a:pt x="2808395" y="945382"/>
                  </a:lnTo>
                  <a:lnTo>
                    <a:pt x="2804400" y="953650"/>
                  </a:lnTo>
                  <a:lnTo>
                    <a:pt x="2795356" y="963614"/>
                  </a:lnTo>
                  <a:lnTo>
                    <a:pt x="2795992" y="970288"/>
                  </a:lnTo>
                  <a:lnTo>
                    <a:pt x="2797506" y="975032"/>
                  </a:lnTo>
                  <a:lnTo>
                    <a:pt x="2796808" y="984920"/>
                  </a:lnTo>
                  <a:lnTo>
                    <a:pt x="2802529" y="994559"/>
                  </a:lnTo>
                  <a:lnTo>
                    <a:pt x="2813872" y="1010353"/>
                  </a:lnTo>
                  <a:lnTo>
                    <a:pt x="2816038" y="1034884"/>
                  </a:lnTo>
                  <a:lnTo>
                    <a:pt x="2824694" y="1051300"/>
                  </a:lnTo>
                  <a:lnTo>
                    <a:pt x="2837959" y="1070440"/>
                  </a:lnTo>
                  <a:lnTo>
                    <a:pt x="2848160" y="1075883"/>
                  </a:lnTo>
                  <a:lnTo>
                    <a:pt x="2848656" y="1083001"/>
                  </a:lnTo>
                  <a:lnTo>
                    <a:pt x="2843948" y="1094756"/>
                  </a:lnTo>
                  <a:lnTo>
                    <a:pt x="2837742" y="1100128"/>
                  </a:lnTo>
                  <a:lnTo>
                    <a:pt x="2845814" y="1099055"/>
                  </a:lnTo>
                  <a:lnTo>
                    <a:pt x="2849835" y="1101741"/>
                  </a:lnTo>
                  <a:lnTo>
                    <a:pt x="2853746" y="1111546"/>
                  </a:lnTo>
                  <a:lnTo>
                    <a:pt x="2853442" y="1121555"/>
                  </a:lnTo>
                  <a:lnTo>
                    <a:pt x="2852119" y="1127194"/>
                  </a:lnTo>
                  <a:lnTo>
                    <a:pt x="2849674" y="1129442"/>
                  </a:lnTo>
                  <a:lnTo>
                    <a:pt x="2849778" y="1123682"/>
                  </a:lnTo>
                  <a:lnTo>
                    <a:pt x="2848046" y="1121682"/>
                  </a:lnTo>
                  <a:lnTo>
                    <a:pt x="2845189" y="1124177"/>
                  </a:lnTo>
                  <a:lnTo>
                    <a:pt x="2843339" y="1127022"/>
                  </a:lnTo>
                  <a:lnTo>
                    <a:pt x="2842569" y="1138231"/>
                  </a:lnTo>
                  <a:lnTo>
                    <a:pt x="2840610" y="1143832"/>
                  </a:lnTo>
                  <a:lnTo>
                    <a:pt x="2833685" y="1145496"/>
                  </a:lnTo>
                  <a:lnTo>
                    <a:pt x="2826662" y="1160203"/>
                  </a:lnTo>
                  <a:lnTo>
                    <a:pt x="2820130" y="1168547"/>
                  </a:lnTo>
                  <a:lnTo>
                    <a:pt x="2794426" y="1224971"/>
                  </a:lnTo>
                  <a:lnTo>
                    <a:pt x="2795408" y="1234401"/>
                  </a:lnTo>
                  <a:lnTo>
                    <a:pt x="2790705" y="1237436"/>
                  </a:lnTo>
                  <a:lnTo>
                    <a:pt x="2783584" y="1239907"/>
                  </a:lnTo>
                  <a:lnTo>
                    <a:pt x="2776380" y="1245546"/>
                  </a:lnTo>
                  <a:lnTo>
                    <a:pt x="2771600" y="1251763"/>
                  </a:lnTo>
                  <a:lnTo>
                    <a:pt x="2767161" y="1268484"/>
                  </a:lnTo>
                  <a:lnTo>
                    <a:pt x="2758655" y="1287306"/>
                  </a:lnTo>
                  <a:lnTo>
                    <a:pt x="2753348" y="1279463"/>
                  </a:lnTo>
                  <a:lnTo>
                    <a:pt x="2751989" y="1272751"/>
                  </a:lnTo>
                  <a:lnTo>
                    <a:pt x="2754350" y="1255243"/>
                  </a:lnTo>
                  <a:lnTo>
                    <a:pt x="2763549" y="1226539"/>
                  </a:lnTo>
                  <a:lnTo>
                    <a:pt x="2773683" y="1208695"/>
                  </a:lnTo>
                  <a:lnTo>
                    <a:pt x="2781414" y="1200236"/>
                  </a:lnTo>
                  <a:lnTo>
                    <a:pt x="2787770" y="1182995"/>
                  </a:lnTo>
                  <a:lnTo>
                    <a:pt x="2779739" y="1180423"/>
                  </a:lnTo>
                  <a:lnTo>
                    <a:pt x="2767497" y="1180702"/>
                  </a:lnTo>
                  <a:lnTo>
                    <a:pt x="2769802" y="1172745"/>
                  </a:lnTo>
                  <a:lnTo>
                    <a:pt x="2773373" y="1165734"/>
                  </a:lnTo>
                  <a:lnTo>
                    <a:pt x="2766991" y="1158749"/>
                  </a:lnTo>
                  <a:lnTo>
                    <a:pt x="2763213" y="1157860"/>
                  </a:lnTo>
                  <a:lnTo>
                    <a:pt x="2759322" y="1154996"/>
                  </a:lnTo>
                  <a:lnTo>
                    <a:pt x="2763885" y="1149179"/>
                  </a:lnTo>
                  <a:lnTo>
                    <a:pt x="2766112" y="1143032"/>
                  </a:lnTo>
                  <a:lnTo>
                    <a:pt x="2764753" y="1135551"/>
                  </a:lnTo>
                  <a:lnTo>
                    <a:pt x="2766665" y="1129918"/>
                  </a:lnTo>
                  <a:lnTo>
                    <a:pt x="2763477" y="1130769"/>
                  </a:lnTo>
                  <a:lnTo>
                    <a:pt x="2758350" y="1136732"/>
                  </a:lnTo>
                  <a:lnTo>
                    <a:pt x="2755162" y="1139113"/>
                  </a:lnTo>
                  <a:lnTo>
                    <a:pt x="2753219" y="1133836"/>
                  </a:lnTo>
                  <a:lnTo>
                    <a:pt x="2751002" y="1135030"/>
                  </a:lnTo>
                  <a:lnTo>
                    <a:pt x="2749560" y="1138656"/>
                  </a:lnTo>
                  <a:lnTo>
                    <a:pt x="2746289" y="1140650"/>
                  </a:lnTo>
                  <a:lnTo>
                    <a:pt x="2739380" y="1135691"/>
                  </a:lnTo>
                  <a:lnTo>
                    <a:pt x="2729308" y="1130013"/>
                  </a:lnTo>
                  <a:lnTo>
                    <a:pt x="2723701" y="1120246"/>
                  </a:lnTo>
                  <a:lnTo>
                    <a:pt x="2720502" y="1112677"/>
                  </a:lnTo>
                  <a:lnTo>
                    <a:pt x="2723752" y="1098979"/>
                  </a:lnTo>
                  <a:lnTo>
                    <a:pt x="2730713" y="1096547"/>
                  </a:lnTo>
                  <a:lnTo>
                    <a:pt x="2739757" y="1098769"/>
                  </a:lnTo>
                  <a:lnTo>
                    <a:pt x="2751612" y="1098750"/>
                  </a:lnTo>
                  <a:lnTo>
                    <a:pt x="2749917" y="1095708"/>
                  </a:lnTo>
                  <a:lnTo>
                    <a:pt x="2745684" y="1096210"/>
                  </a:lnTo>
                  <a:lnTo>
                    <a:pt x="2733189" y="1085097"/>
                  </a:lnTo>
                  <a:lnTo>
                    <a:pt x="2729168" y="1078385"/>
                  </a:lnTo>
                  <a:lnTo>
                    <a:pt x="2722254" y="1076543"/>
                  </a:lnTo>
                  <a:lnTo>
                    <a:pt x="2719101" y="1082995"/>
                  </a:lnTo>
                  <a:lnTo>
                    <a:pt x="2715603" y="1084710"/>
                  </a:lnTo>
                  <a:lnTo>
                    <a:pt x="2719923" y="1070593"/>
                  </a:lnTo>
                  <a:lnTo>
                    <a:pt x="2725571" y="1070015"/>
                  </a:lnTo>
                  <a:lnTo>
                    <a:pt x="2733912" y="1066103"/>
                  </a:lnTo>
                  <a:lnTo>
                    <a:pt x="2731488" y="1057930"/>
                  </a:lnTo>
                  <a:lnTo>
                    <a:pt x="2726223" y="1054355"/>
                  </a:lnTo>
                  <a:lnTo>
                    <a:pt x="2716714" y="1058838"/>
                  </a:lnTo>
                  <a:lnTo>
                    <a:pt x="2716828" y="1053091"/>
                  </a:lnTo>
                  <a:lnTo>
                    <a:pt x="2718610" y="1045731"/>
                  </a:lnTo>
                  <a:lnTo>
                    <a:pt x="2725778" y="1045756"/>
                  </a:lnTo>
                  <a:lnTo>
                    <a:pt x="2732057" y="1048157"/>
                  </a:lnTo>
                  <a:lnTo>
                    <a:pt x="2737400" y="1036269"/>
                  </a:lnTo>
                  <a:lnTo>
                    <a:pt x="2737638" y="1030960"/>
                  </a:lnTo>
                  <a:lnTo>
                    <a:pt x="2728760" y="1038676"/>
                  </a:lnTo>
                  <a:lnTo>
                    <a:pt x="2726765" y="1022031"/>
                  </a:lnTo>
                  <a:lnTo>
                    <a:pt x="2735504" y="1005977"/>
                  </a:lnTo>
                  <a:lnTo>
                    <a:pt x="2743839" y="998979"/>
                  </a:lnTo>
                  <a:lnTo>
                    <a:pt x="2754252" y="999183"/>
                  </a:lnTo>
                  <a:lnTo>
                    <a:pt x="2764836" y="998052"/>
                  </a:lnTo>
                  <a:lnTo>
                    <a:pt x="2758195" y="995112"/>
                  </a:lnTo>
                  <a:lnTo>
                    <a:pt x="2751379" y="993518"/>
                  </a:lnTo>
                  <a:lnTo>
                    <a:pt x="2756500" y="987174"/>
                  </a:lnTo>
                  <a:lnTo>
                    <a:pt x="2760867" y="986037"/>
                  </a:lnTo>
                  <a:lnTo>
                    <a:pt x="2765156" y="980506"/>
                  </a:lnTo>
                  <a:lnTo>
                    <a:pt x="2754841" y="981325"/>
                  </a:lnTo>
                  <a:lnTo>
                    <a:pt x="2756056" y="970860"/>
                  </a:lnTo>
                  <a:lnTo>
                    <a:pt x="2751043" y="972987"/>
                  </a:lnTo>
                  <a:lnTo>
                    <a:pt x="2745043" y="973971"/>
                  </a:lnTo>
                  <a:lnTo>
                    <a:pt x="2742708" y="978410"/>
                  </a:lnTo>
                  <a:lnTo>
                    <a:pt x="2743168" y="985783"/>
                  </a:lnTo>
                  <a:lnTo>
                    <a:pt x="2741416" y="990622"/>
                  </a:lnTo>
                  <a:lnTo>
                    <a:pt x="2736749" y="994509"/>
                  </a:lnTo>
                  <a:lnTo>
                    <a:pt x="2728868" y="997538"/>
                  </a:lnTo>
                  <a:lnTo>
                    <a:pt x="2728104" y="992286"/>
                  </a:lnTo>
                  <a:lnTo>
                    <a:pt x="2725499" y="989905"/>
                  </a:lnTo>
                  <a:lnTo>
                    <a:pt x="2724528" y="1001151"/>
                  </a:lnTo>
                  <a:lnTo>
                    <a:pt x="2722460" y="1004974"/>
                  </a:lnTo>
                  <a:lnTo>
                    <a:pt x="2716698" y="994420"/>
                  </a:lnTo>
                  <a:lnTo>
                    <a:pt x="2714967" y="996547"/>
                  </a:lnTo>
                  <a:lnTo>
                    <a:pt x="2715189" y="999545"/>
                  </a:lnTo>
                  <a:lnTo>
                    <a:pt x="2713717" y="1004726"/>
                  </a:lnTo>
                  <a:lnTo>
                    <a:pt x="2708776" y="1007425"/>
                  </a:lnTo>
                  <a:lnTo>
                    <a:pt x="2709081" y="1014068"/>
                  </a:lnTo>
                  <a:lnTo>
                    <a:pt x="2707164" y="1017688"/>
                  </a:lnTo>
                  <a:lnTo>
                    <a:pt x="2691340" y="1011921"/>
                  </a:lnTo>
                  <a:lnTo>
                    <a:pt x="2690968" y="1013877"/>
                  </a:lnTo>
                  <a:lnTo>
                    <a:pt x="2699919" y="1026311"/>
                  </a:lnTo>
                  <a:lnTo>
                    <a:pt x="2706456" y="1030560"/>
                  </a:lnTo>
                  <a:lnTo>
                    <a:pt x="2707252" y="1037342"/>
                  </a:lnTo>
                  <a:lnTo>
                    <a:pt x="2701640" y="1042968"/>
                  </a:lnTo>
                  <a:lnTo>
                    <a:pt x="2693898" y="1038110"/>
                  </a:lnTo>
                  <a:lnTo>
                    <a:pt x="2692596" y="1038466"/>
                  </a:lnTo>
                  <a:lnTo>
                    <a:pt x="2696803" y="1046798"/>
                  </a:lnTo>
                  <a:lnTo>
                    <a:pt x="2699454" y="1054075"/>
                  </a:lnTo>
                  <a:lnTo>
                    <a:pt x="2696725" y="1060172"/>
                  </a:lnTo>
                  <a:lnTo>
                    <a:pt x="2697149" y="1067678"/>
                  </a:lnTo>
                  <a:lnTo>
                    <a:pt x="2696560" y="1074485"/>
                  </a:lnTo>
                  <a:lnTo>
                    <a:pt x="2694891" y="1080423"/>
                  </a:lnTo>
                  <a:lnTo>
                    <a:pt x="2698653" y="1107793"/>
                  </a:lnTo>
                  <a:lnTo>
                    <a:pt x="2703185" y="1115236"/>
                  </a:lnTo>
                  <a:lnTo>
                    <a:pt x="2707639" y="1122355"/>
                  </a:lnTo>
                  <a:lnTo>
                    <a:pt x="2710001" y="1129016"/>
                  </a:lnTo>
                  <a:lnTo>
                    <a:pt x="2705273" y="1129988"/>
                  </a:lnTo>
                  <a:lnTo>
                    <a:pt x="2697743" y="1124507"/>
                  </a:lnTo>
                  <a:lnTo>
                    <a:pt x="2691129" y="1120329"/>
                  </a:lnTo>
                  <a:lnTo>
                    <a:pt x="2683248" y="1106968"/>
                  </a:lnTo>
                  <a:lnTo>
                    <a:pt x="2681945" y="1101633"/>
                  </a:lnTo>
                  <a:lnTo>
                    <a:pt x="2680023" y="1097417"/>
                  </a:lnTo>
                  <a:lnTo>
                    <a:pt x="2680953" y="1107101"/>
                  </a:lnTo>
                  <a:lnTo>
                    <a:pt x="2683765" y="1117916"/>
                  </a:lnTo>
                  <a:lnTo>
                    <a:pt x="2708446" y="1142117"/>
                  </a:lnTo>
                  <a:lnTo>
                    <a:pt x="2713003" y="1151401"/>
                  </a:lnTo>
                  <a:lnTo>
                    <a:pt x="2716476" y="1158698"/>
                  </a:lnTo>
                  <a:lnTo>
                    <a:pt x="2715603" y="1165690"/>
                  </a:lnTo>
                  <a:lnTo>
                    <a:pt x="2709169" y="1160743"/>
                  </a:lnTo>
                  <a:lnTo>
                    <a:pt x="2703619" y="1154437"/>
                  </a:lnTo>
                  <a:lnTo>
                    <a:pt x="2688886" y="1147312"/>
                  </a:lnTo>
                  <a:lnTo>
                    <a:pt x="2670308" y="1142809"/>
                  </a:lnTo>
                  <a:lnTo>
                    <a:pt x="2659833" y="1126247"/>
                  </a:lnTo>
                  <a:lnTo>
                    <a:pt x="2659869" y="1133157"/>
                  </a:lnTo>
                  <a:lnTo>
                    <a:pt x="2657543" y="1139018"/>
                  </a:lnTo>
                  <a:lnTo>
                    <a:pt x="2651141" y="1131874"/>
                  </a:lnTo>
                  <a:lnTo>
                    <a:pt x="2647105" y="1125778"/>
                  </a:lnTo>
                  <a:lnTo>
                    <a:pt x="2645751" y="1119097"/>
                  </a:lnTo>
                  <a:lnTo>
                    <a:pt x="2637756" y="1119554"/>
                  </a:lnTo>
                  <a:lnTo>
                    <a:pt x="2629374" y="1125358"/>
                  </a:lnTo>
                  <a:lnTo>
                    <a:pt x="2621266" y="1123980"/>
                  </a:lnTo>
                  <a:lnTo>
                    <a:pt x="2620305" y="1112651"/>
                  </a:lnTo>
                  <a:lnTo>
                    <a:pt x="2622496" y="1106650"/>
                  </a:lnTo>
                  <a:lnTo>
                    <a:pt x="2631596" y="1092457"/>
                  </a:lnTo>
                  <a:lnTo>
                    <a:pt x="2640170" y="1085211"/>
                  </a:lnTo>
                  <a:lnTo>
                    <a:pt x="2643952" y="1075857"/>
                  </a:lnTo>
                  <a:lnTo>
                    <a:pt x="2642660" y="1061353"/>
                  </a:lnTo>
                  <a:lnTo>
                    <a:pt x="2641048" y="1076111"/>
                  </a:lnTo>
                  <a:lnTo>
                    <a:pt x="2636149" y="1083427"/>
                  </a:lnTo>
                  <a:lnTo>
                    <a:pt x="2628449" y="1089015"/>
                  </a:lnTo>
                  <a:lnTo>
                    <a:pt x="2618315" y="1098973"/>
                  </a:lnTo>
                  <a:lnTo>
                    <a:pt x="2615840" y="1108181"/>
                  </a:lnTo>
                  <a:lnTo>
                    <a:pt x="2612677" y="1125422"/>
                  </a:lnTo>
                  <a:lnTo>
                    <a:pt x="2616956" y="1131258"/>
                  </a:lnTo>
                  <a:lnTo>
                    <a:pt x="2621328" y="1132782"/>
                  </a:lnTo>
                  <a:lnTo>
                    <a:pt x="2634242" y="1128870"/>
                  </a:lnTo>
                  <a:lnTo>
                    <a:pt x="2640924" y="1130617"/>
                  </a:lnTo>
                  <a:lnTo>
                    <a:pt x="2655786" y="1151376"/>
                  </a:lnTo>
                  <a:lnTo>
                    <a:pt x="2683460" y="1159587"/>
                  </a:lnTo>
                  <a:lnTo>
                    <a:pt x="2693552" y="1164718"/>
                  </a:lnTo>
                  <a:lnTo>
                    <a:pt x="2701779" y="1175552"/>
                  </a:lnTo>
                  <a:lnTo>
                    <a:pt x="2714146" y="1181788"/>
                  </a:lnTo>
                  <a:lnTo>
                    <a:pt x="2723742" y="1190850"/>
                  </a:lnTo>
                  <a:lnTo>
                    <a:pt x="2724000" y="1196762"/>
                  </a:lnTo>
                  <a:lnTo>
                    <a:pt x="2720678" y="1203754"/>
                  </a:lnTo>
                  <a:lnTo>
                    <a:pt x="2719365" y="1213216"/>
                  </a:lnTo>
                  <a:lnTo>
                    <a:pt x="2715288" y="1219185"/>
                  </a:lnTo>
                  <a:lnTo>
                    <a:pt x="2705500" y="1219871"/>
                  </a:lnTo>
                  <a:lnTo>
                    <a:pt x="2699588" y="1218334"/>
                  </a:lnTo>
                  <a:lnTo>
                    <a:pt x="2667807" y="1185071"/>
                  </a:lnTo>
                  <a:lnTo>
                    <a:pt x="2664013" y="1182010"/>
                  </a:lnTo>
                  <a:lnTo>
                    <a:pt x="2652226" y="1164591"/>
                  </a:lnTo>
                  <a:lnTo>
                    <a:pt x="2638397" y="1155262"/>
                  </a:lnTo>
                  <a:lnTo>
                    <a:pt x="2634118" y="1155459"/>
                  </a:lnTo>
                  <a:lnTo>
                    <a:pt x="2653802" y="1172713"/>
                  </a:lnTo>
                  <a:lnTo>
                    <a:pt x="2661838" y="1184779"/>
                  </a:lnTo>
                  <a:lnTo>
                    <a:pt x="2675992" y="1201696"/>
                  </a:lnTo>
                  <a:lnTo>
                    <a:pt x="2686111" y="1208860"/>
                  </a:lnTo>
                  <a:lnTo>
                    <a:pt x="2693557" y="1220036"/>
                  </a:lnTo>
                  <a:lnTo>
                    <a:pt x="2700477" y="1225275"/>
                  </a:lnTo>
                  <a:lnTo>
                    <a:pt x="2719370" y="1232737"/>
                  </a:lnTo>
                  <a:lnTo>
                    <a:pt x="2712802" y="1238097"/>
                  </a:lnTo>
                  <a:lnTo>
                    <a:pt x="2723287" y="1242663"/>
                  </a:lnTo>
                  <a:lnTo>
                    <a:pt x="2724786" y="1251058"/>
                  </a:lnTo>
                  <a:lnTo>
                    <a:pt x="2723825" y="1260628"/>
                  </a:lnTo>
                  <a:lnTo>
                    <a:pt x="2709272" y="1256843"/>
                  </a:lnTo>
                  <a:lnTo>
                    <a:pt x="2708797" y="1263892"/>
                  </a:lnTo>
                  <a:lnTo>
                    <a:pt x="2710099" y="1268052"/>
                  </a:lnTo>
                  <a:lnTo>
                    <a:pt x="2703671" y="1271487"/>
                  </a:lnTo>
                  <a:lnTo>
                    <a:pt x="2694730" y="1266826"/>
                  </a:lnTo>
                  <a:lnTo>
                    <a:pt x="2671517" y="1241329"/>
                  </a:lnTo>
                  <a:lnTo>
                    <a:pt x="2671713" y="1244739"/>
                  </a:lnTo>
                  <a:lnTo>
                    <a:pt x="2673594" y="1248696"/>
                  </a:lnTo>
                  <a:lnTo>
                    <a:pt x="2687056" y="1265111"/>
                  </a:lnTo>
                  <a:lnTo>
                    <a:pt x="2699071" y="1274955"/>
                  </a:lnTo>
                  <a:lnTo>
                    <a:pt x="2709257" y="1279400"/>
                  </a:lnTo>
                  <a:lnTo>
                    <a:pt x="2717107" y="1287649"/>
                  </a:lnTo>
                  <a:lnTo>
                    <a:pt x="2719877" y="1292640"/>
                  </a:lnTo>
                  <a:lnTo>
                    <a:pt x="2721727" y="1300210"/>
                  </a:lnTo>
                  <a:lnTo>
                    <a:pt x="2715908" y="1305354"/>
                  </a:lnTo>
                  <a:lnTo>
                    <a:pt x="2709283" y="1308193"/>
                  </a:lnTo>
                  <a:lnTo>
                    <a:pt x="2702813" y="1303061"/>
                  </a:lnTo>
                  <a:lnTo>
                    <a:pt x="2698069" y="1297657"/>
                  </a:lnTo>
                  <a:lnTo>
                    <a:pt x="2687966" y="1288481"/>
                  </a:lnTo>
                  <a:lnTo>
                    <a:pt x="2684938" y="1278225"/>
                  </a:lnTo>
                  <a:lnTo>
                    <a:pt x="2677253" y="1278752"/>
                  </a:lnTo>
                  <a:lnTo>
                    <a:pt x="2645136" y="1265747"/>
                  </a:lnTo>
                  <a:lnTo>
                    <a:pt x="2619323" y="1264248"/>
                  </a:lnTo>
                  <a:lnTo>
                    <a:pt x="2621845" y="1266864"/>
                  </a:lnTo>
                  <a:lnTo>
                    <a:pt x="2625111" y="1268604"/>
                  </a:lnTo>
                  <a:lnTo>
                    <a:pt x="2645668" y="1271811"/>
                  </a:lnTo>
                  <a:lnTo>
                    <a:pt x="2653792" y="1277800"/>
                  </a:lnTo>
                  <a:lnTo>
                    <a:pt x="2670700" y="1283115"/>
                  </a:lnTo>
                  <a:lnTo>
                    <a:pt x="2680602" y="1284569"/>
                  </a:lnTo>
                  <a:lnTo>
                    <a:pt x="2684617" y="1300896"/>
                  </a:lnTo>
                  <a:lnTo>
                    <a:pt x="2698301" y="1312130"/>
                  </a:lnTo>
                  <a:lnTo>
                    <a:pt x="2700079" y="1320455"/>
                  </a:lnTo>
                  <a:lnTo>
                    <a:pt x="2709422" y="1321389"/>
                  </a:lnTo>
                  <a:lnTo>
                    <a:pt x="2725861" y="1313222"/>
                  </a:lnTo>
                  <a:lnTo>
                    <a:pt x="2736470" y="1316086"/>
                  </a:lnTo>
                  <a:lnTo>
                    <a:pt x="2751772" y="1318423"/>
                  </a:lnTo>
                  <a:lnTo>
                    <a:pt x="2755270" y="1325015"/>
                  </a:lnTo>
                  <a:lnTo>
                    <a:pt x="2757896" y="1337557"/>
                  </a:lnTo>
                  <a:lnTo>
                    <a:pt x="2763306" y="1351667"/>
                  </a:lnTo>
                  <a:lnTo>
                    <a:pt x="2777337" y="1407303"/>
                  </a:lnTo>
                  <a:lnTo>
                    <a:pt x="2798416" y="1452810"/>
                  </a:lnTo>
                  <a:lnTo>
                    <a:pt x="2801010" y="1460646"/>
                  </a:lnTo>
                  <a:lnTo>
                    <a:pt x="2796111" y="1453769"/>
                  </a:lnTo>
                  <a:lnTo>
                    <a:pt x="2780473" y="1423630"/>
                  </a:lnTo>
                  <a:lnTo>
                    <a:pt x="2771843" y="1401867"/>
                  </a:lnTo>
                  <a:lnTo>
                    <a:pt x="2762975" y="1363441"/>
                  </a:lnTo>
                  <a:lnTo>
                    <a:pt x="2760402" y="1354836"/>
                  </a:lnTo>
                  <a:lnTo>
                    <a:pt x="2757374" y="1351401"/>
                  </a:lnTo>
                  <a:lnTo>
                    <a:pt x="2755379" y="1354195"/>
                  </a:lnTo>
                  <a:lnTo>
                    <a:pt x="2754521" y="1359091"/>
                  </a:lnTo>
                  <a:lnTo>
                    <a:pt x="2755968" y="1362850"/>
                  </a:lnTo>
                  <a:lnTo>
                    <a:pt x="2752475" y="1375500"/>
                  </a:lnTo>
                  <a:lnTo>
                    <a:pt x="2753989" y="1381305"/>
                  </a:lnTo>
                  <a:lnTo>
                    <a:pt x="2759663" y="1387306"/>
                  </a:lnTo>
                  <a:lnTo>
                    <a:pt x="2765828" y="1402280"/>
                  </a:lnTo>
                  <a:lnTo>
                    <a:pt x="2770753" y="1422442"/>
                  </a:lnTo>
                  <a:lnTo>
                    <a:pt x="2764092" y="1414269"/>
                  </a:lnTo>
                  <a:lnTo>
                    <a:pt x="2756981" y="1409938"/>
                  </a:lnTo>
                  <a:lnTo>
                    <a:pt x="2745917" y="1406617"/>
                  </a:lnTo>
                  <a:lnTo>
                    <a:pt x="2736062" y="1400794"/>
                  </a:lnTo>
                  <a:lnTo>
                    <a:pt x="2736780" y="1409145"/>
                  </a:lnTo>
                  <a:lnTo>
                    <a:pt x="2735835" y="1418162"/>
                  </a:lnTo>
                  <a:lnTo>
                    <a:pt x="2728238" y="1415412"/>
                  </a:lnTo>
                  <a:lnTo>
                    <a:pt x="2723070" y="1412421"/>
                  </a:lnTo>
                  <a:lnTo>
                    <a:pt x="2727644" y="1422030"/>
                  </a:lnTo>
                  <a:lnTo>
                    <a:pt x="2717716" y="1419147"/>
                  </a:lnTo>
                  <a:lnTo>
                    <a:pt x="2711102" y="1419750"/>
                  </a:lnTo>
                  <a:lnTo>
                    <a:pt x="2706802" y="1428278"/>
                  </a:lnTo>
                  <a:lnTo>
                    <a:pt x="2701035" y="1433454"/>
                  </a:lnTo>
                  <a:lnTo>
                    <a:pt x="2692508" y="1435124"/>
                  </a:lnTo>
                  <a:lnTo>
                    <a:pt x="2679858" y="1427326"/>
                  </a:lnTo>
                  <a:lnTo>
                    <a:pt x="2675760" y="1417857"/>
                  </a:lnTo>
                  <a:lnTo>
                    <a:pt x="2674065" y="1407316"/>
                  </a:lnTo>
                  <a:lnTo>
                    <a:pt x="2673388" y="1419782"/>
                  </a:lnTo>
                  <a:lnTo>
                    <a:pt x="2675641" y="1432762"/>
                  </a:lnTo>
                  <a:lnTo>
                    <a:pt x="2674850" y="1442630"/>
                  </a:lnTo>
                  <a:lnTo>
                    <a:pt x="2687031" y="1444446"/>
                  </a:lnTo>
                  <a:lnTo>
                    <a:pt x="2698420" y="1442833"/>
                  </a:lnTo>
                  <a:lnTo>
                    <a:pt x="2713789" y="1443246"/>
                  </a:lnTo>
                  <a:lnTo>
                    <a:pt x="2723814" y="1441398"/>
                  </a:lnTo>
                  <a:lnTo>
                    <a:pt x="2729850" y="1438261"/>
                  </a:lnTo>
                  <a:lnTo>
                    <a:pt x="2744325" y="1440979"/>
                  </a:lnTo>
                  <a:lnTo>
                    <a:pt x="2745353" y="1452899"/>
                  </a:lnTo>
                  <a:lnTo>
                    <a:pt x="2743700" y="1464749"/>
                  </a:lnTo>
                  <a:lnTo>
                    <a:pt x="2742863" y="1477367"/>
                  </a:lnTo>
                  <a:lnTo>
                    <a:pt x="2746873" y="1477284"/>
                  </a:lnTo>
                  <a:lnTo>
                    <a:pt x="2751586" y="1473252"/>
                  </a:lnTo>
                  <a:lnTo>
                    <a:pt x="2753942" y="1450651"/>
                  </a:lnTo>
                  <a:lnTo>
                    <a:pt x="2767172" y="1442300"/>
                  </a:lnTo>
                  <a:lnTo>
                    <a:pt x="2771605" y="1442872"/>
                  </a:lnTo>
                  <a:lnTo>
                    <a:pt x="2775817" y="1450136"/>
                  </a:lnTo>
                  <a:lnTo>
                    <a:pt x="2777233" y="1457503"/>
                  </a:lnTo>
                  <a:lnTo>
                    <a:pt x="2778727" y="1467619"/>
                  </a:lnTo>
                  <a:lnTo>
                    <a:pt x="2775636" y="1483031"/>
                  </a:lnTo>
                  <a:lnTo>
                    <a:pt x="2755312" y="1501054"/>
                  </a:lnTo>
                  <a:lnTo>
                    <a:pt x="2740754" y="1517717"/>
                  </a:lnTo>
                  <a:lnTo>
                    <a:pt x="2733313" y="1521115"/>
                  </a:lnTo>
                  <a:lnTo>
                    <a:pt x="2722579" y="1519178"/>
                  </a:lnTo>
                  <a:lnTo>
                    <a:pt x="2710409" y="1514987"/>
                  </a:lnTo>
                  <a:lnTo>
                    <a:pt x="2704441" y="1514142"/>
                  </a:lnTo>
                  <a:lnTo>
                    <a:pt x="2699903" y="1515539"/>
                  </a:lnTo>
                  <a:lnTo>
                    <a:pt x="2697139" y="1510408"/>
                  </a:lnTo>
                  <a:lnTo>
                    <a:pt x="2695356" y="1501047"/>
                  </a:lnTo>
                  <a:lnTo>
                    <a:pt x="2690622" y="1497942"/>
                  </a:lnTo>
                  <a:lnTo>
                    <a:pt x="2687041" y="1498285"/>
                  </a:lnTo>
                  <a:lnTo>
                    <a:pt x="2684597" y="1508230"/>
                  </a:lnTo>
                  <a:lnTo>
                    <a:pt x="2673243" y="1511056"/>
                  </a:lnTo>
                  <a:lnTo>
                    <a:pt x="2657807" y="1506947"/>
                  </a:lnTo>
                  <a:lnTo>
                    <a:pt x="2641642" y="1498584"/>
                  </a:lnTo>
                  <a:lnTo>
                    <a:pt x="2648577" y="1507557"/>
                  </a:lnTo>
                  <a:lnTo>
                    <a:pt x="2688689" y="1524296"/>
                  </a:lnTo>
                  <a:lnTo>
                    <a:pt x="2693206" y="1527427"/>
                  </a:lnTo>
                  <a:lnTo>
                    <a:pt x="2697423" y="1532006"/>
                  </a:lnTo>
                  <a:lnTo>
                    <a:pt x="2691811" y="1539188"/>
                  </a:lnTo>
                  <a:lnTo>
                    <a:pt x="2687413" y="1547278"/>
                  </a:lnTo>
                  <a:lnTo>
                    <a:pt x="2686793" y="1553629"/>
                  </a:lnTo>
                  <a:lnTo>
                    <a:pt x="2685242" y="1557636"/>
                  </a:lnTo>
                  <a:lnTo>
                    <a:pt x="2669248" y="1568431"/>
                  </a:lnTo>
                  <a:lnTo>
                    <a:pt x="2660582" y="1566526"/>
                  </a:lnTo>
                  <a:lnTo>
                    <a:pt x="2638438" y="1547062"/>
                  </a:lnTo>
                  <a:lnTo>
                    <a:pt x="2648526" y="1563897"/>
                  </a:lnTo>
                  <a:lnTo>
                    <a:pt x="2656603" y="1571041"/>
                  </a:lnTo>
                  <a:lnTo>
                    <a:pt x="2672866" y="1574852"/>
                  </a:lnTo>
                  <a:lnTo>
                    <a:pt x="2703371" y="1568558"/>
                  </a:lnTo>
                  <a:lnTo>
                    <a:pt x="2713376" y="1575430"/>
                  </a:lnTo>
                  <a:lnTo>
                    <a:pt x="2705164" y="1587603"/>
                  </a:lnTo>
                  <a:lnTo>
                    <a:pt x="2697004" y="1596145"/>
                  </a:lnTo>
                  <a:lnTo>
                    <a:pt x="2686302" y="1597097"/>
                  </a:lnTo>
                  <a:lnTo>
                    <a:pt x="2676876" y="1599409"/>
                  </a:lnTo>
                  <a:lnTo>
                    <a:pt x="2674111" y="1605283"/>
                  </a:lnTo>
                  <a:lnTo>
                    <a:pt x="2667393" y="1605651"/>
                  </a:lnTo>
                  <a:lnTo>
                    <a:pt x="2656892" y="1606000"/>
                  </a:lnTo>
                  <a:lnTo>
                    <a:pt x="2640635" y="1606534"/>
                  </a:lnTo>
                  <a:lnTo>
                    <a:pt x="2631705" y="1605162"/>
                  </a:lnTo>
                  <a:lnTo>
                    <a:pt x="2619230" y="1617164"/>
                  </a:lnTo>
                  <a:lnTo>
                    <a:pt x="2614522" y="1618815"/>
                  </a:lnTo>
                  <a:lnTo>
                    <a:pt x="2607944" y="1616561"/>
                  </a:lnTo>
                  <a:lnTo>
                    <a:pt x="2605184" y="1606921"/>
                  </a:lnTo>
                  <a:lnTo>
                    <a:pt x="2602244" y="1602184"/>
                  </a:lnTo>
                  <a:lnTo>
                    <a:pt x="2602171" y="1620219"/>
                  </a:lnTo>
                  <a:lnTo>
                    <a:pt x="2603324" y="1625077"/>
                  </a:lnTo>
                  <a:lnTo>
                    <a:pt x="2605680" y="1628741"/>
                  </a:lnTo>
                  <a:lnTo>
                    <a:pt x="2591087" y="1638527"/>
                  </a:lnTo>
                  <a:lnTo>
                    <a:pt x="2577118" y="1650733"/>
                  </a:lnTo>
                  <a:lnTo>
                    <a:pt x="2572111" y="1654054"/>
                  </a:lnTo>
                  <a:lnTo>
                    <a:pt x="2566421" y="1660169"/>
                  </a:lnTo>
                  <a:lnTo>
                    <a:pt x="2554768" y="1677830"/>
                  </a:lnTo>
                  <a:lnTo>
                    <a:pt x="2551889" y="1690708"/>
                  </a:lnTo>
                  <a:lnTo>
                    <a:pt x="2547678" y="1705066"/>
                  </a:lnTo>
                  <a:lnTo>
                    <a:pt x="2547145" y="1698602"/>
                  </a:lnTo>
                  <a:lnTo>
                    <a:pt x="2547869" y="1687717"/>
                  </a:lnTo>
                  <a:lnTo>
                    <a:pt x="2544985" y="1675251"/>
                  </a:lnTo>
                  <a:lnTo>
                    <a:pt x="2543156" y="1698087"/>
                  </a:lnTo>
                  <a:lnTo>
                    <a:pt x="2538629" y="1708699"/>
                  </a:lnTo>
                  <a:lnTo>
                    <a:pt x="2497086" y="1707950"/>
                  </a:lnTo>
                  <a:lnTo>
                    <a:pt x="2478900" y="1713716"/>
                  </a:lnTo>
                  <a:lnTo>
                    <a:pt x="2450984" y="1733116"/>
                  </a:lnTo>
                  <a:lnTo>
                    <a:pt x="2442638" y="1741619"/>
                  </a:lnTo>
                  <a:lnTo>
                    <a:pt x="2419580" y="1774495"/>
                  </a:lnTo>
                  <a:lnTo>
                    <a:pt x="2413694" y="1795534"/>
                  </a:lnTo>
                  <a:lnTo>
                    <a:pt x="2408976" y="1786688"/>
                  </a:lnTo>
                  <a:lnTo>
                    <a:pt x="2410144" y="1780052"/>
                  </a:lnTo>
                  <a:lnTo>
                    <a:pt x="2410237" y="1774629"/>
                  </a:lnTo>
                  <a:lnTo>
                    <a:pt x="2404428" y="1786263"/>
                  </a:lnTo>
                  <a:lnTo>
                    <a:pt x="2409942" y="1803205"/>
                  </a:lnTo>
                  <a:lnTo>
                    <a:pt x="2404992" y="1809676"/>
                  </a:lnTo>
                  <a:lnTo>
                    <a:pt x="2389762" y="1821755"/>
                  </a:lnTo>
                  <a:lnTo>
                    <a:pt x="2381427" y="1823736"/>
                  </a:lnTo>
                  <a:lnTo>
                    <a:pt x="2372068" y="1827172"/>
                  </a:lnTo>
                  <a:lnTo>
                    <a:pt x="2369122" y="1839085"/>
                  </a:lnTo>
                  <a:lnTo>
                    <a:pt x="2356415" y="1850071"/>
                  </a:lnTo>
                  <a:lnTo>
                    <a:pt x="2349010" y="1854936"/>
                  </a:lnTo>
                  <a:lnTo>
                    <a:pt x="2335449" y="1851989"/>
                  </a:lnTo>
                  <a:lnTo>
                    <a:pt x="2339625" y="1862569"/>
                  </a:lnTo>
                  <a:lnTo>
                    <a:pt x="2334643" y="1870577"/>
                  </a:lnTo>
                  <a:lnTo>
                    <a:pt x="2326065" y="1876718"/>
                  </a:lnTo>
                  <a:lnTo>
                    <a:pt x="2315399" y="1880725"/>
                  </a:lnTo>
                  <a:lnTo>
                    <a:pt x="2309285" y="1880236"/>
                  </a:lnTo>
                  <a:lnTo>
                    <a:pt x="2304061" y="1882363"/>
                  </a:lnTo>
                  <a:lnTo>
                    <a:pt x="2299968" y="1887456"/>
                  </a:lnTo>
                  <a:lnTo>
                    <a:pt x="2289968" y="1892219"/>
                  </a:lnTo>
                  <a:lnTo>
                    <a:pt x="2279581" y="1889539"/>
                  </a:lnTo>
                  <a:lnTo>
                    <a:pt x="2267809" y="1887932"/>
                  </a:lnTo>
                  <a:lnTo>
                    <a:pt x="2261251" y="1890790"/>
                  </a:lnTo>
                  <a:lnTo>
                    <a:pt x="2272274" y="1895515"/>
                  </a:lnTo>
                  <a:lnTo>
                    <a:pt x="2278176" y="1902360"/>
                  </a:lnTo>
                  <a:lnTo>
                    <a:pt x="2276961" y="1911588"/>
                  </a:lnTo>
                  <a:lnTo>
                    <a:pt x="2274010" y="1915150"/>
                  </a:lnTo>
                  <a:lnTo>
                    <a:pt x="2267055" y="1919976"/>
                  </a:lnTo>
                  <a:lnTo>
                    <a:pt x="2264001" y="1919259"/>
                  </a:lnTo>
                  <a:lnTo>
                    <a:pt x="2262135" y="1914909"/>
                  </a:lnTo>
                  <a:lnTo>
                    <a:pt x="2259872" y="1905847"/>
                  </a:lnTo>
                  <a:lnTo>
                    <a:pt x="2256637" y="1907777"/>
                  </a:lnTo>
                  <a:lnTo>
                    <a:pt x="2256078" y="1912000"/>
                  </a:lnTo>
                  <a:lnTo>
                    <a:pt x="2253298" y="1913505"/>
                  </a:lnTo>
                  <a:lnTo>
                    <a:pt x="2243433" y="1899071"/>
                  </a:lnTo>
                  <a:lnTo>
                    <a:pt x="2243924" y="1910082"/>
                  </a:lnTo>
                  <a:lnTo>
                    <a:pt x="2247371" y="1918541"/>
                  </a:lnTo>
                  <a:lnTo>
                    <a:pt x="2250704" y="1922834"/>
                  </a:lnTo>
                  <a:lnTo>
                    <a:pt x="2254068" y="1925361"/>
                  </a:lnTo>
                  <a:lnTo>
                    <a:pt x="2254895" y="1929286"/>
                  </a:lnTo>
                  <a:lnTo>
                    <a:pt x="2248146" y="1938850"/>
                  </a:lnTo>
                  <a:lnTo>
                    <a:pt x="2244673" y="1940977"/>
                  </a:lnTo>
                  <a:lnTo>
                    <a:pt x="2238493" y="1942527"/>
                  </a:lnTo>
                  <a:lnTo>
                    <a:pt x="2235015" y="1948420"/>
                  </a:lnTo>
                  <a:lnTo>
                    <a:pt x="2236043" y="1953494"/>
                  </a:lnTo>
                  <a:lnTo>
                    <a:pt x="2230638" y="1964505"/>
                  </a:lnTo>
                  <a:lnTo>
                    <a:pt x="2217713" y="1971383"/>
                  </a:lnTo>
                  <a:lnTo>
                    <a:pt x="2213765" y="1971116"/>
                  </a:lnTo>
                  <a:lnTo>
                    <a:pt x="2210546" y="1973129"/>
                  </a:lnTo>
                  <a:lnTo>
                    <a:pt x="2212427" y="1978032"/>
                  </a:lnTo>
                  <a:lnTo>
                    <a:pt x="2215651" y="1981601"/>
                  </a:lnTo>
                  <a:lnTo>
                    <a:pt x="2215538" y="1984915"/>
                  </a:lnTo>
                  <a:lnTo>
                    <a:pt x="2212122" y="1989418"/>
                  </a:lnTo>
                  <a:lnTo>
                    <a:pt x="2205378" y="1990675"/>
                  </a:lnTo>
                  <a:lnTo>
                    <a:pt x="2201590" y="1995813"/>
                  </a:lnTo>
                  <a:lnTo>
                    <a:pt x="2202789" y="2000658"/>
                  </a:lnTo>
                  <a:lnTo>
                    <a:pt x="2205016" y="2003363"/>
                  </a:lnTo>
                  <a:lnTo>
                    <a:pt x="2204551" y="2008025"/>
                  </a:lnTo>
                  <a:lnTo>
                    <a:pt x="2196882" y="2012705"/>
                  </a:lnTo>
                  <a:lnTo>
                    <a:pt x="2195084" y="2017309"/>
                  </a:lnTo>
                  <a:lnTo>
                    <a:pt x="2198892" y="2018668"/>
                  </a:lnTo>
                  <a:lnTo>
                    <a:pt x="2201822" y="2017309"/>
                  </a:lnTo>
                  <a:lnTo>
                    <a:pt x="2203967" y="2018299"/>
                  </a:lnTo>
                  <a:lnTo>
                    <a:pt x="2199368" y="2025996"/>
                  </a:lnTo>
                  <a:lnTo>
                    <a:pt x="2195239" y="2030689"/>
                  </a:lnTo>
                  <a:lnTo>
                    <a:pt x="2191316" y="2039122"/>
                  </a:lnTo>
                  <a:lnTo>
                    <a:pt x="2182216" y="2041453"/>
                  </a:lnTo>
                  <a:lnTo>
                    <a:pt x="2182557" y="2044177"/>
                  </a:lnTo>
                  <a:lnTo>
                    <a:pt x="2187699" y="2046590"/>
                  </a:lnTo>
                  <a:lnTo>
                    <a:pt x="2192004" y="2053074"/>
                  </a:lnTo>
                  <a:lnTo>
                    <a:pt x="2183916" y="2065045"/>
                  </a:lnTo>
                  <a:lnTo>
                    <a:pt x="2178867" y="2064060"/>
                  </a:lnTo>
                  <a:lnTo>
                    <a:pt x="2175782" y="2061425"/>
                  </a:lnTo>
                  <a:lnTo>
                    <a:pt x="2173813" y="2070874"/>
                  </a:lnTo>
                  <a:lnTo>
                    <a:pt x="2174568" y="2075917"/>
                  </a:lnTo>
                  <a:lnTo>
                    <a:pt x="2172645" y="2086223"/>
                  </a:lnTo>
                  <a:lnTo>
                    <a:pt x="2169555" y="2098613"/>
                  </a:lnTo>
                  <a:lnTo>
                    <a:pt x="2167457" y="2103699"/>
                  </a:lnTo>
                  <a:lnTo>
                    <a:pt x="2167902" y="2113174"/>
                  </a:lnTo>
                  <a:lnTo>
                    <a:pt x="2169199" y="2122325"/>
                  </a:lnTo>
                  <a:lnTo>
                    <a:pt x="2174149" y="2134118"/>
                  </a:lnTo>
                  <a:lnTo>
                    <a:pt x="2181710" y="2182343"/>
                  </a:lnTo>
                  <a:lnTo>
                    <a:pt x="2186857" y="2199089"/>
                  </a:lnTo>
                  <a:lnTo>
                    <a:pt x="2196128" y="2244272"/>
                  </a:lnTo>
                  <a:lnTo>
                    <a:pt x="2211471" y="2288077"/>
                  </a:lnTo>
                  <a:lnTo>
                    <a:pt x="2233118" y="2341026"/>
                  </a:lnTo>
                  <a:lnTo>
                    <a:pt x="2268646" y="2405203"/>
                  </a:lnTo>
                  <a:lnTo>
                    <a:pt x="2272899" y="2414348"/>
                  </a:lnTo>
                  <a:lnTo>
                    <a:pt x="2268274" y="2422102"/>
                  </a:lnTo>
                  <a:lnTo>
                    <a:pt x="2266863" y="2430135"/>
                  </a:lnTo>
                  <a:lnTo>
                    <a:pt x="2266460" y="2442245"/>
                  </a:lnTo>
                  <a:lnTo>
                    <a:pt x="2267742" y="2454044"/>
                  </a:lnTo>
                  <a:lnTo>
                    <a:pt x="2271943" y="2468453"/>
                  </a:lnTo>
                  <a:lnTo>
                    <a:pt x="2280015" y="2490483"/>
                  </a:lnTo>
                  <a:lnTo>
                    <a:pt x="2275499" y="2486088"/>
                  </a:lnTo>
                  <a:lnTo>
                    <a:pt x="2263809" y="2454470"/>
                  </a:lnTo>
                  <a:lnTo>
                    <a:pt x="2262450" y="2435901"/>
                  </a:lnTo>
                  <a:lnTo>
                    <a:pt x="2264135" y="2409560"/>
                  </a:lnTo>
                  <a:lnTo>
                    <a:pt x="2261391" y="2410195"/>
                  </a:lnTo>
                  <a:lnTo>
                    <a:pt x="2259164" y="2418755"/>
                  </a:lnTo>
                  <a:lnTo>
                    <a:pt x="2257939" y="2428808"/>
                  </a:lnTo>
                  <a:lnTo>
                    <a:pt x="2254973" y="2432700"/>
                  </a:lnTo>
                  <a:lnTo>
                    <a:pt x="2250926" y="2417364"/>
                  </a:lnTo>
                  <a:lnTo>
                    <a:pt x="2251210" y="2410430"/>
                  </a:lnTo>
                  <a:lnTo>
                    <a:pt x="2255505" y="2402327"/>
                  </a:lnTo>
                  <a:lnTo>
                    <a:pt x="2254259" y="2399412"/>
                  </a:lnTo>
                  <a:lnTo>
                    <a:pt x="2247309" y="2395265"/>
                  </a:lnTo>
                  <a:lnTo>
                    <a:pt x="2245831" y="2388743"/>
                  </a:lnTo>
                  <a:lnTo>
                    <a:pt x="2246771" y="2382304"/>
                  </a:lnTo>
                  <a:lnTo>
                    <a:pt x="2242782" y="2378862"/>
                  </a:lnTo>
                  <a:lnTo>
                    <a:pt x="2239661" y="2379027"/>
                  </a:lnTo>
                  <a:lnTo>
                    <a:pt x="2241753" y="2394903"/>
                  </a:lnTo>
                  <a:lnTo>
                    <a:pt x="2245056" y="2404651"/>
                  </a:lnTo>
                  <a:lnTo>
                    <a:pt x="2249138" y="2428014"/>
                  </a:lnTo>
                  <a:lnTo>
                    <a:pt x="2255727" y="2442169"/>
                  </a:lnTo>
                  <a:lnTo>
                    <a:pt x="2259567" y="2454038"/>
                  </a:lnTo>
                  <a:lnTo>
                    <a:pt x="2304438" y="2580696"/>
                  </a:lnTo>
                  <a:lnTo>
                    <a:pt x="2315058" y="2596826"/>
                  </a:lnTo>
                  <a:lnTo>
                    <a:pt x="2318985" y="2608409"/>
                  </a:lnTo>
                  <a:lnTo>
                    <a:pt x="2323073" y="2632630"/>
                  </a:lnTo>
                  <a:lnTo>
                    <a:pt x="2323998" y="2663728"/>
                  </a:lnTo>
                  <a:lnTo>
                    <a:pt x="2316665" y="2720564"/>
                  </a:lnTo>
                  <a:lnTo>
                    <a:pt x="2314996" y="2759333"/>
                  </a:lnTo>
                  <a:lnTo>
                    <a:pt x="2313947" y="2758145"/>
                  </a:lnTo>
                  <a:lnTo>
                    <a:pt x="2313244" y="2754062"/>
                  </a:lnTo>
                  <a:lnTo>
                    <a:pt x="2311549" y="2753503"/>
                  </a:lnTo>
                  <a:lnTo>
                    <a:pt x="2305182" y="2771265"/>
                  </a:lnTo>
                  <a:lnTo>
                    <a:pt x="2296531" y="2787287"/>
                  </a:lnTo>
                  <a:lnTo>
                    <a:pt x="2293684" y="2812187"/>
                  </a:lnTo>
                  <a:lnTo>
                    <a:pt x="2289534" y="2824653"/>
                  </a:lnTo>
                  <a:lnTo>
                    <a:pt x="2277075" y="2837843"/>
                  </a:lnTo>
                  <a:lnTo>
                    <a:pt x="2269354" y="2837506"/>
                  </a:lnTo>
                  <a:lnTo>
                    <a:pt x="2250420" y="2847400"/>
                  </a:lnTo>
                  <a:lnTo>
                    <a:pt x="2237118" y="2844822"/>
                  </a:lnTo>
                  <a:lnTo>
                    <a:pt x="2221269" y="2850404"/>
                  </a:lnTo>
                  <a:lnTo>
                    <a:pt x="2210840" y="2849781"/>
                  </a:lnTo>
                  <a:lnTo>
                    <a:pt x="2204820" y="2838014"/>
                  </a:lnTo>
                  <a:lnTo>
                    <a:pt x="2205740" y="2832750"/>
                  </a:lnTo>
                  <a:lnTo>
                    <a:pt x="2208137" y="2827460"/>
                  </a:lnTo>
                  <a:lnTo>
                    <a:pt x="2212199" y="2826228"/>
                  </a:lnTo>
                  <a:lnTo>
                    <a:pt x="2226199" y="2838560"/>
                  </a:lnTo>
                  <a:lnTo>
                    <a:pt x="2228839" y="2833372"/>
                  </a:lnTo>
                  <a:lnTo>
                    <a:pt x="2224612" y="2827199"/>
                  </a:lnTo>
                  <a:lnTo>
                    <a:pt x="2216519" y="2823757"/>
                  </a:lnTo>
                  <a:lnTo>
                    <a:pt x="2210540" y="2819973"/>
                  </a:lnTo>
                  <a:lnTo>
                    <a:pt x="2198494" y="2791859"/>
                  </a:lnTo>
                  <a:lnTo>
                    <a:pt x="2186014" y="2772554"/>
                  </a:lnTo>
                  <a:lnTo>
                    <a:pt x="2183911" y="2759650"/>
                  </a:lnTo>
                  <a:lnTo>
                    <a:pt x="2162393" y="2751782"/>
                  </a:lnTo>
                  <a:lnTo>
                    <a:pt x="2146812" y="2739869"/>
                  </a:lnTo>
                  <a:lnTo>
                    <a:pt x="2136652" y="2718678"/>
                  </a:lnTo>
                  <a:lnTo>
                    <a:pt x="2130823" y="2681102"/>
                  </a:lnTo>
                  <a:lnTo>
                    <a:pt x="2123950" y="2676879"/>
                  </a:lnTo>
                  <a:lnTo>
                    <a:pt x="2121046" y="2673958"/>
                  </a:lnTo>
                  <a:lnTo>
                    <a:pt x="2127759" y="2660013"/>
                  </a:lnTo>
                  <a:lnTo>
                    <a:pt x="2134833" y="2648322"/>
                  </a:lnTo>
                  <a:lnTo>
                    <a:pt x="2129237" y="2651230"/>
                  </a:lnTo>
                  <a:lnTo>
                    <a:pt x="2125108" y="2655555"/>
                  </a:lnTo>
                  <a:lnTo>
                    <a:pt x="2119857" y="2665880"/>
                  </a:lnTo>
                  <a:lnTo>
                    <a:pt x="2116023" y="2667468"/>
                  </a:lnTo>
                  <a:lnTo>
                    <a:pt x="2112509" y="2665880"/>
                  </a:lnTo>
                  <a:lnTo>
                    <a:pt x="2108457" y="2646074"/>
                  </a:lnTo>
                  <a:lnTo>
                    <a:pt x="2109615" y="2621726"/>
                  </a:lnTo>
                  <a:lnTo>
                    <a:pt x="2115294" y="2612620"/>
                  </a:lnTo>
                  <a:lnTo>
                    <a:pt x="2106571" y="2612378"/>
                  </a:lnTo>
                  <a:lnTo>
                    <a:pt x="2097533" y="2615846"/>
                  </a:lnTo>
                  <a:lnTo>
                    <a:pt x="2098856" y="2623962"/>
                  </a:lnTo>
                  <a:lnTo>
                    <a:pt x="2097579" y="2628420"/>
                  </a:lnTo>
                  <a:lnTo>
                    <a:pt x="2090995" y="2627276"/>
                  </a:lnTo>
                  <a:lnTo>
                    <a:pt x="2086003" y="2624425"/>
                  </a:lnTo>
                  <a:lnTo>
                    <a:pt x="2079229" y="2615979"/>
                  </a:lnTo>
                  <a:lnTo>
                    <a:pt x="2069989" y="2599862"/>
                  </a:lnTo>
                  <a:lnTo>
                    <a:pt x="2051033" y="2555460"/>
                  </a:lnTo>
                  <a:lnTo>
                    <a:pt x="2047338" y="2549198"/>
                  </a:lnTo>
                  <a:lnTo>
                    <a:pt x="2041070" y="2542645"/>
                  </a:lnTo>
                  <a:lnTo>
                    <a:pt x="2044021" y="2540606"/>
                  </a:lnTo>
                  <a:lnTo>
                    <a:pt x="2049406" y="2539400"/>
                  </a:lnTo>
                  <a:lnTo>
                    <a:pt x="2061576" y="2519409"/>
                  </a:lnTo>
                  <a:lnTo>
                    <a:pt x="2071136" y="2507330"/>
                  </a:lnTo>
                  <a:lnTo>
                    <a:pt x="2074309" y="2498973"/>
                  </a:lnTo>
                  <a:lnTo>
                    <a:pt x="2073756" y="2495398"/>
                  </a:lnTo>
                  <a:lnTo>
                    <a:pt x="2069529" y="2490203"/>
                  </a:lnTo>
                  <a:lnTo>
                    <a:pt x="2063979" y="2494744"/>
                  </a:lnTo>
                  <a:lnTo>
                    <a:pt x="2061601" y="2493448"/>
                  </a:lnTo>
                  <a:lnTo>
                    <a:pt x="2055359" y="2482970"/>
                  </a:lnTo>
                  <a:lnTo>
                    <a:pt x="2049395" y="2480011"/>
                  </a:lnTo>
                  <a:lnTo>
                    <a:pt x="2045240" y="2482278"/>
                  </a:lnTo>
                  <a:lnTo>
                    <a:pt x="2049623" y="2490864"/>
                  </a:lnTo>
                  <a:lnTo>
                    <a:pt x="2053560" y="2494052"/>
                  </a:lnTo>
                  <a:lnTo>
                    <a:pt x="2052036" y="2506536"/>
                  </a:lnTo>
                  <a:lnTo>
                    <a:pt x="2050444" y="2510601"/>
                  </a:lnTo>
                  <a:lnTo>
                    <a:pt x="2046755" y="2514189"/>
                  </a:lnTo>
                  <a:lnTo>
                    <a:pt x="2040993" y="2512277"/>
                  </a:lnTo>
                  <a:lnTo>
                    <a:pt x="2038078" y="2515364"/>
                  </a:lnTo>
                  <a:lnTo>
                    <a:pt x="2034647" y="2512112"/>
                  </a:lnTo>
                  <a:lnTo>
                    <a:pt x="2031231" y="2506625"/>
                  </a:lnTo>
                  <a:lnTo>
                    <a:pt x="2027427" y="2497595"/>
                  </a:lnTo>
                  <a:lnTo>
                    <a:pt x="2037478" y="2446767"/>
                  </a:lnTo>
                  <a:lnTo>
                    <a:pt x="2046780" y="2414380"/>
                  </a:lnTo>
                  <a:lnTo>
                    <a:pt x="2047845" y="2377433"/>
                  </a:lnTo>
                  <a:lnTo>
                    <a:pt x="2048537" y="2371959"/>
                  </a:lnTo>
                  <a:lnTo>
                    <a:pt x="2047752" y="2362141"/>
                  </a:lnTo>
                  <a:lnTo>
                    <a:pt x="2035277" y="2340804"/>
                  </a:lnTo>
                  <a:lnTo>
                    <a:pt x="1980122" y="2288737"/>
                  </a:lnTo>
                  <a:lnTo>
                    <a:pt x="1937374" y="2227081"/>
                  </a:lnTo>
                  <a:lnTo>
                    <a:pt x="1900348" y="2203953"/>
                  </a:lnTo>
                  <a:lnTo>
                    <a:pt x="1872256" y="2209033"/>
                  </a:lnTo>
                  <a:lnTo>
                    <a:pt x="1867393" y="2213682"/>
                  </a:lnTo>
                  <a:lnTo>
                    <a:pt x="1865305" y="2219759"/>
                  </a:lnTo>
                  <a:lnTo>
                    <a:pt x="1867068" y="2226637"/>
                  </a:lnTo>
                  <a:lnTo>
                    <a:pt x="1864515" y="2229501"/>
                  </a:lnTo>
                  <a:lnTo>
                    <a:pt x="1856975" y="2229139"/>
                  </a:lnTo>
                  <a:lnTo>
                    <a:pt x="1846820" y="2230739"/>
                  </a:lnTo>
                  <a:lnTo>
                    <a:pt x="1820305" y="2246971"/>
                  </a:lnTo>
                  <a:lnTo>
                    <a:pt x="1810951" y="2246374"/>
                  </a:lnTo>
                  <a:lnTo>
                    <a:pt x="1802455" y="2250578"/>
                  </a:lnTo>
                  <a:lnTo>
                    <a:pt x="1796094" y="2253727"/>
                  </a:lnTo>
                  <a:lnTo>
                    <a:pt x="1779506" y="2255442"/>
                  </a:lnTo>
                  <a:lnTo>
                    <a:pt x="1765439" y="2259043"/>
                  </a:lnTo>
                  <a:lnTo>
                    <a:pt x="1759362" y="2257093"/>
                  </a:lnTo>
                  <a:lnTo>
                    <a:pt x="1755398" y="2247682"/>
                  </a:lnTo>
                  <a:lnTo>
                    <a:pt x="1755398" y="2237940"/>
                  </a:lnTo>
                  <a:lnTo>
                    <a:pt x="1758613" y="2245408"/>
                  </a:lnTo>
                  <a:lnTo>
                    <a:pt x="1763589" y="2251251"/>
                  </a:lnTo>
                  <a:lnTo>
                    <a:pt x="1765868" y="2248914"/>
                  </a:lnTo>
                  <a:lnTo>
                    <a:pt x="1766721" y="2243745"/>
                  </a:lnTo>
                  <a:lnTo>
                    <a:pt x="1761770" y="2233616"/>
                  </a:lnTo>
                  <a:lnTo>
                    <a:pt x="1745822" y="2220604"/>
                  </a:lnTo>
                  <a:lnTo>
                    <a:pt x="1727673" y="2201597"/>
                  </a:lnTo>
                  <a:lnTo>
                    <a:pt x="1733208" y="2202226"/>
                  </a:lnTo>
                  <a:lnTo>
                    <a:pt x="1734608" y="2198155"/>
                  </a:lnTo>
                  <a:lnTo>
                    <a:pt x="1728981" y="2192815"/>
                  </a:lnTo>
                  <a:lnTo>
                    <a:pt x="1731358" y="2186642"/>
                  </a:lnTo>
                  <a:lnTo>
                    <a:pt x="1735322" y="2180158"/>
                  </a:lnTo>
                  <a:lnTo>
                    <a:pt x="1727663" y="2181130"/>
                  </a:lnTo>
                  <a:lnTo>
                    <a:pt x="1720790" y="2185670"/>
                  </a:lnTo>
                  <a:lnTo>
                    <a:pt x="1720563" y="2191278"/>
                  </a:lnTo>
                  <a:lnTo>
                    <a:pt x="1719203" y="2195736"/>
                  </a:lnTo>
                  <a:lnTo>
                    <a:pt x="1715503" y="2195088"/>
                  </a:lnTo>
                  <a:lnTo>
                    <a:pt x="1708635" y="2189569"/>
                  </a:lnTo>
                  <a:lnTo>
                    <a:pt x="1674823" y="2174208"/>
                  </a:lnTo>
                  <a:lnTo>
                    <a:pt x="1645264" y="2165546"/>
                  </a:lnTo>
                  <a:lnTo>
                    <a:pt x="1667950" y="2161647"/>
                  </a:lnTo>
                  <a:lnTo>
                    <a:pt x="1680254" y="2164676"/>
                  </a:lnTo>
                  <a:lnTo>
                    <a:pt x="1678787" y="2160027"/>
                  </a:lnTo>
                  <a:lnTo>
                    <a:pt x="1675826" y="2157075"/>
                  </a:lnTo>
                  <a:lnTo>
                    <a:pt x="1666121" y="2153334"/>
                  </a:lnTo>
                  <a:lnTo>
                    <a:pt x="1653759" y="2154757"/>
                  </a:lnTo>
                  <a:lnTo>
                    <a:pt x="1645951" y="2152998"/>
                  </a:lnTo>
                  <a:lnTo>
                    <a:pt x="1637967" y="2156706"/>
                  </a:lnTo>
                  <a:lnTo>
                    <a:pt x="1629218" y="2162218"/>
                  </a:lnTo>
                  <a:lnTo>
                    <a:pt x="1621430" y="2165057"/>
                  </a:lnTo>
                  <a:lnTo>
                    <a:pt x="1590951" y="2169026"/>
                  </a:lnTo>
                  <a:lnTo>
                    <a:pt x="1566234" y="2173332"/>
                  </a:lnTo>
                  <a:lnTo>
                    <a:pt x="1570197" y="2168785"/>
                  </a:lnTo>
                  <a:lnTo>
                    <a:pt x="1574424" y="2165863"/>
                  </a:lnTo>
                  <a:lnTo>
                    <a:pt x="1589028" y="2161418"/>
                  </a:lnTo>
                  <a:lnTo>
                    <a:pt x="1591214" y="2152178"/>
                  </a:lnTo>
                  <a:lnTo>
                    <a:pt x="1587783" y="2143281"/>
                  </a:lnTo>
                  <a:lnTo>
                    <a:pt x="1583938" y="2145415"/>
                  </a:lnTo>
                  <a:lnTo>
                    <a:pt x="1579902" y="2152369"/>
                  </a:lnTo>
                  <a:lnTo>
                    <a:pt x="1574952" y="2147358"/>
                  </a:lnTo>
                  <a:lnTo>
                    <a:pt x="1569469" y="2147384"/>
                  </a:lnTo>
                  <a:lnTo>
                    <a:pt x="1567980" y="2158446"/>
                  </a:lnTo>
                  <a:lnTo>
                    <a:pt x="1560952" y="2165863"/>
                  </a:lnTo>
                  <a:lnTo>
                    <a:pt x="1557779" y="2173332"/>
                  </a:lnTo>
                  <a:lnTo>
                    <a:pt x="1537170" y="2179180"/>
                  </a:lnTo>
                  <a:lnTo>
                    <a:pt x="1534530" y="2177231"/>
                  </a:lnTo>
                  <a:lnTo>
                    <a:pt x="1540560" y="2170137"/>
                  </a:lnTo>
                  <a:lnTo>
                    <a:pt x="1540080" y="2166194"/>
                  </a:lnTo>
                  <a:lnTo>
                    <a:pt x="1533202" y="2169578"/>
                  </a:lnTo>
                  <a:lnTo>
                    <a:pt x="1521667" y="2183022"/>
                  </a:lnTo>
                  <a:lnTo>
                    <a:pt x="1481059" y="2187423"/>
                  </a:lnTo>
                  <a:lnTo>
                    <a:pt x="1483276" y="2184368"/>
                  </a:lnTo>
                  <a:lnTo>
                    <a:pt x="1491849" y="2183759"/>
                  </a:lnTo>
                  <a:lnTo>
                    <a:pt x="1503885" y="2179504"/>
                  </a:lnTo>
                  <a:lnTo>
                    <a:pt x="1501451" y="2172341"/>
                  </a:lnTo>
                  <a:lnTo>
                    <a:pt x="1496810" y="2164466"/>
                  </a:lnTo>
                  <a:lnTo>
                    <a:pt x="1492526" y="2163590"/>
                  </a:lnTo>
                  <a:lnTo>
                    <a:pt x="1489700" y="2158973"/>
                  </a:lnTo>
                  <a:lnTo>
                    <a:pt x="1489839" y="2144425"/>
                  </a:lnTo>
                  <a:lnTo>
                    <a:pt x="1487100" y="2135921"/>
                  </a:lnTo>
                  <a:lnTo>
                    <a:pt x="1480491" y="2127171"/>
                  </a:lnTo>
                  <a:lnTo>
                    <a:pt x="1478258" y="2128853"/>
                  </a:lnTo>
                  <a:lnTo>
                    <a:pt x="1473395" y="2143815"/>
                  </a:lnTo>
                  <a:lnTo>
                    <a:pt x="1469354" y="2163438"/>
                  </a:lnTo>
                  <a:lnTo>
                    <a:pt x="1467354" y="2169775"/>
                  </a:lnTo>
                  <a:lnTo>
                    <a:pt x="1455314" y="2170220"/>
                  </a:lnTo>
                  <a:lnTo>
                    <a:pt x="1444658" y="2168880"/>
                  </a:lnTo>
                  <a:lnTo>
                    <a:pt x="1408442" y="2171236"/>
                  </a:lnTo>
                  <a:lnTo>
                    <a:pt x="1394913" y="2164587"/>
                  </a:lnTo>
                  <a:lnTo>
                    <a:pt x="1389301" y="2163311"/>
                  </a:lnTo>
                  <a:lnTo>
                    <a:pt x="1385885" y="2163463"/>
                  </a:lnTo>
                  <a:lnTo>
                    <a:pt x="1370134" y="2169559"/>
                  </a:lnTo>
                  <a:lnTo>
                    <a:pt x="1352186" y="2174227"/>
                  </a:lnTo>
                  <a:lnTo>
                    <a:pt x="1347959" y="2172760"/>
                  </a:lnTo>
                  <a:lnTo>
                    <a:pt x="1341929" y="2172544"/>
                  </a:lnTo>
                  <a:lnTo>
                    <a:pt x="1328916" y="2188433"/>
                  </a:lnTo>
                  <a:lnTo>
                    <a:pt x="1313573" y="2195869"/>
                  </a:lnTo>
                  <a:lnTo>
                    <a:pt x="1274862" y="2182501"/>
                  </a:lnTo>
                  <a:lnTo>
                    <a:pt x="1265234" y="2171750"/>
                  </a:lnTo>
                  <a:lnTo>
                    <a:pt x="1256687" y="2169451"/>
                  </a:lnTo>
                  <a:lnTo>
                    <a:pt x="1246176" y="2168124"/>
                  </a:lnTo>
                  <a:lnTo>
                    <a:pt x="1234884" y="2181352"/>
                  </a:lnTo>
                  <a:lnTo>
                    <a:pt x="1226306" y="2199203"/>
                  </a:lnTo>
                  <a:lnTo>
                    <a:pt x="1239861" y="2208989"/>
                  </a:lnTo>
                  <a:lnTo>
                    <a:pt x="1251462" y="2213669"/>
                  </a:lnTo>
                  <a:lnTo>
                    <a:pt x="1270635" y="2209745"/>
                  </a:lnTo>
                  <a:lnTo>
                    <a:pt x="1281234" y="2201083"/>
                  </a:lnTo>
                  <a:lnTo>
                    <a:pt x="1289890" y="2201368"/>
                  </a:lnTo>
                  <a:lnTo>
                    <a:pt x="1294029" y="2199609"/>
                  </a:lnTo>
                  <a:lnTo>
                    <a:pt x="1297806" y="2195088"/>
                  </a:lnTo>
                  <a:lnTo>
                    <a:pt x="1305207" y="2198657"/>
                  </a:lnTo>
                  <a:lnTo>
                    <a:pt x="1305470" y="2202232"/>
                  </a:lnTo>
                  <a:lnTo>
                    <a:pt x="1300215" y="2207268"/>
                  </a:lnTo>
                  <a:lnTo>
                    <a:pt x="1293595" y="2211510"/>
                  </a:lnTo>
                  <a:lnTo>
                    <a:pt x="1289579" y="2216508"/>
                  </a:lnTo>
                  <a:lnTo>
                    <a:pt x="1297135" y="2226580"/>
                  </a:lnTo>
                  <a:lnTo>
                    <a:pt x="1309000" y="2229964"/>
                  </a:lnTo>
                  <a:lnTo>
                    <a:pt x="1313465" y="2228504"/>
                  </a:lnTo>
                  <a:lnTo>
                    <a:pt x="1316229" y="2217181"/>
                  </a:lnTo>
                  <a:lnTo>
                    <a:pt x="1323526" y="2209891"/>
                  </a:lnTo>
                  <a:lnTo>
                    <a:pt x="1333443" y="2211466"/>
                  </a:lnTo>
                  <a:lnTo>
                    <a:pt x="1332032" y="2216038"/>
                  </a:lnTo>
                  <a:lnTo>
                    <a:pt x="1333422" y="2220356"/>
                  </a:lnTo>
                  <a:lnTo>
                    <a:pt x="1337980" y="2227729"/>
                  </a:lnTo>
                  <a:lnTo>
                    <a:pt x="1337458" y="2238290"/>
                  </a:lnTo>
                  <a:lnTo>
                    <a:pt x="1338342" y="2240836"/>
                  </a:lnTo>
                  <a:lnTo>
                    <a:pt x="1327655" y="2245497"/>
                  </a:lnTo>
                  <a:lnTo>
                    <a:pt x="1319692" y="2247079"/>
                  </a:lnTo>
                  <a:lnTo>
                    <a:pt x="1313320" y="2253181"/>
                  </a:lnTo>
                  <a:lnTo>
                    <a:pt x="1316658" y="2256725"/>
                  </a:lnTo>
                  <a:lnTo>
                    <a:pt x="1310168" y="2259837"/>
                  </a:lnTo>
                  <a:lnTo>
                    <a:pt x="1305780" y="2258592"/>
                  </a:lnTo>
                  <a:lnTo>
                    <a:pt x="1303574" y="2259741"/>
                  </a:lnTo>
                  <a:lnTo>
                    <a:pt x="1302912" y="2263488"/>
                  </a:lnTo>
                  <a:lnTo>
                    <a:pt x="1299558" y="2266968"/>
                  </a:lnTo>
                  <a:lnTo>
                    <a:pt x="1304437" y="2277453"/>
                  </a:lnTo>
                  <a:lnTo>
                    <a:pt x="1314436" y="2284298"/>
                  </a:lnTo>
                  <a:lnTo>
                    <a:pt x="1321490" y="2292878"/>
                  </a:lnTo>
                  <a:lnTo>
                    <a:pt x="1349851" y="2304175"/>
                  </a:lnTo>
                  <a:lnTo>
                    <a:pt x="1356724" y="2303851"/>
                  </a:lnTo>
                  <a:lnTo>
                    <a:pt x="1363488" y="2315225"/>
                  </a:lnTo>
                  <a:lnTo>
                    <a:pt x="1368940" y="2319136"/>
                  </a:lnTo>
                  <a:lnTo>
                    <a:pt x="1374191" y="2321124"/>
                  </a:lnTo>
                  <a:lnTo>
                    <a:pt x="1373591" y="2328948"/>
                  </a:lnTo>
                  <a:lnTo>
                    <a:pt x="1364263" y="2334676"/>
                  </a:lnTo>
                  <a:lnTo>
                    <a:pt x="1361742" y="2341509"/>
                  </a:lnTo>
                  <a:lnTo>
                    <a:pt x="1359395" y="2345351"/>
                  </a:lnTo>
                  <a:lnTo>
                    <a:pt x="1355189" y="2340486"/>
                  </a:lnTo>
                  <a:lnTo>
                    <a:pt x="1350869" y="2336962"/>
                  </a:lnTo>
                  <a:lnTo>
                    <a:pt x="1340869" y="2347681"/>
                  </a:lnTo>
                  <a:lnTo>
                    <a:pt x="1336048" y="2349936"/>
                  </a:lnTo>
                  <a:lnTo>
                    <a:pt x="1338440" y="2338378"/>
                  </a:lnTo>
                  <a:lnTo>
                    <a:pt x="1334663" y="2333850"/>
                  </a:lnTo>
                  <a:lnTo>
                    <a:pt x="1328952" y="2322261"/>
                  </a:lnTo>
                  <a:lnTo>
                    <a:pt x="1320632" y="2315091"/>
                  </a:lnTo>
                  <a:lnTo>
                    <a:pt x="1314772" y="2312716"/>
                  </a:lnTo>
                  <a:lnTo>
                    <a:pt x="1310209" y="2308182"/>
                  </a:lnTo>
                  <a:lnTo>
                    <a:pt x="1304685" y="2306347"/>
                  </a:lnTo>
                  <a:lnTo>
                    <a:pt x="1299972" y="2306817"/>
                  </a:lnTo>
                  <a:lnTo>
                    <a:pt x="1291993" y="2304175"/>
                  </a:lnTo>
                  <a:lnTo>
                    <a:pt x="1291466" y="2298009"/>
                  </a:lnTo>
                  <a:lnTo>
                    <a:pt x="1289254" y="2293392"/>
                  </a:lnTo>
                  <a:lnTo>
                    <a:pt x="1283011" y="2287943"/>
                  </a:lnTo>
                  <a:lnTo>
                    <a:pt x="1253183" y="2277649"/>
                  </a:lnTo>
                  <a:lnTo>
                    <a:pt x="1253002" y="2281910"/>
                  </a:lnTo>
                  <a:lnTo>
                    <a:pt x="1255069" y="2285117"/>
                  </a:lnTo>
                  <a:lnTo>
                    <a:pt x="1259353" y="2287251"/>
                  </a:lnTo>
                  <a:lnTo>
                    <a:pt x="1264480" y="2291404"/>
                  </a:lnTo>
                  <a:lnTo>
                    <a:pt x="1264433" y="2303705"/>
                  </a:lnTo>
                  <a:lnTo>
                    <a:pt x="1262216" y="2308912"/>
                  </a:lnTo>
                  <a:lnTo>
                    <a:pt x="1261265" y="2316330"/>
                  </a:lnTo>
                  <a:lnTo>
                    <a:pt x="1259291" y="2323868"/>
                  </a:lnTo>
                  <a:lnTo>
                    <a:pt x="1255643" y="2329811"/>
                  </a:lnTo>
                  <a:lnTo>
                    <a:pt x="1247499" y="2333863"/>
                  </a:lnTo>
                  <a:lnTo>
                    <a:pt x="1243907" y="2330472"/>
                  </a:lnTo>
                  <a:lnTo>
                    <a:pt x="1238099" y="2314240"/>
                  </a:lnTo>
                  <a:lnTo>
                    <a:pt x="1229887" y="2309128"/>
                  </a:lnTo>
                  <a:lnTo>
                    <a:pt x="1216839" y="2308525"/>
                  </a:lnTo>
                  <a:lnTo>
                    <a:pt x="1207976" y="2312195"/>
                  </a:lnTo>
                  <a:lnTo>
                    <a:pt x="1198317" y="2327919"/>
                  </a:lnTo>
                  <a:lnTo>
                    <a:pt x="1190535" y="2330491"/>
                  </a:lnTo>
                  <a:lnTo>
                    <a:pt x="1163895" y="2322343"/>
                  </a:lnTo>
                  <a:lnTo>
                    <a:pt x="1133478" y="2309928"/>
                  </a:lnTo>
                  <a:lnTo>
                    <a:pt x="1134263" y="2305794"/>
                  </a:lnTo>
                  <a:lnTo>
                    <a:pt x="1139049" y="2304467"/>
                  </a:lnTo>
                  <a:lnTo>
                    <a:pt x="1148227" y="2306163"/>
                  </a:lnTo>
                  <a:lnTo>
                    <a:pt x="1147741" y="2301902"/>
                  </a:lnTo>
                  <a:lnTo>
                    <a:pt x="1138361" y="2288032"/>
                  </a:lnTo>
                  <a:lnTo>
                    <a:pt x="1136641" y="2281771"/>
                  </a:lnTo>
                  <a:lnTo>
                    <a:pt x="1137850" y="2274131"/>
                  </a:lnTo>
                  <a:lnTo>
                    <a:pt x="1134791" y="2274303"/>
                  </a:lnTo>
                  <a:lnTo>
                    <a:pt x="1129158" y="2280717"/>
                  </a:lnTo>
                  <a:lnTo>
                    <a:pt x="1109763" y="2275281"/>
                  </a:lnTo>
                  <a:lnTo>
                    <a:pt x="1104410" y="2268784"/>
                  </a:lnTo>
                  <a:lnTo>
                    <a:pt x="1093015" y="2250476"/>
                  </a:lnTo>
                  <a:lnTo>
                    <a:pt x="1076933" y="2249879"/>
                  </a:lnTo>
                  <a:lnTo>
                    <a:pt x="1069657" y="2238779"/>
                  </a:lnTo>
                  <a:lnTo>
                    <a:pt x="1056515" y="2243427"/>
                  </a:lnTo>
                  <a:lnTo>
                    <a:pt x="1049859" y="2248571"/>
                  </a:lnTo>
                  <a:lnTo>
                    <a:pt x="1044009" y="2256541"/>
                  </a:lnTo>
                  <a:lnTo>
                    <a:pt x="1046288" y="2260675"/>
                  </a:lnTo>
                  <a:lnTo>
                    <a:pt x="1052117" y="2267241"/>
                  </a:lnTo>
                  <a:lnTo>
                    <a:pt x="1049456" y="2270410"/>
                  </a:lnTo>
                  <a:lnTo>
                    <a:pt x="1030744" y="2275090"/>
                  </a:lnTo>
                  <a:lnTo>
                    <a:pt x="987304" y="2269857"/>
                  </a:lnTo>
                  <a:lnTo>
                    <a:pt x="974601" y="2264968"/>
                  </a:lnTo>
                  <a:lnTo>
                    <a:pt x="957553" y="2254629"/>
                  </a:lnTo>
                  <a:lnTo>
                    <a:pt x="933921" y="2246202"/>
                  </a:lnTo>
                  <a:lnTo>
                    <a:pt x="922542" y="2244843"/>
                  </a:lnTo>
                  <a:lnTo>
                    <a:pt x="911400" y="2246513"/>
                  </a:lnTo>
                  <a:lnTo>
                    <a:pt x="878978" y="2247377"/>
                  </a:lnTo>
                  <a:lnTo>
                    <a:pt x="871454" y="2249619"/>
                  </a:lnTo>
                  <a:lnTo>
                    <a:pt x="865046" y="2253200"/>
                  </a:lnTo>
                  <a:lnTo>
                    <a:pt x="860891" y="2249238"/>
                  </a:lnTo>
                  <a:lnTo>
                    <a:pt x="858968" y="2242163"/>
                  </a:lnTo>
                  <a:lnTo>
                    <a:pt x="862731" y="2241014"/>
                  </a:lnTo>
                  <a:lnTo>
                    <a:pt x="866916" y="2236854"/>
                  </a:lnTo>
                  <a:lnTo>
                    <a:pt x="870694" y="2228631"/>
                  </a:lnTo>
                  <a:lnTo>
                    <a:pt x="871123" y="2223658"/>
                  </a:lnTo>
                  <a:lnTo>
                    <a:pt x="868482" y="2220413"/>
                  </a:lnTo>
                  <a:lnTo>
                    <a:pt x="863459" y="2220089"/>
                  </a:lnTo>
                  <a:lnTo>
                    <a:pt x="852364" y="2241516"/>
                  </a:lnTo>
                  <a:lnTo>
                    <a:pt x="858705" y="2253524"/>
                  </a:lnTo>
                  <a:lnTo>
                    <a:pt x="858271" y="2257855"/>
                  </a:lnTo>
                  <a:lnTo>
                    <a:pt x="836132" y="2260319"/>
                  </a:lnTo>
                  <a:lnTo>
                    <a:pt x="785881" y="2284495"/>
                  </a:lnTo>
                  <a:lnTo>
                    <a:pt x="766285" y="2297532"/>
                  </a:lnTo>
                  <a:lnTo>
                    <a:pt x="767288" y="2293144"/>
                  </a:lnTo>
                  <a:lnTo>
                    <a:pt x="790982" y="2276246"/>
                  </a:lnTo>
                  <a:lnTo>
                    <a:pt x="782615" y="2273661"/>
                  </a:lnTo>
                  <a:lnTo>
                    <a:pt x="769143" y="2277884"/>
                  </a:lnTo>
                  <a:lnTo>
                    <a:pt x="764311" y="2276259"/>
                  </a:lnTo>
                  <a:lnTo>
                    <a:pt x="770016" y="2262288"/>
                  </a:lnTo>
                  <a:lnTo>
                    <a:pt x="768156" y="2249968"/>
                  </a:lnTo>
                  <a:lnTo>
                    <a:pt x="758591" y="2249631"/>
                  </a:lnTo>
                  <a:lnTo>
                    <a:pt x="752498" y="2259468"/>
                  </a:lnTo>
                  <a:lnTo>
                    <a:pt x="748265" y="2259049"/>
                  </a:lnTo>
                  <a:lnTo>
                    <a:pt x="742720" y="2254832"/>
                  </a:lnTo>
                  <a:lnTo>
                    <a:pt x="738426" y="2256166"/>
                  </a:lnTo>
                  <a:lnTo>
                    <a:pt x="741604" y="2278456"/>
                  </a:lnTo>
                  <a:lnTo>
                    <a:pt x="747630" y="2287626"/>
                  </a:lnTo>
                  <a:lnTo>
                    <a:pt x="752668" y="2299317"/>
                  </a:lnTo>
                  <a:lnTo>
                    <a:pt x="738907" y="2313764"/>
                  </a:lnTo>
                  <a:lnTo>
                    <a:pt x="726127" y="2325684"/>
                  </a:lnTo>
                  <a:lnTo>
                    <a:pt x="724742" y="2337203"/>
                  </a:lnTo>
                  <a:lnTo>
                    <a:pt x="711900" y="2352209"/>
                  </a:lnTo>
                  <a:lnTo>
                    <a:pt x="699818" y="2360719"/>
                  </a:lnTo>
                  <a:lnTo>
                    <a:pt x="671432" y="2380723"/>
                  </a:lnTo>
                  <a:lnTo>
                    <a:pt x="663334" y="2385003"/>
                  </a:lnTo>
                  <a:lnTo>
                    <a:pt x="650523" y="2394287"/>
                  </a:lnTo>
                  <a:lnTo>
                    <a:pt x="632849" y="2401247"/>
                  </a:lnTo>
                  <a:lnTo>
                    <a:pt x="615904" y="2412297"/>
                  </a:lnTo>
                  <a:lnTo>
                    <a:pt x="610189" y="2413973"/>
                  </a:lnTo>
                  <a:lnTo>
                    <a:pt x="621010" y="2404619"/>
                  </a:lnTo>
                  <a:lnTo>
                    <a:pt x="633842" y="2395379"/>
                  </a:lnTo>
                  <a:lnTo>
                    <a:pt x="622834" y="2396643"/>
                  </a:lnTo>
                  <a:lnTo>
                    <a:pt x="605869" y="2392363"/>
                  </a:lnTo>
                  <a:lnTo>
                    <a:pt x="595487" y="2392115"/>
                  </a:lnTo>
                  <a:lnTo>
                    <a:pt x="595414" y="2395487"/>
                  </a:lnTo>
                  <a:lnTo>
                    <a:pt x="587518" y="2400250"/>
                  </a:lnTo>
                  <a:lnTo>
                    <a:pt x="579338" y="2393252"/>
                  </a:lnTo>
                  <a:lnTo>
                    <a:pt x="575772" y="2388546"/>
                  </a:lnTo>
                  <a:lnTo>
                    <a:pt x="574082" y="2384482"/>
                  </a:lnTo>
                  <a:lnTo>
                    <a:pt x="570609" y="2383498"/>
                  </a:lnTo>
                  <a:lnTo>
                    <a:pt x="567271" y="2385384"/>
                  </a:lnTo>
                  <a:lnTo>
                    <a:pt x="579482" y="2414005"/>
                  </a:lnTo>
                  <a:lnTo>
                    <a:pt x="584686" y="2415243"/>
                  </a:lnTo>
                  <a:lnTo>
                    <a:pt x="590443" y="2418088"/>
                  </a:lnTo>
                  <a:lnTo>
                    <a:pt x="583275" y="2424756"/>
                  </a:lnTo>
                  <a:lnTo>
                    <a:pt x="575560" y="2429817"/>
                  </a:lnTo>
                  <a:lnTo>
                    <a:pt x="563426" y="2433177"/>
                  </a:lnTo>
                  <a:lnTo>
                    <a:pt x="553142" y="2422730"/>
                  </a:lnTo>
                  <a:lnTo>
                    <a:pt x="550915" y="2435838"/>
                  </a:lnTo>
                  <a:lnTo>
                    <a:pt x="549613" y="2448926"/>
                  </a:lnTo>
                  <a:lnTo>
                    <a:pt x="546161" y="2452285"/>
                  </a:lnTo>
                  <a:lnTo>
                    <a:pt x="540647" y="2457073"/>
                  </a:lnTo>
                  <a:lnTo>
                    <a:pt x="537655" y="2453460"/>
                  </a:lnTo>
                  <a:lnTo>
                    <a:pt x="536234" y="2448399"/>
                  </a:lnTo>
                  <a:lnTo>
                    <a:pt x="532704" y="2452914"/>
                  </a:lnTo>
                  <a:lnTo>
                    <a:pt x="527536" y="2456305"/>
                  </a:lnTo>
                  <a:lnTo>
                    <a:pt x="519010" y="2456984"/>
                  </a:lnTo>
                  <a:lnTo>
                    <a:pt x="512612" y="2458794"/>
                  </a:lnTo>
                  <a:lnTo>
                    <a:pt x="512762" y="2464217"/>
                  </a:lnTo>
                  <a:lnTo>
                    <a:pt x="514224" y="2469666"/>
                  </a:lnTo>
                  <a:lnTo>
                    <a:pt x="525542" y="2465361"/>
                  </a:lnTo>
                  <a:lnTo>
                    <a:pt x="521438" y="2479376"/>
                  </a:lnTo>
                  <a:lnTo>
                    <a:pt x="511031" y="2493226"/>
                  </a:lnTo>
                  <a:lnTo>
                    <a:pt x="502550" y="2496497"/>
                  </a:lnTo>
                  <a:lnTo>
                    <a:pt x="489579" y="2494471"/>
                  </a:lnTo>
                  <a:lnTo>
                    <a:pt x="486375" y="2495861"/>
                  </a:lnTo>
                  <a:lnTo>
                    <a:pt x="483507" y="2498738"/>
                  </a:lnTo>
                  <a:lnTo>
                    <a:pt x="498618" y="2520406"/>
                  </a:lnTo>
                  <a:lnTo>
                    <a:pt x="488908" y="2553085"/>
                  </a:lnTo>
                  <a:lnTo>
                    <a:pt x="482701" y="2564928"/>
                  </a:lnTo>
                  <a:lnTo>
                    <a:pt x="478396" y="2566446"/>
                  </a:lnTo>
                  <a:lnTo>
                    <a:pt x="473730" y="2566789"/>
                  </a:lnTo>
                  <a:lnTo>
                    <a:pt x="456981" y="2556260"/>
                  </a:lnTo>
                  <a:lnTo>
                    <a:pt x="447845" y="2548119"/>
                  </a:lnTo>
                  <a:lnTo>
                    <a:pt x="455896" y="2570275"/>
                  </a:lnTo>
                  <a:lnTo>
                    <a:pt x="477833" y="2576746"/>
                  </a:lnTo>
                  <a:lnTo>
                    <a:pt x="478955" y="2585129"/>
                  </a:lnTo>
                  <a:lnTo>
                    <a:pt x="478831" y="2592292"/>
                  </a:lnTo>
                  <a:lnTo>
                    <a:pt x="474510" y="2600700"/>
                  </a:lnTo>
                  <a:lnTo>
                    <a:pt x="470469" y="2611870"/>
                  </a:lnTo>
                  <a:lnTo>
                    <a:pt x="473451" y="2619650"/>
                  </a:lnTo>
                  <a:lnTo>
                    <a:pt x="476913" y="2638885"/>
                  </a:lnTo>
                  <a:lnTo>
                    <a:pt x="479874" y="2647712"/>
                  </a:lnTo>
                  <a:lnTo>
                    <a:pt x="483130" y="2674492"/>
                  </a:lnTo>
                  <a:lnTo>
                    <a:pt x="486592" y="2686106"/>
                  </a:lnTo>
                  <a:lnTo>
                    <a:pt x="506535" y="2728851"/>
                  </a:lnTo>
                  <a:lnTo>
                    <a:pt x="513258" y="2729181"/>
                  </a:lnTo>
                  <a:lnTo>
                    <a:pt x="514338" y="2733811"/>
                  </a:lnTo>
                  <a:lnTo>
                    <a:pt x="513697" y="2742688"/>
                  </a:lnTo>
                  <a:lnTo>
                    <a:pt x="499352" y="2745273"/>
                  </a:lnTo>
                  <a:lnTo>
                    <a:pt x="493331" y="2749229"/>
                  </a:lnTo>
                  <a:lnTo>
                    <a:pt x="492158" y="2752665"/>
                  </a:lnTo>
                  <a:lnTo>
                    <a:pt x="491269" y="2754519"/>
                  </a:lnTo>
                  <a:lnTo>
                    <a:pt x="489419" y="2754348"/>
                  </a:lnTo>
                  <a:lnTo>
                    <a:pt x="482577" y="2751877"/>
                  </a:lnTo>
                  <a:lnTo>
                    <a:pt x="467022" y="2739735"/>
                  </a:lnTo>
                  <a:lnTo>
                    <a:pt x="444357" y="2732210"/>
                  </a:lnTo>
                  <a:lnTo>
                    <a:pt x="414575" y="2729295"/>
                  </a:lnTo>
                  <a:lnTo>
                    <a:pt x="394230" y="2723218"/>
                  </a:lnTo>
                  <a:lnTo>
                    <a:pt x="383321" y="2713959"/>
                  </a:lnTo>
                  <a:lnTo>
                    <a:pt x="371916" y="2708473"/>
                  </a:lnTo>
                  <a:lnTo>
                    <a:pt x="360019" y="2706745"/>
                  </a:lnTo>
                  <a:lnTo>
                    <a:pt x="350165" y="2701722"/>
                  </a:lnTo>
                  <a:lnTo>
                    <a:pt x="342351" y="2693403"/>
                  </a:lnTo>
                  <a:lnTo>
                    <a:pt x="330925" y="2688094"/>
                  </a:lnTo>
                  <a:lnTo>
                    <a:pt x="315887" y="2685789"/>
                  </a:lnTo>
                  <a:lnTo>
                    <a:pt x="306099" y="2679553"/>
                  </a:lnTo>
                  <a:lnTo>
                    <a:pt x="299293" y="2664306"/>
                  </a:lnTo>
                  <a:lnTo>
                    <a:pt x="299262" y="2664077"/>
                  </a:lnTo>
                  <a:lnTo>
                    <a:pt x="293170" y="2638586"/>
                  </a:lnTo>
                  <a:lnTo>
                    <a:pt x="285496" y="2622615"/>
                  </a:lnTo>
                  <a:lnTo>
                    <a:pt x="270561" y="2602853"/>
                  </a:lnTo>
                  <a:lnTo>
                    <a:pt x="269186" y="2600249"/>
                  </a:lnTo>
                  <a:lnTo>
                    <a:pt x="269062" y="2596998"/>
                  </a:lnTo>
                  <a:lnTo>
                    <a:pt x="270912" y="2585497"/>
                  </a:lnTo>
                  <a:lnTo>
                    <a:pt x="269336" y="2577229"/>
                  </a:lnTo>
                  <a:lnTo>
                    <a:pt x="264608" y="2570491"/>
                  </a:lnTo>
                  <a:lnTo>
                    <a:pt x="263522" y="2563360"/>
                  </a:lnTo>
                  <a:lnTo>
                    <a:pt x="266086" y="2555854"/>
                  </a:lnTo>
                  <a:lnTo>
                    <a:pt x="266251" y="2546836"/>
                  </a:lnTo>
                  <a:lnTo>
                    <a:pt x="264024" y="2536307"/>
                  </a:lnTo>
                  <a:lnTo>
                    <a:pt x="254500" y="2524921"/>
                  </a:lnTo>
                  <a:lnTo>
                    <a:pt x="237679" y="2512690"/>
                  </a:lnTo>
                  <a:lnTo>
                    <a:pt x="223349" y="2494826"/>
                  </a:lnTo>
                  <a:lnTo>
                    <a:pt x="211520" y="2471343"/>
                  </a:lnTo>
                  <a:lnTo>
                    <a:pt x="199820" y="2455073"/>
                  </a:lnTo>
                  <a:lnTo>
                    <a:pt x="188249" y="2446011"/>
                  </a:lnTo>
                  <a:lnTo>
                    <a:pt x="180338" y="2434949"/>
                  </a:lnTo>
                  <a:lnTo>
                    <a:pt x="176079" y="2421886"/>
                  </a:lnTo>
                  <a:lnTo>
                    <a:pt x="174824" y="2414303"/>
                  </a:lnTo>
                  <a:lnTo>
                    <a:pt x="176560" y="2412208"/>
                  </a:lnTo>
                  <a:lnTo>
                    <a:pt x="169449" y="2397684"/>
                  </a:lnTo>
                  <a:lnTo>
                    <a:pt x="153491" y="2370746"/>
                  </a:lnTo>
                  <a:lnTo>
                    <a:pt x="144324" y="2351047"/>
                  </a:lnTo>
                  <a:lnTo>
                    <a:pt x="141962" y="2338594"/>
                  </a:lnTo>
                  <a:lnTo>
                    <a:pt x="131807" y="2323772"/>
                  </a:lnTo>
                  <a:lnTo>
                    <a:pt x="113865" y="2306582"/>
                  </a:lnTo>
                  <a:lnTo>
                    <a:pt x="104108" y="2295399"/>
                  </a:lnTo>
                  <a:lnTo>
                    <a:pt x="101711" y="2287632"/>
                  </a:lnTo>
                  <a:lnTo>
                    <a:pt x="73712" y="2265044"/>
                  </a:lnTo>
                  <a:lnTo>
                    <a:pt x="65578" y="2250933"/>
                  </a:lnTo>
                  <a:lnTo>
                    <a:pt x="59227" y="2246475"/>
                  </a:lnTo>
                  <a:lnTo>
                    <a:pt x="51935" y="2246958"/>
                  </a:lnTo>
                  <a:lnTo>
                    <a:pt x="48194" y="2245605"/>
                  </a:lnTo>
                  <a:lnTo>
                    <a:pt x="48008" y="2242417"/>
                  </a:lnTo>
                  <a:lnTo>
                    <a:pt x="45646" y="2242265"/>
                  </a:lnTo>
                  <a:lnTo>
                    <a:pt x="41104" y="2245161"/>
                  </a:lnTo>
                  <a:lnTo>
                    <a:pt x="26210" y="2245745"/>
                  </a:lnTo>
                  <a:lnTo>
                    <a:pt x="961" y="2244024"/>
                  </a:lnTo>
                  <a:lnTo>
                    <a:pt x="0" y="2243821"/>
                  </a:lnTo>
                  <a:lnTo>
                    <a:pt x="0" y="0"/>
                  </a:lnTo>
                  <a:lnTo>
                    <a:pt x="1773799" y="0"/>
                  </a:lnTo>
                  <a:lnTo>
                    <a:pt x="1791779" y="9112"/>
                  </a:lnTo>
                  <a:lnTo>
                    <a:pt x="1812321" y="19521"/>
                  </a:lnTo>
                  <a:lnTo>
                    <a:pt x="1817499" y="36825"/>
                  </a:lnTo>
                  <a:lnTo>
                    <a:pt x="1822542" y="53673"/>
                  </a:lnTo>
                  <a:lnTo>
                    <a:pt x="1834568" y="65904"/>
                  </a:lnTo>
                  <a:lnTo>
                    <a:pt x="1845575" y="77074"/>
                  </a:lnTo>
                  <a:lnTo>
                    <a:pt x="1851947" y="76490"/>
                  </a:lnTo>
                  <a:lnTo>
                    <a:pt x="1858412" y="71772"/>
                  </a:lnTo>
                  <a:lnTo>
                    <a:pt x="1862515" y="69498"/>
                  </a:lnTo>
                  <a:lnTo>
                    <a:pt x="1869393" y="69123"/>
                  </a:lnTo>
                  <a:lnTo>
                    <a:pt x="1884690" y="65085"/>
                  </a:lnTo>
                  <a:lnTo>
                    <a:pt x="1889211" y="65967"/>
                  </a:lnTo>
                  <a:lnTo>
                    <a:pt x="1891780" y="67987"/>
                  </a:lnTo>
                  <a:lnTo>
                    <a:pt x="1891992" y="71149"/>
                  </a:lnTo>
                  <a:lnTo>
                    <a:pt x="1891470" y="73664"/>
                  </a:lnTo>
                  <a:lnTo>
                    <a:pt x="1889103" y="78713"/>
                  </a:lnTo>
                  <a:lnTo>
                    <a:pt x="1892839" y="88333"/>
                  </a:lnTo>
                  <a:lnTo>
                    <a:pt x="1893625" y="99021"/>
                  </a:lnTo>
                  <a:lnTo>
                    <a:pt x="1895676" y="107099"/>
                  </a:lnTo>
                  <a:lnTo>
                    <a:pt x="1901939" y="117437"/>
                  </a:lnTo>
                  <a:lnTo>
                    <a:pt x="1907381" y="125515"/>
                  </a:lnTo>
                  <a:lnTo>
                    <a:pt x="1914233" y="127077"/>
                  </a:lnTo>
                  <a:lnTo>
                    <a:pt x="1930093" y="122372"/>
                  </a:lnTo>
                  <a:lnTo>
                    <a:pt x="1940031" y="120593"/>
                  </a:lnTo>
                  <a:lnTo>
                    <a:pt x="1945674" y="121362"/>
                  </a:lnTo>
                  <a:lnTo>
                    <a:pt x="1955327" y="128925"/>
                  </a:lnTo>
                  <a:lnTo>
                    <a:pt x="1960050" y="133472"/>
                  </a:lnTo>
                  <a:lnTo>
                    <a:pt x="1961177" y="137250"/>
                  </a:lnTo>
                  <a:lnTo>
                    <a:pt x="1948139" y="160340"/>
                  </a:lnTo>
                  <a:lnTo>
                    <a:pt x="1968815" y="171797"/>
                  </a:lnTo>
                  <a:lnTo>
                    <a:pt x="1991889" y="184320"/>
                  </a:lnTo>
                  <a:lnTo>
                    <a:pt x="2019402" y="199249"/>
                  </a:lnTo>
                  <a:lnTo>
                    <a:pt x="2036223" y="208388"/>
                  </a:lnTo>
                  <a:lnTo>
                    <a:pt x="2058377" y="221438"/>
                  </a:lnTo>
                  <a:lnTo>
                    <a:pt x="2062170" y="240032"/>
                  </a:lnTo>
                  <a:lnTo>
                    <a:pt x="2065364" y="255723"/>
                  </a:lnTo>
                  <a:lnTo>
                    <a:pt x="2069436" y="277600"/>
                  </a:lnTo>
                  <a:lnTo>
                    <a:pt x="2073585" y="299916"/>
                  </a:lnTo>
                  <a:lnTo>
                    <a:pt x="2077725" y="322148"/>
                  </a:lnTo>
                  <a:lnTo>
                    <a:pt x="2082112" y="345746"/>
                  </a:lnTo>
                  <a:lnTo>
                    <a:pt x="2086934" y="371669"/>
                  </a:lnTo>
                  <a:lnTo>
                    <a:pt x="2091218" y="394676"/>
                  </a:lnTo>
                  <a:lnTo>
                    <a:pt x="2095894" y="419792"/>
                  </a:lnTo>
                  <a:lnTo>
                    <a:pt x="2102111" y="452477"/>
                  </a:lnTo>
                  <a:lnTo>
                    <a:pt x="2096551" y="465070"/>
                  </a:lnTo>
                  <a:lnTo>
                    <a:pt x="2084443" y="492491"/>
                  </a:lnTo>
                  <a:lnTo>
                    <a:pt x="2073498" y="517277"/>
                  </a:lnTo>
                  <a:lnTo>
                    <a:pt x="2072541" y="524465"/>
                  </a:lnTo>
                  <a:lnTo>
                    <a:pt x="2065017" y="560606"/>
                  </a:lnTo>
                  <a:lnTo>
                    <a:pt x="2058987" y="575535"/>
                  </a:lnTo>
                  <a:lnTo>
                    <a:pt x="2048424" y="584204"/>
                  </a:lnTo>
                  <a:lnTo>
                    <a:pt x="2037938" y="592605"/>
                  </a:lnTo>
                  <a:lnTo>
                    <a:pt x="2024859" y="606684"/>
                  </a:lnTo>
                  <a:lnTo>
                    <a:pt x="2010472" y="613638"/>
                  </a:lnTo>
                  <a:lnTo>
                    <a:pt x="2003123" y="617727"/>
                  </a:lnTo>
                  <a:lnTo>
                    <a:pt x="1999273" y="624179"/>
                  </a:lnTo>
                  <a:lnTo>
                    <a:pt x="1995026" y="638322"/>
                  </a:lnTo>
                  <a:lnTo>
                    <a:pt x="1995842" y="659919"/>
                  </a:lnTo>
                  <a:lnTo>
                    <a:pt x="2007692" y="678507"/>
                  </a:lnTo>
                  <a:lnTo>
                    <a:pt x="2025024" y="688902"/>
                  </a:lnTo>
                  <a:lnTo>
                    <a:pt x="2043669" y="699025"/>
                  </a:lnTo>
                  <a:lnTo>
                    <a:pt x="2070232" y="699069"/>
                  </a:lnTo>
                  <a:lnTo>
                    <a:pt x="2094122" y="685562"/>
                  </a:lnTo>
                  <a:lnTo>
                    <a:pt x="2119433" y="671255"/>
                  </a:lnTo>
                  <a:lnTo>
                    <a:pt x="2142001" y="658497"/>
                  </a:lnTo>
                  <a:lnTo>
                    <a:pt x="2168842" y="643326"/>
                  </a:lnTo>
                  <a:lnTo>
                    <a:pt x="2193151" y="629577"/>
                  </a:lnTo>
                  <a:lnTo>
                    <a:pt x="2219548" y="624637"/>
                  </a:lnTo>
                  <a:lnTo>
                    <a:pt x="2256125" y="617797"/>
                  </a:lnTo>
                  <a:lnTo>
                    <a:pt x="2302169" y="609180"/>
                  </a:lnTo>
                  <a:lnTo>
                    <a:pt x="2324587" y="599368"/>
                  </a:lnTo>
                  <a:lnTo>
                    <a:pt x="2353557" y="586687"/>
                  </a:lnTo>
                  <a:lnTo>
                    <a:pt x="2386977" y="572055"/>
                  </a:lnTo>
                  <a:lnTo>
                    <a:pt x="2415818" y="559431"/>
                  </a:lnTo>
                  <a:lnTo>
                    <a:pt x="2430319" y="552433"/>
                  </a:lnTo>
                  <a:lnTo>
                    <a:pt x="2440633" y="544450"/>
                  </a:lnTo>
                  <a:lnTo>
                    <a:pt x="2443191" y="538544"/>
                  </a:lnTo>
                  <a:lnTo>
                    <a:pt x="2442582" y="535153"/>
                  </a:lnTo>
                  <a:lnTo>
                    <a:pt x="2439920" y="531756"/>
                  </a:lnTo>
                  <a:lnTo>
                    <a:pt x="2436241" y="529247"/>
                  </a:lnTo>
                  <a:lnTo>
                    <a:pt x="2432970" y="527114"/>
                  </a:lnTo>
                  <a:lnTo>
                    <a:pt x="2431435" y="524472"/>
                  </a:lnTo>
                  <a:lnTo>
                    <a:pt x="2431130" y="518693"/>
                  </a:lnTo>
                  <a:lnTo>
                    <a:pt x="2429125" y="515372"/>
                  </a:lnTo>
                  <a:lnTo>
                    <a:pt x="2427213" y="512927"/>
                  </a:lnTo>
                  <a:lnTo>
                    <a:pt x="2427936" y="490561"/>
                  </a:lnTo>
                  <a:lnTo>
                    <a:pt x="2425414" y="483626"/>
                  </a:lnTo>
                  <a:lnTo>
                    <a:pt x="2416014" y="466048"/>
                  </a:lnTo>
                  <a:lnTo>
                    <a:pt x="2433941" y="458167"/>
                  </a:lnTo>
                  <a:lnTo>
                    <a:pt x="2450550" y="450858"/>
                  </a:lnTo>
                  <a:lnTo>
                    <a:pt x="2463795" y="445448"/>
                  </a:lnTo>
                  <a:lnTo>
                    <a:pt x="2491541" y="444597"/>
                  </a:lnTo>
                  <a:lnTo>
                    <a:pt x="2517307" y="444705"/>
                  </a:lnTo>
                  <a:lnTo>
                    <a:pt x="2552820" y="444851"/>
                  </a:lnTo>
                  <a:lnTo>
                    <a:pt x="2582741" y="444971"/>
                  </a:lnTo>
                  <a:lnTo>
                    <a:pt x="2617649" y="445117"/>
                  </a:lnTo>
                  <a:lnTo>
                    <a:pt x="2638113" y="445200"/>
                  </a:lnTo>
                  <a:lnTo>
                    <a:pt x="2664928" y="444946"/>
                  </a:lnTo>
                  <a:lnTo>
                    <a:pt x="2677997" y="424656"/>
                  </a:lnTo>
                  <a:lnTo>
                    <a:pt x="2689676" y="406513"/>
                  </a:lnTo>
                  <a:lnTo>
                    <a:pt x="2702539" y="389177"/>
                  </a:lnTo>
                  <a:lnTo>
                    <a:pt x="2725406" y="368824"/>
                  </a:lnTo>
                  <a:lnTo>
                    <a:pt x="2732047" y="365166"/>
                  </a:lnTo>
                  <a:lnTo>
                    <a:pt x="2735710" y="357139"/>
                  </a:lnTo>
                  <a:lnTo>
                    <a:pt x="2749570" y="349512"/>
                  </a:lnTo>
                  <a:lnTo>
                    <a:pt x="2764841" y="342438"/>
                  </a:lnTo>
                  <a:lnTo>
                    <a:pt x="2770830" y="335802"/>
                  </a:lnTo>
                  <a:lnTo>
                    <a:pt x="2773729" y="332023"/>
                  </a:lnTo>
                  <a:lnTo>
                    <a:pt x="2815076" y="296232"/>
                  </a:lnTo>
                  <a:lnTo>
                    <a:pt x="2838559" y="279702"/>
                  </a:lnTo>
                  <a:lnTo>
                    <a:pt x="2857953" y="270501"/>
                  </a:lnTo>
                  <a:lnTo>
                    <a:pt x="2872717" y="266106"/>
                  </a:lnTo>
                  <a:lnTo>
                    <a:pt x="2882686" y="266735"/>
                  </a:lnTo>
                  <a:lnTo>
                    <a:pt x="2888355" y="266113"/>
                  </a:lnTo>
                  <a:close/>
                </a:path>
              </a:pathLst>
            </a:custGeom>
            <a:solidFill>
              <a:srgbClr val="FFEFDB">
                <a:alpha val="100000"/>
              </a:srgbClr>
            </a:solidFill>
            <a:ln w="5420" cap="flat">
              <a:solidFill>
                <a:srgbClr val="5959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68" name="pg3868"/>
            <p:cNvSpPr/>
            <p:nvPr/>
          </p:nvSpPr>
          <p:spPr>
            <a:xfrm>
              <a:off x="5359282" y="3307053"/>
              <a:ext cx="225302" cy="75760"/>
            </a:xfrm>
            <a:custGeom>
              <a:avLst/>
              <a:pathLst>
                <a:path w="225302" h="75760">
                  <a:moveTo>
                    <a:pt x="153584" y="30132"/>
                  </a:moveTo>
                  <a:lnTo>
                    <a:pt x="160385" y="30983"/>
                  </a:lnTo>
                  <a:lnTo>
                    <a:pt x="166235" y="28513"/>
                  </a:lnTo>
                  <a:lnTo>
                    <a:pt x="171775" y="23521"/>
                  </a:lnTo>
                  <a:lnTo>
                    <a:pt x="184637" y="16771"/>
                  </a:lnTo>
                  <a:lnTo>
                    <a:pt x="195598" y="13818"/>
                  </a:lnTo>
                  <a:lnTo>
                    <a:pt x="199050" y="13208"/>
                  </a:lnTo>
                  <a:lnTo>
                    <a:pt x="204275" y="17946"/>
                  </a:lnTo>
                  <a:lnTo>
                    <a:pt x="214641" y="14142"/>
                  </a:lnTo>
                  <a:lnTo>
                    <a:pt x="225302" y="12008"/>
                  </a:lnTo>
                  <a:lnTo>
                    <a:pt x="179185" y="33669"/>
                  </a:lnTo>
                  <a:lnTo>
                    <a:pt x="169754" y="36108"/>
                  </a:lnTo>
                  <a:lnTo>
                    <a:pt x="156261" y="42560"/>
                  </a:lnTo>
                  <a:lnTo>
                    <a:pt x="143507" y="47132"/>
                  </a:lnTo>
                  <a:lnTo>
                    <a:pt x="134324" y="48796"/>
                  </a:lnTo>
                  <a:lnTo>
                    <a:pt x="88662" y="64875"/>
                  </a:lnTo>
                  <a:lnTo>
                    <a:pt x="85040" y="65224"/>
                  </a:lnTo>
                  <a:lnTo>
                    <a:pt x="81122" y="63656"/>
                  </a:lnTo>
                  <a:lnTo>
                    <a:pt x="43512" y="71937"/>
                  </a:lnTo>
                  <a:lnTo>
                    <a:pt x="28076" y="72870"/>
                  </a:lnTo>
                  <a:lnTo>
                    <a:pt x="14020" y="75760"/>
                  </a:lnTo>
                  <a:lnTo>
                    <a:pt x="24417" y="69092"/>
                  </a:lnTo>
                  <a:lnTo>
                    <a:pt x="24644" y="66596"/>
                  </a:lnTo>
                  <a:lnTo>
                    <a:pt x="22159" y="64646"/>
                  </a:lnTo>
                  <a:lnTo>
                    <a:pt x="16598" y="65212"/>
                  </a:lnTo>
                  <a:lnTo>
                    <a:pt x="10903" y="72076"/>
                  </a:lnTo>
                  <a:lnTo>
                    <a:pt x="1813" y="74369"/>
                  </a:lnTo>
                  <a:lnTo>
                    <a:pt x="0" y="66895"/>
                  </a:lnTo>
                  <a:lnTo>
                    <a:pt x="3033" y="61109"/>
                  </a:lnTo>
                  <a:lnTo>
                    <a:pt x="7141" y="55623"/>
                  </a:lnTo>
                  <a:lnTo>
                    <a:pt x="16169" y="46999"/>
                  </a:lnTo>
                  <a:lnTo>
                    <a:pt x="29083" y="41531"/>
                  </a:lnTo>
                  <a:lnTo>
                    <a:pt x="35646" y="36806"/>
                  </a:lnTo>
                  <a:lnTo>
                    <a:pt x="40194" y="40966"/>
                  </a:lnTo>
                  <a:lnTo>
                    <a:pt x="41191" y="35346"/>
                  </a:lnTo>
                  <a:lnTo>
                    <a:pt x="44690" y="32101"/>
                  </a:lnTo>
                  <a:lnTo>
                    <a:pt x="48493" y="30354"/>
                  </a:lnTo>
                  <a:lnTo>
                    <a:pt x="57640" y="30310"/>
                  </a:lnTo>
                  <a:lnTo>
                    <a:pt x="62565" y="29427"/>
                  </a:lnTo>
                  <a:lnTo>
                    <a:pt x="66126" y="27560"/>
                  </a:lnTo>
                  <a:lnTo>
                    <a:pt x="69779" y="27211"/>
                  </a:lnTo>
                  <a:lnTo>
                    <a:pt x="79784" y="29757"/>
                  </a:lnTo>
                  <a:lnTo>
                    <a:pt x="89556" y="29027"/>
                  </a:lnTo>
                  <a:lnTo>
                    <a:pt x="97447" y="25509"/>
                  </a:lnTo>
                  <a:lnTo>
                    <a:pt x="105648" y="24328"/>
                  </a:lnTo>
                  <a:lnTo>
                    <a:pt x="127343" y="23534"/>
                  </a:lnTo>
                  <a:lnTo>
                    <a:pt x="148902" y="20962"/>
                  </a:lnTo>
                  <a:lnTo>
                    <a:pt x="157522" y="16390"/>
                  </a:lnTo>
                  <a:lnTo>
                    <a:pt x="175630" y="3575"/>
                  </a:lnTo>
                  <a:lnTo>
                    <a:pt x="186048" y="0"/>
                  </a:lnTo>
                  <a:lnTo>
                    <a:pt x="169826" y="14891"/>
                  </a:lnTo>
                  <a:lnTo>
                    <a:pt x="161108" y="21718"/>
                  </a:lnTo>
                  <a:close/>
                </a:path>
              </a:pathLst>
            </a:custGeom>
            <a:solidFill>
              <a:srgbClr val="FFEFDB">
                <a:alpha val="100000"/>
              </a:srgbClr>
            </a:solidFill>
            <a:ln w="5420" cap="flat">
              <a:solidFill>
                <a:srgbClr val="5959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69" name="pg3869"/>
            <p:cNvSpPr/>
            <p:nvPr/>
          </p:nvSpPr>
          <p:spPr>
            <a:xfrm>
              <a:off x="5954108" y="2877417"/>
              <a:ext cx="23756" cy="26893"/>
            </a:xfrm>
            <a:custGeom>
              <a:avLst/>
              <a:pathLst>
                <a:path w="23756" h="26893">
                  <a:moveTo>
                    <a:pt x="17596" y="18663"/>
                  </a:moveTo>
                  <a:lnTo>
                    <a:pt x="10841" y="17558"/>
                  </a:lnTo>
                  <a:lnTo>
                    <a:pt x="10981" y="24423"/>
                  </a:lnTo>
                  <a:lnTo>
                    <a:pt x="10226" y="26893"/>
                  </a:lnTo>
                  <a:lnTo>
                    <a:pt x="2744" y="23363"/>
                  </a:lnTo>
                  <a:lnTo>
                    <a:pt x="0" y="21089"/>
                  </a:lnTo>
                  <a:lnTo>
                    <a:pt x="237" y="11995"/>
                  </a:lnTo>
                  <a:lnTo>
                    <a:pt x="6847" y="3397"/>
                  </a:lnTo>
                  <a:lnTo>
                    <a:pt x="11885" y="0"/>
                  </a:lnTo>
                  <a:lnTo>
                    <a:pt x="18381" y="2355"/>
                  </a:lnTo>
                  <a:lnTo>
                    <a:pt x="23368" y="11983"/>
                  </a:lnTo>
                  <a:lnTo>
                    <a:pt x="23756" y="16129"/>
                  </a:lnTo>
                  <a:close/>
                </a:path>
              </a:pathLst>
            </a:custGeom>
            <a:solidFill>
              <a:srgbClr val="FFEFDB">
                <a:alpha val="100000"/>
              </a:srgbClr>
            </a:solidFill>
            <a:ln w="5420" cap="flat">
              <a:solidFill>
                <a:srgbClr val="5959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70" name="pg3870"/>
            <p:cNvSpPr/>
            <p:nvPr/>
          </p:nvSpPr>
          <p:spPr>
            <a:xfrm>
              <a:off x="5337706" y="3371376"/>
              <a:ext cx="17833" cy="18174"/>
            </a:xfrm>
            <a:custGeom>
              <a:avLst/>
              <a:pathLst>
                <a:path w="17833" h="18174">
                  <a:moveTo>
                    <a:pt x="0" y="18174"/>
                  </a:moveTo>
                  <a:lnTo>
                    <a:pt x="5048" y="5702"/>
                  </a:lnTo>
                  <a:lnTo>
                    <a:pt x="14330" y="0"/>
                  </a:lnTo>
                  <a:lnTo>
                    <a:pt x="17689" y="1187"/>
                  </a:lnTo>
                  <a:lnTo>
                    <a:pt x="17833" y="5594"/>
                  </a:lnTo>
                  <a:lnTo>
                    <a:pt x="16531" y="9360"/>
                  </a:lnTo>
                  <a:lnTo>
                    <a:pt x="10304" y="15164"/>
                  </a:lnTo>
                  <a:lnTo>
                    <a:pt x="5054" y="17635"/>
                  </a:lnTo>
                  <a:close/>
                </a:path>
              </a:pathLst>
            </a:custGeom>
            <a:solidFill>
              <a:srgbClr val="FFEFDB">
                <a:alpha val="100000"/>
              </a:srgbClr>
            </a:solidFill>
            <a:ln w="5420" cap="flat">
              <a:solidFill>
                <a:srgbClr val="5959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71" name="pg3871"/>
            <p:cNvSpPr/>
            <p:nvPr/>
          </p:nvSpPr>
          <p:spPr>
            <a:xfrm>
              <a:off x="5698253" y="3267490"/>
              <a:ext cx="33791" cy="16879"/>
            </a:xfrm>
            <a:custGeom>
              <a:avLst/>
              <a:pathLst>
                <a:path w="33791" h="16879">
                  <a:moveTo>
                    <a:pt x="4645" y="16879"/>
                  </a:moveTo>
                  <a:lnTo>
                    <a:pt x="0" y="12776"/>
                  </a:lnTo>
                  <a:lnTo>
                    <a:pt x="7270" y="10878"/>
                  </a:lnTo>
                  <a:lnTo>
                    <a:pt x="16454" y="1130"/>
                  </a:lnTo>
                  <a:lnTo>
                    <a:pt x="22562" y="0"/>
                  </a:lnTo>
                  <a:lnTo>
                    <a:pt x="32158" y="5518"/>
                  </a:lnTo>
                  <a:lnTo>
                    <a:pt x="33791" y="10522"/>
                  </a:lnTo>
                  <a:close/>
                </a:path>
              </a:pathLst>
            </a:custGeom>
            <a:solidFill>
              <a:srgbClr val="FFEFDB">
                <a:alpha val="100000"/>
              </a:srgbClr>
            </a:solidFill>
            <a:ln w="5420" cap="flat">
              <a:solidFill>
                <a:srgbClr val="5959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72" name="pg3872"/>
            <p:cNvSpPr/>
            <p:nvPr/>
          </p:nvSpPr>
          <p:spPr>
            <a:xfrm>
              <a:off x="5643532" y="3241859"/>
              <a:ext cx="12087" cy="24671"/>
            </a:xfrm>
            <a:custGeom>
              <a:avLst/>
              <a:pathLst>
                <a:path w="12087" h="24671">
                  <a:moveTo>
                    <a:pt x="5855" y="24671"/>
                  </a:moveTo>
                  <a:lnTo>
                    <a:pt x="0" y="24048"/>
                  </a:lnTo>
                  <a:lnTo>
                    <a:pt x="2971" y="19248"/>
                  </a:lnTo>
                  <a:lnTo>
                    <a:pt x="4103" y="12199"/>
                  </a:lnTo>
                  <a:lnTo>
                    <a:pt x="6991" y="4457"/>
                  </a:lnTo>
                  <a:lnTo>
                    <a:pt x="8655" y="2089"/>
                  </a:lnTo>
                  <a:lnTo>
                    <a:pt x="12087" y="0"/>
                  </a:lnTo>
                  <a:lnTo>
                    <a:pt x="11095" y="21115"/>
                  </a:lnTo>
                  <a:close/>
                </a:path>
              </a:pathLst>
            </a:custGeom>
            <a:solidFill>
              <a:srgbClr val="FFEFDB">
                <a:alpha val="100000"/>
              </a:srgbClr>
            </a:solidFill>
            <a:ln w="5420" cap="flat">
              <a:solidFill>
                <a:srgbClr val="5959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73" name="pg3873"/>
            <p:cNvSpPr/>
            <p:nvPr/>
          </p:nvSpPr>
          <p:spPr>
            <a:xfrm>
              <a:off x="5761346" y="3275262"/>
              <a:ext cx="27001" cy="19248"/>
            </a:xfrm>
            <a:custGeom>
              <a:avLst/>
              <a:pathLst>
                <a:path w="27001" h="19248">
                  <a:moveTo>
                    <a:pt x="18836" y="19248"/>
                  </a:moveTo>
                  <a:lnTo>
                    <a:pt x="0" y="14453"/>
                  </a:lnTo>
                  <a:lnTo>
                    <a:pt x="15498" y="10389"/>
                  </a:lnTo>
                  <a:lnTo>
                    <a:pt x="18030" y="8973"/>
                  </a:lnTo>
                  <a:lnTo>
                    <a:pt x="20050" y="2997"/>
                  </a:lnTo>
                  <a:lnTo>
                    <a:pt x="20303" y="0"/>
                  </a:lnTo>
                  <a:lnTo>
                    <a:pt x="26190" y="12853"/>
                  </a:lnTo>
                  <a:lnTo>
                    <a:pt x="27001" y="17152"/>
                  </a:lnTo>
                  <a:close/>
                </a:path>
              </a:pathLst>
            </a:custGeom>
            <a:solidFill>
              <a:srgbClr val="FFEFDB">
                <a:alpha val="100000"/>
              </a:srgbClr>
            </a:solidFill>
            <a:ln w="5420" cap="flat">
              <a:solidFill>
                <a:srgbClr val="5959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74" name="pg3874"/>
            <p:cNvSpPr/>
            <p:nvPr/>
          </p:nvSpPr>
          <p:spPr>
            <a:xfrm>
              <a:off x="5180933" y="3984239"/>
              <a:ext cx="8624" cy="14377"/>
            </a:xfrm>
            <a:custGeom>
              <a:avLst/>
              <a:pathLst>
                <a:path w="8624" h="14377">
                  <a:moveTo>
                    <a:pt x="7028" y="14377"/>
                  </a:moveTo>
                  <a:lnTo>
                    <a:pt x="0" y="0"/>
                  </a:lnTo>
                  <a:lnTo>
                    <a:pt x="7229" y="4648"/>
                  </a:lnTo>
                  <a:lnTo>
                    <a:pt x="8521" y="8515"/>
                  </a:lnTo>
                  <a:lnTo>
                    <a:pt x="8624" y="11735"/>
                  </a:lnTo>
                  <a:close/>
                </a:path>
              </a:pathLst>
            </a:custGeom>
            <a:solidFill>
              <a:srgbClr val="FFEFDB">
                <a:alpha val="100000"/>
              </a:srgbClr>
            </a:solidFill>
            <a:ln w="5420" cap="flat">
              <a:solidFill>
                <a:srgbClr val="5959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75" name="pg3875"/>
            <p:cNvSpPr/>
            <p:nvPr/>
          </p:nvSpPr>
          <p:spPr>
            <a:xfrm>
              <a:off x="5183801" y="4007259"/>
              <a:ext cx="24727" cy="72349"/>
            </a:xfrm>
            <a:custGeom>
              <a:avLst/>
              <a:pathLst>
                <a:path w="24727" h="72349">
                  <a:moveTo>
                    <a:pt x="1250" y="72349"/>
                  </a:moveTo>
                  <a:lnTo>
                    <a:pt x="0" y="71213"/>
                  </a:lnTo>
                  <a:lnTo>
                    <a:pt x="16267" y="63796"/>
                  </a:lnTo>
                  <a:lnTo>
                    <a:pt x="21399" y="37670"/>
                  </a:lnTo>
                  <a:lnTo>
                    <a:pt x="22102" y="25623"/>
                  </a:lnTo>
                  <a:lnTo>
                    <a:pt x="19663" y="4388"/>
                  </a:lnTo>
                  <a:lnTo>
                    <a:pt x="19745" y="0"/>
                  </a:lnTo>
                  <a:lnTo>
                    <a:pt x="22391" y="6845"/>
                  </a:lnTo>
                  <a:lnTo>
                    <a:pt x="24727" y="26658"/>
                  </a:lnTo>
                  <a:lnTo>
                    <a:pt x="23849" y="41683"/>
                  </a:lnTo>
                  <a:lnTo>
                    <a:pt x="19130" y="63573"/>
                  </a:lnTo>
                  <a:lnTo>
                    <a:pt x="15446" y="68806"/>
                  </a:lnTo>
                  <a:close/>
                </a:path>
              </a:pathLst>
            </a:custGeom>
            <a:solidFill>
              <a:srgbClr val="FFEFDB">
                <a:alpha val="100000"/>
              </a:srgbClr>
            </a:solidFill>
            <a:ln w="5420" cap="flat">
              <a:solidFill>
                <a:srgbClr val="5959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76" name="pg3876"/>
            <p:cNvSpPr/>
            <p:nvPr/>
          </p:nvSpPr>
          <p:spPr>
            <a:xfrm>
              <a:off x="5152676" y="4082556"/>
              <a:ext cx="21404" cy="9277"/>
            </a:xfrm>
            <a:custGeom>
              <a:avLst/>
              <a:pathLst>
                <a:path w="21404" h="9277">
                  <a:moveTo>
                    <a:pt x="2170" y="9277"/>
                  </a:moveTo>
                  <a:lnTo>
                    <a:pt x="0" y="8725"/>
                  </a:lnTo>
                  <a:lnTo>
                    <a:pt x="12619" y="2089"/>
                  </a:lnTo>
                  <a:lnTo>
                    <a:pt x="21404" y="0"/>
                  </a:lnTo>
                  <a:close/>
                </a:path>
              </a:pathLst>
            </a:custGeom>
            <a:solidFill>
              <a:srgbClr val="FFEFDB">
                <a:alpha val="100000"/>
              </a:srgbClr>
            </a:solidFill>
            <a:ln w="5420" cap="flat">
              <a:solidFill>
                <a:srgbClr val="5959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77" name="pg3877"/>
            <p:cNvSpPr/>
            <p:nvPr/>
          </p:nvSpPr>
          <p:spPr>
            <a:xfrm>
              <a:off x="5095061" y="4115235"/>
              <a:ext cx="33993" cy="39982"/>
            </a:xfrm>
            <a:custGeom>
              <a:avLst/>
              <a:pathLst>
                <a:path w="33993" h="39982">
                  <a:moveTo>
                    <a:pt x="0" y="39982"/>
                  </a:moveTo>
                  <a:lnTo>
                    <a:pt x="9689" y="23744"/>
                  </a:lnTo>
                  <a:lnTo>
                    <a:pt x="28825" y="3149"/>
                  </a:lnTo>
                  <a:lnTo>
                    <a:pt x="33993" y="0"/>
                  </a:lnTo>
                  <a:lnTo>
                    <a:pt x="18081" y="17590"/>
                  </a:lnTo>
                  <a:lnTo>
                    <a:pt x="2635" y="38489"/>
                  </a:lnTo>
                  <a:close/>
                </a:path>
              </a:pathLst>
            </a:custGeom>
            <a:solidFill>
              <a:srgbClr val="FFEFDB">
                <a:alpha val="100000"/>
              </a:srgbClr>
            </a:solidFill>
            <a:ln w="5420" cap="flat">
              <a:solidFill>
                <a:srgbClr val="5959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78" name="pg3878"/>
            <p:cNvSpPr/>
            <p:nvPr/>
          </p:nvSpPr>
          <p:spPr>
            <a:xfrm>
              <a:off x="4494680" y="5206518"/>
              <a:ext cx="17373" cy="15672"/>
            </a:xfrm>
            <a:custGeom>
              <a:avLst/>
              <a:pathLst>
                <a:path w="17373" h="15672">
                  <a:moveTo>
                    <a:pt x="13601" y="15672"/>
                  </a:moveTo>
                  <a:lnTo>
                    <a:pt x="5968" y="13183"/>
                  </a:lnTo>
                  <a:lnTo>
                    <a:pt x="1798" y="8725"/>
                  </a:lnTo>
                  <a:lnTo>
                    <a:pt x="0" y="0"/>
                  </a:lnTo>
                  <a:lnTo>
                    <a:pt x="6645" y="9239"/>
                  </a:lnTo>
                  <a:lnTo>
                    <a:pt x="9028" y="11329"/>
                  </a:lnTo>
                  <a:lnTo>
                    <a:pt x="17373" y="12281"/>
                  </a:lnTo>
                  <a:close/>
                </a:path>
              </a:pathLst>
            </a:custGeom>
            <a:solidFill>
              <a:srgbClr val="FFEFDB">
                <a:alpha val="100000"/>
              </a:srgbClr>
            </a:solidFill>
            <a:ln w="5420" cap="flat">
              <a:solidFill>
                <a:srgbClr val="5959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79" name="pg3879"/>
            <p:cNvSpPr/>
            <p:nvPr/>
          </p:nvSpPr>
          <p:spPr>
            <a:xfrm>
              <a:off x="4498091" y="5186660"/>
              <a:ext cx="9033" cy="26938"/>
            </a:xfrm>
            <a:custGeom>
              <a:avLst/>
              <a:pathLst>
                <a:path w="9033" h="26938">
                  <a:moveTo>
                    <a:pt x="8883" y="26938"/>
                  </a:moveTo>
                  <a:lnTo>
                    <a:pt x="3550" y="14142"/>
                  </a:lnTo>
                  <a:lnTo>
                    <a:pt x="0" y="0"/>
                  </a:lnTo>
                  <a:lnTo>
                    <a:pt x="5079" y="4578"/>
                  </a:lnTo>
                  <a:lnTo>
                    <a:pt x="9033" y="19298"/>
                  </a:lnTo>
                  <a:close/>
                </a:path>
              </a:pathLst>
            </a:custGeom>
            <a:solidFill>
              <a:srgbClr val="FFEFDB">
                <a:alpha val="100000"/>
              </a:srgbClr>
            </a:solidFill>
            <a:ln w="5420" cap="flat">
              <a:solidFill>
                <a:srgbClr val="5959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80" name="pg3880"/>
            <p:cNvSpPr/>
            <p:nvPr/>
          </p:nvSpPr>
          <p:spPr>
            <a:xfrm>
              <a:off x="4666217" y="5362642"/>
              <a:ext cx="34236" cy="51158"/>
            </a:xfrm>
            <a:custGeom>
              <a:avLst/>
              <a:pathLst>
                <a:path w="34236" h="51158">
                  <a:moveTo>
                    <a:pt x="0" y="51158"/>
                  </a:moveTo>
                  <a:lnTo>
                    <a:pt x="2330" y="45036"/>
                  </a:lnTo>
                  <a:lnTo>
                    <a:pt x="10531" y="31948"/>
                  </a:lnTo>
                  <a:lnTo>
                    <a:pt x="13182" y="25788"/>
                  </a:lnTo>
                  <a:lnTo>
                    <a:pt x="18722" y="21883"/>
                  </a:lnTo>
                  <a:lnTo>
                    <a:pt x="23880" y="14821"/>
                  </a:lnTo>
                  <a:lnTo>
                    <a:pt x="24267" y="6585"/>
                  </a:lnTo>
                  <a:lnTo>
                    <a:pt x="31760" y="825"/>
                  </a:lnTo>
                  <a:lnTo>
                    <a:pt x="34236" y="0"/>
                  </a:lnTo>
                  <a:lnTo>
                    <a:pt x="21032" y="26703"/>
                  </a:lnTo>
                  <a:close/>
                </a:path>
              </a:pathLst>
            </a:custGeom>
            <a:solidFill>
              <a:srgbClr val="FFEFDB">
                <a:alpha val="100000"/>
              </a:srgbClr>
            </a:solidFill>
            <a:ln w="5420" cap="flat">
              <a:solidFill>
                <a:srgbClr val="5959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81" name="pg3881"/>
            <p:cNvSpPr/>
            <p:nvPr/>
          </p:nvSpPr>
          <p:spPr>
            <a:xfrm>
              <a:off x="3456939" y="4803878"/>
              <a:ext cx="26706" cy="20480"/>
            </a:xfrm>
            <a:custGeom>
              <a:avLst/>
              <a:pathLst>
                <a:path w="26706" h="20480">
                  <a:moveTo>
                    <a:pt x="18603" y="20480"/>
                  </a:moveTo>
                  <a:lnTo>
                    <a:pt x="1100" y="9214"/>
                  </a:lnTo>
                  <a:lnTo>
                    <a:pt x="0" y="4375"/>
                  </a:lnTo>
                  <a:lnTo>
                    <a:pt x="8635" y="0"/>
                  </a:lnTo>
                  <a:lnTo>
                    <a:pt x="13906" y="387"/>
                  </a:lnTo>
                  <a:lnTo>
                    <a:pt x="22241" y="6109"/>
                  </a:lnTo>
                  <a:lnTo>
                    <a:pt x="25290" y="7703"/>
                  </a:lnTo>
                  <a:lnTo>
                    <a:pt x="26706" y="10020"/>
                  </a:lnTo>
                  <a:lnTo>
                    <a:pt x="25900" y="13646"/>
                  </a:lnTo>
                  <a:lnTo>
                    <a:pt x="22536" y="18625"/>
                  </a:lnTo>
                  <a:close/>
                </a:path>
              </a:pathLst>
            </a:custGeom>
            <a:solidFill>
              <a:srgbClr val="FFEFDB">
                <a:alpha val="100000"/>
              </a:srgbClr>
            </a:solidFill>
            <a:ln w="5420" cap="flat">
              <a:solidFill>
                <a:srgbClr val="5959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82" name="pg3882"/>
            <p:cNvSpPr/>
            <p:nvPr/>
          </p:nvSpPr>
          <p:spPr>
            <a:xfrm>
              <a:off x="2924653" y="5000397"/>
              <a:ext cx="20774" cy="30399"/>
            </a:xfrm>
            <a:custGeom>
              <a:avLst/>
              <a:pathLst>
                <a:path w="20774" h="30399">
                  <a:moveTo>
                    <a:pt x="0" y="30399"/>
                  </a:moveTo>
                  <a:lnTo>
                    <a:pt x="5121" y="19749"/>
                  </a:lnTo>
                  <a:lnTo>
                    <a:pt x="6072" y="15482"/>
                  </a:lnTo>
                  <a:lnTo>
                    <a:pt x="14469" y="2006"/>
                  </a:lnTo>
                  <a:lnTo>
                    <a:pt x="18903" y="0"/>
                  </a:lnTo>
                  <a:lnTo>
                    <a:pt x="20774" y="5734"/>
                  </a:lnTo>
                  <a:lnTo>
                    <a:pt x="12138" y="15202"/>
                  </a:lnTo>
                  <a:lnTo>
                    <a:pt x="2294" y="30081"/>
                  </a:lnTo>
                  <a:close/>
                </a:path>
              </a:pathLst>
            </a:custGeom>
            <a:solidFill>
              <a:srgbClr val="FFEFDB">
                <a:alpha val="100000"/>
              </a:srgbClr>
            </a:solidFill>
            <a:ln w="5420" cap="flat">
              <a:solidFill>
                <a:srgbClr val="5959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83" name="pg3883"/>
            <p:cNvSpPr/>
            <p:nvPr/>
          </p:nvSpPr>
          <p:spPr>
            <a:xfrm>
              <a:off x="2949515" y="4968054"/>
              <a:ext cx="42075" cy="30323"/>
            </a:xfrm>
            <a:custGeom>
              <a:avLst/>
              <a:pathLst>
                <a:path w="42075" h="30323">
                  <a:moveTo>
                    <a:pt x="0" y="30323"/>
                  </a:moveTo>
                  <a:lnTo>
                    <a:pt x="4816" y="23299"/>
                  </a:lnTo>
                  <a:lnTo>
                    <a:pt x="12645" y="19756"/>
                  </a:lnTo>
                  <a:lnTo>
                    <a:pt x="29822" y="6261"/>
                  </a:lnTo>
                  <a:lnTo>
                    <a:pt x="36830" y="5334"/>
                  </a:lnTo>
                  <a:lnTo>
                    <a:pt x="40478" y="685"/>
                  </a:lnTo>
                  <a:lnTo>
                    <a:pt x="42075" y="0"/>
                  </a:lnTo>
                  <a:lnTo>
                    <a:pt x="41042" y="5696"/>
                  </a:lnTo>
                  <a:lnTo>
                    <a:pt x="27223" y="13786"/>
                  </a:lnTo>
                  <a:lnTo>
                    <a:pt x="3886" y="29783"/>
                  </a:lnTo>
                  <a:close/>
                </a:path>
              </a:pathLst>
            </a:custGeom>
            <a:solidFill>
              <a:srgbClr val="FFEFDB">
                <a:alpha val="100000"/>
              </a:srgbClr>
            </a:solidFill>
            <a:ln w="5420" cap="flat">
              <a:solidFill>
                <a:srgbClr val="5959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84" name="pg3884"/>
            <p:cNvSpPr/>
            <p:nvPr/>
          </p:nvSpPr>
          <p:spPr>
            <a:xfrm>
              <a:off x="2887740" y="5040830"/>
              <a:ext cx="34318" cy="75366"/>
            </a:xfrm>
            <a:custGeom>
              <a:avLst/>
              <a:pathLst>
                <a:path w="34318" h="75366">
                  <a:moveTo>
                    <a:pt x="0" y="75366"/>
                  </a:moveTo>
                  <a:lnTo>
                    <a:pt x="909" y="64215"/>
                  </a:lnTo>
                  <a:lnTo>
                    <a:pt x="9503" y="38877"/>
                  </a:lnTo>
                  <a:lnTo>
                    <a:pt x="26965" y="5575"/>
                  </a:lnTo>
                  <a:lnTo>
                    <a:pt x="34318" y="0"/>
                  </a:lnTo>
                  <a:lnTo>
                    <a:pt x="14175" y="36521"/>
                  </a:lnTo>
                  <a:lnTo>
                    <a:pt x="3302" y="67885"/>
                  </a:lnTo>
                  <a:close/>
                </a:path>
              </a:pathLst>
            </a:custGeom>
            <a:solidFill>
              <a:srgbClr val="FFEFDB">
                <a:alpha val="100000"/>
              </a:srgbClr>
            </a:solidFill>
            <a:ln w="5420" cap="flat">
              <a:solidFill>
                <a:srgbClr val="5959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85" name="pg3885"/>
            <p:cNvSpPr/>
            <p:nvPr/>
          </p:nvSpPr>
          <p:spPr>
            <a:xfrm>
              <a:off x="3130649" y="4843237"/>
              <a:ext cx="34081" cy="26658"/>
            </a:xfrm>
            <a:custGeom>
              <a:avLst/>
              <a:pathLst>
                <a:path w="34081" h="26658">
                  <a:moveTo>
                    <a:pt x="0" y="26658"/>
                  </a:moveTo>
                  <a:lnTo>
                    <a:pt x="23068" y="6655"/>
                  </a:lnTo>
                  <a:lnTo>
                    <a:pt x="27905" y="0"/>
                  </a:lnTo>
                  <a:lnTo>
                    <a:pt x="34081" y="292"/>
                  </a:lnTo>
                  <a:lnTo>
                    <a:pt x="23781" y="11500"/>
                  </a:lnTo>
                  <a:lnTo>
                    <a:pt x="5286" y="25414"/>
                  </a:lnTo>
                  <a:close/>
                </a:path>
              </a:pathLst>
            </a:custGeom>
            <a:solidFill>
              <a:srgbClr val="FFEFDB">
                <a:alpha val="100000"/>
              </a:srgbClr>
            </a:solidFill>
            <a:ln w="5420" cap="flat">
              <a:solidFill>
                <a:srgbClr val="5959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86" name="pg3886"/>
            <p:cNvSpPr/>
            <p:nvPr/>
          </p:nvSpPr>
          <p:spPr>
            <a:xfrm>
              <a:off x="2885373" y="5122184"/>
              <a:ext cx="25027" cy="140921"/>
            </a:xfrm>
            <a:custGeom>
              <a:avLst/>
              <a:pathLst>
                <a:path w="25027" h="140921">
                  <a:moveTo>
                    <a:pt x="23564" y="140921"/>
                  </a:moveTo>
                  <a:lnTo>
                    <a:pt x="14800" y="112719"/>
                  </a:lnTo>
                  <a:lnTo>
                    <a:pt x="537" y="48898"/>
                  </a:lnTo>
                  <a:lnTo>
                    <a:pt x="0" y="12522"/>
                  </a:lnTo>
                  <a:lnTo>
                    <a:pt x="2242" y="0"/>
                  </a:lnTo>
                  <a:lnTo>
                    <a:pt x="5922" y="51374"/>
                  </a:lnTo>
                  <a:lnTo>
                    <a:pt x="21688" y="116618"/>
                  </a:lnTo>
                  <a:lnTo>
                    <a:pt x="25027" y="134882"/>
                  </a:lnTo>
                  <a:close/>
                </a:path>
              </a:pathLst>
            </a:custGeom>
            <a:solidFill>
              <a:srgbClr val="FFEFDB">
                <a:alpha val="100000"/>
              </a:srgbClr>
            </a:solidFill>
            <a:ln w="5420" cap="flat">
              <a:solidFill>
                <a:srgbClr val="5959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87" name="pg3887"/>
            <p:cNvSpPr/>
            <p:nvPr/>
          </p:nvSpPr>
          <p:spPr>
            <a:xfrm>
              <a:off x="5637481" y="3252585"/>
              <a:ext cx="5178" cy="13666"/>
            </a:xfrm>
            <a:custGeom>
              <a:avLst/>
              <a:pathLst>
                <a:path w="5178" h="13666">
                  <a:moveTo>
                    <a:pt x="1095" y="13666"/>
                  </a:moveTo>
                  <a:lnTo>
                    <a:pt x="0" y="7385"/>
                  </a:lnTo>
                  <a:lnTo>
                    <a:pt x="2056" y="165"/>
                  </a:lnTo>
                  <a:lnTo>
                    <a:pt x="4139" y="0"/>
                  </a:lnTo>
                  <a:lnTo>
                    <a:pt x="5178" y="3841"/>
                  </a:lnTo>
                  <a:lnTo>
                    <a:pt x="4030" y="11259"/>
                  </a:lnTo>
                  <a:close/>
                </a:path>
              </a:pathLst>
            </a:custGeom>
            <a:solidFill>
              <a:srgbClr val="FFEFDB">
                <a:alpha val="100000"/>
              </a:srgbClr>
            </a:solidFill>
            <a:ln w="5420" cap="flat">
              <a:solidFill>
                <a:srgbClr val="5959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88" name="pg3888"/>
            <p:cNvSpPr/>
            <p:nvPr/>
          </p:nvSpPr>
          <p:spPr>
            <a:xfrm>
              <a:off x="5335877" y="3489988"/>
              <a:ext cx="15498" cy="28227"/>
            </a:xfrm>
            <a:custGeom>
              <a:avLst/>
              <a:pathLst>
                <a:path w="15498" h="28227">
                  <a:moveTo>
                    <a:pt x="284" y="28227"/>
                  </a:moveTo>
                  <a:lnTo>
                    <a:pt x="0" y="24442"/>
                  </a:lnTo>
                  <a:lnTo>
                    <a:pt x="15498" y="0"/>
                  </a:lnTo>
                  <a:lnTo>
                    <a:pt x="12697" y="8541"/>
                  </a:lnTo>
                  <a:close/>
                </a:path>
              </a:pathLst>
            </a:custGeom>
            <a:solidFill>
              <a:srgbClr val="FFEFDB">
                <a:alpha val="100000"/>
              </a:srgbClr>
            </a:solidFill>
            <a:ln w="5420" cap="flat">
              <a:solidFill>
                <a:srgbClr val="5959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89" name="pg3889"/>
            <p:cNvSpPr/>
            <p:nvPr/>
          </p:nvSpPr>
          <p:spPr>
            <a:xfrm>
              <a:off x="5216776" y="3678353"/>
              <a:ext cx="29698" cy="55407"/>
            </a:xfrm>
            <a:custGeom>
              <a:avLst/>
              <a:pathLst>
                <a:path w="29698" h="55407">
                  <a:moveTo>
                    <a:pt x="0" y="55407"/>
                  </a:moveTo>
                  <a:lnTo>
                    <a:pt x="16143" y="29364"/>
                  </a:lnTo>
                  <a:lnTo>
                    <a:pt x="25518" y="7544"/>
                  </a:lnTo>
                  <a:lnTo>
                    <a:pt x="29698" y="0"/>
                  </a:lnTo>
                  <a:lnTo>
                    <a:pt x="25642" y="15291"/>
                  </a:lnTo>
                  <a:lnTo>
                    <a:pt x="18552" y="29351"/>
                  </a:lnTo>
                  <a:lnTo>
                    <a:pt x="4811" y="53298"/>
                  </a:lnTo>
                  <a:close/>
                </a:path>
              </a:pathLst>
            </a:custGeom>
            <a:solidFill>
              <a:srgbClr val="FFEFDB">
                <a:alpha val="100000"/>
              </a:srgbClr>
            </a:solidFill>
            <a:ln w="5420" cap="flat">
              <a:solidFill>
                <a:srgbClr val="5959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90" name="pg3890"/>
            <p:cNvSpPr/>
            <p:nvPr/>
          </p:nvSpPr>
          <p:spPr>
            <a:xfrm>
              <a:off x="5079677" y="4146288"/>
              <a:ext cx="13513" cy="6191"/>
            </a:xfrm>
            <a:custGeom>
              <a:avLst/>
              <a:pathLst>
                <a:path w="13513" h="6191">
                  <a:moveTo>
                    <a:pt x="11157" y="6191"/>
                  </a:moveTo>
                  <a:lnTo>
                    <a:pt x="6997" y="4756"/>
                  </a:lnTo>
                  <a:lnTo>
                    <a:pt x="1266" y="2013"/>
                  </a:lnTo>
                  <a:lnTo>
                    <a:pt x="0" y="0"/>
                  </a:lnTo>
                  <a:lnTo>
                    <a:pt x="5467" y="730"/>
                  </a:lnTo>
                  <a:lnTo>
                    <a:pt x="13513" y="5886"/>
                  </a:lnTo>
                  <a:close/>
                </a:path>
              </a:pathLst>
            </a:custGeom>
            <a:solidFill>
              <a:srgbClr val="FFEFDB">
                <a:alpha val="100000"/>
              </a:srgbClr>
            </a:solidFill>
            <a:ln w="5420" cap="flat">
              <a:solidFill>
                <a:srgbClr val="5959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91" name="pg3891"/>
            <p:cNvSpPr/>
            <p:nvPr/>
          </p:nvSpPr>
          <p:spPr>
            <a:xfrm>
              <a:off x="4577198" y="5440364"/>
              <a:ext cx="10779" cy="15615"/>
            </a:xfrm>
            <a:custGeom>
              <a:avLst/>
              <a:pathLst>
                <a:path w="10779" h="15615">
                  <a:moveTo>
                    <a:pt x="6020" y="15615"/>
                  </a:moveTo>
                  <a:lnTo>
                    <a:pt x="4511" y="14790"/>
                  </a:lnTo>
                  <a:lnTo>
                    <a:pt x="4511" y="10890"/>
                  </a:lnTo>
                  <a:lnTo>
                    <a:pt x="0" y="2260"/>
                  </a:lnTo>
                  <a:lnTo>
                    <a:pt x="170" y="0"/>
                  </a:lnTo>
                  <a:lnTo>
                    <a:pt x="10516" y="8446"/>
                  </a:lnTo>
                  <a:lnTo>
                    <a:pt x="10779" y="10713"/>
                  </a:lnTo>
                  <a:lnTo>
                    <a:pt x="9193" y="12942"/>
                  </a:lnTo>
                  <a:close/>
                </a:path>
              </a:pathLst>
            </a:custGeom>
            <a:solidFill>
              <a:srgbClr val="FFEFDB">
                <a:alpha val="100000"/>
              </a:srgbClr>
            </a:solidFill>
            <a:ln w="5420" cap="flat">
              <a:solidFill>
                <a:srgbClr val="5959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92" name="pg3892"/>
            <p:cNvSpPr/>
            <p:nvPr/>
          </p:nvSpPr>
          <p:spPr>
            <a:xfrm>
              <a:off x="4637878" y="5427841"/>
              <a:ext cx="6681" cy="5543"/>
            </a:xfrm>
            <a:custGeom>
              <a:avLst/>
              <a:pathLst>
                <a:path w="6681" h="5543">
                  <a:moveTo>
                    <a:pt x="0" y="5543"/>
                  </a:moveTo>
                  <a:lnTo>
                    <a:pt x="1002" y="3695"/>
                  </a:lnTo>
                  <a:lnTo>
                    <a:pt x="5178" y="0"/>
                  </a:lnTo>
                  <a:lnTo>
                    <a:pt x="6681" y="1435"/>
                  </a:lnTo>
                  <a:lnTo>
                    <a:pt x="6516" y="3283"/>
                  </a:lnTo>
                  <a:lnTo>
                    <a:pt x="2005" y="5543"/>
                  </a:lnTo>
                  <a:close/>
                </a:path>
              </a:pathLst>
            </a:custGeom>
            <a:solidFill>
              <a:srgbClr val="FFEFDB">
                <a:alpha val="100000"/>
              </a:srgbClr>
            </a:solidFill>
            <a:ln w="5420" cap="flat">
              <a:solidFill>
                <a:srgbClr val="5959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93" name="pg3893"/>
            <p:cNvSpPr/>
            <p:nvPr/>
          </p:nvSpPr>
          <p:spPr>
            <a:xfrm>
              <a:off x="4657267" y="5415509"/>
              <a:ext cx="5348" cy="5550"/>
            </a:xfrm>
            <a:custGeom>
              <a:avLst/>
              <a:pathLst>
                <a:path w="5348" h="5550">
                  <a:moveTo>
                    <a:pt x="0" y="5550"/>
                  </a:moveTo>
                  <a:lnTo>
                    <a:pt x="4175" y="0"/>
                  </a:lnTo>
                  <a:lnTo>
                    <a:pt x="5348" y="412"/>
                  </a:lnTo>
                  <a:lnTo>
                    <a:pt x="2842" y="4934"/>
                  </a:lnTo>
                  <a:close/>
                </a:path>
              </a:pathLst>
            </a:custGeom>
            <a:solidFill>
              <a:srgbClr val="FFEFDB">
                <a:alpha val="100000"/>
              </a:srgbClr>
            </a:solidFill>
            <a:ln w="5420" cap="flat">
              <a:solidFill>
                <a:srgbClr val="5959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94" name="pg3894"/>
            <p:cNvSpPr/>
            <p:nvPr/>
          </p:nvSpPr>
          <p:spPr>
            <a:xfrm>
              <a:off x="4607290" y="5439132"/>
              <a:ext cx="21895" cy="8630"/>
            </a:xfrm>
            <a:custGeom>
              <a:avLst/>
              <a:pathLst>
                <a:path w="21895" h="8630">
                  <a:moveTo>
                    <a:pt x="5012" y="8630"/>
                  </a:moveTo>
                  <a:lnTo>
                    <a:pt x="0" y="6369"/>
                  </a:lnTo>
                  <a:lnTo>
                    <a:pt x="5513" y="3289"/>
                  </a:lnTo>
                  <a:lnTo>
                    <a:pt x="21895" y="0"/>
                  </a:lnTo>
                  <a:lnTo>
                    <a:pt x="15709" y="4108"/>
                  </a:lnTo>
                  <a:lnTo>
                    <a:pt x="9860" y="5550"/>
                  </a:lnTo>
                  <a:close/>
                </a:path>
              </a:pathLst>
            </a:custGeom>
            <a:solidFill>
              <a:srgbClr val="FFEFDB">
                <a:alpha val="100000"/>
              </a:srgbClr>
            </a:solidFill>
            <a:ln w="5420" cap="flat">
              <a:solidFill>
                <a:srgbClr val="5959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95" name="pg3895"/>
            <p:cNvSpPr/>
            <p:nvPr/>
          </p:nvSpPr>
          <p:spPr>
            <a:xfrm>
              <a:off x="4570537" y="4631229"/>
              <a:ext cx="6945" cy="31688"/>
            </a:xfrm>
            <a:custGeom>
              <a:avLst/>
              <a:pathLst>
                <a:path w="6945" h="31688">
                  <a:moveTo>
                    <a:pt x="2237" y="31688"/>
                  </a:moveTo>
                  <a:lnTo>
                    <a:pt x="201" y="20467"/>
                  </a:lnTo>
                  <a:lnTo>
                    <a:pt x="0" y="9570"/>
                  </a:lnTo>
                  <a:lnTo>
                    <a:pt x="3565" y="3124"/>
                  </a:lnTo>
                  <a:lnTo>
                    <a:pt x="6945" y="0"/>
                  </a:lnTo>
                  <a:close/>
                </a:path>
              </a:pathLst>
            </a:custGeom>
            <a:solidFill>
              <a:srgbClr val="FFEFDB">
                <a:alpha val="100000"/>
              </a:srgbClr>
            </a:solidFill>
            <a:ln w="5420" cap="flat">
              <a:solidFill>
                <a:srgbClr val="5959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96" name="pg3896"/>
            <p:cNvSpPr/>
            <p:nvPr/>
          </p:nvSpPr>
          <p:spPr>
            <a:xfrm>
              <a:off x="4554992" y="5448277"/>
              <a:ext cx="10567" cy="12891"/>
            </a:xfrm>
            <a:custGeom>
              <a:avLst/>
              <a:pathLst>
                <a:path w="10567" h="12891">
                  <a:moveTo>
                    <a:pt x="0" y="12891"/>
                  </a:moveTo>
                  <a:lnTo>
                    <a:pt x="5529" y="7772"/>
                  </a:lnTo>
                  <a:lnTo>
                    <a:pt x="7322" y="0"/>
                  </a:lnTo>
                  <a:lnTo>
                    <a:pt x="10567" y="6070"/>
                  </a:lnTo>
                  <a:lnTo>
                    <a:pt x="10505" y="9754"/>
                  </a:lnTo>
                  <a:lnTo>
                    <a:pt x="6857" y="11608"/>
                  </a:lnTo>
                  <a:close/>
                </a:path>
              </a:pathLst>
            </a:custGeom>
            <a:solidFill>
              <a:srgbClr val="FFEFDB">
                <a:alpha val="100000"/>
              </a:srgbClr>
            </a:solidFill>
            <a:ln w="5420" cap="flat">
              <a:solidFill>
                <a:srgbClr val="5959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97" name="pg3897"/>
            <p:cNvSpPr/>
            <p:nvPr/>
          </p:nvSpPr>
          <p:spPr>
            <a:xfrm>
              <a:off x="4681421" y="5037121"/>
              <a:ext cx="28195" cy="83983"/>
            </a:xfrm>
            <a:custGeom>
              <a:avLst/>
              <a:pathLst>
                <a:path w="28195" h="83983">
                  <a:moveTo>
                    <a:pt x="28195" y="83983"/>
                  </a:moveTo>
                  <a:lnTo>
                    <a:pt x="18464" y="61770"/>
                  </a:lnTo>
                  <a:lnTo>
                    <a:pt x="6438" y="26938"/>
                  </a:lnTo>
                  <a:lnTo>
                    <a:pt x="0" y="0"/>
                  </a:lnTo>
                  <a:lnTo>
                    <a:pt x="4356" y="7283"/>
                  </a:lnTo>
                  <a:lnTo>
                    <a:pt x="8614" y="22359"/>
                  </a:lnTo>
                  <a:lnTo>
                    <a:pt x="26474" y="74407"/>
                  </a:lnTo>
                  <a:close/>
                </a:path>
              </a:pathLst>
            </a:custGeom>
            <a:solidFill>
              <a:srgbClr val="FFEFDB">
                <a:alpha val="100000"/>
              </a:srgbClr>
            </a:solidFill>
            <a:ln w="5420" cap="flat">
              <a:solidFill>
                <a:srgbClr val="5959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98" name="pg3898"/>
            <p:cNvSpPr/>
            <p:nvPr/>
          </p:nvSpPr>
          <p:spPr>
            <a:xfrm>
              <a:off x="4535949" y="5462902"/>
              <a:ext cx="7699" cy="4470"/>
            </a:xfrm>
            <a:custGeom>
              <a:avLst/>
              <a:pathLst>
                <a:path w="7699" h="4470">
                  <a:moveTo>
                    <a:pt x="232" y="4470"/>
                  </a:moveTo>
                  <a:lnTo>
                    <a:pt x="0" y="2457"/>
                  </a:lnTo>
                  <a:lnTo>
                    <a:pt x="4630" y="0"/>
                  </a:lnTo>
                  <a:lnTo>
                    <a:pt x="7699" y="165"/>
                  </a:lnTo>
                  <a:lnTo>
                    <a:pt x="7586" y="2889"/>
                  </a:lnTo>
                  <a:lnTo>
                    <a:pt x="2919" y="4178"/>
                  </a:lnTo>
                  <a:close/>
                </a:path>
              </a:pathLst>
            </a:custGeom>
            <a:solidFill>
              <a:srgbClr val="FFEFDB">
                <a:alpha val="100000"/>
              </a:srgbClr>
            </a:solidFill>
            <a:ln w="5420" cap="flat">
              <a:solidFill>
                <a:srgbClr val="5959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99" name="pg3899"/>
            <p:cNvSpPr/>
            <p:nvPr/>
          </p:nvSpPr>
          <p:spPr>
            <a:xfrm>
              <a:off x="3781115" y="4789697"/>
              <a:ext cx="7508" cy="12059"/>
            </a:xfrm>
            <a:custGeom>
              <a:avLst/>
              <a:pathLst>
                <a:path w="7508" h="12059">
                  <a:moveTo>
                    <a:pt x="0" y="12059"/>
                  </a:moveTo>
                  <a:lnTo>
                    <a:pt x="263" y="9462"/>
                  </a:lnTo>
                  <a:lnTo>
                    <a:pt x="4490" y="2648"/>
                  </a:lnTo>
                  <a:lnTo>
                    <a:pt x="7508" y="0"/>
                  </a:lnTo>
                  <a:lnTo>
                    <a:pt x="5746" y="5251"/>
                  </a:lnTo>
                  <a:close/>
                </a:path>
              </a:pathLst>
            </a:custGeom>
            <a:solidFill>
              <a:srgbClr val="FFEFDB">
                <a:alpha val="100000"/>
              </a:srgbClr>
            </a:solidFill>
            <a:ln w="5420" cap="flat">
              <a:solidFill>
                <a:srgbClr val="5959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00" name="pg3900"/>
            <p:cNvSpPr/>
            <p:nvPr/>
          </p:nvSpPr>
          <p:spPr>
            <a:xfrm>
              <a:off x="3804479" y="4723202"/>
              <a:ext cx="17435" cy="7734"/>
            </a:xfrm>
            <a:custGeom>
              <a:avLst/>
              <a:pathLst>
                <a:path w="17435" h="7734">
                  <a:moveTo>
                    <a:pt x="16107" y="7734"/>
                  </a:moveTo>
                  <a:lnTo>
                    <a:pt x="6733" y="5029"/>
                  </a:lnTo>
                  <a:lnTo>
                    <a:pt x="1033" y="2514"/>
                  </a:lnTo>
                  <a:lnTo>
                    <a:pt x="0" y="0"/>
                  </a:lnTo>
                  <a:lnTo>
                    <a:pt x="15756" y="4565"/>
                  </a:lnTo>
                  <a:lnTo>
                    <a:pt x="17435" y="6286"/>
                  </a:lnTo>
                  <a:close/>
                </a:path>
              </a:pathLst>
            </a:custGeom>
            <a:solidFill>
              <a:srgbClr val="FFEFDB">
                <a:alpha val="100000"/>
              </a:srgbClr>
            </a:solidFill>
            <a:ln w="5420" cap="flat">
              <a:solidFill>
                <a:srgbClr val="5959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01" name="pg3901"/>
            <p:cNvSpPr/>
            <p:nvPr/>
          </p:nvSpPr>
          <p:spPr>
            <a:xfrm>
              <a:off x="3847510" y="4721970"/>
              <a:ext cx="25921" cy="5569"/>
            </a:xfrm>
            <a:custGeom>
              <a:avLst/>
              <a:pathLst>
                <a:path w="25921" h="5569">
                  <a:moveTo>
                    <a:pt x="16609" y="5569"/>
                  </a:moveTo>
                  <a:lnTo>
                    <a:pt x="2806" y="5308"/>
                  </a:lnTo>
                  <a:lnTo>
                    <a:pt x="0" y="4330"/>
                  </a:lnTo>
                  <a:lnTo>
                    <a:pt x="5539" y="2470"/>
                  </a:lnTo>
                  <a:lnTo>
                    <a:pt x="21895" y="0"/>
                  </a:lnTo>
                  <a:lnTo>
                    <a:pt x="25921" y="2781"/>
                  </a:lnTo>
                  <a:close/>
                </a:path>
              </a:pathLst>
            </a:custGeom>
            <a:solidFill>
              <a:srgbClr val="FFEFDB">
                <a:alpha val="100000"/>
              </a:srgbClr>
            </a:solidFill>
            <a:ln w="5420" cap="flat">
              <a:solidFill>
                <a:srgbClr val="5959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02" name="pg3902"/>
            <p:cNvSpPr/>
            <p:nvPr/>
          </p:nvSpPr>
          <p:spPr>
            <a:xfrm>
              <a:off x="3738952" y="4735636"/>
              <a:ext cx="16650" cy="17044"/>
            </a:xfrm>
            <a:custGeom>
              <a:avLst/>
              <a:pathLst>
                <a:path w="16650" h="17044">
                  <a:moveTo>
                    <a:pt x="12862" y="17044"/>
                  </a:moveTo>
                  <a:lnTo>
                    <a:pt x="7679" y="14034"/>
                  </a:lnTo>
                  <a:lnTo>
                    <a:pt x="0" y="13761"/>
                  </a:lnTo>
                  <a:lnTo>
                    <a:pt x="3379" y="11697"/>
                  </a:lnTo>
                  <a:lnTo>
                    <a:pt x="5751" y="9684"/>
                  </a:lnTo>
                  <a:lnTo>
                    <a:pt x="6935" y="7518"/>
                  </a:lnTo>
                  <a:lnTo>
                    <a:pt x="16650" y="0"/>
                  </a:lnTo>
                  <a:lnTo>
                    <a:pt x="13896" y="5518"/>
                  </a:lnTo>
                  <a:lnTo>
                    <a:pt x="12490" y="10998"/>
                  </a:lnTo>
                  <a:close/>
                </a:path>
              </a:pathLst>
            </a:custGeom>
            <a:solidFill>
              <a:srgbClr val="FFEFDB">
                <a:alpha val="100000"/>
              </a:srgbClr>
            </a:solidFill>
            <a:ln w="5420" cap="flat">
              <a:solidFill>
                <a:srgbClr val="5959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03" name="pg3903"/>
            <p:cNvSpPr/>
            <p:nvPr/>
          </p:nvSpPr>
          <p:spPr>
            <a:xfrm>
              <a:off x="3789234" y="4750191"/>
              <a:ext cx="5746" cy="36527"/>
            </a:xfrm>
            <a:custGeom>
              <a:avLst/>
              <a:pathLst>
                <a:path w="5746" h="36527">
                  <a:moveTo>
                    <a:pt x="1188" y="36527"/>
                  </a:moveTo>
                  <a:lnTo>
                    <a:pt x="4118" y="16695"/>
                  </a:lnTo>
                  <a:lnTo>
                    <a:pt x="0" y="0"/>
                  </a:lnTo>
                  <a:lnTo>
                    <a:pt x="4340" y="7328"/>
                  </a:lnTo>
                  <a:lnTo>
                    <a:pt x="5746" y="16047"/>
                  </a:lnTo>
                  <a:lnTo>
                    <a:pt x="4175" y="32386"/>
                  </a:lnTo>
                  <a:close/>
                </a:path>
              </a:pathLst>
            </a:custGeom>
            <a:solidFill>
              <a:srgbClr val="FFEFDB">
                <a:alpha val="100000"/>
              </a:srgbClr>
            </a:solidFill>
            <a:ln w="5420" cap="flat">
              <a:solidFill>
                <a:srgbClr val="5959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04" name="pg3904"/>
            <p:cNvSpPr/>
            <p:nvPr/>
          </p:nvSpPr>
          <p:spPr>
            <a:xfrm>
              <a:off x="4186131" y="4792371"/>
              <a:ext cx="40173" cy="16358"/>
            </a:xfrm>
            <a:custGeom>
              <a:avLst/>
              <a:pathLst>
                <a:path w="40173" h="16358">
                  <a:moveTo>
                    <a:pt x="11482" y="16358"/>
                  </a:moveTo>
                  <a:lnTo>
                    <a:pt x="0" y="12954"/>
                  </a:lnTo>
                  <a:lnTo>
                    <a:pt x="7136" y="12307"/>
                  </a:lnTo>
                  <a:lnTo>
                    <a:pt x="12299" y="13685"/>
                  </a:lnTo>
                  <a:lnTo>
                    <a:pt x="25373" y="6991"/>
                  </a:lnTo>
                  <a:lnTo>
                    <a:pt x="32231" y="1924"/>
                  </a:lnTo>
                  <a:lnTo>
                    <a:pt x="40173" y="0"/>
                  </a:lnTo>
                  <a:lnTo>
                    <a:pt x="22102" y="11678"/>
                  </a:lnTo>
                  <a:close/>
                </a:path>
              </a:pathLst>
            </a:custGeom>
            <a:solidFill>
              <a:srgbClr val="FFEFDB">
                <a:alpha val="100000"/>
              </a:srgbClr>
            </a:solidFill>
            <a:ln w="5420" cap="flat">
              <a:solidFill>
                <a:srgbClr val="5959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05" name="pg3905"/>
            <p:cNvSpPr/>
            <p:nvPr/>
          </p:nvSpPr>
          <p:spPr>
            <a:xfrm>
              <a:off x="5923277" y="2903466"/>
              <a:ext cx="8449" cy="10395"/>
            </a:xfrm>
            <a:custGeom>
              <a:avLst/>
              <a:pathLst>
                <a:path w="8449" h="10395">
                  <a:moveTo>
                    <a:pt x="4428" y="10395"/>
                  </a:moveTo>
                  <a:lnTo>
                    <a:pt x="139" y="9563"/>
                  </a:lnTo>
                  <a:lnTo>
                    <a:pt x="0" y="3149"/>
                  </a:lnTo>
                  <a:lnTo>
                    <a:pt x="1297" y="971"/>
                  </a:lnTo>
                  <a:lnTo>
                    <a:pt x="2780" y="0"/>
                  </a:lnTo>
                  <a:lnTo>
                    <a:pt x="4981" y="1803"/>
                  </a:lnTo>
                  <a:lnTo>
                    <a:pt x="8449" y="7823"/>
                  </a:lnTo>
                  <a:close/>
                </a:path>
              </a:pathLst>
            </a:custGeom>
            <a:solidFill>
              <a:srgbClr val="FFEFDB">
                <a:alpha val="100000"/>
              </a:srgbClr>
            </a:solidFill>
            <a:ln w="5420" cap="flat">
              <a:solidFill>
                <a:srgbClr val="5959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06" name="pg3906"/>
            <p:cNvSpPr/>
            <p:nvPr/>
          </p:nvSpPr>
          <p:spPr>
            <a:xfrm>
              <a:off x="2399291" y="4782381"/>
              <a:ext cx="513697" cy="755524"/>
            </a:xfrm>
            <a:custGeom>
              <a:avLst/>
              <a:pathLst>
                <a:path w="513697" h="755524">
                  <a:moveTo>
                    <a:pt x="961" y="1759"/>
                  </a:moveTo>
                  <a:lnTo>
                    <a:pt x="26210" y="3480"/>
                  </a:lnTo>
                  <a:lnTo>
                    <a:pt x="41104" y="2895"/>
                  </a:lnTo>
                  <a:lnTo>
                    <a:pt x="45646" y="0"/>
                  </a:lnTo>
                  <a:lnTo>
                    <a:pt x="48008" y="152"/>
                  </a:lnTo>
                  <a:lnTo>
                    <a:pt x="48194" y="3340"/>
                  </a:lnTo>
                  <a:lnTo>
                    <a:pt x="51935" y="4692"/>
                  </a:lnTo>
                  <a:lnTo>
                    <a:pt x="59227" y="4210"/>
                  </a:lnTo>
                  <a:lnTo>
                    <a:pt x="65578" y="8668"/>
                  </a:lnTo>
                  <a:lnTo>
                    <a:pt x="73712" y="22778"/>
                  </a:lnTo>
                  <a:lnTo>
                    <a:pt x="101747" y="45379"/>
                  </a:lnTo>
                  <a:lnTo>
                    <a:pt x="104108" y="53133"/>
                  </a:lnTo>
                  <a:lnTo>
                    <a:pt x="113865" y="64316"/>
                  </a:lnTo>
                  <a:lnTo>
                    <a:pt x="131807" y="81507"/>
                  </a:lnTo>
                  <a:lnTo>
                    <a:pt x="141962" y="96329"/>
                  </a:lnTo>
                  <a:lnTo>
                    <a:pt x="144324" y="108782"/>
                  </a:lnTo>
                  <a:lnTo>
                    <a:pt x="153491" y="128481"/>
                  </a:lnTo>
                  <a:lnTo>
                    <a:pt x="169449" y="155419"/>
                  </a:lnTo>
                  <a:lnTo>
                    <a:pt x="176560" y="169942"/>
                  </a:lnTo>
                  <a:lnTo>
                    <a:pt x="174824" y="172038"/>
                  </a:lnTo>
                  <a:lnTo>
                    <a:pt x="176079" y="179620"/>
                  </a:lnTo>
                  <a:lnTo>
                    <a:pt x="180338" y="192683"/>
                  </a:lnTo>
                  <a:lnTo>
                    <a:pt x="188249" y="203745"/>
                  </a:lnTo>
                  <a:lnTo>
                    <a:pt x="199820" y="212807"/>
                  </a:lnTo>
                  <a:lnTo>
                    <a:pt x="211520" y="229077"/>
                  </a:lnTo>
                  <a:lnTo>
                    <a:pt x="223349" y="252561"/>
                  </a:lnTo>
                  <a:lnTo>
                    <a:pt x="237679" y="270425"/>
                  </a:lnTo>
                  <a:lnTo>
                    <a:pt x="254500" y="282655"/>
                  </a:lnTo>
                  <a:lnTo>
                    <a:pt x="264024" y="294042"/>
                  </a:lnTo>
                  <a:lnTo>
                    <a:pt x="266251" y="304571"/>
                  </a:lnTo>
                  <a:lnTo>
                    <a:pt x="266086" y="313588"/>
                  </a:lnTo>
                  <a:lnTo>
                    <a:pt x="263522" y="321094"/>
                  </a:lnTo>
                  <a:lnTo>
                    <a:pt x="264608" y="328226"/>
                  </a:lnTo>
                  <a:lnTo>
                    <a:pt x="269336" y="334964"/>
                  </a:lnTo>
                  <a:lnTo>
                    <a:pt x="270912" y="343232"/>
                  </a:lnTo>
                  <a:lnTo>
                    <a:pt x="269062" y="354732"/>
                  </a:lnTo>
                  <a:lnTo>
                    <a:pt x="269191" y="357990"/>
                  </a:lnTo>
                  <a:lnTo>
                    <a:pt x="270561" y="360587"/>
                  </a:lnTo>
                  <a:lnTo>
                    <a:pt x="285496" y="380350"/>
                  </a:lnTo>
                  <a:lnTo>
                    <a:pt x="293170" y="396321"/>
                  </a:lnTo>
                  <a:lnTo>
                    <a:pt x="299262" y="421811"/>
                  </a:lnTo>
                  <a:lnTo>
                    <a:pt x="299293" y="422040"/>
                  </a:lnTo>
                  <a:lnTo>
                    <a:pt x="306099" y="437287"/>
                  </a:lnTo>
                  <a:lnTo>
                    <a:pt x="315887" y="443523"/>
                  </a:lnTo>
                  <a:lnTo>
                    <a:pt x="330925" y="445829"/>
                  </a:lnTo>
                  <a:lnTo>
                    <a:pt x="342351" y="451138"/>
                  </a:lnTo>
                  <a:lnTo>
                    <a:pt x="350165" y="459457"/>
                  </a:lnTo>
                  <a:lnTo>
                    <a:pt x="360019" y="464480"/>
                  </a:lnTo>
                  <a:lnTo>
                    <a:pt x="371916" y="466207"/>
                  </a:lnTo>
                  <a:lnTo>
                    <a:pt x="383321" y="471694"/>
                  </a:lnTo>
                  <a:lnTo>
                    <a:pt x="394230" y="480953"/>
                  </a:lnTo>
                  <a:lnTo>
                    <a:pt x="414575" y="487030"/>
                  </a:lnTo>
                  <a:lnTo>
                    <a:pt x="444357" y="489945"/>
                  </a:lnTo>
                  <a:lnTo>
                    <a:pt x="467022" y="497470"/>
                  </a:lnTo>
                  <a:lnTo>
                    <a:pt x="482577" y="509612"/>
                  </a:lnTo>
                  <a:lnTo>
                    <a:pt x="489419" y="512082"/>
                  </a:lnTo>
                  <a:lnTo>
                    <a:pt x="491269" y="512254"/>
                  </a:lnTo>
                  <a:lnTo>
                    <a:pt x="492158" y="510399"/>
                  </a:lnTo>
                  <a:lnTo>
                    <a:pt x="493331" y="506964"/>
                  </a:lnTo>
                  <a:lnTo>
                    <a:pt x="499352" y="503008"/>
                  </a:lnTo>
                  <a:lnTo>
                    <a:pt x="513697" y="500423"/>
                  </a:lnTo>
                  <a:lnTo>
                    <a:pt x="511770" y="527285"/>
                  </a:lnTo>
                  <a:lnTo>
                    <a:pt x="505372" y="549327"/>
                  </a:lnTo>
                  <a:lnTo>
                    <a:pt x="484293" y="595152"/>
                  </a:lnTo>
                  <a:lnTo>
                    <a:pt x="475508" y="623576"/>
                  </a:lnTo>
                  <a:lnTo>
                    <a:pt x="458511" y="704804"/>
                  </a:lnTo>
                  <a:lnTo>
                    <a:pt x="453534" y="755524"/>
                  </a:lnTo>
                  <a:lnTo>
                    <a:pt x="0" y="755524"/>
                  </a:lnTo>
                  <a:lnTo>
                    <a:pt x="0" y="1556"/>
                  </a:lnTo>
                  <a:close/>
                </a:path>
              </a:pathLst>
            </a:custGeom>
            <a:solidFill>
              <a:srgbClr val="FFEFDB">
                <a:alpha val="100000"/>
              </a:srgbClr>
            </a:solidFill>
            <a:ln w="5420" cap="flat">
              <a:solidFill>
                <a:srgbClr val="5959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07" name="pg3907"/>
            <p:cNvSpPr/>
            <p:nvPr/>
          </p:nvSpPr>
          <p:spPr>
            <a:xfrm>
              <a:off x="4173090" y="2540116"/>
              <a:ext cx="1519164" cy="699069"/>
            </a:xfrm>
            <a:custGeom>
              <a:avLst/>
              <a:pathLst>
                <a:path w="1519164" h="699069">
                  <a:moveTo>
                    <a:pt x="1509975" y="5632"/>
                  </a:moveTo>
                  <a:lnTo>
                    <a:pt x="1494849" y="16263"/>
                  </a:lnTo>
                  <a:lnTo>
                    <a:pt x="1478746" y="33041"/>
                  </a:lnTo>
                  <a:lnTo>
                    <a:pt x="1440965" y="45729"/>
                  </a:lnTo>
                  <a:lnTo>
                    <a:pt x="1426940" y="48955"/>
                  </a:lnTo>
                  <a:lnTo>
                    <a:pt x="1413994" y="47234"/>
                  </a:lnTo>
                  <a:lnTo>
                    <a:pt x="1398238" y="57559"/>
                  </a:lnTo>
                  <a:lnTo>
                    <a:pt x="1379593" y="63872"/>
                  </a:lnTo>
                  <a:lnTo>
                    <a:pt x="1374089" y="73474"/>
                  </a:lnTo>
                  <a:lnTo>
                    <a:pt x="1329270" y="99193"/>
                  </a:lnTo>
                  <a:lnTo>
                    <a:pt x="1312066" y="102431"/>
                  </a:lnTo>
                  <a:lnTo>
                    <a:pt x="1297426" y="109283"/>
                  </a:lnTo>
                  <a:lnTo>
                    <a:pt x="1293095" y="120917"/>
                  </a:lnTo>
                  <a:lnTo>
                    <a:pt x="1280026" y="127934"/>
                  </a:lnTo>
                  <a:lnTo>
                    <a:pt x="1276399" y="133307"/>
                  </a:lnTo>
                  <a:lnTo>
                    <a:pt x="1265407" y="149583"/>
                  </a:lnTo>
                  <a:lnTo>
                    <a:pt x="1244974" y="170603"/>
                  </a:lnTo>
                  <a:lnTo>
                    <a:pt x="1220075" y="174121"/>
                  </a:lnTo>
                  <a:lnTo>
                    <a:pt x="1210975" y="181436"/>
                  </a:lnTo>
                  <a:lnTo>
                    <a:pt x="1200438" y="193242"/>
                  </a:lnTo>
                  <a:lnTo>
                    <a:pt x="1185576" y="201345"/>
                  </a:lnTo>
                  <a:lnTo>
                    <a:pt x="1156233" y="197547"/>
                  </a:lnTo>
                  <a:lnTo>
                    <a:pt x="1163370" y="202513"/>
                  </a:lnTo>
                  <a:lnTo>
                    <a:pt x="1189622" y="210255"/>
                  </a:lnTo>
                  <a:lnTo>
                    <a:pt x="1192351" y="221730"/>
                  </a:lnTo>
                  <a:lnTo>
                    <a:pt x="1179199" y="224473"/>
                  </a:lnTo>
                  <a:lnTo>
                    <a:pt x="1151660" y="239771"/>
                  </a:lnTo>
                  <a:lnTo>
                    <a:pt x="1114556" y="266113"/>
                  </a:lnTo>
                  <a:lnTo>
                    <a:pt x="1108887" y="266735"/>
                  </a:lnTo>
                  <a:lnTo>
                    <a:pt x="1098918" y="266106"/>
                  </a:lnTo>
                  <a:lnTo>
                    <a:pt x="1084154" y="270501"/>
                  </a:lnTo>
                  <a:lnTo>
                    <a:pt x="1064759" y="279702"/>
                  </a:lnTo>
                  <a:lnTo>
                    <a:pt x="1041277" y="296232"/>
                  </a:lnTo>
                  <a:lnTo>
                    <a:pt x="999930" y="332023"/>
                  </a:lnTo>
                  <a:lnTo>
                    <a:pt x="997031" y="335802"/>
                  </a:lnTo>
                  <a:lnTo>
                    <a:pt x="991042" y="342438"/>
                  </a:lnTo>
                  <a:lnTo>
                    <a:pt x="975771" y="349512"/>
                  </a:lnTo>
                  <a:lnTo>
                    <a:pt x="961911" y="357139"/>
                  </a:lnTo>
                  <a:lnTo>
                    <a:pt x="958248" y="365166"/>
                  </a:lnTo>
                  <a:lnTo>
                    <a:pt x="951607" y="368824"/>
                  </a:lnTo>
                  <a:lnTo>
                    <a:pt x="928740" y="389177"/>
                  </a:lnTo>
                  <a:lnTo>
                    <a:pt x="915877" y="406513"/>
                  </a:lnTo>
                  <a:lnTo>
                    <a:pt x="904198" y="424656"/>
                  </a:lnTo>
                  <a:lnTo>
                    <a:pt x="891129" y="444946"/>
                  </a:lnTo>
                  <a:lnTo>
                    <a:pt x="864314" y="445200"/>
                  </a:lnTo>
                  <a:lnTo>
                    <a:pt x="843850" y="445117"/>
                  </a:lnTo>
                  <a:lnTo>
                    <a:pt x="808942" y="444971"/>
                  </a:lnTo>
                  <a:lnTo>
                    <a:pt x="779020" y="444851"/>
                  </a:lnTo>
                  <a:lnTo>
                    <a:pt x="743508" y="444705"/>
                  </a:lnTo>
                  <a:lnTo>
                    <a:pt x="717742" y="444597"/>
                  </a:lnTo>
                  <a:lnTo>
                    <a:pt x="689996" y="445448"/>
                  </a:lnTo>
                  <a:lnTo>
                    <a:pt x="676751" y="450858"/>
                  </a:lnTo>
                  <a:lnTo>
                    <a:pt x="660142" y="458167"/>
                  </a:lnTo>
                  <a:lnTo>
                    <a:pt x="642215" y="466048"/>
                  </a:lnTo>
                  <a:lnTo>
                    <a:pt x="651615" y="483626"/>
                  </a:lnTo>
                  <a:lnTo>
                    <a:pt x="654137" y="490561"/>
                  </a:lnTo>
                  <a:lnTo>
                    <a:pt x="653414" y="512927"/>
                  </a:lnTo>
                  <a:lnTo>
                    <a:pt x="655326" y="515372"/>
                  </a:lnTo>
                  <a:lnTo>
                    <a:pt x="657331" y="518693"/>
                  </a:lnTo>
                  <a:lnTo>
                    <a:pt x="657636" y="524472"/>
                  </a:lnTo>
                  <a:lnTo>
                    <a:pt x="659171" y="527114"/>
                  </a:lnTo>
                  <a:lnTo>
                    <a:pt x="662442" y="529247"/>
                  </a:lnTo>
                  <a:lnTo>
                    <a:pt x="666121" y="531756"/>
                  </a:lnTo>
                  <a:lnTo>
                    <a:pt x="668783" y="535153"/>
                  </a:lnTo>
                  <a:lnTo>
                    <a:pt x="669392" y="538544"/>
                  </a:lnTo>
                  <a:lnTo>
                    <a:pt x="666834" y="544450"/>
                  </a:lnTo>
                  <a:lnTo>
                    <a:pt x="656520" y="552433"/>
                  </a:lnTo>
                  <a:lnTo>
                    <a:pt x="642019" y="559431"/>
                  </a:lnTo>
                  <a:lnTo>
                    <a:pt x="613178" y="572055"/>
                  </a:lnTo>
                  <a:lnTo>
                    <a:pt x="579758" y="586687"/>
                  </a:lnTo>
                  <a:lnTo>
                    <a:pt x="550788" y="599368"/>
                  </a:lnTo>
                  <a:lnTo>
                    <a:pt x="528370" y="609180"/>
                  </a:lnTo>
                  <a:lnTo>
                    <a:pt x="482326" y="617797"/>
                  </a:lnTo>
                  <a:lnTo>
                    <a:pt x="445749" y="624637"/>
                  </a:lnTo>
                  <a:lnTo>
                    <a:pt x="419352" y="629577"/>
                  </a:lnTo>
                  <a:lnTo>
                    <a:pt x="395043" y="643326"/>
                  </a:lnTo>
                  <a:lnTo>
                    <a:pt x="368202" y="658497"/>
                  </a:lnTo>
                  <a:lnTo>
                    <a:pt x="345634" y="671255"/>
                  </a:lnTo>
                  <a:lnTo>
                    <a:pt x="320323" y="685562"/>
                  </a:lnTo>
                  <a:lnTo>
                    <a:pt x="296432" y="699069"/>
                  </a:lnTo>
                  <a:lnTo>
                    <a:pt x="269870" y="699025"/>
                  </a:lnTo>
                  <a:lnTo>
                    <a:pt x="251225" y="688902"/>
                  </a:lnTo>
                  <a:lnTo>
                    <a:pt x="233893" y="678507"/>
                  </a:lnTo>
                  <a:lnTo>
                    <a:pt x="222043" y="659919"/>
                  </a:lnTo>
                  <a:lnTo>
                    <a:pt x="221227" y="638322"/>
                  </a:lnTo>
                  <a:lnTo>
                    <a:pt x="225474" y="624179"/>
                  </a:lnTo>
                  <a:lnTo>
                    <a:pt x="229324" y="617727"/>
                  </a:lnTo>
                  <a:lnTo>
                    <a:pt x="236673" y="613638"/>
                  </a:lnTo>
                  <a:lnTo>
                    <a:pt x="251060" y="606684"/>
                  </a:lnTo>
                  <a:lnTo>
                    <a:pt x="264139" y="592605"/>
                  </a:lnTo>
                  <a:lnTo>
                    <a:pt x="274625" y="584204"/>
                  </a:lnTo>
                  <a:lnTo>
                    <a:pt x="285187" y="575535"/>
                  </a:lnTo>
                  <a:lnTo>
                    <a:pt x="291218" y="560606"/>
                  </a:lnTo>
                  <a:lnTo>
                    <a:pt x="298742" y="524465"/>
                  </a:lnTo>
                  <a:lnTo>
                    <a:pt x="299698" y="517277"/>
                  </a:lnTo>
                  <a:lnTo>
                    <a:pt x="310644" y="492491"/>
                  </a:lnTo>
                  <a:lnTo>
                    <a:pt x="322752" y="465070"/>
                  </a:lnTo>
                  <a:lnTo>
                    <a:pt x="328312" y="452477"/>
                  </a:lnTo>
                  <a:lnTo>
                    <a:pt x="322095" y="419792"/>
                  </a:lnTo>
                  <a:lnTo>
                    <a:pt x="317419" y="394676"/>
                  </a:lnTo>
                  <a:lnTo>
                    <a:pt x="313135" y="371669"/>
                  </a:lnTo>
                  <a:lnTo>
                    <a:pt x="308313" y="345746"/>
                  </a:lnTo>
                  <a:lnTo>
                    <a:pt x="303926" y="322148"/>
                  </a:lnTo>
                  <a:lnTo>
                    <a:pt x="299786" y="299916"/>
                  </a:lnTo>
                  <a:lnTo>
                    <a:pt x="295637" y="277600"/>
                  </a:lnTo>
                  <a:lnTo>
                    <a:pt x="291564" y="255723"/>
                  </a:lnTo>
                  <a:lnTo>
                    <a:pt x="288371" y="240032"/>
                  </a:lnTo>
                  <a:lnTo>
                    <a:pt x="284578" y="221438"/>
                  </a:lnTo>
                  <a:lnTo>
                    <a:pt x="262424" y="208388"/>
                  </a:lnTo>
                  <a:lnTo>
                    <a:pt x="245603" y="199249"/>
                  </a:lnTo>
                  <a:lnTo>
                    <a:pt x="218090" y="184320"/>
                  </a:lnTo>
                  <a:lnTo>
                    <a:pt x="195016" y="171797"/>
                  </a:lnTo>
                  <a:lnTo>
                    <a:pt x="174340" y="160340"/>
                  </a:lnTo>
                  <a:lnTo>
                    <a:pt x="187378" y="137250"/>
                  </a:lnTo>
                  <a:lnTo>
                    <a:pt x="186251" y="133472"/>
                  </a:lnTo>
                  <a:lnTo>
                    <a:pt x="181528" y="128925"/>
                  </a:lnTo>
                  <a:lnTo>
                    <a:pt x="171875" y="121362"/>
                  </a:lnTo>
                  <a:lnTo>
                    <a:pt x="166232" y="120593"/>
                  </a:lnTo>
                  <a:lnTo>
                    <a:pt x="156294" y="122372"/>
                  </a:lnTo>
                  <a:lnTo>
                    <a:pt x="140434" y="127077"/>
                  </a:lnTo>
                  <a:lnTo>
                    <a:pt x="133582" y="125515"/>
                  </a:lnTo>
                  <a:lnTo>
                    <a:pt x="128140" y="117437"/>
                  </a:lnTo>
                  <a:lnTo>
                    <a:pt x="121877" y="107099"/>
                  </a:lnTo>
                  <a:lnTo>
                    <a:pt x="119825" y="99021"/>
                  </a:lnTo>
                  <a:lnTo>
                    <a:pt x="119040" y="88333"/>
                  </a:lnTo>
                  <a:lnTo>
                    <a:pt x="115304" y="78713"/>
                  </a:lnTo>
                  <a:lnTo>
                    <a:pt x="117671" y="73664"/>
                  </a:lnTo>
                  <a:lnTo>
                    <a:pt x="118192" y="71149"/>
                  </a:lnTo>
                  <a:lnTo>
                    <a:pt x="117981" y="67987"/>
                  </a:lnTo>
                  <a:lnTo>
                    <a:pt x="115412" y="65967"/>
                  </a:lnTo>
                  <a:lnTo>
                    <a:pt x="110890" y="65085"/>
                  </a:lnTo>
                  <a:lnTo>
                    <a:pt x="95594" y="69123"/>
                  </a:lnTo>
                  <a:lnTo>
                    <a:pt x="88716" y="69498"/>
                  </a:lnTo>
                  <a:lnTo>
                    <a:pt x="84613" y="71772"/>
                  </a:lnTo>
                  <a:lnTo>
                    <a:pt x="78148" y="76490"/>
                  </a:lnTo>
                  <a:lnTo>
                    <a:pt x="71776" y="77074"/>
                  </a:lnTo>
                  <a:lnTo>
                    <a:pt x="60769" y="65904"/>
                  </a:lnTo>
                  <a:lnTo>
                    <a:pt x="48743" y="53673"/>
                  </a:lnTo>
                  <a:lnTo>
                    <a:pt x="43700" y="36825"/>
                  </a:lnTo>
                  <a:lnTo>
                    <a:pt x="38522" y="19521"/>
                  </a:lnTo>
                  <a:lnTo>
                    <a:pt x="17980" y="9112"/>
                  </a:lnTo>
                  <a:lnTo>
                    <a:pt x="0" y="0"/>
                  </a:lnTo>
                  <a:lnTo>
                    <a:pt x="1519164" y="0"/>
                  </a:lnTo>
                  <a:close/>
                </a:path>
              </a:pathLst>
            </a:custGeom>
            <a:solidFill>
              <a:srgbClr val="FFEFDB">
                <a:alpha val="100000"/>
              </a:srgbClr>
            </a:solidFill>
            <a:ln w="5420" cap="flat">
              <a:solidFill>
                <a:srgbClr val="5959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08" name="pg3908"/>
            <p:cNvSpPr/>
            <p:nvPr/>
          </p:nvSpPr>
          <p:spPr>
            <a:xfrm>
              <a:off x="6018224" y="2540116"/>
              <a:ext cx="296962" cy="257863"/>
            </a:xfrm>
            <a:custGeom>
              <a:avLst/>
              <a:pathLst>
                <a:path w="296962" h="257863">
                  <a:moveTo>
                    <a:pt x="67195" y="242946"/>
                  </a:moveTo>
                  <a:lnTo>
                    <a:pt x="62725" y="241575"/>
                  </a:lnTo>
                  <a:lnTo>
                    <a:pt x="58875" y="240501"/>
                  </a:lnTo>
                  <a:lnTo>
                    <a:pt x="56643" y="242330"/>
                  </a:lnTo>
                  <a:lnTo>
                    <a:pt x="54529" y="244775"/>
                  </a:lnTo>
                  <a:lnTo>
                    <a:pt x="51924" y="246611"/>
                  </a:lnTo>
                  <a:lnTo>
                    <a:pt x="46457" y="244013"/>
                  </a:lnTo>
                  <a:lnTo>
                    <a:pt x="42979" y="239282"/>
                  </a:lnTo>
                  <a:lnTo>
                    <a:pt x="37393" y="234405"/>
                  </a:lnTo>
                  <a:lnTo>
                    <a:pt x="35279" y="230735"/>
                  </a:lnTo>
                  <a:lnTo>
                    <a:pt x="36401" y="226467"/>
                  </a:lnTo>
                  <a:lnTo>
                    <a:pt x="38881" y="222346"/>
                  </a:lnTo>
                  <a:lnTo>
                    <a:pt x="40002" y="217462"/>
                  </a:lnTo>
                  <a:lnTo>
                    <a:pt x="37269" y="211829"/>
                  </a:lnTo>
                  <a:lnTo>
                    <a:pt x="34783" y="208623"/>
                  </a:lnTo>
                  <a:lnTo>
                    <a:pt x="33047" y="204958"/>
                  </a:lnTo>
                  <a:lnTo>
                    <a:pt x="33667" y="201453"/>
                  </a:lnTo>
                  <a:lnTo>
                    <a:pt x="37145" y="199770"/>
                  </a:lnTo>
                  <a:lnTo>
                    <a:pt x="40375" y="197630"/>
                  </a:lnTo>
                  <a:lnTo>
                    <a:pt x="41491" y="193058"/>
                  </a:lnTo>
                  <a:lnTo>
                    <a:pt x="39501" y="188174"/>
                  </a:lnTo>
                  <a:lnTo>
                    <a:pt x="33791" y="186187"/>
                  </a:lnTo>
                  <a:lnTo>
                    <a:pt x="29073" y="186949"/>
                  </a:lnTo>
                  <a:lnTo>
                    <a:pt x="22241" y="185882"/>
                  </a:lnTo>
                  <a:lnTo>
                    <a:pt x="15663" y="182834"/>
                  </a:lnTo>
                  <a:lnTo>
                    <a:pt x="11316" y="179322"/>
                  </a:lnTo>
                  <a:lnTo>
                    <a:pt x="7963" y="177334"/>
                  </a:lnTo>
                  <a:lnTo>
                    <a:pt x="5353" y="177334"/>
                  </a:lnTo>
                  <a:lnTo>
                    <a:pt x="2247" y="175353"/>
                  </a:lnTo>
                  <a:lnTo>
                    <a:pt x="387" y="171993"/>
                  </a:lnTo>
                  <a:lnTo>
                    <a:pt x="635" y="166500"/>
                  </a:lnTo>
                  <a:lnTo>
                    <a:pt x="1503" y="163147"/>
                  </a:lnTo>
                  <a:lnTo>
                    <a:pt x="3239" y="160245"/>
                  </a:lnTo>
                  <a:lnTo>
                    <a:pt x="3363" y="157038"/>
                  </a:lnTo>
                  <a:lnTo>
                    <a:pt x="2619" y="154746"/>
                  </a:lnTo>
                  <a:lnTo>
                    <a:pt x="2500" y="152923"/>
                  </a:lnTo>
                  <a:lnTo>
                    <a:pt x="2991" y="150631"/>
                  </a:lnTo>
                  <a:lnTo>
                    <a:pt x="4113" y="146052"/>
                  </a:lnTo>
                  <a:lnTo>
                    <a:pt x="2247" y="142699"/>
                  </a:lnTo>
                  <a:lnTo>
                    <a:pt x="2056" y="131078"/>
                  </a:lnTo>
                  <a:lnTo>
                    <a:pt x="1689" y="109334"/>
                  </a:lnTo>
                  <a:lnTo>
                    <a:pt x="1415" y="92677"/>
                  </a:lnTo>
                  <a:lnTo>
                    <a:pt x="1069" y="71740"/>
                  </a:lnTo>
                  <a:lnTo>
                    <a:pt x="867" y="56493"/>
                  </a:lnTo>
                  <a:lnTo>
                    <a:pt x="588" y="35130"/>
                  </a:lnTo>
                  <a:lnTo>
                    <a:pt x="325" y="14859"/>
                  </a:lnTo>
                  <a:lnTo>
                    <a:pt x="0" y="0"/>
                  </a:lnTo>
                  <a:lnTo>
                    <a:pt x="276472" y="0"/>
                  </a:lnTo>
                  <a:lnTo>
                    <a:pt x="276633" y="57"/>
                  </a:lnTo>
                  <a:lnTo>
                    <a:pt x="276810" y="0"/>
                  </a:lnTo>
                  <a:lnTo>
                    <a:pt x="296962" y="0"/>
                  </a:lnTo>
                  <a:lnTo>
                    <a:pt x="296962" y="192012"/>
                  </a:lnTo>
                  <a:lnTo>
                    <a:pt x="290901" y="195833"/>
                  </a:lnTo>
                  <a:lnTo>
                    <a:pt x="267083" y="205085"/>
                  </a:lnTo>
                  <a:lnTo>
                    <a:pt x="239280" y="222746"/>
                  </a:lnTo>
                  <a:lnTo>
                    <a:pt x="203354" y="237625"/>
                  </a:lnTo>
                  <a:lnTo>
                    <a:pt x="195825" y="237682"/>
                  </a:lnTo>
                  <a:lnTo>
                    <a:pt x="179510" y="225438"/>
                  </a:lnTo>
                  <a:lnTo>
                    <a:pt x="184073" y="219863"/>
                  </a:lnTo>
                  <a:lnTo>
                    <a:pt x="188316" y="212306"/>
                  </a:lnTo>
                  <a:lnTo>
                    <a:pt x="184260" y="214484"/>
                  </a:lnTo>
                  <a:lnTo>
                    <a:pt x="181629" y="217761"/>
                  </a:lnTo>
                  <a:lnTo>
                    <a:pt x="171790" y="223019"/>
                  </a:lnTo>
                  <a:lnTo>
                    <a:pt x="179769" y="233199"/>
                  </a:lnTo>
                  <a:lnTo>
                    <a:pt x="175914" y="237015"/>
                  </a:lnTo>
                  <a:lnTo>
                    <a:pt x="164503" y="242032"/>
                  </a:lnTo>
                  <a:lnTo>
                    <a:pt x="153878" y="249290"/>
                  </a:lnTo>
                  <a:lnTo>
                    <a:pt x="144577" y="254142"/>
                  </a:lnTo>
                  <a:lnTo>
                    <a:pt x="137052" y="247970"/>
                  </a:lnTo>
                  <a:lnTo>
                    <a:pt x="116283" y="255768"/>
                  </a:lnTo>
                  <a:lnTo>
                    <a:pt x="98791" y="257863"/>
                  </a:lnTo>
                  <a:lnTo>
                    <a:pt x="95008" y="253913"/>
                  </a:lnTo>
                  <a:lnTo>
                    <a:pt x="93897" y="247677"/>
                  </a:lnTo>
                  <a:lnTo>
                    <a:pt x="87773" y="246172"/>
                  </a:lnTo>
                  <a:lnTo>
                    <a:pt x="76394" y="247893"/>
                  </a:lnTo>
                  <a:lnTo>
                    <a:pt x="72079" y="244578"/>
                  </a:lnTo>
                  <a:close/>
                </a:path>
              </a:pathLst>
            </a:custGeom>
            <a:solidFill>
              <a:srgbClr val="FFEFDB">
                <a:alpha val="100000"/>
              </a:srgbClr>
            </a:solidFill>
            <a:ln w="5420" cap="flat">
              <a:solidFill>
                <a:srgbClr val="5959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09" name="pg3909"/>
            <p:cNvSpPr/>
            <p:nvPr/>
          </p:nvSpPr>
          <p:spPr>
            <a:xfrm>
              <a:off x="5287647" y="2540116"/>
              <a:ext cx="534180" cy="266113"/>
            </a:xfrm>
            <a:custGeom>
              <a:avLst/>
              <a:pathLst>
                <a:path w="534180" h="266113">
                  <a:moveTo>
                    <a:pt x="528260" y="7169"/>
                  </a:moveTo>
                  <a:lnTo>
                    <a:pt x="511940" y="26932"/>
                  </a:lnTo>
                  <a:lnTo>
                    <a:pt x="497548" y="44357"/>
                  </a:lnTo>
                  <a:lnTo>
                    <a:pt x="494318" y="62240"/>
                  </a:lnTo>
                  <a:lnTo>
                    <a:pt x="491254" y="79195"/>
                  </a:lnTo>
                  <a:lnTo>
                    <a:pt x="479347" y="92099"/>
                  </a:lnTo>
                  <a:lnTo>
                    <a:pt x="472087" y="103930"/>
                  </a:lnTo>
                  <a:lnTo>
                    <a:pt x="468847" y="117050"/>
                  </a:lnTo>
                  <a:lnTo>
                    <a:pt x="466139" y="129097"/>
                  </a:lnTo>
                  <a:lnTo>
                    <a:pt x="465932" y="139181"/>
                  </a:lnTo>
                  <a:lnTo>
                    <a:pt x="467973" y="144471"/>
                  </a:lnTo>
                  <a:lnTo>
                    <a:pt x="467012" y="148770"/>
                  </a:lnTo>
                  <a:lnTo>
                    <a:pt x="463074" y="153717"/>
                  </a:lnTo>
                  <a:lnTo>
                    <a:pt x="455199" y="162322"/>
                  </a:lnTo>
                  <a:lnTo>
                    <a:pt x="453798" y="170603"/>
                  </a:lnTo>
                  <a:lnTo>
                    <a:pt x="448982" y="174686"/>
                  </a:lnTo>
                  <a:lnTo>
                    <a:pt x="435246" y="182859"/>
                  </a:lnTo>
                  <a:lnTo>
                    <a:pt x="424042" y="194906"/>
                  </a:lnTo>
                  <a:lnTo>
                    <a:pt x="423495" y="201726"/>
                  </a:lnTo>
                  <a:lnTo>
                    <a:pt x="425112" y="207391"/>
                  </a:lnTo>
                  <a:lnTo>
                    <a:pt x="425360" y="210909"/>
                  </a:lnTo>
                  <a:lnTo>
                    <a:pt x="423122" y="213360"/>
                  </a:lnTo>
                  <a:lnTo>
                    <a:pt x="418637" y="213201"/>
                  </a:lnTo>
                  <a:lnTo>
                    <a:pt x="413784" y="213970"/>
                  </a:lnTo>
                  <a:lnTo>
                    <a:pt x="409697" y="218993"/>
                  </a:lnTo>
                  <a:lnTo>
                    <a:pt x="409800" y="226207"/>
                  </a:lnTo>
                  <a:lnTo>
                    <a:pt x="406813" y="231408"/>
                  </a:lnTo>
                  <a:lnTo>
                    <a:pt x="403325" y="232481"/>
                  </a:lnTo>
                  <a:lnTo>
                    <a:pt x="400338" y="228804"/>
                  </a:lnTo>
                  <a:lnTo>
                    <a:pt x="396746" y="223292"/>
                  </a:lnTo>
                  <a:lnTo>
                    <a:pt x="392540" y="222752"/>
                  </a:lnTo>
                  <a:lnTo>
                    <a:pt x="386153" y="226410"/>
                  </a:lnTo>
                  <a:lnTo>
                    <a:pt x="378277" y="232430"/>
                  </a:lnTo>
                  <a:lnTo>
                    <a:pt x="371192" y="232754"/>
                  </a:lnTo>
                  <a:lnTo>
                    <a:pt x="357890" y="228887"/>
                  </a:lnTo>
                  <a:lnTo>
                    <a:pt x="348180" y="240559"/>
                  </a:lnTo>
                  <a:lnTo>
                    <a:pt x="337757" y="265630"/>
                  </a:lnTo>
                  <a:lnTo>
                    <a:pt x="293717" y="265693"/>
                  </a:lnTo>
                  <a:lnTo>
                    <a:pt x="249678" y="265757"/>
                  </a:lnTo>
                  <a:lnTo>
                    <a:pt x="205634" y="265820"/>
                  </a:lnTo>
                  <a:lnTo>
                    <a:pt x="161594" y="265884"/>
                  </a:lnTo>
                  <a:lnTo>
                    <a:pt x="117555" y="265941"/>
                  </a:lnTo>
                  <a:lnTo>
                    <a:pt x="73516" y="266005"/>
                  </a:lnTo>
                  <a:lnTo>
                    <a:pt x="29476" y="266068"/>
                  </a:lnTo>
                  <a:lnTo>
                    <a:pt x="4831" y="266106"/>
                  </a:lnTo>
                  <a:lnTo>
                    <a:pt x="0" y="266113"/>
                  </a:lnTo>
                  <a:lnTo>
                    <a:pt x="15089" y="261204"/>
                  </a:lnTo>
                  <a:lnTo>
                    <a:pt x="46550" y="242127"/>
                  </a:lnTo>
                  <a:lnTo>
                    <a:pt x="69753" y="235218"/>
                  </a:lnTo>
                  <a:lnTo>
                    <a:pt x="99933" y="215182"/>
                  </a:lnTo>
                  <a:lnTo>
                    <a:pt x="121792" y="211328"/>
                  </a:lnTo>
                  <a:lnTo>
                    <a:pt x="125952" y="206921"/>
                  </a:lnTo>
                  <a:lnTo>
                    <a:pt x="129616" y="190302"/>
                  </a:lnTo>
                  <a:lnTo>
                    <a:pt x="131616" y="184377"/>
                  </a:lnTo>
                  <a:lnTo>
                    <a:pt x="141823" y="168056"/>
                  </a:lnTo>
                  <a:lnTo>
                    <a:pt x="154080" y="154289"/>
                  </a:lnTo>
                  <a:lnTo>
                    <a:pt x="163971" y="135250"/>
                  </a:lnTo>
                  <a:lnTo>
                    <a:pt x="181924" y="123083"/>
                  </a:lnTo>
                  <a:lnTo>
                    <a:pt x="209070" y="112909"/>
                  </a:lnTo>
                  <a:lnTo>
                    <a:pt x="234180" y="90689"/>
                  </a:lnTo>
                  <a:lnTo>
                    <a:pt x="247942" y="83914"/>
                  </a:lnTo>
                  <a:lnTo>
                    <a:pt x="261280" y="79062"/>
                  </a:lnTo>
                  <a:lnTo>
                    <a:pt x="266881" y="70032"/>
                  </a:lnTo>
                  <a:lnTo>
                    <a:pt x="275129" y="64869"/>
                  </a:lnTo>
                  <a:lnTo>
                    <a:pt x="297180" y="54372"/>
                  </a:lnTo>
                  <a:lnTo>
                    <a:pt x="321484" y="51533"/>
                  </a:lnTo>
                  <a:lnTo>
                    <a:pt x="346046" y="42820"/>
                  </a:lnTo>
                  <a:lnTo>
                    <a:pt x="364887" y="38203"/>
                  </a:lnTo>
                  <a:lnTo>
                    <a:pt x="376442" y="30030"/>
                  </a:lnTo>
                  <a:lnTo>
                    <a:pt x="393243" y="25725"/>
                  </a:lnTo>
                  <a:lnTo>
                    <a:pt x="443385" y="2273"/>
                  </a:lnTo>
                  <a:lnTo>
                    <a:pt x="446265" y="0"/>
                  </a:lnTo>
                  <a:lnTo>
                    <a:pt x="534180" y="0"/>
                  </a:lnTo>
                  <a:close/>
                </a:path>
              </a:pathLst>
            </a:custGeom>
            <a:solidFill>
              <a:srgbClr val="FFEFDB">
                <a:alpha val="100000"/>
              </a:srgbClr>
            </a:solidFill>
            <a:ln w="5420" cap="flat">
              <a:solidFill>
                <a:srgbClr val="5959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10" name="pg3910"/>
            <p:cNvSpPr/>
            <p:nvPr/>
          </p:nvSpPr>
          <p:spPr>
            <a:xfrm>
              <a:off x="6188919" y="2797057"/>
              <a:ext cx="126268" cy="202407"/>
            </a:xfrm>
            <a:custGeom>
              <a:avLst/>
              <a:pathLst>
                <a:path w="126268" h="202407">
                  <a:moveTo>
                    <a:pt x="117079" y="175208"/>
                  </a:moveTo>
                  <a:lnTo>
                    <a:pt x="108057" y="174662"/>
                  </a:lnTo>
                  <a:lnTo>
                    <a:pt x="101406" y="175266"/>
                  </a:lnTo>
                  <a:lnTo>
                    <a:pt x="91386" y="182892"/>
                  </a:lnTo>
                  <a:lnTo>
                    <a:pt x="89830" y="198305"/>
                  </a:lnTo>
                  <a:lnTo>
                    <a:pt x="85406" y="196266"/>
                  </a:lnTo>
                  <a:lnTo>
                    <a:pt x="80916" y="196768"/>
                  </a:lnTo>
                  <a:lnTo>
                    <a:pt x="78595" y="201607"/>
                  </a:lnTo>
                  <a:lnTo>
                    <a:pt x="75288" y="202407"/>
                  </a:lnTo>
                  <a:lnTo>
                    <a:pt x="66529" y="197829"/>
                  </a:lnTo>
                  <a:lnTo>
                    <a:pt x="56214" y="200331"/>
                  </a:lnTo>
                  <a:lnTo>
                    <a:pt x="48147" y="196857"/>
                  </a:lnTo>
                  <a:lnTo>
                    <a:pt x="37863" y="174275"/>
                  </a:lnTo>
                  <a:lnTo>
                    <a:pt x="32401" y="166362"/>
                  </a:lnTo>
                  <a:lnTo>
                    <a:pt x="22717" y="163810"/>
                  </a:lnTo>
                  <a:lnTo>
                    <a:pt x="20205" y="168585"/>
                  </a:lnTo>
                  <a:lnTo>
                    <a:pt x="16448" y="173259"/>
                  </a:lnTo>
                  <a:lnTo>
                    <a:pt x="7126" y="163943"/>
                  </a:lnTo>
                  <a:lnTo>
                    <a:pt x="56" y="129365"/>
                  </a:lnTo>
                  <a:lnTo>
                    <a:pt x="0" y="121021"/>
                  </a:lnTo>
                  <a:lnTo>
                    <a:pt x="9896" y="91936"/>
                  </a:lnTo>
                  <a:lnTo>
                    <a:pt x="34401" y="65753"/>
                  </a:lnTo>
                  <a:lnTo>
                    <a:pt x="26577" y="64877"/>
                  </a:lnTo>
                  <a:lnTo>
                    <a:pt x="4940" y="83033"/>
                  </a:lnTo>
                  <a:lnTo>
                    <a:pt x="7172" y="78638"/>
                  </a:lnTo>
                  <a:lnTo>
                    <a:pt x="10841" y="74059"/>
                  </a:lnTo>
                  <a:lnTo>
                    <a:pt x="18138" y="66674"/>
                  </a:lnTo>
                  <a:lnTo>
                    <a:pt x="29213" y="59733"/>
                  </a:lnTo>
                  <a:lnTo>
                    <a:pt x="43961" y="55688"/>
                  </a:lnTo>
                  <a:lnTo>
                    <a:pt x="54106" y="55072"/>
                  </a:lnTo>
                  <a:lnTo>
                    <a:pt x="61098" y="51236"/>
                  </a:lnTo>
                  <a:lnTo>
                    <a:pt x="71231" y="44441"/>
                  </a:lnTo>
                  <a:lnTo>
                    <a:pt x="73112" y="40834"/>
                  </a:lnTo>
                  <a:lnTo>
                    <a:pt x="64126" y="44981"/>
                  </a:lnTo>
                  <a:lnTo>
                    <a:pt x="49196" y="49064"/>
                  </a:lnTo>
                  <a:lnTo>
                    <a:pt x="53026" y="43711"/>
                  </a:lnTo>
                  <a:lnTo>
                    <a:pt x="56762" y="40847"/>
                  </a:lnTo>
                  <a:lnTo>
                    <a:pt x="126268" y="0"/>
                  </a:lnTo>
                  <a:lnTo>
                    <a:pt x="126268" y="168132"/>
                  </a:lnTo>
                  <a:close/>
                </a:path>
              </a:pathLst>
            </a:custGeom>
            <a:solidFill>
              <a:srgbClr val="FFEFDB">
                <a:alpha val="100000"/>
              </a:srgbClr>
            </a:solidFill>
            <a:ln w="5420" cap="flat">
              <a:solidFill>
                <a:srgbClr val="5959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11" name="pg3911"/>
            <p:cNvSpPr/>
            <p:nvPr/>
          </p:nvSpPr>
          <p:spPr>
            <a:xfrm>
              <a:off x="6175048" y="2885799"/>
              <a:ext cx="12040" cy="17520"/>
            </a:xfrm>
            <a:custGeom>
              <a:avLst/>
              <a:pathLst>
                <a:path w="12040" h="17520">
                  <a:moveTo>
                    <a:pt x="0" y="17520"/>
                  </a:moveTo>
                  <a:lnTo>
                    <a:pt x="1291" y="13062"/>
                  </a:lnTo>
                  <a:lnTo>
                    <a:pt x="7792" y="1695"/>
                  </a:lnTo>
                  <a:lnTo>
                    <a:pt x="12040" y="0"/>
                  </a:lnTo>
                  <a:lnTo>
                    <a:pt x="5327" y="12973"/>
                  </a:lnTo>
                  <a:close/>
                </a:path>
              </a:pathLst>
            </a:custGeom>
            <a:solidFill>
              <a:srgbClr val="FFEFDB">
                <a:alpha val="100000"/>
              </a:srgbClr>
            </a:solidFill>
            <a:ln w="5420" cap="flat">
              <a:solidFill>
                <a:srgbClr val="5959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12" name="pg3912"/>
            <p:cNvSpPr/>
            <p:nvPr/>
          </p:nvSpPr>
          <p:spPr>
            <a:xfrm>
              <a:off x="6114410" y="2832043"/>
              <a:ext cx="16050" cy="22950"/>
            </a:xfrm>
            <a:custGeom>
              <a:avLst/>
              <a:pathLst>
                <a:path w="16050" h="22950">
                  <a:moveTo>
                    <a:pt x="0" y="22950"/>
                  </a:moveTo>
                  <a:lnTo>
                    <a:pt x="5539" y="5391"/>
                  </a:lnTo>
                  <a:lnTo>
                    <a:pt x="10046" y="0"/>
                  </a:lnTo>
                  <a:lnTo>
                    <a:pt x="16050" y="1816"/>
                  </a:lnTo>
                  <a:lnTo>
                    <a:pt x="15208" y="12427"/>
                  </a:lnTo>
                  <a:lnTo>
                    <a:pt x="14242" y="16072"/>
                  </a:lnTo>
                  <a:close/>
                </a:path>
              </a:pathLst>
            </a:custGeom>
            <a:solidFill>
              <a:srgbClr val="FFEFDB">
                <a:alpha val="100000"/>
              </a:srgbClr>
            </a:solidFill>
            <a:ln w="5420" cap="flat">
              <a:solidFill>
                <a:srgbClr val="5959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13" name="pg3913"/>
            <p:cNvSpPr/>
            <p:nvPr/>
          </p:nvSpPr>
          <p:spPr>
            <a:xfrm>
              <a:off x="5366847" y="2715076"/>
              <a:ext cx="51274" cy="34247"/>
            </a:xfrm>
            <a:custGeom>
              <a:avLst/>
              <a:pathLst>
                <a:path w="51274" h="34247">
                  <a:moveTo>
                    <a:pt x="33548" y="33244"/>
                  </a:moveTo>
                  <a:lnTo>
                    <a:pt x="19601" y="30837"/>
                  </a:lnTo>
                  <a:lnTo>
                    <a:pt x="4268" y="34177"/>
                  </a:lnTo>
                  <a:lnTo>
                    <a:pt x="0" y="34247"/>
                  </a:lnTo>
                  <a:lnTo>
                    <a:pt x="11389" y="24582"/>
                  </a:lnTo>
                  <a:lnTo>
                    <a:pt x="28903" y="18638"/>
                  </a:lnTo>
                  <a:lnTo>
                    <a:pt x="46364" y="463"/>
                  </a:lnTo>
                  <a:lnTo>
                    <a:pt x="51274" y="0"/>
                  </a:lnTo>
                  <a:lnTo>
                    <a:pt x="44628" y="20587"/>
                  </a:lnTo>
                  <a:lnTo>
                    <a:pt x="43274" y="27948"/>
                  </a:lnTo>
                  <a:lnTo>
                    <a:pt x="41703" y="30646"/>
                  </a:lnTo>
                  <a:close/>
                </a:path>
              </a:pathLst>
            </a:custGeom>
            <a:solidFill>
              <a:srgbClr val="FFEFDB">
                <a:alpha val="100000"/>
              </a:srgbClr>
            </a:solidFill>
            <a:ln w="5420" cap="flat">
              <a:solidFill>
                <a:srgbClr val="5959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14" name="pg3914"/>
            <p:cNvSpPr/>
            <p:nvPr/>
          </p:nvSpPr>
          <p:spPr>
            <a:xfrm>
              <a:off x="5377730" y="2716409"/>
              <a:ext cx="30200" cy="16853"/>
            </a:xfrm>
            <a:custGeom>
              <a:avLst/>
              <a:pathLst>
                <a:path w="30200" h="16853">
                  <a:moveTo>
                    <a:pt x="4423" y="16853"/>
                  </a:moveTo>
                  <a:lnTo>
                    <a:pt x="0" y="15723"/>
                  </a:lnTo>
                  <a:lnTo>
                    <a:pt x="14082" y="2946"/>
                  </a:lnTo>
                  <a:lnTo>
                    <a:pt x="30200" y="0"/>
                  </a:lnTo>
                  <a:lnTo>
                    <a:pt x="17187" y="14174"/>
                  </a:lnTo>
                  <a:close/>
                </a:path>
              </a:pathLst>
            </a:custGeom>
            <a:solidFill>
              <a:srgbClr val="FFEFDB">
                <a:alpha val="100000"/>
              </a:srgbClr>
            </a:solidFill>
            <a:ln w="5420" cap="flat">
              <a:solidFill>
                <a:srgbClr val="5959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15" name="pg3915"/>
            <p:cNvSpPr/>
            <p:nvPr/>
          </p:nvSpPr>
          <p:spPr>
            <a:xfrm>
              <a:off x="5667831" y="2547127"/>
              <a:ext cx="30784" cy="17069"/>
            </a:xfrm>
            <a:custGeom>
              <a:avLst/>
              <a:pathLst>
                <a:path w="30784" h="17069">
                  <a:moveTo>
                    <a:pt x="0" y="17069"/>
                  </a:moveTo>
                  <a:lnTo>
                    <a:pt x="2294" y="12554"/>
                  </a:lnTo>
                  <a:lnTo>
                    <a:pt x="15430" y="4508"/>
                  </a:lnTo>
                  <a:lnTo>
                    <a:pt x="25084" y="0"/>
                  </a:lnTo>
                  <a:lnTo>
                    <a:pt x="30784" y="95"/>
                  </a:lnTo>
                  <a:lnTo>
                    <a:pt x="21502" y="9957"/>
                  </a:lnTo>
                  <a:lnTo>
                    <a:pt x="9622" y="16015"/>
                  </a:lnTo>
                  <a:close/>
                </a:path>
              </a:pathLst>
            </a:custGeom>
            <a:solidFill>
              <a:srgbClr val="FFEFDB">
                <a:alpha val="100000"/>
              </a:srgbClr>
            </a:solidFill>
            <a:ln w="5420" cap="flat">
              <a:solidFill>
                <a:srgbClr val="5959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16" name="pg3916"/>
            <p:cNvSpPr/>
            <p:nvPr/>
          </p:nvSpPr>
          <p:spPr>
            <a:xfrm>
              <a:off x="4939342" y="5500509"/>
              <a:ext cx="49258" cy="37397"/>
            </a:xfrm>
            <a:custGeom>
              <a:avLst/>
              <a:pathLst>
                <a:path w="49258" h="37397">
                  <a:moveTo>
                    <a:pt x="36380" y="7931"/>
                  </a:moveTo>
                  <a:lnTo>
                    <a:pt x="25890" y="16136"/>
                  </a:lnTo>
                  <a:lnTo>
                    <a:pt x="33512" y="21991"/>
                  </a:lnTo>
                  <a:lnTo>
                    <a:pt x="40695" y="9258"/>
                  </a:lnTo>
                  <a:lnTo>
                    <a:pt x="46395" y="19603"/>
                  </a:lnTo>
                  <a:lnTo>
                    <a:pt x="49258" y="37397"/>
                  </a:lnTo>
                  <a:lnTo>
                    <a:pt x="16879" y="37397"/>
                  </a:lnTo>
                  <a:lnTo>
                    <a:pt x="15627" y="32145"/>
                  </a:lnTo>
                  <a:lnTo>
                    <a:pt x="9084" y="25573"/>
                  </a:lnTo>
                  <a:lnTo>
                    <a:pt x="0" y="8807"/>
                  </a:lnTo>
                  <a:lnTo>
                    <a:pt x="5276" y="4483"/>
                  </a:lnTo>
                  <a:lnTo>
                    <a:pt x="12309" y="5924"/>
                  </a:lnTo>
                  <a:lnTo>
                    <a:pt x="15911" y="3905"/>
                  </a:lnTo>
                  <a:lnTo>
                    <a:pt x="25662" y="2292"/>
                  </a:lnTo>
                  <a:lnTo>
                    <a:pt x="31585" y="0"/>
                  </a:lnTo>
                  <a:lnTo>
                    <a:pt x="36215" y="4953"/>
                  </a:lnTo>
                  <a:close/>
                </a:path>
              </a:pathLst>
            </a:custGeom>
            <a:solidFill>
              <a:srgbClr val="FFEFDB">
                <a:alpha val="100000"/>
              </a:srgbClr>
            </a:solidFill>
            <a:ln w="5420" cap="flat">
              <a:solidFill>
                <a:srgbClr val="5959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17" name="pg3917"/>
            <p:cNvSpPr/>
            <p:nvPr/>
          </p:nvSpPr>
          <p:spPr>
            <a:xfrm>
              <a:off x="4945285" y="5155530"/>
              <a:ext cx="95830" cy="135860"/>
            </a:xfrm>
            <a:custGeom>
              <a:avLst/>
              <a:pathLst>
                <a:path w="95830" h="135860">
                  <a:moveTo>
                    <a:pt x="73800" y="135860"/>
                  </a:moveTo>
                  <a:lnTo>
                    <a:pt x="64612" y="122835"/>
                  </a:lnTo>
                  <a:lnTo>
                    <a:pt x="57211" y="119050"/>
                  </a:lnTo>
                  <a:lnTo>
                    <a:pt x="68772" y="109842"/>
                  </a:lnTo>
                  <a:lnTo>
                    <a:pt x="73764" y="101930"/>
                  </a:lnTo>
                  <a:lnTo>
                    <a:pt x="73660" y="84669"/>
                  </a:lnTo>
                  <a:lnTo>
                    <a:pt x="76482" y="75214"/>
                  </a:lnTo>
                  <a:lnTo>
                    <a:pt x="75526" y="67028"/>
                  </a:lnTo>
                  <a:lnTo>
                    <a:pt x="78073" y="58671"/>
                  </a:lnTo>
                  <a:lnTo>
                    <a:pt x="74627" y="49285"/>
                  </a:lnTo>
                  <a:lnTo>
                    <a:pt x="64963" y="41842"/>
                  </a:lnTo>
                  <a:lnTo>
                    <a:pt x="45842" y="12237"/>
                  </a:lnTo>
                  <a:lnTo>
                    <a:pt x="15637" y="5048"/>
                  </a:lnTo>
                  <a:lnTo>
                    <a:pt x="0" y="4750"/>
                  </a:lnTo>
                  <a:lnTo>
                    <a:pt x="8593" y="0"/>
                  </a:lnTo>
                  <a:lnTo>
                    <a:pt x="16531" y="577"/>
                  </a:lnTo>
                  <a:lnTo>
                    <a:pt x="28748" y="3403"/>
                  </a:lnTo>
                  <a:lnTo>
                    <a:pt x="43377" y="4769"/>
                  </a:lnTo>
                  <a:lnTo>
                    <a:pt x="52318" y="13481"/>
                  </a:lnTo>
                  <a:lnTo>
                    <a:pt x="60855" y="25033"/>
                  </a:lnTo>
                  <a:lnTo>
                    <a:pt x="68565" y="29707"/>
                  </a:lnTo>
                  <a:lnTo>
                    <a:pt x="71738" y="32679"/>
                  </a:lnTo>
                  <a:lnTo>
                    <a:pt x="71381" y="36032"/>
                  </a:lnTo>
                  <a:lnTo>
                    <a:pt x="72663" y="39181"/>
                  </a:lnTo>
                  <a:lnTo>
                    <a:pt x="82724" y="44586"/>
                  </a:lnTo>
                  <a:lnTo>
                    <a:pt x="92858" y="53311"/>
                  </a:lnTo>
                  <a:lnTo>
                    <a:pt x="95830" y="78897"/>
                  </a:lnTo>
                  <a:lnTo>
                    <a:pt x="82177" y="91007"/>
                  </a:lnTo>
                  <a:lnTo>
                    <a:pt x="79665" y="128055"/>
                  </a:lnTo>
                  <a:lnTo>
                    <a:pt x="76001" y="134723"/>
                  </a:lnTo>
                  <a:close/>
                </a:path>
              </a:pathLst>
            </a:custGeom>
            <a:solidFill>
              <a:srgbClr val="FFEFDB">
                <a:alpha val="100000"/>
              </a:srgbClr>
            </a:solidFill>
            <a:ln w="5420" cap="flat">
              <a:solidFill>
                <a:srgbClr val="5959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18" name="pg3918"/>
            <p:cNvSpPr/>
            <p:nvPr/>
          </p:nvSpPr>
          <p:spPr>
            <a:xfrm>
              <a:off x="4893261" y="5381534"/>
              <a:ext cx="74105" cy="118987"/>
            </a:xfrm>
            <a:custGeom>
              <a:avLst/>
              <a:pathLst>
                <a:path w="74105" h="118987">
                  <a:moveTo>
                    <a:pt x="72947" y="80116"/>
                  </a:moveTo>
                  <a:lnTo>
                    <a:pt x="74105" y="91896"/>
                  </a:lnTo>
                  <a:lnTo>
                    <a:pt x="73035" y="96094"/>
                  </a:lnTo>
                  <a:lnTo>
                    <a:pt x="61583" y="103968"/>
                  </a:lnTo>
                  <a:lnTo>
                    <a:pt x="58643" y="108369"/>
                  </a:lnTo>
                  <a:lnTo>
                    <a:pt x="47847" y="112808"/>
                  </a:lnTo>
                  <a:lnTo>
                    <a:pt x="41315" y="118987"/>
                  </a:lnTo>
                  <a:lnTo>
                    <a:pt x="38044" y="108947"/>
                  </a:lnTo>
                  <a:lnTo>
                    <a:pt x="31703" y="102742"/>
                  </a:lnTo>
                  <a:lnTo>
                    <a:pt x="30639" y="92194"/>
                  </a:lnTo>
                  <a:lnTo>
                    <a:pt x="25792" y="95757"/>
                  </a:lnTo>
                  <a:lnTo>
                    <a:pt x="18805" y="93585"/>
                  </a:lnTo>
                  <a:lnTo>
                    <a:pt x="7281" y="85596"/>
                  </a:lnTo>
                  <a:lnTo>
                    <a:pt x="0" y="74750"/>
                  </a:lnTo>
                  <a:lnTo>
                    <a:pt x="10201" y="72870"/>
                  </a:lnTo>
                  <a:lnTo>
                    <a:pt x="12309" y="79608"/>
                  </a:lnTo>
                  <a:lnTo>
                    <a:pt x="20381" y="71340"/>
                  </a:lnTo>
                  <a:lnTo>
                    <a:pt x="18546" y="66983"/>
                  </a:lnTo>
                  <a:lnTo>
                    <a:pt x="17089" y="66425"/>
                  </a:lnTo>
                  <a:lnTo>
                    <a:pt x="14443" y="58321"/>
                  </a:lnTo>
                  <a:lnTo>
                    <a:pt x="26587" y="37098"/>
                  </a:lnTo>
                  <a:lnTo>
                    <a:pt x="29207" y="23407"/>
                  </a:lnTo>
                  <a:lnTo>
                    <a:pt x="23699" y="1441"/>
                  </a:lnTo>
                  <a:lnTo>
                    <a:pt x="28841" y="0"/>
                  </a:lnTo>
                  <a:lnTo>
                    <a:pt x="42545" y="7703"/>
                  </a:lnTo>
                  <a:lnTo>
                    <a:pt x="48685" y="15285"/>
                  </a:lnTo>
                  <a:lnTo>
                    <a:pt x="48886" y="25693"/>
                  </a:lnTo>
                  <a:lnTo>
                    <a:pt x="54648" y="33752"/>
                  </a:lnTo>
                  <a:lnTo>
                    <a:pt x="62989" y="53057"/>
                  </a:lnTo>
                  <a:lnTo>
                    <a:pt x="73180" y="64367"/>
                  </a:lnTo>
                  <a:close/>
                </a:path>
              </a:pathLst>
            </a:custGeom>
            <a:solidFill>
              <a:srgbClr val="FFEFDB">
                <a:alpha val="100000"/>
              </a:srgbClr>
            </a:solidFill>
            <a:ln w="5420" cap="flat">
              <a:solidFill>
                <a:srgbClr val="5959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19" name="pg3919"/>
            <p:cNvSpPr/>
            <p:nvPr/>
          </p:nvSpPr>
          <p:spPr>
            <a:xfrm>
              <a:off x="4835016" y="5174016"/>
              <a:ext cx="112522" cy="38661"/>
            </a:xfrm>
            <a:custGeom>
              <a:avLst/>
              <a:pathLst>
                <a:path w="112522" h="38661">
                  <a:moveTo>
                    <a:pt x="64973" y="13005"/>
                  </a:moveTo>
                  <a:lnTo>
                    <a:pt x="71841" y="12453"/>
                  </a:lnTo>
                  <a:lnTo>
                    <a:pt x="75960" y="9792"/>
                  </a:lnTo>
                  <a:lnTo>
                    <a:pt x="94931" y="10878"/>
                  </a:lnTo>
                  <a:lnTo>
                    <a:pt x="110248" y="6985"/>
                  </a:lnTo>
                  <a:lnTo>
                    <a:pt x="112522" y="13894"/>
                  </a:lnTo>
                  <a:lnTo>
                    <a:pt x="112134" y="17501"/>
                  </a:lnTo>
                  <a:lnTo>
                    <a:pt x="79562" y="20886"/>
                  </a:lnTo>
                  <a:lnTo>
                    <a:pt x="49682" y="31028"/>
                  </a:lnTo>
                  <a:lnTo>
                    <a:pt x="33305" y="37899"/>
                  </a:lnTo>
                  <a:lnTo>
                    <a:pt x="25611" y="38661"/>
                  </a:lnTo>
                  <a:lnTo>
                    <a:pt x="19730" y="35047"/>
                  </a:lnTo>
                  <a:lnTo>
                    <a:pt x="0" y="14104"/>
                  </a:lnTo>
                  <a:lnTo>
                    <a:pt x="5276" y="16193"/>
                  </a:lnTo>
                  <a:lnTo>
                    <a:pt x="19854" y="28030"/>
                  </a:lnTo>
                  <a:lnTo>
                    <a:pt x="28908" y="25871"/>
                  </a:lnTo>
                  <a:lnTo>
                    <a:pt x="37295" y="18047"/>
                  </a:lnTo>
                  <a:lnTo>
                    <a:pt x="38577" y="12135"/>
                  </a:lnTo>
                  <a:lnTo>
                    <a:pt x="37326" y="9335"/>
                  </a:lnTo>
                  <a:lnTo>
                    <a:pt x="41119" y="0"/>
                  </a:lnTo>
                  <a:lnTo>
                    <a:pt x="52152" y="8960"/>
                  </a:lnTo>
                  <a:close/>
                </a:path>
              </a:pathLst>
            </a:custGeom>
            <a:solidFill>
              <a:srgbClr val="FFEFDB">
                <a:alpha val="100000"/>
              </a:srgbClr>
            </a:solidFill>
            <a:ln w="5420" cap="flat">
              <a:solidFill>
                <a:srgbClr val="5959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20" name="pg3920"/>
            <p:cNvSpPr/>
            <p:nvPr/>
          </p:nvSpPr>
          <p:spPr>
            <a:xfrm>
              <a:off x="4985696" y="5397055"/>
              <a:ext cx="30985" cy="11691"/>
            </a:xfrm>
            <a:custGeom>
              <a:avLst/>
              <a:pathLst>
                <a:path w="30985" h="11691">
                  <a:moveTo>
                    <a:pt x="10733" y="11691"/>
                  </a:moveTo>
                  <a:lnTo>
                    <a:pt x="2191" y="9030"/>
                  </a:lnTo>
                  <a:lnTo>
                    <a:pt x="0" y="6890"/>
                  </a:lnTo>
                  <a:lnTo>
                    <a:pt x="3658" y="3295"/>
                  </a:lnTo>
                  <a:lnTo>
                    <a:pt x="11710" y="298"/>
                  </a:lnTo>
                  <a:lnTo>
                    <a:pt x="24639" y="0"/>
                  </a:lnTo>
                  <a:lnTo>
                    <a:pt x="30303" y="3543"/>
                  </a:lnTo>
                  <a:lnTo>
                    <a:pt x="30985" y="5093"/>
                  </a:lnTo>
                  <a:lnTo>
                    <a:pt x="22686" y="8992"/>
                  </a:lnTo>
                  <a:close/>
                </a:path>
              </a:pathLst>
            </a:custGeom>
            <a:solidFill>
              <a:srgbClr val="FFEFDB">
                <a:alpha val="100000"/>
              </a:srgbClr>
            </a:solidFill>
            <a:ln w="5420" cap="flat">
              <a:solidFill>
                <a:srgbClr val="5959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21" name="pg3921"/>
            <p:cNvSpPr/>
            <p:nvPr/>
          </p:nvSpPr>
          <p:spPr>
            <a:xfrm>
              <a:off x="5304944" y="5521433"/>
              <a:ext cx="12277" cy="16472"/>
            </a:xfrm>
            <a:custGeom>
              <a:avLst/>
              <a:pathLst>
                <a:path w="12277" h="16472">
                  <a:moveTo>
                    <a:pt x="7008" y="16472"/>
                  </a:moveTo>
                  <a:lnTo>
                    <a:pt x="0" y="16472"/>
                  </a:lnTo>
                  <a:lnTo>
                    <a:pt x="1962" y="2806"/>
                  </a:lnTo>
                  <a:lnTo>
                    <a:pt x="7771" y="0"/>
                  </a:lnTo>
                  <a:lnTo>
                    <a:pt x="10050" y="152"/>
                  </a:lnTo>
                  <a:lnTo>
                    <a:pt x="12277" y="7620"/>
                  </a:lnTo>
                  <a:close/>
                </a:path>
              </a:pathLst>
            </a:custGeom>
            <a:solidFill>
              <a:srgbClr val="FFEFDB">
                <a:alpha val="100000"/>
              </a:srgbClr>
            </a:solidFill>
            <a:ln w="5420" cap="flat">
              <a:solidFill>
                <a:srgbClr val="5959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22" name="pg3922"/>
            <p:cNvSpPr/>
            <p:nvPr/>
          </p:nvSpPr>
          <p:spPr>
            <a:xfrm>
              <a:off x="5068380" y="5334383"/>
              <a:ext cx="70456" cy="119063"/>
            </a:xfrm>
            <a:custGeom>
              <a:avLst/>
              <a:pathLst>
                <a:path w="70456" h="119063">
                  <a:moveTo>
                    <a:pt x="31373" y="24747"/>
                  </a:moveTo>
                  <a:lnTo>
                    <a:pt x="46235" y="30285"/>
                  </a:lnTo>
                  <a:lnTo>
                    <a:pt x="62302" y="48650"/>
                  </a:lnTo>
                  <a:lnTo>
                    <a:pt x="69221" y="55191"/>
                  </a:lnTo>
                  <a:lnTo>
                    <a:pt x="70456" y="61147"/>
                  </a:lnTo>
                  <a:lnTo>
                    <a:pt x="67748" y="88340"/>
                  </a:lnTo>
                  <a:lnTo>
                    <a:pt x="64136" y="104711"/>
                  </a:lnTo>
                  <a:lnTo>
                    <a:pt x="64679" y="119063"/>
                  </a:lnTo>
                  <a:lnTo>
                    <a:pt x="60906" y="114815"/>
                  </a:lnTo>
                  <a:lnTo>
                    <a:pt x="57093" y="105416"/>
                  </a:lnTo>
                  <a:lnTo>
                    <a:pt x="50840" y="100012"/>
                  </a:lnTo>
                  <a:lnTo>
                    <a:pt x="48757" y="97180"/>
                  </a:lnTo>
                  <a:lnTo>
                    <a:pt x="59997" y="96557"/>
                  </a:lnTo>
                  <a:lnTo>
                    <a:pt x="60994" y="81761"/>
                  </a:lnTo>
                  <a:lnTo>
                    <a:pt x="66477" y="70089"/>
                  </a:lnTo>
                  <a:lnTo>
                    <a:pt x="65645" y="57947"/>
                  </a:lnTo>
                  <a:lnTo>
                    <a:pt x="52529" y="44579"/>
                  </a:lnTo>
                  <a:lnTo>
                    <a:pt x="43538" y="32812"/>
                  </a:lnTo>
                  <a:lnTo>
                    <a:pt x="29714" y="29046"/>
                  </a:lnTo>
                  <a:lnTo>
                    <a:pt x="16929" y="17330"/>
                  </a:lnTo>
                  <a:lnTo>
                    <a:pt x="9301" y="15888"/>
                  </a:lnTo>
                  <a:lnTo>
                    <a:pt x="0" y="17952"/>
                  </a:lnTo>
                  <a:lnTo>
                    <a:pt x="3359" y="10967"/>
                  </a:lnTo>
                  <a:lnTo>
                    <a:pt x="5684" y="1727"/>
                  </a:lnTo>
                  <a:lnTo>
                    <a:pt x="7389" y="0"/>
                  </a:lnTo>
                  <a:lnTo>
                    <a:pt x="13952" y="10078"/>
                  </a:lnTo>
                  <a:close/>
                </a:path>
              </a:pathLst>
            </a:custGeom>
            <a:solidFill>
              <a:srgbClr val="FFEFDB">
                <a:alpha val="100000"/>
              </a:srgbClr>
            </a:solidFill>
            <a:ln w="5420" cap="flat">
              <a:solidFill>
                <a:srgbClr val="5959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23" name="pg3923"/>
            <p:cNvSpPr/>
            <p:nvPr/>
          </p:nvSpPr>
          <p:spPr>
            <a:xfrm>
              <a:off x="5178096" y="5447191"/>
              <a:ext cx="46804" cy="72629"/>
            </a:xfrm>
            <a:custGeom>
              <a:avLst/>
              <a:pathLst>
                <a:path w="46804" h="72629">
                  <a:moveTo>
                    <a:pt x="46804" y="71314"/>
                  </a:moveTo>
                  <a:lnTo>
                    <a:pt x="39713" y="69974"/>
                  </a:lnTo>
                  <a:lnTo>
                    <a:pt x="29249" y="72559"/>
                  </a:lnTo>
                  <a:lnTo>
                    <a:pt x="25482" y="72629"/>
                  </a:lnTo>
                  <a:lnTo>
                    <a:pt x="27828" y="68101"/>
                  </a:lnTo>
                  <a:lnTo>
                    <a:pt x="35094" y="61979"/>
                  </a:lnTo>
                  <a:lnTo>
                    <a:pt x="35460" y="56150"/>
                  </a:lnTo>
                  <a:lnTo>
                    <a:pt x="26469" y="47742"/>
                  </a:lnTo>
                  <a:lnTo>
                    <a:pt x="16004" y="26824"/>
                  </a:lnTo>
                  <a:lnTo>
                    <a:pt x="11105" y="21864"/>
                  </a:lnTo>
                  <a:lnTo>
                    <a:pt x="8779" y="14002"/>
                  </a:lnTo>
                  <a:lnTo>
                    <a:pt x="0" y="5569"/>
                  </a:lnTo>
                  <a:lnTo>
                    <a:pt x="1834" y="1060"/>
                  </a:lnTo>
                  <a:lnTo>
                    <a:pt x="3638" y="0"/>
                  </a:lnTo>
                  <a:lnTo>
                    <a:pt x="9575" y="2165"/>
                  </a:lnTo>
                  <a:lnTo>
                    <a:pt x="23022" y="32253"/>
                  </a:lnTo>
                  <a:lnTo>
                    <a:pt x="23900" y="35136"/>
                  </a:lnTo>
                  <a:lnTo>
                    <a:pt x="46101" y="64704"/>
                  </a:lnTo>
                  <a:close/>
                </a:path>
              </a:pathLst>
            </a:custGeom>
            <a:solidFill>
              <a:srgbClr val="FFEFDB">
                <a:alpha val="100000"/>
              </a:srgbClr>
            </a:solidFill>
            <a:ln w="5420" cap="flat">
              <a:solidFill>
                <a:srgbClr val="5959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24" name="pt3924"/>
            <p:cNvSpPr/>
            <p:nvPr/>
          </p:nvSpPr>
          <p:spPr>
            <a:xfrm>
              <a:off x="5411954" y="3276309"/>
              <a:ext cx="63202" cy="63202"/>
            </a:xfrm>
            <a:prstGeom prst="ellipse">
              <a:avLst/>
            </a:prstGeom>
            <a:solidFill>
              <a:srgbClr val="3A669E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25" name="pt3925"/>
            <p:cNvSpPr/>
            <p:nvPr/>
          </p:nvSpPr>
          <p:spPr>
            <a:xfrm>
              <a:off x="3286560" y="4746129"/>
              <a:ext cx="63202" cy="63202"/>
            </a:xfrm>
            <a:prstGeom prst="ellipse">
              <a:avLst/>
            </a:prstGeom>
            <a:solidFill>
              <a:srgbClr val="291E38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26" name="pt3926"/>
            <p:cNvSpPr/>
            <p:nvPr/>
          </p:nvSpPr>
          <p:spPr>
            <a:xfrm>
              <a:off x="2878450" y="4973596"/>
              <a:ext cx="63202" cy="63202"/>
            </a:xfrm>
            <a:prstGeom prst="ellipse">
              <a:avLst/>
            </a:prstGeom>
            <a:solidFill>
              <a:srgbClr val="261C33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27" name="pt3927"/>
            <p:cNvSpPr/>
            <p:nvPr/>
          </p:nvSpPr>
          <p:spPr>
            <a:xfrm>
              <a:off x="5154968" y="3735383"/>
              <a:ext cx="63202" cy="63202"/>
            </a:xfrm>
            <a:prstGeom prst="ellipse">
              <a:avLst/>
            </a:prstGeom>
            <a:solidFill>
              <a:srgbClr val="56BFAB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28" name="pt3928"/>
            <p:cNvSpPr/>
            <p:nvPr/>
          </p:nvSpPr>
          <p:spPr>
            <a:xfrm>
              <a:off x="3815690" y="4677487"/>
              <a:ext cx="63202" cy="63202"/>
            </a:xfrm>
            <a:prstGeom prst="ellipse">
              <a:avLst/>
            </a:prstGeom>
            <a:solidFill>
              <a:srgbClr val="3A3564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29" name="pt3929"/>
            <p:cNvSpPr/>
            <p:nvPr/>
          </p:nvSpPr>
          <p:spPr>
            <a:xfrm>
              <a:off x="5234441" y="3545894"/>
              <a:ext cx="63202" cy="63202"/>
            </a:xfrm>
            <a:prstGeom prst="ellipse">
              <a:avLst/>
            </a:prstGeom>
            <a:solidFill>
              <a:srgbClr val="6AD1B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30" name="pt3930"/>
            <p:cNvSpPr/>
            <p:nvPr/>
          </p:nvSpPr>
          <p:spPr>
            <a:xfrm>
              <a:off x="3635685" y="4800931"/>
              <a:ext cx="63202" cy="63202"/>
            </a:xfrm>
            <a:prstGeom prst="ellipse">
              <a:avLst/>
            </a:prstGeom>
            <a:solidFill>
              <a:srgbClr val="251C32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31" name="pt3931"/>
            <p:cNvSpPr/>
            <p:nvPr/>
          </p:nvSpPr>
          <p:spPr>
            <a:xfrm>
              <a:off x="5803938" y="2901996"/>
              <a:ext cx="63202" cy="63202"/>
            </a:xfrm>
            <a:prstGeom prst="ellipse">
              <a:avLst/>
            </a:prstGeom>
            <a:solidFill>
              <a:srgbClr val="3B6FA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32" name="pt3932"/>
            <p:cNvSpPr/>
            <p:nvPr/>
          </p:nvSpPr>
          <p:spPr>
            <a:xfrm>
              <a:off x="5602232" y="3222656"/>
              <a:ext cx="63202" cy="63202"/>
            </a:xfrm>
            <a:prstGeom prst="ellipse">
              <a:avLst/>
            </a:prstGeom>
            <a:solidFill>
              <a:srgbClr val="3888A6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33" name="pt3933"/>
            <p:cNvSpPr/>
            <p:nvPr/>
          </p:nvSpPr>
          <p:spPr>
            <a:xfrm>
              <a:off x="4189184" y="4765547"/>
              <a:ext cx="63202" cy="63202"/>
            </a:xfrm>
            <a:prstGeom prst="ellipse">
              <a:avLst/>
            </a:prstGeom>
            <a:solidFill>
              <a:srgbClr val="2F2343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34" name="pt3934"/>
            <p:cNvSpPr/>
            <p:nvPr/>
          </p:nvSpPr>
          <p:spPr>
            <a:xfrm>
              <a:off x="4913887" y="4211118"/>
              <a:ext cx="63202" cy="63202"/>
            </a:xfrm>
            <a:prstGeom prst="ellipse">
              <a:avLst/>
            </a:prstGeom>
            <a:solidFill>
              <a:srgbClr val="3A9DA9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35" name="pt3935"/>
            <p:cNvSpPr/>
            <p:nvPr/>
          </p:nvSpPr>
          <p:spPr>
            <a:xfrm>
              <a:off x="4598477" y="4463619"/>
              <a:ext cx="63202" cy="63202"/>
            </a:xfrm>
            <a:prstGeom prst="ellipse">
              <a:avLst/>
            </a:prstGeom>
            <a:solidFill>
              <a:srgbClr val="3A9CA9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36" name="pt3936"/>
            <p:cNvSpPr/>
            <p:nvPr/>
          </p:nvSpPr>
          <p:spPr>
            <a:xfrm>
              <a:off x="3118737" y="4784820"/>
              <a:ext cx="63202" cy="63202"/>
            </a:xfrm>
            <a:prstGeom prst="ellipse">
              <a:avLst/>
            </a:prstGeom>
            <a:solidFill>
              <a:srgbClr val="3C497F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37" name="pt3937"/>
            <p:cNvSpPr/>
            <p:nvPr/>
          </p:nvSpPr>
          <p:spPr>
            <a:xfrm>
              <a:off x="4706891" y="4368015"/>
              <a:ext cx="63202" cy="63202"/>
            </a:xfrm>
            <a:prstGeom prst="ellipse">
              <a:avLst/>
            </a:prstGeom>
            <a:solidFill>
              <a:srgbClr val="3692A8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38" name="pt3938"/>
            <p:cNvSpPr/>
            <p:nvPr/>
          </p:nvSpPr>
          <p:spPr>
            <a:xfrm>
              <a:off x="5170525" y="3498927"/>
              <a:ext cx="63202" cy="63202"/>
            </a:xfrm>
            <a:prstGeom prst="ellipse">
              <a:avLst/>
            </a:prstGeom>
            <a:solidFill>
              <a:srgbClr val="3A75A2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39" name="pt3939"/>
            <p:cNvSpPr/>
            <p:nvPr/>
          </p:nvSpPr>
          <p:spPr>
            <a:xfrm>
              <a:off x="4143523" y="4766403"/>
              <a:ext cx="63202" cy="63202"/>
            </a:xfrm>
            <a:prstGeom prst="ellipse">
              <a:avLst/>
            </a:prstGeom>
            <a:solidFill>
              <a:srgbClr val="302344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40" name="pt3940"/>
            <p:cNvSpPr/>
            <p:nvPr/>
          </p:nvSpPr>
          <p:spPr>
            <a:xfrm>
              <a:off x="4544041" y="4668741"/>
              <a:ext cx="63202" cy="63202"/>
            </a:xfrm>
            <a:prstGeom prst="ellipse">
              <a:avLst/>
            </a:prstGeom>
            <a:solidFill>
              <a:srgbClr val="3A75A2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41" name="pt3941"/>
            <p:cNvSpPr/>
            <p:nvPr/>
          </p:nvSpPr>
          <p:spPr>
            <a:xfrm>
              <a:off x="3690881" y="4772296"/>
              <a:ext cx="63202" cy="63202"/>
            </a:xfrm>
            <a:prstGeom prst="ellipse">
              <a:avLst/>
            </a:prstGeom>
            <a:solidFill>
              <a:srgbClr val="2A1F3B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42" name="pt3942"/>
            <p:cNvSpPr/>
            <p:nvPr/>
          </p:nvSpPr>
          <p:spPr>
            <a:xfrm>
              <a:off x="5016032" y="3641698"/>
              <a:ext cx="63202" cy="63202"/>
            </a:xfrm>
            <a:prstGeom prst="ellipse">
              <a:avLst/>
            </a:prstGeom>
            <a:solidFill>
              <a:srgbClr val="3A7EA4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43" name="pt3943"/>
            <p:cNvSpPr/>
            <p:nvPr/>
          </p:nvSpPr>
          <p:spPr>
            <a:xfrm>
              <a:off x="4551789" y="4536931"/>
              <a:ext cx="63202" cy="63202"/>
            </a:xfrm>
            <a:prstGeom prst="ellipse">
              <a:avLst/>
            </a:prstGeom>
            <a:solidFill>
              <a:srgbClr val="3A75A2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44" name="pt3944"/>
            <p:cNvSpPr/>
            <p:nvPr/>
          </p:nvSpPr>
          <p:spPr>
            <a:xfrm>
              <a:off x="3457033" y="4801454"/>
              <a:ext cx="63202" cy="63202"/>
            </a:xfrm>
            <a:prstGeom prst="ellipse">
              <a:avLst/>
            </a:prstGeom>
            <a:solidFill>
              <a:srgbClr val="2C213E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45" name="pt3945"/>
            <p:cNvSpPr/>
            <p:nvPr/>
          </p:nvSpPr>
          <p:spPr>
            <a:xfrm>
              <a:off x="4795350" y="4267713"/>
              <a:ext cx="63202" cy="63202"/>
            </a:xfrm>
            <a:prstGeom prst="ellipse">
              <a:avLst/>
            </a:prstGeom>
            <a:solidFill>
              <a:srgbClr val="46A9AA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46" name="pt3946"/>
            <p:cNvSpPr/>
            <p:nvPr/>
          </p:nvSpPr>
          <p:spPr>
            <a:xfrm>
              <a:off x="5763373" y="2927118"/>
              <a:ext cx="63202" cy="63202"/>
            </a:xfrm>
            <a:prstGeom prst="ellipse">
              <a:avLst/>
            </a:prstGeom>
            <a:solidFill>
              <a:srgbClr val="3593A8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47" name="pt3947"/>
            <p:cNvSpPr/>
            <p:nvPr/>
          </p:nvSpPr>
          <p:spPr>
            <a:xfrm>
              <a:off x="3223042" y="4753931"/>
              <a:ext cx="63202" cy="63202"/>
            </a:xfrm>
            <a:prstGeom prst="ellipse">
              <a:avLst/>
            </a:prstGeom>
            <a:solidFill>
              <a:srgbClr val="241B3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48" name="pt3948"/>
            <p:cNvSpPr/>
            <p:nvPr/>
          </p:nvSpPr>
          <p:spPr>
            <a:xfrm>
              <a:off x="6187218" y="2929573"/>
              <a:ext cx="63202" cy="63202"/>
            </a:xfrm>
            <a:prstGeom prst="ellipse">
              <a:avLst/>
            </a:prstGeom>
            <a:solidFill>
              <a:srgbClr val="3889A6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49" name="pt3949"/>
            <p:cNvSpPr/>
            <p:nvPr/>
          </p:nvSpPr>
          <p:spPr>
            <a:xfrm>
              <a:off x="4558922" y="4541579"/>
              <a:ext cx="63202" cy="63202"/>
            </a:xfrm>
            <a:prstGeom prst="ellipse">
              <a:avLst/>
            </a:prstGeom>
            <a:solidFill>
              <a:srgbClr val="3985A5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50" name="pt3950"/>
            <p:cNvSpPr/>
            <p:nvPr/>
          </p:nvSpPr>
          <p:spPr>
            <a:xfrm>
              <a:off x="5665872" y="3067530"/>
              <a:ext cx="63202" cy="63202"/>
            </a:xfrm>
            <a:prstGeom prst="ellipse">
              <a:avLst/>
            </a:prstGeom>
            <a:solidFill>
              <a:srgbClr val="3598A9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51" name="pt3951"/>
            <p:cNvSpPr/>
            <p:nvPr/>
          </p:nvSpPr>
          <p:spPr>
            <a:xfrm>
              <a:off x="3541256" y="4824822"/>
              <a:ext cx="63202" cy="63202"/>
            </a:xfrm>
            <a:prstGeom prst="ellipse">
              <a:avLst/>
            </a:prstGeom>
            <a:solidFill>
              <a:srgbClr val="251C32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52" name="pt3952"/>
            <p:cNvSpPr/>
            <p:nvPr/>
          </p:nvSpPr>
          <p:spPr>
            <a:xfrm>
              <a:off x="4587926" y="4467164"/>
              <a:ext cx="63202" cy="63202"/>
            </a:xfrm>
            <a:prstGeom prst="ellipse">
              <a:avLst/>
            </a:prstGeom>
            <a:solidFill>
              <a:srgbClr val="3986A5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53" name="pt3953"/>
            <p:cNvSpPr/>
            <p:nvPr/>
          </p:nvSpPr>
          <p:spPr>
            <a:xfrm>
              <a:off x="5657937" y="3028251"/>
              <a:ext cx="63202" cy="63202"/>
            </a:xfrm>
            <a:prstGeom prst="ellipse">
              <a:avLst/>
            </a:prstGeom>
            <a:solidFill>
              <a:srgbClr val="3B70A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54" name="pt3954"/>
            <p:cNvSpPr/>
            <p:nvPr/>
          </p:nvSpPr>
          <p:spPr>
            <a:xfrm>
              <a:off x="2979067" y="4895874"/>
              <a:ext cx="63202" cy="63202"/>
            </a:xfrm>
            <a:prstGeom prst="ellipse">
              <a:avLst/>
            </a:prstGeom>
            <a:solidFill>
              <a:srgbClr val="251B31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55" name="pt3955"/>
            <p:cNvSpPr/>
            <p:nvPr/>
          </p:nvSpPr>
          <p:spPr>
            <a:xfrm>
              <a:off x="4922163" y="4187507"/>
              <a:ext cx="63202" cy="63202"/>
            </a:xfrm>
            <a:prstGeom prst="ellipse">
              <a:avLst/>
            </a:prstGeom>
            <a:solidFill>
              <a:srgbClr val="3EA0AA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56" name="pt3956"/>
            <p:cNvSpPr/>
            <p:nvPr/>
          </p:nvSpPr>
          <p:spPr>
            <a:xfrm>
              <a:off x="5059838" y="3807278"/>
              <a:ext cx="63202" cy="63202"/>
            </a:xfrm>
            <a:prstGeom prst="ellipse">
              <a:avLst/>
            </a:prstGeom>
            <a:solidFill>
              <a:srgbClr val="57C0AB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57" name="pt3957"/>
            <p:cNvSpPr/>
            <p:nvPr/>
          </p:nvSpPr>
          <p:spPr>
            <a:xfrm>
              <a:off x="2851349" y="4946495"/>
              <a:ext cx="117405" cy="117405"/>
            </a:xfrm>
            <a:prstGeom prst="ellipse">
              <a:avLst/>
            </a:prstGeom>
            <a:solidFill>
              <a:srgbClr val="3A3664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58" name="pt3958"/>
            <p:cNvSpPr/>
            <p:nvPr/>
          </p:nvSpPr>
          <p:spPr>
            <a:xfrm>
              <a:off x="3514155" y="4797720"/>
              <a:ext cx="117405" cy="117405"/>
            </a:xfrm>
            <a:prstGeom prst="ellipse">
              <a:avLst/>
            </a:prstGeom>
            <a:solidFill>
              <a:srgbClr val="3A3664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59" name="pt3959"/>
            <p:cNvSpPr/>
            <p:nvPr/>
          </p:nvSpPr>
          <p:spPr>
            <a:xfrm>
              <a:off x="4516940" y="4641639"/>
              <a:ext cx="117405" cy="117405"/>
            </a:xfrm>
            <a:prstGeom prst="ellipse">
              <a:avLst/>
            </a:prstGeom>
            <a:solidFill>
              <a:srgbClr val="3A76A2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60" name="pt3960"/>
            <p:cNvSpPr/>
            <p:nvPr/>
          </p:nvSpPr>
          <p:spPr>
            <a:xfrm>
              <a:off x="5630836" y="3001150"/>
              <a:ext cx="117405" cy="117405"/>
            </a:xfrm>
            <a:prstGeom prst="ellipse">
              <a:avLst/>
            </a:prstGeom>
            <a:solidFill>
              <a:srgbClr val="3B70A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61" name="pt3961"/>
            <p:cNvSpPr/>
            <p:nvPr/>
          </p:nvSpPr>
          <p:spPr>
            <a:xfrm>
              <a:off x="5776837" y="2874895"/>
              <a:ext cx="117405" cy="117405"/>
            </a:xfrm>
            <a:prstGeom prst="ellipse">
              <a:avLst/>
            </a:prstGeom>
            <a:solidFill>
              <a:srgbClr val="3A76A2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62" name="pl3962"/>
            <p:cNvSpPr/>
            <p:nvPr/>
          </p:nvSpPr>
          <p:spPr>
            <a:xfrm>
              <a:off x="2850454" y="4909125"/>
              <a:ext cx="52358" cy="84403"/>
            </a:xfrm>
            <a:custGeom>
              <a:avLst/>
              <a:pathLst>
                <a:path w="52358" h="84403">
                  <a:moveTo>
                    <a:pt x="0" y="0"/>
                  </a:moveTo>
                  <a:lnTo>
                    <a:pt x="52358" y="84403"/>
                  </a:lnTo>
                </a:path>
              </a:pathLst>
            </a:custGeom>
            <a:ln w="1355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63" name="pl3963"/>
            <p:cNvSpPr/>
            <p:nvPr/>
          </p:nvSpPr>
          <p:spPr>
            <a:xfrm>
              <a:off x="3511627" y="4762415"/>
              <a:ext cx="53702" cy="82450"/>
            </a:xfrm>
            <a:custGeom>
              <a:avLst/>
              <a:pathLst>
                <a:path w="53702" h="82450">
                  <a:moveTo>
                    <a:pt x="0" y="0"/>
                  </a:moveTo>
                  <a:lnTo>
                    <a:pt x="53702" y="82450"/>
                  </a:lnTo>
                </a:path>
              </a:pathLst>
            </a:custGeom>
            <a:ln w="1355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64" name="pl3964"/>
            <p:cNvSpPr/>
            <p:nvPr/>
          </p:nvSpPr>
          <p:spPr>
            <a:xfrm>
              <a:off x="4513436" y="4609280"/>
              <a:ext cx="54389" cy="79619"/>
            </a:xfrm>
            <a:custGeom>
              <a:avLst/>
              <a:pathLst>
                <a:path w="54389" h="79619">
                  <a:moveTo>
                    <a:pt x="0" y="0"/>
                  </a:moveTo>
                  <a:lnTo>
                    <a:pt x="54389" y="79619"/>
                  </a:lnTo>
                </a:path>
              </a:pathLst>
            </a:custGeom>
            <a:ln w="1355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65" name="pl3965"/>
            <p:cNvSpPr/>
            <p:nvPr/>
          </p:nvSpPr>
          <p:spPr>
            <a:xfrm>
              <a:off x="5506138" y="3050179"/>
              <a:ext cx="166737" cy="8794"/>
            </a:xfrm>
            <a:custGeom>
              <a:avLst/>
              <a:pathLst>
                <a:path w="166737" h="8794">
                  <a:moveTo>
                    <a:pt x="0" y="0"/>
                  </a:moveTo>
                  <a:lnTo>
                    <a:pt x="166737" y="8794"/>
                  </a:lnTo>
                </a:path>
              </a:pathLst>
            </a:custGeom>
            <a:ln w="1355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66" name="pl3966"/>
            <p:cNvSpPr/>
            <p:nvPr/>
          </p:nvSpPr>
          <p:spPr>
            <a:xfrm>
              <a:off x="5749493" y="2862731"/>
              <a:ext cx="74598" cy="61438"/>
            </a:xfrm>
            <a:custGeom>
              <a:avLst/>
              <a:pathLst>
                <a:path w="74598" h="61438">
                  <a:moveTo>
                    <a:pt x="0" y="0"/>
                  </a:moveTo>
                  <a:lnTo>
                    <a:pt x="74598" y="61438"/>
                  </a:lnTo>
                </a:path>
              </a:pathLst>
            </a:custGeom>
            <a:ln w="1355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67" name="pg3967"/>
            <p:cNvSpPr/>
            <p:nvPr/>
          </p:nvSpPr>
          <p:spPr>
            <a:xfrm>
              <a:off x="2291939" y="4760424"/>
              <a:ext cx="558515" cy="191932"/>
            </a:xfrm>
            <a:custGeom>
              <a:avLst/>
              <a:pathLst>
                <a:path w="558515" h="191932">
                  <a:moveTo>
                    <a:pt x="27431" y="191932"/>
                  </a:moveTo>
                  <a:lnTo>
                    <a:pt x="531083" y="191932"/>
                  </a:lnTo>
                  <a:lnTo>
                    <a:pt x="529978" y="191910"/>
                  </a:lnTo>
                  <a:lnTo>
                    <a:pt x="534390" y="191732"/>
                  </a:lnTo>
                  <a:lnTo>
                    <a:pt x="538715" y="190849"/>
                  </a:lnTo>
                  <a:lnTo>
                    <a:pt x="542843" y="189284"/>
                  </a:lnTo>
                  <a:lnTo>
                    <a:pt x="546666" y="187076"/>
                  </a:lnTo>
                  <a:lnTo>
                    <a:pt x="550086" y="184284"/>
                  </a:lnTo>
                  <a:lnTo>
                    <a:pt x="553013" y="180980"/>
                  </a:lnTo>
                  <a:lnTo>
                    <a:pt x="555373" y="177248"/>
                  </a:lnTo>
                  <a:lnTo>
                    <a:pt x="557103" y="173187"/>
                  </a:lnTo>
                  <a:lnTo>
                    <a:pt x="558160" y="168900"/>
                  </a:lnTo>
                  <a:lnTo>
                    <a:pt x="558515" y="164500"/>
                  </a:lnTo>
                  <a:lnTo>
                    <a:pt x="558515" y="27431"/>
                  </a:lnTo>
                  <a:lnTo>
                    <a:pt x="558160" y="23031"/>
                  </a:lnTo>
                  <a:lnTo>
                    <a:pt x="557103" y="18745"/>
                  </a:lnTo>
                  <a:lnTo>
                    <a:pt x="555373" y="14683"/>
                  </a:lnTo>
                  <a:lnTo>
                    <a:pt x="553013" y="10952"/>
                  </a:lnTo>
                  <a:lnTo>
                    <a:pt x="550086" y="7647"/>
                  </a:lnTo>
                  <a:lnTo>
                    <a:pt x="546666" y="4855"/>
                  </a:lnTo>
                  <a:lnTo>
                    <a:pt x="542843" y="2648"/>
                  </a:lnTo>
                  <a:lnTo>
                    <a:pt x="538715" y="1083"/>
                  </a:lnTo>
                  <a:lnTo>
                    <a:pt x="534390" y="200"/>
                  </a:lnTo>
                  <a:lnTo>
                    <a:pt x="531083" y="0"/>
                  </a:lnTo>
                  <a:lnTo>
                    <a:pt x="27431" y="0"/>
                  </a:lnTo>
                  <a:lnTo>
                    <a:pt x="30738" y="200"/>
                  </a:lnTo>
                  <a:lnTo>
                    <a:pt x="26327" y="22"/>
                  </a:lnTo>
                  <a:lnTo>
                    <a:pt x="21944" y="554"/>
                  </a:lnTo>
                  <a:lnTo>
                    <a:pt x="17704" y="1782"/>
                  </a:lnTo>
                  <a:lnTo>
                    <a:pt x="13716" y="3675"/>
                  </a:lnTo>
                  <a:lnTo>
                    <a:pt x="10082" y="6183"/>
                  </a:lnTo>
                  <a:lnTo>
                    <a:pt x="6898" y="9241"/>
                  </a:lnTo>
                  <a:lnTo>
                    <a:pt x="4246" y="12770"/>
                  </a:lnTo>
                  <a:lnTo>
                    <a:pt x="2195" y="16679"/>
                  </a:lnTo>
                  <a:lnTo>
                    <a:pt x="797" y="20867"/>
                  </a:lnTo>
                  <a:lnTo>
                    <a:pt x="88" y="25224"/>
                  </a:lnTo>
                  <a:lnTo>
                    <a:pt x="0" y="27431"/>
                  </a:lnTo>
                  <a:lnTo>
                    <a:pt x="0" y="164500"/>
                  </a:lnTo>
                  <a:lnTo>
                    <a:pt x="88" y="162293"/>
                  </a:lnTo>
                  <a:lnTo>
                    <a:pt x="88" y="166707"/>
                  </a:lnTo>
                  <a:lnTo>
                    <a:pt x="797" y="171065"/>
                  </a:lnTo>
                  <a:lnTo>
                    <a:pt x="2195" y="175252"/>
                  </a:lnTo>
                  <a:lnTo>
                    <a:pt x="4246" y="179162"/>
                  </a:lnTo>
                  <a:lnTo>
                    <a:pt x="6898" y="182691"/>
                  </a:lnTo>
                  <a:lnTo>
                    <a:pt x="10082" y="185749"/>
                  </a:lnTo>
                  <a:lnTo>
                    <a:pt x="13716" y="188257"/>
                  </a:lnTo>
                  <a:lnTo>
                    <a:pt x="17704" y="190149"/>
                  </a:lnTo>
                  <a:lnTo>
                    <a:pt x="21944" y="191378"/>
                  </a:lnTo>
                  <a:lnTo>
                    <a:pt x="26327" y="19191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6775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68" name="tx3968"/>
            <p:cNvSpPr/>
            <p:nvPr/>
          </p:nvSpPr>
          <p:spPr>
            <a:xfrm>
              <a:off x="2337659" y="4806144"/>
              <a:ext cx="467075" cy="10049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3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3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W1_TX</a:t>
              </a:r>
            </a:p>
          </p:txBody>
        </p:sp>
        <p:sp>
          <p:nvSpPr>
            <p:cNvPr id="3969" name="pg3969"/>
            <p:cNvSpPr/>
            <p:nvPr/>
          </p:nvSpPr>
          <p:spPr>
            <a:xfrm>
              <a:off x="2960792" y="4613730"/>
              <a:ext cx="550834" cy="191932"/>
            </a:xfrm>
            <a:custGeom>
              <a:avLst/>
              <a:pathLst>
                <a:path w="550834" h="191932">
                  <a:moveTo>
                    <a:pt x="27431" y="191932"/>
                  </a:moveTo>
                  <a:lnTo>
                    <a:pt x="523402" y="191932"/>
                  </a:lnTo>
                  <a:lnTo>
                    <a:pt x="522297" y="191910"/>
                  </a:lnTo>
                  <a:lnTo>
                    <a:pt x="526709" y="191732"/>
                  </a:lnTo>
                  <a:lnTo>
                    <a:pt x="531034" y="190849"/>
                  </a:lnTo>
                  <a:lnTo>
                    <a:pt x="535162" y="189284"/>
                  </a:lnTo>
                  <a:lnTo>
                    <a:pt x="538985" y="187076"/>
                  </a:lnTo>
                  <a:lnTo>
                    <a:pt x="542405" y="184284"/>
                  </a:lnTo>
                  <a:lnTo>
                    <a:pt x="545332" y="180980"/>
                  </a:lnTo>
                  <a:lnTo>
                    <a:pt x="547692" y="177248"/>
                  </a:lnTo>
                  <a:lnTo>
                    <a:pt x="549422" y="173187"/>
                  </a:lnTo>
                  <a:lnTo>
                    <a:pt x="550479" y="168900"/>
                  </a:lnTo>
                  <a:lnTo>
                    <a:pt x="550834" y="164500"/>
                  </a:lnTo>
                  <a:lnTo>
                    <a:pt x="550834" y="27432"/>
                  </a:lnTo>
                  <a:lnTo>
                    <a:pt x="550479" y="23031"/>
                  </a:lnTo>
                  <a:lnTo>
                    <a:pt x="549422" y="18745"/>
                  </a:lnTo>
                  <a:lnTo>
                    <a:pt x="547692" y="14683"/>
                  </a:lnTo>
                  <a:lnTo>
                    <a:pt x="545332" y="10952"/>
                  </a:lnTo>
                  <a:lnTo>
                    <a:pt x="542405" y="7647"/>
                  </a:lnTo>
                  <a:lnTo>
                    <a:pt x="538985" y="4855"/>
                  </a:lnTo>
                  <a:lnTo>
                    <a:pt x="535162" y="2648"/>
                  </a:lnTo>
                  <a:lnTo>
                    <a:pt x="531034" y="1083"/>
                  </a:lnTo>
                  <a:lnTo>
                    <a:pt x="526709" y="200"/>
                  </a:lnTo>
                  <a:lnTo>
                    <a:pt x="523402" y="0"/>
                  </a:lnTo>
                  <a:lnTo>
                    <a:pt x="27431" y="0"/>
                  </a:lnTo>
                  <a:lnTo>
                    <a:pt x="30738" y="200"/>
                  </a:lnTo>
                  <a:lnTo>
                    <a:pt x="26327" y="22"/>
                  </a:lnTo>
                  <a:lnTo>
                    <a:pt x="21944" y="554"/>
                  </a:lnTo>
                  <a:lnTo>
                    <a:pt x="17704" y="1782"/>
                  </a:lnTo>
                  <a:lnTo>
                    <a:pt x="13716" y="3675"/>
                  </a:lnTo>
                  <a:lnTo>
                    <a:pt x="10082" y="6183"/>
                  </a:lnTo>
                  <a:lnTo>
                    <a:pt x="6898" y="9241"/>
                  </a:lnTo>
                  <a:lnTo>
                    <a:pt x="4246" y="12770"/>
                  </a:lnTo>
                  <a:lnTo>
                    <a:pt x="2195" y="16679"/>
                  </a:lnTo>
                  <a:lnTo>
                    <a:pt x="797" y="20867"/>
                  </a:lnTo>
                  <a:lnTo>
                    <a:pt x="88" y="25224"/>
                  </a:lnTo>
                  <a:lnTo>
                    <a:pt x="0" y="27432"/>
                  </a:lnTo>
                  <a:lnTo>
                    <a:pt x="0" y="164500"/>
                  </a:lnTo>
                  <a:lnTo>
                    <a:pt x="88" y="162293"/>
                  </a:lnTo>
                  <a:lnTo>
                    <a:pt x="88" y="166707"/>
                  </a:lnTo>
                  <a:lnTo>
                    <a:pt x="797" y="171065"/>
                  </a:lnTo>
                  <a:lnTo>
                    <a:pt x="2195" y="175252"/>
                  </a:lnTo>
                  <a:lnTo>
                    <a:pt x="4246" y="179162"/>
                  </a:lnTo>
                  <a:lnTo>
                    <a:pt x="6898" y="182691"/>
                  </a:lnTo>
                  <a:lnTo>
                    <a:pt x="10082" y="185749"/>
                  </a:lnTo>
                  <a:lnTo>
                    <a:pt x="13716" y="188257"/>
                  </a:lnTo>
                  <a:lnTo>
                    <a:pt x="17704" y="190149"/>
                  </a:lnTo>
                  <a:lnTo>
                    <a:pt x="21944" y="191378"/>
                  </a:lnTo>
                  <a:lnTo>
                    <a:pt x="26327" y="19191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6775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70" name="tx3970"/>
            <p:cNvSpPr/>
            <p:nvPr/>
          </p:nvSpPr>
          <p:spPr>
            <a:xfrm>
              <a:off x="3006512" y="4659450"/>
              <a:ext cx="459394" cy="10049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3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3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W2_LA</a:t>
              </a:r>
            </a:p>
          </p:txBody>
        </p:sp>
        <p:sp>
          <p:nvSpPr>
            <p:cNvPr id="3971" name="pg3971"/>
            <p:cNvSpPr/>
            <p:nvPr/>
          </p:nvSpPr>
          <p:spPr>
            <a:xfrm>
              <a:off x="3970465" y="4460363"/>
              <a:ext cx="542970" cy="191932"/>
            </a:xfrm>
            <a:custGeom>
              <a:avLst/>
              <a:pathLst>
                <a:path w="542970" h="191932">
                  <a:moveTo>
                    <a:pt x="27431" y="191932"/>
                  </a:moveTo>
                  <a:lnTo>
                    <a:pt x="515538" y="191932"/>
                  </a:lnTo>
                  <a:lnTo>
                    <a:pt x="514434" y="191910"/>
                  </a:lnTo>
                  <a:lnTo>
                    <a:pt x="518845" y="191732"/>
                  </a:lnTo>
                  <a:lnTo>
                    <a:pt x="523170" y="190849"/>
                  </a:lnTo>
                  <a:lnTo>
                    <a:pt x="527298" y="189284"/>
                  </a:lnTo>
                  <a:lnTo>
                    <a:pt x="531121" y="187076"/>
                  </a:lnTo>
                  <a:lnTo>
                    <a:pt x="534541" y="184284"/>
                  </a:lnTo>
                  <a:lnTo>
                    <a:pt x="537469" y="180980"/>
                  </a:lnTo>
                  <a:lnTo>
                    <a:pt x="539828" y="177248"/>
                  </a:lnTo>
                  <a:lnTo>
                    <a:pt x="541558" y="173187"/>
                  </a:lnTo>
                  <a:lnTo>
                    <a:pt x="542615" y="168900"/>
                  </a:lnTo>
                  <a:lnTo>
                    <a:pt x="542970" y="164500"/>
                  </a:lnTo>
                  <a:lnTo>
                    <a:pt x="542970" y="27432"/>
                  </a:lnTo>
                  <a:lnTo>
                    <a:pt x="542615" y="23031"/>
                  </a:lnTo>
                  <a:lnTo>
                    <a:pt x="541558" y="18745"/>
                  </a:lnTo>
                  <a:lnTo>
                    <a:pt x="539828" y="14683"/>
                  </a:lnTo>
                  <a:lnTo>
                    <a:pt x="537469" y="10952"/>
                  </a:lnTo>
                  <a:lnTo>
                    <a:pt x="534541" y="7647"/>
                  </a:lnTo>
                  <a:lnTo>
                    <a:pt x="531121" y="4855"/>
                  </a:lnTo>
                  <a:lnTo>
                    <a:pt x="527298" y="2648"/>
                  </a:lnTo>
                  <a:lnTo>
                    <a:pt x="523170" y="1083"/>
                  </a:lnTo>
                  <a:lnTo>
                    <a:pt x="518845" y="200"/>
                  </a:lnTo>
                  <a:lnTo>
                    <a:pt x="515538" y="0"/>
                  </a:lnTo>
                  <a:lnTo>
                    <a:pt x="27431" y="0"/>
                  </a:lnTo>
                  <a:lnTo>
                    <a:pt x="30738" y="200"/>
                  </a:lnTo>
                  <a:lnTo>
                    <a:pt x="26327" y="22"/>
                  </a:lnTo>
                  <a:lnTo>
                    <a:pt x="21944" y="554"/>
                  </a:lnTo>
                  <a:lnTo>
                    <a:pt x="17704" y="1782"/>
                  </a:lnTo>
                  <a:lnTo>
                    <a:pt x="13716" y="3675"/>
                  </a:lnTo>
                  <a:lnTo>
                    <a:pt x="10082" y="6183"/>
                  </a:lnTo>
                  <a:lnTo>
                    <a:pt x="6898" y="9241"/>
                  </a:lnTo>
                  <a:lnTo>
                    <a:pt x="4246" y="12770"/>
                  </a:lnTo>
                  <a:lnTo>
                    <a:pt x="2195" y="16679"/>
                  </a:lnTo>
                  <a:lnTo>
                    <a:pt x="797" y="20867"/>
                  </a:lnTo>
                  <a:lnTo>
                    <a:pt x="88" y="25224"/>
                  </a:lnTo>
                  <a:lnTo>
                    <a:pt x="0" y="27432"/>
                  </a:lnTo>
                  <a:lnTo>
                    <a:pt x="0" y="164500"/>
                  </a:lnTo>
                  <a:lnTo>
                    <a:pt x="88" y="162293"/>
                  </a:lnTo>
                  <a:lnTo>
                    <a:pt x="88" y="166707"/>
                  </a:lnTo>
                  <a:lnTo>
                    <a:pt x="797" y="171065"/>
                  </a:lnTo>
                  <a:lnTo>
                    <a:pt x="2195" y="175252"/>
                  </a:lnTo>
                  <a:lnTo>
                    <a:pt x="4246" y="179162"/>
                  </a:lnTo>
                  <a:lnTo>
                    <a:pt x="6898" y="182691"/>
                  </a:lnTo>
                  <a:lnTo>
                    <a:pt x="10082" y="185749"/>
                  </a:lnTo>
                  <a:lnTo>
                    <a:pt x="13716" y="188257"/>
                  </a:lnTo>
                  <a:lnTo>
                    <a:pt x="17704" y="190149"/>
                  </a:lnTo>
                  <a:lnTo>
                    <a:pt x="21944" y="191378"/>
                  </a:lnTo>
                  <a:lnTo>
                    <a:pt x="26327" y="19191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6775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72" name="tx3972"/>
            <p:cNvSpPr/>
            <p:nvPr/>
          </p:nvSpPr>
          <p:spPr>
            <a:xfrm>
              <a:off x="4016185" y="4506083"/>
              <a:ext cx="451530" cy="10049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3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3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W3_FL</a:t>
              </a:r>
            </a:p>
          </p:txBody>
        </p:sp>
        <p:sp>
          <p:nvSpPr>
            <p:cNvPr id="3973" name="pg3973"/>
            <p:cNvSpPr/>
            <p:nvPr/>
          </p:nvSpPr>
          <p:spPr>
            <a:xfrm>
              <a:off x="4924396" y="2954190"/>
              <a:ext cx="581741" cy="191932"/>
            </a:xfrm>
            <a:custGeom>
              <a:avLst/>
              <a:pathLst>
                <a:path w="581741" h="191932">
                  <a:moveTo>
                    <a:pt x="27432" y="191932"/>
                  </a:moveTo>
                  <a:lnTo>
                    <a:pt x="554309" y="191932"/>
                  </a:lnTo>
                  <a:lnTo>
                    <a:pt x="553204" y="191910"/>
                  </a:lnTo>
                  <a:lnTo>
                    <a:pt x="557615" y="191732"/>
                  </a:lnTo>
                  <a:lnTo>
                    <a:pt x="561941" y="190849"/>
                  </a:lnTo>
                  <a:lnTo>
                    <a:pt x="566069" y="189284"/>
                  </a:lnTo>
                  <a:lnTo>
                    <a:pt x="569892" y="187076"/>
                  </a:lnTo>
                  <a:lnTo>
                    <a:pt x="573312" y="184284"/>
                  </a:lnTo>
                  <a:lnTo>
                    <a:pt x="576239" y="180980"/>
                  </a:lnTo>
                  <a:lnTo>
                    <a:pt x="578599" y="177248"/>
                  </a:lnTo>
                  <a:lnTo>
                    <a:pt x="580329" y="173187"/>
                  </a:lnTo>
                  <a:lnTo>
                    <a:pt x="581386" y="168900"/>
                  </a:lnTo>
                  <a:lnTo>
                    <a:pt x="581741" y="164500"/>
                  </a:lnTo>
                  <a:lnTo>
                    <a:pt x="581741" y="27432"/>
                  </a:lnTo>
                  <a:lnTo>
                    <a:pt x="581386" y="23031"/>
                  </a:lnTo>
                  <a:lnTo>
                    <a:pt x="580329" y="18745"/>
                  </a:lnTo>
                  <a:lnTo>
                    <a:pt x="578599" y="14683"/>
                  </a:lnTo>
                  <a:lnTo>
                    <a:pt x="576239" y="10952"/>
                  </a:lnTo>
                  <a:lnTo>
                    <a:pt x="573312" y="7647"/>
                  </a:lnTo>
                  <a:lnTo>
                    <a:pt x="569892" y="4855"/>
                  </a:lnTo>
                  <a:lnTo>
                    <a:pt x="566069" y="2648"/>
                  </a:lnTo>
                  <a:lnTo>
                    <a:pt x="561941" y="1083"/>
                  </a:lnTo>
                  <a:lnTo>
                    <a:pt x="557615" y="200"/>
                  </a:lnTo>
                  <a:lnTo>
                    <a:pt x="554309" y="0"/>
                  </a:lnTo>
                  <a:lnTo>
                    <a:pt x="27432" y="0"/>
                  </a:lnTo>
                  <a:lnTo>
                    <a:pt x="30738" y="200"/>
                  </a:lnTo>
                  <a:lnTo>
                    <a:pt x="26327" y="22"/>
                  </a:lnTo>
                  <a:lnTo>
                    <a:pt x="21944" y="554"/>
                  </a:lnTo>
                  <a:lnTo>
                    <a:pt x="17704" y="1782"/>
                  </a:lnTo>
                  <a:lnTo>
                    <a:pt x="13716" y="3675"/>
                  </a:lnTo>
                  <a:lnTo>
                    <a:pt x="10082" y="6183"/>
                  </a:lnTo>
                  <a:lnTo>
                    <a:pt x="6898" y="9241"/>
                  </a:lnTo>
                  <a:lnTo>
                    <a:pt x="4246" y="12770"/>
                  </a:lnTo>
                  <a:lnTo>
                    <a:pt x="2195" y="16679"/>
                  </a:lnTo>
                  <a:lnTo>
                    <a:pt x="797" y="20867"/>
                  </a:lnTo>
                  <a:lnTo>
                    <a:pt x="88" y="25224"/>
                  </a:lnTo>
                  <a:lnTo>
                    <a:pt x="0" y="27432"/>
                  </a:lnTo>
                  <a:lnTo>
                    <a:pt x="0" y="164500"/>
                  </a:lnTo>
                  <a:lnTo>
                    <a:pt x="88" y="162293"/>
                  </a:lnTo>
                  <a:lnTo>
                    <a:pt x="88" y="166707"/>
                  </a:lnTo>
                  <a:lnTo>
                    <a:pt x="797" y="171065"/>
                  </a:lnTo>
                  <a:lnTo>
                    <a:pt x="2195" y="175252"/>
                  </a:lnTo>
                  <a:lnTo>
                    <a:pt x="4246" y="179162"/>
                  </a:lnTo>
                  <a:lnTo>
                    <a:pt x="6898" y="182691"/>
                  </a:lnTo>
                  <a:lnTo>
                    <a:pt x="10082" y="185749"/>
                  </a:lnTo>
                  <a:lnTo>
                    <a:pt x="13716" y="188257"/>
                  </a:lnTo>
                  <a:lnTo>
                    <a:pt x="17704" y="190149"/>
                  </a:lnTo>
                  <a:lnTo>
                    <a:pt x="21944" y="191378"/>
                  </a:lnTo>
                  <a:lnTo>
                    <a:pt x="26327" y="19191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6775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74" name="tx3974"/>
            <p:cNvSpPr/>
            <p:nvPr/>
          </p:nvSpPr>
          <p:spPr>
            <a:xfrm>
              <a:off x="4970116" y="2999910"/>
              <a:ext cx="490301" cy="10049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3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3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W5_NH</a:t>
              </a:r>
            </a:p>
          </p:txBody>
        </p:sp>
        <p:sp>
          <p:nvSpPr>
            <p:cNvPr id="3975" name="pg3975"/>
            <p:cNvSpPr/>
            <p:nvPr/>
          </p:nvSpPr>
          <p:spPr>
            <a:xfrm>
              <a:off x="5285812" y="2670798"/>
              <a:ext cx="589605" cy="191932"/>
            </a:xfrm>
            <a:custGeom>
              <a:avLst/>
              <a:pathLst>
                <a:path w="589605" h="191932">
                  <a:moveTo>
                    <a:pt x="27432" y="191932"/>
                  </a:moveTo>
                  <a:lnTo>
                    <a:pt x="562173" y="191932"/>
                  </a:lnTo>
                  <a:lnTo>
                    <a:pt x="561068" y="191910"/>
                  </a:lnTo>
                  <a:lnTo>
                    <a:pt x="565479" y="191732"/>
                  </a:lnTo>
                  <a:lnTo>
                    <a:pt x="569805" y="190849"/>
                  </a:lnTo>
                  <a:lnTo>
                    <a:pt x="573933" y="189284"/>
                  </a:lnTo>
                  <a:lnTo>
                    <a:pt x="577756" y="187076"/>
                  </a:lnTo>
                  <a:lnTo>
                    <a:pt x="581175" y="184284"/>
                  </a:lnTo>
                  <a:lnTo>
                    <a:pt x="584103" y="180980"/>
                  </a:lnTo>
                  <a:lnTo>
                    <a:pt x="586462" y="177248"/>
                  </a:lnTo>
                  <a:lnTo>
                    <a:pt x="588193" y="173187"/>
                  </a:lnTo>
                  <a:lnTo>
                    <a:pt x="589249" y="168900"/>
                  </a:lnTo>
                  <a:lnTo>
                    <a:pt x="589605" y="164500"/>
                  </a:lnTo>
                  <a:lnTo>
                    <a:pt x="589605" y="27432"/>
                  </a:lnTo>
                  <a:lnTo>
                    <a:pt x="589249" y="23031"/>
                  </a:lnTo>
                  <a:lnTo>
                    <a:pt x="588193" y="18745"/>
                  </a:lnTo>
                  <a:lnTo>
                    <a:pt x="586462" y="14683"/>
                  </a:lnTo>
                  <a:lnTo>
                    <a:pt x="584103" y="10952"/>
                  </a:lnTo>
                  <a:lnTo>
                    <a:pt x="581175" y="7647"/>
                  </a:lnTo>
                  <a:lnTo>
                    <a:pt x="577756" y="4855"/>
                  </a:lnTo>
                  <a:lnTo>
                    <a:pt x="573933" y="2648"/>
                  </a:lnTo>
                  <a:lnTo>
                    <a:pt x="569805" y="1083"/>
                  </a:lnTo>
                  <a:lnTo>
                    <a:pt x="565479" y="200"/>
                  </a:lnTo>
                  <a:lnTo>
                    <a:pt x="562173" y="0"/>
                  </a:lnTo>
                  <a:lnTo>
                    <a:pt x="27432" y="0"/>
                  </a:lnTo>
                  <a:lnTo>
                    <a:pt x="30738" y="200"/>
                  </a:lnTo>
                  <a:lnTo>
                    <a:pt x="26327" y="22"/>
                  </a:lnTo>
                  <a:lnTo>
                    <a:pt x="21944" y="554"/>
                  </a:lnTo>
                  <a:lnTo>
                    <a:pt x="17704" y="1782"/>
                  </a:lnTo>
                  <a:lnTo>
                    <a:pt x="13715" y="3675"/>
                  </a:lnTo>
                  <a:lnTo>
                    <a:pt x="10082" y="6183"/>
                  </a:lnTo>
                  <a:lnTo>
                    <a:pt x="6898" y="9241"/>
                  </a:lnTo>
                  <a:lnTo>
                    <a:pt x="4246" y="12770"/>
                  </a:lnTo>
                  <a:lnTo>
                    <a:pt x="2195" y="16679"/>
                  </a:lnTo>
                  <a:lnTo>
                    <a:pt x="797" y="20867"/>
                  </a:lnTo>
                  <a:lnTo>
                    <a:pt x="88" y="25224"/>
                  </a:lnTo>
                  <a:lnTo>
                    <a:pt x="0" y="27432"/>
                  </a:lnTo>
                  <a:lnTo>
                    <a:pt x="0" y="164500"/>
                  </a:lnTo>
                  <a:lnTo>
                    <a:pt x="88" y="162293"/>
                  </a:lnTo>
                  <a:lnTo>
                    <a:pt x="88" y="166707"/>
                  </a:lnTo>
                  <a:lnTo>
                    <a:pt x="797" y="171065"/>
                  </a:lnTo>
                  <a:lnTo>
                    <a:pt x="2195" y="175252"/>
                  </a:lnTo>
                  <a:lnTo>
                    <a:pt x="4246" y="179162"/>
                  </a:lnTo>
                  <a:lnTo>
                    <a:pt x="6898" y="182691"/>
                  </a:lnTo>
                  <a:lnTo>
                    <a:pt x="10082" y="185749"/>
                  </a:lnTo>
                  <a:lnTo>
                    <a:pt x="13715" y="188257"/>
                  </a:lnTo>
                  <a:lnTo>
                    <a:pt x="17704" y="190149"/>
                  </a:lnTo>
                  <a:lnTo>
                    <a:pt x="21944" y="191378"/>
                  </a:lnTo>
                  <a:lnTo>
                    <a:pt x="26327" y="19191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6775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76" name="tx3976"/>
            <p:cNvSpPr/>
            <p:nvPr/>
          </p:nvSpPr>
          <p:spPr>
            <a:xfrm>
              <a:off x="5331532" y="2716518"/>
              <a:ext cx="498165" cy="10049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3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3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W6_ME</a:t>
              </a:r>
            </a:p>
          </p:txBody>
        </p:sp>
        <p:sp>
          <p:nvSpPr>
            <p:cNvPr id="3977" name="rc3977"/>
            <p:cNvSpPr/>
            <p:nvPr/>
          </p:nvSpPr>
          <p:spPr>
            <a:xfrm>
              <a:off x="2201917" y="2354586"/>
              <a:ext cx="4342247" cy="3366361"/>
            </a:xfrm>
            <a:prstGeom prst="rect">
              <a:avLst/>
            </a:prstGeom>
            <a:ln w="13550" cap="rnd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78" name="tx3978"/>
            <p:cNvSpPr/>
            <p:nvPr/>
          </p:nvSpPr>
          <p:spPr>
            <a:xfrm>
              <a:off x="1889564" y="5366840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25</a:t>
              </a:r>
            </a:p>
          </p:txBody>
        </p:sp>
        <p:sp>
          <p:nvSpPr>
            <p:cNvPr id="3979" name="tx3979"/>
            <p:cNvSpPr/>
            <p:nvPr/>
          </p:nvSpPr>
          <p:spPr>
            <a:xfrm>
              <a:off x="2013922" y="5348460"/>
              <a:ext cx="44714" cy="9848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Symbol"/>
                  <a:cs typeface="Symbol"/>
                </a:rPr>
                <a:t>°</a:t>
              </a:r>
            </a:p>
          </p:txBody>
        </p:sp>
        <p:sp>
          <p:nvSpPr>
            <p:cNvPr id="3980" name="tx3980"/>
            <p:cNvSpPr/>
            <p:nvPr/>
          </p:nvSpPr>
          <p:spPr>
            <a:xfrm>
              <a:off x="2058636" y="5366840"/>
              <a:ext cx="80650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N</a:t>
              </a:r>
            </a:p>
          </p:txBody>
        </p:sp>
        <p:sp>
          <p:nvSpPr>
            <p:cNvPr id="3981" name="tx3981"/>
            <p:cNvSpPr/>
            <p:nvPr/>
          </p:nvSpPr>
          <p:spPr>
            <a:xfrm>
              <a:off x="1889564" y="4716468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30</a:t>
              </a:r>
            </a:p>
          </p:txBody>
        </p:sp>
        <p:sp>
          <p:nvSpPr>
            <p:cNvPr id="3982" name="tx3982"/>
            <p:cNvSpPr/>
            <p:nvPr/>
          </p:nvSpPr>
          <p:spPr>
            <a:xfrm>
              <a:off x="2013922" y="4698089"/>
              <a:ext cx="44714" cy="9848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Symbol"/>
                  <a:cs typeface="Symbol"/>
                </a:rPr>
                <a:t>°</a:t>
              </a:r>
            </a:p>
          </p:txBody>
        </p:sp>
        <p:sp>
          <p:nvSpPr>
            <p:cNvPr id="3983" name="tx3983"/>
            <p:cNvSpPr/>
            <p:nvPr/>
          </p:nvSpPr>
          <p:spPr>
            <a:xfrm>
              <a:off x="2058636" y="4716468"/>
              <a:ext cx="80650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N</a:t>
              </a:r>
            </a:p>
          </p:txBody>
        </p:sp>
        <p:sp>
          <p:nvSpPr>
            <p:cNvPr id="3984" name="tx3984"/>
            <p:cNvSpPr/>
            <p:nvPr/>
          </p:nvSpPr>
          <p:spPr>
            <a:xfrm>
              <a:off x="1889564" y="4066188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35</a:t>
              </a:r>
            </a:p>
          </p:txBody>
        </p:sp>
        <p:sp>
          <p:nvSpPr>
            <p:cNvPr id="3985" name="tx3985"/>
            <p:cNvSpPr/>
            <p:nvPr/>
          </p:nvSpPr>
          <p:spPr>
            <a:xfrm>
              <a:off x="2013922" y="4047809"/>
              <a:ext cx="44714" cy="9848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Symbol"/>
                  <a:cs typeface="Symbol"/>
                </a:rPr>
                <a:t>°</a:t>
              </a:r>
            </a:p>
          </p:txBody>
        </p:sp>
        <p:sp>
          <p:nvSpPr>
            <p:cNvPr id="3986" name="tx3986"/>
            <p:cNvSpPr/>
            <p:nvPr/>
          </p:nvSpPr>
          <p:spPr>
            <a:xfrm>
              <a:off x="2058636" y="4066188"/>
              <a:ext cx="80650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N</a:t>
              </a:r>
            </a:p>
          </p:txBody>
        </p:sp>
        <p:sp>
          <p:nvSpPr>
            <p:cNvPr id="3987" name="tx3987"/>
            <p:cNvSpPr/>
            <p:nvPr/>
          </p:nvSpPr>
          <p:spPr>
            <a:xfrm>
              <a:off x="1889564" y="3415908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40</a:t>
              </a:r>
            </a:p>
          </p:txBody>
        </p:sp>
        <p:sp>
          <p:nvSpPr>
            <p:cNvPr id="3988" name="tx3988"/>
            <p:cNvSpPr/>
            <p:nvPr/>
          </p:nvSpPr>
          <p:spPr>
            <a:xfrm>
              <a:off x="2013922" y="3397529"/>
              <a:ext cx="44714" cy="9848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Symbol"/>
                  <a:cs typeface="Symbol"/>
                </a:rPr>
                <a:t>°</a:t>
              </a:r>
            </a:p>
          </p:txBody>
        </p:sp>
        <p:sp>
          <p:nvSpPr>
            <p:cNvPr id="3989" name="tx3989"/>
            <p:cNvSpPr/>
            <p:nvPr/>
          </p:nvSpPr>
          <p:spPr>
            <a:xfrm>
              <a:off x="2058636" y="3415908"/>
              <a:ext cx="80650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N</a:t>
              </a:r>
            </a:p>
          </p:txBody>
        </p:sp>
        <p:sp>
          <p:nvSpPr>
            <p:cNvPr id="3990" name="tx3990"/>
            <p:cNvSpPr/>
            <p:nvPr/>
          </p:nvSpPr>
          <p:spPr>
            <a:xfrm>
              <a:off x="1889564" y="2765720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45</a:t>
              </a:r>
            </a:p>
          </p:txBody>
        </p:sp>
        <p:sp>
          <p:nvSpPr>
            <p:cNvPr id="3991" name="tx3991"/>
            <p:cNvSpPr/>
            <p:nvPr/>
          </p:nvSpPr>
          <p:spPr>
            <a:xfrm>
              <a:off x="2013922" y="2747340"/>
              <a:ext cx="44714" cy="9848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Symbol"/>
                  <a:cs typeface="Symbol"/>
                </a:rPr>
                <a:t>°</a:t>
              </a:r>
            </a:p>
          </p:txBody>
        </p:sp>
        <p:sp>
          <p:nvSpPr>
            <p:cNvPr id="3992" name="tx3992"/>
            <p:cNvSpPr/>
            <p:nvPr/>
          </p:nvSpPr>
          <p:spPr>
            <a:xfrm>
              <a:off x="2058636" y="2765720"/>
              <a:ext cx="80650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N</a:t>
              </a:r>
            </a:p>
          </p:txBody>
        </p:sp>
        <p:sp>
          <p:nvSpPr>
            <p:cNvPr id="3993" name="pl3993"/>
            <p:cNvSpPr/>
            <p:nvPr/>
          </p:nvSpPr>
          <p:spPr>
            <a:xfrm>
              <a:off x="2167122" y="5407850"/>
              <a:ext cx="34794" cy="0"/>
            </a:xfrm>
            <a:custGeom>
              <a:avLst/>
              <a:pathLst>
                <a:path w="34794" h="0">
                  <a:moveTo>
                    <a:pt x="0" y="0"/>
                  </a:moveTo>
                  <a:lnTo>
                    <a:pt x="34794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94" name="pl3994"/>
            <p:cNvSpPr/>
            <p:nvPr/>
          </p:nvSpPr>
          <p:spPr>
            <a:xfrm>
              <a:off x="2167122" y="4757570"/>
              <a:ext cx="34794" cy="0"/>
            </a:xfrm>
            <a:custGeom>
              <a:avLst/>
              <a:pathLst>
                <a:path w="34794" h="0">
                  <a:moveTo>
                    <a:pt x="0" y="0"/>
                  </a:moveTo>
                  <a:lnTo>
                    <a:pt x="34794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95" name="pl3995"/>
            <p:cNvSpPr/>
            <p:nvPr/>
          </p:nvSpPr>
          <p:spPr>
            <a:xfrm>
              <a:off x="2167122" y="4107291"/>
              <a:ext cx="34794" cy="0"/>
            </a:xfrm>
            <a:custGeom>
              <a:avLst/>
              <a:pathLst>
                <a:path w="34794" h="0">
                  <a:moveTo>
                    <a:pt x="0" y="0"/>
                  </a:moveTo>
                  <a:lnTo>
                    <a:pt x="34794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96" name="pl3996"/>
            <p:cNvSpPr/>
            <p:nvPr/>
          </p:nvSpPr>
          <p:spPr>
            <a:xfrm>
              <a:off x="2167122" y="3457011"/>
              <a:ext cx="34794" cy="0"/>
            </a:xfrm>
            <a:custGeom>
              <a:avLst/>
              <a:pathLst>
                <a:path w="34794" h="0">
                  <a:moveTo>
                    <a:pt x="0" y="0"/>
                  </a:moveTo>
                  <a:lnTo>
                    <a:pt x="34794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97" name="pl3997"/>
            <p:cNvSpPr/>
            <p:nvPr/>
          </p:nvSpPr>
          <p:spPr>
            <a:xfrm>
              <a:off x="2167122" y="2806731"/>
              <a:ext cx="34794" cy="0"/>
            </a:xfrm>
            <a:custGeom>
              <a:avLst/>
              <a:pathLst>
                <a:path w="34794" h="0">
                  <a:moveTo>
                    <a:pt x="0" y="0"/>
                  </a:moveTo>
                  <a:lnTo>
                    <a:pt x="34794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98" name="pl3998"/>
            <p:cNvSpPr/>
            <p:nvPr/>
          </p:nvSpPr>
          <p:spPr>
            <a:xfrm>
              <a:off x="2610961" y="5720948"/>
              <a:ext cx="0" cy="34794"/>
            </a:xfrm>
            <a:custGeom>
              <a:avLst/>
              <a:pathLst>
                <a:path w="0" h="34794">
                  <a:moveTo>
                    <a:pt x="0" y="34794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99" name="pl3999"/>
            <p:cNvSpPr/>
            <p:nvPr/>
          </p:nvSpPr>
          <p:spPr>
            <a:xfrm>
              <a:off x="3140137" y="5720948"/>
              <a:ext cx="0" cy="34794"/>
            </a:xfrm>
            <a:custGeom>
              <a:avLst/>
              <a:pathLst>
                <a:path w="0" h="34794">
                  <a:moveTo>
                    <a:pt x="0" y="34794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00" name="pl4000"/>
            <p:cNvSpPr/>
            <p:nvPr/>
          </p:nvSpPr>
          <p:spPr>
            <a:xfrm>
              <a:off x="3669312" y="5720948"/>
              <a:ext cx="0" cy="34794"/>
            </a:xfrm>
            <a:custGeom>
              <a:avLst/>
              <a:pathLst>
                <a:path w="0" h="34794">
                  <a:moveTo>
                    <a:pt x="0" y="34794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01" name="pl4001"/>
            <p:cNvSpPr/>
            <p:nvPr/>
          </p:nvSpPr>
          <p:spPr>
            <a:xfrm>
              <a:off x="4198487" y="5720948"/>
              <a:ext cx="0" cy="34794"/>
            </a:xfrm>
            <a:custGeom>
              <a:avLst/>
              <a:pathLst>
                <a:path w="0" h="34794">
                  <a:moveTo>
                    <a:pt x="0" y="34794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02" name="pl4002"/>
            <p:cNvSpPr/>
            <p:nvPr/>
          </p:nvSpPr>
          <p:spPr>
            <a:xfrm>
              <a:off x="4727662" y="5720948"/>
              <a:ext cx="0" cy="34794"/>
            </a:xfrm>
            <a:custGeom>
              <a:avLst/>
              <a:pathLst>
                <a:path w="0" h="34794">
                  <a:moveTo>
                    <a:pt x="0" y="34794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03" name="pl4003"/>
            <p:cNvSpPr/>
            <p:nvPr/>
          </p:nvSpPr>
          <p:spPr>
            <a:xfrm>
              <a:off x="5256837" y="5720948"/>
              <a:ext cx="0" cy="34794"/>
            </a:xfrm>
            <a:custGeom>
              <a:avLst/>
              <a:pathLst>
                <a:path w="0" h="34794">
                  <a:moveTo>
                    <a:pt x="0" y="34794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04" name="pl4004"/>
            <p:cNvSpPr/>
            <p:nvPr/>
          </p:nvSpPr>
          <p:spPr>
            <a:xfrm>
              <a:off x="5786012" y="5720948"/>
              <a:ext cx="0" cy="34794"/>
            </a:xfrm>
            <a:custGeom>
              <a:avLst/>
              <a:pathLst>
                <a:path w="0" h="34794">
                  <a:moveTo>
                    <a:pt x="0" y="34794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05" name="pl4005"/>
            <p:cNvSpPr/>
            <p:nvPr/>
          </p:nvSpPr>
          <p:spPr>
            <a:xfrm>
              <a:off x="6315187" y="5720948"/>
              <a:ext cx="0" cy="34794"/>
            </a:xfrm>
            <a:custGeom>
              <a:avLst/>
              <a:pathLst>
                <a:path w="0" h="34794">
                  <a:moveTo>
                    <a:pt x="0" y="34794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06" name="tx4006"/>
            <p:cNvSpPr/>
            <p:nvPr/>
          </p:nvSpPr>
          <p:spPr>
            <a:xfrm>
              <a:off x="2442620" y="5783578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100</a:t>
              </a:r>
            </a:p>
          </p:txBody>
        </p:sp>
        <p:sp>
          <p:nvSpPr>
            <p:cNvPr id="4007" name="tx4007"/>
            <p:cNvSpPr/>
            <p:nvPr/>
          </p:nvSpPr>
          <p:spPr>
            <a:xfrm>
              <a:off x="2629158" y="5765198"/>
              <a:ext cx="44714" cy="9848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Symbol"/>
                  <a:cs typeface="Symbol"/>
                </a:rPr>
                <a:t>°</a:t>
              </a:r>
            </a:p>
          </p:txBody>
        </p:sp>
        <p:sp>
          <p:nvSpPr>
            <p:cNvPr id="4008" name="tx4008"/>
            <p:cNvSpPr/>
            <p:nvPr/>
          </p:nvSpPr>
          <p:spPr>
            <a:xfrm>
              <a:off x="2673872" y="5783578"/>
              <a:ext cx="105430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W</a:t>
              </a:r>
            </a:p>
          </p:txBody>
        </p:sp>
        <p:sp>
          <p:nvSpPr>
            <p:cNvPr id="4009" name="tx4009"/>
            <p:cNvSpPr/>
            <p:nvPr/>
          </p:nvSpPr>
          <p:spPr>
            <a:xfrm>
              <a:off x="2987386" y="5783578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 95</a:t>
              </a:r>
            </a:p>
          </p:txBody>
        </p:sp>
        <p:sp>
          <p:nvSpPr>
            <p:cNvPr id="4010" name="tx4010"/>
            <p:cNvSpPr/>
            <p:nvPr/>
          </p:nvSpPr>
          <p:spPr>
            <a:xfrm>
              <a:off x="3142743" y="5765198"/>
              <a:ext cx="44714" cy="9848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Symbol"/>
                  <a:cs typeface="Symbol"/>
                </a:rPr>
                <a:t>°</a:t>
              </a:r>
            </a:p>
          </p:txBody>
        </p:sp>
        <p:sp>
          <p:nvSpPr>
            <p:cNvPr id="4011" name="tx4011"/>
            <p:cNvSpPr/>
            <p:nvPr/>
          </p:nvSpPr>
          <p:spPr>
            <a:xfrm>
              <a:off x="3187457" y="5783578"/>
              <a:ext cx="105430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W</a:t>
              </a:r>
            </a:p>
          </p:txBody>
        </p:sp>
        <p:sp>
          <p:nvSpPr>
            <p:cNvPr id="4012" name="tx4012"/>
            <p:cNvSpPr/>
            <p:nvPr/>
          </p:nvSpPr>
          <p:spPr>
            <a:xfrm>
              <a:off x="3516561" y="5783578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 90</a:t>
              </a:r>
            </a:p>
          </p:txBody>
        </p:sp>
        <p:sp>
          <p:nvSpPr>
            <p:cNvPr id="4013" name="tx4013"/>
            <p:cNvSpPr/>
            <p:nvPr/>
          </p:nvSpPr>
          <p:spPr>
            <a:xfrm>
              <a:off x="3671918" y="5765198"/>
              <a:ext cx="44714" cy="9848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Symbol"/>
                  <a:cs typeface="Symbol"/>
                </a:rPr>
                <a:t>°</a:t>
              </a:r>
            </a:p>
          </p:txBody>
        </p:sp>
        <p:sp>
          <p:nvSpPr>
            <p:cNvPr id="4014" name="tx4014"/>
            <p:cNvSpPr/>
            <p:nvPr/>
          </p:nvSpPr>
          <p:spPr>
            <a:xfrm>
              <a:off x="3716632" y="5783578"/>
              <a:ext cx="105430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W</a:t>
              </a:r>
            </a:p>
          </p:txBody>
        </p:sp>
        <p:sp>
          <p:nvSpPr>
            <p:cNvPr id="4015" name="tx4015"/>
            <p:cNvSpPr/>
            <p:nvPr/>
          </p:nvSpPr>
          <p:spPr>
            <a:xfrm>
              <a:off x="4045736" y="5783578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 85</a:t>
              </a:r>
            </a:p>
          </p:txBody>
        </p:sp>
        <p:sp>
          <p:nvSpPr>
            <p:cNvPr id="4016" name="tx4016"/>
            <p:cNvSpPr/>
            <p:nvPr/>
          </p:nvSpPr>
          <p:spPr>
            <a:xfrm>
              <a:off x="4201093" y="5765198"/>
              <a:ext cx="44714" cy="9848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Symbol"/>
                  <a:cs typeface="Symbol"/>
                </a:rPr>
                <a:t>°</a:t>
              </a:r>
            </a:p>
          </p:txBody>
        </p:sp>
        <p:sp>
          <p:nvSpPr>
            <p:cNvPr id="4017" name="tx4017"/>
            <p:cNvSpPr/>
            <p:nvPr/>
          </p:nvSpPr>
          <p:spPr>
            <a:xfrm>
              <a:off x="4245807" y="5783578"/>
              <a:ext cx="105430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W</a:t>
              </a:r>
            </a:p>
          </p:txBody>
        </p:sp>
        <p:sp>
          <p:nvSpPr>
            <p:cNvPr id="4018" name="tx4018"/>
            <p:cNvSpPr/>
            <p:nvPr/>
          </p:nvSpPr>
          <p:spPr>
            <a:xfrm>
              <a:off x="4574911" y="5783578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 80</a:t>
              </a:r>
            </a:p>
          </p:txBody>
        </p:sp>
        <p:sp>
          <p:nvSpPr>
            <p:cNvPr id="4019" name="tx4019"/>
            <p:cNvSpPr/>
            <p:nvPr/>
          </p:nvSpPr>
          <p:spPr>
            <a:xfrm>
              <a:off x="4730268" y="5765198"/>
              <a:ext cx="44714" cy="9848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Symbol"/>
                  <a:cs typeface="Symbol"/>
                </a:rPr>
                <a:t>°</a:t>
              </a:r>
            </a:p>
          </p:txBody>
        </p:sp>
        <p:sp>
          <p:nvSpPr>
            <p:cNvPr id="4020" name="tx4020"/>
            <p:cNvSpPr/>
            <p:nvPr/>
          </p:nvSpPr>
          <p:spPr>
            <a:xfrm>
              <a:off x="4774982" y="5783578"/>
              <a:ext cx="105430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W</a:t>
              </a:r>
            </a:p>
          </p:txBody>
        </p:sp>
        <p:sp>
          <p:nvSpPr>
            <p:cNvPr id="4021" name="tx4021"/>
            <p:cNvSpPr/>
            <p:nvPr/>
          </p:nvSpPr>
          <p:spPr>
            <a:xfrm>
              <a:off x="5104086" y="5783578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 75</a:t>
              </a:r>
            </a:p>
          </p:txBody>
        </p:sp>
        <p:sp>
          <p:nvSpPr>
            <p:cNvPr id="4022" name="tx4022"/>
            <p:cNvSpPr/>
            <p:nvPr/>
          </p:nvSpPr>
          <p:spPr>
            <a:xfrm>
              <a:off x="5259443" y="5765198"/>
              <a:ext cx="44714" cy="9848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Symbol"/>
                  <a:cs typeface="Symbol"/>
                </a:rPr>
                <a:t>°</a:t>
              </a:r>
            </a:p>
          </p:txBody>
        </p:sp>
        <p:sp>
          <p:nvSpPr>
            <p:cNvPr id="4023" name="tx4023"/>
            <p:cNvSpPr/>
            <p:nvPr/>
          </p:nvSpPr>
          <p:spPr>
            <a:xfrm>
              <a:off x="5304157" y="5783578"/>
              <a:ext cx="105430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W</a:t>
              </a:r>
            </a:p>
          </p:txBody>
        </p:sp>
        <p:sp>
          <p:nvSpPr>
            <p:cNvPr id="4024" name="tx4024"/>
            <p:cNvSpPr/>
            <p:nvPr/>
          </p:nvSpPr>
          <p:spPr>
            <a:xfrm>
              <a:off x="5633261" y="5783578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 70</a:t>
              </a:r>
            </a:p>
          </p:txBody>
        </p:sp>
        <p:sp>
          <p:nvSpPr>
            <p:cNvPr id="4025" name="tx4025"/>
            <p:cNvSpPr/>
            <p:nvPr/>
          </p:nvSpPr>
          <p:spPr>
            <a:xfrm>
              <a:off x="5788618" y="5765198"/>
              <a:ext cx="44714" cy="9848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Symbol"/>
                  <a:cs typeface="Symbol"/>
                </a:rPr>
                <a:t>°</a:t>
              </a:r>
            </a:p>
          </p:txBody>
        </p:sp>
        <p:sp>
          <p:nvSpPr>
            <p:cNvPr id="4026" name="tx4026"/>
            <p:cNvSpPr/>
            <p:nvPr/>
          </p:nvSpPr>
          <p:spPr>
            <a:xfrm>
              <a:off x="5833332" y="5783578"/>
              <a:ext cx="105430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W</a:t>
              </a:r>
            </a:p>
          </p:txBody>
        </p:sp>
        <p:sp>
          <p:nvSpPr>
            <p:cNvPr id="4027" name="tx4027"/>
            <p:cNvSpPr/>
            <p:nvPr/>
          </p:nvSpPr>
          <p:spPr>
            <a:xfrm>
              <a:off x="6162436" y="5783578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 65</a:t>
              </a:r>
            </a:p>
          </p:txBody>
        </p:sp>
        <p:sp>
          <p:nvSpPr>
            <p:cNvPr id="4028" name="tx4028"/>
            <p:cNvSpPr/>
            <p:nvPr/>
          </p:nvSpPr>
          <p:spPr>
            <a:xfrm>
              <a:off x="6317793" y="5765198"/>
              <a:ext cx="44714" cy="9848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Symbol"/>
                  <a:cs typeface="Symbol"/>
                </a:rPr>
                <a:t>°</a:t>
              </a:r>
            </a:p>
          </p:txBody>
        </p:sp>
        <p:sp>
          <p:nvSpPr>
            <p:cNvPr id="4029" name="tx4029"/>
            <p:cNvSpPr/>
            <p:nvPr/>
          </p:nvSpPr>
          <p:spPr>
            <a:xfrm>
              <a:off x="6362507" y="5783578"/>
              <a:ext cx="105430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W</a:t>
              </a:r>
            </a:p>
          </p:txBody>
        </p:sp>
        <p:sp>
          <p:nvSpPr>
            <p:cNvPr id="4030" name="tx4030"/>
            <p:cNvSpPr/>
            <p:nvPr/>
          </p:nvSpPr>
          <p:spPr>
            <a:xfrm>
              <a:off x="4066122" y="5925448"/>
              <a:ext cx="613836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Longitude</a:t>
              </a:r>
            </a:p>
          </p:txBody>
        </p:sp>
        <p:sp>
          <p:nvSpPr>
            <p:cNvPr id="4031" name="tx4031"/>
            <p:cNvSpPr/>
            <p:nvPr/>
          </p:nvSpPr>
          <p:spPr>
            <a:xfrm rot="-5400000">
              <a:off x="1525174" y="3987658"/>
              <a:ext cx="497159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Latitude</a:t>
              </a:r>
            </a:p>
          </p:txBody>
        </p:sp>
        <p:sp>
          <p:nvSpPr>
            <p:cNvPr id="4032" name="rc4032"/>
            <p:cNvSpPr/>
            <p:nvPr/>
          </p:nvSpPr>
          <p:spPr>
            <a:xfrm>
              <a:off x="6683342" y="3243743"/>
              <a:ext cx="737012" cy="1588048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4033" name="tx4033"/>
            <p:cNvSpPr/>
            <p:nvPr/>
          </p:nvSpPr>
          <p:spPr>
            <a:xfrm>
              <a:off x="6752931" y="3328785"/>
              <a:ext cx="59783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Genomic </a:t>
              </a:r>
            </a:p>
          </p:txBody>
        </p:sp>
        <p:sp>
          <p:nvSpPr>
            <p:cNvPr id="4034" name="tx4034"/>
            <p:cNvSpPr/>
            <p:nvPr/>
          </p:nvSpPr>
          <p:spPr>
            <a:xfrm>
              <a:off x="6752931" y="3479661"/>
              <a:ext cx="372526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Offset</a:t>
              </a:r>
            </a:p>
          </p:txBody>
        </p:sp>
        <p:pic>
          <p:nvPicPr>
            <p:cNvPr id="4035" name="pic4035"/>
            <p:cNvPicPr/>
            <p:nvPr/>
          </p:nvPicPr>
          <p:blipFill>
            <a:blip r:embed="rId2" cstate="print"/>
            <a:stretch>
              <a:fillRect/>
            </a:stretch>
          </p:blipFill>
          <p:spPr>
            <a:xfrm>
              <a:off x="6752931" y="3664922"/>
              <a:ext cx="219455" cy="1097280"/>
            </a:xfrm>
            <a:prstGeom prst="rect">
              <a:avLst/>
            </a:prstGeom>
          </p:spPr>
        </p:pic>
        <p:sp>
          <p:nvSpPr>
            <p:cNvPr id="4036" name="pl4036"/>
            <p:cNvSpPr/>
            <p:nvPr/>
          </p:nvSpPr>
          <p:spPr>
            <a:xfrm>
              <a:off x="6928496" y="4760373"/>
              <a:ext cx="43891" cy="0"/>
            </a:xfrm>
            <a:custGeom>
              <a:avLst/>
              <a:pathLst>
                <a:path w="43891" h="0">
                  <a:moveTo>
                    <a:pt x="0" y="0"/>
                  </a:moveTo>
                  <a:lnTo>
                    <a:pt x="43891" y="0"/>
                  </a:lnTo>
                </a:path>
              </a:pathLst>
            </a:custGeom>
            <a:ln w="4762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37" name="pl4037"/>
            <p:cNvSpPr/>
            <p:nvPr/>
          </p:nvSpPr>
          <p:spPr>
            <a:xfrm>
              <a:off x="6928496" y="4486967"/>
              <a:ext cx="43891" cy="0"/>
            </a:xfrm>
            <a:custGeom>
              <a:avLst/>
              <a:pathLst>
                <a:path w="43891" h="0">
                  <a:moveTo>
                    <a:pt x="0" y="0"/>
                  </a:moveTo>
                  <a:lnTo>
                    <a:pt x="43891" y="0"/>
                  </a:lnTo>
                </a:path>
              </a:pathLst>
            </a:custGeom>
            <a:ln w="4762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38" name="pl4038"/>
            <p:cNvSpPr/>
            <p:nvPr/>
          </p:nvSpPr>
          <p:spPr>
            <a:xfrm>
              <a:off x="6928496" y="4213562"/>
              <a:ext cx="43891" cy="0"/>
            </a:xfrm>
            <a:custGeom>
              <a:avLst/>
              <a:pathLst>
                <a:path w="43891" h="0">
                  <a:moveTo>
                    <a:pt x="0" y="0"/>
                  </a:moveTo>
                  <a:lnTo>
                    <a:pt x="43891" y="0"/>
                  </a:lnTo>
                </a:path>
              </a:pathLst>
            </a:custGeom>
            <a:ln w="4762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39" name="pl4039"/>
            <p:cNvSpPr/>
            <p:nvPr/>
          </p:nvSpPr>
          <p:spPr>
            <a:xfrm>
              <a:off x="6928496" y="3940156"/>
              <a:ext cx="43891" cy="0"/>
            </a:xfrm>
            <a:custGeom>
              <a:avLst/>
              <a:pathLst>
                <a:path w="43891" h="0">
                  <a:moveTo>
                    <a:pt x="0" y="0"/>
                  </a:moveTo>
                  <a:lnTo>
                    <a:pt x="43891" y="0"/>
                  </a:lnTo>
                </a:path>
              </a:pathLst>
            </a:custGeom>
            <a:ln w="4762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40" name="pl4040"/>
            <p:cNvSpPr/>
            <p:nvPr/>
          </p:nvSpPr>
          <p:spPr>
            <a:xfrm>
              <a:off x="6928496" y="3666751"/>
              <a:ext cx="43891" cy="0"/>
            </a:xfrm>
            <a:custGeom>
              <a:avLst/>
              <a:pathLst>
                <a:path w="43891" h="0">
                  <a:moveTo>
                    <a:pt x="0" y="0"/>
                  </a:moveTo>
                  <a:lnTo>
                    <a:pt x="43891" y="0"/>
                  </a:lnTo>
                </a:path>
              </a:pathLst>
            </a:custGeom>
            <a:ln w="4762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41" name="pl4041"/>
            <p:cNvSpPr/>
            <p:nvPr/>
          </p:nvSpPr>
          <p:spPr>
            <a:xfrm>
              <a:off x="6752931" y="4760373"/>
              <a:ext cx="43891" cy="0"/>
            </a:xfrm>
            <a:custGeom>
              <a:avLst/>
              <a:pathLst>
                <a:path w="43891" h="0">
                  <a:moveTo>
                    <a:pt x="43891" y="0"/>
                  </a:moveTo>
                  <a:lnTo>
                    <a:pt x="0" y="0"/>
                  </a:lnTo>
                </a:path>
              </a:pathLst>
            </a:custGeom>
            <a:ln w="4762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42" name="pl4042"/>
            <p:cNvSpPr/>
            <p:nvPr/>
          </p:nvSpPr>
          <p:spPr>
            <a:xfrm>
              <a:off x="6752931" y="4486967"/>
              <a:ext cx="43891" cy="0"/>
            </a:xfrm>
            <a:custGeom>
              <a:avLst/>
              <a:pathLst>
                <a:path w="43891" h="0">
                  <a:moveTo>
                    <a:pt x="43891" y="0"/>
                  </a:moveTo>
                  <a:lnTo>
                    <a:pt x="0" y="0"/>
                  </a:lnTo>
                </a:path>
              </a:pathLst>
            </a:custGeom>
            <a:ln w="4762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43" name="pl4043"/>
            <p:cNvSpPr/>
            <p:nvPr/>
          </p:nvSpPr>
          <p:spPr>
            <a:xfrm>
              <a:off x="6752931" y="4213562"/>
              <a:ext cx="43891" cy="0"/>
            </a:xfrm>
            <a:custGeom>
              <a:avLst/>
              <a:pathLst>
                <a:path w="43891" h="0">
                  <a:moveTo>
                    <a:pt x="43891" y="0"/>
                  </a:moveTo>
                  <a:lnTo>
                    <a:pt x="0" y="0"/>
                  </a:lnTo>
                </a:path>
              </a:pathLst>
            </a:custGeom>
            <a:ln w="4762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44" name="pl4044"/>
            <p:cNvSpPr/>
            <p:nvPr/>
          </p:nvSpPr>
          <p:spPr>
            <a:xfrm>
              <a:off x="6752931" y="3940156"/>
              <a:ext cx="43891" cy="0"/>
            </a:xfrm>
            <a:custGeom>
              <a:avLst/>
              <a:pathLst>
                <a:path w="43891" h="0">
                  <a:moveTo>
                    <a:pt x="43891" y="0"/>
                  </a:moveTo>
                  <a:lnTo>
                    <a:pt x="0" y="0"/>
                  </a:lnTo>
                </a:path>
              </a:pathLst>
            </a:custGeom>
            <a:ln w="4762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45" name="pl4045"/>
            <p:cNvSpPr/>
            <p:nvPr/>
          </p:nvSpPr>
          <p:spPr>
            <a:xfrm>
              <a:off x="6752931" y="3666751"/>
              <a:ext cx="43891" cy="0"/>
            </a:xfrm>
            <a:custGeom>
              <a:avLst/>
              <a:pathLst>
                <a:path w="43891" h="0">
                  <a:moveTo>
                    <a:pt x="43891" y="0"/>
                  </a:moveTo>
                  <a:lnTo>
                    <a:pt x="0" y="0"/>
                  </a:lnTo>
                </a:path>
              </a:pathLst>
            </a:custGeom>
            <a:ln w="4762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46" name="tx4046"/>
            <p:cNvSpPr/>
            <p:nvPr/>
          </p:nvSpPr>
          <p:spPr>
            <a:xfrm>
              <a:off x="7041976" y="4720322"/>
              <a:ext cx="217535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0.00</a:t>
              </a:r>
            </a:p>
          </p:txBody>
        </p:sp>
        <p:sp>
          <p:nvSpPr>
            <p:cNvPr id="4047" name="tx4047"/>
            <p:cNvSpPr/>
            <p:nvPr/>
          </p:nvSpPr>
          <p:spPr>
            <a:xfrm>
              <a:off x="7041976" y="4446917"/>
              <a:ext cx="217535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0.01</a:t>
              </a:r>
            </a:p>
          </p:txBody>
        </p:sp>
        <p:sp>
          <p:nvSpPr>
            <p:cNvPr id="4048" name="tx4048"/>
            <p:cNvSpPr/>
            <p:nvPr/>
          </p:nvSpPr>
          <p:spPr>
            <a:xfrm>
              <a:off x="7041976" y="4173511"/>
              <a:ext cx="217535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0.02</a:t>
              </a:r>
            </a:p>
          </p:txBody>
        </p:sp>
        <p:sp>
          <p:nvSpPr>
            <p:cNvPr id="4049" name="tx4049"/>
            <p:cNvSpPr/>
            <p:nvPr/>
          </p:nvSpPr>
          <p:spPr>
            <a:xfrm>
              <a:off x="7041976" y="3900105"/>
              <a:ext cx="217535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0.03</a:t>
              </a:r>
            </a:p>
          </p:txBody>
        </p:sp>
        <p:sp>
          <p:nvSpPr>
            <p:cNvPr id="4050" name="tx4050"/>
            <p:cNvSpPr/>
            <p:nvPr/>
          </p:nvSpPr>
          <p:spPr>
            <a:xfrm>
              <a:off x="7041976" y="3626700"/>
              <a:ext cx="217535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0.04</a:t>
              </a:r>
            </a:p>
          </p:txBody>
        </p:sp>
        <p:sp>
          <p:nvSpPr>
            <p:cNvPr id="4051" name="tx4051"/>
            <p:cNvSpPr/>
            <p:nvPr/>
          </p:nvSpPr>
          <p:spPr>
            <a:xfrm>
              <a:off x="2201917" y="1669789"/>
              <a:ext cx="2541117" cy="21863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2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24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Genomic Offset to </a:t>
              </a:r>
            </a:p>
          </p:txBody>
        </p:sp>
        <p:sp>
          <p:nvSpPr>
            <p:cNvPr id="4052" name="tx4052"/>
            <p:cNvSpPr/>
            <p:nvPr/>
          </p:nvSpPr>
          <p:spPr>
            <a:xfrm>
              <a:off x="2201917" y="1998973"/>
              <a:ext cx="2133660" cy="21863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2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24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York River (GF)</a:t>
              </a:r>
            </a:p>
          </p:txBody>
        </p:sp>
      </p:grp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rc4"/>
            <p:cNvSpPr/>
            <p:nvPr/>
          </p:nvSpPr>
          <p:spPr>
            <a:xfrm>
              <a:off x="1754045" y="1600200"/>
              <a:ext cx="5635909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13550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rc5"/>
            <p:cNvSpPr/>
            <p:nvPr/>
          </p:nvSpPr>
          <p:spPr>
            <a:xfrm>
              <a:off x="2301906" y="1669789"/>
              <a:ext cx="4149766" cy="4051159"/>
            </a:xfrm>
            <a:prstGeom prst="rect">
              <a:avLst/>
            </a:prstGeom>
            <a:solidFill>
              <a:srgbClr val="F0F8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2384234" y="1669789"/>
              <a:ext cx="0" cy="4051159"/>
            </a:xfrm>
            <a:custGeom>
              <a:avLst/>
              <a:pathLst>
                <a:path w="0" h="4051159">
                  <a:moveTo>
                    <a:pt x="0" y="4051159"/>
                  </a:moveTo>
                  <a:lnTo>
                    <a:pt x="0" y="4027755"/>
                  </a:lnTo>
                  <a:lnTo>
                    <a:pt x="0" y="3970809"/>
                  </a:lnTo>
                  <a:lnTo>
                    <a:pt x="0" y="3913864"/>
                  </a:lnTo>
                  <a:lnTo>
                    <a:pt x="0" y="3856918"/>
                  </a:lnTo>
                  <a:lnTo>
                    <a:pt x="0" y="3799972"/>
                  </a:lnTo>
                  <a:lnTo>
                    <a:pt x="0" y="3743027"/>
                  </a:lnTo>
                  <a:lnTo>
                    <a:pt x="0" y="3686081"/>
                  </a:lnTo>
                  <a:lnTo>
                    <a:pt x="0" y="3629136"/>
                  </a:lnTo>
                  <a:lnTo>
                    <a:pt x="0" y="3572190"/>
                  </a:lnTo>
                  <a:lnTo>
                    <a:pt x="0" y="3515244"/>
                  </a:lnTo>
                  <a:lnTo>
                    <a:pt x="0" y="3458299"/>
                  </a:lnTo>
                  <a:lnTo>
                    <a:pt x="0" y="3401353"/>
                  </a:lnTo>
                  <a:lnTo>
                    <a:pt x="0" y="3344407"/>
                  </a:lnTo>
                  <a:lnTo>
                    <a:pt x="0" y="3287462"/>
                  </a:lnTo>
                  <a:lnTo>
                    <a:pt x="0" y="3230516"/>
                  </a:lnTo>
                  <a:lnTo>
                    <a:pt x="0" y="3173571"/>
                  </a:lnTo>
                  <a:lnTo>
                    <a:pt x="0" y="3116625"/>
                  </a:lnTo>
                  <a:lnTo>
                    <a:pt x="0" y="3059679"/>
                  </a:lnTo>
                  <a:lnTo>
                    <a:pt x="0" y="3002734"/>
                  </a:lnTo>
                  <a:lnTo>
                    <a:pt x="0" y="2945788"/>
                  </a:lnTo>
                  <a:lnTo>
                    <a:pt x="0" y="2888843"/>
                  </a:lnTo>
                  <a:lnTo>
                    <a:pt x="0" y="2831897"/>
                  </a:lnTo>
                  <a:lnTo>
                    <a:pt x="0" y="2774951"/>
                  </a:lnTo>
                  <a:lnTo>
                    <a:pt x="0" y="2718006"/>
                  </a:lnTo>
                  <a:lnTo>
                    <a:pt x="0" y="2661060"/>
                  </a:lnTo>
                  <a:lnTo>
                    <a:pt x="0" y="2604115"/>
                  </a:lnTo>
                  <a:lnTo>
                    <a:pt x="0" y="2547169"/>
                  </a:lnTo>
                  <a:lnTo>
                    <a:pt x="0" y="2490223"/>
                  </a:lnTo>
                  <a:lnTo>
                    <a:pt x="0" y="2433278"/>
                  </a:lnTo>
                  <a:lnTo>
                    <a:pt x="0" y="2376332"/>
                  </a:lnTo>
                  <a:lnTo>
                    <a:pt x="0" y="2319386"/>
                  </a:lnTo>
                  <a:lnTo>
                    <a:pt x="0" y="2262441"/>
                  </a:lnTo>
                  <a:lnTo>
                    <a:pt x="0" y="2205495"/>
                  </a:lnTo>
                  <a:lnTo>
                    <a:pt x="0" y="2148550"/>
                  </a:lnTo>
                  <a:lnTo>
                    <a:pt x="0" y="2091604"/>
                  </a:lnTo>
                  <a:lnTo>
                    <a:pt x="0" y="2034658"/>
                  </a:lnTo>
                  <a:lnTo>
                    <a:pt x="0" y="1977713"/>
                  </a:lnTo>
                  <a:lnTo>
                    <a:pt x="0" y="1920767"/>
                  </a:lnTo>
                  <a:lnTo>
                    <a:pt x="0" y="1863822"/>
                  </a:lnTo>
                  <a:lnTo>
                    <a:pt x="0" y="1806876"/>
                  </a:lnTo>
                  <a:lnTo>
                    <a:pt x="0" y="1749930"/>
                  </a:lnTo>
                  <a:lnTo>
                    <a:pt x="0" y="1692985"/>
                  </a:lnTo>
                  <a:lnTo>
                    <a:pt x="0" y="1636039"/>
                  </a:lnTo>
                  <a:lnTo>
                    <a:pt x="0" y="1579094"/>
                  </a:lnTo>
                  <a:lnTo>
                    <a:pt x="0" y="1522148"/>
                  </a:lnTo>
                  <a:lnTo>
                    <a:pt x="0" y="1465202"/>
                  </a:lnTo>
                  <a:lnTo>
                    <a:pt x="0" y="1408257"/>
                  </a:lnTo>
                  <a:lnTo>
                    <a:pt x="0" y="1351311"/>
                  </a:lnTo>
                  <a:lnTo>
                    <a:pt x="0" y="1294366"/>
                  </a:lnTo>
                  <a:lnTo>
                    <a:pt x="0" y="1237420"/>
                  </a:lnTo>
                  <a:lnTo>
                    <a:pt x="0" y="1180474"/>
                  </a:lnTo>
                  <a:lnTo>
                    <a:pt x="0" y="1123529"/>
                  </a:lnTo>
                  <a:lnTo>
                    <a:pt x="0" y="1066583"/>
                  </a:lnTo>
                  <a:lnTo>
                    <a:pt x="0" y="1009637"/>
                  </a:lnTo>
                  <a:lnTo>
                    <a:pt x="0" y="952692"/>
                  </a:lnTo>
                  <a:lnTo>
                    <a:pt x="0" y="895746"/>
                  </a:lnTo>
                  <a:lnTo>
                    <a:pt x="0" y="838801"/>
                  </a:lnTo>
                  <a:lnTo>
                    <a:pt x="0" y="781855"/>
                  </a:lnTo>
                  <a:lnTo>
                    <a:pt x="0" y="724909"/>
                  </a:lnTo>
                  <a:lnTo>
                    <a:pt x="0" y="667964"/>
                  </a:lnTo>
                  <a:lnTo>
                    <a:pt x="0" y="611018"/>
                  </a:lnTo>
                  <a:lnTo>
                    <a:pt x="0" y="554073"/>
                  </a:lnTo>
                  <a:lnTo>
                    <a:pt x="0" y="497127"/>
                  </a:lnTo>
                  <a:lnTo>
                    <a:pt x="0" y="440181"/>
                  </a:lnTo>
                  <a:lnTo>
                    <a:pt x="0" y="383236"/>
                  </a:lnTo>
                  <a:lnTo>
                    <a:pt x="0" y="326290"/>
                  </a:lnTo>
                  <a:lnTo>
                    <a:pt x="0" y="269345"/>
                  </a:lnTo>
                  <a:lnTo>
                    <a:pt x="0" y="212399"/>
                  </a:lnTo>
                  <a:lnTo>
                    <a:pt x="0" y="155453"/>
                  </a:lnTo>
                  <a:lnTo>
                    <a:pt x="0" y="98508"/>
                  </a:lnTo>
                  <a:lnTo>
                    <a:pt x="0" y="41562"/>
                  </a:ln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rnd">
              <a:solidFill>
                <a:srgbClr val="F0F8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3124860" y="1669789"/>
              <a:ext cx="0" cy="4051159"/>
            </a:xfrm>
            <a:custGeom>
              <a:avLst/>
              <a:pathLst>
                <a:path w="0" h="4051159">
                  <a:moveTo>
                    <a:pt x="0" y="4051159"/>
                  </a:moveTo>
                  <a:lnTo>
                    <a:pt x="0" y="4027755"/>
                  </a:lnTo>
                  <a:lnTo>
                    <a:pt x="0" y="3970809"/>
                  </a:lnTo>
                  <a:lnTo>
                    <a:pt x="0" y="3913864"/>
                  </a:lnTo>
                  <a:lnTo>
                    <a:pt x="0" y="3856918"/>
                  </a:lnTo>
                  <a:lnTo>
                    <a:pt x="0" y="3799972"/>
                  </a:lnTo>
                  <a:lnTo>
                    <a:pt x="0" y="3743027"/>
                  </a:lnTo>
                  <a:lnTo>
                    <a:pt x="0" y="3686081"/>
                  </a:lnTo>
                  <a:lnTo>
                    <a:pt x="0" y="3629136"/>
                  </a:lnTo>
                  <a:lnTo>
                    <a:pt x="0" y="3572190"/>
                  </a:lnTo>
                  <a:lnTo>
                    <a:pt x="0" y="3515244"/>
                  </a:lnTo>
                  <a:lnTo>
                    <a:pt x="0" y="3458299"/>
                  </a:lnTo>
                  <a:lnTo>
                    <a:pt x="0" y="3401353"/>
                  </a:lnTo>
                  <a:lnTo>
                    <a:pt x="0" y="3344407"/>
                  </a:lnTo>
                  <a:lnTo>
                    <a:pt x="0" y="3287462"/>
                  </a:lnTo>
                  <a:lnTo>
                    <a:pt x="0" y="3230516"/>
                  </a:lnTo>
                  <a:lnTo>
                    <a:pt x="0" y="3173571"/>
                  </a:lnTo>
                  <a:lnTo>
                    <a:pt x="0" y="3116625"/>
                  </a:lnTo>
                  <a:lnTo>
                    <a:pt x="0" y="3059679"/>
                  </a:lnTo>
                  <a:lnTo>
                    <a:pt x="0" y="3002734"/>
                  </a:lnTo>
                  <a:lnTo>
                    <a:pt x="0" y="2945788"/>
                  </a:lnTo>
                  <a:lnTo>
                    <a:pt x="0" y="2888843"/>
                  </a:lnTo>
                  <a:lnTo>
                    <a:pt x="0" y="2831897"/>
                  </a:lnTo>
                  <a:lnTo>
                    <a:pt x="0" y="2774951"/>
                  </a:lnTo>
                  <a:lnTo>
                    <a:pt x="0" y="2718006"/>
                  </a:lnTo>
                  <a:lnTo>
                    <a:pt x="0" y="2661060"/>
                  </a:lnTo>
                  <a:lnTo>
                    <a:pt x="0" y="2604115"/>
                  </a:lnTo>
                  <a:lnTo>
                    <a:pt x="0" y="2547169"/>
                  </a:lnTo>
                  <a:lnTo>
                    <a:pt x="0" y="2490223"/>
                  </a:lnTo>
                  <a:lnTo>
                    <a:pt x="0" y="2433278"/>
                  </a:lnTo>
                  <a:lnTo>
                    <a:pt x="0" y="2376332"/>
                  </a:lnTo>
                  <a:lnTo>
                    <a:pt x="0" y="2319386"/>
                  </a:lnTo>
                  <a:lnTo>
                    <a:pt x="0" y="2262441"/>
                  </a:lnTo>
                  <a:lnTo>
                    <a:pt x="0" y="2205495"/>
                  </a:lnTo>
                  <a:lnTo>
                    <a:pt x="0" y="2148550"/>
                  </a:lnTo>
                  <a:lnTo>
                    <a:pt x="0" y="2091604"/>
                  </a:lnTo>
                  <a:lnTo>
                    <a:pt x="0" y="2034658"/>
                  </a:lnTo>
                  <a:lnTo>
                    <a:pt x="0" y="1977713"/>
                  </a:lnTo>
                  <a:lnTo>
                    <a:pt x="0" y="1920767"/>
                  </a:lnTo>
                  <a:lnTo>
                    <a:pt x="0" y="1863822"/>
                  </a:lnTo>
                  <a:lnTo>
                    <a:pt x="0" y="1806876"/>
                  </a:lnTo>
                  <a:lnTo>
                    <a:pt x="0" y="1749930"/>
                  </a:lnTo>
                  <a:lnTo>
                    <a:pt x="0" y="1692985"/>
                  </a:lnTo>
                  <a:lnTo>
                    <a:pt x="0" y="1636039"/>
                  </a:lnTo>
                  <a:lnTo>
                    <a:pt x="0" y="1579094"/>
                  </a:lnTo>
                  <a:lnTo>
                    <a:pt x="0" y="1522148"/>
                  </a:lnTo>
                  <a:lnTo>
                    <a:pt x="0" y="1465202"/>
                  </a:lnTo>
                  <a:lnTo>
                    <a:pt x="0" y="1408257"/>
                  </a:lnTo>
                  <a:lnTo>
                    <a:pt x="0" y="1351311"/>
                  </a:lnTo>
                  <a:lnTo>
                    <a:pt x="0" y="1294366"/>
                  </a:lnTo>
                  <a:lnTo>
                    <a:pt x="0" y="1237420"/>
                  </a:lnTo>
                  <a:lnTo>
                    <a:pt x="0" y="1180474"/>
                  </a:lnTo>
                  <a:lnTo>
                    <a:pt x="0" y="1123529"/>
                  </a:lnTo>
                  <a:lnTo>
                    <a:pt x="0" y="1066583"/>
                  </a:lnTo>
                  <a:lnTo>
                    <a:pt x="0" y="1009637"/>
                  </a:lnTo>
                  <a:lnTo>
                    <a:pt x="0" y="952692"/>
                  </a:lnTo>
                  <a:lnTo>
                    <a:pt x="0" y="895746"/>
                  </a:lnTo>
                  <a:lnTo>
                    <a:pt x="0" y="838801"/>
                  </a:lnTo>
                  <a:lnTo>
                    <a:pt x="0" y="781855"/>
                  </a:lnTo>
                  <a:lnTo>
                    <a:pt x="0" y="724909"/>
                  </a:lnTo>
                  <a:lnTo>
                    <a:pt x="0" y="667964"/>
                  </a:lnTo>
                  <a:lnTo>
                    <a:pt x="0" y="611018"/>
                  </a:lnTo>
                  <a:lnTo>
                    <a:pt x="0" y="554073"/>
                  </a:lnTo>
                  <a:lnTo>
                    <a:pt x="0" y="497127"/>
                  </a:lnTo>
                  <a:lnTo>
                    <a:pt x="0" y="440181"/>
                  </a:lnTo>
                  <a:lnTo>
                    <a:pt x="0" y="383236"/>
                  </a:lnTo>
                  <a:lnTo>
                    <a:pt x="0" y="326290"/>
                  </a:lnTo>
                  <a:lnTo>
                    <a:pt x="0" y="269345"/>
                  </a:lnTo>
                  <a:lnTo>
                    <a:pt x="0" y="212399"/>
                  </a:lnTo>
                  <a:lnTo>
                    <a:pt x="0" y="155453"/>
                  </a:lnTo>
                  <a:lnTo>
                    <a:pt x="0" y="98508"/>
                  </a:lnTo>
                  <a:lnTo>
                    <a:pt x="0" y="41562"/>
                  </a:ln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rnd">
              <a:solidFill>
                <a:srgbClr val="F0F8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3865485" y="1669789"/>
              <a:ext cx="0" cy="4051159"/>
            </a:xfrm>
            <a:custGeom>
              <a:avLst/>
              <a:pathLst>
                <a:path w="0" h="4051159">
                  <a:moveTo>
                    <a:pt x="0" y="4051159"/>
                  </a:moveTo>
                  <a:lnTo>
                    <a:pt x="0" y="4027755"/>
                  </a:lnTo>
                  <a:lnTo>
                    <a:pt x="0" y="3970809"/>
                  </a:lnTo>
                  <a:lnTo>
                    <a:pt x="0" y="3913864"/>
                  </a:lnTo>
                  <a:lnTo>
                    <a:pt x="0" y="3856918"/>
                  </a:lnTo>
                  <a:lnTo>
                    <a:pt x="0" y="3799972"/>
                  </a:lnTo>
                  <a:lnTo>
                    <a:pt x="0" y="3743027"/>
                  </a:lnTo>
                  <a:lnTo>
                    <a:pt x="0" y="3686081"/>
                  </a:lnTo>
                  <a:lnTo>
                    <a:pt x="0" y="3629136"/>
                  </a:lnTo>
                  <a:lnTo>
                    <a:pt x="0" y="3572190"/>
                  </a:lnTo>
                  <a:lnTo>
                    <a:pt x="0" y="3515244"/>
                  </a:lnTo>
                  <a:lnTo>
                    <a:pt x="0" y="3458299"/>
                  </a:lnTo>
                  <a:lnTo>
                    <a:pt x="0" y="3401353"/>
                  </a:lnTo>
                  <a:lnTo>
                    <a:pt x="0" y="3344407"/>
                  </a:lnTo>
                  <a:lnTo>
                    <a:pt x="0" y="3287462"/>
                  </a:lnTo>
                  <a:lnTo>
                    <a:pt x="0" y="3230516"/>
                  </a:lnTo>
                  <a:lnTo>
                    <a:pt x="0" y="3173571"/>
                  </a:lnTo>
                  <a:lnTo>
                    <a:pt x="0" y="3116625"/>
                  </a:lnTo>
                  <a:lnTo>
                    <a:pt x="0" y="3059679"/>
                  </a:lnTo>
                  <a:lnTo>
                    <a:pt x="0" y="3002734"/>
                  </a:lnTo>
                  <a:lnTo>
                    <a:pt x="0" y="2945788"/>
                  </a:lnTo>
                  <a:lnTo>
                    <a:pt x="0" y="2888843"/>
                  </a:lnTo>
                  <a:lnTo>
                    <a:pt x="0" y="2831897"/>
                  </a:lnTo>
                  <a:lnTo>
                    <a:pt x="0" y="2774951"/>
                  </a:lnTo>
                  <a:lnTo>
                    <a:pt x="0" y="2718006"/>
                  </a:lnTo>
                  <a:lnTo>
                    <a:pt x="0" y="2661060"/>
                  </a:lnTo>
                  <a:lnTo>
                    <a:pt x="0" y="2604115"/>
                  </a:lnTo>
                  <a:lnTo>
                    <a:pt x="0" y="2547169"/>
                  </a:lnTo>
                  <a:lnTo>
                    <a:pt x="0" y="2490223"/>
                  </a:lnTo>
                  <a:lnTo>
                    <a:pt x="0" y="2433278"/>
                  </a:lnTo>
                  <a:lnTo>
                    <a:pt x="0" y="2376332"/>
                  </a:lnTo>
                  <a:lnTo>
                    <a:pt x="0" y="2319386"/>
                  </a:lnTo>
                  <a:lnTo>
                    <a:pt x="0" y="2262441"/>
                  </a:lnTo>
                  <a:lnTo>
                    <a:pt x="0" y="2205495"/>
                  </a:lnTo>
                  <a:lnTo>
                    <a:pt x="0" y="2148550"/>
                  </a:lnTo>
                  <a:lnTo>
                    <a:pt x="0" y="2091604"/>
                  </a:lnTo>
                  <a:lnTo>
                    <a:pt x="0" y="2034658"/>
                  </a:lnTo>
                  <a:lnTo>
                    <a:pt x="0" y="1977713"/>
                  </a:lnTo>
                  <a:lnTo>
                    <a:pt x="0" y="1920767"/>
                  </a:lnTo>
                  <a:lnTo>
                    <a:pt x="0" y="1863822"/>
                  </a:lnTo>
                  <a:lnTo>
                    <a:pt x="0" y="1806876"/>
                  </a:lnTo>
                  <a:lnTo>
                    <a:pt x="0" y="1749930"/>
                  </a:lnTo>
                  <a:lnTo>
                    <a:pt x="0" y="1692985"/>
                  </a:lnTo>
                  <a:lnTo>
                    <a:pt x="0" y="1636039"/>
                  </a:lnTo>
                  <a:lnTo>
                    <a:pt x="0" y="1579094"/>
                  </a:lnTo>
                  <a:lnTo>
                    <a:pt x="0" y="1522148"/>
                  </a:lnTo>
                  <a:lnTo>
                    <a:pt x="0" y="1465202"/>
                  </a:lnTo>
                  <a:lnTo>
                    <a:pt x="0" y="1408257"/>
                  </a:lnTo>
                  <a:lnTo>
                    <a:pt x="0" y="1351311"/>
                  </a:lnTo>
                  <a:lnTo>
                    <a:pt x="0" y="1294366"/>
                  </a:lnTo>
                  <a:lnTo>
                    <a:pt x="0" y="1237420"/>
                  </a:lnTo>
                  <a:lnTo>
                    <a:pt x="0" y="1180474"/>
                  </a:lnTo>
                  <a:lnTo>
                    <a:pt x="0" y="1123529"/>
                  </a:lnTo>
                  <a:lnTo>
                    <a:pt x="0" y="1066583"/>
                  </a:lnTo>
                  <a:lnTo>
                    <a:pt x="0" y="1009637"/>
                  </a:lnTo>
                  <a:lnTo>
                    <a:pt x="0" y="952692"/>
                  </a:lnTo>
                  <a:lnTo>
                    <a:pt x="0" y="895746"/>
                  </a:lnTo>
                  <a:lnTo>
                    <a:pt x="0" y="838801"/>
                  </a:lnTo>
                  <a:lnTo>
                    <a:pt x="0" y="781855"/>
                  </a:lnTo>
                  <a:lnTo>
                    <a:pt x="0" y="724909"/>
                  </a:lnTo>
                  <a:lnTo>
                    <a:pt x="0" y="667964"/>
                  </a:lnTo>
                  <a:lnTo>
                    <a:pt x="0" y="611018"/>
                  </a:lnTo>
                  <a:lnTo>
                    <a:pt x="0" y="554073"/>
                  </a:lnTo>
                  <a:lnTo>
                    <a:pt x="0" y="497127"/>
                  </a:lnTo>
                  <a:lnTo>
                    <a:pt x="0" y="440181"/>
                  </a:lnTo>
                  <a:lnTo>
                    <a:pt x="0" y="383236"/>
                  </a:lnTo>
                  <a:lnTo>
                    <a:pt x="0" y="326290"/>
                  </a:lnTo>
                  <a:lnTo>
                    <a:pt x="0" y="269345"/>
                  </a:lnTo>
                  <a:lnTo>
                    <a:pt x="0" y="212399"/>
                  </a:lnTo>
                  <a:lnTo>
                    <a:pt x="0" y="155453"/>
                  </a:lnTo>
                  <a:lnTo>
                    <a:pt x="0" y="98508"/>
                  </a:lnTo>
                  <a:lnTo>
                    <a:pt x="0" y="41562"/>
                  </a:ln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rnd">
              <a:solidFill>
                <a:srgbClr val="F0F8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4606110" y="1669789"/>
              <a:ext cx="0" cy="4051159"/>
            </a:xfrm>
            <a:custGeom>
              <a:avLst/>
              <a:pathLst>
                <a:path w="0" h="4051159">
                  <a:moveTo>
                    <a:pt x="0" y="4051159"/>
                  </a:moveTo>
                  <a:lnTo>
                    <a:pt x="0" y="4027755"/>
                  </a:lnTo>
                  <a:lnTo>
                    <a:pt x="0" y="3970809"/>
                  </a:lnTo>
                  <a:lnTo>
                    <a:pt x="0" y="3913864"/>
                  </a:lnTo>
                  <a:lnTo>
                    <a:pt x="0" y="3856918"/>
                  </a:lnTo>
                  <a:lnTo>
                    <a:pt x="0" y="3799972"/>
                  </a:lnTo>
                  <a:lnTo>
                    <a:pt x="0" y="3743027"/>
                  </a:lnTo>
                  <a:lnTo>
                    <a:pt x="0" y="3686081"/>
                  </a:lnTo>
                  <a:lnTo>
                    <a:pt x="0" y="3629136"/>
                  </a:lnTo>
                  <a:lnTo>
                    <a:pt x="0" y="3572190"/>
                  </a:lnTo>
                  <a:lnTo>
                    <a:pt x="0" y="3515244"/>
                  </a:lnTo>
                  <a:lnTo>
                    <a:pt x="0" y="3458299"/>
                  </a:lnTo>
                  <a:lnTo>
                    <a:pt x="0" y="3401353"/>
                  </a:lnTo>
                  <a:lnTo>
                    <a:pt x="0" y="3344407"/>
                  </a:lnTo>
                  <a:lnTo>
                    <a:pt x="0" y="3287462"/>
                  </a:lnTo>
                  <a:lnTo>
                    <a:pt x="0" y="3230516"/>
                  </a:lnTo>
                  <a:lnTo>
                    <a:pt x="0" y="3173571"/>
                  </a:lnTo>
                  <a:lnTo>
                    <a:pt x="0" y="3116625"/>
                  </a:lnTo>
                  <a:lnTo>
                    <a:pt x="0" y="3059679"/>
                  </a:lnTo>
                  <a:lnTo>
                    <a:pt x="0" y="3002734"/>
                  </a:lnTo>
                  <a:lnTo>
                    <a:pt x="0" y="2945788"/>
                  </a:lnTo>
                  <a:lnTo>
                    <a:pt x="0" y="2888843"/>
                  </a:lnTo>
                  <a:lnTo>
                    <a:pt x="0" y="2831897"/>
                  </a:lnTo>
                  <a:lnTo>
                    <a:pt x="0" y="2774951"/>
                  </a:lnTo>
                  <a:lnTo>
                    <a:pt x="0" y="2718006"/>
                  </a:lnTo>
                  <a:lnTo>
                    <a:pt x="0" y="2661060"/>
                  </a:lnTo>
                  <a:lnTo>
                    <a:pt x="0" y="2604115"/>
                  </a:lnTo>
                  <a:lnTo>
                    <a:pt x="0" y="2547169"/>
                  </a:lnTo>
                  <a:lnTo>
                    <a:pt x="0" y="2490223"/>
                  </a:lnTo>
                  <a:lnTo>
                    <a:pt x="0" y="2433278"/>
                  </a:lnTo>
                  <a:lnTo>
                    <a:pt x="0" y="2376332"/>
                  </a:lnTo>
                  <a:lnTo>
                    <a:pt x="0" y="2319386"/>
                  </a:lnTo>
                  <a:lnTo>
                    <a:pt x="0" y="2262441"/>
                  </a:lnTo>
                  <a:lnTo>
                    <a:pt x="0" y="2205495"/>
                  </a:lnTo>
                  <a:lnTo>
                    <a:pt x="0" y="2148550"/>
                  </a:lnTo>
                  <a:lnTo>
                    <a:pt x="0" y="2091604"/>
                  </a:lnTo>
                  <a:lnTo>
                    <a:pt x="0" y="2034658"/>
                  </a:lnTo>
                  <a:lnTo>
                    <a:pt x="0" y="1977713"/>
                  </a:lnTo>
                  <a:lnTo>
                    <a:pt x="0" y="1920767"/>
                  </a:lnTo>
                  <a:lnTo>
                    <a:pt x="0" y="1863822"/>
                  </a:lnTo>
                  <a:lnTo>
                    <a:pt x="0" y="1806876"/>
                  </a:lnTo>
                  <a:lnTo>
                    <a:pt x="0" y="1749930"/>
                  </a:lnTo>
                  <a:lnTo>
                    <a:pt x="0" y="1692985"/>
                  </a:lnTo>
                  <a:lnTo>
                    <a:pt x="0" y="1636039"/>
                  </a:lnTo>
                  <a:lnTo>
                    <a:pt x="0" y="1579094"/>
                  </a:lnTo>
                  <a:lnTo>
                    <a:pt x="0" y="1522148"/>
                  </a:lnTo>
                  <a:lnTo>
                    <a:pt x="0" y="1465202"/>
                  </a:lnTo>
                  <a:lnTo>
                    <a:pt x="0" y="1408257"/>
                  </a:lnTo>
                  <a:lnTo>
                    <a:pt x="0" y="1351311"/>
                  </a:lnTo>
                  <a:lnTo>
                    <a:pt x="0" y="1294366"/>
                  </a:lnTo>
                  <a:lnTo>
                    <a:pt x="0" y="1237420"/>
                  </a:lnTo>
                  <a:lnTo>
                    <a:pt x="0" y="1180474"/>
                  </a:lnTo>
                  <a:lnTo>
                    <a:pt x="0" y="1123529"/>
                  </a:lnTo>
                  <a:lnTo>
                    <a:pt x="0" y="1066583"/>
                  </a:lnTo>
                  <a:lnTo>
                    <a:pt x="0" y="1009637"/>
                  </a:lnTo>
                  <a:lnTo>
                    <a:pt x="0" y="952692"/>
                  </a:lnTo>
                  <a:lnTo>
                    <a:pt x="0" y="895746"/>
                  </a:lnTo>
                  <a:lnTo>
                    <a:pt x="0" y="838801"/>
                  </a:lnTo>
                  <a:lnTo>
                    <a:pt x="0" y="781855"/>
                  </a:lnTo>
                  <a:lnTo>
                    <a:pt x="0" y="724909"/>
                  </a:lnTo>
                  <a:lnTo>
                    <a:pt x="0" y="667964"/>
                  </a:lnTo>
                  <a:lnTo>
                    <a:pt x="0" y="611018"/>
                  </a:lnTo>
                  <a:lnTo>
                    <a:pt x="0" y="554073"/>
                  </a:lnTo>
                  <a:lnTo>
                    <a:pt x="0" y="497127"/>
                  </a:lnTo>
                  <a:lnTo>
                    <a:pt x="0" y="440181"/>
                  </a:lnTo>
                  <a:lnTo>
                    <a:pt x="0" y="383236"/>
                  </a:lnTo>
                  <a:lnTo>
                    <a:pt x="0" y="326290"/>
                  </a:lnTo>
                  <a:lnTo>
                    <a:pt x="0" y="269345"/>
                  </a:lnTo>
                  <a:lnTo>
                    <a:pt x="0" y="212399"/>
                  </a:lnTo>
                  <a:lnTo>
                    <a:pt x="0" y="155453"/>
                  </a:lnTo>
                  <a:lnTo>
                    <a:pt x="0" y="98508"/>
                  </a:lnTo>
                  <a:lnTo>
                    <a:pt x="0" y="41562"/>
                  </a:ln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rnd">
              <a:solidFill>
                <a:srgbClr val="F0F8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5346735" y="1669789"/>
              <a:ext cx="0" cy="4051159"/>
            </a:xfrm>
            <a:custGeom>
              <a:avLst/>
              <a:pathLst>
                <a:path w="0" h="4051159">
                  <a:moveTo>
                    <a:pt x="0" y="4051159"/>
                  </a:moveTo>
                  <a:lnTo>
                    <a:pt x="0" y="4027755"/>
                  </a:lnTo>
                  <a:lnTo>
                    <a:pt x="0" y="3970809"/>
                  </a:lnTo>
                  <a:lnTo>
                    <a:pt x="0" y="3913864"/>
                  </a:lnTo>
                  <a:lnTo>
                    <a:pt x="0" y="3856918"/>
                  </a:lnTo>
                  <a:lnTo>
                    <a:pt x="0" y="3799972"/>
                  </a:lnTo>
                  <a:lnTo>
                    <a:pt x="0" y="3743027"/>
                  </a:lnTo>
                  <a:lnTo>
                    <a:pt x="0" y="3686081"/>
                  </a:lnTo>
                  <a:lnTo>
                    <a:pt x="0" y="3629136"/>
                  </a:lnTo>
                  <a:lnTo>
                    <a:pt x="0" y="3572190"/>
                  </a:lnTo>
                  <a:lnTo>
                    <a:pt x="0" y="3515244"/>
                  </a:lnTo>
                  <a:lnTo>
                    <a:pt x="0" y="3458299"/>
                  </a:lnTo>
                  <a:lnTo>
                    <a:pt x="0" y="3401353"/>
                  </a:lnTo>
                  <a:lnTo>
                    <a:pt x="0" y="3344407"/>
                  </a:lnTo>
                  <a:lnTo>
                    <a:pt x="0" y="3287462"/>
                  </a:lnTo>
                  <a:lnTo>
                    <a:pt x="0" y="3230516"/>
                  </a:lnTo>
                  <a:lnTo>
                    <a:pt x="0" y="3173571"/>
                  </a:lnTo>
                  <a:lnTo>
                    <a:pt x="0" y="3116625"/>
                  </a:lnTo>
                  <a:lnTo>
                    <a:pt x="0" y="3059679"/>
                  </a:lnTo>
                  <a:lnTo>
                    <a:pt x="0" y="3002734"/>
                  </a:lnTo>
                  <a:lnTo>
                    <a:pt x="0" y="2945788"/>
                  </a:lnTo>
                  <a:lnTo>
                    <a:pt x="0" y="2888843"/>
                  </a:lnTo>
                  <a:lnTo>
                    <a:pt x="0" y="2831897"/>
                  </a:lnTo>
                  <a:lnTo>
                    <a:pt x="0" y="2774951"/>
                  </a:lnTo>
                  <a:lnTo>
                    <a:pt x="0" y="2718006"/>
                  </a:lnTo>
                  <a:lnTo>
                    <a:pt x="0" y="2661060"/>
                  </a:lnTo>
                  <a:lnTo>
                    <a:pt x="0" y="2604115"/>
                  </a:lnTo>
                  <a:lnTo>
                    <a:pt x="0" y="2547169"/>
                  </a:lnTo>
                  <a:lnTo>
                    <a:pt x="0" y="2490223"/>
                  </a:lnTo>
                  <a:lnTo>
                    <a:pt x="0" y="2433278"/>
                  </a:lnTo>
                  <a:lnTo>
                    <a:pt x="0" y="2376332"/>
                  </a:lnTo>
                  <a:lnTo>
                    <a:pt x="0" y="2319386"/>
                  </a:lnTo>
                  <a:lnTo>
                    <a:pt x="0" y="2262441"/>
                  </a:lnTo>
                  <a:lnTo>
                    <a:pt x="0" y="2205495"/>
                  </a:lnTo>
                  <a:lnTo>
                    <a:pt x="0" y="2148550"/>
                  </a:lnTo>
                  <a:lnTo>
                    <a:pt x="0" y="2091604"/>
                  </a:lnTo>
                  <a:lnTo>
                    <a:pt x="0" y="2034658"/>
                  </a:lnTo>
                  <a:lnTo>
                    <a:pt x="0" y="1977713"/>
                  </a:lnTo>
                  <a:lnTo>
                    <a:pt x="0" y="1920767"/>
                  </a:lnTo>
                  <a:lnTo>
                    <a:pt x="0" y="1863822"/>
                  </a:lnTo>
                  <a:lnTo>
                    <a:pt x="0" y="1806876"/>
                  </a:lnTo>
                  <a:lnTo>
                    <a:pt x="0" y="1749930"/>
                  </a:lnTo>
                  <a:lnTo>
                    <a:pt x="0" y="1692985"/>
                  </a:lnTo>
                  <a:lnTo>
                    <a:pt x="0" y="1636039"/>
                  </a:lnTo>
                  <a:lnTo>
                    <a:pt x="0" y="1579094"/>
                  </a:lnTo>
                  <a:lnTo>
                    <a:pt x="0" y="1522148"/>
                  </a:lnTo>
                  <a:lnTo>
                    <a:pt x="0" y="1465202"/>
                  </a:lnTo>
                  <a:lnTo>
                    <a:pt x="0" y="1408257"/>
                  </a:lnTo>
                  <a:lnTo>
                    <a:pt x="0" y="1351311"/>
                  </a:lnTo>
                  <a:lnTo>
                    <a:pt x="0" y="1294366"/>
                  </a:lnTo>
                  <a:lnTo>
                    <a:pt x="0" y="1237420"/>
                  </a:lnTo>
                  <a:lnTo>
                    <a:pt x="0" y="1180474"/>
                  </a:lnTo>
                  <a:lnTo>
                    <a:pt x="0" y="1123529"/>
                  </a:lnTo>
                  <a:lnTo>
                    <a:pt x="0" y="1066583"/>
                  </a:lnTo>
                  <a:lnTo>
                    <a:pt x="0" y="1009637"/>
                  </a:lnTo>
                  <a:lnTo>
                    <a:pt x="0" y="952692"/>
                  </a:lnTo>
                  <a:lnTo>
                    <a:pt x="0" y="895746"/>
                  </a:lnTo>
                  <a:lnTo>
                    <a:pt x="0" y="838801"/>
                  </a:lnTo>
                  <a:lnTo>
                    <a:pt x="0" y="781855"/>
                  </a:lnTo>
                  <a:lnTo>
                    <a:pt x="0" y="724909"/>
                  </a:lnTo>
                  <a:lnTo>
                    <a:pt x="0" y="667964"/>
                  </a:lnTo>
                  <a:lnTo>
                    <a:pt x="0" y="611018"/>
                  </a:lnTo>
                  <a:lnTo>
                    <a:pt x="0" y="554073"/>
                  </a:lnTo>
                  <a:lnTo>
                    <a:pt x="0" y="497127"/>
                  </a:lnTo>
                  <a:lnTo>
                    <a:pt x="0" y="440181"/>
                  </a:lnTo>
                  <a:lnTo>
                    <a:pt x="0" y="383236"/>
                  </a:lnTo>
                  <a:lnTo>
                    <a:pt x="0" y="326290"/>
                  </a:lnTo>
                  <a:lnTo>
                    <a:pt x="0" y="269345"/>
                  </a:lnTo>
                  <a:lnTo>
                    <a:pt x="0" y="212399"/>
                  </a:lnTo>
                  <a:lnTo>
                    <a:pt x="0" y="155453"/>
                  </a:lnTo>
                  <a:lnTo>
                    <a:pt x="0" y="98508"/>
                  </a:lnTo>
                  <a:lnTo>
                    <a:pt x="0" y="41562"/>
                  </a:ln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rnd">
              <a:solidFill>
                <a:srgbClr val="F0F8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6087361" y="1669789"/>
              <a:ext cx="0" cy="4051159"/>
            </a:xfrm>
            <a:custGeom>
              <a:avLst/>
              <a:pathLst>
                <a:path w="0" h="4051159">
                  <a:moveTo>
                    <a:pt x="0" y="4051159"/>
                  </a:moveTo>
                  <a:lnTo>
                    <a:pt x="0" y="4027755"/>
                  </a:lnTo>
                  <a:lnTo>
                    <a:pt x="0" y="3970809"/>
                  </a:lnTo>
                  <a:lnTo>
                    <a:pt x="0" y="3913864"/>
                  </a:lnTo>
                  <a:lnTo>
                    <a:pt x="0" y="3856918"/>
                  </a:lnTo>
                  <a:lnTo>
                    <a:pt x="0" y="3799972"/>
                  </a:lnTo>
                  <a:lnTo>
                    <a:pt x="0" y="3743027"/>
                  </a:lnTo>
                  <a:lnTo>
                    <a:pt x="0" y="3686081"/>
                  </a:lnTo>
                  <a:lnTo>
                    <a:pt x="0" y="3629136"/>
                  </a:lnTo>
                  <a:lnTo>
                    <a:pt x="0" y="3572190"/>
                  </a:lnTo>
                  <a:lnTo>
                    <a:pt x="0" y="3515244"/>
                  </a:lnTo>
                  <a:lnTo>
                    <a:pt x="0" y="3458299"/>
                  </a:lnTo>
                  <a:lnTo>
                    <a:pt x="0" y="3401353"/>
                  </a:lnTo>
                  <a:lnTo>
                    <a:pt x="0" y="3344407"/>
                  </a:lnTo>
                  <a:lnTo>
                    <a:pt x="0" y="3287462"/>
                  </a:lnTo>
                  <a:lnTo>
                    <a:pt x="0" y="3230516"/>
                  </a:lnTo>
                  <a:lnTo>
                    <a:pt x="0" y="3173571"/>
                  </a:lnTo>
                  <a:lnTo>
                    <a:pt x="0" y="3116625"/>
                  </a:lnTo>
                  <a:lnTo>
                    <a:pt x="0" y="3059679"/>
                  </a:lnTo>
                  <a:lnTo>
                    <a:pt x="0" y="3002734"/>
                  </a:lnTo>
                  <a:lnTo>
                    <a:pt x="0" y="2945788"/>
                  </a:lnTo>
                  <a:lnTo>
                    <a:pt x="0" y="2888843"/>
                  </a:lnTo>
                  <a:lnTo>
                    <a:pt x="0" y="2831897"/>
                  </a:lnTo>
                  <a:lnTo>
                    <a:pt x="0" y="2774951"/>
                  </a:lnTo>
                  <a:lnTo>
                    <a:pt x="0" y="2718006"/>
                  </a:lnTo>
                  <a:lnTo>
                    <a:pt x="0" y="2661060"/>
                  </a:lnTo>
                  <a:lnTo>
                    <a:pt x="0" y="2604115"/>
                  </a:lnTo>
                  <a:lnTo>
                    <a:pt x="0" y="2547169"/>
                  </a:lnTo>
                  <a:lnTo>
                    <a:pt x="0" y="2490223"/>
                  </a:lnTo>
                  <a:lnTo>
                    <a:pt x="0" y="2433278"/>
                  </a:lnTo>
                  <a:lnTo>
                    <a:pt x="0" y="2376332"/>
                  </a:lnTo>
                  <a:lnTo>
                    <a:pt x="0" y="2319386"/>
                  </a:lnTo>
                  <a:lnTo>
                    <a:pt x="0" y="2262441"/>
                  </a:lnTo>
                  <a:lnTo>
                    <a:pt x="0" y="2205495"/>
                  </a:lnTo>
                  <a:lnTo>
                    <a:pt x="0" y="2148550"/>
                  </a:lnTo>
                  <a:lnTo>
                    <a:pt x="0" y="2091604"/>
                  </a:lnTo>
                  <a:lnTo>
                    <a:pt x="0" y="2034658"/>
                  </a:lnTo>
                  <a:lnTo>
                    <a:pt x="0" y="1977713"/>
                  </a:lnTo>
                  <a:lnTo>
                    <a:pt x="0" y="1920767"/>
                  </a:lnTo>
                  <a:lnTo>
                    <a:pt x="0" y="1863822"/>
                  </a:lnTo>
                  <a:lnTo>
                    <a:pt x="0" y="1806876"/>
                  </a:lnTo>
                  <a:lnTo>
                    <a:pt x="0" y="1749930"/>
                  </a:lnTo>
                  <a:lnTo>
                    <a:pt x="0" y="1692985"/>
                  </a:lnTo>
                  <a:lnTo>
                    <a:pt x="0" y="1636039"/>
                  </a:lnTo>
                  <a:lnTo>
                    <a:pt x="0" y="1579094"/>
                  </a:lnTo>
                  <a:lnTo>
                    <a:pt x="0" y="1522148"/>
                  </a:lnTo>
                  <a:lnTo>
                    <a:pt x="0" y="1465202"/>
                  </a:lnTo>
                  <a:lnTo>
                    <a:pt x="0" y="1408257"/>
                  </a:lnTo>
                  <a:lnTo>
                    <a:pt x="0" y="1351311"/>
                  </a:lnTo>
                  <a:lnTo>
                    <a:pt x="0" y="1294366"/>
                  </a:lnTo>
                  <a:lnTo>
                    <a:pt x="0" y="1237420"/>
                  </a:lnTo>
                  <a:lnTo>
                    <a:pt x="0" y="1180474"/>
                  </a:lnTo>
                  <a:lnTo>
                    <a:pt x="0" y="1123529"/>
                  </a:lnTo>
                  <a:lnTo>
                    <a:pt x="0" y="1066583"/>
                  </a:lnTo>
                  <a:lnTo>
                    <a:pt x="0" y="1009637"/>
                  </a:lnTo>
                  <a:lnTo>
                    <a:pt x="0" y="952692"/>
                  </a:lnTo>
                  <a:lnTo>
                    <a:pt x="0" y="895746"/>
                  </a:lnTo>
                  <a:lnTo>
                    <a:pt x="0" y="838801"/>
                  </a:lnTo>
                  <a:lnTo>
                    <a:pt x="0" y="781855"/>
                  </a:lnTo>
                  <a:lnTo>
                    <a:pt x="0" y="724909"/>
                  </a:lnTo>
                  <a:lnTo>
                    <a:pt x="0" y="667964"/>
                  </a:lnTo>
                  <a:lnTo>
                    <a:pt x="0" y="611018"/>
                  </a:lnTo>
                  <a:lnTo>
                    <a:pt x="0" y="554073"/>
                  </a:lnTo>
                  <a:lnTo>
                    <a:pt x="0" y="497127"/>
                  </a:lnTo>
                  <a:lnTo>
                    <a:pt x="0" y="440181"/>
                  </a:lnTo>
                  <a:lnTo>
                    <a:pt x="0" y="383236"/>
                  </a:lnTo>
                  <a:lnTo>
                    <a:pt x="0" y="326290"/>
                  </a:lnTo>
                  <a:lnTo>
                    <a:pt x="0" y="269345"/>
                  </a:lnTo>
                  <a:lnTo>
                    <a:pt x="0" y="212399"/>
                  </a:lnTo>
                  <a:lnTo>
                    <a:pt x="0" y="155453"/>
                  </a:lnTo>
                  <a:lnTo>
                    <a:pt x="0" y="98508"/>
                  </a:lnTo>
                  <a:lnTo>
                    <a:pt x="0" y="41562"/>
                  </a:ln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rnd">
              <a:solidFill>
                <a:srgbClr val="F0F8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2301906" y="5555180"/>
              <a:ext cx="4149766" cy="0"/>
            </a:xfrm>
            <a:custGeom>
              <a:avLst/>
              <a:pathLst>
                <a:path w="4149766" h="0">
                  <a:moveTo>
                    <a:pt x="0" y="0"/>
                  </a:moveTo>
                  <a:lnTo>
                    <a:pt x="22479" y="0"/>
                  </a:lnTo>
                  <a:lnTo>
                    <a:pt x="74847" y="0"/>
                  </a:lnTo>
                  <a:lnTo>
                    <a:pt x="127214" y="0"/>
                  </a:lnTo>
                  <a:lnTo>
                    <a:pt x="179582" y="0"/>
                  </a:lnTo>
                  <a:lnTo>
                    <a:pt x="231949" y="0"/>
                  </a:lnTo>
                  <a:lnTo>
                    <a:pt x="284316" y="0"/>
                  </a:lnTo>
                  <a:lnTo>
                    <a:pt x="336684" y="0"/>
                  </a:lnTo>
                  <a:lnTo>
                    <a:pt x="389051" y="0"/>
                  </a:lnTo>
                  <a:lnTo>
                    <a:pt x="441419" y="0"/>
                  </a:lnTo>
                  <a:lnTo>
                    <a:pt x="493786" y="0"/>
                  </a:lnTo>
                  <a:lnTo>
                    <a:pt x="546154" y="0"/>
                  </a:lnTo>
                  <a:lnTo>
                    <a:pt x="598521" y="0"/>
                  </a:lnTo>
                  <a:lnTo>
                    <a:pt x="650889" y="0"/>
                  </a:lnTo>
                  <a:lnTo>
                    <a:pt x="703256" y="0"/>
                  </a:lnTo>
                  <a:lnTo>
                    <a:pt x="755623" y="0"/>
                  </a:lnTo>
                  <a:lnTo>
                    <a:pt x="807991" y="0"/>
                  </a:lnTo>
                  <a:lnTo>
                    <a:pt x="860358" y="0"/>
                  </a:lnTo>
                  <a:lnTo>
                    <a:pt x="912726" y="0"/>
                  </a:lnTo>
                  <a:lnTo>
                    <a:pt x="965093" y="0"/>
                  </a:lnTo>
                  <a:lnTo>
                    <a:pt x="1017461" y="0"/>
                  </a:lnTo>
                  <a:lnTo>
                    <a:pt x="1069828" y="0"/>
                  </a:lnTo>
                  <a:lnTo>
                    <a:pt x="1122196" y="0"/>
                  </a:lnTo>
                  <a:lnTo>
                    <a:pt x="1174563" y="0"/>
                  </a:lnTo>
                  <a:lnTo>
                    <a:pt x="1226930" y="0"/>
                  </a:lnTo>
                  <a:lnTo>
                    <a:pt x="1279298" y="0"/>
                  </a:lnTo>
                  <a:lnTo>
                    <a:pt x="1331665" y="0"/>
                  </a:lnTo>
                  <a:lnTo>
                    <a:pt x="1384033" y="0"/>
                  </a:lnTo>
                  <a:lnTo>
                    <a:pt x="1436400" y="0"/>
                  </a:lnTo>
                  <a:lnTo>
                    <a:pt x="1488768" y="0"/>
                  </a:lnTo>
                  <a:lnTo>
                    <a:pt x="1541135" y="0"/>
                  </a:lnTo>
                  <a:lnTo>
                    <a:pt x="1593503" y="0"/>
                  </a:lnTo>
                  <a:lnTo>
                    <a:pt x="1645870" y="0"/>
                  </a:lnTo>
                  <a:lnTo>
                    <a:pt x="1698237" y="0"/>
                  </a:lnTo>
                  <a:lnTo>
                    <a:pt x="1750605" y="0"/>
                  </a:lnTo>
                  <a:lnTo>
                    <a:pt x="1802972" y="0"/>
                  </a:lnTo>
                  <a:lnTo>
                    <a:pt x="1855340" y="0"/>
                  </a:lnTo>
                  <a:lnTo>
                    <a:pt x="1907707" y="0"/>
                  </a:lnTo>
                  <a:lnTo>
                    <a:pt x="1960075" y="0"/>
                  </a:lnTo>
                  <a:lnTo>
                    <a:pt x="2012442" y="0"/>
                  </a:lnTo>
                  <a:lnTo>
                    <a:pt x="2064810" y="0"/>
                  </a:lnTo>
                  <a:lnTo>
                    <a:pt x="2117177" y="0"/>
                  </a:lnTo>
                  <a:lnTo>
                    <a:pt x="2169544" y="0"/>
                  </a:lnTo>
                  <a:lnTo>
                    <a:pt x="2221912" y="0"/>
                  </a:lnTo>
                  <a:lnTo>
                    <a:pt x="2274279" y="0"/>
                  </a:lnTo>
                  <a:lnTo>
                    <a:pt x="2326647" y="0"/>
                  </a:lnTo>
                  <a:lnTo>
                    <a:pt x="2379014" y="0"/>
                  </a:lnTo>
                  <a:lnTo>
                    <a:pt x="2431382" y="0"/>
                  </a:lnTo>
                  <a:lnTo>
                    <a:pt x="2483749" y="0"/>
                  </a:lnTo>
                  <a:lnTo>
                    <a:pt x="2536117" y="0"/>
                  </a:lnTo>
                  <a:lnTo>
                    <a:pt x="2588484" y="0"/>
                  </a:lnTo>
                  <a:lnTo>
                    <a:pt x="2640851" y="0"/>
                  </a:lnTo>
                  <a:lnTo>
                    <a:pt x="2693219" y="0"/>
                  </a:lnTo>
                  <a:lnTo>
                    <a:pt x="2745586" y="0"/>
                  </a:lnTo>
                  <a:lnTo>
                    <a:pt x="2797954" y="0"/>
                  </a:lnTo>
                  <a:lnTo>
                    <a:pt x="2850321" y="0"/>
                  </a:lnTo>
                  <a:lnTo>
                    <a:pt x="2902689" y="0"/>
                  </a:lnTo>
                  <a:lnTo>
                    <a:pt x="2955056" y="0"/>
                  </a:lnTo>
                  <a:lnTo>
                    <a:pt x="3007424" y="0"/>
                  </a:lnTo>
                  <a:lnTo>
                    <a:pt x="3059791" y="0"/>
                  </a:lnTo>
                  <a:lnTo>
                    <a:pt x="3112158" y="0"/>
                  </a:lnTo>
                  <a:lnTo>
                    <a:pt x="3164526" y="0"/>
                  </a:lnTo>
                  <a:lnTo>
                    <a:pt x="3216893" y="0"/>
                  </a:lnTo>
                  <a:lnTo>
                    <a:pt x="3269261" y="0"/>
                  </a:lnTo>
                  <a:lnTo>
                    <a:pt x="3321628" y="0"/>
                  </a:lnTo>
                  <a:lnTo>
                    <a:pt x="3373996" y="0"/>
                  </a:lnTo>
                  <a:lnTo>
                    <a:pt x="3426363" y="0"/>
                  </a:lnTo>
                  <a:lnTo>
                    <a:pt x="3478730" y="0"/>
                  </a:lnTo>
                  <a:lnTo>
                    <a:pt x="3531098" y="0"/>
                  </a:lnTo>
                  <a:lnTo>
                    <a:pt x="3583465" y="0"/>
                  </a:lnTo>
                  <a:lnTo>
                    <a:pt x="3635833" y="0"/>
                  </a:lnTo>
                  <a:lnTo>
                    <a:pt x="3688200" y="0"/>
                  </a:lnTo>
                  <a:lnTo>
                    <a:pt x="3740568" y="0"/>
                  </a:lnTo>
                  <a:lnTo>
                    <a:pt x="3792935" y="0"/>
                  </a:lnTo>
                  <a:lnTo>
                    <a:pt x="3845303" y="0"/>
                  </a:lnTo>
                  <a:lnTo>
                    <a:pt x="3897670" y="0"/>
                  </a:lnTo>
                  <a:lnTo>
                    <a:pt x="3950037" y="0"/>
                  </a:lnTo>
                  <a:lnTo>
                    <a:pt x="4002405" y="0"/>
                  </a:lnTo>
                  <a:lnTo>
                    <a:pt x="4054772" y="0"/>
                  </a:lnTo>
                  <a:lnTo>
                    <a:pt x="4107140" y="0"/>
                  </a:lnTo>
                  <a:lnTo>
                    <a:pt x="4149766" y="0"/>
                  </a:lnTo>
                  <a:lnTo>
                    <a:pt x="4149766" y="0"/>
                  </a:lnTo>
                </a:path>
              </a:pathLst>
            </a:custGeom>
            <a:ln w="13550" cap="rnd">
              <a:solidFill>
                <a:srgbClr val="F0F8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2301906" y="4615577"/>
              <a:ext cx="4149766" cy="0"/>
            </a:xfrm>
            <a:custGeom>
              <a:avLst/>
              <a:pathLst>
                <a:path w="4149766" h="0">
                  <a:moveTo>
                    <a:pt x="0" y="0"/>
                  </a:moveTo>
                  <a:lnTo>
                    <a:pt x="22479" y="0"/>
                  </a:lnTo>
                  <a:lnTo>
                    <a:pt x="74847" y="0"/>
                  </a:lnTo>
                  <a:lnTo>
                    <a:pt x="127214" y="0"/>
                  </a:lnTo>
                  <a:lnTo>
                    <a:pt x="179582" y="0"/>
                  </a:lnTo>
                  <a:lnTo>
                    <a:pt x="231949" y="0"/>
                  </a:lnTo>
                  <a:lnTo>
                    <a:pt x="284316" y="0"/>
                  </a:lnTo>
                  <a:lnTo>
                    <a:pt x="336684" y="0"/>
                  </a:lnTo>
                  <a:lnTo>
                    <a:pt x="389051" y="0"/>
                  </a:lnTo>
                  <a:lnTo>
                    <a:pt x="441419" y="0"/>
                  </a:lnTo>
                  <a:lnTo>
                    <a:pt x="493786" y="0"/>
                  </a:lnTo>
                  <a:lnTo>
                    <a:pt x="546154" y="0"/>
                  </a:lnTo>
                  <a:lnTo>
                    <a:pt x="598521" y="0"/>
                  </a:lnTo>
                  <a:lnTo>
                    <a:pt x="650889" y="0"/>
                  </a:lnTo>
                  <a:lnTo>
                    <a:pt x="703256" y="0"/>
                  </a:lnTo>
                  <a:lnTo>
                    <a:pt x="755623" y="0"/>
                  </a:lnTo>
                  <a:lnTo>
                    <a:pt x="807991" y="0"/>
                  </a:lnTo>
                  <a:lnTo>
                    <a:pt x="860358" y="0"/>
                  </a:lnTo>
                  <a:lnTo>
                    <a:pt x="912726" y="0"/>
                  </a:lnTo>
                  <a:lnTo>
                    <a:pt x="965093" y="0"/>
                  </a:lnTo>
                  <a:lnTo>
                    <a:pt x="1017461" y="0"/>
                  </a:lnTo>
                  <a:lnTo>
                    <a:pt x="1069828" y="0"/>
                  </a:lnTo>
                  <a:lnTo>
                    <a:pt x="1122196" y="0"/>
                  </a:lnTo>
                  <a:lnTo>
                    <a:pt x="1174563" y="0"/>
                  </a:lnTo>
                  <a:lnTo>
                    <a:pt x="1226930" y="0"/>
                  </a:lnTo>
                  <a:lnTo>
                    <a:pt x="1279298" y="0"/>
                  </a:lnTo>
                  <a:lnTo>
                    <a:pt x="1331665" y="0"/>
                  </a:lnTo>
                  <a:lnTo>
                    <a:pt x="1384033" y="0"/>
                  </a:lnTo>
                  <a:lnTo>
                    <a:pt x="1436400" y="0"/>
                  </a:lnTo>
                  <a:lnTo>
                    <a:pt x="1488768" y="0"/>
                  </a:lnTo>
                  <a:lnTo>
                    <a:pt x="1541135" y="0"/>
                  </a:lnTo>
                  <a:lnTo>
                    <a:pt x="1593503" y="0"/>
                  </a:lnTo>
                  <a:lnTo>
                    <a:pt x="1645870" y="0"/>
                  </a:lnTo>
                  <a:lnTo>
                    <a:pt x="1698237" y="0"/>
                  </a:lnTo>
                  <a:lnTo>
                    <a:pt x="1750605" y="0"/>
                  </a:lnTo>
                  <a:lnTo>
                    <a:pt x="1802972" y="0"/>
                  </a:lnTo>
                  <a:lnTo>
                    <a:pt x="1855340" y="0"/>
                  </a:lnTo>
                  <a:lnTo>
                    <a:pt x="1907707" y="0"/>
                  </a:lnTo>
                  <a:lnTo>
                    <a:pt x="1960075" y="0"/>
                  </a:lnTo>
                  <a:lnTo>
                    <a:pt x="2012442" y="0"/>
                  </a:lnTo>
                  <a:lnTo>
                    <a:pt x="2064810" y="0"/>
                  </a:lnTo>
                  <a:lnTo>
                    <a:pt x="2117177" y="0"/>
                  </a:lnTo>
                  <a:lnTo>
                    <a:pt x="2169544" y="0"/>
                  </a:lnTo>
                  <a:lnTo>
                    <a:pt x="2221912" y="0"/>
                  </a:lnTo>
                  <a:lnTo>
                    <a:pt x="2274279" y="0"/>
                  </a:lnTo>
                  <a:lnTo>
                    <a:pt x="2326647" y="0"/>
                  </a:lnTo>
                  <a:lnTo>
                    <a:pt x="2379014" y="0"/>
                  </a:lnTo>
                  <a:lnTo>
                    <a:pt x="2431382" y="0"/>
                  </a:lnTo>
                  <a:lnTo>
                    <a:pt x="2483749" y="0"/>
                  </a:lnTo>
                  <a:lnTo>
                    <a:pt x="2536117" y="0"/>
                  </a:lnTo>
                  <a:lnTo>
                    <a:pt x="2588484" y="0"/>
                  </a:lnTo>
                  <a:lnTo>
                    <a:pt x="2640851" y="0"/>
                  </a:lnTo>
                  <a:lnTo>
                    <a:pt x="2693219" y="0"/>
                  </a:lnTo>
                  <a:lnTo>
                    <a:pt x="2745586" y="0"/>
                  </a:lnTo>
                  <a:lnTo>
                    <a:pt x="2797954" y="0"/>
                  </a:lnTo>
                  <a:lnTo>
                    <a:pt x="2850321" y="0"/>
                  </a:lnTo>
                  <a:lnTo>
                    <a:pt x="2902689" y="0"/>
                  </a:lnTo>
                  <a:lnTo>
                    <a:pt x="2955056" y="0"/>
                  </a:lnTo>
                  <a:lnTo>
                    <a:pt x="3007424" y="0"/>
                  </a:lnTo>
                  <a:lnTo>
                    <a:pt x="3059791" y="0"/>
                  </a:lnTo>
                  <a:lnTo>
                    <a:pt x="3112158" y="0"/>
                  </a:lnTo>
                  <a:lnTo>
                    <a:pt x="3164526" y="0"/>
                  </a:lnTo>
                  <a:lnTo>
                    <a:pt x="3216893" y="0"/>
                  </a:lnTo>
                  <a:lnTo>
                    <a:pt x="3269261" y="0"/>
                  </a:lnTo>
                  <a:lnTo>
                    <a:pt x="3321628" y="0"/>
                  </a:lnTo>
                  <a:lnTo>
                    <a:pt x="3373996" y="0"/>
                  </a:lnTo>
                  <a:lnTo>
                    <a:pt x="3426363" y="0"/>
                  </a:lnTo>
                  <a:lnTo>
                    <a:pt x="3478730" y="0"/>
                  </a:lnTo>
                  <a:lnTo>
                    <a:pt x="3531098" y="0"/>
                  </a:lnTo>
                  <a:lnTo>
                    <a:pt x="3583465" y="0"/>
                  </a:lnTo>
                  <a:lnTo>
                    <a:pt x="3635833" y="0"/>
                  </a:lnTo>
                  <a:lnTo>
                    <a:pt x="3688200" y="0"/>
                  </a:lnTo>
                  <a:lnTo>
                    <a:pt x="3740568" y="0"/>
                  </a:lnTo>
                  <a:lnTo>
                    <a:pt x="3792935" y="0"/>
                  </a:lnTo>
                  <a:lnTo>
                    <a:pt x="3845303" y="0"/>
                  </a:lnTo>
                  <a:lnTo>
                    <a:pt x="3897670" y="0"/>
                  </a:lnTo>
                  <a:lnTo>
                    <a:pt x="3950037" y="0"/>
                  </a:lnTo>
                  <a:lnTo>
                    <a:pt x="4002405" y="0"/>
                  </a:lnTo>
                  <a:lnTo>
                    <a:pt x="4054772" y="0"/>
                  </a:lnTo>
                  <a:lnTo>
                    <a:pt x="4107140" y="0"/>
                  </a:lnTo>
                  <a:lnTo>
                    <a:pt x="4149766" y="0"/>
                  </a:lnTo>
                  <a:lnTo>
                    <a:pt x="4149766" y="0"/>
                  </a:lnTo>
                </a:path>
              </a:pathLst>
            </a:custGeom>
            <a:ln w="13550" cap="rnd">
              <a:solidFill>
                <a:srgbClr val="F0F8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2301906" y="3675975"/>
              <a:ext cx="4149766" cy="0"/>
            </a:xfrm>
            <a:custGeom>
              <a:avLst/>
              <a:pathLst>
                <a:path w="4149766" h="0">
                  <a:moveTo>
                    <a:pt x="0" y="0"/>
                  </a:moveTo>
                  <a:lnTo>
                    <a:pt x="22479" y="0"/>
                  </a:lnTo>
                  <a:lnTo>
                    <a:pt x="74847" y="0"/>
                  </a:lnTo>
                  <a:lnTo>
                    <a:pt x="127214" y="0"/>
                  </a:lnTo>
                  <a:lnTo>
                    <a:pt x="179582" y="0"/>
                  </a:lnTo>
                  <a:lnTo>
                    <a:pt x="231949" y="0"/>
                  </a:lnTo>
                  <a:lnTo>
                    <a:pt x="284316" y="0"/>
                  </a:lnTo>
                  <a:lnTo>
                    <a:pt x="336684" y="0"/>
                  </a:lnTo>
                  <a:lnTo>
                    <a:pt x="389051" y="0"/>
                  </a:lnTo>
                  <a:lnTo>
                    <a:pt x="441419" y="0"/>
                  </a:lnTo>
                  <a:lnTo>
                    <a:pt x="493786" y="0"/>
                  </a:lnTo>
                  <a:lnTo>
                    <a:pt x="546154" y="0"/>
                  </a:lnTo>
                  <a:lnTo>
                    <a:pt x="598521" y="0"/>
                  </a:lnTo>
                  <a:lnTo>
                    <a:pt x="650889" y="0"/>
                  </a:lnTo>
                  <a:lnTo>
                    <a:pt x="703256" y="0"/>
                  </a:lnTo>
                  <a:lnTo>
                    <a:pt x="755623" y="0"/>
                  </a:lnTo>
                  <a:lnTo>
                    <a:pt x="807991" y="0"/>
                  </a:lnTo>
                  <a:lnTo>
                    <a:pt x="860358" y="0"/>
                  </a:lnTo>
                  <a:lnTo>
                    <a:pt x="912726" y="0"/>
                  </a:lnTo>
                  <a:lnTo>
                    <a:pt x="965093" y="0"/>
                  </a:lnTo>
                  <a:lnTo>
                    <a:pt x="1017461" y="0"/>
                  </a:lnTo>
                  <a:lnTo>
                    <a:pt x="1069828" y="0"/>
                  </a:lnTo>
                  <a:lnTo>
                    <a:pt x="1122196" y="0"/>
                  </a:lnTo>
                  <a:lnTo>
                    <a:pt x="1174563" y="0"/>
                  </a:lnTo>
                  <a:lnTo>
                    <a:pt x="1226930" y="0"/>
                  </a:lnTo>
                  <a:lnTo>
                    <a:pt x="1279298" y="0"/>
                  </a:lnTo>
                  <a:lnTo>
                    <a:pt x="1331665" y="0"/>
                  </a:lnTo>
                  <a:lnTo>
                    <a:pt x="1384033" y="0"/>
                  </a:lnTo>
                  <a:lnTo>
                    <a:pt x="1436400" y="0"/>
                  </a:lnTo>
                  <a:lnTo>
                    <a:pt x="1488768" y="0"/>
                  </a:lnTo>
                  <a:lnTo>
                    <a:pt x="1541135" y="0"/>
                  </a:lnTo>
                  <a:lnTo>
                    <a:pt x="1593503" y="0"/>
                  </a:lnTo>
                  <a:lnTo>
                    <a:pt x="1645870" y="0"/>
                  </a:lnTo>
                  <a:lnTo>
                    <a:pt x="1698237" y="0"/>
                  </a:lnTo>
                  <a:lnTo>
                    <a:pt x="1750605" y="0"/>
                  </a:lnTo>
                  <a:lnTo>
                    <a:pt x="1802972" y="0"/>
                  </a:lnTo>
                  <a:lnTo>
                    <a:pt x="1855340" y="0"/>
                  </a:lnTo>
                  <a:lnTo>
                    <a:pt x="1907707" y="0"/>
                  </a:lnTo>
                  <a:lnTo>
                    <a:pt x="1960075" y="0"/>
                  </a:lnTo>
                  <a:lnTo>
                    <a:pt x="2012442" y="0"/>
                  </a:lnTo>
                  <a:lnTo>
                    <a:pt x="2064810" y="0"/>
                  </a:lnTo>
                  <a:lnTo>
                    <a:pt x="2117177" y="0"/>
                  </a:lnTo>
                  <a:lnTo>
                    <a:pt x="2169544" y="0"/>
                  </a:lnTo>
                  <a:lnTo>
                    <a:pt x="2221912" y="0"/>
                  </a:lnTo>
                  <a:lnTo>
                    <a:pt x="2274279" y="0"/>
                  </a:lnTo>
                  <a:lnTo>
                    <a:pt x="2326647" y="0"/>
                  </a:lnTo>
                  <a:lnTo>
                    <a:pt x="2379014" y="0"/>
                  </a:lnTo>
                  <a:lnTo>
                    <a:pt x="2431382" y="0"/>
                  </a:lnTo>
                  <a:lnTo>
                    <a:pt x="2483749" y="0"/>
                  </a:lnTo>
                  <a:lnTo>
                    <a:pt x="2536117" y="0"/>
                  </a:lnTo>
                  <a:lnTo>
                    <a:pt x="2588484" y="0"/>
                  </a:lnTo>
                  <a:lnTo>
                    <a:pt x="2640851" y="0"/>
                  </a:lnTo>
                  <a:lnTo>
                    <a:pt x="2693219" y="0"/>
                  </a:lnTo>
                  <a:lnTo>
                    <a:pt x="2745586" y="0"/>
                  </a:lnTo>
                  <a:lnTo>
                    <a:pt x="2797954" y="0"/>
                  </a:lnTo>
                  <a:lnTo>
                    <a:pt x="2850321" y="0"/>
                  </a:lnTo>
                  <a:lnTo>
                    <a:pt x="2902689" y="0"/>
                  </a:lnTo>
                  <a:lnTo>
                    <a:pt x="2955056" y="0"/>
                  </a:lnTo>
                  <a:lnTo>
                    <a:pt x="3007424" y="0"/>
                  </a:lnTo>
                  <a:lnTo>
                    <a:pt x="3059791" y="0"/>
                  </a:lnTo>
                  <a:lnTo>
                    <a:pt x="3112158" y="0"/>
                  </a:lnTo>
                  <a:lnTo>
                    <a:pt x="3164526" y="0"/>
                  </a:lnTo>
                  <a:lnTo>
                    <a:pt x="3216893" y="0"/>
                  </a:lnTo>
                  <a:lnTo>
                    <a:pt x="3269261" y="0"/>
                  </a:lnTo>
                  <a:lnTo>
                    <a:pt x="3321628" y="0"/>
                  </a:lnTo>
                  <a:lnTo>
                    <a:pt x="3373996" y="0"/>
                  </a:lnTo>
                  <a:lnTo>
                    <a:pt x="3426363" y="0"/>
                  </a:lnTo>
                  <a:lnTo>
                    <a:pt x="3478730" y="0"/>
                  </a:lnTo>
                  <a:lnTo>
                    <a:pt x="3531098" y="0"/>
                  </a:lnTo>
                  <a:lnTo>
                    <a:pt x="3583465" y="0"/>
                  </a:lnTo>
                  <a:lnTo>
                    <a:pt x="3635833" y="0"/>
                  </a:lnTo>
                  <a:lnTo>
                    <a:pt x="3688200" y="0"/>
                  </a:lnTo>
                  <a:lnTo>
                    <a:pt x="3740568" y="0"/>
                  </a:lnTo>
                  <a:lnTo>
                    <a:pt x="3792935" y="0"/>
                  </a:lnTo>
                  <a:lnTo>
                    <a:pt x="3845303" y="0"/>
                  </a:lnTo>
                  <a:lnTo>
                    <a:pt x="3897670" y="0"/>
                  </a:lnTo>
                  <a:lnTo>
                    <a:pt x="3950037" y="0"/>
                  </a:lnTo>
                  <a:lnTo>
                    <a:pt x="4002405" y="0"/>
                  </a:lnTo>
                  <a:lnTo>
                    <a:pt x="4054772" y="0"/>
                  </a:lnTo>
                  <a:lnTo>
                    <a:pt x="4107140" y="0"/>
                  </a:lnTo>
                  <a:lnTo>
                    <a:pt x="4149766" y="0"/>
                  </a:lnTo>
                  <a:lnTo>
                    <a:pt x="4149766" y="0"/>
                  </a:lnTo>
                </a:path>
              </a:pathLst>
            </a:custGeom>
            <a:ln w="13550" cap="rnd">
              <a:solidFill>
                <a:srgbClr val="F0F8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2301906" y="2736372"/>
              <a:ext cx="4149766" cy="0"/>
            </a:xfrm>
            <a:custGeom>
              <a:avLst/>
              <a:pathLst>
                <a:path w="4149766" h="0">
                  <a:moveTo>
                    <a:pt x="0" y="0"/>
                  </a:moveTo>
                  <a:lnTo>
                    <a:pt x="22479" y="0"/>
                  </a:lnTo>
                  <a:lnTo>
                    <a:pt x="74847" y="0"/>
                  </a:lnTo>
                  <a:lnTo>
                    <a:pt x="127214" y="0"/>
                  </a:lnTo>
                  <a:lnTo>
                    <a:pt x="179582" y="0"/>
                  </a:lnTo>
                  <a:lnTo>
                    <a:pt x="231949" y="0"/>
                  </a:lnTo>
                  <a:lnTo>
                    <a:pt x="284316" y="0"/>
                  </a:lnTo>
                  <a:lnTo>
                    <a:pt x="336684" y="0"/>
                  </a:lnTo>
                  <a:lnTo>
                    <a:pt x="389051" y="0"/>
                  </a:lnTo>
                  <a:lnTo>
                    <a:pt x="441419" y="0"/>
                  </a:lnTo>
                  <a:lnTo>
                    <a:pt x="493786" y="0"/>
                  </a:lnTo>
                  <a:lnTo>
                    <a:pt x="546154" y="0"/>
                  </a:lnTo>
                  <a:lnTo>
                    <a:pt x="598521" y="0"/>
                  </a:lnTo>
                  <a:lnTo>
                    <a:pt x="650889" y="0"/>
                  </a:lnTo>
                  <a:lnTo>
                    <a:pt x="703256" y="0"/>
                  </a:lnTo>
                  <a:lnTo>
                    <a:pt x="755623" y="0"/>
                  </a:lnTo>
                  <a:lnTo>
                    <a:pt x="807991" y="0"/>
                  </a:lnTo>
                  <a:lnTo>
                    <a:pt x="860358" y="0"/>
                  </a:lnTo>
                  <a:lnTo>
                    <a:pt x="912726" y="0"/>
                  </a:lnTo>
                  <a:lnTo>
                    <a:pt x="965093" y="0"/>
                  </a:lnTo>
                  <a:lnTo>
                    <a:pt x="1017461" y="0"/>
                  </a:lnTo>
                  <a:lnTo>
                    <a:pt x="1069828" y="0"/>
                  </a:lnTo>
                  <a:lnTo>
                    <a:pt x="1122196" y="0"/>
                  </a:lnTo>
                  <a:lnTo>
                    <a:pt x="1174563" y="0"/>
                  </a:lnTo>
                  <a:lnTo>
                    <a:pt x="1226930" y="0"/>
                  </a:lnTo>
                  <a:lnTo>
                    <a:pt x="1279298" y="0"/>
                  </a:lnTo>
                  <a:lnTo>
                    <a:pt x="1331665" y="0"/>
                  </a:lnTo>
                  <a:lnTo>
                    <a:pt x="1384033" y="0"/>
                  </a:lnTo>
                  <a:lnTo>
                    <a:pt x="1436400" y="0"/>
                  </a:lnTo>
                  <a:lnTo>
                    <a:pt x="1488768" y="0"/>
                  </a:lnTo>
                  <a:lnTo>
                    <a:pt x="1541135" y="0"/>
                  </a:lnTo>
                  <a:lnTo>
                    <a:pt x="1593503" y="0"/>
                  </a:lnTo>
                  <a:lnTo>
                    <a:pt x="1645870" y="0"/>
                  </a:lnTo>
                  <a:lnTo>
                    <a:pt x="1698237" y="0"/>
                  </a:lnTo>
                  <a:lnTo>
                    <a:pt x="1750605" y="0"/>
                  </a:lnTo>
                  <a:lnTo>
                    <a:pt x="1802972" y="0"/>
                  </a:lnTo>
                  <a:lnTo>
                    <a:pt x="1855340" y="0"/>
                  </a:lnTo>
                  <a:lnTo>
                    <a:pt x="1907707" y="0"/>
                  </a:lnTo>
                  <a:lnTo>
                    <a:pt x="1960075" y="0"/>
                  </a:lnTo>
                  <a:lnTo>
                    <a:pt x="2012442" y="0"/>
                  </a:lnTo>
                  <a:lnTo>
                    <a:pt x="2064810" y="0"/>
                  </a:lnTo>
                  <a:lnTo>
                    <a:pt x="2117177" y="0"/>
                  </a:lnTo>
                  <a:lnTo>
                    <a:pt x="2169544" y="0"/>
                  </a:lnTo>
                  <a:lnTo>
                    <a:pt x="2221912" y="0"/>
                  </a:lnTo>
                  <a:lnTo>
                    <a:pt x="2274279" y="0"/>
                  </a:lnTo>
                  <a:lnTo>
                    <a:pt x="2326647" y="0"/>
                  </a:lnTo>
                  <a:lnTo>
                    <a:pt x="2379014" y="0"/>
                  </a:lnTo>
                  <a:lnTo>
                    <a:pt x="2431382" y="0"/>
                  </a:lnTo>
                  <a:lnTo>
                    <a:pt x="2483749" y="0"/>
                  </a:lnTo>
                  <a:lnTo>
                    <a:pt x="2536117" y="0"/>
                  </a:lnTo>
                  <a:lnTo>
                    <a:pt x="2588484" y="0"/>
                  </a:lnTo>
                  <a:lnTo>
                    <a:pt x="2640851" y="0"/>
                  </a:lnTo>
                  <a:lnTo>
                    <a:pt x="2693219" y="0"/>
                  </a:lnTo>
                  <a:lnTo>
                    <a:pt x="2745586" y="0"/>
                  </a:lnTo>
                  <a:lnTo>
                    <a:pt x="2797954" y="0"/>
                  </a:lnTo>
                  <a:lnTo>
                    <a:pt x="2850321" y="0"/>
                  </a:lnTo>
                  <a:lnTo>
                    <a:pt x="2902689" y="0"/>
                  </a:lnTo>
                  <a:lnTo>
                    <a:pt x="2955056" y="0"/>
                  </a:lnTo>
                  <a:lnTo>
                    <a:pt x="3007424" y="0"/>
                  </a:lnTo>
                  <a:lnTo>
                    <a:pt x="3059791" y="0"/>
                  </a:lnTo>
                  <a:lnTo>
                    <a:pt x="3112158" y="0"/>
                  </a:lnTo>
                  <a:lnTo>
                    <a:pt x="3164526" y="0"/>
                  </a:lnTo>
                  <a:lnTo>
                    <a:pt x="3216893" y="0"/>
                  </a:lnTo>
                  <a:lnTo>
                    <a:pt x="3269261" y="0"/>
                  </a:lnTo>
                  <a:lnTo>
                    <a:pt x="3321628" y="0"/>
                  </a:lnTo>
                  <a:lnTo>
                    <a:pt x="3373996" y="0"/>
                  </a:lnTo>
                  <a:lnTo>
                    <a:pt x="3426363" y="0"/>
                  </a:lnTo>
                  <a:lnTo>
                    <a:pt x="3478730" y="0"/>
                  </a:lnTo>
                  <a:lnTo>
                    <a:pt x="3531098" y="0"/>
                  </a:lnTo>
                  <a:lnTo>
                    <a:pt x="3583465" y="0"/>
                  </a:lnTo>
                  <a:lnTo>
                    <a:pt x="3635833" y="0"/>
                  </a:lnTo>
                  <a:lnTo>
                    <a:pt x="3688200" y="0"/>
                  </a:lnTo>
                  <a:lnTo>
                    <a:pt x="3740568" y="0"/>
                  </a:lnTo>
                  <a:lnTo>
                    <a:pt x="3792935" y="0"/>
                  </a:lnTo>
                  <a:lnTo>
                    <a:pt x="3845303" y="0"/>
                  </a:lnTo>
                  <a:lnTo>
                    <a:pt x="3897670" y="0"/>
                  </a:lnTo>
                  <a:lnTo>
                    <a:pt x="3950037" y="0"/>
                  </a:lnTo>
                  <a:lnTo>
                    <a:pt x="4002405" y="0"/>
                  </a:lnTo>
                  <a:lnTo>
                    <a:pt x="4054772" y="0"/>
                  </a:lnTo>
                  <a:lnTo>
                    <a:pt x="4107140" y="0"/>
                  </a:lnTo>
                  <a:lnTo>
                    <a:pt x="4149766" y="0"/>
                  </a:lnTo>
                  <a:lnTo>
                    <a:pt x="4149766" y="0"/>
                  </a:lnTo>
                </a:path>
              </a:pathLst>
            </a:custGeom>
            <a:ln w="13550" cap="rnd">
              <a:solidFill>
                <a:srgbClr val="F0F8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2301906" y="1796770"/>
              <a:ext cx="4149766" cy="0"/>
            </a:xfrm>
            <a:custGeom>
              <a:avLst/>
              <a:pathLst>
                <a:path w="4149766" h="0">
                  <a:moveTo>
                    <a:pt x="0" y="0"/>
                  </a:moveTo>
                  <a:lnTo>
                    <a:pt x="22479" y="0"/>
                  </a:lnTo>
                  <a:lnTo>
                    <a:pt x="74847" y="0"/>
                  </a:lnTo>
                  <a:lnTo>
                    <a:pt x="127214" y="0"/>
                  </a:lnTo>
                  <a:lnTo>
                    <a:pt x="179582" y="0"/>
                  </a:lnTo>
                  <a:lnTo>
                    <a:pt x="231949" y="0"/>
                  </a:lnTo>
                  <a:lnTo>
                    <a:pt x="284316" y="0"/>
                  </a:lnTo>
                  <a:lnTo>
                    <a:pt x="336684" y="0"/>
                  </a:lnTo>
                  <a:lnTo>
                    <a:pt x="389051" y="0"/>
                  </a:lnTo>
                  <a:lnTo>
                    <a:pt x="441419" y="0"/>
                  </a:lnTo>
                  <a:lnTo>
                    <a:pt x="493786" y="0"/>
                  </a:lnTo>
                  <a:lnTo>
                    <a:pt x="546154" y="0"/>
                  </a:lnTo>
                  <a:lnTo>
                    <a:pt x="598521" y="0"/>
                  </a:lnTo>
                  <a:lnTo>
                    <a:pt x="650889" y="0"/>
                  </a:lnTo>
                  <a:lnTo>
                    <a:pt x="703256" y="0"/>
                  </a:lnTo>
                  <a:lnTo>
                    <a:pt x="755623" y="0"/>
                  </a:lnTo>
                  <a:lnTo>
                    <a:pt x="807991" y="0"/>
                  </a:lnTo>
                  <a:lnTo>
                    <a:pt x="860358" y="0"/>
                  </a:lnTo>
                  <a:lnTo>
                    <a:pt x="912726" y="0"/>
                  </a:lnTo>
                  <a:lnTo>
                    <a:pt x="965093" y="0"/>
                  </a:lnTo>
                  <a:lnTo>
                    <a:pt x="1017461" y="0"/>
                  </a:lnTo>
                  <a:lnTo>
                    <a:pt x="1069828" y="0"/>
                  </a:lnTo>
                  <a:lnTo>
                    <a:pt x="1122196" y="0"/>
                  </a:lnTo>
                  <a:lnTo>
                    <a:pt x="1174563" y="0"/>
                  </a:lnTo>
                  <a:lnTo>
                    <a:pt x="1226930" y="0"/>
                  </a:lnTo>
                  <a:lnTo>
                    <a:pt x="1279298" y="0"/>
                  </a:lnTo>
                  <a:lnTo>
                    <a:pt x="1331665" y="0"/>
                  </a:lnTo>
                  <a:lnTo>
                    <a:pt x="1384033" y="0"/>
                  </a:lnTo>
                  <a:lnTo>
                    <a:pt x="1436400" y="0"/>
                  </a:lnTo>
                  <a:lnTo>
                    <a:pt x="1488768" y="0"/>
                  </a:lnTo>
                  <a:lnTo>
                    <a:pt x="1541135" y="0"/>
                  </a:lnTo>
                  <a:lnTo>
                    <a:pt x="1593503" y="0"/>
                  </a:lnTo>
                  <a:lnTo>
                    <a:pt x="1645870" y="0"/>
                  </a:lnTo>
                  <a:lnTo>
                    <a:pt x="1698237" y="0"/>
                  </a:lnTo>
                  <a:lnTo>
                    <a:pt x="1750605" y="0"/>
                  </a:lnTo>
                  <a:lnTo>
                    <a:pt x="1802972" y="0"/>
                  </a:lnTo>
                  <a:lnTo>
                    <a:pt x="1855340" y="0"/>
                  </a:lnTo>
                  <a:lnTo>
                    <a:pt x="1907707" y="0"/>
                  </a:lnTo>
                  <a:lnTo>
                    <a:pt x="1960075" y="0"/>
                  </a:lnTo>
                  <a:lnTo>
                    <a:pt x="2012442" y="0"/>
                  </a:lnTo>
                  <a:lnTo>
                    <a:pt x="2064810" y="0"/>
                  </a:lnTo>
                  <a:lnTo>
                    <a:pt x="2117177" y="0"/>
                  </a:lnTo>
                  <a:lnTo>
                    <a:pt x="2169544" y="0"/>
                  </a:lnTo>
                  <a:lnTo>
                    <a:pt x="2221912" y="0"/>
                  </a:lnTo>
                  <a:lnTo>
                    <a:pt x="2274279" y="0"/>
                  </a:lnTo>
                  <a:lnTo>
                    <a:pt x="2326647" y="0"/>
                  </a:lnTo>
                  <a:lnTo>
                    <a:pt x="2379014" y="0"/>
                  </a:lnTo>
                  <a:lnTo>
                    <a:pt x="2431382" y="0"/>
                  </a:lnTo>
                  <a:lnTo>
                    <a:pt x="2483749" y="0"/>
                  </a:lnTo>
                  <a:lnTo>
                    <a:pt x="2536117" y="0"/>
                  </a:lnTo>
                  <a:lnTo>
                    <a:pt x="2588484" y="0"/>
                  </a:lnTo>
                  <a:lnTo>
                    <a:pt x="2640851" y="0"/>
                  </a:lnTo>
                  <a:lnTo>
                    <a:pt x="2693219" y="0"/>
                  </a:lnTo>
                  <a:lnTo>
                    <a:pt x="2745586" y="0"/>
                  </a:lnTo>
                  <a:lnTo>
                    <a:pt x="2797954" y="0"/>
                  </a:lnTo>
                  <a:lnTo>
                    <a:pt x="2850321" y="0"/>
                  </a:lnTo>
                  <a:lnTo>
                    <a:pt x="2902689" y="0"/>
                  </a:lnTo>
                  <a:lnTo>
                    <a:pt x="2955056" y="0"/>
                  </a:lnTo>
                  <a:lnTo>
                    <a:pt x="3007424" y="0"/>
                  </a:lnTo>
                  <a:lnTo>
                    <a:pt x="3059791" y="0"/>
                  </a:lnTo>
                  <a:lnTo>
                    <a:pt x="3112158" y="0"/>
                  </a:lnTo>
                  <a:lnTo>
                    <a:pt x="3164526" y="0"/>
                  </a:lnTo>
                  <a:lnTo>
                    <a:pt x="3216893" y="0"/>
                  </a:lnTo>
                  <a:lnTo>
                    <a:pt x="3269261" y="0"/>
                  </a:lnTo>
                  <a:lnTo>
                    <a:pt x="3321628" y="0"/>
                  </a:lnTo>
                  <a:lnTo>
                    <a:pt x="3373996" y="0"/>
                  </a:lnTo>
                  <a:lnTo>
                    <a:pt x="3426363" y="0"/>
                  </a:lnTo>
                  <a:lnTo>
                    <a:pt x="3478730" y="0"/>
                  </a:lnTo>
                  <a:lnTo>
                    <a:pt x="3531098" y="0"/>
                  </a:lnTo>
                  <a:lnTo>
                    <a:pt x="3583465" y="0"/>
                  </a:lnTo>
                  <a:lnTo>
                    <a:pt x="3635833" y="0"/>
                  </a:lnTo>
                  <a:lnTo>
                    <a:pt x="3688200" y="0"/>
                  </a:lnTo>
                  <a:lnTo>
                    <a:pt x="3740568" y="0"/>
                  </a:lnTo>
                  <a:lnTo>
                    <a:pt x="3792935" y="0"/>
                  </a:lnTo>
                  <a:lnTo>
                    <a:pt x="3845303" y="0"/>
                  </a:lnTo>
                  <a:lnTo>
                    <a:pt x="3897670" y="0"/>
                  </a:lnTo>
                  <a:lnTo>
                    <a:pt x="3950037" y="0"/>
                  </a:lnTo>
                  <a:lnTo>
                    <a:pt x="4002405" y="0"/>
                  </a:lnTo>
                  <a:lnTo>
                    <a:pt x="4054772" y="0"/>
                  </a:lnTo>
                  <a:lnTo>
                    <a:pt x="4107140" y="0"/>
                  </a:lnTo>
                  <a:lnTo>
                    <a:pt x="4149766" y="0"/>
                  </a:lnTo>
                  <a:lnTo>
                    <a:pt x="4149766" y="0"/>
                  </a:lnTo>
                </a:path>
              </a:pathLst>
            </a:custGeom>
            <a:ln w="13550" cap="rnd">
              <a:solidFill>
                <a:srgbClr val="F0F8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g17"/>
            <p:cNvSpPr/>
            <p:nvPr/>
          </p:nvSpPr>
          <p:spPr>
            <a:xfrm>
              <a:off x="4171236" y="1756539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A9DA9">
                <a:alpha val="100000"/>
              </a:srgbClr>
            </a:solidFill>
            <a:ln w="5420" cap="flat">
              <a:solidFill>
                <a:srgbClr val="3A9D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g18"/>
            <p:cNvSpPr/>
            <p:nvPr/>
          </p:nvSpPr>
          <p:spPr>
            <a:xfrm>
              <a:off x="4252673" y="1756539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B9DA9">
                <a:alpha val="100000"/>
              </a:srgbClr>
            </a:solidFill>
            <a:ln w="5420" cap="flat">
              <a:solidFill>
                <a:srgbClr val="3B9D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g19"/>
            <p:cNvSpPr/>
            <p:nvPr/>
          </p:nvSpPr>
          <p:spPr>
            <a:xfrm>
              <a:off x="4334110" y="1756539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DA0AA">
                <a:alpha val="100000"/>
              </a:srgbClr>
            </a:solidFill>
            <a:ln w="5420" cap="flat">
              <a:solidFill>
                <a:srgbClr val="3DA0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g20"/>
            <p:cNvSpPr/>
            <p:nvPr/>
          </p:nvSpPr>
          <p:spPr>
            <a:xfrm>
              <a:off x="4415547" y="1756539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EA1AA">
                <a:alpha val="100000"/>
              </a:srgbClr>
            </a:solidFill>
            <a:ln w="5420" cap="flat">
              <a:solidFill>
                <a:srgbClr val="3EA1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g21"/>
            <p:cNvSpPr/>
            <p:nvPr/>
          </p:nvSpPr>
          <p:spPr>
            <a:xfrm>
              <a:off x="4496984" y="1756539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FA2AA">
                <a:alpha val="100000"/>
              </a:srgbClr>
            </a:solidFill>
            <a:ln w="5420" cap="flat">
              <a:solidFill>
                <a:srgbClr val="3FA2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g22"/>
            <p:cNvSpPr/>
            <p:nvPr/>
          </p:nvSpPr>
          <p:spPr>
            <a:xfrm>
              <a:off x="4578421" y="1756539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41A3AA">
                <a:alpha val="100000"/>
              </a:srgbClr>
            </a:solidFill>
            <a:ln w="5420" cap="flat">
              <a:solidFill>
                <a:srgbClr val="41A3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pg23"/>
            <p:cNvSpPr/>
            <p:nvPr/>
          </p:nvSpPr>
          <p:spPr>
            <a:xfrm>
              <a:off x="4659858" y="1756539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42A5AA">
                <a:alpha val="100000"/>
              </a:srgbClr>
            </a:solidFill>
            <a:ln w="5420" cap="flat">
              <a:solidFill>
                <a:srgbClr val="42A5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g24"/>
            <p:cNvSpPr/>
            <p:nvPr/>
          </p:nvSpPr>
          <p:spPr>
            <a:xfrm>
              <a:off x="5067044" y="1756539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42A5AA">
                <a:alpha val="100000"/>
              </a:srgbClr>
            </a:solidFill>
            <a:ln w="5420" cap="flat">
              <a:solidFill>
                <a:srgbClr val="42A5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g25"/>
            <p:cNvSpPr/>
            <p:nvPr/>
          </p:nvSpPr>
          <p:spPr>
            <a:xfrm>
              <a:off x="5148481" y="1756539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40A3AA">
                <a:alpha val="100000"/>
              </a:srgbClr>
            </a:solidFill>
            <a:ln w="5420" cap="flat">
              <a:solidFill>
                <a:srgbClr val="40A3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" name="pg26"/>
            <p:cNvSpPr/>
            <p:nvPr/>
          </p:nvSpPr>
          <p:spPr>
            <a:xfrm>
              <a:off x="5229918" y="1756539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FA2AA">
                <a:alpha val="100000"/>
              </a:srgbClr>
            </a:solidFill>
            <a:ln w="5420" cap="flat">
              <a:solidFill>
                <a:srgbClr val="3FA2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" name="pg27"/>
            <p:cNvSpPr/>
            <p:nvPr/>
          </p:nvSpPr>
          <p:spPr>
            <a:xfrm>
              <a:off x="5311355" y="1756539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EA1AA">
                <a:alpha val="100000"/>
              </a:srgbClr>
            </a:solidFill>
            <a:ln w="5420" cap="flat">
              <a:solidFill>
                <a:srgbClr val="3EA1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" name="pg28"/>
            <p:cNvSpPr/>
            <p:nvPr/>
          </p:nvSpPr>
          <p:spPr>
            <a:xfrm>
              <a:off x="5392793" y="1756539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D9FAA">
                <a:alpha val="100000"/>
              </a:srgbClr>
            </a:solidFill>
            <a:ln w="5420" cap="flat">
              <a:solidFill>
                <a:srgbClr val="3D9F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" name="pg29"/>
            <p:cNvSpPr/>
            <p:nvPr/>
          </p:nvSpPr>
          <p:spPr>
            <a:xfrm>
              <a:off x="4089798" y="1859855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89BA9">
                <a:alpha val="100000"/>
              </a:srgbClr>
            </a:solidFill>
            <a:ln w="5420" cap="flat">
              <a:solidFill>
                <a:srgbClr val="389B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" name="pg30"/>
            <p:cNvSpPr/>
            <p:nvPr/>
          </p:nvSpPr>
          <p:spPr>
            <a:xfrm>
              <a:off x="4171236" y="1859855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99BA9">
                <a:alpha val="100000"/>
              </a:srgbClr>
            </a:solidFill>
            <a:ln w="5420" cap="flat">
              <a:solidFill>
                <a:srgbClr val="399B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" name="pg31"/>
            <p:cNvSpPr/>
            <p:nvPr/>
          </p:nvSpPr>
          <p:spPr>
            <a:xfrm>
              <a:off x="4252673" y="1859855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99CA9">
                <a:alpha val="100000"/>
              </a:srgbClr>
            </a:solidFill>
            <a:ln w="5420" cap="flat">
              <a:solidFill>
                <a:srgbClr val="399C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" name="pg32"/>
            <p:cNvSpPr/>
            <p:nvPr/>
          </p:nvSpPr>
          <p:spPr>
            <a:xfrm>
              <a:off x="4334110" y="1859855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C9FAA">
                <a:alpha val="100000"/>
              </a:srgbClr>
            </a:solidFill>
            <a:ln w="5420" cap="flat">
              <a:solidFill>
                <a:srgbClr val="3C9F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" name="pg33"/>
            <p:cNvSpPr/>
            <p:nvPr/>
          </p:nvSpPr>
          <p:spPr>
            <a:xfrm>
              <a:off x="4415547" y="1859855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EA1AA">
                <a:alpha val="100000"/>
              </a:srgbClr>
            </a:solidFill>
            <a:ln w="5420" cap="flat">
              <a:solidFill>
                <a:srgbClr val="3EA1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" name="pg34"/>
            <p:cNvSpPr/>
            <p:nvPr/>
          </p:nvSpPr>
          <p:spPr>
            <a:xfrm>
              <a:off x="4496984" y="1859855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40A3AA">
                <a:alpha val="100000"/>
              </a:srgbClr>
            </a:solidFill>
            <a:ln w="5420" cap="flat">
              <a:solidFill>
                <a:srgbClr val="40A3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" name="pg35"/>
            <p:cNvSpPr/>
            <p:nvPr/>
          </p:nvSpPr>
          <p:spPr>
            <a:xfrm>
              <a:off x="4578421" y="1859855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42A5AA">
                <a:alpha val="100000"/>
              </a:srgbClr>
            </a:solidFill>
            <a:ln w="5420" cap="flat">
              <a:solidFill>
                <a:srgbClr val="42A5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" name="pg36"/>
            <p:cNvSpPr/>
            <p:nvPr/>
          </p:nvSpPr>
          <p:spPr>
            <a:xfrm>
              <a:off x="4659858" y="1859855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43A6AA">
                <a:alpha val="100000"/>
              </a:srgbClr>
            </a:solidFill>
            <a:ln w="5420" cap="flat">
              <a:solidFill>
                <a:srgbClr val="43A6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" name="pg37"/>
            <p:cNvSpPr/>
            <p:nvPr/>
          </p:nvSpPr>
          <p:spPr>
            <a:xfrm>
              <a:off x="5067044" y="1859855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45A8AA">
                <a:alpha val="100000"/>
              </a:srgbClr>
            </a:solidFill>
            <a:ln w="5420" cap="flat">
              <a:solidFill>
                <a:srgbClr val="45A8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" name="pg38"/>
            <p:cNvSpPr/>
            <p:nvPr/>
          </p:nvSpPr>
          <p:spPr>
            <a:xfrm>
              <a:off x="5148481" y="1859855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43A7AA">
                <a:alpha val="100000"/>
              </a:srgbClr>
            </a:solidFill>
            <a:ln w="5420" cap="flat">
              <a:solidFill>
                <a:srgbClr val="43A7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" name="pg39"/>
            <p:cNvSpPr/>
            <p:nvPr/>
          </p:nvSpPr>
          <p:spPr>
            <a:xfrm>
              <a:off x="5229918" y="1859855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42A5AA">
                <a:alpha val="100000"/>
              </a:srgbClr>
            </a:solidFill>
            <a:ln w="5420" cap="flat">
              <a:solidFill>
                <a:srgbClr val="42A5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" name="pg40"/>
            <p:cNvSpPr/>
            <p:nvPr/>
          </p:nvSpPr>
          <p:spPr>
            <a:xfrm>
              <a:off x="5311355" y="1859855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41A4AA">
                <a:alpha val="100000"/>
              </a:srgbClr>
            </a:solidFill>
            <a:ln w="5420" cap="flat">
              <a:solidFill>
                <a:srgbClr val="41A4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" name="pg41"/>
            <p:cNvSpPr/>
            <p:nvPr/>
          </p:nvSpPr>
          <p:spPr>
            <a:xfrm>
              <a:off x="5392793" y="1859855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40A3AA">
                <a:alpha val="100000"/>
              </a:srgbClr>
            </a:solidFill>
            <a:ln w="5420" cap="flat">
              <a:solidFill>
                <a:srgbClr val="40A3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" name="pg42"/>
            <p:cNvSpPr/>
            <p:nvPr/>
          </p:nvSpPr>
          <p:spPr>
            <a:xfrm>
              <a:off x="3682613" y="1963171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A9CA9">
                <a:alpha val="100000"/>
              </a:srgbClr>
            </a:solidFill>
            <a:ln w="5420" cap="flat">
              <a:solidFill>
                <a:srgbClr val="3A9C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" name="pg43"/>
            <p:cNvSpPr/>
            <p:nvPr/>
          </p:nvSpPr>
          <p:spPr>
            <a:xfrm>
              <a:off x="3764050" y="1963171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99CA9">
                <a:alpha val="100000"/>
              </a:srgbClr>
            </a:solidFill>
            <a:ln w="5420" cap="flat">
              <a:solidFill>
                <a:srgbClr val="399C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" name="pg44"/>
            <p:cNvSpPr/>
            <p:nvPr/>
          </p:nvSpPr>
          <p:spPr>
            <a:xfrm>
              <a:off x="3845487" y="1963171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89BA9">
                <a:alpha val="100000"/>
              </a:srgbClr>
            </a:solidFill>
            <a:ln w="5420" cap="flat">
              <a:solidFill>
                <a:srgbClr val="389B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" name="pg45"/>
            <p:cNvSpPr/>
            <p:nvPr/>
          </p:nvSpPr>
          <p:spPr>
            <a:xfrm>
              <a:off x="3926924" y="1963171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79AA9">
                <a:alpha val="100000"/>
              </a:srgbClr>
            </a:solidFill>
            <a:ln w="5420" cap="flat">
              <a:solidFill>
                <a:srgbClr val="379A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" name="pg46"/>
            <p:cNvSpPr/>
            <p:nvPr/>
          </p:nvSpPr>
          <p:spPr>
            <a:xfrm>
              <a:off x="4008361" y="1963171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699A9">
                <a:alpha val="100000"/>
              </a:srgbClr>
            </a:solidFill>
            <a:ln w="5420" cap="flat">
              <a:solidFill>
                <a:srgbClr val="3699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" name="pg47"/>
            <p:cNvSpPr/>
            <p:nvPr/>
          </p:nvSpPr>
          <p:spPr>
            <a:xfrm>
              <a:off x="4089798" y="1963171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699A9">
                <a:alpha val="100000"/>
              </a:srgbClr>
            </a:solidFill>
            <a:ln w="5420" cap="flat">
              <a:solidFill>
                <a:srgbClr val="3699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" name="pg48"/>
            <p:cNvSpPr/>
            <p:nvPr/>
          </p:nvSpPr>
          <p:spPr>
            <a:xfrm>
              <a:off x="4171236" y="1963171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699A9">
                <a:alpha val="100000"/>
              </a:srgbClr>
            </a:solidFill>
            <a:ln w="5420" cap="flat">
              <a:solidFill>
                <a:srgbClr val="3699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" name="pg49"/>
            <p:cNvSpPr/>
            <p:nvPr/>
          </p:nvSpPr>
          <p:spPr>
            <a:xfrm>
              <a:off x="4252673" y="1963171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79AA9">
                <a:alpha val="100000"/>
              </a:srgbClr>
            </a:solidFill>
            <a:ln w="5420" cap="flat">
              <a:solidFill>
                <a:srgbClr val="379A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" name="pg50"/>
            <p:cNvSpPr/>
            <p:nvPr/>
          </p:nvSpPr>
          <p:spPr>
            <a:xfrm>
              <a:off x="4334110" y="1963171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B9DA9">
                <a:alpha val="100000"/>
              </a:srgbClr>
            </a:solidFill>
            <a:ln w="5420" cap="flat">
              <a:solidFill>
                <a:srgbClr val="3B9D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" name="pg51"/>
            <p:cNvSpPr/>
            <p:nvPr/>
          </p:nvSpPr>
          <p:spPr>
            <a:xfrm>
              <a:off x="4415547" y="1963171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EA0AA">
                <a:alpha val="100000"/>
              </a:srgbClr>
            </a:solidFill>
            <a:ln w="5420" cap="flat">
              <a:solidFill>
                <a:srgbClr val="3EA0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" name="pg52"/>
            <p:cNvSpPr/>
            <p:nvPr/>
          </p:nvSpPr>
          <p:spPr>
            <a:xfrm>
              <a:off x="4496984" y="1963171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40A3AA">
                <a:alpha val="100000"/>
              </a:srgbClr>
            </a:solidFill>
            <a:ln w="5420" cap="flat">
              <a:solidFill>
                <a:srgbClr val="40A3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" name="pg53"/>
            <p:cNvSpPr/>
            <p:nvPr/>
          </p:nvSpPr>
          <p:spPr>
            <a:xfrm>
              <a:off x="4578421" y="1963171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43A6AA">
                <a:alpha val="100000"/>
              </a:srgbClr>
            </a:solidFill>
            <a:ln w="5420" cap="flat">
              <a:solidFill>
                <a:srgbClr val="43A6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" name="pg54"/>
            <p:cNvSpPr/>
            <p:nvPr/>
          </p:nvSpPr>
          <p:spPr>
            <a:xfrm>
              <a:off x="4985607" y="1963171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49ADAB">
                <a:alpha val="100000"/>
              </a:srgbClr>
            </a:solidFill>
            <a:ln w="5420" cap="flat">
              <a:solidFill>
                <a:srgbClr val="49AD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" name="pg55"/>
            <p:cNvSpPr/>
            <p:nvPr/>
          </p:nvSpPr>
          <p:spPr>
            <a:xfrm>
              <a:off x="5067044" y="1963171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48ACAA">
                <a:alpha val="100000"/>
              </a:srgbClr>
            </a:solidFill>
            <a:ln w="5420" cap="flat">
              <a:solidFill>
                <a:srgbClr val="48AC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" name="pg56"/>
            <p:cNvSpPr/>
            <p:nvPr/>
          </p:nvSpPr>
          <p:spPr>
            <a:xfrm>
              <a:off x="5148481" y="1963171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46AAAA">
                <a:alpha val="100000"/>
              </a:srgbClr>
            </a:solidFill>
            <a:ln w="5420" cap="flat">
              <a:solidFill>
                <a:srgbClr val="46AA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" name="pg57"/>
            <p:cNvSpPr/>
            <p:nvPr/>
          </p:nvSpPr>
          <p:spPr>
            <a:xfrm>
              <a:off x="5229918" y="1963171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45A9AA">
                <a:alpha val="100000"/>
              </a:srgbClr>
            </a:solidFill>
            <a:ln w="5420" cap="flat">
              <a:solidFill>
                <a:srgbClr val="45A9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" name="pg58"/>
            <p:cNvSpPr/>
            <p:nvPr/>
          </p:nvSpPr>
          <p:spPr>
            <a:xfrm>
              <a:off x="5311355" y="1963171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44A7AA">
                <a:alpha val="100000"/>
              </a:srgbClr>
            </a:solidFill>
            <a:ln w="5420" cap="flat">
              <a:solidFill>
                <a:srgbClr val="44A7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" name="pg59"/>
            <p:cNvSpPr/>
            <p:nvPr/>
          </p:nvSpPr>
          <p:spPr>
            <a:xfrm>
              <a:off x="5392793" y="1963171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43A6AA">
                <a:alpha val="100000"/>
              </a:srgbClr>
            </a:solidFill>
            <a:ln w="5420" cap="flat">
              <a:solidFill>
                <a:srgbClr val="43A6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" name="pg60"/>
            <p:cNvSpPr/>
            <p:nvPr/>
          </p:nvSpPr>
          <p:spPr>
            <a:xfrm>
              <a:off x="3601176" y="2066487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A9DA9">
                <a:alpha val="100000"/>
              </a:srgbClr>
            </a:solidFill>
            <a:ln w="5420" cap="flat">
              <a:solidFill>
                <a:srgbClr val="3A9D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" name="pg61"/>
            <p:cNvSpPr/>
            <p:nvPr/>
          </p:nvSpPr>
          <p:spPr>
            <a:xfrm>
              <a:off x="3682613" y="2066487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99CA9">
                <a:alpha val="100000"/>
              </a:srgbClr>
            </a:solidFill>
            <a:ln w="5420" cap="flat">
              <a:solidFill>
                <a:srgbClr val="399C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" name="pg62"/>
            <p:cNvSpPr/>
            <p:nvPr/>
          </p:nvSpPr>
          <p:spPr>
            <a:xfrm>
              <a:off x="3764050" y="2066487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89BA9">
                <a:alpha val="100000"/>
              </a:srgbClr>
            </a:solidFill>
            <a:ln w="5420" cap="flat">
              <a:solidFill>
                <a:srgbClr val="389B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" name="pg63"/>
            <p:cNvSpPr/>
            <p:nvPr/>
          </p:nvSpPr>
          <p:spPr>
            <a:xfrm>
              <a:off x="3845487" y="2066487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79AA9">
                <a:alpha val="100000"/>
              </a:srgbClr>
            </a:solidFill>
            <a:ln w="5420" cap="flat">
              <a:solidFill>
                <a:srgbClr val="379A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" name="pg64"/>
            <p:cNvSpPr/>
            <p:nvPr/>
          </p:nvSpPr>
          <p:spPr>
            <a:xfrm>
              <a:off x="3926924" y="2066487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598A9">
                <a:alpha val="100000"/>
              </a:srgbClr>
            </a:solidFill>
            <a:ln w="5420" cap="flat">
              <a:solidFill>
                <a:srgbClr val="3598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" name="pg65"/>
            <p:cNvSpPr/>
            <p:nvPr/>
          </p:nvSpPr>
          <p:spPr>
            <a:xfrm>
              <a:off x="4008361" y="2066487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497A9">
                <a:alpha val="100000"/>
              </a:srgbClr>
            </a:solidFill>
            <a:ln w="5420" cap="flat">
              <a:solidFill>
                <a:srgbClr val="3497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" name="pg66"/>
            <p:cNvSpPr/>
            <p:nvPr/>
          </p:nvSpPr>
          <p:spPr>
            <a:xfrm>
              <a:off x="4089798" y="2066487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496A9">
                <a:alpha val="100000"/>
              </a:srgbClr>
            </a:solidFill>
            <a:ln w="5420" cap="flat">
              <a:solidFill>
                <a:srgbClr val="3496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" name="pg67"/>
            <p:cNvSpPr/>
            <p:nvPr/>
          </p:nvSpPr>
          <p:spPr>
            <a:xfrm>
              <a:off x="4171236" y="2066487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595A9">
                <a:alpha val="100000"/>
              </a:srgbClr>
            </a:solidFill>
            <a:ln w="5420" cap="flat">
              <a:solidFill>
                <a:srgbClr val="3595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" name="pg68"/>
            <p:cNvSpPr/>
            <p:nvPr/>
          </p:nvSpPr>
          <p:spPr>
            <a:xfrm>
              <a:off x="4252673" y="2066487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496A9">
                <a:alpha val="100000"/>
              </a:srgbClr>
            </a:solidFill>
            <a:ln w="5420" cap="flat">
              <a:solidFill>
                <a:srgbClr val="3496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" name="pg69"/>
            <p:cNvSpPr/>
            <p:nvPr/>
          </p:nvSpPr>
          <p:spPr>
            <a:xfrm>
              <a:off x="4334110" y="2066487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99CA9">
                <a:alpha val="100000"/>
              </a:srgbClr>
            </a:solidFill>
            <a:ln w="5420" cap="flat">
              <a:solidFill>
                <a:srgbClr val="399C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" name="pg70"/>
            <p:cNvSpPr/>
            <p:nvPr/>
          </p:nvSpPr>
          <p:spPr>
            <a:xfrm>
              <a:off x="4415547" y="2066487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DA0AA">
                <a:alpha val="100000"/>
              </a:srgbClr>
            </a:solidFill>
            <a:ln w="5420" cap="flat">
              <a:solidFill>
                <a:srgbClr val="3DA0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" name="pg71"/>
            <p:cNvSpPr/>
            <p:nvPr/>
          </p:nvSpPr>
          <p:spPr>
            <a:xfrm>
              <a:off x="4496984" y="2066487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41A4AA">
                <a:alpha val="100000"/>
              </a:srgbClr>
            </a:solidFill>
            <a:ln w="5420" cap="flat">
              <a:solidFill>
                <a:srgbClr val="41A4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" name="pg72"/>
            <p:cNvSpPr/>
            <p:nvPr/>
          </p:nvSpPr>
          <p:spPr>
            <a:xfrm>
              <a:off x="4904170" y="2066487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4CB1AB">
                <a:alpha val="100000"/>
              </a:srgbClr>
            </a:solidFill>
            <a:ln w="5420" cap="flat">
              <a:solidFill>
                <a:srgbClr val="4CB1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" name="pg73"/>
            <p:cNvSpPr/>
            <p:nvPr/>
          </p:nvSpPr>
          <p:spPr>
            <a:xfrm>
              <a:off x="4985607" y="2066487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4CB0AB">
                <a:alpha val="100000"/>
              </a:srgbClr>
            </a:solidFill>
            <a:ln w="5420" cap="flat">
              <a:solidFill>
                <a:srgbClr val="4CB0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" name="pg74"/>
            <p:cNvSpPr/>
            <p:nvPr/>
          </p:nvSpPr>
          <p:spPr>
            <a:xfrm>
              <a:off x="5067044" y="2066487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4BB0AB">
                <a:alpha val="100000"/>
              </a:srgbClr>
            </a:solidFill>
            <a:ln w="5420" cap="flat">
              <a:solidFill>
                <a:srgbClr val="4BB0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" name="pg75"/>
            <p:cNvSpPr/>
            <p:nvPr/>
          </p:nvSpPr>
          <p:spPr>
            <a:xfrm>
              <a:off x="5148481" y="2066487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49AEAB">
                <a:alpha val="100000"/>
              </a:srgbClr>
            </a:solidFill>
            <a:ln w="5420" cap="flat">
              <a:solidFill>
                <a:srgbClr val="49AE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" name="pg76"/>
            <p:cNvSpPr/>
            <p:nvPr/>
          </p:nvSpPr>
          <p:spPr>
            <a:xfrm>
              <a:off x="5229918" y="2066487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48ACAA">
                <a:alpha val="100000"/>
              </a:srgbClr>
            </a:solidFill>
            <a:ln w="5420" cap="flat">
              <a:solidFill>
                <a:srgbClr val="48AC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" name="pg77"/>
            <p:cNvSpPr/>
            <p:nvPr/>
          </p:nvSpPr>
          <p:spPr>
            <a:xfrm>
              <a:off x="5311355" y="2066487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47AAAA">
                <a:alpha val="100000"/>
              </a:srgbClr>
            </a:solidFill>
            <a:ln w="5420" cap="flat">
              <a:solidFill>
                <a:srgbClr val="47AA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" name="pg78"/>
            <p:cNvSpPr/>
            <p:nvPr/>
          </p:nvSpPr>
          <p:spPr>
            <a:xfrm>
              <a:off x="5392793" y="2066487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45A9AA">
                <a:alpha val="100000"/>
              </a:srgbClr>
            </a:solidFill>
            <a:ln w="5420" cap="flat">
              <a:solidFill>
                <a:srgbClr val="45A9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" name="pg79"/>
            <p:cNvSpPr/>
            <p:nvPr/>
          </p:nvSpPr>
          <p:spPr>
            <a:xfrm>
              <a:off x="3438301" y="2169803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D9FAA">
                <a:alpha val="100000"/>
              </a:srgbClr>
            </a:solidFill>
            <a:ln w="5420" cap="flat">
              <a:solidFill>
                <a:srgbClr val="3D9F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" name="pg80"/>
            <p:cNvSpPr/>
            <p:nvPr/>
          </p:nvSpPr>
          <p:spPr>
            <a:xfrm>
              <a:off x="3519738" y="2169803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C9EAA">
                <a:alpha val="100000"/>
              </a:srgbClr>
            </a:solidFill>
            <a:ln w="5420" cap="flat">
              <a:solidFill>
                <a:srgbClr val="3C9E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" name="pg81"/>
            <p:cNvSpPr/>
            <p:nvPr/>
          </p:nvSpPr>
          <p:spPr>
            <a:xfrm>
              <a:off x="3601176" y="2169803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B9DA9">
                <a:alpha val="100000"/>
              </a:srgbClr>
            </a:solidFill>
            <a:ln w="5420" cap="flat">
              <a:solidFill>
                <a:srgbClr val="3B9D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" name="pg82"/>
            <p:cNvSpPr/>
            <p:nvPr/>
          </p:nvSpPr>
          <p:spPr>
            <a:xfrm>
              <a:off x="3682613" y="2169803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99CA9">
                <a:alpha val="100000"/>
              </a:srgbClr>
            </a:solidFill>
            <a:ln w="5420" cap="flat">
              <a:solidFill>
                <a:srgbClr val="399C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" name="pg83"/>
            <p:cNvSpPr/>
            <p:nvPr/>
          </p:nvSpPr>
          <p:spPr>
            <a:xfrm>
              <a:off x="3764050" y="2169803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89AA9">
                <a:alpha val="100000"/>
              </a:srgbClr>
            </a:solidFill>
            <a:ln w="5420" cap="flat">
              <a:solidFill>
                <a:srgbClr val="389A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" name="pg84"/>
            <p:cNvSpPr/>
            <p:nvPr/>
          </p:nvSpPr>
          <p:spPr>
            <a:xfrm>
              <a:off x="3845487" y="2169803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598A9">
                <a:alpha val="100000"/>
              </a:srgbClr>
            </a:solidFill>
            <a:ln w="5420" cap="flat">
              <a:solidFill>
                <a:srgbClr val="3598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" name="pg85"/>
            <p:cNvSpPr/>
            <p:nvPr/>
          </p:nvSpPr>
          <p:spPr>
            <a:xfrm>
              <a:off x="3926924" y="2169803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596A9">
                <a:alpha val="100000"/>
              </a:srgbClr>
            </a:solidFill>
            <a:ln w="5420" cap="flat">
              <a:solidFill>
                <a:srgbClr val="3596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" name="pg86"/>
            <p:cNvSpPr/>
            <p:nvPr/>
          </p:nvSpPr>
          <p:spPr>
            <a:xfrm>
              <a:off x="4008361" y="2169803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693A8">
                <a:alpha val="100000"/>
              </a:srgbClr>
            </a:solidFill>
            <a:ln w="5420" cap="flat">
              <a:solidFill>
                <a:srgbClr val="3693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" name="pg87"/>
            <p:cNvSpPr/>
            <p:nvPr/>
          </p:nvSpPr>
          <p:spPr>
            <a:xfrm>
              <a:off x="4089798" y="2169803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690A7">
                <a:alpha val="100000"/>
              </a:srgbClr>
            </a:solidFill>
            <a:ln w="5420" cap="flat">
              <a:solidFill>
                <a:srgbClr val="3690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" name="pg88"/>
            <p:cNvSpPr/>
            <p:nvPr/>
          </p:nvSpPr>
          <p:spPr>
            <a:xfrm>
              <a:off x="4171236" y="2169803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78EA7">
                <a:alpha val="100000"/>
              </a:srgbClr>
            </a:solidFill>
            <a:ln w="5420" cap="flat">
              <a:solidFill>
                <a:srgbClr val="378E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" name="pg89"/>
            <p:cNvSpPr/>
            <p:nvPr/>
          </p:nvSpPr>
          <p:spPr>
            <a:xfrm>
              <a:off x="4252673" y="2169803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78EA7">
                <a:alpha val="100000"/>
              </a:srgbClr>
            </a:solidFill>
            <a:ln w="5420" cap="flat">
              <a:solidFill>
                <a:srgbClr val="378E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" name="pg90"/>
            <p:cNvSpPr/>
            <p:nvPr/>
          </p:nvSpPr>
          <p:spPr>
            <a:xfrm>
              <a:off x="4334110" y="2169803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698A9">
                <a:alpha val="100000"/>
              </a:srgbClr>
            </a:solidFill>
            <a:ln w="5420" cap="flat">
              <a:solidFill>
                <a:srgbClr val="3698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" name="pg91"/>
            <p:cNvSpPr/>
            <p:nvPr/>
          </p:nvSpPr>
          <p:spPr>
            <a:xfrm>
              <a:off x="4822733" y="2169803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54BBAB">
                <a:alpha val="100000"/>
              </a:srgbClr>
            </a:solidFill>
            <a:ln w="5420" cap="flat">
              <a:solidFill>
                <a:srgbClr val="54BB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" name="pg92"/>
            <p:cNvSpPr/>
            <p:nvPr/>
          </p:nvSpPr>
          <p:spPr>
            <a:xfrm>
              <a:off x="4904170" y="2169803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54BBAB">
                <a:alpha val="100000"/>
              </a:srgbClr>
            </a:solidFill>
            <a:ln w="5420" cap="flat">
              <a:solidFill>
                <a:srgbClr val="54BB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" name="pg93"/>
            <p:cNvSpPr/>
            <p:nvPr/>
          </p:nvSpPr>
          <p:spPr>
            <a:xfrm>
              <a:off x="4985607" y="2169803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53BAAB">
                <a:alpha val="100000"/>
              </a:srgbClr>
            </a:solidFill>
            <a:ln w="5420" cap="flat">
              <a:solidFill>
                <a:srgbClr val="53BA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" name="pg94"/>
            <p:cNvSpPr/>
            <p:nvPr/>
          </p:nvSpPr>
          <p:spPr>
            <a:xfrm>
              <a:off x="5067044" y="2169803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52B9AB">
                <a:alpha val="100000"/>
              </a:srgbClr>
            </a:solidFill>
            <a:ln w="5420" cap="flat">
              <a:solidFill>
                <a:srgbClr val="52B9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" name="pg95"/>
            <p:cNvSpPr/>
            <p:nvPr/>
          </p:nvSpPr>
          <p:spPr>
            <a:xfrm>
              <a:off x="5148481" y="2169803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4FB5AB">
                <a:alpha val="100000"/>
              </a:srgbClr>
            </a:solidFill>
            <a:ln w="5420" cap="flat">
              <a:solidFill>
                <a:srgbClr val="4FB5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" name="pg96"/>
            <p:cNvSpPr/>
            <p:nvPr/>
          </p:nvSpPr>
          <p:spPr>
            <a:xfrm>
              <a:off x="5229918" y="2169803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4DB3AB">
                <a:alpha val="100000"/>
              </a:srgbClr>
            </a:solidFill>
            <a:ln w="5420" cap="flat">
              <a:solidFill>
                <a:srgbClr val="4DB3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7" name="pg97"/>
            <p:cNvSpPr/>
            <p:nvPr/>
          </p:nvSpPr>
          <p:spPr>
            <a:xfrm>
              <a:off x="3275427" y="2273120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DA0AA">
                <a:alpha val="100000"/>
              </a:srgbClr>
            </a:solidFill>
            <a:ln w="5420" cap="flat">
              <a:solidFill>
                <a:srgbClr val="3DA0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8" name="pg98"/>
            <p:cNvSpPr/>
            <p:nvPr/>
          </p:nvSpPr>
          <p:spPr>
            <a:xfrm>
              <a:off x="3356864" y="2273120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DA0AA">
                <a:alpha val="100000"/>
              </a:srgbClr>
            </a:solidFill>
            <a:ln w="5420" cap="flat">
              <a:solidFill>
                <a:srgbClr val="3DA0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9" name="pg99"/>
            <p:cNvSpPr/>
            <p:nvPr/>
          </p:nvSpPr>
          <p:spPr>
            <a:xfrm>
              <a:off x="3438301" y="2273120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DA0AA">
                <a:alpha val="100000"/>
              </a:srgbClr>
            </a:solidFill>
            <a:ln w="5420" cap="flat">
              <a:solidFill>
                <a:srgbClr val="3DA0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0" name="pg100"/>
            <p:cNvSpPr/>
            <p:nvPr/>
          </p:nvSpPr>
          <p:spPr>
            <a:xfrm>
              <a:off x="3519738" y="2273120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C9FAA">
                <a:alpha val="100000"/>
              </a:srgbClr>
            </a:solidFill>
            <a:ln w="5420" cap="flat">
              <a:solidFill>
                <a:srgbClr val="3C9F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1" name="pg101"/>
            <p:cNvSpPr/>
            <p:nvPr/>
          </p:nvSpPr>
          <p:spPr>
            <a:xfrm>
              <a:off x="3601176" y="2273120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B9EAA">
                <a:alpha val="100000"/>
              </a:srgbClr>
            </a:solidFill>
            <a:ln w="5420" cap="flat">
              <a:solidFill>
                <a:srgbClr val="3B9E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2" name="pg102"/>
            <p:cNvSpPr/>
            <p:nvPr/>
          </p:nvSpPr>
          <p:spPr>
            <a:xfrm>
              <a:off x="3682613" y="2273120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A9DA9">
                <a:alpha val="100000"/>
              </a:srgbClr>
            </a:solidFill>
            <a:ln w="5420" cap="flat">
              <a:solidFill>
                <a:srgbClr val="3A9D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3" name="pg103"/>
            <p:cNvSpPr/>
            <p:nvPr/>
          </p:nvSpPr>
          <p:spPr>
            <a:xfrm>
              <a:off x="3764050" y="2273120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89BA9">
                <a:alpha val="100000"/>
              </a:srgbClr>
            </a:solidFill>
            <a:ln w="5420" cap="flat">
              <a:solidFill>
                <a:srgbClr val="389B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4" name="pg104"/>
            <p:cNvSpPr/>
            <p:nvPr/>
          </p:nvSpPr>
          <p:spPr>
            <a:xfrm>
              <a:off x="3845487" y="2273120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699A9">
                <a:alpha val="100000"/>
              </a:srgbClr>
            </a:solidFill>
            <a:ln w="5420" cap="flat">
              <a:solidFill>
                <a:srgbClr val="3699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5" name="pg105"/>
            <p:cNvSpPr/>
            <p:nvPr/>
          </p:nvSpPr>
          <p:spPr>
            <a:xfrm>
              <a:off x="3926924" y="2273120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496A9">
                <a:alpha val="100000"/>
              </a:srgbClr>
            </a:solidFill>
            <a:ln w="5420" cap="flat">
              <a:solidFill>
                <a:srgbClr val="3496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6" name="pg106"/>
            <p:cNvSpPr/>
            <p:nvPr/>
          </p:nvSpPr>
          <p:spPr>
            <a:xfrm>
              <a:off x="4008361" y="2273120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593A8">
                <a:alpha val="100000"/>
              </a:srgbClr>
            </a:solidFill>
            <a:ln w="5420" cap="flat">
              <a:solidFill>
                <a:srgbClr val="3593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7" name="pg107"/>
            <p:cNvSpPr/>
            <p:nvPr/>
          </p:nvSpPr>
          <p:spPr>
            <a:xfrm>
              <a:off x="4089798" y="2273120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690A7">
                <a:alpha val="100000"/>
              </a:srgbClr>
            </a:solidFill>
            <a:ln w="5420" cap="flat">
              <a:solidFill>
                <a:srgbClr val="3690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8" name="pg108"/>
            <p:cNvSpPr/>
            <p:nvPr/>
          </p:nvSpPr>
          <p:spPr>
            <a:xfrm>
              <a:off x="4171236" y="2273120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78EA7">
                <a:alpha val="100000"/>
              </a:srgbClr>
            </a:solidFill>
            <a:ln w="5420" cap="flat">
              <a:solidFill>
                <a:srgbClr val="378E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9" name="pg109"/>
            <p:cNvSpPr/>
            <p:nvPr/>
          </p:nvSpPr>
          <p:spPr>
            <a:xfrm>
              <a:off x="4252673" y="2273120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78EA7">
                <a:alpha val="100000"/>
              </a:srgbClr>
            </a:solidFill>
            <a:ln w="5420" cap="flat">
              <a:solidFill>
                <a:srgbClr val="378E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0" name="pg110"/>
            <p:cNvSpPr/>
            <p:nvPr/>
          </p:nvSpPr>
          <p:spPr>
            <a:xfrm>
              <a:off x="4334110" y="2273120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99BA9">
                <a:alpha val="100000"/>
              </a:srgbClr>
            </a:solidFill>
            <a:ln w="5420" cap="flat">
              <a:solidFill>
                <a:srgbClr val="399B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1" name="pg111"/>
            <p:cNvSpPr/>
            <p:nvPr/>
          </p:nvSpPr>
          <p:spPr>
            <a:xfrm>
              <a:off x="4415547" y="2273120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44A7AA">
                <a:alpha val="100000"/>
              </a:srgbClr>
            </a:solidFill>
            <a:ln w="5420" cap="flat">
              <a:solidFill>
                <a:srgbClr val="44A7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2" name="pg112"/>
            <p:cNvSpPr/>
            <p:nvPr/>
          </p:nvSpPr>
          <p:spPr>
            <a:xfrm>
              <a:off x="4496984" y="2273120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4DB3AB">
                <a:alpha val="100000"/>
              </a:srgbClr>
            </a:solidFill>
            <a:ln w="5420" cap="flat">
              <a:solidFill>
                <a:srgbClr val="4DB3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3" name="pg113"/>
            <p:cNvSpPr/>
            <p:nvPr/>
          </p:nvSpPr>
          <p:spPr>
            <a:xfrm>
              <a:off x="4578421" y="2273120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54BCAB">
                <a:alpha val="100000"/>
              </a:srgbClr>
            </a:solidFill>
            <a:ln w="5420" cap="flat">
              <a:solidFill>
                <a:srgbClr val="54BC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4" name="pg114"/>
            <p:cNvSpPr/>
            <p:nvPr/>
          </p:nvSpPr>
          <p:spPr>
            <a:xfrm>
              <a:off x="4741296" y="2273120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59C3AC">
                <a:alpha val="100000"/>
              </a:srgbClr>
            </a:solidFill>
            <a:ln w="5420" cap="flat">
              <a:solidFill>
                <a:srgbClr val="59C3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5" name="pg115"/>
            <p:cNvSpPr/>
            <p:nvPr/>
          </p:nvSpPr>
          <p:spPr>
            <a:xfrm>
              <a:off x="4822733" y="2273120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59C3AC">
                <a:alpha val="100000"/>
              </a:srgbClr>
            </a:solidFill>
            <a:ln w="5420" cap="flat">
              <a:solidFill>
                <a:srgbClr val="59C3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6" name="pg116"/>
            <p:cNvSpPr/>
            <p:nvPr/>
          </p:nvSpPr>
          <p:spPr>
            <a:xfrm>
              <a:off x="4904170" y="2273120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58C2AC">
                <a:alpha val="100000"/>
              </a:srgbClr>
            </a:solidFill>
            <a:ln w="5420" cap="flat">
              <a:solidFill>
                <a:srgbClr val="58C2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7" name="pg117"/>
            <p:cNvSpPr/>
            <p:nvPr/>
          </p:nvSpPr>
          <p:spPr>
            <a:xfrm>
              <a:off x="4985607" y="2273120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57C0AB">
                <a:alpha val="100000"/>
              </a:srgbClr>
            </a:solidFill>
            <a:ln w="5420" cap="flat">
              <a:solidFill>
                <a:srgbClr val="57C0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8" name="pg118"/>
            <p:cNvSpPr/>
            <p:nvPr/>
          </p:nvSpPr>
          <p:spPr>
            <a:xfrm>
              <a:off x="5067044" y="2273120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55BDAB">
                <a:alpha val="100000"/>
              </a:srgbClr>
            </a:solidFill>
            <a:ln w="5420" cap="flat">
              <a:solidFill>
                <a:srgbClr val="55BD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9" name="pg119"/>
            <p:cNvSpPr/>
            <p:nvPr/>
          </p:nvSpPr>
          <p:spPr>
            <a:xfrm>
              <a:off x="5148481" y="2273120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51B8AB">
                <a:alpha val="100000"/>
              </a:srgbClr>
            </a:solidFill>
            <a:ln w="5420" cap="flat">
              <a:solidFill>
                <a:srgbClr val="51B8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0" name="pg120"/>
            <p:cNvSpPr/>
            <p:nvPr/>
          </p:nvSpPr>
          <p:spPr>
            <a:xfrm>
              <a:off x="5229918" y="2273120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4FB6AB">
                <a:alpha val="100000"/>
              </a:srgbClr>
            </a:solidFill>
            <a:ln w="5420" cap="flat">
              <a:solidFill>
                <a:srgbClr val="4FB6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1" name="pg121"/>
            <p:cNvSpPr/>
            <p:nvPr/>
          </p:nvSpPr>
          <p:spPr>
            <a:xfrm>
              <a:off x="3275427" y="2376436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EA0AA">
                <a:alpha val="100000"/>
              </a:srgbClr>
            </a:solidFill>
            <a:ln w="5420" cap="flat">
              <a:solidFill>
                <a:srgbClr val="3EA0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2" name="pg122"/>
            <p:cNvSpPr/>
            <p:nvPr/>
          </p:nvSpPr>
          <p:spPr>
            <a:xfrm>
              <a:off x="3356864" y="2376436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EA0AA">
                <a:alpha val="100000"/>
              </a:srgbClr>
            </a:solidFill>
            <a:ln w="5420" cap="flat">
              <a:solidFill>
                <a:srgbClr val="3EA0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3" name="pg123"/>
            <p:cNvSpPr/>
            <p:nvPr/>
          </p:nvSpPr>
          <p:spPr>
            <a:xfrm>
              <a:off x="3438301" y="2376436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EA0AA">
                <a:alpha val="100000"/>
              </a:srgbClr>
            </a:solidFill>
            <a:ln w="5420" cap="flat">
              <a:solidFill>
                <a:srgbClr val="3EA0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4" name="pg124"/>
            <p:cNvSpPr/>
            <p:nvPr/>
          </p:nvSpPr>
          <p:spPr>
            <a:xfrm>
              <a:off x="3519738" y="2376436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DA0AA">
                <a:alpha val="100000"/>
              </a:srgbClr>
            </a:solidFill>
            <a:ln w="5420" cap="flat">
              <a:solidFill>
                <a:srgbClr val="3DA0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5" name="pg125"/>
            <p:cNvSpPr/>
            <p:nvPr/>
          </p:nvSpPr>
          <p:spPr>
            <a:xfrm>
              <a:off x="3601176" y="2376436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D9FAA">
                <a:alpha val="100000"/>
              </a:srgbClr>
            </a:solidFill>
            <a:ln w="5420" cap="flat">
              <a:solidFill>
                <a:srgbClr val="3D9F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6" name="pg126"/>
            <p:cNvSpPr/>
            <p:nvPr/>
          </p:nvSpPr>
          <p:spPr>
            <a:xfrm>
              <a:off x="3682613" y="2376436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C9EAA">
                <a:alpha val="100000"/>
              </a:srgbClr>
            </a:solidFill>
            <a:ln w="5420" cap="flat">
              <a:solidFill>
                <a:srgbClr val="3C9E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7" name="pg127"/>
            <p:cNvSpPr/>
            <p:nvPr/>
          </p:nvSpPr>
          <p:spPr>
            <a:xfrm>
              <a:off x="3764050" y="2376436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A9DA9">
                <a:alpha val="100000"/>
              </a:srgbClr>
            </a:solidFill>
            <a:ln w="5420" cap="flat">
              <a:solidFill>
                <a:srgbClr val="3A9D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8" name="pg128"/>
            <p:cNvSpPr/>
            <p:nvPr/>
          </p:nvSpPr>
          <p:spPr>
            <a:xfrm>
              <a:off x="3845487" y="2376436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89BA9">
                <a:alpha val="100000"/>
              </a:srgbClr>
            </a:solidFill>
            <a:ln w="5420" cap="flat">
              <a:solidFill>
                <a:srgbClr val="389B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9" name="pg129"/>
            <p:cNvSpPr/>
            <p:nvPr/>
          </p:nvSpPr>
          <p:spPr>
            <a:xfrm>
              <a:off x="3926924" y="2376436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699A9">
                <a:alpha val="100000"/>
              </a:srgbClr>
            </a:solidFill>
            <a:ln w="5420" cap="flat">
              <a:solidFill>
                <a:srgbClr val="3699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0" name="pg130"/>
            <p:cNvSpPr/>
            <p:nvPr/>
          </p:nvSpPr>
          <p:spPr>
            <a:xfrm>
              <a:off x="4008361" y="2376436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496A9">
                <a:alpha val="100000"/>
              </a:srgbClr>
            </a:solidFill>
            <a:ln w="5420" cap="flat">
              <a:solidFill>
                <a:srgbClr val="3496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1" name="pg131"/>
            <p:cNvSpPr/>
            <p:nvPr/>
          </p:nvSpPr>
          <p:spPr>
            <a:xfrm>
              <a:off x="4089798" y="2376436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594A8">
                <a:alpha val="100000"/>
              </a:srgbClr>
            </a:solidFill>
            <a:ln w="5420" cap="flat">
              <a:solidFill>
                <a:srgbClr val="3594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2" name="pg132"/>
            <p:cNvSpPr/>
            <p:nvPr/>
          </p:nvSpPr>
          <p:spPr>
            <a:xfrm>
              <a:off x="4171236" y="2376436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692A8">
                <a:alpha val="100000"/>
              </a:srgbClr>
            </a:solidFill>
            <a:ln w="5420" cap="flat">
              <a:solidFill>
                <a:srgbClr val="3692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3" name="pg133"/>
            <p:cNvSpPr/>
            <p:nvPr/>
          </p:nvSpPr>
          <p:spPr>
            <a:xfrm>
              <a:off x="4252673" y="2376436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594A8">
                <a:alpha val="100000"/>
              </a:srgbClr>
            </a:solidFill>
            <a:ln w="5420" cap="flat">
              <a:solidFill>
                <a:srgbClr val="3594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4" name="pg134"/>
            <p:cNvSpPr/>
            <p:nvPr/>
          </p:nvSpPr>
          <p:spPr>
            <a:xfrm>
              <a:off x="4334110" y="2376436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42A5AA">
                <a:alpha val="100000"/>
              </a:srgbClr>
            </a:solidFill>
            <a:ln w="5420" cap="flat">
              <a:solidFill>
                <a:srgbClr val="42A5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5" name="pg135"/>
            <p:cNvSpPr/>
            <p:nvPr/>
          </p:nvSpPr>
          <p:spPr>
            <a:xfrm>
              <a:off x="4415547" y="2376436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4EB3AB">
                <a:alpha val="100000"/>
              </a:srgbClr>
            </a:solidFill>
            <a:ln w="5420" cap="flat">
              <a:solidFill>
                <a:srgbClr val="4EB3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6" name="pg136"/>
            <p:cNvSpPr/>
            <p:nvPr/>
          </p:nvSpPr>
          <p:spPr>
            <a:xfrm>
              <a:off x="4496984" y="2376436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57C0AC">
                <a:alpha val="100000"/>
              </a:srgbClr>
            </a:solidFill>
            <a:ln w="5420" cap="flat">
              <a:solidFill>
                <a:srgbClr val="57C0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7" name="pg137"/>
            <p:cNvSpPr/>
            <p:nvPr/>
          </p:nvSpPr>
          <p:spPr>
            <a:xfrm>
              <a:off x="4578421" y="2376436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5DC9AC">
                <a:alpha val="100000"/>
              </a:srgbClr>
            </a:solidFill>
            <a:ln w="5420" cap="flat">
              <a:solidFill>
                <a:srgbClr val="5DC9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8" name="pg138"/>
            <p:cNvSpPr/>
            <p:nvPr/>
          </p:nvSpPr>
          <p:spPr>
            <a:xfrm>
              <a:off x="4659858" y="2376436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5FCDAC">
                <a:alpha val="100000"/>
              </a:srgbClr>
            </a:solidFill>
            <a:ln w="5420" cap="flat">
              <a:solidFill>
                <a:srgbClr val="5FCD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9" name="pg139"/>
            <p:cNvSpPr/>
            <p:nvPr/>
          </p:nvSpPr>
          <p:spPr>
            <a:xfrm>
              <a:off x="4741296" y="2376436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5FCDAC">
                <a:alpha val="100000"/>
              </a:srgbClr>
            </a:solidFill>
            <a:ln w="5420" cap="flat">
              <a:solidFill>
                <a:srgbClr val="5FCD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0" name="pg140"/>
            <p:cNvSpPr/>
            <p:nvPr/>
          </p:nvSpPr>
          <p:spPr>
            <a:xfrm>
              <a:off x="4822733" y="2376436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5ECBAC">
                <a:alpha val="100000"/>
              </a:srgbClr>
            </a:solidFill>
            <a:ln w="5420" cap="flat">
              <a:solidFill>
                <a:srgbClr val="5ECB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1" name="pg141"/>
            <p:cNvSpPr/>
            <p:nvPr/>
          </p:nvSpPr>
          <p:spPr>
            <a:xfrm>
              <a:off x="4904170" y="2376436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5CC8AC">
                <a:alpha val="100000"/>
              </a:srgbClr>
            </a:solidFill>
            <a:ln w="5420" cap="flat">
              <a:solidFill>
                <a:srgbClr val="5CC8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2" name="pg142"/>
            <p:cNvSpPr/>
            <p:nvPr/>
          </p:nvSpPr>
          <p:spPr>
            <a:xfrm>
              <a:off x="4985607" y="2376436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5AC5AC">
                <a:alpha val="100000"/>
              </a:srgbClr>
            </a:solidFill>
            <a:ln w="5420" cap="flat">
              <a:solidFill>
                <a:srgbClr val="5AC5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3" name="pg143"/>
            <p:cNvSpPr/>
            <p:nvPr/>
          </p:nvSpPr>
          <p:spPr>
            <a:xfrm>
              <a:off x="5067044" y="2376436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58C2AC">
                <a:alpha val="100000"/>
              </a:srgbClr>
            </a:solidFill>
            <a:ln w="5420" cap="flat">
              <a:solidFill>
                <a:srgbClr val="58C2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4" name="pg144"/>
            <p:cNvSpPr/>
            <p:nvPr/>
          </p:nvSpPr>
          <p:spPr>
            <a:xfrm>
              <a:off x="5148481" y="2376436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54BCAB">
                <a:alpha val="100000"/>
              </a:srgbClr>
            </a:solidFill>
            <a:ln w="5420" cap="flat">
              <a:solidFill>
                <a:srgbClr val="54BC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5" name="pg145"/>
            <p:cNvSpPr/>
            <p:nvPr/>
          </p:nvSpPr>
          <p:spPr>
            <a:xfrm>
              <a:off x="3275427" y="2479752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EA0AA">
                <a:alpha val="100000"/>
              </a:srgbClr>
            </a:solidFill>
            <a:ln w="5420" cap="flat">
              <a:solidFill>
                <a:srgbClr val="3EA0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6" name="pg146"/>
            <p:cNvSpPr/>
            <p:nvPr/>
          </p:nvSpPr>
          <p:spPr>
            <a:xfrm>
              <a:off x="3356864" y="2479752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EA1AA">
                <a:alpha val="100000"/>
              </a:srgbClr>
            </a:solidFill>
            <a:ln w="5420" cap="flat">
              <a:solidFill>
                <a:srgbClr val="3EA1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7" name="pg147"/>
            <p:cNvSpPr/>
            <p:nvPr/>
          </p:nvSpPr>
          <p:spPr>
            <a:xfrm>
              <a:off x="3438301" y="2479752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EA1AA">
                <a:alpha val="100000"/>
              </a:srgbClr>
            </a:solidFill>
            <a:ln w="5420" cap="flat">
              <a:solidFill>
                <a:srgbClr val="3EA1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8" name="pg148"/>
            <p:cNvSpPr/>
            <p:nvPr/>
          </p:nvSpPr>
          <p:spPr>
            <a:xfrm>
              <a:off x="3519738" y="2479752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EA1AA">
                <a:alpha val="100000"/>
              </a:srgbClr>
            </a:solidFill>
            <a:ln w="5420" cap="flat">
              <a:solidFill>
                <a:srgbClr val="3EA1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9" name="pg149"/>
            <p:cNvSpPr/>
            <p:nvPr/>
          </p:nvSpPr>
          <p:spPr>
            <a:xfrm>
              <a:off x="3601176" y="2479752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EA1AA">
                <a:alpha val="100000"/>
              </a:srgbClr>
            </a:solidFill>
            <a:ln w="5420" cap="flat">
              <a:solidFill>
                <a:srgbClr val="3EA1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0" name="pg150"/>
            <p:cNvSpPr/>
            <p:nvPr/>
          </p:nvSpPr>
          <p:spPr>
            <a:xfrm>
              <a:off x="3682613" y="2479752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DA0AA">
                <a:alpha val="100000"/>
              </a:srgbClr>
            </a:solidFill>
            <a:ln w="5420" cap="flat">
              <a:solidFill>
                <a:srgbClr val="3DA0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1" name="pg151"/>
            <p:cNvSpPr/>
            <p:nvPr/>
          </p:nvSpPr>
          <p:spPr>
            <a:xfrm>
              <a:off x="3764050" y="2479752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C9FAA">
                <a:alpha val="100000"/>
              </a:srgbClr>
            </a:solidFill>
            <a:ln w="5420" cap="flat">
              <a:solidFill>
                <a:srgbClr val="3C9F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2" name="pg152"/>
            <p:cNvSpPr/>
            <p:nvPr/>
          </p:nvSpPr>
          <p:spPr>
            <a:xfrm>
              <a:off x="3845487" y="2479752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B9EAA">
                <a:alpha val="100000"/>
              </a:srgbClr>
            </a:solidFill>
            <a:ln w="5420" cap="flat">
              <a:solidFill>
                <a:srgbClr val="3B9E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3" name="pg153"/>
            <p:cNvSpPr/>
            <p:nvPr/>
          </p:nvSpPr>
          <p:spPr>
            <a:xfrm>
              <a:off x="3926924" y="2479752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A9DA9">
                <a:alpha val="100000"/>
              </a:srgbClr>
            </a:solidFill>
            <a:ln w="5420" cap="flat">
              <a:solidFill>
                <a:srgbClr val="3A9D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4" name="pg154"/>
            <p:cNvSpPr/>
            <p:nvPr/>
          </p:nvSpPr>
          <p:spPr>
            <a:xfrm>
              <a:off x="4008361" y="2479752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89BA9">
                <a:alpha val="100000"/>
              </a:srgbClr>
            </a:solidFill>
            <a:ln w="5420" cap="flat">
              <a:solidFill>
                <a:srgbClr val="389B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5" name="pg155"/>
            <p:cNvSpPr/>
            <p:nvPr/>
          </p:nvSpPr>
          <p:spPr>
            <a:xfrm>
              <a:off x="4089798" y="2479752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79AA9">
                <a:alpha val="100000"/>
              </a:srgbClr>
            </a:solidFill>
            <a:ln w="5420" cap="flat">
              <a:solidFill>
                <a:srgbClr val="379A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6" name="pg156"/>
            <p:cNvSpPr/>
            <p:nvPr/>
          </p:nvSpPr>
          <p:spPr>
            <a:xfrm>
              <a:off x="4171236" y="2479752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99BA9">
                <a:alpha val="100000"/>
              </a:srgbClr>
            </a:solidFill>
            <a:ln w="5420" cap="flat">
              <a:solidFill>
                <a:srgbClr val="399B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7" name="pg157"/>
            <p:cNvSpPr/>
            <p:nvPr/>
          </p:nvSpPr>
          <p:spPr>
            <a:xfrm>
              <a:off x="4252673" y="2479752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C9FAA">
                <a:alpha val="100000"/>
              </a:srgbClr>
            </a:solidFill>
            <a:ln w="5420" cap="flat">
              <a:solidFill>
                <a:srgbClr val="3C9F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8" name="pg158"/>
            <p:cNvSpPr/>
            <p:nvPr/>
          </p:nvSpPr>
          <p:spPr>
            <a:xfrm>
              <a:off x="4334110" y="2479752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4EB3AB">
                <a:alpha val="100000"/>
              </a:srgbClr>
            </a:solidFill>
            <a:ln w="5420" cap="flat">
              <a:solidFill>
                <a:srgbClr val="4EB3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9" name="pg159"/>
            <p:cNvSpPr/>
            <p:nvPr/>
          </p:nvSpPr>
          <p:spPr>
            <a:xfrm>
              <a:off x="4415547" y="2479752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58C2AC">
                <a:alpha val="100000"/>
              </a:srgbClr>
            </a:solidFill>
            <a:ln w="5420" cap="flat">
              <a:solidFill>
                <a:srgbClr val="58C2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0" name="pg160"/>
            <p:cNvSpPr/>
            <p:nvPr/>
          </p:nvSpPr>
          <p:spPr>
            <a:xfrm>
              <a:off x="4496984" y="2479752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62CEAD">
                <a:alpha val="100000"/>
              </a:srgbClr>
            </a:solidFill>
            <a:ln w="5420" cap="flat">
              <a:solidFill>
                <a:srgbClr val="62CEA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1" name="pg161"/>
            <p:cNvSpPr/>
            <p:nvPr/>
          </p:nvSpPr>
          <p:spPr>
            <a:xfrm>
              <a:off x="4578421" y="2479752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74D3B3">
                <a:alpha val="100000"/>
              </a:srgbClr>
            </a:solidFill>
            <a:ln w="5420" cap="flat">
              <a:solidFill>
                <a:srgbClr val="74D3B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2" name="pg162"/>
            <p:cNvSpPr/>
            <p:nvPr/>
          </p:nvSpPr>
          <p:spPr>
            <a:xfrm>
              <a:off x="4659858" y="2479752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78D4B5">
                <a:alpha val="100000"/>
              </a:srgbClr>
            </a:solidFill>
            <a:ln w="5420" cap="flat">
              <a:solidFill>
                <a:srgbClr val="78D4B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3" name="pg163"/>
            <p:cNvSpPr/>
            <p:nvPr/>
          </p:nvSpPr>
          <p:spPr>
            <a:xfrm>
              <a:off x="4741296" y="2479752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73D3B3">
                <a:alpha val="100000"/>
              </a:srgbClr>
            </a:solidFill>
            <a:ln w="5420" cap="flat">
              <a:solidFill>
                <a:srgbClr val="73D3B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4" name="pg164"/>
            <p:cNvSpPr/>
            <p:nvPr/>
          </p:nvSpPr>
          <p:spPr>
            <a:xfrm>
              <a:off x="4822733" y="2479752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6AD1B0">
                <a:alpha val="100000"/>
              </a:srgbClr>
            </a:solidFill>
            <a:ln w="5420" cap="flat">
              <a:solidFill>
                <a:srgbClr val="6AD1B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5" name="pg165"/>
            <p:cNvSpPr/>
            <p:nvPr/>
          </p:nvSpPr>
          <p:spPr>
            <a:xfrm>
              <a:off x="4904170" y="2479752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60CDAC">
                <a:alpha val="100000"/>
              </a:srgbClr>
            </a:solidFill>
            <a:ln w="5420" cap="flat">
              <a:solidFill>
                <a:srgbClr val="60CD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6" name="pg166"/>
            <p:cNvSpPr/>
            <p:nvPr/>
          </p:nvSpPr>
          <p:spPr>
            <a:xfrm>
              <a:off x="4985607" y="2479752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5DC9AC">
                <a:alpha val="100000"/>
              </a:srgbClr>
            </a:solidFill>
            <a:ln w="5420" cap="flat">
              <a:solidFill>
                <a:srgbClr val="5DC9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7" name="pg167"/>
            <p:cNvSpPr/>
            <p:nvPr/>
          </p:nvSpPr>
          <p:spPr>
            <a:xfrm>
              <a:off x="5067044" y="2479752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5AC5AC">
                <a:alpha val="100000"/>
              </a:srgbClr>
            </a:solidFill>
            <a:ln w="5420" cap="flat">
              <a:solidFill>
                <a:srgbClr val="5AC5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8" name="pg168"/>
            <p:cNvSpPr/>
            <p:nvPr/>
          </p:nvSpPr>
          <p:spPr>
            <a:xfrm>
              <a:off x="3031116" y="2583068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C9FAA">
                <a:alpha val="100000"/>
              </a:srgbClr>
            </a:solidFill>
            <a:ln w="5420" cap="flat">
              <a:solidFill>
                <a:srgbClr val="3C9F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9" name="pg169"/>
            <p:cNvSpPr/>
            <p:nvPr/>
          </p:nvSpPr>
          <p:spPr>
            <a:xfrm>
              <a:off x="3112553" y="2583068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D9FAA">
                <a:alpha val="100000"/>
              </a:srgbClr>
            </a:solidFill>
            <a:ln w="5420" cap="flat">
              <a:solidFill>
                <a:srgbClr val="3D9F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0" name="pg170"/>
            <p:cNvSpPr/>
            <p:nvPr/>
          </p:nvSpPr>
          <p:spPr>
            <a:xfrm>
              <a:off x="3275427" y="2583068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DA0AA">
                <a:alpha val="100000"/>
              </a:srgbClr>
            </a:solidFill>
            <a:ln w="5420" cap="flat">
              <a:solidFill>
                <a:srgbClr val="3DA0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1" name="pg171"/>
            <p:cNvSpPr/>
            <p:nvPr/>
          </p:nvSpPr>
          <p:spPr>
            <a:xfrm>
              <a:off x="3356864" y="2583068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EA1AA">
                <a:alpha val="100000"/>
              </a:srgbClr>
            </a:solidFill>
            <a:ln w="5420" cap="flat">
              <a:solidFill>
                <a:srgbClr val="3EA1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2" name="pg172"/>
            <p:cNvSpPr/>
            <p:nvPr/>
          </p:nvSpPr>
          <p:spPr>
            <a:xfrm>
              <a:off x="3438301" y="2583068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EA1AA">
                <a:alpha val="100000"/>
              </a:srgbClr>
            </a:solidFill>
            <a:ln w="5420" cap="flat">
              <a:solidFill>
                <a:srgbClr val="3EA1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3" name="pg173"/>
            <p:cNvSpPr/>
            <p:nvPr/>
          </p:nvSpPr>
          <p:spPr>
            <a:xfrm>
              <a:off x="3519738" y="2583068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FA2AA">
                <a:alpha val="100000"/>
              </a:srgbClr>
            </a:solidFill>
            <a:ln w="5420" cap="flat">
              <a:solidFill>
                <a:srgbClr val="3FA2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4" name="pg174"/>
            <p:cNvSpPr/>
            <p:nvPr/>
          </p:nvSpPr>
          <p:spPr>
            <a:xfrm>
              <a:off x="3601176" y="2583068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FA2AA">
                <a:alpha val="100000"/>
              </a:srgbClr>
            </a:solidFill>
            <a:ln w="5420" cap="flat">
              <a:solidFill>
                <a:srgbClr val="3FA2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5" name="pg175"/>
            <p:cNvSpPr/>
            <p:nvPr/>
          </p:nvSpPr>
          <p:spPr>
            <a:xfrm>
              <a:off x="3682613" y="2583068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FA2AA">
                <a:alpha val="100000"/>
              </a:srgbClr>
            </a:solidFill>
            <a:ln w="5420" cap="flat">
              <a:solidFill>
                <a:srgbClr val="3FA2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6" name="pg176"/>
            <p:cNvSpPr/>
            <p:nvPr/>
          </p:nvSpPr>
          <p:spPr>
            <a:xfrm>
              <a:off x="3764050" y="2583068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FA2AA">
                <a:alpha val="100000"/>
              </a:srgbClr>
            </a:solidFill>
            <a:ln w="5420" cap="flat">
              <a:solidFill>
                <a:srgbClr val="3FA2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7" name="pg177"/>
            <p:cNvSpPr/>
            <p:nvPr/>
          </p:nvSpPr>
          <p:spPr>
            <a:xfrm>
              <a:off x="3845487" y="2583068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FA1AA">
                <a:alpha val="100000"/>
              </a:srgbClr>
            </a:solidFill>
            <a:ln w="5420" cap="flat">
              <a:solidFill>
                <a:srgbClr val="3FA1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8" name="pg178"/>
            <p:cNvSpPr/>
            <p:nvPr/>
          </p:nvSpPr>
          <p:spPr>
            <a:xfrm>
              <a:off x="4089798" y="2583068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40A2AA">
                <a:alpha val="100000"/>
              </a:srgbClr>
            </a:solidFill>
            <a:ln w="5420" cap="flat">
              <a:solidFill>
                <a:srgbClr val="40A2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9" name="pg179"/>
            <p:cNvSpPr/>
            <p:nvPr/>
          </p:nvSpPr>
          <p:spPr>
            <a:xfrm>
              <a:off x="4171236" y="2583068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42A5AA">
                <a:alpha val="100000"/>
              </a:srgbClr>
            </a:solidFill>
            <a:ln w="5420" cap="flat">
              <a:solidFill>
                <a:srgbClr val="42A5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0" name="pg180"/>
            <p:cNvSpPr/>
            <p:nvPr/>
          </p:nvSpPr>
          <p:spPr>
            <a:xfrm>
              <a:off x="4252673" y="2583068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46AAAA">
                <a:alpha val="100000"/>
              </a:srgbClr>
            </a:solidFill>
            <a:ln w="5420" cap="flat">
              <a:solidFill>
                <a:srgbClr val="46AA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1" name="pg181"/>
            <p:cNvSpPr/>
            <p:nvPr/>
          </p:nvSpPr>
          <p:spPr>
            <a:xfrm>
              <a:off x="4334110" y="2583068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56BFAB">
                <a:alpha val="100000"/>
              </a:srgbClr>
            </a:solidFill>
            <a:ln w="5420" cap="flat">
              <a:solidFill>
                <a:srgbClr val="56BF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2" name="pg182"/>
            <p:cNvSpPr/>
            <p:nvPr/>
          </p:nvSpPr>
          <p:spPr>
            <a:xfrm>
              <a:off x="4415547" y="2583068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5FCCAC">
                <a:alpha val="100000"/>
              </a:srgbClr>
            </a:solidFill>
            <a:ln w="5420" cap="flat">
              <a:solidFill>
                <a:srgbClr val="5FCC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3" name="pg183"/>
            <p:cNvSpPr/>
            <p:nvPr/>
          </p:nvSpPr>
          <p:spPr>
            <a:xfrm>
              <a:off x="4496984" y="2583068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75D4B4">
                <a:alpha val="100000"/>
              </a:srgbClr>
            </a:solidFill>
            <a:ln w="5420" cap="flat">
              <a:solidFill>
                <a:srgbClr val="75D4B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4" name="pg184"/>
            <p:cNvSpPr/>
            <p:nvPr/>
          </p:nvSpPr>
          <p:spPr>
            <a:xfrm>
              <a:off x="4578421" y="2583068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82D8B9">
                <a:alpha val="100000"/>
              </a:srgbClr>
            </a:solidFill>
            <a:ln w="5420" cap="flat">
              <a:solidFill>
                <a:srgbClr val="82D8B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5" name="pg185"/>
            <p:cNvSpPr/>
            <p:nvPr/>
          </p:nvSpPr>
          <p:spPr>
            <a:xfrm>
              <a:off x="4659858" y="2583068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84D8BA">
                <a:alpha val="100000"/>
              </a:srgbClr>
            </a:solidFill>
            <a:ln w="5420" cap="flat">
              <a:solidFill>
                <a:srgbClr val="84D8B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6" name="pg186"/>
            <p:cNvSpPr/>
            <p:nvPr/>
          </p:nvSpPr>
          <p:spPr>
            <a:xfrm>
              <a:off x="4741296" y="2583068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7DD6B7">
                <a:alpha val="100000"/>
              </a:srgbClr>
            </a:solidFill>
            <a:ln w="5420" cap="flat">
              <a:solidFill>
                <a:srgbClr val="7DD6B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7" name="pg187"/>
            <p:cNvSpPr/>
            <p:nvPr/>
          </p:nvSpPr>
          <p:spPr>
            <a:xfrm>
              <a:off x="4822733" y="2583068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73D3B3">
                <a:alpha val="100000"/>
              </a:srgbClr>
            </a:solidFill>
            <a:ln w="5420" cap="flat">
              <a:solidFill>
                <a:srgbClr val="73D3B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8" name="pg188"/>
            <p:cNvSpPr/>
            <p:nvPr/>
          </p:nvSpPr>
          <p:spPr>
            <a:xfrm>
              <a:off x="4904170" y="2583068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66D0AE">
                <a:alpha val="100000"/>
              </a:srgbClr>
            </a:solidFill>
            <a:ln w="5420" cap="flat">
              <a:solidFill>
                <a:srgbClr val="66D0A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9" name="pg189"/>
            <p:cNvSpPr/>
            <p:nvPr/>
          </p:nvSpPr>
          <p:spPr>
            <a:xfrm>
              <a:off x="4985607" y="2583068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5ECCAC">
                <a:alpha val="100000"/>
              </a:srgbClr>
            </a:solidFill>
            <a:ln w="5420" cap="flat">
              <a:solidFill>
                <a:srgbClr val="5ECC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0" name="pg190"/>
            <p:cNvSpPr/>
            <p:nvPr/>
          </p:nvSpPr>
          <p:spPr>
            <a:xfrm>
              <a:off x="2949678" y="2686384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B9EAA">
                <a:alpha val="100000"/>
              </a:srgbClr>
            </a:solidFill>
            <a:ln w="5420" cap="flat">
              <a:solidFill>
                <a:srgbClr val="3B9E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1" name="pg191"/>
            <p:cNvSpPr/>
            <p:nvPr/>
          </p:nvSpPr>
          <p:spPr>
            <a:xfrm>
              <a:off x="3031116" y="2686384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C9EAA">
                <a:alpha val="100000"/>
              </a:srgbClr>
            </a:solidFill>
            <a:ln w="5420" cap="flat">
              <a:solidFill>
                <a:srgbClr val="3C9E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2" name="pg192"/>
            <p:cNvSpPr/>
            <p:nvPr/>
          </p:nvSpPr>
          <p:spPr>
            <a:xfrm>
              <a:off x="3112553" y="2686384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C9EAA">
                <a:alpha val="100000"/>
              </a:srgbClr>
            </a:solidFill>
            <a:ln w="5420" cap="flat">
              <a:solidFill>
                <a:srgbClr val="3C9E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3" name="pg193"/>
            <p:cNvSpPr/>
            <p:nvPr/>
          </p:nvSpPr>
          <p:spPr>
            <a:xfrm>
              <a:off x="3193990" y="2686384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C9FAA">
                <a:alpha val="100000"/>
              </a:srgbClr>
            </a:solidFill>
            <a:ln w="5420" cap="flat">
              <a:solidFill>
                <a:srgbClr val="3C9F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4" name="pg194"/>
            <p:cNvSpPr/>
            <p:nvPr/>
          </p:nvSpPr>
          <p:spPr>
            <a:xfrm>
              <a:off x="3275427" y="2686384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DA0AA">
                <a:alpha val="100000"/>
              </a:srgbClr>
            </a:solidFill>
            <a:ln w="5420" cap="flat">
              <a:solidFill>
                <a:srgbClr val="3DA0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5" name="pg195"/>
            <p:cNvSpPr/>
            <p:nvPr/>
          </p:nvSpPr>
          <p:spPr>
            <a:xfrm>
              <a:off x="3356864" y="2686384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EA0AA">
                <a:alpha val="100000"/>
              </a:srgbClr>
            </a:solidFill>
            <a:ln w="5420" cap="flat">
              <a:solidFill>
                <a:srgbClr val="3EA0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6" name="pg196"/>
            <p:cNvSpPr/>
            <p:nvPr/>
          </p:nvSpPr>
          <p:spPr>
            <a:xfrm>
              <a:off x="3438301" y="2686384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EA1AA">
                <a:alpha val="100000"/>
              </a:srgbClr>
            </a:solidFill>
            <a:ln w="5420" cap="flat">
              <a:solidFill>
                <a:srgbClr val="3EA1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7" name="pg197"/>
            <p:cNvSpPr/>
            <p:nvPr/>
          </p:nvSpPr>
          <p:spPr>
            <a:xfrm>
              <a:off x="3519738" y="2686384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40A3AA">
                <a:alpha val="100000"/>
              </a:srgbClr>
            </a:solidFill>
            <a:ln w="5420" cap="flat">
              <a:solidFill>
                <a:srgbClr val="40A3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8" name="pg198"/>
            <p:cNvSpPr/>
            <p:nvPr/>
          </p:nvSpPr>
          <p:spPr>
            <a:xfrm>
              <a:off x="3601176" y="2686384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40A3AA">
                <a:alpha val="100000"/>
              </a:srgbClr>
            </a:solidFill>
            <a:ln w="5420" cap="flat">
              <a:solidFill>
                <a:srgbClr val="40A3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9" name="pg199"/>
            <p:cNvSpPr/>
            <p:nvPr/>
          </p:nvSpPr>
          <p:spPr>
            <a:xfrm>
              <a:off x="3682613" y="2686384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41A4AA">
                <a:alpha val="100000"/>
              </a:srgbClr>
            </a:solidFill>
            <a:ln w="5420" cap="flat">
              <a:solidFill>
                <a:srgbClr val="41A4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0" name="pg200"/>
            <p:cNvSpPr/>
            <p:nvPr/>
          </p:nvSpPr>
          <p:spPr>
            <a:xfrm>
              <a:off x="3764050" y="2686384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41A4AA">
                <a:alpha val="100000"/>
              </a:srgbClr>
            </a:solidFill>
            <a:ln w="5420" cap="flat">
              <a:solidFill>
                <a:srgbClr val="41A4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1" name="pg201"/>
            <p:cNvSpPr/>
            <p:nvPr/>
          </p:nvSpPr>
          <p:spPr>
            <a:xfrm>
              <a:off x="3845487" y="2686384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42A5AA">
                <a:alpha val="100000"/>
              </a:srgbClr>
            </a:solidFill>
            <a:ln w="5420" cap="flat">
              <a:solidFill>
                <a:srgbClr val="42A5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2" name="pg202"/>
            <p:cNvSpPr/>
            <p:nvPr/>
          </p:nvSpPr>
          <p:spPr>
            <a:xfrm>
              <a:off x="4171236" y="2686384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48ACAA">
                <a:alpha val="100000"/>
              </a:srgbClr>
            </a:solidFill>
            <a:ln w="5420" cap="flat">
              <a:solidFill>
                <a:srgbClr val="48AC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3" name="pg203"/>
            <p:cNvSpPr/>
            <p:nvPr/>
          </p:nvSpPr>
          <p:spPr>
            <a:xfrm>
              <a:off x="4252673" y="2686384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4DB2AB">
                <a:alpha val="100000"/>
              </a:srgbClr>
            </a:solidFill>
            <a:ln w="5420" cap="flat">
              <a:solidFill>
                <a:srgbClr val="4DB2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4" name="pg204"/>
            <p:cNvSpPr/>
            <p:nvPr/>
          </p:nvSpPr>
          <p:spPr>
            <a:xfrm>
              <a:off x="4334110" y="2686384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59C4AC">
                <a:alpha val="100000"/>
              </a:srgbClr>
            </a:solidFill>
            <a:ln w="5420" cap="flat">
              <a:solidFill>
                <a:srgbClr val="59C4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5" name="pg205"/>
            <p:cNvSpPr/>
            <p:nvPr/>
          </p:nvSpPr>
          <p:spPr>
            <a:xfrm>
              <a:off x="4415547" y="2686384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60CEAC">
                <a:alpha val="100000"/>
              </a:srgbClr>
            </a:solidFill>
            <a:ln w="5420" cap="flat">
              <a:solidFill>
                <a:srgbClr val="60CE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6" name="pg206"/>
            <p:cNvSpPr/>
            <p:nvPr/>
          </p:nvSpPr>
          <p:spPr>
            <a:xfrm>
              <a:off x="4496984" y="2686384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75D4B4">
                <a:alpha val="100000"/>
              </a:srgbClr>
            </a:solidFill>
            <a:ln w="5420" cap="flat">
              <a:solidFill>
                <a:srgbClr val="75D4B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7" name="pg207"/>
            <p:cNvSpPr/>
            <p:nvPr/>
          </p:nvSpPr>
          <p:spPr>
            <a:xfrm>
              <a:off x="4578421" y="2686384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80D7B8">
                <a:alpha val="100000"/>
              </a:srgbClr>
            </a:solidFill>
            <a:ln w="5420" cap="flat">
              <a:solidFill>
                <a:srgbClr val="80D7B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8" name="pg208"/>
            <p:cNvSpPr/>
            <p:nvPr/>
          </p:nvSpPr>
          <p:spPr>
            <a:xfrm>
              <a:off x="4659858" y="2686384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81D7B9">
                <a:alpha val="100000"/>
              </a:srgbClr>
            </a:solidFill>
            <a:ln w="5420" cap="flat">
              <a:solidFill>
                <a:srgbClr val="81D7B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9" name="pg209"/>
            <p:cNvSpPr/>
            <p:nvPr/>
          </p:nvSpPr>
          <p:spPr>
            <a:xfrm>
              <a:off x="4741296" y="2686384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7CD6B7">
                <a:alpha val="100000"/>
              </a:srgbClr>
            </a:solidFill>
            <a:ln w="5420" cap="flat">
              <a:solidFill>
                <a:srgbClr val="7CD6B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0" name="pg210"/>
            <p:cNvSpPr/>
            <p:nvPr/>
          </p:nvSpPr>
          <p:spPr>
            <a:xfrm>
              <a:off x="4822733" y="2686384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72D3B3">
                <a:alpha val="100000"/>
              </a:srgbClr>
            </a:solidFill>
            <a:ln w="5420" cap="flat">
              <a:solidFill>
                <a:srgbClr val="72D3B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1" name="pg211"/>
            <p:cNvSpPr/>
            <p:nvPr/>
          </p:nvSpPr>
          <p:spPr>
            <a:xfrm>
              <a:off x="4904170" y="2686384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66D0AE">
                <a:alpha val="100000"/>
              </a:srgbClr>
            </a:solidFill>
            <a:ln w="5420" cap="flat">
              <a:solidFill>
                <a:srgbClr val="66D0A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2" name="pg212"/>
            <p:cNvSpPr/>
            <p:nvPr/>
          </p:nvSpPr>
          <p:spPr>
            <a:xfrm>
              <a:off x="2868241" y="2789700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A9DA9">
                <a:alpha val="100000"/>
              </a:srgbClr>
            </a:solidFill>
            <a:ln w="5420" cap="flat">
              <a:solidFill>
                <a:srgbClr val="3A9D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3" name="pg213"/>
            <p:cNvSpPr/>
            <p:nvPr/>
          </p:nvSpPr>
          <p:spPr>
            <a:xfrm>
              <a:off x="2949678" y="2789700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A9DA9">
                <a:alpha val="100000"/>
              </a:srgbClr>
            </a:solidFill>
            <a:ln w="5420" cap="flat">
              <a:solidFill>
                <a:srgbClr val="3A9D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4" name="pg214"/>
            <p:cNvSpPr/>
            <p:nvPr/>
          </p:nvSpPr>
          <p:spPr>
            <a:xfrm>
              <a:off x="3031116" y="2789700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A9DA9">
                <a:alpha val="100000"/>
              </a:srgbClr>
            </a:solidFill>
            <a:ln w="5420" cap="flat">
              <a:solidFill>
                <a:srgbClr val="3A9D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5" name="pg215"/>
            <p:cNvSpPr/>
            <p:nvPr/>
          </p:nvSpPr>
          <p:spPr>
            <a:xfrm>
              <a:off x="3112553" y="2789700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B9DA9">
                <a:alpha val="100000"/>
              </a:srgbClr>
            </a:solidFill>
            <a:ln w="5420" cap="flat">
              <a:solidFill>
                <a:srgbClr val="3B9D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6" name="pg216"/>
            <p:cNvSpPr/>
            <p:nvPr/>
          </p:nvSpPr>
          <p:spPr>
            <a:xfrm>
              <a:off x="3193990" y="2789700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B9EAA">
                <a:alpha val="100000"/>
              </a:srgbClr>
            </a:solidFill>
            <a:ln w="5420" cap="flat">
              <a:solidFill>
                <a:srgbClr val="3B9E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7" name="pg217"/>
            <p:cNvSpPr/>
            <p:nvPr/>
          </p:nvSpPr>
          <p:spPr>
            <a:xfrm>
              <a:off x="3275427" y="2789700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C9FAA">
                <a:alpha val="100000"/>
              </a:srgbClr>
            </a:solidFill>
            <a:ln w="5420" cap="flat">
              <a:solidFill>
                <a:srgbClr val="3C9F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8" name="pg218"/>
            <p:cNvSpPr/>
            <p:nvPr/>
          </p:nvSpPr>
          <p:spPr>
            <a:xfrm>
              <a:off x="3356864" y="2789700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DA0AA">
                <a:alpha val="100000"/>
              </a:srgbClr>
            </a:solidFill>
            <a:ln w="5420" cap="flat">
              <a:solidFill>
                <a:srgbClr val="3DA0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9" name="pg219"/>
            <p:cNvSpPr/>
            <p:nvPr/>
          </p:nvSpPr>
          <p:spPr>
            <a:xfrm>
              <a:off x="3438301" y="2789700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EA1AA">
                <a:alpha val="100000"/>
              </a:srgbClr>
            </a:solidFill>
            <a:ln w="5420" cap="flat">
              <a:solidFill>
                <a:srgbClr val="3EA1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0" name="pg220"/>
            <p:cNvSpPr/>
            <p:nvPr/>
          </p:nvSpPr>
          <p:spPr>
            <a:xfrm>
              <a:off x="3519738" y="2789700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40A3AA">
                <a:alpha val="100000"/>
              </a:srgbClr>
            </a:solidFill>
            <a:ln w="5420" cap="flat">
              <a:solidFill>
                <a:srgbClr val="40A3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1" name="pg221"/>
            <p:cNvSpPr/>
            <p:nvPr/>
          </p:nvSpPr>
          <p:spPr>
            <a:xfrm>
              <a:off x="3601176" y="2789700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41A4AA">
                <a:alpha val="100000"/>
              </a:srgbClr>
            </a:solidFill>
            <a:ln w="5420" cap="flat">
              <a:solidFill>
                <a:srgbClr val="41A4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2" name="pg222"/>
            <p:cNvSpPr/>
            <p:nvPr/>
          </p:nvSpPr>
          <p:spPr>
            <a:xfrm>
              <a:off x="3682613" y="2789700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42A5AA">
                <a:alpha val="100000"/>
              </a:srgbClr>
            </a:solidFill>
            <a:ln w="5420" cap="flat">
              <a:solidFill>
                <a:srgbClr val="42A5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3" name="pg223"/>
            <p:cNvSpPr/>
            <p:nvPr/>
          </p:nvSpPr>
          <p:spPr>
            <a:xfrm>
              <a:off x="3764050" y="2789700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43A6AA">
                <a:alpha val="100000"/>
              </a:srgbClr>
            </a:solidFill>
            <a:ln w="5420" cap="flat">
              <a:solidFill>
                <a:srgbClr val="43A6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4" name="pg224"/>
            <p:cNvSpPr/>
            <p:nvPr/>
          </p:nvSpPr>
          <p:spPr>
            <a:xfrm>
              <a:off x="3845487" y="2789700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44A7AA">
                <a:alpha val="100000"/>
              </a:srgbClr>
            </a:solidFill>
            <a:ln w="5420" cap="flat">
              <a:solidFill>
                <a:srgbClr val="44A7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5" name="pg225"/>
            <p:cNvSpPr/>
            <p:nvPr/>
          </p:nvSpPr>
          <p:spPr>
            <a:xfrm>
              <a:off x="4171236" y="2789700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4CB2AB">
                <a:alpha val="100000"/>
              </a:srgbClr>
            </a:solidFill>
            <a:ln w="5420" cap="flat">
              <a:solidFill>
                <a:srgbClr val="4CB2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6" name="pg226"/>
            <p:cNvSpPr/>
            <p:nvPr/>
          </p:nvSpPr>
          <p:spPr>
            <a:xfrm>
              <a:off x="4252673" y="2789700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50B6AB">
                <a:alpha val="100000"/>
              </a:srgbClr>
            </a:solidFill>
            <a:ln w="5420" cap="flat">
              <a:solidFill>
                <a:srgbClr val="50B6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7" name="pg227"/>
            <p:cNvSpPr/>
            <p:nvPr/>
          </p:nvSpPr>
          <p:spPr>
            <a:xfrm>
              <a:off x="4334110" y="2789700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5AC4AC">
                <a:alpha val="100000"/>
              </a:srgbClr>
            </a:solidFill>
            <a:ln w="5420" cap="flat">
              <a:solidFill>
                <a:srgbClr val="5AC4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8" name="pg228"/>
            <p:cNvSpPr/>
            <p:nvPr/>
          </p:nvSpPr>
          <p:spPr>
            <a:xfrm>
              <a:off x="4415547" y="2789700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5ECCAC">
                <a:alpha val="100000"/>
              </a:srgbClr>
            </a:solidFill>
            <a:ln w="5420" cap="flat">
              <a:solidFill>
                <a:srgbClr val="5ECC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9" name="pg229"/>
            <p:cNvSpPr/>
            <p:nvPr/>
          </p:nvSpPr>
          <p:spPr>
            <a:xfrm>
              <a:off x="4496984" y="2789700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6AD1B0">
                <a:alpha val="100000"/>
              </a:srgbClr>
            </a:solidFill>
            <a:ln w="5420" cap="flat">
              <a:solidFill>
                <a:srgbClr val="6AD1B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0" name="pg230"/>
            <p:cNvSpPr/>
            <p:nvPr/>
          </p:nvSpPr>
          <p:spPr>
            <a:xfrm>
              <a:off x="4578421" y="2789700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73D3B3">
                <a:alpha val="100000"/>
              </a:srgbClr>
            </a:solidFill>
            <a:ln w="5420" cap="flat">
              <a:solidFill>
                <a:srgbClr val="73D3B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1" name="pg231"/>
            <p:cNvSpPr/>
            <p:nvPr/>
          </p:nvSpPr>
          <p:spPr>
            <a:xfrm>
              <a:off x="4659858" y="2789700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75D4B4">
                <a:alpha val="100000"/>
              </a:srgbClr>
            </a:solidFill>
            <a:ln w="5420" cap="flat">
              <a:solidFill>
                <a:srgbClr val="75D4B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2" name="pg232"/>
            <p:cNvSpPr/>
            <p:nvPr/>
          </p:nvSpPr>
          <p:spPr>
            <a:xfrm>
              <a:off x="4741296" y="2789700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71D3B2">
                <a:alpha val="100000"/>
              </a:srgbClr>
            </a:solidFill>
            <a:ln w="5420" cap="flat">
              <a:solidFill>
                <a:srgbClr val="71D3B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3" name="pg233"/>
            <p:cNvSpPr/>
            <p:nvPr/>
          </p:nvSpPr>
          <p:spPr>
            <a:xfrm>
              <a:off x="4822733" y="2789700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6AD1B0">
                <a:alpha val="100000"/>
              </a:srgbClr>
            </a:solidFill>
            <a:ln w="5420" cap="flat">
              <a:solidFill>
                <a:srgbClr val="6AD1B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4" name="pg234"/>
            <p:cNvSpPr/>
            <p:nvPr/>
          </p:nvSpPr>
          <p:spPr>
            <a:xfrm>
              <a:off x="2786804" y="2893016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99CA9">
                <a:alpha val="100000"/>
              </a:srgbClr>
            </a:solidFill>
            <a:ln w="5420" cap="flat">
              <a:solidFill>
                <a:srgbClr val="399C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5" name="pg235"/>
            <p:cNvSpPr/>
            <p:nvPr/>
          </p:nvSpPr>
          <p:spPr>
            <a:xfrm>
              <a:off x="2868241" y="2893016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99CA9">
                <a:alpha val="100000"/>
              </a:srgbClr>
            </a:solidFill>
            <a:ln w="5420" cap="flat">
              <a:solidFill>
                <a:srgbClr val="399C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6" name="pg236"/>
            <p:cNvSpPr/>
            <p:nvPr/>
          </p:nvSpPr>
          <p:spPr>
            <a:xfrm>
              <a:off x="2949678" y="2893016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99CA9">
                <a:alpha val="100000"/>
              </a:srgbClr>
            </a:solidFill>
            <a:ln w="5420" cap="flat">
              <a:solidFill>
                <a:srgbClr val="399C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7" name="pg237"/>
            <p:cNvSpPr/>
            <p:nvPr/>
          </p:nvSpPr>
          <p:spPr>
            <a:xfrm>
              <a:off x="3031116" y="2893016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99CA9">
                <a:alpha val="100000"/>
              </a:srgbClr>
            </a:solidFill>
            <a:ln w="5420" cap="flat">
              <a:solidFill>
                <a:srgbClr val="399C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8" name="pg238"/>
            <p:cNvSpPr/>
            <p:nvPr/>
          </p:nvSpPr>
          <p:spPr>
            <a:xfrm>
              <a:off x="3112553" y="2893016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99CA9">
                <a:alpha val="100000"/>
              </a:srgbClr>
            </a:solidFill>
            <a:ln w="5420" cap="flat">
              <a:solidFill>
                <a:srgbClr val="399C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9" name="pg239"/>
            <p:cNvSpPr/>
            <p:nvPr/>
          </p:nvSpPr>
          <p:spPr>
            <a:xfrm>
              <a:off x="3193990" y="2893016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A9CA9">
                <a:alpha val="100000"/>
              </a:srgbClr>
            </a:solidFill>
            <a:ln w="5420" cap="flat">
              <a:solidFill>
                <a:srgbClr val="3A9C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0" name="pg240"/>
            <p:cNvSpPr/>
            <p:nvPr/>
          </p:nvSpPr>
          <p:spPr>
            <a:xfrm>
              <a:off x="3275427" y="2893016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B9DA9">
                <a:alpha val="100000"/>
              </a:srgbClr>
            </a:solidFill>
            <a:ln w="5420" cap="flat">
              <a:solidFill>
                <a:srgbClr val="3B9D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1" name="pg241"/>
            <p:cNvSpPr/>
            <p:nvPr/>
          </p:nvSpPr>
          <p:spPr>
            <a:xfrm>
              <a:off x="3356864" y="2893016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C9FAA">
                <a:alpha val="100000"/>
              </a:srgbClr>
            </a:solidFill>
            <a:ln w="5420" cap="flat">
              <a:solidFill>
                <a:srgbClr val="3C9F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2" name="pg242"/>
            <p:cNvSpPr/>
            <p:nvPr/>
          </p:nvSpPr>
          <p:spPr>
            <a:xfrm>
              <a:off x="3438301" y="2893016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DA0AA">
                <a:alpha val="100000"/>
              </a:srgbClr>
            </a:solidFill>
            <a:ln w="5420" cap="flat">
              <a:solidFill>
                <a:srgbClr val="3DA0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3" name="pg243"/>
            <p:cNvSpPr/>
            <p:nvPr/>
          </p:nvSpPr>
          <p:spPr>
            <a:xfrm>
              <a:off x="3519738" y="2893016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40A3AA">
                <a:alpha val="100000"/>
              </a:srgbClr>
            </a:solidFill>
            <a:ln w="5420" cap="flat">
              <a:solidFill>
                <a:srgbClr val="40A3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4" name="pg244"/>
            <p:cNvSpPr/>
            <p:nvPr/>
          </p:nvSpPr>
          <p:spPr>
            <a:xfrm>
              <a:off x="3601176" y="2893016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42A5AA">
                <a:alpha val="100000"/>
              </a:srgbClr>
            </a:solidFill>
            <a:ln w="5420" cap="flat">
              <a:solidFill>
                <a:srgbClr val="42A5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5" name="pg245"/>
            <p:cNvSpPr/>
            <p:nvPr/>
          </p:nvSpPr>
          <p:spPr>
            <a:xfrm>
              <a:off x="3682613" y="2893016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43A6AA">
                <a:alpha val="100000"/>
              </a:srgbClr>
            </a:solidFill>
            <a:ln w="5420" cap="flat">
              <a:solidFill>
                <a:srgbClr val="43A6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6" name="pg246"/>
            <p:cNvSpPr/>
            <p:nvPr/>
          </p:nvSpPr>
          <p:spPr>
            <a:xfrm>
              <a:off x="3764050" y="2893016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45A8AA">
                <a:alpha val="100000"/>
              </a:srgbClr>
            </a:solidFill>
            <a:ln w="5420" cap="flat">
              <a:solidFill>
                <a:srgbClr val="45A8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7" name="pg247"/>
            <p:cNvSpPr/>
            <p:nvPr/>
          </p:nvSpPr>
          <p:spPr>
            <a:xfrm>
              <a:off x="3845487" y="2893016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46A9AA">
                <a:alpha val="100000"/>
              </a:srgbClr>
            </a:solidFill>
            <a:ln w="5420" cap="flat">
              <a:solidFill>
                <a:srgbClr val="46A9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8" name="pg248"/>
            <p:cNvSpPr/>
            <p:nvPr/>
          </p:nvSpPr>
          <p:spPr>
            <a:xfrm>
              <a:off x="3926924" y="2893016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47ABAA">
                <a:alpha val="100000"/>
              </a:srgbClr>
            </a:solidFill>
            <a:ln w="5420" cap="flat">
              <a:solidFill>
                <a:srgbClr val="47AB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9" name="pg249"/>
            <p:cNvSpPr/>
            <p:nvPr/>
          </p:nvSpPr>
          <p:spPr>
            <a:xfrm>
              <a:off x="4252673" y="2893016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51B8AB">
                <a:alpha val="100000"/>
              </a:srgbClr>
            </a:solidFill>
            <a:ln w="5420" cap="flat">
              <a:solidFill>
                <a:srgbClr val="51B8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0" name="pg250"/>
            <p:cNvSpPr/>
            <p:nvPr/>
          </p:nvSpPr>
          <p:spPr>
            <a:xfrm>
              <a:off x="4334110" y="2893016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58C2AC">
                <a:alpha val="100000"/>
              </a:srgbClr>
            </a:solidFill>
            <a:ln w="5420" cap="flat">
              <a:solidFill>
                <a:srgbClr val="58C2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1" name="pg251"/>
            <p:cNvSpPr/>
            <p:nvPr/>
          </p:nvSpPr>
          <p:spPr>
            <a:xfrm>
              <a:off x="4415547" y="2893016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5CC8AC">
                <a:alpha val="100000"/>
              </a:srgbClr>
            </a:solidFill>
            <a:ln w="5420" cap="flat">
              <a:solidFill>
                <a:srgbClr val="5CC8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2" name="pg252"/>
            <p:cNvSpPr/>
            <p:nvPr/>
          </p:nvSpPr>
          <p:spPr>
            <a:xfrm>
              <a:off x="4496984" y="2893016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5FCCAC">
                <a:alpha val="100000"/>
              </a:srgbClr>
            </a:solidFill>
            <a:ln w="5420" cap="flat">
              <a:solidFill>
                <a:srgbClr val="5FCC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3" name="pg253"/>
            <p:cNvSpPr/>
            <p:nvPr/>
          </p:nvSpPr>
          <p:spPr>
            <a:xfrm>
              <a:off x="4578421" y="2893016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62CFAD">
                <a:alpha val="100000"/>
              </a:srgbClr>
            </a:solidFill>
            <a:ln w="5420" cap="flat">
              <a:solidFill>
                <a:srgbClr val="62CFA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4" name="pg254"/>
            <p:cNvSpPr/>
            <p:nvPr/>
          </p:nvSpPr>
          <p:spPr>
            <a:xfrm>
              <a:off x="4659858" y="2893016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65CFAE">
                <a:alpha val="100000"/>
              </a:srgbClr>
            </a:solidFill>
            <a:ln w="5420" cap="flat">
              <a:solidFill>
                <a:srgbClr val="65CFA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5" name="pg255"/>
            <p:cNvSpPr/>
            <p:nvPr/>
          </p:nvSpPr>
          <p:spPr>
            <a:xfrm>
              <a:off x="4741296" y="2893016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63CFAD">
                <a:alpha val="100000"/>
              </a:srgbClr>
            </a:solidFill>
            <a:ln w="5420" cap="flat">
              <a:solidFill>
                <a:srgbClr val="63CFA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6" name="pg256"/>
            <p:cNvSpPr/>
            <p:nvPr/>
          </p:nvSpPr>
          <p:spPr>
            <a:xfrm>
              <a:off x="2786804" y="2996333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89BA9">
                <a:alpha val="100000"/>
              </a:srgbClr>
            </a:solidFill>
            <a:ln w="5420" cap="flat">
              <a:solidFill>
                <a:srgbClr val="389B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7" name="pg257"/>
            <p:cNvSpPr/>
            <p:nvPr/>
          </p:nvSpPr>
          <p:spPr>
            <a:xfrm>
              <a:off x="2868241" y="2996333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89AA9">
                <a:alpha val="100000"/>
              </a:srgbClr>
            </a:solidFill>
            <a:ln w="5420" cap="flat">
              <a:solidFill>
                <a:srgbClr val="389A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8" name="pg258"/>
            <p:cNvSpPr/>
            <p:nvPr/>
          </p:nvSpPr>
          <p:spPr>
            <a:xfrm>
              <a:off x="2949678" y="2996333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79AA9">
                <a:alpha val="100000"/>
              </a:srgbClr>
            </a:solidFill>
            <a:ln w="5420" cap="flat">
              <a:solidFill>
                <a:srgbClr val="379A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9" name="pg259"/>
            <p:cNvSpPr/>
            <p:nvPr/>
          </p:nvSpPr>
          <p:spPr>
            <a:xfrm>
              <a:off x="3031116" y="2996333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79AA9">
                <a:alpha val="100000"/>
              </a:srgbClr>
            </a:solidFill>
            <a:ln w="5420" cap="flat">
              <a:solidFill>
                <a:srgbClr val="379A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0" name="pg260"/>
            <p:cNvSpPr/>
            <p:nvPr/>
          </p:nvSpPr>
          <p:spPr>
            <a:xfrm>
              <a:off x="3112553" y="2996333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79AA9">
                <a:alpha val="100000"/>
              </a:srgbClr>
            </a:solidFill>
            <a:ln w="5420" cap="flat">
              <a:solidFill>
                <a:srgbClr val="379A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1" name="pg261"/>
            <p:cNvSpPr/>
            <p:nvPr/>
          </p:nvSpPr>
          <p:spPr>
            <a:xfrm>
              <a:off x="3193990" y="2996333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89BA9">
                <a:alpha val="100000"/>
              </a:srgbClr>
            </a:solidFill>
            <a:ln w="5420" cap="flat">
              <a:solidFill>
                <a:srgbClr val="389B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2" name="pg262"/>
            <p:cNvSpPr/>
            <p:nvPr/>
          </p:nvSpPr>
          <p:spPr>
            <a:xfrm>
              <a:off x="3275427" y="2996333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99CA9">
                <a:alpha val="100000"/>
              </a:srgbClr>
            </a:solidFill>
            <a:ln w="5420" cap="flat">
              <a:solidFill>
                <a:srgbClr val="399C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3" name="pg263"/>
            <p:cNvSpPr/>
            <p:nvPr/>
          </p:nvSpPr>
          <p:spPr>
            <a:xfrm>
              <a:off x="3356864" y="2996333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B9DA9">
                <a:alpha val="100000"/>
              </a:srgbClr>
            </a:solidFill>
            <a:ln w="5420" cap="flat">
              <a:solidFill>
                <a:srgbClr val="3B9D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4" name="pg264"/>
            <p:cNvSpPr/>
            <p:nvPr/>
          </p:nvSpPr>
          <p:spPr>
            <a:xfrm>
              <a:off x="3438301" y="2996333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C9FAA">
                <a:alpha val="100000"/>
              </a:srgbClr>
            </a:solidFill>
            <a:ln w="5420" cap="flat">
              <a:solidFill>
                <a:srgbClr val="3C9F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5" name="pg265"/>
            <p:cNvSpPr/>
            <p:nvPr/>
          </p:nvSpPr>
          <p:spPr>
            <a:xfrm>
              <a:off x="3519738" y="2996333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40A3AA">
                <a:alpha val="100000"/>
              </a:srgbClr>
            </a:solidFill>
            <a:ln w="5420" cap="flat">
              <a:solidFill>
                <a:srgbClr val="40A3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6" name="pg266"/>
            <p:cNvSpPr/>
            <p:nvPr/>
          </p:nvSpPr>
          <p:spPr>
            <a:xfrm>
              <a:off x="3601176" y="2996333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42A5AA">
                <a:alpha val="100000"/>
              </a:srgbClr>
            </a:solidFill>
            <a:ln w="5420" cap="flat">
              <a:solidFill>
                <a:srgbClr val="42A5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7" name="pg267"/>
            <p:cNvSpPr/>
            <p:nvPr/>
          </p:nvSpPr>
          <p:spPr>
            <a:xfrm>
              <a:off x="3682613" y="2996333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44A7AA">
                <a:alpha val="100000"/>
              </a:srgbClr>
            </a:solidFill>
            <a:ln w="5420" cap="flat">
              <a:solidFill>
                <a:srgbClr val="44A7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8" name="pg268"/>
            <p:cNvSpPr/>
            <p:nvPr/>
          </p:nvSpPr>
          <p:spPr>
            <a:xfrm>
              <a:off x="3764050" y="2996333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46A9AA">
                <a:alpha val="100000"/>
              </a:srgbClr>
            </a:solidFill>
            <a:ln w="5420" cap="flat">
              <a:solidFill>
                <a:srgbClr val="46A9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9" name="pg269"/>
            <p:cNvSpPr/>
            <p:nvPr/>
          </p:nvSpPr>
          <p:spPr>
            <a:xfrm>
              <a:off x="3845487" y="2996333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47ABAA">
                <a:alpha val="100000"/>
              </a:srgbClr>
            </a:solidFill>
            <a:ln w="5420" cap="flat">
              <a:solidFill>
                <a:srgbClr val="47AB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0" name="pg270"/>
            <p:cNvSpPr/>
            <p:nvPr/>
          </p:nvSpPr>
          <p:spPr>
            <a:xfrm>
              <a:off x="3926924" y="2996333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49ADAB">
                <a:alpha val="100000"/>
              </a:srgbClr>
            </a:solidFill>
            <a:ln w="5420" cap="flat">
              <a:solidFill>
                <a:srgbClr val="49AD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1" name="pg271"/>
            <p:cNvSpPr/>
            <p:nvPr/>
          </p:nvSpPr>
          <p:spPr>
            <a:xfrm>
              <a:off x="4252673" y="2996333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52BAAB">
                <a:alpha val="100000"/>
              </a:srgbClr>
            </a:solidFill>
            <a:ln w="5420" cap="flat">
              <a:solidFill>
                <a:srgbClr val="52BA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2" name="pg272"/>
            <p:cNvSpPr/>
            <p:nvPr/>
          </p:nvSpPr>
          <p:spPr>
            <a:xfrm>
              <a:off x="4334110" y="2996333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57C0AB">
                <a:alpha val="100000"/>
              </a:srgbClr>
            </a:solidFill>
            <a:ln w="5420" cap="flat">
              <a:solidFill>
                <a:srgbClr val="57C0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3" name="pg273"/>
            <p:cNvSpPr/>
            <p:nvPr/>
          </p:nvSpPr>
          <p:spPr>
            <a:xfrm>
              <a:off x="4415547" y="2996333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59C3AC">
                <a:alpha val="100000"/>
              </a:srgbClr>
            </a:solidFill>
            <a:ln w="5420" cap="flat">
              <a:solidFill>
                <a:srgbClr val="59C3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4" name="pg274"/>
            <p:cNvSpPr/>
            <p:nvPr/>
          </p:nvSpPr>
          <p:spPr>
            <a:xfrm>
              <a:off x="4496984" y="2996333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5BC7AC">
                <a:alpha val="100000"/>
              </a:srgbClr>
            </a:solidFill>
            <a:ln w="5420" cap="flat">
              <a:solidFill>
                <a:srgbClr val="5BC7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5" name="pg275"/>
            <p:cNvSpPr/>
            <p:nvPr/>
          </p:nvSpPr>
          <p:spPr>
            <a:xfrm>
              <a:off x="4578421" y="2996333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5DC9AC">
                <a:alpha val="100000"/>
              </a:srgbClr>
            </a:solidFill>
            <a:ln w="5420" cap="flat">
              <a:solidFill>
                <a:srgbClr val="5DC9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6" name="pg276"/>
            <p:cNvSpPr/>
            <p:nvPr/>
          </p:nvSpPr>
          <p:spPr>
            <a:xfrm>
              <a:off x="4659858" y="2996333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5DCAAC">
                <a:alpha val="100000"/>
              </a:srgbClr>
            </a:solidFill>
            <a:ln w="5420" cap="flat">
              <a:solidFill>
                <a:srgbClr val="5DCA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7" name="pg277"/>
            <p:cNvSpPr/>
            <p:nvPr/>
          </p:nvSpPr>
          <p:spPr>
            <a:xfrm>
              <a:off x="2705367" y="3099649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89BA9">
                <a:alpha val="100000"/>
              </a:srgbClr>
            </a:solidFill>
            <a:ln w="5420" cap="flat">
              <a:solidFill>
                <a:srgbClr val="389B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8" name="pg278"/>
            <p:cNvSpPr/>
            <p:nvPr/>
          </p:nvSpPr>
          <p:spPr>
            <a:xfrm>
              <a:off x="2786804" y="3099649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79AA9">
                <a:alpha val="100000"/>
              </a:srgbClr>
            </a:solidFill>
            <a:ln w="5420" cap="flat">
              <a:solidFill>
                <a:srgbClr val="379A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9" name="pg279"/>
            <p:cNvSpPr/>
            <p:nvPr/>
          </p:nvSpPr>
          <p:spPr>
            <a:xfrm>
              <a:off x="2868241" y="3099649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699A9">
                <a:alpha val="100000"/>
              </a:srgbClr>
            </a:solidFill>
            <a:ln w="5420" cap="flat">
              <a:solidFill>
                <a:srgbClr val="3699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0" name="pg280"/>
            <p:cNvSpPr/>
            <p:nvPr/>
          </p:nvSpPr>
          <p:spPr>
            <a:xfrm>
              <a:off x="2949678" y="3099649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598A9">
                <a:alpha val="100000"/>
              </a:srgbClr>
            </a:solidFill>
            <a:ln w="5420" cap="flat">
              <a:solidFill>
                <a:srgbClr val="3598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1" name="pg281"/>
            <p:cNvSpPr/>
            <p:nvPr/>
          </p:nvSpPr>
          <p:spPr>
            <a:xfrm>
              <a:off x="3031116" y="3099649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598A9">
                <a:alpha val="100000"/>
              </a:srgbClr>
            </a:solidFill>
            <a:ln w="5420" cap="flat">
              <a:solidFill>
                <a:srgbClr val="3598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2" name="pg282"/>
            <p:cNvSpPr/>
            <p:nvPr/>
          </p:nvSpPr>
          <p:spPr>
            <a:xfrm>
              <a:off x="3112553" y="3099649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598A9">
                <a:alpha val="100000"/>
              </a:srgbClr>
            </a:solidFill>
            <a:ln w="5420" cap="flat">
              <a:solidFill>
                <a:srgbClr val="3598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3" name="pg283"/>
            <p:cNvSpPr/>
            <p:nvPr/>
          </p:nvSpPr>
          <p:spPr>
            <a:xfrm>
              <a:off x="3193990" y="3099649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699A9">
                <a:alpha val="100000"/>
              </a:srgbClr>
            </a:solidFill>
            <a:ln w="5420" cap="flat">
              <a:solidFill>
                <a:srgbClr val="3699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4" name="pg284"/>
            <p:cNvSpPr/>
            <p:nvPr/>
          </p:nvSpPr>
          <p:spPr>
            <a:xfrm>
              <a:off x="3275427" y="3099649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79AA9">
                <a:alpha val="100000"/>
              </a:srgbClr>
            </a:solidFill>
            <a:ln w="5420" cap="flat">
              <a:solidFill>
                <a:srgbClr val="379A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5" name="pg285"/>
            <p:cNvSpPr/>
            <p:nvPr/>
          </p:nvSpPr>
          <p:spPr>
            <a:xfrm>
              <a:off x="3356864" y="3099649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99CA9">
                <a:alpha val="100000"/>
              </a:srgbClr>
            </a:solidFill>
            <a:ln w="5420" cap="flat">
              <a:solidFill>
                <a:srgbClr val="399C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6" name="pg286"/>
            <p:cNvSpPr/>
            <p:nvPr/>
          </p:nvSpPr>
          <p:spPr>
            <a:xfrm>
              <a:off x="3438301" y="3099649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B9EAA">
                <a:alpha val="100000"/>
              </a:srgbClr>
            </a:solidFill>
            <a:ln w="5420" cap="flat">
              <a:solidFill>
                <a:srgbClr val="3B9E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7" name="pg287"/>
            <p:cNvSpPr/>
            <p:nvPr/>
          </p:nvSpPr>
          <p:spPr>
            <a:xfrm>
              <a:off x="3519738" y="3099649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40A3AA">
                <a:alpha val="100000"/>
              </a:srgbClr>
            </a:solidFill>
            <a:ln w="5420" cap="flat">
              <a:solidFill>
                <a:srgbClr val="40A3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8" name="pg288"/>
            <p:cNvSpPr/>
            <p:nvPr/>
          </p:nvSpPr>
          <p:spPr>
            <a:xfrm>
              <a:off x="3601176" y="3099649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42A5AA">
                <a:alpha val="100000"/>
              </a:srgbClr>
            </a:solidFill>
            <a:ln w="5420" cap="flat">
              <a:solidFill>
                <a:srgbClr val="42A5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9" name="pg289"/>
            <p:cNvSpPr/>
            <p:nvPr/>
          </p:nvSpPr>
          <p:spPr>
            <a:xfrm>
              <a:off x="3682613" y="3099649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45A8AA">
                <a:alpha val="100000"/>
              </a:srgbClr>
            </a:solidFill>
            <a:ln w="5420" cap="flat">
              <a:solidFill>
                <a:srgbClr val="45A8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0" name="pg290"/>
            <p:cNvSpPr/>
            <p:nvPr/>
          </p:nvSpPr>
          <p:spPr>
            <a:xfrm>
              <a:off x="3764050" y="3099649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46AAAA">
                <a:alpha val="100000"/>
              </a:srgbClr>
            </a:solidFill>
            <a:ln w="5420" cap="flat">
              <a:solidFill>
                <a:srgbClr val="46AA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1" name="pg291"/>
            <p:cNvSpPr/>
            <p:nvPr/>
          </p:nvSpPr>
          <p:spPr>
            <a:xfrm>
              <a:off x="3845487" y="3099649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48ACAB">
                <a:alpha val="100000"/>
              </a:srgbClr>
            </a:solidFill>
            <a:ln w="5420" cap="flat">
              <a:solidFill>
                <a:srgbClr val="48AC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2" name="pg292"/>
            <p:cNvSpPr/>
            <p:nvPr/>
          </p:nvSpPr>
          <p:spPr>
            <a:xfrm>
              <a:off x="3926924" y="3099649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4AAEAB">
                <a:alpha val="100000"/>
              </a:srgbClr>
            </a:solidFill>
            <a:ln w="5420" cap="flat">
              <a:solidFill>
                <a:srgbClr val="4AAE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3" name="pg293"/>
            <p:cNvSpPr/>
            <p:nvPr/>
          </p:nvSpPr>
          <p:spPr>
            <a:xfrm>
              <a:off x="4008361" y="3099649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4CB0AB">
                <a:alpha val="100000"/>
              </a:srgbClr>
            </a:solidFill>
            <a:ln w="5420" cap="flat">
              <a:solidFill>
                <a:srgbClr val="4CB0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4" name="pg294"/>
            <p:cNvSpPr/>
            <p:nvPr/>
          </p:nvSpPr>
          <p:spPr>
            <a:xfrm>
              <a:off x="4252673" y="3099649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52B9AB">
                <a:alpha val="100000"/>
              </a:srgbClr>
            </a:solidFill>
            <a:ln w="5420" cap="flat">
              <a:solidFill>
                <a:srgbClr val="52B9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5" name="pg295"/>
            <p:cNvSpPr/>
            <p:nvPr/>
          </p:nvSpPr>
          <p:spPr>
            <a:xfrm>
              <a:off x="4334110" y="3099649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55BDAB">
                <a:alpha val="100000"/>
              </a:srgbClr>
            </a:solidFill>
            <a:ln w="5420" cap="flat">
              <a:solidFill>
                <a:srgbClr val="55BD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6" name="pg296"/>
            <p:cNvSpPr/>
            <p:nvPr/>
          </p:nvSpPr>
          <p:spPr>
            <a:xfrm>
              <a:off x="4415547" y="3099649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57C0AC">
                <a:alpha val="100000"/>
              </a:srgbClr>
            </a:solidFill>
            <a:ln w="5420" cap="flat">
              <a:solidFill>
                <a:srgbClr val="57C0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7" name="pg297"/>
            <p:cNvSpPr/>
            <p:nvPr/>
          </p:nvSpPr>
          <p:spPr>
            <a:xfrm>
              <a:off x="4496984" y="3099649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58C2AC">
                <a:alpha val="100000"/>
              </a:srgbClr>
            </a:solidFill>
            <a:ln w="5420" cap="flat">
              <a:solidFill>
                <a:srgbClr val="58C2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8" name="pg298"/>
            <p:cNvSpPr/>
            <p:nvPr/>
          </p:nvSpPr>
          <p:spPr>
            <a:xfrm>
              <a:off x="4578421" y="3099649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59C4AC">
                <a:alpha val="100000"/>
              </a:srgbClr>
            </a:solidFill>
            <a:ln w="5420" cap="flat">
              <a:solidFill>
                <a:srgbClr val="59C4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9" name="pg299"/>
            <p:cNvSpPr/>
            <p:nvPr/>
          </p:nvSpPr>
          <p:spPr>
            <a:xfrm>
              <a:off x="4659858" y="3099649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5AC5AC">
                <a:alpha val="100000"/>
              </a:srgbClr>
            </a:solidFill>
            <a:ln w="5420" cap="flat">
              <a:solidFill>
                <a:srgbClr val="5AC5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0" name="pg300"/>
            <p:cNvSpPr/>
            <p:nvPr/>
          </p:nvSpPr>
          <p:spPr>
            <a:xfrm>
              <a:off x="2705367" y="3202965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79AA9">
                <a:alpha val="100000"/>
              </a:srgbClr>
            </a:solidFill>
            <a:ln w="5420" cap="flat">
              <a:solidFill>
                <a:srgbClr val="379A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1" name="pg301"/>
            <p:cNvSpPr/>
            <p:nvPr/>
          </p:nvSpPr>
          <p:spPr>
            <a:xfrm>
              <a:off x="2786804" y="3202965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699A9">
                <a:alpha val="100000"/>
              </a:srgbClr>
            </a:solidFill>
            <a:ln w="5420" cap="flat">
              <a:solidFill>
                <a:srgbClr val="3699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2" name="pg302"/>
            <p:cNvSpPr/>
            <p:nvPr/>
          </p:nvSpPr>
          <p:spPr>
            <a:xfrm>
              <a:off x="2868241" y="3202965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497A9">
                <a:alpha val="100000"/>
              </a:srgbClr>
            </a:solidFill>
            <a:ln w="5420" cap="flat">
              <a:solidFill>
                <a:srgbClr val="3497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3" name="pg303"/>
            <p:cNvSpPr/>
            <p:nvPr/>
          </p:nvSpPr>
          <p:spPr>
            <a:xfrm>
              <a:off x="2949678" y="3202965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496A9">
                <a:alpha val="100000"/>
              </a:srgbClr>
            </a:solidFill>
            <a:ln w="5420" cap="flat">
              <a:solidFill>
                <a:srgbClr val="3496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4" name="pg304"/>
            <p:cNvSpPr/>
            <p:nvPr/>
          </p:nvSpPr>
          <p:spPr>
            <a:xfrm>
              <a:off x="3031116" y="3202965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595A9">
                <a:alpha val="100000"/>
              </a:srgbClr>
            </a:solidFill>
            <a:ln w="5420" cap="flat">
              <a:solidFill>
                <a:srgbClr val="3595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5" name="pg305"/>
            <p:cNvSpPr/>
            <p:nvPr/>
          </p:nvSpPr>
          <p:spPr>
            <a:xfrm>
              <a:off x="3112553" y="3202965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594A8">
                <a:alpha val="100000"/>
              </a:srgbClr>
            </a:solidFill>
            <a:ln w="5420" cap="flat">
              <a:solidFill>
                <a:srgbClr val="3594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6" name="pg306"/>
            <p:cNvSpPr/>
            <p:nvPr/>
          </p:nvSpPr>
          <p:spPr>
            <a:xfrm>
              <a:off x="3193990" y="3202965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595A9">
                <a:alpha val="100000"/>
              </a:srgbClr>
            </a:solidFill>
            <a:ln w="5420" cap="flat">
              <a:solidFill>
                <a:srgbClr val="3595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7" name="pg307"/>
            <p:cNvSpPr/>
            <p:nvPr/>
          </p:nvSpPr>
          <p:spPr>
            <a:xfrm>
              <a:off x="3275427" y="3202965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497A9">
                <a:alpha val="100000"/>
              </a:srgbClr>
            </a:solidFill>
            <a:ln w="5420" cap="flat">
              <a:solidFill>
                <a:srgbClr val="3497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8" name="pg308"/>
            <p:cNvSpPr/>
            <p:nvPr/>
          </p:nvSpPr>
          <p:spPr>
            <a:xfrm>
              <a:off x="3356864" y="3202965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699A9">
                <a:alpha val="100000"/>
              </a:srgbClr>
            </a:solidFill>
            <a:ln w="5420" cap="flat">
              <a:solidFill>
                <a:srgbClr val="3699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9" name="pg309"/>
            <p:cNvSpPr/>
            <p:nvPr/>
          </p:nvSpPr>
          <p:spPr>
            <a:xfrm>
              <a:off x="3438301" y="3202965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A9CA9">
                <a:alpha val="100000"/>
              </a:srgbClr>
            </a:solidFill>
            <a:ln w="5420" cap="flat">
              <a:solidFill>
                <a:srgbClr val="3A9C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0" name="pg310"/>
            <p:cNvSpPr/>
            <p:nvPr/>
          </p:nvSpPr>
          <p:spPr>
            <a:xfrm>
              <a:off x="3519738" y="3202965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41A3AA">
                <a:alpha val="100000"/>
              </a:srgbClr>
            </a:solidFill>
            <a:ln w="5420" cap="flat">
              <a:solidFill>
                <a:srgbClr val="41A3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1" name="pg311"/>
            <p:cNvSpPr/>
            <p:nvPr/>
          </p:nvSpPr>
          <p:spPr>
            <a:xfrm>
              <a:off x="3601176" y="3202965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44A7AA">
                <a:alpha val="100000"/>
              </a:srgbClr>
            </a:solidFill>
            <a:ln w="5420" cap="flat">
              <a:solidFill>
                <a:srgbClr val="44A7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2" name="pg312"/>
            <p:cNvSpPr/>
            <p:nvPr/>
          </p:nvSpPr>
          <p:spPr>
            <a:xfrm>
              <a:off x="3682613" y="3202965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46AAAA">
                <a:alpha val="100000"/>
              </a:srgbClr>
            </a:solidFill>
            <a:ln w="5420" cap="flat">
              <a:solidFill>
                <a:srgbClr val="46AA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3" name="pg313"/>
            <p:cNvSpPr/>
            <p:nvPr/>
          </p:nvSpPr>
          <p:spPr>
            <a:xfrm>
              <a:off x="3764050" y="3202965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49ADAB">
                <a:alpha val="100000"/>
              </a:srgbClr>
            </a:solidFill>
            <a:ln w="5420" cap="flat">
              <a:solidFill>
                <a:srgbClr val="49AD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4" name="pg314"/>
            <p:cNvSpPr/>
            <p:nvPr/>
          </p:nvSpPr>
          <p:spPr>
            <a:xfrm>
              <a:off x="3845487" y="3202965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4BB0AB">
                <a:alpha val="100000"/>
              </a:srgbClr>
            </a:solidFill>
            <a:ln w="5420" cap="flat">
              <a:solidFill>
                <a:srgbClr val="4BB0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5" name="pg315"/>
            <p:cNvSpPr/>
            <p:nvPr/>
          </p:nvSpPr>
          <p:spPr>
            <a:xfrm>
              <a:off x="3926924" y="3202965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4DB2AB">
                <a:alpha val="100000"/>
              </a:srgbClr>
            </a:solidFill>
            <a:ln w="5420" cap="flat">
              <a:solidFill>
                <a:srgbClr val="4DB2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6" name="pg316"/>
            <p:cNvSpPr/>
            <p:nvPr/>
          </p:nvSpPr>
          <p:spPr>
            <a:xfrm>
              <a:off x="4008361" y="3202965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4EB4AB">
                <a:alpha val="100000"/>
              </a:srgbClr>
            </a:solidFill>
            <a:ln w="5420" cap="flat">
              <a:solidFill>
                <a:srgbClr val="4EB4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7" name="pg317"/>
            <p:cNvSpPr/>
            <p:nvPr/>
          </p:nvSpPr>
          <p:spPr>
            <a:xfrm>
              <a:off x="4089798" y="3202965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4FB5AB">
                <a:alpha val="100000"/>
              </a:srgbClr>
            </a:solidFill>
            <a:ln w="5420" cap="flat">
              <a:solidFill>
                <a:srgbClr val="4FB5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8" name="pg318"/>
            <p:cNvSpPr/>
            <p:nvPr/>
          </p:nvSpPr>
          <p:spPr>
            <a:xfrm>
              <a:off x="4334110" y="3202965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53BBAB">
                <a:alpha val="100000"/>
              </a:srgbClr>
            </a:solidFill>
            <a:ln w="5420" cap="flat">
              <a:solidFill>
                <a:srgbClr val="53BB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9" name="pg319"/>
            <p:cNvSpPr/>
            <p:nvPr/>
          </p:nvSpPr>
          <p:spPr>
            <a:xfrm>
              <a:off x="4415547" y="3202965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54BCAB">
                <a:alpha val="100000"/>
              </a:srgbClr>
            </a:solidFill>
            <a:ln w="5420" cap="flat">
              <a:solidFill>
                <a:srgbClr val="54BC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0" name="pg320"/>
            <p:cNvSpPr/>
            <p:nvPr/>
          </p:nvSpPr>
          <p:spPr>
            <a:xfrm>
              <a:off x="4496984" y="3202965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55BDAB">
                <a:alpha val="100000"/>
              </a:srgbClr>
            </a:solidFill>
            <a:ln w="5420" cap="flat">
              <a:solidFill>
                <a:srgbClr val="55BD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1" name="pg321"/>
            <p:cNvSpPr/>
            <p:nvPr/>
          </p:nvSpPr>
          <p:spPr>
            <a:xfrm>
              <a:off x="4578421" y="3202965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55BEAB">
                <a:alpha val="100000"/>
              </a:srgbClr>
            </a:solidFill>
            <a:ln w="5420" cap="flat">
              <a:solidFill>
                <a:srgbClr val="55BE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2" name="pg322"/>
            <p:cNvSpPr/>
            <p:nvPr/>
          </p:nvSpPr>
          <p:spPr>
            <a:xfrm>
              <a:off x="4659858" y="3202965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56BEAB">
                <a:alpha val="100000"/>
              </a:srgbClr>
            </a:solidFill>
            <a:ln w="5420" cap="flat">
              <a:solidFill>
                <a:srgbClr val="56BE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3" name="pg323"/>
            <p:cNvSpPr/>
            <p:nvPr/>
          </p:nvSpPr>
          <p:spPr>
            <a:xfrm>
              <a:off x="2705367" y="3306281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89AA9">
                <a:alpha val="100000"/>
              </a:srgbClr>
            </a:solidFill>
            <a:ln w="5420" cap="flat">
              <a:solidFill>
                <a:srgbClr val="389A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4" name="pg324"/>
            <p:cNvSpPr/>
            <p:nvPr/>
          </p:nvSpPr>
          <p:spPr>
            <a:xfrm>
              <a:off x="2786804" y="3306281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699A9">
                <a:alpha val="100000"/>
              </a:srgbClr>
            </a:solidFill>
            <a:ln w="5420" cap="flat">
              <a:solidFill>
                <a:srgbClr val="3699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5" name="pg325"/>
            <p:cNvSpPr/>
            <p:nvPr/>
          </p:nvSpPr>
          <p:spPr>
            <a:xfrm>
              <a:off x="2868241" y="3306281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497A9">
                <a:alpha val="100000"/>
              </a:srgbClr>
            </a:solidFill>
            <a:ln w="5420" cap="flat">
              <a:solidFill>
                <a:srgbClr val="3497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6" name="pg326"/>
            <p:cNvSpPr/>
            <p:nvPr/>
          </p:nvSpPr>
          <p:spPr>
            <a:xfrm>
              <a:off x="2949678" y="3306281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496A9">
                <a:alpha val="100000"/>
              </a:srgbClr>
            </a:solidFill>
            <a:ln w="5420" cap="flat">
              <a:solidFill>
                <a:srgbClr val="3496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7" name="pg327"/>
            <p:cNvSpPr/>
            <p:nvPr/>
          </p:nvSpPr>
          <p:spPr>
            <a:xfrm>
              <a:off x="3031116" y="3306281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595A9">
                <a:alpha val="100000"/>
              </a:srgbClr>
            </a:solidFill>
            <a:ln w="5420" cap="flat">
              <a:solidFill>
                <a:srgbClr val="3595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8" name="pg328"/>
            <p:cNvSpPr/>
            <p:nvPr/>
          </p:nvSpPr>
          <p:spPr>
            <a:xfrm>
              <a:off x="3112553" y="3306281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594A8">
                <a:alpha val="100000"/>
              </a:srgbClr>
            </a:solidFill>
            <a:ln w="5420" cap="flat">
              <a:solidFill>
                <a:srgbClr val="3594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9" name="pg329"/>
            <p:cNvSpPr/>
            <p:nvPr/>
          </p:nvSpPr>
          <p:spPr>
            <a:xfrm>
              <a:off x="3193990" y="3306281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595A9">
                <a:alpha val="100000"/>
              </a:srgbClr>
            </a:solidFill>
            <a:ln w="5420" cap="flat">
              <a:solidFill>
                <a:srgbClr val="3595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0" name="pg330"/>
            <p:cNvSpPr/>
            <p:nvPr/>
          </p:nvSpPr>
          <p:spPr>
            <a:xfrm>
              <a:off x="3275427" y="3306281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497A9">
                <a:alpha val="100000"/>
              </a:srgbClr>
            </a:solidFill>
            <a:ln w="5420" cap="flat">
              <a:solidFill>
                <a:srgbClr val="3497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1" name="pg331"/>
            <p:cNvSpPr/>
            <p:nvPr/>
          </p:nvSpPr>
          <p:spPr>
            <a:xfrm>
              <a:off x="3356864" y="3306281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79AA9">
                <a:alpha val="100000"/>
              </a:srgbClr>
            </a:solidFill>
            <a:ln w="5420" cap="flat">
              <a:solidFill>
                <a:srgbClr val="379A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2" name="pg332"/>
            <p:cNvSpPr/>
            <p:nvPr/>
          </p:nvSpPr>
          <p:spPr>
            <a:xfrm>
              <a:off x="3438301" y="3306281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A9DA9">
                <a:alpha val="100000"/>
              </a:srgbClr>
            </a:solidFill>
            <a:ln w="5420" cap="flat">
              <a:solidFill>
                <a:srgbClr val="3A9D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3" name="pg333"/>
            <p:cNvSpPr/>
            <p:nvPr/>
          </p:nvSpPr>
          <p:spPr>
            <a:xfrm>
              <a:off x="3519738" y="3306281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42A5AA">
                <a:alpha val="100000"/>
              </a:srgbClr>
            </a:solidFill>
            <a:ln w="5420" cap="flat">
              <a:solidFill>
                <a:srgbClr val="42A5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4" name="pg334"/>
            <p:cNvSpPr/>
            <p:nvPr/>
          </p:nvSpPr>
          <p:spPr>
            <a:xfrm>
              <a:off x="3601176" y="3306281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45A9AA">
                <a:alpha val="100000"/>
              </a:srgbClr>
            </a:solidFill>
            <a:ln w="5420" cap="flat">
              <a:solidFill>
                <a:srgbClr val="45A9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5" name="pg335"/>
            <p:cNvSpPr/>
            <p:nvPr/>
          </p:nvSpPr>
          <p:spPr>
            <a:xfrm>
              <a:off x="3682613" y="3306281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48ACAA">
                <a:alpha val="100000"/>
              </a:srgbClr>
            </a:solidFill>
            <a:ln w="5420" cap="flat">
              <a:solidFill>
                <a:srgbClr val="48AC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6" name="pg336"/>
            <p:cNvSpPr/>
            <p:nvPr/>
          </p:nvSpPr>
          <p:spPr>
            <a:xfrm>
              <a:off x="3764050" y="3306281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4BAFAB">
                <a:alpha val="100000"/>
              </a:srgbClr>
            </a:solidFill>
            <a:ln w="5420" cap="flat">
              <a:solidFill>
                <a:srgbClr val="4BAF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7" name="pg337"/>
            <p:cNvSpPr/>
            <p:nvPr/>
          </p:nvSpPr>
          <p:spPr>
            <a:xfrm>
              <a:off x="3845487" y="3306281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4DB2AB">
                <a:alpha val="100000"/>
              </a:srgbClr>
            </a:solidFill>
            <a:ln w="5420" cap="flat">
              <a:solidFill>
                <a:srgbClr val="4DB2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8" name="pg338"/>
            <p:cNvSpPr/>
            <p:nvPr/>
          </p:nvSpPr>
          <p:spPr>
            <a:xfrm>
              <a:off x="3926924" y="3306281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4EB4AB">
                <a:alpha val="100000"/>
              </a:srgbClr>
            </a:solidFill>
            <a:ln w="5420" cap="flat">
              <a:solidFill>
                <a:srgbClr val="4EB4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9" name="pg339"/>
            <p:cNvSpPr/>
            <p:nvPr/>
          </p:nvSpPr>
          <p:spPr>
            <a:xfrm>
              <a:off x="4008361" y="3306281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50B6AB">
                <a:alpha val="100000"/>
              </a:srgbClr>
            </a:solidFill>
            <a:ln w="5420" cap="flat">
              <a:solidFill>
                <a:srgbClr val="50B6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0" name="pg340"/>
            <p:cNvSpPr/>
            <p:nvPr/>
          </p:nvSpPr>
          <p:spPr>
            <a:xfrm>
              <a:off x="4089798" y="3306281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51B8AB">
                <a:alpha val="100000"/>
              </a:srgbClr>
            </a:solidFill>
            <a:ln w="5420" cap="flat">
              <a:solidFill>
                <a:srgbClr val="51B8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1" name="pg341"/>
            <p:cNvSpPr/>
            <p:nvPr/>
          </p:nvSpPr>
          <p:spPr>
            <a:xfrm>
              <a:off x="4252673" y="3306281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53BAAB">
                <a:alpha val="100000"/>
              </a:srgbClr>
            </a:solidFill>
            <a:ln w="5420" cap="flat">
              <a:solidFill>
                <a:srgbClr val="53BA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2" name="pg342"/>
            <p:cNvSpPr/>
            <p:nvPr/>
          </p:nvSpPr>
          <p:spPr>
            <a:xfrm>
              <a:off x="4334110" y="3306281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54BBAB">
                <a:alpha val="100000"/>
              </a:srgbClr>
            </a:solidFill>
            <a:ln w="5420" cap="flat">
              <a:solidFill>
                <a:srgbClr val="54BB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3" name="pg343"/>
            <p:cNvSpPr/>
            <p:nvPr/>
          </p:nvSpPr>
          <p:spPr>
            <a:xfrm>
              <a:off x="4415547" y="3306281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54BCAB">
                <a:alpha val="100000"/>
              </a:srgbClr>
            </a:solidFill>
            <a:ln w="5420" cap="flat">
              <a:solidFill>
                <a:srgbClr val="54BC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4" name="pg344"/>
            <p:cNvSpPr/>
            <p:nvPr/>
          </p:nvSpPr>
          <p:spPr>
            <a:xfrm>
              <a:off x="4496984" y="3306281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54BCAB">
                <a:alpha val="100000"/>
              </a:srgbClr>
            </a:solidFill>
            <a:ln w="5420" cap="flat">
              <a:solidFill>
                <a:srgbClr val="54BC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5" name="pg345"/>
            <p:cNvSpPr/>
            <p:nvPr/>
          </p:nvSpPr>
          <p:spPr>
            <a:xfrm>
              <a:off x="4578421" y="3306281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54BCAB">
                <a:alpha val="100000"/>
              </a:srgbClr>
            </a:solidFill>
            <a:ln w="5420" cap="flat">
              <a:solidFill>
                <a:srgbClr val="54BC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6" name="pg346"/>
            <p:cNvSpPr/>
            <p:nvPr/>
          </p:nvSpPr>
          <p:spPr>
            <a:xfrm>
              <a:off x="4659858" y="3306281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54BCAB">
                <a:alpha val="100000"/>
              </a:srgbClr>
            </a:solidFill>
            <a:ln w="5420" cap="flat">
              <a:solidFill>
                <a:srgbClr val="54BC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7" name="pg347"/>
            <p:cNvSpPr/>
            <p:nvPr/>
          </p:nvSpPr>
          <p:spPr>
            <a:xfrm>
              <a:off x="2786804" y="3409597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79AA9">
                <a:alpha val="100000"/>
              </a:srgbClr>
            </a:solidFill>
            <a:ln w="5420" cap="flat">
              <a:solidFill>
                <a:srgbClr val="379A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8" name="pg348"/>
            <p:cNvSpPr/>
            <p:nvPr/>
          </p:nvSpPr>
          <p:spPr>
            <a:xfrm>
              <a:off x="2868241" y="3409597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698A9">
                <a:alpha val="100000"/>
              </a:srgbClr>
            </a:solidFill>
            <a:ln w="5420" cap="flat">
              <a:solidFill>
                <a:srgbClr val="3698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9" name="pg349"/>
            <p:cNvSpPr/>
            <p:nvPr/>
          </p:nvSpPr>
          <p:spPr>
            <a:xfrm>
              <a:off x="2949678" y="3409597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497A9">
                <a:alpha val="100000"/>
              </a:srgbClr>
            </a:solidFill>
            <a:ln w="5420" cap="flat">
              <a:solidFill>
                <a:srgbClr val="3497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0" name="pg350"/>
            <p:cNvSpPr/>
            <p:nvPr/>
          </p:nvSpPr>
          <p:spPr>
            <a:xfrm>
              <a:off x="3031116" y="3409597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496A9">
                <a:alpha val="100000"/>
              </a:srgbClr>
            </a:solidFill>
            <a:ln w="5420" cap="flat">
              <a:solidFill>
                <a:srgbClr val="3496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1" name="pg351"/>
            <p:cNvSpPr/>
            <p:nvPr/>
          </p:nvSpPr>
          <p:spPr>
            <a:xfrm>
              <a:off x="3112553" y="3409597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496A9">
                <a:alpha val="100000"/>
              </a:srgbClr>
            </a:solidFill>
            <a:ln w="5420" cap="flat">
              <a:solidFill>
                <a:srgbClr val="3496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2" name="pg352"/>
            <p:cNvSpPr/>
            <p:nvPr/>
          </p:nvSpPr>
          <p:spPr>
            <a:xfrm>
              <a:off x="3193990" y="3409597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497A9">
                <a:alpha val="100000"/>
              </a:srgbClr>
            </a:solidFill>
            <a:ln w="5420" cap="flat">
              <a:solidFill>
                <a:srgbClr val="3497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3" name="pg353"/>
            <p:cNvSpPr/>
            <p:nvPr/>
          </p:nvSpPr>
          <p:spPr>
            <a:xfrm>
              <a:off x="3275427" y="3409597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699A9">
                <a:alpha val="100000"/>
              </a:srgbClr>
            </a:solidFill>
            <a:ln w="5420" cap="flat">
              <a:solidFill>
                <a:srgbClr val="3699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4" name="pg354"/>
            <p:cNvSpPr/>
            <p:nvPr/>
          </p:nvSpPr>
          <p:spPr>
            <a:xfrm>
              <a:off x="3356864" y="3409597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99BA9">
                <a:alpha val="100000"/>
              </a:srgbClr>
            </a:solidFill>
            <a:ln w="5420" cap="flat">
              <a:solidFill>
                <a:srgbClr val="399B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5" name="pg355"/>
            <p:cNvSpPr/>
            <p:nvPr/>
          </p:nvSpPr>
          <p:spPr>
            <a:xfrm>
              <a:off x="3438301" y="3409597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C9FAA">
                <a:alpha val="100000"/>
              </a:srgbClr>
            </a:solidFill>
            <a:ln w="5420" cap="flat">
              <a:solidFill>
                <a:srgbClr val="3C9F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6" name="pg356"/>
            <p:cNvSpPr/>
            <p:nvPr/>
          </p:nvSpPr>
          <p:spPr>
            <a:xfrm>
              <a:off x="3519738" y="3409597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44A7AA">
                <a:alpha val="100000"/>
              </a:srgbClr>
            </a:solidFill>
            <a:ln w="5420" cap="flat">
              <a:solidFill>
                <a:srgbClr val="44A7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7" name="pg357"/>
            <p:cNvSpPr/>
            <p:nvPr/>
          </p:nvSpPr>
          <p:spPr>
            <a:xfrm>
              <a:off x="3601176" y="3409597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47ABAA">
                <a:alpha val="100000"/>
              </a:srgbClr>
            </a:solidFill>
            <a:ln w="5420" cap="flat">
              <a:solidFill>
                <a:srgbClr val="47AB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8" name="pg358"/>
            <p:cNvSpPr/>
            <p:nvPr/>
          </p:nvSpPr>
          <p:spPr>
            <a:xfrm>
              <a:off x="3682613" y="3409597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4AAFAB">
                <a:alpha val="100000"/>
              </a:srgbClr>
            </a:solidFill>
            <a:ln w="5420" cap="flat">
              <a:solidFill>
                <a:srgbClr val="4AAF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9" name="pg359"/>
            <p:cNvSpPr/>
            <p:nvPr/>
          </p:nvSpPr>
          <p:spPr>
            <a:xfrm>
              <a:off x="3764050" y="3409597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4DB2AB">
                <a:alpha val="100000"/>
              </a:srgbClr>
            </a:solidFill>
            <a:ln w="5420" cap="flat">
              <a:solidFill>
                <a:srgbClr val="4DB2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0" name="pg360"/>
            <p:cNvSpPr/>
            <p:nvPr/>
          </p:nvSpPr>
          <p:spPr>
            <a:xfrm>
              <a:off x="3845487" y="3409597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4FB5AB">
                <a:alpha val="100000"/>
              </a:srgbClr>
            </a:solidFill>
            <a:ln w="5420" cap="flat">
              <a:solidFill>
                <a:srgbClr val="4FB5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1" name="pg361"/>
            <p:cNvSpPr/>
            <p:nvPr/>
          </p:nvSpPr>
          <p:spPr>
            <a:xfrm>
              <a:off x="3926924" y="3409597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51B7AB">
                <a:alpha val="100000"/>
              </a:srgbClr>
            </a:solidFill>
            <a:ln w="5420" cap="flat">
              <a:solidFill>
                <a:srgbClr val="51B7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2" name="pg362"/>
            <p:cNvSpPr/>
            <p:nvPr/>
          </p:nvSpPr>
          <p:spPr>
            <a:xfrm>
              <a:off x="4008361" y="3409597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52B9AB">
                <a:alpha val="100000"/>
              </a:srgbClr>
            </a:solidFill>
            <a:ln w="5420" cap="flat">
              <a:solidFill>
                <a:srgbClr val="52B9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3" name="pg363"/>
            <p:cNvSpPr/>
            <p:nvPr/>
          </p:nvSpPr>
          <p:spPr>
            <a:xfrm>
              <a:off x="4089798" y="3409597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53BAAB">
                <a:alpha val="100000"/>
              </a:srgbClr>
            </a:solidFill>
            <a:ln w="5420" cap="flat">
              <a:solidFill>
                <a:srgbClr val="53BA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4" name="pg364"/>
            <p:cNvSpPr/>
            <p:nvPr/>
          </p:nvSpPr>
          <p:spPr>
            <a:xfrm>
              <a:off x="4171236" y="3409597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54BCAB">
                <a:alpha val="100000"/>
              </a:srgbClr>
            </a:solidFill>
            <a:ln w="5420" cap="flat">
              <a:solidFill>
                <a:srgbClr val="54BC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5" name="pg365"/>
            <p:cNvSpPr/>
            <p:nvPr/>
          </p:nvSpPr>
          <p:spPr>
            <a:xfrm>
              <a:off x="4252673" y="3409597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54BCAB">
                <a:alpha val="100000"/>
              </a:srgbClr>
            </a:solidFill>
            <a:ln w="5420" cap="flat">
              <a:solidFill>
                <a:srgbClr val="54BC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6" name="pg366"/>
            <p:cNvSpPr/>
            <p:nvPr/>
          </p:nvSpPr>
          <p:spPr>
            <a:xfrm>
              <a:off x="4334110" y="3409597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54BCAB">
                <a:alpha val="100000"/>
              </a:srgbClr>
            </a:solidFill>
            <a:ln w="5420" cap="flat">
              <a:solidFill>
                <a:srgbClr val="54BC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7" name="pg367"/>
            <p:cNvSpPr/>
            <p:nvPr/>
          </p:nvSpPr>
          <p:spPr>
            <a:xfrm>
              <a:off x="4415547" y="3409597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54BCAB">
                <a:alpha val="100000"/>
              </a:srgbClr>
            </a:solidFill>
            <a:ln w="5420" cap="flat">
              <a:solidFill>
                <a:srgbClr val="54BC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8" name="pg368"/>
            <p:cNvSpPr/>
            <p:nvPr/>
          </p:nvSpPr>
          <p:spPr>
            <a:xfrm>
              <a:off x="4496984" y="3409597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54BCAB">
                <a:alpha val="100000"/>
              </a:srgbClr>
            </a:solidFill>
            <a:ln w="5420" cap="flat">
              <a:solidFill>
                <a:srgbClr val="54BC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9" name="pg369"/>
            <p:cNvSpPr/>
            <p:nvPr/>
          </p:nvSpPr>
          <p:spPr>
            <a:xfrm>
              <a:off x="4578421" y="3409597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54BCAB">
                <a:alpha val="100000"/>
              </a:srgbClr>
            </a:solidFill>
            <a:ln w="5420" cap="flat">
              <a:solidFill>
                <a:srgbClr val="54BC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0" name="pg370"/>
            <p:cNvSpPr/>
            <p:nvPr/>
          </p:nvSpPr>
          <p:spPr>
            <a:xfrm>
              <a:off x="4659858" y="3409597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54BCAB">
                <a:alpha val="100000"/>
              </a:srgbClr>
            </a:solidFill>
            <a:ln w="5420" cap="flat">
              <a:solidFill>
                <a:srgbClr val="54BC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1" name="pg371"/>
            <p:cNvSpPr/>
            <p:nvPr/>
          </p:nvSpPr>
          <p:spPr>
            <a:xfrm>
              <a:off x="2868241" y="3512913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89BA9">
                <a:alpha val="100000"/>
              </a:srgbClr>
            </a:solidFill>
            <a:ln w="5420" cap="flat">
              <a:solidFill>
                <a:srgbClr val="389B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2" name="pg372"/>
            <p:cNvSpPr/>
            <p:nvPr/>
          </p:nvSpPr>
          <p:spPr>
            <a:xfrm>
              <a:off x="2949678" y="3512913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79AA9">
                <a:alpha val="100000"/>
              </a:srgbClr>
            </a:solidFill>
            <a:ln w="5420" cap="flat">
              <a:solidFill>
                <a:srgbClr val="379A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3" name="pg373"/>
            <p:cNvSpPr/>
            <p:nvPr/>
          </p:nvSpPr>
          <p:spPr>
            <a:xfrm>
              <a:off x="3031116" y="3512913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699A9">
                <a:alpha val="100000"/>
              </a:srgbClr>
            </a:solidFill>
            <a:ln w="5420" cap="flat">
              <a:solidFill>
                <a:srgbClr val="3699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4" name="pg374"/>
            <p:cNvSpPr/>
            <p:nvPr/>
          </p:nvSpPr>
          <p:spPr>
            <a:xfrm>
              <a:off x="3112553" y="3512913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699A9">
                <a:alpha val="100000"/>
              </a:srgbClr>
            </a:solidFill>
            <a:ln w="5420" cap="flat">
              <a:solidFill>
                <a:srgbClr val="3699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5" name="pg375"/>
            <p:cNvSpPr/>
            <p:nvPr/>
          </p:nvSpPr>
          <p:spPr>
            <a:xfrm>
              <a:off x="3193990" y="3512913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79AA9">
                <a:alpha val="100000"/>
              </a:srgbClr>
            </a:solidFill>
            <a:ln w="5420" cap="flat">
              <a:solidFill>
                <a:srgbClr val="379A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6" name="pg376"/>
            <p:cNvSpPr/>
            <p:nvPr/>
          </p:nvSpPr>
          <p:spPr>
            <a:xfrm>
              <a:off x="3275427" y="3512913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99CA9">
                <a:alpha val="100000"/>
              </a:srgbClr>
            </a:solidFill>
            <a:ln w="5420" cap="flat">
              <a:solidFill>
                <a:srgbClr val="399C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7" name="pg377"/>
            <p:cNvSpPr/>
            <p:nvPr/>
          </p:nvSpPr>
          <p:spPr>
            <a:xfrm>
              <a:off x="3356864" y="3512913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C9FAA">
                <a:alpha val="100000"/>
              </a:srgbClr>
            </a:solidFill>
            <a:ln w="5420" cap="flat">
              <a:solidFill>
                <a:srgbClr val="3C9F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8" name="pg378"/>
            <p:cNvSpPr/>
            <p:nvPr/>
          </p:nvSpPr>
          <p:spPr>
            <a:xfrm>
              <a:off x="3438301" y="3512913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40A2AA">
                <a:alpha val="100000"/>
              </a:srgbClr>
            </a:solidFill>
            <a:ln w="5420" cap="flat">
              <a:solidFill>
                <a:srgbClr val="40A2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9" name="pg379"/>
            <p:cNvSpPr/>
            <p:nvPr/>
          </p:nvSpPr>
          <p:spPr>
            <a:xfrm>
              <a:off x="3519738" y="3512913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47ABAA">
                <a:alpha val="100000"/>
              </a:srgbClr>
            </a:solidFill>
            <a:ln w="5420" cap="flat">
              <a:solidFill>
                <a:srgbClr val="47AB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0" name="pg380"/>
            <p:cNvSpPr/>
            <p:nvPr/>
          </p:nvSpPr>
          <p:spPr>
            <a:xfrm>
              <a:off x="3601176" y="3512913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4AAFAB">
                <a:alpha val="100000"/>
              </a:srgbClr>
            </a:solidFill>
            <a:ln w="5420" cap="flat">
              <a:solidFill>
                <a:srgbClr val="4AAF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1" name="pg381"/>
            <p:cNvSpPr/>
            <p:nvPr/>
          </p:nvSpPr>
          <p:spPr>
            <a:xfrm>
              <a:off x="3682613" y="3512913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4DB3AB">
                <a:alpha val="100000"/>
              </a:srgbClr>
            </a:solidFill>
            <a:ln w="5420" cap="flat">
              <a:solidFill>
                <a:srgbClr val="4DB3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2" name="pg382"/>
            <p:cNvSpPr/>
            <p:nvPr/>
          </p:nvSpPr>
          <p:spPr>
            <a:xfrm>
              <a:off x="3764050" y="3512913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50B6AB">
                <a:alpha val="100000"/>
              </a:srgbClr>
            </a:solidFill>
            <a:ln w="5420" cap="flat">
              <a:solidFill>
                <a:srgbClr val="50B6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3" name="pg383"/>
            <p:cNvSpPr/>
            <p:nvPr/>
          </p:nvSpPr>
          <p:spPr>
            <a:xfrm>
              <a:off x="3845487" y="3512913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52B9AB">
                <a:alpha val="100000"/>
              </a:srgbClr>
            </a:solidFill>
            <a:ln w="5420" cap="flat">
              <a:solidFill>
                <a:srgbClr val="52B9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4" name="pg384"/>
            <p:cNvSpPr/>
            <p:nvPr/>
          </p:nvSpPr>
          <p:spPr>
            <a:xfrm>
              <a:off x="3926924" y="3512913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54BBAB">
                <a:alpha val="100000"/>
              </a:srgbClr>
            </a:solidFill>
            <a:ln w="5420" cap="flat">
              <a:solidFill>
                <a:srgbClr val="54BB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5" name="pg385"/>
            <p:cNvSpPr/>
            <p:nvPr/>
          </p:nvSpPr>
          <p:spPr>
            <a:xfrm>
              <a:off x="4008361" y="3512913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55BDAB">
                <a:alpha val="100000"/>
              </a:srgbClr>
            </a:solidFill>
            <a:ln w="5420" cap="flat">
              <a:solidFill>
                <a:srgbClr val="55BD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6" name="pg386"/>
            <p:cNvSpPr/>
            <p:nvPr/>
          </p:nvSpPr>
          <p:spPr>
            <a:xfrm>
              <a:off x="4089798" y="3512913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56BEAB">
                <a:alpha val="100000"/>
              </a:srgbClr>
            </a:solidFill>
            <a:ln w="5420" cap="flat">
              <a:solidFill>
                <a:srgbClr val="56BE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7" name="pg387"/>
            <p:cNvSpPr/>
            <p:nvPr/>
          </p:nvSpPr>
          <p:spPr>
            <a:xfrm>
              <a:off x="4171236" y="3512913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56BFAB">
                <a:alpha val="100000"/>
              </a:srgbClr>
            </a:solidFill>
            <a:ln w="5420" cap="flat">
              <a:solidFill>
                <a:srgbClr val="56BF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8" name="pg388"/>
            <p:cNvSpPr/>
            <p:nvPr/>
          </p:nvSpPr>
          <p:spPr>
            <a:xfrm>
              <a:off x="4252673" y="3512913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56BFAB">
                <a:alpha val="100000"/>
              </a:srgbClr>
            </a:solidFill>
            <a:ln w="5420" cap="flat">
              <a:solidFill>
                <a:srgbClr val="56BF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9" name="pg389"/>
            <p:cNvSpPr/>
            <p:nvPr/>
          </p:nvSpPr>
          <p:spPr>
            <a:xfrm>
              <a:off x="4334110" y="3512913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56BEAB">
                <a:alpha val="100000"/>
              </a:srgbClr>
            </a:solidFill>
            <a:ln w="5420" cap="flat">
              <a:solidFill>
                <a:srgbClr val="56BE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0" name="pg390"/>
            <p:cNvSpPr/>
            <p:nvPr/>
          </p:nvSpPr>
          <p:spPr>
            <a:xfrm>
              <a:off x="4415547" y="3512913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55BEAB">
                <a:alpha val="100000"/>
              </a:srgbClr>
            </a:solidFill>
            <a:ln w="5420" cap="flat">
              <a:solidFill>
                <a:srgbClr val="55BE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1" name="pg391"/>
            <p:cNvSpPr/>
            <p:nvPr/>
          </p:nvSpPr>
          <p:spPr>
            <a:xfrm>
              <a:off x="4496984" y="3512913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55BDAB">
                <a:alpha val="100000"/>
              </a:srgbClr>
            </a:solidFill>
            <a:ln w="5420" cap="flat">
              <a:solidFill>
                <a:srgbClr val="55BD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2" name="pg392"/>
            <p:cNvSpPr/>
            <p:nvPr/>
          </p:nvSpPr>
          <p:spPr>
            <a:xfrm>
              <a:off x="4578421" y="3512913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54BCAB">
                <a:alpha val="100000"/>
              </a:srgbClr>
            </a:solidFill>
            <a:ln w="5420" cap="flat">
              <a:solidFill>
                <a:srgbClr val="54BC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3" name="pg393"/>
            <p:cNvSpPr/>
            <p:nvPr/>
          </p:nvSpPr>
          <p:spPr>
            <a:xfrm>
              <a:off x="2868241" y="3616229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B9DA9">
                <a:alpha val="100000"/>
              </a:srgbClr>
            </a:solidFill>
            <a:ln w="5420" cap="flat">
              <a:solidFill>
                <a:srgbClr val="3B9D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4" name="pg394"/>
            <p:cNvSpPr/>
            <p:nvPr/>
          </p:nvSpPr>
          <p:spPr>
            <a:xfrm>
              <a:off x="2949678" y="3616229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B9DA9">
                <a:alpha val="100000"/>
              </a:srgbClr>
            </a:solidFill>
            <a:ln w="5420" cap="flat">
              <a:solidFill>
                <a:srgbClr val="3B9D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5" name="pg395"/>
            <p:cNvSpPr/>
            <p:nvPr/>
          </p:nvSpPr>
          <p:spPr>
            <a:xfrm>
              <a:off x="3031116" y="3616229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A9DA9">
                <a:alpha val="100000"/>
              </a:srgbClr>
            </a:solidFill>
            <a:ln w="5420" cap="flat">
              <a:solidFill>
                <a:srgbClr val="3A9D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6" name="pg396"/>
            <p:cNvSpPr/>
            <p:nvPr/>
          </p:nvSpPr>
          <p:spPr>
            <a:xfrm>
              <a:off x="3112553" y="3616229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B9DAA">
                <a:alpha val="100000"/>
              </a:srgbClr>
            </a:solidFill>
            <a:ln w="5420" cap="flat">
              <a:solidFill>
                <a:srgbClr val="3B9D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7" name="pg397"/>
            <p:cNvSpPr/>
            <p:nvPr/>
          </p:nvSpPr>
          <p:spPr>
            <a:xfrm>
              <a:off x="3193990" y="3616229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C9FAA">
                <a:alpha val="100000"/>
              </a:srgbClr>
            </a:solidFill>
            <a:ln w="5420" cap="flat">
              <a:solidFill>
                <a:srgbClr val="3C9F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8" name="pg398"/>
            <p:cNvSpPr/>
            <p:nvPr/>
          </p:nvSpPr>
          <p:spPr>
            <a:xfrm>
              <a:off x="3275427" y="3616229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EA1AA">
                <a:alpha val="100000"/>
              </a:srgbClr>
            </a:solidFill>
            <a:ln w="5420" cap="flat">
              <a:solidFill>
                <a:srgbClr val="3EA1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9" name="pg399"/>
            <p:cNvSpPr/>
            <p:nvPr/>
          </p:nvSpPr>
          <p:spPr>
            <a:xfrm>
              <a:off x="3356864" y="3616229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41A4AA">
                <a:alpha val="100000"/>
              </a:srgbClr>
            </a:solidFill>
            <a:ln w="5420" cap="flat">
              <a:solidFill>
                <a:srgbClr val="41A4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0" name="pg400"/>
            <p:cNvSpPr/>
            <p:nvPr/>
          </p:nvSpPr>
          <p:spPr>
            <a:xfrm>
              <a:off x="3438301" y="3616229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44A7AA">
                <a:alpha val="100000"/>
              </a:srgbClr>
            </a:solidFill>
            <a:ln w="5420" cap="flat">
              <a:solidFill>
                <a:srgbClr val="44A7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1" name="pg401"/>
            <p:cNvSpPr/>
            <p:nvPr/>
          </p:nvSpPr>
          <p:spPr>
            <a:xfrm>
              <a:off x="3519738" y="3616229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4AAFAB">
                <a:alpha val="100000"/>
              </a:srgbClr>
            </a:solidFill>
            <a:ln w="5420" cap="flat">
              <a:solidFill>
                <a:srgbClr val="4AAF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2" name="pg402"/>
            <p:cNvSpPr/>
            <p:nvPr/>
          </p:nvSpPr>
          <p:spPr>
            <a:xfrm>
              <a:off x="3601176" y="3616229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4DB3AB">
                <a:alpha val="100000"/>
              </a:srgbClr>
            </a:solidFill>
            <a:ln w="5420" cap="flat">
              <a:solidFill>
                <a:srgbClr val="4DB3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3" name="pg403"/>
            <p:cNvSpPr/>
            <p:nvPr/>
          </p:nvSpPr>
          <p:spPr>
            <a:xfrm>
              <a:off x="3682613" y="3616229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50B7AB">
                <a:alpha val="100000"/>
              </a:srgbClr>
            </a:solidFill>
            <a:ln w="5420" cap="flat">
              <a:solidFill>
                <a:srgbClr val="50B7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4" name="pg404"/>
            <p:cNvSpPr/>
            <p:nvPr/>
          </p:nvSpPr>
          <p:spPr>
            <a:xfrm>
              <a:off x="3764050" y="3616229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53BAAB">
                <a:alpha val="100000"/>
              </a:srgbClr>
            </a:solidFill>
            <a:ln w="5420" cap="flat">
              <a:solidFill>
                <a:srgbClr val="53BA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5" name="pg405"/>
            <p:cNvSpPr/>
            <p:nvPr/>
          </p:nvSpPr>
          <p:spPr>
            <a:xfrm>
              <a:off x="3845487" y="3616229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55BDAB">
                <a:alpha val="100000"/>
              </a:srgbClr>
            </a:solidFill>
            <a:ln w="5420" cap="flat">
              <a:solidFill>
                <a:srgbClr val="55BD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6" name="pg406"/>
            <p:cNvSpPr/>
            <p:nvPr/>
          </p:nvSpPr>
          <p:spPr>
            <a:xfrm>
              <a:off x="3926924" y="3616229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57C0AB">
                <a:alpha val="100000"/>
              </a:srgbClr>
            </a:solidFill>
            <a:ln w="5420" cap="flat">
              <a:solidFill>
                <a:srgbClr val="57C0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7" name="pg407"/>
            <p:cNvSpPr/>
            <p:nvPr/>
          </p:nvSpPr>
          <p:spPr>
            <a:xfrm>
              <a:off x="4008361" y="3616229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58C1AC">
                <a:alpha val="100000"/>
              </a:srgbClr>
            </a:solidFill>
            <a:ln w="5420" cap="flat">
              <a:solidFill>
                <a:srgbClr val="58C1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8" name="pg408"/>
            <p:cNvSpPr/>
            <p:nvPr/>
          </p:nvSpPr>
          <p:spPr>
            <a:xfrm>
              <a:off x="4089798" y="3616229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59C2AC">
                <a:alpha val="100000"/>
              </a:srgbClr>
            </a:solidFill>
            <a:ln w="5420" cap="flat">
              <a:solidFill>
                <a:srgbClr val="59C2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9" name="pg409"/>
            <p:cNvSpPr/>
            <p:nvPr/>
          </p:nvSpPr>
          <p:spPr>
            <a:xfrm>
              <a:off x="4171236" y="3616229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59C3AC">
                <a:alpha val="100000"/>
              </a:srgbClr>
            </a:solidFill>
            <a:ln w="5420" cap="flat">
              <a:solidFill>
                <a:srgbClr val="59C3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0" name="pg410"/>
            <p:cNvSpPr/>
            <p:nvPr/>
          </p:nvSpPr>
          <p:spPr>
            <a:xfrm>
              <a:off x="4252673" y="3616229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59C2AC">
                <a:alpha val="100000"/>
              </a:srgbClr>
            </a:solidFill>
            <a:ln w="5420" cap="flat">
              <a:solidFill>
                <a:srgbClr val="59C2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1" name="pg411"/>
            <p:cNvSpPr/>
            <p:nvPr/>
          </p:nvSpPr>
          <p:spPr>
            <a:xfrm>
              <a:off x="4334110" y="3616229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57C1AC">
                <a:alpha val="100000"/>
              </a:srgbClr>
            </a:solidFill>
            <a:ln w="5420" cap="flat">
              <a:solidFill>
                <a:srgbClr val="57C1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2" name="pg412"/>
            <p:cNvSpPr/>
            <p:nvPr/>
          </p:nvSpPr>
          <p:spPr>
            <a:xfrm>
              <a:off x="4415547" y="3616229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57BFAB">
                <a:alpha val="100000"/>
              </a:srgbClr>
            </a:solidFill>
            <a:ln w="5420" cap="flat">
              <a:solidFill>
                <a:srgbClr val="57BF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3" name="pg413"/>
            <p:cNvSpPr/>
            <p:nvPr/>
          </p:nvSpPr>
          <p:spPr>
            <a:xfrm>
              <a:off x="4496984" y="3616229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56BEAB">
                <a:alpha val="100000"/>
              </a:srgbClr>
            </a:solidFill>
            <a:ln w="5420" cap="flat">
              <a:solidFill>
                <a:srgbClr val="56BE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4" name="pg414"/>
            <p:cNvSpPr/>
            <p:nvPr/>
          </p:nvSpPr>
          <p:spPr>
            <a:xfrm>
              <a:off x="3031116" y="3719546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FA2AA">
                <a:alpha val="100000"/>
              </a:srgbClr>
            </a:solidFill>
            <a:ln w="5420" cap="flat">
              <a:solidFill>
                <a:srgbClr val="3FA2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5" name="pg415"/>
            <p:cNvSpPr/>
            <p:nvPr/>
          </p:nvSpPr>
          <p:spPr>
            <a:xfrm>
              <a:off x="3112553" y="3719546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40A3AA">
                <a:alpha val="100000"/>
              </a:srgbClr>
            </a:solidFill>
            <a:ln w="5420" cap="flat">
              <a:solidFill>
                <a:srgbClr val="40A3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6" name="pg416"/>
            <p:cNvSpPr/>
            <p:nvPr/>
          </p:nvSpPr>
          <p:spPr>
            <a:xfrm>
              <a:off x="3193990" y="3719546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41A4AA">
                <a:alpha val="100000"/>
              </a:srgbClr>
            </a:solidFill>
            <a:ln w="5420" cap="flat">
              <a:solidFill>
                <a:srgbClr val="41A4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7" name="pg417"/>
            <p:cNvSpPr/>
            <p:nvPr/>
          </p:nvSpPr>
          <p:spPr>
            <a:xfrm>
              <a:off x="3275427" y="3719546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43A6AA">
                <a:alpha val="100000"/>
              </a:srgbClr>
            </a:solidFill>
            <a:ln w="5420" cap="flat">
              <a:solidFill>
                <a:srgbClr val="43A6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8" name="pg418"/>
            <p:cNvSpPr/>
            <p:nvPr/>
          </p:nvSpPr>
          <p:spPr>
            <a:xfrm>
              <a:off x="3356864" y="3719546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45A9AA">
                <a:alpha val="100000"/>
              </a:srgbClr>
            </a:solidFill>
            <a:ln w="5420" cap="flat">
              <a:solidFill>
                <a:srgbClr val="45A9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9" name="pg419"/>
            <p:cNvSpPr/>
            <p:nvPr/>
          </p:nvSpPr>
          <p:spPr>
            <a:xfrm>
              <a:off x="3438301" y="3719546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48ACAA">
                <a:alpha val="100000"/>
              </a:srgbClr>
            </a:solidFill>
            <a:ln w="5420" cap="flat">
              <a:solidFill>
                <a:srgbClr val="48AC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0" name="pg420"/>
            <p:cNvSpPr/>
            <p:nvPr/>
          </p:nvSpPr>
          <p:spPr>
            <a:xfrm>
              <a:off x="3519738" y="3719546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4EB3AB">
                <a:alpha val="100000"/>
              </a:srgbClr>
            </a:solidFill>
            <a:ln w="5420" cap="flat">
              <a:solidFill>
                <a:srgbClr val="4EB3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1" name="pg421"/>
            <p:cNvSpPr/>
            <p:nvPr/>
          </p:nvSpPr>
          <p:spPr>
            <a:xfrm>
              <a:off x="3601176" y="3719546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50B7AB">
                <a:alpha val="100000"/>
              </a:srgbClr>
            </a:solidFill>
            <a:ln w="5420" cap="flat">
              <a:solidFill>
                <a:srgbClr val="50B7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2" name="pg422"/>
            <p:cNvSpPr/>
            <p:nvPr/>
          </p:nvSpPr>
          <p:spPr>
            <a:xfrm>
              <a:off x="3682613" y="3719546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53BBAB">
                <a:alpha val="100000"/>
              </a:srgbClr>
            </a:solidFill>
            <a:ln w="5420" cap="flat">
              <a:solidFill>
                <a:srgbClr val="53BB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3" name="pg423"/>
            <p:cNvSpPr/>
            <p:nvPr/>
          </p:nvSpPr>
          <p:spPr>
            <a:xfrm>
              <a:off x="3764050" y="3719546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56BEAB">
                <a:alpha val="100000"/>
              </a:srgbClr>
            </a:solidFill>
            <a:ln w="5420" cap="flat">
              <a:solidFill>
                <a:srgbClr val="56BE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4" name="pg424"/>
            <p:cNvSpPr/>
            <p:nvPr/>
          </p:nvSpPr>
          <p:spPr>
            <a:xfrm>
              <a:off x="3845487" y="3719546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58C2AC">
                <a:alpha val="100000"/>
              </a:srgbClr>
            </a:solidFill>
            <a:ln w="5420" cap="flat">
              <a:solidFill>
                <a:srgbClr val="58C2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5" name="pg425"/>
            <p:cNvSpPr/>
            <p:nvPr/>
          </p:nvSpPr>
          <p:spPr>
            <a:xfrm>
              <a:off x="3926924" y="3719546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5AC4AC">
                <a:alpha val="100000"/>
              </a:srgbClr>
            </a:solidFill>
            <a:ln w="5420" cap="flat">
              <a:solidFill>
                <a:srgbClr val="5AC4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6" name="pg426"/>
            <p:cNvSpPr/>
            <p:nvPr/>
          </p:nvSpPr>
          <p:spPr>
            <a:xfrm>
              <a:off x="4008361" y="3719546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5BC6AC">
                <a:alpha val="100000"/>
              </a:srgbClr>
            </a:solidFill>
            <a:ln w="5420" cap="flat">
              <a:solidFill>
                <a:srgbClr val="5BC6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7" name="pg427"/>
            <p:cNvSpPr/>
            <p:nvPr/>
          </p:nvSpPr>
          <p:spPr>
            <a:xfrm>
              <a:off x="4089798" y="3719546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5BC7AC">
                <a:alpha val="100000"/>
              </a:srgbClr>
            </a:solidFill>
            <a:ln w="5420" cap="flat">
              <a:solidFill>
                <a:srgbClr val="5BC7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8" name="pg428"/>
            <p:cNvSpPr/>
            <p:nvPr/>
          </p:nvSpPr>
          <p:spPr>
            <a:xfrm>
              <a:off x="4171236" y="3719546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5BC7AC">
                <a:alpha val="100000"/>
              </a:srgbClr>
            </a:solidFill>
            <a:ln w="5420" cap="flat">
              <a:solidFill>
                <a:srgbClr val="5BC7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9" name="pg429"/>
            <p:cNvSpPr/>
            <p:nvPr/>
          </p:nvSpPr>
          <p:spPr>
            <a:xfrm>
              <a:off x="4252673" y="3719546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5BC6AC">
                <a:alpha val="100000"/>
              </a:srgbClr>
            </a:solidFill>
            <a:ln w="5420" cap="flat">
              <a:solidFill>
                <a:srgbClr val="5BC6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0" name="pg430"/>
            <p:cNvSpPr/>
            <p:nvPr/>
          </p:nvSpPr>
          <p:spPr>
            <a:xfrm>
              <a:off x="4334110" y="3719546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59C3AC">
                <a:alpha val="100000"/>
              </a:srgbClr>
            </a:solidFill>
            <a:ln w="5420" cap="flat">
              <a:solidFill>
                <a:srgbClr val="59C3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1" name="pg431"/>
            <p:cNvSpPr/>
            <p:nvPr/>
          </p:nvSpPr>
          <p:spPr>
            <a:xfrm>
              <a:off x="4415547" y="3719546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58C2AC">
                <a:alpha val="100000"/>
              </a:srgbClr>
            </a:solidFill>
            <a:ln w="5420" cap="flat">
              <a:solidFill>
                <a:srgbClr val="58C2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2" name="pg432"/>
            <p:cNvSpPr/>
            <p:nvPr/>
          </p:nvSpPr>
          <p:spPr>
            <a:xfrm>
              <a:off x="3112553" y="3822862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45A8AA">
                <a:alpha val="100000"/>
              </a:srgbClr>
            </a:solidFill>
            <a:ln w="5420" cap="flat">
              <a:solidFill>
                <a:srgbClr val="45A8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3" name="pg433"/>
            <p:cNvSpPr/>
            <p:nvPr/>
          </p:nvSpPr>
          <p:spPr>
            <a:xfrm>
              <a:off x="3193990" y="3822862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46AAAA">
                <a:alpha val="100000"/>
              </a:srgbClr>
            </a:solidFill>
            <a:ln w="5420" cap="flat">
              <a:solidFill>
                <a:srgbClr val="46AA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4" name="pg434"/>
            <p:cNvSpPr/>
            <p:nvPr/>
          </p:nvSpPr>
          <p:spPr>
            <a:xfrm>
              <a:off x="3275427" y="3822862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48ACAA">
                <a:alpha val="100000"/>
              </a:srgbClr>
            </a:solidFill>
            <a:ln w="5420" cap="flat">
              <a:solidFill>
                <a:srgbClr val="48AC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5" name="pg435"/>
            <p:cNvSpPr/>
            <p:nvPr/>
          </p:nvSpPr>
          <p:spPr>
            <a:xfrm>
              <a:off x="3356864" y="3822862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4AAFAB">
                <a:alpha val="100000"/>
              </a:srgbClr>
            </a:solidFill>
            <a:ln w="5420" cap="flat">
              <a:solidFill>
                <a:srgbClr val="4AAF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6" name="pg436"/>
            <p:cNvSpPr/>
            <p:nvPr/>
          </p:nvSpPr>
          <p:spPr>
            <a:xfrm>
              <a:off x="3438301" y="3822862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4CB1AB">
                <a:alpha val="100000"/>
              </a:srgbClr>
            </a:solidFill>
            <a:ln w="5420" cap="flat">
              <a:solidFill>
                <a:srgbClr val="4CB1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7" name="pg437"/>
            <p:cNvSpPr/>
            <p:nvPr/>
          </p:nvSpPr>
          <p:spPr>
            <a:xfrm>
              <a:off x="3519738" y="3822862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51B7AB">
                <a:alpha val="100000"/>
              </a:srgbClr>
            </a:solidFill>
            <a:ln w="5420" cap="flat">
              <a:solidFill>
                <a:srgbClr val="51B7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8" name="pg438"/>
            <p:cNvSpPr/>
            <p:nvPr/>
          </p:nvSpPr>
          <p:spPr>
            <a:xfrm>
              <a:off x="3601176" y="3822862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53BBAB">
                <a:alpha val="100000"/>
              </a:srgbClr>
            </a:solidFill>
            <a:ln w="5420" cap="flat">
              <a:solidFill>
                <a:srgbClr val="53BB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9" name="pg439"/>
            <p:cNvSpPr/>
            <p:nvPr/>
          </p:nvSpPr>
          <p:spPr>
            <a:xfrm>
              <a:off x="3682613" y="3822862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56BEAB">
                <a:alpha val="100000"/>
              </a:srgbClr>
            </a:solidFill>
            <a:ln w="5420" cap="flat">
              <a:solidFill>
                <a:srgbClr val="56BE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0" name="pg440"/>
            <p:cNvSpPr/>
            <p:nvPr/>
          </p:nvSpPr>
          <p:spPr>
            <a:xfrm>
              <a:off x="3764050" y="3822862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58C2AC">
                <a:alpha val="100000"/>
              </a:srgbClr>
            </a:solidFill>
            <a:ln w="5420" cap="flat">
              <a:solidFill>
                <a:srgbClr val="58C2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1" name="pg441"/>
            <p:cNvSpPr/>
            <p:nvPr/>
          </p:nvSpPr>
          <p:spPr>
            <a:xfrm>
              <a:off x="3845487" y="3822862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5AC5AC">
                <a:alpha val="100000"/>
              </a:srgbClr>
            </a:solidFill>
            <a:ln w="5420" cap="flat">
              <a:solidFill>
                <a:srgbClr val="5AC5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2" name="pg442"/>
            <p:cNvSpPr/>
            <p:nvPr/>
          </p:nvSpPr>
          <p:spPr>
            <a:xfrm>
              <a:off x="3926924" y="3822862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5CC8AC">
                <a:alpha val="100000"/>
              </a:srgbClr>
            </a:solidFill>
            <a:ln w="5420" cap="flat">
              <a:solidFill>
                <a:srgbClr val="5CC8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3" name="pg443"/>
            <p:cNvSpPr/>
            <p:nvPr/>
          </p:nvSpPr>
          <p:spPr>
            <a:xfrm>
              <a:off x="4008361" y="3822862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5DCAAC">
                <a:alpha val="100000"/>
              </a:srgbClr>
            </a:solidFill>
            <a:ln w="5420" cap="flat">
              <a:solidFill>
                <a:srgbClr val="5DCA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4" name="pg444"/>
            <p:cNvSpPr/>
            <p:nvPr/>
          </p:nvSpPr>
          <p:spPr>
            <a:xfrm>
              <a:off x="4089798" y="3822862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5ECBAC">
                <a:alpha val="100000"/>
              </a:srgbClr>
            </a:solidFill>
            <a:ln w="5420" cap="flat">
              <a:solidFill>
                <a:srgbClr val="5ECB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5" name="pg445"/>
            <p:cNvSpPr/>
            <p:nvPr/>
          </p:nvSpPr>
          <p:spPr>
            <a:xfrm>
              <a:off x="4171236" y="3822862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5ECAAC">
                <a:alpha val="100000"/>
              </a:srgbClr>
            </a:solidFill>
            <a:ln w="5420" cap="flat">
              <a:solidFill>
                <a:srgbClr val="5ECA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6" name="pg446"/>
            <p:cNvSpPr/>
            <p:nvPr/>
          </p:nvSpPr>
          <p:spPr>
            <a:xfrm>
              <a:off x="4252673" y="3822862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5DC9AC">
                <a:alpha val="100000"/>
              </a:srgbClr>
            </a:solidFill>
            <a:ln w="5420" cap="flat">
              <a:solidFill>
                <a:srgbClr val="5DC9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7" name="pg447"/>
            <p:cNvSpPr/>
            <p:nvPr/>
          </p:nvSpPr>
          <p:spPr>
            <a:xfrm>
              <a:off x="4334110" y="3822862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5BC5AC">
                <a:alpha val="100000"/>
              </a:srgbClr>
            </a:solidFill>
            <a:ln w="5420" cap="flat">
              <a:solidFill>
                <a:srgbClr val="5BC5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8" name="pg448"/>
            <p:cNvSpPr/>
            <p:nvPr/>
          </p:nvSpPr>
          <p:spPr>
            <a:xfrm>
              <a:off x="3193990" y="3926178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4BB0AB">
                <a:alpha val="100000"/>
              </a:srgbClr>
            </a:solidFill>
            <a:ln w="5420" cap="flat">
              <a:solidFill>
                <a:srgbClr val="4BB0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9" name="pg449"/>
            <p:cNvSpPr/>
            <p:nvPr/>
          </p:nvSpPr>
          <p:spPr>
            <a:xfrm>
              <a:off x="3275427" y="3926178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4DB2AB">
                <a:alpha val="100000"/>
              </a:srgbClr>
            </a:solidFill>
            <a:ln w="5420" cap="flat">
              <a:solidFill>
                <a:srgbClr val="4DB2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0" name="pg450"/>
            <p:cNvSpPr/>
            <p:nvPr/>
          </p:nvSpPr>
          <p:spPr>
            <a:xfrm>
              <a:off x="3356864" y="3926178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4EB4AB">
                <a:alpha val="100000"/>
              </a:srgbClr>
            </a:solidFill>
            <a:ln w="5420" cap="flat">
              <a:solidFill>
                <a:srgbClr val="4EB4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1" name="pg451"/>
            <p:cNvSpPr/>
            <p:nvPr/>
          </p:nvSpPr>
          <p:spPr>
            <a:xfrm>
              <a:off x="3438301" y="3926178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50B6AB">
                <a:alpha val="100000"/>
              </a:srgbClr>
            </a:solidFill>
            <a:ln w="5420" cap="flat">
              <a:solidFill>
                <a:srgbClr val="50B6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2" name="pg452"/>
            <p:cNvSpPr/>
            <p:nvPr/>
          </p:nvSpPr>
          <p:spPr>
            <a:xfrm>
              <a:off x="3519738" y="3926178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53BBAB">
                <a:alpha val="100000"/>
              </a:srgbClr>
            </a:solidFill>
            <a:ln w="5420" cap="flat">
              <a:solidFill>
                <a:srgbClr val="53BB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3" name="pg453"/>
            <p:cNvSpPr/>
            <p:nvPr/>
          </p:nvSpPr>
          <p:spPr>
            <a:xfrm>
              <a:off x="3601176" y="3926178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55BEAB">
                <a:alpha val="100000"/>
              </a:srgbClr>
            </a:solidFill>
            <a:ln w="5420" cap="flat">
              <a:solidFill>
                <a:srgbClr val="55BE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4" name="pg454"/>
            <p:cNvSpPr/>
            <p:nvPr/>
          </p:nvSpPr>
          <p:spPr>
            <a:xfrm>
              <a:off x="3682613" y="3926178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58C1AC">
                <a:alpha val="100000"/>
              </a:srgbClr>
            </a:solidFill>
            <a:ln w="5420" cap="flat">
              <a:solidFill>
                <a:srgbClr val="58C1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5" name="pg455"/>
            <p:cNvSpPr/>
            <p:nvPr/>
          </p:nvSpPr>
          <p:spPr>
            <a:xfrm>
              <a:off x="3764050" y="3926178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5AC4AC">
                <a:alpha val="100000"/>
              </a:srgbClr>
            </a:solidFill>
            <a:ln w="5420" cap="flat">
              <a:solidFill>
                <a:srgbClr val="5AC4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6" name="pg456"/>
            <p:cNvSpPr/>
            <p:nvPr/>
          </p:nvSpPr>
          <p:spPr>
            <a:xfrm>
              <a:off x="3845487" y="3926178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5CC8AC">
                <a:alpha val="100000"/>
              </a:srgbClr>
            </a:solidFill>
            <a:ln w="5420" cap="flat">
              <a:solidFill>
                <a:srgbClr val="5CC8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7" name="pg457"/>
            <p:cNvSpPr/>
            <p:nvPr/>
          </p:nvSpPr>
          <p:spPr>
            <a:xfrm>
              <a:off x="3926924" y="3926178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5ECBAC">
                <a:alpha val="100000"/>
              </a:srgbClr>
            </a:solidFill>
            <a:ln w="5420" cap="flat">
              <a:solidFill>
                <a:srgbClr val="5ECB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8" name="pg458"/>
            <p:cNvSpPr/>
            <p:nvPr/>
          </p:nvSpPr>
          <p:spPr>
            <a:xfrm>
              <a:off x="4008361" y="3926178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5FCCAC">
                <a:alpha val="100000"/>
              </a:srgbClr>
            </a:solidFill>
            <a:ln w="5420" cap="flat">
              <a:solidFill>
                <a:srgbClr val="5FCC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9" name="pg459"/>
            <p:cNvSpPr/>
            <p:nvPr/>
          </p:nvSpPr>
          <p:spPr>
            <a:xfrm>
              <a:off x="4089798" y="3926178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60CDAC">
                <a:alpha val="100000"/>
              </a:srgbClr>
            </a:solidFill>
            <a:ln w="5420" cap="flat">
              <a:solidFill>
                <a:srgbClr val="60CD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0" name="pg460"/>
            <p:cNvSpPr/>
            <p:nvPr/>
          </p:nvSpPr>
          <p:spPr>
            <a:xfrm>
              <a:off x="4171236" y="3926178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5FCDAC">
                <a:alpha val="100000"/>
              </a:srgbClr>
            </a:solidFill>
            <a:ln w="5420" cap="flat">
              <a:solidFill>
                <a:srgbClr val="5FCD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1" name="pg461"/>
            <p:cNvSpPr/>
            <p:nvPr/>
          </p:nvSpPr>
          <p:spPr>
            <a:xfrm>
              <a:off x="4252673" y="3926178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5ECBAC">
                <a:alpha val="100000"/>
              </a:srgbClr>
            </a:solidFill>
            <a:ln w="5420" cap="flat">
              <a:solidFill>
                <a:srgbClr val="5ECB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2" name="pg462"/>
            <p:cNvSpPr/>
            <p:nvPr/>
          </p:nvSpPr>
          <p:spPr>
            <a:xfrm>
              <a:off x="4334110" y="3926178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5CC7AC">
                <a:alpha val="100000"/>
              </a:srgbClr>
            </a:solidFill>
            <a:ln w="5420" cap="flat">
              <a:solidFill>
                <a:srgbClr val="5CC7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3" name="pg463"/>
            <p:cNvSpPr/>
            <p:nvPr/>
          </p:nvSpPr>
          <p:spPr>
            <a:xfrm>
              <a:off x="2868241" y="4029494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4BAFAB">
                <a:alpha val="100000"/>
              </a:srgbClr>
            </a:solidFill>
            <a:ln w="5420" cap="flat">
              <a:solidFill>
                <a:srgbClr val="4BAF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4" name="pg464"/>
            <p:cNvSpPr/>
            <p:nvPr/>
          </p:nvSpPr>
          <p:spPr>
            <a:xfrm>
              <a:off x="2949678" y="4029494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4CB1AB">
                <a:alpha val="100000"/>
              </a:srgbClr>
            </a:solidFill>
            <a:ln w="5420" cap="flat">
              <a:solidFill>
                <a:srgbClr val="4CB1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5" name="pg465"/>
            <p:cNvSpPr/>
            <p:nvPr/>
          </p:nvSpPr>
          <p:spPr>
            <a:xfrm>
              <a:off x="3031116" y="4029494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4EB3AB">
                <a:alpha val="100000"/>
              </a:srgbClr>
            </a:solidFill>
            <a:ln w="5420" cap="flat">
              <a:solidFill>
                <a:srgbClr val="4EB3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6" name="pg466"/>
            <p:cNvSpPr/>
            <p:nvPr/>
          </p:nvSpPr>
          <p:spPr>
            <a:xfrm>
              <a:off x="3112553" y="4029494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4EB4AB">
                <a:alpha val="100000"/>
              </a:srgbClr>
            </a:solidFill>
            <a:ln w="5420" cap="flat">
              <a:solidFill>
                <a:srgbClr val="4EB4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7" name="pg467"/>
            <p:cNvSpPr/>
            <p:nvPr/>
          </p:nvSpPr>
          <p:spPr>
            <a:xfrm>
              <a:off x="3193990" y="4029494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4FB5AB">
                <a:alpha val="100000"/>
              </a:srgbClr>
            </a:solidFill>
            <a:ln w="5420" cap="flat">
              <a:solidFill>
                <a:srgbClr val="4FB5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8" name="pg468"/>
            <p:cNvSpPr/>
            <p:nvPr/>
          </p:nvSpPr>
          <p:spPr>
            <a:xfrm>
              <a:off x="3275427" y="4029494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51B7AB">
                <a:alpha val="100000"/>
              </a:srgbClr>
            </a:solidFill>
            <a:ln w="5420" cap="flat">
              <a:solidFill>
                <a:srgbClr val="51B7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9" name="pg469"/>
            <p:cNvSpPr/>
            <p:nvPr/>
          </p:nvSpPr>
          <p:spPr>
            <a:xfrm>
              <a:off x="3356864" y="4029494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52B9AB">
                <a:alpha val="100000"/>
              </a:srgbClr>
            </a:solidFill>
            <a:ln w="5420" cap="flat">
              <a:solidFill>
                <a:srgbClr val="52B9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0" name="pg470"/>
            <p:cNvSpPr/>
            <p:nvPr/>
          </p:nvSpPr>
          <p:spPr>
            <a:xfrm>
              <a:off x="3438301" y="4029494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53BBAB">
                <a:alpha val="100000"/>
              </a:srgbClr>
            </a:solidFill>
            <a:ln w="5420" cap="flat">
              <a:solidFill>
                <a:srgbClr val="53BB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1" name="pg471"/>
            <p:cNvSpPr/>
            <p:nvPr/>
          </p:nvSpPr>
          <p:spPr>
            <a:xfrm>
              <a:off x="3519738" y="4029494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56BEAB">
                <a:alpha val="100000"/>
              </a:srgbClr>
            </a:solidFill>
            <a:ln w="5420" cap="flat">
              <a:solidFill>
                <a:srgbClr val="56BE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2" name="pg472"/>
            <p:cNvSpPr/>
            <p:nvPr/>
          </p:nvSpPr>
          <p:spPr>
            <a:xfrm>
              <a:off x="3601176" y="4029494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57C0AC">
                <a:alpha val="100000"/>
              </a:srgbClr>
            </a:solidFill>
            <a:ln w="5420" cap="flat">
              <a:solidFill>
                <a:srgbClr val="57C0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3" name="pg473"/>
            <p:cNvSpPr/>
            <p:nvPr/>
          </p:nvSpPr>
          <p:spPr>
            <a:xfrm>
              <a:off x="3682613" y="4029494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59C3AC">
                <a:alpha val="100000"/>
              </a:srgbClr>
            </a:solidFill>
            <a:ln w="5420" cap="flat">
              <a:solidFill>
                <a:srgbClr val="59C3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4" name="pg474"/>
            <p:cNvSpPr/>
            <p:nvPr/>
          </p:nvSpPr>
          <p:spPr>
            <a:xfrm>
              <a:off x="3764050" y="4029494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5BC6AC">
                <a:alpha val="100000"/>
              </a:srgbClr>
            </a:solidFill>
            <a:ln w="5420" cap="flat">
              <a:solidFill>
                <a:srgbClr val="5BC6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5" name="pg475"/>
            <p:cNvSpPr/>
            <p:nvPr/>
          </p:nvSpPr>
          <p:spPr>
            <a:xfrm>
              <a:off x="3845487" y="4029494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5DC9AC">
                <a:alpha val="100000"/>
              </a:srgbClr>
            </a:solidFill>
            <a:ln w="5420" cap="flat">
              <a:solidFill>
                <a:srgbClr val="5DC9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6" name="pg476"/>
            <p:cNvSpPr/>
            <p:nvPr/>
          </p:nvSpPr>
          <p:spPr>
            <a:xfrm>
              <a:off x="3926924" y="4029494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5ECBAC">
                <a:alpha val="100000"/>
              </a:srgbClr>
            </a:solidFill>
            <a:ln w="5420" cap="flat">
              <a:solidFill>
                <a:srgbClr val="5ECB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7" name="pg477"/>
            <p:cNvSpPr/>
            <p:nvPr/>
          </p:nvSpPr>
          <p:spPr>
            <a:xfrm>
              <a:off x="4008361" y="4029494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5FCDAC">
                <a:alpha val="100000"/>
              </a:srgbClr>
            </a:solidFill>
            <a:ln w="5420" cap="flat">
              <a:solidFill>
                <a:srgbClr val="5FCD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8" name="pg478"/>
            <p:cNvSpPr/>
            <p:nvPr/>
          </p:nvSpPr>
          <p:spPr>
            <a:xfrm>
              <a:off x="4089798" y="4029494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60CEAC">
                <a:alpha val="100000"/>
              </a:srgbClr>
            </a:solidFill>
            <a:ln w="5420" cap="flat">
              <a:solidFill>
                <a:srgbClr val="60CE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9" name="pg479"/>
            <p:cNvSpPr/>
            <p:nvPr/>
          </p:nvSpPr>
          <p:spPr>
            <a:xfrm>
              <a:off x="4171236" y="4029494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60CDAC">
                <a:alpha val="100000"/>
              </a:srgbClr>
            </a:solidFill>
            <a:ln w="5420" cap="flat">
              <a:solidFill>
                <a:srgbClr val="60CD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0" name="pg480"/>
            <p:cNvSpPr/>
            <p:nvPr/>
          </p:nvSpPr>
          <p:spPr>
            <a:xfrm>
              <a:off x="4252673" y="4029494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5FCCAC">
                <a:alpha val="100000"/>
              </a:srgbClr>
            </a:solidFill>
            <a:ln w="5420" cap="flat">
              <a:solidFill>
                <a:srgbClr val="5FCC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1" name="pg481"/>
            <p:cNvSpPr/>
            <p:nvPr/>
          </p:nvSpPr>
          <p:spPr>
            <a:xfrm>
              <a:off x="2786804" y="4132810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4BB0AB">
                <a:alpha val="100000"/>
              </a:srgbClr>
            </a:solidFill>
            <a:ln w="5420" cap="flat">
              <a:solidFill>
                <a:srgbClr val="4BB0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2" name="pg482"/>
            <p:cNvSpPr/>
            <p:nvPr/>
          </p:nvSpPr>
          <p:spPr>
            <a:xfrm>
              <a:off x="2868241" y="4132810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4CB2AB">
                <a:alpha val="100000"/>
              </a:srgbClr>
            </a:solidFill>
            <a:ln w="5420" cap="flat">
              <a:solidFill>
                <a:srgbClr val="4CB2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3" name="pg483"/>
            <p:cNvSpPr/>
            <p:nvPr/>
          </p:nvSpPr>
          <p:spPr>
            <a:xfrm>
              <a:off x="2949678" y="4132810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4EB4AB">
                <a:alpha val="100000"/>
              </a:srgbClr>
            </a:solidFill>
            <a:ln w="5420" cap="flat">
              <a:solidFill>
                <a:srgbClr val="4EB4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4" name="pg484"/>
            <p:cNvSpPr/>
            <p:nvPr/>
          </p:nvSpPr>
          <p:spPr>
            <a:xfrm>
              <a:off x="3031116" y="4132810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50B6AB">
                <a:alpha val="100000"/>
              </a:srgbClr>
            </a:solidFill>
            <a:ln w="5420" cap="flat">
              <a:solidFill>
                <a:srgbClr val="50B6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5" name="pg485"/>
            <p:cNvSpPr/>
            <p:nvPr/>
          </p:nvSpPr>
          <p:spPr>
            <a:xfrm>
              <a:off x="3112553" y="4132810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51B8AB">
                <a:alpha val="100000"/>
              </a:srgbClr>
            </a:solidFill>
            <a:ln w="5420" cap="flat">
              <a:solidFill>
                <a:srgbClr val="51B8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6" name="pg486"/>
            <p:cNvSpPr/>
            <p:nvPr/>
          </p:nvSpPr>
          <p:spPr>
            <a:xfrm>
              <a:off x="3193990" y="4132810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53BAAB">
                <a:alpha val="100000"/>
              </a:srgbClr>
            </a:solidFill>
            <a:ln w="5420" cap="flat">
              <a:solidFill>
                <a:srgbClr val="53BA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7" name="pg487"/>
            <p:cNvSpPr/>
            <p:nvPr/>
          </p:nvSpPr>
          <p:spPr>
            <a:xfrm>
              <a:off x="3275427" y="4132810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54BCAB">
                <a:alpha val="100000"/>
              </a:srgbClr>
            </a:solidFill>
            <a:ln w="5420" cap="flat">
              <a:solidFill>
                <a:srgbClr val="54BC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8" name="pg488"/>
            <p:cNvSpPr/>
            <p:nvPr/>
          </p:nvSpPr>
          <p:spPr>
            <a:xfrm>
              <a:off x="3356864" y="4132810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55BEAB">
                <a:alpha val="100000"/>
              </a:srgbClr>
            </a:solidFill>
            <a:ln w="5420" cap="flat">
              <a:solidFill>
                <a:srgbClr val="55BE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9" name="pg489"/>
            <p:cNvSpPr/>
            <p:nvPr/>
          </p:nvSpPr>
          <p:spPr>
            <a:xfrm>
              <a:off x="3438301" y="4132810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56BFAB">
                <a:alpha val="100000"/>
              </a:srgbClr>
            </a:solidFill>
            <a:ln w="5420" cap="flat">
              <a:solidFill>
                <a:srgbClr val="56BF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0" name="pg490"/>
            <p:cNvSpPr/>
            <p:nvPr/>
          </p:nvSpPr>
          <p:spPr>
            <a:xfrm>
              <a:off x="3519738" y="4132810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58C1AC">
                <a:alpha val="100000"/>
              </a:srgbClr>
            </a:solidFill>
            <a:ln w="5420" cap="flat">
              <a:solidFill>
                <a:srgbClr val="58C1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1" name="pg491"/>
            <p:cNvSpPr/>
            <p:nvPr/>
          </p:nvSpPr>
          <p:spPr>
            <a:xfrm>
              <a:off x="3601176" y="4132810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58C2AC">
                <a:alpha val="100000"/>
              </a:srgbClr>
            </a:solidFill>
            <a:ln w="5420" cap="flat">
              <a:solidFill>
                <a:srgbClr val="58C2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2" name="pg492"/>
            <p:cNvSpPr/>
            <p:nvPr/>
          </p:nvSpPr>
          <p:spPr>
            <a:xfrm>
              <a:off x="3682613" y="4132810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59C4AC">
                <a:alpha val="100000"/>
              </a:srgbClr>
            </a:solidFill>
            <a:ln w="5420" cap="flat">
              <a:solidFill>
                <a:srgbClr val="59C4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3" name="pg493"/>
            <p:cNvSpPr/>
            <p:nvPr/>
          </p:nvSpPr>
          <p:spPr>
            <a:xfrm>
              <a:off x="3764050" y="4132810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5BC6AC">
                <a:alpha val="100000"/>
              </a:srgbClr>
            </a:solidFill>
            <a:ln w="5420" cap="flat">
              <a:solidFill>
                <a:srgbClr val="5BC6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4" name="pg494"/>
            <p:cNvSpPr/>
            <p:nvPr/>
          </p:nvSpPr>
          <p:spPr>
            <a:xfrm>
              <a:off x="3845487" y="4132810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5CC8AC">
                <a:alpha val="100000"/>
              </a:srgbClr>
            </a:solidFill>
            <a:ln w="5420" cap="flat">
              <a:solidFill>
                <a:srgbClr val="5CC8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5" name="pg495"/>
            <p:cNvSpPr/>
            <p:nvPr/>
          </p:nvSpPr>
          <p:spPr>
            <a:xfrm>
              <a:off x="3926924" y="4132810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5ECAAC">
                <a:alpha val="100000"/>
              </a:srgbClr>
            </a:solidFill>
            <a:ln w="5420" cap="flat">
              <a:solidFill>
                <a:srgbClr val="5ECA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6" name="pg496"/>
            <p:cNvSpPr/>
            <p:nvPr/>
          </p:nvSpPr>
          <p:spPr>
            <a:xfrm>
              <a:off x="4008361" y="4132810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5FCCAC">
                <a:alpha val="100000"/>
              </a:srgbClr>
            </a:solidFill>
            <a:ln w="5420" cap="flat">
              <a:solidFill>
                <a:srgbClr val="5FCC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7" name="pg497"/>
            <p:cNvSpPr/>
            <p:nvPr/>
          </p:nvSpPr>
          <p:spPr>
            <a:xfrm>
              <a:off x="4089798" y="4132810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5FCDAC">
                <a:alpha val="100000"/>
              </a:srgbClr>
            </a:solidFill>
            <a:ln w="5420" cap="flat">
              <a:solidFill>
                <a:srgbClr val="5FCD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8" name="pg498"/>
            <p:cNvSpPr/>
            <p:nvPr/>
          </p:nvSpPr>
          <p:spPr>
            <a:xfrm>
              <a:off x="4171236" y="4132810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5FCCAC">
                <a:alpha val="100000"/>
              </a:srgbClr>
            </a:solidFill>
            <a:ln w="5420" cap="flat">
              <a:solidFill>
                <a:srgbClr val="5FCC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9" name="pg499"/>
            <p:cNvSpPr/>
            <p:nvPr/>
          </p:nvSpPr>
          <p:spPr>
            <a:xfrm>
              <a:off x="4252673" y="4132810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5ECBAC">
                <a:alpha val="100000"/>
              </a:srgbClr>
            </a:solidFill>
            <a:ln w="5420" cap="flat">
              <a:solidFill>
                <a:srgbClr val="5ECB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0" name="pg500"/>
            <p:cNvSpPr/>
            <p:nvPr/>
          </p:nvSpPr>
          <p:spPr>
            <a:xfrm>
              <a:off x="2786804" y="4236126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4FB5AB">
                <a:alpha val="100000"/>
              </a:srgbClr>
            </a:solidFill>
            <a:ln w="5420" cap="flat">
              <a:solidFill>
                <a:srgbClr val="4FB5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1" name="pg501"/>
            <p:cNvSpPr/>
            <p:nvPr/>
          </p:nvSpPr>
          <p:spPr>
            <a:xfrm>
              <a:off x="2868241" y="4236126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51B7AB">
                <a:alpha val="100000"/>
              </a:srgbClr>
            </a:solidFill>
            <a:ln w="5420" cap="flat">
              <a:solidFill>
                <a:srgbClr val="51B7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2" name="pg502"/>
            <p:cNvSpPr/>
            <p:nvPr/>
          </p:nvSpPr>
          <p:spPr>
            <a:xfrm>
              <a:off x="2949678" y="4236126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53BAAB">
                <a:alpha val="100000"/>
              </a:srgbClr>
            </a:solidFill>
            <a:ln w="5420" cap="flat">
              <a:solidFill>
                <a:srgbClr val="53BA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3" name="pg503"/>
            <p:cNvSpPr/>
            <p:nvPr/>
          </p:nvSpPr>
          <p:spPr>
            <a:xfrm>
              <a:off x="3031116" y="4236126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55BDAB">
                <a:alpha val="100000"/>
              </a:srgbClr>
            </a:solidFill>
            <a:ln w="5420" cap="flat">
              <a:solidFill>
                <a:srgbClr val="55BD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4" name="pg504"/>
            <p:cNvSpPr/>
            <p:nvPr/>
          </p:nvSpPr>
          <p:spPr>
            <a:xfrm>
              <a:off x="3112553" y="4236126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57C0AC">
                <a:alpha val="100000"/>
              </a:srgbClr>
            </a:solidFill>
            <a:ln w="5420" cap="flat">
              <a:solidFill>
                <a:srgbClr val="57C0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5" name="pg505"/>
            <p:cNvSpPr/>
            <p:nvPr/>
          </p:nvSpPr>
          <p:spPr>
            <a:xfrm>
              <a:off x="3193990" y="4236126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59C3AC">
                <a:alpha val="100000"/>
              </a:srgbClr>
            </a:solidFill>
            <a:ln w="5420" cap="flat">
              <a:solidFill>
                <a:srgbClr val="59C3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6" name="pg506"/>
            <p:cNvSpPr/>
            <p:nvPr/>
          </p:nvSpPr>
          <p:spPr>
            <a:xfrm>
              <a:off x="3275427" y="4236126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5AC5AC">
                <a:alpha val="100000"/>
              </a:srgbClr>
            </a:solidFill>
            <a:ln w="5420" cap="flat">
              <a:solidFill>
                <a:srgbClr val="5AC5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7" name="pg507"/>
            <p:cNvSpPr/>
            <p:nvPr/>
          </p:nvSpPr>
          <p:spPr>
            <a:xfrm>
              <a:off x="3356864" y="4236126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5BC7AC">
                <a:alpha val="100000"/>
              </a:srgbClr>
            </a:solidFill>
            <a:ln w="5420" cap="flat">
              <a:solidFill>
                <a:srgbClr val="5BC7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8" name="pg508"/>
            <p:cNvSpPr/>
            <p:nvPr/>
          </p:nvSpPr>
          <p:spPr>
            <a:xfrm>
              <a:off x="3438301" y="4236126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5CC7AC">
                <a:alpha val="100000"/>
              </a:srgbClr>
            </a:solidFill>
            <a:ln w="5420" cap="flat">
              <a:solidFill>
                <a:srgbClr val="5CC7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9" name="pg509"/>
            <p:cNvSpPr/>
            <p:nvPr/>
          </p:nvSpPr>
          <p:spPr>
            <a:xfrm>
              <a:off x="3519738" y="4236126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5BC6AC">
                <a:alpha val="100000"/>
              </a:srgbClr>
            </a:solidFill>
            <a:ln w="5420" cap="flat">
              <a:solidFill>
                <a:srgbClr val="5BC6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0" name="pg510"/>
            <p:cNvSpPr/>
            <p:nvPr/>
          </p:nvSpPr>
          <p:spPr>
            <a:xfrm>
              <a:off x="3601176" y="4236126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5BC6AC">
                <a:alpha val="100000"/>
              </a:srgbClr>
            </a:solidFill>
            <a:ln w="5420" cap="flat">
              <a:solidFill>
                <a:srgbClr val="5BC6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1" name="pg511"/>
            <p:cNvSpPr/>
            <p:nvPr/>
          </p:nvSpPr>
          <p:spPr>
            <a:xfrm>
              <a:off x="3682613" y="4236126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5AC5AC">
                <a:alpha val="100000"/>
              </a:srgbClr>
            </a:solidFill>
            <a:ln w="5420" cap="flat">
              <a:solidFill>
                <a:srgbClr val="5AC5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2" name="pg512"/>
            <p:cNvSpPr/>
            <p:nvPr/>
          </p:nvSpPr>
          <p:spPr>
            <a:xfrm>
              <a:off x="3764050" y="4236126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5AC5AC">
                <a:alpha val="100000"/>
              </a:srgbClr>
            </a:solidFill>
            <a:ln w="5420" cap="flat">
              <a:solidFill>
                <a:srgbClr val="5AC5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3" name="pg513"/>
            <p:cNvSpPr/>
            <p:nvPr/>
          </p:nvSpPr>
          <p:spPr>
            <a:xfrm>
              <a:off x="3845487" y="4236126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5BC6AC">
                <a:alpha val="100000"/>
              </a:srgbClr>
            </a:solidFill>
            <a:ln w="5420" cap="flat">
              <a:solidFill>
                <a:srgbClr val="5BC6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4" name="pg514"/>
            <p:cNvSpPr/>
            <p:nvPr/>
          </p:nvSpPr>
          <p:spPr>
            <a:xfrm>
              <a:off x="3926924" y="4236126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5BC6AC">
                <a:alpha val="100000"/>
              </a:srgbClr>
            </a:solidFill>
            <a:ln w="5420" cap="flat">
              <a:solidFill>
                <a:srgbClr val="5BC6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5" name="pg515"/>
            <p:cNvSpPr/>
            <p:nvPr/>
          </p:nvSpPr>
          <p:spPr>
            <a:xfrm>
              <a:off x="4008361" y="4236126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5CC7AC">
                <a:alpha val="100000"/>
              </a:srgbClr>
            </a:solidFill>
            <a:ln w="5420" cap="flat">
              <a:solidFill>
                <a:srgbClr val="5CC7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6" name="pg516"/>
            <p:cNvSpPr/>
            <p:nvPr/>
          </p:nvSpPr>
          <p:spPr>
            <a:xfrm>
              <a:off x="4089798" y="4236126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5CC8AC">
                <a:alpha val="100000"/>
              </a:srgbClr>
            </a:solidFill>
            <a:ln w="5420" cap="flat">
              <a:solidFill>
                <a:srgbClr val="5CC8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7" name="pg517"/>
            <p:cNvSpPr/>
            <p:nvPr/>
          </p:nvSpPr>
          <p:spPr>
            <a:xfrm>
              <a:off x="4171236" y="4236126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5CC8AC">
                <a:alpha val="100000"/>
              </a:srgbClr>
            </a:solidFill>
            <a:ln w="5420" cap="flat">
              <a:solidFill>
                <a:srgbClr val="5CC8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8" name="pg518"/>
            <p:cNvSpPr/>
            <p:nvPr/>
          </p:nvSpPr>
          <p:spPr>
            <a:xfrm>
              <a:off x="2786804" y="4339442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50B6AB">
                <a:alpha val="100000"/>
              </a:srgbClr>
            </a:solidFill>
            <a:ln w="5420" cap="flat">
              <a:solidFill>
                <a:srgbClr val="50B6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9" name="pg519"/>
            <p:cNvSpPr/>
            <p:nvPr/>
          </p:nvSpPr>
          <p:spPr>
            <a:xfrm>
              <a:off x="2868241" y="4339442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52B9AB">
                <a:alpha val="100000"/>
              </a:srgbClr>
            </a:solidFill>
            <a:ln w="5420" cap="flat">
              <a:solidFill>
                <a:srgbClr val="52B9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0" name="pg520"/>
            <p:cNvSpPr/>
            <p:nvPr/>
          </p:nvSpPr>
          <p:spPr>
            <a:xfrm>
              <a:off x="2949678" y="4339442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54BCAB">
                <a:alpha val="100000"/>
              </a:srgbClr>
            </a:solidFill>
            <a:ln w="5420" cap="flat">
              <a:solidFill>
                <a:srgbClr val="54BC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1" name="pg521"/>
            <p:cNvSpPr/>
            <p:nvPr/>
          </p:nvSpPr>
          <p:spPr>
            <a:xfrm>
              <a:off x="3031116" y="4339442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57C0AB">
                <a:alpha val="100000"/>
              </a:srgbClr>
            </a:solidFill>
            <a:ln w="5420" cap="flat">
              <a:solidFill>
                <a:srgbClr val="57C0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2" name="pg522"/>
            <p:cNvSpPr/>
            <p:nvPr/>
          </p:nvSpPr>
          <p:spPr>
            <a:xfrm>
              <a:off x="3112553" y="4339442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59C3AC">
                <a:alpha val="100000"/>
              </a:srgbClr>
            </a:solidFill>
            <a:ln w="5420" cap="flat">
              <a:solidFill>
                <a:srgbClr val="59C3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3" name="pg523"/>
            <p:cNvSpPr/>
            <p:nvPr/>
          </p:nvSpPr>
          <p:spPr>
            <a:xfrm>
              <a:off x="3193990" y="4339442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5BC6AC">
                <a:alpha val="100000"/>
              </a:srgbClr>
            </a:solidFill>
            <a:ln w="5420" cap="flat">
              <a:solidFill>
                <a:srgbClr val="5BC6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4" name="pg524"/>
            <p:cNvSpPr/>
            <p:nvPr/>
          </p:nvSpPr>
          <p:spPr>
            <a:xfrm>
              <a:off x="3275427" y="4339442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5CC8AC">
                <a:alpha val="100000"/>
              </a:srgbClr>
            </a:solidFill>
            <a:ln w="5420" cap="flat">
              <a:solidFill>
                <a:srgbClr val="5CC8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5" name="pg525"/>
            <p:cNvSpPr/>
            <p:nvPr/>
          </p:nvSpPr>
          <p:spPr>
            <a:xfrm>
              <a:off x="3356864" y="4339442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5DCAAC">
                <a:alpha val="100000"/>
              </a:srgbClr>
            </a:solidFill>
            <a:ln w="5420" cap="flat">
              <a:solidFill>
                <a:srgbClr val="5DCA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6" name="pg526"/>
            <p:cNvSpPr/>
            <p:nvPr/>
          </p:nvSpPr>
          <p:spPr>
            <a:xfrm>
              <a:off x="3438301" y="4339442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5ECAAC">
                <a:alpha val="100000"/>
              </a:srgbClr>
            </a:solidFill>
            <a:ln w="5420" cap="flat">
              <a:solidFill>
                <a:srgbClr val="5ECA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7" name="pg527"/>
            <p:cNvSpPr/>
            <p:nvPr/>
          </p:nvSpPr>
          <p:spPr>
            <a:xfrm>
              <a:off x="3519738" y="4339442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5DC9AC">
                <a:alpha val="100000"/>
              </a:srgbClr>
            </a:solidFill>
            <a:ln w="5420" cap="flat">
              <a:solidFill>
                <a:srgbClr val="5DC9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8" name="pg528"/>
            <p:cNvSpPr/>
            <p:nvPr/>
          </p:nvSpPr>
          <p:spPr>
            <a:xfrm>
              <a:off x="3601176" y="4339442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5CC7AC">
                <a:alpha val="100000"/>
              </a:srgbClr>
            </a:solidFill>
            <a:ln w="5420" cap="flat">
              <a:solidFill>
                <a:srgbClr val="5CC7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9" name="pg529"/>
            <p:cNvSpPr/>
            <p:nvPr/>
          </p:nvSpPr>
          <p:spPr>
            <a:xfrm>
              <a:off x="3682613" y="4339442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5BC6AC">
                <a:alpha val="100000"/>
              </a:srgbClr>
            </a:solidFill>
            <a:ln w="5420" cap="flat">
              <a:solidFill>
                <a:srgbClr val="5BC6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0" name="pg530"/>
            <p:cNvSpPr/>
            <p:nvPr/>
          </p:nvSpPr>
          <p:spPr>
            <a:xfrm>
              <a:off x="3764050" y="4339442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5AC5AC">
                <a:alpha val="100000"/>
              </a:srgbClr>
            </a:solidFill>
            <a:ln w="5420" cap="flat">
              <a:solidFill>
                <a:srgbClr val="5AC5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1" name="pg531"/>
            <p:cNvSpPr/>
            <p:nvPr/>
          </p:nvSpPr>
          <p:spPr>
            <a:xfrm>
              <a:off x="3845487" y="4339442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5AC5AC">
                <a:alpha val="100000"/>
              </a:srgbClr>
            </a:solidFill>
            <a:ln w="5420" cap="flat">
              <a:solidFill>
                <a:srgbClr val="5AC5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2" name="pg532"/>
            <p:cNvSpPr/>
            <p:nvPr/>
          </p:nvSpPr>
          <p:spPr>
            <a:xfrm>
              <a:off x="3926924" y="4339442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5AC5AC">
                <a:alpha val="100000"/>
              </a:srgbClr>
            </a:solidFill>
            <a:ln w="5420" cap="flat">
              <a:solidFill>
                <a:srgbClr val="5AC5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3" name="pg533"/>
            <p:cNvSpPr/>
            <p:nvPr/>
          </p:nvSpPr>
          <p:spPr>
            <a:xfrm>
              <a:off x="4008361" y="4339442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5AC5AC">
                <a:alpha val="100000"/>
              </a:srgbClr>
            </a:solidFill>
            <a:ln w="5420" cap="flat">
              <a:solidFill>
                <a:srgbClr val="5AC5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4" name="pg534"/>
            <p:cNvSpPr/>
            <p:nvPr/>
          </p:nvSpPr>
          <p:spPr>
            <a:xfrm>
              <a:off x="4089798" y="4339442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5AC5AC">
                <a:alpha val="100000"/>
              </a:srgbClr>
            </a:solidFill>
            <a:ln w="5420" cap="flat">
              <a:solidFill>
                <a:srgbClr val="5AC5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5" name="pg535"/>
            <p:cNvSpPr/>
            <p:nvPr/>
          </p:nvSpPr>
          <p:spPr>
            <a:xfrm>
              <a:off x="2868241" y="4442758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53BAAB">
                <a:alpha val="100000"/>
              </a:srgbClr>
            </a:solidFill>
            <a:ln w="5420" cap="flat">
              <a:solidFill>
                <a:srgbClr val="53BA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6" name="pg536"/>
            <p:cNvSpPr/>
            <p:nvPr/>
          </p:nvSpPr>
          <p:spPr>
            <a:xfrm>
              <a:off x="2949678" y="4442758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55BEAB">
                <a:alpha val="100000"/>
              </a:srgbClr>
            </a:solidFill>
            <a:ln w="5420" cap="flat">
              <a:solidFill>
                <a:srgbClr val="55BE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7" name="pg537"/>
            <p:cNvSpPr/>
            <p:nvPr/>
          </p:nvSpPr>
          <p:spPr>
            <a:xfrm>
              <a:off x="3031116" y="4442758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57C1AC">
                <a:alpha val="100000"/>
              </a:srgbClr>
            </a:solidFill>
            <a:ln w="5420" cap="flat">
              <a:solidFill>
                <a:srgbClr val="57C1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8" name="pg538"/>
            <p:cNvSpPr/>
            <p:nvPr/>
          </p:nvSpPr>
          <p:spPr>
            <a:xfrm>
              <a:off x="3112553" y="4442758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5AC4AC">
                <a:alpha val="100000"/>
              </a:srgbClr>
            </a:solidFill>
            <a:ln w="5420" cap="flat">
              <a:solidFill>
                <a:srgbClr val="5AC4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9" name="pg539"/>
            <p:cNvSpPr/>
            <p:nvPr/>
          </p:nvSpPr>
          <p:spPr>
            <a:xfrm>
              <a:off x="3193990" y="4442758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5CC7AC">
                <a:alpha val="100000"/>
              </a:srgbClr>
            </a:solidFill>
            <a:ln w="5420" cap="flat">
              <a:solidFill>
                <a:srgbClr val="5CC7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0" name="pg540"/>
            <p:cNvSpPr/>
            <p:nvPr/>
          </p:nvSpPr>
          <p:spPr>
            <a:xfrm>
              <a:off x="3275427" y="4442758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5DCAAC">
                <a:alpha val="100000"/>
              </a:srgbClr>
            </a:solidFill>
            <a:ln w="5420" cap="flat">
              <a:solidFill>
                <a:srgbClr val="5DCA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1" name="pg541"/>
            <p:cNvSpPr/>
            <p:nvPr/>
          </p:nvSpPr>
          <p:spPr>
            <a:xfrm>
              <a:off x="3356864" y="4442758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5ECBAC">
                <a:alpha val="100000"/>
              </a:srgbClr>
            </a:solidFill>
            <a:ln w="5420" cap="flat">
              <a:solidFill>
                <a:srgbClr val="5ECB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2" name="pg542"/>
            <p:cNvSpPr/>
            <p:nvPr/>
          </p:nvSpPr>
          <p:spPr>
            <a:xfrm>
              <a:off x="3438301" y="4442758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5FCCAC">
                <a:alpha val="100000"/>
              </a:srgbClr>
            </a:solidFill>
            <a:ln w="5420" cap="flat">
              <a:solidFill>
                <a:srgbClr val="5FCC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3" name="pg543"/>
            <p:cNvSpPr/>
            <p:nvPr/>
          </p:nvSpPr>
          <p:spPr>
            <a:xfrm>
              <a:off x="3519738" y="4442758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5ECAAC">
                <a:alpha val="100000"/>
              </a:srgbClr>
            </a:solidFill>
            <a:ln w="5420" cap="flat">
              <a:solidFill>
                <a:srgbClr val="5ECA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4" name="pg544"/>
            <p:cNvSpPr/>
            <p:nvPr/>
          </p:nvSpPr>
          <p:spPr>
            <a:xfrm>
              <a:off x="3601176" y="4442758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5CC8AC">
                <a:alpha val="100000"/>
              </a:srgbClr>
            </a:solidFill>
            <a:ln w="5420" cap="flat">
              <a:solidFill>
                <a:srgbClr val="5CC8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5" name="pg545"/>
            <p:cNvSpPr/>
            <p:nvPr/>
          </p:nvSpPr>
          <p:spPr>
            <a:xfrm>
              <a:off x="3682613" y="4442758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5BC6AC">
                <a:alpha val="100000"/>
              </a:srgbClr>
            </a:solidFill>
            <a:ln w="5420" cap="flat">
              <a:solidFill>
                <a:srgbClr val="5BC6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6" name="pg546"/>
            <p:cNvSpPr/>
            <p:nvPr/>
          </p:nvSpPr>
          <p:spPr>
            <a:xfrm>
              <a:off x="3764050" y="4442758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5AC5AC">
                <a:alpha val="100000"/>
              </a:srgbClr>
            </a:solidFill>
            <a:ln w="5420" cap="flat">
              <a:solidFill>
                <a:srgbClr val="5AC5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7" name="pg547"/>
            <p:cNvSpPr/>
            <p:nvPr/>
          </p:nvSpPr>
          <p:spPr>
            <a:xfrm>
              <a:off x="3845487" y="4442758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59C4AC">
                <a:alpha val="100000"/>
              </a:srgbClr>
            </a:solidFill>
            <a:ln w="5420" cap="flat">
              <a:solidFill>
                <a:srgbClr val="59C4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8" name="pg548"/>
            <p:cNvSpPr/>
            <p:nvPr/>
          </p:nvSpPr>
          <p:spPr>
            <a:xfrm>
              <a:off x="3926924" y="4442758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59C3AC">
                <a:alpha val="100000"/>
              </a:srgbClr>
            </a:solidFill>
            <a:ln w="5420" cap="flat">
              <a:solidFill>
                <a:srgbClr val="59C3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9" name="pg549"/>
            <p:cNvSpPr/>
            <p:nvPr/>
          </p:nvSpPr>
          <p:spPr>
            <a:xfrm>
              <a:off x="4008361" y="4442758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59C3AC">
                <a:alpha val="100000"/>
              </a:srgbClr>
            </a:solidFill>
            <a:ln w="5420" cap="flat">
              <a:solidFill>
                <a:srgbClr val="59C3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0" name="pg550"/>
            <p:cNvSpPr/>
            <p:nvPr/>
          </p:nvSpPr>
          <p:spPr>
            <a:xfrm>
              <a:off x="3112553" y="4546075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5AC4AC">
                <a:alpha val="100000"/>
              </a:srgbClr>
            </a:solidFill>
            <a:ln w="5420" cap="flat">
              <a:solidFill>
                <a:srgbClr val="5AC4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1" name="pg551"/>
            <p:cNvSpPr/>
            <p:nvPr/>
          </p:nvSpPr>
          <p:spPr>
            <a:xfrm>
              <a:off x="3193990" y="4546075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5CC7AC">
                <a:alpha val="100000"/>
              </a:srgbClr>
            </a:solidFill>
            <a:ln w="5420" cap="flat">
              <a:solidFill>
                <a:srgbClr val="5CC7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2" name="pg552"/>
            <p:cNvSpPr/>
            <p:nvPr/>
          </p:nvSpPr>
          <p:spPr>
            <a:xfrm>
              <a:off x="3275427" y="4546075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5DC9AC">
                <a:alpha val="100000"/>
              </a:srgbClr>
            </a:solidFill>
            <a:ln w="5420" cap="flat">
              <a:solidFill>
                <a:srgbClr val="5DC9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3" name="pg553"/>
            <p:cNvSpPr/>
            <p:nvPr/>
          </p:nvSpPr>
          <p:spPr>
            <a:xfrm>
              <a:off x="3356864" y="4546075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5ECBAC">
                <a:alpha val="100000"/>
              </a:srgbClr>
            </a:solidFill>
            <a:ln w="5420" cap="flat">
              <a:solidFill>
                <a:srgbClr val="5ECB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4" name="pg554"/>
            <p:cNvSpPr/>
            <p:nvPr/>
          </p:nvSpPr>
          <p:spPr>
            <a:xfrm>
              <a:off x="3438301" y="4546075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5FCCAC">
                <a:alpha val="100000"/>
              </a:srgbClr>
            </a:solidFill>
            <a:ln w="5420" cap="flat">
              <a:solidFill>
                <a:srgbClr val="5FCC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5" name="pg555"/>
            <p:cNvSpPr/>
            <p:nvPr/>
          </p:nvSpPr>
          <p:spPr>
            <a:xfrm>
              <a:off x="3519738" y="4546075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5DCAAC">
                <a:alpha val="100000"/>
              </a:srgbClr>
            </a:solidFill>
            <a:ln w="5420" cap="flat">
              <a:solidFill>
                <a:srgbClr val="5DCA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6" name="pg556"/>
            <p:cNvSpPr/>
            <p:nvPr/>
          </p:nvSpPr>
          <p:spPr>
            <a:xfrm>
              <a:off x="3601176" y="4546075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5CC8AC">
                <a:alpha val="100000"/>
              </a:srgbClr>
            </a:solidFill>
            <a:ln w="5420" cap="flat">
              <a:solidFill>
                <a:srgbClr val="5CC8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7" name="pg557"/>
            <p:cNvSpPr/>
            <p:nvPr/>
          </p:nvSpPr>
          <p:spPr>
            <a:xfrm>
              <a:off x="3682613" y="4546075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5BC6AC">
                <a:alpha val="100000"/>
              </a:srgbClr>
            </a:solidFill>
            <a:ln w="5420" cap="flat">
              <a:solidFill>
                <a:srgbClr val="5BC6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8" name="pg558"/>
            <p:cNvSpPr/>
            <p:nvPr/>
          </p:nvSpPr>
          <p:spPr>
            <a:xfrm>
              <a:off x="3764050" y="4546075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5AC4AC">
                <a:alpha val="100000"/>
              </a:srgbClr>
            </a:solidFill>
            <a:ln w="5420" cap="flat">
              <a:solidFill>
                <a:srgbClr val="5AC4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9" name="pg559"/>
            <p:cNvSpPr/>
            <p:nvPr/>
          </p:nvSpPr>
          <p:spPr>
            <a:xfrm>
              <a:off x="3845487" y="4546075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59C3AC">
                <a:alpha val="100000"/>
              </a:srgbClr>
            </a:solidFill>
            <a:ln w="5420" cap="flat">
              <a:solidFill>
                <a:srgbClr val="59C3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0" name="pg560"/>
            <p:cNvSpPr/>
            <p:nvPr/>
          </p:nvSpPr>
          <p:spPr>
            <a:xfrm>
              <a:off x="3926924" y="4546075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58C2AC">
                <a:alpha val="100000"/>
              </a:srgbClr>
            </a:solidFill>
            <a:ln w="5420" cap="flat">
              <a:solidFill>
                <a:srgbClr val="58C2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1" name="pg561"/>
            <p:cNvSpPr/>
            <p:nvPr/>
          </p:nvSpPr>
          <p:spPr>
            <a:xfrm>
              <a:off x="4008361" y="4546075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58C1AC">
                <a:alpha val="100000"/>
              </a:srgbClr>
            </a:solidFill>
            <a:ln w="5420" cap="flat">
              <a:solidFill>
                <a:srgbClr val="58C1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2" name="pg562"/>
            <p:cNvSpPr/>
            <p:nvPr/>
          </p:nvSpPr>
          <p:spPr>
            <a:xfrm>
              <a:off x="3275427" y="4649391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5CC8AC">
                <a:alpha val="100000"/>
              </a:srgbClr>
            </a:solidFill>
            <a:ln w="5420" cap="flat">
              <a:solidFill>
                <a:srgbClr val="5CC8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3" name="pg563"/>
            <p:cNvSpPr/>
            <p:nvPr/>
          </p:nvSpPr>
          <p:spPr>
            <a:xfrm>
              <a:off x="3356864" y="4649391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5DC9AC">
                <a:alpha val="100000"/>
              </a:srgbClr>
            </a:solidFill>
            <a:ln w="5420" cap="flat">
              <a:solidFill>
                <a:srgbClr val="5DC9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4" name="pg564"/>
            <p:cNvSpPr/>
            <p:nvPr/>
          </p:nvSpPr>
          <p:spPr>
            <a:xfrm>
              <a:off x="3438301" y="4649391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5DCAAC">
                <a:alpha val="100000"/>
              </a:srgbClr>
            </a:solidFill>
            <a:ln w="5420" cap="flat">
              <a:solidFill>
                <a:srgbClr val="5DCA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5" name="pg565"/>
            <p:cNvSpPr/>
            <p:nvPr/>
          </p:nvSpPr>
          <p:spPr>
            <a:xfrm>
              <a:off x="3519738" y="4649391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5DC9AC">
                <a:alpha val="100000"/>
              </a:srgbClr>
            </a:solidFill>
            <a:ln w="5420" cap="flat">
              <a:solidFill>
                <a:srgbClr val="5DC9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6" name="pg566"/>
            <p:cNvSpPr/>
            <p:nvPr/>
          </p:nvSpPr>
          <p:spPr>
            <a:xfrm>
              <a:off x="3601176" y="4649391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5BC7AC">
                <a:alpha val="100000"/>
              </a:srgbClr>
            </a:solidFill>
            <a:ln w="5420" cap="flat">
              <a:solidFill>
                <a:srgbClr val="5BC7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7" name="pg567"/>
            <p:cNvSpPr/>
            <p:nvPr/>
          </p:nvSpPr>
          <p:spPr>
            <a:xfrm>
              <a:off x="3682613" y="4649391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5AC5AC">
                <a:alpha val="100000"/>
              </a:srgbClr>
            </a:solidFill>
            <a:ln w="5420" cap="flat">
              <a:solidFill>
                <a:srgbClr val="5AC5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8" name="pg568"/>
            <p:cNvSpPr/>
            <p:nvPr/>
          </p:nvSpPr>
          <p:spPr>
            <a:xfrm>
              <a:off x="3764050" y="4649391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59C3AC">
                <a:alpha val="100000"/>
              </a:srgbClr>
            </a:solidFill>
            <a:ln w="5420" cap="flat">
              <a:solidFill>
                <a:srgbClr val="59C3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9" name="pg569"/>
            <p:cNvSpPr/>
            <p:nvPr/>
          </p:nvSpPr>
          <p:spPr>
            <a:xfrm>
              <a:off x="3845487" y="4649391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58C2AC">
                <a:alpha val="100000"/>
              </a:srgbClr>
            </a:solidFill>
            <a:ln w="5420" cap="flat">
              <a:solidFill>
                <a:srgbClr val="58C2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0" name="pg570"/>
            <p:cNvSpPr/>
            <p:nvPr/>
          </p:nvSpPr>
          <p:spPr>
            <a:xfrm>
              <a:off x="3926924" y="4649391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57C1AC">
                <a:alpha val="100000"/>
              </a:srgbClr>
            </a:solidFill>
            <a:ln w="5420" cap="flat">
              <a:solidFill>
                <a:srgbClr val="57C1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1" name="pg571"/>
            <p:cNvSpPr/>
            <p:nvPr/>
          </p:nvSpPr>
          <p:spPr>
            <a:xfrm>
              <a:off x="4008361" y="4649391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57C0AB">
                <a:alpha val="100000"/>
              </a:srgbClr>
            </a:solidFill>
            <a:ln w="5420" cap="flat">
              <a:solidFill>
                <a:srgbClr val="57C0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2" name="pg572"/>
            <p:cNvSpPr/>
            <p:nvPr/>
          </p:nvSpPr>
          <p:spPr>
            <a:xfrm>
              <a:off x="3356864" y="4752707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5BC7AC">
                <a:alpha val="100000"/>
              </a:srgbClr>
            </a:solidFill>
            <a:ln w="5420" cap="flat">
              <a:solidFill>
                <a:srgbClr val="5BC7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3" name="pg573"/>
            <p:cNvSpPr/>
            <p:nvPr/>
          </p:nvSpPr>
          <p:spPr>
            <a:xfrm>
              <a:off x="3438301" y="4752707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5CC7AC">
                <a:alpha val="100000"/>
              </a:srgbClr>
            </a:solidFill>
            <a:ln w="5420" cap="flat">
              <a:solidFill>
                <a:srgbClr val="5CC7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4" name="pg574"/>
            <p:cNvSpPr/>
            <p:nvPr/>
          </p:nvSpPr>
          <p:spPr>
            <a:xfrm>
              <a:off x="3519738" y="4752707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5BC6AC">
                <a:alpha val="100000"/>
              </a:srgbClr>
            </a:solidFill>
            <a:ln w="5420" cap="flat">
              <a:solidFill>
                <a:srgbClr val="5BC6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5" name="pg575"/>
            <p:cNvSpPr/>
            <p:nvPr/>
          </p:nvSpPr>
          <p:spPr>
            <a:xfrm>
              <a:off x="3601176" y="4752707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5AC5AC">
                <a:alpha val="100000"/>
              </a:srgbClr>
            </a:solidFill>
            <a:ln w="5420" cap="flat">
              <a:solidFill>
                <a:srgbClr val="5AC5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6" name="pg576"/>
            <p:cNvSpPr/>
            <p:nvPr/>
          </p:nvSpPr>
          <p:spPr>
            <a:xfrm>
              <a:off x="3682613" y="4752707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59C3AC">
                <a:alpha val="100000"/>
              </a:srgbClr>
            </a:solidFill>
            <a:ln w="5420" cap="flat">
              <a:solidFill>
                <a:srgbClr val="59C3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7" name="pg577"/>
            <p:cNvSpPr/>
            <p:nvPr/>
          </p:nvSpPr>
          <p:spPr>
            <a:xfrm>
              <a:off x="3764050" y="4752707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58C2AC">
                <a:alpha val="100000"/>
              </a:srgbClr>
            </a:solidFill>
            <a:ln w="5420" cap="flat">
              <a:solidFill>
                <a:srgbClr val="58C2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8" name="pg578"/>
            <p:cNvSpPr/>
            <p:nvPr/>
          </p:nvSpPr>
          <p:spPr>
            <a:xfrm>
              <a:off x="3845487" y="4752707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57C0AC">
                <a:alpha val="100000"/>
              </a:srgbClr>
            </a:solidFill>
            <a:ln w="5420" cap="flat">
              <a:solidFill>
                <a:srgbClr val="57C0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9" name="pg579"/>
            <p:cNvSpPr/>
            <p:nvPr/>
          </p:nvSpPr>
          <p:spPr>
            <a:xfrm>
              <a:off x="3926924" y="4752707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56BFAB">
                <a:alpha val="100000"/>
              </a:srgbClr>
            </a:solidFill>
            <a:ln w="5420" cap="flat">
              <a:solidFill>
                <a:srgbClr val="56BF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0" name="pg580"/>
            <p:cNvSpPr/>
            <p:nvPr/>
          </p:nvSpPr>
          <p:spPr>
            <a:xfrm>
              <a:off x="4008361" y="4752707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56BEAB">
                <a:alpha val="100000"/>
              </a:srgbClr>
            </a:solidFill>
            <a:ln w="5420" cap="flat">
              <a:solidFill>
                <a:srgbClr val="56BE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1" name="pg581"/>
            <p:cNvSpPr/>
            <p:nvPr/>
          </p:nvSpPr>
          <p:spPr>
            <a:xfrm>
              <a:off x="3438301" y="4856023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5AC4AC">
                <a:alpha val="100000"/>
              </a:srgbClr>
            </a:solidFill>
            <a:ln w="5420" cap="flat">
              <a:solidFill>
                <a:srgbClr val="5AC4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2" name="pg582"/>
            <p:cNvSpPr/>
            <p:nvPr/>
          </p:nvSpPr>
          <p:spPr>
            <a:xfrm>
              <a:off x="3519738" y="4856023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59C3AC">
                <a:alpha val="100000"/>
              </a:srgbClr>
            </a:solidFill>
            <a:ln w="5420" cap="flat">
              <a:solidFill>
                <a:srgbClr val="59C3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3" name="pg583"/>
            <p:cNvSpPr/>
            <p:nvPr/>
          </p:nvSpPr>
          <p:spPr>
            <a:xfrm>
              <a:off x="3601176" y="4856023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59C3AC">
                <a:alpha val="100000"/>
              </a:srgbClr>
            </a:solidFill>
            <a:ln w="5420" cap="flat">
              <a:solidFill>
                <a:srgbClr val="59C3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4" name="pg584"/>
            <p:cNvSpPr/>
            <p:nvPr/>
          </p:nvSpPr>
          <p:spPr>
            <a:xfrm>
              <a:off x="3682613" y="4856023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58C1AC">
                <a:alpha val="100000"/>
              </a:srgbClr>
            </a:solidFill>
            <a:ln w="5420" cap="flat">
              <a:solidFill>
                <a:srgbClr val="58C1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5" name="pg585"/>
            <p:cNvSpPr/>
            <p:nvPr/>
          </p:nvSpPr>
          <p:spPr>
            <a:xfrm>
              <a:off x="3764050" y="4856023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57C0AB">
                <a:alpha val="100000"/>
              </a:srgbClr>
            </a:solidFill>
            <a:ln w="5420" cap="flat">
              <a:solidFill>
                <a:srgbClr val="57C0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6" name="pg586"/>
            <p:cNvSpPr/>
            <p:nvPr/>
          </p:nvSpPr>
          <p:spPr>
            <a:xfrm>
              <a:off x="3845487" y="4856023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56BEAB">
                <a:alpha val="100000"/>
              </a:srgbClr>
            </a:solidFill>
            <a:ln w="5420" cap="flat">
              <a:solidFill>
                <a:srgbClr val="56BE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7" name="pg587"/>
            <p:cNvSpPr/>
            <p:nvPr/>
          </p:nvSpPr>
          <p:spPr>
            <a:xfrm>
              <a:off x="3926924" y="4856023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55BDAB">
                <a:alpha val="100000"/>
              </a:srgbClr>
            </a:solidFill>
            <a:ln w="5420" cap="flat">
              <a:solidFill>
                <a:srgbClr val="55BD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8" name="pg588"/>
            <p:cNvSpPr/>
            <p:nvPr/>
          </p:nvSpPr>
          <p:spPr>
            <a:xfrm>
              <a:off x="4008361" y="4856023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54BCAB">
                <a:alpha val="100000"/>
              </a:srgbClr>
            </a:solidFill>
            <a:ln w="5420" cap="flat">
              <a:solidFill>
                <a:srgbClr val="54BC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9" name="pg589"/>
            <p:cNvSpPr/>
            <p:nvPr/>
          </p:nvSpPr>
          <p:spPr>
            <a:xfrm>
              <a:off x="4089798" y="4856023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54BBAB">
                <a:alpha val="100000"/>
              </a:srgbClr>
            </a:solidFill>
            <a:ln w="5420" cap="flat">
              <a:solidFill>
                <a:srgbClr val="54BB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0" name="pg590"/>
            <p:cNvSpPr/>
            <p:nvPr/>
          </p:nvSpPr>
          <p:spPr>
            <a:xfrm>
              <a:off x="3682613" y="4959339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56BEAB">
                <a:alpha val="100000"/>
              </a:srgbClr>
            </a:solidFill>
            <a:ln w="5420" cap="flat">
              <a:solidFill>
                <a:srgbClr val="56BE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1" name="pg591"/>
            <p:cNvSpPr/>
            <p:nvPr/>
          </p:nvSpPr>
          <p:spPr>
            <a:xfrm>
              <a:off x="3764050" y="4959339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55BDAB">
                <a:alpha val="100000"/>
              </a:srgbClr>
            </a:solidFill>
            <a:ln w="5420" cap="flat">
              <a:solidFill>
                <a:srgbClr val="55BD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2" name="pg592"/>
            <p:cNvSpPr/>
            <p:nvPr/>
          </p:nvSpPr>
          <p:spPr>
            <a:xfrm>
              <a:off x="3845487" y="4959339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54BCAB">
                <a:alpha val="100000"/>
              </a:srgbClr>
            </a:solidFill>
            <a:ln w="5420" cap="flat">
              <a:solidFill>
                <a:srgbClr val="54BC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3" name="pg593"/>
            <p:cNvSpPr/>
            <p:nvPr/>
          </p:nvSpPr>
          <p:spPr>
            <a:xfrm>
              <a:off x="3926924" y="4959339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53BBAB">
                <a:alpha val="100000"/>
              </a:srgbClr>
            </a:solidFill>
            <a:ln w="5420" cap="flat">
              <a:solidFill>
                <a:srgbClr val="53BB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4" name="pg594"/>
            <p:cNvSpPr/>
            <p:nvPr/>
          </p:nvSpPr>
          <p:spPr>
            <a:xfrm>
              <a:off x="4008361" y="4959339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53BAAB">
                <a:alpha val="100000"/>
              </a:srgbClr>
            </a:solidFill>
            <a:ln w="5420" cap="flat">
              <a:solidFill>
                <a:srgbClr val="53BA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5" name="pg595"/>
            <p:cNvSpPr/>
            <p:nvPr/>
          </p:nvSpPr>
          <p:spPr>
            <a:xfrm>
              <a:off x="4089798" y="4959339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52B9AB">
                <a:alpha val="100000"/>
              </a:srgbClr>
            </a:solidFill>
            <a:ln w="5420" cap="flat">
              <a:solidFill>
                <a:srgbClr val="52B9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6" name="pg596"/>
            <p:cNvSpPr/>
            <p:nvPr/>
          </p:nvSpPr>
          <p:spPr>
            <a:xfrm>
              <a:off x="3275427" y="5062655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53BAAB">
                <a:alpha val="100000"/>
              </a:srgbClr>
            </a:solidFill>
            <a:ln w="5420" cap="flat">
              <a:solidFill>
                <a:srgbClr val="53BA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7" name="pg597"/>
            <p:cNvSpPr/>
            <p:nvPr/>
          </p:nvSpPr>
          <p:spPr>
            <a:xfrm>
              <a:off x="3601176" y="5062655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54BBAB">
                <a:alpha val="100000"/>
              </a:srgbClr>
            </a:solidFill>
            <a:ln w="5420" cap="flat">
              <a:solidFill>
                <a:srgbClr val="54BB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8" name="pg598"/>
            <p:cNvSpPr/>
            <p:nvPr/>
          </p:nvSpPr>
          <p:spPr>
            <a:xfrm>
              <a:off x="3682613" y="5062655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54BBAB">
                <a:alpha val="100000"/>
              </a:srgbClr>
            </a:solidFill>
            <a:ln w="5420" cap="flat">
              <a:solidFill>
                <a:srgbClr val="54BB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9" name="pg599"/>
            <p:cNvSpPr/>
            <p:nvPr/>
          </p:nvSpPr>
          <p:spPr>
            <a:xfrm>
              <a:off x="3764050" y="5062655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53BBAB">
                <a:alpha val="100000"/>
              </a:srgbClr>
            </a:solidFill>
            <a:ln w="5420" cap="flat">
              <a:solidFill>
                <a:srgbClr val="53BB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0" name="pg600"/>
            <p:cNvSpPr/>
            <p:nvPr/>
          </p:nvSpPr>
          <p:spPr>
            <a:xfrm>
              <a:off x="3845487" y="5062655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52BAAB">
                <a:alpha val="100000"/>
              </a:srgbClr>
            </a:solidFill>
            <a:ln w="5420" cap="flat">
              <a:solidFill>
                <a:srgbClr val="52BA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1" name="pg601"/>
            <p:cNvSpPr/>
            <p:nvPr/>
          </p:nvSpPr>
          <p:spPr>
            <a:xfrm>
              <a:off x="3926924" y="5062655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52B9AB">
                <a:alpha val="100000"/>
              </a:srgbClr>
            </a:solidFill>
            <a:ln w="5420" cap="flat">
              <a:solidFill>
                <a:srgbClr val="52B9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2" name="pg602"/>
            <p:cNvSpPr/>
            <p:nvPr/>
          </p:nvSpPr>
          <p:spPr>
            <a:xfrm>
              <a:off x="4008361" y="5062655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51B8AB">
                <a:alpha val="100000"/>
              </a:srgbClr>
            </a:solidFill>
            <a:ln w="5420" cap="flat">
              <a:solidFill>
                <a:srgbClr val="51B8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3" name="pg603"/>
            <p:cNvSpPr/>
            <p:nvPr/>
          </p:nvSpPr>
          <p:spPr>
            <a:xfrm>
              <a:off x="4089798" y="5062655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51B7AB">
                <a:alpha val="100000"/>
              </a:srgbClr>
            </a:solidFill>
            <a:ln w="5420" cap="flat">
              <a:solidFill>
                <a:srgbClr val="51B7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4" name="pg604"/>
            <p:cNvSpPr/>
            <p:nvPr/>
          </p:nvSpPr>
          <p:spPr>
            <a:xfrm>
              <a:off x="3193990" y="5165971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50B6AB">
                <a:alpha val="100000"/>
              </a:srgbClr>
            </a:solidFill>
            <a:ln w="5420" cap="flat">
              <a:solidFill>
                <a:srgbClr val="50B6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5" name="pg605"/>
            <p:cNvSpPr/>
            <p:nvPr/>
          </p:nvSpPr>
          <p:spPr>
            <a:xfrm>
              <a:off x="3275427" y="5165971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51B7AB">
                <a:alpha val="100000"/>
              </a:srgbClr>
            </a:solidFill>
            <a:ln w="5420" cap="flat">
              <a:solidFill>
                <a:srgbClr val="51B7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6" name="pg606"/>
            <p:cNvSpPr/>
            <p:nvPr/>
          </p:nvSpPr>
          <p:spPr>
            <a:xfrm>
              <a:off x="3356864" y="5165971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51B8AB">
                <a:alpha val="100000"/>
              </a:srgbClr>
            </a:solidFill>
            <a:ln w="5420" cap="flat">
              <a:solidFill>
                <a:srgbClr val="51B8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7" name="pg607"/>
            <p:cNvSpPr/>
            <p:nvPr/>
          </p:nvSpPr>
          <p:spPr>
            <a:xfrm>
              <a:off x="3438301" y="5165971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51B8AB">
                <a:alpha val="100000"/>
              </a:srgbClr>
            </a:solidFill>
            <a:ln w="5420" cap="flat">
              <a:solidFill>
                <a:srgbClr val="51B8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8" name="pg608"/>
            <p:cNvSpPr/>
            <p:nvPr/>
          </p:nvSpPr>
          <p:spPr>
            <a:xfrm>
              <a:off x="3519738" y="5165971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52B9AB">
                <a:alpha val="100000"/>
              </a:srgbClr>
            </a:solidFill>
            <a:ln w="5420" cap="flat">
              <a:solidFill>
                <a:srgbClr val="52B9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9" name="pg609"/>
            <p:cNvSpPr/>
            <p:nvPr/>
          </p:nvSpPr>
          <p:spPr>
            <a:xfrm>
              <a:off x="3601176" y="5165971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52B9AB">
                <a:alpha val="100000"/>
              </a:srgbClr>
            </a:solidFill>
            <a:ln w="5420" cap="flat">
              <a:solidFill>
                <a:srgbClr val="52B9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0" name="pg610"/>
            <p:cNvSpPr/>
            <p:nvPr/>
          </p:nvSpPr>
          <p:spPr>
            <a:xfrm>
              <a:off x="3682613" y="5165971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51B8AB">
                <a:alpha val="100000"/>
              </a:srgbClr>
            </a:solidFill>
            <a:ln w="5420" cap="flat">
              <a:solidFill>
                <a:srgbClr val="51B8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1" name="pg611"/>
            <p:cNvSpPr/>
            <p:nvPr/>
          </p:nvSpPr>
          <p:spPr>
            <a:xfrm>
              <a:off x="3764050" y="5165971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51B8AB">
                <a:alpha val="100000"/>
              </a:srgbClr>
            </a:solidFill>
            <a:ln w="5420" cap="flat">
              <a:solidFill>
                <a:srgbClr val="51B8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2" name="pg612"/>
            <p:cNvSpPr/>
            <p:nvPr/>
          </p:nvSpPr>
          <p:spPr>
            <a:xfrm>
              <a:off x="3845487" y="5165971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51B7AB">
                <a:alpha val="100000"/>
              </a:srgbClr>
            </a:solidFill>
            <a:ln w="5420" cap="flat">
              <a:solidFill>
                <a:srgbClr val="51B7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3" name="pg613"/>
            <p:cNvSpPr/>
            <p:nvPr/>
          </p:nvSpPr>
          <p:spPr>
            <a:xfrm>
              <a:off x="3926924" y="5165971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50B6AB">
                <a:alpha val="100000"/>
              </a:srgbClr>
            </a:solidFill>
            <a:ln w="5420" cap="flat">
              <a:solidFill>
                <a:srgbClr val="50B6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4" name="pg614"/>
            <p:cNvSpPr/>
            <p:nvPr/>
          </p:nvSpPr>
          <p:spPr>
            <a:xfrm>
              <a:off x="4008361" y="5165971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50B6AB">
                <a:alpha val="100000"/>
              </a:srgbClr>
            </a:solidFill>
            <a:ln w="5420" cap="flat">
              <a:solidFill>
                <a:srgbClr val="50B6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5" name="pg615"/>
            <p:cNvSpPr/>
            <p:nvPr/>
          </p:nvSpPr>
          <p:spPr>
            <a:xfrm>
              <a:off x="4089798" y="5165971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4FB5AB">
                <a:alpha val="100000"/>
              </a:srgbClr>
            </a:solidFill>
            <a:ln w="5420" cap="flat">
              <a:solidFill>
                <a:srgbClr val="4FB5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6" name="pg616"/>
            <p:cNvSpPr/>
            <p:nvPr/>
          </p:nvSpPr>
          <p:spPr>
            <a:xfrm>
              <a:off x="3112553" y="5269288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4AAEAB">
                <a:alpha val="100000"/>
              </a:srgbClr>
            </a:solidFill>
            <a:ln w="5420" cap="flat">
              <a:solidFill>
                <a:srgbClr val="4AAE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7" name="pg617"/>
            <p:cNvSpPr/>
            <p:nvPr/>
          </p:nvSpPr>
          <p:spPr>
            <a:xfrm>
              <a:off x="3193990" y="5269288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4BAFAB">
                <a:alpha val="100000"/>
              </a:srgbClr>
            </a:solidFill>
            <a:ln w="5420" cap="flat">
              <a:solidFill>
                <a:srgbClr val="4BAF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8" name="pg618"/>
            <p:cNvSpPr/>
            <p:nvPr/>
          </p:nvSpPr>
          <p:spPr>
            <a:xfrm>
              <a:off x="3275427" y="5269288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4BB0AB">
                <a:alpha val="100000"/>
              </a:srgbClr>
            </a:solidFill>
            <a:ln w="5420" cap="flat">
              <a:solidFill>
                <a:srgbClr val="4BB0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9" name="pg619"/>
            <p:cNvSpPr/>
            <p:nvPr/>
          </p:nvSpPr>
          <p:spPr>
            <a:xfrm>
              <a:off x="3356864" y="5269288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4CB1AB">
                <a:alpha val="100000"/>
              </a:srgbClr>
            </a:solidFill>
            <a:ln w="5420" cap="flat">
              <a:solidFill>
                <a:srgbClr val="4CB1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0" name="pg620"/>
            <p:cNvSpPr/>
            <p:nvPr/>
          </p:nvSpPr>
          <p:spPr>
            <a:xfrm>
              <a:off x="3438301" y="5269288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4CB2AB">
                <a:alpha val="100000"/>
              </a:srgbClr>
            </a:solidFill>
            <a:ln w="5420" cap="flat">
              <a:solidFill>
                <a:srgbClr val="4CB2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1" name="pg621"/>
            <p:cNvSpPr/>
            <p:nvPr/>
          </p:nvSpPr>
          <p:spPr>
            <a:xfrm>
              <a:off x="3519738" y="5269288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4DB2AB">
                <a:alpha val="100000"/>
              </a:srgbClr>
            </a:solidFill>
            <a:ln w="5420" cap="flat">
              <a:solidFill>
                <a:srgbClr val="4DB2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2" name="pg622"/>
            <p:cNvSpPr/>
            <p:nvPr/>
          </p:nvSpPr>
          <p:spPr>
            <a:xfrm>
              <a:off x="3601176" y="5269288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4DB2AB">
                <a:alpha val="100000"/>
              </a:srgbClr>
            </a:solidFill>
            <a:ln w="5420" cap="flat">
              <a:solidFill>
                <a:srgbClr val="4DB2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3" name="pg623"/>
            <p:cNvSpPr/>
            <p:nvPr/>
          </p:nvSpPr>
          <p:spPr>
            <a:xfrm>
              <a:off x="3682613" y="5269288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4DB2AB">
                <a:alpha val="100000"/>
              </a:srgbClr>
            </a:solidFill>
            <a:ln w="5420" cap="flat">
              <a:solidFill>
                <a:srgbClr val="4DB2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4" name="pg624"/>
            <p:cNvSpPr/>
            <p:nvPr/>
          </p:nvSpPr>
          <p:spPr>
            <a:xfrm>
              <a:off x="3764050" y="5269288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4DB2AB">
                <a:alpha val="100000"/>
              </a:srgbClr>
            </a:solidFill>
            <a:ln w="5420" cap="flat">
              <a:solidFill>
                <a:srgbClr val="4DB2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5" name="pg625"/>
            <p:cNvSpPr/>
            <p:nvPr/>
          </p:nvSpPr>
          <p:spPr>
            <a:xfrm>
              <a:off x="3845487" y="5269288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4CB2AB">
                <a:alpha val="100000"/>
              </a:srgbClr>
            </a:solidFill>
            <a:ln w="5420" cap="flat">
              <a:solidFill>
                <a:srgbClr val="4CB2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6" name="pg626"/>
            <p:cNvSpPr/>
            <p:nvPr/>
          </p:nvSpPr>
          <p:spPr>
            <a:xfrm>
              <a:off x="3926924" y="5269288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4CB1AB">
                <a:alpha val="100000"/>
              </a:srgbClr>
            </a:solidFill>
            <a:ln w="5420" cap="flat">
              <a:solidFill>
                <a:srgbClr val="4CB1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7" name="pg627"/>
            <p:cNvSpPr/>
            <p:nvPr/>
          </p:nvSpPr>
          <p:spPr>
            <a:xfrm>
              <a:off x="4008361" y="5269288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4CB1AB">
                <a:alpha val="100000"/>
              </a:srgbClr>
            </a:solidFill>
            <a:ln w="5420" cap="flat">
              <a:solidFill>
                <a:srgbClr val="4CB1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8" name="pg628"/>
            <p:cNvSpPr/>
            <p:nvPr/>
          </p:nvSpPr>
          <p:spPr>
            <a:xfrm>
              <a:off x="4089798" y="5269288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4BB0AB">
                <a:alpha val="100000"/>
              </a:srgbClr>
            </a:solidFill>
            <a:ln w="5420" cap="flat">
              <a:solidFill>
                <a:srgbClr val="4BB0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9" name="pg629"/>
            <p:cNvSpPr/>
            <p:nvPr/>
          </p:nvSpPr>
          <p:spPr>
            <a:xfrm>
              <a:off x="4171236" y="5269288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4BB0AB">
                <a:alpha val="100000"/>
              </a:srgbClr>
            </a:solidFill>
            <a:ln w="5420" cap="flat">
              <a:solidFill>
                <a:srgbClr val="4BB0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0" name="pg630"/>
            <p:cNvSpPr/>
            <p:nvPr/>
          </p:nvSpPr>
          <p:spPr>
            <a:xfrm>
              <a:off x="3112553" y="5372604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47ABAA">
                <a:alpha val="100000"/>
              </a:srgbClr>
            </a:solidFill>
            <a:ln w="5420" cap="flat">
              <a:solidFill>
                <a:srgbClr val="47AB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1" name="pg631"/>
            <p:cNvSpPr/>
            <p:nvPr/>
          </p:nvSpPr>
          <p:spPr>
            <a:xfrm>
              <a:off x="3193990" y="5372604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48ACAA">
                <a:alpha val="100000"/>
              </a:srgbClr>
            </a:solidFill>
            <a:ln w="5420" cap="flat">
              <a:solidFill>
                <a:srgbClr val="48AC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2" name="pg632"/>
            <p:cNvSpPr/>
            <p:nvPr/>
          </p:nvSpPr>
          <p:spPr>
            <a:xfrm>
              <a:off x="3275427" y="5372604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49ADAB">
                <a:alpha val="100000"/>
              </a:srgbClr>
            </a:solidFill>
            <a:ln w="5420" cap="flat">
              <a:solidFill>
                <a:srgbClr val="49AD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3" name="pg633"/>
            <p:cNvSpPr/>
            <p:nvPr/>
          </p:nvSpPr>
          <p:spPr>
            <a:xfrm>
              <a:off x="3356864" y="5372604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49AEAB">
                <a:alpha val="100000"/>
              </a:srgbClr>
            </a:solidFill>
            <a:ln w="5420" cap="flat">
              <a:solidFill>
                <a:srgbClr val="49AE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4" name="pg634"/>
            <p:cNvSpPr/>
            <p:nvPr/>
          </p:nvSpPr>
          <p:spPr>
            <a:xfrm>
              <a:off x="3438301" y="5372604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4AAEAB">
                <a:alpha val="100000"/>
              </a:srgbClr>
            </a:solidFill>
            <a:ln w="5420" cap="flat">
              <a:solidFill>
                <a:srgbClr val="4AAE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5" name="pg635"/>
            <p:cNvSpPr/>
            <p:nvPr/>
          </p:nvSpPr>
          <p:spPr>
            <a:xfrm>
              <a:off x="3519738" y="5372604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4AAFAB">
                <a:alpha val="100000"/>
              </a:srgbClr>
            </a:solidFill>
            <a:ln w="5420" cap="flat">
              <a:solidFill>
                <a:srgbClr val="4AAF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6" name="pg636"/>
            <p:cNvSpPr/>
            <p:nvPr/>
          </p:nvSpPr>
          <p:spPr>
            <a:xfrm>
              <a:off x="3601176" y="5372604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4AAFAB">
                <a:alpha val="100000"/>
              </a:srgbClr>
            </a:solidFill>
            <a:ln w="5420" cap="flat">
              <a:solidFill>
                <a:srgbClr val="4AAF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7" name="pg637"/>
            <p:cNvSpPr/>
            <p:nvPr/>
          </p:nvSpPr>
          <p:spPr>
            <a:xfrm>
              <a:off x="3682613" y="5372604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4AAFAB">
                <a:alpha val="100000"/>
              </a:srgbClr>
            </a:solidFill>
            <a:ln w="5420" cap="flat">
              <a:solidFill>
                <a:srgbClr val="4AAF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8" name="pg638"/>
            <p:cNvSpPr/>
            <p:nvPr/>
          </p:nvSpPr>
          <p:spPr>
            <a:xfrm>
              <a:off x="3764050" y="5372604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4AAFAB">
                <a:alpha val="100000"/>
              </a:srgbClr>
            </a:solidFill>
            <a:ln w="5420" cap="flat">
              <a:solidFill>
                <a:srgbClr val="4AAF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9" name="pg639"/>
            <p:cNvSpPr/>
            <p:nvPr/>
          </p:nvSpPr>
          <p:spPr>
            <a:xfrm>
              <a:off x="3845487" y="5372604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4AAFAB">
                <a:alpha val="100000"/>
              </a:srgbClr>
            </a:solidFill>
            <a:ln w="5420" cap="flat">
              <a:solidFill>
                <a:srgbClr val="4AAF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0" name="pg640"/>
            <p:cNvSpPr/>
            <p:nvPr/>
          </p:nvSpPr>
          <p:spPr>
            <a:xfrm>
              <a:off x="3926924" y="5372604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4AAFAB">
                <a:alpha val="100000"/>
              </a:srgbClr>
            </a:solidFill>
            <a:ln w="5420" cap="flat">
              <a:solidFill>
                <a:srgbClr val="4AAF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1" name="pg641"/>
            <p:cNvSpPr/>
            <p:nvPr/>
          </p:nvSpPr>
          <p:spPr>
            <a:xfrm>
              <a:off x="4008361" y="5372604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4AAEAB">
                <a:alpha val="100000"/>
              </a:srgbClr>
            </a:solidFill>
            <a:ln w="5420" cap="flat">
              <a:solidFill>
                <a:srgbClr val="4AAE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2" name="pg642"/>
            <p:cNvSpPr/>
            <p:nvPr/>
          </p:nvSpPr>
          <p:spPr>
            <a:xfrm>
              <a:off x="4089798" y="5372604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4AAEAB">
                <a:alpha val="100000"/>
              </a:srgbClr>
            </a:solidFill>
            <a:ln w="5420" cap="flat">
              <a:solidFill>
                <a:srgbClr val="4AAE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3" name="pg643"/>
            <p:cNvSpPr/>
            <p:nvPr/>
          </p:nvSpPr>
          <p:spPr>
            <a:xfrm>
              <a:off x="4171236" y="5372604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49AEAB">
                <a:alpha val="100000"/>
              </a:srgbClr>
            </a:solidFill>
            <a:ln w="5420" cap="flat">
              <a:solidFill>
                <a:srgbClr val="49AE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4" name="pg644"/>
            <p:cNvSpPr/>
            <p:nvPr/>
          </p:nvSpPr>
          <p:spPr>
            <a:xfrm>
              <a:off x="4252673" y="5372604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49ADAB">
                <a:alpha val="100000"/>
              </a:srgbClr>
            </a:solidFill>
            <a:ln w="5420" cap="flat">
              <a:solidFill>
                <a:srgbClr val="49AD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5" name="pg645"/>
            <p:cNvSpPr/>
            <p:nvPr/>
          </p:nvSpPr>
          <p:spPr>
            <a:xfrm>
              <a:off x="3112553" y="5475920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44A8AA">
                <a:alpha val="100000"/>
              </a:srgbClr>
            </a:solidFill>
            <a:ln w="5420" cap="flat">
              <a:solidFill>
                <a:srgbClr val="44A8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6" name="pg646"/>
            <p:cNvSpPr/>
            <p:nvPr/>
          </p:nvSpPr>
          <p:spPr>
            <a:xfrm>
              <a:off x="3193990" y="5475920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45A9AA">
                <a:alpha val="100000"/>
              </a:srgbClr>
            </a:solidFill>
            <a:ln w="5420" cap="flat">
              <a:solidFill>
                <a:srgbClr val="45A9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7" name="pg647"/>
            <p:cNvSpPr/>
            <p:nvPr/>
          </p:nvSpPr>
          <p:spPr>
            <a:xfrm>
              <a:off x="3275427" y="5475920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46A9AA">
                <a:alpha val="100000"/>
              </a:srgbClr>
            </a:solidFill>
            <a:ln w="5420" cap="flat">
              <a:solidFill>
                <a:srgbClr val="46A9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8" name="pg648"/>
            <p:cNvSpPr/>
            <p:nvPr/>
          </p:nvSpPr>
          <p:spPr>
            <a:xfrm>
              <a:off x="3356864" y="5475920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46AAAA">
                <a:alpha val="100000"/>
              </a:srgbClr>
            </a:solidFill>
            <a:ln w="5420" cap="flat">
              <a:solidFill>
                <a:srgbClr val="46AA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9" name="pg649"/>
            <p:cNvSpPr/>
            <p:nvPr/>
          </p:nvSpPr>
          <p:spPr>
            <a:xfrm>
              <a:off x="3438301" y="5475920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47ABAA">
                <a:alpha val="100000"/>
              </a:srgbClr>
            </a:solidFill>
            <a:ln w="5420" cap="flat">
              <a:solidFill>
                <a:srgbClr val="47AB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0" name="pg650"/>
            <p:cNvSpPr/>
            <p:nvPr/>
          </p:nvSpPr>
          <p:spPr>
            <a:xfrm>
              <a:off x="3519738" y="5475920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48ACAA">
                <a:alpha val="100000"/>
              </a:srgbClr>
            </a:solidFill>
            <a:ln w="5420" cap="flat">
              <a:solidFill>
                <a:srgbClr val="48AC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1" name="pg651"/>
            <p:cNvSpPr/>
            <p:nvPr/>
          </p:nvSpPr>
          <p:spPr>
            <a:xfrm>
              <a:off x="3601176" y="5475920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48ACAA">
                <a:alpha val="100000"/>
              </a:srgbClr>
            </a:solidFill>
            <a:ln w="5420" cap="flat">
              <a:solidFill>
                <a:srgbClr val="48AC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2" name="pg652"/>
            <p:cNvSpPr/>
            <p:nvPr/>
          </p:nvSpPr>
          <p:spPr>
            <a:xfrm>
              <a:off x="3682613" y="5475920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48ACAA">
                <a:alpha val="100000"/>
              </a:srgbClr>
            </a:solidFill>
            <a:ln w="5420" cap="flat">
              <a:solidFill>
                <a:srgbClr val="48AC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3" name="pg653"/>
            <p:cNvSpPr/>
            <p:nvPr/>
          </p:nvSpPr>
          <p:spPr>
            <a:xfrm>
              <a:off x="3764050" y="5475920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48ACAA">
                <a:alpha val="100000"/>
              </a:srgbClr>
            </a:solidFill>
            <a:ln w="5420" cap="flat">
              <a:solidFill>
                <a:srgbClr val="48AC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4" name="pg654"/>
            <p:cNvSpPr/>
            <p:nvPr/>
          </p:nvSpPr>
          <p:spPr>
            <a:xfrm>
              <a:off x="3845487" y="5475920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48ACAA">
                <a:alpha val="100000"/>
              </a:srgbClr>
            </a:solidFill>
            <a:ln w="5420" cap="flat">
              <a:solidFill>
                <a:srgbClr val="48AC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5" name="pg655"/>
            <p:cNvSpPr/>
            <p:nvPr/>
          </p:nvSpPr>
          <p:spPr>
            <a:xfrm>
              <a:off x="3926924" y="5475920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48ACAA">
                <a:alpha val="100000"/>
              </a:srgbClr>
            </a:solidFill>
            <a:ln w="5420" cap="flat">
              <a:solidFill>
                <a:srgbClr val="48AC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6" name="pg656"/>
            <p:cNvSpPr/>
            <p:nvPr/>
          </p:nvSpPr>
          <p:spPr>
            <a:xfrm>
              <a:off x="4008361" y="5475920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48ACAA">
                <a:alpha val="100000"/>
              </a:srgbClr>
            </a:solidFill>
            <a:ln w="5420" cap="flat">
              <a:solidFill>
                <a:srgbClr val="48AC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7" name="pg657"/>
            <p:cNvSpPr/>
            <p:nvPr/>
          </p:nvSpPr>
          <p:spPr>
            <a:xfrm>
              <a:off x="4089798" y="5475920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48ACAA">
                <a:alpha val="100000"/>
              </a:srgbClr>
            </a:solidFill>
            <a:ln w="5420" cap="flat">
              <a:solidFill>
                <a:srgbClr val="48AC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8" name="pg658"/>
            <p:cNvSpPr/>
            <p:nvPr/>
          </p:nvSpPr>
          <p:spPr>
            <a:xfrm>
              <a:off x="4171236" y="5475920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47ABAA">
                <a:alpha val="100000"/>
              </a:srgbClr>
            </a:solidFill>
            <a:ln w="5420" cap="flat">
              <a:solidFill>
                <a:srgbClr val="47AB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9" name="pg659"/>
            <p:cNvSpPr/>
            <p:nvPr/>
          </p:nvSpPr>
          <p:spPr>
            <a:xfrm>
              <a:off x="4252673" y="5475920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47ABAA">
                <a:alpha val="100000"/>
              </a:srgbClr>
            </a:solidFill>
            <a:ln w="5420" cap="flat">
              <a:solidFill>
                <a:srgbClr val="47AB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0" name="pg660"/>
            <p:cNvSpPr/>
            <p:nvPr/>
          </p:nvSpPr>
          <p:spPr>
            <a:xfrm>
              <a:off x="5284534" y="1853932"/>
              <a:ext cx="27605" cy="141906"/>
            </a:xfrm>
            <a:custGeom>
              <a:avLst/>
              <a:pathLst>
                <a:path w="27605" h="141906">
                  <a:moveTo>
                    <a:pt x="25965" y="15142"/>
                  </a:moveTo>
                  <a:lnTo>
                    <a:pt x="3001" y="141906"/>
                  </a:lnTo>
                  <a:lnTo>
                    <a:pt x="0" y="103414"/>
                  </a:lnTo>
                  <a:lnTo>
                    <a:pt x="9634" y="0"/>
                  </a:lnTo>
                  <a:lnTo>
                    <a:pt x="27605" y="0"/>
                  </a:lnTo>
                  <a:close/>
                </a:path>
              </a:pathLst>
            </a:custGeom>
            <a:solidFill>
              <a:srgbClr val="FFEFDB">
                <a:alpha val="100000"/>
              </a:srgbClr>
            </a:solidFill>
            <a:ln w="5420" cap="flat">
              <a:solidFill>
                <a:srgbClr val="5959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1" name="pg661"/>
            <p:cNvSpPr/>
            <p:nvPr/>
          </p:nvSpPr>
          <p:spPr>
            <a:xfrm>
              <a:off x="4217860" y="1853932"/>
              <a:ext cx="1042192" cy="937770"/>
            </a:xfrm>
            <a:custGeom>
              <a:avLst/>
              <a:pathLst>
                <a:path w="1042192" h="937770">
                  <a:moveTo>
                    <a:pt x="1041757" y="966"/>
                  </a:moveTo>
                  <a:lnTo>
                    <a:pt x="998433" y="199714"/>
                  </a:lnTo>
                  <a:lnTo>
                    <a:pt x="938872" y="305648"/>
                  </a:lnTo>
                  <a:lnTo>
                    <a:pt x="884012" y="378917"/>
                  </a:lnTo>
                  <a:lnTo>
                    <a:pt x="827417" y="366805"/>
                  </a:lnTo>
                  <a:lnTo>
                    <a:pt x="840146" y="425026"/>
                  </a:lnTo>
                  <a:lnTo>
                    <a:pt x="824596" y="455352"/>
                  </a:lnTo>
                  <a:lnTo>
                    <a:pt x="811288" y="518619"/>
                  </a:lnTo>
                  <a:lnTo>
                    <a:pt x="777548" y="560552"/>
                  </a:lnTo>
                  <a:lnTo>
                    <a:pt x="745832" y="556515"/>
                  </a:lnTo>
                  <a:lnTo>
                    <a:pt x="700266" y="585419"/>
                  </a:lnTo>
                  <a:lnTo>
                    <a:pt x="682293" y="607532"/>
                  </a:lnTo>
                  <a:lnTo>
                    <a:pt x="680955" y="649879"/>
                  </a:lnTo>
                  <a:lnTo>
                    <a:pt x="650470" y="687132"/>
                  </a:lnTo>
                  <a:lnTo>
                    <a:pt x="540461" y="880650"/>
                  </a:lnTo>
                  <a:lnTo>
                    <a:pt x="444953" y="937770"/>
                  </a:lnTo>
                  <a:lnTo>
                    <a:pt x="422098" y="929465"/>
                  </a:lnTo>
                  <a:lnTo>
                    <a:pt x="447268" y="838120"/>
                  </a:lnTo>
                  <a:lnTo>
                    <a:pt x="464518" y="745766"/>
                  </a:lnTo>
                  <a:lnTo>
                    <a:pt x="406548" y="705576"/>
                  </a:lnTo>
                  <a:lnTo>
                    <a:pt x="351073" y="684334"/>
                  </a:lnTo>
                  <a:lnTo>
                    <a:pt x="287426" y="687132"/>
                  </a:lnTo>
                  <a:lnTo>
                    <a:pt x="217124" y="615332"/>
                  </a:lnTo>
                  <a:lnTo>
                    <a:pt x="126499" y="563121"/>
                  </a:lnTo>
                  <a:lnTo>
                    <a:pt x="0" y="421860"/>
                  </a:lnTo>
                  <a:lnTo>
                    <a:pt x="3688" y="382679"/>
                  </a:lnTo>
                  <a:lnTo>
                    <a:pt x="506" y="316935"/>
                  </a:lnTo>
                  <a:lnTo>
                    <a:pt x="38947" y="213064"/>
                  </a:lnTo>
                  <a:lnTo>
                    <a:pt x="75798" y="140438"/>
                  </a:lnTo>
                  <a:lnTo>
                    <a:pt x="126680" y="102817"/>
                  </a:lnTo>
                  <a:lnTo>
                    <a:pt x="274335" y="64508"/>
                  </a:lnTo>
                  <a:lnTo>
                    <a:pt x="311366" y="6884"/>
                  </a:lnTo>
                  <a:lnTo>
                    <a:pt x="314479" y="0"/>
                  </a:lnTo>
                  <a:lnTo>
                    <a:pt x="1042192" y="0"/>
                  </a:lnTo>
                  <a:close/>
                </a:path>
              </a:pathLst>
            </a:custGeom>
            <a:solidFill>
              <a:srgbClr val="FFEFDB">
                <a:alpha val="100000"/>
              </a:srgbClr>
            </a:solidFill>
            <a:ln w="5420" cap="flat">
              <a:solidFill>
                <a:srgbClr val="5959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2" name="pg662"/>
            <p:cNvSpPr/>
            <p:nvPr/>
          </p:nvSpPr>
          <p:spPr>
            <a:xfrm>
              <a:off x="2490532" y="1853932"/>
              <a:ext cx="2088998" cy="3682871"/>
            </a:xfrm>
            <a:custGeom>
              <a:avLst/>
              <a:pathLst>
                <a:path w="2088998" h="3682871">
                  <a:moveTo>
                    <a:pt x="1987487" y="41706"/>
                  </a:moveTo>
                  <a:lnTo>
                    <a:pt x="1877912" y="69968"/>
                  </a:lnTo>
                  <a:lnTo>
                    <a:pt x="1818858" y="101074"/>
                  </a:lnTo>
                  <a:lnTo>
                    <a:pt x="1771628" y="148650"/>
                  </a:lnTo>
                  <a:lnTo>
                    <a:pt x="1743674" y="208385"/>
                  </a:lnTo>
                  <a:lnTo>
                    <a:pt x="1680388" y="280369"/>
                  </a:lnTo>
                  <a:lnTo>
                    <a:pt x="1684836" y="328588"/>
                  </a:lnTo>
                  <a:lnTo>
                    <a:pt x="1695432" y="362859"/>
                  </a:lnTo>
                  <a:lnTo>
                    <a:pt x="1690550" y="434293"/>
                  </a:lnTo>
                  <a:lnTo>
                    <a:pt x="1730583" y="503937"/>
                  </a:lnTo>
                  <a:lnTo>
                    <a:pt x="1809961" y="618039"/>
                  </a:lnTo>
                  <a:lnTo>
                    <a:pt x="1825114" y="795269"/>
                  </a:lnTo>
                  <a:lnTo>
                    <a:pt x="1885687" y="913867"/>
                  </a:lnTo>
                  <a:lnTo>
                    <a:pt x="1978519" y="1052146"/>
                  </a:lnTo>
                  <a:lnTo>
                    <a:pt x="2049905" y="1091464"/>
                  </a:lnTo>
                  <a:lnTo>
                    <a:pt x="2053377" y="1142895"/>
                  </a:lnTo>
                  <a:lnTo>
                    <a:pt x="2020432" y="1227817"/>
                  </a:lnTo>
                  <a:lnTo>
                    <a:pt x="1977000" y="1266630"/>
                  </a:lnTo>
                  <a:lnTo>
                    <a:pt x="2033487" y="1258877"/>
                  </a:lnTo>
                  <a:lnTo>
                    <a:pt x="2061622" y="1278284"/>
                  </a:lnTo>
                  <a:lnTo>
                    <a:pt x="2088998" y="1349121"/>
                  </a:lnTo>
                  <a:lnTo>
                    <a:pt x="2086864" y="1421426"/>
                  </a:lnTo>
                  <a:lnTo>
                    <a:pt x="2077606" y="1462167"/>
                  </a:lnTo>
                  <a:lnTo>
                    <a:pt x="2060501" y="1478408"/>
                  </a:lnTo>
                  <a:lnTo>
                    <a:pt x="2061224" y="1436796"/>
                  </a:lnTo>
                  <a:lnTo>
                    <a:pt x="2049110" y="1422344"/>
                  </a:lnTo>
                  <a:lnTo>
                    <a:pt x="2029111" y="1440374"/>
                  </a:lnTo>
                  <a:lnTo>
                    <a:pt x="2016165" y="1460928"/>
                  </a:lnTo>
                  <a:lnTo>
                    <a:pt x="2010776" y="1541905"/>
                  </a:lnTo>
                  <a:lnTo>
                    <a:pt x="1997071" y="1582370"/>
                  </a:lnTo>
                  <a:lnTo>
                    <a:pt x="1948612" y="1594390"/>
                  </a:lnTo>
                  <a:lnTo>
                    <a:pt x="1899466" y="1700646"/>
                  </a:lnTo>
                  <a:lnTo>
                    <a:pt x="1853755" y="1760931"/>
                  </a:lnTo>
                  <a:lnTo>
                    <a:pt x="1673879" y="2168566"/>
                  </a:lnTo>
                  <a:lnTo>
                    <a:pt x="1680750" y="2236697"/>
                  </a:lnTo>
                  <a:lnTo>
                    <a:pt x="1647841" y="2258627"/>
                  </a:lnTo>
                  <a:lnTo>
                    <a:pt x="1598008" y="2276474"/>
                  </a:lnTo>
                  <a:lnTo>
                    <a:pt x="1547596" y="2317214"/>
                  </a:lnTo>
                  <a:lnTo>
                    <a:pt x="1514145" y="2362130"/>
                  </a:lnTo>
                  <a:lnTo>
                    <a:pt x="1483081" y="2482929"/>
                  </a:lnTo>
                  <a:lnTo>
                    <a:pt x="1423556" y="2618915"/>
                  </a:lnTo>
                  <a:lnTo>
                    <a:pt x="1386416" y="2562254"/>
                  </a:lnTo>
                  <a:lnTo>
                    <a:pt x="1376905" y="2513760"/>
                  </a:lnTo>
                  <a:lnTo>
                    <a:pt x="1393432" y="2387272"/>
                  </a:lnTo>
                  <a:lnTo>
                    <a:pt x="1457803" y="2179898"/>
                  </a:lnTo>
                  <a:lnTo>
                    <a:pt x="1528719" y="2050978"/>
                  </a:lnTo>
                  <a:lnTo>
                    <a:pt x="1582819" y="1989868"/>
                  </a:lnTo>
                  <a:lnTo>
                    <a:pt x="1627300" y="1865306"/>
                  </a:lnTo>
                  <a:lnTo>
                    <a:pt x="1571103" y="1846725"/>
                  </a:lnTo>
                  <a:lnTo>
                    <a:pt x="1485432" y="1848744"/>
                  </a:lnTo>
                  <a:lnTo>
                    <a:pt x="1501560" y="1791257"/>
                  </a:lnTo>
                  <a:lnTo>
                    <a:pt x="1526549" y="1740607"/>
                  </a:lnTo>
                  <a:lnTo>
                    <a:pt x="1481888" y="1690140"/>
                  </a:lnTo>
                  <a:lnTo>
                    <a:pt x="1455452" y="1683717"/>
                  </a:lnTo>
                  <a:lnTo>
                    <a:pt x="1428221" y="1663025"/>
                  </a:lnTo>
                  <a:lnTo>
                    <a:pt x="1460153" y="1621000"/>
                  </a:lnTo>
                  <a:lnTo>
                    <a:pt x="1475740" y="1576589"/>
                  </a:lnTo>
                  <a:lnTo>
                    <a:pt x="1466229" y="1522544"/>
                  </a:lnTo>
                  <a:lnTo>
                    <a:pt x="1479609" y="1481849"/>
                  </a:lnTo>
                  <a:lnTo>
                    <a:pt x="1457296" y="1487997"/>
                  </a:lnTo>
                  <a:lnTo>
                    <a:pt x="1421422" y="1531077"/>
                  </a:lnTo>
                  <a:lnTo>
                    <a:pt x="1399110" y="1548282"/>
                  </a:lnTo>
                  <a:lnTo>
                    <a:pt x="1385512" y="1510156"/>
                  </a:lnTo>
                  <a:lnTo>
                    <a:pt x="1369998" y="1518782"/>
                  </a:lnTo>
                  <a:lnTo>
                    <a:pt x="1359909" y="1544979"/>
                  </a:lnTo>
                  <a:lnTo>
                    <a:pt x="1337017" y="1559385"/>
                  </a:lnTo>
                  <a:lnTo>
                    <a:pt x="1288667" y="1523553"/>
                  </a:lnTo>
                  <a:lnTo>
                    <a:pt x="1218184" y="1482537"/>
                  </a:lnTo>
                  <a:lnTo>
                    <a:pt x="1178947" y="1411975"/>
                  </a:lnTo>
                  <a:lnTo>
                    <a:pt x="1156562" y="1357287"/>
                  </a:lnTo>
                  <a:lnTo>
                    <a:pt x="1179309" y="1258326"/>
                  </a:lnTo>
                  <a:lnTo>
                    <a:pt x="1228021" y="1240755"/>
                  </a:lnTo>
                  <a:lnTo>
                    <a:pt x="1291307" y="1256812"/>
                  </a:lnTo>
                  <a:lnTo>
                    <a:pt x="1374265" y="1256675"/>
                  </a:lnTo>
                  <a:lnTo>
                    <a:pt x="1362404" y="1234699"/>
                  </a:lnTo>
                  <a:lnTo>
                    <a:pt x="1332786" y="1238323"/>
                  </a:lnTo>
                  <a:lnTo>
                    <a:pt x="1245343" y="1158035"/>
                  </a:lnTo>
                  <a:lnTo>
                    <a:pt x="1217208" y="1109541"/>
                  </a:lnTo>
                  <a:lnTo>
                    <a:pt x="1168821" y="1096236"/>
                  </a:lnTo>
                  <a:lnTo>
                    <a:pt x="1146762" y="1142849"/>
                  </a:lnTo>
                  <a:lnTo>
                    <a:pt x="1122279" y="1155236"/>
                  </a:lnTo>
                  <a:lnTo>
                    <a:pt x="1152512" y="1053247"/>
                  </a:lnTo>
                  <a:lnTo>
                    <a:pt x="1192038" y="1049072"/>
                  </a:lnTo>
                  <a:lnTo>
                    <a:pt x="1250406" y="1020811"/>
                  </a:lnTo>
                  <a:lnTo>
                    <a:pt x="1233445" y="961764"/>
                  </a:lnTo>
                  <a:lnTo>
                    <a:pt x="1196595" y="935934"/>
                  </a:lnTo>
                  <a:lnTo>
                    <a:pt x="1130054" y="968325"/>
                  </a:lnTo>
                  <a:lnTo>
                    <a:pt x="1130850" y="926804"/>
                  </a:lnTo>
                  <a:lnTo>
                    <a:pt x="1143326" y="873631"/>
                  </a:lnTo>
                  <a:lnTo>
                    <a:pt x="1193485" y="873814"/>
                  </a:lnTo>
                  <a:lnTo>
                    <a:pt x="1237423" y="891156"/>
                  </a:lnTo>
                  <a:lnTo>
                    <a:pt x="1274816" y="805271"/>
                  </a:lnTo>
                  <a:lnTo>
                    <a:pt x="1276480" y="766916"/>
                  </a:lnTo>
                  <a:lnTo>
                    <a:pt x="1214351" y="822659"/>
                  </a:lnTo>
                  <a:lnTo>
                    <a:pt x="1200392" y="702410"/>
                  </a:lnTo>
                  <a:lnTo>
                    <a:pt x="1261544" y="586428"/>
                  </a:lnTo>
                  <a:lnTo>
                    <a:pt x="1319876" y="535869"/>
                  </a:lnTo>
                  <a:lnTo>
                    <a:pt x="1392745" y="537337"/>
                  </a:lnTo>
                  <a:lnTo>
                    <a:pt x="1466807" y="529171"/>
                  </a:lnTo>
                  <a:lnTo>
                    <a:pt x="1420338" y="507929"/>
                  </a:lnTo>
                  <a:lnTo>
                    <a:pt x="1372638" y="496413"/>
                  </a:lnTo>
                  <a:lnTo>
                    <a:pt x="1408476" y="450580"/>
                  </a:lnTo>
                  <a:lnTo>
                    <a:pt x="1439034" y="442368"/>
                  </a:lnTo>
                  <a:lnTo>
                    <a:pt x="1469050" y="402407"/>
                  </a:lnTo>
                  <a:lnTo>
                    <a:pt x="1396868" y="408326"/>
                  </a:lnTo>
                  <a:lnTo>
                    <a:pt x="1405366" y="332717"/>
                  </a:lnTo>
                  <a:lnTo>
                    <a:pt x="1370287" y="348086"/>
                  </a:lnTo>
                  <a:lnTo>
                    <a:pt x="1328302" y="355198"/>
                  </a:lnTo>
                  <a:lnTo>
                    <a:pt x="1311956" y="387267"/>
                  </a:lnTo>
                  <a:lnTo>
                    <a:pt x="1315175" y="440533"/>
                  </a:lnTo>
                  <a:lnTo>
                    <a:pt x="1302915" y="475492"/>
                  </a:lnTo>
                  <a:lnTo>
                    <a:pt x="1270260" y="503570"/>
                  </a:lnTo>
                  <a:lnTo>
                    <a:pt x="1215111" y="525455"/>
                  </a:lnTo>
                  <a:lnTo>
                    <a:pt x="1209758" y="487513"/>
                  </a:lnTo>
                  <a:lnTo>
                    <a:pt x="1191532" y="470308"/>
                  </a:lnTo>
                  <a:lnTo>
                    <a:pt x="1184733" y="551560"/>
                  </a:lnTo>
                  <a:lnTo>
                    <a:pt x="1170268" y="579179"/>
                  </a:lnTo>
                  <a:lnTo>
                    <a:pt x="1129946" y="502928"/>
                  </a:lnTo>
                  <a:lnTo>
                    <a:pt x="1117831" y="518298"/>
                  </a:lnTo>
                  <a:lnTo>
                    <a:pt x="1119386" y="539952"/>
                  </a:lnTo>
                  <a:lnTo>
                    <a:pt x="1109080" y="577390"/>
                  </a:lnTo>
                  <a:lnTo>
                    <a:pt x="1074507" y="596888"/>
                  </a:lnTo>
                  <a:lnTo>
                    <a:pt x="1076641" y="644878"/>
                  </a:lnTo>
                  <a:lnTo>
                    <a:pt x="1063225" y="671029"/>
                  </a:lnTo>
                  <a:lnTo>
                    <a:pt x="952492" y="629371"/>
                  </a:lnTo>
                  <a:lnTo>
                    <a:pt x="949889" y="643501"/>
                  </a:lnTo>
                  <a:lnTo>
                    <a:pt x="1012524" y="733333"/>
                  </a:lnTo>
                  <a:lnTo>
                    <a:pt x="1058270" y="764026"/>
                  </a:lnTo>
                  <a:lnTo>
                    <a:pt x="1063839" y="813024"/>
                  </a:lnTo>
                  <a:lnTo>
                    <a:pt x="1024566" y="853673"/>
                  </a:lnTo>
                  <a:lnTo>
                    <a:pt x="970393" y="818576"/>
                  </a:lnTo>
                  <a:lnTo>
                    <a:pt x="961280" y="821145"/>
                  </a:lnTo>
                  <a:lnTo>
                    <a:pt x="990717" y="881338"/>
                  </a:lnTo>
                  <a:lnTo>
                    <a:pt x="1009269" y="933916"/>
                  </a:lnTo>
                  <a:lnTo>
                    <a:pt x="990175" y="977960"/>
                  </a:lnTo>
                  <a:lnTo>
                    <a:pt x="993140" y="1032189"/>
                  </a:lnTo>
                  <a:lnTo>
                    <a:pt x="989017" y="1081371"/>
                  </a:lnTo>
                  <a:lnTo>
                    <a:pt x="977337" y="1124268"/>
                  </a:lnTo>
                  <a:lnTo>
                    <a:pt x="1003663" y="1322006"/>
                  </a:lnTo>
                  <a:lnTo>
                    <a:pt x="1035379" y="1375777"/>
                  </a:lnTo>
                  <a:lnTo>
                    <a:pt x="1066552" y="1427207"/>
                  </a:lnTo>
                  <a:lnTo>
                    <a:pt x="1083078" y="1475334"/>
                  </a:lnTo>
                  <a:lnTo>
                    <a:pt x="1049989" y="1482354"/>
                  </a:lnTo>
                  <a:lnTo>
                    <a:pt x="997299" y="1442760"/>
                  </a:lnTo>
                  <a:lnTo>
                    <a:pt x="951010" y="1412572"/>
                  </a:lnTo>
                  <a:lnTo>
                    <a:pt x="895861" y="1316042"/>
                  </a:lnTo>
                  <a:lnTo>
                    <a:pt x="886747" y="1277504"/>
                  </a:lnTo>
                  <a:lnTo>
                    <a:pt x="873295" y="1247040"/>
                  </a:lnTo>
                  <a:lnTo>
                    <a:pt x="879804" y="1317006"/>
                  </a:lnTo>
                  <a:lnTo>
                    <a:pt x="899477" y="1395138"/>
                  </a:lnTo>
                  <a:lnTo>
                    <a:pt x="1072193" y="1569983"/>
                  </a:lnTo>
                  <a:lnTo>
                    <a:pt x="1104089" y="1637058"/>
                  </a:lnTo>
                  <a:lnTo>
                    <a:pt x="1128391" y="1689773"/>
                  </a:lnTo>
                  <a:lnTo>
                    <a:pt x="1122279" y="1740286"/>
                  </a:lnTo>
                  <a:lnTo>
                    <a:pt x="1077256" y="1704546"/>
                  </a:lnTo>
                  <a:lnTo>
                    <a:pt x="1038416" y="1658988"/>
                  </a:lnTo>
                  <a:lnTo>
                    <a:pt x="935315" y="1607512"/>
                  </a:lnTo>
                  <a:lnTo>
                    <a:pt x="805308" y="1574983"/>
                  </a:lnTo>
                  <a:lnTo>
                    <a:pt x="732004" y="1455331"/>
                  </a:lnTo>
                  <a:lnTo>
                    <a:pt x="732258" y="1505247"/>
                  </a:lnTo>
                  <a:lnTo>
                    <a:pt x="715984" y="1547594"/>
                  </a:lnTo>
                  <a:lnTo>
                    <a:pt x="671178" y="1495980"/>
                  </a:lnTo>
                  <a:lnTo>
                    <a:pt x="642934" y="1451936"/>
                  </a:lnTo>
                  <a:lnTo>
                    <a:pt x="633459" y="1403671"/>
                  </a:lnTo>
                  <a:lnTo>
                    <a:pt x="577515" y="1406974"/>
                  </a:lnTo>
                  <a:lnTo>
                    <a:pt x="518858" y="1448908"/>
                  </a:lnTo>
                  <a:lnTo>
                    <a:pt x="462117" y="1438952"/>
                  </a:lnTo>
                  <a:lnTo>
                    <a:pt x="455391" y="1357104"/>
                  </a:lnTo>
                  <a:lnTo>
                    <a:pt x="470724" y="1313748"/>
                  </a:lnTo>
                  <a:lnTo>
                    <a:pt x="534408" y="1211209"/>
                  </a:lnTo>
                  <a:lnTo>
                    <a:pt x="594403" y="1158861"/>
                  </a:lnTo>
                  <a:lnTo>
                    <a:pt x="620875" y="1091281"/>
                  </a:lnTo>
                  <a:lnTo>
                    <a:pt x="611834" y="986493"/>
                  </a:lnTo>
                  <a:lnTo>
                    <a:pt x="600551" y="1093116"/>
                  </a:lnTo>
                  <a:lnTo>
                    <a:pt x="566268" y="1145969"/>
                  </a:lnTo>
                  <a:lnTo>
                    <a:pt x="512384" y="1186342"/>
                  </a:lnTo>
                  <a:lnTo>
                    <a:pt x="441468" y="1258280"/>
                  </a:lnTo>
                  <a:lnTo>
                    <a:pt x="424146" y="1324805"/>
                  </a:lnTo>
                  <a:lnTo>
                    <a:pt x="402014" y="1449367"/>
                  </a:lnTo>
                  <a:lnTo>
                    <a:pt x="431957" y="1491529"/>
                  </a:lnTo>
                  <a:lnTo>
                    <a:pt x="462551" y="1502540"/>
                  </a:lnTo>
                  <a:lnTo>
                    <a:pt x="552924" y="1474279"/>
                  </a:lnTo>
                  <a:lnTo>
                    <a:pt x="599683" y="1486896"/>
                  </a:lnTo>
                  <a:lnTo>
                    <a:pt x="703689" y="1636874"/>
                  </a:lnTo>
                  <a:lnTo>
                    <a:pt x="897343" y="1696196"/>
                  </a:lnTo>
                  <a:lnTo>
                    <a:pt x="967970" y="1733266"/>
                  </a:lnTo>
                  <a:lnTo>
                    <a:pt x="1025542" y="1811536"/>
                  </a:lnTo>
                  <a:lnTo>
                    <a:pt x="1112081" y="1856589"/>
                  </a:lnTo>
                  <a:lnTo>
                    <a:pt x="1179237" y="1922058"/>
                  </a:lnTo>
                  <a:lnTo>
                    <a:pt x="1181045" y="1964772"/>
                  </a:lnTo>
                  <a:lnTo>
                    <a:pt x="1157792" y="2015285"/>
                  </a:lnTo>
                  <a:lnTo>
                    <a:pt x="1148606" y="2083644"/>
                  </a:lnTo>
                  <a:lnTo>
                    <a:pt x="1120073" y="2126771"/>
                  </a:lnTo>
                  <a:lnTo>
                    <a:pt x="1051580" y="2131726"/>
                  </a:lnTo>
                  <a:lnTo>
                    <a:pt x="1010209" y="2120623"/>
                  </a:lnTo>
                  <a:lnTo>
                    <a:pt x="787804" y="1880308"/>
                  </a:lnTo>
                  <a:lnTo>
                    <a:pt x="761261" y="1858195"/>
                  </a:lnTo>
                  <a:lnTo>
                    <a:pt x="678772" y="1732349"/>
                  </a:lnTo>
                  <a:lnTo>
                    <a:pt x="581999" y="1664952"/>
                  </a:lnTo>
                  <a:lnTo>
                    <a:pt x="552056" y="1666374"/>
                  </a:lnTo>
                  <a:lnTo>
                    <a:pt x="689802" y="1791028"/>
                  </a:lnTo>
                  <a:lnTo>
                    <a:pt x="746036" y="1878198"/>
                  </a:lnTo>
                  <a:lnTo>
                    <a:pt x="845087" y="2000420"/>
                  </a:lnTo>
                  <a:lnTo>
                    <a:pt x="915895" y="2052171"/>
                  </a:lnTo>
                  <a:lnTo>
                    <a:pt x="968006" y="2132918"/>
                  </a:lnTo>
                  <a:lnTo>
                    <a:pt x="1016429" y="2170769"/>
                  </a:lnTo>
                  <a:lnTo>
                    <a:pt x="1148642" y="2224676"/>
                  </a:lnTo>
                  <a:lnTo>
                    <a:pt x="1102679" y="2263398"/>
                  </a:lnTo>
                  <a:lnTo>
                    <a:pt x="1176054" y="2296385"/>
                  </a:lnTo>
                  <a:lnTo>
                    <a:pt x="1186542" y="2357037"/>
                  </a:lnTo>
                  <a:lnTo>
                    <a:pt x="1179815" y="2426177"/>
                  </a:lnTo>
                  <a:lnTo>
                    <a:pt x="1077979" y="2398833"/>
                  </a:lnTo>
                  <a:lnTo>
                    <a:pt x="1074652" y="2449759"/>
                  </a:lnTo>
                  <a:lnTo>
                    <a:pt x="1083765" y="2479810"/>
                  </a:lnTo>
                  <a:lnTo>
                    <a:pt x="1038778" y="2504630"/>
                  </a:lnTo>
                  <a:lnTo>
                    <a:pt x="976216" y="2470955"/>
                  </a:lnTo>
                  <a:lnTo>
                    <a:pt x="813770" y="2286751"/>
                  </a:lnTo>
                  <a:lnTo>
                    <a:pt x="815144" y="2311388"/>
                  </a:lnTo>
                  <a:lnTo>
                    <a:pt x="828307" y="2339970"/>
                  </a:lnTo>
                  <a:lnTo>
                    <a:pt x="922513" y="2458568"/>
                  </a:lnTo>
                  <a:lnTo>
                    <a:pt x="1006593" y="2529680"/>
                  </a:lnTo>
                  <a:lnTo>
                    <a:pt x="1077871" y="2561796"/>
                  </a:lnTo>
                  <a:lnTo>
                    <a:pt x="1132803" y="2621392"/>
                  </a:lnTo>
                  <a:lnTo>
                    <a:pt x="1152186" y="2657453"/>
                  </a:lnTo>
                  <a:lnTo>
                    <a:pt x="1165133" y="2712141"/>
                  </a:lnTo>
                  <a:lnTo>
                    <a:pt x="1124413" y="2749303"/>
                  </a:lnTo>
                  <a:lnTo>
                    <a:pt x="1078051" y="2769811"/>
                  </a:lnTo>
                  <a:lnTo>
                    <a:pt x="1032775" y="2732741"/>
                  </a:lnTo>
                  <a:lnTo>
                    <a:pt x="999577" y="2693698"/>
                  </a:lnTo>
                  <a:lnTo>
                    <a:pt x="928878" y="2627403"/>
                  </a:lnTo>
                  <a:lnTo>
                    <a:pt x="907686" y="2553308"/>
                  </a:lnTo>
                  <a:lnTo>
                    <a:pt x="853911" y="2557116"/>
                  </a:lnTo>
                  <a:lnTo>
                    <a:pt x="629156" y="2463156"/>
                  </a:lnTo>
                  <a:lnTo>
                    <a:pt x="448520" y="2452328"/>
                  </a:lnTo>
                  <a:lnTo>
                    <a:pt x="466168" y="2471230"/>
                  </a:lnTo>
                  <a:lnTo>
                    <a:pt x="489023" y="2483801"/>
                  </a:lnTo>
                  <a:lnTo>
                    <a:pt x="632881" y="2506970"/>
                  </a:lnTo>
                  <a:lnTo>
                    <a:pt x="689730" y="2550234"/>
                  </a:lnTo>
                  <a:lnTo>
                    <a:pt x="808056" y="2588635"/>
                  </a:lnTo>
                  <a:lnTo>
                    <a:pt x="877345" y="2599141"/>
                  </a:lnTo>
                  <a:lnTo>
                    <a:pt x="905444" y="2717096"/>
                  </a:lnTo>
                  <a:lnTo>
                    <a:pt x="1001204" y="2798256"/>
                  </a:lnTo>
                  <a:lnTo>
                    <a:pt x="1013645" y="2858403"/>
                  </a:lnTo>
                  <a:lnTo>
                    <a:pt x="1079028" y="2865148"/>
                  </a:lnTo>
                  <a:lnTo>
                    <a:pt x="1194063" y="2806147"/>
                  </a:lnTo>
                  <a:lnTo>
                    <a:pt x="1268307" y="2826839"/>
                  </a:lnTo>
                  <a:lnTo>
                    <a:pt x="1375386" y="2843722"/>
                  </a:lnTo>
                  <a:lnTo>
                    <a:pt x="1399869" y="2891345"/>
                  </a:lnTo>
                  <a:lnTo>
                    <a:pt x="1418240" y="2981956"/>
                  </a:lnTo>
                  <a:lnTo>
                    <a:pt x="1456103" y="3083899"/>
                  </a:lnTo>
                  <a:lnTo>
                    <a:pt x="1554287" y="3485845"/>
                  </a:lnTo>
                  <a:lnTo>
                    <a:pt x="1642687" y="3682871"/>
                  </a:lnTo>
                  <a:lnTo>
                    <a:pt x="1615976" y="3682871"/>
                  </a:lnTo>
                  <a:lnTo>
                    <a:pt x="1576238" y="3603800"/>
                  </a:lnTo>
                  <a:lnTo>
                    <a:pt x="1515845" y="3446573"/>
                  </a:lnTo>
                  <a:lnTo>
                    <a:pt x="1453789" y="3168959"/>
                  </a:lnTo>
                  <a:lnTo>
                    <a:pt x="1435779" y="3106793"/>
                  </a:lnTo>
                  <a:lnTo>
                    <a:pt x="1414588" y="3081972"/>
                  </a:lnTo>
                  <a:lnTo>
                    <a:pt x="1400629" y="3102159"/>
                  </a:lnTo>
                  <a:lnTo>
                    <a:pt x="1394625" y="3137532"/>
                  </a:lnTo>
                  <a:lnTo>
                    <a:pt x="1404751" y="3164692"/>
                  </a:lnTo>
                  <a:lnTo>
                    <a:pt x="1380305" y="3256083"/>
                  </a:lnTo>
                  <a:lnTo>
                    <a:pt x="1390901" y="3298016"/>
                  </a:lnTo>
                  <a:lnTo>
                    <a:pt x="1430608" y="3341372"/>
                  </a:lnTo>
                  <a:lnTo>
                    <a:pt x="1473751" y="3449555"/>
                  </a:lnTo>
                  <a:lnTo>
                    <a:pt x="1508214" y="3595221"/>
                  </a:lnTo>
                  <a:lnTo>
                    <a:pt x="1461600" y="3536174"/>
                  </a:lnTo>
                  <a:lnTo>
                    <a:pt x="1411839" y="3504885"/>
                  </a:lnTo>
                  <a:lnTo>
                    <a:pt x="1334413" y="3480890"/>
                  </a:lnTo>
                  <a:lnTo>
                    <a:pt x="1265450" y="3438819"/>
                  </a:lnTo>
                  <a:lnTo>
                    <a:pt x="1270477" y="3499150"/>
                  </a:lnTo>
                  <a:lnTo>
                    <a:pt x="1263859" y="3564298"/>
                  </a:lnTo>
                  <a:lnTo>
                    <a:pt x="1210699" y="3544433"/>
                  </a:lnTo>
                  <a:lnTo>
                    <a:pt x="1174535" y="3522824"/>
                  </a:lnTo>
                  <a:lnTo>
                    <a:pt x="1206540" y="3592239"/>
                  </a:lnTo>
                  <a:lnTo>
                    <a:pt x="1137070" y="3571410"/>
                  </a:lnTo>
                  <a:lnTo>
                    <a:pt x="1090781" y="3575768"/>
                  </a:lnTo>
                  <a:lnTo>
                    <a:pt x="1060693" y="3637384"/>
                  </a:lnTo>
                  <a:lnTo>
                    <a:pt x="1020335" y="3674775"/>
                  </a:lnTo>
                  <a:lnTo>
                    <a:pt x="980297" y="3682871"/>
                  </a:lnTo>
                  <a:lnTo>
                    <a:pt x="954427" y="3682871"/>
                  </a:lnTo>
                  <a:lnTo>
                    <a:pt x="872137" y="3630502"/>
                  </a:lnTo>
                  <a:lnTo>
                    <a:pt x="843460" y="3562096"/>
                  </a:lnTo>
                  <a:lnTo>
                    <a:pt x="831598" y="3485937"/>
                  </a:lnTo>
                  <a:lnTo>
                    <a:pt x="826861" y="3575997"/>
                  </a:lnTo>
                  <a:lnTo>
                    <a:pt x="842628" y="3669774"/>
                  </a:lnTo>
                  <a:lnTo>
                    <a:pt x="841612" y="3682871"/>
                  </a:lnTo>
                  <a:lnTo>
                    <a:pt x="0" y="3682871"/>
                  </a:lnTo>
                  <a:lnTo>
                    <a:pt x="0" y="0"/>
                  </a:lnTo>
                  <a:lnTo>
                    <a:pt x="2024089" y="0"/>
                  </a:lnTo>
                  <a:close/>
                </a:path>
              </a:pathLst>
            </a:custGeom>
            <a:solidFill>
              <a:srgbClr val="FFEFDB">
                <a:alpha val="100000"/>
              </a:srgbClr>
            </a:solidFill>
            <a:ln w="5420" cap="flat">
              <a:solidFill>
                <a:srgbClr val="5959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3" name="pg663"/>
            <p:cNvSpPr/>
            <p:nvPr/>
          </p:nvSpPr>
          <p:spPr>
            <a:xfrm>
              <a:off x="5159228" y="2035019"/>
              <a:ext cx="108453" cy="203932"/>
            </a:xfrm>
            <a:custGeom>
              <a:avLst/>
              <a:pathLst>
                <a:path w="108453" h="203932">
                  <a:moveTo>
                    <a:pt x="1988" y="203932"/>
                  </a:moveTo>
                  <a:lnTo>
                    <a:pt x="0" y="176588"/>
                  </a:lnTo>
                  <a:lnTo>
                    <a:pt x="108453" y="0"/>
                  </a:lnTo>
                  <a:lnTo>
                    <a:pt x="88853" y="61707"/>
                  </a:lnTo>
                  <a:close/>
                </a:path>
              </a:pathLst>
            </a:custGeom>
            <a:solidFill>
              <a:srgbClr val="FFEFDB">
                <a:alpha val="100000"/>
              </a:srgbClr>
            </a:solidFill>
            <a:ln w="5420" cap="flat">
              <a:solidFill>
                <a:srgbClr val="5959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4" name="pg664"/>
            <p:cNvSpPr/>
            <p:nvPr/>
          </p:nvSpPr>
          <p:spPr>
            <a:xfrm>
              <a:off x="4325772" y="3395883"/>
              <a:ext cx="207830" cy="400294"/>
            </a:xfrm>
            <a:custGeom>
              <a:avLst/>
              <a:pathLst>
                <a:path w="207830" h="400294">
                  <a:moveTo>
                    <a:pt x="0" y="400294"/>
                  </a:moveTo>
                  <a:lnTo>
                    <a:pt x="112974" y="212144"/>
                  </a:lnTo>
                  <a:lnTo>
                    <a:pt x="178574" y="54504"/>
                  </a:lnTo>
                  <a:lnTo>
                    <a:pt x="207830" y="0"/>
                  </a:lnTo>
                  <a:lnTo>
                    <a:pt x="179442" y="110476"/>
                  </a:lnTo>
                  <a:lnTo>
                    <a:pt x="129826" y="212052"/>
                  </a:lnTo>
                  <a:lnTo>
                    <a:pt x="33668" y="385062"/>
                  </a:lnTo>
                  <a:close/>
                </a:path>
              </a:pathLst>
            </a:custGeom>
            <a:solidFill>
              <a:srgbClr val="FFEFDB">
                <a:alpha val="100000"/>
              </a:srgbClr>
            </a:solidFill>
            <a:ln w="5420" cap="flat">
              <a:solidFill>
                <a:srgbClr val="5959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5" name="pt665"/>
            <p:cNvSpPr/>
            <p:nvPr/>
          </p:nvSpPr>
          <p:spPr>
            <a:xfrm>
              <a:off x="4042131" y="3963949"/>
              <a:ext cx="144506" cy="144506"/>
            </a:xfrm>
            <a:prstGeom prst="ellipse">
              <a:avLst/>
            </a:prstGeom>
            <a:solidFill>
              <a:srgbClr val="56BFAB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6" name="pt666"/>
            <p:cNvSpPr/>
            <p:nvPr/>
          </p:nvSpPr>
          <p:spPr>
            <a:xfrm>
              <a:off x="4598279" y="2594972"/>
              <a:ext cx="144506" cy="144506"/>
            </a:xfrm>
            <a:prstGeom prst="ellipse">
              <a:avLst/>
            </a:prstGeom>
            <a:solidFill>
              <a:srgbClr val="6AD1B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7" name="pt667"/>
            <p:cNvSpPr/>
            <p:nvPr/>
          </p:nvSpPr>
          <p:spPr>
            <a:xfrm>
              <a:off x="4150995" y="2255653"/>
              <a:ext cx="144506" cy="144506"/>
            </a:xfrm>
            <a:prstGeom prst="ellipse">
              <a:avLst/>
            </a:prstGeom>
            <a:solidFill>
              <a:srgbClr val="3A75A2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8" name="pt668"/>
            <p:cNvSpPr/>
            <p:nvPr/>
          </p:nvSpPr>
          <p:spPr>
            <a:xfrm>
              <a:off x="3069870" y="3287113"/>
              <a:ext cx="144506" cy="144506"/>
            </a:xfrm>
            <a:prstGeom prst="ellipse">
              <a:avLst/>
            </a:prstGeom>
            <a:solidFill>
              <a:srgbClr val="3A7EA4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9" name="pt669"/>
            <p:cNvSpPr/>
            <p:nvPr/>
          </p:nvSpPr>
          <p:spPr>
            <a:xfrm>
              <a:off x="3376420" y="4483362"/>
              <a:ext cx="144506" cy="144506"/>
            </a:xfrm>
            <a:prstGeom prst="ellipse">
              <a:avLst/>
            </a:prstGeom>
            <a:solidFill>
              <a:srgbClr val="57C0AB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0" name="pt670"/>
            <p:cNvSpPr/>
            <p:nvPr/>
          </p:nvSpPr>
          <p:spPr>
            <a:xfrm>
              <a:off x="3424036" y="3595130"/>
              <a:ext cx="198708" cy="198708"/>
            </a:xfrm>
            <a:prstGeom prst="ellipse">
              <a:avLst/>
            </a:prstGeom>
            <a:solidFill>
              <a:srgbClr val="3699A9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1" name="pt671"/>
            <p:cNvSpPr/>
            <p:nvPr/>
          </p:nvSpPr>
          <p:spPr>
            <a:xfrm>
              <a:off x="3396285" y="4283874"/>
              <a:ext cx="198708" cy="198708"/>
            </a:xfrm>
            <a:prstGeom prst="ellipse">
              <a:avLst/>
            </a:prstGeom>
            <a:solidFill>
              <a:srgbClr val="C5EDD9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2" name="pt672"/>
            <p:cNvSpPr/>
            <p:nvPr/>
          </p:nvSpPr>
          <p:spPr>
            <a:xfrm>
              <a:off x="3349319" y="4456260"/>
              <a:ext cx="198708" cy="198708"/>
            </a:xfrm>
            <a:prstGeom prst="ellipse">
              <a:avLst/>
            </a:prstGeom>
            <a:solidFill>
              <a:srgbClr val="5FCCAC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3" name="pg673"/>
            <p:cNvSpPr/>
            <p:nvPr/>
          </p:nvSpPr>
          <p:spPr>
            <a:xfrm>
              <a:off x="3287769" y="4134760"/>
              <a:ext cx="267615" cy="231762"/>
            </a:xfrm>
            <a:custGeom>
              <a:avLst/>
              <a:pathLst>
                <a:path w="267615" h="231762">
                  <a:moveTo>
                    <a:pt x="133807" y="0"/>
                  </a:moveTo>
                  <a:lnTo>
                    <a:pt x="267615" y="231762"/>
                  </a:lnTo>
                  <a:lnTo>
                    <a:pt x="0" y="231762"/>
                  </a:lnTo>
                  <a:close/>
                </a:path>
              </a:pathLst>
            </a:custGeom>
            <a:solidFill>
              <a:srgbClr val="FF1493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4" name="pl674"/>
            <p:cNvSpPr/>
            <p:nvPr/>
          </p:nvSpPr>
          <p:spPr>
            <a:xfrm>
              <a:off x="3536967" y="3324743"/>
              <a:ext cx="1087494" cy="365182"/>
            </a:xfrm>
            <a:custGeom>
              <a:avLst/>
              <a:pathLst>
                <a:path w="1087494" h="365182">
                  <a:moveTo>
                    <a:pt x="1087494" y="0"/>
                  </a:moveTo>
                  <a:lnTo>
                    <a:pt x="0" y="365182"/>
                  </a:lnTo>
                </a:path>
              </a:pathLst>
            </a:custGeom>
            <a:ln w="1355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5" name="pl675"/>
            <p:cNvSpPr/>
            <p:nvPr/>
          </p:nvSpPr>
          <p:spPr>
            <a:xfrm>
              <a:off x="3508990" y="3882993"/>
              <a:ext cx="1281372" cy="495077"/>
            </a:xfrm>
            <a:custGeom>
              <a:avLst/>
              <a:pathLst>
                <a:path w="1281372" h="495077">
                  <a:moveTo>
                    <a:pt x="1281372" y="0"/>
                  </a:moveTo>
                  <a:lnTo>
                    <a:pt x="0" y="495077"/>
                  </a:lnTo>
                </a:path>
              </a:pathLst>
            </a:custGeom>
            <a:ln w="1355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6" name="pl676"/>
            <p:cNvSpPr/>
            <p:nvPr/>
          </p:nvSpPr>
          <p:spPr>
            <a:xfrm>
              <a:off x="3462629" y="4296858"/>
              <a:ext cx="1082356" cy="255462"/>
            </a:xfrm>
            <a:custGeom>
              <a:avLst/>
              <a:pathLst>
                <a:path w="1082356" h="255462">
                  <a:moveTo>
                    <a:pt x="1082356" y="0"/>
                  </a:moveTo>
                  <a:lnTo>
                    <a:pt x="0" y="255462"/>
                  </a:lnTo>
                </a:path>
              </a:pathLst>
            </a:custGeom>
            <a:ln w="1355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7" name="pg677"/>
            <p:cNvSpPr/>
            <p:nvPr/>
          </p:nvSpPr>
          <p:spPr>
            <a:xfrm>
              <a:off x="4624462" y="3156336"/>
              <a:ext cx="1500987" cy="324612"/>
            </a:xfrm>
            <a:custGeom>
              <a:avLst/>
              <a:pathLst>
                <a:path w="1500987" h="324612">
                  <a:moveTo>
                    <a:pt x="27431" y="324612"/>
                  </a:moveTo>
                  <a:lnTo>
                    <a:pt x="1473555" y="324612"/>
                  </a:lnTo>
                  <a:lnTo>
                    <a:pt x="1472451" y="324589"/>
                  </a:lnTo>
                  <a:lnTo>
                    <a:pt x="1476862" y="324411"/>
                  </a:lnTo>
                  <a:lnTo>
                    <a:pt x="1481187" y="323528"/>
                  </a:lnTo>
                  <a:lnTo>
                    <a:pt x="1485315" y="321963"/>
                  </a:lnTo>
                  <a:lnTo>
                    <a:pt x="1489138" y="319756"/>
                  </a:lnTo>
                  <a:lnTo>
                    <a:pt x="1492558" y="316964"/>
                  </a:lnTo>
                  <a:lnTo>
                    <a:pt x="1495485" y="313659"/>
                  </a:lnTo>
                  <a:lnTo>
                    <a:pt x="1497845" y="309928"/>
                  </a:lnTo>
                  <a:lnTo>
                    <a:pt x="1499575" y="305866"/>
                  </a:lnTo>
                  <a:lnTo>
                    <a:pt x="1500632" y="301580"/>
                  </a:lnTo>
                  <a:lnTo>
                    <a:pt x="1500987" y="297180"/>
                  </a:lnTo>
                  <a:lnTo>
                    <a:pt x="1500987" y="27432"/>
                  </a:lnTo>
                  <a:lnTo>
                    <a:pt x="1500632" y="23031"/>
                  </a:lnTo>
                  <a:lnTo>
                    <a:pt x="1499575" y="18745"/>
                  </a:lnTo>
                  <a:lnTo>
                    <a:pt x="1497845" y="14683"/>
                  </a:lnTo>
                  <a:lnTo>
                    <a:pt x="1495485" y="10952"/>
                  </a:lnTo>
                  <a:lnTo>
                    <a:pt x="1492558" y="7647"/>
                  </a:lnTo>
                  <a:lnTo>
                    <a:pt x="1489138" y="4855"/>
                  </a:lnTo>
                  <a:lnTo>
                    <a:pt x="1485315" y="2648"/>
                  </a:lnTo>
                  <a:lnTo>
                    <a:pt x="1481187" y="1083"/>
                  </a:lnTo>
                  <a:lnTo>
                    <a:pt x="1476862" y="200"/>
                  </a:lnTo>
                  <a:lnTo>
                    <a:pt x="1473555" y="0"/>
                  </a:lnTo>
                  <a:lnTo>
                    <a:pt x="27431" y="0"/>
                  </a:lnTo>
                  <a:lnTo>
                    <a:pt x="30738" y="200"/>
                  </a:lnTo>
                  <a:lnTo>
                    <a:pt x="26327" y="22"/>
                  </a:lnTo>
                  <a:lnTo>
                    <a:pt x="21944" y="554"/>
                  </a:lnTo>
                  <a:lnTo>
                    <a:pt x="17704" y="1782"/>
                  </a:lnTo>
                  <a:lnTo>
                    <a:pt x="13715" y="3675"/>
                  </a:lnTo>
                  <a:lnTo>
                    <a:pt x="10082" y="6183"/>
                  </a:lnTo>
                  <a:lnTo>
                    <a:pt x="6898" y="9241"/>
                  </a:lnTo>
                  <a:lnTo>
                    <a:pt x="4246" y="12770"/>
                  </a:lnTo>
                  <a:lnTo>
                    <a:pt x="2195" y="16679"/>
                  </a:lnTo>
                  <a:lnTo>
                    <a:pt x="797" y="20867"/>
                  </a:lnTo>
                  <a:lnTo>
                    <a:pt x="88" y="25224"/>
                  </a:lnTo>
                  <a:lnTo>
                    <a:pt x="0" y="27432"/>
                  </a:lnTo>
                  <a:lnTo>
                    <a:pt x="0" y="297180"/>
                  </a:lnTo>
                  <a:lnTo>
                    <a:pt x="88" y="294972"/>
                  </a:lnTo>
                  <a:lnTo>
                    <a:pt x="88" y="299387"/>
                  </a:lnTo>
                  <a:lnTo>
                    <a:pt x="797" y="303744"/>
                  </a:lnTo>
                  <a:lnTo>
                    <a:pt x="2195" y="307932"/>
                  </a:lnTo>
                  <a:lnTo>
                    <a:pt x="4246" y="311841"/>
                  </a:lnTo>
                  <a:lnTo>
                    <a:pt x="6898" y="315370"/>
                  </a:lnTo>
                  <a:lnTo>
                    <a:pt x="10082" y="318428"/>
                  </a:lnTo>
                  <a:lnTo>
                    <a:pt x="13715" y="320936"/>
                  </a:lnTo>
                  <a:lnTo>
                    <a:pt x="17704" y="322829"/>
                  </a:lnTo>
                  <a:lnTo>
                    <a:pt x="21944" y="324057"/>
                  </a:lnTo>
                  <a:lnTo>
                    <a:pt x="26327" y="324589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6775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8" name="tx678"/>
            <p:cNvSpPr/>
            <p:nvPr/>
          </p:nvSpPr>
          <p:spPr>
            <a:xfrm>
              <a:off x="4670182" y="3202056"/>
              <a:ext cx="1409547" cy="23317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256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256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S1_LOLA</a:t>
              </a:r>
            </a:p>
          </p:txBody>
        </p:sp>
        <p:sp>
          <p:nvSpPr>
            <p:cNvPr id="679" name="pg679"/>
            <p:cNvSpPr/>
            <p:nvPr/>
          </p:nvSpPr>
          <p:spPr>
            <a:xfrm>
              <a:off x="4790362" y="3714528"/>
              <a:ext cx="1554937" cy="324612"/>
            </a:xfrm>
            <a:custGeom>
              <a:avLst/>
              <a:pathLst>
                <a:path w="1554937" h="324612">
                  <a:moveTo>
                    <a:pt x="27432" y="324612"/>
                  </a:moveTo>
                  <a:lnTo>
                    <a:pt x="1527505" y="324612"/>
                  </a:lnTo>
                  <a:lnTo>
                    <a:pt x="1526400" y="324589"/>
                  </a:lnTo>
                  <a:lnTo>
                    <a:pt x="1530811" y="324411"/>
                  </a:lnTo>
                  <a:lnTo>
                    <a:pt x="1535137" y="323528"/>
                  </a:lnTo>
                  <a:lnTo>
                    <a:pt x="1539265" y="321963"/>
                  </a:lnTo>
                  <a:lnTo>
                    <a:pt x="1543088" y="319756"/>
                  </a:lnTo>
                  <a:lnTo>
                    <a:pt x="1546508" y="316964"/>
                  </a:lnTo>
                  <a:lnTo>
                    <a:pt x="1549435" y="313659"/>
                  </a:lnTo>
                  <a:lnTo>
                    <a:pt x="1551795" y="309928"/>
                  </a:lnTo>
                  <a:lnTo>
                    <a:pt x="1553525" y="305866"/>
                  </a:lnTo>
                  <a:lnTo>
                    <a:pt x="1554581" y="301580"/>
                  </a:lnTo>
                  <a:lnTo>
                    <a:pt x="1554937" y="297180"/>
                  </a:lnTo>
                  <a:lnTo>
                    <a:pt x="1554937" y="27432"/>
                  </a:lnTo>
                  <a:lnTo>
                    <a:pt x="1554581" y="23031"/>
                  </a:lnTo>
                  <a:lnTo>
                    <a:pt x="1553525" y="18745"/>
                  </a:lnTo>
                  <a:lnTo>
                    <a:pt x="1551795" y="14683"/>
                  </a:lnTo>
                  <a:lnTo>
                    <a:pt x="1549435" y="10952"/>
                  </a:lnTo>
                  <a:lnTo>
                    <a:pt x="1546508" y="7647"/>
                  </a:lnTo>
                  <a:lnTo>
                    <a:pt x="1543088" y="4855"/>
                  </a:lnTo>
                  <a:lnTo>
                    <a:pt x="1539265" y="2648"/>
                  </a:lnTo>
                  <a:lnTo>
                    <a:pt x="1535137" y="1083"/>
                  </a:lnTo>
                  <a:lnTo>
                    <a:pt x="1530811" y="200"/>
                  </a:lnTo>
                  <a:lnTo>
                    <a:pt x="1527505" y="0"/>
                  </a:lnTo>
                  <a:lnTo>
                    <a:pt x="27432" y="0"/>
                  </a:lnTo>
                  <a:lnTo>
                    <a:pt x="30738" y="200"/>
                  </a:lnTo>
                  <a:lnTo>
                    <a:pt x="26327" y="22"/>
                  </a:lnTo>
                  <a:lnTo>
                    <a:pt x="21944" y="554"/>
                  </a:lnTo>
                  <a:lnTo>
                    <a:pt x="17704" y="1782"/>
                  </a:lnTo>
                  <a:lnTo>
                    <a:pt x="13715" y="3675"/>
                  </a:lnTo>
                  <a:lnTo>
                    <a:pt x="10082" y="6183"/>
                  </a:lnTo>
                  <a:lnTo>
                    <a:pt x="6898" y="9241"/>
                  </a:lnTo>
                  <a:lnTo>
                    <a:pt x="4246" y="12770"/>
                  </a:lnTo>
                  <a:lnTo>
                    <a:pt x="2195" y="16679"/>
                  </a:lnTo>
                  <a:lnTo>
                    <a:pt x="797" y="20867"/>
                  </a:lnTo>
                  <a:lnTo>
                    <a:pt x="88" y="25224"/>
                  </a:lnTo>
                  <a:lnTo>
                    <a:pt x="0" y="27432"/>
                  </a:lnTo>
                  <a:lnTo>
                    <a:pt x="0" y="297180"/>
                  </a:lnTo>
                  <a:lnTo>
                    <a:pt x="88" y="294972"/>
                  </a:lnTo>
                  <a:lnTo>
                    <a:pt x="88" y="299387"/>
                  </a:lnTo>
                  <a:lnTo>
                    <a:pt x="797" y="303744"/>
                  </a:lnTo>
                  <a:lnTo>
                    <a:pt x="2195" y="307932"/>
                  </a:lnTo>
                  <a:lnTo>
                    <a:pt x="4246" y="311841"/>
                  </a:lnTo>
                  <a:lnTo>
                    <a:pt x="6898" y="315370"/>
                  </a:lnTo>
                  <a:lnTo>
                    <a:pt x="10082" y="318428"/>
                  </a:lnTo>
                  <a:lnTo>
                    <a:pt x="13715" y="320936"/>
                  </a:lnTo>
                  <a:lnTo>
                    <a:pt x="17704" y="322829"/>
                  </a:lnTo>
                  <a:lnTo>
                    <a:pt x="21944" y="324057"/>
                  </a:lnTo>
                  <a:lnTo>
                    <a:pt x="26327" y="324589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6775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0" name="tx680"/>
            <p:cNvSpPr/>
            <p:nvPr/>
          </p:nvSpPr>
          <p:spPr>
            <a:xfrm>
              <a:off x="4836082" y="3760248"/>
              <a:ext cx="1463497" cy="23317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256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256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S2_DEBY</a:t>
              </a:r>
            </a:p>
          </p:txBody>
        </p:sp>
        <p:sp>
          <p:nvSpPr>
            <p:cNvPr id="681" name="pg681"/>
            <p:cNvSpPr/>
            <p:nvPr/>
          </p:nvSpPr>
          <p:spPr>
            <a:xfrm>
              <a:off x="4544986" y="4130564"/>
              <a:ext cx="1193383" cy="324611"/>
            </a:xfrm>
            <a:custGeom>
              <a:avLst/>
              <a:pathLst>
                <a:path w="1193383" h="324611">
                  <a:moveTo>
                    <a:pt x="27431" y="324611"/>
                  </a:moveTo>
                  <a:lnTo>
                    <a:pt x="1165951" y="324611"/>
                  </a:lnTo>
                  <a:lnTo>
                    <a:pt x="1164846" y="324589"/>
                  </a:lnTo>
                  <a:lnTo>
                    <a:pt x="1169258" y="324411"/>
                  </a:lnTo>
                  <a:lnTo>
                    <a:pt x="1173583" y="323528"/>
                  </a:lnTo>
                  <a:lnTo>
                    <a:pt x="1177711" y="321963"/>
                  </a:lnTo>
                  <a:lnTo>
                    <a:pt x="1181534" y="319756"/>
                  </a:lnTo>
                  <a:lnTo>
                    <a:pt x="1184954" y="316964"/>
                  </a:lnTo>
                  <a:lnTo>
                    <a:pt x="1187881" y="313659"/>
                  </a:lnTo>
                  <a:lnTo>
                    <a:pt x="1190241" y="309928"/>
                  </a:lnTo>
                  <a:lnTo>
                    <a:pt x="1191971" y="305866"/>
                  </a:lnTo>
                  <a:lnTo>
                    <a:pt x="1193028" y="301580"/>
                  </a:lnTo>
                  <a:lnTo>
                    <a:pt x="1193383" y="297179"/>
                  </a:lnTo>
                  <a:lnTo>
                    <a:pt x="1193383" y="27431"/>
                  </a:lnTo>
                  <a:lnTo>
                    <a:pt x="1193028" y="23031"/>
                  </a:lnTo>
                  <a:lnTo>
                    <a:pt x="1191971" y="18745"/>
                  </a:lnTo>
                  <a:lnTo>
                    <a:pt x="1190241" y="14683"/>
                  </a:lnTo>
                  <a:lnTo>
                    <a:pt x="1187881" y="10952"/>
                  </a:lnTo>
                  <a:lnTo>
                    <a:pt x="1184954" y="7647"/>
                  </a:lnTo>
                  <a:lnTo>
                    <a:pt x="1181534" y="4855"/>
                  </a:lnTo>
                  <a:lnTo>
                    <a:pt x="1177711" y="2648"/>
                  </a:lnTo>
                  <a:lnTo>
                    <a:pt x="1173583" y="1083"/>
                  </a:lnTo>
                  <a:lnTo>
                    <a:pt x="1169258" y="200"/>
                  </a:lnTo>
                  <a:lnTo>
                    <a:pt x="1165951" y="0"/>
                  </a:lnTo>
                  <a:lnTo>
                    <a:pt x="27431" y="0"/>
                  </a:lnTo>
                  <a:lnTo>
                    <a:pt x="30738" y="200"/>
                  </a:lnTo>
                  <a:lnTo>
                    <a:pt x="26327" y="22"/>
                  </a:lnTo>
                  <a:lnTo>
                    <a:pt x="21944" y="554"/>
                  </a:lnTo>
                  <a:lnTo>
                    <a:pt x="17704" y="1782"/>
                  </a:lnTo>
                  <a:lnTo>
                    <a:pt x="13715" y="3675"/>
                  </a:lnTo>
                  <a:lnTo>
                    <a:pt x="10082" y="6183"/>
                  </a:lnTo>
                  <a:lnTo>
                    <a:pt x="6898" y="9241"/>
                  </a:lnTo>
                  <a:lnTo>
                    <a:pt x="4246" y="12770"/>
                  </a:lnTo>
                  <a:lnTo>
                    <a:pt x="2195" y="16679"/>
                  </a:lnTo>
                  <a:lnTo>
                    <a:pt x="797" y="20867"/>
                  </a:lnTo>
                  <a:lnTo>
                    <a:pt x="88" y="25224"/>
                  </a:lnTo>
                  <a:lnTo>
                    <a:pt x="0" y="27431"/>
                  </a:lnTo>
                  <a:lnTo>
                    <a:pt x="0" y="297179"/>
                  </a:lnTo>
                  <a:lnTo>
                    <a:pt x="88" y="294972"/>
                  </a:lnTo>
                  <a:lnTo>
                    <a:pt x="88" y="299387"/>
                  </a:lnTo>
                  <a:lnTo>
                    <a:pt x="797" y="303744"/>
                  </a:lnTo>
                  <a:lnTo>
                    <a:pt x="2195" y="307932"/>
                  </a:lnTo>
                  <a:lnTo>
                    <a:pt x="4246" y="311841"/>
                  </a:lnTo>
                  <a:lnTo>
                    <a:pt x="6898" y="315370"/>
                  </a:lnTo>
                  <a:lnTo>
                    <a:pt x="10082" y="318428"/>
                  </a:lnTo>
                  <a:lnTo>
                    <a:pt x="13715" y="320936"/>
                  </a:lnTo>
                  <a:lnTo>
                    <a:pt x="17704" y="322829"/>
                  </a:lnTo>
                  <a:lnTo>
                    <a:pt x="21944" y="324057"/>
                  </a:lnTo>
                  <a:lnTo>
                    <a:pt x="26327" y="324589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6775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2" name="tx682"/>
            <p:cNvSpPr/>
            <p:nvPr/>
          </p:nvSpPr>
          <p:spPr>
            <a:xfrm>
              <a:off x="4590706" y="4176284"/>
              <a:ext cx="1101943" cy="23317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256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256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W4_VA</a:t>
              </a:r>
            </a:p>
          </p:txBody>
        </p:sp>
        <p:sp>
          <p:nvSpPr>
            <p:cNvPr id="683" name="rc683"/>
            <p:cNvSpPr/>
            <p:nvPr/>
          </p:nvSpPr>
          <p:spPr>
            <a:xfrm>
              <a:off x="2301906" y="1669789"/>
              <a:ext cx="4149766" cy="4051159"/>
            </a:xfrm>
            <a:prstGeom prst="rect">
              <a:avLst/>
            </a:prstGeom>
            <a:ln w="13550" cap="rnd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4" name="tx684"/>
            <p:cNvSpPr/>
            <p:nvPr/>
          </p:nvSpPr>
          <p:spPr>
            <a:xfrm>
              <a:off x="1989553" y="5514078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36</a:t>
              </a:r>
            </a:p>
          </p:txBody>
        </p:sp>
        <p:sp>
          <p:nvSpPr>
            <p:cNvPr id="685" name="tx685"/>
            <p:cNvSpPr/>
            <p:nvPr/>
          </p:nvSpPr>
          <p:spPr>
            <a:xfrm>
              <a:off x="2113912" y="5495698"/>
              <a:ext cx="44714" cy="9848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Symbol"/>
                  <a:cs typeface="Symbol"/>
                </a:rPr>
                <a:t>°</a:t>
              </a:r>
            </a:p>
          </p:txBody>
        </p:sp>
        <p:sp>
          <p:nvSpPr>
            <p:cNvPr id="686" name="tx686"/>
            <p:cNvSpPr/>
            <p:nvPr/>
          </p:nvSpPr>
          <p:spPr>
            <a:xfrm>
              <a:off x="2158626" y="5514078"/>
              <a:ext cx="80650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N</a:t>
              </a:r>
            </a:p>
          </p:txBody>
        </p:sp>
        <p:sp>
          <p:nvSpPr>
            <p:cNvPr id="687" name="tx687"/>
            <p:cNvSpPr/>
            <p:nvPr/>
          </p:nvSpPr>
          <p:spPr>
            <a:xfrm>
              <a:off x="1989553" y="4574475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37</a:t>
              </a:r>
            </a:p>
          </p:txBody>
        </p:sp>
        <p:sp>
          <p:nvSpPr>
            <p:cNvPr id="688" name="tx688"/>
            <p:cNvSpPr/>
            <p:nvPr/>
          </p:nvSpPr>
          <p:spPr>
            <a:xfrm>
              <a:off x="2113912" y="4556096"/>
              <a:ext cx="44714" cy="9848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Symbol"/>
                  <a:cs typeface="Symbol"/>
                </a:rPr>
                <a:t>°</a:t>
              </a:r>
            </a:p>
          </p:txBody>
        </p:sp>
        <p:sp>
          <p:nvSpPr>
            <p:cNvPr id="689" name="tx689"/>
            <p:cNvSpPr/>
            <p:nvPr/>
          </p:nvSpPr>
          <p:spPr>
            <a:xfrm>
              <a:off x="2158626" y="4574475"/>
              <a:ext cx="80650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N</a:t>
              </a:r>
            </a:p>
          </p:txBody>
        </p:sp>
        <p:sp>
          <p:nvSpPr>
            <p:cNvPr id="690" name="tx690"/>
            <p:cNvSpPr/>
            <p:nvPr/>
          </p:nvSpPr>
          <p:spPr>
            <a:xfrm>
              <a:off x="1989553" y="3634827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38</a:t>
              </a:r>
            </a:p>
          </p:txBody>
        </p:sp>
        <p:sp>
          <p:nvSpPr>
            <p:cNvPr id="691" name="tx691"/>
            <p:cNvSpPr/>
            <p:nvPr/>
          </p:nvSpPr>
          <p:spPr>
            <a:xfrm>
              <a:off x="2113912" y="3616447"/>
              <a:ext cx="44714" cy="9848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Symbol"/>
                  <a:cs typeface="Symbol"/>
                </a:rPr>
                <a:t>°</a:t>
              </a:r>
            </a:p>
          </p:txBody>
        </p:sp>
        <p:sp>
          <p:nvSpPr>
            <p:cNvPr id="692" name="tx692"/>
            <p:cNvSpPr/>
            <p:nvPr/>
          </p:nvSpPr>
          <p:spPr>
            <a:xfrm>
              <a:off x="2158626" y="3634827"/>
              <a:ext cx="80650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N</a:t>
              </a:r>
            </a:p>
          </p:txBody>
        </p:sp>
        <p:sp>
          <p:nvSpPr>
            <p:cNvPr id="693" name="tx693"/>
            <p:cNvSpPr/>
            <p:nvPr/>
          </p:nvSpPr>
          <p:spPr>
            <a:xfrm>
              <a:off x="1989553" y="2695270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39</a:t>
              </a:r>
            </a:p>
          </p:txBody>
        </p:sp>
        <p:sp>
          <p:nvSpPr>
            <p:cNvPr id="694" name="tx694"/>
            <p:cNvSpPr/>
            <p:nvPr/>
          </p:nvSpPr>
          <p:spPr>
            <a:xfrm>
              <a:off x="2113912" y="2676890"/>
              <a:ext cx="44714" cy="9848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Symbol"/>
                  <a:cs typeface="Symbol"/>
                </a:rPr>
                <a:t>°</a:t>
              </a:r>
            </a:p>
          </p:txBody>
        </p:sp>
        <p:sp>
          <p:nvSpPr>
            <p:cNvPr id="695" name="tx695"/>
            <p:cNvSpPr/>
            <p:nvPr/>
          </p:nvSpPr>
          <p:spPr>
            <a:xfrm>
              <a:off x="2158626" y="2695270"/>
              <a:ext cx="80650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N</a:t>
              </a:r>
            </a:p>
          </p:txBody>
        </p:sp>
        <p:sp>
          <p:nvSpPr>
            <p:cNvPr id="696" name="tx696"/>
            <p:cNvSpPr/>
            <p:nvPr/>
          </p:nvSpPr>
          <p:spPr>
            <a:xfrm>
              <a:off x="1989553" y="1755667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40</a:t>
              </a:r>
            </a:p>
          </p:txBody>
        </p:sp>
        <p:sp>
          <p:nvSpPr>
            <p:cNvPr id="697" name="tx697"/>
            <p:cNvSpPr/>
            <p:nvPr/>
          </p:nvSpPr>
          <p:spPr>
            <a:xfrm>
              <a:off x="2113912" y="1737288"/>
              <a:ext cx="44714" cy="9848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Symbol"/>
                  <a:cs typeface="Symbol"/>
                </a:rPr>
                <a:t>°</a:t>
              </a:r>
            </a:p>
          </p:txBody>
        </p:sp>
        <p:sp>
          <p:nvSpPr>
            <p:cNvPr id="698" name="tx698"/>
            <p:cNvSpPr/>
            <p:nvPr/>
          </p:nvSpPr>
          <p:spPr>
            <a:xfrm>
              <a:off x="2158626" y="1755667"/>
              <a:ext cx="80650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N</a:t>
              </a:r>
            </a:p>
          </p:txBody>
        </p:sp>
        <p:sp>
          <p:nvSpPr>
            <p:cNvPr id="699" name="pl699"/>
            <p:cNvSpPr/>
            <p:nvPr/>
          </p:nvSpPr>
          <p:spPr>
            <a:xfrm>
              <a:off x="2267112" y="5555180"/>
              <a:ext cx="34794" cy="0"/>
            </a:xfrm>
            <a:custGeom>
              <a:avLst/>
              <a:pathLst>
                <a:path w="34794" h="0">
                  <a:moveTo>
                    <a:pt x="0" y="0"/>
                  </a:moveTo>
                  <a:lnTo>
                    <a:pt x="34794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0" name="pl700"/>
            <p:cNvSpPr/>
            <p:nvPr/>
          </p:nvSpPr>
          <p:spPr>
            <a:xfrm>
              <a:off x="2267112" y="4615577"/>
              <a:ext cx="34794" cy="0"/>
            </a:xfrm>
            <a:custGeom>
              <a:avLst/>
              <a:pathLst>
                <a:path w="34794" h="0">
                  <a:moveTo>
                    <a:pt x="0" y="0"/>
                  </a:moveTo>
                  <a:lnTo>
                    <a:pt x="34794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1" name="pl701"/>
            <p:cNvSpPr/>
            <p:nvPr/>
          </p:nvSpPr>
          <p:spPr>
            <a:xfrm>
              <a:off x="2267112" y="3675975"/>
              <a:ext cx="34794" cy="0"/>
            </a:xfrm>
            <a:custGeom>
              <a:avLst/>
              <a:pathLst>
                <a:path w="34794" h="0">
                  <a:moveTo>
                    <a:pt x="0" y="0"/>
                  </a:moveTo>
                  <a:lnTo>
                    <a:pt x="34794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2" name="pl702"/>
            <p:cNvSpPr/>
            <p:nvPr/>
          </p:nvSpPr>
          <p:spPr>
            <a:xfrm>
              <a:off x="2267112" y="2736372"/>
              <a:ext cx="34794" cy="0"/>
            </a:xfrm>
            <a:custGeom>
              <a:avLst/>
              <a:pathLst>
                <a:path w="34794" h="0">
                  <a:moveTo>
                    <a:pt x="0" y="0"/>
                  </a:moveTo>
                  <a:lnTo>
                    <a:pt x="34794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3" name="pl703"/>
            <p:cNvSpPr/>
            <p:nvPr/>
          </p:nvSpPr>
          <p:spPr>
            <a:xfrm>
              <a:off x="2267112" y="1796770"/>
              <a:ext cx="34794" cy="0"/>
            </a:xfrm>
            <a:custGeom>
              <a:avLst/>
              <a:pathLst>
                <a:path w="34794" h="0">
                  <a:moveTo>
                    <a:pt x="0" y="0"/>
                  </a:moveTo>
                  <a:lnTo>
                    <a:pt x="34794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4" name="pl704"/>
            <p:cNvSpPr/>
            <p:nvPr/>
          </p:nvSpPr>
          <p:spPr>
            <a:xfrm>
              <a:off x="2384234" y="5720948"/>
              <a:ext cx="0" cy="34794"/>
            </a:xfrm>
            <a:custGeom>
              <a:avLst/>
              <a:pathLst>
                <a:path w="0" h="34794">
                  <a:moveTo>
                    <a:pt x="0" y="34794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5" name="pl705"/>
            <p:cNvSpPr/>
            <p:nvPr/>
          </p:nvSpPr>
          <p:spPr>
            <a:xfrm>
              <a:off x="3124860" y="5720948"/>
              <a:ext cx="0" cy="34794"/>
            </a:xfrm>
            <a:custGeom>
              <a:avLst/>
              <a:pathLst>
                <a:path w="0" h="34794">
                  <a:moveTo>
                    <a:pt x="0" y="34794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6" name="pl706"/>
            <p:cNvSpPr/>
            <p:nvPr/>
          </p:nvSpPr>
          <p:spPr>
            <a:xfrm>
              <a:off x="3865485" y="5720948"/>
              <a:ext cx="0" cy="34794"/>
            </a:xfrm>
            <a:custGeom>
              <a:avLst/>
              <a:pathLst>
                <a:path w="0" h="34794">
                  <a:moveTo>
                    <a:pt x="0" y="34794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7" name="pl707"/>
            <p:cNvSpPr/>
            <p:nvPr/>
          </p:nvSpPr>
          <p:spPr>
            <a:xfrm>
              <a:off x="4606110" y="5720948"/>
              <a:ext cx="0" cy="34794"/>
            </a:xfrm>
            <a:custGeom>
              <a:avLst/>
              <a:pathLst>
                <a:path w="0" h="34794">
                  <a:moveTo>
                    <a:pt x="0" y="34794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8" name="pl708"/>
            <p:cNvSpPr/>
            <p:nvPr/>
          </p:nvSpPr>
          <p:spPr>
            <a:xfrm>
              <a:off x="5346735" y="5720948"/>
              <a:ext cx="0" cy="34794"/>
            </a:xfrm>
            <a:custGeom>
              <a:avLst/>
              <a:pathLst>
                <a:path w="0" h="34794">
                  <a:moveTo>
                    <a:pt x="0" y="34794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9" name="pl709"/>
            <p:cNvSpPr/>
            <p:nvPr/>
          </p:nvSpPr>
          <p:spPr>
            <a:xfrm>
              <a:off x="6087361" y="5720948"/>
              <a:ext cx="0" cy="34794"/>
            </a:xfrm>
            <a:custGeom>
              <a:avLst/>
              <a:pathLst>
                <a:path w="0" h="34794">
                  <a:moveTo>
                    <a:pt x="0" y="34794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0" name="tx710"/>
            <p:cNvSpPr/>
            <p:nvPr/>
          </p:nvSpPr>
          <p:spPr>
            <a:xfrm>
              <a:off x="2246983" y="5783578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78</a:t>
              </a:r>
            </a:p>
          </p:txBody>
        </p:sp>
        <p:sp>
          <p:nvSpPr>
            <p:cNvPr id="711" name="tx711"/>
            <p:cNvSpPr/>
            <p:nvPr/>
          </p:nvSpPr>
          <p:spPr>
            <a:xfrm>
              <a:off x="2371341" y="5765198"/>
              <a:ext cx="44714" cy="9848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Symbol"/>
                  <a:cs typeface="Symbol"/>
                </a:rPr>
                <a:t>°</a:t>
              </a:r>
            </a:p>
          </p:txBody>
        </p:sp>
        <p:sp>
          <p:nvSpPr>
            <p:cNvPr id="712" name="tx712"/>
            <p:cNvSpPr/>
            <p:nvPr/>
          </p:nvSpPr>
          <p:spPr>
            <a:xfrm>
              <a:off x="2416055" y="5783578"/>
              <a:ext cx="105430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W</a:t>
              </a:r>
            </a:p>
          </p:txBody>
        </p:sp>
        <p:sp>
          <p:nvSpPr>
            <p:cNvPr id="713" name="tx713"/>
            <p:cNvSpPr/>
            <p:nvPr/>
          </p:nvSpPr>
          <p:spPr>
            <a:xfrm>
              <a:off x="2987608" y="5783578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77</a:t>
              </a:r>
            </a:p>
          </p:txBody>
        </p:sp>
        <p:sp>
          <p:nvSpPr>
            <p:cNvPr id="714" name="tx714"/>
            <p:cNvSpPr/>
            <p:nvPr/>
          </p:nvSpPr>
          <p:spPr>
            <a:xfrm>
              <a:off x="3111967" y="5765198"/>
              <a:ext cx="44714" cy="9848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Symbol"/>
                  <a:cs typeface="Symbol"/>
                </a:rPr>
                <a:t>°</a:t>
              </a:r>
            </a:p>
          </p:txBody>
        </p:sp>
        <p:sp>
          <p:nvSpPr>
            <p:cNvPr id="715" name="tx715"/>
            <p:cNvSpPr/>
            <p:nvPr/>
          </p:nvSpPr>
          <p:spPr>
            <a:xfrm>
              <a:off x="3156681" y="5783578"/>
              <a:ext cx="105430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W</a:t>
              </a:r>
            </a:p>
          </p:txBody>
        </p:sp>
        <p:sp>
          <p:nvSpPr>
            <p:cNvPr id="716" name="tx716"/>
            <p:cNvSpPr/>
            <p:nvPr/>
          </p:nvSpPr>
          <p:spPr>
            <a:xfrm>
              <a:off x="3728233" y="5783578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76</a:t>
              </a:r>
            </a:p>
          </p:txBody>
        </p:sp>
        <p:sp>
          <p:nvSpPr>
            <p:cNvPr id="717" name="tx717"/>
            <p:cNvSpPr/>
            <p:nvPr/>
          </p:nvSpPr>
          <p:spPr>
            <a:xfrm>
              <a:off x="3852592" y="5765198"/>
              <a:ext cx="44714" cy="9848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Symbol"/>
                  <a:cs typeface="Symbol"/>
                </a:rPr>
                <a:t>°</a:t>
              </a:r>
            </a:p>
          </p:txBody>
        </p:sp>
        <p:sp>
          <p:nvSpPr>
            <p:cNvPr id="718" name="tx718"/>
            <p:cNvSpPr/>
            <p:nvPr/>
          </p:nvSpPr>
          <p:spPr>
            <a:xfrm>
              <a:off x="3897306" y="5783578"/>
              <a:ext cx="105430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W</a:t>
              </a:r>
            </a:p>
          </p:txBody>
        </p:sp>
        <p:sp>
          <p:nvSpPr>
            <p:cNvPr id="719" name="tx719"/>
            <p:cNvSpPr/>
            <p:nvPr/>
          </p:nvSpPr>
          <p:spPr>
            <a:xfrm>
              <a:off x="4468859" y="5783578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75</a:t>
              </a:r>
            </a:p>
          </p:txBody>
        </p:sp>
        <p:sp>
          <p:nvSpPr>
            <p:cNvPr id="720" name="tx720"/>
            <p:cNvSpPr/>
            <p:nvPr/>
          </p:nvSpPr>
          <p:spPr>
            <a:xfrm>
              <a:off x="4593217" y="5765198"/>
              <a:ext cx="44714" cy="9848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Symbol"/>
                  <a:cs typeface="Symbol"/>
                </a:rPr>
                <a:t>°</a:t>
              </a:r>
            </a:p>
          </p:txBody>
        </p:sp>
        <p:sp>
          <p:nvSpPr>
            <p:cNvPr id="721" name="tx721"/>
            <p:cNvSpPr/>
            <p:nvPr/>
          </p:nvSpPr>
          <p:spPr>
            <a:xfrm>
              <a:off x="4637931" y="5783578"/>
              <a:ext cx="105430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W</a:t>
              </a:r>
            </a:p>
          </p:txBody>
        </p:sp>
        <p:sp>
          <p:nvSpPr>
            <p:cNvPr id="722" name="tx722"/>
            <p:cNvSpPr/>
            <p:nvPr/>
          </p:nvSpPr>
          <p:spPr>
            <a:xfrm>
              <a:off x="5209484" y="5783578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74</a:t>
              </a:r>
            </a:p>
          </p:txBody>
        </p:sp>
        <p:sp>
          <p:nvSpPr>
            <p:cNvPr id="723" name="tx723"/>
            <p:cNvSpPr/>
            <p:nvPr/>
          </p:nvSpPr>
          <p:spPr>
            <a:xfrm>
              <a:off x="5333842" y="5765198"/>
              <a:ext cx="44714" cy="9848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Symbol"/>
                  <a:cs typeface="Symbol"/>
                </a:rPr>
                <a:t>°</a:t>
              </a:r>
            </a:p>
          </p:txBody>
        </p:sp>
        <p:sp>
          <p:nvSpPr>
            <p:cNvPr id="724" name="tx724"/>
            <p:cNvSpPr/>
            <p:nvPr/>
          </p:nvSpPr>
          <p:spPr>
            <a:xfrm>
              <a:off x="5378557" y="5783578"/>
              <a:ext cx="105430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W</a:t>
              </a:r>
            </a:p>
          </p:txBody>
        </p:sp>
        <p:sp>
          <p:nvSpPr>
            <p:cNvPr id="725" name="tx725"/>
            <p:cNvSpPr/>
            <p:nvPr/>
          </p:nvSpPr>
          <p:spPr>
            <a:xfrm>
              <a:off x="5950109" y="5783578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73</a:t>
              </a:r>
            </a:p>
          </p:txBody>
        </p:sp>
        <p:sp>
          <p:nvSpPr>
            <p:cNvPr id="726" name="tx726"/>
            <p:cNvSpPr/>
            <p:nvPr/>
          </p:nvSpPr>
          <p:spPr>
            <a:xfrm>
              <a:off x="6074468" y="5765198"/>
              <a:ext cx="44714" cy="9848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Symbol"/>
                  <a:cs typeface="Symbol"/>
                </a:rPr>
                <a:t>°</a:t>
              </a:r>
            </a:p>
          </p:txBody>
        </p:sp>
        <p:sp>
          <p:nvSpPr>
            <p:cNvPr id="727" name="tx727"/>
            <p:cNvSpPr/>
            <p:nvPr/>
          </p:nvSpPr>
          <p:spPr>
            <a:xfrm>
              <a:off x="6119182" y="5783578"/>
              <a:ext cx="105430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W</a:t>
              </a:r>
            </a:p>
          </p:txBody>
        </p:sp>
        <p:sp>
          <p:nvSpPr>
            <p:cNvPr id="728" name="tx728"/>
            <p:cNvSpPr/>
            <p:nvPr/>
          </p:nvSpPr>
          <p:spPr>
            <a:xfrm>
              <a:off x="4283566" y="5925448"/>
              <a:ext cx="186446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lon</a:t>
              </a:r>
            </a:p>
          </p:txBody>
        </p:sp>
        <p:sp>
          <p:nvSpPr>
            <p:cNvPr id="729" name="tx729"/>
            <p:cNvSpPr/>
            <p:nvPr/>
          </p:nvSpPr>
          <p:spPr>
            <a:xfrm rot="-5400000">
              <a:off x="1799997" y="3645259"/>
              <a:ext cx="147492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lat</a:t>
              </a:r>
            </a:p>
          </p:txBody>
        </p:sp>
        <p:sp>
          <p:nvSpPr>
            <p:cNvPr id="730" name="rc730"/>
            <p:cNvSpPr/>
            <p:nvPr/>
          </p:nvSpPr>
          <p:spPr>
            <a:xfrm>
              <a:off x="6590850" y="2976782"/>
              <a:ext cx="729514" cy="143717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31" name="tx731"/>
            <p:cNvSpPr/>
            <p:nvPr/>
          </p:nvSpPr>
          <p:spPr>
            <a:xfrm>
              <a:off x="6660439" y="3061824"/>
              <a:ext cx="590336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var1.pred</a:t>
              </a:r>
            </a:p>
          </p:txBody>
        </p:sp>
        <p:pic>
          <p:nvPicPr>
            <p:cNvPr id="732" name="pic732"/>
            <p:cNvPicPr/>
            <p:nvPr/>
          </p:nvPicPr>
          <p:blipFill>
            <a:blip r:embed="rId2" cstate="print"/>
            <a:stretch>
              <a:fillRect/>
            </a:stretch>
          </p:blipFill>
          <p:spPr>
            <a:xfrm>
              <a:off x="6660439" y="3247085"/>
              <a:ext cx="219455" cy="1097280"/>
            </a:xfrm>
            <a:prstGeom prst="rect">
              <a:avLst/>
            </a:prstGeom>
          </p:spPr>
        </p:pic>
        <p:sp>
          <p:nvSpPr>
            <p:cNvPr id="733" name="pl733"/>
            <p:cNvSpPr/>
            <p:nvPr/>
          </p:nvSpPr>
          <p:spPr>
            <a:xfrm>
              <a:off x="6836004" y="4342536"/>
              <a:ext cx="43891" cy="0"/>
            </a:xfrm>
            <a:custGeom>
              <a:avLst/>
              <a:pathLst>
                <a:path w="43891" h="0">
                  <a:moveTo>
                    <a:pt x="0" y="0"/>
                  </a:moveTo>
                  <a:lnTo>
                    <a:pt x="43891" y="0"/>
                  </a:lnTo>
                </a:path>
              </a:pathLst>
            </a:custGeom>
            <a:ln w="4762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4" name="pl734"/>
            <p:cNvSpPr/>
            <p:nvPr/>
          </p:nvSpPr>
          <p:spPr>
            <a:xfrm>
              <a:off x="6836004" y="4069131"/>
              <a:ext cx="43891" cy="0"/>
            </a:xfrm>
            <a:custGeom>
              <a:avLst/>
              <a:pathLst>
                <a:path w="43891" h="0">
                  <a:moveTo>
                    <a:pt x="0" y="0"/>
                  </a:moveTo>
                  <a:lnTo>
                    <a:pt x="43891" y="0"/>
                  </a:lnTo>
                </a:path>
              </a:pathLst>
            </a:custGeom>
            <a:ln w="4762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5" name="pl735"/>
            <p:cNvSpPr/>
            <p:nvPr/>
          </p:nvSpPr>
          <p:spPr>
            <a:xfrm>
              <a:off x="6836004" y="3795725"/>
              <a:ext cx="43891" cy="0"/>
            </a:xfrm>
            <a:custGeom>
              <a:avLst/>
              <a:pathLst>
                <a:path w="43891" h="0">
                  <a:moveTo>
                    <a:pt x="0" y="0"/>
                  </a:moveTo>
                  <a:lnTo>
                    <a:pt x="43891" y="0"/>
                  </a:lnTo>
                </a:path>
              </a:pathLst>
            </a:custGeom>
            <a:ln w="4762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6" name="pl736"/>
            <p:cNvSpPr/>
            <p:nvPr/>
          </p:nvSpPr>
          <p:spPr>
            <a:xfrm>
              <a:off x="6836004" y="3522319"/>
              <a:ext cx="43891" cy="0"/>
            </a:xfrm>
            <a:custGeom>
              <a:avLst/>
              <a:pathLst>
                <a:path w="43891" h="0">
                  <a:moveTo>
                    <a:pt x="0" y="0"/>
                  </a:moveTo>
                  <a:lnTo>
                    <a:pt x="43891" y="0"/>
                  </a:lnTo>
                </a:path>
              </a:pathLst>
            </a:custGeom>
            <a:ln w="4762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7" name="pl737"/>
            <p:cNvSpPr/>
            <p:nvPr/>
          </p:nvSpPr>
          <p:spPr>
            <a:xfrm>
              <a:off x="6836004" y="3248914"/>
              <a:ext cx="43891" cy="0"/>
            </a:xfrm>
            <a:custGeom>
              <a:avLst/>
              <a:pathLst>
                <a:path w="43891" h="0">
                  <a:moveTo>
                    <a:pt x="0" y="0"/>
                  </a:moveTo>
                  <a:lnTo>
                    <a:pt x="43891" y="0"/>
                  </a:lnTo>
                </a:path>
              </a:pathLst>
            </a:custGeom>
            <a:ln w="4762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8" name="pl738"/>
            <p:cNvSpPr/>
            <p:nvPr/>
          </p:nvSpPr>
          <p:spPr>
            <a:xfrm>
              <a:off x="6660439" y="4342536"/>
              <a:ext cx="43891" cy="0"/>
            </a:xfrm>
            <a:custGeom>
              <a:avLst/>
              <a:pathLst>
                <a:path w="43891" h="0">
                  <a:moveTo>
                    <a:pt x="43891" y="0"/>
                  </a:moveTo>
                  <a:lnTo>
                    <a:pt x="0" y="0"/>
                  </a:lnTo>
                </a:path>
              </a:pathLst>
            </a:custGeom>
            <a:ln w="4762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9" name="pl739"/>
            <p:cNvSpPr/>
            <p:nvPr/>
          </p:nvSpPr>
          <p:spPr>
            <a:xfrm>
              <a:off x="6660439" y="4069131"/>
              <a:ext cx="43891" cy="0"/>
            </a:xfrm>
            <a:custGeom>
              <a:avLst/>
              <a:pathLst>
                <a:path w="43891" h="0">
                  <a:moveTo>
                    <a:pt x="43891" y="0"/>
                  </a:moveTo>
                  <a:lnTo>
                    <a:pt x="0" y="0"/>
                  </a:lnTo>
                </a:path>
              </a:pathLst>
            </a:custGeom>
            <a:ln w="4762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0" name="pl740"/>
            <p:cNvSpPr/>
            <p:nvPr/>
          </p:nvSpPr>
          <p:spPr>
            <a:xfrm>
              <a:off x="6660439" y="3795725"/>
              <a:ext cx="43891" cy="0"/>
            </a:xfrm>
            <a:custGeom>
              <a:avLst/>
              <a:pathLst>
                <a:path w="43891" h="0">
                  <a:moveTo>
                    <a:pt x="43891" y="0"/>
                  </a:moveTo>
                  <a:lnTo>
                    <a:pt x="0" y="0"/>
                  </a:lnTo>
                </a:path>
              </a:pathLst>
            </a:custGeom>
            <a:ln w="4762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1" name="pl741"/>
            <p:cNvSpPr/>
            <p:nvPr/>
          </p:nvSpPr>
          <p:spPr>
            <a:xfrm>
              <a:off x="6660439" y="3522319"/>
              <a:ext cx="43891" cy="0"/>
            </a:xfrm>
            <a:custGeom>
              <a:avLst/>
              <a:pathLst>
                <a:path w="43891" h="0">
                  <a:moveTo>
                    <a:pt x="43891" y="0"/>
                  </a:moveTo>
                  <a:lnTo>
                    <a:pt x="0" y="0"/>
                  </a:lnTo>
                </a:path>
              </a:pathLst>
            </a:custGeom>
            <a:ln w="4762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2" name="pl742"/>
            <p:cNvSpPr/>
            <p:nvPr/>
          </p:nvSpPr>
          <p:spPr>
            <a:xfrm>
              <a:off x="6660439" y="3248914"/>
              <a:ext cx="43891" cy="0"/>
            </a:xfrm>
            <a:custGeom>
              <a:avLst/>
              <a:pathLst>
                <a:path w="43891" h="0">
                  <a:moveTo>
                    <a:pt x="43891" y="0"/>
                  </a:moveTo>
                  <a:lnTo>
                    <a:pt x="0" y="0"/>
                  </a:lnTo>
                </a:path>
              </a:pathLst>
            </a:custGeom>
            <a:ln w="4762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3" name="tx743"/>
            <p:cNvSpPr/>
            <p:nvPr/>
          </p:nvSpPr>
          <p:spPr>
            <a:xfrm>
              <a:off x="6949485" y="4302486"/>
              <a:ext cx="217535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0.00</a:t>
              </a:r>
            </a:p>
          </p:txBody>
        </p:sp>
        <p:sp>
          <p:nvSpPr>
            <p:cNvPr id="744" name="tx744"/>
            <p:cNvSpPr/>
            <p:nvPr/>
          </p:nvSpPr>
          <p:spPr>
            <a:xfrm>
              <a:off x="6949485" y="4029080"/>
              <a:ext cx="217535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0.01</a:t>
              </a:r>
            </a:p>
          </p:txBody>
        </p:sp>
        <p:sp>
          <p:nvSpPr>
            <p:cNvPr id="745" name="tx745"/>
            <p:cNvSpPr/>
            <p:nvPr/>
          </p:nvSpPr>
          <p:spPr>
            <a:xfrm>
              <a:off x="6949485" y="3755674"/>
              <a:ext cx="217535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0.02</a:t>
              </a:r>
            </a:p>
          </p:txBody>
        </p:sp>
        <p:sp>
          <p:nvSpPr>
            <p:cNvPr id="746" name="tx746"/>
            <p:cNvSpPr/>
            <p:nvPr/>
          </p:nvSpPr>
          <p:spPr>
            <a:xfrm>
              <a:off x="6949485" y="3482269"/>
              <a:ext cx="217535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0.03</a:t>
              </a:r>
            </a:p>
          </p:txBody>
        </p:sp>
        <p:sp>
          <p:nvSpPr>
            <p:cNvPr id="747" name="tx747"/>
            <p:cNvSpPr/>
            <p:nvPr/>
          </p:nvSpPr>
          <p:spPr>
            <a:xfrm>
              <a:off x="6949485" y="3208863"/>
              <a:ext cx="217535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0.04</a:t>
              </a:r>
            </a:p>
          </p:txBody>
        </p:sp>
      </p:grp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rc4"/>
            <p:cNvSpPr/>
            <p:nvPr/>
          </p:nvSpPr>
          <p:spPr>
            <a:xfrm>
              <a:off x="1487040" y="1600200"/>
              <a:ext cx="6169918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13550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rc5"/>
            <p:cNvSpPr/>
            <p:nvPr/>
          </p:nvSpPr>
          <p:spPr>
            <a:xfrm>
              <a:off x="2034901" y="2354586"/>
              <a:ext cx="4342247" cy="3366361"/>
            </a:xfrm>
            <a:prstGeom prst="rect">
              <a:avLst/>
            </a:prstGeom>
            <a:solidFill>
              <a:srgbClr val="F0F8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2443946" y="2354586"/>
              <a:ext cx="0" cy="3366361"/>
            </a:xfrm>
            <a:custGeom>
              <a:avLst/>
              <a:pathLst>
                <a:path w="0" h="3366361">
                  <a:moveTo>
                    <a:pt x="0" y="3366361"/>
                  </a:moveTo>
                  <a:lnTo>
                    <a:pt x="0" y="3348846"/>
                  </a:lnTo>
                  <a:lnTo>
                    <a:pt x="0" y="3309435"/>
                  </a:lnTo>
                  <a:lnTo>
                    <a:pt x="0" y="3270024"/>
                  </a:lnTo>
                  <a:lnTo>
                    <a:pt x="0" y="3230613"/>
                  </a:lnTo>
                  <a:lnTo>
                    <a:pt x="0" y="3191202"/>
                  </a:lnTo>
                  <a:lnTo>
                    <a:pt x="0" y="3151791"/>
                  </a:lnTo>
                  <a:lnTo>
                    <a:pt x="0" y="3112380"/>
                  </a:lnTo>
                  <a:lnTo>
                    <a:pt x="0" y="3072969"/>
                  </a:lnTo>
                  <a:lnTo>
                    <a:pt x="0" y="3033559"/>
                  </a:lnTo>
                  <a:lnTo>
                    <a:pt x="0" y="2994148"/>
                  </a:lnTo>
                  <a:lnTo>
                    <a:pt x="0" y="2954737"/>
                  </a:lnTo>
                  <a:lnTo>
                    <a:pt x="0" y="2915326"/>
                  </a:lnTo>
                  <a:lnTo>
                    <a:pt x="0" y="2875915"/>
                  </a:lnTo>
                  <a:lnTo>
                    <a:pt x="0" y="2836504"/>
                  </a:lnTo>
                  <a:lnTo>
                    <a:pt x="0" y="2797093"/>
                  </a:lnTo>
                  <a:lnTo>
                    <a:pt x="0" y="2757682"/>
                  </a:lnTo>
                  <a:lnTo>
                    <a:pt x="0" y="2718271"/>
                  </a:lnTo>
                  <a:lnTo>
                    <a:pt x="0" y="2678860"/>
                  </a:lnTo>
                  <a:lnTo>
                    <a:pt x="0" y="2639450"/>
                  </a:lnTo>
                  <a:lnTo>
                    <a:pt x="0" y="2600039"/>
                  </a:lnTo>
                  <a:lnTo>
                    <a:pt x="0" y="2560628"/>
                  </a:lnTo>
                  <a:lnTo>
                    <a:pt x="0" y="2521217"/>
                  </a:lnTo>
                  <a:lnTo>
                    <a:pt x="0" y="2481806"/>
                  </a:lnTo>
                  <a:lnTo>
                    <a:pt x="0" y="2442395"/>
                  </a:lnTo>
                  <a:lnTo>
                    <a:pt x="0" y="2402984"/>
                  </a:lnTo>
                  <a:lnTo>
                    <a:pt x="0" y="2363573"/>
                  </a:lnTo>
                  <a:lnTo>
                    <a:pt x="0" y="2324162"/>
                  </a:lnTo>
                  <a:lnTo>
                    <a:pt x="0" y="2284751"/>
                  </a:lnTo>
                  <a:lnTo>
                    <a:pt x="0" y="2245340"/>
                  </a:lnTo>
                  <a:lnTo>
                    <a:pt x="0" y="2205930"/>
                  </a:lnTo>
                  <a:lnTo>
                    <a:pt x="0" y="2166519"/>
                  </a:lnTo>
                  <a:lnTo>
                    <a:pt x="0" y="2127108"/>
                  </a:lnTo>
                  <a:lnTo>
                    <a:pt x="0" y="2087697"/>
                  </a:lnTo>
                  <a:lnTo>
                    <a:pt x="0" y="2048286"/>
                  </a:lnTo>
                  <a:lnTo>
                    <a:pt x="0" y="2008875"/>
                  </a:lnTo>
                  <a:lnTo>
                    <a:pt x="0" y="1969464"/>
                  </a:lnTo>
                  <a:lnTo>
                    <a:pt x="0" y="1930053"/>
                  </a:lnTo>
                  <a:lnTo>
                    <a:pt x="0" y="1890642"/>
                  </a:lnTo>
                  <a:lnTo>
                    <a:pt x="0" y="1851231"/>
                  </a:lnTo>
                  <a:lnTo>
                    <a:pt x="0" y="1811821"/>
                  </a:lnTo>
                  <a:lnTo>
                    <a:pt x="0" y="1772410"/>
                  </a:lnTo>
                  <a:lnTo>
                    <a:pt x="0" y="1732999"/>
                  </a:lnTo>
                  <a:lnTo>
                    <a:pt x="0" y="1693588"/>
                  </a:lnTo>
                  <a:lnTo>
                    <a:pt x="0" y="1654177"/>
                  </a:lnTo>
                  <a:lnTo>
                    <a:pt x="0" y="1614766"/>
                  </a:lnTo>
                  <a:lnTo>
                    <a:pt x="0" y="1575355"/>
                  </a:lnTo>
                  <a:lnTo>
                    <a:pt x="0" y="1535944"/>
                  </a:lnTo>
                  <a:lnTo>
                    <a:pt x="0" y="1496533"/>
                  </a:lnTo>
                  <a:lnTo>
                    <a:pt x="0" y="1457122"/>
                  </a:lnTo>
                  <a:lnTo>
                    <a:pt x="0" y="1417711"/>
                  </a:lnTo>
                  <a:lnTo>
                    <a:pt x="0" y="1378301"/>
                  </a:lnTo>
                  <a:lnTo>
                    <a:pt x="0" y="1338890"/>
                  </a:lnTo>
                  <a:lnTo>
                    <a:pt x="0" y="1299479"/>
                  </a:lnTo>
                  <a:lnTo>
                    <a:pt x="0" y="1260068"/>
                  </a:lnTo>
                  <a:lnTo>
                    <a:pt x="0" y="1220657"/>
                  </a:lnTo>
                  <a:lnTo>
                    <a:pt x="0" y="1181246"/>
                  </a:lnTo>
                  <a:lnTo>
                    <a:pt x="0" y="1141835"/>
                  </a:lnTo>
                  <a:lnTo>
                    <a:pt x="0" y="1102424"/>
                  </a:lnTo>
                  <a:lnTo>
                    <a:pt x="0" y="1063013"/>
                  </a:lnTo>
                  <a:lnTo>
                    <a:pt x="0" y="1023602"/>
                  </a:lnTo>
                  <a:lnTo>
                    <a:pt x="0" y="984192"/>
                  </a:lnTo>
                  <a:lnTo>
                    <a:pt x="0" y="944781"/>
                  </a:lnTo>
                  <a:lnTo>
                    <a:pt x="0" y="905370"/>
                  </a:lnTo>
                  <a:lnTo>
                    <a:pt x="0" y="865959"/>
                  </a:lnTo>
                  <a:lnTo>
                    <a:pt x="0" y="826548"/>
                  </a:lnTo>
                  <a:lnTo>
                    <a:pt x="0" y="787137"/>
                  </a:lnTo>
                  <a:lnTo>
                    <a:pt x="0" y="747726"/>
                  </a:lnTo>
                  <a:lnTo>
                    <a:pt x="0" y="708315"/>
                  </a:lnTo>
                  <a:lnTo>
                    <a:pt x="0" y="668904"/>
                  </a:lnTo>
                  <a:lnTo>
                    <a:pt x="0" y="629493"/>
                  </a:lnTo>
                  <a:lnTo>
                    <a:pt x="0" y="590082"/>
                  </a:lnTo>
                  <a:lnTo>
                    <a:pt x="0" y="550672"/>
                  </a:lnTo>
                  <a:lnTo>
                    <a:pt x="0" y="511261"/>
                  </a:lnTo>
                  <a:lnTo>
                    <a:pt x="0" y="471850"/>
                  </a:lnTo>
                  <a:lnTo>
                    <a:pt x="0" y="432439"/>
                  </a:lnTo>
                  <a:lnTo>
                    <a:pt x="0" y="393028"/>
                  </a:lnTo>
                  <a:lnTo>
                    <a:pt x="0" y="353617"/>
                  </a:lnTo>
                  <a:lnTo>
                    <a:pt x="0" y="314206"/>
                  </a:lnTo>
                  <a:lnTo>
                    <a:pt x="0" y="274795"/>
                  </a:lnTo>
                  <a:lnTo>
                    <a:pt x="0" y="235384"/>
                  </a:lnTo>
                  <a:lnTo>
                    <a:pt x="0" y="195973"/>
                  </a:lnTo>
                  <a:lnTo>
                    <a:pt x="0" y="156563"/>
                  </a:lnTo>
                  <a:lnTo>
                    <a:pt x="0" y="117152"/>
                  </a:lnTo>
                  <a:lnTo>
                    <a:pt x="0" y="77741"/>
                  </a:lnTo>
                  <a:lnTo>
                    <a:pt x="0" y="38330"/>
                  </a:ln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rnd">
              <a:solidFill>
                <a:srgbClr val="F0F8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2973121" y="2354586"/>
              <a:ext cx="0" cy="3366361"/>
            </a:xfrm>
            <a:custGeom>
              <a:avLst/>
              <a:pathLst>
                <a:path w="0" h="3366361">
                  <a:moveTo>
                    <a:pt x="0" y="3366361"/>
                  </a:moveTo>
                  <a:lnTo>
                    <a:pt x="0" y="3348846"/>
                  </a:lnTo>
                  <a:lnTo>
                    <a:pt x="0" y="3309435"/>
                  </a:lnTo>
                  <a:lnTo>
                    <a:pt x="0" y="3270024"/>
                  </a:lnTo>
                  <a:lnTo>
                    <a:pt x="0" y="3230613"/>
                  </a:lnTo>
                  <a:lnTo>
                    <a:pt x="0" y="3191202"/>
                  </a:lnTo>
                  <a:lnTo>
                    <a:pt x="0" y="3151791"/>
                  </a:lnTo>
                  <a:lnTo>
                    <a:pt x="0" y="3112380"/>
                  </a:lnTo>
                  <a:lnTo>
                    <a:pt x="0" y="3072969"/>
                  </a:lnTo>
                  <a:lnTo>
                    <a:pt x="0" y="3033559"/>
                  </a:lnTo>
                  <a:lnTo>
                    <a:pt x="0" y="2994148"/>
                  </a:lnTo>
                  <a:lnTo>
                    <a:pt x="0" y="2954737"/>
                  </a:lnTo>
                  <a:lnTo>
                    <a:pt x="0" y="2915326"/>
                  </a:lnTo>
                  <a:lnTo>
                    <a:pt x="0" y="2875915"/>
                  </a:lnTo>
                  <a:lnTo>
                    <a:pt x="0" y="2836504"/>
                  </a:lnTo>
                  <a:lnTo>
                    <a:pt x="0" y="2797093"/>
                  </a:lnTo>
                  <a:lnTo>
                    <a:pt x="0" y="2757682"/>
                  </a:lnTo>
                  <a:lnTo>
                    <a:pt x="0" y="2718271"/>
                  </a:lnTo>
                  <a:lnTo>
                    <a:pt x="0" y="2678860"/>
                  </a:lnTo>
                  <a:lnTo>
                    <a:pt x="0" y="2639450"/>
                  </a:lnTo>
                  <a:lnTo>
                    <a:pt x="0" y="2600039"/>
                  </a:lnTo>
                  <a:lnTo>
                    <a:pt x="0" y="2560628"/>
                  </a:lnTo>
                  <a:lnTo>
                    <a:pt x="0" y="2521217"/>
                  </a:lnTo>
                  <a:lnTo>
                    <a:pt x="0" y="2481806"/>
                  </a:lnTo>
                  <a:lnTo>
                    <a:pt x="0" y="2442395"/>
                  </a:lnTo>
                  <a:lnTo>
                    <a:pt x="0" y="2402984"/>
                  </a:lnTo>
                  <a:lnTo>
                    <a:pt x="0" y="2363573"/>
                  </a:lnTo>
                  <a:lnTo>
                    <a:pt x="0" y="2324162"/>
                  </a:lnTo>
                  <a:lnTo>
                    <a:pt x="0" y="2284751"/>
                  </a:lnTo>
                  <a:lnTo>
                    <a:pt x="0" y="2245340"/>
                  </a:lnTo>
                  <a:lnTo>
                    <a:pt x="0" y="2205930"/>
                  </a:lnTo>
                  <a:lnTo>
                    <a:pt x="0" y="2166519"/>
                  </a:lnTo>
                  <a:lnTo>
                    <a:pt x="0" y="2127108"/>
                  </a:lnTo>
                  <a:lnTo>
                    <a:pt x="0" y="2087697"/>
                  </a:lnTo>
                  <a:lnTo>
                    <a:pt x="0" y="2048286"/>
                  </a:lnTo>
                  <a:lnTo>
                    <a:pt x="0" y="2008875"/>
                  </a:lnTo>
                  <a:lnTo>
                    <a:pt x="0" y="1969464"/>
                  </a:lnTo>
                  <a:lnTo>
                    <a:pt x="0" y="1930053"/>
                  </a:lnTo>
                  <a:lnTo>
                    <a:pt x="0" y="1890642"/>
                  </a:lnTo>
                  <a:lnTo>
                    <a:pt x="0" y="1851231"/>
                  </a:lnTo>
                  <a:lnTo>
                    <a:pt x="0" y="1811821"/>
                  </a:lnTo>
                  <a:lnTo>
                    <a:pt x="0" y="1772410"/>
                  </a:lnTo>
                  <a:lnTo>
                    <a:pt x="0" y="1732999"/>
                  </a:lnTo>
                  <a:lnTo>
                    <a:pt x="0" y="1693588"/>
                  </a:lnTo>
                  <a:lnTo>
                    <a:pt x="0" y="1654177"/>
                  </a:lnTo>
                  <a:lnTo>
                    <a:pt x="0" y="1614766"/>
                  </a:lnTo>
                  <a:lnTo>
                    <a:pt x="0" y="1575355"/>
                  </a:lnTo>
                  <a:lnTo>
                    <a:pt x="0" y="1535944"/>
                  </a:lnTo>
                  <a:lnTo>
                    <a:pt x="0" y="1496533"/>
                  </a:lnTo>
                  <a:lnTo>
                    <a:pt x="0" y="1457122"/>
                  </a:lnTo>
                  <a:lnTo>
                    <a:pt x="0" y="1417711"/>
                  </a:lnTo>
                  <a:lnTo>
                    <a:pt x="0" y="1378301"/>
                  </a:lnTo>
                  <a:lnTo>
                    <a:pt x="0" y="1338890"/>
                  </a:lnTo>
                  <a:lnTo>
                    <a:pt x="0" y="1299479"/>
                  </a:lnTo>
                  <a:lnTo>
                    <a:pt x="0" y="1260068"/>
                  </a:lnTo>
                  <a:lnTo>
                    <a:pt x="0" y="1220657"/>
                  </a:lnTo>
                  <a:lnTo>
                    <a:pt x="0" y="1181246"/>
                  </a:lnTo>
                  <a:lnTo>
                    <a:pt x="0" y="1141835"/>
                  </a:lnTo>
                  <a:lnTo>
                    <a:pt x="0" y="1102424"/>
                  </a:lnTo>
                  <a:lnTo>
                    <a:pt x="0" y="1063013"/>
                  </a:lnTo>
                  <a:lnTo>
                    <a:pt x="0" y="1023602"/>
                  </a:lnTo>
                  <a:lnTo>
                    <a:pt x="0" y="984192"/>
                  </a:lnTo>
                  <a:lnTo>
                    <a:pt x="0" y="944781"/>
                  </a:lnTo>
                  <a:lnTo>
                    <a:pt x="0" y="905370"/>
                  </a:lnTo>
                  <a:lnTo>
                    <a:pt x="0" y="865959"/>
                  </a:lnTo>
                  <a:lnTo>
                    <a:pt x="0" y="826548"/>
                  </a:lnTo>
                  <a:lnTo>
                    <a:pt x="0" y="787137"/>
                  </a:lnTo>
                  <a:lnTo>
                    <a:pt x="0" y="747726"/>
                  </a:lnTo>
                  <a:lnTo>
                    <a:pt x="0" y="708315"/>
                  </a:lnTo>
                  <a:lnTo>
                    <a:pt x="0" y="668904"/>
                  </a:lnTo>
                  <a:lnTo>
                    <a:pt x="0" y="629493"/>
                  </a:lnTo>
                  <a:lnTo>
                    <a:pt x="0" y="590082"/>
                  </a:lnTo>
                  <a:lnTo>
                    <a:pt x="0" y="550672"/>
                  </a:lnTo>
                  <a:lnTo>
                    <a:pt x="0" y="511261"/>
                  </a:lnTo>
                  <a:lnTo>
                    <a:pt x="0" y="471850"/>
                  </a:lnTo>
                  <a:lnTo>
                    <a:pt x="0" y="432439"/>
                  </a:lnTo>
                  <a:lnTo>
                    <a:pt x="0" y="393028"/>
                  </a:lnTo>
                  <a:lnTo>
                    <a:pt x="0" y="353617"/>
                  </a:lnTo>
                  <a:lnTo>
                    <a:pt x="0" y="314206"/>
                  </a:lnTo>
                  <a:lnTo>
                    <a:pt x="0" y="274795"/>
                  </a:lnTo>
                  <a:lnTo>
                    <a:pt x="0" y="235384"/>
                  </a:lnTo>
                  <a:lnTo>
                    <a:pt x="0" y="195973"/>
                  </a:lnTo>
                  <a:lnTo>
                    <a:pt x="0" y="156563"/>
                  </a:lnTo>
                  <a:lnTo>
                    <a:pt x="0" y="117152"/>
                  </a:lnTo>
                  <a:lnTo>
                    <a:pt x="0" y="77741"/>
                  </a:lnTo>
                  <a:lnTo>
                    <a:pt x="0" y="38330"/>
                  </a:ln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rnd">
              <a:solidFill>
                <a:srgbClr val="F0F8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3502296" y="2354586"/>
              <a:ext cx="0" cy="3366361"/>
            </a:xfrm>
            <a:custGeom>
              <a:avLst/>
              <a:pathLst>
                <a:path w="0" h="3366361">
                  <a:moveTo>
                    <a:pt x="0" y="3366361"/>
                  </a:moveTo>
                  <a:lnTo>
                    <a:pt x="0" y="3348846"/>
                  </a:lnTo>
                  <a:lnTo>
                    <a:pt x="0" y="3309435"/>
                  </a:lnTo>
                  <a:lnTo>
                    <a:pt x="0" y="3270024"/>
                  </a:lnTo>
                  <a:lnTo>
                    <a:pt x="0" y="3230613"/>
                  </a:lnTo>
                  <a:lnTo>
                    <a:pt x="0" y="3191202"/>
                  </a:lnTo>
                  <a:lnTo>
                    <a:pt x="0" y="3151791"/>
                  </a:lnTo>
                  <a:lnTo>
                    <a:pt x="0" y="3112380"/>
                  </a:lnTo>
                  <a:lnTo>
                    <a:pt x="0" y="3072969"/>
                  </a:lnTo>
                  <a:lnTo>
                    <a:pt x="0" y="3033559"/>
                  </a:lnTo>
                  <a:lnTo>
                    <a:pt x="0" y="2994148"/>
                  </a:lnTo>
                  <a:lnTo>
                    <a:pt x="0" y="2954737"/>
                  </a:lnTo>
                  <a:lnTo>
                    <a:pt x="0" y="2915326"/>
                  </a:lnTo>
                  <a:lnTo>
                    <a:pt x="0" y="2875915"/>
                  </a:lnTo>
                  <a:lnTo>
                    <a:pt x="0" y="2836504"/>
                  </a:lnTo>
                  <a:lnTo>
                    <a:pt x="0" y="2797093"/>
                  </a:lnTo>
                  <a:lnTo>
                    <a:pt x="0" y="2757682"/>
                  </a:lnTo>
                  <a:lnTo>
                    <a:pt x="0" y="2718271"/>
                  </a:lnTo>
                  <a:lnTo>
                    <a:pt x="0" y="2678860"/>
                  </a:lnTo>
                  <a:lnTo>
                    <a:pt x="0" y="2639450"/>
                  </a:lnTo>
                  <a:lnTo>
                    <a:pt x="0" y="2600039"/>
                  </a:lnTo>
                  <a:lnTo>
                    <a:pt x="0" y="2560628"/>
                  </a:lnTo>
                  <a:lnTo>
                    <a:pt x="0" y="2521217"/>
                  </a:lnTo>
                  <a:lnTo>
                    <a:pt x="0" y="2481806"/>
                  </a:lnTo>
                  <a:lnTo>
                    <a:pt x="0" y="2442395"/>
                  </a:lnTo>
                  <a:lnTo>
                    <a:pt x="0" y="2402984"/>
                  </a:lnTo>
                  <a:lnTo>
                    <a:pt x="0" y="2363573"/>
                  </a:lnTo>
                  <a:lnTo>
                    <a:pt x="0" y="2324162"/>
                  </a:lnTo>
                  <a:lnTo>
                    <a:pt x="0" y="2284751"/>
                  </a:lnTo>
                  <a:lnTo>
                    <a:pt x="0" y="2245340"/>
                  </a:lnTo>
                  <a:lnTo>
                    <a:pt x="0" y="2205930"/>
                  </a:lnTo>
                  <a:lnTo>
                    <a:pt x="0" y="2166519"/>
                  </a:lnTo>
                  <a:lnTo>
                    <a:pt x="0" y="2127108"/>
                  </a:lnTo>
                  <a:lnTo>
                    <a:pt x="0" y="2087697"/>
                  </a:lnTo>
                  <a:lnTo>
                    <a:pt x="0" y="2048286"/>
                  </a:lnTo>
                  <a:lnTo>
                    <a:pt x="0" y="2008875"/>
                  </a:lnTo>
                  <a:lnTo>
                    <a:pt x="0" y="1969464"/>
                  </a:lnTo>
                  <a:lnTo>
                    <a:pt x="0" y="1930053"/>
                  </a:lnTo>
                  <a:lnTo>
                    <a:pt x="0" y="1890642"/>
                  </a:lnTo>
                  <a:lnTo>
                    <a:pt x="0" y="1851231"/>
                  </a:lnTo>
                  <a:lnTo>
                    <a:pt x="0" y="1811821"/>
                  </a:lnTo>
                  <a:lnTo>
                    <a:pt x="0" y="1772410"/>
                  </a:lnTo>
                  <a:lnTo>
                    <a:pt x="0" y="1732999"/>
                  </a:lnTo>
                  <a:lnTo>
                    <a:pt x="0" y="1693588"/>
                  </a:lnTo>
                  <a:lnTo>
                    <a:pt x="0" y="1654177"/>
                  </a:lnTo>
                  <a:lnTo>
                    <a:pt x="0" y="1614766"/>
                  </a:lnTo>
                  <a:lnTo>
                    <a:pt x="0" y="1575355"/>
                  </a:lnTo>
                  <a:lnTo>
                    <a:pt x="0" y="1535944"/>
                  </a:lnTo>
                  <a:lnTo>
                    <a:pt x="0" y="1496533"/>
                  </a:lnTo>
                  <a:lnTo>
                    <a:pt x="0" y="1457122"/>
                  </a:lnTo>
                  <a:lnTo>
                    <a:pt x="0" y="1417711"/>
                  </a:lnTo>
                  <a:lnTo>
                    <a:pt x="0" y="1378301"/>
                  </a:lnTo>
                  <a:lnTo>
                    <a:pt x="0" y="1338890"/>
                  </a:lnTo>
                  <a:lnTo>
                    <a:pt x="0" y="1299479"/>
                  </a:lnTo>
                  <a:lnTo>
                    <a:pt x="0" y="1260068"/>
                  </a:lnTo>
                  <a:lnTo>
                    <a:pt x="0" y="1220657"/>
                  </a:lnTo>
                  <a:lnTo>
                    <a:pt x="0" y="1181246"/>
                  </a:lnTo>
                  <a:lnTo>
                    <a:pt x="0" y="1141835"/>
                  </a:lnTo>
                  <a:lnTo>
                    <a:pt x="0" y="1102424"/>
                  </a:lnTo>
                  <a:lnTo>
                    <a:pt x="0" y="1063013"/>
                  </a:lnTo>
                  <a:lnTo>
                    <a:pt x="0" y="1023602"/>
                  </a:lnTo>
                  <a:lnTo>
                    <a:pt x="0" y="984192"/>
                  </a:lnTo>
                  <a:lnTo>
                    <a:pt x="0" y="944781"/>
                  </a:lnTo>
                  <a:lnTo>
                    <a:pt x="0" y="905370"/>
                  </a:lnTo>
                  <a:lnTo>
                    <a:pt x="0" y="865959"/>
                  </a:lnTo>
                  <a:lnTo>
                    <a:pt x="0" y="826548"/>
                  </a:lnTo>
                  <a:lnTo>
                    <a:pt x="0" y="787137"/>
                  </a:lnTo>
                  <a:lnTo>
                    <a:pt x="0" y="747726"/>
                  </a:lnTo>
                  <a:lnTo>
                    <a:pt x="0" y="708315"/>
                  </a:lnTo>
                  <a:lnTo>
                    <a:pt x="0" y="668904"/>
                  </a:lnTo>
                  <a:lnTo>
                    <a:pt x="0" y="629493"/>
                  </a:lnTo>
                  <a:lnTo>
                    <a:pt x="0" y="590082"/>
                  </a:lnTo>
                  <a:lnTo>
                    <a:pt x="0" y="550672"/>
                  </a:lnTo>
                  <a:lnTo>
                    <a:pt x="0" y="511261"/>
                  </a:lnTo>
                  <a:lnTo>
                    <a:pt x="0" y="471850"/>
                  </a:lnTo>
                  <a:lnTo>
                    <a:pt x="0" y="432439"/>
                  </a:lnTo>
                  <a:lnTo>
                    <a:pt x="0" y="393028"/>
                  </a:lnTo>
                  <a:lnTo>
                    <a:pt x="0" y="353617"/>
                  </a:lnTo>
                  <a:lnTo>
                    <a:pt x="0" y="314206"/>
                  </a:lnTo>
                  <a:lnTo>
                    <a:pt x="0" y="274795"/>
                  </a:lnTo>
                  <a:lnTo>
                    <a:pt x="0" y="235384"/>
                  </a:lnTo>
                  <a:lnTo>
                    <a:pt x="0" y="195973"/>
                  </a:lnTo>
                  <a:lnTo>
                    <a:pt x="0" y="156563"/>
                  </a:lnTo>
                  <a:lnTo>
                    <a:pt x="0" y="117152"/>
                  </a:lnTo>
                  <a:lnTo>
                    <a:pt x="0" y="77741"/>
                  </a:lnTo>
                  <a:lnTo>
                    <a:pt x="0" y="38330"/>
                  </a:ln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rnd">
              <a:solidFill>
                <a:srgbClr val="F0F8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4031471" y="2354586"/>
              <a:ext cx="0" cy="3366361"/>
            </a:xfrm>
            <a:custGeom>
              <a:avLst/>
              <a:pathLst>
                <a:path w="0" h="3366361">
                  <a:moveTo>
                    <a:pt x="0" y="3366361"/>
                  </a:moveTo>
                  <a:lnTo>
                    <a:pt x="0" y="3348846"/>
                  </a:lnTo>
                  <a:lnTo>
                    <a:pt x="0" y="3309435"/>
                  </a:lnTo>
                  <a:lnTo>
                    <a:pt x="0" y="3270024"/>
                  </a:lnTo>
                  <a:lnTo>
                    <a:pt x="0" y="3230613"/>
                  </a:lnTo>
                  <a:lnTo>
                    <a:pt x="0" y="3191202"/>
                  </a:lnTo>
                  <a:lnTo>
                    <a:pt x="0" y="3151791"/>
                  </a:lnTo>
                  <a:lnTo>
                    <a:pt x="0" y="3112380"/>
                  </a:lnTo>
                  <a:lnTo>
                    <a:pt x="0" y="3072969"/>
                  </a:lnTo>
                  <a:lnTo>
                    <a:pt x="0" y="3033559"/>
                  </a:lnTo>
                  <a:lnTo>
                    <a:pt x="0" y="2994148"/>
                  </a:lnTo>
                  <a:lnTo>
                    <a:pt x="0" y="2954737"/>
                  </a:lnTo>
                  <a:lnTo>
                    <a:pt x="0" y="2915326"/>
                  </a:lnTo>
                  <a:lnTo>
                    <a:pt x="0" y="2875915"/>
                  </a:lnTo>
                  <a:lnTo>
                    <a:pt x="0" y="2836504"/>
                  </a:lnTo>
                  <a:lnTo>
                    <a:pt x="0" y="2797093"/>
                  </a:lnTo>
                  <a:lnTo>
                    <a:pt x="0" y="2757682"/>
                  </a:lnTo>
                  <a:lnTo>
                    <a:pt x="0" y="2718271"/>
                  </a:lnTo>
                  <a:lnTo>
                    <a:pt x="0" y="2678860"/>
                  </a:lnTo>
                  <a:lnTo>
                    <a:pt x="0" y="2639450"/>
                  </a:lnTo>
                  <a:lnTo>
                    <a:pt x="0" y="2600039"/>
                  </a:lnTo>
                  <a:lnTo>
                    <a:pt x="0" y="2560628"/>
                  </a:lnTo>
                  <a:lnTo>
                    <a:pt x="0" y="2521217"/>
                  </a:lnTo>
                  <a:lnTo>
                    <a:pt x="0" y="2481806"/>
                  </a:lnTo>
                  <a:lnTo>
                    <a:pt x="0" y="2442395"/>
                  </a:lnTo>
                  <a:lnTo>
                    <a:pt x="0" y="2402984"/>
                  </a:lnTo>
                  <a:lnTo>
                    <a:pt x="0" y="2363573"/>
                  </a:lnTo>
                  <a:lnTo>
                    <a:pt x="0" y="2324162"/>
                  </a:lnTo>
                  <a:lnTo>
                    <a:pt x="0" y="2284751"/>
                  </a:lnTo>
                  <a:lnTo>
                    <a:pt x="0" y="2245340"/>
                  </a:lnTo>
                  <a:lnTo>
                    <a:pt x="0" y="2205930"/>
                  </a:lnTo>
                  <a:lnTo>
                    <a:pt x="0" y="2166519"/>
                  </a:lnTo>
                  <a:lnTo>
                    <a:pt x="0" y="2127108"/>
                  </a:lnTo>
                  <a:lnTo>
                    <a:pt x="0" y="2087697"/>
                  </a:lnTo>
                  <a:lnTo>
                    <a:pt x="0" y="2048286"/>
                  </a:lnTo>
                  <a:lnTo>
                    <a:pt x="0" y="2008875"/>
                  </a:lnTo>
                  <a:lnTo>
                    <a:pt x="0" y="1969464"/>
                  </a:lnTo>
                  <a:lnTo>
                    <a:pt x="0" y="1930053"/>
                  </a:lnTo>
                  <a:lnTo>
                    <a:pt x="0" y="1890642"/>
                  </a:lnTo>
                  <a:lnTo>
                    <a:pt x="0" y="1851231"/>
                  </a:lnTo>
                  <a:lnTo>
                    <a:pt x="0" y="1811821"/>
                  </a:lnTo>
                  <a:lnTo>
                    <a:pt x="0" y="1772410"/>
                  </a:lnTo>
                  <a:lnTo>
                    <a:pt x="0" y="1732999"/>
                  </a:lnTo>
                  <a:lnTo>
                    <a:pt x="0" y="1693588"/>
                  </a:lnTo>
                  <a:lnTo>
                    <a:pt x="0" y="1654177"/>
                  </a:lnTo>
                  <a:lnTo>
                    <a:pt x="0" y="1614766"/>
                  </a:lnTo>
                  <a:lnTo>
                    <a:pt x="0" y="1575355"/>
                  </a:lnTo>
                  <a:lnTo>
                    <a:pt x="0" y="1535944"/>
                  </a:lnTo>
                  <a:lnTo>
                    <a:pt x="0" y="1496533"/>
                  </a:lnTo>
                  <a:lnTo>
                    <a:pt x="0" y="1457122"/>
                  </a:lnTo>
                  <a:lnTo>
                    <a:pt x="0" y="1417711"/>
                  </a:lnTo>
                  <a:lnTo>
                    <a:pt x="0" y="1378301"/>
                  </a:lnTo>
                  <a:lnTo>
                    <a:pt x="0" y="1338890"/>
                  </a:lnTo>
                  <a:lnTo>
                    <a:pt x="0" y="1299479"/>
                  </a:lnTo>
                  <a:lnTo>
                    <a:pt x="0" y="1260068"/>
                  </a:lnTo>
                  <a:lnTo>
                    <a:pt x="0" y="1220657"/>
                  </a:lnTo>
                  <a:lnTo>
                    <a:pt x="0" y="1181246"/>
                  </a:lnTo>
                  <a:lnTo>
                    <a:pt x="0" y="1141835"/>
                  </a:lnTo>
                  <a:lnTo>
                    <a:pt x="0" y="1102424"/>
                  </a:lnTo>
                  <a:lnTo>
                    <a:pt x="0" y="1063013"/>
                  </a:lnTo>
                  <a:lnTo>
                    <a:pt x="0" y="1023602"/>
                  </a:lnTo>
                  <a:lnTo>
                    <a:pt x="0" y="984192"/>
                  </a:lnTo>
                  <a:lnTo>
                    <a:pt x="0" y="944781"/>
                  </a:lnTo>
                  <a:lnTo>
                    <a:pt x="0" y="905370"/>
                  </a:lnTo>
                  <a:lnTo>
                    <a:pt x="0" y="865959"/>
                  </a:lnTo>
                  <a:lnTo>
                    <a:pt x="0" y="826548"/>
                  </a:lnTo>
                  <a:lnTo>
                    <a:pt x="0" y="787137"/>
                  </a:lnTo>
                  <a:lnTo>
                    <a:pt x="0" y="747726"/>
                  </a:lnTo>
                  <a:lnTo>
                    <a:pt x="0" y="708315"/>
                  </a:lnTo>
                  <a:lnTo>
                    <a:pt x="0" y="668904"/>
                  </a:lnTo>
                  <a:lnTo>
                    <a:pt x="0" y="629493"/>
                  </a:lnTo>
                  <a:lnTo>
                    <a:pt x="0" y="590082"/>
                  </a:lnTo>
                  <a:lnTo>
                    <a:pt x="0" y="550672"/>
                  </a:lnTo>
                  <a:lnTo>
                    <a:pt x="0" y="511261"/>
                  </a:lnTo>
                  <a:lnTo>
                    <a:pt x="0" y="471850"/>
                  </a:lnTo>
                  <a:lnTo>
                    <a:pt x="0" y="432439"/>
                  </a:lnTo>
                  <a:lnTo>
                    <a:pt x="0" y="393028"/>
                  </a:lnTo>
                  <a:lnTo>
                    <a:pt x="0" y="353617"/>
                  </a:lnTo>
                  <a:lnTo>
                    <a:pt x="0" y="314206"/>
                  </a:lnTo>
                  <a:lnTo>
                    <a:pt x="0" y="274795"/>
                  </a:lnTo>
                  <a:lnTo>
                    <a:pt x="0" y="235384"/>
                  </a:lnTo>
                  <a:lnTo>
                    <a:pt x="0" y="195973"/>
                  </a:lnTo>
                  <a:lnTo>
                    <a:pt x="0" y="156563"/>
                  </a:lnTo>
                  <a:lnTo>
                    <a:pt x="0" y="117152"/>
                  </a:lnTo>
                  <a:lnTo>
                    <a:pt x="0" y="77741"/>
                  </a:lnTo>
                  <a:lnTo>
                    <a:pt x="0" y="38330"/>
                  </a:ln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rnd">
              <a:solidFill>
                <a:srgbClr val="F0F8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4560646" y="2354586"/>
              <a:ext cx="0" cy="3366361"/>
            </a:xfrm>
            <a:custGeom>
              <a:avLst/>
              <a:pathLst>
                <a:path w="0" h="3366361">
                  <a:moveTo>
                    <a:pt x="0" y="3366361"/>
                  </a:moveTo>
                  <a:lnTo>
                    <a:pt x="0" y="3348846"/>
                  </a:lnTo>
                  <a:lnTo>
                    <a:pt x="0" y="3309435"/>
                  </a:lnTo>
                  <a:lnTo>
                    <a:pt x="0" y="3270024"/>
                  </a:lnTo>
                  <a:lnTo>
                    <a:pt x="0" y="3230613"/>
                  </a:lnTo>
                  <a:lnTo>
                    <a:pt x="0" y="3191202"/>
                  </a:lnTo>
                  <a:lnTo>
                    <a:pt x="0" y="3151791"/>
                  </a:lnTo>
                  <a:lnTo>
                    <a:pt x="0" y="3112380"/>
                  </a:lnTo>
                  <a:lnTo>
                    <a:pt x="0" y="3072969"/>
                  </a:lnTo>
                  <a:lnTo>
                    <a:pt x="0" y="3033559"/>
                  </a:lnTo>
                  <a:lnTo>
                    <a:pt x="0" y="2994148"/>
                  </a:lnTo>
                  <a:lnTo>
                    <a:pt x="0" y="2954737"/>
                  </a:lnTo>
                  <a:lnTo>
                    <a:pt x="0" y="2915326"/>
                  </a:lnTo>
                  <a:lnTo>
                    <a:pt x="0" y="2875915"/>
                  </a:lnTo>
                  <a:lnTo>
                    <a:pt x="0" y="2836504"/>
                  </a:lnTo>
                  <a:lnTo>
                    <a:pt x="0" y="2797093"/>
                  </a:lnTo>
                  <a:lnTo>
                    <a:pt x="0" y="2757682"/>
                  </a:lnTo>
                  <a:lnTo>
                    <a:pt x="0" y="2718271"/>
                  </a:lnTo>
                  <a:lnTo>
                    <a:pt x="0" y="2678860"/>
                  </a:lnTo>
                  <a:lnTo>
                    <a:pt x="0" y="2639450"/>
                  </a:lnTo>
                  <a:lnTo>
                    <a:pt x="0" y="2600039"/>
                  </a:lnTo>
                  <a:lnTo>
                    <a:pt x="0" y="2560628"/>
                  </a:lnTo>
                  <a:lnTo>
                    <a:pt x="0" y="2521217"/>
                  </a:lnTo>
                  <a:lnTo>
                    <a:pt x="0" y="2481806"/>
                  </a:lnTo>
                  <a:lnTo>
                    <a:pt x="0" y="2442395"/>
                  </a:lnTo>
                  <a:lnTo>
                    <a:pt x="0" y="2402984"/>
                  </a:lnTo>
                  <a:lnTo>
                    <a:pt x="0" y="2363573"/>
                  </a:lnTo>
                  <a:lnTo>
                    <a:pt x="0" y="2324162"/>
                  </a:lnTo>
                  <a:lnTo>
                    <a:pt x="0" y="2284751"/>
                  </a:lnTo>
                  <a:lnTo>
                    <a:pt x="0" y="2245340"/>
                  </a:lnTo>
                  <a:lnTo>
                    <a:pt x="0" y="2205930"/>
                  </a:lnTo>
                  <a:lnTo>
                    <a:pt x="0" y="2166519"/>
                  </a:lnTo>
                  <a:lnTo>
                    <a:pt x="0" y="2127108"/>
                  </a:lnTo>
                  <a:lnTo>
                    <a:pt x="0" y="2087697"/>
                  </a:lnTo>
                  <a:lnTo>
                    <a:pt x="0" y="2048286"/>
                  </a:lnTo>
                  <a:lnTo>
                    <a:pt x="0" y="2008875"/>
                  </a:lnTo>
                  <a:lnTo>
                    <a:pt x="0" y="1969464"/>
                  </a:lnTo>
                  <a:lnTo>
                    <a:pt x="0" y="1930053"/>
                  </a:lnTo>
                  <a:lnTo>
                    <a:pt x="0" y="1890642"/>
                  </a:lnTo>
                  <a:lnTo>
                    <a:pt x="0" y="1851231"/>
                  </a:lnTo>
                  <a:lnTo>
                    <a:pt x="0" y="1811821"/>
                  </a:lnTo>
                  <a:lnTo>
                    <a:pt x="0" y="1772410"/>
                  </a:lnTo>
                  <a:lnTo>
                    <a:pt x="0" y="1732999"/>
                  </a:lnTo>
                  <a:lnTo>
                    <a:pt x="0" y="1693588"/>
                  </a:lnTo>
                  <a:lnTo>
                    <a:pt x="0" y="1654177"/>
                  </a:lnTo>
                  <a:lnTo>
                    <a:pt x="0" y="1614766"/>
                  </a:lnTo>
                  <a:lnTo>
                    <a:pt x="0" y="1575355"/>
                  </a:lnTo>
                  <a:lnTo>
                    <a:pt x="0" y="1535944"/>
                  </a:lnTo>
                  <a:lnTo>
                    <a:pt x="0" y="1496533"/>
                  </a:lnTo>
                  <a:lnTo>
                    <a:pt x="0" y="1457122"/>
                  </a:lnTo>
                  <a:lnTo>
                    <a:pt x="0" y="1417711"/>
                  </a:lnTo>
                  <a:lnTo>
                    <a:pt x="0" y="1378301"/>
                  </a:lnTo>
                  <a:lnTo>
                    <a:pt x="0" y="1338890"/>
                  </a:lnTo>
                  <a:lnTo>
                    <a:pt x="0" y="1299479"/>
                  </a:lnTo>
                  <a:lnTo>
                    <a:pt x="0" y="1260068"/>
                  </a:lnTo>
                  <a:lnTo>
                    <a:pt x="0" y="1220657"/>
                  </a:lnTo>
                  <a:lnTo>
                    <a:pt x="0" y="1181246"/>
                  </a:lnTo>
                  <a:lnTo>
                    <a:pt x="0" y="1141835"/>
                  </a:lnTo>
                  <a:lnTo>
                    <a:pt x="0" y="1102424"/>
                  </a:lnTo>
                  <a:lnTo>
                    <a:pt x="0" y="1063013"/>
                  </a:lnTo>
                  <a:lnTo>
                    <a:pt x="0" y="1023602"/>
                  </a:lnTo>
                  <a:lnTo>
                    <a:pt x="0" y="984192"/>
                  </a:lnTo>
                  <a:lnTo>
                    <a:pt x="0" y="944781"/>
                  </a:lnTo>
                  <a:lnTo>
                    <a:pt x="0" y="905370"/>
                  </a:lnTo>
                  <a:lnTo>
                    <a:pt x="0" y="865959"/>
                  </a:lnTo>
                  <a:lnTo>
                    <a:pt x="0" y="826548"/>
                  </a:lnTo>
                  <a:lnTo>
                    <a:pt x="0" y="787137"/>
                  </a:lnTo>
                  <a:lnTo>
                    <a:pt x="0" y="747726"/>
                  </a:lnTo>
                  <a:lnTo>
                    <a:pt x="0" y="708315"/>
                  </a:lnTo>
                  <a:lnTo>
                    <a:pt x="0" y="668904"/>
                  </a:lnTo>
                  <a:lnTo>
                    <a:pt x="0" y="629493"/>
                  </a:lnTo>
                  <a:lnTo>
                    <a:pt x="0" y="590082"/>
                  </a:lnTo>
                  <a:lnTo>
                    <a:pt x="0" y="550672"/>
                  </a:lnTo>
                  <a:lnTo>
                    <a:pt x="0" y="511261"/>
                  </a:lnTo>
                  <a:lnTo>
                    <a:pt x="0" y="471850"/>
                  </a:lnTo>
                  <a:lnTo>
                    <a:pt x="0" y="432439"/>
                  </a:lnTo>
                  <a:lnTo>
                    <a:pt x="0" y="393028"/>
                  </a:lnTo>
                  <a:lnTo>
                    <a:pt x="0" y="353617"/>
                  </a:lnTo>
                  <a:lnTo>
                    <a:pt x="0" y="314206"/>
                  </a:lnTo>
                  <a:lnTo>
                    <a:pt x="0" y="274795"/>
                  </a:lnTo>
                  <a:lnTo>
                    <a:pt x="0" y="235384"/>
                  </a:lnTo>
                  <a:lnTo>
                    <a:pt x="0" y="195973"/>
                  </a:lnTo>
                  <a:lnTo>
                    <a:pt x="0" y="156563"/>
                  </a:lnTo>
                  <a:lnTo>
                    <a:pt x="0" y="117152"/>
                  </a:lnTo>
                  <a:lnTo>
                    <a:pt x="0" y="77741"/>
                  </a:lnTo>
                  <a:lnTo>
                    <a:pt x="0" y="38330"/>
                  </a:ln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rnd">
              <a:solidFill>
                <a:srgbClr val="F0F8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5089822" y="2354586"/>
              <a:ext cx="0" cy="3366361"/>
            </a:xfrm>
            <a:custGeom>
              <a:avLst/>
              <a:pathLst>
                <a:path w="0" h="3366361">
                  <a:moveTo>
                    <a:pt x="0" y="3366361"/>
                  </a:moveTo>
                  <a:lnTo>
                    <a:pt x="0" y="3348846"/>
                  </a:lnTo>
                  <a:lnTo>
                    <a:pt x="0" y="3309435"/>
                  </a:lnTo>
                  <a:lnTo>
                    <a:pt x="0" y="3270024"/>
                  </a:lnTo>
                  <a:lnTo>
                    <a:pt x="0" y="3230613"/>
                  </a:lnTo>
                  <a:lnTo>
                    <a:pt x="0" y="3191202"/>
                  </a:lnTo>
                  <a:lnTo>
                    <a:pt x="0" y="3151791"/>
                  </a:lnTo>
                  <a:lnTo>
                    <a:pt x="0" y="3112380"/>
                  </a:lnTo>
                  <a:lnTo>
                    <a:pt x="0" y="3072969"/>
                  </a:lnTo>
                  <a:lnTo>
                    <a:pt x="0" y="3033559"/>
                  </a:lnTo>
                  <a:lnTo>
                    <a:pt x="0" y="2994148"/>
                  </a:lnTo>
                  <a:lnTo>
                    <a:pt x="0" y="2954737"/>
                  </a:lnTo>
                  <a:lnTo>
                    <a:pt x="0" y="2915326"/>
                  </a:lnTo>
                  <a:lnTo>
                    <a:pt x="0" y="2875915"/>
                  </a:lnTo>
                  <a:lnTo>
                    <a:pt x="0" y="2836504"/>
                  </a:lnTo>
                  <a:lnTo>
                    <a:pt x="0" y="2797093"/>
                  </a:lnTo>
                  <a:lnTo>
                    <a:pt x="0" y="2757682"/>
                  </a:lnTo>
                  <a:lnTo>
                    <a:pt x="0" y="2718271"/>
                  </a:lnTo>
                  <a:lnTo>
                    <a:pt x="0" y="2678860"/>
                  </a:lnTo>
                  <a:lnTo>
                    <a:pt x="0" y="2639450"/>
                  </a:lnTo>
                  <a:lnTo>
                    <a:pt x="0" y="2600039"/>
                  </a:lnTo>
                  <a:lnTo>
                    <a:pt x="0" y="2560628"/>
                  </a:lnTo>
                  <a:lnTo>
                    <a:pt x="0" y="2521217"/>
                  </a:lnTo>
                  <a:lnTo>
                    <a:pt x="0" y="2481806"/>
                  </a:lnTo>
                  <a:lnTo>
                    <a:pt x="0" y="2442395"/>
                  </a:lnTo>
                  <a:lnTo>
                    <a:pt x="0" y="2402984"/>
                  </a:lnTo>
                  <a:lnTo>
                    <a:pt x="0" y="2363573"/>
                  </a:lnTo>
                  <a:lnTo>
                    <a:pt x="0" y="2324162"/>
                  </a:lnTo>
                  <a:lnTo>
                    <a:pt x="0" y="2284751"/>
                  </a:lnTo>
                  <a:lnTo>
                    <a:pt x="0" y="2245340"/>
                  </a:lnTo>
                  <a:lnTo>
                    <a:pt x="0" y="2205930"/>
                  </a:lnTo>
                  <a:lnTo>
                    <a:pt x="0" y="2166519"/>
                  </a:lnTo>
                  <a:lnTo>
                    <a:pt x="0" y="2127108"/>
                  </a:lnTo>
                  <a:lnTo>
                    <a:pt x="0" y="2087697"/>
                  </a:lnTo>
                  <a:lnTo>
                    <a:pt x="0" y="2048286"/>
                  </a:lnTo>
                  <a:lnTo>
                    <a:pt x="0" y="2008875"/>
                  </a:lnTo>
                  <a:lnTo>
                    <a:pt x="0" y="1969464"/>
                  </a:lnTo>
                  <a:lnTo>
                    <a:pt x="0" y="1930053"/>
                  </a:lnTo>
                  <a:lnTo>
                    <a:pt x="0" y="1890642"/>
                  </a:lnTo>
                  <a:lnTo>
                    <a:pt x="0" y="1851231"/>
                  </a:lnTo>
                  <a:lnTo>
                    <a:pt x="0" y="1811821"/>
                  </a:lnTo>
                  <a:lnTo>
                    <a:pt x="0" y="1772410"/>
                  </a:lnTo>
                  <a:lnTo>
                    <a:pt x="0" y="1732999"/>
                  </a:lnTo>
                  <a:lnTo>
                    <a:pt x="0" y="1693588"/>
                  </a:lnTo>
                  <a:lnTo>
                    <a:pt x="0" y="1654177"/>
                  </a:lnTo>
                  <a:lnTo>
                    <a:pt x="0" y="1614766"/>
                  </a:lnTo>
                  <a:lnTo>
                    <a:pt x="0" y="1575355"/>
                  </a:lnTo>
                  <a:lnTo>
                    <a:pt x="0" y="1535944"/>
                  </a:lnTo>
                  <a:lnTo>
                    <a:pt x="0" y="1496533"/>
                  </a:lnTo>
                  <a:lnTo>
                    <a:pt x="0" y="1457122"/>
                  </a:lnTo>
                  <a:lnTo>
                    <a:pt x="0" y="1417711"/>
                  </a:lnTo>
                  <a:lnTo>
                    <a:pt x="0" y="1378301"/>
                  </a:lnTo>
                  <a:lnTo>
                    <a:pt x="0" y="1338890"/>
                  </a:lnTo>
                  <a:lnTo>
                    <a:pt x="0" y="1299479"/>
                  </a:lnTo>
                  <a:lnTo>
                    <a:pt x="0" y="1260068"/>
                  </a:lnTo>
                  <a:lnTo>
                    <a:pt x="0" y="1220657"/>
                  </a:lnTo>
                  <a:lnTo>
                    <a:pt x="0" y="1181246"/>
                  </a:lnTo>
                  <a:lnTo>
                    <a:pt x="0" y="1141835"/>
                  </a:lnTo>
                  <a:lnTo>
                    <a:pt x="0" y="1102424"/>
                  </a:lnTo>
                  <a:lnTo>
                    <a:pt x="0" y="1063013"/>
                  </a:lnTo>
                  <a:lnTo>
                    <a:pt x="0" y="1023602"/>
                  </a:lnTo>
                  <a:lnTo>
                    <a:pt x="0" y="984192"/>
                  </a:lnTo>
                  <a:lnTo>
                    <a:pt x="0" y="944781"/>
                  </a:lnTo>
                  <a:lnTo>
                    <a:pt x="0" y="905370"/>
                  </a:lnTo>
                  <a:lnTo>
                    <a:pt x="0" y="865959"/>
                  </a:lnTo>
                  <a:lnTo>
                    <a:pt x="0" y="826548"/>
                  </a:lnTo>
                  <a:lnTo>
                    <a:pt x="0" y="787137"/>
                  </a:lnTo>
                  <a:lnTo>
                    <a:pt x="0" y="747726"/>
                  </a:lnTo>
                  <a:lnTo>
                    <a:pt x="0" y="708315"/>
                  </a:lnTo>
                  <a:lnTo>
                    <a:pt x="0" y="668904"/>
                  </a:lnTo>
                  <a:lnTo>
                    <a:pt x="0" y="629493"/>
                  </a:lnTo>
                  <a:lnTo>
                    <a:pt x="0" y="590082"/>
                  </a:lnTo>
                  <a:lnTo>
                    <a:pt x="0" y="550672"/>
                  </a:lnTo>
                  <a:lnTo>
                    <a:pt x="0" y="511261"/>
                  </a:lnTo>
                  <a:lnTo>
                    <a:pt x="0" y="471850"/>
                  </a:lnTo>
                  <a:lnTo>
                    <a:pt x="0" y="432439"/>
                  </a:lnTo>
                  <a:lnTo>
                    <a:pt x="0" y="393028"/>
                  </a:lnTo>
                  <a:lnTo>
                    <a:pt x="0" y="353617"/>
                  </a:lnTo>
                  <a:lnTo>
                    <a:pt x="0" y="314206"/>
                  </a:lnTo>
                  <a:lnTo>
                    <a:pt x="0" y="274795"/>
                  </a:lnTo>
                  <a:lnTo>
                    <a:pt x="0" y="235384"/>
                  </a:lnTo>
                  <a:lnTo>
                    <a:pt x="0" y="195973"/>
                  </a:lnTo>
                  <a:lnTo>
                    <a:pt x="0" y="156563"/>
                  </a:lnTo>
                  <a:lnTo>
                    <a:pt x="0" y="117152"/>
                  </a:lnTo>
                  <a:lnTo>
                    <a:pt x="0" y="77741"/>
                  </a:lnTo>
                  <a:lnTo>
                    <a:pt x="0" y="38330"/>
                  </a:ln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rnd">
              <a:solidFill>
                <a:srgbClr val="F0F8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5618997" y="2354586"/>
              <a:ext cx="0" cy="3366361"/>
            </a:xfrm>
            <a:custGeom>
              <a:avLst/>
              <a:pathLst>
                <a:path w="0" h="3366361">
                  <a:moveTo>
                    <a:pt x="0" y="3366361"/>
                  </a:moveTo>
                  <a:lnTo>
                    <a:pt x="0" y="3348846"/>
                  </a:lnTo>
                  <a:lnTo>
                    <a:pt x="0" y="3309435"/>
                  </a:lnTo>
                  <a:lnTo>
                    <a:pt x="0" y="3270024"/>
                  </a:lnTo>
                  <a:lnTo>
                    <a:pt x="0" y="3230613"/>
                  </a:lnTo>
                  <a:lnTo>
                    <a:pt x="0" y="3191202"/>
                  </a:lnTo>
                  <a:lnTo>
                    <a:pt x="0" y="3151791"/>
                  </a:lnTo>
                  <a:lnTo>
                    <a:pt x="0" y="3112380"/>
                  </a:lnTo>
                  <a:lnTo>
                    <a:pt x="0" y="3072969"/>
                  </a:lnTo>
                  <a:lnTo>
                    <a:pt x="0" y="3033559"/>
                  </a:lnTo>
                  <a:lnTo>
                    <a:pt x="0" y="2994148"/>
                  </a:lnTo>
                  <a:lnTo>
                    <a:pt x="0" y="2954737"/>
                  </a:lnTo>
                  <a:lnTo>
                    <a:pt x="0" y="2915326"/>
                  </a:lnTo>
                  <a:lnTo>
                    <a:pt x="0" y="2875915"/>
                  </a:lnTo>
                  <a:lnTo>
                    <a:pt x="0" y="2836504"/>
                  </a:lnTo>
                  <a:lnTo>
                    <a:pt x="0" y="2797093"/>
                  </a:lnTo>
                  <a:lnTo>
                    <a:pt x="0" y="2757682"/>
                  </a:lnTo>
                  <a:lnTo>
                    <a:pt x="0" y="2718271"/>
                  </a:lnTo>
                  <a:lnTo>
                    <a:pt x="0" y="2678860"/>
                  </a:lnTo>
                  <a:lnTo>
                    <a:pt x="0" y="2639450"/>
                  </a:lnTo>
                  <a:lnTo>
                    <a:pt x="0" y="2600039"/>
                  </a:lnTo>
                  <a:lnTo>
                    <a:pt x="0" y="2560628"/>
                  </a:lnTo>
                  <a:lnTo>
                    <a:pt x="0" y="2521217"/>
                  </a:lnTo>
                  <a:lnTo>
                    <a:pt x="0" y="2481806"/>
                  </a:lnTo>
                  <a:lnTo>
                    <a:pt x="0" y="2442395"/>
                  </a:lnTo>
                  <a:lnTo>
                    <a:pt x="0" y="2402984"/>
                  </a:lnTo>
                  <a:lnTo>
                    <a:pt x="0" y="2363573"/>
                  </a:lnTo>
                  <a:lnTo>
                    <a:pt x="0" y="2324162"/>
                  </a:lnTo>
                  <a:lnTo>
                    <a:pt x="0" y="2284751"/>
                  </a:lnTo>
                  <a:lnTo>
                    <a:pt x="0" y="2245340"/>
                  </a:lnTo>
                  <a:lnTo>
                    <a:pt x="0" y="2205930"/>
                  </a:lnTo>
                  <a:lnTo>
                    <a:pt x="0" y="2166519"/>
                  </a:lnTo>
                  <a:lnTo>
                    <a:pt x="0" y="2127108"/>
                  </a:lnTo>
                  <a:lnTo>
                    <a:pt x="0" y="2087697"/>
                  </a:lnTo>
                  <a:lnTo>
                    <a:pt x="0" y="2048286"/>
                  </a:lnTo>
                  <a:lnTo>
                    <a:pt x="0" y="2008875"/>
                  </a:lnTo>
                  <a:lnTo>
                    <a:pt x="0" y="1969464"/>
                  </a:lnTo>
                  <a:lnTo>
                    <a:pt x="0" y="1930053"/>
                  </a:lnTo>
                  <a:lnTo>
                    <a:pt x="0" y="1890642"/>
                  </a:lnTo>
                  <a:lnTo>
                    <a:pt x="0" y="1851231"/>
                  </a:lnTo>
                  <a:lnTo>
                    <a:pt x="0" y="1811821"/>
                  </a:lnTo>
                  <a:lnTo>
                    <a:pt x="0" y="1772410"/>
                  </a:lnTo>
                  <a:lnTo>
                    <a:pt x="0" y="1732999"/>
                  </a:lnTo>
                  <a:lnTo>
                    <a:pt x="0" y="1693588"/>
                  </a:lnTo>
                  <a:lnTo>
                    <a:pt x="0" y="1654177"/>
                  </a:lnTo>
                  <a:lnTo>
                    <a:pt x="0" y="1614766"/>
                  </a:lnTo>
                  <a:lnTo>
                    <a:pt x="0" y="1575355"/>
                  </a:lnTo>
                  <a:lnTo>
                    <a:pt x="0" y="1535944"/>
                  </a:lnTo>
                  <a:lnTo>
                    <a:pt x="0" y="1496533"/>
                  </a:lnTo>
                  <a:lnTo>
                    <a:pt x="0" y="1457122"/>
                  </a:lnTo>
                  <a:lnTo>
                    <a:pt x="0" y="1417711"/>
                  </a:lnTo>
                  <a:lnTo>
                    <a:pt x="0" y="1378301"/>
                  </a:lnTo>
                  <a:lnTo>
                    <a:pt x="0" y="1338890"/>
                  </a:lnTo>
                  <a:lnTo>
                    <a:pt x="0" y="1299479"/>
                  </a:lnTo>
                  <a:lnTo>
                    <a:pt x="0" y="1260068"/>
                  </a:lnTo>
                  <a:lnTo>
                    <a:pt x="0" y="1220657"/>
                  </a:lnTo>
                  <a:lnTo>
                    <a:pt x="0" y="1181246"/>
                  </a:lnTo>
                  <a:lnTo>
                    <a:pt x="0" y="1141835"/>
                  </a:lnTo>
                  <a:lnTo>
                    <a:pt x="0" y="1102424"/>
                  </a:lnTo>
                  <a:lnTo>
                    <a:pt x="0" y="1063013"/>
                  </a:lnTo>
                  <a:lnTo>
                    <a:pt x="0" y="1023602"/>
                  </a:lnTo>
                  <a:lnTo>
                    <a:pt x="0" y="984192"/>
                  </a:lnTo>
                  <a:lnTo>
                    <a:pt x="0" y="944781"/>
                  </a:lnTo>
                  <a:lnTo>
                    <a:pt x="0" y="905370"/>
                  </a:lnTo>
                  <a:lnTo>
                    <a:pt x="0" y="865959"/>
                  </a:lnTo>
                  <a:lnTo>
                    <a:pt x="0" y="826548"/>
                  </a:lnTo>
                  <a:lnTo>
                    <a:pt x="0" y="787137"/>
                  </a:lnTo>
                  <a:lnTo>
                    <a:pt x="0" y="747726"/>
                  </a:lnTo>
                  <a:lnTo>
                    <a:pt x="0" y="708315"/>
                  </a:lnTo>
                  <a:lnTo>
                    <a:pt x="0" y="668904"/>
                  </a:lnTo>
                  <a:lnTo>
                    <a:pt x="0" y="629493"/>
                  </a:lnTo>
                  <a:lnTo>
                    <a:pt x="0" y="590082"/>
                  </a:lnTo>
                  <a:lnTo>
                    <a:pt x="0" y="550672"/>
                  </a:lnTo>
                  <a:lnTo>
                    <a:pt x="0" y="511261"/>
                  </a:lnTo>
                  <a:lnTo>
                    <a:pt x="0" y="471850"/>
                  </a:lnTo>
                  <a:lnTo>
                    <a:pt x="0" y="432439"/>
                  </a:lnTo>
                  <a:lnTo>
                    <a:pt x="0" y="393028"/>
                  </a:lnTo>
                  <a:lnTo>
                    <a:pt x="0" y="353617"/>
                  </a:lnTo>
                  <a:lnTo>
                    <a:pt x="0" y="314206"/>
                  </a:lnTo>
                  <a:lnTo>
                    <a:pt x="0" y="274795"/>
                  </a:lnTo>
                  <a:lnTo>
                    <a:pt x="0" y="235384"/>
                  </a:lnTo>
                  <a:lnTo>
                    <a:pt x="0" y="195973"/>
                  </a:lnTo>
                  <a:lnTo>
                    <a:pt x="0" y="156563"/>
                  </a:lnTo>
                  <a:lnTo>
                    <a:pt x="0" y="117152"/>
                  </a:lnTo>
                  <a:lnTo>
                    <a:pt x="0" y="77741"/>
                  </a:lnTo>
                  <a:lnTo>
                    <a:pt x="0" y="38330"/>
                  </a:ln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rnd">
              <a:solidFill>
                <a:srgbClr val="F0F8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6148172" y="2354586"/>
              <a:ext cx="0" cy="3366361"/>
            </a:xfrm>
            <a:custGeom>
              <a:avLst/>
              <a:pathLst>
                <a:path w="0" h="3366361">
                  <a:moveTo>
                    <a:pt x="0" y="3366361"/>
                  </a:moveTo>
                  <a:lnTo>
                    <a:pt x="0" y="3348846"/>
                  </a:lnTo>
                  <a:lnTo>
                    <a:pt x="0" y="3309435"/>
                  </a:lnTo>
                  <a:lnTo>
                    <a:pt x="0" y="3270024"/>
                  </a:lnTo>
                  <a:lnTo>
                    <a:pt x="0" y="3230613"/>
                  </a:lnTo>
                  <a:lnTo>
                    <a:pt x="0" y="3191202"/>
                  </a:lnTo>
                  <a:lnTo>
                    <a:pt x="0" y="3151791"/>
                  </a:lnTo>
                  <a:lnTo>
                    <a:pt x="0" y="3112380"/>
                  </a:lnTo>
                  <a:lnTo>
                    <a:pt x="0" y="3072969"/>
                  </a:lnTo>
                  <a:lnTo>
                    <a:pt x="0" y="3033559"/>
                  </a:lnTo>
                  <a:lnTo>
                    <a:pt x="0" y="2994148"/>
                  </a:lnTo>
                  <a:lnTo>
                    <a:pt x="0" y="2954737"/>
                  </a:lnTo>
                  <a:lnTo>
                    <a:pt x="0" y="2915326"/>
                  </a:lnTo>
                  <a:lnTo>
                    <a:pt x="0" y="2875915"/>
                  </a:lnTo>
                  <a:lnTo>
                    <a:pt x="0" y="2836504"/>
                  </a:lnTo>
                  <a:lnTo>
                    <a:pt x="0" y="2797093"/>
                  </a:lnTo>
                  <a:lnTo>
                    <a:pt x="0" y="2757682"/>
                  </a:lnTo>
                  <a:lnTo>
                    <a:pt x="0" y="2718271"/>
                  </a:lnTo>
                  <a:lnTo>
                    <a:pt x="0" y="2678860"/>
                  </a:lnTo>
                  <a:lnTo>
                    <a:pt x="0" y="2639450"/>
                  </a:lnTo>
                  <a:lnTo>
                    <a:pt x="0" y="2600039"/>
                  </a:lnTo>
                  <a:lnTo>
                    <a:pt x="0" y="2560628"/>
                  </a:lnTo>
                  <a:lnTo>
                    <a:pt x="0" y="2521217"/>
                  </a:lnTo>
                  <a:lnTo>
                    <a:pt x="0" y="2481806"/>
                  </a:lnTo>
                  <a:lnTo>
                    <a:pt x="0" y="2442395"/>
                  </a:lnTo>
                  <a:lnTo>
                    <a:pt x="0" y="2402984"/>
                  </a:lnTo>
                  <a:lnTo>
                    <a:pt x="0" y="2363573"/>
                  </a:lnTo>
                  <a:lnTo>
                    <a:pt x="0" y="2324162"/>
                  </a:lnTo>
                  <a:lnTo>
                    <a:pt x="0" y="2284751"/>
                  </a:lnTo>
                  <a:lnTo>
                    <a:pt x="0" y="2245340"/>
                  </a:lnTo>
                  <a:lnTo>
                    <a:pt x="0" y="2205930"/>
                  </a:lnTo>
                  <a:lnTo>
                    <a:pt x="0" y="2166519"/>
                  </a:lnTo>
                  <a:lnTo>
                    <a:pt x="0" y="2127108"/>
                  </a:lnTo>
                  <a:lnTo>
                    <a:pt x="0" y="2087697"/>
                  </a:lnTo>
                  <a:lnTo>
                    <a:pt x="0" y="2048286"/>
                  </a:lnTo>
                  <a:lnTo>
                    <a:pt x="0" y="2008875"/>
                  </a:lnTo>
                  <a:lnTo>
                    <a:pt x="0" y="1969464"/>
                  </a:lnTo>
                  <a:lnTo>
                    <a:pt x="0" y="1930053"/>
                  </a:lnTo>
                  <a:lnTo>
                    <a:pt x="0" y="1890642"/>
                  </a:lnTo>
                  <a:lnTo>
                    <a:pt x="0" y="1851231"/>
                  </a:lnTo>
                  <a:lnTo>
                    <a:pt x="0" y="1811821"/>
                  </a:lnTo>
                  <a:lnTo>
                    <a:pt x="0" y="1772410"/>
                  </a:lnTo>
                  <a:lnTo>
                    <a:pt x="0" y="1732999"/>
                  </a:lnTo>
                  <a:lnTo>
                    <a:pt x="0" y="1693588"/>
                  </a:lnTo>
                  <a:lnTo>
                    <a:pt x="0" y="1654177"/>
                  </a:lnTo>
                  <a:lnTo>
                    <a:pt x="0" y="1614766"/>
                  </a:lnTo>
                  <a:lnTo>
                    <a:pt x="0" y="1575355"/>
                  </a:lnTo>
                  <a:lnTo>
                    <a:pt x="0" y="1535944"/>
                  </a:lnTo>
                  <a:lnTo>
                    <a:pt x="0" y="1496533"/>
                  </a:lnTo>
                  <a:lnTo>
                    <a:pt x="0" y="1457122"/>
                  </a:lnTo>
                  <a:lnTo>
                    <a:pt x="0" y="1417711"/>
                  </a:lnTo>
                  <a:lnTo>
                    <a:pt x="0" y="1378301"/>
                  </a:lnTo>
                  <a:lnTo>
                    <a:pt x="0" y="1338890"/>
                  </a:lnTo>
                  <a:lnTo>
                    <a:pt x="0" y="1299479"/>
                  </a:lnTo>
                  <a:lnTo>
                    <a:pt x="0" y="1260068"/>
                  </a:lnTo>
                  <a:lnTo>
                    <a:pt x="0" y="1220657"/>
                  </a:lnTo>
                  <a:lnTo>
                    <a:pt x="0" y="1181246"/>
                  </a:lnTo>
                  <a:lnTo>
                    <a:pt x="0" y="1141835"/>
                  </a:lnTo>
                  <a:lnTo>
                    <a:pt x="0" y="1102424"/>
                  </a:lnTo>
                  <a:lnTo>
                    <a:pt x="0" y="1063013"/>
                  </a:lnTo>
                  <a:lnTo>
                    <a:pt x="0" y="1023602"/>
                  </a:lnTo>
                  <a:lnTo>
                    <a:pt x="0" y="984192"/>
                  </a:lnTo>
                  <a:lnTo>
                    <a:pt x="0" y="944781"/>
                  </a:lnTo>
                  <a:lnTo>
                    <a:pt x="0" y="905370"/>
                  </a:lnTo>
                  <a:lnTo>
                    <a:pt x="0" y="865959"/>
                  </a:lnTo>
                  <a:lnTo>
                    <a:pt x="0" y="826548"/>
                  </a:lnTo>
                  <a:lnTo>
                    <a:pt x="0" y="787137"/>
                  </a:lnTo>
                  <a:lnTo>
                    <a:pt x="0" y="747726"/>
                  </a:lnTo>
                  <a:lnTo>
                    <a:pt x="0" y="708315"/>
                  </a:lnTo>
                  <a:lnTo>
                    <a:pt x="0" y="668904"/>
                  </a:lnTo>
                  <a:lnTo>
                    <a:pt x="0" y="629493"/>
                  </a:lnTo>
                  <a:lnTo>
                    <a:pt x="0" y="590082"/>
                  </a:lnTo>
                  <a:lnTo>
                    <a:pt x="0" y="550672"/>
                  </a:lnTo>
                  <a:lnTo>
                    <a:pt x="0" y="511261"/>
                  </a:lnTo>
                  <a:lnTo>
                    <a:pt x="0" y="471850"/>
                  </a:lnTo>
                  <a:lnTo>
                    <a:pt x="0" y="432439"/>
                  </a:lnTo>
                  <a:lnTo>
                    <a:pt x="0" y="393028"/>
                  </a:lnTo>
                  <a:lnTo>
                    <a:pt x="0" y="353617"/>
                  </a:lnTo>
                  <a:lnTo>
                    <a:pt x="0" y="314206"/>
                  </a:lnTo>
                  <a:lnTo>
                    <a:pt x="0" y="274795"/>
                  </a:lnTo>
                  <a:lnTo>
                    <a:pt x="0" y="235384"/>
                  </a:lnTo>
                  <a:lnTo>
                    <a:pt x="0" y="195973"/>
                  </a:lnTo>
                  <a:lnTo>
                    <a:pt x="0" y="156563"/>
                  </a:lnTo>
                  <a:lnTo>
                    <a:pt x="0" y="117152"/>
                  </a:lnTo>
                  <a:lnTo>
                    <a:pt x="0" y="77741"/>
                  </a:lnTo>
                  <a:lnTo>
                    <a:pt x="0" y="38330"/>
                  </a:ln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rnd">
              <a:solidFill>
                <a:srgbClr val="F0F8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2034901" y="5407850"/>
              <a:ext cx="4342247" cy="0"/>
            </a:xfrm>
            <a:custGeom>
              <a:avLst/>
              <a:pathLst>
                <a:path w="4342247" h="0">
                  <a:moveTo>
                    <a:pt x="0" y="0"/>
                  </a:moveTo>
                  <a:lnTo>
                    <a:pt x="24190" y="0"/>
                  </a:lnTo>
                  <a:lnTo>
                    <a:pt x="72297" y="0"/>
                  </a:lnTo>
                  <a:lnTo>
                    <a:pt x="120403" y="0"/>
                  </a:lnTo>
                  <a:lnTo>
                    <a:pt x="168510" y="0"/>
                  </a:lnTo>
                  <a:lnTo>
                    <a:pt x="216617" y="0"/>
                  </a:lnTo>
                  <a:lnTo>
                    <a:pt x="264724" y="0"/>
                  </a:lnTo>
                  <a:lnTo>
                    <a:pt x="312831" y="0"/>
                  </a:lnTo>
                  <a:lnTo>
                    <a:pt x="360938" y="0"/>
                  </a:lnTo>
                  <a:lnTo>
                    <a:pt x="409044" y="0"/>
                  </a:lnTo>
                  <a:lnTo>
                    <a:pt x="457151" y="0"/>
                  </a:lnTo>
                  <a:lnTo>
                    <a:pt x="505258" y="0"/>
                  </a:lnTo>
                  <a:lnTo>
                    <a:pt x="553365" y="0"/>
                  </a:lnTo>
                  <a:lnTo>
                    <a:pt x="601472" y="0"/>
                  </a:lnTo>
                  <a:lnTo>
                    <a:pt x="649579" y="0"/>
                  </a:lnTo>
                  <a:lnTo>
                    <a:pt x="697685" y="0"/>
                  </a:lnTo>
                  <a:lnTo>
                    <a:pt x="745792" y="0"/>
                  </a:lnTo>
                  <a:lnTo>
                    <a:pt x="793899" y="0"/>
                  </a:lnTo>
                  <a:lnTo>
                    <a:pt x="842006" y="0"/>
                  </a:lnTo>
                  <a:lnTo>
                    <a:pt x="890113" y="0"/>
                  </a:lnTo>
                  <a:lnTo>
                    <a:pt x="938219" y="0"/>
                  </a:lnTo>
                  <a:lnTo>
                    <a:pt x="986326" y="0"/>
                  </a:lnTo>
                  <a:lnTo>
                    <a:pt x="1034433" y="0"/>
                  </a:lnTo>
                  <a:lnTo>
                    <a:pt x="1082540" y="0"/>
                  </a:lnTo>
                  <a:lnTo>
                    <a:pt x="1130647" y="0"/>
                  </a:lnTo>
                  <a:lnTo>
                    <a:pt x="1178754" y="0"/>
                  </a:lnTo>
                  <a:lnTo>
                    <a:pt x="1226860" y="0"/>
                  </a:lnTo>
                  <a:lnTo>
                    <a:pt x="1274967" y="0"/>
                  </a:lnTo>
                  <a:lnTo>
                    <a:pt x="1323074" y="0"/>
                  </a:lnTo>
                  <a:lnTo>
                    <a:pt x="1371181" y="0"/>
                  </a:lnTo>
                  <a:lnTo>
                    <a:pt x="1419288" y="0"/>
                  </a:lnTo>
                  <a:lnTo>
                    <a:pt x="1467394" y="0"/>
                  </a:lnTo>
                  <a:lnTo>
                    <a:pt x="1515501" y="0"/>
                  </a:lnTo>
                  <a:lnTo>
                    <a:pt x="1563608" y="0"/>
                  </a:lnTo>
                  <a:lnTo>
                    <a:pt x="1611715" y="0"/>
                  </a:lnTo>
                  <a:lnTo>
                    <a:pt x="1659822" y="0"/>
                  </a:lnTo>
                  <a:lnTo>
                    <a:pt x="1707929" y="0"/>
                  </a:lnTo>
                  <a:lnTo>
                    <a:pt x="1756035" y="0"/>
                  </a:lnTo>
                  <a:lnTo>
                    <a:pt x="1804142" y="0"/>
                  </a:lnTo>
                  <a:lnTo>
                    <a:pt x="1852249" y="0"/>
                  </a:lnTo>
                  <a:lnTo>
                    <a:pt x="1900356" y="0"/>
                  </a:lnTo>
                  <a:lnTo>
                    <a:pt x="1948463" y="0"/>
                  </a:lnTo>
                  <a:lnTo>
                    <a:pt x="1996570" y="0"/>
                  </a:lnTo>
                  <a:lnTo>
                    <a:pt x="2044676" y="0"/>
                  </a:lnTo>
                  <a:lnTo>
                    <a:pt x="2092783" y="0"/>
                  </a:lnTo>
                  <a:lnTo>
                    <a:pt x="2140890" y="0"/>
                  </a:lnTo>
                  <a:lnTo>
                    <a:pt x="2188997" y="0"/>
                  </a:lnTo>
                  <a:lnTo>
                    <a:pt x="2237104" y="0"/>
                  </a:lnTo>
                  <a:lnTo>
                    <a:pt x="2285210" y="0"/>
                  </a:lnTo>
                  <a:lnTo>
                    <a:pt x="2333317" y="0"/>
                  </a:lnTo>
                  <a:lnTo>
                    <a:pt x="2381424" y="0"/>
                  </a:lnTo>
                  <a:lnTo>
                    <a:pt x="2429531" y="0"/>
                  </a:lnTo>
                  <a:lnTo>
                    <a:pt x="2477638" y="0"/>
                  </a:lnTo>
                  <a:lnTo>
                    <a:pt x="2525745" y="0"/>
                  </a:lnTo>
                  <a:lnTo>
                    <a:pt x="2573851" y="0"/>
                  </a:lnTo>
                  <a:lnTo>
                    <a:pt x="2621958" y="0"/>
                  </a:lnTo>
                  <a:lnTo>
                    <a:pt x="2670065" y="0"/>
                  </a:lnTo>
                  <a:lnTo>
                    <a:pt x="2718172" y="0"/>
                  </a:lnTo>
                  <a:lnTo>
                    <a:pt x="2766279" y="0"/>
                  </a:lnTo>
                  <a:lnTo>
                    <a:pt x="2814386" y="0"/>
                  </a:lnTo>
                  <a:lnTo>
                    <a:pt x="2862492" y="0"/>
                  </a:lnTo>
                  <a:lnTo>
                    <a:pt x="2910599" y="0"/>
                  </a:lnTo>
                  <a:lnTo>
                    <a:pt x="2958706" y="0"/>
                  </a:lnTo>
                  <a:lnTo>
                    <a:pt x="3006813" y="0"/>
                  </a:lnTo>
                  <a:lnTo>
                    <a:pt x="3054920" y="0"/>
                  </a:lnTo>
                  <a:lnTo>
                    <a:pt x="3103026" y="0"/>
                  </a:lnTo>
                  <a:lnTo>
                    <a:pt x="3151133" y="0"/>
                  </a:lnTo>
                  <a:lnTo>
                    <a:pt x="3199240" y="0"/>
                  </a:lnTo>
                  <a:lnTo>
                    <a:pt x="3247347" y="0"/>
                  </a:lnTo>
                  <a:lnTo>
                    <a:pt x="3295454" y="0"/>
                  </a:lnTo>
                  <a:lnTo>
                    <a:pt x="3343561" y="0"/>
                  </a:lnTo>
                  <a:lnTo>
                    <a:pt x="3391667" y="0"/>
                  </a:lnTo>
                  <a:lnTo>
                    <a:pt x="3439774" y="0"/>
                  </a:lnTo>
                  <a:lnTo>
                    <a:pt x="3487881" y="0"/>
                  </a:lnTo>
                  <a:lnTo>
                    <a:pt x="3535988" y="0"/>
                  </a:lnTo>
                  <a:lnTo>
                    <a:pt x="3584095" y="0"/>
                  </a:lnTo>
                  <a:lnTo>
                    <a:pt x="3632202" y="0"/>
                  </a:lnTo>
                  <a:lnTo>
                    <a:pt x="3680308" y="0"/>
                  </a:lnTo>
                  <a:lnTo>
                    <a:pt x="3728415" y="0"/>
                  </a:lnTo>
                  <a:lnTo>
                    <a:pt x="3776522" y="0"/>
                  </a:lnTo>
                  <a:lnTo>
                    <a:pt x="3824629" y="0"/>
                  </a:lnTo>
                  <a:lnTo>
                    <a:pt x="3872736" y="0"/>
                  </a:lnTo>
                  <a:lnTo>
                    <a:pt x="3920842" y="0"/>
                  </a:lnTo>
                  <a:lnTo>
                    <a:pt x="3968949" y="0"/>
                  </a:lnTo>
                  <a:lnTo>
                    <a:pt x="4017056" y="0"/>
                  </a:lnTo>
                  <a:lnTo>
                    <a:pt x="4065163" y="0"/>
                  </a:lnTo>
                  <a:lnTo>
                    <a:pt x="4113270" y="0"/>
                  </a:lnTo>
                  <a:lnTo>
                    <a:pt x="4161377" y="0"/>
                  </a:lnTo>
                  <a:lnTo>
                    <a:pt x="4209483" y="0"/>
                  </a:lnTo>
                  <a:lnTo>
                    <a:pt x="4257590" y="0"/>
                  </a:lnTo>
                  <a:lnTo>
                    <a:pt x="4305697" y="0"/>
                  </a:lnTo>
                  <a:lnTo>
                    <a:pt x="4342247" y="0"/>
                  </a:lnTo>
                  <a:lnTo>
                    <a:pt x="4342247" y="0"/>
                  </a:lnTo>
                </a:path>
              </a:pathLst>
            </a:custGeom>
            <a:ln w="13550" cap="rnd">
              <a:solidFill>
                <a:srgbClr val="F0F8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2034901" y="4757570"/>
              <a:ext cx="4342247" cy="0"/>
            </a:xfrm>
            <a:custGeom>
              <a:avLst/>
              <a:pathLst>
                <a:path w="4342247" h="0">
                  <a:moveTo>
                    <a:pt x="0" y="0"/>
                  </a:moveTo>
                  <a:lnTo>
                    <a:pt x="24190" y="0"/>
                  </a:lnTo>
                  <a:lnTo>
                    <a:pt x="72297" y="0"/>
                  </a:lnTo>
                  <a:lnTo>
                    <a:pt x="120403" y="0"/>
                  </a:lnTo>
                  <a:lnTo>
                    <a:pt x="168510" y="0"/>
                  </a:lnTo>
                  <a:lnTo>
                    <a:pt x="216617" y="0"/>
                  </a:lnTo>
                  <a:lnTo>
                    <a:pt x="264724" y="0"/>
                  </a:lnTo>
                  <a:lnTo>
                    <a:pt x="312831" y="0"/>
                  </a:lnTo>
                  <a:lnTo>
                    <a:pt x="360938" y="0"/>
                  </a:lnTo>
                  <a:lnTo>
                    <a:pt x="409044" y="0"/>
                  </a:lnTo>
                  <a:lnTo>
                    <a:pt x="457151" y="0"/>
                  </a:lnTo>
                  <a:lnTo>
                    <a:pt x="505258" y="0"/>
                  </a:lnTo>
                  <a:lnTo>
                    <a:pt x="553365" y="0"/>
                  </a:lnTo>
                  <a:lnTo>
                    <a:pt x="601472" y="0"/>
                  </a:lnTo>
                  <a:lnTo>
                    <a:pt x="649579" y="0"/>
                  </a:lnTo>
                  <a:lnTo>
                    <a:pt x="697685" y="0"/>
                  </a:lnTo>
                  <a:lnTo>
                    <a:pt x="745792" y="0"/>
                  </a:lnTo>
                  <a:lnTo>
                    <a:pt x="793899" y="0"/>
                  </a:lnTo>
                  <a:lnTo>
                    <a:pt x="842006" y="0"/>
                  </a:lnTo>
                  <a:lnTo>
                    <a:pt x="890113" y="0"/>
                  </a:lnTo>
                  <a:lnTo>
                    <a:pt x="938219" y="0"/>
                  </a:lnTo>
                  <a:lnTo>
                    <a:pt x="986326" y="0"/>
                  </a:lnTo>
                  <a:lnTo>
                    <a:pt x="1034433" y="0"/>
                  </a:lnTo>
                  <a:lnTo>
                    <a:pt x="1082540" y="0"/>
                  </a:lnTo>
                  <a:lnTo>
                    <a:pt x="1130647" y="0"/>
                  </a:lnTo>
                  <a:lnTo>
                    <a:pt x="1178754" y="0"/>
                  </a:lnTo>
                  <a:lnTo>
                    <a:pt x="1226860" y="0"/>
                  </a:lnTo>
                  <a:lnTo>
                    <a:pt x="1274967" y="0"/>
                  </a:lnTo>
                  <a:lnTo>
                    <a:pt x="1323074" y="0"/>
                  </a:lnTo>
                  <a:lnTo>
                    <a:pt x="1371181" y="0"/>
                  </a:lnTo>
                  <a:lnTo>
                    <a:pt x="1419288" y="0"/>
                  </a:lnTo>
                  <a:lnTo>
                    <a:pt x="1467394" y="0"/>
                  </a:lnTo>
                  <a:lnTo>
                    <a:pt x="1515501" y="0"/>
                  </a:lnTo>
                  <a:lnTo>
                    <a:pt x="1563608" y="0"/>
                  </a:lnTo>
                  <a:lnTo>
                    <a:pt x="1611715" y="0"/>
                  </a:lnTo>
                  <a:lnTo>
                    <a:pt x="1659822" y="0"/>
                  </a:lnTo>
                  <a:lnTo>
                    <a:pt x="1707929" y="0"/>
                  </a:lnTo>
                  <a:lnTo>
                    <a:pt x="1756035" y="0"/>
                  </a:lnTo>
                  <a:lnTo>
                    <a:pt x="1804142" y="0"/>
                  </a:lnTo>
                  <a:lnTo>
                    <a:pt x="1852249" y="0"/>
                  </a:lnTo>
                  <a:lnTo>
                    <a:pt x="1900356" y="0"/>
                  </a:lnTo>
                  <a:lnTo>
                    <a:pt x="1948463" y="0"/>
                  </a:lnTo>
                  <a:lnTo>
                    <a:pt x="1996570" y="0"/>
                  </a:lnTo>
                  <a:lnTo>
                    <a:pt x="2044676" y="0"/>
                  </a:lnTo>
                  <a:lnTo>
                    <a:pt x="2092783" y="0"/>
                  </a:lnTo>
                  <a:lnTo>
                    <a:pt x="2140890" y="0"/>
                  </a:lnTo>
                  <a:lnTo>
                    <a:pt x="2188997" y="0"/>
                  </a:lnTo>
                  <a:lnTo>
                    <a:pt x="2237104" y="0"/>
                  </a:lnTo>
                  <a:lnTo>
                    <a:pt x="2285210" y="0"/>
                  </a:lnTo>
                  <a:lnTo>
                    <a:pt x="2333317" y="0"/>
                  </a:lnTo>
                  <a:lnTo>
                    <a:pt x="2381424" y="0"/>
                  </a:lnTo>
                  <a:lnTo>
                    <a:pt x="2429531" y="0"/>
                  </a:lnTo>
                  <a:lnTo>
                    <a:pt x="2477638" y="0"/>
                  </a:lnTo>
                  <a:lnTo>
                    <a:pt x="2525745" y="0"/>
                  </a:lnTo>
                  <a:lnTo>
                    <a:pt x="2573851" y="0"/>
                  </a:lnTo>
                  <a:lnTo>
                    <a:pt x="2621958" y="0"/>
                  </a:lnTo>
                  <a:lnTo>
                    <a:pt x="2670065" y="0"/>
                  </a:lnTo>
                  <a:lnTo>
                    <a:pt x="2718172" y="0"/>
                  </a:lnTo>
                  <a:lnTo>
                    <a:pt x="2766279" y="0"/>
                  </a:lnTo>
                  <a:lnTo>
                    <a:pt x="2814386" y="0"/>
                  </a:lnTo>
                  <a:lnTo>
                    <a:pt x="2862492" y="0"/>
                  </a:lnTo>
                  <a:lnTo>
                    <a:pt x="2910599" y="0"/>
                  </a:lnTo>
                  <a:lnTo>
                    <a:pt x="2958706" y="0"/>
                  </a:lnTo>
                  <a:lnTo>
                    <a:pt x="3006813" y="0"/>
                  </a:lnTo>
                  <a:lnTo>
                    <a:pt x="3054920" y="0"/>
                  </a:lnTo>
                  <a:lnTo>
                    <a:pt x="3103026" y="0"/>
                  </a:lnTo>
                  <a:lnTo>
                    <a:pt x="3151133" y="0"/>
                  </a:lnTo>
                  <a:lnTo>
                    <a:pt x="3199240" y="0"/>
                  </a:lnTo>
                  <a:lnTo>
                    <a:pt x="3247347" y="0"/>
                  </a:lnTo>
                  <a:lnTo>
                    <a:pt x="3295454" y="0"/>
                  </a:lnTo>
                  <a:lnTo>
                    <a:pt x="3343561" y="0"/>
                  </a:lnTo>
                  <a:lnTo>
                    <a:pt x="3391667" y="0"/>
                  </a:lnTo>
                  <a:lnTo>
                    <a:pt x="3439774" y="0"/>
                  </a:lnTo>
                  <a:lnTo>
                    <a:pt x="3487881" y="0"/>
                  </a:lnTo>
                  <a:lnTo>
                    <a:pt x="3535988" y="0"/>
                  </a:lnTo>
                  <a:lnTo>
                    <a:pt x="3584095" y="0"/>
                  </a:lnTo>
                  <a:lnTo>
                    <a:pt x="3632202" y="0"/>
                  </a:lnTo>
                  <a:lnTo>
                    <a:pt x="3680308" y="0"/>
                  </a:lnTo>
                  <a:lnTo>
                    <a:pt x="3728415" y="0"/>
                  </a:lnTo>
                  <a:lnTo>
                    <a:pt x="3776522" y="0"/>
                  </a:lnTo>
                  <a:lnTo>
                    <a:pt x="3824629" y="0"/>
                  </a:lnTo>
                  <a:lnTo>
                    <a:pt x="3872736" y="0"/>
                  </a:lnTo>
                  <a:lnTo>
                    <a:pt x="3920842" y="0"/>
                  </a:lnTo>
                  <a:lnTo>
                    <a:pt x="3968949" y="0"/>
                  </a:lnTo>
                  <a:lnTo>
                    <a:pt x="4017056" y="0"/>
                  </a:lnTo>
                  <a:lnTo>
                    <a:pt x="4065163" y="0"/>
                  </a:lnTo>
                  <a:lnTo>
                    <a:pt x="4113270" y="0"/>
                  </a:lnTo>
                  <a:lnTo>
                    <a:pt x="4161377" y="0"/>
                  </a:lnTo>
                  <a:lnTo>
                    <a:pt x="4209483" y="0"/>
                  </a:lnTo>
                  <a:lnTo>
                    <a:pt x="4257590" y="0"/>
                  </a:lnTo>
                  <a:lnTo>
                    <a:pt x="4305697" y="0"/>
                  </a:lnTo>
                  <a:lnTo>
                    <a:pt x="4342247" y="0"/>
                  </a:lnTo>
                  <a:lnTo>
                    <a:pt x="4342247" y="0"/>
                  </a:lnTo>
                </a:path>
              </a:pathLst>
            </a:custGeom>
            <a:ln w="13550" cap="rnd">
              <a:solidFill>
                <a:srgbClr val="F0F8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2034901" y="4107291"/>
              <a:ext cx="4342247" cy="0"/>
            </a:xfrm>
            <a:custGeom>
              <a:avLst/>
              <a:pathLst>
                <a:path w="4342247" h="0">
                  <a:moveTo>
                    <a:pt x="0" y="0"/>
                  </a:moveTo>
                  <a:lnTo>
                    <a:pt x="24190" y="0"/>
                  </a:lnTo>
                  <a:lnTo>
                    <a:pt x="72297" y="0"/>
                  </a:lnTo>
                  <a:lnTo>
                    <a:pt x="120403" y="0"/>
                  </a:lnTo>
                  <a:lnTo>
                    <a:pt x="168510" y="0"/>
                  </a:lnTo>
                  <a:lnTo>
                    <a:pt x="216617" y="0"/>
                  </a:lnTo>
                  <a:lnTo>
                    <a:pt x="264724" y="0"/>
                  </a:lnTo>
                  <a:lnTo>
                    <a:pt x="312831" y="0"/>
                  </a:lnTo>
                  <a:lnTo>
                    <a:pt x="360938" y="0"/>
                  </a:lnTo>
                  <a:lnTo>
                    <a:pt x="409044" y="0"/>
                  </a:lnTo>
                  <a:lnTo>
                    <a:pt x="457151" y="0"/>
                  </a:lnTo>
                  <a:lnTo>
                    <a:pt x="505258" y="0"/>
                  </a:lnTo>
                  <a:lnTo>
                    <a:pt x="553365" y="0"/>
                  </a:lnTo>
                  <a:lnTo>
                    <a:pt x="601472" y="0"/>
                  </a:lnTo>
                  <a:lnTo>
                    <a:pt x="649579" y="0"/>
                  </a:lnTo>
                  <a:lnTo>
                    <a:pt x="697685" y="0"/>
                  </a:lnTo>
                  <a:lnTo>
                    <a:pt x="745792" y="0"/>
                  </a:lnTo>
                  <a:lnTo>
                    <a:pt x="793899" y="0"/>
                  </a:lnTo>
                  <a:lnTo>
                    <a:pt x="842006" y="0"/>
                  </a:lnTo>
                  <a:lnTo>
                    <a:pt x="890113" y="0"/>
                  </a:lnTo>
                  <a:lnTo>
                    <a:pt x="938219" y="0"/>
                  </a:lnTo>
                  <a:lnTo>
                    <a:pt x="986326" y="0"/>
                  </a:lnTo>
                  <a:lnTo>
                    <a:pt x="1034433" y="0"/>
                  </a:lnTo>
                  <a:lnTo>
                    <a:pt x="1082540" y="0"/>
                  </a:lnTo>
                  <a:lnTo>
                    <a:pt x="1130647" y="0"/>
                  </a:lnTo>
                  <a:lnTo>
                    <a:pt x="1178754" y="0"/>
                  </a:lnTo>
                  <a:lnTo>
                    <a:pt x="1226860" y="0"/>
                  </a:lnTo>
                  <a:lnTo>
                    <a:pt x="1274967" y="0"/>
                  </a:lnTo>
                  <a:lnTo>
                    <a:pt x="1323074" y="0"/>
                  </a:lnTo>
                  <a:lnTo>
                    <a:pt x="1371181" y="0"/>
                  </a:lnTo>
                  <a:lnTo>
                    <a:pt x="1419288" y="0"/>
                  </a:lnTo>
                  <a:lnTo>
                    <a:pt x="1467394" y="0"/>
                  </a:lnTo>
                  <a:lnTo>
                    <a:pt x="1515501" y="0"/>
                  </a:lnTo>
                  <a:lnTo>
                    <a:pt x="1563608" y="0"/>
                  </a:lnTo>
                  <a:lnTo>
                    <a:pt x="1611715" y="0"/>
                  </a:lnTo>
                  <a:lnTo>
                    <a:pt x="1659822" y="0"/>
                  </a:lnTo>
                  <a:lnTo>
                    <a:pt x="1707929" y="0"/>
                  </a:lnTo>
                  <a:lnTo>
                    <a:pt x="1756035" y="0"/>
                  </a:lnTo>
                  <a:lnTo>
                    <a:pt x="1804142" y="0"/>
                  </a:lnTo>
                  <a:lnTo>
                    <a:pt x="1852249" y="0"/>
                  </a:lnTo>
                  <a:lnTo>
                    <a:pt x="1900356" y="0"/>
                  </a:lnTo>
                  <a:lnTo>
                    <a:pt x="1948463" y="0"/>
                  </a:lnTo>
                  <a:lnTo>
                    <a:pt x="1996570" y="0"/>
                  </a:lnTo>
                  <a:lnTo>
                    <a:pt x="2044676" y="0"/>
                  </a:lnTo>
                  <a:lnTo>
                    <a:pt x="2092783" y="0"/>
                  </a:lnTo>
                  <a:lnTo>
                    <a:pt x="2140890" y="0"/>
                  </a:lnTo>
                  <a:lnTo>
                    <a:pt x="2188997" y="0"/>
                  </a:lnTo>
                  <a:lnTo>
                    <a:pt x="2237104" y="0"/>
                  </a:lnTo>
                  <a:lnTo>
                    <a:pt x="2285210" y="0"/>
                  </a:lnTo>
                  <a:lnTo>
                    <a:pt x="2333317" y="0"/>
                  </a:lnTo>
                  <a:lnTo>
                    <a:pt x="2381424" y="0"/>
                  </a:lnTo>
                  <a:lnTo>
                    <a:pt x="2429531" y="0"/>
                  </a:lnTo>
                  <a:lnTo>
                    <a:pt x="2477638" y="0"/>
                  </a:lnTo>
                  <a:lnTo>
                    <a:pt x="2525745" y="0"/>
                  </a:lnTo>
                  <a:lnTo>
                    <a:pt x="2573851" y="0"/>
                  </a:lnTo>
                  <a:lnTo>
                    <a:pt x="2621958" y="0"/>
                  </a:lnTo>
                  <a:lnTo>
                    <a:pt x="2670065" y="0"/>
                  </a:lnTo>
                  <a:lnTo>
                    <a:pt x="2718172" y="0"/>
                  </a:lnTo>
                  <a:lnTo>
                    <a:pt x="2766279" y="0"/>
                  </a:lnTo>
                  <a:lnTo>
                    <a:pt x="2814386" y="0"/>
                  </a:lnTo>
                  <a:lnTo>
                    <a:pt x="2862492" y="0"/>
                  </a:lnTo>
                  <a:lnTo>
                    <a:pt x="2910599" y="0"/>
                  </a:lnTo>
                  <a:lnTo>
                    <a:pt x="2958706" y="0"/>
                  </a:lnTo>
                  <a:lnTo>
                    <a:pt x="3006813" y="0"/>
                  </a:lnTo>
                  <a:lnTo>
                    <a:pt x="3054920" y="0"/>
                  </a:lnTo>
                  <a:lnTo>
                    <a:pt x="3103026" y="0"/>
                  </a:lnTo>
                  <a:lnTo>
                    <a:pt x="3151133" y="0"/>
                  </a:lnTo>
                  <a:lnTo>
                    <a:pt x="3199240" y="0"/>
                  </a:lnTo>
                  <a:lnTo>
                    <a:pt x="3247347" y="0"/>
                  </a:lnTo>
                  <a:lnTo>
                    <a:pt x="3295454" y="0"/>
                  </a:lnTo>
                  <a:lnTo>
                    <a:pt x="3343561" y="0"/>
                  </a:lnTo>
                  <a:lnTo>
                    <a:pt x="3391667" y="0"/>
                  </a:lnTo>
                  <a:lnTo>
                    <a:pt x="3439774" y="0"/>
                  </a:lnTo>
                  <a:lnTo>
                    <a:pt x="3487881" y="0"/>
                  </a:lnTo>
                  <a:lnTo>
                    <a:pt x="3535988" y="0"/>
                  </a:lnTo>
                  <a:lnTo>
                    <a:pt x="3584095" y="0"/>
                  </a:lnTo>
                  <a:lnTo>
                    <a:pt x="3632202" y="0"/>
                  </a:lnTo>
                  <a:lnTo>
                    <a:pt x="3680308" y="0"/>
                  </a:lnTo>
                  <a:lnTo>
                    <a:pt x="3728415" y="0"/>
                  </a:lnTo>
                  <a:lnTo>
                    <a:pt x="3776522" y="0"/>
                  </a:lnTo>
                  <a:lnTo>
                    <a:pt x="3824629" y="0"/>
                  </a:lnTo>
                  <a:lnTo>
                    <a:pt x="3872736" y="0"/>
                  </a:lnTo>
                  <a:lnTo>
                    <a:pt x="3920842" y="0"/>
                  </a:lnTo>
                  <a:lnTo>
                    <a:pt x="3968949" y="0"/>
                  </a:lnTo>
                  <a:lnTo>
                    <a:pt x="4017056" y="0"/>
                  </a:lnTo>
                  <a:lnTo>
                    <a:pt x="4065163" y="0"/>
                  </a:lnTo>
                  <a:lnTo>
                    <a:pt x="4113270" y="0"/>
                  </a:lnTo>
                  <a:lnTo>
                    <a:pt x="4161377" y="0"/>
                  </a:lnTo>
                  <a:lnTo>
                    <a:pt x="4209483" y="0"/>
                  </a:lnTo>
                  <a:lnTo>
                    <a:pt x="4257590" y="0"/>
                  </a:lnTo>
                  <a:lnTo>
                    <a:pt x="4305697" y="0"/>
                  </a:lnTo>
                  <a:lnTo>
                    <a:pt x="4342247" y="0"/>
                  </a:lnTo>
                  <a:lnTo>
                    <a:pt x="4342247" y="0"/>
                  </a:lnTo>
                </a:path>
              </a:pathLst>
            </a:custGeom>
            <a:ln w="13550" cap="rnd">
              <a:solidFill>
                <a:srgbClr val="F0F8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2034901" y="3457011"/>
              <a:ext cx="4342247" cy="0"/>
            </a:xfrm>
            <a:custGeom>
              <a:avLst/>
              <a:pathLst>
                <a:path w="4342247" h="0">
                  <a:moveTo>
                    <a:pt x="0" y="0"/>
                  </a:moveTo>
                  <a:lnTo>
                    <a:pt x="24190" y="0"/>
                  </a:lnTo>
                  <a:lnTo>
                    <a:pt x="72297" y="0"/>
                  </a:lnTo>
                  <a:lnTo>
                    <a:pt x="120403" y="0"/>
                  </a:lnTo>
                  <a:lnTo>
                    <a:pt x="168510" y="0"/>
                  </a:lnTo>
                  <a:lnTo>
                    <a:pt x="216617" y="0"/>
                  </a:lnTo>
                  <a:lnTo>
                    <a:pt x="264724" y="0"/>
                  </a:lnTo>
                  <a:lnTo>
                    <a:pt x="312831" y="0"/>
                  </a:lnTo>
                  <a:lnTo>
                    <a:pt x="360938" y="0"/>
                  </a:lnTo>
                  <a:lnTo>
                    <a:pt x="409044" y="0"/>
                  </a:lnTo>
                  <a:lnTo>
                    <a:pt x="457151" y="0"/>
                  </a:lnTo>
                  <a:lnTo>
                    <a:pt x="505258" y="0"/>
                  </a:lnTo>
                  <a:lnTo>
                    <a:pt x="553365" y="0"/>
                  </a:lnTo>
                  <a:lnTo>
                    <a:pt x="601472" y="0"/>
                  </a:lnTo>
                  <a:lnTo>
                    <a:pt x="649579" y="0"/>
                  </a:lnTo>
                  <a:lnTo>
                    <a:pt x="697685" y="0"/>
                  </a:lnTo>
                  <a:lnTo>
                    <a:pt x="745792" y="0"/>
                  </a:lnTo>
                  <a:lnTo>
                    <a:pt x="793899" y="0"/>
                  </a:lnTo>
                  <a:lnTo>
                    <a:pt x="842006" y="0"/>
                  </a:lnTo>
                  <a:lnTo>
                    <a:pt x="890113" y="0"/>
                  </a:lnTo>
                  <a:lnTo>
                    <a:pt x="938219" y="0"/>
                  </a:lnTo>
                  <a:lnTo>
                    <a:pt x="986326" y="0"/>
                  </a:lnTo>
                  <a:lnTo>
                    <a:pt x="1034433" y="0"/>
                  </a:lnTo>
                  <a:lnTo>
                    <a:pt x="1082540" y="0"/>
                  </a:lnTo>
                  <a:lnTo>
                    <a:pt x="1130647" y="0"/>
                  </a:lnTo>
                  <a:lnTo>
                    <a:pt x="1178754" y="0"/>
                  </a:lnTo>
                  <a:lnTo>
                    <a:pt x="1226860" y="0"/>
                  </a:lnTo>
                  <a:lnTo>
                    <a:pt x="1274967" y="0"/>
                  </a:lnTo>
                  <a:lnTo>
                    <a:pt x="1323074" y="0"/>
                  </a:lnTo>
                  <a:lnTo>
                    <a:pt x="1371181" y="0"/>
                  </a:lnTo>
                  <a:lnTo>
                    <a:pt x="1419288" y="0"/>
                  </a:lnTo>
                  <a:lnTo>
                    <a:pt x="1467394" y="0"/>
                  </a:lnTo>
                  <a:lnTo>
                    <a:pt x="1515501" y="0"/>
                  </a:lnTo>
                  <a:lnTo>
                    <a:pt x="1563608" y="0"/>
                  </a:lnTo>
                  <a:lnTo>
                    <a:pt x="1611715" y="0"/>
                  </a:lnTo>
                  <a:lnTo>
                    <a:pt x="1659822" y="0"/>
                  </a:lnTo>
                  <a:lnTo>
                    <a:pt x="1707929" y="0"/>
                  </a:lnTo>
                  <a:lnTo>
                    <a:pt x="1756035" y="0"/>
                  </a:lnTo>
                  <a:lnTo>
                    <a:pt x="1804142" y="0"/>
                  </a:lnTo>
                  <a:lnTo>
                    <a:pt x="1852249" y="0"/>
                  </a:lnTo>
                  <a:lnTo>
                    <a:pt x="1900356" y="0"/>
                  </a:lnTo>
                  <a:lnTo>
                    <a:pt x="1948463" y="0"/>
                  </a:lnTo>
                  <a:lnTo>
                    <a:pt x="1996570" y="0"/>
                  </a:lnTo>
                  <a:lnTo>
                    <a:pt x="2044676" y="0"/>
                  </a:lnTo>
                  <a:lnTo>
                    <a:pt x="2092783" y="0"/>
                  </a:lnTo>
                  <a:lnTo>
                    <a:pt x="2140890" y="0"/>
                  </a:lnTo>
                  <a:lnTo>
                    <a:pt x="2188997" y="0"/>
                  </a:lnTo>
                  <a:lnTo>
                    <a:pt x="2237104" y="0"/>
                  </a:lnTo>
                  <a:lnTo>
                    <a:pt x="2285210" y="0"/>
                  </a:lnTo>
                  <a:lnTo>
                    <a:pt x="2333317" y="0"/>
                  </a:lnTo>
                  <a:lnTo>
                    <a:pt x="2381424" y="0"/>
                  </a:lnTo>
                  <a:lnTo>
                    <a:pt x="2429531" y="0"/>
                  </a:lnTo>
                  <a:lnTo>
                    <a:pt x="2477638" y="0"/>
                  </a:lnTo>
                  <a:lnTo>
                    <a:pt x="2525745" y="0"/>
                  </a:lnTo>
                  <a:lnTo>
                    <a:pt x="2573851" y="0"/>
                  </a:lnTo>
                  <a:lnTo>
                    <a:pt x="2621958" y="0"/>
                  </a:lnTo>
                  <a:lnTo>
                    <a:pt x="2670065" y="0"/>
                  </a:lnTo>
                  <a:lnTo>
                    <a:pt x="2718172" y="0"/>
                  </a:lnTo>
                  <a:lnTo>
                    <a:pt x="2766279" y="0"/>
                  </a:lnTo>
                  <a:lnTo>
                    <a:pt x="2814386" y="0"/>
                  </a:lnTo>
                  <a:lnTo>
                    <a:pt x="2862492" y="0"/>
                  </a:lnTo>
                  <a:lnTo>
                    <a:pt x="2910599" y="0"/>
                  </a:lnTo>
                  <a:lnTo>
                    <a:pt x="2958706" y="0"/>
                  </a:lnTo>
                  <a:lnTo>
                    <a:pt x="3006813" y="0"/>
                  </a:lnTo>
                  <a:lnTo>
                    <a:pt x="3054920" y="0"/>
                  </a:lnTo>
                  <a:lnTo>
                    <a:pt x="3103026" y="0"/>
                  </a:lnTo>
                  <a:lnTo>
                    <a:pt x="3151133" y="0"/>
                  </a:lnTo>
                  <a:lnTo>
                    <a:pt x="3199240" y="0"/>
                  </a:lnTo>
                  <a:lnTo>
                    <a:pt x="3247347" y="0"/>
                  </a:lnTo>
                  <a:lnTo>
                    <a:pt x="3295454" y="0"/>
                  </a:lnTo>
                  <a:lnTo>
                    <a:pt x="3343561" y="0"/>
                  </a:lnTo>
                  <a:lnTo>
                    <a:pt x="3391667" y="0"/>
                  </a:lnTo>
                  <a:lnTo>
                    <a:pt x="3439774" y="0"/>
                  </a:lnTo>
                  <a:lnTo>
                    <a:pt x="3487881" y="0"/>
                  </a:lnTo>
                  <a:lnTo>
                    <a:pt x="3535988" y="0"/>
                  </a:lnTo>
                  <a:lnTo>
                    <a:pt x="3584095" y="0"/>
                  </a:lnTo>
                  <a:lnTo>
                    <a:pt x="3632202" y="0"/>
                  </a:lnTo>
                  <a:lnTo>
                    <a:pt x="3680308" y="0"/>
                  </a:lnTo>
                  <a:lnTo>
                    <a:pt x="3728415" y="0"/>
                  </a:lnTo>
                  <a:lnTo>
                    <a:pt x="3776522" y="0"/>
                  </a:lnTo>
                  <a:lnTo>
                    <a:pt x="3824629" y="0"/>
                  </a:lnTo>
                  <a:lnTo>
                    <a:pt x="3872736" y="0"/>
                  </a:lnTo>
                  <a:lnTo>
                    <a:pt x="3920842" y="0"/>
                  </a:lnTo>
                  <a:lnTo>
                    <a:pt x="3968949" y="0"/>
                  </a:lnTo>
                  <a:lnTo>
                    <a:pt x="4017056" y="0"/>
                  </a:lnTo>
                  <a:lnTo>
                    <a:pt x="4065163" y="0"/>
                  </a:lnTo>
                  <a:lnTo>
                    <a:pt x="4113270" y="0"/>
                  </a:lnTo>
                  <a:lnTo>
                    <a:pt x="4161377" y="0"/>
                  </a:lnTo>
                  <a:lnTo>
                    <a:pt x="4209483" y="0"/>
                  </a:lnTo>
                  <a:lnTo>
                    <a:pt x="4257590" y="0"/>
                  </a:lnTo>
                  <a:lnTo>
                    <a:pt x="4305697" y="0"/>
                  </a:lnTo>
                  <a:lnTo>
                    <a:pt x="4342247" y="0"/>
                  </a:lnTo>
                  <a:lnTo>
                    <a:pt x="4342247" y="0"/>
                  </a:lnTo>
                </a:path>
              </a:pathLst>
            </a:custGeom>
            <a:ln w="13550" cap="rnd">
              <a:solidFill>
                <a:srgbClr val="F0F8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2034901" y="2806731"/>
              <a:ext cx="4342247" cy="0"/>
            </a:xfrm>
            <a:custGeom>
              <a:avLst/>
              <a:pathLst>
                <a:path w="4342247" h="0">
                  <a:moveTo>
                    <a:pt x="0" y="0"/>
                  </a:moveTo>
                  <a:lnTo>
                    <a:pt x="24190" y="0"/>
                  </a:lnTo>
                  <a:lnTo>
                    <a:pt x="72297" y="0"/>
                  </a:lnTo>
                  <a:lnTo>
                    <a:pt x="120403" y="0"/>
                  </a:lnTo>
                  <a:lnTo>
                    <a:pt x="168510" y="0"/>
                  </a:lnTo>
                  <a:lnTo>
                    <a:pt x="216617" y="0"/>
                  </a:lnTo>
                  <a:lnTo>
                    <a:pt x="264724" y="0"/>
                  </a:lnTo>
                  <a:lnTo>
                    <a:pt x="312831" y="0"/>
                  </a:lnTo>
                  <a:lnTo>
                    <a:pt x="360938" y="0"/>
                  </a:lnTo>
                  <a:lnTo>
                    <a:pt x="409044" y="0"/>
                  </a:lnTo>
                  <a:lnTo>
                    <a:pt x="457151" y="0"/>
                  </a:lnTo>
                  <a:lnTo>
                    <a:pt x="505258" y="0"/>
                  </a:lnTo>
                  <a:lnTo>
                    <a:pt x="553365" y="0"/>
                  </a:lnTo>
                  <a:lnTo>
                    <a:pt x="601472" y="0"/>
                  </a:lnTo>
                  <a:lnTo>
                    <a:pt x="649579" y="0"/>
                  </a:lnTo>
                  <a:lnTo>
                    <a:pt x="697685" y="0"/>
                  </a:lnTo>
                  <a:lnTo>
                    <a:pt x="745792" y="0"/>
                  </a:lnTo>
                  <a:lnTo>
                    <a:pt x="793899" y="0"/>
                  </a:lnTo>
                  <a:lnTo>
                    <a:pt x="842006" y="0"/>
                  </a:lnTo>
                  <a:lnTo>
                    <a:pt x="890113" y="0"/>
                  </a:lnTo>
                  <a:lnTo>
                    <a:pt x="938219" y="0"/>
                  </a:lnTo>
                  <a:lnTo>
                    <a:pt x="986326" y="0"/>
                  </a:lnTo>
                  <a:lnTo>
                    <a:pt x="1034433" y="0"/>
                  </a:lnTo>
                  <a:lnTo>
                    <a:pt x="1082540" y="0"/>
                  </a:lnTo>
                  <a:lnTo>
                    <a:pt x="1130647" y="0"/>
                  </a:lnTo>
                  <a:lnTo>
                    <a:pt x="1178754" y="0"/>
                  </a:lnTo>
                  <a:lnTo>
                    <a:pt x="1226860" y="0"/>
                  </a:lnTo>
                  <a:lnTo>
                    <a:pt x="1274967" y="0"/>
                  </a:lnTo>
                  <a:lnTo>
                    <a:pt x="1323074" y="0"/>
                  </a:lnTo>
                  <a:lnTo>
                    <a:pt x="1371181" y="0"/>
                  </a:lnTo>
                  <a:lnTo>
                    <a:pt x="1419288" y="0"/>
                  </a:lnTo>
                  <a:lnTo>
                    <a:pt x="1467394" y="0"/>
                  </a:lnTo>
                  <a:lnTo>
                    <a:pt x="1515501" y="0"/>
                  </a:lnTo>
                  <a:lnTo>
                    <a:pt x="1563608" y="0"/>
                  </a:lnTo>
                  <a:lnTo>
                    <a:pt x="1611715" y="0"/>
                  </a:lnTo>
                  <a:lnTo>
                    <a:pt x="1659822" y="0"/>
                  </a:lnTo>
                  <a:lnTo>
                    <a:pt x="1707929" y="0"/>
                  </a:lnTo>
                  <a:lnTo>
                    <a:pt x="1756035" y="0"/>
                  </a:lnTo>
                  <a:lnTo>
                    <a:pt x="1804142" y="0"/>
                  </a:lnTo>
                  <a:lnTo>
                    <a:pt x="1852249" y="0"/>
                  </a:lnTo>
                  <a:lnTo>
                    <a:pt x="1900356" y="0"/>
                  </a:lnTo>
                  <a:lnTo>
                    <a:pt x="1948463" y="0"/>
                  </a:lnTo>
                  <a:lnTo>
                    <a:pt x="1996570" y="0"/>
                  </a:lnTo>
                  <a:lnTo>
                    <a:pt x="2044676" y="0"/>
                  </a:lnTo>
                  <a:lnTo>
                    <a:pt x="2092783" y="0"/>
                  </a:lnTo>
                  <a:lnTo>
                    <a:pt x="2140890" y="0"/>
                  </a:lnTo>
                  <a:lnTo>
                    <a:pt x="2188997" y="0"/>
                  </a:lnTo>
                  <a:lnTo>
                    <a:pt x="2237104" y="0"/>
                  </a:lnTo>
                  <a:lnTo>
                    <a:pt x="2285210" y="0"/>
                  </a:lnTo>
                  <a:lnTo>
                    <a:pt x="2333317" y="0"/>
                  </a:lnTo>
                  <a:lnTo>
                    <a:pt x="2381424" y="0"/>
                  </a:lnTo>
                  <a:lnTo>
                    <a:pt x="2429531" y="0"/>
                  </a:lnTo>
                  <a:lnTo>
                    <a:pt x="2477638" y="0"/>
                  </a:lnTo>
                  <a:lnTo>
                    <a:pt x="2525745" y="0"/>
                  </a:lnTo>
                  <a:lnTo>
                    <a:pt x="2573851" y="0"/>
                  </a:lnTo>
                  <a:lnTo>
                    <a:pt x="2621958" y="0"/>
                  </a:lnTo>
                  <a:lnTo>
                    <a:pt x="2670065" y="0"/>
                  </a:lnTo>
                  <a:lnTo>
                    <a:pt x="2718172" y="0"/>
                  </a:lnTo>
                  <a:lnTo>
                    <a:pt x="2766279" y="0"/>
                  </a:lnTo>
                  <a:lnTo>
                    <a:pt x="2814386" y="0"/>
                  </a:lnTo>
                  <a:lnTo>
                    <a:pt x="2862492" y="0"/>
                  </a:lnTo>
                  <a:lnTo>
                    <a:pt x="2910599" y="0"/>
                  </a:lnTo>
                  <a:lnTo>
                    <a:pt x="2958706" y="0"/>
                  </a:lnTo>
                  <a:lnTo>
                    <a:pt x="3006813" y="0"/>
                  </a:lnTo>
                  <a:lnTo>
                    <a:pt x="3054920" y="0"/>
                  </a:lnTo>
                  <a:lnTo>
                    <a:pt x="3103026" y="0"/>
                  </a:lnTo>
                  <a:lnTo>
                    <a:pt x="3151133" y="0"/>
                  </a:lnTo>
                  <a:lnTo>
                    <a:pt x="3199240" y="0"/>
                  </a:lnTo>
                  <a:lnTo>
                    <a:pt x="3247347" y="0"/>
                  </a:lnTo>
                  <a:lnTo>
                    <a:pt x="3295454" y="0"/>
                  </a:lnTo>
                  <a:lnTo>
                    <a:pt x="3343561" y="0"/>
                  </a:lnTo>
                  <a:lnTo>
                    <a:pt x="3391667" y="0"/>
                  </a:lnTo>
                  <a:lnTo>
                    <a:pt x="3439774" y="0"/>
                  </a:lnTo>
                  <a:lnTo>
                    <a:pt x="3487881" y="0"/>
                  </a:lnTo>
                  <a:lnTo>
                    <a:pt x="3535988" y="0"/>
                  </a:lnTo>
                  <a:lnTo>
                    <a:pt x="3584095" y="0"/>
                  </a:lnTo>
                  <a:lnTo>
                    <a:pt x="3632202" y="0"/>
                  </a:lnTo>
                  <a:lnTo>
                    <a:pt x="3680308" y="0"/>
                  </a:lnTo>
                  <a:lnTo>
                    <a:pt x="3728415" y="0"/>
                  </a:lnTo>
                  <a:lnTo>
                    <a:pt x="3776522" y="0"/>
                  </a:lnTo>
                  <a:lnTo>
                    <a:pt x="3824629" y="0"/>
                  </a:lnTo>
                  <a:lnTo>
                    <a:pt x="3872736" y="0"/>
                  </a:lnTo>
                  <a:lnTo>
                    <a:pt x="3920842" y="0"/>
                  </a:lnTo>
                  <a:lnTo>
                    <a:pt x="3968949" y="0"/>
                  </a:lnTo>
                  <a:lnTo>
                    <a:pt x="4017056" y="0"/>
                  </a:lnTo>
                  <a:lnTo>
                    <a:pt x="4065163" y="0"/>
                  </a:lnTo>
                  <a:lnTo>
                    <a:pt x="4113270" y="0"/>
                  </a:lnTo>
                  <a:lnTo>
                    <a:pt x="4161377" y="0"/>
                  </a:lnTo>
                  <a:lnTo>
                    <a:pt x="4209483" y="0"/>
                  </a:lnTo>
                  <a:lnTo>
                    <a:pt x="4257590" y="0"/>
                  </a:lnTo>
                  <a:lnTo>
                    <a:pt x="4305697" y="0"/>
                  </a:lnTo>
                  <a:lnTo>
                    <a:pt x="4342247" y="0"/>
                  </a:lnTo>
                  <a:lnTo>
                    <a:pt x="4342247" y="0"/>
                  </a:lnTo>
                </a:path>
              </a:pathLst>
            </a:custGeom>
            <a:ln w="13550" cap="rnd">
              <a:solidFill>
                <a:srgbClr val="F0F8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g19"/>
            <p:cNvSpPr/>
            <p:nvPr/>
          </p:nvSpPr>
          <p:spPr>
            <a:xfrm>
              <a:off x="5504809" y="250760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5591">
                <a:alpha val="100000"/>
              </a:srgbClr>
            </a:solidFill>
            <a:ln w="5420" cap="flat">
              <a:solidFill>
                <a:srgbClr val="3B559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g20"/>
            <p:cNvSpPr/>
            <p:nvPr/>
          </p:nvSpPr>
          <p:spPr>
            <a:xfrm>
              <a:off x="5516446" y="250760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5590">
                <a:alpha val="100000"/>
              </a:srgbClr>
            </a:solidFill>
            <a:ln w="5420" cap="flat">
              <a:solidFill>
                <a:srgbClr val="3B559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g21"/>
            <p:cNvSpPr/>
            <p:nvPr/>
          </p:nvSpPr>
          <p:spPr>
            <a:xfrm>
              <a:off x="5528083" y="250760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5590">
                <a:alpha val="100000"/>
              </a:srgbClr>
            </a:solidFill>
            <a:ln w="5420" cap="flat">
              <a:solidFill>
                <a:srgbClr val="3B559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g22"/>
            <p:cNvSpPr/>
            <p:nvPr/>
          </p:nvSpPr>
          <p:spPr>
            <a:xfrm>
              <a:off x="5551358" y="250760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5490">
                <a:alpha val="100000"/>
              </a:srgbClr>
            </a:solidFill>
            <a:ln w="5420" cap="flat">
              <a:solidFill>
                <a:srgbClr val="3B549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pg23"/>
            <p:cNvSpPr/>
            <p:nvPr/>
          </p:nvSpPr>
          <p:spPr>
            <a:xfrm>
              <a:off x="5562995" y="250760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5490">
                <a:alpha val="100000"/>
              </a:srgbClr>
            </a:solidFill>
            <a:ln w="5420" cap="flat">
              <a:solidFill>
                <a:srgbClr val="3B549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g24"/>
            <p:cNvSpPr/>
            <p:nvPr/>
          </p:nvSpPr>
          <p:spPr>
            <a:xfrm>
              <a:off x="5574633" y="250760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548F">
                <a:alpha val="100000"/>
              </a:srgbClr>
            </a:solidFill>
            <a:ln w="5420" cap="flat">
              <a:solidFill>
                <a:srgbClr val="3B548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g25"/>
            <p:cNvSpPr/>
            <p:nvPr/>
          </p:nvSpPr>
          <p:spPr>
            <a:xfrm>
              <a:off x="6109950" y="250760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5794">
                <a:alpha val="100000"/>
              </a:srgbClr>
            </a:solidFill>
            <a:ln w="5420" cap="flat">
              <a:solidFill>
                <a:srgbClr val="3A579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" name="pg26"/>
            <p:cNvSpPr/>
            <p:nvPr/>
          </p:nvSpPr>
          <p:spPr>
            <a:xfrm>
              <a:off x="6121587" y="250760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5794">
                <a:alpha val="100000"/>
              </a:srgbClr>
            </a:solidFill>
            <a:ln w="5420" cap="flat">
              <a:solidFill>
                <a:srgbClr val="3A579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" name="pg27"/>
            <p:cNvSpPr/>
            <p:nvPr/>
          </p:nvSpPr>
          <p:spPr>
            <a:xfrm>
              <a:off x="6133224" y="250760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5794">
                <a:alpha val="100000"/>
              </a:srgbClr>
            </a:solidFill>
            <a:ln w="5420" cap="flat">
              <a:solidFill>
                <a:srgbClr val="3A579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" name="pg28"/>
            <p:cNvSpPr/>
            <p:nvPr/>
          </p:nvSpPr>
          <p:spPr>
            <a:xfrm>
              <a:off x="5481534" y="252190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5591">
                <a:alpha val="100000"/>
              </a:srgbClr>
            </a:solidFill>
            <a:ln w="5420" cap="flat">
              <a:solidFill>
                <a:srgbClr val="3B559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" name="pg29"/>
            <p:cNvSpPr/>
            <p:nvPr/>
          </p:nvSpPr>
          <p:spPr>
            <a:xfrm>
              <a:off x="5493171" y="252190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5591">
                <a:alpha val="100000"/>
              </a:srgbClr>
            </a:solidFill>
            <a:ln w="5420" cap="flat">
              <a:solidFill>
                <a:srgbClr val="3B559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" name="pg30"/>
            <p:cNvSpPr/>
            <p:nvPr/>
          </p:nvSpPr>
          <p:spPr>
            <a:xfrm>
              <a:off x="5504809" y="252190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5590">
                <a:alpha val="100000"/>
              </a:srgbClr>
            </a:solidFill>
            <a:ln w="5420" cap="flat">
              <a:solidFill>
                <a:srgbClr val="3B559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" name="pg31"/>
            <p:cNvSpPr/>
            <p:nvPr/>
          </p:nvSpPr>
          <p:spPr>
            <a:xfrm>
              <a:off x="5516446" y="252190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5490">
                <a:alpha val="100000"/>
              </a:srgbClr>
            </a:solidFill>
            <a:ln w="5420" cap="flat">
              <a:solidFill>
                <a:srgbClr val="3B549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" name="pg32"/>
            <p:cNvSpPr/>
            <p:nvPr/>
          </p:nvSpPr>
          <p:spPr>
            <a:xfrm>
              <a:off x="5528083" y="252190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5490">
                <a:alpha val="100000"/>
              </a:srgbClr>
            </a:solidFill>
            <a:ln w="5420" cap="flat">
              <a:solidFill>
                <a:srgbClr val="3B549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" name="pg33"/>
            <p:cNvSpPr/>
            <p:nvPr/>
          </p:nvSpPr>
          <p:spPr>
            <a:xfrm>
              <a:off x="5539721" y="252190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548F">
                <a:alpha val="100000"/>
              </a:srgbClr>
            </a:solidFill>
            <a:ln w="5420" cap="flat">
              <a:solidFill>
                <a:srgbClr val="3B548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" name="pg34"/>
            <p:cNvSpPr/>
            <p:nvPr/>
          </p:nvSpPr>
          <p:spPr>
            <a:xfrm>
              <a:off x="5551358" y="252190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548F">
                <a:alpha val="100000"/>
              </a:srgbClr>
            </a:solidFill>
            <a:ln w="5420" cap="flat">
              <a:solidFill>
                <a:srgbClr val="3B548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" name="pg35"/>
            <p:cNvSpPr/>
            <p:nvPr/>
          </p:nvSpPr>
          <p:spPr>
            <a:xfrm>
              <a:off x="5562995" y="252190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548F">
                <a:alpha val="100000"/>
              </a:srgbClr>
            </a:solidFill>
            <a:ln w="5420" cap="flat">
              <a:solidFill>
                <a:srgbClr val="3B548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" name="pg36"/>
            <p:cNvSpPr/>
            <p:nvPr/>
          </p:nvSpPr>
          <p:spPr>
            <a:xfrm>
              <a:off x="5574633" y="252190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548F">
                <a:alpha val="100000"/>
              </a:srgbClr>
            </a:solidFill>
            <a:ln w="5420" cap="flat">
              <a:solidFill>
                <a:srgbClr val="3B548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" name="pg37"/>
            <p:cNvSpPr/>
            <p:nvPr/>
          </p:nvSpPr>
          <p:spPr>
            <a:xfrm>
              <a:off x="6098312" y="252190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5793">
                <a:alpha val="100000"/>
              </a:srgbClr>
            </a:solidFill>
            <a:ln w="5420" cap="flat">
              <a:solidFill>
                <a:srgbClr val="3A579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" name="pg38"/>
            <p:cNvSpPr/>
            <p:nvPr/>
          </p:nvSpPr>
          <p:spPr>
            <a:xfrm>
              <a:off x="6109950" y="252190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5793">
                <a:alpha val="100000"/>
              </a:srgbClr>
            </a:solidFill>
            <a:ln w="5420" cap="flat">
              <a:solidFill>
                <a:srgbClr val="3A579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" name="pg39"/>
            <p:cNvSpPr/>
            <p:nvPr/>
          </p:nvSpPr>
          <p:spPr>
            <a:xfrm>
              <a:off x="6121587" y="252190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5794">
                <a:alpha val="100000"/>
              </a:srgbClr>
            </a:solidFill>
            <a:ln w="5420" cap="flat">
              <a:solidFill>
                <a:srgbClr val="3A579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" name="pg40"/>
            <p:cNvSpPr/>
            <p:nvPr/>
          </p:nvSpPr>
          <p:spPr>
            <a:xfrm>
              <a:off x="6133224" y="252190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5794">
                <a:alpha val="100000"/>
              </a:srgbClr>
            </a:solidFill>
            <a:ln w="5420" cap="flat">
              <a:solidFill>
                <a:srgbClr val="3A579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" name="pg41"/>
            <p:cNvSpPr/>
            <p:nvPr/>
          </p:nvSpPr>
          <p:spPr>
            <a:xfrm>
              <a:off x="6144862" y="252190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5794">
                <a:alpha val="100000"/>
              </a:srgbClr>
            </a:solidFill>
            <a:ln w="5420" cap="flat">
              <a:solidFill>
                <a:srgbClr val="3A579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" name="pg42"/>
            <p:cNvSpPr/>
            <p:nvPr/>
          </p:nvSpPr>
          <p:spPr>
            <a:xfrm>
              <a:off x="5469897" y="253620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5590">
                <a:alpha val="100000"/>
              </a:srgbClr>
            </a:solidFill>
            <a:ln w="5420" cap="flat">
              <a:solidFill>
                <a:srgbClr val="3B559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" name="pg43"/>
            <p:cNvSpPr/>
            <p:nvPr/>
          </p:nvSpPr>
          <p:spPr>
            <a:xfrm>
              <a:off x="5481534" y="253620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5590">
                <a:alpha val="100000"/>
              </a:srgbClr>
            </a:solidFill>
            <a:ln w="5420" cap="flat">
              <a:solidFill>
                <a:srgbClr val="3B559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" name="pg44"/>
            <p:cNvSpPr/>
            <p:nvPr/>
          </p:nvSpPr>
          <p:spPr>
            <a:xfrm>
              <a:off x="5493171" y="253620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5590">
                <a:alpha val="100000"/>
              </a:srgbClr>
            </a:solidFill>
            <a:ln w="5420" cap="flat">
              <a:solidFill>
                <a:srgbClr val="3B559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" name="pg45"/>
            <p:cNvSpPr/>
            <p:nvPr/>
          </p:nvSpPr>
          <p:spPr>
            <a:xfrm>
              <a:off x="5504809" y="253620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5490">
                <a:alpha val="100000"/>
              </a:srgbClr>
            </a:solidFill>
            <a:ln w="5420" cap="flat">
              <a:solidFill>
                <a:srgbClr val="3B549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" name="pg46"/>
            <p:cNvSpPr/>
            <p:nvPr/>
          </p:nvSpPr>
          <p:spPr>
            <a:xfrm>
              <a:off x="5516446" y="253620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548F">
                <a:alpha val="100000"/>
              </a:srgbClr>
            </a:solidFill>
            <a:ln w="5420" cap="flat">
              <a:solidFill>
                <a:srgbClr val="3B548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" name="pg47"/>
            <p:cNvSpPr/>
            <p:nvPr/>
          </p:nvSpPr>
          <p:spPr>
            <a:xfrm>
              <a:off x="5528083" y="253620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548F">
                <a:alpha val="100000"/>
              </a:srgbClr>
            </a:solidFill>
            <a:ln w="5420" cap="flat">
              <a:solidFill>
                <a:srgbClr val="3B548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" name="pg48"/>
            <p:cNvSpPr/>
            <p:nvPr/>
          </p:nvSpPr>
          <p:spPr>
            <a:xfrm>
              <a:off x="5539721" y="253620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548F">
                <a:alpha val="100000"/>
              </a:srgbClr>
            </a:solidFill>
            <a:ln w="5420" cap="flat">
              <a:solidFill>
                <a:srgbClr val="3B548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" name="pg49"/>
            <p:cNvSpPr/>
            <p:nvPr/>
          </p:nvSpPr>
          <p:spPr>
            <a:xfrm>
              <a:off x="5551358" y="253620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548F">
                <a:alpha val="100000"/>
              </a:srgbClr>
            </a:solidFill>
            <a:ln w="5420" cap="flat">
              <a:solidFill>
                <a:srgbClr val="3B548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" name="pg50"/>
            <p:cNvSpPr/>
            <p:nvPr/>
          </p:nvSpPr>
          <p:spPr>
            <a:xfrm>
              <a:off x="5562995" y="253620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538E">
                <a:alpha val="100000"/>
              </a:srgbClr>
            </a:solidFill>
            <a:ln w="5420" cap="flat">
              <a:solidFill>
                <a:srgbClr val="3B538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" name="pg51"/>
            <p:cNvSpPr/>
            <p:nvPr/>
          </p:nvSpPr>
          <p:spPr>
            <a:xfrm>
              <a:off x="5574633" y="253620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538E">
                <a:alpha val="100000"/>
              </a:srgbClr>
            </a:solidFill>
            <a:ln w="5420" cap="flat">
              <a:solidFill>
                <a:srgbClr val="3B538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" name="pg52"/>
            <p:cNvSpPr/>
            <p:nvPr/>
          </p:nvSpPr>
          <p:spPr>
            <a:xfrm>
              <a:off x="5586270" y="253620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538E">
                <a:alpha val="100000"/>
              </a:srgbClr>
            </a:solidFill>
            <a:ln w="5420" cap="flat">
              <a:solidFill>
                <a:srgbClr val="3B538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" name="pg53"/>
            <p:cNvSpPr/>
            <p:nvPr/>
          </p:nvSpPr>
          <p:spPr>
            <a:xfrm>
              <a:off x="6098312" y="253620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5793">
                <a:alpha val="100000"/>
              </a:srgbClr>
            </a:solidFill>
            <a:ln w="5420" cap="flat">
              <a:solidFill>
                <a:srgbClr val="3A579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" name="pg54"/>
            <p:cNvSpPr/>
            <p:nvPr/>
          </p:nvSpPr>
          <p:spPr>
            <a:xfrm>
              <a:off x="6109950" y="253620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5793">
                <a:alpha val="100000"/>
              </a:srgbClr>
            </a:solidFill>
            <a:ln w="5420" cap="flat">
              <a:solidFill>
                <a:srgbClr val="3A579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" name="pg55"/>
            <p:cNvSpPr/>
            <p:nvPr/>
          </p:nvSpPr>
          <p:spPr>
            <a:xfrm>
              <a:off x="6121587" y="253620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5793">
                <a:alpha val="100000"/>
              </a:srgbClr>
            </a:solidFill>
            <a:ln w="5420" cap="flat">
              <a:solidFill>
                <a:srgbClr val="3A579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" name="pg56"/>
            <p:cNvSpPr/>
            <p:nvPr/>
          </p:nvSpPr>
          <p:spPr>
            <a:xfrm>
              <a:off x="6133224" y="253620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5794">
                <a:alpha val="100000"/>
              </a:srgbClr>
            </a:solidFill>
            <a:ln w="5420" cap="flat">
              <a:solidFill>
                <a:srgbClr val="3A579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" name="pg57"/>
            <p:cNvSpPr/>
            <p:nvPr/>
          </p:nvSpPr>
          <p:spPr>
            <a:xfrm>
              <a:off x="6144862" y="253620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5794">
                <a:alpha val="100000"/>
              </a:srgbClr>
            </a:solidFill>
            <a:ln w="5420" cap="flat">
              <a:solidFill>
                <a:srgbClr val="3A579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" name="pg58"/>
            <p:cNvSpPr/>
            <p:nvPr/>
          </p:nvSpPr>
          <p:spPr>
            <a:xfrm>
              <a:off x="5411710" y="255050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5692">
                <a:alpha val="100000"/>
              </a:srgbClr>
            </a:solidFill>
            <a:ln w="5420" cap="flat">
              <a:solidFill>
                <a:srgbClr val="3B569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" name="pg59"/>
            <p:cNvSpPr/>
            <p:nvPr/>
          </p:nvSpPr>
          <p:spPr>
            <a:xfrm>
              <a:off x="5423347" y="255050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5591">
                <a:alpha val="100000"/>
              </a:srgbClr>
            </a:solidFill>
            <a:ln w="5420" cap="flat">
              <a:solidFill>
                <a:srgbClr val="3B559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" name="pg60"/>
            <p:cNvSpPr/>
            <p:nvPr/>
          </p:nvSpPr>
          <p:spPr>
            <a:xfrm>
              <a:off x="5434985" y="255050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5591">
                <a:alpha val="100000"/>
              </a:srgbClr>
            </a:solidFill>
            <a:ln w="5420" cap="flat">
              <a:solidFill>
                <a:srgbClr val="3B559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" name="pg61"/>
            <p:cNvSpPr/>
            <p:nvPr/>
          </p:nvSpPr>
          <p:spPr>
            <a:xfrm>
              <a:off x="5446622" y="255050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5591">
                <a:alpha val="100000"/>
              </a:srgbClr>
            </a:solidFill>
            <a:ln w="5420" cap="flat">
              <a:solidFill>
                <a:srgbClr val="3B559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" name="pg62"/>
            <p:cNvSpPr/>
            <p:nvPr/>
          </p:nvSpPr>
          <p:spPr>
            <a:xfrm>
              <a:off x="5458259" y="255050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5590">
                <a:alpha val="100000"/>
              </a:srgbClr>
            </a:solidFill>
            <a:ln w="5420" cap="flat">
              <a:solidFill>
                <a:srgbClr val="3B559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" name="pg63"/>
            <p:cNvSpPr/>
            <p:nvPr/>
          </p:nvSpPr>
          <p:spPr>
            <a:xfrm>
              <a:off x="5469897" y="255050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5590">
                <a:alpha val="100000"/>
              </a:srgbClr>
            </a:solidFill>
            <a:ln w="5420" cap="flat">
              <a:solidFill>
                <a:srgbClr val="3B559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" name="pg64"/>
            <p:cNvSpPr/>
            <p:nvPr/>
          </p:nvSpPr>
          <p:spPr>
            <a:xfrm>
              <a:off x="5481534" y="255050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5490">
                <a:alpha val="100000"/>
              </a:srgbClr>
            </a:solidFill>
            <a:ln w="5420" cap="flat">
              <a:solidFill>
                <a:srgbClr val="3B549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" name="pg65"/>
            <p:cNvSpPr/>
            <p:nvPr/>
          </p:nvSpPr>
          <p:spPr>
            <a:xfrm>
              <a:off x="5493171" y="255050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548F">
                <a:alpha val="100000"/>
              </a:srgbClr>
            </a:solidFill>
            <a:ln w="5420" cap="flat">
              <a:solidFill>
                <a:srgbClr val="3B548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" name="pg66"/>
            <p:cNvSpPr/>
            <p:nvPr/>
          </p:nvSpPr>
          <p:spPr>
            <a:xfrm>
              <a:off x="5504809" y="255050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548F">
                <a:alpha val="100000"/>
              </a:srgbClr>
            </a:solidFill>
            <a:ln w="5420" cap="flat">
              <a:solidFill>
                <a:srgbClr val="3B548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" name="pg67"/>
            <p:cNvSpPr/>
            <p:nvPr/>
          </p:nvSpPr>
          <p:spPr>
            <a:xfrm>
              <a:off x="5516446" y="255050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548F">
                <a:alpha val="100000"/>
              </a:srgbClr>
            </a:solidFill>
            <a:ln w="5420" cap="flat">
              <a:solidFill>
                <a:srgbClr val="3B548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" name="pg68"/>
            <p:cNvSpPr/>
            <p:nvPr/>
          </p:nvSpPr>
          <p:spPr>
            <a:xfrm>
              <a:off x="5528083" y="255050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548E">
                <a:alpha val="100000"/>
              </a:srgbClr>
            </a:solidFill>
            <a:ln w="5420" cap="flat">
              <a:solidFill>
                <a:srgbClr val="3B548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" name="pg69"/>
            <p:cNvSpPr/>
            <p:nvPr/>
          </p:nvSpPr>
          <p:spPr>
            <a:xfrm>
              <a:off x="5539721" y="255050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538E">
                <a:alpha val="100000"/>
              </a:srgbClr>
            </a:solidFill>
            <a:ln w="5420" cap="flat">
              <a:solidFill>
                <a:srgbClr val="3B538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" name="pg70"/>
            <p:cNvSpPr/>
            <p:nvPr/>
          </p:nvSpPr>
          <p:spPr>
            <a:xfrm>
              <a:off x="5551358" y="255050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538E">
                <a:alpha val="100000"/>
              </a:srgbClr>
            </a:solidFill>
            <a:ln w="5420" cap="flat">
              <a:solidFill>
                <a:srgbClr val="3B538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" name="pg71"/>
            <p:cNvSpPr/>
            <p:nvPr/>
          </p:nvSpPr>
          <p:spPr>
            <a:xfrm>
              <a:off x="5562995" y="255050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538E">
                <a:alpha val="100000"/>
              </a:srgbClr>
            </a:solidFill>
            <a:ln w="5420" cap="flat">
              <a:solidFill>
                <a:srgbClr val="3B538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" name="pg72"/>
            <p:cNvSpPr/>
            <p:nvPr/>
          </p:nvSpPr>
          <p:spPr>
            <a:xfrm>
              <a:off x="5574633" y="255050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538E">
                <a:alpha val="100000"/>
              </a:srgbClr>
            </a:solidFill>
            <a:ln w="5420" cap="flat">
              <a:solidFill>
                <a:srgbClr val="3B538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" name="pg73"/>
            <p:cNvSpPr/>
            <p:nvPr/>
          </p:nvSpPr>
          <p:spPr>
            <a:xfrm>
              <a:off x="6109950" y="255050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5793">
                <a:alpha val="100000"/>
              </a:srgbClr>
            </a:solidFill>
            <a:ln w="5420" cap="flat">
              <a:solidFill>
                <a:srgbClr val="3A579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" name="pg74"/>
            <p:cNvSpPr/>
            <p:nvPr/>
          </p:nvSpPr>
          <p:spPr>
            <a:xfrm>
              <a:off x="6121587" y="255050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5793">
                <a:alpha val="100000"/>
              </a:srgbClr>
            </a:solidFill>
            <a:ln w="5420" cap="flat">
              <a:solidFill>
                <a:srgbClr val="3A579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" name="pg75"/>
            <p:cNvSpPr/>
            <p:nvPr/>
          </p:nvSpPr>
          <p:spPr>
            <a:xfrm>
              <a:off x="6133224" y="255050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5794">
                <a:alpha val="100000"/>
              </a:srgbClr>
            </a:solidFill>
            <a:ln w="5420" cap="flat">
              <a:solidFill>
                <a:srgbClr val="3A579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" name="pg76"/>
            <p:cNvSpPr/>
            <p:nvPr/>
          </p:nvSpPr>
          <p:spPr>
            <a:xfrm>
              <a:off x="5376798" y="256480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5692">
                <a:alpha val="100000"/>
              </a:srgbClr>
            </a:solidFill>
            <a:ln w="5420" cap="flat">
              <a:solidFill>
                <a:srgbClr val="3A569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" name="pg77"/>
            <p:cNvSpPr/>
            <p:nvPr/>
          </p:nvSpPr>
          <p:spPr>
            <a:xfrm>
              <a:off x="5388435" y="256480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5692">
                <a:alpha val="100000"/>
              </a:srgbClr>
            </a:solidFill>
            <a:ln w="5420" cap="flat">
              <a:solidFill>
                <a:srgbClr val="3A569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" name="pg78"/>
            <p:cNvSpPr/>
            <p:nvPr/>
          </p:nvSpPr>
          <p:spPr>
            <a:xfrm>
              <a:off x="5400073" y="256480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5691">
                <a:alpha val="100000"/>
              </a:srgbClr>
            </a:solidFill>
            <a:ln w="5420" cap="flat">
              <a:solidFill>
                <a:srgbClr val="3B569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" name="pg79"/>
            <p:cNvSpPr/>
            <p:nvPr/>
          </p:nvSpPr>
          <p:spPr>
            <a:xfrm>
              <a:off x="5411710" y="256480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5591">
                <a:alpha val="100000"/>
              </a:srgbClr>
            </a:solidFill>
            <a:ln w="5420" cap="flat">
              <a:solidFill>
                <a:srgbClr val="3B559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" name="pg80"/>
            <p:cNvSpPr/>
            <p:nvPr/>
          </p:nvSpPr>
          <p:spPr>
            <a:xfrm>
              <a:off x="5423347" y="256480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5591">
                <a:alpha val="100000"/>
              </a:srgbClr>
            </a:solidFill>
            <a:ln w="5420" cap="flat">
              <a:solidFill>
                <a:srgbClr val="3B559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" name="pg81"/>
            <p:cNvSpPr/>
            <p:nvPr/>
          </p:nvSpPr>
          <p:spPr>
            <a:xfrm>
              <a:off x="5434985" y="256480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5590">
                <a:alpha val="100000"/>
              </a:srgbClr>
            </a:solidFill>
            <a:ln w="5420" cap="flat">
              <a:solidFill>
                <a:srgbClr val="3B559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" name="pg82"/>
            <p:cNvSpPr/>
            <p:nvPr/>
          </p:nvSpPr>
          <p:spPr>
            <a:xfrm>
              <a:off x="5446622" y="256480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5590">
                <a:alpha val="100000"/>
              </a:srgbClr>
            </a:solidFill>
            <a:ln w="5420" cap="flat">
              <a:solidFill>
                <a:srgbClr val="3B559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" name="pg83"/>
            <p:cNvSpPr/>
            <p:nvPr/>
          </p:nvSpPr>
          <p:spPr>
            <a:xfrm>
              <a:off x="5458259" y="256480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5490">
                <a:alpha val="100000"/>
              </a:srgbClr>
            </a:solidFill>
            <a:ln w="5420" cap="flat">
              <a:solidFill>
                <a:srgbClr val="3B549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" name="pg84"/>
            <p:cNvSpPr/>
            <p:nvPr/>
          </p:nvSpPr>
          <p:spPr>
            <a:xfrm>
              <a:off x="5469897" y="256480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548F">
                <a:alpha val="100000"/>
              </a:srgbClr>
            </a:solidFill>
            <a:ln w="5420" cap="flat">
              <a:solidFill>
                <a:srgbClr val="3B548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" name="pg85"/>
            <p:cNvSpPr/>
            <p:nvPr/>
          </p:nvSpPr>
          <p:spPr>
            <a:xfrm>
              <a:off x="5481534" y="256480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548F">
                <a:alpha val="100000"/>
              </a:srgbClr>
            </a:solidFill>
            <a:ln w="5420" cap="flat">
              <a:solidFill>
                <a:srgbClr val="3B548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" name="pg86"/>
            <p:cNvSpPr/>
            <p:nvPr/>
          </p:nvSpPr>
          <p:spPr>
            <a:xfrm>
              <a:off x="5493171" y="256480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548F">
                <a:alpha val="100000"/>
              </a:srgbClr>
            </a:solidFill>
            <a:ln w="5420" cap="flat">
              <a:solidFill>
                <a:srgbClr val="3B548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" name="pg87"/>
            <p:cNvSpPr/>
            <p:nvPr/>
          </p:nvSpPr>
          <p:spPr>
            <a:xfrm>
              <a:off x="5504809" y="256480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548F">
                <a:alpha val="100000"/>
              </a:srgbClr>
            </a:solidFill>
            <a:ln w="5420" cap="flat">
              <a:solidFill>
                <a:srgbClr val="3B548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" name="pg88"/>
            <p:cNvSpPr/>
            <p:nvPr/>
          </p:nvSpPr>
          <p:spPr>
            <a:xfrm>
              <a:off x="5516446" y="256480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538E">
                <a:alpha val="100000"/>
              </a:srgbClr>
            </a:solidFill>
            <a:ln w="5420" cap="flat">
              <a:solidFill>
                <a:srgbClr val="3B538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" name="pg89"/>
            <p:cNvSpPr/>
            <p:nvPr/>
          </p:nvSpPr>
          <p:spPr>
            <a:xfrm>
              <a:off x="5528083" y="256480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538E">
                <a:alpha val="100000"/>
              </a:srgbClr>
            </a:solidFill>
            <a:ln w="5420" cap="flat">
              <a:solidFill>
                <a:srgbClr val="3B538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" name="pg90"/>
            <p:cNvSpPr/>
            <p:nvPr/>
          </p:nvSpPr>
          <p:spPr>
            <a:xfrm>
              <a:off x="5539721" y="256480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538E">
                <a:alpha val="100000"/>
              </a:srgbClr>
            </a:solidFill>
            <a:ln w="5420" cap="flat">
              <a:solidFill>
                <a:srgbClr val="3B538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" name="pg91"/>
            <p:cNvSpPr/>
            <p:nvPr/>
          </p:nvSpPr>
          <p:spPr>
            <a:xfrm>
              <a:off x="5551358" y="256480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538D">
                <a:alpha val="100000"/>
              </a:srgbClr>
            </a:solidFill>
            <a:ln w="5420" cap="flat">
              <a:solidFill>
                <a:srgbClr val="3B538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" name="pg92"/>
            <p:cNvSpPr/>
            <p:nvPr/>
          </p:nvSpPr>
          <p:spPr>
            <a:xfrm>
              <a:off x="5562995" y="256480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538D">
                <a:alpha val="100000"/>
              </a:srgbClr>
            </a:solidFill>
            <a:ln w="5420" cap="flat">
              <a:solidFill>
                <a:srgbClr val="3B538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" name="pg93"/>
            <p:cNvSpPr/>
            <p:nvPr/>
          </p:nvSpPr>
          <p:spPr>
            <a:xfrm>
              <a:off x="6121587" y="256480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5793">
                <a:alpha val="100000"/>
              </a:srgbClr>
            </a:solidFill>
            <a:ln w="5420" cap="flat">
              <a:solidFill>
                <a:srgbClr val="3A579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" name="pg94"/>
            <p:cNvSpPr/>
            <p:nvPr/>
          </p:nvSpPr>
          <p:spPr>
            <a:xfrm>
              <a:off x="5365161" y="257910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5693">
                <a:alpha val="100000"/>
              </a:srgbClr>
            </a:solidFill>
            <a:ln w="5420" cap="flat">
              <a:solidFill>
                <a:srgbClr val="3A569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" name="pg95"/>
            <p:cNvSpPr/>
            <p:nvPr/>
          </p:nvSpPr>
          <p:spPr>
            <a:xfrm>
              <a:off x="5376798" y="257910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5692">
                <a:alpha val="100000"/>
              </a:srgbClr>
            </a:solidFill>
            <a:ln w="5420" cap="flat">
              <a:solidFill>
                <a:srgbClr val="3A569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" name="pg96"/>
            <p:cNvSpPr/>
            <p:nvPr/>
          </p:nvSpPr>
          <p:spPr>
            <a:xfrm>
              <a:off x="5388435" y="257910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5692">
                <a:alpha val="100000"/>
              </a:srgbClr>
            </a:solidFill>
            <a:ln w="5420" cap="flat">
              <a:solidFill>
                <a:srgbClr val="3A569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7" name="pg97"/>
            <p:cNvSpPr/>
            <p:nvPr/>
          </p:nvSpPr>
          <p:spPr>
            <a:xfrm>
              <a:off x="5400073" y="257910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5591">
                <a:alpha val="100000"/>
              </a:srgbClr>
            </a:solidFill>
            <a:ln w="5420" cap="flat">
              <a:solidFill>
                <a:srgbClr val="3B559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8" name="pg98"/>
            <p:cNvSpPr/>
            <p:nvPr/>
          </p:nvSpPr>
          <p:spPr>
            <a:xfrm>
              <a:off x="5411710" y="257910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5591">
                <a:alpha val="100000"/>
              </a:srgbClr>
            </a:solidFill>
            <a:ln w="5420" cap="flat">
              <a:solidFill>
                <a:srgbClr val="3B559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9" name="pg99"/>
            <p:cNvSpPr/>
            <p:nvPr/>
          </p:nvSpPr>
          <p:spPr>
            <a:xfrm>
              <a:off x="5423347" y="257910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5590">
                <a:alpha val="100000"/>
              </a:srgbClr>
            </a:solidFill>
            <a:ln w="5420" cap="flat">
              <a:solidFill>
                <a:srgbClr val="3B559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0" name="pg100"/>
            <p:cNvSpPr/>
            <p:nvPr/>
          </p:nvSpPr>
          <p:spPr>
            <a:xfrm>
              <a:off x="5434985" y="257910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5590">
                <a:alpha val="100000"/>
              </a:srgbClr>
            </a:solidFill>
            <a:ln w="5420" cap="flat">
              <a:solidFill>
                <a:srgbClr val="3B559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1" name="pg101"/>
            <p:cNvSpPr/>
            <p:nvPr/>
          </p:nvSpPr>
          <p:spPr>
            <a:xfrm>
              <a:off x="5446622" y="257910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5490">
                <a:alpha val="100000"/>
              </a:srgbClr>
            </a:solidFill>
            <a:ln w="5420" cap="flat">
              <a:solidFill>
                <a:srgbClr val="3B549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2" name="pg102"/>
            <p:cNvSpPr/>
            <p:nvPr/>
          </p:nvSpPr>
          <p:spPr>
            <a:xfrm>
              <a:off x="5458259" y="257910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548F">
                <a:alpha val="100000"/>
              </a:srgbClr>
            </a:solidFill>
            <a:ln w="5420" cap="flat">
              <a:solidFill>
                <a:srgbClr val="3B548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3" name="pg103"/>
            <p:cNvSpPr/>
            <p:nvPr/>
          </p:nvSpPr>
          <p:spPr>
            <a:xfrm>
              <a:off x="5469897" y="257910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548F">
                <a:alpha val="100000"/>
              </a:srgbClr>
            </a:solidFill>
            <a:ln w="5420" cap="flat">
              <a:solidFill>
                <a:srgbClr val="3B548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4" name="pg104"/>
            <p:cNvSpPr/>
            <p:nvPr/>
          </p:nvSpPr>
          <p:spPr>
            <a:xfrm>
              <a:off x="5481534" y="257910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548F">
                <a:alpha val="100000"/>
              </a:srgbClr>
            </a:solidFill>
            <a:ln w="5420" cap="flat">
              <a:solidFill>
                <a:srgbClr val="3B548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5" name="pg105"/>
            <p:cNvSpPr/>
            <p:nvPr/>
          </p:nvSpPr>
          <p:spPr>
            <a:xfrm>
              <a:off x="5493171" y="257910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538E">
                <a:alpha val="100000"/>
              </a:srgbClr>
            </a:solidFill>
            <a:ln w="5420" cap="flat">
              <a:solidFill>
                <a:srgbClr val="3B538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6" name="pg106"/>
            <p:cNvSpPr/>
            <p:nvPr/>
          </p:nvSpPr>
          <p:spPr>
            <a:xfrm>
              <a:off x="5504809" y="257910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538E">
                <a:alpha val="100000"/>
              </a:srgbClr>
            </a:solidFill>
            <a:ln w="5420" cap="flat">
              <a:solidFill>
                <a:srgbClr val="3B538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7" name="pg107"/>
            <p:cNvSpPr/>
            <p:nvPr/>
          </p:nvSpPr>
          <p:spPr>
            <a:xfrm>
              <a:off x="5516446" y="257910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538D">
                <a:alpha val="100000"/>
              </a:srgbClr>
            </a:solidFill>
            <a:ln w="5420" cap="flat">
              <a:solidFill>
                <a:srgbClr val="3B538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8" name="pg108"/>
            <p:cNvSpPr/>
            <p:nvPr/>
          </p:nvSpPr>
          <p:spPr>
            <a:xfrm>
              <a:off x="5528083" y="257910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538D">
                <a:alpha val="100000"/>
              </a:srgbClr>
            </a:solidFill>
            <a:ln w="5420" cap="flat">
              <a:solidFill>
                <a:srgbClr val="3B538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9" name="pg109"/>
            <p:cNvSpPr/>
            <p:nvPr/>
          </p:nvSpPr>
          <p:spPr>
            <a:xfrm>
              <a:off x="5341886" y="259340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5793">
                <a:alpha val="100000"/>
              </a:srgbClr>
            </a:solidFill>
            <a:ln w="5420" cap="flat">
              <a:solidFill>
                <a:srgbClr val="3A579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0" name="pg110"/>
            <p:cNvSpPr/>
            <p:nvPr/>
          </p:nvSpPr>
          <p:spPr>
            <a:xfrm>
              <a:off x="5353523" y="259340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5693">
                <a:alpha val="100000"/>
              </a:srgbClr>
            </a:solidFill>
            <a:ln w="5420" cap="flat">
              <a:solidFill>
                <a:srgbClr val="3A569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1" name="pg111"/>
            <p:cNvSpPr/>
            <p:nvPr/>
          </p:nvSpPr>
          <p:spPr>
            <a:xfrm>
              <a:off x="5365161" y="259340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5692">
                <a:alpha val="100000"/>
              </a:srgbClr>
            </a:solidFill>
            <a:ln w="5420" cap="flat">
              <a:solidFill>
                <a:srgbClr val="3A569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2" name="pg112"/>
            <p:cNvSpPr/>
            <p:nvPr/>
          </p:nvSpPr>
          <p:spPr>
            <a:xfrm>
              <a:off x="5376798" y="259340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5692">
                <a:alpha val="100000"/>
              </a:srgbClr>
            </a:solidFill>
            <a:ln w="5420" cap="flat">
              <a:solidFill>
                <a:srgbClr val="3A569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3" name="pg113"/>
            <p:cNvSpPr/>
            <p:nvPr/>
          </p:nvSpPr>
          <p:spPr>
            <a:xfrm>
              <a:off x="5388435" y="259340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5691">
                <a:alpha val="100000"/>
              </a:srgbClr>
            </a:solidFill>
            <a:ln w="5420" cap="flat">
              <a:solidFill>
                <a:srgbClr val="3B569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4" name="pg114"/>
            <p:cNvSpPr/>
            <p:nvPr/>
          </p:nvSpPr>
          <p:spPr>
            <a:xfrm>
              <a:off x="5400073" y="259340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5591">
                <a:alpha val="100000"/>
              </a:srgbClr>
            </a:solidFill>
            <a:ln w="5420" cap="flat">
              <a:solidFill>
                <a:srgbClr val="3B559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5" name="pg115"/>
            <p:cNvSpPr/>
            <p:nvPr/>
          </p:nvSpPr>
          <p:spPr>
            <a:xfrm>
              <a:off x="5411710" y="259340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5590">
                <a:alpha val="100000"/>
              </a:srgbClr>
            </a:solidFill>
            <a:ln w="5420" cap="flat">
              <a:solidFill>
                <a:srgbClr val="3B559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6" name="pg116"/>
            <p:cNvSpPr/>
            <p:nvPr/>
          </p:nvSpPr>
          <p:spPr>
            <a:xfrm>
              <a:off x="5423347" y="259340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5490">
                <a:alpha val="100000"/>
              </a:srgbClr>
            </a:solidFill>
            <a:ln w="5420" cap="flat">
              <a:solidFill>
                <a:srgbClr val="3B549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7" name="pg117"/>
            <p:cNvSpPr/>
            <p:nvPr/>
          </p:nvSpPr>
          <p:spPr>
            <a:xfrm>
              <a:off x="5434985" y="259340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548F">
                <a:alpha val="100000"/>
              </a:srgbClr>
            </a:solidFill>
            <a:ln w="5420" cap="flat">
              <a:solidFill>
                <a:srgbClr val="3B548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8" name="pg118"/>
            <p:cNvSpPr/>
            <p:nvPr/>
          </p:nvSpPr>
          <p:spPr>
            <a:xfrm>
              <a:off x="5446622" y="259340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548F">
                <a:alpha val="100000"/>
              </a:srgbClr>
            </a:solidFill>
            <a:ln w="5420" cap="flat">
              <a:solidFill>
                <a:srgbClr val="3B548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9" name="pg119"/>
            <p:cNvSpPr/>
            <p:nvPr/>
          </p:nvSpPr>
          <p:spPr>
            <a:xfrm>
              <a:off x="5458259" y="259340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548F">
                <a:alpha val="100000"/>
              </a:srgbClr>
            </a:solidFill>
            <a:ln w="5420" cap="flat">
              <a:solidFill>
                <a:srgbClr val="3B548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0" name="pg120"/>
            <p:cNvSpPr/>
            <p:nvPr/>
          </p:nvSpPr>
          <p:spPr>
            <a:xfrm>
              <a:off x="5469897" y="259340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538E">
                <a:alpha val="100000"/>
              </a:srgbClr>
            </a:solidFill>
            <a:ln w="5420" cap="flat">
              <a:solidFill>
                <a:srgbClr val="3B538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1" name="pg121"/>
            <p:cNvSpPr/>
            <p:nvPr/>
          </p:nvSpPr>
          <p:spPr>
            <a:xfrm>
              <a:off x="5481534" y="259340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538E">
                <a:alpha val="100000"/>
              </a:srgbClr>
            </a:solidFill>
            <a:ln w="5420" cap="flat">
              <a:solidFill>
                <a:srgbClr val="3B538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2" name="pg122"/>
            <p:cNvSpPr/>
            <p:nvPr/>
          </p:nvSpPr>
          <p:spPr>
            <a:xfrm>
              <a:off x="5493171" y="259340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538E">
                <a:alpha val="100000"/>
              </a:srgbClr>
            </a:solidFill>
            <a:ln w="5420" cap="flat">
              <a:solidFill>
                <a:srgbClr val="3B538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3" name="pg123"/>
            <p:cNvSpPr/>
            <p:nvPr/>
          </p:nvSpPr>
          <p:spPr>
            <a:xfrm>
              <a:off x="5306974" y="260770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5794">
                <a:alpha val="100000"/>
              </a:srgbClr>
            </a:solidFill>
            <a:ln w="5420" cap="flat">
              <a:solidFill>
                <a:srgbClr val="3A579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4" name="pg124"/>
            <p:cNvSpPr/>
            <p:nvPr/>
          </p:nvSpPr>
          <p:spPr>
            <a:xfrm>
              <a:off x="5318611" y="260770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5793">
                <a:alpha val="100000"/>
              </a:srgbClr>
            </a:solidFill>
            <a:ln w="5420" cap="flat">
              <a:solidFill>
                <a:srgbClr val="3A579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5" name="pg125"/>
            <p:cNvSpPr/>
            <p:nvPr/>
          </p:nvSpPr>
          <p:spPr>
            <a:xfrm>
              <a:off x="5330249" y="260770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5793">
                <a:alpha val="100000"/>
              </a:srgbClr>
            </a:solidFill>
            <a:ln w="5420" cap="flat">
              <a:solidFill>
                <a:srgbClr val="3A579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6" name="pg126"/>
            <p:cNvSpPr/>
            <p:nvPr/>
          </p:nvSpPr>
          <p:spPr>
            <a:xfrm>
              <a:off x="5341886" y="260770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5693">
                <a:alpha val="100000"/>
              </a:srgbClr>
            </a:solidFill>
            <a:ln w="5420" cap="flat">
              <a:solidFill>
                <a:srgbClr val="3A569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7" name="pg127"/>
            <p:cNvSpPr/>
            <p:nvPr/>
          </p:nvSpPr>
          <p:spPr>
            <a:xfrm>
              <a:off x="5353523" y="260770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5692">
                <a:alpha val="100000"/>
              </a:srgbClr>
            </a:solidFill>
            <a:ln w="5420" cap="flat">
              <a:solidFill>
                <a:srgbClr val="3A569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8" name="pg128"/>
            <p:cNvSpPr/>
            <p:nvPr/>
          </p:nvSpPr>
          <p:spPr>
            <a:xfrm>
              <a:off x="5365161" y="260770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5692">
                <a:alpha val="100000"/>
              </a:srgbClr>
            </a:solidFill>
            <a:ln w="5420" cap="flat">
              <a:solidFill>
                <a:srgbClr val="3A569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9" name="pg129"/>
            <p:cNvSpPr/>
            <p:nvPr/>
          </p:nvSpPr>
          <p:spPr>
            <a:xfrm>
              <a:off x="5376798" y="260770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5691">
                <a:alpha val="100000"/>
              </a:srgbClr>
            </a:solidFill>
            <a:ln w="5420" cap="flat">
              <a:solidFill>
                <a:srgbClr val="3B569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0" name="pg130"/>
            <p:cNvSpPr/>
            <p:nvPr/>
          </p:nvSpPr>
          <p:spPr>
            <a:xfrm>
              <a:off x="5388435" y="260770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5591">
                <a:alpha val="100000"/>
              </a:srgbClr>
            </a:solidFill>
            <a:ln w="5420" cap="flat">
              <a:solidFill>
                <a:srgbClr val="3B559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1" name="pg131"/>
            <p:cNvSpPr/>
            <p:nvPr/>
          </p:nvSpPr>
          <p:spPr>
            <a:xfrm>
              <a:off x="5400073" y="260770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5590">
                <a:alpha val="100000"/>
              </a:srgbClr>
            </a:solidFill>
            <a:ln w="5420" cap="flat">
              <a:solidFill>
                <a:srgbClr val="3B559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2" name="pg132"/>
            <p:cNvSpPr/>
            <p:nvPr/>
          </p:nvSpPr>
          <p:spPr>
            <a:xfrm>
              <a:off x="5411710" y="260770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5490">
                <a:alpha val="100000"/>
              </a:srgbClr>
            </a:solidFill>
            <a:ln w="5420" cap="flat">
              <a:solidFill>
                <a:srgbClr val="3B549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3" name="pg133"/>
            <p:cNvSpPr/>
            <p:nvPr/>
          </p:nvSpPr>
          <p:spPr>
            <a:xfrm>
              <a:off x="5423347" y="260770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548F">
                <a:alpha val="100000"/>
              </a:srgbClr>
            </a:solidFill>
            <a:ln w="5420" cap="flat">
              <a:solidFill>
                <a:srgbClr val="3B548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4" name="pg134"/>
            <p:cNvSpPr/>
            <p:nvPr/>
          </p:nvSpPr>
          <p:spPr>
            <a:xfrm>
              <a:off x="5434985" y="260770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548F">
                <a:alpha val="100000"/>
              </a:srgbClr>
            </a:solidFill>
            <a:ln w="5420" cap="flat">
              <a:solidFill>
                <a:srgbClr val="3B548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5" name="pg135"/>
            <p:cNvSpPr/>
            <p:nvPr/>
          </p:nvSpPr>
          <p:spPr>
            <a:xfrm>
              <a:off x="5446622" y="260770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548F">
                <a:alpha val="100000"/>
              </a:srgbClr>
            </a:solidFill>
            <a:ln w="5420" cap="flat">
              <a:solidFill>
                <a:srgbClr val="3B548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6" name="pg136"/>
            <p:cNvSpPr/>
            <p:nvPr/>
          </p:nvSpPr>
          <p:spPr>
            <a:xfrm>
              <a:off x="5458259" y="260770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538E">
                <a:alpha val="100000"/>
              </a:srgbClr>
            </a:solidFill>
            <a:ln w="5420" cap="flat">
              <a:solidFill>
                <a:srgbClr val="3B538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7" name="pg137"/>
            <p:cNvSpPr/>
            <p:nvPr/>
          </p:nvSpPr>
          <p:spPr>
            <a:xfrm>
              <a:off x="5283699" y="262200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5895">
                <a:alpha val="100000"/>
              </a:srgbClr>
            </a:solidFill>
            <a:ln w="5420" cap="flat">
              <a:solidFill>
                <a:srgbClr val="3A589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8" name="pg138"/>
            <p:cNvSpPr/>
            <p:nvPr/>
          </p:nvSpPr>
          <p:spPr>
            <a:xfrm>
              <a:off x="5295337" y="262200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5794">
                <a:alpha val="100000"/>
              </a:srgbClr>
            </a:solidFill>
            <a:ln w="5420" cap="flat">
              <a:solidFill>
                <a:srgbClr val="3A579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9" name="pg139"/>
            <p:cNvSpPr/>
            <p:nvPr/>
          </p:nvSpPr>
          <p:spPr>
            <a:xfrm>
              <a:off x="5306974" y="262200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5794">
                <a:alpha val="100000"/>
              </a:srgbClr>
            </a:solidFill>
            <a:ln w="5420" cap="flat">
              <a:solidFill>
                <a:srgbClr val="3A579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0" name="pg140"/>
            <p:cNvSpPr/>
            <p:nvPr/>
          </p:nvSpPr>
          <p:spPr>
            <a:xfrm>
              <a:off x="5318611" y="262200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5793">
                <a:alpha val="100000"/>
              </a:srgbClr>
            </a:solidFill>
            <a:ln w="5420" cap="flat">
              <a:solidFill>
                <a:srgbClr val="3A579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1" name="pg141"/>
            <p:cNvSpPr/>
            <p:nvPr/>
          </p:nvSpPr>
          <p:spPr>
            <a:xfrm>
              <a:off x="5330249" y="262200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5793">
                <a:alpha val="100000"/>
              </a:srgbClr>
            </a:solidFill>
            <a:ln w="5420" cap="flat">
              <a:solidFill>
                <a:srgbClr val="3A579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2" name="pg142"/>
            <p:cNvSpPr/>
            <p:nvPr/>
          </p:nvSpPr>
          <p:spPr>
            <a:xfrm>
              <a:off x="5341886" y="262200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5692">
                <a:alpha val="100000"/>
              </a:srgbClr>
            </a:solidFill>
            <a:ln w="5420" cap="flat">
              <a:solidFill>
                <a:srgbClr val="3A569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3" name="pg143"/>
            <p:cNvSpPr/>
            <p:nvPr/>
          </p:nvSpPr>
          <p:spPr>
            <a:xfrm>
              <a:off x="5353523" y="262200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5692">
                <a:alpha val="100000"/>
              </a:srgbClr>
            </a:solidFill>
            <a:ln w="5420" cap="flat">
              <a:solidFill>
                <a:srgbClr val="3A569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4" name="pg144"/>
            <p:cNvSpPr/>
            <p:nvPr/>
          </p:nvSpPr>
          <p:spPr>
            <a:xfrm>
              <a:off x="5365161" y="262200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5691">
                <a:alpha val="100000"/>
              </a:srgbClr>
            </a:solidFill>
            <a:ln w="5420" cap="flat">
              <a:solidFill>
                <a:srgbClr val="3B569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5" name="pg145"/>
            <p:cNvSpPr/>
            <p:nvPr/>
          </p:nvSpPr>
          <p:spPr>
            <a:xfrm>
              <a:off x="5376798" y="262200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5591">
                <a:alpha val="100000"/>
              </a:srgbClr>
            </a:solidFill>
            <a:ln w="5420" cap="flat">
              <a:solidFill>
                <a:srgbClr val="3B559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6" name="pg146"/>
            <p:cNvSpPr/>
            <p:nvPr/>
          </p:nvSpPr>
          <p:spPr>
            <a:xfrm>
              <a:off x="5388435" y="262200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5591">
                <a:alpha val="100000"/>
              </a:srgbClr>
            </a:solidFill>
            <a:ln w="5420" cap="flat">
              <a:solidFill>
                <a:srgbClr val="3B559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7" name="pg147"/>
            <p:cNvSpPr/>
            <p:nvPr/>
          </p:nvSpPr>
          <p:spPr>
            <a:xfrm>
              <a:off x="5400073" y="262200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5490">
                <a:alpha val="100000"/>
              </a:srgbClr>
            </a:solidFill>
            <a:ln w="5420" cap="flat">
              <a:solidFill>
                <a:srgbClr val="3B549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8" name="pg148"/>
            <p:cNvSpPr/>
            <p:nvPr/>
          </p:nvSpPr>
          <p:spPr>
            <a:xfrm>
              <a:off x="5411710" y="262200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548F">
                <a:alpha val="100000"/>
              </a:srgbClr>
            </a:solidFill>
            <a:ln w="5420" cap="flat">
              <a:solidFill>
                <a:srgbClr val="3B548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9" name="pg149"/>
            <p:cNvSpPr/>
            <p:nvPr/>
          </p:nvSpPr>
          <p:spPr>
            <a:xfrm>
              <a:off x="5272062" y="263630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5895">
                <a:alpha val="100000"/>
              </a:srgbClr>
            </a:solidFill>
            <a:ln w="5420" cap="flat">
              <a:solidFill>
                <a:srgbClr val="3A589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0" name="pg150"/>
            <p:cNvSpPr/>
            <p:nvPr/>
          </p:nvSpPr>
          <p:spPr>
            <a:xfrm>
              <a:off x="5283699" y="263630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5894">
                <a:alpha val="100000"/>
              </a:srgbClr>
            </a:solidFill>
            <a:ln w="5420" cap="flat">
              <a:solidFill>
                <a:srgbClr val="3A589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1" name="pg151"/>
            <p:cNvSpPr/>
            <p:nvPr/>
          </p:nvSpPr>
          <p:spPr>
            <a:xfrm>
              <a:off x="5295337" y="263630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5794">
                <a:alpha val="100000"/>
              </a:srgbClr>
            </a:solidFill>
            <a:ln w="5420" cap="flat">
              <a:solidFill>
                <a:srgbClr val="3A579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2" name="pg152"/>
            <p:cNvSpPr/>
            <p:nvPr/>
          </p:nvSpPr>
          <p:spPr>
            <a:xfrm>
              <a:off x="5306974" y="263630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5793">
                <a:alpha val="100000"/>
              </a:srgbClr>
            </a:solidFill>
            <a:ln w="5420" cap="flat">
              <a:solidFill>
                <a:srgbClr val="3A579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3" name="pg153"/>
            <p:cNvSpPr/>
            <p:nvPr/>
          </p:nvSpPr>
          <p:spPr>
            <a:xfrm>
              <a:off x="5318611" y="263630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5793">
                <a:alpha val="100000"/>
              </a:srgbClr>
            </a:solidFill>
            <a:ln w="5420" cap="flat">
              <a:solidFill>
                <a:srgbClr val="3A579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4" name="pg154"/>
            <p:cNvSpPr/>
            <p:nvPr/>
          </p:nvSpPr>
          <p:spPr>
            <a:xfrm>
              <a:off x="5330249" y="263630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5692">
                <a:alpha val="100000"/>
              </a:srgbClr>
            </a:solidFill>
            <a:ln w="5420" cap="flat">
              <a:solidFill>
                <a:srgbClr val="3A569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5" name="pg155"/>
            <p:cNvSpPr/>
            <p:nvPr/>
          </p:nvSpPr>
          <p:spPr>
            <a:xfrm>
              <a:off x="5341886" y="263630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5692">
                <a:alpha val="100000"/>
              </a:srgbClr>
            </a:solidFill>
            <a:ln w="5420" cap="flat">
              <a:solidFill>
                <a:srgbClr val="3A569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6" name="pg156"/>
            <p:cNvSpPr/>
            <p:nvPr/>
          </p:nvSpPr>
          <p:spPr>
            <a:xfrm>
              <a:off x="5353523" y="263630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5691">
                <a:alpha val="100000"/>
              </a:srgbClr>
            </a:solidFill>
            <a:ln w="5420" cap="flat">
              <a:solidFill>
                <a:srgbClr val="3B569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7" name="pg157"/>
            <p:cNvSpPr/>
            <p:nvPr/>
          </p:nvSpPr>
          <p:spPr>
            <a:xfrm>
              <a:off x="5365161" y="263630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5591">
                <a:alpha val="100000"/>
              </a:srgbClr>
            </a:solidFill>
            <a:ln w="5420" cap="flat">
              <a:solidFill>
                <a:srgbClr val="3B559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8" name="pg158"/>
            <p:cNvSpPr/>
            <p:nvPr/>
          </p:nvSpPr>
          <p:spPr>
            <a:xfrm>
              <a:off x="5376798" y="263630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5591">
                <a:alpha val="100000"/>
              </a:srgbClr>
            </a:solidFill>
            <a:ln w="5420" cap="flat">
              <a:solidFill>
                <a:srgbClr val="3B559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9" name="pg159"/>
            <p:cNvSpPr/>
            <p:nvPr/>
          </p:nvSpPr>
          <p:spPr>
            <a:xfrm>
              <a:off x="5388435" y="263630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5590">
                <a:alpha val="100000"/>
              </a:srgbClr>
            </a:solidFill>
            <a:ln w="5420" cap="flat">
              <a:solidFill>
                <a:srgbClr val="3B559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0" name="pg160"/>
            <p:cNvSpPr/>
            <p:nvPr/>
          </p:nvSpPr>
          <p:spPr>
            <a:xfrm>
              <a:off x="5260425" y="265060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5895">
                <a:alpha val="100000"/>
              </a:srgbClr>
            </a:solidFill>
            <a:ln w="5420" cap="flat">
              <a:solidFill>
                <a:srgbClr val="3A589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1" name="pg161"/>
            <p:cNvSpPr/>
            <p:nvPr/>
          </p:nvSpPr>
          <p:spPr>
            <a:xfrm>
              <a:off x="5272062" y="265060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5895">
                <a:alpha val="100000"/>
              </a:srgbClr>
            </a:solidFill>
            <a:ln w="5420" cap="flat">
              <a:solidFill>
                <a:srgbClr val="3A589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2" name="pg162"/>
            <p:cNvSpPr/>
            <p:nvPr/>
          </p:nvSpPr>
          <p:spPr>
            <a:xfrm>
              <a:off x="5283699" y="265060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5794">
                <a:alpha val="100000"/>
              </a:srgbClr>
            </a:solidFill>
            <a:ln w="5420" cap="flat">
              <a:solidFill>
                <a:srgbClr val="3A579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3" name="pg163"/>
            <p:cNvSpPr/>
            <p:nvPr/>
          </p:nvSpPr>
          <p:spPr>
            <a:xfrm>
              <a:off x="5295337" y="265060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5793">
                <a:alpha val="100000"/>
              </a:srgbClr>
            </a:solidFill>
            <a:ln w="5420" cap="flat">
              <a:solidFill>
                <a:srgbClr val="3A579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4" name="pg164"/>
            <p:cNvSpPr/>
            <p:nvPr/>
          </p:nvSpPr>
          <p:spPr>
            <a:xfrm>
              <a:off x="5306974" y="265060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5793">
                <a:alpha val="100000"/>
              </a:srgbClr>
            </a:solidFill>
            <a:ln w="5420" cap="flat">
              <a:solidFill>
                <a:srgbClr val="3A579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5" name="pg165"/>
            <p:cNvSpPr/>
            <p:nvPr/>
          </p:nvSpPr>
          <p:spPr>
            <a:xfrm>
              <a:off x="5318611" y="265060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5692">
                <a:alpha val="100000"/>
              </a:srgbClr>
            </a:solidFill>
            <a:ln w="5420" cap="flat">
              <a:solidFill>
                <a:srgbClr val="3A569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6" name="pg166"/>
            <p:cNvSpPr/>
            <p:nvPr/>
          </p:nvSpPr>
          <p:spPr>
            <a:xfrm>
              <a:off x="5330249" y="265060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5692">
                <a:alpha val="100000"/>
              </a:srgbClr>
            </a:solidFill>
            <a:ln w="5420" cap="flat">
              <a:solidFill>
                <a:srgbClr val="3B569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7" name="pg167"/>
            <p:cNvSpPr/>
            <p:nvPr/>
          </p:nvSpPr>
          <p:spPr>
            <a:xfrm>
              <a:off x="5341886" y="265060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5591">
                <a:alpha val="100000"/>
              </a:srgbClr>
            </a:solidFill>
            <a:ln w="5420" cap="flat">
              <a:solidFill>
                <a:srgbClr val="3B559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8" name="pg168"/>
            <p:cNvSpPr/>
            <p:nvPr/>
          </p:nvSpPr>
          <p:spPr>
            <a:xfrm>
              <a:off x="5353523" y="265060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5591">
                <a:alpha val="100000"/>
              </a:srgbClr>
            </a:solidFill>
            <a:ln w="5420" cap="flat">
              <a:solidFill>
                <a:srgbClr val="3B559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9" name="pg169"/>
            <p:cNvSpPr/>
            <p:nvPr/>
          </p:nvSpPr>
          <p:spPr>
            <a:xfrm>
              <a:off x="5365161" y="265060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5590">
                <a:alpha val="100000"/>
              </a:srgbClr>
            </a:solidFill>
            <a:ln w="5420" cap="flat">
              <a:solidFill>
                <a:srgbClr val="3B559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0" name="pg170"/>
            <p:cNvSpPr/>
            <p:nvPr/>
          </p:nvSpPr>
          <p:spPr>
            <a:xfrm>
              <a:off x="5248787" y="266490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5996">
                <a:alpha val="100000"/>
              </a:srgbClr>
            </a:solidFill>
            <a:ln w="5420" cap="flat">
              <a:solidFill>
                <a:srgbClr val="3A599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1" name="pg171"/>
            <p:cNvSpPr/>
            <p:nvPr/>
          </p:nvSpPr>
          <p:spPr>
            <a:xfrm>
              <a:off x="5260425" y="266490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5895">
                <a:alpha val="100000"/>
              </a:srgbClr>
            </a:solidFill>
            <a:ln w="5420" cap="flat">
              <a:solidFill>
                <a:srgbClr val="3A589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2" name="pg172"/>
            <p:cNvSpPr/>
            <p:nvPr/>
          </p:nvSpPr>
          <p:spPr>
            <a:xfrm>
              <a:off x="5272062" y="266490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5895">
                <a:alpha val="100000"/>
              </a:srgbClr>
            </a:solidFill>
            <a:ln w="5420" cap="flat">
              <a:solidFill>
                <a:srgbClr val="3A589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3" name="pg173"/>
            <p:cNvSpPr/>
            <p:nvPr/>
          </p:nvSpPr>
          <p:spPr>
            <a:xfrm>
              <a:off x="5283699" y="266490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5794">
                <a:alpha val="100000"/>
              </a:srgbClr>
            </a:solidFill>
            <a:ln w="5420" cap="flat">
              <a:solidFill>
                <a:srgbClr val="3A579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4" name="pg174"/>
            <p:cNvSpPr/>
            <p:nvPr/>
          </p:nvSpPr>
          <p:spPr>
            <a:xfrm>
              <a:off x="5295337" y="266490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5793">
                <a:alpha val="100000"/>
              </a:srgbClr>
            </a:solidFill>
            <a:ln w="5420" cap="flat">
              <a:solidFill>
                <a:srgbClr val="3A579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5" name="pg175"/>
            <p:cNvSpPr/>
            <p:nvPr/>
          </p:nvSpPr>
          <p:spPr>
            <a:xfrm>
              <a:off x="5306974" y="266490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5692">
                <a:alpha val="100000"/>
              </a:srgbClr>
            </a:solidFill>
            <a:ln w="5420" cap="flat">
              <a:solidFill>
                <a:srgbClr val="3A569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6" name="pg176"/>
            <p:cNvSpPr/>
            <p:nvPr/>
          </p:nvSpPr>
          <p:spPr>
            <a:xfrm>
              <a:off x="5318611" y="266490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5692">
                <a:alpha val="100000"/>
              </a:srgbClr>
            </a:solidFill>
            <a:ln w="5420" cap="flat">
              <a:solidFill>
                <a:srgbClr val="3A569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7" name="pg177"/>
            <p:cNvSpPr/>
            <p:nvPr/>
          </p:nvSpPr>
          <p:spPr>
            <a:xfrm>
              <a:off x="5330249" y="266490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5691">
                <a:alpha val="100000"/>
              </a:srgbClr>
            </a:solidFill>
            <a:ln w="5420" cap="flat">
              <a:solidFill>
                <a:srgbClr val="3B569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8" name="pg178"/>
            <p:cNvSpPr/>
            <p:nvPr/>
          </p:nvSpPr>
          <p:spPr>
            <a:xfrm>
              <a:off x="5341886" y="266490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5591">
                <a:alpha val="100000"/>
              </a:srgbClr>
            </a:solidFill>
            <a:ln w="5420" cap="flat">
              <a:solidFill>
                <a:srgbClr val="3B559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9" name="pg179"/>
            <p:cNvSpPr/>
            <p:nvPr/>
          </p:nvSpPr>
          <p:spPr>
            <a:xfrm>
              <a:off x="5213875" y="267921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5A97">
                <a:alpha val="100000"/>
              </a:srgbClr>
            </a:solidFill>
            <a:ln w="5420" cap="flat">
              <a:solidFill>
                <a:srgbClr val="3A5A9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0" name="pg180"/>
            <p:cNvSpPr/>
            <p:nvPr/>
          </p:nvSpPr>
          <p:spPr>
            <a:xfrm>
              <a:off x="5225513" y="267921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5997">
                <a:alpha val="100000"/>
              </a:srgbClr>
            </a:solidFill>
            <a:ln w="5420" cap="flat">
              <a:solidFill>
                <a:srgbClr val="3A599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1" name="pg181"/>
            <p:cNvSpPr/>
            <p:nvPr/>
          </p:nvSpPr>
          <p:spPr>
            <a:xfrm>
              <a:off x="5237150" y="267921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5996">
                <a:alpha val="100000"/>
              </a:srgbClr>
            </a:solidFill>
            <a:ln w="5420" cap="flat">
              <a:solidFill>
                <a:srgbClr val="3A599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2" name="pg182"/>
            <p:cNvSpPr/>
            <p:nvPr/>
          </p:nvSpPr>
          <p:spPr>
            <a:xfrm>
              <a:off x="5248787" y="267921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5895">
                <a:alpha val="100000"/>
              </a:srgbClr>
            </a:solidFill>
            <a:ln w="5420" cap="flat">
              <a:solidFill>
                <a:srgbClr val="3A589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3" name="pg183"/>
            <p:cNvSpPr/>
            <p:nvPr/>
          </p:nvSpPr>
          <p:spPr>
            <a:xfrm>
              <a:off x="5260425" y="267921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5895">
                <a:alpha val="100000"/>
              </a:srgbClr>
            </a:solidFill>
            <a:ln w="5420" cap="flat">
              <a:solidFill>
                <a:srgbClr val="3A589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4" name="pg184"/>
            <p:cNvSpPr/>
            <p:nvPr/>
          </p:nvSpPr>
          <p:spPr>
            <a:xfrm>
              <a:off x="5272062" y="267921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5894">
                <a:alpha val="100000"/>
              </a:srgbClr>
            </a:solidFill>
            <a:ln w="5420" cap="flat">
              <a:solidFill>
                <a:srgbClr val="3A589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5" name="pg185"/>
            <p:cNvSpPr/>
            <p:nvPr/>
          </p:nvSpPr>
          <p:spPr>
            <a:xfrm>
              <a:off x="5283699" y="267921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5793">
                <a:alpha val="100000"/>
              </a:srgbClr>
            </a:solidFill>
            <a:ln w="5420" cap="flat">
              <a:solidFill>
                <a:srgbClr val="3A579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6" name="pg186"/>
            <p:cNvSpPr/>
            <p:nvPr/>
          </p:nvSpPr>
          <p:spPr>
            <a:xfrm>
              <a:off x="5295337" y="267921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5793">
                <a:alpha val="100000"/>
              </a:srgbClr>
            </a:solidFill>
            <a:ln w="5420" cap="flat">
              <a:solidFill>
                <a:srgbClr val="3A579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7" name="pg187"/>
            <p:cNvSpPr/>
            <p:nvPr/>
          </p:nvSpPr>
          <p:spPr>
            <a:xfrm>
              <a:off x="5306974" y="267921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5692">
                <a:alpha val="100000"/>
              </a:srgbClr>
            </a:solidFill>
            <a:ln w="5420" cap="flat">
              <a:solidFill>
                <a:srgbClr val="3A569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8" name="pg188"/>
            <p:cNvSpPr/>
            <p:nvPr/>
          </p:nvSpPr>
          <p:spPr>
            <a:xfrm>
              <a:off x="5318611" y="267921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5692">
                <a:alpha val="100000"/>
              </a:srgbClr>
            </a:solidFill>
            <a:ln w="5420" cap="flat">
              <a:solidFill>
                <a:srgbClr val="3B569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9" name="pg189"/>
            <p:cNvSpPr/>
            <p:nvPr/>
          </p:nvSpPr>
          <p:spPr>
            <a:xfrm>
              <a:off x="5202238" y="269351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5A97">
                <a:alpha val="100000"/>
              </a:srgbClr>
            </a:solidFill>
            <a:ln w="5420" cap="flat">
              <a:solidFill>
                <a:srgbClr val="3A5A9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0" name="pg190"/>
            <p:cNvSpPr/>
            <p:nvPr/>
          </p:nvSpPr>
          <p:spPr>
            <a:xfrm>
              <a:off x="5213875" y="269351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5997">
                <a:alpha val="100000"/>
              </a:srgbClr>
            </a:solidFill>
            <a:ln w="5420" cap="flat">
              <a:solidFill>
                <a:srgbClr val="3A599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1" name="pg191"/>
            <p:cNvSpPr/>
            <p:nvPr/>
          </p:nvSpPr>
          <p:spPr>
            <a:xfrm>
              <a:off x="5225513" y="269351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5996">
                <a:alpha val="100000"/>
              </a:srgbClr>
            </a:solidFill>
            <a:ln w="5420" cap="flat">
              <a:solidFill>
                <a:srgbClr val="3A599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2" name="pg192"/>
            <p:cNvSpPr/>
            <p:nvPr/>
          </p:nvSpPr>
          <p:spPr>
            <a:xfrm>
              <a:off x="5237150" y="269351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5996">
                <a:alpha val="100000"/>
              </a:srgbClr>
            </a:solidFill>
            <a:ln w="5420" cap="flat">
              <a:solidFill>
                <a:srgbClr val="3A599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3" name="pg193"/>
            <p:cNvSpPr/>
            <p:nvPr/>
          </p:nvSpPr>
          <p:spPr>
            <a:xfrm>
              <a:off x="5248787" y="269351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5895">
                <a:alpha val="100000"/>
              </a:srgbClr>
            </a:solidFill>
            <a:ln w="5420" cap="flat">
              <a:solidFill>
                <a:srgbClr val="3A589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4" name="pg194"/>
            <p:cNvSpPr/>
            <p:nvPr/>
          </p:nvSpPr>
          <p:spPr>
            <a:xfrm>
              <a:off x="5260425" y="269351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5895">
                <a:alpha val="100000"/>
              </a:srgbClr>
            </a:solidFill>
            <a:ln w="5420" cap="flat">
              <a:solidFill>
                <a:srgbClr val="3A589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5" name="pg195"/>
            <p:cNvSpPr/>
            <p:nvPr/>
          </p:nvSpPr>
          <p:spPr>
            <a:xfrm>
              <a:off x="5272062" y="269351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5894">
                <a:alpha val="100000"/>
              </a:srgbClr>
            </a:solidFill>
            <a:ln w="5420" cap="flat">
              <a:solidFill>
                <a:srgbClr val="3A589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6" name="pg196"/>
            <p:cNvSpPr/>
            <p:nvPr/>
          </p:nvSpPr>
          <p:spPr>
            <a:xfrm>
              <a:off x="5283699" y="269351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5793">
                <a:alpha val="100000"/>
              </a:srgbClr>
            </a:solidFill>
            <a:ln w="5420" cap="flat">
              <a:solidFill>
                <a:srgbClr val="3A579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7" name="pg197"/>
            <p:cNvSpPr/>
            <p:nvPr/>
          </p:nvSpPr>
          <p:spPr>
            <a:xfrm>
              <a:off x="5295337" y="269351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5693">
                <a:alpha val="100000"/>
              </a:srgbClr>
            </a:solidFill>
            <a:ln w="5420" cap="flat">
              <a:solidFill>
                <a:srgbClr val="3A569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8" name="pg198"/>
            <p:cNvSpPr/>
            <p:nvPr/>
          </p:nvSpPr>
          <p:spPr>
            <a:xfrm>
              <a:off x="6144862" y="269351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5794">
                <a:alpha val="100000"/>
              </a:srgbClr>
            </a:solidFill>
            <a:ln w="5420" cap="flat">
              <a:solidFill>
                <a:srgbClr val="3A579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9" name="pg199"/>
            <p:cNvSpPr/>
            <p:nvPr/>
          </p:nvSpPr>
          <p:spPr>
            <a:xfrm>
              <a:off x="5144051" y="270781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5C9B">
                <a:alpha val="100000"/>
              </a:srgbClr>
            </a:solidFill>
            <a:ln w="5420" cap="flat">
              <a:solidFill>
                <a:srgbClr val="395C9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0" name="pg200"/>
            <p:cNvSpPr/>
            <p:nvPr/>
          </p:nvSpPr>
          <p:spPr>
            <a:xfrm>
              <a:off x="5155689" y="270781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5C9A">
                <a:alpha val="100000"/>
              </a:srgbClr>
            </a:solidFill>
            <a:ln w="5420" cap="flat">
              <a:solidFill>
                <a:srgbClr val="395C9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1" name="pg201"/>
            <p:cNvSpPr/>
            <p:nvPr/>
          </p:nvSpPr>
          <p:spPr>
            <a:xfrm>
              <a:off x="5167326" y="270781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5B99">
                <a:alpha val="100000"/>
              </a:srgbClr>
            </a:solidFill>
            <a:ln w="5420" cap="flat">
              <a:solidFill>
                <a:srgbClr val="395B9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2" name="pg202"/>
            <p:cNvSpPr/>
            <p:nvPr/>
          </p:nvSpPr>
          <p:spPr>
            <a:xfrm>
              <a:off x="5178963" y="270781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5B99">
                <a:alpha val="100000"/>
              </a:srgbClr>
            </a:solidFill>
            <a:ln w="5420" cap="flat">
              <a:solidFill>
                <a:srgbClr val="3A5B9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3" name="pg203"/>
            <p:cNvSpPr/>
            <p:nvPr/>
          </p:nvSpPr>
          <p:spPr>
            <a:xfrm>
              <a:off x="5190601" y="270781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5A98">
                <a:alpha val="100000"/>
              </a:srgbClr>
            </a:solidFill>
            <a:ln w="5420" cap="flat">
              <a:solidFill>
                <a:srgbClr val="3A5A9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4" name="pg204"/>
            <p:cNvSpPr/>
            <p:nvPr/>
          </p:nvSpPr>
          <p:spPr>
            <a:xfrm>
              <a:off x="5202238" y="270781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5A97">
                <a:alpha val="100000"/>
              </a:srgbClr>
            </a:solidFill>
            <a:ln w="5420" cap="flat">
              <a:solidFill>
                <a:srgbClr val="3A5A9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5" name="pg205"/>
            <p:cNvSpPr/>
            <p:nvPr/>
          </p:nvSpPr>
          <p:spPr>
            <a:xfrm>
              <a:off x="5213875" y="270781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5997">
                <a:alpha val="100000"/>
              </a:srgbClr>
            </a:solidFill>
            <a:ln w="5420" cap="flat">
              <a:solidFill>
                <a:srgbClr val="3A599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6" name="pg206"/>
            <p:cNvSpPr/>
            <p:nvPr/>
          </p:nvSpPr>
          <p:spPr>
            <a:xfrm>
              <a:off x="5225513" y="270781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5996">
                <a:alpha val="100000"/>
              </a:srgbClr>
            </a:solidFill>
            <a:ln w="5420" cap="flat">
              <a:solidFill>
                <a:srgbClr val="3A599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7" name="pg207"/>
            <p:cNvSpPr/>
            <p:nvPr/>
          </p:nvSpPr>
          <p:spPr>
            <a:xfrm>
              <a:off x="5237150" y="270781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5996">
                <a:alpha val="100000"/>
              </a:srgbClr>
            </a:solidFill>
            <a:ln w="5420" cap="flat">
              <a:solidFill>
                <a:srgbClr val="3A599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8" name="pg208"/>
            <p:cNvSpPr/>
            <p:nvPr/>
          </p:nvSpPr>
          <p:spPr>
            <a:xfrm>
              <a:off x="5248787" y="270781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5895">
                <a:alpha val="100000"/>
              </a:srgbClr>
            </a:solidFill>
            <a:ln w="5420" cap="flat">
              <a:solidFill>
                <a:srgbClr val="3A589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9" name="pg209"/>
            <p:cNvSpPr/>
            <p:nvPr/>
          </p:nvSpPr>
          <p:spPr>
            <a:xfrm>
              <a:off x="5260425" y="270781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5895">
                <a:alpha val="100000"/>
              </a:srgbClr>
            </a:solidFill>
            <a:ln w="5420" cap="flat">
              <a:solidFill>
                <a:srgbClr val="3A589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0" name="pg210"/>
            <p:cNvSpPr/>
            <p:nvPr/>
          </p:nvSpPr>
          <p:spPr>
            <a:xfrm>
              <a:off x="5272062" y="270781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5794">
                <a:alpha val="100000"/>
              </a:srgbClr>
            </a:solidFill>
            <a:ln w="5420" cap="flat">
              <a:solidFill>
                <a:srgbClr val="3A579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1" name="pg211"/>
            <p:cNvSpPr/>
            <p:nvPr/>
          </p:nvSpPr>
          <p:spPr>
            <a:xfrm>
              <a:off x="5283699" y="270781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5793">
                <a:alpha val="100000"/>
              </a:srgbClr>
            </a:solidFill>
            <a:ln w="5420" cap="flat">
              <a:solidFill>
                <a:srgbClr val="3A579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2" name="pg212"/>
            <p:cNvSpPr/>
            <p:nvPr/>
          </p:nvSpPr>
          <p:spPr>
            <a:xfrm>
              <a:off x="6109950" y="270781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5793">
                <a:alpha val="100000"/>
              </a:srgbClr>
            </a:solidFill>
            <a:ln w="5420" cap="flat">
              <a:solidFill>
                <a:srgbClr val="3A579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3" name="pg213"/>
            <p:cNvSpPr/>
            <p:nvPr/>
          </p:nvSpPr>
          <p:spPr>
            <a:xfrm>
              <a:off x="6121587" y="270781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5793">
                <a:alpha val="100000"/>
              </a:srgbClr>
            </a:solidFill>
            <a:ln w="5420" cap="flat">
              <a:solidFill>
                <a:srgbClr val="3A579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4" name="pg214"/>
            <p:cNvSpPr/>
            <p:nvPr/>
          </p:nvSpPr>
          <p:spPr>
            <a:xfrm>
              <a:off x="6133224" y="270781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5793">
                <a:alpha val="100000"/>
              </a:srgbClr>
            </a:solidFill>
            <a:ln w="5420" cap="flat">
              <a:solidFill>
                <a:srgbClr val="3A579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5" name="pg215"/>
            <p:cNvSpPr/>
            <p:nvPr/>
          </p:nvSpPr>
          <p:spPr>
            <a:xfrm>
              <a:off x="6144862" y="270781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5794">
                <a:alpha val="100000"/>
              </a:srgbClr>
            </a:solidFill>
            <a:ln w="5420" cap="flat">
              <a:solidFill>
                <a:srgbClr val="3A579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6" name="pg216"/>
            <p:cNvSpPr/>
            <p:nvPr/>
          </p:nvSpPr>
          <p:spPr>
            <a:xfrm>
              <a:off x="6156499" y="270781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5794">
                <a:alpha val="100000"/>
              </a:srgbClr>
            </a:solidFill>
            <a:ln w="5420" cap="flat">
              <a:solidFill>
                <a:srgbClr val="3A579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7" name="pg217"/>
            <p:cNvSpPr/>
            <p:nvPr/>
          </p:nvSpPr>
          <p:spPr>
            <a:xfrm>
              <a:off x="5132414" y="272211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5C9B">
                <a:alpha val="100000"/>
              </a:srgbClr>
            </a:solidFill>
            <a:ln w="5420" cap="flat">
              <a:solidFill>
                <a:srgbClr val="395C9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8" name="pg218"/>
            <p:cNvSpPr/>
            <p:nvPr/>
          </p:nvSpPr>
          <p:spPr>
            <a:xfrm>
              <a:off x="5144051" y="272211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5C9B">
                <a:alpha val="100000"/>
              </a:srgbClr>
            </a:solidFill>
            <a:ln w="5420" cap="flat">
              <a:solidFill>
                <a:srgbClr val="395C9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9" name="pg219"/>
            <p:cNvSpPr/>
            <p:nvPr/>
          </p:nvSpPr>
          <p:spPr>
            <a:xfrm>
              <a:off x="5155689" y="272211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5C9A">
                <a:alpha val="100000"/>
              </a:srgbClr>
            </a:solidFill>
            <a:ln w="5420" cap="flat">
              <a:solidFill>
                <a:srgbClr val="395C9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0" name="pg220"/>
            <p:cNvSpPr/>
            <p:nvPr/>
          </p:nvSpPr>
          <p:spPr>
            <a:xfrm>
              <a:off x="5167326" y="272211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5B99">
                <a:alpha val="100000"/>
              </a:srgbClr>
            </a:solidFill>
            <a:ln w="5420" cap="flat">
              <a:solidFill>
                <a:srgbClr val="3A5B9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1" name="pg221"/>
            <p:cNvSpPr/>
            <p:nvPr/>
          </p:nvSpPr>
          <p:spPr>
            <a:xfrm>
              <a:off x="5178963" y="272211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5B98">
                <a:alpha val="100000"/>
              </a:srgbClr>
            </a:solidFill>
            <a:ln w="5420" cap="flat">
              <a:solidFill>
                <a:srgbClr val="3A5B9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2" name="pg222"/>
            <p:cNvSpPr/>
            <p:nvPr/>
          </p:nvSpPr>
          <p:spPr>
            <a:xfrm>
              <a:off x="5190601" y="272211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5A98">
                <a:alpha val="100000"/>
              </a:srgbClr>
            </a:solidFill>
            <a:ln w="5420" cap="flat">
              <a:solidFill>
                <a:srgbClr val="3A5A9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3" name="pg223"/>
            <p:cNvSpPr/>
            <p:nvPr/>
          </p:nvSpPr>
          <p:spPr>
            <a:xfrm>
              <a:off x="5202238" y="272211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5A97">
                <a:alpha val="100000"/>
              </a:srgbClr>
            </a:solidFill>
            <a:ln w="5420" cap="flat">
              <a:solidFill>
                <a:srgbClr val="3A5A9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4" name="pg224"/>
            <p:cNvSpPr/>
            <p:nvPr/>
          </p:nvSpPr>
          <p:spPr>
            <a:xfrm>
              <a:off x="5213875" y="272211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5997">
                <a:alpha val="100000"/>
              </a:srgbClr>
            </a:solidFill>
            <a:ln w="5420" cap="flat">
              <a:solidFill>
                <a:srgbClr val="3A599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5" name="pg225"/>
            <p:cNvSpPr/>
            <p:nvPr/>
          </p:nvSpPr>
          <p:spPr>
            <a:xfrm>
              <a:off x="5225513" y="272211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5996">
                <a:alpha val="100000"/>
              </a:srgbClr>
            </a:solidFill>
            <a:ln w="5420" cap="flat">
              <a:solidFill>
                <a:srgbClr val="3A599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6" name="pg226"/>
            <p:cNvSpPr/>
            <p:nvPr/>
          </p:nvSpPr>
          <p:spPr>
            <a:xfrm>
              <a:off x="5237150" y="272211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5896">
                <a:alpha val="100000"/>
              </a:srgbClr>
            </a:solidFill>
            <a:ln w="5420" cap="flat">
              <a:solidFill>
                <a:srgbClr val="3A589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7" name="pg227"/>
            <p:cNvSpPr/>
            <p:nvPr/>
          </p:nvSpPr>
          <p:spPr>
            <a:xfrm>
              <a:off x="5248787" y="272211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5895">
                <a:alpha val="100000"/>
              </a:srgbClr>
            </a:solidFill>
            <a:ln w="5420" cap="flat">
              <a:solidFill>
                <a:srgbClr val="3A589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8" name="pg228"/>
            <p:cNvSpPr/>
            <p:nvPr/>
          </p:nvSpPr>
          <p:spPr>
            <a:xfrm>
              <a:off x="5260425" y="272211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5894">
                <a:alpha val="100000"/>
              </a:srgbClr>
            </a:solidFill>
            <a:ln w="5420" cap="flat">
              <a:solidFill>
                <a:srgbClr val="3A589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9" name="pg229"/>
            <p:cNvSpPr/>
            <p:nvPr/>
          </p:nvSpPr>
          <p:spPr>
            <a:xfrm>
              <a:off x="5272062" y="272211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5794">
                <a:alpha val="100000"/>
              </a:srgbClr>
            </a:solidFill>
            <a:ln w="5420" cap="flat">
              <a:solidFill>
                <a:srgbClr val="3A579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0" name="pg230"/>
            <p:cNvSpPr/>
            <p:nvPr/>
          </p:nvSpPr>
          <p:spPr>
            <a:xfrm>
              <a:off x="6016851" y="272211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5590">
                <a:alpha val="100000"/>
              </a:srgbClr>
            </a:solidFill>
            <a:ln w="5420" cap="flat">
              <a:solidFill>
                <a:srgbClr val="3B559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1" name="pg231"/>
            <p:cNvSpPr/>
            <p:nvPr/>
          </p:nvSpPr>
          <p:spPr>
            <a:xfrm>
              <a:off x="6028488" y="272211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5591">
                <a:alpha val="100000"/>
              </a:srgbClr>
            </a:solidFill>
            <a:ln w="5420" cap="flat">
              <a:solidFill>
                <a:srgbClr val="3B559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2" name="pg232"/>
            <p:cNvSpPr/>
            <p:nvPr/>
          </p:nvSpPr>
          <p:spPr>
            <a:xfrm>
              <a:off x="6040126" y="272211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5591">
                <a:alpha val="100000"/>
              </a:srgbClr>
            </a:solidFill>
            <a:ln w="5420" cap="flat">
              <a:solidFill>
                <a:srgbClr val="3B559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3" name="pg233"/>
            <p:cNvSpPr/>
            <p:nvPr/>
          </p:nvSpPr>
          <p:spPr>
            <a:xfrm>
              <a:off x="6051763" y="272211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5692">
                <a:alpha val="100000"/>
              </a:srgbClr>
            </a:solidFill>
            <a:ln w="5420" cap="flat">
              <a:solidFill>
                <a:srgbClr val="3B569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4" name="pg234"/>
            <p:cNvSpPr/>
            <p:nvPr/>
          </p:nvSpPr>
          <p:spPr>
            <a:xfrm>
              <a:off x="6086675" y="272211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5693">
                <a:alpha val="100000"/>
              </a:srgbClr>
            </a:solidFill>
            <a:ln w="5420" cap="flat">
              <a:solidFill>
                <a:srgbClr val="3A569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5" name="pg235"/>
            <p:cNvSpPr/>
            <p:nvPr/>
          </p:nvSpPr>
          <p:spPr>
            <a:xfrm>
              <a:off x="6098312" y="272211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5793">
                <a:alpha val="100000"/>
              </a:srgbClr>
            </a:solidFill>
            <a:ln w="5420" cap="flat">
              <a:solidFill>
                <a:srgbClr val="3A579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6" name="pg236"/>
            <p:cNvSpPr/>
            <p:nvPr/>
          </p:nvSpPr>
          <p:spPr>
            <a:xfrm>
              <a:off x="6109950" y="272211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5793">
                <a:alpha val="100000"/>
              </a:srgbClr>
            </a:solidFill>
            <a:ln w="5420" cap="flat">
              <a:solidFill>
                <a:srgbClr val="3A579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7" name="pg237"/>
            <p:cNvSpPr/>
            <p:nvPr/>
          </p:nvSpPr>
          <p:spPr>
            <a:xfrm>
              <a:off x="6121587" y="272211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5793">
                <a:alpha val="100000"/>
              </a:srgbClr>
            </a:solidFill>
            <a:ln w="5420" cap="flat">
              <a:solidFill>
                <a:srgbClr val="3A579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8" name="pg238"/>
            <p:cNvSpPr/>
            <p:nvPr/>
          </p:nvSpPr>
          <p:spPr>
            <a:xfrm>
              <a:off x="6133224" y="272211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5794">
                <a:alpha val="100000"/>
              </a:srgbClr>
            </a:solidFill>
            <a:ln w="5420" cap="flat">
              <a:solidFill>
                <a:srgbClr val="3A579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9" name="pg239"/>
            <p:cNvSpPr/>
            <p:nvPr/>
          </p:nvSpPr>
          <p:spPr>
            <a:xfrm>
              <a:off x="6144862" y="272211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5794">
                <a:alpha val="100000"/>
              </a:srgbClr>
            </a:solidFill>
            <a:ln w="5420" cap="flat">
              <a:solidFill>
                <a:srgbClr val="3A579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0" name="pg240"/>
            <p:cNvSpPr/>
            <p:nvPr/>
          </p:nvSpPr>
          <p:spPr>
            <a:xfrm>
              <a:off x="6156499" y="272211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5794">
                <a:alpha val="100000"/>
              </a:srgbClr>
            </a:solidFill>
            <a:ln w="5420" cap="flat">
              <a:solidFill>
                <a:srgbClr val="3A579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1" name="pg241"/>
            <p:cNvSpPr/>
            <p:nvPr/>
          </p:nvSpPr>
          <p:spPr>
            <a:xfrm>
              <a:off x="6168136" y="272211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5894">
                <a:alpha val="100000"/>
              </a:srgbClr>
            </a:solidFill>
            <a:ln w="5420" cap="flat">
              <a:solidFill>
                <a:srgbClr val="3A589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2" name="pg242"/>
            <p:cNvSpPr/>
            <p:nvPr/>
          </p:nvSpPr>
          <p:spPr>
            <a:xfrm>
              <a:off x="5132414" y="273641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5C9B">
                <a:alpha val="100000"/>
              </a:srgbClr>
            </a:solidFill>
            <a:ln w="5420" cap="flat">
              <a:solidFill>
                <a:srgbClr val="395C9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3" name="pg243"/>
            <p:cNvSpPr/>
            <p:nvPr/>
          </p:nvSpPr>
          <p:spPr>
            <a:xfrm>
              <a:off x="5144051" y="273641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5C9B">
                <a:alpha val="100000"/>
              </a:srgbClr>
            </a:solidFill>
            <a:ln w="5420" cap="flat">
              <a:solidFill>
                <a:srgbClr val="395C9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4" name="pg244"/>
            <p:cNvSpPr/>
            <p:nvPr/>
          </p:nvSpPr>
          <p:spPr>
            <a:xfrm>
              <a:off x="5155689" y="273641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5C9A">
                <a:alpha val="100000"/>
              </a:srgbClr>
            </a:solidFill>
            <a:ln w="5420" cap="flat">
              <a:solidFill>
                <a:srgbClr val="395C9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5" name="pg245"/>
            <p:cNvSpPr/>
            <p:nvPr/>
          </p:nvSpPr>
          <p:spPr>
            <a:xfrm>
              <a:off x="5167326" y="273641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5B99">
                <a:alpha val="100000"/>
              </a:srgbClr>
            </a:solidFill>
            <a:ln w="5420" cap="flat">
              <a:solidFill>
                <a:srgbClr val="3A5B9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6" name="pg246"/>
            <p:cNvSpPr/>
            <p:nvPr/>
          </p:nvSpPr>
          <p:spPr>
            <a:xfrm>
              <a:off x="5178963" y="273641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5A98">
                <a:alpha val="100000"/>
              </a:srgbClr>
            </a:solidFill>
            <a:ln w="5420" cap="flat">
              <a:solidFill>
                <a:srgbClr val="3A5A9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7" name="pg247"/>
            <p:cNvSpPr/>
            <p:nvPr/>
          </p:nvSpPr>
          <p:spPr>
            <a:xfrm>
              <a:off x="5190601" y="273641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5A98">
                <a:alpha val="100000"/>
              </a:srgbClr>
            </a:solidFill>
            <a:ln w="5420" cap="flat">
              <a:solidFill>
                <a:srgbClr val="3A5A9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8" name="pg248"/>
            <p:cNvSpPr/>
            <p:nvPr/>
          </p:nvSpPr>
          <p:spPr>
            <a:xfrm>
              <a:off x="5202238" y="273641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5A97">
                <a:alpha val="100000"/>
              </a:srgbClr>
            </a:solidFill>
            <a:ln w="5420" cap="flat">
              <a:solidFill>
                <a:srgbClr val="3A5A9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9" name="pg249"/>
            <p:cNvSpPr/>
            <p:nvPr/>
          </p:nvSpPr>
          <p:spPr>
            <a:xfrm>
              <a:off x="5213875" y="273641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5997">
                <a:alpha val="100000"/>
              </a:srgbClr>
            </a:solidFill>
            <a:ln w="5420" cap="flat">
              <a:solidFill>
                <a:srgbClr val="3A599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0" name="pg250"/>
            <p:cNvSpPr/>
            <p:nvPr/>
          </p:nvSpPr>
          <p:spPr>
            <a:xfrm>
              <a:off x="5225513" y="273641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5996">
                <a:alpha val="100000"/>
              </a:srgbClr>
            </a:solidFill>
            <a:ln w="5420" cap="flat">
              <a:solidFill>
                <a:srgbClr val="3A599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1" name="pg251"/>
            <p:cNvSpPr/>
            <p:nvPr/>
          </p:nvSpPr>
          <p:spPr>
            <a:xfrm>
              <a:off x="5237150" y="273641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5895">
                <a:alpha val="100000"/>
              </a:srgbClr>
            </a:solidFill>
            <a:ln w="5420" cap="flat">
              <a:solidFill>
                <a:srgbClr val="3A589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2" name="pg252"/>
            <p:cNvSpPr/>
            <p:nvPr/>
          </p:nvSpPr>
          <p:spPr>
            <a:xfrm>
              <a:off x="5248787" y="273641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5895">
                <a:alpha val="100000"/>
              </a:srgbClr>
            </a:solidFill>
            <a:ln w="5420" cap="flat">
              <a:solidFill>
                <a:srgbClr val="3A589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3" name="pg253"/>
            <p:cNvSpPr/>
            <p:nvPr/>
          </p:nvSpPr>
          <p:spPr>
            <a:xfrm>
              <a:off x="5260425" y="273641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5894">
                <a:alpha val="100000"/>
              </a:srgbClr>
            </a:solidFill>
            <a:ln w="5420" cap="flat">
              <a:solidFill>
                <a:srgbClr val="3A589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4" name="pg254"/>
            <p:cNvSpPr/>
            <p:nvPr/>
          </p:nvSpPr>
          <p:spPr>
            <a:xfrm>
              <a:off x="6005214" y="273641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5590">
                <a:alpha val="100000"/>
              </a:srgbClr>
            </a:solidFill>
            <a:ln w="5420" cap="flat">
              <a:solidFill>
                <a:srgbClr val="3B559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5" name="pg255"/>
            <p:cNvSpPr/>
            <p:nvPr/>
          </p:nvSpPr>
          <p:spPr>
            <a:xfrm>
              <a:off x="6016851" y="273641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5591">
                <a:alpha val="100000"/>
              </a:srgbClr>
            </a:solidFill>
            <a:ln w="5420" cap="flat">
              <a:solidFill>
                <a:srgbClr val="3B559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6" name="pg256"/>
            <p:cNvSpPr/>
            <p:nvPr/>
          </p:nvSpPr>
          <p:spPr>
            <a:xfrm>
              <a:off x="6028488" y="273641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5591">
                <a:alpha val="100000"/>
              </a:srgbClr>
            </a:solidFill>
            <a:ln w="5420" cap="flat">
              <a:solidFill>
                <a:srgbClr val="3B559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7" name="pg257"/>
            <p:cNvSpPr/>
            <p:nvPr/>
          </p:nvSpPr>
          <p:spPr>
            <a:xfrm>
              <a:off x="6040126" y="273641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5691">
                <a:alpha val="100000"/>
              </a:srgbClr>
            </a:solidFill>
            <a:ln w="5420" cap="flat">
              <a:solidFill>
                <a:srgbClr val="3B569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8" name="pg258"/>
            <p:cNvSpPr/>
            <p:nvPr/>
          </p:nvSpPr>
          <p:spPr>
            <a:xfrm>
              <a:off x="6051763" y="273641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5692">
                <a:alpha val="100000"/>
              </a:srgbClr>
            </a:solidFill>
            <a:ln w="5420" cap="flat">
              <a:solidFill>
                <a:srgbClr val="3B569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9" name="pg259"/>
            <p:cNvSpPr/>
            <p:nvPr/>
          </p:nvSpPr>
          <p:spPr>
            <a:xfrm>
              <a:off x="6063400" y="273641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5692">
                <a:alpha val="100000"/>
              </a:srgbClr>
            </a:solidFill>
            <a:ln w="5420" cap="flat">
              <a:solidFill>
                <a:srgbClr val="3A569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0" name="pg260"/>
            <p:cNvSpPr/>
            <p:nvPr/>
          </p:nvSpPr>
          <p:spPr>
            <a:xfrm>
              <a:off x="6075038" y="273641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5692">
                <a:alpha val="100000"/>
              </a:srgbClr>
            </a:solidFill>
            <a:ln w="5420" cap="flat">
              <a:solidFill>
                <a:srgbClr val="3A569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1" name="pg261"/>
            <p:cNvSpPr/>
            <p:nvPr/>
          </p:nvSpPr>
          <p:spPr>
            <a:xfrm>
              <a:off x="6086675" y="273641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5793">
                <a:alpha val="100000"/>
              </a:srgbClr>
            </a:solidFill>
            <a:ln w="5420" cap="flat">
              <a:solidFill>
                <a:srgbClr val="3A579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2" name="pg262"/>
            <p:cNvSpPr/>
            <p:nvPr/>
          </p:nvSpPr>
          <p:spPr>
            <a:xfrm>
              <a:off x="6098312" y="273641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5793">
                <a:alpha val="100000"/>
              </a:srgbClr>
            </a:solidFill>
            <a:ln w="5420" cap="flat">
              <a:solidFill>
                <a:srgbClr val="3A579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3" name="pg263"/>
            <p:cNvSpPr/>
            <p:nvPr/>
          </p:nvSpPr>
          <p:spPr>
            <a:xfrm>
              <a:off x="6109950" y="273641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5793">
                <a:alpha val="100000"/>
              </a:srgbClr>
            </a:solidFill>
            <a:ln w="5420" cap="flat">
              <a:solidFill>
                <a:srgbClr val="3A579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4" name="pg264"/>
            <p:cNvSpPr/>
            <p:nvPr/>
          </p:nvSpPr>
          <p:spPr>
            <a:xfrm>
              <a:off x="6121587" y="273641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5794">
                <a:alpha val="100000"/>
              </a:srgbClr>
            </a:solidFill>
            <a:ln w="5420" cap="flat">
              <a:solidFill>
                <a:srgbClr val="3A579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5" name="pg265"/>
            <p:cNvSpPr/>
            <p:nvPr/>
          </p:nvSpPr>
          <p:spPr>
            <a:xfrm>
              <a:off x="6133224" y="273641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5794">
                <a:alpha val="100000"/>
              </a:srgbClr>
            </a:solidFill>
            <a:ln w="5420" cap="flat">
              <a:solidFill>
                <a:srgbClr val="3A579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6" name="pg266"/>
            <p:cNvSpPr/>
            <p:nvPr/>
          </p:nvSpPr>
          <p:spPr>
            <a:xfrm>
              <a:off x="6144862" y="273641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5794">
                <a:alpha val="100000"/>
              </a:srgbClr>
            </a:solidFill>
            <a:ln w="5420" cap="flat">
              <a:solidFill>
                <a:srgbClr val="3A579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7" name="pg267"/>
            <p:cNvSpPr/>
            <p:nvPr/>
          </p:nvSpPr>
          <p:spPr>
            <a:xfrm>
              <a:off x="6156499" y="273641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5894">
                <a:alpha val="100000"/>
              </a:srgbClr>
            </a:solidFill>
            <a:ln w="5420" cap="flat">
              <a:solidFill>
                <a:srgbClr val="3A589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8" name="pg268"/>
            <p:cNvSpPr/>
            <p:nvPr/>
          </p:nvSpPr>
          <p:spPr>
            <a:xfrm>
              <a:off x="5132414" y="275071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5C9B">
                <a:alpha val="100000"/>
              </a:srgbClr>
            </a:solidFill>
            <a:ln w="5420" cap="flat">
              <a:solidFill>
                <a:srgbClr val="395C9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9" name="pg269"/>
            <p:cNvSpPr/>
            <p:nvPr/>
          </p:nvSpPr>
          <p:spPr>
            <a:xfrm>
              <a:off x="5144051" y="275071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5C9B">
                <a:alpha val="100000"/>
              </a:srgbClr>
            </a:solidFill>
            <a:ln w="5420" cap="flat">
              <a:solidFill>
                <a:srgbClr val="395C9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0" name="pg270"/>
            <p:cNvSpPr/>
            <p:nvPr/>
          </p:nvSpPr>
          <p:spPr>
            <a:xfrm>
              <a:off x="5155689" y="275071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5C9A">
                <a:alpha val="100000"/>
              </a:srgbClr>
            </a:solidFill>
            <a:ln w="5420" cap="flat">
              <a:solidFill>
                <a:srgbClr val="395C9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1" name="pg271"/>
            <p:cNvSpPr/>
            <p:nvPr/>
          </p:nvSpPr>
          <p:spPr>
            <a:xfrm>
              <a:off x="5167326" y="275071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5B99">
                <a:alpha val="100000"/>
              </a:srgbClr>
            </a:solidFill>
            <a:ln w="5420" cap="flat">
              <a:solidFill>
                <a:srgbClr val="3A5B9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2" name="pg272"/>
            <p:cNvSpPr/>
            <p:nvPr/>
          </p:nvSpPr>
          <p:spPr>
            <a:xfrm>
              <a:off x="5178963" y="275071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5A98">
                <a:alpha val="100000"/>
              </a:srgbClr>
            </a:solidFill>
            <a:ln w="5420" cap="flat">
              <a:solidFill>
                <a:srgbClr val="3A5A9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3" name="pg273"/>
            <p:cNvSpPr/>
            <p:nvPr/>
          </p:nvSpPr>
          <p:spPr>
            <a:xfrm>
              <a:off x="5190601" y="275071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5A98">
                <a:alpha val="100000"/>
              </a:srgbClr>
            </a:solidFill>
            <a:ln w="5420" cap="flat">
              <a:solidFill>
                <a:srgbClr val="3A5A9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4" name="pg274"/>
            <p:cNvSpPr/>
            <p:nvPr/>
          </p:nvSpPr>
          <p:spPr>
            <a:xfrm>
              <a:off x="5202238" y="275071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5A97">
                <a:alpha val="100000"/>
              </a:srgbClr>
            </a:solidFill>
            <a:ln w="5420" cap="flat">
              <a:solidFill>
                <a:srgbClr val="3A5A9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5" name="pg275"/>
            <p:cNvSpPr/>
            <p:nvPr/>
          </p:nvSpPr>
          <p:spPr>
            <a:xfrm>
              <a:off x="5213875" y="275071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5997">
                <a:alpha val="100000"/>
              </a:srgbClr>
            </a:solidFill>
            <a:ln w="5420" cap="flat">
              <a:solidFill>
                <a:srgbClr val="3A599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6" name="pg276"/>
            <p:cNvSpPr/>
            <p:nvPr/>
          </p:nvSpPr>
          <p:spPr>
            <a:xfrm>
              <a:off x="5225513" y="275071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5996">
                <a:alpha val="100000"/>
              </a:srgbClr>
            </a:solidFill>
            <a:ln w="5420" cap="flat">
              <a:solidFill>
                <a:srgbClr val="3A599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7" name="pg277"/>
            <p:cNvSpPr/>
            <p:nvPr/>
          </p:nvSpPr>
          <p:spPr>
            <a:xfrm>
              <a:off x="5237150" y="275071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5895">
                <a:alpha val="100000"/>
              </a:srgbClr>
            </a:solidFill>
            <a:ln w="5420" cap="flat">
              <a:solidFill>
                <a:srgbClr val="3A589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8" name="pg278"/>
            <p:cNvSpPr/>
            <p:nvPr/>
          </p:nvSpPr>
          <p:spPr>
            <a:xfrm>
              <a:off x="5248787" y="275071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5895">
                <a:alpha val="100000"/>
              </a:srgbClr>
            </a:solidFill>
            <a:ln w="5420" cap="flat">
              <a:solidFill>
                <a:srgbClr val="3A589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9" name="pg279"/>
            <p:cNvSpPr/>
            <p:nvPr/>
          </p:nvSpPr>
          <p:spPr>
            <a:xfrm>
              <a:off x="5260425" y="275071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5794">
                <a:alpha val="100000"/>
              </a:srgbClr>
            </a:solidFill>
            <a:ln w="5420" cap="flat">
              <a:solidFill>
                <a:srgbClr val="3A579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0" name="pg280"/>
            <p:cNvSpPr/>
            <p:nvPr/>
          </p:nvSpPr>
          <p:spPr>
            <a:xfrm>
              <a:off x="5912115" y="275071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518B">
                <a:alpha val="100000"/>
              </a:srgbClr>
            </a:solidFill>
            <a:ln w="5420" cap="flat">
              <a:solidFill>
                <a:srgbClr val="3B518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1" name="pg281"/>
            <p:cNvSpPr/>
            <p:nvPr/>
          </p:nvSpPr>
          <p:spPr>
            <a:xfrm>
              <a:off x="5923753" y="275071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518B">
                <a:alpha val="100000"/>
              </a:srgbClr>
            </a:solidFill>
            <a:ln w="5420" cap="flat">
              <a:solidFill>
                <a:srgbClr val="3B518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2" name="pg282"/>
            <p:cNvSpPr/>
            <p:nvPr/>
          </p:nvSpPr>
          <p:spPr>
            <a:xfrm>
              <a:off x="5935390" y="275071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528C">
                <a:alpha val="100000"/>
              </a:srgbClr>
            </a:solidFill>
            <a:ln w="5420" cap="flat">
              <a:solidFill>
                <a:srgbClr val="3B528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3" name="pg283"/>
            <p:cNvSpPr/>
            <p:nvPr/>
          </p:nvSpPr>
          <p:spPr>
            <a:xfrm>
              <a:off x="5947027" y="275071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528D">
                <a:alpha val="100000"/>
              </a:srgbClr>
            </a:solidFill>
            <a:ln w="5420" cap="flat">
              <a:solidFill>
                <a:srgbClr val="3B528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4" name="pg284"/>
            <p:cNvSpPr/>
            <p:nvPr/>
          </p:nvSpPr>
          <p:spPr>
            <a:xfrm>
              <a:off x="5981939" y="275071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548F">
                <a:alpha val="100000"/>
              </a:srgbClr>
            </a:solidFill>
            <a:ln w="5420" cap="flat">
              <a:solidFill>
                <a:srgbClr val="3B548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5" name="pg285"/>
            <p:cNvSpPr/>
            <p:nvPr/>
          </p:nvSpPr>
          <p:spPr>
            <a:xfrm>
              <a:off x="5993577" y="275071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5590">
                <a:alpha val="100000"/>
              </a:srgbClr>
            </a:solidFill>
            <a:ln w="5420" cap="flat">
              <a:solidFill>
                <a:srgbClr val="3B559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6" name="pg286"/>
            <p:cNvSpPr/>
            <p:nvPr/>
          </p:nvSpPr>
          <p:spPr>
            <a:xfrm>
              <a:off x="6005214" y="275071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5590">
                <a:alpha val="100000"/>
              </a:srgbClr>
            </a:solidFill>
            <a:ln w="5420" cap="flat">
              <a:solidFill>
                <a:srgbClr val="3B559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7" name="pg287"/>
            <p:cNvSpPr/>
            <p:nvPr/>
          </p:nvSpPr>
          <p:spPr>
            <a:xfrm>
              <a:off x="6016851" y="275071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5591">
                <a:alpha val="100000"/>
              </a:srgbClr>
            </a:solidFill>
            <a:ln w="5420" cap="flat">
              <a:solidFill>
                <a:srgbClr val="3B559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8" name="pg288"/>
            <p:cNvSpPr/>
            <p:nvPr/>
          </p:nvSpPr>
          <p:spPr>
            <a:xfrm>
              <a:off x="6028488" y="275071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5691">
                <a:alpha val="100000"/>
              </a:srgbClr>
            </a:solidFill>
            <a:ln w="5420" cap="flat">
              <a:solidFill>
                <a:srgbClr val="3B569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9" name="pg289"/>
            <p:cNvSpPr/>
            <p:nvPr/>
          </p:nvSpPr>
          <p:spPr>
            <a:xfrm>
              <a:off x="6040126" y="275071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5692">
                <a:alpha val="100000"/>
              </a:srgbClr>
            </a:solidFill>
            <a:ln w="5420" cap="flat">
              <a:solidFill>
                <a:srgbClr val="3B569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0" name="pg290"/>
            <p:cNvSpPr/>
            <p:nvPr/>
          </p:nvSpPr>
          <p:spPr>
            <a:xfrm>
              <a:off x="6051763" y="275071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5692">
                <a:alpha val="100000"/>
              </a:srgbClr>
            </a:solidFill>
            <a:ln w="5420" cap="flat">
              <a:solidFill>
                <a:srgbClr val="3A569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1" name="pg291"/>
            <p:cNvSpPr/>
            <p:nvPr/>
          </p:nvSpPr>
          <p:spPr>
            <a:xfrm>
              <a:off x="6063400" y="275071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5692">
                <a:alpha val="100000"/>
              </a:srgbClr>
            </a:solidFill>
            <a:ln w="5420" cap="flat">
              <a:solidFill>
                <a:srgbClr val="3A569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2" name="pg292"/>
            <p:cNvSpPr/>
            <p:nvPr/>
          </p:nvSpPr>
          <p:spPr>
            <a:xfrm>
              <a:off x="6075038" y="275071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5793">
                <a:alpha val="100000"/>
              </a:srgbClr>
            </a:solidFill>
            <a:ln w="5420" cap="flat">
              <a:solidFill>
                <a:srgbClr val="3A579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3" name="pg293"/>
            <p:cNvSpPr/>
            <p:nvPr/>
          </p:nvSpPr>
          <p:spPr>
            <a:xfrm>
              <a:off x="6086675" y="275071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5793">
                <a:alpha val="100000"/>
              </a:srgbClr>
            </a:solidFill>
            <a:ln w="5420" cap="flat">
              <a:solidFill>
                <a:srgbClr val="3A579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4" name="pg294"/>
            <p:cNvSpPr/>
            <p:nvPr/>
          </p:nvSpPr>
          <p:spPr>
            <a:xfrm>
              <a:off x="6098312" y="275071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5794">
                <a:alpha val="100000"/>
              </a:srgbClr>
            </a:solidFill>
            <a:ln w="5420" cap="flat">
              <a:solidFill>
                <a:srgbClr val="3A579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5" name="pg295"/>
            <p:cNvSpPr/>
            <p:nvPr/>
          </p:nvSpPr>
          <p:spPr>
            <a:xfrm>
              <a:off x="6109950" y="275071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5794">
                <a:alpha val="100000"/>
              </a:srgbClr>
            </a:solidFill>
            <a:ln w="5420" cap="flat">
              <a:solidFill>
                <a:srgbClr val="3A579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6" name="pg296"/>
            <p:cNvSpPr/>
            <p:nvPr/>
          </p:nvSpPr>
          <p:spPr>
            <a:xfrm>
              <a:off x="6121587" y="275071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5794">
                <a:alpha val="100000"/>
              </a:srgbClr>
            </a:solidFill>
            <a:ln w="5420" cap="flat">
              <a:solidFill>
                <a:srgbClr val="3A579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7" name="pg297"/>
            <p:cNvSpPr/>
            <p:nvPr/>
          </p:nvSpPr>
          <p:spPr>
            <a:xfrm>
              <a:off x="6133224" y="275071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5894">
                <a:alpha val="100000"/>
              </a:srgbClr>
            </a:solidFill>
            <a:ln w="5420" cap="flat">
              <a:solidFill>
                <a:srgbClr val="3A589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8" name="pg298"/>
            <p:cNvSpPr/>
            <p:nvPr/>
          </p:nvSpPr>
          <p:spPr>
            <a:xfrm>
              <a:off x="6144862" y="275071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5894">
                <a:alpha val="100000"/>
              </a:srgbClr>
            </a:solidFill>
            <a:ln w="5420" cap="flat">
              <a:solidFill>
                <a:srgbClr val="3A589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9" name="pg299"/>
            <p:cNvSpPr/>
            <p:nvPr/>
          </p:nvSpPr>
          <p:spPr>
            <a:xfrm>
              <a:off x="6156499" y="275071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5894">
                <a:alpha val="100000"/>
              </a:srgbClr>
            </a:solidFill>
            <a:ln w="5420" cap="flat">
              <a:solidFill>
                <a:srgbClr val="3A589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0" name="pg300"/>
            <p:cNvSpPr/>
            <p:nvPr/>
          </p:nvSpPr>
          <p:spPr>
            <a:xfrm>
              <a:off x="5120777" y="276501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5D9C">
                <a:alpha val="100000"/>
              </a:srgbClr>
            </a:solidFill>
            <a:ln w="5420" cap="flat">
              <a:solidFill>
                <a:srgbClr val="395D9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1" name="pg301"/>
            <p:cNvSpPr/>
            <p:nvPr/>
          </p:nvSpPr>
          <p:spPr>
            <a:xfrm>
              <a:off x="5132414" y="276501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5D9B">
                <a:alpha val="100000"/>
              </a:srgbClr>
            </a:solidFill>
            <a:ln w="5420" cap="flat">
              <a:solidFill>
                <a:srgbClr val="395D9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2" name="pg302"/>
            <p:cNvSpPr/>
            <p:nvPr/>
          </p:nvSpPr>
          <p:spPr>
            <a:xfrm>
              <a:off x="5144051" y="276501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5C9B">
                <a:alpha val="100000"/>
              </a:srgbClr>
            </a:solidFill>
            <a:ln w="5420" cap="flat">
              <a:solidFill>
                <a:srgbClr val="395C9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3" name="pg303"/>
            <p:cNvSpPr/>
            <p:nvPr/>
          </p:nvSpPr>
          <p:spPr>
            <a:xfrm>
              <a:off x="5155689" y="276501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5C9A">
                <a:alpha val="100000"/>
              </a:srgbClr>
            </a:solidFill>
            <a:ln w="5420" cap="flat">
              <a:solidFill>
                <a:srgbClr val="395C9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4" name="pg304"/>
            <p:cNvSpPr/>
            <p:nvPr/>
          </p:nvSpPr>
          <p:spPr>
            <a:xfrm>
              <a:off x="5167326" y="276501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5B99">
                <a:alpha val="100000"/>
              </a:srgbClr>
            </a:solidFill>
            <a:ln w="5420" cap="flat">
              <a:solidFill>
                <a:srgbClr val="3A5B9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5" name="pg305"/>
            <p:cNvSpPr/>
            <p:nvPr/>
          </p:nvSpPr>
          <p:spPr>
            <a:xfrm>
              <a:off x="5178963" y="276501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5A98">
                <a:alpha val="100000"/>
              </a:srgbClr>
            </a:solidFill>
            <a:ln w="5420" cap="flat">
              <a:solidFill>
                <a:srgbClr val="3A5A9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6" name="pg306"/>
            <p:cNvSpPr/>
            <p:nvPr/>
          </p:nvSpPr>
          <p:spPr>
            <a:xfrm>
              <a:off x="5190601" y="276501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5A98">
                <a:alpha val="100000"/>
              </a:srgbClr>
            </a:solidFill>
            <a:ln w="5420" cap="flat">
              <a:solidFill>
                <a:srgbClr val="3A5A9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7" name="pg307"/>
            <p:cNvSpPr/>
            <p:nvPr/>
          </p:nvSpPr>
          <p:spPr>
            <a:xfrm>
              <a:off x="5202238" y="276501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5A97">
                <a:alpha val="100000"/>
              </a:srgbClr>
            </a:solidFill>
            <a:ln w="5420" cap="flat">
              <a:solidFill>
                <a:srgbClr val="3A5A9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8" name="pg308"/>
            <p:cNvSpPr/>
            <p:nvPr/>
          </p:nvSpPr>
          <p:spPr>
            <a:xfrm>
              <a:off x="5213875" y="276501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5996">
                <a:alpha val="100000"/>
              </a:srgbClr>
            </a:solidFill>
            <a:ln w="5420" cap="flat">
              <a:solidFill>
                <a:srgbClr val="3A599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9" name="pg309"/>
            <p:cNvSpPr/>
            <p:nvPr/>
          </p:nvSpPr>
          <p:spPr>
            <a:xfrm>
              <a:off x="5225513" y="276501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5996">
                <a:alpha val="100000"/>
              </a:srgbClr>
            </a:solidFill>
            <a:ln w="5420" cap="flat">
              <a:solidFill>
                <a:srgbClr val="3A599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0" name="pg310"/>
            <p:cNvSpPr/>
            <p:nvPr/>
          </p:nvSpPr>
          <p:spPr>
            <a:xfrm>
              <a:off x="5237150" y="276501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5895">
                <a:alpha val="100000"/>
              </a:srgbClr>
            </a:solidFill>
            <a:ln w="5420" cap="flat">
              <a:solidFill>
                <a:srgbClr val="3A589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1" name="pg311"/>
            <p:cNvSpPr/>
            <p:nvPr/>
          </p:nvSpPr>
          <p:spPr>
            <a:xfrm>
              <a:off x="5248787" y="276501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5895">
                <a:alpha val="100000"/>
              </a:srgbClr>
            </a:solidFill>
            <a:ln w="5420" cap="flat">
              <a:solidFill>
                <a:srgbClr val="3A589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2" name="pg312"/>
            <p:cNvSpPr/>
            <p:nvPr/>
          </p:nvSpPr>
          <p:spPr>
            <a:xfrm>
              <a:off x="5900478" y="276501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508A">
                <a:alpha val="100000"/>
              </a:srgbClr>
            </a:solidFill>
            <a:ln w="5420" cap="flat">
              <a:solidFill>
                <a:srgbClr val="3B508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3" name="pg313"/>
            <p:cNvSpPr/>
            <p:nvPr/>
          </p:nvSpPr>
          <p:spPr>
            <a:xfrm>
              <a:off x="5912115" y="276501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518B">
                <a:alpha val="100000"/>
              </a:srgbClr>
            </a:solidFill>
            <a:ln w="5420" cap="flat">
              <a:solidFill>
                <a:srgbClr val="3B518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4" name="pg314"/>
            <p:cNvSpPr/>
            <p:nvPr/>
          </p:nvSpPr>
          <p:spPr>
            <a:xfrm>
              <a:off x="5923753" y="276501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518B">
                <a:alpha val="100000"/>
              </a:srgbClr>
            </a:solidFill>
            <a:ln w="5420" cap="flat">
              <a:solidFill>
                <a:srgbClr val="3B518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5" name="pg315"/>
            <p:cNvSpPr/>
            <p:nvPr/>
          </p:nvSpPr>
          <p:spPr>
            <a:xfrm>
              <a:off x="5935390" y="276501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528C">
                <a:alpha val="100000"/>
              </a:srgbClr>
            </a:solidFill>
            <a:ln w="5420" cap="flat">
              <a:solidFill>
                <a:srgbClr val="3B528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6" name="pg316"/>
            <p:cNvSpPr/>
            <p:nvPr/>
          </p:nvSpPr>
          <p:spPr>
            <a:xfrm>
              <a:off x="5947027" y="276501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528D">
                <a:alpha val="100000"/>
              </a:srgbClr>
            </a:solidFill>
            <a:ln w="5420" cap="flat">
              <a:solidFill>
                <a:srgbClr val="3B528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7" name="pg317"/>
            <p:cNvSpPr/>
            <p:nvPr/>
          </p:nvSpPr>
          <p:spPr>
            <a:xfrm>
              <a:off x="5958665" y="276501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538E">
                <a:alpha val="100000"/>
              </a:srgbClr>
            </a:solidFill>
            <a:ln w="5420" cap="flat">
              <a:solidFill>
                <a:srgbClr val="3B538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8" name="pg318"/>
            <p:cNvSpPr/>
            <p:nvPr/>
          </p:nvSpPr>
          <p:spPr>
            <a:xfrm>
              <a:off x="5970302" y="276501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538E">
                <a:alpha val="100000"/>
              </a:srgbClr>
            </a:solidFill>
            <a:ln w="5420" cap="flat">
              <a:solidFill>
                <a:srgbClr val="3B538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9" name="pg319"/>
            <p:cNvSpPr/>
            <p:nvPr/>
          </p:nvSpPr>
          <p:spPr>
            <a:xfrm>
              <a:off x="5981939" y="276501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5490">
                <a:alpha val="100000"/>
              </a:srgbClr>
            </a:solidFill>
            <a:ln w="5420" cap="flat">
              <a:solidFill>
                <a:srgbClr val="3B549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0" name="pg320"/>
            <p:cNvSpPr/>
            <p:nvPr/>
          </p:nvSpPr>
          <p:spPr>
            <a:xfrm>
              <a:off x="5993577" y="276501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5590">
                <a:alpha val="100000"/>
              </a:srgbClr>
            </a:solidFill>
            <a:ln w="5420" cap="flat">
              <a:solidFill>
                <a:srgbClr val="3B559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1" name="pg321"/>
            <p:cNvSpPr/>
            <p:nvPr/>
          </p:nvSpPr>
          <p:spPr>
            <a:xfrm>
              <a:off x="6005214" y="276501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5591">
                <a:alpha val="100000"/>
              </a:srgbClr>
            </a:solidFill>
            <a:ln w="5420" cap="flat">
              <a:solidFill>
                <a:srgbClr val="3B559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2" name="pg322"/>
            <p:cNvSpPr/>
            <p:nvPr/>
          </p:nvSpPr>
          <p:spPr>
            <a:xfrm>
              <a:off x="6016851" y="276501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5591">
                <a:alpha val="100000"/>
              </a:srgbClr>
            </a:solidFill>
            <a:ln w="5420" cap="flat">
              <a:solidFill>
                <a:srgbClr val="3B559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3" name="pg323"/>
            <p:cNvSpPr/>
            <p:nvPr/>
          </p:nvSpPr>
          <p:spPr>
            <a:xfrm>
              <a:off x="6028488" y="276501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5692">
                <a:alpha val="100000"/>
              </a:srgbClr>
            </a:solidFill>
            <a:ln w="5420" cap="flat">
              <a:solidFill>
                <a:srgbClr val="3B569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4" name="pg324"/>
            <p:cNvSpPr/>
            <p:nvPr/>
          </p:nvSpPr>
          <p:spPr>
            <a:xfrm>
              <a:off x="6040126" y="276501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5692">
                <a:alpha val="100000"/>
              </a:srgbClr>
            </a:solidFill>
            <a:ln w="5420" cap="flat">
              <a:solidFill>
                <a:srgbClr val="3A569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5" name="pg325"/>
            <p:cNvSpPr/>
            <p:nvPr/>
          </p:nvSpPr>
          <p:spPr>
            <a:xfrm>
              <a:off x="6051763" y="276501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5692">
                <a:alpha val="100000"/>
              </a:srgbClr>
            </a:solidFill>
            <a:ln w="5420" cap="flat">
              <a:solidFill>
                <a:srgbClr val="3A569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6" name="pg326"/>
            <p:cNvSpPr/>
            <p:nvPr/>
          </p:nvSpPr>
          <p:spPr>
            <a:xfrm>
              <a:off x="6063400" y="276501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5793">
                <a:alpha val="100000"/>
              </a:srgbClr>
            </a:solidFill>
            <a:ln w="5420" cap="flat">
              <a:solidFill>
                <a:srgbClr val="3A579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7" name="pg327"/>
            <p:cNvSpPr/>
            <p:nvPr/>
          </p:nvSpPr>
          <p:spPr>
            <a:xfrm>
              <a:off x="6075038" y="276501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5793">
                <a:alpha val="100000"/>
              </a:srgbClr>
            </a:solidFill>
            <a:ln w="5420" cap="flat">
              <a:solidFill>
                <a:srgbClr val="3A579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8" name="pg328"/>
            <p:cNvSpPr/>
            <p:nvPr/>
          </p:nvSpPr>
          <p:spPr>
            <a:xfrm>
              <a:off x="6086675" y="276501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5793">
                <a:alpha val="100000"/>
              </a:srgbClr>
            </a:solidFill>
            <a:ln w="5420" cap="flat">
              <a:solidFill>
                <a:srgbClr val="3A579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9" name="pg329"/>
            <p:cNvSpPr/>
            <p:nvPr/>
          </p:nvSpPr>
          <p:spPr>
            <a:xfrm>
              <a:off x="6098312" y="276501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5794">
                <a:alpha val="100000"/>
              </a:srgbClr>
            </a:solidFill>
            <a:ln w="5420" cap="flat">
              <a:solidFill>
                <a:srgbClr val="3A579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0" name="pg330"/>
            <p:cNvSpPr/>
            <p:nvPr/>
          </p:nvSpPr>
          <p:spPr>
            <a:xfrm>
              <a:off x="6109950" y="276501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5794">
                <a:alpha val="100000"/>
              </a:srgbClr>
            </a:solidFill>
            <a:ln w="5420" cap="flat">
              <a:solidFill>
                <a:srgbClr val="3A579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1" name="pg331"/>
            <p:cNvSpPr/>
            <p:nvPr/>
          </p:nvSpPr>
          <p:spPr>
            <a:xfrm>
              <a:off x="6121587" y="276501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5894">
                <a:alpha val="100000"/>
              </a:srgbClr>
            </a:solidFill>
            <a:ln w="5420" cap="flat">
              <a:solidFill>
                <a:srgbClr val="3A589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2" name="pg332"/>
            <p:cNvSpPr/>
            <p:nvPr/>
          </p:nvSpPr>
          <p:spPr>
            <a:xfrm>
              <a:off x="6133224" y="276501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5894">
                <a:alpha val="100000"/>
              </a:srgbClr>
            </a:solidFill>
            <a:ln w="5420" cap="flat">
              <a:solidFill>
                <a:srgbClr val="3A589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3" name="pg333"/>
            <p:cNvSpPr/>
            <p:nvPr/>
          </p:nvSpPr>
          <p:spPr>
            <a:xfrm>
              <a:off x="6144862" y="276501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5895">
                <a:alpha val="100000"/>
              </a:srgbClr>
            </a:solidFill>
            <a:ln w="5420" cap="flat">
              <a:solidFill>
                <a:srgbClr val="3A589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4" name="pg334"/>
            <p:cNvSpPr/>
            <p:nvPr/>
          </p:nvSpPr>
          <p:spPr>
            <a:xfrm>
              <a:off x="6156499" y="276501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5895">
                <a:alpha val="100000"/>
              </a:srgbClr>
            </a:solidFill>
            <a:ln w="5420" cap="flat">
              <a:solidFill>
                <a:srgbClr val="3A589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5" name="pg335"/>
            <p:cNvSpPr/>
            <p:nvPr/>
          </p:nvSpPr>
          <p:spPr>
            <a:xfrm>
              <a:off x="5097502" y="277931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5E9C">
                <a:alpha val="100000"/>
              </a:srgbClr>
            </a:solidFill>
            <a:ln w="5420" cap="flat">
              <a:solidFill>
                <a:srgbClr val="395E9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6" name="pg336"/>
            <p:cNvSpPr/>
            <p:nvPr/>
          </p:nvSpPr>
          <p:spPr>
            <a:xfrm>
              <a:off x="5109139" y="277931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5E9C">
                <a:alpha val="100000"/>
              </a:srgbClr>
            </a:solidFill>
            <a:ln w="5420" cap="flat">
              <a:solidFill>
                <a:srgbClr val="395E9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7" name="pg337"/>
            <p:cNvSpPr/>
            <p:nvPr/>
          </p:nvSpPr>
          <p:spPr>
            <a:xfrm>
              <a:off x="5120777" y="277931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5D9C">
                <a:alpha val="100000"/>
              </a:srgbClr>
            </a:solidFill>
            <a:ln w="5420" cap="flat">
              <a:solidFill>
                <a:srgbClr val="395D9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8" name="pg338"/>
            <p:cNvSpPr/>
            <p:nvPr/>
          </p:nvSpPr>
          <p:spPr>
            <a:xfrm>
              <a:off x="5132414" y="277931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5D9B">
                <a:alpha val="100000"/>
              </a:srgbClr>
            </a:solidFill>
            <a:ln w="5420" cap="flat">
              <a:solidFill>
                <a:srgbClr val="395D9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9" name="pg339"/>
            <p:cNvSpPr/>
            <p:nvPr/>
          </p:nvSpPr>
          <p:spPr>
            <a:xfrm>
              <a:off x="5144051" y="277931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5C9B">
                <a:alpha val="100000"/>
              </a:srgbClr>
            </a:solidFill>
            <a:ln w="5420" cap="flat">
              <a:solidFill>
                <a:srgbClr val="395C9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0" name="pg340"/>
            <p:cNvSpPr/>
            <p:nvPr/>
          </p:nvSpPr>
          <p:spPr>
            <a:xfrm>
              <a:off x="5155689" y="277931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5C9A">
                <a:alpha val="100000"/>
              </a:srgbClr>
            </a:solidFill>
            <a:ln w="5420" cap="flat">
              <a:solidFill>
                <a:srgbClr val="395C9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1" name="pg341"/>
            <p:cNvSpPr/>
            <p:nvPr/>
          </p:nvSpPr>
          <p:spPr>
            <a:xfrm>
              <a:off x="5167326" y="277931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5B99">
                <a:alpha val="100000"/>
              </a:srgbClr>
            </a:solidFill>
            <a:ln w="5420" cap="flat">
              <a:solidFill>
                <a:srgbClr val="3A5B9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2" name="pg342"/>
            <p:cNvSpPr/>
            <p:nvPr/>
          </p:nvSpPr>
          <p:spPr>
            <a:xfrm>
              <a:off x="5178963" y="277931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5A98">
                <a:alpha val="100000"/>
              </a:srgbClr>
            </a:solidFill>
            <a:ln w="5420" cap="flat">
              <a:solidFill>
                <a:srgbClr val="3A5A9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3" name="pg343"/>
            <p:cNvSpPr/>
            <p:nvPr/>
          </p:nvSpPr>
          <p:spPr>
            <a:xfrm>
              <a:off x="5190601" y="277931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5A98">
                <a:alpha val="100000"/>
              </a:srgbClr>
            </a:solidFill>
            <a:ln w="5420" cap="flat">
              <a:solidFill>
                <a:srgbClr val="3A5A9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4" name="pg344"/>
            <p:cNvSpPr/>
            <p:nvPr/>
          </p:nvSpPr>
          <p:spPr>
            <a:xfrm>
              <a:off x="5202238" y="277931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5A97">
                <a:alpha val="100000"/>
              </a:srgbClr>
            </a:solidFill>
            <a:ln w="5420" cap="flat">
              <a:solidFill>
                <a:srgbClr val="3A5A9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5" name="pg345"/>
            <p:cNvSpPr/>
            <p:nvPr/>
          </p:nvSpPr>
          <p:spPr>
            <a:xfrm>
              <a:off x="5213875" y="277931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5996">
                <a:alpha val="100000"/>
              </a:srgbClr>
            </a:solidFill>
            <a:ln w="5420" cap="flat">
              <a:solidFill>
                <a:srgbClr val="3A599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6" name="pg346"/>
            <p:cNvSpPr/>
            <p:nvPr/>
          </p:nvSpPr>
          <p:spPr>
            <a:xfrm>
              <a:off x="5900478" y="277931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508A">
                <a:alpha val="100000"/>
              </a:srgbClr>
            </a:solidFill>
            <a:ln w="5420" cap="flat">
              <a:solidFill>
                <a:srgbClr val="3B508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7" name="pg347"/>
            <p:cNvSpPr/>
            <p:nvPr/>
          </p:nvSpPr>
          <p:spPr>
            <a:xfrm>
              <a:off x="5912115" y="277931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518B">
                <a:alpha val="100000"/>
              </a:srgbClr>
            </a:solidFill>
            <a:ln w="5420" cap="flat">
              <a:solidFill>
                <a:srgbClr val="3B518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8" name="pg348"/>
            <p:cNvSpPr/>
            <p:nvPr/>
          </p:nvSpPr>
          <p:spPr>
            <a:xfrm>
              <a:off x="5923753" y="277931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518B">
                <a:alpha val="100000"/>
              </a:srgbClr>
            </a:solidFill>
            <a:ln w="5420" cap="flat">
              <a:solidFill>
                <a:srgbClr val="3B518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9" name="pg349"/>
            <p:cNvSpPr/>
            <p:nvPr/>
          </p:nvSpPr>
          <p:spPr>
            <a:xfrm>
              <a:off x="5935390" y="277931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528C">
                <a:alpha val="100000"/>
              </a:srgbClr>
            </a:solidFill>
            <a:ln w="5420" cap="flat">
              <a:solidFill>
                <a:srgbClr val="3B528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0" name="pg350"/>
            <p:cNvSpPr/>
            <p:nvPr/>
          </p:nvSpPr>
          <p:spPr>
            <a:xfrm>
              <a:off x="5947027" y="277931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538D">
                <a:alpha val="100000"/>
              </a:srgbClr>
            </a:solidFill>
            <a:ln w="5420" cap="flat">
              <a:solidFill>
                <a:srgbClr val="3B538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1" name="pg351"/>
            <p:cNvSpPr/>
            <p:nvPr/>
          </p:nvSpPr>
          <p:spPr>
            <a:xfrm>
              <a:off x="5958665" y="277931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538E">
                <a:alpha val="100000"/>
              </a:srgbClr>
            </a:solidFill>
            <a:ln w="5420" cap="flat">
              <a:solidFill>
                <a:srgbClr val="3B538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2" name="pg352"/>
            <p:cNvSpPr/>
            <p:nvPr/>
          </p:nvSpPr>
          <p:spPr>
            <a:xfrm>
              <a:off x="5970302" y="277931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548F">
                <a:alpha val="100000"/>
              </a:srgbClr>
            </a:solidFill>
            <a:ln w="5420" cap="flat">
              <a:solidFill>
                <a:srgbClr val="3B548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3" name="pg353"/>
            <p:cNvSpPr/>
            <p:nvPr/>
          </p:nvSpPr>
          <p:spPr>
            <a:xfrm>
              <a:off x="5981939" y="277931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5590">
                <a:alpha val="100000"/>
              </a:srgbClr>
            </a:solidFill>
            <a:ln w="5420" cap="flat">
              <a:solidFill>
                <a:srgbClr val="3B559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4" name="pg354"/>
            <p:cNvSpPr/>
            <p:nvPr/>
          </p:nvSpPr>
          <p:spPr>
            <a:xfrm>
              <a:off x="5993577" y="277931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5591">
                <a:alpha val="100000"/>
              </a:srgbClr>
            </a:solidFill>
            <a:ln w="5420" cap="flat">
              <a:solidFill>
                <a:srgbClr val="3B559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5" name="pg355"/>
            <p:cNvSpPr/>
            <p:nvPr/>
          </p:nvSpPr>
          <p:spPr>
            <a:xfrm>
              <a:off x="6005214" y="277931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5591">
                <a:alpha val="100000"/>
              </a:srgbClr>
            </a:solidFill>
            <a:ln w="5420" cap="flat">
              <a:solidFill>
                <a:srgbClr val="3B559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6" name="pg356"/>
            <p:cNvSpPr/>
            <p:nvPr/>
          </p:nvSpPr>
          <p:spPr>
            <a:xfrm>
              <a:off x="6016851" y="277931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5692">
                <a:alpha val="100000"/>
              </a:srgbClr>
            </a:solidFill>
            <a:ln w="5420" cap="flat">
              <a:solidFill>
                <a:srgbClr val="3B569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7" name="pg357"/>
            <p:cNvSpPr/>
            <p:nvPr/>
          </p:nvSpPr>
          <p:spPr>
            <a:xfrm>
              <a:off x="6028488" y="277931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5692">
                <a:alpha val="100000"/>
              </a:srgbClr>
            </a:solidFill>
            <a:ln w="5420" cap="flat">
              <a:solidFill>
                <a:srgbClr val="3A569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8" name="pg358"/>
            <p:cNvSpPr/>
            <p:nvPr/>
          </p:nvSpPr>
          <p:spPr>
            <a:xfrm>
              <a:off x="6040126" y="277931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5692">
                <a:alpha val="100000"/>
              </a:srgbClr>
            </a:solidFill>
            <a:ln w="5420" cap="flat">
              <a:solidFill>
                <a:srgbClr val="3A569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9" name="pg359"/>
            <p:cNvSpPr/>
            <p:nvPr/>
          </p:nvSpPr>
          <p:spPr>
            <a:xfrm>
              <a:off x="6051763" y="277931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5793">
                <a:alpha val="100000"/>
              </a:srgbClr>
            </a:solidFill>
            <a:ln w="5420" cap="flat">
              <a:solidFill>
                <a:srgbClr val="3A579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0" name="pg360"/>
            <p:cNvSpPr/>
            <p:nvPr/>
          </p:nvSpPr>
          <p:spPr>
            <a:xfrm>
              <a:off x="6063400" y="277931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5793">
                <a:alpha val="100000"/>
              </a:srgbClr>
            </a:solidFill>
            <a:ln w="5420" cap="flat">
              <a:solidFill>
                <a:srgbClr val="3A579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1" name="pg361"/>
            <p:cNvSpPr/>
            <p:nvPr/>
          </p:nvSpPr>
          <p:spPr>
            <a:xfrm>
              <a:off x="6075038" y="277931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5794">
                <a:alpha val="100000"/>
              </a:srgbClr>
            </a:solidFill>
            <a:ln w="5420" cap="flat">
              <a:solidFill>
                <a:srgbClr val="3A579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2" name="pg362"/>
            <p:cNvSpPr/>
            <p:nvPr/>
          </p:nvSpPr>
          <p:spPr>
            <a:xfrm>
              <a:off x="6086675" y="277931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5794">
                <a:alpha val="100000"/>
              </a:srgbClr>
            </a:solidFill>
            <a:ln w="5420" cap="flat">
              <a:solidFill>
                <a:srgbClr val="3A579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3" name="pg363"/>
            <p:cNvSpPr/>
            <p:nvPr/>
          </p:nvSpPr>
          <p:spPr>
            <a:xfrm>
              <a:off x="6098312" y="277931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5894">
                <a:alpha val="100000"/>
              </a:srgbClr>
            </a:solidFill>
            <a:ln w="5420" cap="flat">
              <a:solidFill>
                <a:srgbClr val="3A589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4" name="pg364"/>
            <p:cNvSpPr/>
            <p:nvPr/>
          </p:nvSpPr>
          <p:spPr>
            <a:xfrm>
              <a:off x="6109950" y="277931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5894">
                <a:alpha val="100000"/>
              </a:srgbClr>
            </a:solidFill>
            <a:ln w="5420" cap="flat">
              <a:solidFill>
                <a:srgbClr val="3A589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5" name="pg365"/>
            <p:cNvSpPr/>
            <p:nvPr/>
          </p:nvSpPr>
          <p:spPr>
            <a:xfrm>
              <a:off x="6121587" y="277931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5895">
                <a:alpha val="100000"/>
              </a:srgbClr>
            </a:solidFill>
            <a:ln w="5420" cap="flat">
              <a:solidFill>
                <a:srgbClr val="3A589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6" name="pg366"/>
            <p:cNvSpPr/>
            <p:nvPr/>
          </p:nvSpPr>
          <p:spPr>
            <a:xfrm>
              <a:off x="6133224" y="277931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5895">
                <a:alpha val="100000"/>
              </a:srgbClr>
            </a:solidFill>
            <a:ln w="5420" cap="flat">
              <a:solidFill>
                <a:srgbClr val="3A589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7" name="pg367"/>
            <p:cNvSpPr/>
            <p:nvPr/>
          </p:nvSpPr>
          <p:spPr>
            <a:xfrm>
              <a:off x="6144862" y="277931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5895">
                <a:alpha val="100000"/>
              </a:srgbClr>
            </a:solidFill>
            <a:ln w="5420" cap="flat">
              <a:solidFill>
                <a:srgbClr val="3A589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8" name="pg368"/>
            <p:cNvSpPr/>
            <p:nvPr/>
          </p:nvSpPr>
          <p:spPr>
            <a:xfrm>
              <a:off x="6156499" y="277931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5895">
                <a:alpha val="100000"/>
              </a:srgbClr>
            </a:solidFill>
            <a:ln w="5420" cap="flat">
              <a:solidFill>
                <a:srgbClr val="3A589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9" name="pg369"/>
            <p:cNvSpPr/>
            <p:nvPr/>
          </p:nvSpPr>
          <p:spPr>
            <a:xfrm>
              <a:off x="5097502" y="279361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5E9C">
                <a:alpha val="100000"/>
              </a:srgbClr>
            </a:solidFill>
            <a:ln w="5420" cap="flat">
              <a:solidFill>
                <a:srgbClr val="395E9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0" name="pg370"/>
            <p:cNvSpPr/>
            <p:nvPr/>
          </p:nvSpPr>
          <p:spPr>
            <a:xfrm>
              <a:off x="5109139" y="279361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5E9C">
                <a:alpha val="100000"/>
              </a:srgbClr>
            </a:solidFill>
            <a:ln w="5420" cap="flat">
              <a:solidFill>
                <a:srgbClr val="395E9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1" name="pg371"/>
            <p:cNvSpPr/>
            <p:nvPr/>
          </p:nvSpPr>
          <p:spPr>
            <a:xfrm>
              <a:off x="5120777" y="279361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5D9C">
                <a:alpha val="100000"/>
              </a:srgbClr>
            </a:solidFill>
            <a:ln w="5420" cap="flat">
              <a:solidFill>
                <a:srgbClr val="395D9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2" name="pg372"/>
            <p:cNvSpPr/>
            <p:nvPr/>
          </p:nvSpPr>
          <p:spPr>
            <a:xfrm>
              <a:off x="5132414" y="279361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5D9C">
                <a:alpha val="100000"/>
              </a:srgbClr>
            </a:solidFill>
            <a:ln w="5420" cap="flat">
              <a:solidFill>
                <a:srgbClr val="395D9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3" name="pg373"/>
            <p:cNvSpPr/>
            <p:nvPr/>
          </p:nvSpPr>
          <p:spPr>
            <a:xfrm>
              <a:off x="5144051" y="279361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5C9B">
                <a:alpha val="100000"/>
              </a:srgbClr>
            </a:solidFill>
            <a:ln w="5420" cap="flat">
              <a:solidFill>
                <a:srgbClr val="395C9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4" name="pg374"/>
            <p:cNvSpPr/>
            <p:nvPr/>
          </p:nvSpPr>
          <p:spPr>
            <a:xfrm>
              <a:off x="5155689" y="279361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5C9A">
                <a:alpha val="100000"/>
              </a:srgbClr>
            </a:solidFill>
            <a:ln w="5420" cap="flat">
              <a:solidFill>
                <a:srgbClr val="395C9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5" name="pg375"/>
            <p:cNvSpPr/>
            <p:nvPr/>
          </p:nvSpPr>
          <p:spPr>
            <a:xfrm>
              <a:off x="5167326" y="279361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5B99">
                <a:alpha val="100000"/>
              </a:srgbClr>
            </a:solidFill>
            <a:ln w="5420" cap="flat">
              <a:solidFill>
                <a:srgbClr val="395B9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6" name="pg376"/>
            <p:cNvSpPr/>
            <p:nvPr/>
          </p:nvSpPr>
          <p:spPr>
            <a:xfrm>
              <a:off x="5178963" y="279361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5A98">
                <a:alpha val="100000"/>
              </a:srgbClr>
            </a:solidFill>
            <a:ln w="5420" cap="flat">
              <a:solidFill>
                <a:srgbClr val="3A5A9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7" name="pg377"/>
            <p:cNvSpPr/>
            <p:nvPr/>
          </p:nvSpPr>
          <p:spPr>
            <a:xfrm>
              <a:off x="5190601" y="279361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5A98">
                <a:alpha val="100000"/>
              </a:srgbClr>
            </a:solidFill>
            <a:ln w="5420" cap="flat">
              <a:solidFill>
                <a:srgbClr val="3A5A9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8" name="pg378"/>
            <p:cNvSpPr/>
            <p:nvPr/>
          </p:nvSpPr>
          <p:spPr>
            <a:xfrm>
              <a:off x="5900478" y="279361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508A">
                <a:alpha val="100000"/>
              </a:srgbClr>
            </a:solidFill>
            <a:ln w="5420" cap="flat">
              <a:solidFill>
                <a:srgbClr val="3B508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9" name="pg379"/>
            <p:cNvSpPr/>
            <p:nvPr/>
          </p:nvSpPr>
          <p:spPr>
            <a:xfrm>
              <a:off x="5912115" y="279361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518B">
                <a:alpha val="100000"/>
              </a:srgbClr>
            </a:solidFill>
            <a:ln w="5420" cap="flat">
              <a:solidFill>
                <a:srgbClr val="3B518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0" name="pg380"/>
            <p:cNvSpPr/>
            <p:nvPr/>
          </p:nvSpPr>
          <p:spPr>
            <a:xfrm>
              <a:off x="5923753" y="279361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528C">
                <a:alpha val="100000"/>
              </a:srgbClr>
            </a:solidFill>
            <a:ln w="5420" cap="flat">
              <a:solidFill>
                <a:srgbClr val="3B528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1" name="pg381"/>
            <p:cNvSpPr/>
            <p:nvPr/>
          </p:nvSpPr>
          <p:spPr>
            <a:xfrm>
              <a:off x="5935390" y="279361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528D">
                <a:alpha val="100000"/>
              </a:srgbClr>
            </a:solidFill>
            <a:ln w="5420" cap="flat">
              <a:solidFill>
                <a:srgbClr val="3B528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2" name="pg382"/>
            <p:cNvSpPr/>
            <p:nvPr/>
          </p:nvSpPr>
          <p:spPr>
            <a:xfrm>
              <a:off x="5947027" y="279361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538E">
                <a:alpha val="100000"/>
              </a:srgbClr>
            </a:solidFill>
            <a:ln w="5420" cap="flat">
              <a:solidFill>
                <a:srgbClr val="3B538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3" name="pg383"/>
            <p:cNvSpPr/>
            <p:nvPr/>
          </p:nvSpPr>
          <p:spPr>
            <a:xfrm>
              <a:off x="5958665" y="279361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548F">
                <a:alpha val="100000"/>
              </a:srgbClr>
            </a:solidFill>
            <a:ln w="5420" cap="flat">
              <a:solidFill>
                <a:srgbClr val="3B548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4" name="pg384"/>
            <p:cNvSpPr/>
            <p:nvPr/>
          </p:nvSpPr>
          <p:spPr>
            <a:xfrm>
              <a:off x="5970302" y="279361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548F">
                <a:alpha val="100000"/>
              </a:srgbClr>
            </a:solidFill>
            <a:ln w="5420" cap="flat">
              <a:solidFill>
                <a:srgbClr val="3B548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5" name="pg385"/>
            <p:cNvSpPr/>
            <p:nvPr/>
          </p:nvSpPr>
          <p:spPr>
            <a:xfrm>
              <a:off x="5981939" y="279361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5591">
                <a:alpha val="100000"/>
              </a:srgbClr>
            </a:solidFill>
            <a:ln w="5420" cap="flat">
              <a:solidFill>
                <a:srgbClr val="3B559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6" name="pg386"/>
            <p:cNvSpPr/>
            <p:nvPr/>
          </p:nvSpPr>
          <p:spPr>
            <a:xfrm>
              <a:off x="5993577" y="279361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5692">
                <a:alpha val="100000"/>
              </a:srgbClr>
            </a:solidFill>
            <a:ln w="5420" cap="flat">
              <a:solidFill>
                <a:srgbClr val="3B569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7" name="pg387"/>
            <p:cNvSpPr/>
            <p:nvPr/>
          </p:nvSpPr>
          <p:spPr>
            <a:xfrm>
              <a:off x="6005214" y="279361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5692">
                <a:alpha val="100000"/>
              </a:srgbClr>
            </a:solidFill>
            <a:ln w="5420" cap="flat">
              <a:solidFill>
                <a:srgbClr val="3A569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8" name="pg388"/>
            <p:cNvSpPr/>
            <p:nvPr/>
          </p:nvSpPr>
          <p:spPr>
            <a:xfrm>
              <a:off x="6016851" y="279361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5793">
                <a:alpha val="100000"/>
              </a:srgbClr>
            </a:solidFill>
            <a:ln w="5420" cap="flat">
              <a:solidFill>
                <a:srgbClr val="3A579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9" name="pg389"/>
            <p:cNvSpPr/>
            <p:nvPr/>
          </p:nvSpPr>
          <p:spPr>
            <a:xfrm>
              <a:off x="6028488" y="279361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5793">
                <a:alpha val="100000"/>
              </a:srgbClr>
            </a:solidFill>
            <a:ln w="5420" cap="flat">
              <a:solidFill>
                <a:srgbClr val="3A579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0" name="pg390"/>
            <p:cNvSpPr/>
            <p:nvPr/>
          </p:nvSpPr>
          <p:spPr>
            <a:xfrm>
              <a:off x="6040126" y="279361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5794">
                <a:alpha val="100000"/>
              </a:srgbClr>
            </a:solidFill>
            <a:ln w="5420" cap="flat">
              <a:solidFill>
                <a:srgbClr val="3A579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1" name="pg391"/>
            <p:cNvSpPr/>
            <p:nvPr/>
          </p:nvSpPr>
          <p:spPr>
            <a:xfrm>
              <a:off x="6051763" y="279361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5794">
                <a:alpha val="100000"/>
              </a:srgbClr>
            </a:solidFill>
            <a:ln w="5420" cap="flat">
              <a:solidFill>
                <a:srgbClr val="3A579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2" name="pg392"/>
            <p:cNvSpPr/>
            <p:nvPr/>
          </p:nvSpPr>
          <p:spPr>
            <a:xfrm>
              <a:off x="6063400" y="279361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5894">
                <a:alpha val="100000"/>
              </a:srgbClr>
            </a:solidFill>
            <a:ln w="5420" cap="flat">
              <a:solidFill>
                <a:srgbClr val="3A589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3" name="pg393"/>
            <p:cNvSpPr/>
            <p:nvPr/>
          </p:nvSpPr>
          <p:spPr>
            <a:xfrm>
              <a:off x="6075038" y="279361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5895">
                <a:alpha val="100000"/>
              </a:srgbClr>
            </a:solidFill>
            <a:ln w="5420" cap="flat">
              <a:solidFill>
                <a:srgbClr val="3A589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4" name="pg394"/>
            <p:cNvSpPr/>
            <p:nvPr/>
          </p:nvSpPr>
          <p:spPr>
            <a:xfrm>
              <a:off x="6086675" y="279361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5895">
                <a:alpha val="100000"/>
              </a:srgbClr>
            </a:solidFill>
            <a:ln w="5420" cap="flat">
              <a:solidFill>
                <a:srgbClr val="3A589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5" name="pg395"/>
            <p:cNvSpPr/>
            <p:nvPr/>
          </p:nvSpPr>
          <p:spPr>
            <a:xfrm>
              <a:off x="6098312" y="279361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5895">
                <a:alpha val="100000"/>
              </a:srgbClr>
            </a:solidFill>
            <a:ln w="5420" cap="flat">
              <a:solidFill>
                <a:srgbClr val="3A589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6" name="pg396"/>
            <p:cNvSpPr/>
            <p:nvPr/>
          </p:nvSpPr>
          <p:spPr>
            <a:xfrm>
              <a:off x="6109950" y="279361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5895">
                <a:alpha val="100000"/>
              </a:srgbClr>
            </a:solidFill>
            <a:ln w="5420" cap="flat">
              <a:solidFill>
                <a:srgbClr val="3A589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7" name="pg397"/>
            <p:cNvSpPr/>
            <p:nvPr/>
          </p:nvSpPr>
          <p:spPr>
            <a:xfrm>
              <a:off x="6121587" y="279361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5895">
                <a:alpha val="100000"/>
              </a:srgbClr>
            </a:solidFill>
            <a:ln w="5420" cap="flat">
              <a:solidFill>
                <a:srgbClr val="3A589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8" name="pg398"/>
            <p:cNvSpPr/>
            <p:nvPr/>
          </p:nvSpPr>
          <p:spPr>
            <a:xfrm>
              <a:off x="6133224" y="279361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5996">
                <a:alpha val="100000"/>
              </a:srgbClr>
            </a:solidFill>
            <a:ln w="5420" cap="flat">
              <a:solidFill>
                <a:srgbClr val="3A599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9" name="pg399"/>
            <p:cNvSpPr/>
            <p:nvPr/>
          </p:nvSpPr>
          <p:spPr>
            <a:xfrm>
              <a:off x="6144862" y="279361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5996">
                <a:alpha val="100000"/>
              </a:srgbClr>
            </a:solidFill>
            <a:ln w="5420" cap="flat">
              <a:solidFill>
                <a:srgbClr val="3A599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0" name="pg400"/>
            <p:cNvSpPr/>
            <p:nvPr/>
          </p:nvSpPr>
          <p:spPr>
            <a:xfrm>
              <a:off x="6156499" y="279361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5996">
                <a:alpha val="100000"/>
              </a:srgbClr>
            </a:solidFill>
            <a:ln w="5420" cap="flat">
              <a:solidFill>
                <a:srgbClr val="3A599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1" name="pg401"/>
            <p:cNvSpPr/>
            <p:nvPr/>
          </p:nvSpPr>
          <p:spPr>
            <a:xfrm>
              <a:off x="6168136" y="279361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5996">
                <a:alpha val="100000"/>
              </a:srgbClr>
            </a:solidFill>
            <a:ln w="5420" cap="flat">
              <a:solidFill>
                <a:srgbClr val="3A599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2" name="pg402"/>
            <p:cNvSpPr/>
            <p:nvPr/>
          </p:nvSpPr>
          <p:spPr>
            <a:xfrm>
              <a:off x="5097502" y="280791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5E9C">
                <a:alpha val="100000"/>
              </a:srgbClr>
            </a:solidFill>
            <a:ln w="5420" cap="flat">
              <a:solidFill>
                <a:srgbClr val="395E9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3" name="pg403"/>
            <p:cNvSpPr/>
            <p:nvPr/>
          </p:nvSpPr>
          <p:spPr>
            <a:xfrm>
              <a:off x="5109139" y="280791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5E9C">
                <a:alpha val="100000"/>
              </a:srgbClr>
            </a:solidFill>
            <a:ln w="5420" cap="flat">
              <a:solidFill>
                <a:srgbClr val="395E9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4" name="pg404"/>
            <p:cNvSpPr/>
            <p:nvPr/>
          </p:nvSpPr>
          <p:spPr>
            <a:xfrm>
              <a:off x="5120777" y="280791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5D9C">
                <a:alpha val="100000"/>
              </a:srgbClr>
            </a:solidFill>
            <a:ln w="5420" cap="flat">
              <a:solidFill>
                <a:srgbClr val="395D9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5" name="pg405"/>
            <p:cNvSpPr/>
            <p:nvPr/>
          </p:nvSpPr>
          <p:spPr>
            <a:xfrm>
              <a:off x="5132414" y="280791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5D9C">
                <a:alpha val="100000"/>
              </a:srgbClr>
            </a:solidFill>
            <a:ln w="5420" cap="flat">
              <a:solidFill>
                <a:srgbClr val="395D9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6" name="pg406"/>
            <p:cNvSpPr/>
            <p:nvPr/>
          </p:nvSpPr>
          <p:spPr>
            <a:xfrm>
              <a:off x="5144051" y="280791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5C9B">
                <a:alpha val="100000"/>
              </a:srgbClr>
            </a:solidFill>
            <a:ln w="5420" cap="flat">
              <a:solidFill>
                <a:srgbClr val="395C9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7" name="pg407"/>
            <p:cNvSpPr/>
            <p:nvPr/>
          </p:nvSpPr>
          <p:spPr>
            <a:xfrm>
              <a:off x="5155689" y="280791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5C9B">
                <a:alpha val="100000"/>
              </a:srgbClr>
            </a:solidFill>
            <a:ln w="5420" cap="flat">
              <a:solidFill>
                <a:srgbClr val="395C9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8" name="pg408"/>
            <p:cNvSpPr/>
            <p:nvPr/>
          </p:nvSpPr>
          <p:spPr>
            <a:xfrm>
              <a:off x="5888841" y="280791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4F88">
                <a:alpha val="100000"/>
              </a:srgbClr>
            </a:solidFill>
            <a:ln w="5420" cap="flat">
              <a:solidFill>
                <a:srgbClr val="3B4F8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9" name="pg409"/>
            <p:cNvSpPr/>
            <p:nvPr/>
          </p:nvSpPr>
          <p:spPr>
            <a:xfrm>
              <a:off x="5900478" y="280791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508A">
                <a:alpha val="100000"/>
              </a:srgbClr>
            </a:solidFill>
            <a:ln w="5420" cap="flat">
              <a:solidFill>
                <a:srgbClr val="3B508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0" name="pg410"/>
            <p:cNvSpPr/>
            <p:nvPr/>
          </p:nvSpPr>
          <p:spPr>
            <a:xfrm>
              <a:off x="5912115" y="280791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518B">
                <a:alpha val="100000"/>
              </a:srgbClr>
            </a:solidFill>
            <a:ln w="5420" cap="flat">
              <a:solidFill>
                <a:srgbClr val="3B518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1" name="pg411"/>
            <p:cNvSpPr/>
            <p:nvPr/>
          </p:nvSpPr>
          <p:spPr>
            <a:xfrm>
              <a:off x="5923753" y="280791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528C">
                <a:alpha val="100000"/>
              </a:srgbClr>
            </a:solidFill>
            <a:ln w="5420" cap="flat">
              <a:solidFill>
                <a:srgbClr val="3B528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2" name="pg412"/>
            <p:cNvSpPr/>
            <p:nvPr/>
          </p:nvSpPr>
          <p:spPr>
            <a:xfrm>
              <a:off x="5935390" y="280791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538D">
                <a:alpha val="100000"/>
              </a:srgbClr>
            </a:solidFill>
            <a:ln w="5420" cap="flat">
              <a:solidFill>
                <a:srgbClr val="3B538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3" name="pg413"/>
            <p:cNvSpPr/>
            <p:nvPr/>
          </p:nvSpPr>
          <p:spPr>
            <a:xfrm>
              <a:off x="5947027" y="280791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538E">
                <a:alpha val="100000"/>
              </a:srgbClr>
            </a:solidFill>
            <a:ln w="5420" cap="flat">
              <a:solidFill>
                <a:srgbClr val="3B538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4" name="pg414"/>
            <p:cNvSpPr/>
            <p:nvPr/>
          </p:nvSpPr>
          <p:spPr>
            <a:xfrm>
              <a:off x="5958665" y="280791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548F">
                <a:alpha val="100000"/>
              </a:srgbClr>
            </a:solidFill>
            <a:ln w="5420" cap="flat">
              <a:solidFill>
                <a:srgbClr val="3B548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5" name="pg415"/>
            <p:cNvSpPr/>
            <p:nvPr/>
          </p:nvSpPr>
          <p:spPr>
            <a:xfrm>
              <a:off x="5970302" y="280791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5590">
                <a:alpha val="100000"/>
              </a:srgbClr>
            </a:solidFill>
            <a:ln w="5420" cap="flat">
              <a:solidFill>
                <a:srgbClr val="3B559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6" name="pg416"/>
            <p:cNvSpPr/>
            <p:nvPr/>
          </p:nvSpPr>
          <p:spPr>
            <a:xfrm>
              <a:off x="5981939" y="280791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5692">
                <a:alpha val="100000"/>
              </a:srgbClr>
            </a:solidFill>
            <a:ln w="5420" cap="flat">
              <a:solidFill>
                <a:srgbClr val="3B569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7" name="pg417"/>
            <p:cNvSpPr/>
            <p:nvPr/>
          </p:nvSpPr>
          <p:spPr>
            <a:xfrm>
              <a:off x="5993577" y="280791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5692">
                <a:alpha val="100000"/>
              </a:srgbClr>
            </a:solidFill>
            <a:ln w="5420" cap="flat">
              <a:solidFill>
                <a:srgbClr val="3A569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8" name="pg418"/>
            <p:cNvSpPr/>
            <p:nvPr/>
          </p:nvSpPr>
          <p:spPr>
            <a:xfrm>
              <a:off x="6005214" y="280791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5693">
                <a:alpha val="100000"/>
              </a:srgbClr>
            </a:solidFill>
            <a:ln w="5420" cap="flat">
              <a:solidFill>
                <a:srgbClr val="3A569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9" name="pg419"/>
            <p:cNvSpPr/>
            <p:nvPr/>
          </p:nvSpPr>
          <p:spPr>
            <a:xfrm>
              <a:off x="6063400" y="280791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5895">
                <a:alpha val="100000"/>
              </a:srgbClr>
            </a:solidFill>
            <a:ln w="5420" cap="flat">
              <a:solidFill>
                <a:srgbClr val="3A589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0" name="pg420"/>
            <p:cNvSpPr/>
            <p:nvPr/>
          </p:nvSpPr>
          <p:spPr>
            <a:xfrm>
              <a:off x="6075038" y="280791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5895">
                <a:alpha val="100000"/>
              </a:srgbClr>
            </a:solidFill>
            <a:ln w="5420" cap="flat">
              <a:solidFill>
                <a:srgbClr val="3A589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1" name="pg421"/>
            <p:cNvSpPr/>
            <p:nvPr/>
          </p:nvSpPr>
          <p:spPr>
            <a:xfrm>
              <a:off x="6086675" y="280791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5895">
                <a:alpha val="100000"/>
              </a:srgbClr>
            </a:solidFill>
            <a:ln w="5420" cap="flat">
              <a:solidFill>
                <a:srgbClr val="3A589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2" name="pg422"/>
            <p:cNvSpPr/>
            <p:nvPr/>
          </p:nvSpPr>
          <p:spPr>
            <a:xfrm>
              <a:off x="6098312" y="280791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5996">
                <a:alpha val="100000"/>
              </a:srgbClr>
            </a:solidFill>
            <a:ln w="5420" cap="flat">
              <a:solidFill>
                <a:srgbClr val="3A599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3" name="pg423"/>
            <p:cNvSpPr/>
            <p:nvPr/>
          </p:nvSpPr>
          <p:spPr>
            <a:xfrm>
              <a:off x="6109950" y="280791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5996">
                <a:alpha val="100000"/>
              </a:srgbClr>
            </a:solidFill>
            <a:ln w="5420" cap="flat">
              <a:solidFill>
                <a:srgbClr val="3A599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4" name="pg424"/>
            <p:cNvSpPr/>
            <p:nvPr/>
          </p:nvSpPr>
          <p:spPr>
            <a:xfrm>
              <a:off x="6121587" y="280791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5996">
                <a:alpha val="100000"/>
              </a:srgbClr>
            </a:solidFill>
            <a:ln w="5420" cap="flat">
              <a:solidFill>
                <a:srgbClr val="3A599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5" name="pg425"/>
            <p:cNvSpPr/>
            <p:nvPr/>
          </p:nvSpPr>
          <p:spPr>
            <a:xfrm>
              <a:off x="6133224" y="280791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5996">
                <a:alpha val="100000"/>
              </a:srgbClr>
            </a:solidFill>
            <a:ln w="5420" cap="flat">
              <a:solidFill>
                <a:srgbClr val="3A599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6" name="pg426"/>
            <p:cNvSpPr/>
            <p:nvPr/>
          </p:nvSpPr>
          <p:spPr>
            <a:xfrm>
              <a:off x="6144862" y="280791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5996">
                <a:alpha val="100000"/>
              </a:srgbClr>
            </a:solidFill>
            <a:ln w="5420" cap="flat">
              <a:solidFill>
                <a:srgbClr val="3A599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7" name="pg427"/>
            <p:cNvSpPr/>
            <p:nvPr/>
          </p:nvSpPr>
          <p:spPr>
            <a:xfrm>
              <a:off x="6156499" y="280791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5996">
                <a:alpha val="100000"/>
              </a:srgbClr>
            </a:solidFill>
            <a:ln w="5420" cap="flat">
              <a:solidFill>
                <a:srgbClr val="3A599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8" name="pg428"/>
            <p:cNvSpPr/>
            <p:nvPr/>
          </p:nvSpPr>
          <p:spPr>
            <a:xfrm>
              <a:off x="5097502" y="282221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5E9C">
                <a:alpha val="100000"/>
              </a:srgbClr>
            </a:solidFill>
            <a:ln w="5420" cap="flat">
              <a:solidFill>
                <a:srgbClr val="395E9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9" name="pg429"/>
            <p:cNvSpPr/>
            <p:nvPr/>
          </p:nvSpPr>
          <p:spPr>
            <a:xfrm>
              <a:off x="5109139" y="282221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5E9C">
                <a:alpha val="100000"/>
              </a:srgbClr>
            </a:solidFill>
            <a:ln w="5420" cap="flat">
              <a:solidFill>
                <a:srgbClr val="395E9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0" name="pg430"/>
            <p:cNvSpPr/>
            <p:nvPr/>
          </p:nvSpPr>
          <p:spPr>
            <a:xfrm>
              <a:off x="5120777" y="282221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5D9C">
                <a:alpha val="100000"/>
              </a:srgbClr>
            </a:solidFill>
            <a:ln w="5420" cap="flat">
              <a:solidFill>
                <a:srgbClr val="395D9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1" name="pg431"/>
            <p:cNvSpPr/>
            <p:nvPr/>
          </p:nvSpPr>
          <p:spPr>
            <a:xfrm>
              <a:off x="5132414" y="282221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5D9C">
                <a:alpha val="100000"/>
              </a:srgbClr>
            </a:solidFill>
            <a:ln w="5420" cap="flat">
              <a:solidFill>
                <a:srgbClr val="395D9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2" name="pg432"/>
            <p:cNvSpPr/>
            <p:nvPr/>
          </p:nvSpPr>
          <p:spPr>
            <a:xfrm>
              <a:off x="5842291" y="282221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B82">
                <a:alpha val="100000"/>
              </a:srgbClr>
            </a:solidFill>
            <a:ln w="5420" cap="flat">
              <a:solidFill>
                <a:srgbClr val="3C4B8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3" name="pg433"/>
            <p:cNvSpPr/>
            <p:nvPr/>
          </p:nvSpPr>
          <p:spPr>
            <a:xfrm>
              <a:off x="5853929" y="282221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C83">
                <a:alpha val="100000"/>
              </a:srgbClr>
            </a:solidFill>
            <a:ln w="5420" cap="flat">
              <a:solidFill>
                <a:srgbClr val="3C4C8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4" name="pg434"/>
            <p:cNvSpPr/>
            <p:nvPr/>
          </p:nvSpPr>
          <p:spPr>
            <a:xfrm>
              <a:off x="5865566" y="282221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4D86">
                <a:alpha val="100000"/>
              </a:srgbClr>
            </a:solidFill>
            <a:ln w="5420" cap="flat">
              <a:solidFill>
                <a:srgbClr val="3B4D8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5" name="pg435"/>
            <p:cNvSpPr/>
            <p:nvPr/>
          </p:nvSpPr>
          <p:spPr>
            <a:xfrm>
              <a:off x="5877203" y="282221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4E87">
                <a:alpha val="100000"/>
              </a:srgbClr>
            </a:solidFill>
            <a:ln w="5420" cap="flat">
              <a:solidFill>
                <a:srgbClr val="3B4E8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6" name="pg436"/>
            <p:cNvSpPr/>
            <p:nvPr/>
          </p:nvSpPr>
          <p:spPr>
            <a:xfrm>
              <a:off x="5888841" y="282221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4F88">
                <a:alpha val="100000"/>
              </a:srgbClr>
            </a:solidFill>
            <a:ln w="5420" cap="flat">
              <a:solidFill>
                <a:srgbClr val="3B4F8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7" name="pg437"/>
            <p:cNvSpPr/>
            <p:nvPr/>
          </p:nvSpPr>
          <p:spPr>
            <a:xfrm>
              <a:off x="5900478" y="282221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508A">
                <a:alpha val="100000"/>
              </a:srgbClr>
            </a:solidFill>
            <a:ln w="5420" cap="flat">
              <a:solidFill>
                <a:srgbClr val="3B508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8" name="pg438"/>
            <p:cNvSpPr/>
            <p:nvPr/>
          </p:nvSpPr>
          <p:spPr>
            <a:xfrm>
              <a:off x="5912115" y="282221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518B">
                <a:alpha val="100000"/>
              </a:srgbClr>
            </a:solidFill>
            <a:ln w="5420" cap="flat">
              <a:solidFill>
                <a:srgbClr val="3B518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9" name="pg439"/>
            <p:cNvSpPr/>
            <p:nvPr/>
          </p:nvSpPr>
          <p:spPr>
            <a:xfrm>
              <a:off x="5923753" y="282221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528C">
                <a:alpha val="100000"/>
              </a:srgbClr>
            </a:solidFill>
            <a:ln w="5420" cap="flat">
              <a:solidFill>
                <a:srgbClr val="3B528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0" name="pg440"/>
            <p:cNvSpPr/>
            <p:nvPr/>
          </p:nvSpPr>
          <p:spPr>
            <a:xfrm>
              <a:off x="5935390" y="282221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538D">
                <a:alpha val="100000"/>
              </a:srgbClr>
            </a:solidFill>
            <a:ln w="5420" cap="flat">
              <a:solidFill>
                <a:srgbClr val="3B538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1" name="pg441"/>
            <p:cNvSpPr/>
            <p:nvPr/>
          </p:nvSpPr>
          <p:spPr>
            <a:xfrm>
              <a:off x="5947027" y="282221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548F">
                <a:alpha val="100000"/>
              </a:srgbClr>
            </a:solidFill>
            <a:ln w="5420" cap="flat">
              <a:solidFill>
                <a:srgbClr val="3B548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2" name="pg442"/>
            <p:cNvSpPr/>
            <p:nvPr/>
          </p:nvSpPr>
          <p:spPr>
            <a:xfrm>
              <a:off x="6040126" y="282221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5895">
                <a:alpha val="100000"/>
              </a:srgbClr>
            </a:solidFill>
            <a:ln w="5420" cap="flat">
              <a:solidFill>
                <a:srgbClr val="3A589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3" name="pg443"/>
            <p:cNvSpPr/>
            <p:nvPr/>
          </p:nvSpPr>
          <p:spPr>
            <a:xfrm>
              <a:off x="6051763" y="282221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5895">
                <a:alpha val="100000"/>
              </a:srgbClr>
            </a:solidFill>
            <a:ln w="5420" cap="flat">
              <a:solidFill>
                <a:srgbClr val="3A589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4" name="pg444"/>
            <p:cNvSpPr/>
            <p:nvPr/>
          </p:nvSpPr>
          <p:spPr>
            <a:xfrm>
              <a:off x="6063400" y="282221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5996">
                <a:alpha val="100000"/>
              </a:srgbClr>
            </a:solidFill>
            <a:ln w="5420" cap="flat">
              <a:solidFill>
                <a:srgbClr val="3A599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5" name="pg445"/>
            <p:cNvSpPr/>
            <p:nvPr/>
          </p:nvSpPr>
          <p:spPr>
            <a:xfrm>
              <a:off x="6075038" y="282221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5996">
                <a:alpha val="100000"/>
              </a:srgbClr>
            </a:solidFill>
            <a:ln w="5420" cap="flat">
              <a:solidFill>
                <a:srgbClr val="3A599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6" name="pg446"/>
            <p:cNvSpPr/>
            <p:nvPr/>
          </p:nvSpPr>
          <p:spPr>
            <a:xfrm>
              <a:off x="6086675" y="282221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5996">
                <a:alpha val="100000"/>
              </a:srgbClr>
            </a:solidFill>
            <a:ln w="5420" cap="flat">
              <a:solidFill>
                <a:srgbClr val="3A599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7" name="pg447"/>
            <p:cNvSpPr/>
            <p:nvPr/>
          </p:nvSpPr>
          <p:spPr>
            <a:xfrm>
              <a:off x="6098312" y="282221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5996">
                <a:alpha val="100000"/>
              </a:srgbClr>
            </a:solidFill>
            <a:ln w="5420" cap="flat">
              <a:solidFill>
                <a:srgbClr val="3A599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8" name="pg448"/>
            <p:cNvSpPr/>
            <p:nvPr/>
          </p:nvSpPr>
          <p:spPr>
            <a:xfrm>
              <a:off x="6109950" y="282221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5996">
                <a:alpha val="100000"/>
              </a:srgbClr>
            </a:solidFill>
            <a:ln w="5420" cap="flat">
              <a:solidFill>
                <a:srgbClr val="3A599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9" name="pg449"/>
            <p:cNvSpPr/>
            <p:nvPr/>
          </p:nvSpPr>
          <p:spPr>
            <a:xfrm>
              <a:off x="6121587" y="282221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5996">
                <a:alpha val="100000"/>
              </a:srgbClr>
            </a:solidFill>
            <a:ln w="5420" cap="flat">
              <a:solidFill>
                <a:srgbClr val="3A599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0" name="pg450"/>
            <p:cNvSpPr/>
            <p:nvPr/>
          </p:nvSpPr>
          <p:spPr>
            <a:xfrm>
              <a:off x="6133224" y="282221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5996">
                <a:alpha val="100000"/>
              </a:srgbClr>
            </a:solidFill>
            <a:ln w="5420" cap="flat">
              <a:solidFill>
                <a:srgbClr val="3A599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1" name="pg451"/>
            <p:cNvSpPr/>
            <p:nvPr/>
          </p:nvSpPr>
          <p:spPr>
            <a:xfrm>
              <a:off x="6144862" y="282221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5996">
                <a:alpha val="100000"/>
              </a:srgbClr>
            </a:solidFill>
            <a:ln w="5420" cap="flat">
              <a:solidFill>
                <a:srgbClr val="3A599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2" name="pg452"/>
            <p:cNvSpPr/>
            <p:nvPr/>
          </p:nvSpPr>
          <p:spPr>
            <a:xfrm>
              <a:off x="5725918" y="283651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4072">
                <a:alpha val="100000"/>
              </a:srgbClr>
            </a:solidFill>
            <a:ln w="5420" cap="flat">
              <a:solidFill>
                <a:srgbClr val="3B407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3" name="pg453"/>
            <p:cNvSpPr/>
            <p:nvPr/>
          </p:nvSpPr>
          <p:spPr>
            <a:xfrm>
              <a:off x="5737555" y="283651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173">
                <a:alpha val="100000"/>
              </a:srgbClr>
            </a:solidFill>
            <a:ln w="5420" cap="flat">
              <a:solidFill>
                <a:srgbClr val="3C417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4" name="pg454"/>
            <p:cNvSpPr/>
            <p:nvPr/>
          </p:nvSpPr>
          <p:spPr>
            <a:xfrm>
              <a:off x="5749193" y="283651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276">
                <a:alpha val="100000"/>
              </a:srgbClr>
            </a:solidFill>
            <a:ln w="5420" cap="flat">
              <a:solidFill>
                <a:srgbClr val="3C427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5" name="pg455"/>
            <p:cNvSpPr/>
            <p:nvPr/>
          </p:nvSpPr>
          <p:spPr>
            <a:xfrm>
              <a:off x="5760830" y="283651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377">
                <a:alpha val="100000"/>
              </a:srgbClr>
            </a:solidFill>
            <a:ln w="5420" cap="flat">
              <a:solidFill>
                <a:srgbClr val="3C437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6" name="pg456"/>
            <p:cNvSpPr/>
            <p:nvPr/>
          </p:nvSpPr>
          <p:spPr>
            <a:xfrm>
              <a:off x="5772467" y="283651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478">
                <a:alpha val="100000"/>
              </a:srgbClr>
            </a:solidFill>
            <a:ln w="5420" cap="flat">
              <a:solidFill>
                <a:srgbClr val="3C447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7" name="pg457"/>
            <p:cNvSpPr/>
            <p:nvPr/>
          </p:nvSpPr>
          <p:spPr>
            <a:xfrm>
              <a:off x="5784105" y="283651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57A">
                <a:alpha val="100000"/>
              </a:srgbClr>
            </a:solidFill>
            <a:ln w="5420" cap="flat">
              <a:solidFill>
                <a:srgbClr val="3C457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8" name="pg458"/>
            <p:cNvSpPr/>
            <p:nvPr/>
          </p:nvSpPr>
          <p:spPr>
            <a:xfrm>
              <a:off x="5795742" y="283651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67B">
                <a:alpha val="100000"/>
              </a:srgbClr>
            </a:solidFill>
            <a:ln w="5420" cap="flat">
              <a:solidFill>
                <a:srgbClr val="3C467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9" name="pg459"/>
            <p:cNvSpPr/>
            <p:nvPr/>
          </p:nvSpPr>
          <p:spPr>
            <a:xfrm>
              <a:off x="5807379" y="283651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77D">
                <a:alpha val="100000"/>
              </a:srgbClr>
            </a:solidFill>
            <a:ln w="5420" cap="flat">
              <a:solidFill>
                <a:srgbClr val="3C477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0" name="pg460"/>
            <p:cNvSpPr/>
            <p:nvPr/>
          </p:nvSpPr>
          <p:spPr>
            <a:xfrm>
              <a:off x="5819017" y="283651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87E">
                <a:alpha val="100000"/>
              </a:srgbClr>
            </a:solidFill>
            <a:ln w="5420" cap="flat">
              <a:solidFill>
                <a:srgbClr val="3C487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1" name="pg461"/>
            <p:cNvSpPr/>
            <p:nvPr/>
          </p:nvSpPr>
          <p:spPr>
            <a:xfrm>
              <a:off x="5830654" y="283651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980">
                <a:alpha val="100000"/>
              </a:srgbClr>
            </a:solidFill>
            <a:ln w="5420" cap="flat">
              <a:solidFill>
                <a:srgbClr val="3C498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2" name="pg462"/>
            <p:cNvSpPr/>
            <p:nvPr/>
          </p:nvSpPr>
          <p:spPr>
            <a:xfrm>
              <a:off x="5842291" y="283651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A81">
                <a:alpha val="100000"/>
              </a:srgbClr>
            </a:solidFill>
            <a:ln w="5420" cap="flat">
              <a:solidFill>
                <a:srgbClr val="3C4A8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3" name="pg463"/>
            <p:cNvSpPr/>
            <p:nvPr/>
          </p:nvSpPr>
          <p:spPr>
            <a:xfrm>
              <a:off x="5853929" y="283651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B83">
                <a:alpha val="100000"/>
              </a:srgbClr>
            </a:solidFill>
            <a:ln w="5420" cap="flat">
              <a:solidFill>
                <a:srgbClr val="3C4B8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4" name="pg464"/>
            <p:cNvSpPr/>
            <p:nvPr/>
          </p:nvSpPr>
          <p:spPr>
            <a:xfrm>
              <a:off x="5865566" y="283651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4D86">
                <a:alpha val="100000"/>
              </a:srgbClr>
            </a:solidFill>
            <a:ln w="5420" cap="flat">
              <a:solidFill>
                <a:srgbClr val="3B4D8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5" name="pg465"/>
            <p:cNvSpPr/>
            <p:nvPr/>
          </p:nvSpPr>
          <p:spPr>
            <a:xfrm>
              <a:off x="5877203" y="283651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4E87">
                <a:alpha val="100000"/>
              </a:srgbClr>
            </a:solidFill>
            <a:ln w="5420" cap="flat">
              <a:solidFill>
                <a:srgbClr val="3B4E8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6" name="pg466"/>
            <p:cNvSpPr/>
            <p:nvPr/>
          </p:nvSpPr>
          <p:spPr>
            <a:xfrm>
              <a:off x="5888841" y="283651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4F89">
                <a:alpha val="100000"/>
              </a:srgbClr>
            </a:solidFill>
            <a:ln w="5420" cap="flat">
              <a:solidFill>
                <a:srgbClr val="3B4F8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7" name="pg467"/>
            <p:cNvSpPr/>
            <p:nvPr/>
          </p:nvSpPr>
          <p:spPr>
            <a:xfrm>
              <a:off x="5900478" y="283651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508A">
                <a:alpha val="100000"/>
              </a:srgbClr>
            </a:solidFill>
            <a:ln w="5420" cap="flat">
              <a:solidFill>
                <a:srgbClr val="3B508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8" name="pg468"/>
            <p:cNvSpPr/>
            <p:nvPr/>
          </p:nvSpPr>
          <p:spPr>
            <a:xfrm>
              <a:off x="5912115" y="283651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518B">
                <a:alpha val="100000"/>
              </a:srgbClr>
            </a:solidFill>
            <a:ln w="5420" cap="flat">
              <a:solidFill>
                <a:srgbClr val="3B518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9" name="pg469"/>
            <p:cNvSpPr/>
            <p:nvPr/>
          </p:nvSpPr>
          <p:spPr>
            <a:xfrm>
              <a:off x="5923753" y="283651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528D">
                <a:alpha val="100000"/>
              </a:srgbClr>
            </a:solidFill>
            <a:ln w="5420" cap="flat">
              <a:solidFill>
                <a:srgbClr val="3B528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0" name="pg470"/>
            <p:cNvSpPr/>
            <p:nvPr/>
          </p:nvSpPr>
          <p:spPr>
            <a:xfrm>
              <a:off x="5935390" y="283651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538E">
                <a:alpha val="100000"/>
              </a:srgbClr>
            </a:solidFill>
            <a:ln w="5420" cap="flat">
              <a:solidFill>
                <a:srgbClr val="3B538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1" name="pg471"/>
            <p:cNvSpPr/>
            <p:nvPr/>
          </p:nvSpPr>
          <p:spPr>
            <a:xfrm>
              <a:off x="5947027" y="283651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548F">
                <a:alpha val="100000"/>
              </a:srgbClr>
            </a:solidFill>
            <a:ln w="5420" cap="flat">
              <a:solidFill>
                <a:srgbClr val="3B548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2" name="pg472"/>
            <p:cNvSpPr/>
            <p:nvPr/>
          </p:nvSpPr>
          <p:spPr>
            <a:xfrm>
              <a:off x="6016851" y="283651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5895">
                <a:alpha val="100000"/>
              </a:srgbClr>
            </a:solidFill>
            <a:ln w="5420" cap="flat">
              <a:solidFill>
                <a:srgbClr val="3A589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3" name="pg473"/>
            <p:cNvSpPr/>
            <p:nvPr/>
          </p:nvSpPr>
          <p:spPr>
            <a:xfrm>
              <a:off x="6028488" y="283651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5996">
                <a:alpha val="100000"/>
              </a:srgbClr>
            </a:solidFill>
            <a:ln w="5420" cap="flat">
              <a:solidFill>
                <a:srgbClr val="3A599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4" name="pg474"/>
            <p:cNvSpPr/>
            <p:nvPr/>
          </p:nvSpPr>
          <p:spPr>
            <a:xfrm>
              <a:off x="6040126" y="283651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5996">
                <a:alpha val="100000"/>
              </a:srgbClr>
            </a:solidFill>
            <a:ln w="5420" cap="flat">
              <a:solidFill>
                <a:srgbClr val="3A599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5" name="pg475"/>
            <p:cNvSpPr/>
            <p:nvPr/>
          </p:nvSpPr>
          <p:spPr>
            <a:xfrm>
              <a:off x="6051763" y="283651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5996">
                <a:alpha val="100000"/>
              </a:srgbClr>
            </a:solidFill>
            <a:ln w="5420" cap="flat">
              <a:solidFill>
                <a:srgbClr val="3A599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6" name="pg476"/>
            <p:cNvSpPr/>
            <p:nvPr/>
          </p:nvSpPr>
          <p:spPr>
            <a:xfrm>
              <a:off x="6063400" y="283651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5997">
                <a:alpha val="100000"/>
              </a:srgbClr>
            </a:solidFill>
            <a:ln w="5420" cap="flat">
              <a:solidFill>
                <a:srgbClr val="3A599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7" name="pg477"/>
            <p:cNvSpPr/>
            <p:nvPr/>
          </p:nvSpPr>
          <p:spPr>
            <a:xfrm>
              <a:off x="6075038" y="283651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5997">
                <a:alpha val="100000"/>
              </a:srgbClr>
            </a:solidFill>
            <a:ln w="5420" cap="flat">
              <a:solidFill>
                <a:srgbClr val="3A599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8" name="pg478"/>
            <p:cNvSpPr/>
            <p:nvPr/>
          </p:nvSpPr>
          <p:spPr>
            <a:xfrm>
              <a:off x="6086675" y="283651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5997">
                <a:alpha val="100000"/>
              </a:srgbClr>
            </a:solidFill>
            <a:ln w="5420" cap="flat">
              <a:solidFill>
                <a:srgbClr val="3A599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9" name="pg479"/>
            <p:cNvSpPr/>
            <p:nvPr/>
          </p:nvSpPr>
          <p:spPr>
            <a:xfrm>
              <a:off x="6098312" y="283651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5A97">
                <a:alpha val="100000"/>
              </a:srgbClr>
            </a:solidFill>
            <a:ln w="5420" cap="flat">
              <a:solidFill>
                <a:srgbClr val="3A5A9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0" name="pg480"/>
            <p:cNvSpPr/>
            <p:nvPr/>
          </p:nvSpPr>
          <p:spPr>
            <a:xfrm>
              <a:off x="6109950" y="283651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5A97">
                <a:alpha val="100000"/>
              </a:srgbClr>
            </a:solidFill>
            <a:ln w="5420" cap="flat">
              <a:solidFill>
                <a:srgbClr val="3A5A9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1" name="pg481"/>
            <p:cNvSpPr/>
            <p:nvPr/>
          </p:nvSpPr>
          <p:spPr>
            <a:xfrm>
              <a:off x="6121587" y="283651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5997">
                <a:alpha val="100000"/>
              </a:srgbClr>
            </a:solidFill>
            <a:ln w="5420" cap="flat">
              <a:solidFill>
                <a:srgbClr val="3A599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2" name="pg482"/>
            <p:cNvSpPr/>
            <p:nvPr/>
          </p:nvSpPr>
          <p:spPr>
            <a:xfrm>
              <a:off x="5714281" y="285081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3D6F">
                <a:alpha val="100000"/>
              </a:srgbClr>
            </a:solidFill>
            <a:ln w="5420" cap="flat">
              <a:solidFill>
                <a:srgbClr val="3B3D6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3" name="pg483"/>
            <p:cNvSpPr/>
            <p:nvPr/>
          </p:nvSpPr>
          <p:spPr>
            <a:xfrm>
              <a:off x="5725918" y="285081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3E70">
                <a:alpha val="100000"/>
              </a:srgbClr>
            </a:solidFill>
            <a:ln w="5420" cap="flat">
              <a:solidFill>
                <a:srgbClr val="3B3E7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4" name="pg484"/>
            <p:cNvSpPr/>
            <p:nvPr/>
          </p:nvSpPr>
          <p:spPr>
            <a:xfrm>
              <a:off x="5737555" y="285081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3F71">
                <a:alpha val="100000"/>
              </a:srgbClr>
            </a:solidFill>
            <a:ln w="5420" cap="flat">
              <a:solidFill>
                <a:srgbClr val="3B3F7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5" name="pg485"/>
            <p:cNvSpPr/>
            <p:nvPr/>
          </p:nvSpPr>
          <p:spPr>
            <a:xfrm>
              <a:off x="5749193" y="285081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174">
                <a:alpha val="100000"/>
              </a:srgbClr>
            </a:solidFill>
            <a:ln w="5420" cap="flat">
              <a:solidFill>
                <a:srgbClr val="3C417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6" name="pg486"/>
            <p:cNvSpPr/>
            <p:nvPr/>
          </p:nvSpPr>
          <p:spPr>
            <a:xfrm>
              <a:off x="5760830" y="285081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276">
                <a:alpha val="100000"/>
              </a:srgbClr>
            </a:solidFill>
            <a:ln w="5420" cap="flat">
              <a:solidFill>
                <a:srgbClr val="3C427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7" name="pg487"/>
            <p:cNvSpPr/>
            <p:nvPr/>
          </p:nvSpPr>
          <p:spPr>
            <a:xfrm>
              <a:off x="5772467" y="285081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377">
                <a:alpha val="100000"/>
              </a:srgbClr>
            </a:solidFill>
            <a:ln w="5420" cap="flat">
              <a:solidFill>
                <a:srgbClr val="3C437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8" name="pg488"/>
            <p:cNvSpPr/>
            <p:nvPr/>
          </p:nvSpPr>
          <p:spPr>
            <a:xfrm>
              <a:off x="5784105" y="285081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479">
                <a:alpha val="100000"/>
              </a:srgbClr>
            </a:solidFill>
            <a:ln w="5420" cap="flat">
              <a:solidFill>
                <a:srgbClr val="3C447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9" name="pg489"/>
            <p:cNvSpPr/>
            <p:nvPr/>
          </p:nvSpPr>
          <p:spPr>
            <a:xfrm>
              <a:off x="5795742" y="285081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57A">
                <a:alpha val="100000"/>
              </a:srgbClr>
            </a:solidFill>
            <a:ln w="5420" cap="flat">
              <a:solidFill>
                <a:srgbClr val="3C457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0" name="pg490"/>
            <p:cNvSpPr/>
            <p:nvPr/>
          </p:nvSpPr>
          <p:spPr>
            <a:xfrm>
              <a:off x="5807379" y="285081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77C">
                <a:alpha val="100000"/>
              </a:srgbClr>
            </a:solidFill>
            <a:ln w="5420" cap="flat">
              <a:solidFill>
                <a:srgbClr val="3C477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1" name="pg491"/>
            <p:cNvSpPr/>
            <p:nvPr/>
          </p:nvSpPr>
          <p:spPr>
            <a:xfrm>
              <a:off x="5819017" y="285081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87E">
                <a:alpha val="100000"/>
              </a:srgbClr>
            </a:solidFill>
            <a:ln w="5420" cap="flat">
              <a:solidFill>
                <a:srgbClr val="3C487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2" name="pg492"/>
            <p:cNvSpPr/>
            <p:nvPr/>
          </p:nvSpPr>
          <p:spPr>
            <a:xfrm>
              <a:off x="5830654" y="285081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97F">
                <a:alpha val="100000"/>
              </a:srgbClr>
            </a:solidFill>
            <a:ln w="5420" cap="flat">
              <a:solidFill>
                <a:srgbClr val="3C497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3" name="pg493"/>
            <p:cNvSpPr/>
            <p:nvPr/>
          </p:nvSpPr>
          <p:spPr>
            <a:xfrm>
              <a:off x="5842291" y="285081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A81">
                <a:alpha val="100000"/>
              </a:srgbClr>
            </a:solidFill>
            <a:ln w="5420" cap="flat">
              <a:solidFill>
                <a:srgbClr val="3C4A8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4" name="pg494"/>
            <p:cNvSpPr/>
            <p:nvPr/>
          </p:nvSpPr>
          <p:spPr>
            <a:xfrm>
              <a:off x="5853929" y="285081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B82">
                <a:alpha val="100000"/>
              </a:srgbClr>
            </a:solidFill>
            <a:ln w="5420" cap="flat">
              <a:solidFill>
                <a:srgbClr val="3C4B8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5" name="pg495"/>
            <p:cNvSpPr/>
            <p:nvPr/>
          </p:nvSpPr>
          <p:spPr>
            <a:xfrm>
              <a:off x="5865566" y="285081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4D86">
                <a:alpha val="100000"/>
              </a:srgbClr>
            </a:solidFill>
            <a:ln w="5420" cap="flat">
              <a:solidFill>
                <a:srgbClr val="3B4D8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6" name="pg496"/>
            <p:cNvSpPr/>
            <p:nvPr/>
          </p:nvSpPr>
          <p:spPr>
            <a:xfrm>
              <a:off x="5877203" y="285081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4E87">
                <a:alpha val="100000"/>
              </a:srgbClr>
            </a:solidFill>
            <a:ln w="5420" cap="flat">
              <a:solidFill>
                <a:srgbClr val="3B4E8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7" name="pg497"/>
            <p:cNvSpPr/>
            <p:nvPr/>
          </p:nvSpPr>
          <p:spPr>
            <a:xfrm>
              <a:off x="5888841" y="285081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5089">
                <a:alpha val="100000"/>
              </a:srgbClr>
            </a:solidFill>
            <a:ln w="5420" cap="flat">
              <a:solidFill>
                <a:srgbClr val="3B508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8" name="pg498"/>
            <p:cNvSpPr/>
            <p:nvPr/>
          </p:nvSpPr>
          <p:spPr>
            <a:xfrm>
              <a:off x="5900478" y="285081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518A">
                <a:alpha val="100000"/>
              </a:srgbClr>
            </a:solidFill>
            <a:ln w="5420" cap="flat">
              <a:solidFill>
                <a:srgbClr val="3B518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9" name="pg499"/>
            <p:cNvSpPr/>
            <p:nvPr/>
          </p:nvSpPr>
          <p:spPr>
            <a:xfrm>
              <a:off x="5912115" y="285081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528C">
                <a:alpha val="100000"/>
              </a:srgbClr>
            </a:solidFill>
            <a:ln w="5420" cap="flat">
              <a:solidFill>
                <a:srgbClr val="3B528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0" name="pg500"/>
            <p:cNvSpPr/>
            <p:nvPr/>
          </p:nvSpPr>
          <p:spPr>
            <a:xfrm>
              <a:off x="5923753" y="285081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538D">
                <a:alpha val="100000"/>
              </a:srgbClr>
            </a:solidFill>
            <a:ln w="5420" cap="flat">
              <a:solidFill>
                <a:srgbClr val="3B538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1" name="pg501"/>
            <p:cNvSpPr/>
            <p:nvPr/>
          </p:nvSpPr>
          <p:spPr>
            <a:xfrm>
              <a:off x="5935390" y="285081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548E">
                <a:alpha val="100000"/>
              </a:srgbClr>
            </a:solidFill>
            <a:ln w="5420" cap="flat">
              <a:solidFill>
                <a:srgbClr val="3B548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2" name="pg502"/>
            <p:cNvSpPr/>
            <p:nvPr/>
          </p:nvSpPr>
          <p:spPr>
            <a:xfrm>
              <a:off x="6005214" y="285081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5896">
                <a:alpha val="100000"/>
              </a:srgbClr>
            </a:solidFill>
            <a:ln w="5420" cap="flat">
              <a:solidFill>
                <a:srgbClr val="3A589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3" name="pg503"/>
            <p:cNvSpPr/>
            <p:nvPr/>
          </p:nvSpPr>
          <p:spPr>
            <a:xfrm>
              <a:off x="6016851" y="285081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5996">
                <a:alpha val="100000"/>
              </a:srgbClr>
            </a:solidFill>
            <a:ln w="5420" cap="flat">
              <a:solidFill>
                <a:srgbClr val="3A599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4" name="pg504"/>
            <p:cNvSpPr/>
            <p:nvPr/>
          </p:nvSpPr>
          <p:spPr>
            <a:xfrm>
              <a:off x="6028488" y="285081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5997">
                <a:alpha val="100000"/>
              </a:srgbClr>
            </a:solidFill>
            <a:ln w="5420" cap="flat">
              <a:solidFill>
                <a:srgbClr val="3A599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5" name="pg505"/>
            <p:cNvSpPr/>
            <p:nvPr/>
          </p:nvSpPr>
          <p:spPr>
            <a:xfrm>
              <a:off x="6040126" y="285081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5997">
                <a:alpha val="100000"/>
              </a:srgbClr>
            </a:solidFill>
            <a:ln w="5420" cap="flat">
              <a:solidFill>
                <a:srgbClr val="3A599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6" name="pg506"/>
            <p:cNvSpPr/>
            <p:nvPr/>
          </p:nvSpPr>
          <p:spPr>
            <a:xfrm>
              <a:off x="6051763" y="285081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5A97">
                <a:alpha val="100000"/>
              </a:srgbClr>
            </a:solidFill>
            <a:ln w="5420" cap="flat">
              <a:solidFill>
                <a:srgbClr val="3A5A9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7" name="pg507"/>
            <p:cNvSpPr/>
            <p:nvPr/>
          </p:nvSpPr>
          <p:spPr>
            <a:xfrm>
              <a:off x="6063400" y="285081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5A97">
                <a:alpha val="100000"/>
              </a:srgbClr>
            </a:solidFill>
            <a:ln w="5420" cap="flat">
              <a:solidFill>
                <a:srgbClr val="3A5A9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8" name="pg508"/>
            <p:cNvSpPr/>
            <p:nvPr/>
          </p:nvSpPr>
          <p:spPr>
            <a:xfrm>
              <a:off x="6075038" y="285081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5A98">
                <a:alpha val="100000"/>
              </a:srgbClr>
            </a:solidFill>
            <a:ln w="5420" cap="flat">
              <a:solidFill>
                <a:srgbClr val="3A5A9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9" name="pg509"/>
            <p:cNvSpPr/>
            <p:nvPr/>
          </p:nvSpPr>
          <p:spPr>
            <a:xfrm>
              <a:off x="6086675" y="285081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5A98">
                <a:alpha val="100000"/>
              </a:srgbClr>
            </a:solidFill>
            <a:ln w="5420" cap="flat">
              <a:solidFill>
                <a:srgbClr val="3A5A9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0" name="pg510"/>
            <p:cNvSpPr/>
            <p:nvPr/>
          </p:nvSpPr>
          <p:spPr>
            <a:xfrm>
              <a:off x="6098312" y="285081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5A98">
                <a:alpha val="100000"/>
              </a:srgbClr>
            </a:solidFill>
            <a:ln w="5420" cap="flat">
              <a:solidFill>
                <a:srgbClr val="3A5A9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1" name="pg511"/>
            <p:cNvSpPr/>
            <p:nvPr/>
          </p:nvSpPr>
          <p:spPr>
            <a:xfrm>
              <a:off x="6109950" y="285081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5A98">
                <a:alpha val="100000"/>
              </a:srgbClr>
            </a:solidFill>
            <a:ln w="5420" cap="flat">
              <a:solidFill>
                <a:srgbClr val="3A5A9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2" name="pg512"/>
            <p:cNvSpPr/>
            <p:nvPr/>
          </p:nvSpPr>
          <p:spPr>
            <a:xfrm>
              <a:off x="5702643" y="286511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3B6B">
                <a:alpha val="100000"/>
              </a:srgbClr>
            </a:solidFill>
            <a:ln w="5420" cap="flat">
              <a:solidFill>
                <a:srgbClr val="3B3B6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3" name="pg513"/>
            <p:cNvSpPr/>
            <p:nvPr/>
          </p:nvSpPr>
          <p:spPr>
            <a:xfrm>
              <a:off x="5714281" y="286511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3C6D">
                <a:alpha val="100000"/>
              </a:srgbClr>
            </a:solidFill>
            <a:ln w="5420" cap="flat">
              <a:solidFill>
                <a:srgbClr val="3B3C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4" name="pg514"/>
            <p:cNvSpPr/>
            <p:nvPr/>
          </p:nvSpPr>
          <p:spPr>
            <a:xfrm>
              <a:off x="5725918" y="286511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3D6E">
                <a:alpha val="100000"/>
              </a:srgbClr>
            </a:solidFill>
            <a:ln w="5420" cap="flat">
              <a:solidFill>
                <a:srgbClr val="3B3D6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5" name="pg515"/>
            <p:cNvSpPr/>
            <p:nvPr/>
          </p:nvSpPr>
          <p:spPr>
            <a:xfrm>
              <a:off x="5737555" y="286511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3E6F">
                <a:alpha val="100000"/>
              </a:srgbClr>
            </a:solidFill>
            <a:ln w="5420" cap="flat">
              <a:solidFill>
                <a:srgbClr val="3B3E6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6" name="pg516"/>
            <p:cNvSpPr/>
            <p:nvPr/>
          </p:nvSpPr>
          <p:spPr>
            <a:xfrm>
              <a:off x="5749193" y="286511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073">
                <a:alpha val="100000"/>
              </a:srgbClr>
            </a:solidFill>
            <a:ln w="5420" cap="flat">
              <a:solidFill>
                <a:srgbClr val="3C407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7" name="pg517"/>
            <p:cNvSpPr/>
            <p:nvPr/>
          </p:nvSpPr>
          <p:spPr>
            <a:xfrm>
              <a:off x="5760830" y="286511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174">
                <a:alpha val="100000"/>
              </a:srgbClr>
            </a:solidFill>
            <a:ln w="5420" cap="flat">
              <a:solidFill>
                <a:srgbClr val="3C417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8" name="pg518"/>
            <p:cNvSpPr/>
            <p:nvPr/>
          </p:nvSpPr>
          <p:spPr>
            <a:xfrm>
              <a:off x="5772467" y="286511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276">
                <a:alpha val="100000"/>
              </a:srgbClr>
            </a:solidFill>
            <a:ln w="5420" cap="flat">
              <a:solidFill>
                <a:srgbClr val="3C427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9" name="pg519"/>
            <p:cNvSpPr/>
            <p:nvPr/>
          </p:nvSpPr>
          <p:spPr>
            <a:xfrm>
              <a:off x="5784105" y="286511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478">
                <a:alpha val="100000"/>
              </a:srgbClr>
            </a:solidFill>
            <a:ln w="5420" cap="flat">
              <a:solidFill>
                <a:srgbClr val="3C447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0" name="pg520"/>
            <p:cNvSpPr/>
            <p:nvPr/>
          </p:nvSpPr>
          <p:spPr>
            <a:xfrm>
              <a:off x="5795742" y="286511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57A">
                <a:alpha val="100000"/>
              </a:srgbClr>
            </a:solidFill>
            <a:ln w="5420" cap="flat">
              <a:solidFill>
                <a:srgbClr val="3C457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1" name="pg521"/>
            <p:cNvSpPr/>
            <p:nvPr/>
          </p:nvSpPr>
          <p:spPr>
            <a:xfrm>
              <a:off x="5807379" y="286511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67B">
                <a:alpha val="100000"/>
              </a:srgbClr>
            </a:solidFill>
            <a:ln w="5420" cap="flat">
              <a:solidFill>
                <a:srgbClr val="3C467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2" name="pg522"/>
            <p:cNvSpPr/>
            <p:nvPr/>
          </p:nvSpPr>
          <p:spPr>
            <a:xfrm>
              <a:off x="5819017" y="286511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77D">
                <a:alpha val="100000"/>
              </a:srgbClr>
            </a:solidFill>
            <a:ln w="5420" cap="flat">
              <a:solidFill>
                <a:srgbClr val="3C477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3" name="pg523"/>
            <p:cNvSpPr/>
            <p:nvPr/>
          </p:nvSpPr>
          <p:spPr>
            <a:xfrm>
              <a:off x="5830654" y="286511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97F">
                <a:alpha val="100000"/>
              </a:srgbClr>
            </a:solidFill>
            <a:ln w="5420" cap="flat">
              <a:solidFill>
                <a:srgbClr val="3C497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4" name="pg524"/>
            <p:cNvSpPr/>
            <p:nvPr/>
          </p:nvSpPr>
          <p:spPr>
            <a:xfrm>
              <a:off x="5842291" y="286511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A80">
                <a:alpha val="100000"/>
              </a:srgbClr>
            </a:solidFill>
            <a:ln w="5420" cap="flat">
              <a:solidFill>
                <a:srgbClr val="3C4A8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5" name="pg525"/>
            <p:cNvSpPr/>
            <p:nvPr/>
          </p:nvSpPr>
          <p:spPr>
            <a:xfrm>
              <a:off x="5853929" y="286511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B82">
                <a:alpha val="100000"/>
              </a:srgbClr>
            </a:solidFill>
            <a:ln w="5420" cap="flat">
              <a:solidFill>
                <a:srgbClr val="3C4B8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6" name="pg526"/>
            <p:cNvSpPr/>
            <p:nvPr/>
          </p:nvSpPr>
          <p:spPr>
            <a:xfrm>
              <a:off x="5865566" y="286511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4D86">
                <a:alpha val="100000"/>
              </a:srgbClr>
            </a:solidFill>
            <a:ln w="5420" cap="flat">
              <a:solidFill>
                <a:srgbClr val="3B4D8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7" name="pg527"/>
            <p:cNvSpPr/>
            <p:nvPr/>
          </p:nvSpPr>
          <p:spPr>
            <a:xfrm>
              <a:off x="5877203" y="286511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4F87">
                <a:alpha val="100000"/>
              </a:srgbClr>
            </a:solidFill>
            <a:ln w="5420" cap="flat">
              <a:solidFill>
                <a:srgbClr val="3B4F8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8" name="pg528"/>
            <p:cNvSpPr/>
            <p:nvPr/>
          </p:nvSpPr>
          <p:spPr>
            <a:xfrm>
              <a:off x="5888841" y="286511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5089">
                <a:alpha val="100000"/>
              </a:srgbClr>
            </a:solidFill>
            <a:ln w="5420" cap="flat">
              <a:solidFill>
                <a:srgbClr val="3B508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9" name="pg529"/>
            <p:cNvSpPr/>
            <p:nvPr/>
          </p:nvSpPr>
          <p:spPr>
            <a:xfrm>
              <a:off x="5900478" y="286511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518B">
                <a:alpha val="100000"/>
              </a:srgbClr>
            </a:solidFill>
            <a:ln w="5420" cap="flat">
              <a:solidFill>
                <a:srgbClr val="3B518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0" name="pg530"/>
            <p:cNvSpPr/>
            <p:nvPr/>
          </p:nvSpPr>
          <p:spPr>
            <a:xfrm>
              <a:off x="5912115" y="286511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528C">
                <a:alpha val="100000"/>
              </a:srgbClr>
            </a:solidFill>
            <a:ln w="5420" cap="flat">
              <a:solidFill>
                <a:srgbClr val="3B528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1" name="pg531"/>
            <p:cNvSpPr/>
            <p:nvPr/>
          </p:nvSpPr>
          <p:spPr>
            <a:xfrm>
              <a:off x="5923753" y="286511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538E">
                <a:alpha val="100000"/>
              </a:srgbClr>
            </a:solidFill>
            <a:ln w="5420" cap="flat">
              <a:solidFill>
                <a:srgbClr val="3B538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2" name="pg532"/>
            <p:cNvSpPr/>
            <p:nvPr/>
          </p:nvSpPr>
          <p:spPr>
            <a:xfrm>
              <a:off x="6005214" y="286511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5997">
                <a:alpha val="100000"/>
              </a:srgbClr>
            </a:solidFill>
            <a:ln w="5420" cap="flat">
              <a:solidFill>
                <a:srgbClr val="3A599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3" name="pg533"/>
            <p:cNvSpPr/>
            <p:nvPr/>
          </p:nvSpPr>
          <p:spPr>
            <a:xfrm>
              <a:off x="6016851" y="286511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5A97">
                <a:alpha val="100000"/>
              </a:srgbClr>
            </a:solidFill>
            <a:ln w="5420" cap="flat">
              <a:solidFill>
                <a:srgbClr val="3A5A9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4" name="pg534"/>
            <p:cNvSpPr/>
            <p:nvPr/>
          </p:nvSpPr>
          <p:spPr>
            <a:xfrm>
              <a:off x="6028488" y="286511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5A98">
                <a:alpha val="100000"/>
              </a:srgbClr>
            </a:solidFill>
            <a:ln w="5420" cap="flat">
              <a:solidFill>
                <a:srgbClr val="3A5A9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5" name="pg535"/>
            <p:cNvSpPr/>
            <p:nvPr/>
          </p:nvSpPr>
          <p:spPr>
            <a:xfrm>
              <a:off x="6040126" y="286511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5A98">
                <a:alpha val="100000"/>
              </a:srgbClr>
            </a:solidFill>
            <a:ln w="5420" cap="flat">
              <a:solidFill>
                <a:srgbClr val="3A5A9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6" name="pg536"/>
            <p:cNvSpPr/>
            <p:nvPr/>
          </p:nvSpPr>
          <p:spPr>
            <a:xfrm>
              <a:off x="6051763" y="286511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5A98">
                <a:alpha val="100000"/>
              </a:srgbClr>
            </a:solidFill>
            <a:ln w="5420" cap="flat">
              <a:solidFill>
                <a:srgbClr val="3A5A9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7" name="pg537"/>
            <p:cNvSpPr/>
            <p:nvPr/>
          </p:nvSpPr>
          <p:spPr>
            <a:xfrm>
              <a:off x="6063400" y="286511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5A98">
                <a:alpha val="100000"/>
              </a:srgbClr>
            </a:solidFill>
            <a:ln w="5420" cap="flat">
              <a:solidFill>
                <a:srgbClr val="3A5A9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8" name="pg538"/>
            <p:cNvSpPr/>
            <p:nvPr/>
          </p:nvSpPr>
          <p:spPr>
            <a:xfrm>
              <a:off x="6075038" y="286511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5B98">
                <a:alpha val="100000"/>
              </a:srgbClr>
            </a:solidFill>
            <a:ln w="5420" cap="flat">
              <a:solidFill>
                <a:srgbClr val="3A5B9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9" name="pg539"/>
            <p:cNvSpPr/>
            <p:nvPr/>
          </p:nvSpPr>
          <p:spPr>
            <a:xfrm>
              <a:off x="6086675" y="286511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5B98">
                <a:alpha val="100000"/>
              </a:srgbClr>
            </a:solidFill>
            <a:ln w="5420" cap="flat">
              <a:solidFill>
                <a:srgbClr val="3A5B9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0" name="pg540"/>
            <p:cNvSpPr/>
            <p:nvPr/>
          </p:nvSpPr>
          <p:spPr>
            <a:xfrm>
              <a:off x="5702643" y="287941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3968">
                <a:alpha val="100000"/>
              </a:srgbClr>
            </a:solidFill>
            <a:ln w="5420" cap="flat">
              <a:solidFill>
                <a:srgbClr val="3B396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1" name="pg541"/>
            <p:cNvSpPr/>
            <p:nvPr/>
          </p:nvSpPr>
          <p:spPr>
            <a:xfrm>
              <a:off x="5714281" y="287941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3A6A">
                <a:alpha val="100000"/>
              </a:srgbClr>
            </a:solidFill>
            <a:ln w="5420" cap="flat">
              <a:solidFill>
                <a:srgbClr val="3B3A6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2" name="pg542"/>
            <p:cNvSpPr/>
            <p:nvPr/>
          </p:nvSpPr>
          <p:spPr>
            <a:xfrm>
              <a:off x="5725918" y="287941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3B6C">
                <a:alpha val="100000"/>
              </a:srgbClr>
            </a:solidFill>
            <a:ln w="5420" cap="flat">
              <a:solidFill>
                <a:srgbClr val="3B3B6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3" name="pg543"/>
            <p:cNvSpPr/>
            <p:nvPr/>
          </p:nvSpPr>
          <p:spPr>
            <a:xfrm>
              <a:off x="5737555" y="287941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3C6D">
                <a:alpha val="100000"/>
              </a:srgbClr>
            </a:solidFill>
            <a:ln w="5420" cap="flat">
              <a:solidFill>
                <a:srgbClr val="3B3C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4" name="pg544"/>
            <p:cNvSpPr/>
            <p:nvPr/>
          </p:nvSpPr>
          <p:spPr>
            <a:xfrm>
              <a:off x="5749193" y="287941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3F71">
                <a:alpha val="100000"/>
              </a:srgbClr>
            </a:solidFill>
            <a:ln w="5420" cap="flat">
              <a:solidFill>
                <a:srgbClr val="3B3F7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5" name="pg545"/>
            <p:cNvSpPr/>
            <p:nvPr/>
          </p:nvSpPr>
          <p:spPr>
            <a:xfrm>
              <a:off x="5760830" y="287941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073">
                <a:alpha val="100000"/>
              </a:srgbClr>
            </a:solidFill>
            <a:ln w="5420" cap="flat">
              <a:solidFill>
                <a:srgbClr val="3C407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6" name="pg546"/>
            <p:cNvSpPr/>
            <p:nvPr/>
          </p:nvSpPr>
          <p:spPr>
            <a:xfrm>
              <a:off x="5772467" y="287941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275">
                <a:alpha val="100000"/>
              </a:srgbClr>
            </a:solidFill>
            <a:ln w="5420" cap="flat">
              <a:solidFill>
                <a:srgbClr val="3C427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7" name="pg547"/>
            <p:cNvSpPr/>
            <p:nvPr/>
          </p:nvSpPr>
          <p:spPr>
            <a:xfrm>
              <a:off x="5784105" y="287941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377">
                <a:alpha val="100000"/>
              </a:srgbClr>
            </a:solidFill>
            <a:ln w="5420" cap="flat">
              <a:solidFill>
                <a:srgbClr val="3C437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8" name="pg548"/>
            <p:cNvSpPr/>
            <p:nvPr/>
          </p:nvSpPr>
          <p:spPr>
            <a:xfrm>
              <a:off x="5795742" y="287941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479">
                <a:alpha val="100000"/>
              </a:srgbClr>
            </a:solidFill>
            <a:ln w="5420" cap="flat">
              <a:solidFill>
                <a:srgbClr val="3C447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9" name="pg549"/>
            <p:cNvSpPr/>
            <p:nvPr/>
          </p:nvSpPr>
          <p:spPr>
            <a:xfrm>
              <a:off x="5807379" y="287941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67B">
                <a:alpha val="100000"/>
              </a:srgbClr>
            </a:solidFill>
            <a:ln w="5420" cap="flat">
              <a:solidFill>
                <a:srgbClr val="3C467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0" name="pg550"/>
            <p:cNvSpPr/>
            <p:nvPr/>
          </p:nvSpPr>
          <p:spPr>
            <a:xfrm>
              <a:off x="5819017" y="287941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77D">
                <a:alpha val="100000"/>
              </a:srgbClr>
            </a:solidFill>
            <a:ln w="5420" cap="flat">
              <a:solidFill>
                <a:srgbClr val="3C477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1" name="pg551"/>
            <p:cNvSpPr/>
            <p:nvPr/>
          </p:nvSpPr>
          <p:spPr>
            <a:xfrm>
              <a:off x="5830654" y="287941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87E">
                <a:alpha val="100000"/>
              </a:srgbClr>
            </a:solidFill>
            <a:ln w="5420" cap="flat">
              <a:solidFill>
                <a:srgbClr val="3C487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2" name="pg552"/>
            <p:cNvSpPr/>
            <p:nvPr/>
          </p:nvSpPr>
          <p:spPr>
            <a:xfrm>
              <a:off x="5842291" y="287941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A80">
                <a:alpha val="100000"/>
              </a:srgbClr>
            </a:solidFill>
            <a:ln w="5420" cap="flat">
              <a:solidFill>
                <a:srgbClr val="3C4A8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3" name="pg553"/>
            <p:cNvSpPr/>
            <p:nvPr/>
          </p:nvSpPr>
          <p:spPr>
            <a:xfrm>
              <a:off x="5853929" y="287941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B82">
                <a:alpha val="100000"/>
              </a:srgbClr>
            </a:solidFill>
            <a:ln w="5420" cap="flat">
              <a:solidFill>
                <a:srgbClr val="3C4B8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4" name="pg554"/>
            <p:cNvSpPr/>
            <p:nvPr/>
          </p:nvSpPr>
          <p:spPr>
            <a:xfrm>
              <a:off x="5865566" y="287941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4D86">
                <a:alpha val="100000"/>
              </a:srgbClr>
            </a:solidFill>
            <a:ln w="5420" cap="flat">
              <a:solidFill>
                <a:srgbClr val="3B4D8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5" name="pg555"/>
            <p:cNvSpPr/>
            <p:nvPr/>
          </p:nvSpPr>
          <p:spPr>
            <a:xfrm>
              <a:off x="5877203" y="287941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4F87">
                <a:alpha val="100000"/>
              </a:srgbClr>
            </a:solidFill>
            <a:ln w="5420" cap="flat">
              <a:solidFill>
                <a:srgbClr val="3B4F8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6" name="pg556"/>
            <p:cNvSpPr/>
            <p:nvPr/>
          </p:nvSpPr>
          <p:spPr>
            <a:xfrm>
              <a:off x="6005214" y="287941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5A98">
                <a:alpha val="100000"/>
              </a:srgbClr>
            </a:solidFill>
            <a:ln w="5420" cap="flat">
              <a:solidFill>
                <a:srgbClr val="3A5A9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7" name="pg557"/>
            <p:cNvSpPr/>
            <p:nvPr/>
          </p:nvSpPr>
          <p:spPr>
            <a:xfrm>
              <a:off x="6016851" y="287941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5A98">
                <a:alpha val="100000"/>
              </a:srgbClr>
            </a:solidFill>
            <a:ln w="5420" cap="flat">
              <a:solidFill>
                <a:srgbClr val="3A5A9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8" name="pg558"/>
            <p:cNvSpPr/>
            <p:nvPr/>
          </p:nvSpPr>
          <p:spPr>
            <a:xfrm>
              <a:off x="6028488" y="287941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5B99">
                <a:alpha val="100000"/>
              </a:srgbClr>
            </a:solidFill>
            <a:ln w="5420" cap="flat">
              <a:solidFill>
                <a:srgbClr val="3A5B9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9" name="pg559"/>
            <p:cNvSpPr/>
            <p:nvPr/>
          </p:nvSpPr>
          <p:spPr>
            <a:xfrm>
              <a:off x="6040126" y="287941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5B99">
                <a:alpha val="100000"/>
              </a:srgbClr>
            </a:solidFill>
            <a:ln w="5420" cap="flat">
              <a:solidFill>
                <a:srgbClr val="3A5B9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0" name="pg560"/>
            <p:cNvSpPr/>
            <p:nvPr/>
          </p:nvSpPr>
          <p:spPr>
            <a:xfrm>
              <a:off x="6051763" y="287941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5B99">
                <a:alpha val="100000"/>
              </a:srgbClr>
            </a:solidFill>
            <a:ln w="5420" cap="flat">
              <a:solidFill>
                <a:srgbClr val="395B9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1" name="pg561"/>
            <p:cNvSpPr/>
            <p:nvPr/>
          </p:nvSpPr>
          <p:spPr>
            <a:xfrm>
              <a:off x="6063400" y="287941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5B99">
                <a:alpha val="100000"/>
              </a:srgbClr>
            </a:solidFill>
            <a:ln w="5420" cap="flat">
              <a:solidFill>
                <a:srgbClr val="395B9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2" name="pg562"/>
            <p:cNvSpPr/>
            <p:nvPr/>
          </p:nvSpPr>
          <p:spPr>
            <a:xfrm>
              <a:off x="5691006" y="289371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3564">
                <a:alpha val="100000"/>
              </a:srgbClr>
            </a:solidFill>
            <a:ln w="5420" cap="flat">
              <a:solidFill>
                <a:srgbClr val="3A356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3" name="pg563"/>
            <p:cNvSpPr/>
            <p:nvPr/>
          </p:nvSpPr>
          <p:spPr>
            <a:xfrm>
              <a:off x="5702643" y="289371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3765">
                <a:alpha val="100000"/>
              </a:srgbClr>
            </a:solidFill>
            <a:ln w="5420" cap="flat">
              <a:solidFill>
                <a:srgbClr val="3B376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4" name="pg564"/>
            <p:cNvSpPr/>
            <p:nvPr/>
          </p:nvSpPr>
          <p:spPr>
            <a:xfrm>
              <a:off x="5714281" y="289371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3867">
                <a:alpha val="100000"/>
              </a:srgbClr>
            </a:solidFill>
            <a:ln w="5420" cap="flat">
              <a:solidFill>
                <a:srgbClr val="3B386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5" name="pg565"/>
            <p:cNvSpPr/>
            <p:nvPr/>
          </p:nvSpPr>
          <p:spPr>
            <a:xfrm>
              <a:off x="5725918" y="289371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3A6A">
                <a:alpha val="100000"/>
              </a:srgbClr>
            </a:solidFill>
            <a:ln w="5420" cap="flat">
              <a:solidFill>
                <a:srgbClr val="3B3A6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6" name="pg566"/>
            <p:cNvSpPr/>
            <p:nvPr/>
          </p:nvSpPr>
          <p:spPr>
            <a:xfrm>
              <a:off x="5737555" y="289371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3B6C">
                <a:alpha val="100000"/>
              </a:srgbClr>
            </a:solidFill>
            <a:ln w="5420" cap="flat">
              <a:solidFill>
                <a:srgbClr val="3B3B6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7" name="pg567"/>
            <p:cNvSpPr/>
            <p:nvPr/>
          </p:nvSpPr>
          <p:spPr>
            <a:xfrm>
              <a:off x="5749193" y="289371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3E70">
                <a:alpha val="100000"/>
              </a:srgbClr>
            </a:solidFill>
            <a:ln w="5420" cap="flat">
              <a:solidFill>
                <a:srgbClr val="3B3E7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8" name="pg568"/>
            <p:cNvSpPr/>
            <p:nvPr/>
          </p:nvSpPr>
          <p:spPr>
            <a:xfrm>
              <a:off x="5760830" y="289371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4072">
                <a:alpha val="100000"/>
              </a:srgbClr>
            </a:solidFill>
            <a:ln w="5420" cap="flat">
              <a:solidFill>
                <a:srgbClr val="3B407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9" name="pg569"/>
            <p:cNvSpPr/>
            <p:nvPr/>
          </p:nvSpPr>
          <p:spPr>
            <a:xfrm>
              <a:off x="5772467" y="289371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174">
                <a:alpha val="100000"/>
              </a:srgbClr>
            </a:solidFill>
            <a:ln w="5420" cap="flat">
              <a:solidFill>
                <a:srgbClr val="3C417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0" name="pg570"/>
            <p:cNvSpPr/>
            <p:nvPr/>
          </p:nvSpPr>
          <p:spPr>
            <a:xfrm>
              <a:off x="5784105" y="289371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376">
                <a:alpha val="100000"/>
              </a:srgbClr>
            </a:solidFill>
            <a:ln w="5420" cap="flat">
              <a:solidFill>
                <a:srgbClr val="3C437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1" name="pg571"/>
            <p:cNvSpPr/>
            <p:nvPr/>
          </p:nvSpPr>
          <p:spPr>
            <a:xfrm>
              <a:off x="5795742" y="289371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478">
                <a:alpha val="100000"/>
              </a:srgbClr>
            </a:solidFill>
            <a:ln w="5420" cap="flat">
              <a:solidFill>
                <a:srgbClr val="3C447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2" name="pg572"/>
            <p:cNvSpPr/>
            <p:nvPr/>
          </p:nvSpPr>
          <p:spPr>
            <a:xfrm>
              <a:off x="5807379" y="289371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57A">
                <a:alpha val="100000"/>
              </a:srgbClr>
            </a:solidFill>
            <a:ln w="5420" cap="flat">
              <a:solidFill>
                <a:srgbClr val="3C457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3" name="pg573"/>
            <p:cNvSpPr/>
            <p:nvPr/>
          </p:nvSpPr>
          <p:spPr>
            <a:xfrm>
              <a:off x="5819017" y="289371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77C">
                <a:alpha val="100000"/>
              </a:srgbClr>
            </a:solidFill>
            <a:ln w="5420" cap="flat">
              <a:solidFill>
                <a:srgbClr val="3C477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4" name="pg574"/>
            <p:cNvSpPr/>
            <p:nvPr/>
          </p:nvSpPr>
          <p:spPr>
            <a:xfrm>
              <a:off x="5830654" y="289371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87E">
                <a:alpha val="100000"/>
              </a:srgbClr>
            </a:solidFill>
            <a:ln w="5420" cap="flat">
              <a:solidFill>
                <a:srgbClr val="3C487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5" name="pg575"/>
            <p:cNvSpPr/>
            <p:nvPr/>
          </p:nvSpPr>
          <p:spPr>
            <a:xfrm>
              <a:off x="5842291" y="289371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980">
                <a:alpha val="100000"/>
              </a:srgbClr>
            </a:solidFill>
            <a:ln w="5420" cap="flat">
              <a:solidFill>
                <a:srgbClr val="3C498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6" name="pg576"/>
            <p:cNvSpPr/>
            <p:nvPr/>
          </p:nvSpPr>
          <p:spPr>
            <a:xfrm>
              <a:off x="5993577" y="289371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5A98">
                <a:alpha val="100000"/>
              </a:srgbClr>
            </a:solidFill>
            <a:ln w="5420" cap="flat">
              <a:solidFill>
                <a:srgbClr val="3A5A9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7" name="pg577"/>
            <p:cNvSpPr/>
            <p:nvPr/>
          </p:nvSpPr>
          <p:spPr>
            <a:xfrm>
              <a:off x="6005214" y="289371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5B99">
                <a:alpha val="100000"/>
              </a:srgbClr>
            </a:solidFill>
            <a:ln w="5420" cap="flat">
              <a:solidFill>
                <a:srgbClr val="3A5B9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8" name="pg578"/>
            <p:cNvSpPr/>
            <p:nvPr/>
          </p:nvSpPr>
          <p:spPr>
            <a:xfrm>
              <a:off x="6016851" y="289371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5B99">
                <a:alpha val="100000"/>
              </a:srgbClr>
            </a:solidFill>
            <a:ln w="5420" cap="flat">
              <a:solidFill>
                <a:srgbClr val="395B9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9" name="pg579"/>
            <p:cNvSpPr/>
            <p:nvPr/>
          </p:nvSpPr>
          <p:spPr>
            <a:xfrm>
              <a:off x="6028488" y="289371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5B9A">
                <a:alpha val="100000"/>
              </a:srgbClr>
            </a:solidFill>
            <a:ln w="5420" cap="flat">
              <a:solidFill>
                <a:srgbClr val="395B9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0" name="pg580"/>
            <p:cNvSpPr/>
            <p:nvPr/>
          </p:nvSpPr>
          <p:spPr>
            <a:xfrm>
              <a:off x="6040126" y="289371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5C9A">
                <a:alpha val="100000"/>
              </a:srgbClr>
            </a:solidFill>
            <a:ln w="5420" cap="flat">
              <a:solidFill>
                <a:srgbClr val="395C9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1" name="pg581"/>
            <p:cNvSpPr/>
            <p:nvPr/>
          </p:nvSpPr>
          <p:spPr>
            <a:xfrm>
              <a:off x="6051763" y="289371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5C9A">
                <a:alpha val="100000"/>
              </a:srgbClr>
            </a:solidFill>
            <a:ln w="5420" cap="flat">
              <a:solidFill>
                <a:srgbClr val="395C9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2" name="pg582"/>
            <p:cNvSpPr/>
            <p:nvPr/>
          </p:nvSpPr>
          <p:spPr>
            <a:xfrm>
              <a:off x="5632819" y="290801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3665">
                <a:alpha val="100000"/>
              </a:srgbClr>
            </a:solidFill>
            <a:ln w="5420" cap="flat">
              <a:solidFill>
                <a:srgbClr val="3A366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3" name="pg583"/>
            <p:cNvSpPr/>
            <p:nvPr/>
          </p:nvSpPr>
          <p:spPr>
            <a:xfrm>
              <a:off x="5644457" y="290801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3360">
                <a:alpha val="100000"/>
              </a:srgbClr>
            </a:solidFill>
            <a:ln w="5420" cap="flat">
              <a:solidFill>
                <a:srgbClr val="3A336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4" name="pg584"/>
            <p:cNvSpPr/>
            <p:nvPr/>
          </p:nvSpPr>
          <p:spPr>
            <a:xfrm>
              <a:off x="5656094" y="290801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315D">
                <a:alpha val="100000"/>
              </a:srgbClr>
            </a:solidFill>
            <a:ln w="5420" cap="flat">
              <a:solidFill>
                <a:srgbClr val="3A315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5" name="pg585"/>
            <p:cNvSpPr/>
            <p:nvPr/>
          </p:nvSpPr>
          <p:spPr>
            <a:xfrm>
              <a:off x="5667731" y="290801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305C">
                <a:alpha val="100000"/>
              </a:srgbClr>
            </a:solidFill>
            <a:ln w="5420" cap="flat">
              <a:solidFill>
                <a:srgbClr val="3930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6" name="pg586"/>
            <p:cNvSpPr/>
            <p:nvPr/>
          </p:nvSpPr>
          <p:spPr>
            <a:xfrm>
              <a:off x="5679369" y="290801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315E">
                <a:alpha val="100000"/>
              </a:srgbClr>
            </a:solidFill>
            <a:ln w="5420" cap="flat">
              <a:solidFill>
                <a:srgbClr val="3A315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7" name="pg587"/>
            <p:cNvSpPr/>
            <p:nvPr/>
          </p:nvSpPr>
          <p:spPr>
            <a:xfrm>
              <a:off x="5691006" y="290801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3360">
                <a:alpha val="100000"/>
              </a:srgbClr>
            </a:solidFill>
            <a:ln w="5420" cap="flat">
              <a:solidFill>
                <a:srgbClr val="3A336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8" name="pg588"/>
            <p:cNvSpPr/>
            <p:nvPr/>
          </p:nvSpPr>
          <p:spPr>
            <a:xfrm>
              <a:off x="5702643" y="290801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3563">
                <a:alpha val="100000"/>
              </a:srgbClr>
            </a:solidFill>
            <a:ln w="5420" cap="flat">
              <a:solidFill>
                <a:srgbClr val="3A356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9" name="pg589"/>
            <p:cNvSpPr/>
            <p:nvPr/>
          </p:nvSpPr>
          <p:spPr>
            <a:xfrm>
              <a:off x="5714281" y="290801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3765">
                <a:alpha val="100000"/>
              </a:srgbClr>
            </a:solidFill>
            <a:ln w="5420" cap="flat">
              <a:solidFill>
                <a:srgbClr val="3B376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0" name="pg590"/>
            <p:cNvSpPr/>
            <p:nvPr/>
          </p:nvSpPr>
          <p:spPr>
            <a:xfrm>
              <a:off x="5725918" y="290801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3868">
                <a:alpha val="100000"/>
              </a:srgbClr>
            </a:solidFill>
            <a:ln w="5420" cap="flat">
              <a:solidFill>
                <a:srgbClr val="3B386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1" name="pg591"/>
            <p:cNvSpPr/>
            <p:nvPr/>
          </p:nvSpPr>
          <p:spPr>
            <a:xfrm>
              <a:off x="5737555" y="290801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3A6B">
                <a:alpha val="100000"/>
              </a:srgbClr>
            </a:solidFill>
            <a:ln w="5420" cap="flat">
              <a:solidFill>
                <a:srgbClr val="3B3A6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2" name="pg592"/>
            <p:cNvSpPr/>
            <p:nvPr/>
          </p:nvSpPr>
          <p:spPr>
            <a:xfrm>
              <a:off x="5749193" y="290801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3E6F">
                <a:alpha val="100000"/>
              </a:srgbClr>
            </a:solidFill>
            <a:ln w="5420" cap="flat">
              <a:solidFill>
                <a:srgbClr val="3B3E6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3" name="pg593"/>
            <p:cNvSpPr/>
            <p:nvPr/>
          </p:nvSpPr>
          <p:spPr>
            <a:xfrm>
              <a:off x="5760830" y="290801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3F72">
                <a:alpha val="100000"/>
              </a:srgbClr>
            </a:solidFill>
            <a:ln w="5420" cap="flat">
              <a:solidFill>
                <a:srgbClr val="3B3F7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4" name="pg594"/>
            <p:cNvSpPr/>
            <p:nvPr/>
          </p:nvSpPr>
          <p:spPr>
            <a:xfrm>
              <a:off x="5772467" y="290801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174">
                <a:alpha val="100000"/>
              </a:srgbClr>
            </a:solidFill>
            <a:ln w="5420" cap="flat">
              <a:solidFill>
                <a:srgbClr val="3C417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5" name="pg595"/>
            <p:cNvSpPr/>
            <p:nvPr/>
          </p:nvSpPr>
          <p:spPr>
            <a:xfrm>
              <a:off x="5784105" y="290801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276">
                <a:alpha val="100000"/>
              </a:srgbClr>
            </a:solidFill>
            <a:ln w="5420" cap="flat">
              <a:solidFill>
                <a:srgbClr val="3C427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6" name="pg596"/>
            <p:cNvSpPr/>
            <p:nvPr/>
          </p:nvSpPr>
          <p:spPr>
            <a:xfrm>
              <a:off x="5807379" y="290801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57A">
                <a:alpha val="100000"/>
              </a:srgbClr>
            </a:solidFill>
            <a:ln w="5420" cap="flat">
              <a:solidFill>
                <a:srgbClr val="3C457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7" name="pg597"/>
            <p:cNvSpPr/>
            <p:nvPr/>
          </p:nvSpPr>
          <p:spPr>
            <a:xfrm>
              <a:off x="5819017" y="290801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77C">
                <a:alpha val="100000"/>
              </a:srgbClr>
            </a:solidFill>
            <a:ln w="5420" cap="flat">
              <a:solidFill>
                <a:srgbClr val="3C477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8" name="pg598"/>
            <p:cNvSpPr/>
            <p:nvPr/>
          </p:nvSpPr>
          <p:spPr>
            <a:xfrm>
              <a:off x="5830654" y="290801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87E">
                <a:alpha val="100000"/>
              </a:srgbClr>
            </a:solidFill>
            <a:ln w="5420" cap="flat">
              <a:solidFill>
                <a:srgbClr val="3C487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9" name="pg599"/>
            <p:cNvSpPr/>
            <p:nvPr/>
          </p:nvSpPr>
          <p:spPr>
            <a:xfrm>
              <a:off x="5993577" y="290801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5B99">
                <a:alpha val="100000"/>
              </a:srgbClr>
            </a:solidFill>
            <a:ln w="5420" cap="flat">
              <a:solidFill>
                <a:srgbClr val="3A5B9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0" name="pg600"/>
            <p:cNvSpPr/>
            <p:nvPr/>
          </p:nvSpPr>
          <p:spPr>
            <a:xfrm>
              <a:off x="6005214" y="290801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5B9A">
                <a:alpha val="100000"/>
              </a:srgbClr>
            </a:solidFill>
            <a:ln w="5420" cap="flat">
              <a:solidFill>
                <a:srgbClr val="395B9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1" name="pg601"/>
            <p:cNvSpPr/>
            <p:nvPr/>
          </p:nvSpPr>
          <p:spPr>
            <a:xfrm>
              <a:off x="6016851" y="290801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5C9A">
                <a:alpha val="100000"/>
              </a:srgbClr>
            </a:solidFill>
            <a:ln w="5420" cap="flat">
              <a:solidFill>
                <a:srgbClr val="395C9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2" name="pg602"/>
            <p:cNvSpPr/>
            <p:nvPr/>
          </p:nvSpPr>
          <p:spPr>
            <a:xfrm>
              <a:off x="6028488" y="290801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5C9B">
                <a:alpha val="100000"/>
              </a:srgbClr>
            </a:solidFill>
            <a:ln w="5420" cap="flat">
              <a:solidFill>
                <a:srgbClr val="395C9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3" name="pg603"/>
            <p:cNvSpPr/>
            <p:nvPr/>
          </p:nvSpPr>
          <p:spPr>
            <a:xfrm>
              <a:off x="6040126" y="290801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5C9B">
                <a:alpha val="100000"/>
              </a:srgbClr>
            </a:solidFill>
            <a:ln w="5420" cap="flat">
              <a:solidFill>
                <a:srgbClr val="395C9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4" name="pg604"/>
            <p:cNvSpPr/>
            <p:nvPr/>
          </p:nvSpPr>
          <p:spPr>
            <a:xfrm>
              <a:off x="5597907" y="292232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478">
                <a:alpha val="100000"/>
              </a:srgbClr>
            </a:solidFill>
            <a:ln w="5420" cap="flat">
              <a:solidFill>
                <a:srgbClr val="3C447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5" name="pg605"/>
            <p:cNvSpPr/>
            <p:nvPr/>
          </p:nvSpPr>
          <p:spPr>
            <a:xfrm>
              <a:off x="5609545" y="292232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377">
                <a:alpha val="100000"/>
              </a:srgbClr>
            </a:solidFill>
            <a:ln w="5420" cap="flat">
              <a:solidFill>
                <a:srgbClr val="3C437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6" name="pg606"/>
            <p:cNvSpPr/>
            <p:nvPr/>
          </p:nvSpPr>
          <p:spPr>
            <a:xfrm>
              <a:off x="5621182" y="292232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073">
                <a:alpha val="100000"/>
              </a:srgbClr>
            </a:solidFill>
            <a:ln w="5420" cap="flat">
              <a:solidFill>
                <a:srgbClr val="3C407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7" name="pg607"/>
            <p:cNvSpPr/>
            <p:nvPr/>
          </p:nvSpPr>
          <p:spPr>
            <a:xfrm>
              <a:off x="5632819" y="292232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3665">
                <a:alpha val="100000"/>
              </a:srgbClr>
            </a:solidFill>
            <a:ln w="5420" cap="flat">
              <a:solidFill>
                <a:srgbClr val="3A366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8" name="pg608"/>
            <p:cNvSpPr/>
            <p:nvPr/>
          </p:nvSpPr>
          <p:spPr>
            <a:xfrm>
              <a:off x="5644457" y="292232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305D">
                <a:alpha val="100000"/>
              </a:srgbClr>
            </a:solidFill>
            <a:ln w="5420" cap="flat">
              <a:solidFill>
                <a:srgbClr val="39305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9" name="pg609"/>
            <p:cNvSpPr/>
            <p:nvPr/>
          </p:nvSpPr>
          <p:spPr>
            <a:xfrm>
              <a:off x="5656094" y="292232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2D58">
                <a:alpha val="100000"/>
              </a:srgbClr>
            </a:solidFill>
            <a:ln w="5420" cap="flat">
              <a:solidFill>
                <a:srgbClr val="392D5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0" name="pg610"/>
            <p:cNvSpPr/>
            <p:nvPr/>
          </p:nvSpPr>
          <p:spPr>
            <a:xfrm>
              <a:off x="5667731" y="292232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2D58">
                <a:alpha val="100000"/>
              </a:srgbClr>
            </a:solidFill>
            <a:ln w="5420" cap="flat">
              <a:solidFill>
                <a:srgbClr val="392D5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1" name="pg611"/>
            <p:cNvSpPr/>
            <p:nvPr/>
          </p:nvSpPr>
          <p:spPr>
            <a:xfrm>
              <a:off x="5679369" y="292232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2F5B">
                <a:alpha val="100000"/>
              </a:srgbClr>
            </a:solidFill>
            <a:ln w="5420" cap="flat">
              <a:solidFill>
                <a:srgbClr val="392F5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2" name="pg612"/>
            <p:cNvSpPr/>
            <p:nvPr/>
          </p:nvSpPr>
          <p:spPr>
            <a:xfrm>
              <a:off x="5691006" y="292232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315E">
                <a:alpha val="100000"/>
              </a:srgbClr>
            </a:solidFill>
            <a:ln w="5420" cap="flat">
              <a:solidFill>
                <a:srgbClr val="3A315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3" name="pg613"/>
            <p:cNvSpPr/>
            <p:nvPr/>
          </p:nvSpPr>
          <p:spPr>
            <a:xfrm>
              <a:off x="5702643" y="292232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3361">
                <a:alpha val="100000"/>
              </a:srgbClr>
            </a:solidFill>
            <a:ln w="5420" cap="flat">
              <a:solidFill>
                <a:srgbClr val="3A336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4" name="pg614"/>
            <p:cNvSpPr/>
            <p:nvPr/>
          </p:nvSpPr>
          <p:spPr>
            <a:xfrm>
              <a:off x="5714281" y="292232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3664">
                <a:alpha val="100000"/>
              </a:srgbClr>
            </a:solidFill>
            <a:ln w="5420" cap="flat">
              <a:solidFill>
                <a:srgbClr val="3A366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5" name="pg615"/>
            <p:cNvSpPr/>
            <p:nvPr/>
          </p:nvSpPr>
          <p:spPr>
            <a:xfrm>
              <a:off x="5725918" y="292232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3867">
                <a:alpha val="100000"/>
              </a:srgbClr>
            </a:solidFill>
            <a:ln w="5420" cap="flat">
              <a:solidFill>
                <a:srgbClr val="3B386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6" name="pg616"/>
            <p:cNvSpPr/>
            <p:nvPr/>
          </p:nvSpPr>
          <p:spPr>
            <a:xfrm>
              <a:off x="5737555" y="292232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3A6A">
                <a:alpha val="100000"/>
              </a:srgbClr>
            </a:solidFill>
            <a:ln w="5420" cap="flat">
              <a:solidFill>
                <a:srgbClr val="3B3A6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7" name="pg617"/>
            <p:cNvSpPr/>
            <p:nvPr/>
          </p:nvSpPr>
          <p:spPr>
            <a:xfrm>
              <a:off x="5760830" y="292232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3F72">
                <a:alpha val="100000"/>
              </a:srgbClr>
            </a:solidFill>
            <a:ln w="5420" cap="flat">
              <a:solidFill>
                <a:srgbClr val="3B3F7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8" name="pg618"/>
            <p:cNvSpPr/>
            <p:nvPr/>
          </p:nvSpPr>
          <p:spPr>
            <a:xfrm>
              <a:off x="5772467" y="292232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174">
                <a:alpha val="100000"/>
              </a:srgbClr>
            </a:solidFill>
            <a:ln w="5420" cap="flat">
              <a:solidFill>
                <a:srgbClr val="3C417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9" name="pg619"/>
            <p:cNvSpPr/>
            <p:nvPr/>
          </p:nvSpPr>
          <p:spPr>
            <a:xfrm>
              <a:off x="5993577" y="292232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5B9A">
                <a:alpha val="100000"/>
              </a:srgbClr>
            </a:solidFill>
            <a:ln w="5420" cap="flat">
              <a:solidFill>
                <a:srgbClr val="395B9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0" name="pg620"/>
            <p:cNvSpPr/>
            <p:nvPr/>
          </p:nvSpPr>
          <p:spPr>
            <a:xfrm>
              <a:off x="6005214" y="292232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5C9A">
                <a:alpha val="100000"/>
              </a:srgbClr>
            </a:solidFill>
            <a:ln w="5420" cap="flat">
              <a:solidFill>
                <a:srgbClr val="395C9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1" name="pg621"/>
            <p:cNvSpPr/>
            <p:nvPr/>
          </p:nvSpPr>
          <p:spPr>
            <a:xfrm>
              <a:off x="6016851" y="292232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5C9B">
                <a:alpha val="100000"/>
              </a:srgbClr>
            </a:solidFill>
            <a:ln w="5420" cap="flat">
              <a:solidFill>
                <a:srgbClr val="395C9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2" name="pg622"/>
            <p:cNvSpPr/>
            <p:nvPr/>
          </p:nvSpPr>
          <p:spPr>
            <a:xfrm>
              <a:off x="6028488" y="292232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5D9B">
                <a:alpha val="100000"/>
              </a:srgbClr>
            </a:solidFill>
            <a:ln w="5420" cap="flat">
              <a:solidFill>
                <a:srgbClr val="395D9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3" name="pg623"/>
            <p:cNvSpPr/>
            <p:nvPr/>
          </p:nvSpPr>
          <p:spPr>
            <a:xfrm>
              <a:off x="6040126" y="292232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5D9C">
                <a:alpha val="100000"/>
              </a:srgbClr>
            </a:solidFill>
            <a:ln w="5420" cap="flat">
              <a:solidFill>
                <a:srgbClr val="395D9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4" name="pg624"/>
            <p:cNvSpPr/>
            <p:nvPr/>
          </p:nvSpPr>
          <p:spPr>
            <a:xfrm>
              <a:off x="5586270" y="293662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77D">
                <a:alpha val="100000"/>
              </a:srgbClr>
            </a:solidFill>
            <a:ln w="5420" cap="flat">
              <a:solidFill>
                <a:srgbClr val="3C477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5" name="pg625"/>
            <p:cNvSpPr/>
            <p:nvPr/>
          </p:nvSpPr>
          <p:spPr>
            <a:xfrm>
              <a:off x="5597907" y="293662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87E">
                <a:alpha val="100000"/>
              </a:srgbClr>
            </a:solidFill>
            <a:ln w="5420" cap="flat">
              <a:solidFill>
                <a:srgbClr val="3C487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6" name="pg626"/>
            <p:cNvSpPr/>
            <p:nvPr/>
          </p:nvSpPr>
          <p:spPr>
            <a:xfrm>
              <a:off x="5609545" y="293662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97F">
                <a:alpha val="100000"/>
              </a:srgbClr>
            </a:solidFill>
            <a:ln w="5420" cap="flat">
              <a:solidFill>
                <a:srgbClr val="3C497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7" name="pg627"/>
            <p:cNvSpPr/>
            <p:nvPr/>
          </p:nvSpPr>
          <p:spPr>
            <a:xfrm>
              <a:off x="5621182" y="293662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A81">
                <a:alpha val="100000"/>
              </a:srgbClr>
            </a:solidFill>
            <a:ln w="5420" cap="flat">
              <a:solidFill>
                <a:srgbClr val="3C4A8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8" name="pg628"/>
            <p:cNvSpPr/>
            <p:nvPr/>
          </p:nvSpPr>
          <p:spPr>
            <a:xfrm>
              <a:off x="5632819" y="293662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377">
                <a:alpha val="100000"/>
              </a:srgbClr>
            </a:solidFill>
            <a:ln w="5420" cap="flat">
              <a:solidFill>
                <a:srgbClr val="3C437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9" name="pg629"/>
            <p:cNvSpPr/>
            <p:nvPr/>
          </p:nvSpPr>
          <p:spPr>
            <a:xfrm>
              <a:off x="5644457" y="293662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3969">
                <a:alpha val="100000"/>
              </a:srgbClr>
            </a:solidFill>
            <a:ln w="5420" cap="flat">
              <a:solidFill>
                <a:srgbClr val="3B396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0" name="pg630"/>
            <p:cNvSpPr/>
            <p:nvPr/>
          </p:nvSpPr>
          <p:spPr>
            <a:xfrm>
              <a:off x="5656094" y="293662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3360">
                <a:alpha val="100000"/>
              </a:srgbClr>
            </a:solidFill>
            <a:ln w="5420" cap="flat">
              <a:solidFill>
                <a:srgbClr val="3A336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1" name="pg631"/>
            <p:cNvSpPr/>
            <p:nvPr/>
          </p:nvSpPr>
          <p:spPr>
            <a:xfrm>
              <a:off x="5667731" y="293662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315D">
                <a:alpha val="100000"/>
              </a:srgbClr>
            </a:solidFill>
            <a:ln w="5420" cap="flat">
              <a:solidFill>
                <a:srgbClr val="3A315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2" name="pg632"/>
            <p:cNvSpPr/>
            <p:nvPr/>
          </p:nvSpPr>
          <p:spPr>
            <a:xfrm>
              <a:off x="5679369" y="293662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325F">
                <a:alpha val="100000"/>
              </a:srgbClr>
            </a:solidFill>
            <a:ln w="5420" cap="flat">
              <a:solidFill>
                <a:srgbClr val="3A325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3" name="pg633"/>
            <p:cNvSpPr/>
            <p:nvPr/>
          </p:nvSpPr>
          <p:spPr>
            <a:xfrm>
              <a:off x="5691006" y="293662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3361">
                <a:alpha val="100000"/>
              </a:srgbClr>
            </a:solidFill>
            <a:ln w="5420" cap="flat">
              <a:solidFill>
                <a:srgbClr val="3A336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4" name="pg634"/>
            <p:cNvSpPr/>
            <p:nvPr/>
          </p:nvSpPr>
          <p:spPr>
            <a:xfrm>
              <a:off x="5702643" y="293662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3564">
                <a:alpha val="100000"/>
              </a:srgbClr>
            </a:solidFill>
            <a:ln w="5420" cap="flat">
              <a:solidFill>
                <a:srgbClr val="3A356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5" name="pg635"/>
            <p:cNvSpPr/>
            <p:nvPr/>
          </p:nvSpPr>
          <p:spPr>
            <a:xfrm>
              <a:off x="5714281" y="293662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3767">
                <a:alpha val="100000"/>
              </a:srgbClr>
            </a:solidFill>
            <a:ln w="5420" cap="flat">
              <a:solidFill>
                <a:srgbClr val="3B376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6" name="pg636"/>
            <p:cNvSpPr/>
            <p:nvPr/>
          </p:nvSpPr>
          <p:spPr>
            <a:xfrm>
              <a:off x="5725918" y="293662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3969">
                <a:alpha val="100000"/>
              </a:srgbClr>
            </a:solidFill>
            <a:ln w="5420" cap="flat">
              <a:solidFill>
                <a:srgbClr val="3B396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7" name="pg637"/>
            <p:cNvSpPr/>
            <p:nvPr/>
          </p:nvSpPr>
          <p:spPr>
            <a:xfrm>
              <a:off x="5993577" y="293662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5C9B">
                <a:alpha val="100000"/>
              </a:srgbClr>
            </a:solidFill>
            <a:ln w="5420" cap="flat">
              <a:solidFill>
                <a:srgbClr val="395C9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8" name="pg638"/>
            <p:cNvSpPr/>
            <p:nvPr/>
          </p:nvSpPr>
          <p:spPr>
            <a:xfrm>
              <a:off x="6005214" y="293662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5D9C">
                <a:alpha val="100000"/>
              </a:srgbClr>
            </a:solidFill>
            <a:ln w="5420" cap="flat">
              <a:solidFill>
                <a:srgbClr val="395D9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9" name="pg639"/>
            <p:cNvSpPr/>
            <p:nvPr/>
          </p:nvSpPr>
          <p:spPr>
            <a:xfrm>
              <a:off x="6016851" y="293662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5D9C">
                <a:alpha val="100000"/>
              </a:srgbClr>
            </a:solidFill>
            <a:ln w="5420" cap="flat">
              <a:solidFill>
                <a:srgbClr val="395D9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0" name="pg640"/>
            <p:cNvSpPr/>
            <p:nvPr/>
          </p:nvSpPr>
          <p:spPr>
            <a:xfrm>
              <a:off x="6028488" y="293662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5D9C">
                <a:alpha val="100000"/>
              </a:srgbClr>
            </a:solidFill>
            <a:ln w="5420" cap="flat">
              <a:solidFill>
                <a:srgbClr val="395D9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1" name="pg641"/>
            <p:cNvSpPr/>
            <p:nvPr/>
          </p:nvSpPr>
          <p:spPr>
            <a:xfrm>
              <a:off x="6040126" y="293662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5D9C">
                <a:alpha val="100000"/>
              </a:srgbClr>
            </a:solidFill>
            <a:ln w="5420" cap="flat">
              <a:solidFill>
                <a:srgbClr val="395D9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2" name="pg642"/>
            <p:cNvSpPr/>
            <p:nvPr/>
          </p:nvSpPr>
          <p:spPr>
            <a:xfrm>
              <a:off x="6051763" y="293662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5D9C">
                <a:alpha val="100000"/>
              </a:srgbClr>
            </a:solidFill>
            <a:ln w="5420" cap="flat">
              <a:solidFill>
                <a:srgbClr val="395D9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3" name="pg643"/>
            <p:cNvSpPr/>
            <p:nvPr/>
          </p:nvSpPr>
          <p:spPr>
            <a:xfrm>
              <a:off x="6063400" y="293662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5D9C">
                <a:alpha val="100000"/>
              </a:srgbClr>
            </a:solidFill>
            <a:ln w="5420" cap="flat">
              <a:solidFill>
                <a:srgbClr val="395D9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4" name="pg644"/>
            <p:cNvSpPr/>
            <p:nvPr/>
          </p:nvSpPr>
          <p:spPr>
            <a:xfrm>
              <a:off x="6109950" y="293662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5C9B">
                <a:alpha val="100000"/>
              </a:srgbClr>
            </a:solidFill>
            <a:ln w="5420" cap="flat">
              <a:solidFill>
                <a:srgbClr val="395C9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5" name="pg645"/>
            <p:cNvSpPr/>
            <p:nvPr/>
          </p:nvSpPr>
          <p:spPr>
            <a:xfrm>
              <a:off x="6121587" y="293662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5C9B">
                <a:alpha val="100000"/>
              </a:srgbClr>
            </a:solidFill>
            <a:ln w="5420" cap="flat">
              <a:solidFill>
                <a:srgbClr val="395C9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6" name="pg646"/>
            <p:cNvSpPr/>
            <p:nvPr/>
          </p:nvSpPr>
          <p:spPr>
            <a:xfrm>
              <a:off x="6133224" y="293662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5C9A">
                <a:alpha val="100000"/>
              </a:srgbClr>
            </a:solidFill>
            <a:ln w="5420" cap="flat">
              <a:solidFill>
                <a:srgbClr val="395C9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7" name="pg647"/>
            <p:cNvSpPr/>
            <p:nvPr/>
          </p:nvSpPr>
          <p:spPr>
            <a:xfrm>
              <a:off x="6144862" y="293662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5B9A">
                <a:alpha val="100000"/>
              </a:srgbClr>
            </a:solidFill>
            <a:ln w="5420" cap="flat">
              <a:solidFill>
                <a:srgbClr val="395B9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8" name="pg648"/>
            <p:cNvSpPr/>
            <p:nvPr/>
          </p:nvSpPr>
          <p:spPr>
            <a:xfrm>
              <a:off x="6156499" y="293662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5B9A">
                <a:alpha val="100000"/>
              </a:srgbClr>
            </a:solidFill>
            <a:ln w="5420" cap="flat">
              <a:solidFill>
                <a:srgbClr val="395B9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9" name="pg649"/>
            <p:cNvSpPr/>
            <p:nvPr/>
          </p:nvSpPr>
          <p:spPr>
            <a:xfrm>
              <a:off x="5574633" y="295092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87E">
                <a:alpha val="100000"/>
              </a:srgbClr>
            </a:solidFill>
            <a:ln w="5420" cap="flat">
              <a:solidFill>
                <a:srgbClr val="3C487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0" name="pg650"/>
            <p:cNvSpPr/>
            <p:nvPr/>
          </p:nvSpPr>
          <p:spPr>
            <a:xfrm>
              <a:off x="5586270" y="295092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87E">
                <a:alpha val="100000"/>
              </a:srgbClr>
            </a:solidFill>
            <a:ln w="5420" cap="flat">
              <a:solidFill>
                <a:srgbClr val="3C487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1" name="pg651"/>
            <p:cNvSpPr/>
            <p:nvPr/>
          </p:nvSpPr>
          <p:spPr>
            <a:xfrm>
              <a:off x="5597907" y="295092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97F">
                <a:alpha val="100000"/>
              </a:srgbClr>
            </a:solidFill>
            <a:ln w="5420" cap="flat">
              <a:solidFill>
                <a:srgbClr val="3C497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2" name="pg652"/>
            <p:cNvSpPr/>
            <p:nvPr/>
          </p:nvSpPr>
          <p:spPr>
            <a:xfrm>
              <a:off x="5609545" y="295092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A81">
                <a:alpha val="100000"/>
              </a:srgbClr>
            </a:solidFill>
            <a:ln w="5420" cap="flat">
              <a:solidFill>
                <a:srgbClr val="3C4A8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3" name="pg653"/>
            <p:cNvSpPr/>
            <p:nvPr/>
          </p:nvSpPr>
          <p:spPr>
            <a:xfrm>
              <a:off x="5621182" y="295092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B82">
                <a:alpha val="100000"/>
              </a:srgbClr>
            </a:solidFill>
            <a:ln w="5420" cap="flat">
              <a:solidFill>
                <a:srgbClr val="3C4B8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4" name="pg654"/>
            <p:cNvSpPr/>
            <p:nvPr/>
          </p:nvSpPr>
          <p:spPr>
            <a:xfrm>
              <a:off x="5632819" y="295092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77D">
                <a:alpha val="100000"/>
              </a:srgbClr>
            </a:solidFill>
            <a:ln w="5420" cap="flat">
              <a:solidFill>
                <a:srgbClr val="3C477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5" name="pg655"/>
            <p:cNvSpPr/>
            <p:nvPr/>
          </p:nvSpPr>
          <p:spPr>
            <a:xfrm>
              <a:off x="5644457" y="295092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174">
                <a:alpha val="100000"/>
              </a:srgbClr>
            </a:solidFill>
            <a:ln w="5420" cap="flat">
              <a:solidFill>
                <a:srgbClr val="3C417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6" name="pg656"/>
            <p:cNvSpPr/>
            <p:nvPr/>
          </p:nvSpPr>
          <p:spPr>
            <a:xfrm>
              <a:off x="5656094" y="295092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3B6B">
                <a:alpha val="100000"/>
              </a:srgbClr>
            </a:solidFill>
            <a:ln w="5420" cap="flat">
              <a:solidFill>
                <a:srgbClr val="3B3B6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7" name="pg657"/>
            <p:cNvSpPr/>
            <p:nvPr/>
          </p:nvSpPr>
          <p:spPr>
            <a:xfrm>
              <a:off x="5667731" y="295092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3867">
                <a:alpha val="100000"/>
              </a:srgbClr>
            </a:solidFill>
            <a:ln w="5420" cap="flat">
              <a:solidFill>
                <a:srgbClr val="3B386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8" name="pg658"/>
            <p:cNvSpPr/>
            <p:nvPr/>
          </p:nvSpPr>
          <p:spPr>
            <a:xfrm>
              <a:off x="5679369" y="295092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3766">
                <a:alpha val="100000"/>
              </a:srgbClr>
            </a:solidFill>
            <a:ln w="5420" cap="flat">
              <a:solidFill>
                <a:srgbClr val="3B37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9" name="pg659"/>
            <p:cNvSpPr/>
            <p:nvPr/>
          </p:nvSpPr>
          <p:spPr>
            <a:xfrm>
              <a:off x="5691006" y="295092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3766">
                <a:alpha val="100000"/>
              </a:srgbClr>
            </a:solidFill>
            <a:ln w="5420" cap="flat">
              <a:solidFill>
                <a:srgbClr val="3B37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0" name="pg660"/>
            <p:cNvSpPr/>
            <p:nvPr/>
          </p:nvSpPr>
          <p:spPr>
            <a:xfrm>
              <a:off x="5702643" y="295092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3868">
                <a:alpha val="100000"/>
              </a:srgbClr>
            </a:solidFill>
            <a:ln w="5420" cap="flat">
              <a:solidFill>
                <a:srgbClr val="3B386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1" name="pg661"/>
            <p:cNvSpPr/>
            <p:nvPr/>
          </p:nvSpPr>
          <p:spPr>
            <a:xfrm>
              <a:off x="5714281" y="295092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3969">
                <a:alpha val="100000"/>
              </a:srgbClr>
            </a:solidFill>
            <a:ln w="5420" cap="flat">
              <a:solidFill>
                <a:srgbClr val="3B396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2" name="pg662"/>
            <p:cNvSpPr/>
            <p:nvPr/>
          </p:nvSpPr>
          <p:spPr>
            <a:xfrm>
              <a:off x="6005214" y="295092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5D9C">
                <a:alpha val="100000"/>
              </a:srgbClr>
            </a:solidFill>
            <a:ln w="5420" cap="flat">
              <a:solidFill>
                <a:srgbClr val="395D9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3" name="pg663"/>
            <p:cNvSpPr/>
            <p:nvPr/>
          </p:nvSpPr>
          <p:spPr>
            <a:xfrm>
              <a:off x="6016851" y="295092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5D9C">
                <a:alpha val="100000"/>
              </a:srgbClr>
            </a:solidFill>
            <a:ln w="5420" cap="flat">
              <a:solidFill>
                <a:srgbClr val="395D9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4" name="pg664"/>
            <p:cNvSpPr/>
            <p:nvPr/>
          </p:nvSpPr>
          <p:spPr>
            <a:xfrm>
              <a:off x="6028488" y="295092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5D9C">
                <a:alpha val="100000"/>
              </a:srgbClr>
            </a:solidFill>
            <a:ln w="5420" cap="flat">
              <a:solidFill>
                <a:srgbClr val="395D9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5" name="pg665"/>
            <p:cNvSpPr/>
            <p:nvPr/>
          </p:nvSpPr>
          <p:spPr>
            <a:xfrm>
              <a:off x="6040126" y="295092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5D9C">
                <a:alpha val="100000"/>
              </a:srgbClr>
            </a:solidFill>
            <a:ln w="5420" cap="flat">
              <a:solidFill>
                <a:srgbClr val="395D9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6" name="pg666"/>
            <p:cNvSpPr/>
            <p:nvPr/>
          </p:nvSpPr>
          <p:spPr>
            <a:xfrm>
              <a:off x="6051763" y="295092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5E9C">
                <a:alpha val="100000"/>
              </a:srgbClr>
            </a:solidFill>
            <a:ln w="5420" cap="flat">
              <a:solidFill>
                <a:srgbClr val="395E9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7" name="pg667"/>
            <p:cNvSpPr/>
            <p:nvPr/>
          </p:nvSpPr>
          <p:spPr>
            <a:xfrm>
              <a:off x="6063400" y="295092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5D9C">
                <a:alpha val="100000"/>
              </a:srgbClr>
            </a:solidFill>
            <a:ln w="5420" cap="flat">
              <a:solidFill>
                <a:srgbClr val="395D9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8" name="pg668"/>
            <p:cNvSpPr/>
            <p:nvPr/>
          </p:nvSpPr>
          <p:spPr>
            <a:xfrm>
              <a:off x="6075038" y="295092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5D9C">
                <a:alpha val="100000"/>
              </a:srgbClr>
            </a:solidFill>
            <a:ln w="5420" cap="flat">
              <a:solidFill>
                <a:srgbClr val="395D9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9" name="pg669"/>
            <p:cNvSpPr/>
            <p:nvPr/>
          </p:nvSpPr>
          <p:spPr>
            <a:xfrm>
              <a:off x="6098312" y="295092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5D9B">
                <a:alpha val="100000"/>
              </a:srgbClr>
            </a:solidFill>
            <a:ln w="5420" cap="flat">
              <a:solidFill>
                <a:srgbClr val="395D9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0" name="pg670"/>
            <p:cNvSpPr/>
            <p:nvPr/>
          </p:nvSpPr>
          <p:spPr>
            <a:xfrm>
              <a:off x="6109950" y="295092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5C9B">
                <a:alpha val="100000"/>
              </a:srgbClr>
            </a:solidFill>
            <a:ln w="5420" cap="flat">
              <a:solidFill>
                <a:srgbClr val="395C9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1" name="pg671"/>
            <p:cNvSpPr/>
            <p:nvPr/>
          </p:nvSpPr>
          <p:spPr>
            <a:xfrm>
              <a:off x="6121587" y="295092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5C9B">
                <a:alpha val="100000"/>
              </a:srgbClr>
            </a:solidFill>
            <a:ln w="5420" cap="flat">
              <a:solidFill>
                <a:srgbClr val="395C9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2" name="pg672"/>
            <p:cNvSpPr/>
            <p:nvPr/>
          </p:nvSpPr>
          <p:spPr>
            <a:xfrm>
              <a:off x="6133224" y="295092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5C9A">
                <a:alpha val="100000"/>
              </a:srgbClr>
            </a:solidFill>
            <a:ln w="5420" cap="flat">
              <a:solidFill>
                <a:srgbClr val="395C9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3" name="pg673"/>
            <p:cNvSpPr/>
            <p:nvPr/>
          </p:nvSpPr>
          <p:spPr>
            <a:xfrm>
              <a:off x="6144862" y="295092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5C9A">
                <a:alpha val="100000"/>
              </a:srgbClr>
            </a:solidFill>
            <a:ln w="5420" cap="flat">
              <a:solidFill>
                <a:srgbClr val="395C9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4" name="pg674"/>
            <p:cNvSpPr/>
            <p:nvPr/>
          </p:nvSpPr>
          <p:spPr>
            <a:xfrm>
              <a:off x="6156499" y="295092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5B9A">
                <a:alpha val="100000"/>
              </a:srgbClr>
            </a:solidFill>
            <a:ln w="5420" cap="flat">
              <a:solidFill>
                <a:srgbClr val="395B9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5" name="pg675"/>
            <p:cNvSpPr/>
            <p:nvPr/>
          </p:nvSpPr>
          <p:spPr>
            <a:xfrm>
              <a:off x="6168136" y="295092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5B99">
                <a:alpha val="100000"/>
              </a:srgbClr>
            </a:solidFill>
            <a:ln w="5420" cap="flat">
              <a:solidFill>
                <a:srgbClr val="395B9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6" name="pg676"/>
            <p:cNvSpPr/>
            <p:nvPr/>
          </p:nvSpPr>
          <p:spPr>
            <a:xfrm>
              <a:off x="5562995" y="296522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980">
                <a:alpha val="100000"/>
              </a:srgbClr>
            </a:solidFill>
            <a:ln w="5420" cap="flat">
              <a:solidFill>
                <a:srgbClr val="3C498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7" name="pg677"/>
            <p:cNvSpPr/>
            <p:nvPr/>
          </p:nvSpPr>
          <p:spPr>
            <a:xfrm>
              <a:off x="5574633" y="296522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97F">
                <a:alpha val="100000"/>
              </a:srgbClr>
            </a:solidFill>
            <a:ln w="5420" cap="flat">
              <a:solidFill>
                <a:srgbClr val="3C497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8" name="pg678"/>
            <p:cNvSpPr/>
            <p:nvPr/>
          </p:nvSpPr>
          <p:spPr>
            <a:xfrm>
              <a:off x="5586270" y="296522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97F">
                <a:alpha val="100000"/>
              </a:srgbClr>
            </a:solidFill>
            <a:ln w="5420" cap="flat">
              <a:solidFill>
                <a:srgbClr val="3C497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9" name="pg679"/>
            <p:cNvSpPr/>
            <p:nvPr/>
          </p:nvSpPr>
          <p:spPr>
            <a:xfrm>
              <a:off x="5597907" y="296522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97F">
                <a:alpha val="100000"/>
              </a:srgbClr>
            </a:solidFill>
            <a:ln w="5420" cap="flat">
              <a:solidFill>
                <a:srgbClr val="3C497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0" name="pg680"/>
            <p:cNvSpPr/>
            <p:nvPr/>
          </p:nvSpPr>
          <p:spPr>
            <a:xfrm>
              <a:off x="5609545" y="296522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980">
                <a:alpha val="100000"/>
              </a:srgbClr>
            </a:solidFill>
            <a:ln w="5420" cap="flat">
              <a:solidFill>
                <a:srgbClr val="3C498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1" name="pg681"/>
            <p:cNvSpPr/>
            <p:nvPr/>
          </p:nvSpPr>
          <p:spPr>
            <a:xfrm>
              <a:off x="5621182" y="296522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980">
                <a:alpha val="100000"/>
              </a:srgbClr>
            </a:solidFill>
            <a:ln w="5420" cap="flat">
              <a:solidFill>
                <a:srgbClr val="3C498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2" name="pg682"/>
            <p:cNvSpPr/>
            <p:nvPr/>
          </p:nvSpPr>
          <p:spPr>
            <a:xfrm>
              <a:off x="5632819" y="296522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77C">
                <a:alpha val="100000"/>
              </a:srgbClr>
            </a:solidFill>
            <a:ln w="5420" cap="flat">
              <a:solidFill>
                <a:srgbClr val="3C477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3" name="pg683"/>
            <p:cNvSpPr/>
            <p:nvPr/>
          </p:nvSpPr>
          <p:spPr>
            <a:xfrm>
              <a:off x="5644457" y="296522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377">
                <a:alpha val="100000"/>
              </a:srgbClr>
            </a:solidFill>
            <a:ln w="5420" cap="flat">
              <a:solidFill>
                <a:srgbClr val="3C437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4" name="pg684"/>
            <p:cNvSpPr/>
            <p:nvPr/>
          </p:nvSpPr>
          <p:spPr>
            <a:xfrm>
              <a:off x="5656094" y="296522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4072">
                <a:alpha val="100000"/>
              </a:srgbClr>
            </a:solidFill>
            <a:ln w="5420" cap="flat">
              <a:solidFill>
                <a:srgbClr val="3B407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5" name="pg685"/>
            <p:cNvSpPr/>
            <p:nvPr/>
          </p:nvSpPr>
          <p:spPr>
            <a:xfrm>
              <a:off x="5667731" y="296522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3D6E">
                <a:alpha val="100000"/>
              </a:srgbClr>
            </a:solidFill>
            <a:ln w="5420" cap="flat">
              <a:solidFill>
                <a:srgbClr val="3B3D6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6" name="pg686"/>
            <p:cNvSpPr/>
            <p:nvPr/>
          </p:nvSpPr>
          <p:spPr>
            <a:xfrm>
              <a:off x="5679369" y="296522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3B6C">
                <a:alpha val="100000"/>
              </a:srgbClr>
            </a:solidFill>
            <a:ln w="5420" cap="flat">
              <a:solidFill>
                <a:srgbClr val="3B3B6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7" name="pg687"/>
            <p:cNvSpPr/>
            <p:nvPr/>
          </p:nvSpPr>
          <p:spPr>
            <a:xfrm>
              <a:off x="6005214" y="296522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5D9B">
                <a:alpha val="100000"/>
              </a:srgbClr>
            </a:solidFill>
            <a:ln w="5420" cap="flat">
              <a:solidFill>
                <a:srgbClr val="395D9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8" name="pg688"/>
            <p:cNvSpPr/>
            <p:nvPr/>
          </p:nvSpPr>
          <p:spPr>
            <a:xfrm>
              <a:off x="6016851" y="296522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5D9C">
                <a:alpha val="100000"/>
              </a:srgbClr>
            </a:solidFill>
            <a:ln w="5420" cap="flat">
              <a:solidFill>
                <a:srgbClr val="395D9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9" name="pg689"/>
            <p:cNvSpPr/>
            <p:nvPr/>
          </p:nvSpPr>
          <p:spPr>
            <a:xfrm>
              <a:off x="6028488" y="296522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5D9C">
                <a:alpha val="100000"/>
              </a:srgbClr>
            </a:solidFill>
            <a:ln w="5420" cap="flat">
              <a:solidFill>
                <a:srgbClr val="395D9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0" name="pg690"/>
            <p:cNvSpPr/>
            <p:nvPr/>
          </p:nvSpPr>
          <p:spPr>
            <a:xfrm>
              <a:off x="6040126" y="296522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5D9C">
                <a:alpha val="100000"/>
              </a:srgbClr>
            </a:solidFill>
            <a:ln w="5420" cap="flat">
              <a:solidFill>
                <a:srgbClr val="395D9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1" name="pg691"/>
            <p:cNvSpPr/>
            <p:nvPr/>
          </p:nvSpPr>
          <p:spPr>
            <a:xfrm>
              <a:off x="6051763" y="296522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5D9C">
                <a:alpha val="100000"/>
              </a:srgbClr>
            </a:solidFill>
            <a:ln w="5420" cap="flat">
              <a:solidFill>
                <a:srgbClr val="395D9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2" name="pg692"/>
            <p:cNvSpPr/>
            <p:nvPr/>
          </p:nvSpPr>
          <p:spPr>
            <a:xfrm>
              <a:off x="6063400" y="296522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5D9C">
                <a:alpha val="100000"/>
              </a:srgbClr>
            </a:solidFill>
            <a:ln w="5420" cap="flat">
              <a:solidFill>
                <a:srgbClr val="395D9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3" name="pg693"/>
            <p:cNvSpPr/>
            <p:nvPr/>
          </p:nvSpPr>
          <p:spPr>
            <a:xfrm>
              <a:off x="6075038" y="296522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5D9C">
                <a:alpha val="100000"/>
              </a:srgbClr>
            </a:solidFill>
            <a:ln w="5420" cap="flat">
              <a:solidFill>
                <a:srgbClr val="395D9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4" name="pg694"/>
            <p:cNvSpPr/>
            <p:nvPr/>
          </p:nvSpPr>
          <p:spPr>
            <a:xfrm>
              <a:off x="6086675" y="296522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5D9C">
                <a:alpha val="100000"/>
              </a:srgbClr>
            </a:solidFill>
            <a:ln w="5420" cap="flat">
              <a:solidFill>
                <a:srgbClr val="395D9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5" name="pg695"/>
            <p:cNvSpPr/>
            <p:nvPr/>
          </p:nvSpPr>
          <p:spPr>
            <a:xfrm>
              <a:off x="6098312" y="296522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5D9B">
                <a:alpha val="100000"/>
              </a:srgbClr>
            </a:solidFill>
            <a:ln w="5420" cap="flat">
              <a:solidFill>
                <a:srgbClr val="395D9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6" name="pg696"/>
            <p:cNvSpPr/>
            <p:nvPr/>
          </p:nvSpPr>
          <p:spPr>
            <a:xfrm>
              <a:off x="6109950" y="296522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5C9B">
                <a:alpha val="100000"/>
              </a:srgbClr>
            </a:solidFill>
            <a:ln w="5420" cap="flat">
              <a:solidFill>
                <a:srgbClr val="395C9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7" name="pg697"/>
            <p:cNvSpPr/>
            <p:nvPr/>
          </p:nvSpPr>
          <p:spPr>
            <a:xfrm>
              <a:off x="6121587" y="296522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5C9B">
                <a:alpha val="100000"/>
              </a:srgbClr>
            </a:solidFill>
            <a:ln w="5420" cap="flat">
              <a:solidFill>
                <a:srgbClr val="395C9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8" name="pg698"/>
            <p:cNvSpPr/>
            <p:nvPr/>
          </p:nvSpPr>
          <p:spPr>
            <a:xfrm>
              <a:off x="6133224" y="296522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5C9A">
                <a:alpha val="100000"/>
              </a:srgbClr>
            </a:solidFill>
            <a:ln w="5420" cap="flat">
              <a:solidFill>
                <a:srgbClr val="395C9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9" name="pg699"/>
            <p:cNvSpPr/>
            <p:nvPr/>
          </p:nvSpPr>
          <p:spPr>
            <a:xfrm>
              <a:off x="6144862" y="296522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5C9A">
                <a:alpha val="100000"/>
              </a:srgbClr>
            </a:solidFill>
            <a:ln w="5420" cap="flat">
              <a:solidFill>
                <a:srgbClr val="395C9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0" name="pg700"/>
            <p:cNvSpPr/>
            <p:nvPr/>
          </p:nvSpPr>
          <p:spPr>
            <a:xfrm>
              <a:off x="6156499" y="296522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5B9A">
                <a:alpha val="100000"/>
              </a:srgbClr>
            </a:solidFill>
            <a:ln w="5420" cap="flat">
              <a:solidFill>
                <a:srgbClr val="395B9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1" name="pg701"/>
            <p:cNvSpPr/>
            <p:nvPr/>
          </p:nvSpPr>
          <p:spPr>
            <a:xfrm>
              <a:off x="6168136" y="296522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5B99">
                <a:alpha val="100000"/>
              </a:srgbClr>
            </a:solidFill>
            <a:ln w="5420" cap="flat">
              <a:solidFill>
                <a:srgbClr val="395B9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2" name="pg702"/>
            <p:cNvSpPr/>
            <p:nvPr/>
          </p:nvSpPr>
          <p:spPr>
            <a:xfrm>
              <a:off x="5551358" y="297952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C83">
                <a:alpha val="100000"/>
              </a:srgbClr>
            </a:solidFill>
            <a:ln w="5420" cap="flat">
              <a:solidFill>
                <a:srgbClr val="3C4C8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3" name="pg703"/>
            <p:cNvSpPr/>
            <p:nvPr/>
          </p:nvSpPr>
          <p:spPr>
            <a:xfrm>
              <a:off x="5562995" y="297952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B82">
                <a:alpha val="100000"/>
              </a:srgbClr>
            </a:solidFill>
            <a:ln w="5420" cap="flat">
              <a:solidFill>
                <a:srgbClr val="3C4B8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4" name="pg704"/>
            <p:cNvSpPr/>
            <p:nvPr/>
          </p:nvSpPr>
          <p:spPr>
            <a:xfrm>
              <a:off x="5574633" y="297952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A81">
                <a:alpha val="100000"/>
              </a:srgbClr>
            </a:solidFill>
            <a:ln w="5420" cap="flat">
              <a:solidFill>
                <a:srgbClr val="3C4A8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5" name="pg705"/>
            <p:cNvSpPr/>
            <p:nvPr/>
          </p:nvSpPr>
          <p:spPr>
            <a:xfrm>
              <a:off x="5586270" y="297952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980">
                <a:alpha val="100000"/>
              </a:srgbClr>
            </a:solidFill>
            <a:ln w="5420" cap="flat">
              <a:solidFill>
                <a:srgbClr val="3C498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6" name="pg706"/>
            <p:cNvSpPr/>
            <p:nvPr/>
          </p:nvSpPr>
          <p:spPr>
            <a:xfrm>
              <a:off x="5597907" y="297952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97F">
                <a:alpha val="100000"/>
              </a:srgbClr>
            </a:solidFill>
            <a:ln w="5420" cap="flat">
              <a:solidFill>
                <a:srgbClr val="3C497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7" name="pg707"/>
            <p:cNvSpPr/>
            <p:nvPr/>
          </p:nvSpPr>
          <p:spPr>
            <a:xfrm>
              <a:off x="5609545" y="297952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87F">
                <a:alpha val="100000"/>
              </a:srgbClr>
            </a:solidFill>
            <a:ln w="5420" cap="flat">
              <a:solidFill>
                <a:srgbClr val="3C487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8" name="pg708"/>
            <p:cNvSpPr/>
            <p:nvPr/>
          </p:nvSpPr>
          <p:spPr>
            <a:xfrm>
              <a:off x="5621182" y="297952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87E">
                <a:alpha val="100000"/>
              </a:srgbClr>
            </a:solidFill>
            <a:ln w="5420" cap="flat">
              <a:solidFill>
                <a:srgbClr val="3C487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9" name="pg709"/>
            <p:cNvSpPr/>
            <p:nvPr/>
          </p:nvSpPr>
          <p:spPr>
            <a:xfrm>
              <a:off x="5632819" y="297952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67B">
                <a:alpha val="100000"/>
              </a:srgbClr>
            </a:solidFill>
            <a:ln w="5420" cap="flat">
              <a:solidFill>
                <a:srgbClr val="3C467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0" name="pg710"/>
            <p:cNvSpPr/>
            <p:nvPr/>
          </p:nvSpPr>
          <p:spPr>
            <a:xfrm>
              <a:off x="5644457" y="297952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478">
                <a:alpha val="100000"/>
              </a:srgbClr>
            </a:solidFill>
            <a:ln w="5420" cap="flat">
              <a:solidFill>
                <a:srgbClr val="3C447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1" name="pg711"/>
            <p:cNvSpPr/>
            <p:nvPr/>
          </p:nvSpPr>
          <p:spPr>
            <a:xfrm>
              <a:off x="6016851" y="297952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5D9C">
                <a:alpha val="100000"/>
              </a:srgbClr>
            </a:solidFill>
            <a:ln w="5420" cap="flat">
              <a:solidFill>
                <a:srgbClr val="395D9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2" name="pg712"/>
            <p:cNvSpPr/>
            <p:nvPr/>
          </p:nvSpPr>
          <p:spPr>
            <a:xfrm>
              <a:off x="6028488" y="297952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5D9C">
                <a:alpha val="100000"/>
              </a:srgbClr>
            </a:solidFill>
            <a:ln w="5420" cap="flat">
              <a:solidFill>
                <a:srgbClr val="395D9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3" name="pg713"/>
            <p:cNvSpPr/>
            <p:nvPr/>
          </p:nvSpPr>
          <p:spPr>
            <a:xfrm>
              <a:off x="6040126" y="297952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5D9C">
                <a:alpha val="100000"/>
              </a:srgbClr>
            </a:solidFill>
            <a:ln w="5420" cap="flat">
              <a:solidFill>
                <a:srgbClr val="395D9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4" name="pg714"/>
            <p:cNvSpPr/>
            <p:nvPr/>
          </p:nvSpPr>
          <p:spPr>
            <a:xfrm>
              <a:off x="6051763" y="297952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5D9C">
                <a:alpha val="100000"/>
              </a:srgbClr>
            </a:solidFill>
            <a:ln w="5420" cap="flat">
              <a:solidFill>
                <a:srgbClr val="395D9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5" name="pg715"/>
            <p:cNvSpPr/>
            <p:nvPr/>
          </p:nvSpPr>
          <p:spPr>
            <a:xfrm>
              <a:off x="6063400" y="297952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5D9C">
                <a:alpha val="100000"/>
              </a:srgbClr>
            </a:solidFill>
            <a:ln w="5420" cap="flat">
              <a:solidFill>
                <a:srgbClr val="395D9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6" name="pg716"/>
            <p:cNvSpPr/>
            <p:nvPr/>
          </p:nvSpPr>
          <p:spPr>
            <a:xfrm>
              <a:off x="6075038" y="297952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5D9C">
                <a:alpha val="100000"/>
              </a:srgbClr>
            </a:solidFill>
            <a:ln w="5420" cap="flat">
              <a:solidFill>
                <a:srgbClr val="395D9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7" name="pg717"/>
            <p:cNvSpPr/>
            <p:nvPr/>
          </p:nvSpPr>
          <p:spPr>
            <a:xfrm>
              <a:off x="6086675" y="297952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5D9C">
                <a:alpha val="100000"/>
              </a:srgbClr>
            </a:solidFill>
            <a:ln w="5420" cap="flat">
              <a:solidFill>
                <a:srgbClr val="395D9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8" name="pg718"/>
            <p:cNvSpPr/>
            <p:nvPr/>
          </p:nvSpPr>
          <p:spPr>
            <a:xfrm>
              <a:off x="6098312" y="297952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5C9B">
                <a:alpha val="100000"/>
              </a:srgbClr>
            </a:solidFill>
            <a:ln w="5420" cap="flat">
              <a:solidFill>
                <a:srgbClr val="395C9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9" name="pg719"/>
            <p:cNvSpPr/>
            <p:nvPr/>
          </p:nvSpPr>
          <p:spPr>
            <a:xfrm>
              <a:off x="6109950" y="297952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5C9B">
                <a:alpha val="100000"/>
              </a:srgbClr>
            </a:solidFill>
            <a:ln w="5420" cap="flat">
              <a:solidFill>
                <a:srgbClr val="395C9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0" name="pg720"/>
            <p:cNvSpPr/>
            <p:nvPr/>
          </p:nvSpPr>
          <p:spPr>
            <a:xfrm>
              <a:off x="6121587" y="297952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5C9A">
                <a:alpha val="100000"/>
              </a:srgbClr>
            </a:solidFill>
            <a:ln w="5420" cap="flat">
              <a:solidFill>
                <a:srgbClr val="395C9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1" name="pg721"/>
            <p:cNvSpPr/>
            <p:nvPr/>
          </p:nvSpPr>
          <p:spPr>
            <a:xfrm>
              <a:off x="6133224" y="297952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5C9A">
                <a:alpha val="100000"/>
              </a:srgbClr>
            </a:solidFill>
            <a:ln w="5420" cap="flat">
              <a:solidFill>
                <a:srgbClr val="395C9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2" name="pg722"/>
            <p:cNvSpPr/>
            <p:nvPr/>
          </p:nvSpPr>
          <p:spPr>
            <a:xfrm>
              <a:off x="6144862" y="297952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5B9A">
                <a:alpha val="100000"/>
              </a:srgbClr>
            </a:solidFill>
            <a:ln w="5420" cap="flat">
              <a:solidFill>
                <a:srgbClr val="395B9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3" name="pg723"/>
            <p:cNvSpPr/>
            <p:nvPr/>
          </p:nvSpPr>
          <p:spPr>
            <a:xfrm>
              <a:off x="6156499" y="297952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5B99">
                <a:alpha val="100000"/>
              </a:srgbClr>
            </a:solidFill>
            <a:ln w="5420" cap="flat">
              <a:solidFill>
                <a:srgbClr val="395B9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4" name="pg724"/>
            <p:cNvSpPr/>
            <p:nvPr/>
          </p:nvSpPr>
          <p:spPr>
            <a:xfrm>
              <a:off x="5539721" y="299382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4E87">
                <a:alpha val="100000"/>
              </a:srgbClr>
            </a:solidFill>
            <a:ln w="5420" cap="flat">
              <a:solidFill>
                <a:srgbClr val="3B4E8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5" name="pg725"/>
            <p:cNvSpPr/>
            <p:nvPr/>
          </p:nvSpPr>
          <p:spPr>
            <a:xfrm>
              <a:off x="5551358" y="299382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D85">
                <a:alpha val="100000"/>
              </a:srgbClr>
            </a:solidFill>
            <a:ln w="5420" cap="flat">
              <a:solidFill>
                <a:srgbClr val="3C4D8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6" name="pg726"/>
            <p:cNvSpPr/>
            <p:nvPr/>
          </p:nvSpPr>
          <p:spPr>
            <a:xfrm>
              <a:off x="5562995" y="299382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C84">
                <a:alpha val="100000"/>
              </a:srgbClr>
            </a:solidFill>
            <a:ln w="5420" cap="flat">
              <a:solidFill>
                <a:srgbClr val="3C4C8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7" name="pg727"/>
            <p:cNvSpPr/>
            <p:nvPr/>
          </p:nvSpPr>
          <p:spPr>
            <a:xfrm>
              <a:off x="5574633" y="299382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B82">
                <a:alpha val="100000"/>
              </a:srgbClr>
            </a:solidFill>
            <a:ln w="5420" cap="flat">
              <a:solidFill>
                <a:srgbClr val="3C4B8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8" name="pg728"/>
            <p:cNvSpPr/>
            <p:nvPr/>
          </p:nvSpPr>
          <p:spPr>
            <a:xfrm>
              <a:off x="5586270" y="299382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A81">
                <a:alpha val="100000"/>
              </a:srgbClr>
            </a:solidFill>
            <a:ln w="5420" cap="flat">
              <a:solidFill>
                <a:srgbClr val="3C4A8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9" name="pg729"/>
            <p:cNvSpPr/>
            <p:nvPr/>
          </p:nvSpPr>
          <p:spPr>
            <a:xfrm>
              <a:off x="5597907" y="299382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980">
                <a:alpha val="100000"/>
              </a:srgbClr>
            </a:solidFill>
            <a:ln w="5420" cap="flat">
              <a:solidFill>
                <a:srgbClr val="3C498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0" name="pg730"/>
            <p:cNvSpPr/>
            <p:nvPr/>
          </p:nvSpPr>
          <p:spPr>
            <a:xfrm>
              <a:off x="5609545" y="299382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97F">
                <a:alpha val="100000"/>
              </a:srgbClr>
            </a:solidFill>
            <a:ln w="5420" cap="flat">
              <a:solidFill>
                <a:srgbClr val="3C497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1" name="pg731"/>
            <p:cNvSpPr/>
            <p:nvPr/>
          </p:nvSpPr>
          <p:spPr>
            <a:xfrm>
              <a:off x="6028488" y="299382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5D9B">
                <a:alpha val="100000"/>
              </a:srgbClr>
            </a:solidFill>
            <a:ln w="5420" cap="flat">
              <a:solidFill>
                <a:srgbClr val="395D9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2" name="pg732"/>
            <p:cNvSpPr/>
            <p:nvPr/>
          </p:nvSpPr>
          <p:spPr>
            <a:xfrm>
              <a:off x="6040126" y="299382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5D9C">
                <a:alpha val="100000"/>
              </a:srgbClr>
            </a:solidFill>
            <a:ln w="5420" cap="flat">
              <a:solidFill>
                <a:srgbClr val="395D9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3" name="pg733"/>
            <p:cNvSpPr/>
            <p:nvPr/>
          </p:nvSpPr>
          <p:spPr>
            <a:xfrm>
              <a:off x="6051763" y="299382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5D9C">
                <a:alpha val="100000"/>
              </a:srgbClr>
            </a:solidFill>
            <a:ln w="5420" cap="flat">
              <a:solidFill>
                <a:srgbClr val="395D9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4" name="pg734"/>
            <p:cNvSpPr/>
            <p:nvPr/>
          </p:nvSpPr>
          <p:spPr>
            <a:xfrm>
              <a:off x="6063400" y="299382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5D9C">
                <a:alpha val="100000"/>
              </a:srgbClr>
            </a:solidFill>
            <a:ln w="5420" cap="flat">
              <a:solidFill>
                <a:srgbClr val="395D9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5" name="pg735"/>
            <p:cNvSpPr/>
            <p:nvPr/>
          </p:nvSpPr>
          <p:spPr>
            <a:xfrm>
              <a:off x="6075038" y="299382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5D9B">
                <a:alpha val="100000"/>
              </a:srgbClr>
            </a:solidFill>
            <a:ln w="5420" cap="flat">
              <a:solidFill>
                <a:srgbClr val="395D9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6" name="pg736"/>
            <p:cNvSpPr/>
            <p:nvPr/>
          </p:nvSpPr>
          <p:spPr>
            <a:xfrm>
              <a:off x="6086675" y="299382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5C9B">
                <a:alpha val="100000"/>
              </a:srgbClr>
            </a:solidFill>
            <a:ln w="5420" cap="flat">
              <a:solidFill>
                <a:srgbClr val="395C9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7" name="pg737"/>
            <p:cNvSpPr/>
            <p:nvPr/>
          </p:nvSpPr>
          <p:spPr>
            <a:xfrm>
              <a:off x="6098312" y="299382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5C9B">
                <a:alpha val="100000"/>
              </a:srgbClr>
            </a:solidFill>
            <a:ln w="5420" cap="flat">
              <a:solidFill>
                <a:srgbClr val="395C9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8" name="pg738"/>
            <p:cNvSpPr/>
            <p:nvPr/>
          </p:nvSpPr>
          <p:spPr>
            <a:xfrm>
              <a:off x="6109950" y="299382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5C9A">
                <a:alpha val="100000"/>
              </a:srgbClr>
            </a:solidFill>
            <a:ln w="5420" cap="flat">
              <a:solidFill>
                <a:srgbClr val="395C9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9" name="pg739"/>
            <p:cNvSpPr/>
            <p:nvPr/>
          </p:nvSpPr>
          <p:spPr>
            <a:xfrm>
              <a:off x="6121587" y="299382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5C9A">
                <a:alpha val="100000"/>
              </a:srgbClr>
            </a:solidFill>
            <a:ln w="5420" cap="flat">
              <a:solidFill>
                <a:srgbClr val="395C9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0" name="pg740"/>
            <p:cNvSpPr/>
            <p:nvPr/>
          </p:nvSpPr>
          <p:spPr>
            <a:xfrm>
              <a:off x="6133224" y="299382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5C9A">
                <a:alpha val="100000"/>
              </a:srgbClr>
            </a:solidFill>
            <a:ln w="5420" cap="flat">
              <a:solidFill>
                <a:srgbClr val="395C9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1" name="pg741"/>
            <p:cNvSpPr/>
            <p:nvPr/>
          </p:nvSpPr>
          <p:spPr>
            <a:xfrm>
              <a:off x="6144862" y="299382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5B9A">
                <a:alpha val="100000"/>
              </a:srgbClr>
            </a:solidFill>
            <a:ln w="5420" cap="flat">
              <a:solidFill>
                <a:srgbClr val="395B9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2" name="pg742"/>
            <p:cNvSpPr/>
            <p:nvPr/>
          </p:nvSpPr>
          <p:spPr>
            <a:xfrm>
              <a:off x="5539721" y="300812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5089">
                <a:alpha val="100000"/>
              </a:srgbClr>
            </a:solidFill>
            <a:ln w="5420" cap="flat">
              <a:solidFill>
                <a:srgbClr val="3B508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3" name="pg743"/>
            <p:cNvSpPr/>
            <p:nvPr/>
          </p:nvSpPr>
          <p:spPr>
            <a:xfrm>
              <a:off x="5551358" y="300812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4F88">
                <a:alpha val="100000"/>
              </a:srgbClr>
            </a:solidFill>
            <a:ln w="5420" cap="flat">
              <a:solidFill>
                <a:srgbClr val="3B4F8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4" name="pg744"/>
            <p:cNvSpPr/>
            <p:nvPr/>
          </p:nvSpPr>
          <p:spPr>
            <a:xfrm>
              <a:off x="5562995" y="300812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4E86">
                <a:alpha val="100000"/>
              </a:srgbClr>
            </a:solidFill>
            <a:ln w="5420" cap="flat">
              <a:solidFill>
                <a:srgbClr val="3B4E8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5" name="pg745"/>
            <p:cNvSpPr/>
            <p:nvPr/>
          </p:nvSpPr>
          <p:spPr>
            <a:xfrm>
              <a:off x="5574633" y="300812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D85">
                <a:alpha val="100000"/>
              </a:srgbClr>
            </a:solidFill>
            <a:ln w="5420" cap="flat">
              <a:solidFill>
                <a:srgbClr val="3C4D8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6" name="pg746"/>
            <p:cNvSpPr/>
            <p:nvPr/>
          </p:nvSpPr>
          <p:spPr>
            <a:xfrm>
              <a:off x="5586270" y="300812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C83">
                <a:alpha val="100000"/>
              </a:srgbClr>
            </a:solidFill>
            <a:ln w="5420" cap="flat">
              <a:solidFill>
                <a:srgbClr val="3C4C8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7" name="pg747"/>
            <p:cNvSpPr/>
            <p:nvPr/>
          </p:nvSpPr>
          <p:spPr>
            <a:xfrm>
              <a:off x="5597907" y="300812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A82">
                <a:alpha val="100000"/>
              </a:srgbClr>
            </a:solidFill>
            <a:ln w="5420" cap="flat">
              <a:solidFill>
                <a:srgbClr val="3C4A8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8" name="pg748"/>
            <p:cNvSpPr/>
            <p:nvPr/>
          </p:nvSpPr>
          <p:spPr>
            <a:xfrm>
              <a:off x="6051763" y="300812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5C9B">
                <a:alpha val="100000"/>
              </a:srgbClr>
            </a:solidFill>
            <a:ln w="5420" cap="flat">
              <a:solidFill>
                <a:srgbClr val="395C9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9" name="pg749"/>
            <p:cNvSpPr/>
            <p:nvPr/>
          </p:nvSpPr>
          <p:spPr>
            <a:xfrm>
              <a:off x="6063400" y="300812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5C9B">
                <a:alpha val="100000"/>
              </a:srgbClr>
            </a:solidFill>
            <a:ln w="5420" cap="flat">
              <a:solidFill>
                <a:srgbClr val="395C9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0" name="pg750"/>
            <p:cNvSpPr/>
            <p:nvPr/>
          </p:nvSpPr>
          <p:spPr>
            <a:xfrm>
              <a:off x="6075038" y="300812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5C9B">
                <a:alpha val="100000"/>
              </a:srgbClr>
            </a:solidFill>
            <a:ln w="5420" cap="flat">
              <a:solidFill>
                <a:srgbClr val="395C9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1" name="pg751"/>
            <p:cNvSpPr/>
            <p:nvPr/>
          </p:nvSpPr>
          <p:spPr>
            <a:xfrm>
              <a:off x="6086675" y="300812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5C9B">
                <a:alpha val="100000"/>
              </a:srgbClr>
            </a:solidFill>
            <a:ln w="5420" cap="flat">
              <a:solidFill>
                <a:srgbClr val="395C9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2" name="pg752"/>
            <p:cNvSpPr/>
            <p:nvPr/>
          </p:nvSpPr>
          <p:spPr>
            <a:xfrm>
              <a:off x="6098312" y="300812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5C9A">
                <a:alpha val="100000"/>
              </a:srgbClr>
            </a:solidFill>
            <a:ln w="5420" cap="flat">
              <a:solidFill>
                <a:srgbClr val="395C9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3" name="pg753"/>
            <p:cNvSpPr/>
            <p:nvPr/>
          </p:nvSpPr>
          <p:spPr>
            <a:xfrm>
              <a:off x="6109950" y="300812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5C9A">
                <a:alpha val="100000"/>
              </a:srgbClr>
            </a:solidFill>
            <a:ln w="5420" cap="flat">
              <a:solidFill>
                <a:srgbClr val="395C9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4" name="pg754"/>
            <p:cNvSpPr/>
            <p:nvPr/>
          </p:nvSpPr>
          <p:spPr>
            <a:xfrm>
              <a:off x="6121587" y="300812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5B9A">
                <a:alpha val="100000"/>
              </a:srgbClr>
            </a:solidFill>
            <a:ln w="5420" cap="flat">
              <a:solidFill>
                <a:srgbClr val="395B9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5" name="pg755"/>
            <p:cNvSpPr/>
            <p:nvPr/>
          </p:nvSpPr>
          <p:spPr>
            <a:xfrm>
              <a:off x="5528083" y="302242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528C">
                <a:alpha val="100000"/>
              </a:srgbClr>
            </a:solidFill>
            <a:ln w="5420" cap="flat">
              <a:solidFill>
                <a:srgbClr val="3B528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6" name="pg756"/>
            <p:cNvSpPr/>
            <p:nvPr/>
          </p:nvSpPr>
          <p:spPr>
            <a:xfrm>
              <a:off x="5539721" y="302242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518B">
                <a:alpha val="100000"/>
              </a:srgbClr>
            </a:solidFill>
            <a:ln w="5420" cap="flat">
              <a:solidFill>
                <a:srgbClr val="3B518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7" name="pg757"/>
            <p:cNvSpPr/>
            <p:nvPr/>
          </p:nvSpPr>
          <p:spPr>
            <a:xfrm>
              <a:off x="5551358" y="302242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508A">
                <a:alpha val="100000"/>
              </a:srgbClr>
            </a:solidFill>
            <a:ln w="5420" cap="flat">
              <a:solidFill>
                <a:srgbClr val="3B508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8" name="pg758"/>
            <p:cNvSpPr/>
            <p:nvPr/>
          </p:nvSpPr>
          <p:spPr>
            <a:xfrm>
              <a:off x="5562995" y="302242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4F88">
                <a:alpha val="100000"/>
              </a:srgbClr>
            </a:solidFill>
            <a:ln w="5420" cap="flat">
              <a:solidFill>
                <a:srgbClr val="3B4F8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9" name="pg759"/>
            <p:cNvSpPr/>
            <p:nvPr/>
          </p:nvSpPr>
          <p:spPr>
            <a:xfrm>
              <a:off x="5574633" y="302242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4E87">
                <a:alpha val="100000"/>
              </a:srgbClr>
            </a:solidFill>
            <a:ln w="5420" cap="flat">
              <a:solidFill>
                <a:srgbClr val="3B4E8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0" name="pg760"/>
            <p:cNvSpPr/>
            <p:nvPr/>
          </p:nvSpPr>
          <p:spPr>
            <a:xfrm>
              <a:off x="5586270" y="302242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D85">
                <a:alpha val="100000"/>
              </a:srgbClr>
            </a:solidFill>
            <a:ln w="5420" cap="flat">
              <a:solidFill>
                <a:srgbClr val="3C4D8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1" name="pg761"/>
            <p:cNvSpPr/>
            <p:nvPr/>
          </p:nvSpPr>
          <p:spPr>
            <a:xfrm>
              <a:off x="6075038" y="302242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5C9A">
                <a:alpha val="100000"/>
              </a:srgbClr>
            </a:solidFill>
            <a:ln w="5420" cap="flat">
              <a:solidFill>
                <a:srgbClr val="395C9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2" name="pg762"/>
            <p:cNvSpPr/>
            <p:nvPr/>
          </p:nvSpPr>
          <p:spPr>
            <a:xfrm>
              <a:off x="6086675" y="302242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5C9A">
                <a:alpha val="100000"/>
              </a:srgbClr>
            </a:solidFill>
            <a:ln w="5420" cap="flat">
              <a:solidFill>
                <a:srgbClr val="395C9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3" name="pg763"/>
            <p:cNvSpPr/>
            <p:nvPr/>
          </p:nvSpPr>
          <p:spPr>
            <a:xfrm>
              <a:off x="6098312" y="302242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5B9A">
                <a:alpha val="100000"/>
              </a:srgbClr>
            </a:solidFill>
            <a:ln w="5420" cap="flat">
              <a:solidFill>
                <a:srgbClr val="395B9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4" name="pg764"/>
            <p:cNvSpPr/>
            <p:nvPr/>
          </p:nvSpPr>
          <p:spPr>
            <a:xfrm>
              <a:off x="5516446" y="303672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538E">
                <a:alpha val="100000"/>
              </a:srgbClr>
            </a:solidFill>
            <a:ln w="5420" cap="flat">
              <a:solidFill>
                <a:srgbClr val="3B538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5" name="pg765"/>
            <p:cNvSpPr/>
            <p:nvPr/>
          </p:nvSpPr>
          <p:spPr>
            <a:xfrm>
              <a:off x="5528083" y="303672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538D">
                <a:alpha val="100000"/>
              </a:srgbClr>
            </a:solidFill>
            <a:ln w="5420" cap="flat">
              <a:solidFill>
                <a:srgbClr val="3B538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6" name="pg766"/>
            <p:cNvSpPr/>
            <p:nvPr/>
          </p:nvSpPr>
          <p:spPr>
            <a:xfrm>
              <a:off x="5539721" y="303672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528D">
                <a:alpha val="100000"/>
              </a:srgbClr>
            </a:solidFill>
            <a:ln w="5420" cap="flat">
              <a:solidFill>
                <a:srgbClr val="3B528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7" name="pg767"/>
            <p:cNvSpPr/>
            <p:nvPr/>
          </p:nvSpPr>
          <p:spPr>
            <a:xfrm>
              <a:off x="5551358" y="303672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518B">
                <a:alpha val="100000"/>
              </a:srgbClr>
            </a:solidFill>
            <a:ln w="5420" cap="flat">
              <a:solidFill>
                <a:srgbClr val="3B518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8" name="pg768"/>
            <p:cNvSpPr/>
            <p:nvPr/>
          </p:nvSpPr>
          <p:spPr>
            <a:xfrm>
              <a:off x="5562995" y="303672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508A">
                <a:alpha val="100000"/>
              </a:srgbClr>
            </a:solidFill>
            <a:ln w="5420" cap="flat">
              <a:solidFill>
                <a:srgbClr val="3B508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9" name="pg769"/>
            <p:cNvSpPr/>
            <p:nvPr/>
          </p:nvSpPr>
          <p:spPr>
            <a:xfrm>
              <a:off x="5574633" y="303672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4F89">
                <a:alpha val="100000"/>
              </a:srgbClr>
            </a:solidFill>
            <a:ln w="5420" cap="flat">
              <a:solidFill>
                <a:srgbClr val="3B4F8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0" name="pg770"/>
            <p:cNvSpPr/>
            <p:nvPr/>
          </p:nvSpPr>
          <p:spPr>
            <a:xfrm>
              <a:off x="5516446" y="305102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548F">
                <a:alpha val="100000"/>
              </a:srgbClr>
            </a:solidFill>
            <a:ln w="5420" cap="flat">
              <a:solidFill>
                <a:srgbClr val="3B548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1" name="pg771"/>
            <p:cNvSpPr/>
            <p:nvPr/>
          </p:nvSpPr>
          <p:spPr>
            <a:xfrm>
              <a:off x="5528083" y="305102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538E">
                <a:alpha val="100000"/>
              </a:srgbClr>
            </a:solidFill>
            <a:ln w="5420" cap="flat">
              <a:solidFill>
                <a:srgbClr val="3B538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2" name="pg772"/>
            <p:cNvSpPr/>
            <p:nvPr/>
          </p:nvSpPr>
          <p:spPr>
            <a:xfrm>
              <a:off x="5539721" y="305102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538D">
                <a:alpha val="100000"/>
              </a:srgbClr>
            </a:solidFill>
            <a:ln w="5420" cap="flat">
              <a:solidFill>
                <a:srgbClr val="3B538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3" name="pg773"/>
            <p:cNvSpPr/>
            <p:nvPr/>
          </p:nvSpPr>
          <p:spPr>
            <a:xfrm>
              <a:off x="5551358" y="305102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528C">
                <a:alpha val="100000"/>
              </a:srgbClr>
            </a:solidFill>
            <a:ln w="5420" cap="flat">
              <a:solidFill>
                <a:srgbClr val="3B528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4" name="pg774"/>
            <p:cNvSpPr/>
            <p:nvPr/>
          </p:nvSpPr>
          <p:spPr>
            <a:xfrm>
              <a:off x="5562995" y="305102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518B">
                <a:alpha val="100000"/>
              </a:srgbClr>
            </a:solidFill>
            <a:ln w="5420" cap="flat">
              <a:solidFill>
                <a:srgbClr val="3B518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5" name="pg775"/>
            <p:cNvSpPr/>
            <p:nvPr/>
          </p:nvSpPr>
          <p:spPr>
            <a:xfrm>
              <a:off x="5504809" y="306532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538E">
                <a:alpha val="100000"/>
              </a:srgbClr>
            </a:solidFill>
            <a:ln w="5420" cap="flat">
              <a:solidFill>
                <a:srgbClr val="3B538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6" name="pg776"/>
            <p:cNvSpPr/>
            <p:nvPr/>
          </p:nvSpPr>
          <p:spPr>
            <a:xfrm>
              <a:off x="5516446" y="306532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548F">
                <a:alpha val="100000"/>
              </a:srgbClr>
            </a:solidFill>
            <a:ln w="5420" cap="flat">
              <a:solidFill>
                <a:srgbClr val="3B548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7" name="pg777"/>
            <p:cNvSpPr/>
            <p:nvPr/>
          </p:nvSpPr>
          <p:spPr>
            <a:xfrm>
              <a:off x="5528083" y="306532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538E">
                <a:alpha val="100000"/>
              </a:srgbClr>
            </a:solidFill>
            <a:ln w="5420" cap="flat">
              <a:solidFill>
                <a:srgbClr val="3B538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8" name="pg778"/>
            <p:cNvSpPr/>
            <p:nvPr/>
          </p:nvSpPr>
          <p:spPr>
            <a:xfrm>
              <a:off x="5539721" y="306532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538D">
                <a:alpha val="100000"/>
              </a:srgbClr>
            </a:solidFill>
            <a:ln w="5420" cap="flat">
              <a:solidFill>
                <a:srgbClr val="3B538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9" name="pg779"/>
            <p:cNvSpPr/>
            <p:nvPr/>
          </p:nvSpPr>
          <p:spPr>
            <a:xfrm>
              <a:off x="5551358" y="306532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528D">
                <a:alpha val="100000"/>
              </a:srgbClr>
            </a:solidFill>
            <a:ln w="5420" cap="flat">
              <a:solidFill>
                <a:srgbClr val="3B528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0" name="pg780"/>
            <p:cNvSpPr/>
            <p:nvPr/>
          </p:nvSpPr>
          <p:spPr>
            <a:xfrm>
              <a:off x="5562995" y="306532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528C">
                <a:alpha val="100000"/>
              </a:srgbClr>
            </a:solidFill>
            <a:ln w="5420" cap="flat">
              <a:solidFill>
                <a:srgbClr val="3B528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1" name="pg781"/>
            <p:cNvSpPr/>
            <p:nvPr/>
          </p:nvSpPr>
          <p:spPr>
            <a:xfrm>
              <a:off x="5504809" y="307962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528D">
                <a:alpha val="100000"/>
              </a:srgbClr>
            </a:solidFill>
            <a:ln w="5420" cap="flat">
              <a:solidFill>
                <a:srgbClr val="3B528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2" name="pg782"/>
            <p:cNvSpPr/>
            <p:nvPr/>
          </p:nvSpPr>
          <p:spPr>
            <a:xfrm>
              <a:off x="5516446" y="307962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528D">
                <a:alpha val="100000"/>
              </a:srgbClr>
            </a:solidFill>
            <a:ln w="5420" cap="flat">
              <a:solidFill>
                <a:srgbClr val="3B528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3" name="pg783"/>
            <p:cNvSpPr/>
            <p:nvPr/>
          </p:nvSpPr>
          <p:spPr>
            <a:xfrm>
              <a:off x="5528083" y="307962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528D">
                <a:alpha val="100000"/>
              </a:srgbClr>
            </a:solidFill>
            <a:ln w="5420" cap="flat">
              <a:solidFill>
                <a:srgbClr val="3B528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4" name="pg784"/>
            <p:cNvSpPr/>
            <p:nvPr/>
          </p:nvSpPr>
          <p:spPr>
            <a:xfrm>
              <a:off x="5539721" y="307962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528D">
                <a:alpha val="100000"/>
              </a:srgbClr>
            </a:solidFill>
            <a:ln w="5420" cap="flat">
              <a:solidFill>
                <a:srgbClr val="3B528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5" name="pg785"/>
            <p:cNvSpPr/>
            <p:nvPr/>
          </p:nvSpPr>
          <p:spPr>
            <a:xfrm>
              <a:off x="5551358" y="307962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528C">
                <a:alpha val="100000"/>
              </a:srgbClr>
            </a:solidFill>
            <a:ln w="5420" cap="flat">
              <a:solidFill>
                <a:srgbClr val="3B528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6" name="pg786"/>
            <p:cNvSpPr/>
            <p:nvPr/>
          </p:nvSpPr>
          <p:spPr>
            <a:xfrm>
              <a:off x="5562995" y="307962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528C">
                <a:alpha val="100000"/>
              </a:srgbClr>
            </a:solidFill>
            <a:ln w="5420" cap="flat">
              <a:solidFill>
                <a:srgbClr val="3B528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7" name="pg787"/>
            <p:cNvSpPr/>
            <p:nvPr/>
          </p:nvSpPr>
          <p:spPr>
            <a:xfrm>
              <a:off x="5504809" y="309392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528D">
                <a:alpha val="100000"/>
              </a:srgbClr>
            </a:solidFill>
            <a:ln w="5420" cap="flat">
              <a:solidFill>
                <a:srgbClr val="3B528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8" name="pg788"/>
            <p:cNvSpPr/>
            <p:nvPr/>
          </p:nvSpPr>
          <p:spPr>
            <a:xfrm>
              <a:off x="5516446" y="309392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528D">
                <a:alpha val="100000"/>
              </a:srgbClr>
            </a:solidFill>
            <a:ln w="5420" cap="flat">
              <a:solidFill>
                <a:srgbClr val="3B528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9" name="pg789"/>
            <p:cNvSpPr/>
            <p:nvPr/>
          </p:nvSpPr>
          <p:spPr>
            <a:xfrm>
              <a:off x="5528083" y="309392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528D">
                <a:alpha val="100000"/>
              </a:srgbClr>
            </a:solidFill>
            <a:ln w="5420" cap="flat">
              <a:solidFill>
                <a:srgbClr val="3B528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0" name="pg790"/>
            <p:cNvSpPr/>
            <p:nvPr/>
          </p:nvSpPr>
          <p:spPr>
            <a:xfrm>
              <a:off x="5539721" y="309392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528D">
                <a:alpha val="100000"/>
              </a:srgbClr>
            </a:solidFill>
            <a:ln w="5420" cap="flat">
              <a:solidFill>
                <a:srgbClr val="3B528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1" name="pg791"/>
            <p:cNvSpPr/>
            <p:nvPr/>
          </p:nvSpPr>
          <p:spPr>
            <a:xfrm>
              <a:off x="5551358" y="309392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528C">
                <a:alpha val="100000"/>
              </a:srgbClr>
            </a:solidFill>
            <a:ln w="5420" cap="flat">
              <a:solidFill>
                <a:srgbClr val="3B528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2" name="pg792"/>
            <p:cNvSpPr/>
            <p:nvPr/>
          </p:nvSpPr>
          <p:spPr>
            <a:xfrm>
              <a:off x="5562995" y="309392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528C">
                <a:alpha val="100000"/>
              </a:srgbClr>
            </a:solidFill>
            <a:ln w="5420" cap="flat">
              <a:solidFill>
                <a:srgbClr val="3B528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3" name="pg793"/>
            <p:cNvSpPr/>
            <p:nvPr/>
          </p:nvSpPr>
          <p:spPr>
            <a:xfrm>
              <a:off x="5504809" y="310822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528C">
                <a:alpha val="100000"/>
              </a:srgbClr>
            </a:solidFill>
            <a:ln w="5420" cap="flat">
              <a:solidFill>
                <a:srgbClr val="3B528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4" name="pg794"/>
            <p:cNvSpPr/>
            <p:nvPr/>
          </p:nvSpPr>
          <p:spPr>
            <a:xfrm>
              <a:off x="5516446" y="310822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528C">
                <a:alpha val="100000"/>
              </a:srgbClr>
            </a:solidFill>
            <a:ln w="5420" cap="flat">
              <a:solidFill>
                <a:srgbClr val="3B528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5" name="pg795"/>
            <p:cNvSpPr/>
            <p:nvPr/>
          </p:nvSpPr>
          <p:spPr>
            <a:xfrm>
              <a:off x="5528083" y="310822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528C">
                <a:alpha val="100000"/>
              </a:srgbClr>
            </a:solidFill>
            <a:ln w="5420" cap="flat">
              <a:solidFill>
                <a:srgbClr val="3B528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6" name="pg796"/>
            <p:cNvSpPr/>
            <p:nvPr/>
          </p:nvSpPr>
          <p:spPr>
            <a:xfrm>
              <a:off x="5539721" y="310822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528C">
                <a:alpha val="100000"/>
              </a:srgbClr>
            </a:solidFill>
            <a:ln w="5420" cap="flat">
              <a:solidFill>
                <a:srgbClr val="3B528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7" name="pg797"/>
            <p:cNvSpPr/>
            <p:nvPr/>
          </p:nvSpPr>
          <p:spPr>
            <a:xfrm>
              <a:off x="5551358" y="310822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528C">
                <a:alpha val="100000"/>
              </a:srgbClr>
            </a:solidFill>
            <a:ln w="5420" cap="flat">
              <a:solidFill>
                <a:srgbClr val="3B528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8" name="pg798"/>
            <p:cNvSpPr/>
            <p:nvPr/>
          </p:nvSpPr>
          <p:spPr>
            <a:xfrm>
              <a:off x="5562995" y="310822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518B">
                <a:alpha val="100000"/>
              </a:srgbClr>
            </a:solidFill>
            <a:ln w="5420" cap="flat">
              <a:solidFill>
                <a:srgbClr val="3B518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9" name="pg799"/>
            <p:cNvSpPr/>
            <p:nvPr/>
          </p:nvSpPr>
          <p:spPr>
            <a:xfrm>
              <a:off x="5574633" y="310822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518B">
                <a:alpha val="100000"/>
              </a:srgbClr>
            </a:solidFill>
            <a:ln w="5420" cap="flat">
              <a:solidFill>
                <a:srgbClr val="3B518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0" name="pg800"/>
            <p:cNvSpPr/>
            <p:nvPr/>
          </p:nvSpPr>
          <p:spPr>
            <a:xfrm>
              <a:off x="5493171" y="312252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518B">
                <a:alpha val="100000"/>
              </a:srgbClr>
            </a:solidFill>
            <a:ln w="5420" cap="flat">
              <a:solidFill>
                <a:srgbClr val="3B518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1" name="pg801"/>
            <p:cNvSpPr/>
            <p:nvPr/>
          </p:nvSpPr>
          <p:spPr>
            <a:xfrm>
              <a:off x="5504809" y="312252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518B">
                <a:alpha val="100000"/>
              </a:srgbClr>
            </a:solidFill>
            <a:ln w="5420" cap="flat">
              <a:solidFill>
                <a:srgbClr val="3B518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2" name="pg802"/>
            <p:cNvSpPr/>
            <p:nvPr/>
          </p:nvSpPr>
          <p:spPr>
            <a:xfrm>
              <a:off x="5516446" y="312252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528C">
                <a:alpha val="100000"/>
              </a:srgbClr>
            </a:solidFill>
            <a:ln w="5420" cap="flat">
              <a:solidFill>
                <a:srgbClr val="3B528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3" name="pg803"/>
            <p:cNvSpPr/>
            <p:nvPr/>
          </p:nvSpPr>
          <p:spPr>
            <a:xfrm>
              <a:off x="5528083" y="312252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528C">
                <a:alpha val="100000"/>
              </a:srgbClr>
            </a:solidFill>
            <a:ln w="5420" cap="flat">
              <a:solidFill>
                <a:srgbClr val="3B528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4" name="pg804"/>
            <p:cNvSpPr/>
            <p:nvPr/>
          </p:nvSpPr>
          <p:spPr>
            <a:xfrm>
              <a:off x="5539721" y="312252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518B">
                <a:alpha val="100000"/>
              </a:srgbClr>
            </a:solidFill>
            <a:ln w="5420" cap="flat">
              <a:solidFill>
                <a:srgbClr val="3B518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5" name="pg805"/>
            <p:cNvSpPr/>
            <p:nvPr/>
          </p:nvSpPr>
          <p:spPr>
            <a:xfrm>
              <a:off x="5551358" y="312252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518B">
                <a:alpha val="100000"/>
              </a:srgbClr>
            </a:solidFill>
            <a:ln w="5420" cap="flat">
              <a:solidFill>
                <a:srgbClr val="3B518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6" name="pg806"/>
            <p:cNvSpPr/>
            <p:nvPr/>
          </p:nvSpPr>
          <p:spPr>
            <a:xfrm>
              <a:off x="5562995" y="312252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518B">
                <a:alpha val="100000"/>
              </a:srgbClr>
            </a:solidFill>
            <a:ln w="5420" cap="flat">
              <a:solidFill>
                <a:srgbClr val="3B518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7" name="pg807"/>
            <p:cNvSpPr/>
            <p:nvPr/>
          </p:nvSpPr>
          <p:spPr>
            <a:xfrm>
              <a:off x="5481534" y="313682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5089">
                <a:alpha val="100000"/>
              </a:srgbClr>
            </a:solidFill>
            <a:ln w="5420" cap="flat">
              <a:solidFill>
                <a:srgbClr val="3B508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8" name="pg808"/>
            <p:cNvSpPr/>
            <p:nvPr/>
          </p:nvSpPr>
          <p:spPr>
            <a:xfrm>
              <a:off x="5493171" y="313682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5089">
                <a:alpha val="100000"/>
              </a:srgbClr>
            </a:solidFill>
            <a:ln w="5420" cap="flat">
              <a:solidFill>
                <a:srgbClr val="3B508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9" name="pg809"/>
            <p:cNvSpPr/>
            <p:nvPr/>
          </p:nvSpPr>
          <p:spPr>
            <a:xfrm>
              <a:off x="5504809" y="313682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508A">
                <a:alpha val="100000"/>
              </a:srgbClr>
            </a:solidFill>
            <a:ln w="5420" cap="flat">
              <a:solidFill>
                <a:srgbClr val="3B508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0" name="pg810"/>
            <p:cNvSpPr/>
            <p:nvPr/>
          </p:nvSpPr>
          <p:spPr>
            <a:xfrm>
              <a:off x="5516446" y="313682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518A">
                <a:alpha val="100000"/>
              </a:srgbClr>
            </a:solidFill>
            <a:ln w="5420" cap="flat">
              <a:solidFill>
                <a:srgbClr val="3B518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1" name="pg811"/>
            <p:cNvSpPr/>
            <p:nvPr/>
          </p:nvSpPr>
          <p:spPr>
            <a:xfrm>
              <a:off x="5528083" y="313682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518A">
                <a:alpha val="100000"/>
              </a:srgbClr>
            </a:solidFill>
            <a:ln w="5420" cap="flat">
              <a:solidFill>
                <a:srgbClr val="3B518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2" name="pg812"/>
            <p:cNvSpPr/>
            <p:nvPr/>
          </p:nvSpPr>
          <p:spPr>
            <a:xfrm>
              <a:off x="5539721" y="313682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518A">
                <a:alpha val="100000"/>
              </a:srgbClr>
            </a:solidFill>
            <a:ln w="5420" cap="flat">
              <a:solidFill>
                <a:srgbClr val="3B518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3" name="pg813"/>
            <p:cNvSpPr/>
            <p:nvPr/>
          </p:nvSpPr>
          <p:spPr>
            <a:xfrm>
              <a:off x="5551358" y="313682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518A">
                <a:alpha val="100000"/>
              </a:srgbClr>
            </a:solidFill>
            <a:ln w="5420" cap="flat">
              <a:solidFill>
                <a:srgbClr val="3B518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4" name="pg814"/>
            <p:cNvSpPr/>
            <p:nvPr/>
          </p:nvSpPr>
          <p:spPr>
            <a:xfrm>
              <a:off x="5481534" y="315112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4E86">
                <a:alpha val="100000"/>
              </a:srgbClr>
            </a:solidFill>
            <a:ln w="5420" cap="flat">
              <a:solidFill>
                <a:srgbClr val="3B4E8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5" name="pg815"/>
            <p:cNvSpPr/>
            <p:nvPr/>
          </p:nvSpPr>
          <p:spPr>
            <a:xfrm>
              <a:off x="5493171" y="315112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4E87">
                <a:alpha val="100000"/>
              </a:srgbClr>
            </a:solidFill>
            <a:ln w="5420" cap="flat">
              <a:solidFill>
                <a:srgbClr val="3B4E8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6" name="pg816"/>
            <p:cNvSpPr/>
            <p:nvPr/>
          </p:nvSpPr>
          <p:spPr>
            <a:xfrm>
              <a:off x="5504809" y="315112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4F88">
                <a:alpha val="100000"/>
              </a:srgbClr>
            </a:solidFill>
            <a:ln w="5420" cap="flat">
              <a:solidFill>
                <a:srgbClr val="3B4F8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7" name="pg817"/>
            <p:cNvSpPr/>
            <p:nvPr/>
          </p:nvSpPr>
          <p:spPr>
            <a:xfrm>
              <a:off x="5516446" y="315112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4F89">
                <a:alpha val="100000"/>
              </a:srgbClr>
            </a:solidFill>
            <a:ln w="5420" cap="flat">
              <a:solidFill>
                <a:srgbClr val="3B4F8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8" name="pg818"/>
            <p:cNvSpPr/>
            <p:nvPr/>
          </p:nvSpPr>
          <p:spPr>
            <a:xfrm>
              <a:off x="5528083" y="315112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5089">
                <a:alpha val="100000"/>
              </a:srgbClr>
            </a:solidFill>
            <a:ln w="5420" cap="flat">
              <a:solidFill>
                <a:srgbClr val="3B508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9" name="pg819"/>
            <p:cNvSpPr/>
            <p:nvPr/>
          </p:nvSpPr>
          <p:spPr>
            <a:xfrm>
              <a:off x="5539721" y="315112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5089">
                <a:alpha val="100000"/>
              </a:srgbClr>
            </a:solidFill>
            <a:ln w="5420" cap="flat">
              <a:solidFill>
                <a:srgbClr val="3B508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0" name="pg820"/>
            <p:cNvSpPr/>
            <p:nvPr/>
          </p:nvSpPr>
          <p:spPr>
            <a:xfrm>
              <a:off x="5551358" y="315112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5089">
                <a:alpha val="100000"/>
              </a:srgbClr>
            </a:solidFill>
            <a:ln w="5420" cap="flat">
              <a:solidFill>
                <a:srgbClr val="3B508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1" name="pg821"/>
            <p:cNvSpPr/>
            <p:nvPr/>
          </p:nvSpPr>
          <p:spPr>
            <a:xfrm>
              <a:off x="5574633" y="315112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4F89">
                <a:alpha val="100000"/>
              </a:srgbClr>
            </a:solidFill>
            <a:ln w="5420" cap="flat">
              <a:solidFill>
                <a:srgbClr val="3B4F8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2" name="pg822"/>
            <p:cNvSpPr/>
            <p:nvPr/>
          </p:nvSpPr>
          <p:spPr>
            <a:xfrm>
              <a:off x="5586270" y="315112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5089">
                <a:alpha val="100000"/>
              </a:srgbClr>
            </a:solidFill>
            <a:ln w="5420" cap="flat">
              <a:solidFill>
                <a:srgbClr val="3B508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3" name="pg823"/>
            <p:cNvSpPr/>
            <p:nvPr/>
          </p:nvSpPr>
          <p:spPr>
            <a:xfrm>
              <a:off x="5597907" y="315112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4F89">
                <a:alpha val="100000"/>
              </a:srgbClr>
            </a:solidFill>
            <a:ln w="5420" cap="flat">
              <a:solidFill>
                <a:srgbClr val="3B4F8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4" name="pg824"/>
            <p:cNvSpPr/>
            <p:nvPr/>
          </p:nvSpPr>
          <p:spPr>
            <a:xfrm>
              <a:off x="5609545" y="315112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4F88">
                <a:alpha val="100000"/>
              </a:srgbClr>
            </a:solidFill>
            <a:ln w="5420" cap="flat">
              <a:solidFill>
                <a:srgbClr val="3B4F8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5" name="pg825"/>
            <p:cNvSpPr/>
            <p:nvPr/>
          </p:nvSpPr>
          <p:spPr>
            <a:xfrm>
              <a:off x="5481534" y="316543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C84">
                <a:alpha val="100000"/>
              </a:srgbClr>
            </a:solidFill>
            <a:ln w="5420" cap="flat">
              <a:solidFill>
                <a:srgbClr val="3C4C8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6" name="pg826"/>
            <p:cNvSpPr/>
            <p:nvPr/>
          </p:nvSpPr>
          <p:spPr>
            <a:xfrm>
              <a:off x="5493171" y="316543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C84">
                <a:alpha val="100000"/>
              </a:srgbClr>
            </a:solidFill>
            <a:ln w="5420" cap="flat">
              <a:solidFill>
                <a:srgbClr val="3C4C8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7" name="pg827"/>
            <p:cNvSpPr/>
            <p:nvPr/>
          </p:nvSpPr>
          <p:spPr>
            <a:xfrm>
              <a:off x="5504809" y="316543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D85">
                <a:alpha val="100000"/>
              </a:srgbClr>
            </a:solidFill>
            <a:ln w="5420" cap="flat">
              <a:solidFill>
                <a:srgbClr val="3C4D8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8" name="pg828"/>
            <p:cNvSpPr/>
            <p:nvPr/>
          </p:nvSpPr>
          <p:spPr>
            <a:xfrm>
              <a:off x="5516446" y="316543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4E86">
                <a:alpha val="100000"/>
              </a:srgbClr>
            </a:solidFill>
            <a:ln w="5420" cap="flat">
              <a:solidFill>
                <a:srgbClr val="3B4E8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9" name="pg829"/>
            <p:cNvSpPr/>
            <p:nvPr/>
          </p:nvSpPr>
          <p:spPr>
            <a:xfrm>
              <a:off x="5528083" y="316543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4E87">
                <a:alpha val="100000"/>
              </a:srgbClr>
            </a:solidFill>
            <a:ln w="5420" cap="flat">
              <a:solidFill>
                <a:srgbClr val="3B4E8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0" name="pg830"/>
            <p:cNvSpPr/>
            <p:nvPr/>
          </p:nvSpPr>
          <p:spPr>
            <a:xfrm>
              <a:off x="5539721" y="316543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4E87">
                <a:alpha val="100000"/>
              </a:srgbClr>
            </a:solidFill>
            <a:ln w="5420" cap="flat">
              <a:solidFill>
                <a:srgbClr val="3B4E8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1" name="pg831"/>
            <p:cNvSpPr/>
            <p:nvPr/>
          </p:nvSpPr>
          <p:spPr>
            <a:xfrm>
              <a:off x="5551358" y="316543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4F87">
                <a:alpha val="100000"/>
              </a:srgbClr>
            </a:solidFill>
            <a:ln w="5420" cap="flat">
              <a:solidFill>
                <a:srgbClr val="3B4F8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2" name="pg832"/>
            <p:cNvSpPr/>
            <p:nvPr/>
          </p:nvSpPr>
          <p:spPr>
            <a:xfrm>
              <a:off x="5562995" y="316543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4F88">
                <a:alpha val="100000"/>
              </a:srgbClr>
            </a:solidFill>
            <a:ln w="5420" cap="flat">
              <a:solidFill>
                <a:srgbClr val="3B4F8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3" name="pg833"/>
            <p:cNvSpPr/>
            <p:nvPr/>
          </p:nvSpPr>
          <p:spPr>
            <a:xfrm>
              <a:off x="5574633" y="316543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4F88">
                <a:alpha val="100000"/>
              </a:srgbClr>
            </a:solidFill>
            <a:ln w="5420" cap="flat">
              <a:solidFill>
                <a:srgbClr val="3B4F8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4" name="pg834"/>
            <p:cNvSpPr/>
            <p:nvPr/>
          </p:nvSpPr>
          <p:spPr>
            <a:xfrm>
              <a:off x="5586270" y="316543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4F88">
                <a:alpha val="100000"/>
              </a:srgbClr>
            </a:solidFill>
            <a:ln w="5420" cap="flat">
              <a:solidFill>
                <a:srgbClr val="3B4F8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5" name="pg835"/>
            <p:cNvSpPr/>
            <p:nvPr/>
          </p:nvSpPr>
          <p:spPr>
            <a:xfrm>
              <a:off x="5597907" y="316543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4F88">
                <a:alpha val="100000"/>
              </a:srgbClr>
            </a:solidFill>
            <a:ln w="5420" cap="flat">
              <a:solidFill>
                <a:srgbClr val="3B4F8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6" name="pg836"/>
            <p:cNvSpPr/>
            <p:nvPr/>
          </p:nvSpPr>
          <p:spPr>
            <a:xfrm>
              <a:off x="5609545" y="316543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4F88">
                <a:alpha val="100000"/>
              </a:srgbClr>
            </a:solidFill>
            <a:ln w="5420" cap="flat">
              <a:solidFill>
                <a:srgbClr val="3B4F8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7" name="pg837"/>
            <p:cNvSpPr/>
            <p:nvPr/>
          </p:nvSpPr>
          <p:spPr>
            <a:xfrm>
              <a:off x="5621182" y="316543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4F88">
                <a:alpha val="100000"/>
              </a:srgbClr>
            </a:solidFill>
            <a:ln w="5420" cap="flat">
              <a:solidFill>
                <a:srgbClr val="3B4F8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8" name="pg838"/>
            <p:cNvSpPr/>
            <p:nvPr/>
          </p:nvSpPr>
          <p:spPr>
            <a:xfrm>
              <a:off x="5504809" y="317973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A81">
                <a:alpha val="100000"/>
              </a:srgbClr>
            </a:solidFill>
            <a:ln w="5420" cap="flat">
              <a:solidFill>
                <a:srgbClr val="3C4A8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9" name="pg839"/>
            <p:cNvSpPr/>
            <p:nvPr/>
          </p:nvSpPr>
          <p:spPr>
            <a:xfrm>
              <a:off x="5516446" y="317973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C83">
                <a:alpha val="100000"/>
              </a:srgbClr>
            </a:solidFill>
            <a:ln w="5420" cap="flat">
              <a:solidFill>
                <a:srgbClr val="3C4C8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0" name="pg840"/>
            <p:cNvSpPr/>
            <p:nvPr/>
          </p:nvSpPr>
          <p:spPr>
            <a:xfrm>
              <a:off x="5528083" y="317973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C84">
                <a:alpha val="100000"/>
              </a:srgbClr>
            </a:solidFill>
            <a:ln w="5420" cap="flat">
              <a:solidFill>
                <a:srgbClr val="3C4C8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1" name="pg841"/>
            <p:cNvSpPr/>
            <p:nvPr/>
          </p:nvSpPr>
          <p:spPr>
            <a:xfrm>
              <a:off x="5539721" y="317973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D85">
                <a:alpha val="100000"/>
              </a:srgbClr>
            </a:solidFill>
            <a:ln w="5420" cap="flat">
              <a:solidFill>
                <a:srgbClr val="3C4D8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2" name="pg842"/>
            <p:cNvSpPr/>
            <p:nvPr/>
          </p:nvSpPr>
          <p:spPr>
            <a:xfrm>
              <a:off x="5551358" y="317973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4D86">
                <a:alpha val="100000"/>
              </a:srgbClr>
            </a:solidFill>
            <a:ln w="5420" cap="flat">
              <a:solidFill>
                <a:srgbClr val="3B4D8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3" name="pg843"/>
            <p:cNvSpPr/>
            <p:nvPr/>
          </p:nvSpPr>
          <p:spPr>
            <a:xfrm>
              <a:off x="5562995" y="317973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4E86">
                <a:alpha val="100000"/>
              </a:srgbClr>
            </a:solidFill>
            <a:ln w="5420" cap="flat">
              <a:solidFill>
                <a:srgbClr val="3B4E8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4" name="pg844"/>
            <p:cNvSpPr/>
            <p:nvPr/>
          </p:nvSpPr>
          <p:spPr>
            <a:xfrm>
              <a:off x="5574633" y="317973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4E87">
                <a:alpha val="100000"/>
              </a:srgbClr>
            </a:solidFill>
            <a:ln w="5420" cap="flat">
              <a:solidFill>
                <a:srgbClr val="3B4E8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5" name="pg845"/>
            <p:cNvSpPr/>
            <p:nvPr/>
          </p:nvSpPr>
          <p:spPr>
            <a:xfrm>
              <a:off x="5586270" y="317973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4E87">
                <a:alpha val="100000"/>
              </a:srgbClr>
            </a:solidFill>
            <a:ln w="5420" cap="flat">
              <a:solidFill>
                <a:srgbClr val="3B4E8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6" name="pg846"/>
            <p:cNvSpPr/>
            <p:nvPr/>
          </p:nvSpPr>
          <p:spPr>
            <a:xfrm>
              <a:off x="5597907" y="317973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4F87">
                <a:alpha val="100000"/>
              </a:srgbClr>
            </a:solidFill>
            <a:ln w="5420" cap="flat">
              <a:solidFill>
                <a:srgbClr val="3B4F8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7" name="pg847"/>
            <p:cNvSpPr/>
            <p:nvPr/>
          </p:nvSpPr>
          <p:spPr>
            <a:xfrm>
              <a:off x="5609545" y="317973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4F88">
                <a:alpha val="100000"/>
              </a:srgbClr>
            </a:solidFill>
            <a:ln w="5420" cap="flat">
              <a:solidFill>
                <a:srgbClr val="3B4F8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8" name="pg848"/>
            <p:cNvSpPr/>
            <p:nvPr/>
          </p:nvSpPr>
          <p:spPr>
            <a:xfrm>
              <a:off x="5621182" y="317973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4F88">
                <a:alpha val="100000"/>
              </a:srgbClr>
            </a:solidFill>
            <a:ln w="5420" cap="flat">
              <a:solidFill>
                <a:srgbClr val="3B4F8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9" name="pg849"/>
            <p:cNvSpPr/>
            <p:nvPr/>
          </p:nvSpPr>
          <p:spPr>
            <a:xfrm>
              <a:off x="5632819" y="317973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4F88">
                <a:alpha val="100000"/>
              </a:srgbClr>
            </a:solidFill>
            <a:ln w="5420" cap="flat">
              <a:solidFill>
                <a:srgbClr val="3B4F8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0" name="pg850"/>
            <p:cNvSpPr/>
            <p:nvPr/>
          </p:nvSpPr>
          <p:spPr>
            <a:xfrm>
              <a:off x="5458259" y="319403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478">
                <a:alpha val="100000"/>
              </a:srgbClr>
            </a:solidFill>
            <a:ln w="5420" cap="flat">
              <a:solidFill>
                <a:srgbClr val="3C447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1" name="pg851"/>
            <p:cNvSpPr/>
            <p:nvPr/>
          </p:nvSpPr>
          <p:spPr>
            <a:xfrm>
              <a:off x="5469897" y="319403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479">
                <a:alpha val="100000"/>
              </a:srgbClr>
            </a:solidFill>
            <a:ln w="5420" cap="flat">
              <a:solidFill>
                <a:srgbClr val="3C447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2" name="pg852"/>
            <p:cNvSpPr/>
            <p:nvPr/>
          </p:nvSpPr>
          <p:spPr>
            <a:xfrm>
              <a:off x="5481534" y="319403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579">
                <a:alpha val="100000"/>
              </a:srgbClr>
            </a:solidFill>
            <a:ln w="5420" cap="flat">
              <a:solidFill>
                <a:srgbClr val="3C457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3" name="pg853"/>
            <p:cNvSpPr/>
            <p:nvPr/>
          </p:nvSpPr>
          <p:spPr>
            <a:xfrm>
              <a:off x="5493171" y="319403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57A">
                <a:alpha val="100000"/>
              </a:srgbClr>
            </a:solidFill>
            <a:ln w="5420" cap="flat">
              <a:solidFill>
                <a:srgbClr val="3C457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4" name="pg854"/>
            <p:cNvSpPr/>
            <p:nvPr/>
          </p:nvSpPr>
          <p:spPr>
            <a:xfrm>
              <a:off x="5528083" y="319403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A81">
                <a:alpha val="100000"/>
              </a:srgbClr>
            </a:solidFill>
            <a:ln w="5420" cap="flat">
              <a:solidFill>
                <a:srgbClr val="3C4A8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5" name="pg855"/>
            <p:cNvSpPr/>
            <p:nvPr/>
          </p:nvSpPr>
          <p:spPr>
            <a:xfrm>
              <a:off x="5539721" y="319403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B83">
                <a:alpha val="100000"/>
              </a:srgbClr>
            </a:solidFill>
            <a:ln w="5420" cap="flat">
              <a:solidFill>
                <a:srgbClr val="3C4B8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6" name="pg856"/>
            <p:cNvSpPr/>
            <p:nvPr/>
          </p:nvSpPr>
          <p:spPr>
            <a:xfrm>
              <a:off x="5551358" y="319403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C84">
                <a:alpha val="100000"/>
              </a:srgbClr>
            </a:solidFill>
            <a:ln w="5420" cap="flat">
              <a:solidFill>
                <a:srgbClr val="3C4C8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7" name="pg857"/>
            <p:cNvSpPr/>
            <p:nvPr/>
          </p:nvSpPr>
          <p:spPr>
            <a:xfrm>
              <a:off x="5562995" y="319403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D85">
                <a:alpha val="100000"/>
              </a:srgbClr>
            </a:solidFill>
            <a:ln w="5420" cap="flat">
              <a:solidFill>
                <a:srgbClr val="3C4D8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8" name="pg858"/>
            <p:cNvSpPr/>
            <p:nvPr/>
          </p:nvSpPr>
          <p:spPr>
            <a:xfrm>
              <a:off x="5574633" y="319403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4D85">
                <a:alpha val="100000"/>
              </a:srgbClr>
            </a:solidFill>
            <a:ln w="5420" cap="flat">
              <a:solidFill>
                <a:srgbClr val="3B4D8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9" name="pg859"/>
            <p:cNvSpPr/>
            <p:nvPr/>
          </p:nvSpPr>
          <p:spPr>
            <a:xfrm>
              <a:off x="5586270" y="319403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4E86">
                <a:alpha val="100000"/>
              </a:srgbClr>
            </a:solidFill>
            <a:ln w="5420" cap="flat">
              <a:solidFill>
                <a:srgbClr val="3B4E8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0" name="pg860"/>
            <p:cNvSpPr/>
            <p:nvPr/>
          </p:nvSpPr>
          <p:spPr>
            <a:xfrm>
              <a:off x="5597907" y="319403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4E87">
                <a:alpha val="100000"/>
              </a:srgbClr>
            </a:solidFill>
            <a:ln w="5420" cap="flat">
              <a:solidFill>
                <a:srgbClr val="3B4E8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1" name="pg861"/>
            <p:cNvSpPr/>
            <p:nvPr/>
          </p:nvSpPr>
          <p:spPr>
            <a:xfrm>
              <a:off x="5609545" y="319403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4E87">
                <a:alpha val="100000"/>
              </a:srgbClr>
            </a:solidFill>
            <a:ln w="5420" cap="flat">
              <a:solidFill>
                <a:srgbClr val="3B4E8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2" name="pg862"/>
            <p:cNvSpPr/>
            <p:nvPr/>
          </p:nvSpPr>
          <p:spPr>
            <a:xfrm>
              <a:off x="5621182" y="319403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4F87">
                <a:alpha val="100000"/>
              </a:srgbClr>
            </a:solidFill>
            <a:ln w="5420" cap="flat">
              <a:solidFill>
                <a:srgbClr val="3B4F8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3" name="pg863"/>
            <p:cNvSpPr/>
            <p:nvPr/>
          </p:nvSpPr>
          <p:spPr>
            <a:xfrm>
              <a:off x="5632819" y="319403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4F88">
                <a:alpha val="100000"/>
              </a:srgbClr>
            </a:solidFill>
            <a:ln w="5420" cap="flat">
              <a:solidFill>
                <a:srgbClr val="3B4F8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4" name="pg864"/>
            <p:cNvSpPr/>
            <p:nvPr/>
          </p:nvSpPr>
          <p:spPr>
            <a:xfrm>
              <a:off x="5446622" y="320833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174">
                <a:alpha val="100000"/>
              </a:srgbClr>
            </a:solidFill>
            <a:ln w="5420" cap="flat">
              <a:solidFill>
                <a:srgbClr val="3C417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5" name="pg865"/>
            <p:cNvSpPr/>
            <p:nvPr/>
          </p:nvSpPr>
          <p:spPr>
            <a:xfrm>
              <a:off x="5458259" y="320833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173">
                <a:alpha val="100000"/>
              </a:srgbClr>
            </a:solidFill>
            <a:ln w="5420" cap="flat">
              <a:solidFill>
                <a:srgbClr val="3C417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6" name="pg866"/>
            <p:cNvSpPr/>
            <p:nvPr/>
          </p:nvSpPr>
          <p:spPr>
            <a:xfrm>
              <a:off x="5469897" y="320833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174">
                <a:alpha val="100000"/>
              </a:srgbClr>
            </a:solidFill>
            <a:ln w="5420" cap="flat">
              <a:solidFill>
                <a:srgbClr val="3C417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7" name="pg867"/>
            <p:cNvSpPr/>
            <p:nvPr/>
          </p:nvSpPr>
          <p:spPr>
            <a:xfrm>
              <a:off x="5481534" y="320833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175">
                <a:alpha val="100000"/>
              </a:srgbClr>
            </a:solidFill>
            <a:ln w="5420" cap="flat">
              <a:solidFill>
                <a:srgbClr val="3C417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8" name="pg868"/>
            <p:cNvSpPr/>
            <p:nvPr/>
          </p:nvSpPr>
          <p:spPr>
            <a:xfrm>
              <a:off x="5493171" y="320833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376">
                <a:alpha val="100000"/>
              </a:srgbClr>
            </a:solidFill>
            <a:ln w="5420" cap="flat">
              <a:solidFill>
                <a:srgbClr val="3C437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9" name="pg869"/>
            <p:cNvSpPr/>
            <p:nvPr/>
          </p:nvSpPr>
          <p:spPr>
            <a:xfrm>
              <a:off x="5504809" y="320833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478">
                <a:alpha val="100000"/>
              </a:srgbClr>
            </a:solidFill>
            <a:ln w="5420" cap="flat">
              <a:solidFill>
                <a:srgbClr val="3C447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0" name="pg870"/>
            <p:cNvSpPr/>
            <p:nvPr/>
          </p:nvSpPr>
          <p:spPr>
            <a:xfrm>
              <a:off x="5516446" y="320833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77D">
                <a:alpha val="100000"/>
              </a:srgbClr>
            </a:solidFill>
            <a:ln w="5420" cap="flat">
              <a:solidFill>
                <a:srgbClr val="3C477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1" name="pg871"/>
            <p:cNvSpPr/>
            <p:nvPr/>
          </p:nvSpPr>
          <p:spPr>
            <a:xfrm>
              <a:off x="5528083" y="320833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87F">
                <a:alpha val="100000"/>
              </a:srgbClr>
            </a:solidFill>
            <a:ln w="5420" cap="flat">
              <a:solidFill>
                <a:srgbClr val="3C487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2" name="pg872"/>
            <p:cNvSpPr/>
            <p:nvPr/>
          </p:nvSpPr>
          <p:spPr>
            <a:xfrm>
              <a:off x="5539721" y="320833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A80">
                <a:alpha val="100000"/>
              </a:srgbClr>
            </a:solidFill>
            <a:ln w="5420" cap="flat">
              <a:solidFill>
                <a:srgbClr val="3C4A8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3" name="pg873"/>
            <p:cNvSpPr/>
            <p:nvPr/>
          </p:nvSpPr>
          <p:spPr>
            <a:xfrm>
              <a:off x="5551358" y="320833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B82">
                <a:alpha val="100000"/>
              </a:srgbClr>
            </a:solidFill>
            <a:ln w="5420" cap="flat">
              <a:solidFill>
                <a:srgbClr val="3C4B8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4" name="pg874"/>
            <p:cNvSpPr/>
            <p:nvPr/>
          </p:nvSpPr>
          <p:spPr>
            <a:xfrm>
              <a:off x="5562995" y="320833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C83">
                <a:alpha val="100000"/>
              </a:srgbClr>
            </a:solidFill>
            <a:ln w="5420" cap="flat">
              <a:solidFill>
                <a:srgbClr val="3C4C8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5" name="pg875"/>
            <p:cNvSpPr/>
            <p:nvPr/>
          </p:nvSpPr>
          <p:spPr>
            <a:xfrm>
              <a:off x="5574633" y="320833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C84">
                <a:alpha val="100000"/>
              </a:srgbClr>
            </a:solidFill>
            <a:ln w="5420" cap="flat">
              <a:solidFill>
                <a:srgbClr val="3C4C8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6" name="pg876"/>
            <p:cNvSpPr/>
            <p:nvPr/>
          </p:nvSpPr>
          <p:spPr>
            <a:xfrm>
              <a:off x="5586270" y="320833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D85">
                <a:alpha val="100000"/>
              </a:srgbClr>
            </a:solidFill>
            <a:ln w="5420" cap="flat">
              <a:solidFill>
                <a:srgbClr val="3C4D8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7" name="pg877"/>
            <p:cNvSpPr/>
            <p:nvPr/>
          </p:nvSpPr>
          <p:spPr>
            <a:xfrm>
              <a:off x="5597907" y="320833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4E86">
                <a:alpha val="100000"/>
              </a:srgbClr>
            </a:solidFill>
            <a:ln w="5420" cap="flat">
              <a:solidFill>
                <a:srgbClr val="3B4E8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8" name="pg878"/>
            <p:cNvSpPr/>
            <p:nvPr/>
          </p:nvSpPr>
          <p:spPr>
            <a:xfrm>
              <a:off x="5609545" y="320833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4E87">
                <a:alpha val="100000"/>
              </a:srgbClr>
            </a:solidFill>
            <a:ln w="5420" cap="flat">
              <a:solidFill>
                <a:srgbClr val="3B4E8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9" name="pg879"/>
            <p:cNvSpPr/>
            <p:nvPr/>
          </p:nvSpPr>
          <p:spPr>
            <a:xfrm>
              <a:off x="5621182" y="320833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4E87">
                <a:alpha val="100000"/>
              </a:srgbClr>
            </a:solidFill>
            <a:ln w="5420" cap="flat">
              <a:solidFill>
                <a:srgbClr val="3B4E8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0" name="pg880"/>
            <p:cNvSpPr/>
            <p:nvPr/>
          </p:nvSpPr>
          <p:spPr>
            <a:xfrm>
              <a:off x="5632819" y="320833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4F88">
                <a:alpha val="100000"/>
              </a:srgbClr>
            </a:solidFill>
            <a:ln w="5420" cap="flat">
              <a:solidFill>
                <a:srgbClr val="3B4F8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1" name="pg881"/>
            <p:cNvSpPr/>
            <p:nvPr/>
          </p:nvSpPr>
          <p:spPr>
            <a:xfrm>
              <a:off x="5644457" y="320833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4F88">
                <a:alpha val="100000"/>
              </a:srgbClr>
            </a:solidFill>
            <a:ln w="5420" cap="flat">
              <a:solidFill>
                <a:srgbClr val="3B4F8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2" name="pg882"/>
            <p:cNvSpPr/>
            <p:nvPr/>
          </p:nvSpPr>
          <p:spPr>
            <a:xfrm>
              <a:off x="5446622" y="322263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3B6B">
                <a:alpha val="100000"/>
              </a:srgbClr>
            </a:solidFill>
            <a:ln w="5420" cap="flat">
              <a:solidFill>
                <a:srgbClr val="3B3B6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3" name="pg883"/>
            <p:cNvSpPr/>
            <p:nvPr/>
          </p:nvSpPr>
          <p:spPr>
            <a:xfrm>
              <a:off x="5458259" y="322263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3A6B">
                <a:alpha val="100000"/>
              </a:srgbClr>
            </a:solidFill>
            <a:ln w="5420" cap="flat">
              <a:solidFill>
                <a:srgbClr val="3B3A6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4" name="pg884"/>
            <p:cNvSpPr/>
            <p:nvPr/>
          </p:nvSpPr>
          <p:spPr>
            <a:xfrm>
              <a:off x="5469897" y="322263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3A6B">
                <a:alpha val="100000"/>
              </a:srgbClr>
            </a:solidFill>
            <a:ln w="5420" cap="flat">
              <a:solidFill>
                <a:srgbClr val="3B3A6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5" name="pg885"/>
            <p:cNvSpPr/>
            <p:nvPr/>
          </p:nvSpPr>
          <p:spPr>
            <a:xfrm>
              <a:off x="5481534" y="322263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3B6C">
                <a:alpha val="100000"/>
              </a:srgbClr>
            </a:solidFill>
            <a:ln w="5420" cap="flat">
              <a:solidFill>
                <a:srgbClr val="3B3B6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6" name="pg886"/>
            <p:cNvSpPr/>
            <p:nvPr/>
          </p:nvSpPr>
          <p:spPr>
            <a:xfrm>
              <a:off x="5493171" y="322263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3D6E">
                <a:alpha val="100000"/>
              </a:srgbClr>
            </a:solidFill>
            <a:ln w="5420" cap="flat">
              <a:solidFill>
                <a:srgbClr val="3B3D6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7" name="pg887"/>
            <p:cNvSpPr/>
            <p:nvPr/>
          </p:nvSpPr>
          <p:spPr>
            <a:xfrm>
              <a:off x="5504809" y="322263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3F71">
                <a:alpha val="100000"/>
              </a:srgbClr>
            </a:solidFill>
            <a:ln w="5420" cap="flat">
              <a:solidFill>
                <a:srgbClr val="3B3F7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8" name="pg888"/>
            <p:cNvSpPr/>
            <p:nvPr/>
          </p:nvSpPr>
          <p:spPr>
            <a:xfrm>
              <a:off x="5516446" y="322263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377">
                <a:alpha val="100000"/>
              </a:srgbClr>
            </a:solidFill>
            <a:ln w="5420" cap="flat">
              <a:solidFill>
                <a:srgbClr val="3C437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9" name="pg889"/>
            <p:cNvSpPr/>
            <p:nvPr/>
          </p:nvSpPr>
          <p:spPr>
            <a:xfrm>
              <a:off x="5528083" y="322263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57A">
                <a:alpha val="100000"/>
              </a:srgbClr>
            </a:solidFill>
            <a:ln w="5420" cap="flat">
              <a:solidFill>
                <a:srgbClr val="3C457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0" name="pg890"/>
            <p:cNvSpPr/>
            <p:nvPr/>
          </p:nvSpPr>
          <p:spPr>
            <a:xfrm>
              <a:off x="5539721" y="322263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77C">
                <a:alpha val="100000"/>
              </a:srgbClr>
            </a:solidFill>
            <a:ln w="5420" cap="flat">
              <a:solidFill>
                <a:srgbClr val="3C477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1" name="pg891"/>
            <p:cNvSpPr/>
            <p:nvPr/>
          </p:nvSpPr>
          <p:spPr>
            <a:xfrm>
              <a:off x="5551358" y="322263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87F">
                <a:alpha val="100000"/>
              </a:srgbClr>
            </a:solidFill>
            <a:ln w="5420" cap="flat">
              <a:solidFill>
                <a:srgbClr val="3C487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2" name="pg892"/>
            <p:cNvSpPr/>
            <p:nvPr/>
          </p:nvSpPr>
          <p:spPr>
            <a:xfrm>
              <a:off x="5562995" y="322263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A81">
                <a:alpha val="100000"/>
              </a:srgbClr>
            </a:solidFill>
            <a:ln w="5420" cap="flat">
              <a:solidFill>
                <a:srgbClr val="3C4A8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3" name="pg893"/>
            <p:cNvSpPr/>
            <p:nvPr/>
          </p:nvSpPr>
          <p:spPr>
            <a:xfrm>
              <a:off x="5574633" y="322263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B82">
                <a:alpha val="100000"/>
              </a:srgbClr>
            </a:solidFill>
            <a:ln w="5420" cap="flat">
              <a:solidFill>
                <a:srgbClr val="3C4B8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4" name="pg894"/>
            <p:cNvSpPr/>
            <p:nvPr/>
          </p:nvSpPr>
          <p:spPr>
            <a:xfrm>
              <a:off x="5586270" y="322263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C84">
                <a:alpha val="100000"/>
              </a:srgbClr>
            </a:solidFill>
            <a:ln w="5420" cap="flat">
              <a:solidFill>
                <a:srgbClr val="3C4C8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5" name="pg895"/>
            <p:cNvSpPr/>
            <p:nvPr/>
          </p:nvSpPr>
          <p:spPr>
            <a:xfrm>
              <a:off x="5597907" y="322263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D85">
                <a:alpha val="100000"/>
              </a:srgbClr>
            </a:solidFill>
            <a:ln w="5420" cap="flat">
              <a:solidFill>
                <a:srgbClr val="3C4D8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6" name="pg896"/>
            <p:cNvSpPr/>
            <p:nvPr/>
          </p:nvSpPr>
          <p:spPr>
            <a:xfrm>
              <a:off x="5609545" y="322263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4E86">
                <a:alpha val="100000"/>
              </a:srgbClr>
            </a:solidFill>
            <a:ln w="5420" cap="flat">
              <a:solidFill>
                <a:srgbClr val="3B4E8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7" name="pg897"/>
            <p:cNvSpPr/>
            <p:nvPr/>
          </p:nvSpPr>
          <p:spPr>
            <a:xfrm>
              <a:off x="5621182" y="322263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4E87">
                <a:alpha val="100000"/>
              </a:srgbClr>
            </a:solidFill>
            <a:ln w="5420" cap="flat">
              <a:solidFill>
                <a:srgbClr val="3B4E8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8" name="pg898"/>
            <p:cNvSpPr/>
            <p:nvPr/>
          </p:nvSpPr>
          <p:spPr>
            <a:xfrm>
              <a:off x="5632819" y="322263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4F88">
                <a:alpha val="100000"/>
              </a:srgbClr>
            </a:solidFill>
            <a:ln w="5420" cap="flat">
              <a:solidFill>
                <a:srgbClr val="3B4F8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9" name="pg899"/>
            <p:cNvSpPr/>
            <p:nvPr/>
          </p:nvSpPr>
          <p:spPr>
            <a:xfrm>
              <a:off x="5644457" y="322263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4F89">
                <a:alpha val="100000"/>
              </a:srgbClr>
            </a:solidFill>
            <a:ln w="5420" cap="flat">
              <a:solidFill>
                <a:srgbClr val="3B4F8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0" name="pg900"/>
            <p:cNvSpPr/>
            <p:nvPr/>
          </p:nvSpPr>
          <p:spPr>
            <a:xfrm>
              <a:off x="5446622" y="323693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3A6A">
                <a:alpha val="100000"/>
              </a:srgbClr>
            </a:solidFill>
            <a:ln w="5420" cap="flat">
              <a:solidFill>
                <a:srgbClr val="3B3A6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1" name="pg901"/>
            <p:cNvSpPr/>
            <p:nvPr/>
          </p:nvSpPr>
          <p:spPr>
            <a:xfrm>
              <a:off x="5458259" y="323693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3969">
                <a:alpha val="100000"/>
              </a:srgbClr>
            </a:solidFill>
            <a:ln w="5420" cap="flat">
              <a:solidFill>
                <a:srgbClr val="3B396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2" name="pg902"/>
            <p:cNvSpPr/>
            <p:nvPr/>
          </p:nvSpPr>
          <p:spPr>
            <a:xfrm>
              <a:off x="5469897" y="323693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3969">
                <a:alpha val="100000"/>
              </a:srgbClr>
            </a:solidFill>
            <a:ln w="5420" cap="flat">
              <a:solidFill>
                <a:srgbClr val="3B396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3" name="pg903"/>
            <p:cNvSpPr/>
            <p:nvPr/>
          </p:nvSpPr>
          <p:spPr>
            <a:xfrm>
              <a:off x="5481534" y="323693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3A6A">
                <a:alpha val="100000"/>
              </a:srgbClr>
            </a:solidFill>
            <a:ln w="5420" cap="flat">
              <a:solidFill>
                <a:srgbClr val="3B3A6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4" name="pg904"/>
            <p:cNvSpPr/>
            <p:nvPr/>
          </p:nvSpPr>
          <p:spPr>
            <a:xfrm>
              <a:off x="5493171" y="323693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3C6C">
                <a:alpha val="100000"/>
              </a:srgbClr>
            </a:solidFill>
            <a:ln w="5420" cap="flat">
              <a:solidFill>
                <a:srgbClr val="3B3C6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5" name="pg905"/>
            <p:cNvSpPr/>
            <p:nvPr/>
          </p:nvSpPr>
          <p:spPr>
            <a:xfrm>
              <a:off x="5504809" y="323693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3E6F">
                <a:alpha val="100000"/>
              </a:srgbClr>
            </a:solidFill>
            <a:ln w="5420" cap="flat">
              <a:solidFill>
                <a:srgbClr val="3B3E6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6" name="pg906"/>
            <p:cNvSpPr/>
            <p:nvPr/>
          </p:nvSpPr>
          <p:spPr>
            <a:xfrm>
              <a:off x="5516446" y="323693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276">
                <a:alpha val="100000"/>
              </a:srgbClr>
            </a:solidFill>
            <a:ln w="5420" cap="flat">
              <a:solidFill>
                <a:srgbClr val="3C427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7" name="pg907"/>
            <p:cNvSpPr/>
            <p:nvPr/>
          </p:nvSpPr>
          <p:spPr>
            <a:xfrm>
              <a:off x="5528083" y="323693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479">
                <a:alpha val="100000"/>
              </a:srgbClr>
            </a:solidFill>
            <a:ln w="5420" cap="flat">
              <a:solidFill>
                <a:srgbClr val="3C447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8" name="pg908"/>
            <p:cNvSpPr/>
            <p:nvPr/>
          </p:nvSpPr>
          <p:spPr>
            <a:xfrm>
              <a:off x="5539721" y="323693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67B">
                <a:alpha val="100000"/>
              </a:srgbClr>
            </a:solidFill>
            <a:ln w="5420" cap="flat">
              <a:solidFill>
                <a:srgbClr val="3C467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9" name="pg909"/>
            <p:cNvSpPr/>
            <p:nvPr/>
          </p:nvSpPr>
          <p:spPr>
            <a:xfrm>
              <a:off x="5551358" y="323693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87E">
                <a:alpha val="100000"/>
              </a:srgbClr>
            </a:solidFill>
            <a:ln w="5420" cap="flat">
              <a:solidFill>
                <a:srgbClr val="3C487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0" name="pg910"/>
            <p:cNvSpPr/>
            <p:nvPr/>
          </p:nvSpPr>
          <p:spPr>
            <a:xfrm>
              <a:off x="5562995" y="323693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980">
                <a:alpha val="100000"/>
              </a:srgbClr>
            </a:solidFill>
            <a:ln w="5420" cap="flat">
              <a:solidFill>
                <a:srgbClr val="3C498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1" name="pg911"/>
            <p:cNvSpPr/>
            <p:nvPr/>
          </p:nvSpPr>
          <p:spPr>
            <a:xfrm>
              <a:off x="5574633" y="323693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B82">
                <a:alpha val="100000"/>
              </a:srgbClr>
            </a:solidFill>
            <a:ln w="5420" cap="flat">
              <a:solidFill>
                <a:srgbClr val="3C4B8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2" name="pg912"/>
            <p:cNvSpPr/>
            <p:nvPr/>
          </p:nvSpPr>
          <p:spPr>
            <a:xfrm>
              <a:off x="5586270" y="323693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C83">
                <a:alpha val="100000"/>
              </a:srgbClr>
            </a:solidFill>
            <a:ln w="5420" cap="flat">
              <a:solidFill>
                <a:srgbClr val="3C4C8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3" name="pg913"/>
            <p:cNvSpPr/>
            <p:nvPr/>
          </p:nvSpPr>
          <p:spPr>
            <a:xfrm>
              <a:off x="5597907" y="323693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D85">
                <a:alpha val="100000"/>
              </a:srgbClr>
            </a:solidFill>
            <a:ln w="5420" cap="flat">
              <a:solidFill>
                <a:srgbClr val="3C4D8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4" name="pg914"/>
            <p:cNvSpPr/>
            <p:nvPr/>
          </p:nvSpPr>
          <p:spPr>
            <a:xfrm>
              <a:off x="5609545" y="323693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4D86">
                <a:alpha val="100000"/>
              </a:srgbClr>
            </a:solidFill>
            <a:ln w="5420" cap="flat">
              <a:solidFill>
                <a:srgbClr val="3B4D8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5" name="pg915"/>
            <p:cNvSpPr/>
            <p:nvPr/>
          </p:nvSpPr>
          <p:spPr>
            <a:xfrm>
              <a:off x="5621182" y="323693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4E87">
                <a:alpha val="100000"/>
              </a:srgbClr>
            </a:solidFill>
            <a:ln w="5420" cap="flat">
              <a:solidFill>
                <a:srgbClr val="3B4E8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6" name="pg916"/>
            <p:cNvSpPr/>
            <p:nvPr/>
          </p:nvSpPr>
          <p:spPr>
            <a:xfrm>
              <a:off x="5632819" y="323693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4F88">
                <a:alpha val="100000"/>
              </a:srgbClr>
            </a:solidFill>
            <a:ln w="5420" cap="flat">
              <a:solidFill>
                <a:srgbClr val="3B4F8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7" name="pg917"/>
            <p:cNvSpPr/>
            <p:nvPr/>
          </p:nvSpPr>
          <p:spPr>
            <a:xfrm>
              <a:off x="5644457" y="323693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4F89">
                <a:alpha val="100000"/>
              </a:srgbClr>
            </a:solidFill>
            <a:ln w="5420" cap="flat">
              <a:solidFill>
                <a:srgbClr val="3B4F8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8" name="pg918"/>
            <p:cNvSpPr/>
            <p:nvPr/>
          </p:nvSpPr>
          <p:spPr>
            <a:xfrm>
              <a:off x="5306974" y="325123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528C">
                <a:alpha val="100000"/>
              </a:srgbClr>
            </a:solidFill>
            <a:ln w="5420" cap="flat">
              <a:solidFill>
                <a:srgbClr val="3B528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9" name="pg919"/>
            <p:cNvSpPr/>
            <p:nvPr/>
          </p:nvSpPr>
          <p:spPr>
            <a:xfrm>
              <a:off x="5353523" y="325123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4F88">
                <a:alpha val="100000"/>
              </a:srgbClr>
            </a:solidFill>
            <a:ln w="5420" cap="flat">
              <a:solidFill>
                <a:srgbClr val="3B4F8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0" name="pg920"/>
            <p:cNvSpPr/>
            <p:nvPr/>
          </p:nvSpPr>
          <p:spPr>
            <a:xfrm>
              <a:off x="5365161" y="325123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D85">
                <a:alpha val="100000"/>
              </a:srgbClr>
            </a:solidFill>
            <a:ln w="5420" cap="flat">
              <a:solidFill>
                <a:srgbClr val="3C4D8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1" name="pg921"/>
            <p:cNvSpPr/>
            <p:nvPr/>
          </p:nvSpPr>
          <p:spPr>
            <a:xfrm>
              <a:off x="5376798" y="325123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B82">
                <a:alpha val="100000"/>
              </a:srgbClr>
            </a:solidFill>
            <a:ln w="5420" cap="flat">
              <a:solidFill>
                <a:srgbClr val="3C4B8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2" name="pg922"/>
            <p:cNvSpPr/>
            <p:nvPr/>
          </p:nvSpPr>
          <p:spPr>
            <a:xfrm>
              <a:off x="5388435" y="325123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87E">
                <a:alpha val="100000"/>
              </a:srgbClr>
            </a:solidFill>
            <a:ln w="5420" cap="flat">
              <a:solidFill>
                <a:srgbClr val="3C487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3" name="pg923"/>
            <p:cNvSpPr/>
            <p:nvPr/>
          </p:nvSpPr>
          <p:spPr>
            <a:xfrm>
              <a:off x="5400073" y="325123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376">
                <a:alpha val="100000"/>
              </a:srgbClr>
            </a:solidFill>
            <a:ln w="5420" cap="flat">
              <a:solidFill>
                <a:srgbClr val="3C437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4" name="pg924"/>
            <p:cNvSpPr/>
            <p:nvPr/>
          </p:nvSpPr>
          <p:spPr>
            <a:xfrm>
              <a:off x="5411710" y="325123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4072">
                <a:alpha val="100000"/>
              </a:srgbClr>
            </a:solidFill>
            <a:ln w="5420" cap="flat">
              <a:solidFill>
                <a:srgbClr val="3B407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5" name="pg925"/>
            <p:cNvSpPr/>
            <p:nvPr/>
          </p:nvSpPr>
          <p:spPr>
            <a:xfrm>
              <a:off x="5423347" y="325123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3D6F">
                <a:alpha val="100000"/>
              </a:srgbClr>
            </a:solidFill>
            <a:ln w="5420" cap="flat">
              <a:solidFill>
                <a:srgbClr val="3B3D6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6" name="pg926"/>
            <p:cNvSpPr/>
            <p:nvPr/>
          </p:nvSpPr>
          <p:spPr>
            <a:xfrm>
              <a:off x="5434985" y="325123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3B6C">
                <a:alpha val="100000"/>
              </a:srgbClr>
            </a:solidFill>
            <a:ln w="5420" cap="flat">
              <a:solidFill>
                <a:srgbClr val="3B3B6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7" name="pg927"/>
            <p:cNvSpPr/>
            <p:nvPr/>
          </p:nvSpPr>
          <p:spPr>
            <a:xfrm>
              <a:off x="5446622" y="325123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3A6A">
                <a:alpha val="100000"/>
              </a:srgbClr>
            </a:solidFill>
            <a:ln w="5420" cap="flat">
              <a:solidFill>
                <a:srgbClr val="3B3A6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8" name="pg928"/>
            <p:cNvSpPr/>
            <p:nvPr/>
          </p:nvSpPr>
          <p:spPr>
            <a:xfrm>
              <a:off x="5458259" y="325123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3969">
                <a:alpha val="100000"/>
              </a:srgbClr>
            </a:solidFill>
            <a:ln w="5420" cap="flat">
              <a:solidFill>
                <a:srgbClr val="3B396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9" name="pg929"/>
            <p:cNvSpPr/>
            <p:nvPr/>
          </p:nvSpPr>
          <p:spPr>
            <a:xfrm>
              <a:off x="5469897" y="325123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3969">
                <a:alpha val="100000"/>
              </a:srgbClr>
            </a:solidFill>
            <a:ln w="5420" cap="flat">
              <a:solidFill>
                <a:srgbClr val="3B396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0" name="pg930"/>
            <p:cNvSpPr/>
            <p:nvPr/>
          </p:nvSpPr>
          <p:spPr>
            <a:xfrm>
              <a:off x="5481534" y="325123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3A6A">
                <a:alpha val="100000"/>
              </a:srgbClr>
            </a:solidFill>
            <a:ln w="5420" cap="flat">
              <a:solidFill>
                <a:srgbClr val="3B3A6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1" name="pg931"/>
            <p:cNvSpPr/>
            <p:nvPr/>
          </p:nvSpPr>
          <p:spPr>
            <a:xfrm>
              <a:off x="5493171" y="325123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3C6C">
                <a:alpha val="100000"/>
              </a:srgbClr>
            </a:solidFill>
            <a:ln w="5420" cap="flat">
              <a:solidFill>
                <a:srgbClr val="3B3C6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2" name="pg932"/>
            <p:cNvSpPr/>
            <p:nvPr/>
          </p:nvSpPr>
          <p:spPr>
            <a:xfrm>
              <a:off x="5504809" y="325123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3E6F">
                <a:alpha val="100000"/>
              </a:srgbClr>
            </a:solidFill>
            <a:ln w="5420" cap="flat">
              <a:solidFill>
                <a:srgbClr val="3B3E6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3" name="pg933"/>
            <p:cNvSpPr/>
            <p:nvPr/>
          </p:nvSpPr>
          <p:spPr>
            <a:xfrm>
              <a:off x="5516446" y="325123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275">
                <a:alpha val="100000"/>
              </a:srgbClr>
            </a:solidFill>
            <a:ln w="5420" cap="flat">
              <a:solidFill>
                <a:srgbClr val="3C427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4" name="pg934"/>
            <p:cNvSpPr/>
            <p:nvPr/>
          </p:nvSpPr>
          <p:spPr>
            <a:xfrm>
              <a:off x="5528083" y="325123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478">
                <a:alpha val="100000"/>
              </a:srgbClr>
            </a:solidFill>
            <a:ln w="5420" cap="flat">
              <a:solidFill>
                <a:srgbClr val="3C447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5" name="pg935"/>
            <p:cNvSpPr/>
            <p:nvPr/>
          </p:nvSpPr>
          <p:spPr>
            <a:xfrm>
              <a:off x="5539721" y="325123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67B">
                <a:alpha val="100000"/>
              </a:srgbClr>
            </a:solidFill>
            <a:ln w="5420" cap="flat">
              <a:solidFill>
                <a:srgbClr val="3C467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6" name="pg936"/>
            <p:cNvSpPr/>
            <p:nvPr/>
          </p:nvSpPr>
          <p:spPr>
            <a:xfrm>
              <a:off x="5551358" y="325123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87E">
                <a:alpha val="100000"/>
              </a:srgbClr>
            </a:solidFill>
            <a:ln w="5420" cap="flat">
              <a:solidFill>
                <a:srgbClr val="3C487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7" name="pg937"/>
            <p:cNvSpPr/>
            <p:nvPr/>
          </p:nvSpPr>
          <p:spPr>
            <a:xfrm>
              <a:off x="5562995" y="325123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980">
                <a:alpha val="100000"/>
              </a:srgbClr>
            </a:solidFill>
            <a:ln w="5420" cap="flat">
              <a:solidFill>
                <a:srgbClr val="3C498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8" name="pg938"/>
            <p:cNvSpPr/>
            <p:nvPr/>
          </p:nvSpPr>
          <p:spPr>
            <a:xfrm>
              <a:off x="5574633" y="325123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B82">
                <a:alpha val="100000"/>
              </a:srgbClr>
            </a:solidFill>
            <a:ln w="5420" cap="flat">
              <a:solidFill>
                <a:srgbClr val="3C4B8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9" name="pg939"/>
            <p:cNvSpPr/>
            <p:nvPr/>
          </p:nvSpPr>
          <p:spPr>
            <a:xfrm>
              <a:off x="5586270" y="325123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C83">
                <a:alpha val="100000"/>
              </a:srgbClr>
            </a:solidFill>
            <a:ln w="5420" cap="flat">
              <a:solidFill>
                <a:srgbClr val="3C4C8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0" name="pg940"/>
            <p:cNvSpPr/>
            <p:nvPr/>
          </p:nvSpPr>
          <p:spPr>
            <a:xfrm>
              <a:off x="5597907" y="325123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D85">
                <a:alpha val="100000"/>
              </a:srgbClr>
            </a:solidFill>
            <a:ln w="5420" cap="flat">
              <a:solidFill>
                <a:srgbClr val="3C4D8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1" name="pg941"/>
            <p:cNvSpPr/>
            <p:nvPr/>
          </p:nvSpPr>
          <p:spPr>
            <a:xfrm>
              <a:off x="5609545" y="325123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4E86">
                <a:alpha val="100000"/>
              </a:srgbClr>
            </a:solidFill>
            <a:ln w="5420" cap="flat">
              <a:solidFill>
                <a:srgbClr val="3B4E8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2" name="pg942"/>
            <p:cNvSpPr/>
            <p:nvPr/>
          </p:nvSpPr>
          <p:spPr>
            <a:xfrm>
              <a:off x="5621182" y="325123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4E87">
                <a:alpha val="100000"/>
              </a:srgbClr>
            </a:solidFill>
            <a:ln w="5420" cap="flat">
              <a:solidFill>
                <a:srgbClr val="3B4E8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3" name="pg943"/>
            <p:cNvSpPr/>
            <p:nvPr/>
          </p:nvSpPr>
          <p:spPr>
            <a:xfrm>
              <a:off x="5632819" y="325123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4F88">
                <a:alpha val="100000"/>
              </a:srgbClr>
            </a:solidFill>
            <a:ln w="5420" cap="flat">
              <a:solidFill>
                <a:srgbClr val="3B4F8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4" name="pg944"/>
            <p:cNvSpPr/>
            <p:nvPr/>
          </p:nvSpPr>
          <p:spPr>
            <a:xfrm>
              <a:off x="5178963" y="326553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5D9C">
                <a:alpha val="100000"/>
              </a:srgbClr>
            </a:solidFill>
            <a:ln w="5420" cap="flat">
              <a:solidFill>
                <a:srgbClr val="395D9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5" name="pg945"/>
            <p:cNvSpPr/>
            <p:nvPr/>
          </p:nvSpPr>
          <p:spPr>
            <a:xfrm>
              <a:off x="5190601" y="326553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5B99">
                <a:alpha val="100000"/>
              </a:srgbClr>
            </a:solidFill>
            <a:ln w="5420" cap="flat">
              <a:solidFill>
                <a:srgbClr val="395B9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6" name="pg946"/>
            <p:cNvSpPr/>
            <p:nvPr/>
          </p:nvSpPr>
          <p:spPr>
            <a:xfrm>
              <a:off x="5202238" y="326553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5996">
                <a:alpha val="100000"/>
              </a:srgbClr>
            </a:solidFill>
            <a:ln w="5420" cap="flat">
              <a:solidFill>
                <a:srgbClr val="3A599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7" name="pg947"/>
            <p:cNvSpPr/>
            <p:nvPr/>
          </p:nvSpPr>
          <p:spPr>
            <a:xfrm>
              <a:off x="5272062" y="326553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518B">
                <a:alpha val="100000"/>
              </a:srgbClr>
            </a:solidFill>
            <a:ln w="5420" cap="flat">
              <a:solidFill>
                <a:srgbClr val="3B518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8" name="pg948"/>
            <p:cNvSpPr/>
            <p:nvPr/>
          </p:nvSpPr>
          <p:spPr>
            <a:xfrm>
              <a:off x="5283699" y="326553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518B">
                <a:alpha val="100000"/>
              </a:srgbClr>
            </a:solidFill>
            <a:ln w="5420" cap="flat">
              <a:solidFill>
                <a:srgbClr val="3B518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9" name="pg949"/>
            <p:cNvSpPr/>
            <p:nvPr/>
          </p:nvSpPr>
          <p:spPr>
            <a:xfrm>
              <a:off x="5295337" y="326553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528C">
                <a:alpha val="100000"/>
              </a:srgbClr>
            </a:solidFill>
            <a:ln w="5420" cap="flat">
              <a:solidFill>
                <a:srgbClr val="3B528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0" name="pg950"/>
            <p:cNvSpPr/>
            <p:nvPr/>
          </p:nvSpPr>
          <p:spPr>
            <a:xfrm>
              <a:off x="5306974" y="326553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528C">
                <a:alpha val="100000"/>
              </a:srgbClr>
            </a:solidFill>
            <a:ln w="5420" cap="flat">
              <a:solidFill>
                <a:srgbClr val="3B528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1" name="pg951"/>
            <p:cNvSpPr/>
            <p:nvPr/>
          </p:nvSpPr>
          <p:spPr>
            <a:xfrm>
              <a:off x="5318611" y="326553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528C">
                <a:alpha val="100000"/>
              </a:srgbClr>
            </a:solidFill>
            <a:ln w="5420" cap="flat">
              <a:solidFill>
                <a:srgbClr val="3B528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2" name="pg952"/>
            <p:cNvSpPr/>
            <p:nvPr/>
          </p:nvSpPr>
          <p:spPr>
            <a:xfrm>
              <a:off x="5330249" y="326553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518B">
                <a:alpha val="100000"/>
              </a:srgbClr>
            </a:solidFill>
            <a:ln w="5420" cap="flat">
              <a:solidFill>
                <a:srgbClr val="3B518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3" name="pg953"/>
            <p:cNvSpPr/>
            <p:nvPr/>
          </p:nvSpPr>
          <p:spPr>
            <a:xfrm>
              <a:off x="5341886" y="326553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518A">
                <a:alpha val="100000"/>
              </a:srgbClr>
            </a:solidFill>
            <a:ln w="5420" cap="flat">
              <a:solidFill>
                <a:srgbClr val="3B518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4" name="pg954"/>
            <p:cNvSpPr/>
            <p:nvPr/>
          </p:nvSpPr>
          <p:spPr>
            <a:xfrm>
              <a:off x="5353523" y="326553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4F88">
                <a:alpha val="100000"/>
              </a:srgbClr>
            </a:solidFill>
            <a:ln w="5420" cap="flat">
              <a:solidFill>
                <a:srgbClr val="3B4F8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5" name="pg955"/>
            <p:cNvSpPr/>
            <p:nvPr/>
          </p:nvSpPr>
          <p:spPr>
            <a:xfrm>
              <a:off x="5365161" y="326553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4E86">
                <a:alpha val="100000"/>
              </a:srgbClr>
            </a:solidFill>
            <a:ln w="5420" cap="flat">
              <a:solidFill>
                <a:srgbClr val="3B4E8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6" name="pg956"/>
            <p:cNvSpPr/>
            <p:nvPr/>
          </p:nvSpPr>
          <p:spPr>
            <a:xfrm>
              <a:off x="5376798" y="326553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C83">
                <a:alpha val="100000"/>
              </a:srgbClr>
            </a:solidFill>
            <a:ln w="5420" cap="flat">
              <a:solidFill>
                <a:srgbClr val="3C4C8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7" name="pg957"/>
            <p:cNvSpPr/>
            <p:nvPr/>
          </p:nvSpPr>
          <p:spPr>
            <a:xfrm>
              <a:off x="5388435" y="326553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980">
                <a:alpha val="100000"/>
              </a:srgbClr>
            </a:solidFill>
            <a:ln w="5420" cap="flat">
              <a:solidFill>
                <a:srgbClr val="3C498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8" name="pg958"/>
            <p:cNvSpPr/>
            <p:nvPr/>
          </p:nvSpPr>
          <p:spPr>
            <a:xfrm>
              <a:off x="5400073" y="326553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478">
                <a:alpha val="100000"/>
              </a:srgbClr>
            </a:solidFill>
            <a:ln w="5420" cap="flat">
              <a:solidFill>
                <a:srgbClr val="3C447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9" name="pg959"/>
            <p:cNvSpPr/>
            <p:nvPr/>
          </p:nvSpPr>
          <p:spPr>
            <a:xfrm>
              <a:off x="5411710" y="326553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174">
                <a:alpha val="100000"/>
              </a:srgbClr>
            </a:solidFill>
            <a:ln w="5420" cap="flat">
              <a:solidFill>
                <a:srgbClr val="3C417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0" name="pg960"/>
            <p:cNvSpPr/>
            <p:nvPr/>
          </p:nvSpPr>
          <p:spPr>
            <a:xfrm>
              <a:off x="5423347" y="326553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3F71">
                <a:alpha val="100000"/>
              </a:srgbClr>
            </a:solidFill>
            <a:ln w="5420" cap="flat">
              <a:solidFill>
                <a:srgbClr val="3B3F7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1" name="pg961"/>
            <p:cNvSpPr/>
            <p:nvPr/>
          </p:nvSpPr>
          <p:spPr>
            <a:xfrm>
              <a:off x="5434985" y="326553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3D6E">
                <a:alpha val="100000"/>
              </a:srgbClr>
            </a:solidFill>
            <a:ln w="5420" cap="flat">
              <a:solidFill>
                <a:srgbClr val="3B3D6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2" name="pg962"/>
            <p:cNvSpPr/>
            <p:nvPr/>
          </p:nvSpPr>
          <p:spPr>
            <a:xfrm>
              <a:off x="5446622" y="326553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3B6C">
                <a:alpha val="100000"/>
              </a:srgbClr>
            </a:solidFill>
            <a:ln w="5420" cap="flat">
              <a:solidFill>
                <a:srgbClr val="3B3B6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3" name="pg963"/>
            <p:cNvSpPr/>
            <p:nvPr/>
          </p:nvSpPr>
          <p:spPr>
            <a:xfrm>
              <a:off x="5458259" y="326553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3A6B">
                <a:alpha val="100000"/>
              </a:srgbClr>
            </a:solidFill>
            <a:ln w="5420" cap="flat">
              <a:solidFill>
                <a:srgbClr val="3B3A6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4" name="pg964"/>
            <p:cNvSpPr/>
            <p:nvPr/>
          </p:nvSpPr>
          <p:spPr>
            <a:xfrm>
              <a:off x="5469897" y="326553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3B6B">
                <a:alpha val="100000"/>
              </a:srgbClr>
            </a:solidFill>
            <a:ln w="5420" cap="flat">
              <a:solidFill>
                <a:srgbClr val="3B3B6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5" name="pg965"/>
            <p:cNvSpPr/>
            <p:nvPr/>
          </p:nvSpPr>
          <p:spPr>
            <a:xfrm>
              <a:off x="5481534" y="326553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3B6C">
                <a:alpha val="100000"/>
              </a:srgbClr>
            </a:solidFill>
            <a:ln w="5420" cap="flat">
              <a:solidFill>
                <a:srgbClr val="3B3B6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6" name="pg966"/>
            <p:cNvSpPr/>
            <p:nvPr/>
          </p:nvSpPr>
          <p:spPr>
            <a:xfrm>
              <a:off x="5493171" y="326553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3D6E">
                <a:alpha val="100000"/>
              </a:srgbClr>
            </a:solidFill>
            <a:ln w="5420" cap="flat">
              <a:solidFill>
                <a:srgbClr val="3B3D6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7" name="pg967"/>
            <p:cNvSpPr/>
            <p:nvPr/>
          </p:nvSpPr>
          <p:spPr>
            <a:xfrm>
              <a:off x="5504809" y="326553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3E71">
                <a:alpha val="100000"/>
              </a:srgbClr>
            </a:solidFill>
            <a:ln w="5420" cap="flat">
              <a:solidFill>
                <a:srgbClr val="3B3E7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8" name="pg968"/>
            <p:cNvSpPr/>
            <p:nvPr/>
          </p:nvSpPr>
          <p:spPr>
            <a:xfrm>
              <a:off x="5516446" y="326553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276">
                <a:alpha val="100000"/>
              </a:srgbClr>
            </a:solidFill>
            <a:ln w="5420" cap="flat">
              <a:solidFill>
                <a:srgbClr val="3C427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9" name="pg969"/>
            <p:cNvSpPr/>
            <p:nvPr/>
          </p:nvSpPr>
          <p:spPr>
            <a:xfrm>
              <a:off x="5528083" y="326553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479">
                <a:alpha val="100000"/>
              </a:srgbClr>
            </a:solidFill>
            <a:ln w="5420" cap="flat">
              <a:solidFill>
                <a:srgbClr val="3C447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70" name="pg970"/>
            <p:cNvSpPr/>
            <p:nvPr/>
          </p:nvSpPr>
          <p:spPr>
            <a:xfrm>
              <a:off x="5539721" y="326553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67C">
                <a:alpha val="100000"/>
              </a:srgbClr>
            </a:solidFill>
            <a:ln w="5420" cap="flat">
              <a:solidFill>
                <a:srgbClr val="3C467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71" name="pg971"/>
            <p:cNvSpPr/>
            <p:nvPr/>
          </p:nvSpPr>
          <p:spPr>
            <a:xfrm>
              <a:off x="5551358" y="326553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87E">
                <a:alpha val="100000"/>
              </a:srgbClr>
            </a:solidFill>
            <a:ln w="5420" cap="flat">
              <a:solidFill>
                <a:srgbClr val="3C487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72" name="pg972"/>
            <p:cNvSpPr/>
            <p:nvPr/>
          </p:nvSpPr>
          <p:spPr>
            <a:xfrm>
              <a:off x="5562995" y="326553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980">
                <a:alpha val="100000"/>
              </a:srgbClr>
            </a:solidFill>
            <a:ln w="5420" cap="flat">
              <a:solidFill>
                <a:srgbClr val="3C498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73" name="pg973"/>
            <p:cNvSpPr/>
            <p:nvPr/>
          </p:nvSpPr>
          <p:spPr>
            <a:xfrm>
              <a:off x="5574633" y="326553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B82">
                <a:alpha val="100000"/>
              </a:srgbClr>
            </a:solidFill>
            <a:ln w="5420" cap="flat">
              <a:solidFill>
                <a:srgbClr val="3C4B8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74" name="pg974"/>
            <p:cNvSpPr/>
            <p:nvPr/>
          </p:nvSpPr>
          <p:spPr>
            <a:xfrm>
              <a:off x="5586270" y="326553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C83">
                <a:alpha val="100000"/>
              </a:srgbClr>
            </a:solidFill>
            <a:ln w="5420" cap="flat">
              <a:solidFill>
                <a:srgbClr val="3C4C8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75" name="pg975"/>
            <p:cNvSpPr/>
            <p:nvPr/>
          </p:nvSpPr>
          <p:spPr>
            <a:xfrm>
              <a:off x="5597907" y="326553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D85">
                <a:alpha val="100000"/>
              </a:srgbClr>
            </a:solidFill>
            <a:ln w="5420" cap="flat">
              <a:solidFill>
                <a:srgbClr val="3C4D8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76" name="pg976"/>
            <p:cNvSpPr/>
            <p:nvPr/>
          </p:nvSpPr>
          <p:spPr>
            <a:xfrm>
              <a:off x="5167326" y="327983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609D">
                <a:alpha val="100000"/>
              </a:srgbClr>
            </a:solidFill>
            <a:ln w="5420" cap="flat">
              <a:solidFill>
                <a:srgbClr val="3960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77" name="pg977"/>
            <p:cNvSpPr/>
            <p:nvPr/>
          </p:nvSpPr>
          <p:spPr>
            <a:xfrm>
              <a:off x="5178963" y="327983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5E9C">
                <a:alpha val="100000"/>
              </a:srgbClr>
            </a:solidFill>
            <a:ln w="5420" cap="flat">
              <a:solidFill>
                <a:srgbClr val="395E9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78" name="pg978"/>
            <p:cNvSpPr/>
            <p:nvPr/>
          </p:nvSpPr>
          <p:spPr>
            <a:xfrm>
              <a:off x="5190601" y="327983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5B99">
                <a:alpha val="100000"/>
              </a:srgbClr>
            </a:solidFill>
            <a:ln w="5420" cap="flat">
              <a:solidFill>
                <a:srgbClr val="395B9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79" name="pg979"/>
            <p:cNvSpPr/>
            <p:nvPr/>
          </p:nvSpPr>
          <p:spPr>
            <a:xfrm>
              <a:off x="5202238" y="327983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5996">
                <a:alpha val="100000"/>
              </a:srgbClr>
            </a:solidFill>
            <a:ln w="5420" cap="flat">
              <a:solidFill>
                <a:srgbClr val="3A599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80" name="pg980"/>
            <p:cNvSpPr/>
            <p:nvPr/>
          </p:nvSpPr>
          <p:spPr>
            <a:xfrm>
              <a:off x="5213875" y="327983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5693">
                <a:alpha val="100000"/>
              </a:srgbClr>
            </a:solidFill>
            <a:ln w="5420" cap="flat">
              <a:solidFill>
                <a:srgbClr val="3A569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81" name="pg981"/>
            <p:cNvSpPr/>
            <p:nvPr/>
          </p:nvSpPr>
          <p:spPr>
            <a:xfrm>
              <a:off x="5248787" y="327983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518C">
                <a:alpha val="100000"/>
              </a:srgbClr>
            </a:solidFill>
            <a:ln w="5420" cap="flat">
              <a:solidFill>
                <a:srgbClr val="3B518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82" name="pg982"/>
            <p:cNvSpPr/>
            <p:nvPr/>
          </p:nvSpPr>
          <p:spPr>
            <a:xfrm>
              <a:off x="5260425" y="327983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518A">
                <a:alpha val="100000"/>
              </a:srgbClr>
            </a:solidFill>
            <a:ln w="5420" cap="flat">
              <a:solidFill>
                <a:srgbClr val="3B518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83" name="pg983"/>
            <p:cNvSpPr/>
            <p:nvPr/>
          </p:nvSpPr>
          <p:spPr>
            <a:xfrm>
              <a:off x="5272062" y="327983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508A">
                <a:alpha val="100000"/>
              </a:srgbClr>
            </a:solidFill>
            <a:ln w="5420" cap="flat">
              <a:solidFill>
                <a:srgbClr val="3B508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84" name="pg984"/>
            <p:cNvSpPr/>
            <p:nvPr/>
          </p:nvSpPr>
          <p:spPr>
            <a:xfrm>
              <a:off x="5283699" y="327983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518A">
                <a:alpha val="100000"/>
              </a:srgbClr>
            </a:solidFill>
            <a:ln w="5420" cap="flat">
              <a:solidFill>
                <a:srgbClr val="3B518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85" name="pg985"/>
            <p:cNvSpPr/>
            <p:nvPr/>
          </p:nvSpPr>
          <p:spPr>
            <a:xfrm>
              <a:off x="5295337" y="327983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518B">
                <a:alpha val="100000"/>
              </a:srgbClr>
            </a:solidFill>
            <a:ln w="5420" cap="flat">
              <a:solidFill>
                <a:srgbClr val="3B518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86" name="pg986"/>
            <p:cNvSpPr/>
            <p:nvPr/>
          </p:nvSpPr>
          <p:spPr>
            <a:xfrm>
              <a:off x="5306974" y="327983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518B">
                <a:alpha val="100000"/>
              </a:srgbClr>
            </a:solidFill>
            <a:ln w="5420" cap="flat">
              <a:solidFill>
                <a:srgbClr val="3B518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87" name="pg987"/>
            <p:cNvSpPr/>
            <p:nvPr/>
          </p:nvSpPr>
          <p:spPr>
            <a:xfrm>
              <a:off x="5318611" y="327983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528C">
                <a:alpha val="100000"/>
              </a:srgbClr>
            </a:solidFill>
            <a:ln w="5420" cap="flat">
              <a:solidFill>
                <a:srgbClr val="3B528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88" name="pg988"/>
            <p:cNvSpPr/>
            <p:nvPr/>
          </p:nvSpPr>
          <p:spPr>
            <a:xfrm>
              <a:off x="5330249" y="327983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528C">
                <a:alpha val="100000"/>
              </a:srgbClr>
            </a:solidFill>
            <a:ln w="5420" cap="flat">
              <a:solidFill>
                <a:srgbClr val="3B528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89" name="pg989"/>
            <p:cNvSpPr/>
            <p:nvPr/>
          </p:nvSpPr>
          <p:spPr>
            <a:xfrm>
              <a:off x="5341886" y="327983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518B">
                <a:alpha val="100000"/>
              </a:srgbClr>
            </a:solidFill>
            <a:ln w="5420" cap="flat">
              <a:solidFill>
                <a:srgbClr val="3B518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90" name="pg990"/>
            <p:cNvSpPr/>
            <p:nvPr/>
          </p:nvSpPr>
          <p:spPr>
            <a:xfrm>
              <a:off x="5353523" y="327983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5089">
                <a:alpha val="100000"/>
              </a:srgbClr>
            </a:solidFill>
            <a:ln w="5420" cap="flat">
              <a:solidFill>
                <a:srgbClr val="3B508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91" name="pg991"/>
            <p:cNvSpPr/>
            <p:nvPr/>
          </p:nvSpPr>
          <p:spPr>
            <a:xfrm>
              <a:off x="5365161" y="327983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4E87">
                <a:alpha val="100000"/>
              </a:srgbClr>
            </a:solidFill>
            <a:ln w="5420" cap="flat">
              <a:solidFill>
                <a:srgbClr val="3B4E8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92" name="pg992"/>
            <p:cNvSpPr/>
            <p:nvPr/>
          </p:nvSpPr>
          <p:spPr>
            <a:xfrm>
              <a:off x="5376798" y="327983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D85">
                <a:alpha val="100000"/>
              </a:srgbClr>
            </a:solidFill>
            <a:ln w="5420" cap="flat">
              <a:solidFill>
                <a:srgbClr val="3C4D8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93" name="pg993"/>
            <p:cNvSpPr/>
            <p:nvPr/>
          </p:nvSpPr>
          <p:spPr>
            <a:xfrm>
              <a:off x="5388435" y="327983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A81">
                <a:alpha val="100000"/>
              </a:srgbClr>
            </a:solidFill>
            <a:ln w="5420" cap="flat">
              <a:solidFill>
                <a:srgbClr val="3C4A8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94" name="pg994"/>
            <p:cNvSpPr/>
            <p:nvPr/>
          </p:nvSpPr>
          <p:spPr>
            <a:xfrm>
              <a:off x="5400073" y="327983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57A">
                <a:alpha val="100000"/>
              </a:srgbClr>
            </a:solidFill>
            <a:ln w="5420" cap="flat">
              <a:solidFill>
                <a:srgbClr val="3C457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95" name="pg995"/>
            <p:cNvSpPr/>
            <p:nvPr/>
          </p:nvSpPr>
          <p:spPr>
            <a:xfrm>
              <a:off x="5411710" y="327983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377">
                <a:alpha val="100000"/>
              </a:srgbClr>
            </a:solidFill>
            <a:ln w="5420" cap="flat">
              <a:solidFill>
                <a:srgbClr val="3C437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96" name="pg996"/>
            <p:cNvSpPr/>
            <p:nvPr/>
          </p:nvSpPr>
          <p:spPr>
            <a:xfrm>
              <a:off x="5423347" y="327983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174">
                <a:alpha val="100000"/>
              </a:srgbClr>
            </a:solidFill>
            <a:ln w="5420" cap="flat">
              <a:solidFill>
                <a:srgbClr val="3C417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97" name="pg997"/>
            <p:cNvSpPr/>
            <p:nvPr/>
          </p:nvSpPr>
          <p:spPr>
            <a:xfrm>
              <a:off x="5434985" y="327983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3F71">
                <a:alpha val="100000"/>
              </a:srgbClr>
            </a:solidFill>
            <a:ln w="5420" cap="flat">
              <a:solidFill>
                <a:srgbClr val="3B3F7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98" name="pg998"/>
            <p:cNvSpPr/>
            <p:nvPr/>
          </p:nvSpPr>
          <p:spPr>
            <a:xfrm>
              <a:off x="5446622" y="327983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3E6F">
                <a:alpha val="100000"/>
              </a:srgbClr>
            </a:solidFill>
            <a:ln w="5420" cap="flat">
              <a:solidFill>
                <a:srgbClr val="3B3E6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99" name="pg999"/>
            <p:cNvSpPr/>
            <p:nvPr/>
          </p:nvSpPr>
          <p:spPr>
            <a:xfrm>
              <a:off x="5458259" y="327983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3D6E">
                <a:alpha val="100000"/>
              </a:srgbClr>
            </a:solidFill>
            <a:ln w="5420" cap="flat">
              <a:solidFill>
                <a:srgbClr val="3B3D6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00" name="pg1000"/>
            <p:cNvSpPr/>
            <p:nvPr/>
          </p:nvSpPr>
          <p:spPr>
            <a:xfrm>
              <a:off x="5469897" y="327983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3D6E">
                <a:alpha val="100000"/>
              </a:srgbClr>
            </a:solidFill>
            <a:ln w="5420" cap="flat">
              <a:solidFill>
                <a:srgbClr val="3B3D6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01" name="pg1001"/>
            <p:cNvSpPr/>
            <p:nvPr/>
          </p:nvSpPr>
          <p:spPr>
            <a:xfrm>
              <a:off x="5481534" y="327983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3E6F">
                <a:alpha val="100000"/>
              </a:srgbClr>
            </a:solidFill>
            <a:ln w="5420" cap="flat">
              <a:solidFill>
                <a:srgbClr val="3B3E6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02" name="pg1002"/>
            <p:cNvSpPr/>
            <p:nvPr/>
          </p:nvSpPr>
          <p:spPr>
            <a:xfrm>
              <a:off x="5493171" y="327983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3F71">
                <a:alpha val="100000"/>
              </a:srgbClr>
            </a:solidFill>
            <a:ln w="5420" cap="flat">
              <a:solidFill>
                <a:srgbClr val="3B3F7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03" name="pg1003"/>
            <p:cNvSpPr/>
            <p:nvPr/>
          </p:nvSpPr>
          <p:spPr>
            <a:xfrm>
              <a:off x="5504809" y="327983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073">
                <a:alpha val="100000"/>
              </a:srgbClr>
            </a:solidFill>
            <a:ln w="5420" cap="flat">
              <a:solidFill>
                <a:srgbClr val="3C407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04" name="pg1004"/>
            <p:cNvSpPr/>
            <p:nvPr/>
          </p:nvSpPr>
          <p:spPr>
            <a:xfrm>
              <a:off x="5516446" y="327983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377">
                <a:alpha val="100000"/>
              </a:srgbClr>
            </a:solidFill>
            <a:ln w="5420" cap="flat">
              <a:solidFill>
                <a:srgbClr val="3C437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05" name="pg1005"/>
            <p:cNvSpPr/>
            <p:nvPr/>
          </p:nvSpPr>
          <p:spPr>
            <a:xfrm>
              <a:off x="5539721" y="327983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77C">
                <a:alpha val="100000"/>
              </a:srgbClr>
            </a:solidFill>
            <a:ln w="5420" cap="flat">
              <a:solidFill>
                <a:srgbClr val="3C477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06" name="pg1006"/>
            <p:cNvSpPr/>
            <p:nvPr/>
          </p:nvSpPr>
          <p:spPr>
            <a:xfrm>
              <a:off x="5551358" y="327983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87E">
                <a:alpha val="100000"/>
              </a:srgbClr>
            </a:solidFill>
            <a:ln w="5420" cap="flat">
              <a:solidFill>
                <a:srgbClr val="3C487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07" name="pg1007"/>
            <p:cNvSpPr/>
            <p:nvPr/>
          </p:nvSpPr>
          <p:spPr>
            <a:xfrm>
              <a:off x="5167326" y="329413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19D">
                <a:alpha val="100000"/>
              </a:srgbClr>
            </a:solidFill>
            <a:ln w="5420" cap="flat">
              <a:solidFill>
                <a:srgbClr val="3A61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08" name="pg1008"/>
            <p:cNvSpPr/>
            <p:nvPr/>
          </p:nvSpPr>
          <p:spPr>
            <a:xfrm>
              <a:off x="5178963" y="329413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5E9C">
                <a:alpha val="100000"/>
              </a:srgbClr>
            </a:solidFill>
            <a:ln w="5420" cap="flat">
              <a:solidFill>
                <a:srgbClr val="395E9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09" name="pg1009"/>
            <p:cNvSpPr/>
            <p:nvPr/>
          </p:nvSpPr>
          <p:spPr>
            <a:xfrm>
              <a:off x="5190601" y="329413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5B9A">
                <a:alpha val="100000"/>
              </a:srgbClr>
            </a:solidFill>
            <a:ln w="5420" cap="flat">
              <a:solidFill>
                <a:srgbClr val="395B9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10" name="pg1010"/>
            <p:cNvSpPr/>
            <p:nvPr/>
          </p:nvSpPr>
          <p:spPr>
            <a:xfrm>
              <a:off x="5202238" y="329413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5996">
                <a:alpha val="100000"/>
              </a:srgbClr>
            </a:solidFill>
            <a:ln w="5420" cap="flat">
              <a:solidFill>
                <a:srgbClr val="3A599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11" name="pg1011"/>
            <p:cNvSpPr/>
            <p:nvPr/>
          </p:nvSpPr>
          <p:spPr>
            <a:xfrm>
              <a:off x="5213875" y="329413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5693">
                <a:alpha val="100000"/>
              </a:srgbClr>
            </a:solidFill>
            <a:ln w="5420" cap="flat">
              <a:solidFill>
                <a:srgbClr val="3A569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12" name="pg1012"/>
            <p:cNvSpPr/>
            <p:nvPr/>
          </p:nvSpPr>
          <p:spPr>
            <a:xfrm>
              <a:off x="5225513" y="329413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548F">
                <a:alpha val="100000"/>
              </a:srgbClr>
            </a:solidFill>
            <a:ln w="5420" cap="flat">
              <a:solidFill>
                <a:srgbClr val="3B548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13" name="pg1013"/>
            <p:cNvSpPr/>
            <p:nvPr/>
          </p:nvSpPr>
          <p:spPr>
            <a:xfrm>
              <a:off x="5237150" y="329413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528D">
                <a:alpha val="100000"/>
              </a:srgbClr>
            </a:solidFill>
            <a:ln w="5420" cap="flat">
              <a:solidFill>
                <a:srgbClr val="3B528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14" name="pg1014"/>
            <p:cNvSpPr/>
            <p:nvPr/>
          </p:nvSpPr>
          <p:spPr>
            <a:xfrm>
              <a:off x="5248787" y="329413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518B">
                <a:alpha val="100000"/>
              </a:srgbClr>
            </a:solidFill>
            <a:ln w="5420" cap="flat">
              <a:solidFill>
                <a:srgbClr val="3B518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15" name="pg1015"/>
            <p:cNvSpPr/>
            <p:nvPr/>
          </p:nvSpPr>
          <p:spPr>
            <a:xfrm>
              <a:off x="5260425" y="329413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508A">
                <a:alpha val="100000"/>
              </a:srgbClr>
            </a:solidFill>
            <a:ln w="5420" cap="flat">
              <a:solidFill>
                <a:srgbClr val="3B508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16" name="pg1016"/>
            <p:cNvSpPr/>
            <p:nvPr/>
          </p:nvSpPr>
          <p:spPr>
            <a:xfrm>
              <a:off x="5272062" y="329413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5089">
                <a:alpha val="100000"/>
              </a:srgbClr>
            </a:solidFill>
            <a:ln w="5420" cap="flat">
              <a:solidFill>
                <a:srgbClr val="3B508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17" name="pg1017"/>
            <p:cNvSpPr/>
            <p:nvPr/>
          </p:nvSpPr>
          <p:spPr>
            <a:xfrm>
              <a:off x="5283699" y="329413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508A">
                <a:alpha val="100000"/>
              </a:srgbClr>
            </a:solidFill>
            <a:ln w="5420" cap="flat">
              <a:solidFill>
                <a:srgbClr val="3B508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18" name="pg1018"/>
            <p:cNvSpPr/>
            <p:nvPr/>
          </p:nvSpPr>
          <p:spPr>
            <a:xfrm>
              <a:off x="5295337" y="329413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518A">
                <a:alpha val="100000"/>
              </a:srgbClr>
            </a:solidFill>
            <a:ln w="5420" cap="flat">
              <a:solidFill>
                <a:srgbClr val="3B518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19" name="pg1019"/>
            <p:cNvSpPr/>
            <p:nvPr/>
          </p:nvSpPr>
          <p:spPr>
            <a:xfrm>
              <a:off x="5306974" y="329413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518B">
                <a:alpha val="100000"/>
              </a:srgbClr>
            </a:solidFill>
            <a:ln w="5420" cap="flat">
              <a:solidFill>
                <a:srgbClr val="3B518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20" name="pg1020"/>
            <p:cNvSpPr/>
            <p:nvPr/>
          </p:nvSpPr>
          <p:spPr>
            <a:xfrm>
              <a:off x="5318611" y="329413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528C">
                <a:alpha val="100000"/>
              </a:srgbClr>
            </a:solidFill>
            <a:ln w="5420" cap="flat">
              <a:solidFill>
                <a:srgbClr val="3B528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21" name="pg1021"/>
            <p:cNvSpPr/>
            <p:nvPr/>
          </p:nvSpPr>
          <p:spPr>
            <a:xfrm>
              <a:off x="5330249" y="329413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528C">
                <a:alpha val="100000"/>
              </a:srgbClr>
            </a:solidFill>
            <a:ln w="5420" cap="flat">
              <a:solidFill>
                <a:srgbClr val="3B528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22" name="pg1022"/>
            <p:cNvSpPr/>
            <p:nvPr/>
          </p:nvSpPr>
          <p:spPr>
            <a:xfrm>
              <a:off x="5341886" y="329413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528C">
                <a:alpha val="100000"/>
              </a:srgbClr>
            </a:solidFill>
            <a:ln w="5420" cap="flat">
              <a:solidFill>
                <a:srgbClr val="3B528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23" name="pg1023"/>
            <p:cNvSpPr/>
            <p:nvPr/>
          </p:nvSpPr>
          <p:spPr>
            <a:xfrm>
              <a:off x="5353523" y="329413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518A">
                <a:alpha val="100000"/>
              </a:srgbClr>
            </a:solidFill>
            <a:ln w="5420" cap="flat">
              <a:solidFill>
                <a:srgbClr val="3B518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24" name="pg1024"/>
            <p:cNvSpPr/>
            <p:nvPr/>
          </p:nvSpPr>
          <p:spPr>
            <a:xfrm>
              <a:off x="5365161" y="329413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5089">
                <a:alpha val="100000"/>
              </a:srgbClr>
            </a:solidFill>
            <a:ln w="5420" cap="flat">
              <a:solidFill>
                <a:srgbClr val="3B508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25" name="pg1025"/>
            <p:cNvSpPr/>
            <p:nvPr/>
          </p:nvSpPr>
          <p:spPr>
            <a:xfrm>
              <a:off x="5376798" y="329413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4E86">
                <a:alpha val="100000"/>
              </a:srgbClr>
            </a:solidFill>
            <a:ln w="5420" cap="flat">
              <a:solidFill>
                <a:srgbClr val="3B4E8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26" name="pg1026"/>
            <p:cNvSpPr/>
            <p:nvPr/>
          </p:nvSpPr>
          <p:spPr>
            <a:xfrm>
              <a:off x="5388435" y="329413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C84">
                <a:alpha val="100000"/>
              </a:srgbClr>
            </a:solidFill>
            <a:ln w="5420" cap="flat">
              <a:solidFill>
                <a:srgbClr val="3C4C8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27" name="pg1027"/>
            <p:cNvSpPr/>
            <p:nvPr/>
          </p:nvSpPr>
          <p:spPr>
            <a:xfrm>
              <a:off x="5400073" y="329413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87D">
                <a:alpha val="100000"/>
              </a:srgbClr>
            </a:solidFill>
            <a:ln w="5420" cap="flat">
              <a:solidFill>
                <a:srgbClr val="3C487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28" name="pg1028"/>
            <p:cNvSpPr/>
            <p:nvPr/>
          </p:nvSpPr>
          <p:spPr>
            <a:xfrm>
              <a:off x="5411710" y="329413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57A">
                <a:alpha val="100000"/>
              </a:srgbClr>
            </a:solidFill>
            <a:ln w="5420" cap="flat">
              <a:solidFill>
                <a:srgbClr val="3C457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29" name="pg1029"/>
            <p:cNvSpPr/>
            <p:nvPr/>
          </p:nvSpPr>
          <p:spPr>
            <a:xfrm>
              <a:off x="5423347" y="329413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378">
                <a:alpha val="100000"/>
              </a:srgbClr>
            </a:solidFill>
            <a:ln w="5420" cap="flat">
              <a:solidFill>
                <a:srgbClr val="3C437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30" name="pg1030"/>
            <p:cNvSpPr/>
            <p:nvPr/>
          </p:nvSpPr>
          <p:spPr>
            <a:xfrm>
              <a:off x="5434985" y="329413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275">
                <a:alpha val="100000"/>
              </a:srgbClr>
            </a:solidFill>
            <a:ln w="5420" cap="flat">
              <a:solidFill>
                <a:srgbClr val="3C427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31" name="pg1031"/>
            <p:cNvSpPr/>
            <p:nvPr/>
          </p:nvSpPr>
          <p:spPr>
            <a:xfrm>
              <a:off x="5446622" y="329413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174">
                <a:alpha val="100000"/>
              </a:srgbClr>
            </a:solidFill>
            <a:ln w="5420" cap="flat">
              <a:solidFill>
                <a:srgbClr val="3C417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32" name="pg1032"/>
            <p:cNvSpPr/>
            <p:nvPr/>
          </p:nvSpPr>
          <p:spPr>
            <a:xfrm>
              <a:off x="5458259" y="329413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073">
                <a:alpha val="100000"/>
              </a:srgbClr>
            </a:solidFill>
            <a:ln w="5420" cap="flat">
              <a:solidFill>
                <a:srgbClr val="3C407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33" name="pg1033"/>
            <p:cNvSpPr/>
            <p:nvPr/>
          </p:nvSpPr>
          <p:spPr>
            <a:xfrm>
              <a:off x="5469897" y="329413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4072">
                <a:alpha val="100000"/>
              </a:srgbClr>
            </a:solidFill>
            <a:ln w="5420" cap="flat">
              <a:solidFill>
                <a:srgbClr val="3B407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34" name="pg1034"/>
            <p:cNvSpPr/>
            <p:nvPr/>
          </p:nvSpPr>
          <p:spPr>
            <a:xfrm>
              <a:off x="5178963" y="330843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5F9D">
                <a:alpha val="100000"/>
              </a:srgbClr>
            </a:solidFill>
            <a:ln w="5420" cap="flat">
              <a:solidFill>
                <a:srgbClr val="395F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35" name="pg1035"/>
            <p:cNvSpPr/>
            <p:nvPr/>
          </p:nvSpPr>
          <p:spPr>
            <a:xfrm>
              <a:off x="5190601" y="330843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5C9B">
                <a:alpha val="100000"/>
              </a:srgbClr>
            </a:solidFill>
            <a:ln w="5420" cap="flat">
              <a:solidFill>
                <a:srgbClr val="395C9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36" name="pg1036"/>
            <p:cNvSpPr/>
            <p:nvPr/>
          </p:nvSpPr>
          <p:spPr>
            <a:xfrm>
              <a:off x="5202238" y="330843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5997">
                <a:alpha val="100000"/>
              </a:srgbClr>
            </a:solidFill>
            <a:ln w="5420" cap="flat">
              <a:solidFill>
                <a:srgbClr val="3A599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37" name="pg1037"/>
            <p:cNvSpPr/>
            <p:nvPr/>
          </p:nvSpPr>
          <p:spPr>
            <a:xfrm>
              <a:off x="5213875" y="330843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5793">
                <a:alpha val="100000"/>
              </a:srgbClr>
            </a:solidFill>
            <a:ln w="5420" cap="flat">
              <a:solidFill>
                <a:srgbClr val="3A579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38" name="pg1038"/>
            <p:cNvSpPr/>
            <p:nvPr/>
          </p:nvSpPr>
          <p:spPr>
            <a:xfrm>
              <a:off x="5225513" y="330843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5590">
                <a:alpha val="100000"/>
              </a:srgbClr>
            </a:solidFill>
            <a:ln w="5420" cap="flat">
              <a:solidFill>
                <a:srgbClr val="3B559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39" name="pg1039"/>
            <p:cNvSpPr/>
            <p:nvPr/>
          </p:nvSpPr>
          <p:spPr>
            <a:xfrm>
              <a:off x="5237150" y="330843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538D">
                <a:alpha val="100000"/>
              </a:srgbClr>
            </a:solidFill>
            <a:ln w="5420" cap="flat">
              <a:solidFill>
                <a:srgbClr val="3B538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40" name="pg1040"/>
            <p:cNvSpPr/>
            <p:nvPr/>
          </p:nvSpPr>
          <p:spPr>
            <a:xfrm>
              <a:off x="5248787" y="330843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518B">
                <a:alpha val="100000"/>
              </a:srgbClr>
            </a:solidFill>
            <a:ln w="5420" cap="flat">
              <a:solidFill>
                <a:srgbClr val="3B518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41" name="pg1041"/>
            <p:cNvSpPr/>
            <p:nvPr/>
          </p:nvSpPr>
          <p:spPr>
            <a:xfrm>
              <a:off x="5260425" y="330843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508A">
                <a:alpha val="100000"/>
              </a:srgbClr>
            </a:solidFill>
            <a:ln w="5420" cap="flat">
              <a:solidFill>
                <a:srgbClr val="3B508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42" name="pg1042"/>
            <p:cNvSpPr/>
            <p:nvPr/>
          </p:nvSpPr>
          <p:spPr>
            <a:xfrm>
              <a:off x="5272062" y="330843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5089">
                <a:alpha val="100000"/>
              </a:srgbClr>
            </a:solidFill>
            <a:ln w="5420" cap="flat">
              <a:solidFill>
                <a:srgbClr val="3B508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43" name="pg1043"/>
            <p:cNvSpPr/>
            <p:nvPr/>
          </p:nvSpPr>
          <p:spPr>
            <a:xfrm>
              <a:off x="5283699" y="330843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508A">
                <a:alpha val="100000"/>
              </a:srgbClr>
            </a:solidFill>
            <a:ln w="5420" cap="flat">
              <a:solidFill>
                <a:srgbClr val="3B508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44" name="pg1044"/>
            <p:cNvSpPr/>
            <p:nvPr/>
          </p:nvSpPr>
          <p:spPr>
            <a:xfrm>
              <a:off x="5295337" y="330843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518B">
                <a:alpha val="100000"/>
              </a:srgbClr>
            </a:solidFill>
            <a:ln w="5420" cap="flat">
              <a:solidFill>
                <a:srgbClr val="3B518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45" name="pg1045"/>
            <p:cNvSpPr/>
            <p:nvPr/>
          </p:nvSpPr>
          <p:spPr>
            <a:xfrm>
              <a:off x="5306974" y="330843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528C">
                <a:alpha val="100000"/>
              </a:srgbClr>
            </a:solidFill>
            <a:ln w="5420" cap="flat">
              <a:solidFill>
                <a:srgbClr val="3B528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46" name="pg1046"/>
            <p:cNvSpPr/>
            <p:nvPr/>
          </p:nvSpPr>
          <p:spPr>
            <a:xfrm>
              <a:off x="5318611" y="330843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528C">
                <a:alpha val="100000"/>
              </a:srgbClr>
            </a:solidFill>
            <a:ln w="5420" cap="flat">
              <a:solidFill>
                <a:srgbClr val="3B528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47" name="pg1047"/>
            <p:cNvSpPr/>
            <p:nvPr/>
          </p:nvSpPr>
          <p:spPr>
            <a:xfrm>
              <a:off x="5330249" y="330843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528D">
                <a:alpha val="100000"/>
              </a:srgbClr>
            </a:solidFill>
            <a:ln w="5420" cap="flat">
              <a:solidFill>
                <a:srgbClr val="3B528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48" name="pg1048"/>
            <p:cNvSpPr/>
            <p:nvPr/>
          </p:nvSpPr>
          <p:spPr>
            <a:xfrm>
              <a:off x="5341886" y="330843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528D">
                <a:alpha val="100000"/>
              </a:srgbClr>
            </a:solidFill>
            <a:ln w="5420" cap="flat">
              <a:solidFill>
                <a:srgbClr val="3B528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49" name="pg1049"/>
            <p:cNvSpPr/>
            <p:nvPr/>
          </p:nvSpPr>
          <p:spPr>
            <a:xfrm>
              <a:off x="5353523" y="330843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528C">
                <a:alpha val="100000"/>
              </a:srgbClr>
            </a:solidFill>
            <a:ln w="5420" cap="flat">
              <a:solidFill>
                <a:srgbClr val="3B528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50" name="pg1050"/>
            <p:cNvSpPr/>
            <p:nvPr/>
          </p:nvSpPr>
          <p:spPr>
            <a:xfrm>
              <a:off x="5365161" y="330843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518A">
                <a:alpha val="100000"/>
              </a:srgbClr>
            </a:solidFill>
            <a:ln w="5420" cap="flat">
              <a:solidFill>
                <a:srgbClr val="3B518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51" name="pg1051"/>
            <p:cNvSpPr/>
            <p:nvPr/>
          </p:nvSpPr>
          <p:spPr>
            <a:xfrm>
              <a:off x="5376798" y="330843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4F88">
                <a:alpha val="100000"/>
              </a:srgbClr>
            </a:solidFill>
            <a:ln w="5420" cap="flat">
              <a:solidFill>
                <a:srgbClr val="3B4F8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52" name="pg1052"/>
            <p:cNvSpPr/>
            <p:nvPr/>
          </p:nvSpPr>
          <p:spPr>
            <a:xfrm>
              <a:off x="5388435" y="330843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4E86">
                <a:alpha val="100000"/>
              </a:srgbClr>
            </a:solidFill>
            <a:ln w="5420" cap="flat">
              <a:solidFill>
                <a:srgbClr val="3B4E8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53" name="pg1053"/>
            <p:cNvSpPr/>
            <p:nvPr/>
          </p:nvSpPr>
          <p:spPr>
            <a:xfrm>
              <a:off x="5400073" y="330843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A80">
                <a:alpha val="100000"/>
              </a:srgbClr>
            </a:solidFill>
            <a:ln w="5420" cap="flat">
              <a:solidFill>
                <a:srgbClr val="3C4A8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54" name="pg1054"/>
            <p:cNvSpPr/>
            <p:nvPr/>
          </p:nvSpPr>
          <p:spPr>
            <a:xfrm>
              <a:off x="5423347" y="330843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67B">
                <a:alpha val="100000"/>
              </a:srgbClr>
            </a:solidFill>
            <a:ln w="5420" cap="flat">
              <a:solidFill>
                <a:srgbClr val="3C467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55" name="pg1055"/>
            <p:cNvSpPr/>
            <p:nvPr/>
          </p:nvSpPr>
          <p:spPr>
            <a:xfrm>
              <a:off x="5178963" y="332273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19D">
                <a:alpha val="100000"/>
              </a:srgbClr>
            </a:solidFill>
            <a:ln w="5420" cap="flat">
              <a:solidFill>
                <a:srgbClr val="3A61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56" name="pg1056"/>
            <p:cNvSpPr/>
            <p:nvPr/>
          </p:nvSpPr>
          <p:spPr>
            <a:xfrm>
              <a:off x="5190601" y="332273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5E9C">
                <a:alpha val="100000"/>
              </a:srgbClr>
            </a:solidFill>
            <a:ln w="5420" cap="flat">
              <a:solidFill>
                <a:srgbClr val="395E9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57" name="pg1057"/>
            <p:cNvSpPr/>
            <p:nvPr/>
          </p:nvSpPr>
          <p:spPr>
            <a:xfrm>
              <a:off x="5202238" y="332273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5B99">
                <a:alpha val="100000"/>
              </a:srgbClr>
            </a:solidFill>
            <a:ln w="5420" cap="flat">
              <a:solidFill>
                <a:srgbClr val="3A5B9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58" name="pg1058"/>
            <p:cNvSpPr/>
            <p:nvPr/>
          </p:nvSpPr>
          <p:spPr>
            <a:xfrm>
              <a:off x="5213875" y="332273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5895">
                <a:alpha val="100000"/>
              </a:srgbClr>
            </a:solidFill>
            <a:ln w="5420" cap="flat">
              <a:solidFill>
                <a:srgbClr val="3A589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59" name="pg1059"/>
            <p:cNvSpPr/>
            <p:nvPr/>
          </p:nvSpPr>
          <p:spPr>
            <a:xfrm>
              <a:off x="5225513" y="332273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5692">
                <a:alpha val="100000"/>
              </a:srgbClr>
            </a:solidFill>
            <a:ln w="5420" cap="flat">
              <a:solidFill>
                <a:srgbClr val="3B569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60" name="pg1060"/>
            <p:cNvSpPr/>
            <p:nvPr/>
          </p:nvSpPr>
          <p:spPr>
            <a:xfrm>
              <a:off x="5237150" y="332273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548F">
                <a:alpha val="100000"/>
              </a:srgbClr>
            </a:solidFill>
            <a:ln w="5420" cap="flat">
              <a:solidFill>
                <a:srgbClr val="3B548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61" name="pg1061"/>
            <p:cNvSpPr/>
            <p:nvPr/>
          </p:nvSpPr>
          <p:spPr>
            <a:xfrm>
              <a:off x="5248787" y="332273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528C">
                <a:alpha val="100000"/>
              </a:srgbClr>
            </a:solidFill>
            <a:ln w="5420" cap="flat">
              <a:solidFill>
                <a:srgbClr val="3B528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62" name="pg1062"/>
            <p:cNvSpPr/>
            <p:nvPr/>
          </p:nvSpPr>
          <p:spPr>
            <a:xfrm>
              <a:off x="5260425" y="332273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518B">
                <a:alpha val="100000"/>
              </a:srgbClr>
            </a:solidFill>
            <a:ln w="5420" cap="flat">
              <a:solidFill>
                <a:srgbClr val="3B518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63" name="pg1063"/>
            <p:cNvSpPr/>
            <p:nvPr/>
          </p:nvSpPr>
          <p:spPr>
            <a:xfrm>
              <a:off x="5272062" y="332273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518A">
                <a:alpha val="100000"/>
              </a:srgbClr>
            </a:solidFill>
            <a:ln w="5420" cap="flat">
              <a:solidFill>
                <a:srgbClr val="3B518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64" name="pg1064"/>
            <p:cNvSpPr/>
            <p:nvPr/>
          </p:nvSpPr>
          <p:spPr>
            <a:xfrm>
              <a:off x="5283699" y="332273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518B">
                <a:alpha val="100000"/>
              </a:srgbClr>
            </a:solidFill>
            <a:ln w="5420" cap="flat">
              <a:solidFill>
                <a:srgbClr val="3B518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65" name="pg1065"/>
            <p:cNvSpPr/>
            <p:nvPr/>
          </p:nvSpPr>
          <p:spPr>
            <a:xfrm>
              <a:off x="5295337" y="332273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518B">
                <a:alpha val="100000"/>
              </a:srgbClr>
            </a:solidFill>
            <a:ln w="5420" cap="flat">
              <a:solidFill>
                <a:srgbClr val="3B518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66" name="pg1066"/>
            <p:cNvSpPr/>
            <p:nvPr/>
          </p:nvSpPr>
          <p:spPr>
            <a:xfrm>
              <a:off x="5167326" y="333703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79E">
                <a:alpha val="100000"/>
              </a:srgbClr>
            </a:solidFill>
            <a:ln w="5420" cap="flat">
              <a:solidFill>
                <a:srgbClr val="3A67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67" name="pg1067"/>
            <p:cNvSpPr/>
            <p:nvPr/>
          </p:nvSpPr>
          <p:spPr>
            <a:xfrm>
              <a:off x="5178963" y="333703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39E">
                <a:alpha val="100000"/>
              </a:srgbClr>
            </a:solidFill>
            <a:ln w="5420" cap="flat">
              <a:solidFill>
                <a:srgbClr val="3A63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68" name="pg1068"/>
            <p:cNvSpPr/>
            <p:nvPr/>
          </p:nvSpPr>
          <p:spPr>
            <a:xfrm>
              <a:off x="5190601" y="333703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609D">
                <a:alpha val="100000"/>
              </a:srgbClr>
            </a:solidFill>
            <a:ln w="5420" cap="flat">
              <a:solidFill>
                <a:srgbClr val="3960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69" name="pg1069"/>
            <p:cNvSpPr/>
            <p:nvPr/>
          </p:nvSpPr>
          <p:spPr>
            <a:xfrm>
              <a:off x="5202238" y="333703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5D9C">
                <a:alpha val="100000"/>
              </a:srgbClr>
            </a:solidFill>
            <a:ln w="5420" cap="flat">
              <a:solidFill>
                <a:srgbClr val="395D9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70" name="pg1070"/>
            <p:cNvSpPr/>
            <p:nvPr/>
          </p:nvSpPr>
          <p:spPr>
            <a:xfrm>
              <a:off x="5213875" y="333703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5A98">
                <a:alpha val="100000"/>
              </a:srgbClr>
            </a:solidFill>
            <a:ln w="5420" cap="flat">
              <a:solidFill>
                <a:srgbClr val="3A5A9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71" name="pg1071"/>
            <p:cNvSpPr/>
            <p:nvPr/>
          </p:nvSpPr>
          <p:spPr>
            <a:xfrm>
              <a:off x="5225513" y="333703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5894">
                <a:alpha val="100000"/>
              </a:srgbClr>
            </a:solidFill>
            <a:ln w="5420" cap="flat">
              <a:solidFill>
                <a:srgbClr val="3A589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72" name="pg1072"/>
            <p:cNvSpPr/>
            <p:nvPr/>
          </p:nvSpPr>
          <p:spPr>
            <a:xfrm>
              <a:off x="5237150" y="333703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5691">
                <a:alpha val="100000"/>
              </a:srgbClr>
            </a:solidFill>
            <a:ln w="5420" cap="flat">
              <a:solidFill>
                <a:srgbClr val="3B569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73" name="pg1073"/>
            <p:cNvSpPr/>
            <p:nvPr/>
          </p:nvSpPr>
          <p:spPr>
            <a:xfrm>
              <a:off x="5248787" y="333703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548F">
                <a:alpha val="100000"/>
              </a:srgbClr>
            </a:solidFill>
            <a:ln w="5420" cap="flat">
              <a:solidFill>
                <a:srgbClr val="3B548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74" name="pg1074"/>
            <p:cNvSpPr/>
            <p:nvPr/>
          </p:nvSpPr>
          <p:spPr>
            <a:xfrm>
              <a:off x="5260425" y="333703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538E">
                <a:alpha val="100000"/>
              </a:srgbClr>
            </a:solidFill>
            <a:ln w="5420" cap="flat">
              <a:solidFill>
                <a:srgbClr val="3B538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75" name="pg1075"/>
            <p:cNvSpPr/>
            <p:nvPr/>
          </p:nvSpPr>
          <p:spPr>
            <a:xfrm>
              <a:off x="5155689" y="335133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70A0">
                <a:alpha val="100000"/>
              </a:srgbClr>
            </a:solidFill>
            <a:ln w="5420" cap="flat">
              <a:solidFill>
                <a:srgbClr val="3B70A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76" name="pg1076"/>
            <p:cNvSpPr/>
            <p:nvPr/>
          </p:nvSpPr>
          <p:spPr>
            <a:xfrm>
              <a:off x="5167326" y="335133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A9F">
                <a:alpha val="100000"/>
              </a:srgbClr>
            </a:solidFill>
            <a:ln w="5420" cap="flat">
              <a:solidFill>
                <a:srgbClr val="3A6A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77" name="pg1077"/>
            <p:cNvSpPr/>
            <p:nvPr/>
          </p:nvSpPr>
          <p:spPr>
            <a:xfrm>
              <a:off x="5178963" y="335133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69E">
                <a:alpha val="100000"/>
              </a:srgbClr>
            </a:solidFill>
            <a:ln w="5420" cap="flat">
              <a:solidFill>
                <a:srgbClr val="3A66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78" name="pg1078"/>
            <p:cNvSpPr/>
            <p:nvPr/>
          </p:nvSpPr>
          <p:spPr>
            <a:xfrm>
              <a:off x="5190601" y="335133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39D">
                <a:alpha val="100000"/>
              </a:srgbClr>
            </a:solidFill>
            <a:ln w="5420" cap="flat">
              <a:solidFill>
                <a:srgbClr val="3A63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79" name="pg1079"/>
            <p:cNvSpPr/>
            <p:nvPr/>
          </p:nvSpPr>
          <p:spPr>
            <a:xfrm>
              <a:off x="5202238" y="335133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609D">
                <a:alpha val="100000"/>
              </a:srgbClr>
            </a:solidFill>
            <a:ln w="5420" cap="flat">
              <a:solidFill>
                <a:srgbClr val="3960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80" name="pg1080"/>
            <p:cNvSpPr/>
            <p:nvPr/>
          </p:nvSpPr>
          <p:spPr>
            <a:xfrm>
              <a:off x="5213875" y="335133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5D9C">
                <a:alpha val="100000"/>
              </a:srgbClr>
            </a:solidFill>
            <a:ln w="5420" cap="flat">
              <a:solidFill>
                <a:srgbClr val="395D9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81" name="pg1081"/>
            <p:cNvSpPr/>
            <p:nvPr/>
          </p:nvSpPr>
          <p:spPr>
            <a:xfrm>
              <a:off x="5225513" y="335133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5B98">
                <a:alpha val="100000"/>
              </a:srgbClr>
            </a:solidFill>
            <a:ln w="5420" cap="flat">
              <a:solidFill>
                <a:srgbClr val="3A5B9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82" name="pg1082"/>
            <p:cNvSpPr/>
            <p:nvPr/>
          </p:nvSpPr>
          <p:spPr>
            <a:xfrm>
              <a:off x="5237150" y="335133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5895">
                <a:alpha val="100000"/>
              </a:srgbClr>
            </a:solidFill>
            <a:ln w="5420" cap="flat">
              <a:solidFill>
                <a:srgbClr val="3A589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83" name="pg1083"/>
            <p:cNvSpPr/>
            <p:nvPr/>
          </p:nvSpPr>
          <p:spPr>
            <a:xfrm>
              <a:off x="5144051" y="336563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AA3">
                <a:alpha val="100000"/>
              </a:srgbClr>
            </a:solidFill>
            <a:ln w="5420" cap="flat">
              <a:solidFill>
                <a:srgbClr val="3A7AA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84" name="pg1084"/>
            <p:cNvSpPr/>
            <p:nvPr/>
          </p:nvSpPr>
          <p:spPr>
            <a:xfrm>
              <a:off x="5155689" y="336563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7A2">
                <a:alpha val="100000"/>
              </a:srgbClr>
            </a:solidFill>
            <a:ln w="5420" cap="flat">
              <a:solidFill>
                <a:srgbClr val="3A77A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85" name="pg1085"/>
            <p:cNvSpPr/>
            <p:nvPr/>
          </p:nvSpPr>
          <p:spPr>
            <a:xfrm>
              <a:off x="5167326" y="336563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71A1">
                <a:alpha val="100000"/>
              </a:srgbClr>
            </a:solidFill>
            <a:ln w="5420" cap="flat">
              <a:solidFill>
                <a:srgbClr val="3B71A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86" name="pg1086"/>
            <p:cNvSpPr/>
            <p:nvPr/>
          </p:nvSpPr>
          <p:spPr>
            <a:xfrm>
              <a:off x="5178963" y="336563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EA0">
                <a:alpha val="100000"/>
              </a:srgbClr>
            </a:solidFill>
            <a:ln w="5420" cap="flat">
              <a:solidFill>
                <a:srgbClr val="3A6EA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87" name="pg1087"/>
            <p:cNvSpPr/>
            <p:nvPr/>
          </p:nvSpPr>
          <p:spPr>
            <a:xfrm>
              <a:off x="5190601" y="336563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B9F">
                <a:alpha val="100000"/>
              </a:srgbClr>
            </a:solidFill>
            <a:ln w="5420" cap="flat">
              <a:solidFill>
                <a:srgbClr val="3A6B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88" name="pg1088"/>
            <p:cNvSpPr/>
            <p:nvPr/>
          </p:nvSpPr>
          <p:spPr>
            <a:xfrm>
              <a:off x="5202238" y="336563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89F">
                <a:alpha val="100000"/>
              </a:srgbClr>
            </a:solidFill>
            <a:ln w="5420" cap="flat">
              <a:solidFill>
                <a:srgbClr val="3A68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89" name="pg1089"/>
            <p:cNvSpPr/>
            <p:nvPr/>
          </p:nvSpPr>
          <p:spPr>
            <a:xfrm>
              <a:off x="5213875" y="336563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59E">
                <a:alpha val="100000"/>
              </a:srgbClr>
            </a:solidFill>
            <a:ln w="5420" cap="flat">
              <a:solidFill>
                <a:srgbClr val="3A65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90" name="pg1090"/>
            <p:cNvSpPr/>
            <p:nvPr/>
          </p:nvSpPr>
          <p:spPr>
            <a:xfrm>
              <a:off x="5144051" y="337993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DA3">
                <a:alpha val="100000"/>
              </a:srgbClr>
            </a:solidFill>
            <a:ln w="5420" cap="flat">
              <a:solidFill>
                <a:srgbClr val="3A7DA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91" name="pg1091"/>
            <p:cNvSpPr/>
            <p:nvPr/>
          </p:nvSpPr>
          <p:spPr>
            <a:xfrm>
              <a:off x="5155689" y="337993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BA3">
                <a:alpha val="100000"/>
              </a:srgbClr>
            </a:solidFill>
            <a:ln w="5420" cap="flat">
              <a:solidFill>
                <a:srgbClr val="3A7BA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92" name="pg1092"/>
            <p:cNvSpPr/>
            <p:nvPr/>
          </p:nvSpPr>
          <p:spPr>
            <a:xfrm>
              <a:off x="5167326" y="337993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5A2">
                <a:alpha val="100000"/>
              </a:srgbClr>
            </a:solidFill>
            <a:ln w="5420" cap="flat">
              <a:solidFill>
                <a:srgbClr val="3A75A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93" name="pg1093"/>
            <p:cNvSpPr/>
            <p:nvPr/>
          </p:nvSpPr>
          <p:spPr>
            <a:xfrm>
              <a:off x="5178963" y="337993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72A1">
                <a:alpha val="100000"/>
              </a:srgbClr>
            </a:solidFill>
            <a:ln w="5420" cap="flat">
              <a:solidFill>
                <a:srgbClr val="3B72A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94" name="pg1094"/>
            <p:cNvSpPr/>
            <p:nvPr/>
          </p:nvSpPr>
          <p:spPr>
            <a:xfrm>
              <a:off x="5190601" y="337993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FA0">
                <a:alpha val="100000"/>
              </a:srgbClr>
            </a:solidFill>
            <a:ln w="5420" cap="flat">
              <a:solidFill>
                <a:srgbClr val="3A6FA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95" name="pg1095"/>
            <p:cNvSpPr/>
            <p:nvPr/>
          </p:nvSpPr>
          <p:spPr>
            <a:xfrm>
              <a:off x="5202238" y="337993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CA0">
                <a:alpha val="100000"/>
              </a:srgbClr>
            </a:solidFill>
            <a:ln w="5420" cap="flat">
              <a:solidFill>
                <a:srgbClr val="3A6CA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96" name="pg1096"/>
            <p:cNvSpPr/>
            <p:nvPr/>
          </p:nvSpPr>
          <p:spPr>
            <a:xfrm>
              <a:off x="5213875" y="337993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A9F">
                <a:alpha val="100000"/>
              </a:srgbClr>
            </a:solidFill>
            <a:ln w="5420" cap="flat">
              <a:solidFill>
                <a:srgbClr val="3A6A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97" name="pg1097"/>
            <p:cNvSpPr/>
            <p:nvPr/>
          </p:nvSpPr>
          <p:spPr>
            <a:xfrm>
              <a:off x="5144051" y="339424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81A4">
                <a:alpha val="100000"/>
              </a:srgbClr>
            </a:solidFill>
            <a:ln w="5420" cap="flat">
              <a:solidFill>
                <a:srgbClr val="3A81A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98" name="pg1098"/>
            <p:cNvSpPr/>
            <p:nvPr/>
          </p:nvSpPr>
          <p:spPr>
            <a:xfrm>
              <a:off x="5155689" y="339424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EA4">
                <a:alpha val="100000"/>
              </a:srgbClr>
            </a:solidFill>
            <a:ln w="5420" cap="flat">
              <a:solidFill>
                <a:srgbClr val="3A7EA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99" name="pg1099"/>
            <p:cNvSpPr/>
            <p:nvPr/>
          </p:nvSpPr>
          <p:spPr>
            <a:xfrm>
              <a:off x="5167326" y="339424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9A2">
                <a:alpha val="100000"/>
              </a:srgbClr>
            </a:solidFill>
            <a:ln w="5420" cap="flat">
              <a:solidFill>
                <a:srgbClr val="3A79A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00" name="pg1100"/>
            <p:cNvSpPr/>
            <p:nvPr/>
          </p:nvSpPr>
          <p:spPr>
            <a:xfrm>
              <a:off x="5178963" y="339424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6A2">
                <a:alpha val="100000"/>
              </a:srgbClr>
            </a:solidFill>
            <a:ln w="5420" cap="flat">
              <a:solidFill>
                <a:srgbClr val="3A76A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01" name="pg1101"/>
            <p:cNvSpPr/>
            <p:nvPr/>
          </p:nvSpPr>
          <p:spPr>
            <a:xfrm>
              <a:off x="5190601" y="339424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3A1">
                <a:alpha val="100000"/>
              </a:srgbClr>
            </a:solidFill>
            <a:ln w="5420" cap="flat">
              <a:solidFill>
                <a:srgbClr val="3A73A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02" name="pg1102"/>
            <p:cNvSpPr/>
            <p:nvPr/>
          </p:nvSpPr>
          <p:spPr>
            <a:xfrm>
              <a:off x="5202238" y="339424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70A1">
                <a:alpha val="100000"/>
              </a:srgbClr>
            </a:solidFill>
            <a:ln w="5420" cap="flat">
              <a:solidFill>
                <a:srgbClr val="3B70A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03" name="pg1103"/>
            <p:cNvSpPr/>
            <p:nvPr/>
          </p:nvSpPr>
          <p:spPr>
            <a:xfrm>
              <a:off x="5213875" y="339424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EA0">
                <a:alpha val="100000"/>
              </a:srgbClr>
            </a:solidFill>
            <a:ln w="5420" cap="flat">
              <a:solidFill>
                <a:srgbClr val="3A6EA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04" name="pg1104"/>
            <p:cNvSpPr/>
            <p:nvPr/>
          </p:nvSpPr>
          <p:spPr>
            <a:xfrm>
              <a:off x="5144051" y="340854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83A5">
                <a:alpha val="100000"/>
              </a:srgbClr>
            </a:solidFill>
            <a:ln w="5420" cap="flat">
              <a:solidFill>
                <a:srgbClr val="3983A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05" name="pg1105"/>
            <p:cNvSpPr/>
            <p:nvPr/>
          </p:nvSpPr>
          <p:spPr>
            <a:xfrm>
              <a:off x="5155689" y="340854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82A5">
                <a:alpha val="100000"/>
              </a:srgbClr>
            </a:solidFill>
            <a:ln w="5420" cap="flat">
              <a:solidFill>
                <a:srgbClr val="3982A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06" name="pg1106"/>
            <p:cNvSpPr/>
            <p:nvPr/>
          </p:nvSpPr>
          <p:spPr>
            <a:xfrm>
              <a:off x="5167326" y="340854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DA3">
                <a:alpha val="100000"/>
              </a:srgbClr>
            </a:solidFill>
            <a:ln w="5420" cap="flat">
              <a:solidFill>
                <a:srgbClr val="3A7DA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07" name="pg1107"/>
            <p:cNvSpPr/>
            <p:nvPr/>
          </p:nvSpPr>
          <p:spPr>
            <a:xfrm>
              <a:off x="5178963" y="340854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AA3">
                <a:alpha val="100000"/>
              </a:srgbClr>
            </a:solidFill>
            <a:ln w="5420" cap="flat">
              <a:solidFill>
                <a:srgbClr val="3A7AA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08" name="pg1108"/>
            <p:cNvSpPr/>
            <p:nvPr/>
          </p:nvSpPr>
          <p:spPr>
            <a:xfrm>
              <a:off x="5190601" y="340854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7A2">
                <a:alpha val="100000"/>
              </a:srgbClr>
            </a:solidFill>
            <a:ln w="5420" cap="flat">
              <a:solidFill>
                <a:srgbClr val="3A77A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09" name="pg1109"/>
            <p:cNvSpPr/>
            <p:nvPr/>
          </p:nvSpPr>
          <p:spPr>
            <a:xfrm>
              <a:off x="5202238" y="340854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4A2">
                <a:alpha val="100000"/>
              </a:srgbClr>
            </a:solidFill>
            <a:ln w="5420" cap="flat">
              <a:solidFill>
                <a:srgbClr val="3A74A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10" name="pg1110"/>
            <p:cNvSpPr/>
            <p:nvPr/>
          </p:nvSpPr>
          <p:spPr>
            <a:xfrm>
              <a:off x="5213875" y="340854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72A1">
                <a:alpha val="100000"/>
              </a:srgbClr>
            </a:solidFill>
            <a:ln w="5420" cap="flat">
              <a:solidFill>
                <a:srgbClr val="3B72A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11" name="pg1111"/>
            <p:cNvSpPr/>
            <p:nvPr/>
          </p:nvSpPr>
          <p:spPr>
            <a:xfrm>
              <a:off x="5074227" y="342284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497A9">
                <a:alpha val="100000"/>
              </a:srgbClr>
            </a:solidFill>
            <a:ln w="5420" cap="flat">
              <a:solidFill>
                <a:srgbClr val="3497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12" name="pg1112"/>
            <p:cNvSpPr/>
            <p:nvPr/>
          </p:nvSpPr>
          <p:spPr>
            <a:xfrm>
              <a:off x="5085865" y="342284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595A9">
                <a:alpha val="100000"/>
              </a:srgbClr>
            </a:solidFill>
            <a:ln w="5420" cap="flat">
              <a:solidFill>
                <a:srgbClr val="3595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13" name="pg1113"/>
            <p:cNvSpPr/>
            <p:nvPr/>
          </p:nvSpPr>
          <p:spPr>
            <a:xfrm>
              <a:off x="5167326" y="342284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81A4">
                <a:alpha val="100000"/>
              </a:srgbClr>
            </a:solidFill>
            <a:ln w="5420" cap="flat">
              <a:solidFill>
                <a:srgbClr val="3A81A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14" name="pg1114"/>
            <p:cNvSpPr/>
            <p:nvPr/>
          </p:nvSpPr>
          <p:spPr>
            <a:xfrm>
              <a:off x="5178963" y="342284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EA4">
                <a:alpha val="100000"/>
              </a:srgbClr>
            </a:solidFill>
            <a:ln w="5420" cap="flat">
              <a:solidFill>
                <a:srgbClr val="3A7EA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15" name="pg1115"/>
            <p:cNvSpPr/>
            <p:nvPr/>
          </p:nvSpPr>
          <p:spPr>
            <a:xfrm>
              <a:off x="5190601" y="342284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BA3">
                <a:alpha val="100000"/>
              </a:srgbClr>
            </a:solidFill>
            <a:ln w="5420" cap="flat">
              <a:solidFill>
                <a:srgbClr val="3A7BA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16" name="pg1116"/>
            <p:cNvSpPr/>
            <p:nvPr/>
          </p:nvSpPr>
          <p:spPr>
            <a:xfrm>
              <a:off x="5202238" y="342284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9A2">
                <a:alpha val="100000"/>
              </a:srgbClr>
            </a:solidFill>
            <a:ln w="5420" cap="flat">
              <a:solidFill>
                <a:srgbClr val="3A79A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17" name="pg1117"/>
            <p:cNvSpPr/>
            <p:nvPr/>
          </p:nvSpPr>
          <p:spPr>
            <a:xfrm>
              <a:off x="5213875" y="342284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6A2">
                <a:alpha val="100000"/>
              </a:srgbClr>
            </a:solidFill>
            <a:ln w="5420" cap="flat">
              <a:solidFill>
                <a:srgbClr val="3A76A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18" name="pg1118"/>
            <p:cNvSpPr/>
            <p:nvPr/>
          </p:nvSpPr>
          <p:spPr>
            <a:xfrm>
              <a:off x="5050953" y="343714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9DA9">
                <a:alpha val="100000"/>
              </a:srgbClr>
            </a:solidFill>
            <a:ln w="5420" cap="flat">
              <a:solidFill>
                <a:srgbClr val="3A9D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19" name="pg1119"/>
            <p:cNvSpPr/>
            <p:nvPr/>
          </p:nvSpPr>
          <p:spPr>
            <a:xfrm>
              <a:off x="5062590" y="343714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9CA9">
                <a:alpha val="100000"/>
              </a:srgbClr>
            </a:solidFill>
            <a:ln w="5420" cap="flat">
              <a:solidFill>
                <a:srgbClr val="399C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20" name="pg1120"/>
            <p:cNvSpPr/>
            <p:nvPr/>
          </p:nvSpPr>
          <p:spPr>
            <a:xfrm>
              <a:off x="5074227" y="343714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9AA9">
                <a:alpha val="100000"/>
              </a:srgbClr>
            </a:solidFill>
            <a:ln w="5420" cap="flat">
              <a:solidFill>
                <a:srgbClr val="379A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21" name="pg1121"/>
            <p:cNvSpPr/>
            <p:nvPr/>
          </p:nvSpPr>
          <p:spPr>
            <a:xfrm>
              <a:off x="5085865" y="343714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598A9">
                <a:alpha val="100000"/>
              </a:srgbClr>
            </a:solidFill>
            <a:ln w="5420" cap="flat">
              <a:solidFill>
                <a:srgbClr val="3598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22" name="pg1122"/>
            <p:cNvSpPr/>
            <p:nvPr/>
          </p:nvSpPr>
          <p:spPr>
            <a:xfrm>
              <a:off x="5097502" y="343714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497A9">
                <a:alpha val="100000"/>
              </a:srgbClr>
            </a:solidFill>
            <a:ln w="5420" cap="flat">
              <a:solidFill>
                <a:srgbClr val="3497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23" name="pg1123"/>
            <p:cNvSpPr/>
            <p:nvPr/>
          </p:nvSpPr>
          <p:spPr>
            <a:xfrm>
              <a:off x="5167326" y="343714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84A5">
                <a:alpha val="100000"/>
              </a:srgbClr>
            </a:solidFill>
            <a:ln w="5420" cap="flat">
              <a:solidFill>
                <a:srgbClr val="3984A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24" name="pg1124"/>
            <p:cNvSpPr/>
            <p:nvPr/>
          </p:nvSpPr>
          <p:spPr>
            <a:xfrm>
              <a:off x="5178963" y="343714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82A4">
                <a:alpha val="100000"/>
              </a:srgbClr>
            </a:solidFill>
            <a:ln w="5420" cap="flat">
              <a:solidFill>
                <a:srgbClr val="3982A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25" name="pg1125"/>
            <p:cNvSpPr/>
            <p:nvPr/>
          </p:nvSpPr>
          <p:spPr>
            <a:xfrm>
              <a:off x="5190601" y="343714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FA4">
                <a:alpha val="100000"/>
              </a:srgbClr>
            </a:solidFill>
            <a:ln w="5420" cap="flat">
              <a:solidFill>
                <a:srgbClr val="3A7FA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26" name="pg1126"/>
            <p:cNvSpPr/>
            <p:nvPr/>
          </p:nvSpPr>
          <p:spPr>
            <a:xfrm>
              <a:off x="5202238" y="343714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CA3">
                <a:alpha val="100000"/>
              </a:srgbClr>
            </a:solidFill>
            <a:ln w="5420" cap="flat">
              <a:solidFill>
                <a:srgbClr val="3A7CA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27" name="pg1127"/>
            <p:cNvSpPr/>
            <p:nvPr/>
          </p:nvSpPr>
          <p:spPr>
            <a:xfrm>
              <a:off x="5213875" y="343714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AA3">
                <a:alpha val="100000"/>
              </a:srgbClr>
            </a:solidFill>
            <a:ln w="5420" cap="flat">
              <a:solidFill>
                <a:srgbClr val="3A7AA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28" name="pg1128"/>
            <p:cNvSpPr/>
            <p:nvPr/>
          </p:nvSpPr>
          <p:spPr>
            <a:xfrm>
              <a:off x="5027678" y="345144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1A4AA">
                <a:alpha val="100000"/>
              </a:srgbClr>
            </a:solidFill>
            <a:ln w="5420" cap="flat">
              <a:solidFill>
                <a:srgbClr val="41A4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29" name="pg1129"/>
            <p:cNvSpPr/>
            <p:nvPr/>
          </p:nvSpPr>
          <p:spPr>
            <a:xfrm>
              <a:off x="5039315" y="345144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0A3AA">
                <a:alpha val="100000"/>
              </a:srgbClr>
            </a:solidFill>
            <a:ln w="5420" cap="flat">
              <a:solidFill>
                <a:srgbClr val="40A3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30" name="pg1130"/>
            <p:cNvSpPr/>
            <p:nvPr/>
          </p:nvSpPr>
          <p:spPr>
            <a:xfrm>
              <a:off x="5050953" y="345144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EA1AA">
                <a:alpha val="100000"/>
              </a:srgbClr>
            </a:solidFill>
            <a:ln w="5420" cap="flat">
              <a:solidFill>
                <a:srgbClr val="3EA1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31" name="pg1131"/>
            <p:cNvSpPr/>
            <p:nvPr/>
          </p:nvSpPr>
          <p:spPr>
            <a:xfrm>
              <a:off x="5062590" y="345144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9FAA">
                <a:alpha val="100000"/>
              </a:srgbClr>
            </a:solidFill>
            <a:ln w="5420" cap="flat">
              <a:solidFill>
                <a:srgbClr val="3C9F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32" name="pg1132"/>
            <p:cNvSpPr/>
            <p:nvPr/>
          </p:nvSpPr>
          <p:spPr>
            <a:xfrm>
              <a:off x="5074227" y="345144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9DA9">
                <a:alpha val="100000"/>
              </a:srgbClr>
            </a:solidFill>
            <a:ln w="5420" cap="flat">
              <a:solidFill>
                <a:srgbClr val="3B9D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33" name="pg1133"/>
            <p:cNvSpPr/>
            <p:nvPr/>
          </p:nvSpPr>
          <p:spPr>
            <a:xfrm>
              <a:off x="5085865" y="345144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9BA9">
                <a:alpha val="100000"/>
              </a:srgbClr>
            </a:solidFill>
            <a:ln w="5420" cap="flat">
              <a:solidFill>
                <a:srgbClr val="399B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34" name="pg1134"/>
            <p:cNvSpPr/>
            <p:nvPr/>
          </p:nvSpPr>
          <p:spPr>
            <a:xfrm>
              <a:off x="5097502" y="345144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699A9">
                <a:alpha val="100000"/>
              </a:srgbClr>
            </a:solidFill>
            <a:ln w="5420" cap="flat">
              <a:solidFill>
                <a:srgbClr val="3699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35" name="pg1135"/>
            <p:cNvSpPr/>
            <p:nvPr/>
          </p:nvSpPr>
          <p:spPr>
            <a:xfrm>
              <a:off x="5155689" y="345144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8CA7">
                <a:alpha val="100000"/>
              </a:srgbClr>
            </a:solidFill>
            <a:ln w="5420" cap="flat">
              <a:solidFill>
                <a:srgbClr val="378C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36" name="pg1136"/>
            <p:cNvSpPr/>
            <p:nvPr/>
          </p:nvSpPr>
          <p:spPr>
            <a:xfrm>
              <a:off x="5167326" y="345144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888A6">
                <a:alpha val="100000"/>
              </a:srgbClr>
            </a:solidFill>
            <a:ln w="5420" cap="flat">
              <a:solidFill>
                <a:srgbClr val="3888A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37" name="pg1137"/>
            <p:cNvSpPr/>
            <p:nvPr/>
          </p:nvSpPr>
          <p:spPr>
            <a:xfrm>
              <a:off x="5178963" y="345144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85A5">
                <a:alpha val="100000"/>
              </a:srgbClr>
            </a:solidFill>
            <a:ln w="5420" cap="flat">
              <a:solidFill>
                <a:srgbClr val="3985A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38" name="pg1138"/>
            <p:cNvSpPr/>
            <p:nvPr/>
          </p:nvSpPr>
          <p:spPr>
            <a:xfrm>
              <a:off x="5190601" y="345144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83A5">
                <a:alpha val="100000"/>
              </a:srgbClr>
            </a:solidFill>
            <a:ln w="5420" cap="flat">
              <a:solidFill>
                <a:srgbClr val="3983A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39" name="pg1139"/>
            <p:cNvSpPr/>
            <p:nvPr/>
          </p:nvSpPr>
          <p:spPr>
            <a:xfrm>
              <a:off x="5202238" y="345144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80A4">
                <a:alpha val="100000"/>
              </a:srgbClr>
            </a:solidFill>
            <a:ln w="5420" cap="flat">
              <a:solidFill>
                <a:srgbClr val="3A80A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40" name="pg1140"/>
            <p:cNvSpPr/>
            <p:nvPr/>
          </p:nvSpPr>
          <p:spPr>
            <a:xfrm>
              <a:off x="5016041" y="346574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4A7AA">
                <a:alpha val="100000"/>
              </a:srgbClr>
            </a:solidFill>
            <a:ln w="5420" cap="flat">
              <a:solidFill>
                <a:srgbClr val="44A7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41" name="pg1141"/>
            <p:cNvSpPr/>
            <p:nvPr/>
          </p:nvSpPr>
          <p:spPr>
            <a:xfrm>
              <a:off x="5027678" y="346574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4A7AA">
                <a:alpha val="100000"/>
              </a:srgbClr>
            </a:solidFill>
            <a:ln w="5420" cap="flat">
              <a:solidFill>
                <a:srgbClr val="44A7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42" name="pg1142"/>
            <p:cNvSpPr/>
            <p:nvPr/>
          </p:nvSpPr>
          <p:spPr>
            <a:xfrm>
              <a:off x="5039315" y="346574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3A7AA">
                <a:alpha val="100000"/>
              </a:srgbClr>
            </a:solidFill>
            <a:ln w="5420" cap="flat">
              <a:solidFill>
                <a:srgbClr val="43A7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43" name="pg1143"/>
            <p:cNvSpPr/>
            <p:nvPr/>
          </p:nvSpPr>
          <p:spPr>
            <a:xfrm>
              <a:off x="5050953" y="346574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1A4AA">
                <a:alpha val="100000"/>
              </a:srgbClr>
            </a:solidFill>
            <a:ln w="5420" cap="flat">
              <a:solidFill>
                <a:srgbClr val="41A4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44" name="pg1144"/>
            <p:cNvSpPr/>
            <p:nvPr/>
          </p:nvSpPr>
          <p:spPr>
            <a:xfrm>
              <a:off x="5062590" y="346574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0A2AA">
                <a:alpha val="100000"/>
              </a:srgbClr>
            </a:solidFill>
            <a:ln w="5420" cap="flat">
              <a:solidFill>
                <a:srgbClr val="40A2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45" name="pg1145"/>
            <p:cNvSpPr/>
            <p:nvPr/>
          </p:nvSpPr>
          <p:spPr>
            <a:xfrm>
              <a:off x="5074227" y="346574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EA0AA">
                <a:alpha val="100000"/>
              </a:srgbClr>
            </a:solidFill>
            <a:ln w="5420" cap="flat">
              <a:solidFill>
                <a:srgbClr val="3EA0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46" name="pg1146"/>
            <p:cNvSpPr/>
            <p:nvPr/>
          </p:nvSpPr>
          <p:spPr>
            <a:xfrm>
              <a:off x="5085865" y="346574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9EAA">
                <a:alpha val="100000"/>
              </a:srgbClr>
            </a:solidFill>
            <a:ln w="5420" cap="flat">
              <a:solidFill>
                <a:srgbClr val="3C9E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47" name="pg1147"/>
            <p:cNvSpPr/>
            <p:nvPr/>
          </p:nvSpPr>
          <p:spPr>
            <a:xfrm>
              <a:off x="5097502" y="346574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9CA9">
                <a:alpha val="100000"/>
              </a:srgbClr>
            </a:solidFill>
            <a:ln w="5420" cap="flat">
              <a:solidFill>
                <a:srgbClr val="399C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48" name="pg1148"/>
            <p:cNvSpPr/>
            <p:nvPr/>
          </p:nvSpPr>
          <p:spPr>
            <a:xfrm>
              <a:off x="5155689" y="346574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690A7">
                <a:alpha val="100000"/>
              </a:srgbClr>
            </a:solidFill>
            <a:ln w="5420" cap="flat">
              <a:solidFill>
                <a:srgbClr val="3690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49" name="pg1149"/>
            <p:cNvSpPr/>
            <p:nvPr/>
          </p:nvSpPr>
          <p:spPr>
            <a:xfrm>
              <a:off x="5167326" y="346574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88BA6">
                <a:alpha val="100000"/>
              </a:srgbClr>
            </a:solidFill>
            <a:ln w="5420" cap="flat">
              <a:solidFill>
                <a:srgbClr val="388BA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50" name="pg1150"/>
            <p:cNvSpPr/>
            <p:nvPr/>
          </p:nvSpPr>
          <p:spPr>
            <a:xfrm>
              <a:off x="5178963" y="346574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888A6">
                <a:alpha val="100000"/>
              </a:srgbClr>
            </a:solidFill>
            <a:ln w="5420" cap="flat">
              <a:solidFill>
                <a:srgbClr val="3888A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51" name="pg1151"/>
            <p:cNvSpPr/>
            <p:nvPr/>
          </p:nvSpPr>
          <p:spPr>
            <a:xfrm>
              <a:off x="5190601" y="346574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86A5">
                <a:alpha val="100000"/>
              </a:srgbClr>
            </a:solidFill>
            <a:ln w="5420" cap="flat">
              <a:solidFill>
                <a:srgbClr val="3986A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52" name="pg1152"/>
            <p:cNvSpPr/>
            <p:nvPr/>
          </p:nvSpPr>
          <p:spPr>
            <a:xfrm>
              <a:off x="5202238" y="346574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83A5">
                <a:alpha val="100000"/>
              </a:srgbClr>
            </a:solidFill>
            <a:ln w="5420" cap="flat">
              <a:solidFill>
                <a:srgbClr val="3983A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53" name="pg1153"/>
            <p:cNvSpPr/>
            <p:nvPr/>
          </p:nvSpPr>
          <p:spPr>
            <a:xfrm>
              <a:off x="4957854" y="348004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3A6AA">
                <a:alpha val="100000"/>
              </a:srgbClr>
            </a:solidFill>
            <a:ln w="5420" cap="flat">
              <a:solidFill>
                <a:srgbClr val="43A6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54" name="pg1154"/>
            <p:cNvSpPr/>
            <p:nvPr/>
          </p:nvSpPr>
          <p:spPr>
            <a:xfrm>
              <a:off x="4969492" y="348004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3A7AA">
                <a:alpha val="100000"/>
              </a:srgbClr>
            </a:solidFill>
            <a:ln w="5420" cap="flat">
              <a:solidFill>
                <a:srgbClr val="43A7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55" name="pg1155"/>
            <p:cNvSpPr/>
            <p:nvPr/>
          </p:nvSpPr>
          <p:spPr>
            <a:xfrm>
              <a:off x="4981129" y="348004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4A8AA">
                <a:alpha val="100000"/>
              </a:srgbClr>
            </a:solidFill>
            <a:ln w="5420" cap="flat">
              <a:solidFill>
                <a:srgbClr val="44A8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56" name="pg1156"/>
            <p:cNvSpPr/>
            <p:nvPr/>
          </p:nvSpPr>
          <p:spPr>
            <a:xfrm>
              <a:off x="4992766" y="348004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6A9AA">
                <a:alpha val="100000"/>
              </a:srgbClr>
            </a:solidFill>
            <a:ln w="5420" cap="flat">
              <a:solidFill>
                <a:srgbClr val="46A9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57" name="pg1157"/>
            <p:cNvSpPr/>
            <p:nvPr/>
          </p:nvSpPr>
          <p:spPr>
            <a:xfrm>
              <a:off x="5004403" y="348004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7ABAA">
                <a:alpha val="100000"/>
              </a:srgbClr>
            </a:solidFill>
            <a:ln w="5420" cap="flat">
              <a:solidFill>
                <a:srgbClr val="47AB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58" name="pg1158"/>
            <p:cNvSpPr/>
            <p:nvPr/>
          </p:nvSpPr>
          <p:spPr>
            <a:xfrm>
              <a:off x="5016041" y="348004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7ABAA">
                <a:alpha val="100000"/>
              </a:srgbClr>
            </a:solidFill>
            <a:ln w="5420" cap="flat">
              <a:solidFill>
                <a:srgbClr val="47AB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59" name="pg1159"/>
            <p:cNvSpPr/>
            <p:nvPr/>
          </p:nvSpPr>
          <p:spPr>
            <a:xfrm>
              <a:off x="5027678" y="348004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7ABAA">
                <a:alpha val="100000"/>
              </a:srgbClr>
            </a:solidFill>
            <a:ln w="5420" cap="flat">
              <a:solidFill>
                <a:srgbClr val="47AB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60" name="pg1160"/>
            <p:cNvSpPr/>
            <p:nvPr/>
          </p:nvSpPr>
          <p:spPr>
            <a:xfrm>
              <a:off x="5039315" y="348004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7ABAA">
                <a:alpha val="100000"/>
              </a:srgbClr>
            </a:solidFill>
            <a:ln w="5420" cap="flat">
              <a:solidFill>
                <a:srgbClr val="47AB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61" name="pg1161"/>
            <p:cNvSpPr/>
            <p:nvPr/>
          </p:nvSpPr>
          <p:spPr>
            <a:xfrm>
              <a:off x="5050953" y="348004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4A8AA">
                <a:alpha val="100000"/>
              </a:srgbClr>
            </a:solidFill>
            <a:ln w="5420" cap="flat">
              <a:solidFill>
                <a:srgbClr val="44A8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62" name="pg1162"/>
            <p:cNvSpPr/>
            <p:nvPr/>
          </p:nvSpPr>
          <p:spPr>
            <a:xfrm>
              <a:off x="5062590" y="348004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3A6AA">
                <a:alpha val="100000"/>
              </a:srgbClr>
            </a:solidFill>
            <a:ln w="5420" cap="flat">
              <a:solidFill>
                <a:srgbClr val="43A6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63" name="pg1163"/>
            <p:cNvSpPr/>
            <p:nvPr/>
          </p:nvSpPr>
          <p:spPr>
            <a:xfrm>
              <a:off x="5074227" y="348004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0A3AA">
                <a:alpha val="100000"/>
              </a:srgbClr>
            </a:solidFill>
            <a:ln w="5420" cap="flat">
              <a:solidFill>
                <a:srgbClr val="40A3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64" name="pg1164"/>
            <p:cNvSpPr/>
            <p:nvPr/>
          </p:nvSpPr>
          <p:spPr>
            <a:xfrm>
              <a:off x="5085865" y="348004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EA1AA">
                <a:alpha val="100000"/>
              </a:srgbClr>
            </a:solidFill>
            <a:ln w="5420" cap="flat">
              <a:solidFill>
                <a:srgbClr val="3EA1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65" name="pg1165"/>
            <p:cNvSpPr/>
            <p:nvPr/>
          </p:nvSpPr>
          <p:spPr>
            <a:xfrm>
              <a:off x="5144051" y="348004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595A9">
                <a:alpha val="100000"/>
              </a:srgbClr>
            </a:solidFill>
            <a:ln w="5420" cap="flat">
              <a:solidFill>
                <a:srgbClr val="3595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66" name="pg1166"/>
            <p:cNvSpPr/>
            <p:nvPr/>
          </p:nvSpPr>
          <p:spPr>
            <a:xfrm>
              <a:off x="5155689" y="348004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692A8">
                <a:alpha val="100000"/>
              </a:srgbClr>
            </a:solidFill>
            <a:ln w="5420" cap="flat">
              <a:solidFill>
                <a:srgbClr val="3692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67" name="pg1167"/>
            <p:cNvSpPr/>
            <p:nvPr/>
          </p:nvSpPr>
          <p:spPr>
            <a:xfrm>
              <a:off x="5167326" y="348004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8EA7">
                <a:alpha val="100000"/>
              </a:srgbClr>
            </a:solidFill>
            <a:ln w="5420" cap="flat">
              <a:solidFill>
                <a:srgbClr val="378E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68" name="pg1168"/>
            <p:cNvSpPr/>
            <p:nvPr/>
          </p:nvSpPr>
          <p:spPr>
            <a:xfrm>
              <a:off x="5178963" y="348004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88BA6">
                <a:alpha val="100000"/>
              </a:srgbClr>
            </a:solidFill>
            <a:ln w="5420" cap="flat">
              <a:solidFill>
                <a:srgbClr val="388BA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69" name="pg1169"/>
            <p:cNvSpPr/>
            <p:nvPr/>
          </p:nvSpPr>
          <p:spPr>
            <a:xfrm>
              <a:off x="5190601" y="348004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889A6">
                <a:alpha val="100000"/>
              </a:srgbClr>
            </a:solidFill>
            <a:ln w="5420" cap="flat">
              <a:solidFill>
                <a:srgbClr val="3889A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70" name="pg1170"/>
            <p:cNvSpPr/>
            <p:nvPr/>
          </p:nvSpPr>
          <p:spPr>
            <a:xfrm>
              <a:off x="5202238" y="348004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86A5">
                <a:alpha val="100000"/>
              </a:srgbClr>
            </a:solidFill>
            <a:ln w="5420" cap="flat">
              <a:solidFill>
                <a:srgbClr val="3986A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71" name="pg1171"/>
            <p:cNvSpPr/>
            <p:nvPr/>
          </p:nvSpPr>
          <p:spPr>
            <a:xfrm>
              <a:off x="4946217" y="349434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3A6AA">
                <a:alpha val="100000"/>
              </a:srgbClr>
            </a:solidFill>
            <a:ln w="5420" cap="flat">
              <a:solidFill>
                <a:srgbClr val="43A6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72" name="pg1172"/>
            <p:cNvSpPr/>
            <p:nvPr/>
          </p:nvSpPr>
          <p:spPr>
            <a:xfrm>
              <a:off x="4957854" y="349434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4A7AA">
                <a:alpha val="100000"/>
              </a:srgbClr>
            </a:solidFill>
            <a:ln w="5420" cap="flat">
              <a:solidFill>
                <a:srgbClr val="44A7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73" name="pg1173"/>
            <p:cNvSpPr/>
            <p:nvPr/>
          </p:nvSpPr>
          <p:spPr>
            <a:xfrm>
              <a:off x="4969492" y="349434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5A8AA">
                <a:alpha val="100000"/>
              </a:srgbClr>
            </a:solidFill>
            <a:ln w="5420" cap="flat">
              <a:solidFill>
                <a:srgbClr val="45A8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74" name="pg1174"/>
            <p:cNvSpPr/>
            <p:nvPr/>
          </p:nvSpPr>
          <p:spPr>
            <a:xfrm>
              <a:off x="4981129" y="349434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6AAAA">
                <a:alpha val="100000"/>
              </a:srgbClr>
            </a:solidFill>
            <a:ln w="5420" cap="flat">
              <a:solidFill>
                <a:srgbClr val="46AA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75" name="pg1175"/>
            <p:cNvSpPr/>
            <p:nvPr/>
          </p:nvSpPr>
          <p:spPr>
            <a:xfrm>
              <a:off x="4992766" y="349434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8ACAA">
                <a:alpha val="100000"/>
              </a:srgbClr>
            </a:solidFill>
            <a:ln w="5420" cap="flat">
              <a:solidFill>
                <a:srgbClr val="48AC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76" name="pg1176"/>
            <p:cNvSpPr/>
            <p:nvPr/>
          </p:nvSpPr>
          <p:spPr>
            <a:xfrm>
              <a:off x="5004403" y="349434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9ADAB">
                <a:alpha val="100000"/>
              </a:srgbClr>
            </a:solidFill>
            <a:ln w="5420" cap="flat">
              <a:solidFill>
                <a:srgbClr val="49AD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77" name="pg1177"/>
            <p:cNvSpPr/>
            <p:nvPr/>
          </p:nvSpPr>
          <p:spPr>
            <a:xfrm>
              <a:off x="5016041" y="349434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AAFAB">
                <a:alpha val="100000"/>
              </a:srgbClr>
            </a:solidFill>
            <a:ln w="5420" cap="flat">
              <a:solidFill>
                <a:srgbClr val="4AAF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78" name="pg1178"/>
            <p:cNvSpPr/>
            <p:nvPr/>
          </p:nvSpPr>
          <p:spPr>
            <a:xfrm>
              <a:off x="5027678" y="349434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BAFAB">
                <a:alpha val="100000"/>
              </a:srgbClr>
            </a:solidFill>
            <a:ln w="5420" cap="flat">
              <a:solidFill>
                <a:srgbClr val="4BAF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79" name="pg1179"/>
            <p:cNvSpPr/>
            <p:nvPr/>
          </p:nvSpPr>
          <p:spPr>
            <a:xfrm>
              <a:off x="5039315" y="349434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AAFAB">
                <a:alpha val="100000"/>
              </a:srgbClr>
            </a:solidFill>
            <a:ln w="5420" cap="flat">
              <a:solidFill>
                <a:srgbClr val="4AAF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80" name="pg1180"/>
            <p:cNvSpPr/>
            <p:nvPr/>
          </p:nvSpPr>
          <p:spPr>
            <a:xfrm>
              <a:off x="5050953" y="349434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7ABAA">
                <a:alpha val="100000"/>
              </a:srgbClr>
            </a:solidFill>
            <a:ln w="5420" cap="flat">
              <a:solidFill>
                <a:srgbClr val="47AB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81" name="pg1181"/>
            <p:cNvSpPr/>
            <p:nvPr/>
          </p:nvSpPr>
          <p:spPr>
            <a:xfrm>
              <a:off x="5062590" y="349434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5A8AA">
                <a:alpha val="100000"/>
              </a:srgbClr>
            </a:solidFill>
            <a:ln w="5420" cap="flat">
              <a:solidFill>
                <a:srgbClr val="45A8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82" name="pg1182"/>
            <p:cNvSpPr/>
            <p:nvPr/>
          </p:nvSpPr>
          <p:spPr>
            <a:xfrm>
              <a:off x="5074227" y="349434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2A5AA">
                <a:alpha val="100000"/>
              </a:srgbClr>
            </a:solidFill>
            <a:ln w="5420" cap="flat">
              <a:solidFill>
                <a:srgbClr val="42A5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83" name="pg1183"/>
            <p:cNvSpPr/>
            <p:nvPr/>
          </p:nvSpPr>
          <p:spPr>
            <a:xfrm>
              <a:off x="5132414" y="349434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699A9">
                <a:alpha val="100000"/>
              </a:srgbClr>
            </a:solidFill>
            <a:ln w="5420" cap="flat">
              <a:solidFill>
                <a:srgbClr val="3699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84" name="pg1184"/>
            <p:cNvSpPr/>
            <p:nvPr/>
          </p:nvSpPr>
          <p:spPr>
            <a:xfrm>
              <a:off x="5144051" y="349434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497A9">
                <a:alpha val="100000"/>
              </a:srgbClr>
            </a:solidFill>
            <a:ln w="5420" cap="flat">
              <a:solidFill>
                <a:srgbClr val="3497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85" name="pg1185"/>
            <p:cNvSpPr/>
            <p:nvPr/>
          </p:nvSpPr>
          <p:spPr>
            <a:xfrm>
              <a:off x="5155689" y="349434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595A8">
                <a:alpha val="100000"/>
              </a:srgbClr>
            </a:solidFill>
            <a:ln w="5420" cap="flat">
              <a:solidFill>
                <a:srgbClr val="3595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86" name="pg1186"/>
            <p:cNvSpPr/>
            <p:nvPr/>
          </p:nvSpPr>
          <p:spPr>
            <a:xfrm>
              <a:off x="5167326" y="349434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690A8">
                <a:alpha val="100000"/>
              </a:srgbClr>
            </a:solidFill>
            <a:ln w="5420" cap="flat">
              <a:solidFill>
                <a:srgbClr val="3690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87" name="pg1187"/>
            <p:cNvSpPr/>
            <p:nvPr/>
          </p:nvSpPr>
          <p:spPr>
            <a:xfrm>
              <a:off x="5178963" y="349434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8DA7">
                <a:alpha val="100000"/>
              </a:srgbClr>
            </a:solidFill>
            <a:ln w="5420" cap="flat">
              <a:solidFill>
                <a:srgbClr val="378D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88" name="pg1188"/>
            <p:cNvSpPr/>
            <p:nvPr/>
          </p:nvSpPr>
          <p:spPr>
            <a:xfrm>
              <a:off x="5190601" y="349434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88BA6">
                <a:alpha val="100000"/>
              </a:srgbClr>
            </a:solidFill>
            <a:ln w="5420" cap="flat">
              <a:solidFill>
                <a:srgbClr val="388BA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89" name="pg1189"/>
            <p:cNvSpPr/>
            <p:nvPr/>
          </p:nvSpPr>
          <p:spPr>
            <a:xfrm>
              <a:off x="5202238" y="349434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889A6">
                <a:alpha val="100000"/>
              </a:srgbClr>
            </a:solidFill>
            <a:ln w="5420" cap="flat">
              <a:solidFill>
                <a:srgbClr val="3889A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90" name="pg1190"/>
            <p:cNvSpPr/>
            <p:nvPr/>
          </p:nvSpPr>
          <p:spPr>
            <a:xfrm>
              <a:off x="4922942" y="350864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3A6AA">
                <a:alpha val="100000"/>
              </a:srgbClr>
            </a:solidFill>
            <a:ln w="5420" cap="flat">
              <a:solidFill>
                <a:srgbClr val="43A6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91" name="pg1191"/>
            <p:cNvSpPr/>
            <p:nvPr/>
          </p:nvSpPr>
          <p:spPr>
            <a:xfrm>
              <a:off x="4934580" y="350864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4A7AA">
                <a:alpha val="100000"/>
              </a:srgbClr>
            </a:solidFill>
            <a:ln w="5420" cap="flat">
              <a:solidFill>
                <a:srgbClr val="44A7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92" name="pg1192"/>
            <p:cNvSpPr/>
            <p:nvPr/>
          </p:nvSpPr>
          <p:spPr>
            <a:xfrm>
              <a:off x="4946217" y="350864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5A8AA">
                <a:alpha val="100000"/>
              </a:srgbClr>
            </a:solidFill>
            <a:ln w="5420" cap="flat">
              <a:solidFill>
                <a:srgbClr val="45A8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93" name="pg1193"/>
            <p:cNvSpPr/>
            <p:nvPr/>
          </p:nvSpPr>
          <p:spPr>
            <a:xfrm>
              <a:off x="4957854" y="350864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6A9AA">
                <a:alpha val="100000"/>
              </a:srgbClr>
            </a:solidFill>
            <a:ln w="5420" cap="flat">
              <a:solidFill>
                <a:srgbClr val="46A9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94" name="pg1194"/>
            <p:cNvSpPr/>
            <p:nvPr/>
          </p:nvSpPr>
          <p:spPr>
            <a:xfrm>
              <a:off x="4969492" y="350864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7ABAA">
                <a:alpha val="100000"/>
              </a:srgbClr>
            </a:solidFill>
            <a:ln w="5420" cap="flat">
              <a:solidFill>
                <a:srgbClr val="47AB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95" name="pg1195"/>
            <p:cNvSpPr/>
            <p:nvPr/>
          </p:nvSpPr>
          <p:spPr>
            <a:xfrm>
              <a:off x="4981129" y="350864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9ADAB">
                <a:alpha val="100000"/>
              </a:srgbClr>
            </a:solidFill>
            <a:ln w="5420" cap="flat">
              <a:solidFill>
                <a:srgbClr val="49AD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96" name="pg1196"/>
            <p:cNvSpPr/>
            <p:nvPr/>
          </p:nvSpPr>
          <p:spPr>
            <a:xfrm>
              <a:off x="4992766" y="350864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BB0AB">
                <a:alpha val="100000"/>
              </a:srgbClr>
            </a:solidFill>
            <a:ln w="5420" cap="flat">
              <a:solidFill>
                <a:srgbClr val="4BB0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97" name="pg1197"/>
            <p:cNvSpPr/>
            <p:nvPr/>
          </p:nvSpPr>
          <p:spPr>
            <a:xfrm>
              <a:off x="5004403" y="350864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DB2AB">
                <a:alpha val="100000"/>
              </a:srgbClr>
            </a:solidFill>
            <a:ln w="5420" cap="flat">
              <a:solidFill>
                <a:srgbClr val="4DB2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98" name="pg1198"/>
            <p:cNvSpPr/>
            <p:nvPr/>
          </p:nvSpPr>
          <p:spPr>
            <a:xfrm>
              <a:off x="5016041" y="350864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FB4AB">
                <a:alpha val="100000"/>
              </a:srgbClr>
            </a:solidFill>
            <a:ln w="5420" cap="flat">
              <a:solidFill>
                <a:srgbClr val="4FB4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99" name="pg1199"/>
            <p:cNvSpPr/>
            <p:nvPr/>
          </p:nvSpPr>
          <p:spPr>
            <a:xfrm>
              <a:off x="5027678" y="350864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0B6AB">
                <a:alpha val="100000"/>
              </a:srgbClr>
            </a:solidFill>
            <a:ln w="5420" cap="flat">
              <a:solidFill>
                <a:srgbClr val="50B6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00" name="pg1200"/>
            <p:cNvSpPr/>
            <p:nvPr/>
          </p:nvSpPr>
          <p:spPr>
            <a:xfrm>
              <a:off x="5039315" y="350864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0B6AB">
                <a:alpha val="100000"/>
              </a:srgbClr>
            </a:solidFill>
            <a:ln w="5420" cap="flat">
              <a:solidFill>
                <a:srgbClr val="50B6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01" name="pg1201"/>
            <p:cNvSpPr/>
            <p:nvPr/>
          </p:nvSpPr>
          <p:spPr>
            <a:xfrm>
              <a:off x="5050953" y="350864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BB0AB">
                <a:alpha val="100000"/>
              </a:srgbClr>
            </a:solidFill>
            <a:ln w="5420" cap="flat">
              <a:solidFill>
                <a:srgbClr val="4BB0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02" name="pg1202"/>
            <p:cNvSpPr/>
            <p:nvPr/>
          </p:nvSpPr>
          <p:spPr>
            <a:xfrm>
              <a:off x="5120777" y="350864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9DA9">
                <a:alpha val="100000"/>
              </a:srgbClr>
            </a:solidFill>
            <a:ln w="5420" cap="flat">
              <a:solidFill>
                <a:srgbClr val="3A9D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03" name="pg1203"/>
            <p:cNvSpPr/>
            <p:nvPr/>
          </p:nvSpPr>
          <p:spPr>
            <a:xfrm>
              <a:off x="5132414" y="350864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89BA9">
                <a:alpha val="100000"/>
              </a:srgbClr>
            </a:solidFill>
            <a:ln w="5420" cap="flat">
              <a:solidFill>
                <a:srgbClr val="389B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04" name="pg1204"/>
            <p:cNvSpPr/>
            <p:nvPr/>
          </p:nvSpPr>
          <p:spPr>
            <a:xfrm>
              <a:off x="5144051" y="350864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699A9">
                <a:alpha val="100000"/>
              </a:srgbClr>
            </a:solidFill>
            <a:ln w="5420" cap="flat">
              <a:solidFill>
                <a:srgbClr val="3699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05" name="pg1205"/>
            <p:cNvSpPr/>
            <p:nvPr/>
          </p:nvSpPr>
          <p:spPr>
            <a:xfrm>
              <a:off x="5155689" y="350864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497A9">
                <a:alpha val="100000"/>
              </a:srgbClr>
            </a:solidFill>
            <a:ln w="5420" cap="flat">
              <a:solidFill>
                <a:srgbClr val="3497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06" name="pg1206"/>
            <p:cNvSpPr/>
            <p:nvPr/>
          </p:nvSpPr>
          <p:spPr>
            <a:xfrm>
              <a:off x="5167326" y="350864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593A8">
                <a:alpha val="100000"/>
              </a:srgbClr>
            </a:solidFill>
            <a:ln w="5420" cap="flat">
              <a:solidFill>
                <a:srgbClr val="3593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07" name="pg1207"/>
            <p:cNvSpPr/>
            <p:nvPr/>
          </p:nvSpPr>
          <p:spPr>
            <a:xfrm>
              <a:off x="5178963" y="350864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691A8">
                <a:alpha val="100000"/>
              </a:srgbClr>
            </a:solidFill>
            <a:ln w="5420" cap="flat">
              <a:solidFill>
                <a:srgbClr val="3691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08" name="pg1208"/>
            <p:cNvSpPr/>
            <p:nvPr/>
          </p:nvSpPr>
          <p:spPr>
            <a:xfrm>
              <a:off x="4899668" y="352294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3A6AA">
                <a:alpha val="100000"/>
              </a:srgbClr>
            </a:solidFill>
            <a:ln w="5420" cap="flat">
              <a:solidFill>
                <a:srgbClr val="43A6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09" name="pg1209"/>
            <p:cNvSpPr/>
            <p:nvPr/>
          </p:nvSpPr>
          <p:spPr>
            <a:xfrm>
              <a:off x="4911305" y="352294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3A7AA">
                <a:alpha val="100000"/>
              </a:srgbClr>
            </a:solidFill>
            <a:ln w="5420" cap="flat">
              <a:solidFill>
                <a:srgbClr val="43A7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10" name="pg1210"/>
            <p:cNvSpPr/>
            <p:nvPr/>
          </p:nvSpPr>
          <p:spPr>
            <a:xfrm>
              <a:off x="4922942" y="352294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4A7AA">
                <a:alpha val="100000"/>
              </a:srgbClr>
            </a:solidFill>
            <a:ln w="5420" cap="flat">
              <a:solidFill>
                <a:srgbClr val="44A7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11" name="pg1211"/>
            <p:cNvSpPr/>
            <p:nvPr/>
          </p:nvSpPr>
          <p:spPr>
            <a:xfrm>
              <a:off x="4934580" y="352294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5A8AA">
                <a:alpha val="100000"/>
              </a:srgbClr>
            </a:solidFill>
            <a:ln w="5420" cap="flat">
              <a:solidFill>
                <a:srgbClr val="45A8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12" name="pg1212"/>
            <p:cNvSpPr/>
            <p:nvPr/>
          </p:nvSpPr>
          <p:spPr>
            <a:xfrm>
              <a:off x="4946217" y="352294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5A9AA">
                <a:alpha val="100000"/>
              </a:srgbClr>
            </a:solidFill>
            <a:ln w="5420" cap="flat">
              <a:solidFill>
                <a:srgbClr val="45A9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13" name="pg1213"/>
            <p:cNvSpPr/>
            <p:nvPr/>
          </p:nvSpPr>
          <p:spPr>
            <a:xfrm>
              <a:off x="4957854" y="352294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6AAAA">
                <a:alpha val="100000"/>
              </a:srgbClr>
            </a:solidFill>
            <a:ln w="5420" cap="flat">
              <a:solidFill>
                <a:srgbClr val="46AA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14" name="pg1214"/>
            <p:cNvSpPr/>
            <p:nvPr/>
          </p:nvSpPr>
          <p:spPr>
            <a:xfrm>
              <a:off x="4969492" y="352294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8ACAA">
                <a:alpha val="100000"/>
              </a:srgbClr>
            </a:solidFill>
            <a:ln w="5420" cap="flat">
              <a:solidFill>
                <a:srgbClr val="48AC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15" name="pg1215"/>
            <p:cNvSpPr/>
            <p:nvPr/>
          </p:nvSpPr>
          <p:spPr>
            <a:xfrm>
              <a:off x="4981129" y="352294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9ADAB">
                <a:alpha val="100000"/>
              </a:srgbClr>
            </a:solidFill>
            <a:ln w="5420" cap="flat">
              <a:solidFill>
                <a:srgbClr val="49AD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16" name="pg1216"/>
            <p:cNvSpPr/>
            <p:nvPr/>
          </p:nvSpPr>
          <p:spPr>
            <a:xfrm>
              <a:off x="4992766" y="352294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BB0AB">
                <a:alpha val="100000"/>
              </a:srgbClr>
            </a:solidFill>
            <a:ln w="5420" cap="flat">
              <a:solidFill>
                <a:srgbClr val="4BB0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17" name="pg1217"/>
            <p:cNvSpPr/>
            <p:nvPr/>
          </p:nvSpPr>
          <p:spPr>
            <a:xfrm>
              <a:off x="5004403" y="352294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DB2AB">
                <a:alpha val="100000"/>
              </a:srgbClr>
            </a:solidFill>
            <a:ln w="5420" cap="flat">
              <a:solidFill>
                <a:srgbClr val="4DB2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18" name="pg1218"/>
            <p:cNvSpPr/>
            <p:nvPr/>
          </p:nvSpPr>
          <p:spPr>
            <a:xfrm>
              <a:off x="5016041" y="352294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FB5AB">
                <a:alpha val="100000"/>
              </a:srgbClr>
            </a:solidFill>
            <a:ln w="5420" cap="flat">
              <a:solidFill>
                <a:srgbClr val="4FB5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19" name="pg1219"/>
            <p:cNvSpPr/>
            <p:nvPr/>
          </p:nvSpPr>
          <p:spPr>
            <a:xfrm>
              <a:off x="5027678" y="352294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0B6AB">
                <a:alpha val="100000"/>
              </a:srgbClr>
            </a:solidFill>
            <a:ln w="5420" cap="flat">
              <a:solidFill>
                <a:srgbClr val="50B6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20" name="pg1220"/>
            <p:cNvSpPr/>
            <p:nvPr/>
          </p:nvSpPr>
          <p:spPr>
            <a:xfrm>
              <a:off x="5039315" y="352294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0B6AB">
                <a:alpha val="100000"/>
              </a:srgbClr>
            </a:solidFill>
            <a:ln w="5420" cap="flat">
              <a:solidFill>
                <a:srgbClr val="50B6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21" name="pg1221"/>
            <p:cNvSpPr/>
            <p:nvPr/>
          </p:nvSpPr>
          <p:spPr>
            <a:xfrm>
              <a:off x="5050953" y="352294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BAFAB">
                <a:alpha val="100000"/>
              </a:srgbClr>
            </a:solidFill>
            <a:ln w="5420" cap="flat">
              <a:solidFill>
                <a:srgbClr val="4BAF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22" name="pg1222"/>
            <p:cNvSpPr/>
            <p:nvPr/>
          </p:nvSpPr>
          <p:spPr>
            <a:xfrm>
              <a:off x="5062590" y="352294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6AAAA">
                <a:alpha val="100000"/>
              </a:srgbClr>
            </a:solidFill>
            <a:ln w="5420" cap="flat">
              <a:solidFill>
                <a:srgbClr val="46AA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23" name="pg1223"/>
            <p:cNvSpPr/>
            <p:nvPr/>
          </p:nvSpPr>
          <p:spPr>
            <a:xfrm>
              <a:off x="5074227" y="352294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2A5AA">
                <a:alpha val="100000"/>
              </a:srgbClr>
            </a:solidFill>
            <a:ln w="5420" cap="flat">
              <a:solidFill>
                <a:srgbClr val="42A5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24" name="pg1224"/>
            <p:cNvSpPr/>
            <p:nvPr/>
          </p:nvSpPr>
          <p:spPr>
            <a:xfrm>
              <a:off x="5085865" y="352294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FA2AA">
                <a:alpha val="100000"/>
              </a:srgbClr>
            </a:solidFill>
            <a:ln w="5420" cap="flat">
              <a:solidFill>
                <a:srgbClr val="3FA2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25" name="pg1225"/>
            <p:cNvSpPr/>
            <p:nvPr/>
          </p:nvSpPr>
          <p:spPr>
            <a:xfrm>
              <a:off x="5109139" y="352294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9EAA">
                <a:alpha val="100000"/>
              </a:srgbClr>
            </a:solidFill>
            <a:ln w="5420" cap="flat">
              <a:solidFill>
                <a:srgbClr val="3B9E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26" name="pg1226"/>
            <p:cNvSpPr/>
            <p:nvPr/>
          </p:nvSpPr>
          <p:spPr>
            <a:xfrm>
              <a:off x="5120777" y="352294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9CA9">
                <a:alpha val="100000"/>
              </a:srgbClr>
            </a:solidFill>
            <a:ln w="5420" cap="flat">
              <a:solidFill>
                <a:srgbClr val="3A9C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27" name="pg1227"/>
            <p:cNvSpPr/>
            <p:nvPr/>
          </p:nvSpPr>
          <p:spPr>
            <a:xfrm>
              <a:off x="5132414" y="352294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9BA9">
                <a:alpha val="100000"/>
              </a:srgbClr>
            </a:solidFill>
            <a:ln w="5420" cap="flat">
              <a:solidFill>
                <a:srgbClr val="399B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28" name="pg1228"/>
            <p:cNvSpPr/>
            <p:nvPr/>
          </p:nvSpPr>
          <p:spPr>
            <a:xfrm>
              <a:off x="5144051" y="352294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9AA9">
                <a:alpha val="100000"/>
              </a:srgbClr>
            </a:solidFill>
            <a:ln w="5420" cap="flat">
              <a:solidFill>
                <a:srgbClr val="379A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29" name="pg1229"/>
            <p:cNvSpPr/>
            <p:nvPr/>
          </p:nvSpPr>
          <p:spPr>
            <a:xfrm>
              <a:off x="5155689" y="352294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598A9">
                <a:alpha val="100000"/>
              </a:srgbClr>
            </a:solidFill>
            <a:ln w="5420" cap="flat">
              <a:solidFill>
                <a:srgbClr val="3598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30" name="pg1230"/>
            <p:cNvSpPr/>
            <p:nvPr/>
          </p:nvSpPr>
          <p:spPr>
            <a:xfrm>
              <a:off x="5167326" y="352294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594A8">
                <a:alpha val="100000"/>
              </a:srgbClr>
            </a:solidFill>
            <a:ln w="5420" cap="flat">
              <a:solidFill>
                <a:srgbClr val="3594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31" name="pg1231"/>
            <p:cNvSpPr/>
            <p:nvPr/>
          </p:nvSpPr>
          <p:spPr>
            <a:xfrm>
              <a:off x="5178963" y="352294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693A8">
                <a:alpha val="100000"/>
              </a:srgbClr>
            </a:solidFill>
            <a:ln w="5420" cap="flat">
              <a:solidFill>
                <a:srgbClr val="3693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32" name="pg1232"/>
            <p:cNvSpPr/>
            <p:nvPr/>
          </p:nvSpPr>
          <p:spPr>
            <a:xfrm>
              <a:off x="4899668" y="353724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5A8AA">
                <a:alpha val="100000"/>
              </a:srgbClr>
            </a:solidFill>
            <a:ln w="5420" cap="flat">
              <a:solidFill>
                <a:srgbClr val="45A8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33" name="pg1233"/>
            <p:cNvSpPr/>
            <p:nvPr/>
          </p:nvSpPr>
          <p:spPr>
            <a:xfrm>
              <a:off x="4911305" y="353724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5A8AA">
                <a:alpha val="100000"/>
              </a:srgbClr>
            </a:solidFill>
            <a:ln w="5420" cap="flat">
              <a:solidFill>
                <a:srgbClr val="45A8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34" name="pg1234"/>
            <p:cNvSpPr/>
            <p:nvPr/>
          </p:nvSpPr>
          <p:spPr>
            <a:xfrm>
              <a:off x="4922942" y="353724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5A9AA">
                <a:alpha val="100000"/>
              </a:srgbClr>
            </a:solidFill>
            <a:ln w="5420" cap="flat">
              <a:solidFill>
                <a:srgbClr val="45A9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35" name="pg1235"/>
            <p:cNvSpPr/>
            <p:nvPr/>
          </p:nvSpPr>
          <p:spPr>
            <a:xfrm>
              <a:off x="4934580" y="353724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6A9AA">
                <a:alpha val="100000"/>
              </a:srgbClr>
            </a:solidFill>
            <a:ln w="5420" cap="flat">
              <a:solidFill>
                <a:srgbClr val="46A9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36" name="pg1236"/>
            <p:cNvSpPr/>
            <p:nvPr/>
          </p:nvSpPr>
          <p:spPr>
            <a:xfrm>
              <a:off x="4946217" y="353724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6AAAA">
                <a:alpha val="100000"/>
              </a:srgbClr>
            </a:solidFill>
            <a:ln w="5420" cap="flat">
              <a:solidFill>
                <a:srgbClr val="46AA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37" name="pg1237"/>
            <p:cNvSpPr/>
            <p:nvPr/>
          </p:nvSpPr>
          <p:spPr>
            <a:xfrm>
              <a:off x="4957854" y="353724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7AAAA">
                <a:alpha val="100000"/>
              </a:srgbClr>
            </a:solidFill>
            <a:ln w="5420" cap="flat">
              <a:solidFill>
                <a:srgbClr val="47AA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38" name="pg1238"/>
            <p:cNvSpPr/>
            <p:nvPr/>
          </p:nvSpPr>
          <p:spPr>
            <a:xfrm>
              <a:off x="4969492" y="353724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8ABAA">
                <a:alpha val="100000"/>
              </a:srgbClr>
            </a:solidFill>
            <a:ln w="5420" cap="flat">
              <a:solidFill>
                <a:srgbClr val="48AB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39" name="pg1239"/>
            <p:cNvSpPr/>
            <p:nvPr/>
          </p:nvSpPr>
          <p:spPr>
            <a:xfrm>
              <a:off x="4981129" y="353724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9ADAB">
                <a:alpha val="100000"/>
              </a:srgbClr>
            </a:solidFill>
            <a:ln w="5420" cap="flat">
              <a:solidFill>
                <a:srgbClr val="49AD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40" name="pg1240"/>
            <p:cNvSpPr/>
            <p:nvPr/>
          </p:nvSpPr>
          <p:spPr>
            <a:xfrm>
              <a:off x="4992766" y="353724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AAFAB">
                <a:alpha val="100000"/>
              </a:srgbClr>
            </a:solidFill>
            <a:ln w="5420" cap="flat">
              <a:solidFill>
                <a:srgbClr val="4AAF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41" name="pg1241"/>
            <p:cNvSpPr/>
            <p:nvPr/>
          </p:nvSpPr>
          <p:spPr>
            <a:xfrm>
              <a:off x="5004403" y="353724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CB1AB">
                <a:alpha val="100000"/>
              </a:srgbClr>
            </a:solidFill>
            <a:ln w="5420" cap="flat">
              <a:solidFill>
                <a:srgbClr val="4CB1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42" name="pg1242"/>
            <p:cNvSpPr/>
            <p:nvPr/>
          </p:nvSpPr>
          <p:spPr>
            <a:xfrm>
              <a:off x="5016041" y="353724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DB2AB">
                <a:alpha val="100000"/>
              </a:srgbClr>
            </a:solidFill>
            <a:ln w="5420" cap="flat">
              <a:solidFill>
                <a:srgbClr val="4DB2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43" name="pg1243"/>
            <p:cNvSpPr/>
            <p:nvPr/>
          </p:nvSpPr>
          <p:spPr>
            <a:xfrm>
              <a:off x="5027678" y="353724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EB4AB">
                <a:alpha val="100000"/>
              </a:srgbClr>
            </a:solidFill>
            <a:ln w="5420" cap="flat">
              <a:solidFill>
                <a:srgbClr val="4EB4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44" name="pg1244"/>
            <p:cNvSpPr/>
            <p:nvPr/>
          </p:nvSpPr>
          <p:spPr>
            <a:xfrm>
              <a:off x="5039315" y="353724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EB3AB">
                <a:alpha val="100000"/>
              </a:srgbClr>
            </a:solidFill>
            <a:ln w="5420" cap="flat">
              <a:solidFill>
                <a:srgbClr val="4EB3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45" name="pg1245"/>
            <p:cNvSpPr/>
            <p:nvPr/>
          </p:nvSpPr>
          <p:spPr>
            <a:xfrm>
              <a:off x="5050953" y="353724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8ACAA">
                <a:alpha val="100000"/>
              </a:srgbClr>
            </a:solidFill>
            <a:ln w="5420" cap="flat">
              <a:solidFill>
                <a:srgbClr val="48AC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46" name="pg1246"/>
            <p:cNvSpPr/>
            <p:nvPr/>
          </p:nvSpPr>
          <p:spPr>
            <a:xfrm>
              <a:off x="5062590" y="353724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3A6AA">
                <a:alpha val="100000"/>
              </a:srgbClr>
            </a:solidFill>
            <a:ln w="5420" cap="flat">
              <a:solidFill>
                <a:srgbClr val="43A6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47" name="pg1247"/>
            <p:cNvSpPr/>
            <p:nvPr/>
          </p:nvSpPr>
          <p:spPr>
            <a:xfrm>
              <a:off x="5074227" y="353724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FA2AA">
                <a:alpha val="100000"/>
              </a:srgbClr>
            </a:solidFill>
            <a:ln w="5420" cap="flat">
              <a:solidFill>
                <a:srgbClr val="3FA2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48" name="pg1248"/>
            <p:cNvSpPr/>
            <p:nvPr/>
          </p:nvSpPr>
          <p:spPr>
            <a:xfrm>
              <a:off x="5085865" y="353724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9FAA">
                <a:alpha val="100000"/>
              </a:srgbClr>
            </a:solidFill>
            <a:ln w="5420" cap="flat">
              <a:solidFill>
                <a:srgbClr val="3C9F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49" name="pg1249"/>
            <p:cNvSpPr/>
            <p:nvPr/>
          </p:nvSpPr>
          <p:spPr>
            <a:xfrm>
              <a:off x="5097502" y="353724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9EAA">
                <a:alpha val="100000"/>
              </a:srgbClr>
            </a:solidFill>
            <a:ln w="5420" cap="flat">
              <a:solidFill>
                <a:srgbClr val="3B9E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50" name="pg1250"/>
            <p:cNvSpPr/>
            <p:nvPr/>
          </p:nvSpPr>
          <p:spPr>
            <a:xfrm>
              <a:off x="5109139" y="353724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9DA9">
                <a:alpha val="100000"/>
              </a:srgbClr>
            </a:solidFill>
            <a:ln w="5420" cap="flat">
              <a:solidFill>
                <a:srgbClr val="3A9D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51" name="pg1251"/>
            <p:cNvSpPr/>
            <p:nvPr/>
          </p:nvSpPr>
          <p:spPr>
            <a:xfrm>
              <a:off x="5120777" y="353724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9CA9">
                <a:alpha val="100000"/>
              </a:srgbClr>
            </a:solidFill>
            <a:ln w="5420" cap="flat">
              <a:solidFill>
                <a:srgbClr val="399C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52" name="pg1252"/>
            <p:cNvSpPr/>
            <p:nvPr/>
          </p:nvSpPr>
          <p:spPr>
            <a:xfrm>
              <a:off x="5132414" y="353724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9BA9">
                <a:alpha val="100000"/>
              </a:srgbClr>
            </a:solidFill>
            <a:ln w="5420" cap="flat">
              <a:solidFill>
                <a:srgbClr val="399B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53" name="pg1253"/>
            <p:cNvSpPr/>
            <p:nvPr/>
          </p:nvSpPr>
          <p:spPr>
            <a:xfrm>
              <a:off x="5144051" y="353724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9AA9">
                <a:alpha val="100000"/>
              </a:srgbClr>
            </a:solidFill>
            <a:ln w="5420" cap="flat">
              <a:solidFill>
                <a:srgbClr val="379A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54" name="pg1254"/>
            <p:cNvSpPr/>
            <p:nvPr/>
          </p:nvSpPr>
          <p:spPr>
            <a:xfrm>
              <a:off x="5155689" y="353724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699A9">
                <a:alpha val="100000"/>
              </a:srgbClr>
            </a:solidFill>
            <a:ln w="5420" cap="flat">
              <a:solidFill>
                <a:srgbClr val="3699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55" name="pg1255"/>
            <p:cNvSpPr/>
            <p:nvPr/>
          </p:nvSpPr>
          <p:spPr>
            <a:xfrm>
              <a:off x="5167326" y="353724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496A9">
                <a:alpha val="100000"/>
              </a:srgbClr>
            </a:solidFill>
            <a:ln w="5420" cap="flat">
              <a:solidFill>
                <a:srgbClr val="3496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56" name="pg1256"/>
            <p:cNvSpPr/>
            <p:nvPr/>
          </p:nvSpPr>
          <p:spPr>
            <a:xfrm>
              <a:off x="4899668" y="355154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7AAAA">
                <a:alpha val="100000"/>
              </a:srgbClr>
            </a:solidFill>
            <a:ln w="5420" cap="flat">
              <a:solidFill>
                <a:srgbClr val="47AA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57" name="pg1257"/>
            <p:cNvSpPr/>
            <p:nvPr/>
          </p:nvSpPr>
          <p:spPr>
            <a:xfrm>
              <a:off x="4911305" y="355154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7AAAA">
                <a:alpha val="100000"/>
              </a:srgbClr>
            </a:solidFill>
            <a:ln w="5420" cap="flat">
              <a:solidFill>
                <a:srgbClr val="47AA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58" name="pg1258"/>
            <p:cNvSpPr/>
            <p:nvPr/>
          </p:nvSpPr>
          <p:spPr>
            <a:xfrm>
              <a:off x="4922942" y="355154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7ABAA">
                <a:alpha val="100000"/>
              </a:srgbClr>
            </a:solidFill>
            <a:ln w="5420" cap="flat">
              <a:solidFill>
                <a:srgbClr val="47AB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59" name="pg1259"/>
            <p:cNvSpPr/>
            <p:nvPr/>
          </p:nvSpPr>
          <p:spPr>
            <a:xfrm>
              <a:off x="4934580" y="355154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7AAAA">
                <a:alpha val="100000"/>
              </a:srgbClr>
            </a:solidFill>
            <a:ln w="5420" cap="flat">
              <a:solidFill>
                <a:srgbClr val="47AA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60" name="pg1260"/>
            <p:cNvSpPr/>
            <p:nvPr/>
          </p:nvSpPr>
          <p:spPr>
            <a:xfrm>
              <a:off x="4946217" y="355154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7ABAA">
                <a:alpha val="100000"/>
              </a:srgbClr>
            </a:solidFill>
            <a:ln w="5420" cap="flat">
              <a:solidFill>
                <a:srgbClr val="47AB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61" name="pg1261"/>
            <p:cNvSpPr/>
            <p:nvPr/>
          </p:nvSpPr>
          <p:spPr>
            <a:xfrm>
              <a:off x="4957854" y="355154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7ABAA">
                <a:alpha val="100000"/>
              </a:srgbClr>
            </a:solidFill>
            <a:ln w="5420" cap="flat">
              <a:solidFill>
                <a:srgbClr val="47AB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62" name="pg1262"/>
            <p:cNvSpPr/>
            <p:nvPr/>
          </p:nvSpPr>
          <p:spPr>
            <a:xfrm>
              <a:off x="4969492" y="355154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7ABAA">
                <a:alpha val="100000"/>
              </a:srgbClr>
            </a:solidFill>
            <a:ln w="5420" cap="flat">
              <a:solidFill>
                <a:srgbClr val="47AB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63" name="pg1263"/>
            <p:cNvSpPr/>
            <p:nvPr/>
          </p:nvSpPr>
          <p:spPr>
            <a:xfrm>
              <a:off x="4981129" y="355154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8ACAA">
                <a:alpha val="100000"/>
              </a:srgbClr>
            </a:solidFill>
            <a:ln w="5420" cap="flat">
              <a:solidFill>
                <a:srgbClr val="48AC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64" name="pg1264"/>
            <p:cNvSpPr/>
            <p:nvPr/>
          </p:nvSpPr>
          <p:spPr>
            <a:xfrm>
              <a:off x="4992766" y="355154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9ADAB">
                <a:alpha val="100000"/>
              </a:srgbClr>
            </a:solidFill>
            <a:ln w="5420" cap="flat">
              <a:solidFill>
                <a:srgbClr val="49AD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65" name="pg1265"/>
            <p:cNvSpPr/>
            <p:nvPr/>
          </p:nvSpPr>
          <p:spPr>
            <a:xfrm>
              <a:off x="5004403" y="355154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AAEAB">
                <a:alpha val="100000"/>
              </a:srgbClr>
            </a:solidFill>
            <a:ln w="5420" cap="flat">
              <a:solidFill>
                <a:srgbClr val="4AAE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66" name="pg1266"/>
            <p:cNvSpPr/>
            <p:nvPr/>
          </p:nvSpPr>
          <p:spPr>
            <a:xfrm>
              <a:off x="5016041" y="355154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BAFAB">
                <a:alpha val="100000"/>
              </a:srgbClr>
            </a:solidFill>
            <a:ln w="5420" cap="flat">
              <a:solidFill>
                <a:srgbClr val="4BAF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67" name="pg1267"/>
            <p:cNvSpPr/>
            <p:nvPr/>
          </p:nvSpPr>
          <p:spPr>
            <a:xfrm>
              <a:off x="5027678" y="355154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AAFAB">
                <a:alpha val="100000"/>
              </a:srgbClr>
            </a:solidFill>
            <a:ln w="5420" cap="flat">
              <a:solidFill>
                <a:srgbClr val="4AAF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68" name="pg1268"/>
            <p:cNvSpPr/>
            <p:nvPr/>
          </p:nvSpPr>
          <p:spPr>
            <a:xfrm>
              <a:off x="5039315" y="355154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9AEAB">
                <a:alpha val="100000"/>
              </a:srgbClr>
            </a:solidFill>
            <a:ln w="5420" cap="flat">
              <a:solidFill>
                <a:srgbClr val="49AE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69" name="pg1269"/>
            <p:cNvSpPr/>
            <p:nvPr/>
          </p:nvSpPr>
          <p:spPr>
            <a:xfrm>
              <a:off x="5050953" y="355154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3A7AA">
                <a:alpha val="100000"/>
              </a:srgbClr>
            </a:solidFill>
            <a:ln w="5420" cap="flat">
              <a:solidFill>
                <a:srgbClr val="43A7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70" name="pg1270"/>
            <p:cNvSpPr/>
            <p:nvPr/>
          </p:nvSpPr>
          <p:spPr>
            <a:xfrm>
              <a:off x="5062590" y="355154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FA2AA">
                <a:alpha val="100000"/>
              </a:srgbClr>
            </a:solidFill>
            <a:ln w="5420" cap="flat">
              <a:solidFill>
                <a:srgbClr val="3FA2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71" name="pg1271"/>
            <p:cNvSpPr/>
            <p:nvPr/>
          </p:nvSpPr>
          <p:spPr>
            <a:xfrm>
              <a:off x="5074227" y="355154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9EAA">
                <a:alpha val="100000"/>
              </a:srgbClr>
            </a:solidFill>
            <a:ln w="5420" cap="flat">
              <a:solidFill>
                <a:srgbClr val="3C9E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72" name="pg1272"/>
            <p:cNvSpPr/>
            <p:nvPr/>
          </p:nvSpPr>
          <p:spPr>
            <a:xfrm>
              <a:off x="5085865" y="355154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9CA9">
                <a:alpha val="100000"/>
              </a:srgbClr>
            </a:solidFill>
            <a:ln w="5420" cap="flat">
              <a:solidFill>
                <a:srgbClr val="3A9C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73" name="pg1273"/>
            <p:cNvSpPr/>
            <p:nvPr/>
          </p:nvSpPr>
          <p:spPr>
            <a:xfrm>
              <a:off x="5097502" y="355154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9CA9">
                <a:alpha val="100000"/>
              </a:srgbClr>
            </a:solidFill>
            <a:ln w="5420" cap="flat">
              <a:solidFill>
                <a:srgbClr val="399C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74" name="pg1274"/>
            <p:cNvSpPr/>
            <p:nvPr/>
          </p:nvSpPr>
          <p:spPr>
            <a:xfrm>
              <a:off x="5109139" y="355154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9CA9">
                <a:alpha val="100000"/>
              </a:srgbClr>
            </a:solidFill>
            <a:ln w="5420" cap="flat">
              <a:solidFill>
                <a:srgbClr val="399C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75" name="pg1275"/>
            <p:cNvSpPr/>
            <p:nvPr/>
          </p:nvSpPr>
          <p:spPr>
            <a:xfrm>
              <a:off x="5120777" y="355154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9CA9">
                <a:alpha val="100000"/>
              </a:srgbClr>
            </a:solidFill>
            <a:ln w="5420" cap="flat">
              <a:solidFill>
                <a:srgbClr val="399C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76" name="pg1276"/>
            <p:cNvSpPr/>
            <p:nvPr/>
          </p:nvSpPr>
          <p:spPr>
            <a:xfrm>
              <a:off x="5132414" y="355154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89BA9">
                <a:alpha val="100000"/>
              </a:srgbClr>
            </a:solidFill>
            <a:ln w="5420" cap="flat">
              <a:solidFill>
                <a:srgbClr val="389B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77" name="pg1277"/>
            <p:cNvSpPr/>
            <p:nvPr/>
          </p:nvSpPr>
          <p:spPr>
            <a:xfrm>
              <a:off x="5144051" y="355154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9AA9">
                <a:alpha val="100000"/>
              </a:srgbClr>
            </a:solidFill>
            <a:ln w="5420" cap="flat">
              <a:solidFill>
                <a:srgbClr val="379A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78" name="pg1278"/>
            <p:cNvSpPr/>
            <p:nvPr/>
          </p:nvSpPr>
          <p:spPr>
            <a:xfrm>
              <a:off x="5155689" y="355154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699A9">
                <a:alpha val="100000"/>
              </a:srgbClr>
            </a:solidFill>
            <a:ln w="5420" cap="flat">
              <a:solidFill>
                <a:srgbClr val="3699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79" name="pg1279"/>
            <p:cNvSpPr/>
            <p:nvPr/>
          </p:nvSpPr>
          <p:spPr>
            <a:xfrm>
              <a:off x="4864756" y="356584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8ACAA">
                <a:alpha val="100000"/>
              </a:srgbClr>
            </a:solidFill>
            <a:ln w="5420" cap="flat">
              <a:solidFill>
                <a:srgbClr val="48AC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80" name="pg1280"/>
            <p:cNvSpPr/>
            <p:nvPr/>
          </p:nvSpPr>
          <p:spPr>
            <a:xfrm>
              <a:off x="4876393" y="356584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8ADAB">
                <a:alpha val="100000"/>
              </a:srgbClr>
            </a:solidFill>
            <a:ln w="5420" cap="flat">
              <a:solidFill>
                <a:srgbClr val="48AD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81" name="pg1281"/>
            <p:cNvSpPr/>
            <p:nvPr/>
          </p:nvSpPr>
          <p:spPr>
            <a:xfrm>
              <a:off x="4899668" y="356584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9ADAB">
                <a:alpha val="100000"/>
              </a:srgbClr>
            </a:solidFill>
            <a:ln w="5420" cap="flat">
              <a:solidFill>
                <a:srgbClr val="49AD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82" name="pg1282"/>
            <p:cNvSpPr/>
            <p:nvPr/>
          </p:nvSpPr>
          <p:spPr>
            <a:xfrm>
              <a:off x="4911305" y="356584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9ADAB">
                <a:alpha val="100000"/>
              </a:srgbClr>
            </a:solidFill>
            <a:ln w="5420" cap="flat">
              <a:solidFill>
                <a:srgbClr val="49AD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83" name="pg1283"/>
            <p:cNvSpPr/>
            <p:nvPr/>
          </p:nvSpPr>
          <p:spPr>
            <a:xfrm>
              <a:off x="4922942" y="356584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9ADAB">
                <a:alpha val="100000"/>
              </a:srgbClr>
            </a:solidFill>
            <a:ln w="5420" cap="flat">
              <a:solidFill>
                <a:srgbClr val="49AD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84" name="pg1284"/>
            <p:cNvSpPr/>
            <p:nvPr/>
          </p:nvSpPr>
          <p:spPr>
            <a:xfrm>
              <a:off x="4934580" y="356584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8ACAA">
                <a:alpha val="100000"/>
              </a:srgbClr>
            </a:solidFill>
            <a:ln w="5420" cap="flat">
              <a:solidFill>
                <a:srgbClr val="48AC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85" name="pg1285"/>
            <p:cNvSpPr/>
            <p:nvPr/>
          </p:nvSpPr>
          <p:spPr>
            <a:xfrm>
              <a:off x="4946217" y="356584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8ACAA">
                <a:alpha val="100000"/>
              </a:srgbClr>
            </a:solidFill>
            <a:ln w="5420" cap="flat">
              <a:solidFill>
                <a:srgbClr val="48AC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86" name="pg1286"/>
            <p:cNvSpPr/>
            <p:nvPr/>
          </p:nvSpPr>
          <p:spPr>
            <a:xfrm>
              <a:off x="4957854" y="356584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8ABAA">
                <a:alpha val="100000"/>
              </a:srgbClr>
            </a:solidFill>
            <a:ln w="5420" cap="flat">
              <a:solidFill>
                <a:srgbClr val="48AB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87" name="pg1287"/>
            <p:cNvSpPr/>
            <p:nvPr/>
          </p:nvSpPr>
          <p:spPr>
            <a:xfrm>
              <a:off x="4969492" y="356584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7ABAA">
                <a:alpha val="100000"/>
              </a:srgbClr>
            </a:solidFill>
            <a:ln w="5420" cap="flat">
              <a:solidFill>
                <a:srgbClr val="47AB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88" name="pg1288"/>
            <p:cNvSpPr/>
            <p:nvPr/>
          </p:nvSpPr>
          <p:spPr>
            <a:xfrm>
              <a:off x="4981129" y="356584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7ABAA">
                <a:alpha val="100000"/>
              </a:srgbClr>
            </a:solidFill>
            <a:ln w="5420" cap="flat">
              <a:solidFill>
                <a:srgbClr val="47AB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89" name="pg1289"/>
            <p:cNvSpPr/>
            <p:nvPr/>
          </p:nvSpPr>
          <p:spPr>
            <a:xfrm>
              <a:off x="5016041" y="356584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7ABAA">
                <a:alpha val="100000"/>
              </a:srgbClr>
            </a:solidFill>
            <a:ln w="5420" cap="flat">
              <a:solidFill>
                <a:srgbClr val="47AB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90" name="pg1290"/>
            <p:cNvSpPr/>
            <p:nvPr/>
          </p:nvSpPr>
          <p:spPr>
            <a:xfrm>
              <a:off x="5027678" y="356584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7ABAA">
                <a:alpha val="100000"/>
              </a:srgbClr>
            </a:solidFill>
            <a:ln w="5420" cap="flat">
              <a:solidFill>
                <a:srgbClr val="47AB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91" name="pg1291"/>
            <p:cNvSpPr/>
            <p:nvPr/>
          </p:nvSpPr>
          <p:spPr>
            <a:xfrm>
              <a:off x="5039315" y="356584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5A9AA">
                <a:alpha val="100000"/>
              </a:srgbClr>
            </a:solidFill>
            <a:ln w="5420" cap="flat">
              <a:solidFill>
                <a:srgbClr val="45A9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92" name="pg1292"/>
            <p:cNvSpPr/>
            <p:nvPr/>
          </p:nvSpPr>
          <p:spPr>
            <a:xfrm>
              <a:off x="5050953" y="356584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0A3AA">
                <a:alpha val="100000"/>
              </a:srgbClr>
            </a:solidFill>
            <a:ln w="5420" cap="flat">
              <a:solidFill>
                <a:srgbClr val="40A3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93" name="pg1293"/>
            <p:cNvSpPr/>
            <p:nvPr/>
          </p:nvSpPr>
          <p:spPr>
            <a:xfrm>
              <a:off x="5062590" y="356584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9FAA">
                <a:alpha val="100000"/>
              </a:srgbClr>
            </a:solidFill>
            <a:ln w="5420" cap="flat">
              <a:solidFill>
                <a:srgbClr val="3C9F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94" name="pg1294"/>
            <p:cNvSpPr/>
            <p:nvPr/>
          </p:nvSpPr>
          <p:spPr>
            <a:xfrm>
              <a:off x="5074227" y="356584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9CA9">
                <a:alpha val="100000"/>
              </a:srgbClr>
            </a:solidFill>
            <a:ln w="5420" cap="flat">
              <a:solidFill>
                <a:srgbClr val="3A9C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95" name="pg1295"/>
            <p:cNvSpPr/>
            <p:nvPr/>
          </p:nvSpPr>
          <p:spPr>
            <a:xfrm>
              <a:off x="5085865" y="356584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9BA9">
                <a:alpha val="100000"/>
              </a:srgbClr>
            </a:solidFill>
            <a:ln w="5420" cap="flat">
              <a:solidFill>
                <a:srgbClr val="399B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96" name="pg1296"/>
            <p:cNvSpPr/>
            <p:nvPr/>
          </p:nvSpPr>
          <p:spPr>
            <a:xfrm>
              <a:off x="5097502" y="356584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89BA9">
                <a:alpha val="100000"/>
              </a:srgbClr>
            </a:solidFill>
            <a:ln w="5420" cap="flat">
              <a:solidFill>
                <a:srgbClr val="389B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97" name="pg1297"/>
            <p:cNvSpPr/>
            <p:nvPr/>
          </p:nvSpPr>
          <p:spPr>
            <a:xfrm>
              <a:off x="5109139" y="356584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9BA9">
                <a:alpha val="100000"/>
              </a:srgbClr>
            </a:solidFill>
            <a:ln w="5420" cap="flat">
              <a:solidFill>
                <a:srgbClr val="399B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98" name="pg1298"/>
            <p:cNvSpPr/>
            <p:nvPr/>
          </p:nvSpPr>
          <p:spPr>
            <a:xfrm>
              <a:off x="5120777" y="356584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9BA9">
                <a:alpha val="100000"/>
              </a:srgbClr>
            </a:solidFill>
            <a:ln w="5420" cap="flat">
              <a:solidFill>
                <a:srgbClr val="399B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99" name="pg1299"/>
            <p:cNvSpPr/>
            <p:nvPr/>
          </p:nvSpPr>
          <p:spPr>
            <a:xfrm>
              <a:off x="5132414" y="356584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89BA9">
                <a:alpha val="100000"/>
              </a:srgbClr>
            </a:solidFill>
            <a:ln w="5420" cap="flat">
              <a:solidFill>
                <a:srgbClr val="389B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00" name="pg1300"/>
            <p:cNvSpPr/>
            <p:nvPr/>
          </p:nvSpPr>
          <p:spPr>
            <a:xfrm>
              <a:off x="5144051" y="356584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9AA9">
                <a:alpha val="100000"/>
              </a:srgbClr>
            </a:solidFill>
            <a:ln w="5420" cap="flat">
              <a:solidFill>
                <a:srgbClr val="379A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01" name="pg1301"/>
            <p:cNvSpPr/>
            <p:nvPr/>
          </p:nvSpPr>
          <p:spPr>
            <a:xfrm>
              <a:off x="4853118" y="358014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9AEAB">
                <a:alpha val="100000"/>
              </a:srgbClr>
            </a:solidFill>
            <a:ln w="5420" cap="flat">
              <a:solidFill>
                <a:srgbClr val="49AE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02" name="pg1302"/>
            <p:cNvSpPr/>
            <p:nvPr/>
          </p:nvSpPr>
          <p:spPr>
            <a:xfrm>
              <a:off x="4864756" y="358014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AAFAB">
                <a:alpha val="100000"/>
              </a:srgbClr>
            </a:solidFill>
            <a:ln w="5420" cap="flat">
              <a:solidFill>
                <a:srgbClr val="4AAF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03" name="pg1303"/>
            <p:cNvSpPr/>
            <p:nvPr/>
          </p:nvSpPr>
          <p:spPr>
            <a:xfrm>
              <a:off x="4876393" y="358014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BAFAB">
                <a:alpha val="100000"/>
              </a:srgbClr>
            </a:solidFill>
            <a:ln w="5420" cap="flat">
              <a:solidFill>
                <a:srgbClr val="4BAF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04" name="pg1304"/>
            <p:cNvSpPr/>
            <p:nvPr/>
          </p:nvSpPr>
          <p:spPr>
            <a:xfrm>
              <a:off x="4888030" y="358014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BB0AB">
                <a:alpha val="100000"/>
              </a:srgbClr>
            </a:solidFill>
            <a:ln w="5420" cap="flat">
              <a:solidFill>
                <a:srgbClr val="4BB0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05" name="pg1305"/>
            <p:cNvSpPr/>
            <p:nvPr/>
          </p:nvSpPr>
          <p:spPr>
            <a:xfrm>
              <a:off x="4899668" y="358014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BB0AB">
                <a:alpha val="100000"/>
              </a:srgbClr>
            </a:solidFill>
            <a:ln w="5420" cap="flat">
              <a:solidFill>
                <a:srgbClr val="4BB0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06" name="pg1306"/>
            <p:cNvSpPr/>
            <p:nvPr/>
          </p:nvSpPr>
          <p:spPr>
            <a:xfrm>
              <a:off x="4911305" y="358014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BB0AB">
                <a:alpha val="100000"/>
              </a:srgbClr>
            </a:solidFill>
            <a:ln w="5420" cap="flat">
              <a:solidFill>
                <a:srgbClr val="4BB0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07" name="pg1307"/>
            <p:cNvSpPr/>
            <p:nvPr/>
          </p:nvSpPr>
          <p:spPr>
            <a:xfrm>
              <a:off x="4922942" y="358014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BAFAB">
                <a:alpha val="100000"/>
              </a:srgbClr>
            </a:solidFill>
            <a:ln w="5420" cap="flat">
              <a:solidFill>
                <a:srgbClr val="4BAF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08" name="pg1308"/>
            <p:cNvSpPr/>
            <p:nvPr/>
          </p:nvSpPr>
          <p:spPr>
            <a:xfrm>
              <a:off x="4934580" y="358014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AAEAB">
                <a:alpha val="100000"/>
              </a:srgbClr>
            </a:solidFill>
            <a:ln w="5420" cap="flat">
              <a:solidFill>
                <a:srgbClr val="4AAE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09" name="pg1309"/>
            <p:cNvSpPr/>
            <p:nvPr/>
          </p:nvSpPr>
          <p:spPr>
            <a:xfrm>
              <a:off x="4946217" y="358014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9AEAB">
                <a:alpha val="100000"/>
              </a:srgbClr>
            </a:solidFill>
            <a:ln w="5420" cap="flat">
              <a:solidFill>
                <a:srgbClr val="49AE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10" name="pg1310"/>
            <p:cNvSpPr/>
            <p:nvPr/>
          </p:nvSpPr>
          <p:spPr>
            <a:xfrm>
              <a:off x="4957854" y="358014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9ADAB">
                <a:alpha val="100000"/>
              </a:srgbClr>
            </a:solidFill>
            <a:ln w="5420" cap="flat">
              <a:solidFill>
                <a:srgbClr val="49AD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11" name="pg1311"/>
            <p:cNvSpPr/>
            <p:nvPr/>
          </p:nvSpPr>
          <p:spPr>
            <a:xfrm>
              <a:off x="4969492" y="358014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8ACAA">
                <a:alpha val="100000"/>
              </a:srgbClr>
            </a:solidFill>
            <a:ln w="5420" cap="flat">
              <a:solidFill>
                <a:srgbClr val="48AC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12" name="pg1312"/>
            <p:cNvSpPr/>
            <p:nvPr/>
          </p:nvSpPr>
          <p:spPr>
            <a:xfrm>
              <a:off x="4981129" y="358014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7ABAA">
                <a:alpha val="100000"/>
              </a:srgbClr>
            </a:solidFill>
            <a:ln w="5420" cap="flat">
              <a:solidFill>
                <a:srgbClr val="47AB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13" name="pg1313"/>
            <p:cNvSpPr/>
            <p:nvPr/>
          </p:nvSpPr>
          <p:spPr>
            <a:xfrm>
              <a:off x="5027678" y="358014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4A8AA">
                <a:alpha val="100000"/>
              </a:srgbClr>
            </a:solidFill>
            <a:ln w="5420" cap="flat">
              <a:solidFill>
                <a:srgbClr val="44A8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14" name="pg1314"/>
            <p:cNvSpPr/>
            <p:nvPr/>
          </p:nvSpPr>
          <p:spPr>
            <a:xfrm>
              <a:off x="5039315" y="358014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3A6AA">
                <a:alpha val="100000"/>
              </a:srgbClr>
            </a:solidFill>
            <a:ln w="5420" cap="flat">
              <a:solidFill>
                <a:srgbClr val="43A6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15" name="pg1315"/>
            <p:cNvSpPr/>
            <p:nvPr/>
          </p:nvSpPr>
          <p:spPr>
            <a:xfrm>
              <a:off x="5050953" y="358014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EA1AA">
                <a:alpha val="100000"/>
              </a:srgbClr>
            </a:solidFill>
            <a:ln w="5420" cap="flat">
              <a:solidFill>
                <a:srgbClr val="3EA1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16" name="pg1316"/>
            <p:cNvSpPr/>
            <p:nvPr/>
          </p:nvSpPr>
          <p:spPr>
            <a:xfrm>
              <a:off x="5062590" y="358014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9EAA">
                <a:alpha val="100000"/>
              </a:srgbClr>
            </a:solidFill>
            <a:ln w="5420" cap="flat">
              <a:solidFill>
                <a:srgbClr val="3B9E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17" name="pg1317"/>
            <p:cNvSpPr/>
            <p:nvPr/>
          </p:nvSpPr>
          <p:spPr>
            <a:xfrm>
              <a:off x="5074227" y="358014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9CA9">
                <a:alpha val="100000"/>
              </a:srgbClr>
            </a:solidFill>
            <a:ln w="5420" cap="flat">
              <a:solidFill>
                <a:srgbClr val="3A9C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18" name="pg1318"/>
            <p:cNvSpPr/>
            <p:nvPr/>
          </p:nvSpPr>
          <p:spPr>
            <a:xfrm>
              <a:off x="5085865" y="358014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9BA9">
                <a:alpha val="100000"/>
              </a:srgbClr>
            </a:solidFill>
            <a:ln w="5420" cap="flat">
              <a:solidFill>
                <a:srgbClr val="399B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19" name="pg1319"/>
            <p:cNvSpPr/>
            <p:nvPr/>
          </p:nvSpPr>
          <p:spPr>
            <a:xfrm>
              <a:off x="5097502" y="358014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9BA9">
                <a:alpha val="100000"/>
              </a:srgbClr>
            </a:solidFill>
            <a:ln w="5420" cap="flat">
              <a:solidFill>
                <a:srgbClr val="399B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20" name="pg1320"/>
            <p:cNvSpPr/>
            <p:nvPr/>
          </p:nvSpPr>
          <p:spPr>
            <a:xfrm>
              <a:off x="5109139" y="358014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9BA9">
                <a:alpha val="100000"/>
              </a:srgbClr>
            </a:solidFill>
            <a:ln w="5420" cap="flat">
              <a:solidFill>
                <a:srgbClr val="399B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21" name="pg1321"/>
            <p:cNvSpPr/>
            <p:nvPr/>
          </p:nvSpPr>
          <p:spPr>
            <a:xfrm>
              <a:off x="5120777" y="358014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89BA9">
                <a:alpha val="100000"/>
              </a:srgbClr>
            </a:solidFill>
            <a:ln w="5420" cap="flat">
              <a:solidFill>
                <a:srgbClr val="389B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22" name="pg1322"/>
            <p:cNvSpPr/>
            <p:nvPr/>
          </p:nvSpPr>
          <p:spPr>
            <a:xfrm>
              <a:off x="5132414" y="358014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89BA9">
                <a:alpha val="100000"/>
              </a:srgbClr>
            </a:solidFill>
            <a:ln w="5420" cap="flat">
              <a:solidFill>
                <a:srgbClr val="389B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23" name="pg1323"/>
            <p:cNvSpPr/>
            <p:nvPr/>
          </p:nvSpPr>
          <p:spPr>
            <a:xfrm>
              <a:off x="4841481" y="359444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BB0AB">
                <a:alpha val="100000"/>
              </a:srgbClr>
            </a:solidFill>
            <a:ln w="5420" cap="flat">
              <a:solidFill>
                <a:srgbClr val="4BB0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24" name="pg1324"/>
            <p:cNvSpPr/>
            <p:nvPr/>
          </p:nvSpPr>
          <p:spPr>
            <a:xfrm>
              <a:off x="4853118" y="359444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CB1AB">
                <a:alpha val="100000"/>
              </a:srgbClr>
            </a:solidFill>
            <a:ln w="5420" cap="flat">
              <a:solidFill>
                <a:srgbClr val="4CB1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25" name="pg1325"/>
            <p:cNvSpPr/>
            <p:nvPr/>
          </p:nvSpPr>
          <p:spPr>
            <a:xfrm>
              <a:off x="4864756" y="359444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DB2AB">
                <a:alpha val="100000"/>
              </a:srgbClr>
            </a:solidFill>
            <a:ln w="5420" cap="flat">
              <a:solidFill>
                <a:srgbClr val="4DB2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26" name="pg1326"/>
            <p:cNvSpPr/>
            <p:nvPr/>
          </p:nvSpPr>
          <p:spPr>
            <a:xfrm>
              <a:off x="4876393" y="359444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DB2AB">
                <a:alpha val="100000"/>
              </a:srgbClr>
            </a:solidFill>
            <a:ln w="5420" cap="flat">
              <a:solidFill>
                <a:srgbClr val="4DB2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27" name="pg1327"/>
            <p:cNvSpPr/>
            <p:nvPr/>
          </p:nvSpPr>
          <p:spPr>
            <a:xfrm>
              <a:off x="4888030" y="359444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DB3AB">
                <a:alpha val="100000"/>
              </a:srgbClr>
            </a:solidFill>
            <a:ln w="5420" cap="flat">
              <a:solidFill>
                <a:srgbClr val="4DB3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28" name="pg1328"/>
            <p:cNvSpPr/>
            <p:nvPr/>
          </p:nvSpPr>
          <p:spPr>
            <a:xfrm>
              <a:off x="4899668" y="359444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EB3AB">
                <a:alpha val="100000"/>
              </a:srgbClr>
            </a:solidFill>
            <a:ln w="5420" cap="flat">
              <a:solidFill>
                <a:srgbClr val="4EB3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29" name="pg1329"/>
            <p:cNvSpPr/>
            <p:nvPr/>
          </p:nvSpPr>
          <p:spPr>
            <a:xfrm>
              <a:off x="4911305" y="359444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EB3AB">
                <a:alpha val="100000"/>
              </a:srgbClr>
            </a:solidFill>
            <a:ln w="5420" cap="flat">
              <a:solidFill>
                <a:srgbClr val="4EB3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30" name="pg1330"/>
            <p:cNvSpPr/>
            <p:nvPr/>
          </p:nvSpPr>
          <p:spPr>
            <a:xfrm>
              <a:off x="4922942" y="359444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DB3AB">
                <a:alpha val="100000"/>
              </a:srgbClr>
            </a:solidFill>
            <a:ln w="5420" cap="flat">
              <a:solidFill>
                <a:srgbClr val="4DB3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31" name="pg1331"/>
            <p:cNvSpPr/>
            <p:nvPr/>
          </p:nvSpPr>
          <p:spPr>
            <a:xfrm>
              <a:off x="4934580" y="359444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CB1AB">
                <a:alpha val="100000"/>
              </a:srgbClr>
            </a:solidFill>
            <a:ln w="5420" cap="flat">
              <a:solidFill>
                <a:srgbClr val="4CB1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32" name="pg1332"/>
            <p:cNvSpPr/>
            <p:nvPr/>
          </p:nvSpPr>
          <p:spPr>
            <a:xfrm>
              <a:off x="4946217" y="359444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BB0AB">
                <a:alpha val="100000"/>
              </a:srgbClr>
            </a:solidFill>
            <a:ln w="5420" cap="flat">
              <a:solidFill>
                <a:srgbClr val="4BB0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33" name="pg1333"/>
            <p:cNvSpPr/>
            <p:nvPr/>
          </p:nvSpPr>
          <p:spPr>
            <a:xfrm>
              <a:off x="4957854" y="359444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AAFAB">
                <a:alpha val="100000"/>
              </a:srgbClr>
            </a:solidFill>
            <a:ln w="5420" cap="flat">
              <a:solidFill>
                <a:srgbClr val="4AAF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34" name="pg1334"/>
            <p:cNvSpPr/>
            <p:nvPr/>
          </p:nvSpPr>
          <p:spPr>
            <a:xfrm>
              <a:off x="4969492" y="359444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9ADAB">
                <a:alpha val="100000"/>
              </a:srgbClr>
            </a:solidFill>
            <a:ln w="5420" cap="flat">
              <a:solidFill>
                <a:srgbClr val="49AD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35" name="pg1335"/>
            <p:cNvSpPr/>
            <p:nvPr/>
          </p:nvSpPr>
          <p:spPr>
            <a:xfrm>
              <a:off x="4981129" y="359444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8ACAA">
                <a:alpha val="100000"/>
              </a:srgbClr>
            </a:solidFill>
            <a:ln w="5420" cap="flat">
              <a:solidFill>
                <a:srgbClr val="48AC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36" name="pg1336"/>
            <p:cNvSpPr/>
            <p:nvPr/>
          </p:nvSpPr>
          <p:spPr>
            <a:xfrm>
              <a:off x="5027678" y="359444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2A6AA">
                <a:alpha val="100000"/>
              </a:srgbClr>
            </a:solidFill>
            <a:ln w="5420" cap="flat">
              <a:solidFill>
                <a:srgbClr val="42A6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37" name="pg1337"/>
            <p:cNvSpPr/>
            <p:nvPr/>
          </p:nvSpPr>
          <p:spPr>
            <a:xfrm>
              <a:off x="5039315" y="359444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1A4AA">
                <a:alpha val="100000"/>
              </a:srgbClr>
            </a:solidFill>
            <a:ln w="5420" cap="flat">
              <a:solidFill>
                <a:srgbClr val="41A4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38" name="pg1338"/>
            <p:cNvSpPr/>
            <p:nvPr/>
          </p:nvSpPr>
          <p:spPr>
            <a:xfrm>
              <a:off x="5050953" y="359444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DA0AA">
                <a:alpha val="100000"/>
              </a:srgbClr>
            </a:solidFill>
            <a:ln w="5420" cap="flat">
              <a:solidFill>
                <a:srgbClr val="3DA0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39" name="pg1339"/>
            <p:cNvSpPr/>
            <p:nvPr/>
          </p:nvSpPr>
          <p:spPr>
            <a:xfrm>
              <a:off x="5062590" y="359444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9EAA">
                <a:alpha val="100000"/>
              </a:srgbClr>
            </a:solidFill>
            <a:ln w="5420" cap="flat">
              <a:solidFill>
                <a:srgbClr val="3B9E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40" name="pg1340"/>
            <p:cNvSpPr/>
            <p:nvPr/>
          </p:nvSpPr>
          <p:spPr>
            <a:xfrm>
              <a:off x="5074227" y="359444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9DA9">
                <a:alpha val="100000"/>
              </a:srgbClr>
            </a:solidFill>
            <a:ln w="5420" cap="flat">
              <a:solidFill>
                <a:srgbClr val="3A9D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41" name="pg1341"/>
            <p:cNvSpPr/>
            <p:nvPr/>
          </p:nvSpPr>
          <p:spPr>
            <a:xfrm>
              <a:off x="5085865" y="359444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9CA9">
                <a:alpha val="100000"/>
              </a:srgbClr>
            </a:solidFill>
            <a:ln w="5420" cap="flat">
              <a:solidFill>
                <a:srgbClr val="399C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42" name="pg1342"/>
            <p:cNvSpPr/>
            <p:nvPr/>
          </p:nvSpPr>
          <p:spPr>
            <a:xfrm>
              <a:off x="5097502" y="359444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9BA9">
                <a:alpha val="100000"/>
              </a:srgbClr>
            </a:solidFill>
            <a:ln w="5420" cap="flat">
              <a:solidFill>
                <a:srgbClr val="399B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43" name="pg1343"/>
            <p:cNvSpPr/>
            <p:nvPr/>
          </p:nvSpPr>
          <p:spPr>
            <a:xfrm>
              <a:off x="5109139" y="359444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9BA9">
                <a:alpha val="100000"/>
              </a:srgbClr>
            </a:solidFill>
            <a:ln w="5420" cap="flat">
              <a:solidFill>
                <a:srgbClr val="399B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44" name="pg1344"/>
            <p:cNvSpPr/>
            <p:nvPr/>
          </p:nvSpPr>
          <p:spPr>
            <a:xfrm>
              <a:off x="5120777" y="359444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89BA9">
                <a:alpha val="100000"/>
              </a:srgbClr>
            </a:solidFill>
            <a:ln w="5420" cap="flat">
              <a:solidFill>
                <a:srgbClr val="389B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45" name="pg1345"/>
            <p:cNvSpPr/>
            <p:nvPr/>
          </p:nvSpPr>
          <p:spPr>
            <a:xfrm>
              <a:off x="4829844" y="360874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CB1AB">
                <a:alpha val="100000"/>
              </a:srgbClr>
            </a:solidFill>
            <a:ln w="5420" cap="flat">
              <a:solidFill>
                <a:srgbClr val="4CB1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46" name="pg1346"/>
            <p:cNvSpPr/>
            <p:nvPr/>
          </p:nvSpPr>
          <p:spPr>
            <a:xfrm>
              <a:off x="4841481" y="360874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DB2AB">
                <a:alpha val="100000"/>
              </a:srgbClr>
            </a:solidFill>
            <a:ln w="5420" cap="flat">
              <a:solidFill>
                <a:srgbClr val="4DB2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47" name="pg1347"/>
            <p:cNvSpPr/>
            <p:nvPr/>
          </p:nvSpPr>
          <p:spPr>
            <a:xfrm>
              <a:off x="4853118" y="360874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EB4AB">
                <a:alpha val="100000"/>
              </a:srgbClr>
            </a:solidFill>
            <a:ln w="5420" cap="flat">
              <a:solidFill>
                <a:srgbClr val="4EB4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48" name="pg1348"/>
            <p:cNvSpPr/>
            <p:nvPr/>
          </p:nvSpPr>
          <p:spPr>
            <a:xfrm>
              <a:off x="4864756" y="360874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FB5AB">
                <a:alpha val="100000"/>
              </a:srgbClr>
            </a:solidFill>
            <a:ln w="5420" cap="flat">
              <a:solidFill>
                <a:srgbClr val="4FB5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49" name="pg1349"/>
            <p:cNvSpPr/>
            <p:nvPr/>
          </p:nvSpPr>
          <p:spPr>
            <a:xfrm>
              <a:off x="4876393" y="360874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0B6AB">
                <a:alpha val="100000"/>
              </a:srgbClr>
            </a:solidFill>
            <a:ln w="5420" cap="flat">
              <a:solidFill>
                <a:srgbClr val="50B6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50" name="pg1350"/>
            <p:cNvSpPr/>
            <p:nvPr/>
          </p:nvSpPr>
          <p:spPr>
            <a:xfrm>
              <a:off x="4888030" y="360874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0B6AB">
                <a:alpha val="100000"/>
              </a:srgbClr>
            </a:solidFill>
            <a:ln w="5420" cap="flat">
              <a:solidFill>
                <a:srgbClr val="50B6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51" name="pg1351"/>
            <p:cNvSpPr/>
            <p:nvPr/>
          </p:nvSpPr>
          <p:spPr>
            <a:xfrm>
              <a:off x="4899668" y="360874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0B7AB">
                <a:alpha val="100000"/>
              </a:srgbClr>
            </a:solidFill>
            <a:ln w="5420" cap="flat">
              <a:solidFill>
                <a:srgbClr val="50B7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52" name="pg1352"/>
            <p:cNvSpPr/>
            <p:nvPr/>
          </p:nvSpPr>
          <p:spPr>
            <a:xfrm>
              <a:off x="4911305" y="360874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0B7AB">
                <a:alpha val="100000"/>
              </a:srgbClr>
            </a:solidFill>
            <a:ln w="5420" cap="flat">
              <a:solidFill>
                <a:srgbClr val="50B7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53" name="pg1353"/>
            <p:cNvSpPr/>
            <p:nvPr/>
          </p:nvSpPr>
          <p:spPr>
            <a:xfrm>
              <a:off x="4922942" y="360874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0B6AB">
                <a:alpha val="100000"/>
              </a:srgbClr>
            </a:solidFill>
            <a:ln w="5420" cap="flat">
              <a:solidFill>
                <a:srgbClr val="50B6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54" name="pg1354"/>
            <p:cNvSpPr/>
            <p:nvPr/>
          </p:nvSpPr>
          <p:spPr>
            <a:xfrm>
              <a:off x="4934580" y="360874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FB5AB">
                <a:alpha val="100000"/>
              </a:srgbClr>
            </a:solidFill>
            <a:ln w="5420" cap="flat">
              <a:solidFill>
                <a:srgbClr val="4FB5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55" name="pg1355"/>
            <p:cNvSpPr/>
            <p:nvPr/>
          </p:nvSpPr>
          <p:spPr>
            <a:xfrm>
              <a:off x="4946217" y="360874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EB3AB">
                <a:alpha val="100000"/>
              </a:srgbClr>
            </a:solidFill>
            <a:ln w="5420" cap="flat">
              <a:solidFill>
                <a:srgbClr val="4EB3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56" name="pg1356"/>
            <p:cNvSpPr/>
            <p:nvPr/>
          </p:nvSpPr>
          <p:spPr>
            <a:xfrm>
              <a:off x="4957854" y="360874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CB1AB">
                <a:alpha val="100000"/>
              </a:srgbClr>
            </a:solidFill>
            <a:ln w="5420" cap="flat">
              <a:solidFill>
                <a:srgbClr val="4CB1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57" name="pg1357"/>
            <p:cNvSpPr/>
            <p:nvPr/>
          </p:nvSpPr>
          <p:spPr>
            <a:xfrm>
              <a:off x="4969492" y="360874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BB0AB">
                <a:alpha val="100000"/>
              </a:srgbClr>
            </a:solidFill>
            <a:ln w="5420" cap="flat">
              <a:solidFill>
                <a:srgbClr val="4BB0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58" name="pg1358"/>
            <p:cNvSpPr/>
            <p:nvPr/>
          </p:nvSpPr>
          <p:spPr>
            <a:xfrm>
              <a:off x="4981129" y="360874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9ADAB">
                <a:alpha val="100000"/>
              </a:srgbClr>
            </a:solidFill>
            <a:ln w="5420" cap="flat">
              <a:solidFill>
                <a:srgbClr val="49AD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59" name="pg1359"/>
            <p:cNvSpPr/>
            <p:nvPr/>
          </p:nvSpPr>
          <p:spPr>
            <a:xfrm>
              <a:off x="4992766" y="360874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8ACAA">
                <a:alpha val="100000"/>
              </a:srgbClr>
            </a:solidFill>
            <a:ln w="5420" cap="flat">
              <a:solidFill>
                <a:srgbClr val="48AC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60" name="pg1360"/>
            <p:cNvSpPr/>
            <p:nvPr/>
          </p:nvSpPr>
          <p:spPr>
            <a:xfrm>
              <a:off x="5039315" y="360874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0A3AA">
                <a:alpha val="100000"/>
              </a:srgbClr>
            </a:solidFill>
            <a:ln w="5420" cap="flat">
              <a:solidFill>
                <a:srgbClr val="40A3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61" name="pg1361"/>
            <p:cNvSpPr/>
            <p:nvPr/>
          </p:nvSpPr>
          <p:spPr>
            <a:xfrm>
              <a:off x="5050953" y="360874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DA0AA">
                <a:alpha val="100000"/>
              </a:srgbClr>
            </a:solidFill>
            <a:ln w="5420" cap="flat">
              <a:solidFill>
                <a:srgbClr val="3DA0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62" name="pg1362"/>
            <p:cNvSpPr/>
            <p:nvPr/>
          </p:nvSpPr>
          <p:spPr>
            <a:xfrm>
              <a:off x="5062590" y="360874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9EAA">
                <a:alpha val="100000"/>
              </a:srgbClr>
            </a:solidFill>
            <a:ln w="5420" cap="flat">
              <a:solidFill>
                <a:srgbClr val="3B9E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63" name="pg1363"/>
            <p:cNvSpPr/>
            <p:nvPr/>
          </p:nvSpPr>
          <p:spPr>
            <a:xfrm>
              <a:off x="5074227" y="360874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9DA9">
                <a:alpha val="100000"/>
              </a:srgbClr>
            </a:solidFill>
            <a:ln w="5420" cap="flat">
              <a:solidFill>
                <a:srgbClr val="3A9D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64" name="pg1364"/>
            <p:cNvSpPr/>
            <p:nvPr/>
          </p:nvSpPr>
          <p:spPr>
            <a:xfrm>
              <a:off x="5085865" y="360874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9CA9">
                <a:alpha val="100000"/>
              </a:srgbClr>
            </a:solidFill>
            <a:ln w="5420" cap="flat">
              <a:solidFill>
                <a:srgbClr val="399C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65" name="pg1365"/>
            <p:cNvSpPr/>
            <p:nvPr/>
          </p:nvSpPr>
          <p:spPr>
            <a:xfrm>
              <a:off x="5097502" y="360874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9BA9">
                <a:alpha val="100000"/>
              </a:srgbClr>
            </a:solidFill>
            <a:ln w="5420" cap="flat">
              <a:solidFill>
                <a:srgbClr val="399B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66" name="pg1366"/>
            <p:cNvSpPr/>
            <p:nvPr/>
          </p:nvSpPr>
          <p:spPr>
            <a:xfrm>
              <a:off x="5109139" y="360874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89BA9">
                <a:alpha val="100000"/>
              </a:srgbClr>
            </a:solidFill>
            <a:ln w="5420" cap="flat">
              <a:solidFill>
                <a:srgbClr val="389B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67" name="pg1367"/>
            <p:cNvSpPr/>
            <p:nvPr/>
          </p:nvSpPr>
          <p:spPr>
            <a:xfrm>
              <a:off x="4829844" y="362304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DB3AB">
                <a:alpha val="100000"/>
              </a:srgbClr>
            </a:solidFill>
            <a:ln w="5420" cap="flat">
              <a:solidFill>
                <a:srgbClr val="4DB3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68" name="pg1368"/>
            <p:cNvSpPr/>
            <p:nvPr/>
          </p:nvSpPr>
          <p:spPr>
            <a:xfrm>
              <a:off x="4841481" y="362304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FB5AB">
                <a:alpha val="100000"/>
              </a:srgbClr>
            </a:solidFill>
            <a:ln w="5420" cap="flat">
              <a:solidFill>
                <a:srgbClr val="4FB5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69" name="pg1369"/>
            <p:cNvSpPr/>
            <p:nvPr/>
          </p:nvSpPr>
          <p:spPr>
            <a:xfrm>
              <a:off x="4853118" y="362304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0B7AB">
                <a:alpha val="100000"/>
              </a:srgbClr>
            </a:solidFill>
            <a:ln w="5420" cap="flat">
              <a:solidFill>
                <a:srgbClr val="50B7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70" name="pg1370"/>
            <p:cNvSpPr/>
            <p:nvPr/>
          </p:nvSpPr>
          <p:spPr>
            <a:xfrm>
              <a:off x="4864756" y="362304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1B8AB">
                <a:alpha val="100000"/>
              </a:srgbClr>
            </a:solidFill>
            <a:ln w="5420" cap="flat">
              <a:solidFill>
                <a:srgbClr val="51B8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71" name="pg1371"/>
            <p:cNvSpPr/>
            <p:nvPr/>
          </p:nvSpPr>
          <p:spPr>
            <a:xfrm>
              <a:off x="4876393" y="362304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2B9AB">
                <a:alpha val="100000"/>
              </a:srgbClr>
            </a:solidFill>
            <a:ln w="5420" cap="flat">
              <a:solidFill>
                <a:srgbClr val="52B9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72" name="pg1372"/>
            <p:cNvSpPr/>
            <p:nvPr/>
          </p:nvSpPr>
          <p:spPr>
            <a:xfrm>
              <a:off x="4888030" y="362304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3BAAB">
                <a:alpha val="100000"/>
              </a:srgbClr>
            </a:solidFill>
            <a:ln w="5420" cap="flat">
              <a:solidFill>
                <a:srgbClr val="53BA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73" name="pg1373"/>
            <p:cNvSpPr/>
            <p:nvPr/>
          </p:nvSpPr>
          <p:spPr>
            <a:xfrm>
              <a:off x="4899668" y="362304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3BAAB">
                <a:alpha val="100000"/>
              </a:srgbClr>
            </a:solidFill>
            <a:ln w="5420" cap="flat">
              <a:solidFill>
                <a:srgbClr val="53BA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74" name="pg1374"/>
            <p:cNvSpPr/>
            <p:nvPr/>
          </p:nvSpPr>
          <p:spPr>
            <a:xfrm>
              <a:off x="4911305" y="362304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3BBAB">
                <a:alpha val="100000"/>
              </a:srgbClr>
            </a:solidFill>
            <a:ln w="5420" cap="flat">
              <a:solidFill>
                <a:srgbClr val="53BB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75" name="pg1375"/>
            <p:cNvSpPr/>
            <p:nvPr/>
          </p:nvSpPr>
          <p:spPr>
            <a:xfrm>
              <a:off x="4922942" y="362304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3BAAB">
                <a:alpha val="100000"/>
              </a:srgbClr>
            </a:solidFill>
            <a:ln w="5420" cap="flat">
              <a:solidFill>
                <a:srgbClr val="53BA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76" name="pg1376"/>
            <p:cNvSpPr/>
            <p:nvPr/>
          </p:nvSpPr>
          <p:spPr>
            <a:xfrm>
              <a:off x="4934580" y="362304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2B9AB">
                <a:alpha val="100000"/>
              </a:srgbClr>
            </a:solidFill>
            <a:ln w="5420" cap="flat">
              <a:solidFill>
                <a:srgbClr val="52B9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77" name="pg1377"/>
            <p:cNvSpPr/>
            <p:nvPr/>
          </p:nvSpPr>
          <p:spPr>
            <a:xfrm>
              <a:off x="4946217" y="362304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1B7AB">
                <a:alpha val="100000"/>
              </a:srgbClr>
            </a:solidFill>
            <a:ln w="5420" cap="flat">
              <a:solidFill>
                <a:srgbClr val="51B7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78" name="pg1378"/>
            <p:cNvSpPr/>
            <p:nvPr/>
          </p:nvSpPr>
          <p:spPr>
            <a:xfrm>
              <a:off x="4957854" y="362304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FB5AB">
                <a:alpha val="100000"/>
              </a:srgbClr>
            </a:solidFill>
            <a:ln w="5420" cap="flat">
              <a:solidFill>
                <a:srgbClr val="4FB5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79" name="pg1379"/>
            <p:cNvSpPr/>
            <p:nvPr/>
          </p:nvSpPr>
          <p:spPr>
            <a:xfrm>
              <a:off x="4969492" y="362304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DB3AB">
                <a:alpha val="100000"/>
              </a:srgbClr>
            </a:solidFill>
            <a:ln w="5420" cap="flat">
              <a:solidFill>
                <a:srgbClr val="4DB3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80" name="pg1380"/>
            <p:cNvSpPr/>
            <p:nvPr/>
          </p:nvSpPr>
          <p:spPr>
            <a:xfrm>
              <a:off x="4981129" y="362304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BB0AB">
                <a:alpha val="100000"/>
              </a:srgbClr>
            </a:solidFill>
            <a:ln w="5420" cap="flat">
              <a:solidFill>
                <a:srgbClr val="4BB0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81" name="pg1381"/>
            <p:cNvSpPr/>
            <p:nvPr/>
          </p:nvSpPr>
          <p:spPr>
            <a:xfrm>
              <a:off x="4992766" y="362304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9ADAB">
                <a:alpha val="100000"/>
              </a:srgbClr>
            </a:solidFill>
            <a:ln w="5420" cap="flat">
              <a:solidFill>
                <a:srgbClr val="49AD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82" name="pg1382"/>
            <p:cNvSpPr/>
            <p:nvPr/>
          </p:nvSpPr>
          <p:spPr>
            <a:xfrm>
              <a:off x="5039315" y="362304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FA2AA">
                <a:alpha val="100000"/>
              </a:srgbClr>
            </a:solidFill>
            <a:ln w="5420" cap="flat">
              <a:solidFill>
                <a:srgbClr val="3FA2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83" name="pg1383"/>
            <p:cNvSpPr/>
            <p:nvPr/>
          </p:nvSpPr>
          <p:spPr>
            <a:xfrm>
              <a:off x="5050953" y="362304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D9FAA">
                <a:alpha val="100000"/>
              </a:srgbClr>
            </a:solidFill>
            <a:ln w="5420" cap="flat">
              <a:solidFill>
                <a:srgbClr val="3D9F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84" name="pg1384"/>
            <p:cNvSpPr/>
            <p:nvPr/>
          </p:nvSpPr>
          <p:spPr>
            <a:xfrm>
              <a:off x="5062590" y="362304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9EAA">
                <a:alpha val="100000"/>
              </a:srgbClr>
            </a:solidFill>
            <a:ln w="5420" cap="flat">
              <a:solidFill>
                <a:srgbClr val="3B9E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85" name="pg1385"/>
            <p:cNvSpPr/>
            <p:nvPr/>
          </p:nvSpPr>
          <p:spPr>
            <a:xfrm>
              <a:off x="5074227" y="362304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9DA9">
                <a:alpha val="100000"/>
              </a:srgbClr>
            </a:solidFill>
            <a:ln w="5420" cap="flat">
              <a:solidFill>
                <a:srgbClr val="3A9D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86" name="pg1386"/>
            <p:cNvSpPr/>
            <p:nvPr/>
          </p:nvSpPr>
          <p:spPr>
            <a:xfrm>
              <a:off x="5085865" y="362304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9CA9">
                <a:alpha val="100000"/>
              </a:srgbClr>
            </a:solidFill>
            <a:ln w="5420" cap="flat">
              <a:solidFill>
                <a:srgbClr val="399C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87" name="pg1387"/>
            <p:cNvSpPr/>
            <p:nvPr/>
          </p:nvSpPr>
          <p:spPr>
            <a:xfrm>
              <a:off x="5097502" y="362304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89BA9">
                <a:alpha val="100000"/>
              </a:srgbClr>
            </a:solidFill>
            <a:ln w="5420" cap="flat">
              <a:solidFill>
                <a:srgbClr val="389B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88" name="pg1388"/>
            <p:cNvSpPr/>
            <p:nvPr/>
          </p:nvSpPr>
          <p:spPr>
            <a:xfrm>
              <a:off x="4818206" y="363735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DB3AB">
                <a:alpha val="100000"/>
              </a:srgbClr>
            </a:solidFill>
            <a:ln w="5420" cap="flat">
              <a:solidFill>
                <a:srgbClr val="4DB3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89" name="pg1389"/>
            <p:cNvSpPr/>
            <p:nvPr/>
          </p:nvSpPr>
          <p:spPr>
            <a:xfrm>
              <a:off x="4829844" y="363735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FB5AB">
                <a:alpha val="100000"/>
              </a:srgbClr>
            </a:solidFill>
            <a:ln w="5420" cap="flat">
              <a:solidFill>
                <a:srgbClr val="4FB5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90" name="pg1390"/>
            <p:cNvSpPr/>
            <p:nvPr/>
          </p:nvSpPr>
          <p:spPr>
            <a:xfrm>
              <a:off x="4841481" y="363735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1B8AB">
                <a:alpha val="100000"/>
              </a:srgbClr>
            </a:solidFill>
            <a:ln w="5420" cap="flat">
              <a:solidFill>
                <a:srgbClr val="51B8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91" name="pg1391"/>
            <p:cNvSpPr/>
            <p:nvPr/>
          </p:nvSpPr>
          <p:spPr>
            <a:xfrm>
              <a:off x="4853118" y="363735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2BAAB">
                <a:alpha val="100000"/>
              </a:srgbClr>
            </a:solidFill>
            <a:ln w="5420" cap="flat">
              <a:solidFill>
                <a:srgbClr val="52BA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92" name="pg1392"/>
            <p:cNvSpPr/>
            <p:nvPr/>
          </p:nvSpPr>
          <p:spPr>
            <a:xfrm>
              <a:off x="4864756" y="363735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3BBAB">
                <a:alpha val="100000"/>
              </a:srgbClr>
            </a:solidFill>
            <a:ln w="5420" cap="flat">
              <a:solidFill>
                <a:srgbClr val="53BB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93" name="pg1393"/>
            <p:cNvSpPr/>
            <p:nvPr/>
          </p:nvSpPr>
          <p:spPr>
            <a:xfrm>
              <a:off x="4876393" y="363735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4BCAB">
                <a:alpha val="100000"/>
              </a:srgbClr>
            </a:solidFill>
            <a:ln w="5420" cap="flat">
              <a:solidFill>
                <a:srgbClr val="54BC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94" name="pg1394"/>
            <p:cNvSpPr/>
            <p:nvPr/>
          </p:nvSpPr>
          <p:spPr>
            <a:xfrm>
              <a:off x="4888030" y="363735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5BDAB">
                <a:alpha val="100000"/>
              </a:srgbClr>
            </a:solidFill>
            <a:ln w="5420" cap="flat">
              <a:solidFill>
                <a:srgbClr val="55BD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95" name="pg1395"/>
            <p:cNvSpPr/>
            <p:nvPr/>
          </p:nvSpPr>
          <p:spPr>
            <a:xfrm>
              <a:off x="4899668" y="363735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5BEAB">
                <a:alpha val="100000"/>
              </a:srgbClr>
            </a:solidFill>
            <a:ln w="5420" cap="flat">
              <a:solidFill>
                <a:srgbClr val="55BE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96" name="pg1396"/>
            <p:cNvSpPr/>
            <p:nvPr/>
          </p:nvSpPr>
          <p:spPr>
            <a:xfrm>
              <a:off x="4911305" y="363735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6BEAB">
                <a:alpha val="100000"/>
              </a:srgbClr>
            </a:solidFill>
            <a:ln w="5420" cap="flat">
              <a:solidFill>
                <a:srgbClr val="56BE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97" name="pg1397"/>
            <p:cNvSpPr/>
            <p:nvPr/>
          </p:nvSpPr>
          <p:spPr>
            <a:xfrm>
              <a:off x="4922942" y="363735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6BFAB">
                <a:alpha val="100000"/>
              </a:srgbClr>
            </a:solidFill>
            <a:ln w="5420" cap="flat">
              <a:solidFill>
                <a:srgbClr val="56BF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98" name="pg1398"/>
            <p:cNvSpPr/>
            <p:nvPr/>
          </p:nvSpPr>
          <p:spPr>
            <a:xfrm>
              <a:off x="4934580" y="363735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6BEAB">
                <a:alpha val="100000"/>
              </a:srgbClr>
            </a:solidFill>
            <a:ln w="5420" cap="flat">
              <a:solidFill>
                <a:srgbClr val="56BE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99" name="pg1399"/>
            <p:cNvSpPr/>
            <p:nvPr/>
          </p:nvSpPr>
          <p:spPr>
            <a:xfrm>
              <a:off x="4946217" y="363735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4BCAB">
                <a:alpha val="100000"/>
              </a:srgbClr>
            </a:solidFill>
            <a:ln w="5420" cap="flat">
              <a:solidFill>
                <a:srgbClr val="54BC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00" name="pg1400"/>
            <p:cNvSpPr/>
            <p:nvPr/>
          </p:nvSpPr>
          <p:spPr>
            <a:xfrm>
              <a:off x="4957854" y="363735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2BAAB">
                <a:alpha val="100000"/>
              </a:srgbClr>
            </a:solidFill>
            <a:ln w="5420" cap="flat">
              <a:solidFill>
                <a:srgbClr val="52BA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01" name="pg1401"/>
            <p:cNvSpPr/>
            <p:nvPr/>
          </p:nvSpPr>
          <p:spPr>
            <a:xfrm>
              <a:off x="4969492" y="363735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0B6AB">
                <a:alpha val="100000"/>
              </a:srgbClr>
            </a:solidFill>
            <a:ln w="5420" cap="flat">
              <a:solidFill>
                <a:srgbClr val="50B6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02" name="pg1402"/>
            <p:cNvSpPr/>
            <p:nvPr/>
          </p:nvSpPr>
          <p:spPr>
            <a:xfrm>
              <a:off x="4981129" y="363735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DB3AB">
                <a:alpha val="100000"/>
              </a:srgbClr>
            </a:solidFill>
            <a:ln w="5420" cap="flat">
              <a:solidFill>
                <a:srgbClr val="4DB3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03" name="pg1403"/>
            <p:cNvSpPr/>
            <p:nvPr/>
          </p:nvSpPr>
          <p:spPr>
            <a:xfrm>
              <a:off x="4992766" y="363735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BAFAB">
                <a:alpha val="100000"/>
              </a:srgbClr>
            </a:solidFill>
            <a:ln w="5420" cap="flat">
              <a:solidFill>
                <a:srgbClr val="4BAF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04" name="pg1404"/>
            <p:cNvSpPr/>
            <p:nvPr/>
          </p:nvSpPr>
          <p:spPr>
            <a:xfrm>
              <a:off x="5004403" y="363735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8ACAA">
                <a:alpha val="100000"/>
              </a:srgbClr>
            </a:solidFill>
            <a:ln w="5420" cap="flat">
              <a:solidFill>
                <a:srgbClr val="48AC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05" name="pg1405"/>
            <p:cNvSpPr/>
            <p:nvPr/>
          </p:nvSpPr>
          <p:spPr>
            <a:xfrm>
              <a:off x="5039315" y="363735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FA2AA">
                <a:alpha val="100000"/>
              </a:srgbClr>
            </a:solidFill>
            <a:ln w="5420" cap="flat">
              <a:solidFill>
                <a:srgbClr val="3FA2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06" name="pg1406"/>
            <p:cNvSpPr/>
            <p:nvPr/>
          </p:nvSpPr>
          <p:spPr>
            <a:xfrm>
              <a:off x="5050953" y="363735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9FAA">
                <a:alpha val="100000"/>
              </a:srgbClr>
            </a:solidFill>
            <a:ln w="5420" cap="flat">
              <a:solidFill>
                <a:srgbClr val="3C9F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07" name="pg1407"/>
            <p:cNvSpPr/>
            <p:nvPr/>
          </p:nvSpPr>
          <p:spPr>
            <a:xfrm>
              <a:off x="5062590" y="363735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9DA9">
                <a:alpha val="100000"/>
              </a:srgbClr>
            </a:solidFill>
            <a:ln w="5420" cap="flat">
              <a:solidFill>
                <a:srgbClr val="3A9D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08" name="pg1408"/>
            <p:cNvSpPr/>
            <p:nvPr/>
          </p:nvSpPr>
          <p:spPr>
            <a:xfrm>
              <a:off x="5074227" y="363735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9CA9">
                <a:alpha val="100000"/>
              </a:srgbClr>
            </a:solidFill>
            <a:ln w="5420" cap="flat">
              <a:solidFill>
                <a:srgbClr val="399C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09" name="pg1409"/>
            <p:cNvSpPr/>
            <p:nvPr/>
          </p:nvSpPr>
          <p:spPr>
            <a:xfrm>
              <a:off x="5085865" y="363735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89BA9">
                <a:alpha val="100000"/>
              </a:srgbClr>
            </a:solidFill>
            <a:ln w="5420" cap="flat">
              <a:solidFill>
                <a:srgbClr val="389B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10" name="pg1410"/>
            <p:cNvSpPr/>
            <p:nvPr/>
          </p:nvSpPr>
          <p:spPr>
            <a:xfrm>
              <a:off x="5097502" y="363735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9AA9">
                <a:alpha val="100000"/>
              </a:srgbClr>
            </a:solidFill>
            <a:ln w="5420" cap="flat">
              <a:solidFill>
                <a:srgbClr val="379A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11" name="pg1411"/>
            <p:cNvSpPr/>
            <p:nvPr/>
          </p:nvSpPr>
          <p:spPr>
            <a:xfrm>
              <a:off x="4818206" y="365165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FB5AB">
                <a:alpha val="100000"/>
              </a:srgbClr>
            </a:solidFill>
            <a:ln w="5420" cap="flat">
              <a:solidFill>
                <a:srgbClr val="4FB5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12" name="pg1412"/>
            <p:cNvSpPr/>
            <p:nvPr/>
          </p:nvSpPr>
          <p:spPr>
            <a:xfrm>
              <a:off x="4829844" y="365165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1B8AB">
                <a:alpha val="100000"/>
              </a:srgbClr>
            </a:solidFill>
            <a:ln w="5420" cap="flat">
              <a:solidFill>
                <a:srgbClr val="51B8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13" name="pg1413"/>
            <p:cNvSpPr/>
            <p:nvPr/>
          </p:nvSpPr>
          <p:spPr>
            <a:xfrm>
              <a:off x="4841481" y="365165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3BBAB">
                <a:alpha val="100000"/>
              </a:srgbClr>
            </a:solidFill>
            <a:ln w="5420" cap="flat">
              <a:solidFill>
                <a:srgbClr val="53BB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14" name="pg1414"/>
            <p:cNvSpPr/>
            <p:nvPr/>
          </p:nvSpPr>
          <p:spPr>
            <a:xfrm>
              <a:off x="4853118" y="365165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5BDAB">
                <a:alpha val="100000"/>
              </a:srgbClr>
            </a:solidFill>
            <a:ln w="5420" cap="flat">
              <a:solidFill>
                <a:srgbClr val="55BD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15" name="pg1415"/>
            <p:cNvSpPr/>
            <p:nvPr/>
          </p:nvSpPr>
          <p:spPr>
            <a:xfrm>
              <a:off x="4864756" y="365165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5BEAB">
                <a:alpha val="100000"/>
              </a:srgbClr>
            </a:solidFill>
            <a:ln w="5420" cap="flat">
              <a:solidFill>
                <a:srgbClr val="55BE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16" name="pg1416"/>
            <p:cNvSpPr/>
            <p:nvPr/>
          </p:nvSpPr>
          <p:spPr>
            <a:xfrm>
              <a:off x="4876393" y="365165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6BEAB">
                <a:alpha val="100000"/>
              </a:srgbClr>
            </a:solidFill>
            <a:ln w="5420" cap="flat">
              <a:solidFill>
                <a:srgbClr val="56BE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17" name="pg1417"/>
            <p:cNvSpPr/>
            <p:nvPr/>
          </p:nvSpPr>
          <p:spPr>
            <a:xfrm>
              <a:off x="4888030" y="365165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6BFAB">
                <a:alpha val="100000"/>
              </a:srgbClr>
            </a:solidFill>
            <a:ln w="5420" cap="flat">
              <a:solidFill>
                <a:srgbClr val="56BF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18" name="pg1418"/>
            <p:cNvSpPr/>
            <p:nvPr/>
          </p:nvSpPr>
          <p:spPr>
            <a:xfrm>
              <a:off x="4899668" y="365165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8C2AC">
                <a:alpha val="100000"/>
              </a:srgbClr>
            </a:solidFill>
            <a:ln w="5420" cap="flat">
              <a:solidFill>
                <a:srgbClr val="58C2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19" name="pg1419"/>
            <p:cNvSpPr/>
            <p:nvPr/>
          </p:nvSpPr>
          <p:spPr>
            <a:xfrm>
              <a:off x="4911305" y="365165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BC7AC">
                <a:alpha val="100000"/>
              </a:srgbClr>
            </a:solidFill>
            <a:ln w="5420" cap="flat">
              <a:solidFill>
                <a:srgbClr val="5BC7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20" name="pg1420"/>
            <p:cNvSpPr/>
            <p:nvPr/>
          </p:nvSpPr>
          <p:spPr>
            <a:xfrm>
              <a:off x="4922942" y="365165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ECBAC">
                <a:alpha val="100000"/>
              </a:srgbClr>
            </a:solidFill>
            <a:ln w="5420" cap="flat">
              <a:solidFill>
                <a:srgbClr val="5ECB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21" name="pg1421"/>
            <p:cNvSpPr/>
            <p:nvPr/>
          </p:nvSpPr>
          <p:spPr>
            <a:xfrm>
              <a:off x="4934580" y="365165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FCDAC">
                <a:alpha val="100000"/>
              </a:srgbClr>
            </a:solidFill>
            <a:ln w="5420" cap="flat">
              <a:solidFill>
                <a:srgbClr val="5FCD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22" name="pg1422"/>
            <p:cNvSpPr/>
            <p:nvPr/>
          </p:nvSpPr>
          <p:spPr>
            <a:xfrm>
              <a:off x="4946217" y="365165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ECBAC">
                <a:alpha val="100000"/>
              </a:srgbClr>
            </a:solidFill>
            <a:ln w="5420" cap="flat">
              <a:solidFill>
                <a:srgbClr val="5ECB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23" name="pg1423"/>
            <p:cNvSpPr/>
            <p:nvPr/>
          </p:nvSpPr>
          <p:spPr>
            <a:xfrm>
              <a:off x="4957854" y="365165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BC6AC">
                <a:alpha val="100000"/>
              </a:srgbClr>
            </a:solidFill>
            <a:ln w="5420" cap="flat">
              <a:solidFill>
                <a:srgbClr val="5BC6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24" name="pg1424"/>
            <p:cNvSpPr/>
            <p:nvPr/>
          </p:nvSpPr>
          <p:spPr>
            <a:xfrm>
              <a:off x="4969492" y="365165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7C0AC">
                <a:alpha val="100000"/>
              </a:srgbClr>
            </a:solidFill>
            <a:ln w="5420" cap="flat">
              <a:solidFill>
                <a:srgbClr val="57C0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25" name="pg1425"/>
            <p:cNvSpPr/>
            <p:nvPr/>
          </p:nvSpPr>
          <p:spPr>
            <a:xfrm>
              <a:off x="4981129" y="365165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3BAAB">
                <a:alpha val="100000"/>
              </a:srgbClr>
            </a:solidFill>
            <a:ln w="5420" cap="flat">
              <a:solidFill>
                <a:srgbClr val="53BA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26" name="pg1426"/>
            <p:cNvSpPr/>
            <p:nvPr/>
          </p:nvSpPr>
          <p:spPr>
            <a:xfrm>
              <a:off x="4992766" y="365165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EB4AB">
                <a:alpha val="100000"/>
              </a:srgbClr>
            </a:solidFill>
            <a:ln w="5420" cap="flat">
              <a:solidFill>
                <a:srgbClr val="4EB4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27" name="pg1427"/>
            <p:cNvSpPr/>
            <p:nvPr/>
          </p:nvSpPr>
          <p:spPr>
            <a:xfrm>
              <a:off x="5004403" y="365165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AAEAB">
                <a:alpha val="100000"/>
              </a:srgbClr>
            </a:solidFill>
            <a:ln w="5420" cap="flat">
              <a:solidFill>
                <a:srgbClr val="4AAE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28" name="pg1428"/>
            <p:cNvSpPr/>
            <p:nvPr/>
          </p:nvSpPr>
          <p:spPr>
            <a:xfrm>
              <a:off x="5016041" y="365165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5A9AA">
                <a:alpha val="100000"/>
              </a:srgbClr>
            </a:solidFill>
            <a:ln w="5420" cap="flat">
              <a:solidFill>
                <a:srgbClr val="45A9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29" name="pg1429"/>
            <p:cNvSpPr/>
            <p:nvPr/>
          </p:nvSpPr>
          <p:spPr>
            <a:xfrm>
              <a:off x="5050953" y="365165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9CA9">
                <a:alpha val="100000"/>
              </a:srgbClr>
            </a:solidFill>
            <a:ln w="5420" cap="flat">
              <a:solidFill>
                <a:srgbClr val="399C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30" name="pg1430"/>
            <p:cNvSpPr/>
            <p:nvPr/>
          </p:nvSpPr>
          <p:spPr>
            <a:xfrm>
              <a:off x="5062590" y="365165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9AA9">
                <a:alpha val="100000"/>
              </a:srgbClr>
            </a:solidFill>
            <a:ln w="5420" cap="flat">
              <a:solidFill>
                <a:srgbClr val="379A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31" name="pg1431"/>
            <p:cNvSpPr/>
            <p:nvPr/>
          </p:nvSpPr>
          <p:spPr>
            <a:xfrm>
              <a:off x="5074227" y="365165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699A9">
                <a:alpha val="100000"/>
              </a:srgbClr>
            </a:solidFill>
            <a:ln w="5420" cap="flat">
              <a:solidFill>
                <a:srgbClr val="3699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32" name="pg1432"/>
            <p:cNvSpPr/>
            <p:nvPr/>
          </p:nvSpPr>
          <p:spPr>
            <a:xfrm>
              <a:off x="5085865" y="365165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597A9">
                <a:alpha val="100000"/>
              </a:srgbClr>
            </a:solidFill>
            <a:ln w="5420" cap="flat">
              <a:solidFill>
                <a:srgbClr val="3597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33" name="pg1433"/>
            <p:cNvSpPr/>
            <p:nvPr/>
          </p:nvSpPr>
          <p:spPr>
            <a:xfrm>
              <a:off x="5097502" y="365165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496A9">
                <a:alpha val="100000"/>
              </a:srgbClr>
            </a:solidFill>
            <a:ln w="5420" cap="flat">
              <a:solidFill>
                <a:srgbClr val="3496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34" name="pg1434"/>
            <p:cNvSpPr/>
            <p:nvPr/>
          </p:nvSpPr>
          <p:spPr>
            <a:xfrm>
              <a:off x="4818206" y="366595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FB4AB">
                <a:alpha val="100000"/>
              </a:srgbClr>
            </a:solidFill>
            <a:ln w="5420" cap="flat">
              <a:solidFill>
                <a:srgbClr val="4FB4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35" name="pg1435"/>
            <p:cNvSpPr/>
            <p:nvPr/>
          </p:nvSpPr>
          <p:spPr>
            <a:xfrm>
              <a:off x="4829844" y="366595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1B8AB">
                <a:alpha val="100000"/>
              </a:srgbClr>
            </a:solidFill>
            <a:ln w="5420" cap="flat">
              <a:solidFill>
                <a:srgbClr val="51B8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36" name="pg1436"/>
            <p:cNvSpPr/>
            <p:nvPr/>
          </p:nvSpPr>
          <p:spPr>
            <a:xfrm>
              <a:off x="4841481" y="366595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3BBAB">
                <a:alpha val="100000"/>
              </a:srgbClr>
            </a:solidFill>
            <a:ln w="5420" cap="flat">
              <a:solidFill>
                <a:srgbClr val="53BB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37" name="pg1437"/>
            <p:cNvSpPr/>
            <p:nvPr/>
          </p:nvSpPr>
          <p:spPr>
            <a:xfrm>
              <a:off x="4853118" y="366595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5BDAB">
                <a:alpha val="100000"/>
              </a:srgbClr>
            </a:solidFill>
            <a:ln w="5420" cap="flat">
              <a:solidFill>
                <a:srgbClr val="55BD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38" name="pg1438"/>
            <p:cNvSpPr/>
            <p:nvPr/>
          </p:nvSpPr>
          <p:spPr>
            <a:xfrm>
              <a:off x="4864756" y="366595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6BEAB">
                <a:alpha val="100000"/>
              </a:srgbClr>
            </a:solidFill>
            <a:ln w="5420" cap="flat">
              <a:solidFill>
                <a:srgbClr val="56BE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39" name="pg1439"/>
            <p:cNvSpPr/>
            <p:nvPr/>
          </p:nvSpPr>
          <p:spPr>
            <a:xfrm>
              <a:off x="4876393" y="366595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6BEAB">
                <a:alpha val="100000"/>
              </a:srgbClr>
            </a:solidFill>
            <a:ln w="5420" cap="flat">
              <a:solidFill>
                <a:srgbClr val="56BE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40" name="pg1440"/>
            <p:cNvSpPr/>
            <p:nvPr/>
          </p:nvSpPr>
          <p:spPr>
            <a:xfrm>
              <a:off x="4888030" y="366595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7C0AC">
                <a:alpha val="100000"/>
              </a:srgbClr>
            </a:solidFill>
            <a:ln w="5420" cap="flat">
              <a:solidFill>
                <a:srgbClr val="57C0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41" name="pg1441"/>
            <p:cNvSpPr/>
            <p:nvPr/>
          </p:nvSpPr>
          <p:spPr>
            <a:xfrm>
              <a:off x="4899668" y="366595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BC6AC">
                <a:alpha val="100000"/>
              </a:srgbClr>
            </a:solidFill>
            <a:ln w="5420" cap="flat">
              <a:solidFill>
                <a:srgbClr val="5BC6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42" name="pg1442"/>
            <p:cNvSpPr/>
            <p:nvPr/>
          </p:nvSpPr>
          <p:spPr>
            <a:xfrm>
              <a:off x="4911305" y="366595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0CEAC">
                <a:alpha val="100000"/>
              </a:srgbClr>
            </a:solidFill>
            <a:ln w="5420" cap="flat">
              <a:solidFill>
                <a:srgbClr val="60CE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43" name="pg1443"/>
            <p:cNvSpPr/>
            <p:nvPr/>
          </p:nvSpPr>
          <p:spPr>
            <a:xfrm>
              <a:off x="4922942" y="366595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3D3B3">
                <a:alpha val="100000"/>
              </a:srgbClr>
            </a:solidFill>
            <a:ln w="5420" cap="flat">
              <a:solidFill>
                <a:srgbClr val="73D3B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44" name="pg1444"/>
            <p:cNvSpPr/>
            <p:nvPr/>
          </p:nvSpPr>
          <p:spPr>
            <a:xfrm>
              <a:off x="4934580" y="366595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BD5B6">
                <a:alpha val="100000"/>
              </a:srgbClr>
            </a:solidFill>
            <a:ln w="5420" cap="flat">
              <a:solidFill>
                <a:srgbClr val="7BD5B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45" name="pg1445"/>
            <p:cNvSpPr/>
            <p:nvPr/>
          </p:nvSpPr>
          <p:spPr>
            <a:xfrm>
              <a:off x="4946217" y="366595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2D3B3">
                <a:alpha val="100000"/>
              </a:srgbClr>
            </a:solidFill>
            <a:ln w="5420" cap="flat">
              <a:solidFill>
                <a:srgbClr val="72D3B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46" name="pg1446"/>
            <p:cNvSpPr/>
            <p:nvPr/>
          </p:nvSpPr>
          <p:spPr>
            <a:xfrm>
              <a:off x="4957854" y="366595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1CEAC">
                <a:alpha val="100000"/>
              </a:srgbClr>
            </a:solidFill>
            <a:ln w="5420" cap="flat">
              <a:solidFill>
                <a:srgbClr val="61CE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47" name="pg1447"/>
            <p:cNvSpPr/>
            <p:nvPr/>
          </p:nvSpPr>
          <p:spPr>
            <a:xfrm>
              <a:off x="4969492" y="366595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BC6AC">
                <a:alpha val="100000"/>
              </a:srgbClr>
            </a:solidFill>
            <a:ln w="5420" cap="flat">
              <a:solidFill>
                <a:srgbClr val="5BC6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48" name="pg1448"/>
            <p:cNvSpPr/>
            <p:nvPr/>
          </p:nvSpPr>
          <p:spPr>
            <a:xfrm>
              <a:off x="4981129" y="366595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5BEAB">
                <a:alpha val="100000"/>
              </a:srgbClr>
            </a:solidFill>
            <a:ln w="5420" cap="flat">
              <a:solidFill>
                <a:srgbClr val="55BE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49" name="pg1449"/>
            <p:cNvSpPr/>
            <p:nvPr/>
          </p:nvSpPr>
          <p:spPr>
            <a:xfrm>
              <a:off x="4992766" y="366595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FB5AB">
                <a:alpha val="100000"/>
              </a:srgbClr>
            </a:solidFill>
            <a:ln w="5420" cap="flat">
              <a:solidFill>
                <a:srgbClr val="4FB5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50" name="pg1450"/>
            <p:cNvSpPr/>
            <p:nvPr/>
          </p:nvSpPr>
          <p:spPr>
            <a:xfrm>
              <a:off x="5004403" y="366595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AAEAB">
                <a:alpha val="100000"/>
              </a:srgbClr>
            </a:solidFill>
            <a:ln w="5420" cap="flat">
              <a:solidFill>
                <a:srgbClr val="4AAE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51" name="pg1451"/>
            <p:cNvSpPr/>
            <p:nvPr/>
          </p:nvSpPr>
          <p:spPr>
            <a:xfrm>
              <a:off x="5016041" y="366595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4A8AA">
                <a:alpha val="100000"/>
              </a:srgbClr>
            </a:solidFill>
            <a:ln w="5420" cap="flat">
              <a:solidFill>
                <a:srgbClr val="44A8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52" name="pg1452"/>
            <p:cNvSpPr/>
            <p:nvPr/>
          </p:nvSpPr>
          <p:spPr>
            <a:xfrm>
              <a:off x="5039315" y="366595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9EAA">
                <a:alpha val="100000"/>
              </a:srgbClr>
            </a:solidFill>
            <a:ln w="5420" cap="flat">
              <a:solidFill>
                <a:srgbClr val="3B9E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53" name="pg1453"/>
            <p:cNvSpPr/>
            <p:nvPr/>
          </p:nvSpPr>
          <p:spPr>
            <a:xfrm>
              <a:off x="5050953" y="366595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699A9">
                <a:alpha val="100000"/>
              </a:srgbClr>
            </a:solidFill>
            <a:ln w="5420" cap="flat">
              <a:solidFill>
                <a:srgbClr val="3699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54" name="pg1454"/>
            <p:cNvSpPr/>
            <p:nvPr/>
          </p:nvSpPr>
          <p:spPr>
            <a:xfrm>
              <a:off x="5062590" y="366595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497A9">
                <a:alpha val="100000"/>
              </a:srgbClr>
            </a:solidFill>
            <a:ln w="5420" cap="flat">
              <a:solidFill>
                <a:srgbClr val="3497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55" name="pg1455"/>
            <p:cNvSpPr/>
            <p:nvPr/>
          </p:nvSpPr>
          <p:spPr>
            <a:xfrm>
              <a:off x="5074227" y="366595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496A9">
                <a:alpha val="100000"/>
              </a:srgbClr>
            </a:solidFill>
            <a:ln w="5420" cap="flat">
              <a:solidFill>
                <a:srgbClr val="3496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56" name="pg1456"/>
            <p:cNvSpPr/>
            <p:nvPr/>
          </p:nvSpPr>
          <p:spPr>
            <a:xfrm>
              <a:off x="5085865" y="366595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595A9">
                <a:alpha val="100000"/>
              </a:srgbClr>
            </a:solidFill>
            <a:ln w="5420" cap="flat">
              <a:solidFill>
                <a:srgbClr val="3595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57" name="pg1457"/>
            <p:cNvSpPr/>
            <p:nvPr/>
          </p:nvSpPr>
          <p:spPr>
            <a:xfrm>
              <a:off x="5097502" y="366595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594A8">
                <a:alpha val="100000"/>
              </a:srgbClr>
            </a:solidFill>
            <a:ln w="5420" cap="flat">
              <a:solidFill>
                <a:srgbClr val="3594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58" name="pg1458"/>
            <p:cNvSpPr/>
            <p:nvPr/>
          </p:nvSpPr>
          <p:spPr>
            <a:xfrm>
              <a:off x="4829844" y="368025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0B7AB">
                <a:alpha val="100000"/>
              </a:srgbClr>
            </a:solidFill>
            <a:ln w="5420" cap="flat">
              <a:solidFill>
                <a:srgbClr val="50B7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59" name="pg1459"/>
            <p:cNvSpPr/>
            <p:nvPr/>
          </p:nvSpPr>
          <p:spPr>
            <a:xfrm>
              <a:off x="4841481" y="368025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3BAAB">
                <a:alpha val="100000"/>
              </a:srgbClr>
            </a:solidFill>
            <a:ln w="5420" cap="flat">
              <a:solidFill>
                <a:srgbClr val="53BA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60" name="pg1460"/>
            <p:cNvSpPr/>
            <p:nvPr/>
          </p:nvSpPr>
          <p:spPr>
            <a:xfrm>
              <a:off x="4853118" y="368025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5BDAB">
                <a:alpha val="100000"/>
              </a:srgbClr>
            </a:solidFill>
            <a:ln w="5420" cap="flat">
              <a:solidFill>
                <a:srgbClr val="55BD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61" name="pg1461"/>
            <p:cNvSpPr/>
            <p:nvPr/>
          </p:nvSpPr>
          <p:spPr>
            <a:xfrm>
              <a:off x="4864756" y="368025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6BFAB">
                <a:alpha val="100000"/>
              </a:srgbClr>
            </a:solidFill>
            <a:ln w="5420" cap="flat">
              <a:solidFill>
                <a:srgbClr val="56BF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62" name="pg1462"/>
            <p:cNvSpPr/>
            <p:nvPr/>
          </p:nvSpPr>
          <p:spPr>
            <a:xfrm>
              <a:off x="4876393" y="368025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8C1AC">
                <a:alpha val="100000"/>
              </a:srgbClr>
            </a:solidFill>
            <a:ln w="5420" cap="flat">
              <a:solidFill>
                <a:srgbClr val="58C1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63" name="pg1463"/>
            <p:cNvSpPr/>
            <p:nvPr/>
          </p:nvSpPr>
          <p:spPr>
            <a:xfrm>
              <a:off x="4888030" y="368025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BC6AC">
                <a:alpha val="100000"/>
              </a:srgbClr>
            </a:solidFill>
            <a:ln w="5420" cap="flat">
              <a:solidFill>
                <a:srgbClr val="5BC6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64" name="pg1464"/>
            <p:cNvSpPr/>
            <p:nvPr/>
          </p:nvSpPr>
          <p:spPr>
            <a:xfrm>
              <a:off x="4899668" y="368025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2CEAD">
                <a:alpha val="100000"/>
              </a:srgbClr>
            </a:solidFill>
            <a:ln w="5420" cap="flat">
              <a:solidFill>
                <a:srgbClr val="62CEA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65" name="pg1465"/>
            <p:cNvSpPr/>
            <p:nvPr/>
          </p:nvSpPr>
          <p:spPr>
            <a:xfrm>
              <a:off x="4911305" y="368025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FD7B8">
                <a:alpha val="100000"/>
              </a:srgbClr>
            </a:solidFill>
            <a:ln w="5420" cap="flat">
              <a:solidFill>
                <a:srgbClr val="7FD7B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66" name="pg1466"/>
            <p:cNvSpPr/>
            <p:nvPr/>
          </p:nvSpPr>
          <p:spPr>
            <a:xfrm>
              <a:off x="4922942" y="368025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94DDC1">
                <a:alpha val="100000"/>
              </a:srgbClr>
            </a:solidFill>
            <a:ln w="5420" cap="flat">
              <a:solidFill>
                <a:srgbClr val="94DDC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67" name="pg1467"/>
            <p:cNvSpPr/>
            <p:nvPr/>
          </p:nvSpPr>
          <p:spPr>
            <a:xfrm>
              <a:off x="4934580" y="368025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9BDFC4">
                <a:alpha val="100000"/>
              </a:srgbClr>
            </a:solidFill>
            <a:ln w="5420" cap="flat">
              <a:solidFill>
                <a:srgbClr val="9BDFC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68" name="pg1468"/>
            <p:cNvSpPr/>
            <p:nvPr/>
          </p:nvSpPr>
          <p:spPr>
            <a:xfrm>
              <a:off x="4946217" y="368025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8DDBBE">
                <a:alpha val="100000"/>
              </a:srgbClr>
            </a:solidFill>
            <a:ln w="5420" cap="flat">
              <a:solidFill>
                <a:srgbClr val="8DDBB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69" name="pg1469"/>
            <p:cNvSpPr/>
            <p:nvPr/>
          </p:nvSpPr>
          <p:spPr>
            <a:xfrm>
              <a:off x="4957854" y="368025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7D4B5">
                <a:alpha val="100000"/>
              </a:srgbClr>
            </a:solidFill>
            <a:ln w="5420" cap="flat">
              <a:solidFill>
                <a:srgbClr val="77D4B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70" name="pg1470"/>
            <p:cNvSpPr/>
            <p:nvPr/>
          </p:nvSpPr>
          <p:spPr>
            <a:xfrm>
              <a:off x="4969492" y="368025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ECBAC">
                <a:alpha val="100000"/>
              </a:srgbClr>
            </a:solidFill>
            <a:ln w="5420" cap="flat">
              <a:solidFill>
                <a:srgbClr val="5ECB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71" name="pg1471"/>
            <p:cNvSpPr/>
            <p:nvPr/>
          </p:nvSpPr>
          <p:spPr>
            <a:xfrm>
              <a:off x="4981129" y="368025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7C0AC">
                <a:alpha val="100000"/>
              </a:srgbClr>
            </a:solidFill>
            <a:ln w="5420" cap="flat">
              <a:solidFill>
                <a:srgbClr val="57C0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72" name="pg1472"/>
            <p:cNvSpPr/>
            <p:nvPr/>
          </p:nvSpPr>
          <p:spPr>
            <a:xfrm>
              <a:off x="4992766" y="368025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FB5AB">
                <a:alpha val="100000"/>
              </a:srgbClr>
            </a:solidFill>
            <a:ln w="5420" cap="flat">
              <a:solidFill>
                <a:srgbClr val="4FB5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73" name="pg1473"/>
            <p:cNvSpPr/>
            <p:nvPr/>
          </p:nvSpPr>
          <p:spPr>
            <a:xfrm>
              <a:off x="5004403" y="368025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8ACAA">
                <a:alpha val="100000"/>
              </a:srgbClr>
            </a:solidFill>
            <a:ln w="5420" cap="flat">
              <a:solidFill>
                <a:srgbClr val="48AC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74" name="pg1474"/>
            <p:cNvSpPr/>
            <p:nvPr/>
          </p:nvSpPr>
          <p:spPr>
            <a:xfrm>
              <a:off x="5016041" y="368025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1A4AA">
                <a:alpha val="100000"/>
              </a:srgbClr>
            </a:solidFill>
            <a:ln w="5420" cap="flat">
              <a:solidFill>
                <a:srgbClr val="41A4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75" name="pg1475"/>
            <p:cNvSpPr/>
            <p:nvPr/>
          </p:nvSpPr>
          <p:spPr>
            <a:xfrm>
              <a:off x="5027678" y="368025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9EAA">
                <a:alpha val="100000"/>
              </a:srgbClr>
            </a:solidFill>
            <a:ln w="5420" cap="flat">
              <a:solidFill>
                <a:srgbClr val="3C9E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76" name="pg1476"/>
            <p:cNvSpPr/>
            <p:nvPr/>
          </p:nvSpPr>
          <p:spPr>
            <a:xfrm>
              <a:off x="5039315" y="368025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89AA9">
                <a:alpha val="100000"/>
              </a:srgbClr>
            </a:solidFill>
            <a:ln w="5420" cap="flat">
              <a:solidFill>
                <a:srgbClr val="389A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77" name="pg1477"/>
            <p:cNvSpPr/>
            <p:nvPr/>
          </p:nvSpPr>
          <p:spPr>
            <a:xfrm>
              <a:off x="5050953" y="368025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595A9">
                <a:alpha val="100000"/>
              </a:srgbClr>
            </a:solidFill>
            <a:ln w="5420" cap="flat">
              <a:solidFill>
                <a:srgbClr val="3595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78" name="pg1478"/>
            <p:cNvSpPr/>
            <p:nvPr/>
          </p:nvSpPr>
          <p:spPr>
            <a:xfrm>
              <a:off x="5062590" y="368025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593A8">
                <a:alpha val="100000"/>
              </a:srgbClr>
            </a:solidFill>
            <a:ln w="5420" cap="flat">
              <a:solidFill>
                <a:srgbClr val="3593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79" name="pg1479"/>
            <p:cNvSpPr/>
            <p:nvPr/>
          </p:nvSpPr>
          <p:spPr>
            <a:xfrm>
              <a:off x="5074227" y="368025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692A8">
                <a:alpha val="100000"/>
              </a:srgbClr>
            </a:solidFill>
            <a:ln w="5420" cap="flat">
              <a:solidFill>
                <a:srgbClr val="3692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80" name="pg1480"/>
            <p:cNvSpPr/>
            <p:nvPr/>
          </p:nvSpPr>
          <p:spPr>
            <a:xfrm>
              <a:off x="5085865" y="368025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692A8">
                <a:alpha val="100000"/>
              </a:srgbClr>
            </a:solidFill>
            <a:ln w="5420" cap="flat">
              <a:solidFill>
                <a:srgbClr val="3692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81" name="pg1481"/>
            <p:cNvSpPr/>
            <p:nvPr/>
          </p:nvSpPr>
          <p:spPr>
            <a:xfrm>
              <a:off x="5097502" y="368025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692A8">
                <a:alpha val="100000"/>
              </a:srgbClr>
            </a:solidFill>
            <a:ln w="5420" cap="flat">
              <a:solidFill>
                <a:srgbClr val="3692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82" name="pg1482"/>
            <p:cNvSpPr/>
            <p:nvPr/>
          </p:nvSpPr>
          <p:spPr>
            <a:xfrm>
              <a:off x="4841481" y="369455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2B9AB">
                <a:alpha val="100000"/>
              </a:srgbClr>
            </a:solidFill>
            <a:ln w="5420" cap="flat">
              <a:solidFill>
                <a:srgbClr val="52B9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83" name="pg1483"/>
            <p:cNvSpPr/>
            <p:nvPr/>
          </p:nvSpPr>
          <p:spPr>
            <a:xfrm>
              <a:off x="4853118" y="369455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4BCAB">
                <a:alpha val="100000"/>
              </a:srgbClr>
            </a:solidFill>
            <a:ln w="5420" cap="flat">
              <a:solidFill>
                <a:srgbClr val="54BC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84" name="pg1484"/>
            <p:cNvSpPr/>
            <p:nvPr/>
          </p:nvSpPr>
          <p:spPr>
            <a:xfrm>
              <a:off x="4864756" y="369455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7C0AC">
                <a:alpha val="100000"/>
              </a:srgbClr>
            </a:solidFill>
            <a:ln w="5420" cap="flat">
              <a:solidFill>
                <a:srgbClr val="57C0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85" name="pg1485"/>
            <p:cNvSpPr/>
            <p:nvPr/>
          </p:nvSpPr>
          <p:spPr>
            <a:xfrm>
              <a:off x="4876393" y="369455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AC5AC">
                <a:alpha val="100000"/>
              </a:srgbClr>
            </a:solidFill>
            <a:ln w="5420" cap="flat">
              <a:solidFill>
                <a:srgbClr val="5AC5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86" name="pg1486"/>
            <p:cNvSpPr/>
            <p:nvPr/>
          </p:nvSpPr>
          <p:spPr>
            <a:xfrm>
              <a:off x="4888030" y="369455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0CDAC">
                <a:alpha val="100000"/>
              </a:srgbClr>
            </a:solidFill>
            <a:ln w="5420" cap="flat">
              <a:solidFill>
                <a:srgbClr val="60CD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87" name="pg1487"/>
            <p:cNvSpPr/>
            <p:nvPr/>
          </p:nvSpPr>
          <p:spPr>
            <a:xfrm>
              <a:off x="4899668" y="369455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DD6B7">
                <a:alpha val="100000"/>
              </a:srgbClr>
            </a:solidFill>
            <a:ln w="5420" cap="flat">
              <a:solidFill>
                <a:srgbClr val="7DD6B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88" name="pg1488"/>
            <p:cNvSpPr/>
            <p:nvPr/>
          </p:nvSpPr>
          <p:spPr>
            <a:xfrm>
              <a:off x="4911305" y="369455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9DE0C5">
                <a:alpha val="100000"/>
              </a:srgbClr>
            </a:solidFill>
            <a:ln w="5420" cap="flat">
              <a:solidFill>
                <a:srgbClr val="9DE0C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89" name="pg1489"/>
            <p:cNvSpPr/>
            <p:nvPr/>
          </p:nvSpPr>
          <p:spPr>
            <a:xfrm>
              <a:off x="4922942" y="369455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B4E7D0">
                <a:alpha val="100000"/>
              </a:srgbClr>
            </a:solidFill>
            <a:ln w="5420" cap="flat">
              <a:solidFill>
                <a:srgbClr val="B4E7D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90" name="pg1490"/>
            <p:cNvSpPr/>
            <p:nvPr/>
          </p:nvSpPr>
          <p:spPr>
            <a:xfrm>
              <a:off x="4934580" y="369455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B8E8D2">
                <a:alpha val="100000"/>
              </a:srgbClr>
            </a:solidFill>
            <a:ln w="5420" cap="flat">
              <a:solidFill>
                <a:srgbClr val="B8E8D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91" name="pg1491"/>
            <p:cNvSpPr/>
            <p:nvPr/>
          </p:nvSpPr>
          <p:spPr>
            <a:xfrm>
              <a:off x="4946217" y="369455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A4E2C9">
                <a:alpha val="100000"/>
              </a:srgbClr>
            </a:solidFill>
            <a:ln w="5420" cap="flat">
              <a:solidFill>
                <a:srgbClr val="A4E2C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92" name="pg1492"/>
            <p:cNvSpPr/>
            <p:nvPr/>
          </p:nvSpPr>
          <p:spPr>
            <a:xfrm>
              <a:off x="4957854" y="369455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87D9BB">
                <a:alpha val="100000"/>
              </a:srgbClr>
            </a:solidFill>
            <a:ln w="5420" cap="flat">
              <a:solidFill>
                <a:srgbClr val="87D9B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93" name="pg1493"/>
            <p:cNvSpPr/>
            <p:nvPr/>
          </p:nvSpPr>
          <p:spPr>
            <a:xfrm>
              <a:off x="4969492" y="369455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1CEAC">
                <a:alpha val="100000"/>
              </a:srgbClr>
            </a:solidFill>
            <a:ln w="5420" cap="flat">
              <a:solidFill>
                <a:srgbClr val="61CE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94" name="pg1494"/>
            <p:cNvSpPr/>
            <p:nvPr/>
          </p:nvSpPr>
          <p:spPr>
            <a:xfrm>
              <a:off x="4981129" y="369455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6BFAB">
                <a:alpha val="100000"/>
              </a:srgbClr>
            </a:solidFill>
            <a:ln w="5420" cap="flat">
              <a:solidFill>
                <a:srgbClr val="56BF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95" name="pg1495"/>
            <p:cNvSpPr/>
            <p:nvPr/>
          </p:nvSpPr>
          <p:spPr>
            <a:xfrm>
              <a:off x="4992766" y="369455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CB2AB">
                <a:alpha val="100000"/>
              </a:srgbClr>
            </a:solidFill>
            <a:ln w="5420" cap="flat">
              <a:solidFill>
                <a:srgbClr val="4CB2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96" name="pg1496"/>
            <p:cNvSpPr/>
            <p:nvPr/>
          </p:nvSpPr>
          <p:spPr>
            <a:xfrm>
              <a:off x="5004403" y="369455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3A6AA">
                <a:alpha val="100000"/>
              </a:srgbClr>
            </a:solidFill>
            <a:ln w="5420" cap="flat">
              <a:solidFill>
                <a:srgbClr val="43A6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97" name="pg1497"/>
            <p:cNvSpPr/>
            <p:nvPr/>
          </p:nvSpPr>
          <p:spPr>
            <a:xfrm>
              <a:off x="5016041" y="369455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9EAA">
                <a:alpha val="100000"/>
              </a:srgbClr>
            </a:solidFill>
            <a:ln w="5420" cap="flat">
              <a:solidFill>
                <a:srgbClr val="3B9E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98" name="pg1498"/>
            <p:cNvSpPr/>
            <p:nvPr/>
          </p:nvSpPr>
          <p:spPr>
            <a:xfrm>
              <a:off x="5027678" y="369455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598A9">
                <a:alpha val="100000"/>
              </a:srgbClr>
            </a:solidFill>
            <a:ln w="5420" cap="flat">
              <a:solidFill>
                <a:srgbClr val="3598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99" name="pg1499"/>
            <p:cNvSpPr/>
            <p:nvPr/>
          </p:nvSpPr>
          <p:spPr>
            <a:xfrm>
              <a:off x="5039315" y="369455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594A8">
                <a:alpha val="100000"/>
              </a:srgbClr>
            </a:solidFill>
            <a:ln w="5420" cap="flat">
              <a:solidFill>
                <a:srgbClr val="3594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00" name="pg1500"/>
            <p:cNvSpPr/>
            <p:nvPr/>
          </p:nvSpPr>
          <p:spPr>
            <a:xfrm>
              <a:off x="5050953" y="369455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8FA7">
                <a:alpha val="100000"/>
              </a:srgbClr>
            </a:solidFill>
            <a:ln w="5420" cap="flat">
              <a:solidFill>
                <a:srgbClr val="378F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01" name="pg1501"/>
            <p:cNvSpPr/>
            <p:nvPr/>
          </p:nvSpPr>
          <p:spPr>
            <a:xfrm>
              <a:off x="5062590" y="369455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8EA7">
                <a:alpha val="100000"/>
              </a:srgbClr>
            </a:solidFill>
            <a:ln w="5420" cap="flat">
              <a:solidFill>
                <a:srgbClr val="378E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02" name="pg1502"/>
            <p:cNvSpPr/>
            <p:nvPr/>
          </p:nvSpPr>
          <p:spPr>
            <a:xfrm>
              <a:off x="5074227" y="369455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8EA7">
                <a:alpha val="100000"/>
              </a:srgbClr>
            </a:solidFill>
            <a:ln w="5420" cap="flat">
              <a:solidFill>
                <a:srgbClr val="378E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03" name="pg1503"/>
            <p:cNvSpPr/>
            <p:nvPr/>
          </p:nvSpPr>
          <p:spPr>
            <a:xfrm>
              <a:off x="5085865" y="369455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8EA7">
                <a:alpha val="100000"/>
              </a:srgbClr>
            </a:solidFill>
            <a:ln w="5420" cap="flat">
              <a:solidFill>
                <a:srgbClr val="378E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04" name="pg1504"/>
            <p:cNvSpPr/>
            <p:nvPr/>
          </p:nvSpPr>
          <p:spPr>
            <a:xfrm>
              <a:off x="4841481" y="370885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0B6AB">
                <a:alpha val="100000"/>
              </a:srgbClr>
            </a:solidFill>
            <a:ln w="5420" cap="flat">
              <a:solidFill>
                <a:srgbClr val="50B6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05" name="pg1505"/>
            <p:cNvSpPr/>
            <p:nvPr/>
          </p:nvSpPr>
          <p:spPr>
            <a:xfrm>
              <a:off x="4853118" y="370885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2BAAB">
                <a:alpha val="100000"/>
              </a:srgbClr>
            </a:solidFill>
            <a:ln w="5420" cap="flat">
              <a:solidFill>
                <a:srgbClr val="52BA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06" name="pg1506"/>
            <p:cNvSpPr/>
            <p:nvPr/>
          </p:nvSpPr>
          <p:spPr>
            <a:xfrm>
              <a:off x="4864756" y="370885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6BFAB">
                <a:alpha val="100000"/>
              </a:srgbClr>
            </a:solidFill>
            <a:ln w="5420" cap="flat">
              <a:solidFill>
                <a:srgbClr val="56BF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07" name="pg1507"/>
            <p:cNvSpPr/>
            <p:nvPr/>
          </p:nvSpPr>
          <p:spPr>
            <a:xfrm>
              <a:off x="4876393" y="370885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BC7AC">
                <a:alpha val="100000"/>
              </a:srgbClr>
            </a:solidFill>
            <a:ln w="5420" cap="flat">
              <a:solidFill>
                <a:srgbClr val="5BC7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08" name="pg1508"/>
            <p:cNvSpPr/>
            <p:nvPr/>
          </p:nvSpPr>
          <p:spPr>
            <a:xfrm>
              <a:off x="4888030" y="370885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8D0AF">
                <a:alpha val="100000"/>
              </a:srgbClr>
            </a:solidFill>
            <a:ln w="5420" cap="flat">
              <a:solidFill>
                <a:srgbClr val="68D0A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09" name="pg1509"/>
            <p:cNvSpPr/>
            <p:nvPr/>
          </p:nvSpPr>
          <p:spPr>
            <a:xfrm>
              <a:off x="4899668" y="370885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89DABC">
                <a:alpha val="100000"/>
              </a:srgbClr>
            </a:solidFill>
            <a:ln w="5420" cap="flat">
              <a:solidFill>
                <a:srgbClr val="89DAB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10" name="pg1510"/>
            <p:cNvSpPr/>
            <p:nvPr/>
          </p:nvSpPr>
          <p:spPr>
            <a:xfrm>
              <a:off x="4911305" y="370885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ABE4CB">
                <a:alpha val="100000"/>
              </a:srgbClr>
            </a:solidFill>
            <a:ln w="5420" cap="flat">
              <a:solidFill>
                <a:srgbClr val="ABE4C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11" name="pg1511"/>
            <p:cNvSpPr/>
            <p:nvPr/>
          </p:nvSpPr>
          <p:spPr>
            <a:xfrm>
              <a:off x="4922942" y="370885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C4EDD8">
                <a:alpha val="100000"/>
              </a:srgbClr>
            </a:solidFill>
            <a:ln w="5420" cap="flat">
              <a:solidFill>
                <a:srgbClr val="C4EDD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12" name="pg1512"/>
            <p:cNvSpPr/>
            <p:nvPr/>
          </p:nvSpPr>
          <p:spPr>
            <a:xfrm>
              <a:off x="4934580" y="370885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C7EDD9">
                <a:alpha val="100000"/>
              </a:srgbClr>
            </a:solidFill>
            <a:ln w="5420" cap="flat">
              <a:solidFill>
                <a:srgbClr val="C7EDD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13" name="pg1513"/>
            <p:cNvSpPr/>
            <p:nvPr/>
          </p:nvSpPr>
          <p:spPr>
            <a:xfrm>
              <a:off x="4946217" y="370885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AEE5CD">
                <a:alpha val="100000"/>
              </a:srgbClr>
            </a:solidFill>
            <a:ln w="5420" cap="flat">
              <a:solidFill>
                <a:srgbClr val="AEE5C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14" name="pg1514"/>
            <p:cNvSpPr/>
            <p:nvPr/>
          </p:nvSpPr>
          <p:spPr>
            <a:xfrm>
              <a:off x="4957854" y="370885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89DABC">
                <a:alpha val="100000"/>
              </a:srgbClr>
            </a:solidFill>
            <a:ln w="5420" cap="flat">
              <a:solidFill>
                <a:srgbClr val="89DAB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15" name="pg1515"/>
            <p:cNvSpPr/>
            <p:nvPr/>
          </p:nvSpPr>
          <p:spPr>
            <a:xfrm>
              <a:off x="4969492" y="370885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FCCAC">
                <a:alpha val="100000"/>
              </a:srgbClr>
            </a:solidFill>
            <a:ln w="5420" cap="flat">
              <a:solidFill>
                <a:srgbClr val="5FCC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16" name="pg1516"/>
            <p:cNvSpPr/>
            <p:nvPr/>
          </p:nvSpPr>
          <p:spPr>
            <a:xfrm>
              <a:off x="4981129" y="370885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2B9AB">
                <a:alpha val="100000"/>
              </a:srgbClr>
            </a:solidFill>
            <a:ln w="5420" cap="flat">
              <a:solidFill>
                <a:srgbClr val="52B9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17" name="pg1517"/>
            <p:cNvSpPr/>
            <p:nvPr/>
          </p:nvSpPr>
          <p:spPr>
            <a:xfrm>
              <a:off x="4992766" y="370885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6A9AA">
                <a:alpha val="100000"/>
              </a:srgbClr>
            </a:solidFill>
            <a:ln w="5420" cap="flat">
              <a:solidFill>
                <a:srgbClr val="46A9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18" name="pg1518"/>
            <p:cNvSpPr/>
            <p:nvPr/>
          </p:nvSpPr>
          <p:spPr>
            <a:xfrm>
              <a:off x="5004403" y="370885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9CA9">
                <a:alpha val="100000"/>
              </a:srgbClr>
            </a:solidFill>
            <a:ln w="5420" cap="flat">
              <a:solidFill>
                <a:srgbClr val="3A9C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19" name="pg1519"/>
            <p:cNvSpPr/>
            <p:nvPr/>
          </p:nvSpPr>
          <p:spPr>
            <a:xfrm>
              <a:off x="5016041" y="370885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593A8">
                <a:alpha val="100000"/>
              </a:srgbClr>
            </a:solidFill>
            <a:ln w="5420" cap="flat">
              <a:solidFill>
                <a:srgbClr val="3593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20" name="pg1520"/>
            <p:cNvSpPr/>
            <p:nvPr/>
          </p:nvSpPr>
          <p:spPr>
            <a:xfrm>
              <a:off x="5027678" y="370885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8DA7">
                <a:alpha val="100000"/>
              </a:srgbClr>
            </a:solidFill>
            <a:ln w="5420" cap="flat">
              <a:solidFill>
                <a:srgbClr val="378D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21" name="pg1521"/>
            <p:cNvSpPr/>
            <p:nvPr/>
          </p:nvSpPr>
          <p:spPr>
            <a:xfrm>
              <a:off x="5039315" y="370885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88AA6">
                <a:alpha val="100000"/>
              </a:srgbClr>
            </a:solidFill>
            <a:ln w="5420" cap="flat">
              <a:solidFill>
                <a:srgbClr val="388AA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22" name="pg1522"/>
            <p:cNvSpPr/>
            <p:nvPr/>
          </p:nvSpPr>
          <p:spPr>
            <a:xfrm>
              <a:off x="5050953" y="370885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888A6">
                <a:alpha val="100000"/>
              </a:srgbClr>
            </a:solidFill>
            <a:ln w="5420" cap="flat">
              <a:solidFill>
                <a:srgbClr val="3888A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23" name="pg1523"/>
            <p:cNvSpPr/>
            <p:nvPr/>
          </p:nvSpPr>
          <p:spPr>
            <a:xfrm>
              <a:off x="5062590" y="370885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889A6">
                <a:alpha val="100000"/>
              </a:srgbClr>
            </a:solidFill>
            <a:ln w="5420" cap="flat">
              <a:solidFill>
                <a:srgbClr val="3889A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24" name="pg1524"/>
            <p:cNvSpPr/>
            <p:nvPr/>
          </p:nvSpPr>
          <p:spPr>
            <a:xfrm>
              <a:off x="5074227" y="370885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88AA6">
                <a:alpha val="100000"/>
              </a:srgbClr>
            </a:solidFill>
            <a:ln w="5420" cap="flat">
              <a:solidFill>
                <a:srgbClr val="388AA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25" name="pg1525"/>
            <p:cNvSpPr/>
            <p:nvPr/>
          </p:nvSpPr>
          <p:spPr>
            <a:xfrm>
              <a:off x="4864756" y="372315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3BBAB">
                <a:alpha val="100000"/>
              </a:srgbClr>
            </a:solidFill>
            <a:ln w="5420" cap="flat">
              <a:solidFill>
                <a:srgbClr val="53BB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26" name="pg1526"/>
            <p:cNvSpPr/>
            <p:nvPr/>
          </p:nvSpPr>
          <p:spPr>
            <a:xfrm>
              <a:off x="4876393" y="372315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8C2AC">
                <a:alpha val="100000"/>
              </a:srgbClr>
            </a:solidFill>
            <a:ln w="5420" cap="flat">
              <a:solidFill>
                <a:srgbClr val="58C2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27" name="pg1527"/>
            <p:cNvSpPr/>
            <p:nvPr/>
          </p:nvSpPr>
          <p:spPr>
            <a:xfrm>
              <a:off x="4888030" y="372315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FCCAC">
                <a:alpha val="100000"/>
              </a:srgbClr>
            </a:solidFill>
            <a:ln w="5420" cap="flat">
              <a:solidFill>
                <a:srgbClr val="5FCC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28" name="pg1528"/>
            <p:cNvSpPr/>
            <p:nvPr/>
          </p:nvSpPr>
          <p:spPr>
            <a:xfrm>
              <a:off x="4899668" y="372315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ED6B8">
                <a:alpha val="100000"/>
              </a:srgbClr>
            </a:solidFill>
            <a:ln w="5420" cap="flat">
              <a:solidFill>
                <a:srgbClr val="7ED6B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29" name="pg1529"/>
            <p:cNvSpPr/>
            <p:nvPr/>
          </p:nvSpPr>
          <p:spPr>
            <a:xfrm>
              <a:off x="4911305" y="372315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9FE0C6">
                <a:alpha val="100000"/>
              </a:srgbClr>
            </a:solidFill>
            <a:ln w="5420" cap="flat">
              <a:solidFill>
                <a:srgbClr val="9FE0C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30" name="pg1530"/>
            <p:cNvSpPr/>
            <p:nvPr/>
          </p:nvSpPr>
          <p:spPr>
            <a:xfrm>
              <a:off x="4922942" y="372315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B9E9D2">
                <a:alpha val="100000"/>
              </a:srgbClr>
            </a:solidFill>
            <a:ln w="5420" cap="flat">
              <a:solidFill>
                <a:srgbClr val="B9E9D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31" name="pg1531"/>
            <p:cNvSpPr/>
            <p:nvPr/>
          </p:nvSpPr>
          <p:spPr>
            <a:xfrm>
              <a:off x="4934580" y="372315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BBE9D3">
                <a:alpha val="100000"/>
              </a:srgbClr>
            </a:solidFill>
            <a:ln w="5420" cap="flat">
              <a:solidFill>
                <a:srgbClr val="BBE9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32" name="pg1532"/>
            <p:cNvSpPr/>
            <p:nvPr/>
          </p:nvSpPr>
          <p:spPr>
            <a:xfrm>
              <a:off x="4946217" y="372315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9FE1C6">
                <a:alpha val="100000"/>
              </a:srgbClr>
            </a:solidFill>
            <a:ln w="5420" cap="flat">
              <a:solidFill>
                <a:srgbClr val="9FE1C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33" name="pg1533"/>
            <p:cNvSpPr/>
            <p:nvPr/>
          </p:nvSpPr>
          <p:spPr>
            <a:xfrm>
              <a:off x="4957854" y="372315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5D4B4">
                <a:alpha val="100000"/>
              </a:srgbClr>
            </a:solidFill>
            <a:ln w="5420" cap="flat">
              <a:solidFill>
                <a:srgbClr val="75D4B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34" name="pg1534"/>
            <p:cNvSpPr/>
            <p:nvPr/>
          </p:nvSpPr>
          <p:spPr>
            <a:xfrm>
              <a:off x="4969492" y="372315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8C1AC">
                <a:alpha val="100000"/>
              </a:srgbClr>
            </a:solidFill>
            <a:ln w="5420" cap="flat">
              <a:solidFill>
                <a:srgbClr val="58C1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35" name="pg1535"/>
            <p:cNvSpPr/>
            <p:nvPr/>
          </p:nvSpPr>
          <p:spPr>
            <a:xfrm>
              <a:off x="4981129" y="372315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9ADAB">
                <a:alpha val="100000"/>
              </a:srgbClr>
            </a:solidFill>
            <a:ln w="5420" cap="flat">
              <a:solidFill>
                <a:srgbClr val="49AD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36" name="pg1536"/>
            <p:cNvSpPr/>
            <p:nvPr/>
          </p:nvSpPr>
          <p:spPr>
            <a:xfrm>
              <a:off x="4992766" y="372315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89BA9">
                <a:alpha val="100000"/>
              </a:srgbClr>
            </a:solidFill>
            <a:ln w="5420" cap="flat">
              <a:solidFill>
                <a:srgbClr val="389B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37" name="pg1537"/>
            <p:cNvSpPr/>
            <p:nvPr/>
          </p:nvSpPr>
          <p:spPr>
            <a:xfrm>
              <a:off x="5004403" y="372315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8CA7">
                <a:alpha val="100000"/>
              </a:srgbClr>
            </a:solidFill>
            <a:ln w="5420" cap="flat">
              <a:solidFill>
                <a:srgbClr val="378C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38" name="pg1538"/>
            <p:cNvSpPr/>
            <p:nvPr/>
          </p:nvSpPr>
          <p:spPr>
            <a:xfrm>
              <a:off x="5016041" y="372315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82A5">
                <a:alpha val="100000"/>
              </a:srgbClr>
            </a:solidFill>
            <a:ln w="5420" cap="flat">
              <a:solidFill>
                <a:srgbClr val="3982A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39" name="pg1539"/>
            <p:cNvSpPr/>
            <p:nvPr/>
          </p:nvSpPr>
          <p:spPr>
            <a:xfrm>
              <a:off x="5027678" y="372315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EA4">
                <a:alpha val="100000"/>
              </a:srgbClr>
            </a:solidFill>
            <a:ln w="5420" cap="flat">
              <a:solidFill>
                <a:srgbClr val="3A7EA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40" name="pg1540"/>
            <p:cNvSpPr/>
            <p:nvPr/>
          </p:nvSpPr>
          <p:spPr>
            <a:xfrm>
              <a:off x="5039315" y="372315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DA3">
                <a:alpha val="100000"/>
              </a:srgbClr>
            </a:solidFill>
            <a:ln w="5420" cap="flat">
              <a:solidFill>
                <a:srgbClr val="3A7DA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41" name="pg1541"/>
            <p:cNvSpPr/>
            <p:nvPr/>
          </p:nvSpPr>
          <p:spPr>
            <a:xfrm>
              <a:off x="5050953" y="372315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80A4">
                <a:alpha val="100000"/>
              </a:srgbClr>
            </a:solidFill>
            <a:ln w="5420" cap="flat">
              <a:solidFill>
                <a:srgbClr val="3A80A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42" name="pg1542"/>
            <p:cNvSpPr/>
            <p:nvPr/>
          </p:nvSpPr>
          <p:spPr>
            <a:xfrm>
              <a:off x="5062590" y="372315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83A5">
                <a:alpha val="100000"/>
              </a:srgbClr>
            </a:solidFill>
            <a:ln w="5420" cap="flat">
              <a:solidFill>
                <a:srgbClr val="3983A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43" name="pg1543"/>
            <p:cNvSpPr/>
            <p:nvPr/>
          </p:nvSpPr>
          <p:spPr>
            <a:xfrm>
              <a:off x="4876393" y="373745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1B7AB">
                <a:alpha val="100000"/>
              </a:srgbClr>
            </a:solidFill>
            <a:ln w="5420" cap="flat">
              <a:solidFill>
                <a:srgbClr val="51B7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44" name="pg1544"/>
            <p:cNvSpPr/>
            <p:nvPr/>
          </p:nvSpPr>
          <p:spPr>
            <a:xfrm>
              <a:off x="4888030" y="373745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7C0AB">
                <a:alpha val="100000"/>
              </a:srgbClr>
            </a:solidFill>
            <a:ln w="5420" cap="flat">
              <a:solidFill>
                <a:srgbClr val="57C0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45" name="pg1545"/>
            <p:cNvSpPr/>
            <p:nvPr/>
          </p:nvSpPr>
          <p:spPr>
            <a:xfrm>
              <a:off x="4899668" y="373745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DCAAC">
                <a:alpha val="100000"/>
              </a:srgbClr>
            </a:solidFill>
            <a:ln w="5420" cap="flat">
              <a:solidFill>
                <a:srgbClr val="5DCA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46" name="pg1546"/>
            <p:cNvSpPr/>
            <p:nvPr/>
          </p:nvSpPr>
          <p:spPr>
            <a:xfrm>
              <a:off x="4911305" y="373745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4D3B3">
                <a:alpha val="100000"/>
              </a:srgbClr>
            </a:solidFill>
            <a:ln w="5420" cap="flat">
              <a:solidFill>
                <a:srgbClr val="74D3B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47" name="pg1547"/>
            <p:cNvSpPr/>
            <p:nvPr/>
          </p:nvSpPr>
          <p:spPr>
            <a:xfrm>
              <a:off x="4922942" y="373745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8ADABD">
                <a:alpha val="100000"/>
              </a:srgbClr>
            </a:solidFill>
            <a:ln w="5420" cap="flat">
              <a:solidFill>
                <a:srgbClr val="8ADAB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48" name="pg1548"/>
            <p:cNvSpPr/>
            <p:nvPr/>
          </p:nvSpPr>
          <p:spPr>
            <a:xfrm>
              <a:off x="4934580" y="373745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8ADABD">
                <a:alpha val="100000"/>
              </a:srgbClr>
            </a:solidFill>
            <a:ln w="5420" cap="flat">
              <a:solidFill>
                <a:srgbClr val="8ADAB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49" name="pg1549"/>
            <p:cNvSpPr/>
            <p:nvPr/>
          </p:nvSpPr>
          <p:spPr>
            <a:xfrm>
              <a:off x="4946217" y="373745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ED2B1">
                <a:alpha val="100000"/>
              </a:srgbClr>
            </a:solidFill>
            <a:ln w="5420" cap="flat">
              <a:solidFill>
                <a:srgbClr val="6ED2B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50" name="pg1550"/>
            <p:cNvSpPr/>
            <p:nvPr/>
          </p:nvSpPr>
          <p:spPr>
            <a:xfrm>
              <a:off x="4957854" y="373745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8C2AC">
                <a:alpha val="100000"/>
              </a:srgbClr>
            </a:solidFill>
            <a:ln w="5420" cap="flat">
              <a:solidFill>
                <a:srgbClr val="58C2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51" name="pg1551"/>
            <p:cNvSpPr/>
            <p:nvPr/>
          </p:nvSpPr>
          <p:spPr>
            <a:xfrm>
              <a:off x="4969492" y="373745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AAFAB">
                <a:alpha val="100000"/>
              </a:srgbClr>
            </a:solidFill>
            <a:ln w="5420" cap="flat">
              <a:solidFill>
                <a:srgbClr val="4AAF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52" name="pg1552"/>
            <p:cNvSpPr/>
            <p:nvPr/>
          </p:nvSpPr>
          <p:spPr>
            <a:xfrm>
              <a:off x="4981129" y="373745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89BA9">
                <a:alpha val="100000"/>
              </a:srgbClr>
            </a:solidFill>
            <a:ln w="5420" cap="flat">
              <a:solidFill>
                <a:srgbClr val="389B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53" name="pg1553"/>
            <p:cNvSpPr/>
            <p:nvPr/>
          </p:nvSpPr>
          <p:spPr>
            <a:xfrm>
              <a:off x="4992766" y="373745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86A5">
                <a:alpha val="100000"/>
              </a:srgbClr>
            </a:solidFill>
            <a:ln w="5420" cap="flat">
              <a:solidFill>
                <a:srgbClr val="3986A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54" name="pg1554"/>
            <p:cNvSpPr/>
            <p:nvPr/>
          </p:nvSpPr>
          <p:spPr>
            <a:xfrm>
              <a:off x="5004403" y="373745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6A2">
                <a:alpha val="100000"/>
              </a:srgbClr>
            </a:solidFill>
            <a:ln w="5420" cap="flat">
              <a:solidFill>
                <a:srgbClr val="3A76A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55" name="pg1555"/>
            <p:cNvSpPr/>
            <p:nvPr/>
          </p:nvSpPr>
          <p:spPr>
            <a:xfrm>
              <a:off x="5016041" y="373745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EA0">
                <a:alpha val="100000"/>
              </a:srgbClr>
            </a:solidFill>
            <a:ln w="5420" cap="flat">
              <a:solidFill>
                <a:srgbClr val="3A6EA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56" name="pg1556"/>
            <p:cNvSpPr/>
            <p:nvPr/>
          </p:nvSpPr>
          <p:spPr>
            <a:xfrm>
              <a:off x="5027678" y="373745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DA0">
                <a:alpha val="100000"/>
              </a:srgbClr>
            </a:solidFill>
            <a:ln w="5420" cap="flat">
              <a:solidFill>
                <a:srgbClr val="3A6DA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57" name="pg1557"/>
            <p:cNvSpPr/>
            <p:nvPr/>
          </p:nvSpPr>
          <p:spPr>
            <a:xfrm>
              <a:off x="5039315" y="373745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70A0">
                <a:alpha val="100000"/>
              </a:srgbClr>
            </a:solidFill>
            <a:ln w="5420" cap="flat">
              <a:solidFill>
                <a:srgbClr val="3B70A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58" name="pg1558"/>
            <p:cNvSpPr/>
            <p:nvPr/>
          </p:nvSpPr>
          <p:spPr>
            <a:xfrm>
              <a:off x="5050953" y="373745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9A2">
                <a:alpha val="100000"/>
              </a:srgbClr>
            </a:solidFill>
            <a:ln w="5420" cap="flat">
              <a:solidFill>
                <a:srgbClr val="3A79A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59" name="pg1559"/>
            <p:cNvSpPr/>
            <p:nvPr/>
          </p:nvSpPr>
          <p:spPr>
            <a:xfrm>
              <a:off x="4888030" y="375175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8ACAB">
                <a:alpha val="100000"/>
              </a:srgbClr>
            </a:solidFill>
            <a:ln w="5420" cap="flat">
              <a:solidFill>
                <a:srgbClr val="48AC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60" name="pg1560"/>
            <p:cNvSpPr/>
            <p:nvPr/>
          </p:nvSpPr>
          <p:spPr>
            <a:xfrm>
              <a:off x="4899668" y="375175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DB2AB">
                <a:alpha val="100000"/>
              </a:srgbClr>
            </a:solidFill>
            <a:ln w="5420" cap="flat">
              <a:solidFill>
                <a:srgbClr val="4DB2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61" name="pg1561"/>
            <p:cNvSpPr/>
            <p:nvPr/>
          </p:nvSpPr>
          <p:spPr>
            <a:xfrm>
              <a:off x="4911305" y="375175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1B8AB">
                <a:alpha val="100000"/>
              </a:srgbClr>
            </a:solidFill>
            <a:ln w="5420" cap="flat">
              <a:solidFill>
                <a:srgbClr val="51B8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62" name="pg1562"/>
            <p:cNvSpPr/>
            <p:nvPr/>
          </p:nvSpPr>
          <p:spPr>
            <a:xfrm>
              <a:off x="4922942" y="375175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5BDAB">
                <a:alpha val="100000"/>
              </a:srgbClr>
            </a:solidFill>
            <a:ln w="5420" cap="flat">
              <a:solidFill>
                <a:srgbClr val="55BD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63" name="pg1563"/>
            <p:cNvSpPr/>
            <p:nvPr/>
          </p:nvSpPr>
          <p:spPr>
            <a:xfrm>
              <a:off x="4934580" y="375175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4BCAB">
                <a:alpha val="100000"/>
              </a:srgbClr>
            </a:solidFill>
            <a:ln w="5420" cap="flat">
              <a:solidFill>
                <a:srgbClr val="54BC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64" name="pg1564"/>
            <p:cNvSpPr/>
            <p:nvPr/>
          </p:nvSpPr>
          <p:spPr>
            <a:xfrm>
              <a:off x="4946217" y="375175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FB5AB">
                <a:alpha val="100000"/>
              </a:srgbClr>
            </a:solidFill>
            <a:ln w="5420" cap="flat">
              <a:solidFill>
                <a:srgbClr val="4FB5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65" name="pg1565"/>
            <p:cNvSpPr/>
            <p:nvPr/>
          </p:nvSpPr>
          <p:spPr>
            <a:xfrm>
              <a:off x="4957854" y="375175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6AAAA">
                <a:alpha val="100000"/>
              </a:srgbClr>
            </a:solidFill>
            <a:ln w="5420" cap="flat">
              <a:solidFill>
                <a:srgbClr val="46AA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66" name="pg1566"/>
            <p:cNvSpPr/>
            <p:nvPr/>
          </p:nvSpPr>
          <p:spPr>
            <a:xfrm>
              <a:off x="4969492" y="375175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89BA9">
                <a:alpha val="100000"/>
              </a:srgbClr>
            </a:solidFill>
            <a:ln w="5420" cap="flat">
              <a:solidFill>
                <a:srgbClr val="389B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67" name="pg1567"/>
            <p:cNvSpPr/>
            <p:nvPr/>
          </p:nvSpPr>
          <p:spPr>
            <a:xfrm>
              <a:off x="4981129" y="375175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888A6">
                <a:alpha val="100000"/>
              </a:srgbClr>
            </a:solidFill>
            <a:ln w="5420" cap="flat">
              <a:solidFill>
                <a:srgbClr val="3888A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68" name="pg1568"/>
            <p:cNvSpPr/>
            <p:nvPr/>
          </p:nvSpPr>
          <p:spPr>
            <a:xfrm>
              <a:off x="4992766" y="375175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4A1">
                <a:alpha val="100000"/>
              </a:srgbClr>
            </a:solidFill>
            <a:ln w="5420" cap="flat">
              <a:solidFill>
                <a:srgbClr val="3A74A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69" name="pg1569"/>
            <p:cNvSpPr/>
            <p:nvPr/>
          </p:nvSpPr>
          <p:spPr>
            <a:xfrm>
              <a:off x="5004403" y="375175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49E">
                <a:alpha val="100000"/>
              </a:srgbClr>
            </a:solidFill>
            <a:ln w="5420" cap="flat">
              <a:solidFill>
                <a:srgbClr val="3A64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70" name="pg1570"/>
            <p:cNvSpPr/>
            <p:nvPr/>
          </p:nvSpPr>
          <p:spPr>
            <a:xfrm>
              <a:off x="5016041" y="375175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5D9C">
                <a:alpha val="100000"/>
              </a:srgbClr>
            </a:solidFill>
            <a:ln w="5420" cap="flat">
              <a:solidFill>
                <a:srgbClr val="395D9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71" name="pg1571"/>
            <p:cNvSpPr/>
            <p:nvPr/>
          </p:nvSpPr>
          <p:spPr>
            <a:xfrm>
              <a:off x="5027678" y="375175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5F9C">
                <a:alpha val="100000"/>
              </a:srgbClr>
            </a:solidFill>
            <a:ln w="5420" cap="flat">
              <a:solidFill>
                <a:srgbClr val="395F9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72" name="pg1572"/>
            <p:cNvSpPr/>
            <p:nvPr/>
          </p:nvSpPr>
          <p:spPr>
            <a:xfrm>
              <a:off x="5039315" y="375175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59E">
                <a:alpha val="100000"/>
              </a:srgbClr>
            </a:solidFill>
            <a:ln w="5420" cap="flat">
              <a:solidFill>
                <a:srgbClr val="3A65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73" name="pg1573"/>
            <p:cNvSpPr/>
            <p:nvPr/>
          </p:nvSpPr>
          <p:spPr>
            <a:xfrm>
              <a:off x="5050953" y="375175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72A1">
                <a:alpha val="100000"/>
              </a:srgbClr>
            </a:solidFill>
            <a:ln w="5420" cap="flat">
              <a:solidFill>
                <a:srgbClr val="3B72A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74" name="pg1574"/>
            <p:cNvSpPr/>
            <p:nvPr/>
          </p:nvSpPr>
          <p:spPr>
            <a:xfrm>
              <a:off x="4841481" y="376605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690A8">
                <a:alpha val="100000"/>
              </a:srgbClr>
            </a:solidFill>
            <a:ln w="5420" cap="flat">
              <a:solidFill>
                <a:srgbClr val="3690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75" name="pg1575"/>
            <p:cNvSpPr/>
            <p:nvPr/>
          </p:nvSpPr>
          <p:spPr>
            <a:xfrm>
              <a:off x="4853118" y="376605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690A8">
                <a:alpha val="100000"/>
              </a:srgbClr>
            </a:solidFill>
            <a:ln w="5420" cap="flat">
              <a:solidFill>
                <a:srgbClr val="3690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76" name="pg1576"/>
            <p:cNvSpPr/>
            <p:nvPr/>
          </p:nvSpPr>
          <p:spPr>
            <a:xfrm>
              <a:off x="4864756" y="376605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8FA7">
                <a:alpha val="100000"/>
              </a:srgbClr>
            </a:solidFill>
            <a:ln w="5420" cap="flat">
              <a:solidFill>
                <a:srgbClr val="378F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77" name="pg1577"/>
            <p:cNvSpPr/>
            <p:nvPr/>
          </p:nvSpPr>
          <p:spPr>
            <a:xfrm>
              <a:off x="4876393" y="376605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595A9">
                <a:alpha val="100000"/>
              </a:srgbClr>
            </a:solidFill>
            <a:ln w="5420" cap="flat">
              <a:solidFill>
                <a:srgbClr val="3595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78" name="pg1578"/>
            <p:cNvSpPr/>
            <p:nvPr/>
          </p:nvSpPr>
          <p:spPr>
            <a:xfrm>
              <a:off x="4888030" y="376605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497A9">
                <a:alpha val="100000"/>
              </a:srgbClr>
            </a:solidFill>
            <a:ln w="5420" cap="flat">
              <a:solidFill>
                <a:srgbClr val="3497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79" name="pg1579"/>
            <p:cNvSpPr/>
            <p:nvPr/>
          </p:nvSpPr>
          <p:spPr>
            <a:xfrm>
              <a:off x="4899668" y="376605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598A9">
                <a:alpha val="100000"/>
              </a:srgbClr>
            </a:solidFill>
            <a:ln w="5420" cap="flat">
              <a:solidFill>
                <a:srgbClr val="3598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80" name="pg1580"/>
            <p:cNvSpPr/>
            <p:nvPr/>
          </p:nvSpPr>
          <p:spPr>
            <a:xfrm>
              <a:off x="4911305" y="376605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699A9">
                <a:alpha val="100000"/>
              </a:srgbClr>
            </a:solidFill>
            <a:ln w="5420" cap="flat">
              <a:solidFill>
                <a:srgbClr val="3699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81" name="pg1581"/>
            <p:cNvSpPr/>
            <p:nvPr/>
          </p:nvSpPr>
          <p:spPr>
            <a:xfrm>
              <a:off x="4922942" y="376605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9AA9">
                <a:alpha val="100000"/>
              </a:srgbClr>
            </a:solidFill>
            <a:ln w="5420" cap="flat">
              <a:solidFill>
                <a:srgbClr val="379A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82" name="pg1582"/>
            <p:cNvSpPr/>
            <p:nvPr/>
          </p:nvSpPr>
          <p:spPr>
            <a:xfrm>
              <a:off x="4934580" y="376605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9AA9">
                <a:alpha val="100000"/>
              </a:srgbClr>
            </a:solidFill>
            <a:ln w="5420" cap="flat">
              <a:solidFill>
                <a:srgbClr val="379A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83" name="pg1583"/>
            <p:cNvSpPr/>
            <p:nvPr/>
          </p:nvSpPr>
          <p:spPr>
            <a:xfrm>
              <a:off x="4946217" y="376605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598A9">
                <a:alpha val="100000"/>
              </a:srgbClr>
            </a:solidFill>
            <a:ln w="5420" cap="flat">
              <a:solidFill>
                <a:srgbClr val="3598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84" name="pg1584"/>
            <p:cNvSpPr/>
            <p:nvPr/>
          </p:nvSpPr>
          <p:spPr>
            <a:xfrm>
              <a:off x="4957854" y="376605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692A8">
                <a:alpha val="100000"/>
              </a:srgbClr>
            </a:solidFill>
            <a:ln w="5420" cap="flat">
              <a:solidFill>
                <a:srgbClr val="3692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85" name="pg1585"/>
            <p:cNvSpPr/>
            <p:nvPr/>
          </p:nvSpPr>
          <p:spPr>
            <a:xfrm>
              <a:off x="4969492" y="376605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889A6">
                <a:alpha val="100000"/>
              </a:srgbClr>
            </a:solidFill>
            <a:ln w="5420" cap="flat">
              <a:solidFill>
                <a:srgbClr val="3889A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86" name="pg1586"/>
            <p:cNvSpPr/>
            <p:nvPr/>
          </p:nvSpPr>
          <p:spPr>
            <a:xfrm>
              <a:off x="4981129" y="376605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CA3">
                <a:alpha val="100000"/>
              </a:srgbClr>
            </a:solidFill>
            <a:ln w="5420" cap="flat">
              <a:solidFill>
                <a:srgbClr val="3A7CA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87" name="pg1587"/>
            <p:cNvSpPr/>
            <p:nvPr/>
          </p:nvSpPr>
          <p:spPr>
            <a:xfrm>
              <a:off x="4992766" y="376605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B9F">
                <a:alpha val="100000"/>
              </a:srgbClr>
            </a:solidFill>
            <a:ln w="5420" cap="flat">
              <a:solidFill>
                <a:srgbClr val="3A6B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88" name="pg1588"/>
            <p:cNvSpPr/>
            <p:nvPr/>
          </p:nvSpPr>
          <p:spPr>
            <a:xfrm>
              <a:off x="5004403" y="376605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5D9C">
                <a:alpha val="100000"/>
              </a:srgbClr>
            </a:solidFill>
            <a:ln w="5420" cap="flat">
              <a:solidFill>
                <a:srgbClr val="395D9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89" name="pg1589"/>
            <p:cNvSpPr/>
            <p:nvPr/>
          </p:nvSpPr>
          <p:spPr>
            <a:xfrm>
              <a:off x="5016041" y="376605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5895">
                <a:alpha val="100000"/>
              </a:srgbClr>
            </a:solidFill>
            <a:ln w="5420" cap="flat">
              <a:solidFill>
                <a:srgbClr val="3A589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90" name="pg1590"/>
            <p:cNvSpPr/>
            <p:nvPr/>
          </p:nvSpPr>
          <p:spPr>
            <a:xfrm>
              <a:off x="5027678" y="376605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5B99">
                <a:alpha val="100000"/>
              </a:srgbClr>
            </a:solidFill>
            <a:ln w="5420" cap="flat">
              <a:solidFill>
                <a:srgbClr val="395B9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91" name="pg1591"/>
            <p:cNvSpPr/>
            <p:nvPr/>
          </p:nvSpPr>
          <p:spPr>
            <a:xfrm>
              <a:off x="5039315" y="376605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29D">
                <a:alpha val="100000"/>
              </a:srgbClr>
            </a:solidFill>
            <a:ln w="5420" cap="flat">
              <a:solidFill>
                <a:srgbClr val="3A62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92" name="pg1592"/>
            <p:cNvSpPr/>
            <p:nvPr/>
          </p:nvSpPr>
          <p:spPr>
            <a:xfrm>
              <a:off x="4829844" y="378035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88AA6">
                <a:alpha val="100000"/>
              </a:srgbClr>
            </a:solidFill>
            <a:ln w="5420" cap="flat">
              <a:solidFill>
                <a:srgbClr val="388AA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93" name="pg1593"/>
            <p:cNvSpPr/>
            <p:nvPr/>
          </p:nvSpPr>
          <p:spPr>
            <a:xfrm>
              <a:off x="4841481" y="378035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889A6">
                <a:alpha val="100000"/>
              </a:srgbClr>
            </a:solidFill>
            <a:ln w="5420" cap="flat">
              <a:solidFill>
                <a:srgbClr val="3889A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94" name="pg1594"/>
            <p:cNvSpPr/>
            <p:nvPr/>
          </p:nvSpPr>
          <p:spPr>
            <a:xfrm>
              <a:off x="4853118" y="378035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888A6">
                <a:alpha val="100000"/>
              </a:srgbClr>
            </a:solidFill>
            <a:ln w="5420" cap="flat">
              <a:solidFill>
                <a:srgbClr val="3888A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95" name="pg1595"/>
            <p:cNvSpPr/>
            <p:nvPr/>
          </p:nvSpPr>
          <p:spPr>
            <a:xfrm>
              <a:off x="4864756" y="378035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86A5">
                <a:alpha val="100000"/>
              </a:srgbClr>
            </a:solidFill>
            <a:ln w="5420" cap="flat">
              <a:solidFill>
                <a:srgbClr val="3986A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96" name="pg1596"/>
            <p:cNvSpPr/>
            <p:nvPr/>
          </p:nvSpPr>
          <p:spPr>
            <a:xfrm>
              <a:off x="4876393" y="378035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84A5">
                <a:alpha val="100000"/>
              </a:srgbClr>
            </a:solidFill>
            <a:ln w="5420" cap="flat">
              <a:solidFill>
                <a:srgbClr val="3984A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97" name="pg1597"/>
            <p:cNvSpPr/>
            <p:nvPr/>
          </p:nvSpPr>
          <p:spPr>
            <a:xfrm>
              <a:off x="4888030" y="378035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81A4">
                <a:alpha val="100000"/>
              </a:srgbClr>
            </a:solidFill>
            <a:ln w="5420" cap="flat">
              <a:solidFill>
                <a:srgbClr val="3981A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98" name="pg1598"/>
            <p:cNvSpPr/>
            <p:nvPr/>
          </p:nvSpPr>
          <p:spPr>
            <a:xfrm>
              <a:off x="4899668" y="378035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EA4">
                <a:alpha val="100000"/>
              </a:srgbClr>
            </a:solidFill>
            <a:ln w="5420" cap="flat">
              <a:solidFill>
                <a:srgbClr val="3A7EA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99" name="pg1599"/>
            <p:cNvSpPr/>
            <p:nvPr/>
          </p:nvSpPr>
          <p:spPr>
            <a:xfrm>
              <a:off x="4911305" y="378035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CA3">
                <a:alpha val="100000"/>
              </a:srgbClr>
            </a:solidFill>
            <a:ln w="5420" cap="flat">
              <a:solidFill>
                <a:srgbClr val="3A7CA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00" name="pg1600"/>
            <p:cNvSpPr/>
            <p:nvPr/>
          </p:nvSpPr>
          <p:spPr>
            <a:xfrm>
              <a:off x="4922942" y="378035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AA3">
                <a:alpha val="100000"/>
              </a:srgbClr>
            </a:solidFill>
            <a:ln w="5420" cap="flat">
              <a:solidFill>
                <a:srgbClr val="3A7AA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01" name="pg1601"/>
            <p:cNvSpPr/>
            <p:nvPr/>
          </p:nvSpPr>
          <p:spPr>
            <a:xfrm>
              <a:off x="4934580" y="378035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CA3">
                <a:alpha val="100000"/>
              </a:srgbClr>
            </a:solidFill>
            <a:ln w="5420" cap="flat">
              <a:solidFill>
                <a:srgbClr val="3A7CA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02" name="pg1602"/>
            <p:cNvSpPr/>
            <p:nvPr/>
          </p:nvSpPr>
          <p:spPr>
            <a:xfrm>
              <a:off x="4946217" y="378035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EA4">
                <a:alpha val="100000"/>
              </a:srgbClr>
            </a:solidFill>
            <a:ln w="5420" cap="flat">
              <a:solidFill>
                <a:srgbClr val="3A7EA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03" name="pg1603"/>
            <p:cNvSpPr/>
            <p:nvPr/>
          </p:nvSpPr>
          <p:spPr>
            <a:xfrm>
              <a:off x="4957854" y="378035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FA4">
                <a:alpha val="100000"/>
              </a:srgbClr>
            </a:solidFill>
            <a:ln w="5420" cap="flat">
              <a:solidFill>
                <a:srgbClr val="3A7FA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04" name="pg1604"/>
            <p:cNvSpPr/>
            <p:nvPr/>
          </p:nvSpPr>
          <p:spPr>
            <a:xfrm>
              <a:off x="4969492" y="378035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CA3">
                <a:alpha val="100000"/>
              </a:srgbClr>
            </a:solidFill>
            <a:ln w="5420" cap="flat">
              <a:solidFill>
                <a:srgbClr val="3A7CA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05" name="pg1605"/>
            <p:cNvSpPr/>
            <p:nvPr/>
          </p:nvSpPr>
          <p:spPr>
            <a:xfrm>
              <a:off x="4981129" y="378035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5A2">
                <a:alpha val="100000"/>
              </a:srgbClr>
            </a:solidFill>
            <a:ln w="5420" cap="flat">
              <a:solidFill>
                <a:srgbClr val="3A75A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06" name="pg1606"/>
            <p:cNvSpPr/>
            <p:nvPr/>
          </p:nvSpPr>
          <p:spPr>
            <a:xfrm>
              <a:off x="4992766" y="378035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CA0">
                <a:alpha val="100000"/>
              </a:srgbClr>
            </a:solidFill>
            <a:ln w="5420" cap="flat">
              <a:solidFill>
                <a:srgbClr val="3A6CA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07" name="pg1607"/>
            <p:cNvSpPr/>
            <p:nvPr/>
          </p:nvSpPr>
          <p:spPr>
            <a:xfrm>
              <a:off x="5004403" y="378035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39D">
                <a:alpha val="100000"/>
              </a:srgbClr>
            </a:solidFill>
            <a:ln w="5420" cap="flat">
              <a:solidFill>
                <a:srgbClr val="3A63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08" name="pg1608"/>
            <p:cNvSpPr/>
            <p:nvPr/>
          </p:nvSpPr>
          <p:spPr>
            <a:xfrm>
              <a:off x="5016041" y="378035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5E9C">
                <a:alpha val="100000"/>
              </a:srgbClr>
            </a:solidFill>
            <a:ln w="5420" cap="flat">
              <a:solidFill>
                <a:srgbClr val="395E9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09" name="pg1609"/>
            <p:cNvSpPr/>
            <p:nvPr/>
          </p:nvSpPr>
          <p:spPr>
            <a:xfrm>
              <a:off x="5027678" y="378035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609D">
                <a:alpha val="100000"/>
              </a:srgbClr>
            </a:solidFill>
            <a:ln w="5420" cap="flat">
              <a:solidFill>
                <a:srgbClr val="3960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10" name="pg1610"/>
            <p:cNvSpPr/>
            <p:nvPr/>
          </p:nvSpPr>
          <p:spPr>
            <a:xfrm>
              <a:off x="5039315" y="378035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49E">
                <a:alpha val="100000"/>
              </a:srgbClr>
            </a:solidFill>
            <a:ln w="5420" cap="flat">
              <a:solidFill>
                <a:srgbClr val="3A64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11" name="pg1611"/>
            <p:cNvSpPr/>
            <p:nvPr/>
          </p:nvSpPr>
          <p:spPr>
            <a:xfrm>
              <a:off x="4829844" y="379465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AA3">
                <a:alpha val="100000"/>
              </a:srgbClr>
            </a:solidFill>
            <a:ln w="5420" cap="flat">
              <a:solidFill>
                <a:srgbClr val="3A7AA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12" name="pg1612"/>
            <p:cNvSpPr/>
            <p:nvPr/>
          </p:nvSpPr>
          <p:spPr>
            <a:xfrm>
              <a:off x="4841481" y="379465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7A2">
                <a:alpha val="100000"/>
              </a:srgbClr>
            </a:solidFill>
            <a:ln w="5420" cap="flat">
              <a:solidFill>
                <a:srgbClr val="3A77A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13" name="pg1613"/>
            <p:cNvSpPr/>
            <p:nvPr/>
          </p:nvSpPr>
          <p:spPr>
            <a:xfrm>
              <a:off x="4853118" y="379465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73A1">
                <a:alpha val="100000"/>
              </a:srgbClr>
            </a:solidFill>
            <a:ln w="5420" cap="flat">
              <a:solidFill>
                <a:srgbClr val="3B73A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14" name="pg1614"/>
            <p:cNvSpPr/>
            <p:nvPr/>
          </p:nvSpPr>
          <p:spPr>
            <a:xfrm>
              <a:off x="4864756" y="379465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EA0">
                <a:alpha val="100000"/>
              </a:srgbClr>
            </a:solidFill>
            <a:ln w="5420" cap="flat">
              <a:solidFill>
                <a:srgbClr val="3A6EA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15" name="pg1615"/>
            <p:cNvSpPr/>
            <p:nvPr/>
          </p:nvSpPr>
          <p:spPr>
            <a:xfrm>
              <a:off x="4876393" y="379465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99F">
                <a:alpha val="100000"/>
              </a:srgbClr>
            </a:solidFill>
            <a:ln w="5420" cap="flat">
              <a:solidFill>
                <a:srgbClr val="3A69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16" name="pg1616"/>
            <p:cNvSpPr/>
            <p:nvPr/>
          </p:nvSpPr>
          <p:spPr>
            <a:xfrm>
              <a:off x="4888030" y="379465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49E">
                <a:alpha val="100000"/>
              </a:srgbClr>
            </a:solidFill>
            <a:ln w="5420" cap="flat">
              <a:solidFill>
                <a:srgbClr val="3A64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17" name="pg1617"/>
            <p:cNvSpPr/>
            <p:nvPr/>
          </p:nvSpPr>
          <p:spPr>
            <a:xfrm>
              <a:off x="4899668" y="379465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609D">
                <a:alpha val="100000"/>
              </a:srgbClr>
            </a:solidFill>
            <a:ln w="5420" cap="flat">
              <a:solidFill>
                <a:srgbClr val="3960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18" name="pg1618"/>
            <p:cNvSpPr/>
            <p:nvPr/>
          </p:nvSpPr>
          <p:spPr>
            <a:xfrm>
              <a:off x="4911305" y="379465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609D">
                <a:alpha val="100000"/>
              </a:srgbClr>
            </a:solidFill>
            <a:ln w="5420" cap="flat">
              <a:solidFill>
                <a:srgbClr val="3960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19" name="pg1619"/>
            <p:cNvSpPr/>
            <p:nvPr/>
          </p:nvSpPr>
          <p:spPr>
            <a:xfrm>
              <a:off x="4922942" y="379465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29D">
                <a:alpha val="100000"/>
              </a:srgbClr>
            </a:solidFill>
            <a:ln w="5420" cap="flat">
              <a:solidFill>
                <a:srgbClr val="3A62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20" name="pg1620"/>
            <p:cNvSpPr/>
            <p:nvPr/>
          </p:nvSpPr>
          <p:spPr>
            <a:xfrm>
              <a:off x="4934580" y="379465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39D">
                <a:alpha val="100000"/>
              </a:srgbClr>
            </a:solidFill>
            <a:ln w="5420" cap="flat">
              <a:solidFill>
                <a:srgbClr val="3A63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21" name="pg1621"/>
            <p:cNvSpPr/>
            <p:nvPr/>
          </p:nvSpPr>
          <p:spPr>
            <a:xfrm>
              <a:off x="4946217" y="379465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49E">
                <a:alpha val="100000"/>
              </a:srgbClr>
            </a:solidFill>
            <a:ln w="5420" cap="flat">
              <a:solidFill>
                <a:srgbClr val="3A64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22" name="pg1622"/>
            <p:cNvSpPr/>
            <p:nvPr/>
          </p:nvSpPr>
          <p:spPr>
            <a:xfrm>
              <a:off x="4957854" y="379465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79E">
                <a:alpha val="100000"/>
              </a:srgbClr>
            </a:solidFill>
            <a:ln w="5420" cap="flat">
              <a:solidFill>
                <a:srgbClr val="3A67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23" name="pg1623"/>
            <p:cNvSpPr/>
            <p:nvPr/>
          </p:nvSpPr>
          <p:spPr>
            <a:xfrm>
              <a:off x="4969492" y="379465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B9F">
                <a:alpha val="100000"/>
              </a:srgbClr>
            </a:solidFill>
            <a:ln w="5420" cap="flat">
              <a:solidFill>
                <a:srgbClr val="3A6B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24" name="pg1624"/>
            <p:cNvSpPr/>
            <p:nvPr/>
          </p:nvSpPr>
          <p:spPr>
            <a:xfrm>
              <a:off x="4981129" y="379465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DA0">
                <a:alpha val="100000"/>
              </a:srgbClr>
            </a:solidFill>
            <a:ln w="5420" cap="flat">
              <a:solidFill>
                <a:srgbClr val="3A6DA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25" name="pg1625"/>
            <p:cNvSpPr/>
            <p:nvPr/>
          </p:nvSpPr>
          <p:spPr>
            <a:xfrm>
              <a:off x="4992766" y="379465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DA0">
                <a:alpha val="100000"/>
              </a:srgbClr>
            </a:solidFill>
            <a:ln w="5420" cap="flat">
              <a:solidFill>
                <a:srgbClr val="3A6DA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26" name="pg1626"/>
            <p:cNvSpPr/>
            <p:nvPr/>
          </p:nvSpPr>
          <p:spPr>
            <a:xfrm>
              <a:off x="5004403" y="379465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DA0">
                <a:alpha val="100000"/>
              </a:srgbClr>
            </a:solidFill>
            <a:ln w="5420" cap="flat">
              <a:solidFill>
                <a:srgbClr val="3A6DA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27" name="pg1627"/>
            <p:cNvSpPr/>
            <p:nvPr/>
          </p:nvSpPr>
          <p:spPr>
            <a:xfrm>
              <a:off x="5016041" y="379465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CA0">
                <a:alpha val="100000"/>
              </a:srgbClr>
            </a:solidFill>
            <a:ln w="5420" cap="flat">
              <a:solidFill>
                <a:srgbClr val="3A6CA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28" name="pg1628"/>
            <p:cNvSpPr/>
            <p:nvPr/>
          </p:nvSpPr>
          <p:spPr>
            <a:xfrm>
              <a:off x="5027678" y="379465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C9F">
                <a:alpha val="100000"/>
              </a:srgbClr>
            </a:solidFill>
            <a:ln w="5420" cap="flat">
              <a:solidFill>
                <a:srgbClr val="3A6C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29" name="pg1629"/>
            <p:cNvSpPr/>
            <p:nvPr/>
          </p:nvSpPr>
          <p:spPr>
            <a:xfrm>
              <a:off x="4829844" y="380895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4A1">
                <a:alpha val="100000"/>
              </a:srgbClr>
            </a:solidFill>
            <a:ln w="5420" cap="flat">
              <a:solidFill>
                <a:srgbClr val="3A74A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30" name="pg1630"/>
            <p:cNvSpPr/>
            <p:nvPr/>
          </p:nvSpPr>
          <p:spPr>
            <a:xfrm>
              <a:off x="4841481" y="380895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70A0">
                <a:alpha val="100000"/>
              </a:srgbClr>
            </a:solidFill>
            <a:ln w="5420" cap="flat">
              <a:solidFill>
                <a:srgbClr val="3B70A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31" name="pg1631"/>
            <p:cNvSpPr/>
            <p:nvPr/>
          </p:nvSpPr>
          <p:spPr>
            <a:xfrm>
              <a:off x="4853118" y="380895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B9F">
                <a:alpha val="100000"/>
              </a:srgbClr>
            </a:solidFill>
            <a:ln w="5420" cap="flat">
              <a:solidFill>
                <a:srgbClr val="3A6B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32" name="pg1632"/>
            <p:cNvSpPr/>
            <p:nvPr/>
          </p:nvSpPr>
          <p:spPr>
            <a:xfrm>
              <a:off x="4864756" y="380895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59E">
                <a:alpha val="100000"/>
              </a:srgbClr>
            </a:solidFill>
            <a:ln w="5420" cap="flat">
              <a:solidFill>
                <a:srgbClr val="3A65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33" name="pg1633"/>
            <p:cNvSpPr/>
            <p:nvPr/>
          </p:nvSpPr>
          <p:spPr>
            <a:xfrm>
              <a:off x="4876393" y="380895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5F9D">
                <a:alpha val="100000"/>
              </a:srgbClr>
            </a:solidFill>
            <a:ln w="5420" cap="flat">
              <a:solidFill>
                <a:srgbClr val="395F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34" name="pg1634"/>
            <p:cNvSpPr/>
            <p:nvPr/>
          </p:nvSpPr>
          <p:spPr>
            <a:xfrm>
              <a:off x="4888030" y="380895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5997">
                <a:alpha val="100000"/>
              </a:srgbClr>
            </a:solidFill>
            <a:ln w="5420" cap="flat">
              <a:solidFill>
                <a:srgbClr val="3A599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35" name="pg1635"/>
            <p:cNvSpPr/>
            <p:nvPr/>
          </p:nvSpPr>
          <p:spPr>
            <a:xfrm>
              <a:off x="4899668" y="380895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5590">
                <a:alpha val="100000"/>
              </a:srgbClr>
            </a:solidFill>
            <a:ln w="5420" cap="flat">
              <a:solidFill>
                <a:srgbClr val="3B559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36" name="pg1636"/>
            <p:cNvSpPr/>
            <p:nvPr/>
          </p:nvSpPr>
          <p:spPr>
            <a:xfrm>
              <a:off x="4911305" y="380895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538E">
                <a:alpha val="100000"/>
              </a:srgbClr>
            </a:solidFill>
            <a:ln w="5420" cap="flat">
              <a:solidFill>
                <a:srgbClr val="3B538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37" name="pg1637"/>
            <p:cNvSpPr/>
            <p:nvPr/>
          </p:nvSpPr>
          <p:spPr>
            <a:xfrm>
              <a:off x="4922942" y="380895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5996">
                <a:alpha val="100000"/>
              </a:srgbClr>
            </a:solidFill>
            <a:ln w="5420" cap="flat">
              <a:solidFill>
                <a:srgbClr val="3A599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38" name="pg1638"/>
            <p:cNvSpPr/>
            <p:nvPr/>
          </p:nvSpPr>
          <p:spPr>
            <a:xfrm>
              <a:off x="4934580" y="380895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5D9C">
                <a:alpha val="100000"/>
              </a:srgbClr>
            </a:solidFill>
            <a:ln w="5420" cap="flat">
              <a:solidFill>
                <a:srgbClr val="395D9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39" name="pg1639"/>
            <p:cNvSpPr/>
            <p:nvPr/>
          </p:nvSpPr>
          <p:spPr>
            <a:xfrm>
              <a:off x="4946217" y="380895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5D9C">
                <a:alpha val="100000"/>
              </a:srgbClr>
            </a:solidFill>
            <a:ln w="5420" cap="flat">
              <a:solidFill>
                <a:srgbClr val="395D9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40" name="pg1640"/>
            <p:cNvSpPr/>
            <p:nvPr/>
          </p:nvSpPr>
          <p:spPr>
            <a:xfrm>
              <a:off x="4957854" y="380895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19D">
                <a:alpha val="100000"/>
              </a:srgbClr>
            </a:solidFill>
            <a:ln w="5420" cap="flat">
              <a:solidFill>
                <a:srgbClr val="3A61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41" name="pg1641"/>
            <p:cNvSpPr/>
            <p:nvPr/>
          </p:nvSpPr>
          <p:spPr>
            <a:xfrm>
              <a:off x="4969492" y="380895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59E">
                <a:alpha val="100000"/>
              </a:srgbClr>
            </a:solidFill>
            <a:ln w="5420" cap="flat">
              <a:solidFill>
                <a:srgbClr val="3A65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42" name="pg1642"/>
            <p:cNvSpPr/>
            <p:nvPr/>
          </p:nvSpPr>
          <p:spPr>
            <a:xfrm>
              <a:off x="4981129" y="380895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99F">
                <a:alpha val="100000"/>
              </a:srgbClr>
            </a:solidFill>
            <a:ln w="5420" cap="flat">
              <a:solidFill>
                <a:srgbClr val="3A69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43" name="pg1643"/>
            <p:cNvSpPr/>
            <p:nvPr/>
          </p:nvSpPr>
          <p:spPr>
            <a:xfrm>
              <a:off x="4992766" y="380895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B9F">
                <a:alpha val="100000"/>
              </a:srgbClr>
            </a:solidFill>
            <a:ln w="5420" cap="flat">
              <a:solidFill>
                <a:srgbClr val="3A6B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44" name="pg1644"/>
            <p:cNvSpPr/>
            <p:nvPr/>
          </p:nvSpPr>
          <p:spPr>
            <a:xfrm>
              <a:off x="5004403" y="380895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CA0">
                <a:alpha val="100000"/>
              </a:srgbClr>
            </a:solidFill>
            <a:ln w="5420" cap="flat">
              <a:solidFill>
                <a:srgbClr val="3A6CA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45" name="pg1645"/>
            <p:cNvSpPr/>
            <p:nvPr/>
          </p:nvSpPr>
          <p:spPr>
            <a:xfrm>
              <a:off x="5016041" y="380895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DA0">
                <a:alpha val="100000"/>
              </a:srgbClr>
            </a:solidFill>
            <a:ln w="5420" cap="flat">
              <a:solidFill>
                <a:srgbClr val="3A6DA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46" name="pg1646"/>
            <p:cNvSpPr/>
            <p:nvPr/>
          </p:nvSpPr>
          <p:spPr>
            <a:xfrm>
              <a:off x="4841481" y="382325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B9F">
                <a:alpha val="100000"/>
              </a:srgbClr>
            </a:solidFill>
            <a:ln w="5420" cap="flat">
              <a:solidFill>
                <a:srgbClr val="3A6B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47" name="pg1647"/>
            <p:cNvSpPr/>
            <p:nvPr/>
          </p:nvSpPr>
          <p:spPr>
            <a:xfrm>
              <a:off x="4853118" y="382325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59E">
                <a:alpha val="100000"/>
              </a:srgbClr>
            </a:solidFill>
            <a:ln w="5420" cap="flat">
              <a:solidFill>
                <a:srgbClr val="3A65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48" name="pg1648"/>
            <p:cNvSpPr/>
            <p:nvPr/>
          </p:nvSpPr>
          <p:spPr>
            <a:xfrm>
              <a:off x="4864756" y="382325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5F9D">
                <a:alpha val="100000"/>
              </a:srgbClr>
            </a:solidFill>
            <a:ln w="5420" cap="flat">
              <a:solidFill>
                <a:srgbClr val="395F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49" name="pg1649"/>
            <p:cNvSpPr/>
            <p:nvPr/>
          </p:nvSpPr>
          <p:spPr>
            <a:xfrm>
              <a:off x="4876393" y="382325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5896">
                <a:alpha val="100000"/>
              </a:srgbClr>
            </a:solidFill>
            <a:ln w="5420" cap="flat">
              <a:solidFill>
                <a:srgbClr val="3A589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50" name="pg1650"/>
            <p:cNvSpPr/>
            <p:nvPr/>
          </p:nvSpPr>
          <p:spPr>
            <a:xfrm>
              <a:off x="4888030" y="382325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518A">
                <a:alpha val="100000"/>
              </a:srgbClr>
            </a:solidFill>
            <a:ln w="5420" cap="flat">
              <a:solidFill>
                <a:srgbClr val="3B518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51" name="pg1651"/>
            <p:cNvSpPr/>
            <p:nvPr/>
          </p:nvSpPr>
          <p:spPr>
            <a:xfrm>
              <a:off x="4899668" y="382325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77D">
                <a:alpha val="100000"/>
              </a:srgbClr>
            </a:solidFill>
            <a:ln w="5420" cap="flat">
              <a:solidFill>
                <a:srgbClr val="3C477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52" name="pg1652"/>
            <p:cNvSpPr/>
            <p:nvPr/>
          </p:nvSpPr>
          <p:spPr>
            <a:xfrm>
              <a:off x="4911305" y="382325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3969">
                <a:alpha val="100000"/>
              </a:srgbClr>
            </a:solidFill>
            <a:ln w="5420" cap="flat">
              <a:solidFill>
                <a:srgbClr val="3B396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53" name="pg1653"/>
            <p:cNvSpPr/>
            <p:nvPr/>
          </p:nvSpPr>
          <p:spPr>
            <a:xfrm>
              <a:off x="4922942" y="382325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2E5A">
                <a:alpha val="100000"/>
              </a:srgbClr>
            </a:solidFill>
            <a:ln w="5420" cap="flat">
              <a:solidFill>
                <a:srgbClr val="392E5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54" name="pg1654"/>
            <p:cNvSpPr/>
            <p:nvPr/>
          </p:nvSpPr>
          <p:spPr>
            <a:xfrm>
              <a:off x="4934580" y="382325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4E86">
                <a:alpha val="100000"/>
              </a:srgbClr>
            </a:solidFill>
            <a:ln w="5420" cap="flat">
              <a:solidFill>
                <a:srgbClr val="3B4E8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55" name="pg1655"/>
            <p:cNvSpPr/>
            <p:nvPr/>
          </p:nvSpPr>
          <p:spPr>
            <a:xfrm>
              <a:off x="4946217" y="382325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5691">
                <a:alpha val="100000"/>
              </a:srgbClr>
            </a:solidFill>
            <a:ln w="5420" cap="flat">
              <a:solidFill>
                <a:srgbClr val="3B569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56" name="pg1656"/>
            <p:cNvSpPr/>
            <p:nvPr/>
          </p:nvSpPr>
          <p:spPr>
            <a:xfrm>
              <a:off x="4957854" y="382325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5B99">
                <a:alpha val="100000"/>
              </a:srgbClr>
            </a:solidFill>
            <a:ln w="5420" cap="flat">
              <a:solidFill>
                <a:srgbClr val="395B9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57" name="pg1657"/>
            <p:cNvSpPr/>
            <p:nvPr/>
          </p:nvSpPr>
          <p:spPr>
            <a:xfrm>
              <a:off x="4969492" y="382325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609D">
                <a:alpha val="100000"/>
              </a:srgbClr>
            </a:solidFill>
            <a:ln w="5420" cap="flat">
              <a:solidFill>
                <a:srgbClr val="3960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58" name="pg1658"/>
            <p:cNvSpPr/>
            <p:nvPr/>
          </p:nvSpPr>
          <p:spPr>
            <a:xfrm>
              <a:off x="4981129" y="382325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59E">
                <a:alpha val="100000"/>
              </a:srgbClr>
            </a:solidFill>
            <a:ln w="5420" cap="flat">
              <a:solidFill>
                <a:srgbClr val="3A65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59" name="pg1659"/>
            <p:cNvSpPr/>
            <p:nvPr/>
          </p:nvSpPr>
          <p:spPr>
            <a:xfrm>
              <a:off x="4992766" y="382325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89F">
                <a:alpha val="100000"/>
              </a:srgbClr>
            </a:solidFill>
            <a:ln w="5420" cap="flat">
              <a:solidFill>
                <a:srgbClr val="3A68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60" name="pg1660"/>
            <p:cNvSpPr/>
            <p:nvPr/>
          </p:nvSpPr>
          <p:spPr>
            <a:xfrm>
              <a:off x="5004403" y="382325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B9F">
                <a:alpha val="100000"/>
              </a:srgbClr>
            </a:solidFill>
            <a:ln w="5420" cap="flat">
              <a:solidFill>
                <a:srgbClr val="3A6B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61" name="pg1661"/>
            <p:cNvSpPr/>
            <p:nvPr/>
          </p:nvSpPr>
          <p:spPr>
            <a:xfrm>
              <a:off x="4876393" y="383755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5591">
                <a:alpha val="100000"/>
              </a:srgbClr>
            </a:solidFill>
            <a:ln w="5420" cap="flat">
              <a:solidFill>
                <a:srgbClr val="3B559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62" name="pg1662"/>
            <p:cNvSpPr/>
            <p:nvPr/>
          </p:nvSpPr>
          <p:spPr>
            <a:xfrm>
              <a:off x="4888030" y="383755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D85">
                <a:alpha val="100000"/>
              </a:srgbClr>
            </a:solidFill>
            <a:ln w="5420" cap="flat">
              <a:solidFill>
                <a:srgbClr val="3C4D8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63" name="pg1663"/>
            <p:cNvSpPr/>
            <p:nvPr/>
          </p:nvSpPr>
          <p:spPr>
            <a:xfrm>
              <a:off x="4899668" y="383755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276">
                <a:alpha val="100000"/>
              </a:srgbClr>
            </a:solidFill>
            <a:ln w="5420" cap="flat">
              <a:solidFill>
                <a:srgbClr val="3C427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64" name="pg1664"/>
            <p:cNvSpPr/>
            <p:nvPr/>
          </p:nvSpPr>
          <p:spPr>
            <a:xfrm>
              <a:off x="4911305" y="383755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3563">
                <a:alpha val="100000"/>
              </a:srgbClr>
            </a:solidFill>
            <a:ln w="5420" cap="flat">
              <a:solidFill>
                <a:srgbClr val="3A356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65" name="pg1665"/>
            <p:cNvSpPr/>
            <p:nvPr/>
          </p:nvSpPr>
          <p:spPr>
            <a:xfrm>
              <a:off x="4922942" y="383755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82C57">
                <a:alpha val="100000"/>
              </a:srgbClr>
            </a:solidFill>
            <a:ln w="5420" cap="flat">
              <a:solidFill>
                <a:srgbClr val="382C5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66" name="pg1666"/>
            <p:cNvSpPr/>
            <p:nvPr/>
          </p:nvSpPr>
          <p:spPr>
            <a:xfrm>
              <a:off x="4934580" y="383755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57A">
                <a:alpha val="100000"/>
              </a:srgbClr>
            </a:solidFill>
            <a:ln w="5420" cap="flat">
              <a:solidFill>
                <a:srgbClr val="3C457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67" name="pg1667"/>
            <p:cNvSpPr/>
            <p:nvPr/>
          </p:nvSpPr>
          <p:spPr>
            <a:xfrm>
              <a:off x="4946217" y="383755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508A">
                <a:alpha val="100000"/>
              </a:srgbClr>
            </a:solidFill>
            <a:ln w="5420" cap="flat">
              <a:solidFill>
                <a:srgbClr val="3B508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68" name="pg1668"/>
            <p:cNvSpPr/>
            <p:nvPr/>
          </p:nvSpPr>
          <p:spPr>
            <a:xfrm>
              <a:off x="4957854" y="383755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5894">
                <a:alpha val="100000"/>
              </a:srgbClr>
            </a:solidFill>
            <a:ln w="5420" cap="flat">
              <a:solidFill>
                <a:srgbClr val="3A589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69" name="pg1669"/>
            <p:cNvSpPr/>
            <p:nvPr/>
          </p:nvSpPr>
          <p:spPr>
            <a:xfrm>
              <a:off x="4969492" y="383755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5D9C">
                <a:alpha val="100000"/>
              </a:srgbClr>
            </a:solidFill>
            <a:ln w="5420" cap="flat">
              <a:solidFill>
                <a:srgbClr val="395D9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70" name="pg1670"/>
            <p:cNvSpPr/>
            <p:nvPr/>
          </p:nvSpPr>
          <p:spPr>
            <a:xfrm>
              <a:off x="4981129" y="383755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29D">
                <a:alpha val="100000"/>
              </a:srgbClr>
            </a:solidFill>
            <a:ln w="5420" cap="flat">
              <a:solidFill>
                <a:srgbClr val="3A62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71" name="pg1671"/>
            <p:cNvSpPr/>
            <p:nvPr/>
          </p:nvSpPr>
          <p:spPr>
            <a:xfrm>
              <a:off x="4992766" y="383755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69E">
                <a:alpha val="100000"/>
              </a:srgbClr>
            </a:solidFill>
            <a:ln w="5420" cap="flat">
              <a:solidFill>
                <a:srgbClr val="3A66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72" name="pg1672"/>
            <p:cNvSpPr/>
            <p:nvPr/>
          </p:nvSpPr>
          <p:spPr>
            <a:xfrm>
              <a:off x="5004403" y="383755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99F">
                <a:alpha val="100000"/>
              </a:srgbClr>
            </a:solidFill>
            <a:ln w="5420" cap="flat">
              <a:solidFill>
                <a:srgbClr val="3A69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73" name="pg1673"/>
            <p:cNvSpPr/>
            <p:nvPr/>
          </p:nvSpPr>
          <p:spPr>
            <a:xfrm>
              <a:off x="4899668" y="385185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67C">
                <a:alpha val="100000"/>
              </a:srgbClr>
            </a:solidFill>
            <a:ln w="5420" cap="flat">
              <a:solidFill>
                <a:srgbClr val="3C467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74" name="pg1674"/>
            <p:cNvSpPr/>
            <p:nvPr/>
          </p:nvSpPr>
          <p:spPr>
            <a:xfrm>
              <a:off x="4911305" y="385185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4072">
                <a:alpha val="100000"/>
              </a:srgbClr>
            </a:solidFill>
            <a:ln w="5420" cap="flat">
              <a:solidFill>
                <a:srgbClr val="3B407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75" name="pg1675"/>
            <p:cNvSpPr/>
            <p:nvPr/>
          </p:nvSpPr>
          <p:spPr>
            <a:xfrm>
              <a:off x="4922942" y="385185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3D6E">
                <a:alpha val="100000"/>
              </a:srgbClr>
            </a:solidFill>
            <a:ln w="5420" cap="flat">
              <a:solidFill>
                <a:srgbClr val="3B3D6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76" name="pg1676"/>
            <p:cNvSpPr/>
            <p:nvPr/>
          </p:nvSpPr>
          <p:spPr>
            <a:xfrm>
              <a:off x="4934580" y="385185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87E">
                <a:alpha val="100000"/>
              </a:srgbClr>
            </a:solidFill>
            <a:ln w="5420" cap="flat">
              <a:solidFill>
                <a:srgbClr val="3C487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77" name="pg1677"/>
            <p:cNvSpPr/>
            <p:nvPr/>
          </p:nvSpPr>
          <p:spPr>
            <a:xfrm>
              <a:off x="4946217" y="385185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508A">
                <a:alpha val="100000"/>
              </a:srgbClr>
            </a:solidFill>
            <a:ln w="5420" cap="flat">
              <a:solidFill>
                <a:srgbClr val="3B508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78" name="pg1678"/>
            <p:cNvSpPr/>
            <p:nvPr/>
          </p:nvSpPr>
          <p:spPr>
            <a:xfrm>
              <a:off x="4957854" y="385185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5793">
                <a:alpha val="100000"/>
              </a:srgbClr>
            </a:solidFill>
            <a:ln w="5420" cap="flat">
              <a:solidFill>
                <a:srgbClr val="3A579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79" name="pg1679"/>
            <p:cNvSpPr/>
            <p:nvPr/>
          </p:nvSpPr>
          <p:spPr>
            <a:xfrm>
              <a:off x="4969492" y="385185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5C9B">
                <a:alpha val="100000"/>
              </a:srgbClr>
            </a:solidFill>
            <a:ln w="5420" cap="flat">
              <a:solidFill>
                <a:srgbClr val="395C9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80" name="pg1680"/>
            <p:cNvSpPr/>
            <p:nvPr/>
          </p:nvSpPr>
          <p:spPr>
            <a:xfrm>
              <a:off x="4981129" y="385185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19D">
                <a:alpha val="100000"/>
              </a:srgbClr>
            </a:solidFill>
            <a:ln w="5420" cap="flat">
              <a:solidFill>
                <a:srgbClr val="3A61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81" name="pg1681"/>
            <p:cNvSpPr/>
            <p:nvPr/>
          </p:nvSpPr>
          <p:spPr>
            <a:xfrm>
              <a:off x="4992766" y="385185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59E">
                <a:alpha val="100000"/>
              </a:srgbClr>
            </a:solidFill>
            <a:ln w="5420" cap="flat">
              <a:solidFill>
                <a:srgbClr val="3A65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82" name="pg1682"/>
            <p:cNvSpPr/>
            <p:nvPr/>
          </p:nvSpPr>
          <p:spPr>
            <a:xfrm>
              <a:off x="5004403" y="385185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89F">
                <a:alpha val="100000"/>
              </a:srgbClr>
            </a:solidFill>
            <a:ln w="5420" cap="flat">
              <a:solidFill>
                <a:srgbClr val="3A68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83" name="pg1683"/>
            <p:cNvSpPr/>
            <p:nvPr/>
          </p:nvSpPr>
          <p:spPr>
            <a:xfrm>
              <a:off x="4911305" y="386616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980">
                <a:alpha val="100000"/>
              </a:srgbClr>
            </a:solidFill>
            <a:ln w="5420" cap="flat">
              <a:solidFill>
                <a:srgbClr val="3C498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84" name="pg1684"/>
            <p:cNvSpPr/>
            <p:nvPr/>
          </p:nvSpPr>
          <p:spPr>
            <a:xfrm>
              <a:off x="4922942" y="386616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87F">
                <a:alpha val="100000"/>
              </a:srgbClr>
            </a:solidFill>
            <a:ln w="5420" cap="flat">
              <a:solidFill>
                <a:srgbClr val="3C487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85" name="pg1685"/>
            <p:cNvSpPr/>
            <p:nvPr/>
          </p:nvSpPr>
          <p:spPr>
            <a:xfrm>
              <a:off x="4934580" y="386616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4E87">
                <a:alpha val="100000"/>
              </a:srgbClr>
            </a:solidFill>
            <a:ln w="5420" cap="flat">
              <a:solidFill>
                <a:srgbClr val="3B4E8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86" name="pg1686"/>
            <p:cNvSpPr/>
            <p:nvPr/>
          </p:nvSpPr>
          <p:spPr>
            <a:xfrm>
              <a:off x="4946217" y="386616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538E">
                <a:alpha val="100000"/>
              </a:srgbClr>
            </a:solidFill>
            <a:ln w="5420" cap="flat">
              <a:solidFill>
                <a:srgbClr val="3B538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87" name="pg1687"/>
            <p:cNvSpPr/>
            <p:nvPr/>
          </p:nvSpPr>
          <p:spPr>
            <a:xfrm>
              <a:off x="4957854" y="386616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5895">
                <a:alpha val="100000"/>
              </a:srgbClr>
            </a:solidFill>
            <a:ln w="5420" cap="flat">
              <a:solidFill>
                <a:srgbClr val="3A589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88" name="pg1688"/>
            <p:cNvSpPr/>
            <p:nvPr/>
          </p:nvSpPr>
          <p:spPr>
            <a:xfrm>
              <a:off x="4969492" y="386616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5D9C">
                <a:alpha val="100000"/>
              </a:srgbClr>
            </a:solidFill>
            <a:ln w="5420" cap="flat">
              <a:solidFill>
                <a:srgbClr val="395D9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89" name="pg1689"/>
            <p:cNvSpPr/>
            <p:nvPr/>
          </p:nvSpPr>
          <p:spPr>
            <a:xfrm>
              <a:off x="4981129" y="386616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19D">
                <a:alpha val="100000"/>
              </a:srgbClr>
            </a:solidFill>
            <a:ln w="5420" cap="flat">
              <a:solidFill>
                <a:srgbClr val="3A61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90" name="pg1690"/>
            <p:cNvSpPr/>
            <p:nvPr/>
          </p:nvSpPr>
          <p:spPr>
            <a:xfrm>
              <a:off x="4992766" y="386616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59E">
                <a:alpha val="100000"/>
              </a:srgbClr>
            </a:solidFill>
            <a:ln w="5420" cap="flat">
              <a:solidFill>
                <a:srgbClr val="3A65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91" name="pg1691"/>
            <p:cNvSpPr/>
            <p:nvPr/>
          </p:nvSpPr>
          <p:spPr>
            <a:xfrm>
              <a:off x="5004403" y="386616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89F">
                <a:alpha val="100000"/>
              </a:srgbClr>
            </a:solidFill>
            <a:ln w="5420" cap="flat">
              <a:solidFill>
                <a:srgbClr val="3A68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92" name="pg1692"/>
            <p:cNvSpPr/>
            <p:nvPr/>
          </p:nvSpPr>
          <p:spPr>
            <a:xfrm>
              <a:off x="4922942" y="388046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508A">
                <a:alpha val="100000"/>
              </a:srgbClr>
            </a:solidFill>
            <a:ln w="5420" cap="flat">
              <a:solidFill>
                <a:srgbClr val="3B508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93" name="pg1693"/>
            <p:cNvSpPr/>
            <p:nvPr/>
          </p:nvSpPr>
          <p:spPr>
            <a:xfrm>
              <a:off x="4934580" y="388046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548F">
                <a:alpha val="100000"/>
              </a:srgbClr>
            </a:solidFill>
            <a:ln w="5420" cap="flat">
              <a:solidFill>
                <a:srgbClr val="3B548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94" name="pg1694"/>
            <p:cNvSpPr/>
            <p:nvPr/>
          </p:nvSpPr>
          <p:spPr>
            <a:xfrm>
              <a:off x="4946217" y="388046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5793">
                <a:alpha val="100000"/>
              </a:srgbClr>
            </a:solidFill>
            <a:ln w="5420" cap="flat">
              <a:solidFill>
                <a:srgbClr val="3A579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95" name="pg1695"/>
            <p:cNvSpPr/>
            <p:nvPr/>
          </p:nvSpPr>
          <p:spPr>
            <a:xfrm>
              <a:off x="4957854" y="388046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5B99">
                <a:alpha val="100000"/>
              </a:srgbClr>
            </a:solidFill>
            <a:ln w="5420" cap="flat">
              <a:solidFill>
                <a:srgbClr val="3A5B9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96" name="pg1696"/>
            <p:cNvSpPr/>
            <p:nvPr/>
          </p:nvSpPr>
          <p:spPr>
            <a:xfrm>
              <a:off x="4969492" y="388046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5E9C">
                <a:alpha val="100000"/>
              </a:srgbClr>
            </a:solidFill>
            <a:ln w="5420" cap="flat">
              <a:solidFill>
                <a:srgbClr val="395E9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97" name="pg1697"/>
            <p:cNvSpPr/>
            <p:nvPr/>
          </p:nvSpPr>
          <p:spPr>
            <a:xfrm>
              <a:off x="4981129" y="388046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29D">
                <a:alpha val="100000"/>
              </a:srgbClr>
            </a:solidFill>
            <a:ln w="5420" cap="flat">
              <a:solidFill>
                <a:srgbClr val="3A62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98" name="pg1698"/>
            <p:cNvSpPr/>
            <p:nvPr/>
          </p:nvSpPr>
          <p:spPr>
            <a:xfrm>
              <a:off x="4992766" y="388046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59E">
                <a:alpha val="100000"/>
              </a:srgbClr>
            </a:solidFill>
            <a:ln w="5420" cap="flat">
              <a:solidFill>
                <a:srgbClr val="3A65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99" name="pg1699"/>
            <p:cNvSpPr/>
            <p:nvPr/>
          </p:nvSpPr>
          <p:spPr>
            <a:xfrm>
              <a:off x="5004403" y="388046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89F">
                <a:alpha val="100000"/>
              </a:srgbClr>
            </a:solidFill>
            <a:ln w="5420" cap="flat">
              <a:solidFill>
                <a:srgbClr val="3A68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00" name="pg1700"/>
            <p:cNvSpPr/>
            <p:nvPr/>
          </p:nvSpPr>
          <p:spPr>
            <a:xfrm>
              <a:off x="5016041" y="388046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A9F">
                <a:alpha val="100000"/>
              </a:srgbClr>
            </a:solidFill>
            <a:ln w="5420" cap="flat">
              <a:solidFill>
                <a:srgbClr val="3A6A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01" name="pg1701"/>
            <p:cNvSpPr/>
            <p:nvPr/>
          </p:nvSpPr>
          <p:spPr>
            <a:xfrm>
              <a:off x="4957854" y="389476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5D9C">
                <a:alpha val="100000"/>
              </a:srgbClr>
            </a:solidFill>
            <a:ln w="5420" cap="flat">
              <a:solidFill>
                <a:srgbClr val="395D9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02" name="pg1702"/>
            <p:cNvSpPr/>
            <p:nvPr/>
          </p:nvSpPr>
          <p:spPr>
            <a:xfrm>
              <a:off x="4969492" y="389476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609D">
                <a:alpha val="100000"/>
              </a:srgbClr>
            </a:solidFill>
            <a:ln w="5420" cap="flat">
              <a:solidFill>
                <a:srgbClr val="3960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03" name="pg1703"/>
            <p:cNvSpPr/>
            <p:nvPr/>
          </p:nvSpPr>
          <p:spPr>
            <a:xfrm>
              <a:off x="4981129" y="389476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39D">
                <a:alpha val="100000"/>
              </a:srgbClr>
            </a:solidFill>
            <a:ln w="5420" cap="flat">
              <a:solidFill>
                <a:srgbClr val="3A63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04" name="pg1704"/>
            <p:cNvSpPr/>
            <p:nvPr/>
          </p:nvSpPr>
          <p:spPr>
            <a:xfrm>
              <a:off x="4992766" y="389476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59E">
                <a:alpha val="100000"/>
              </a:srgbClr>
            </a:solidFill>
            <a:ln w="5420" cap="flat">
              <a:solidFill>
                <a:srgbClr val="3A65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05" name="pg1705"/>
            <p:cNvSpPr/>
            <p:nvPr/>
          </p:nvSpPr>
          <p:spPr>
            <a:xfrm>
              <a:off x="5004403" y="389476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89F">
                <a:alpha val="100000"/>
              </a:srgbClr>
            </a:solidFill>
            <a:ln w="5420" cap="flat">
              <a:solidFill>
                <a:srgbClr val="3A68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06" name="pg1706"/>
            <p:cNvSpPr/>
            <p:nvPr/>
          </p:nvSpPr>
          <p:spPr>
            <a:xfrm>
              <a:off x="5016041" y="389476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A9F">
                <a:alpha val="100000"/>
              </a:srgbClr>
            </a:solidFill>
            <a:ln w="5420" cap="flat">
              <a:solidFill>
                <a:srgbClr val="3A6A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07" name="pg1707"/>
            <p:cNvSpPr/>
            <p:nvPr/>
          </p:nvSpPr>
          <p:spPr>
            <a:xfrm>
              <a:off x="4899668" y="390906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5D9C">
                <a:alpha val="100000"/>
              </a:srgbClr>
            </a:solidFill>
            <a:ln w="5420" cap="flat">
              <a:solidFill>
                <a:srgbClr val="395D9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08" name="pg1708"/>
            <p:cNvSpPr/>
            <p:nvPr/>
          </p:nvSpPr>
          <p:spPr>
            <a:xfrm>
              <a:off x="4946217" y="390906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5F9C">
                <a:alpha val="100000"/>
              </a:srgbClr>
            </a:solidFill>
            <a:ln w="5420" cap="flat">
              <a:solidFill>
                <a:srgbClr val="395F9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09" name="pg1709"/>
            <p:cNvSpPr/>
            <p:nvPr/>
          </p:nvSpPr>
          <p:spPr>
            <a:xfrm>
              <a:off x="4957854" y="390906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609D">
                <a:alpha val="100000"/>
              </a:srgbClr>
            </a:solidFill>
            <a:ln w="5420" cap="flat">
              <a:solidFill>
                <a:srgbClr val="3960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10" name="pg1710"/>
            <p:cNvSpPr/>
            <p:nvPr/>
          </p:nvSpPr>
          <p:spPr>
            <a:xfrm>
              <a:off x="4969492" y="390906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29D">
                <a:alpha val="100000"/>
              </a:srgbClr>
            </a:solidFill>
            <a:ln w="5420" cap="flat">
              <a:solidFill>
                <a:srgbClr val="3A62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11" name="pg1711"/>
            <p:cNvSpPr/>
            <p:nvPr/>
          </p:nvSpPr>
          <p:spPr>
            <a:xfrm>
              <a:off x="4981129" y="390906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49E">
                <a:alpha val="100000"/>
              </a:srgbClr>
            </a:solidFill>
            <a:ln w="5420" cap="flat">
              <a:solidFill>
                <a:srgbClr val="3A64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12" name="pg1712"/>
            <p:cNvSpPr/>
            <p:nvPr/>
          </p:nvSpPr>
          <p:spPr>
            <a:xfrm>
              <a:off x="4992766" y="390906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69E">
                <a:alpha val="100000"/>
              </a:srgbClr>
            </a:solidFill>
            <a:ln w="5420" cap="flat">
              <a:solidFill>
                <a:srgbClr val="3A66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13" name="pg1713"/>
            <p:cNvSpPr/>
            <p:nvPr/>
          </p:nvSpPr>
          <p:spPr>
            <a:xfrm>
              <a:off x="5004403" y="390906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89F">
                <a:alpha val="100000"/>
              </a:srgbClr>
            </a:solidFill>
            <a:ln w="5420" cap="flat">
              <a:solidFill>
                <a:srgbClr val="3A68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14" name="pg1714"/>
            <p:cNvSpPr/>
            <p:nvPr/>
          </p:nvSpPr>
          <p:spPr>
            <a:xfrm>
              <a:off x="5016041" y="390906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A9F">
                <a:alpha val="100000"/>
              </a:srgbClr>
            </a:solidFill>
            <a:ln w="5420" cap="flat">
              <a:solidFill>
                <a:srgbClr val="3A6A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15" name="pg1715"/>
            <p:cNvSpPr/>
            <p:nvPr/>
          </p:nvSpPr>
          <p:spPr>
            <a:xfrm>
              <a:off x="4888030" y="392336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609D">
                <a:alpha val="100000"/>
              </a:srgbClr>
            </a:solidFill>
            <a:ln w="5420" cap="flat">
              <a:solidFill>
                <a:srgbClr val="3960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16" name="pg1716"/>
            <p:cNvSpPr/>
            <p:nvPr/>
          </p:nvSpPr>
          <p:spPr>
            <a:xfrm>
              <a:off x="4899668" y="392336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5F9C">
                <a:alpha val="100000"/>
              </a:srgbClr>
            </a:solidFill>
            <a:ln w="5420" cap="flat">
              <a:solidFill>
                <a:srgbClr val="395F9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17" name="pg1717"/>
            <p:cNvSpPr/>
            <p:nvPr/>
          </p:nvSpPr>
          <p:spPr>
            <a:xfrm>
              <a:off x="4911305" y="392336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5E9C">
                <a:alpha val="100000"/>
              </a:srgbClr>
            </a:solidFill>
            <a:ln w="5420" cap="flat">
              <a:solidFill>
                <a:srgbClr val="395E9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18" name="pg1718"/>
            <p:cNvSpPr/>
            <p:nvPr/>
          </p:nvSpPr>
          <p:spPr>
            <a:xfrm>
              <a:off x="4922942" y="392336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5F9C">
                <a:alpha val="100000"/>
              </a:srgbClr>
            </a:solidFill>
            <a:ln w="5420" cap="flat">
              <a:solidFill>
                <a:srgbClr val="395F9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19" name="pg1719"/>
            <p:cNvSpPr/>
            <p:nvPr/>
          </p:nvSpPr>
          <p:spPr>
            <a:xfrm>
              <a:off x="4934580" y="392336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609D">
                <a:alpha val="100000"/>
              </a:srgbClr>
            </a:solidFill>
            <a:ln w="5420" cap="flat">
              <a:solidFill>
                <a:srgbClr val="3960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20" name="pg1720"/>
            <p:cNvSpPr/>
            <p:nvPr/>
          </p:nvSpPr>
          <p:spPr>
            <a:xfrm>
              <a:off x="4946217" y="392336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619D">
                <a:alpha val="100000"/>
              </a:srgbClr>
            </a:solidFill>
            <a:ln w="5420" cap="flat">
              <a:solidFill>
                <a:srgbClr val="3961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21" name="pg1721"/>
            <p:cNvSpPr/>
            <p:nvPr/>
          </p:nvSpPr>
          <p:spPr>
            <a:xfrm>
              <a:off x="4957854" y="392336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29D">
                <a:alpha val="100000"/>
              </a:srgbClr>
            </a:solidFill>
            <a:ln w="5420" cap="flat">
              <a:solidFill>
                <a:srgbClr val="3A62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22" name="pg1722"/>
            <p:cNvSpPr/>
            <p:nvPr/>
          </p:nvSpPr>
          <p:spPr>
            <a:xfrm>
              <a:off x="4969492" y="392336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49E">
                <a:alpha val="100000"/>
              </a:srgbClr>
            </a:solidFill>
            <a:ln w="5420" cap="flat">
              <a:solidFill>
                <a:srgbClr val="3A64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23" name="pg1723"/>
            <p:cNvSpPr/>
            <p:nvPr/>
          </p:nvSpPr>
          <p:spPr>
            <a:xfrm>
              <a:off x="4981129" y="392336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59E">
                <a:alpha val="100000"/>
              </a:srgbClr>
            </a:solidFill>
            <a:ln w="5420" cap="flat">
              <a:solidFill>
                <a:srgbClr val="3A65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24" name="pg1724"/>
            <p:cNvSpPr/>
            <p:nvPr/>
          </p:nvSpPr>
          <p:spPr>
            <a:xfrm>
              <a:off x="4992766" y="392336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79E">
                <a:alpha val="100000"/>
              </a:srgbClr>
            </a:solidFill>
            <a:ln w="5420" cap="flat">
              <a:solidFill>
                <a:srgbClr val="3A67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25" name="pg1725"/>
            <p:cNvSpPr/>
            <p:nvPr/>
          </p:nvSpPr>
          <p:spPr>
            <a:xfrm>
              <a:off x="5004403" y="392336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89F">
                <a:alpha val="100000"/>
              </a:srgbClr>
            </a:solidFill>
            <a:ln w="5420" cap="flat">
              <a:solidFill>
                <a:srgbClr val="3A68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26" name="pg1726"/>
            <p:cNvSpPr/>
            <p:nvPr/>
          </p:nvSpPr>
          <p:spPr>
            <a:xfrm>
              <a:off x="5016041" y="392336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A9F">
                <a:alpha val="100000"/>
              </a:srgbClr>
            </a:solidFill>
            <a:ln w="5420" cap="flat">
              <a:solidFill>
                <a:srgbClr val="3A6A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27" name="pg1727"/>
            <p:cNvSpPr/>
            <p:nvPr/>
          </p:nvSpPr>
          <p:spPr>
            <a:xfrm>
              <a:off x="4876393" y="393766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39D">
                <a:alpha val="100000"/>
              </a:srgbClr>
            </a:solidFill>
            <a:ln w="5420" cap="flat">
              <a:solidFill>
                <a:srgbClr val="3A63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28" name="pg1728"/>
            <p:cNvSpPr/>
            <p:nvPr/>
          </p:nvSpPr>
          <p:spPr>
            <a:xfrm>
              <a:off x="4888030" y="393766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39D">
                <a:alpha val="100000"/>
              </a:srgbClr>
            </a:solidFill>
            <a:ln w="5420" cap="flat">
              <a:solidFill>
                <a:srgbClr val="3A63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29" name="pg1729"/>
            <p:cNvSpPr/>
            <p:nvPr/>
          </p:nvSpPr>
          <p:spPr>
            <a:xfrm>
              <a:off x="4899668" y="393766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29D">
                <a:alpha val="100000"/>
              </a:srgbClr>
            </a:solidFill>
            <a:ln w="5420" cap="flat">
              <a:solidFill>
                <a:srgbClr val="3A62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30" name="pg1730"/>
            <p:cNvSpPr/>
            <p:nvPr/>
          </p:nvSpPr>
          <p:spPr>
            <a:xfrm>
              <a:off x="4911305" y="393766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29D">
                <a:alpha val="100000"/>
              </a:srgbClr>
            </a:solidFill>
            <a:ln w="5420" cap="flat">
              <a:solidFill>
                <a:srgbClr val="3A62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31" name="pg1731"/>
            <p:cNvSpPr/>
            <p:nvPr/>
          </p:nvSpPr>
          <p:spPr>
            <a:xfrm>
              <a:off x="4922942" y="393766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29D">
                <a:alpha val="100000"/>
              </a:srgbClr>
            </a:solidFill>
            <a:ln w="5420" cap="flat">
              <a:solidFill>
                <a:srgbClr val="3A62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32" name="pg1732"/>
            <p:cNvSpPr/>
            <p:nvPr/>
          </p:nvSpPr>
          <p:spPr>
            <a:xfrm>
              <a:off x="4934580" y="393766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39D">
                <a:alpha val="100000"/>
              </a:srgbClr>
            </a:solidFill>
            <a:ln w="5420" cap="flat">
              <a:solidFill>
                <a:srgbClr val="3A63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33" name="pg1733"/>
            <p:cNvSpPr/>
            <p:nvPr/>
          </p:nvSpPr>
          <p:spPr>
            <a:xfrm>
              <a:off x="4946217" y="393766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49E">
                <a:alpha val="100000"/>
              </a:srgbClr>
            </a:solidFill>
            <a:ln w="5420" cap="flat">
              <a:solidFill>
                <a:srgbClr val="3A64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34" name="pg1734"/>
            <p:cNvSpPr/>
            <p:nvPr/>
          </p:nvSpPr>
          <p:spPr>
            <a:xfrm>
              <a:off x="4957854" y="393766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59E">
                <a:alpha val="100000"/>
              </a:srgbClr>
            </a:solidFill>
            <a:ln w="5420" cap="flat">
              <a:solidFill>
                <a:srgbClr val="3A65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35" name="pg1735"/>
            <p:cNvSpPr/>
            <p:nvPr/>
          </p:nvSpPr>
          <p:spPr>
            <a:xfrm>
              <a:off x="4969492" y="393766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69E">
                <a:alpha val="100000"/>
              </a:srgbClr>
            </a:solidFill>
            <a:ln w="5420" cap="flat">
              <a:solidFill>
                <a:srgbClr val="3A66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36" name="pg1736"/>
            <p:cNvSpPr/>
            <p:nvPr/>
          </p:nvSpPr>
          <p:spPr>
            <a:xfrm>
              <a:off x="4981129" y="393766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79E">
                <a:alpha val="100000"/>
              </a:srgbClr>
            </a:solidFill>
            <a:ln w="5420" cap="flat">
              <a:solidFill>
                <a:srgbClr val="3A67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37" name="pg1737"/>
            <p:cNvSpPr/>
            <p:nvPr/>
          </p:nvSpPr>
          <p:spPr>
            <a:xfrm>
              <a:off x="4992766" y="393766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89F">
                <a:alpha val="100000"/>
              </a:srgbClr>
            </a:solidFill>
            <a:ln w="5420" cap="flat">
              <a:solidFill>
                <a:srgbClr val="3A68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38" name="pg1738"/>
            <p:cNvSpPr/>
            <p:nvPr/>
          </p:nvSpPr>
          <p:spPr>
            <a:xfrm>
              <a:off x="5004403" y="393766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99F">
                <a:alpha val="100000"/>
              </a:srgbClr>
            </a:solidFill>
            <a:ln w="5420" cap="flat">
              <a:solidFill>
                <a:srgbClr val="3A69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39" name="pg1739"/>
            <p:cNvSpPr/>
            <p:nvPr/>
          </p:nvSpPr>
          <p:spPr>
            <a:xfrm>
              <a:off x="5016041" y="393766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A9F">
                <a:alpha val="100000"/>
              </a:srgbClr>
            </a:solidFill>
            <a:ln w="5420" cap="flat">
              <a:solidFill>
                <a:srgbClr val="3A6A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40" name="pg1740"/>
            <p:cNvSpPr/>
            <p:nvPr/>
          </p:nvSpPr>
          <p:spPr>
            <a:xfrm>
              <a:off x="5027678" y="393766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B9F">
                <a:alpha val="100000"/>
              </a:srgbClr>
            </a:solidFill>
            <a:ln w="5420" cap="flat">
              <a:solidFill>
                <a:srgbClr val="3A6B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41" name="pg1741"/>
            <p:cNvSpPr/>
            <p:nvPr/>
          </p:nvSpPr>
          <p:spPr>
            <a:xfrm>
              <a:off x="4876393" y="395196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39E">
                <a:alpha val="100000"/>
              </a:srgbClr>
            </a:solidFill>
            <a:ln w="5420" cap="flat">
              <a:solidFill>
                <a:srgbClr val="3A63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42" name="pg1742"/>
            <p:cNvSpPr/>
            <p:nvPr/>
          </p:nvSpPr>
          <p:spPr>
            <a:xfrm>
              <a:off x="4888030" y="395196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39E">
                <a:alpha val="100000"/>
              </a:srgbClr>
            </a:solidFill>
            <a:ln w="5420" cap="flat">
              <a:solidFill>
                <a:srgbClr val="3A63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43" name="pg1743"/>
            <p:cNvSpPr/>
            <p:nvPr/>
          </p:nvSpPr>
          <p:spPr>
            <a:xfrm>
              <a:off x="4899668" y="395196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39D">
                <a:alpha val="100000"/>
              </a:srgbClr>
            </a:solidFill>
            <a:ln w="5420" cap="flat">
              <a:solidFill>
                <a:srgbClr val="3A63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44" name="pg1744"/>
            <p:cNvSpPr/>
            <p:nvPr/>
          </p:nvSpPr>
          <p:spPr>
            <a:xfrm>
              <a:off x="4911305" y="395196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39D">
                <a:alpha val="100000"/>
              </a:srgbClr>
            </a:solidFill>
            <a:ln w="5420" cap="flat">
              <a:solidFill>
                <a:srgbClr val="3A63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45" name="pg1745"/>
            <p:cNvSpPr/>
            <p:nvPr/>
          </p:nvSpPr>
          <p:spPr>
            <a:xfrm>
              <a:off x="4922942" y="395196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39E">
                <a:alpha val="100000"/>
              </a:srgbClr>
            </a:solidFill>
            <a:ln w="5420" cap="flat">
              <a:solidFill>
                <a:srgbClr val="3A63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46" name="pg1746"/>
            <p:cNvSpPr/>
            <p:nvPr/>
          </p:nvSpPr>
          <p:spPr>
            <a:xfrm>
              <a:off x="4934580" y="395196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49E">
                <a:alpha val="100000"/>
              </a:srgbClr>
            </a:solidFill>
            <a:ln w="5420" cap="flat">
              <a:solidFill>
                <a:srgbClr val="3A64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47" name="pg1747"/>
            <p:cNvSpPr/>
            <p:nvPr/>
          </p:nvSpPr>
          <p:spPr>
            <a:xfrm>
              <a:off x="4946217" y="395196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59E">
                <a:alpha val="100000"/>
              </a:srgbClr>
            </a:solidFill>
            <a:ln w="5420" cap="flat">
              <a:solidFill>
                <a:srgbClr val="3A65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48" name="pg1748"/>
            <p:cNvSpPr/>
            <p:nvPr/>
          </p:nvSpPr>
          <p:spPr>
            <a:xfrm>
              <a:off x="4957854" y="395196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59E">
                <a:alpha val="100000"/>
              </a:srgbClr>
            </a:solidFill>
            <a:ln w="5420" cap="flat">
              <a:solidFill>
                <a:srgbClr val="3A65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49" name="pg1749"/>
            <p:cNvSpPr/>
            <p:nvPr/>
          </p:nvSpPr>
          <p:spPr>
            <a:xfrm>
              <a:off x="4969492" y="395196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69E">
                <a:alpha val="100000"/>
              </a:srgbClr>
            </a:solidFill>
            <a:ln w="5420" cap="flat">
              <a:solidFill>
                <a:srgbClr val="3A66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50" name="pg1750"/>
            <p:cNvSpPr/>
            <p:nvPr/>
          </p:nvSpPr>
          <p:spPr>
            <a:xfrm>
              <a:off x="4981129" y="395196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79E">
                <a:alpha val="100000"/>
              </a:srgbClr>
            </a:solidFill>
            <a:ln w="5420" cap="flat">
              <a:solidFill>
                <a:srgbClr val="3A67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51" name="pg1751"/>
            <p:cNvSpPr/>
            <p:nvPr/>
          </p:nvSpPr>
          <p:spPr>
            <a:xfrm>
              <a:off x="4992766" y="395196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89F">
                <a:alpha val="100000"/>
              </a:srgbClr>
            </a:solidFill>
            <a:ln w="5420" cap="flat">
              <a:solidFill>
                <a:srgbClr val="3A68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52" name="pg1752"/>
            <p:cNvSpPr/>
            <p:nvPr/>
          </p:nvSpPr>
          <p:spPr>
            <a:xfrm>
              <a:off x="5004403" y="395196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99F">
                <a:alpha val="100000"/>
              </a:srgbClr>
            </a:solidFill>
            <a:ln w="5420" cap="flat">
              <a:solidFill>
                <a:srgbClr val="3A69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53" name="pg1753"/>
            <p:cNvSpPr/>
            <p:nvPr/>
          </p:nvSpPr>
          <p:spPr>
            <a:xfrm>
              <a:off x="5016041" y="395196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A9F">
                <a:alpha val="100000"/>
              </a:srgbClr>
            </a:solidFill>
            <a:ln w="5420" cap="flat">
              <a:solidFill>
                <a:srgbClr val="3A6A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54" name="pg1754"/>
            <p:cNvSpPr/>
            <p:nvPr/>
          </p:nvSpPr>
          <p:spPr>
            <a:xfrm>
              <a:off x="5027678" y="395196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B9F">
                <a:alpha val="100000"/>
              </a:srgbClr>
            </a:solidFill>
            <a:ln w="5420" cap="flat">
              <a:solidFill>
                <a:srgbClr val="3A6B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55" name="pg1755"/>
            <p:cNvSpPr/>
            <p:nvPr/>
          </p:nvSpPr>
          <p:spPr>
            <a:xfrm>
              <a:off x="5039315" y="395196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C9F">
                <a:alpha val="100000"/>
              </a:srgbClr>
            </a:solidFill>
            <a:ln w="5420" cap="flat">
              <a:solidFill>
                <a:srgbClr val="3A6C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56" name="pg1756"/>
            <p:cNvSpPr/>
            <p:nvPr/>
          </p:nvSpPr>
          <p:spPr>
            <a:xfrm>
              <a:off x="4876393" y="396626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39D">
                <a:alpha val="100000"/>
              </a:srgbClr>
            </a:solidFill>
            <a:ln w="5420" cap="flat">
              <a:solidFill>
                <a:srgbClr val="3A63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57" name="pg1757"/>
            <p:cNvSpPr/>
            <p:nvPr/>
          </p:nvSpPr>
          <p:spPr>
            <a:xfrm>
              <a:off x="4888030" y="396626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39D">
                <a:alpha val="100000"/>
              </a:srgbClr>
            </a:solidFill>
            <a:ln w="5420" cap="flat">
              <a:solidFill>
                <a:srgbClr val="3A63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58" name="pg1758"/>
            <p:cNvSpPr/>
            <p:nvPr/>
          </p:nvSpPr>
          <p:spPr>
            <a:xfrm>
              <a:off x="4899668" y="396626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39E">
                <a:alpha val="100000"/>
              </a:srgbClr>
            </a:solidFill>
            <a:ln w="5420" cap="flat">
              <a:solidFill>
                <a:srgbClr val="3A63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59" name="pg1759"/>
            <p:cNvSpPr/>
            <p:nvPr/>
          </p:nvSpPr>
          <p:spPr>
            <a:xfrm>
              <a:off x="4911305" y="396626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39E">
                <a:alpha val="100000"/>
              </a:srgbClr>
            </a:solidFill>
            <a:ln w="5420" cap="flat">
              <a:solidFill>
                <a:srgbClr val="3A63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60" name="pg1760"/>
            <p:cNvSpPr/>
            <p:nvPr/>
          </p:nvSpPr>
          <p:spPr>
            <a:xfrm>
              <a:off x="4922942" y="396626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49E">
                <a:alpha val="100000"/>
              </a:srgbClr>
            </a:solidFill>
            <a:ln w="5420" cap="flat">
              <a:solidFill>
                <a:srgbClr val="3A64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61" name="pg1761"/>
            <p:cNvSpPr/>
            <p:nvPr/>
          </p:nvSpPr>
          <p:spPr>
            <a:xfrm>
              <a:off x="4934580" y="396626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49E">
                <a:alpha val="100000"/>
              </a:srgbClr>
            </a:solidFill>
            <a:ln w="5420" cap="flat">
              <a:solidFill>
                <a:srgbClr val="3A64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62" name="pg1762"/>
            <p:cNvSpPr/>
            <p:nvPr/>
          </p:nvSpPr>
          <p:spPr>
            <a:xfrm>
              <a:off x="4946217" y="396626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59E">
                <a:alpha val="100000"/>
              </a:srgbClr>
            </a:solidFill>
            <a:ln w="5420" cap="flat">
              <a:solidFill>
                <a:srgbClr val="3A65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63" name="pg1763"/>
            <p:cNvSpPr/>
            <p:nvPr/>
          </p:nvSpPr>
          <p:spPr>
            <a:xfrm>
              <a:off x="4957854" y="396626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69E">
                <a:alpha val="100000"/>
              </a:srgbClr>
            </a:solidFill>
            <a:ln w="5420" cap="flat">
              <a:solidFill>
                <a:srgbClr val="3A66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64" name="pg1764"/>
            <p:cNvSpPr/>
            <p:nvPr/>
          </p:nvSpPr>
          <p:spPr>
            <a:xfrm>
              <a:off x="4969492" y="396626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69E">
                <a:alpha val="100000"/>
              </a:srgbClr>
            </a:solidFill>
            <a:ln w="5420" cap="flat">
              <a:solidFill>
                <a:srgbClr val="3A66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65" name="pg1765"/>
            <p:cNvSpPr/>
            <p:nvPr/>
          </p:nvSpPr>
          <p:spPr>
            <a:xfrm>
              <a:off x="4981129" y="396626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79E">
                <a:alpha val="100000"/>
              </a:srgbClr>
            </a:solidFill>
            <a:ln w="5420" cap="flat">
              <a:solidFill>
                <a:srgbClr val="3A67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66" name="pg1766"/>
            <p:cNvSpPr/>
            <p:nvPr/>
          </p:nvSpPr>
          <p:spPr>
            <a:xfrm>
              <a:off x="4992766" y="396626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89F">
                <a:alpha val="100000"/>
              </a:srgbClr>
            </a:solidFill>
            <a:ln w="5420" cap="flat">
              <a:solidFill>
                <a:srgbClr val="3A68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67" name="pg1767"/>
            <p:cNvSpPr/>
            <p:nvPr/>
          </p:nvSpPr>
          <p:spPr>
            <a:xfrm>
              <a:off x="5004403" y="396626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99F">
                <a:alpha val="100000"/>
              </a:srgbClr>
            </a:solidFill>
            <a:ln w="5420" cap="flat">
              <a:solidFill>
                <a:srgbClr val="3A69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68" name="pg1768"/>
            <p:cNvSpPr/>
            <p:nvPr/>
          </p:nvSpPr>
          <p:spPr>
            <a:xfrm>
              <a:off x="5016041" y="396626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A9F">
                <a:alpha val="100000"/>
              </a:srgbClr>
            </a:solidFill>
            <a:ln w="5420" cap="flat">
              <a:solidFill>
                <a:srgbClr val="3A6A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69" name="pg1769"/>
            <p:cNvSpPr/>
            <p:nvPr/>
          </p:nvSpPr>
          <p:spPr>
            <a:xfrm>
              <a:off x="5027678" y="396626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A9F">
                <a:alpha val="100000"/>
              </a:srgbClr>
            </a:solidFill>
            <a:ln w="5420" cap="flat">
              <a:solidFill>
                <a:srgbClr val="3A6A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70" name="pg1770"/>
            <p:cNvSpPr/>
            <p:nvPr/>
          </p:nvSpPr>
          <p:spPr>
            <a:xfrm>
              <a:off x="5039315" y="396626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B9F">
                <a:alpha val="100000"/>
              </a:srgbClr>
            </a:solidFill>
            <a:ln w="5420" cap="flat">
              <a:solidFill>
                <a:srgbClr val="3A6B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71" name="pg1771"/>
            <p:cNvSpPr/>
            <p:nvPr/>
          </p:nvSpPr>
          <p:spPr>
            <a:xfrm>
              <a:off x="4876393" y="398056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39D">
                <a:alpha val="100000"/>
              </a:srgbClr>
            </a:solidFill>
            <a:ln w="5420" cap="flat">
              <a:solidFill>
                <a:srgbClr val="3A63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72" name="pg1772"/>
            <p:cNvSpPr/>
            <p:nvPr/>
          </p:nvSpPr>
          <p:spPr>
            <a:xfrm>
              <a:off x="4888030" y="398056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39D">
                <a:alpha val="100000"/>
              </a:srgbClr>
            </a:solidFill>
            <a:ln w="5420" cap="flat">
              <a:solidFill>
                <a:srgbClr val="3A63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73" name="pg1773"/>
            <p:cNvSpPr/>
            <p:nvPr/>
          </p:nvSpPr>
          <p:spPr>
            <a:xfrm>
              <a:off x="4899668" y="398056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39D">
                <a:alpha val="100000"/>
              </a:srgbClr>
            </a:solidFill>
            <a:ln w="5420" cap="flat">
              <a:solidFill>
                <a:srgbClr val="3A63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74" name="pg1774"/>
            <p:cNvSpPr/>
            <p:nvPr/>
          </p:nvSpPr>
          <p:spPr>
            <a:xfrm>
              <a:off x="4911305" y="398056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39D">
                <a:alpha val="100000"/>
              </a:srgbClr>
            </a:solidFill>
            <a:ln w="5420" cap="flat">
              <a:solidFill>
                <a:srgbClr val="3A63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75" name="pg1775"/>
            <p:cNvSpPr/>
            <p:nvPr/>
          </p:nvSpPr>
          <p:spPr>
            <a:xfrm>
              <a:off x="4922942" y="398056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49E">
                <a:alpha val="100000"/>
              </a:srgbClr>
            </a:solidFill>
            <a:ln w="5420" cap="flat">
              <a:solidFill>
                <a:srgbClr val="3A64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76" name="pg1776"/>
            <p:cNvSpPr/>
            <p:nvPr/>
          </p:nvSpPr>
          <p:spPr>
            <a:xfrm>
              <a:off x="4934580" y="398056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49E">
                <a:alpha val="100000"/>
              </a:srgbClr>
            </a:solidFill>
            <a:ln w="5420" cap="flat">
              <a:solidFill>
                <a:srgbClr val="3A64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77" name="pg1777"/>
            <p:cNvSpPr/>
            <p:nvPr/>
          </p:nvSpPr>
          <p:spPr>
            <a:xfrm>
              <a:off x="4946217" y="398056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59E">
                <a:alpha val="100000"/>
              </a:srgbClr>
            </a:solidFill>
            <a:ln w="5420" cap="flat">
              <a:solidFill>
                <a:srgbClr val="3A65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78" name="pg1778"/>
            <p:cNvSpPr/>
            <p:nvPr/>
          </p:nvSpPr>
          <p:spPr>
            <a:xfrm>
              <a:off x="4957854" y="398056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69E">
                <a:alpha val="100000"/>
              </a:srgbClr>
            </a:solidFill>
            <a:ln w="5420" cap="flat">
              <a:solidFill>
                <a:srgbClr val="3A66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79" name="pg1779"/>
            <p:cNvSpPr/>
            <p:nvPr/>
          </p:nvSpPr>
          <p:spPr>
            <a:xfrm>
              <a:off x="4969492" y="398056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69E">
                <a:alpha val="100000"/>
              </a:srgbClr>
            </a:solidFill>
            <a:ln w="5420" cap="flat">
              <a:solidFill>
                <a:srgbClr val="3A66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80" name="pg1780"/>
            <p:cNvSpPr/>
            <p:nvPr/>
          </p:nvSpPr>
          <p:spPr>
            <a:xfrm>
              <a:off x="4981129" y="398056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79E">
                <a:alpha val="100000"/>
              </a:srgbClr>
            </a:solidFill>
            <a:ln w="5420" cap="flat">
              <a:solidFill>
                <a:srgbClr val="3A67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81" name="pg1781"/>
            <p:cNvSpPr/>
            <p:nvPr/>
          </p:nvSpPr>
          <p:spPr>
            <a:xfrm>
              <a:off x="4992766" y="398056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89F">
                <a:alpha val="100000"/>
              </a:srgbClr>
            </a:solidFill>
            <a:ln w="5420" cap="flat">
              <a:solidFill>
                <a:srgbClr val="3A68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82" name="pg1782"/>
            <p:cNvSpPr/>
            <p:nvPr/>
          </p:nvSpPr>
          <p:spPr>
            <a:xfrm>
              <a:off x="5004403" y="398056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89F">
                <a:alpha val="100000"/>
              </a:srgbClr>
            </a:solidFill>
            <a:ln w="5420" cap="flat">
              <a:solidFill>
                <a:srgbClr val="3A68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83" name="pg1783"/>
            <p:cNvSpPr/>
            <p:nvPr/>
          </p:nvSpPr>
          <p:spPr>
            <a:xfrm>
              <a:off x="5016041" y="398056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99F">
                <a:alpha val="100000"/>
              </a:srgbClr>
            </a:solidFill>
            <a:ln w="5420" cap="flat">
              <a:solidFill>
                <a:srgbClr val="3A69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84" name="pg1784"/>
            <p:cNvSpPr/>
            <p:nvPr/>
          </p:nvSpPr>
          <p:spPr>
            <a:xfrm>
              <a:off x="5027678" y="398056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A9F">
                <a:alpha val="100000"/>
              </a:srgbClr>
            </a:solidFill>
            <a:ln w="5420" cap="flat">
              <a:solidFill>
                <a:srgbClr val="3A6A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85" name="pg1785"/>
            <p:cNvSpPr/>
            <p:nvPr/>
          </p:nvSpPr>
          <p:spPr>
            <a:xfrm>
              <a:off x="5039315" y="398056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A9F">
                <a:alpha val="100000"/>
              </a:srgbClr>
            </a:solidFill>
            <a:ln w="5420" cap="flat">
              <a:solidFill>
                <a:srgbClr val="3A6A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86" name="pg1786"/>
            <p:cNvSpPr/>
            <p:nvPr/>
          </p:nvSpPr>
          <p:spPr>
            <a:xfrm>
              <a:off x="5050953" y="398056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B9F">
                <a:alpha val="100000"/>
              </a:srgbClr>
            </a:solidFill>
            <a:ln w="5420" cap="flat">
              <a:solidFill>
                <a:srgbClr val="3A6B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87" name="pg1787"/>
            <p:cNvSpPr/>
            <p:nvPr/>
          </p:nvSpPr>
          <p:spPr>
            <a:xfrm>
              <a:off x="4888030" y="399486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29D">
                <a:alpha val="100000"/>
              </a:srgbClr>
            </a:solidFill>
            <a:ln w="5420" cap="flat">
              <a:solidFill>
                <a:srgbClr val="3A62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88" name="pg1788"/>
            <p:cNvSpPr/>
            <p:nvPr/>
          </p:nvSpPr>
          <p:spPr>
            <a:xfrm>
              <a:off x="4899668" y="399486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29D">
                <a:alpha val="100000"/>
              </a:srgbClr>
            </a:solidFill>
            <a:ln w="5420" cap="flat">
              <a:solidFill>
                <a:srgbClr val="3A62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89" name="pg1789"/>
            <p:cNvSpPr/>
            <p:nvPr/>
          </p:nvSpPr>
          <p:spPr>
            <a:xfrm>
              <a:off x="4911305" y="399486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29D">
                <a:alpha val="100000"/>
              </a:srgbClr>
            </a:solidFill>
            <a:ln w="5420" cap="flat">
              <a:solidFill>
                <a:srgbClr val="3A62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90" name="pg1790"/>
            <p:cNvSpPr/>
            <p:nvPr/>
          </p:nvSpPr>
          <p:spPr>
            <a:xfrm>
              <a:off x="4922942" y="399486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39D">
                <a:alpha val="100000"/>
              </a:srgbClr>
            </a:solidFill>
            <a:ln w="5420" cap="flat">
              <a:solidFill>
                <a:srgbClr val="3A63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91" name="pg1791"/>
            <p:cNvSpPr/>
            <p:nvPr/>
          </p:nvSpPr>
          <p:spPr>
            <a:xfrm>
              <a:off x="4934580" y="399486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49E">
                <a:alpha val="100000"/>
              </a:srgbClr>
            </a:solidFill>
            <a:ln w="5420" cap="flat">
              <a:solidFill>
                <a:srgbClr val="3A64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92" name="pg1792"/>
            <p:cNvSpPr/>
            <p:nvPr/>
          </p:nvSpPr>
          <p:spPr>
            <a:xfrm>
              <a:off x="4946217" y="399486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49E">
                <a:alpha val="100000"/>
              </a:srgbClr>
            </a:solidFill>
            <a:ln w="5420" cap="flat">
              <a:solidFill>
                <a:srgbClr val="3A64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93" name="pg1793"/>
            <p:cNvSpPr/>
            <p:nvPr/>
          </p:nvSpPr>
          <p:spPr>
            <a:xfrm>
              <a:off x="4957854" y="399486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59E">
                <a:alpha val="100000"/>
              </a:srgbClr>
            </a:solidFill>
            <a:ln w="5420" cap="flat">
              <a:solidFill>
                <a:srgbClr val="3A65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94" name="pg1794"/>
            <p:cNvSpPr/>
            <p:nvPr/>
          </p:nvSpPr>
          <p:spPr>
            <a:xfrm>
              <a:off x="4969492" y="399486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69E">
                <a:alpha val="100000"/>
              </a:srgbClr>
            </a:solidFill>
            <a:ln w="5420" cap="flat">
              <a:solidFill>
                <a:srgbClr val="3A66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95" name="pg1795"/>
            <p:cNvSpPr/>
            <p:nvPr/>
          </p:nvSpPr>
          <p:spPr>
            <a:xfrm>
              <a:off x="4981129" y="399486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69E">
                <a:alpha val="100000"/>
              </a:srgbClr>
            </a:solidFill>
            <a:ln w="5420" cap="flat">
              <a:solidFill>
                <a:srgbClr val="3A66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96" name="pg1796"/>
            <p:cNvSpPr/>
            <p:nvPr/>
          </p:nvSpPr>
          <p:spPr>
            <a:xfrm>
              <a:off x="4992766" y="399486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79E">
                <a:alpha val="100000"/>
              </a:srgbClr>
            </a:solidFill>
            <a:ln w="5420" cap="flat">
              <a:solidFill>
                <a:srgbClr val="3A67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97" name="pg1797"/>
            <p:cNvSpPr/>
            <p:nvPr/>
          </p:nvSpPr>
          <p:spPr>
            <a:xfrm>
              <a:off x="5004403" y="399486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89F">
                <a:alpha val="100000"/>
              </a:srgbClr>
            </a:solidFill>
            <a:ln w="5420" cap="flat">
              <a:solidFill>
                <a:srgbClr val="3A68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98" name="pg1798"/>
            <p:cNvSpPr/>
            <p:nvPr/>
          </p:nvSpPr>
          <p:spPr>
            <a:xfrm>
              <a:off x="5016041" y="399486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89F">
                <a:alpha val="100000"/>
              </a:srgbClr>
            </a:solidFill>
            <a:ln w="5420" cap="flat">
              <a:solidFill>
                <a:srgbClr val="3A68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99" name="pg1799"/>
            <p:cNvSpPr/>
            <p:nvPr/>
          </p:nvSpPr>
          <p:spPr>
            <a:xfrm>
              <a:off x="5027678" y="399486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99F">
                <a:alpha val="100000"/>
              </a:srgbClr>
            </a:solidFill>
            <a:ln w="5420" cap="flat">
              <a:solidFill>
                <a:srgbClr val="3A69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00" name="pg1800"/>
            <p:cNvSpPr/>
            <p:nvPr/>
          </p:nvSpPr>
          <p:spPr>
            <a:xfrm>
              <a:off x="5039315" y="399486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A9F">
                <a:alpha val="100000"/>
              </a:srgbClr>
            </a:solidFill>
            <a:ln w="5420" cap="flat">
              <a:solidFill>
                <a:srgbClr val="3A6A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01" name="pg1801"/>
            <p:cNvSpPr/>
            <p:nvPr/>
          </p:nvSpPr>
          <p:spPr>
            <a:xfrm>
              <a:off x="5050953" y="399486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B9F">
                <a:alpha val="100000"/>
              </a:srgbClr>
            </a:solidFill>
            <a:ln w="5420" cap="flat">
              <a:solidFill>
                <a:srgbClr val="3A6B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02" name="pg1802"/>
            <p:cNvSpPr/>
            <p:nvPr/>
          </p:nvSpPr>
          <p:spPr>
            <a:xfrm>
              <a:off x="4853118" y="400916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5F9C">
                <a:alpha val="100000"/>
              </a:srgbClr>
            </a:solidFill>
            <a:ln w="5420" cap="flat">
              <a:solidFill>
                <a:srgbClr val="395F9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03" name="pg1803"/>
            <p:cNvSpPr/>
            <p:nvPr/>
          </p:nvSpPr>
          <p:spPr>
            <a:xfrm>
              <a:off x="4864756" y="400916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5F9D">
                <a:alpha val="100000"/>
              </a:srgbClr>
            </a:solidFill>
            <a:ln w="5420" cap="flat">
              <a:solidFill>
                <a:srgbClr val="395F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04" name="pg1804"/>
            <p:cNvSpPr/>
            <p:nvPr/>
          </p:nvSpPr>
          <p:spPr>
            <a:xfrm>
              <a:off x="4876393" y="400916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609D">
                <a:alpha val="100000"/>
              </a:srgbClr>
            </a:solidFill>
            <a:ln w="5420" cap="flat">
              <a:solidFill>
                <a:srgbClr val="3960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05" name="pg1805"/>
            <p:cNvSpPr/>
            <p:nvPr/>
          </p:nvSpPr>
          <p:spPr>
            <a:xfrm>
              <a:off x="4888030" y="400916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609D">
                <a:alpha val="100000"/>
              </a:srgbClr>
            </a:solidFill>
            <a:ln w="5420" cap="flat">
              <a:solidFill>
                <a:srgbClr val="3960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06" name="pg1806"/>
            <p:cNvSpPr/>
            <p:nvPr/>
          </p:nvSpPr>
          <p:spPr>
            <a:xfrm>
              <a:off x="4899668" y="400916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19D">
                <a:alpha val="100000"/>
              </a:srgbClr>
            </a:solidFill>
            <a:ln w="5420" cap="flat">
              <a:solidFill>
                <a:srgbClr val="3A61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07" name="pg1807"/>
            <p:cNvSpPr/>
            <p:nvPr/>
          </p:nvSpPr>
          <p:spPr>
            <a:xfrm>
              <a:off x="4911305" y="400916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19D">
                <a:alpha val="100000"/>
              </a:srgbClr>
            </a:solidFill>
            <a:ln w="5420" cap="flat">
              <a:solidFill>
                <a:srgbClr val="3A61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08" name="pg1808"/>
            <p:cNvSpPr/>
            <p:nvPr/>
          </p:nvSpPr>
          <p:spPr>
            <a:xfrm>
              <a:off x="4922942" y="400916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29D">
                <a:alpha val="100000"/>
              </a:srgbClr>
            </a:solidFill>
            <a:ln w="5420" cap="flat">
              <a:solidFill>
                <a:srgbClr val="3A62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09" name="pg1809"/>
            <p:cNvSpPr/>
            <p:nvPr/>
          </p:nvSpPr>
          <p:spPr>
            <a:xfrm>
              <a:off x="4934580" y="400916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39D">
                <a:alpha val="100000"/>
              </a:srgbClr>
            </a:solidFill>
            <a:ln w="5420" cap="flat">
              <a:solidFill>
                <a:srgbClr val="3A63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10" name="pg1810"/>
            <p:cNvSpPr/>
            <p:nvPr/>
          </p:nvSpPr>
          <p:spPr>
            <a:xfrm>
              <a:off x="4946217" y="400916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49E">
                <a:alpha val="100000"/>
              </a:srgbClr>
            </a:solidFill>
            <a:ln w="5420" cap="flat">
              <a:solidFill>
                <a:srgbClr val="3A64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11" name="pg1811"/>
            <p:cNvSpPr/>
            <p:nvPr/>
          </p:nvSpPr>
          <p:spPr>
            <a:xfrm>
              <a:off x="4957854" y="400916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49E">
                <a:alpha val="100000"/>
              </a:srgbClr>
            </a:solidFill>
            <a:ln w="5420" cap="flat">
              <a:solidFill>
                <a:srgbClr val="3A64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12" name="pg1812"/>
            <p:cNvSpPr/>
            <p:nvPr/>
          </p:nvSpPr>
          <p:spPr>
            <a:xfrm>
              <a:off x="4969492" y="400916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59E">
                <a:alpha val="100000"/>
              </a:srgbClr>
            </a:solidFill>
            <a:ln w="5420" cap="flat">
              <a:solidFill>
                <a:srgbClr val="3A65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13" name="pg1813"/>
            <p:cNvSpPr/>
            <p:nvPr/>
          </p:nvSpPr>
          <p:spPr>
            <a:xfrm>
              <a:off x="4981129" y="400916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69E">
                <a:alpha val="100000"/>
              </a:srgbClr>
            </a:solidFill>
            <a:ln w="5420" cap="flat">
              <a:solidFill>
                <a:srgbClr val="3A66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14" name="pg1814"/>
            <p:cNvSpPr/>
            <p:nvPr/>
          </p:nvSpPr>
          <p:spPr>
            <a:xfrm>
              <a:off x="4992766" y="400916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69E">
                <a:alpha val="100000"/>
              </a:srgbClr>
            </a:solidFill>
            <a:ln w="5420" cap="flat">
              <a:solidFill>
                <a:srgbClr val="3A66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15" name="pg1815"/>
            <p:cNvSpPr/>
            <p:nvPr/>
          </p:nvSpPr>
          <p:spPr>
            <a:xfrm>
              <a:off x="5004403" y="400916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79E">
                <a:alpha val="100000"/>
              </a:srgbClr>
            </a:solidFill>
            <a:ln w="5420" cap="flat">
              <a:solidFill>
                <a:srgbClr val="3A67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16" name="pg1816"/>
            <p:cNvSpPr/>
            <p:nvPr/>
          </p:nvSpPr>
          <p:spPr>
            <a:xfrm>
              <a:off x="5016041" y="400916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89E">
                <a:alpha val="100000"/>
              </a:srgbClr>
            </a:solidFill>
            <a:ln w="5420" cap="flat">
              <a:solidFill>
                <a:srgbClr val="3A68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17" name="pg1817"/>
            <p:cNvSpPr/>
            <p:nvPr/>
          </p:nvSpPr>
          <p:spPr>
            <a:xfrm>
              <a:off x="5027678" y="400916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89F">
                <a:alpha val="100000"/>
              </a:srgbClr>
            </a:solidFill>
            <a:ln w="5420" cap="flat">
              <a:solidFill>
                <a:srgbClr val="3A68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18" name="pg1818"/>
            <p:cNvSpPr/>
            <p:nvPr/>
          </p:nvSpPr>
          <p:spPr>
            <a:xfrm>
              <a:off x="5039315" y="400916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99F">
                <a:alpha val="100000"/>
              </a:srgbClr>
            </a:solidFill>
            <a:ln w="5420" cap="flat">
              <a:solidFill>
                <a:srgbClr val="3A69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19" name="pg1819"/>
            <p:cNvSpPr/>
            <p:nvPr/>
          </p:nvSpPr>
          <p:spPr>
            <a:xfrm>
              <a:off x="4853118" y="402346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5D9B">
                <a:alpha val="100000"/>
              </a:srgbClr>
            </a:solidFill>
            <a:ln w="5420" cap="flat">
              <a:solidFill>
                <a:srgbClr val="395D9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20" name="pg1820"/>
            <p:cNvSpPr/>
            <p:nvPr/>
          </p:nvSpPr>
          <p:spPr>
            <a:xfrm>
              <a:off x="4864756" y="402346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5D9C">
                <a:alpha val="100000"/>
              </a:srgbClr>
            </a:solidFill>
            <a:ln w="5420" cap="flat">
              <a:solidFill>
                <a:srgbClr val="395D9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21" name="pg1821"/>
            <p:cNvSpPr/>
            <p:nvPr/>
          </p:nvSpPr>
          <p:spPr>
            <a:xfrm>
              <a:off x="4876393" y="402346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5E9C">
                <a:alpha val="100000"/>
              </a:srgbClr>
            </a:solidFill>
            <a:ln w="5420" cap="flat">
              <a:solidFill>
                <a:srgbClr val="395E9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22" name="pg1822"/>
            <p:cNvSpPr/>
            <p:nvPr/>
          </p:nvSpPr>
          <p:spPr>
            <a:xfrm>
              <a:off x="4888030" y="402346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5E9C">
                <a:alpha val="100000"/>
              </a:srgbClr>
            </a:solidFill>
            <a:ln w="5420" cap="flat">
              <a:solidFill>
                <a:srgbClr val="395E9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23" name="pg1823"/>
            <p:cNvSpPr/>
            <p:nvPr/>
          </p:nvSpPr>
          <p:spPr>
            <a:xfrm>
              <a:off x="4899668" y="402346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5F9C">
                <a:alpha val="100000"/>
              </a:srgbClr>
            </a:solidFill>
            <a:ln w="5420" cap="flat">
              <a:solidFill>
                <a:srgbClr val="395F9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24" name="pg1824"/>
            <p:cNvSpPr/>
            <p:nvPr/>
          </p:nvSpPr>
          <p:spPr>
            <a:xfrm>
              <a:off x="4911305" y="402346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609D">
                <a:alpha val="100000"/>
              </a:srgbClr>
            </a:solidFill>
            <a:ln w="5420" cap="flat">
              <a:solidFill>
                <a:srgbClr val="3960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25" name="pg1825"/>
            <p:cNvSpPr/>
            <p:nvPr/>
          </p:nvSpPr>
          <p:spPr>
            <a:xfrm>
              <a:off x="4922942" y="402346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609D">
                <a:alpha val="100000"/>
              </a:srgbClr>
            </a:solidFill>
            <a:ln w="5420" cap="flat">
              <a:solidFill>
                <a:srgbClr val="3960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26" name="pg1826"/>
            <p:cNvSpPr/>
            <p:nvPr/>
          </p:nvSpPr>
          <p:spPr>
            <a:xfrm>
              <a:off x="4934580" y="402346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29D">
                <a:alpha val="100000"/>
              </a:srgbClr>
            </a:solidFill>
            <a:ln w="5420" cap="flat">
              <a:solidFill>
                <a:srgbClr val="3A62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27" name="pg1827"/>
            <p:cNvSpPr/>
            <p:nvPr/>
          </p:nvSpPr>
          <p:spPr>
            <a:xfrm>
              <a:off x="4946217" y="402346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29D">
                <a:alpha val="100000"/>
              </a:srgbClr>
            </a:solidFill>
            <a:ln w="5420" cap="flat">
              <a:solidFill>
                <a:srgbClr val="3A62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28" name="pg1828"/>
            <p:cNvSpPr/>
            <p:nvPr/>
          </p:nvSpPr>
          <p:spPr>
            <a:xfrm>
              <a:off x="4957854" y="402346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39D">
                <a:alpha val="100000"/>
              </a:srgbClr>
            </a:solidFill>
            <a:ln w="5420" cap="flat">
              <a:solidFill>
                <a:srgbClr val="3A63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29" name="pg1829"/>
            <p:cNvSpPr/>
            <p:nvPr/>
          </p:nvSpPr>
          <p:spPr>
            <a:xfrm>
              <a:off x="4969492" y="402346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49E">
                <a:alpha val="100000"/>
              </a:srgbClr>
            </a:solidFill>
            <a:ln w="5420" cap="flat">
              <a:solidFill>
                <a:srgbClr val="3A64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30" name="pg1830"/>
            <p:cNvSpPr/>
            <p:nvPr/>
          </p:nvSpPr>
          <p:spPr>
            <a:xfrm>
              <a:off x="4981129" y="402346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49E">
                <a:alpha val="100000"/>
              </a:srgbClr>
            </a:solidFill>
            <a:ln w="5420" cap="flat">
              <a:solidFill>
                <a:srgbClr val="3A64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31" name="pg1831"/>
            <p:cNvSpPr/>
            <p:nvPr/>
          </p:nvSpPr>
          <p:spPr>
            <a:xfrm>
              <a:off x="4992766" y="402346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59E">
                <a:alpha val="100000"/>
              </a:srgbClr>
            </a:solidFill>
            <a:ln w="5420" cap="flat">
              <a:solidFill>
                <a:srgbClr val="3A65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32" name="pg1832"/>
            <p:cNvSpPr/>
            <p:nvPr/>
          </p:nvSpPr>
          <p:spPr>
            <a:xfrm>
              <a:off x="5004403" y="402346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69E">
                <a:alpha val="100000"/>
              </a:srgbClr>
            </a:solidFill>
            <a:ln w="5420" cap="flat">
              <a:solidFill>
                <a:srgbClr val="3A66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33" name="pg1833"/>
            <p:cNvSpPr/>
            <p:nvPr/>
          </p:nvSpPr>
          <p:spPr>
            <a:xfrm>
              <a:off x="5016041" y="402346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69E">
                <a:alpha val="100000"/>
              </a:srgbClr>
            </a:solidFill>
            <a:ln w="5420" cap="flat">
              <a:solidFill>
                <a:srgbClr val="3A66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34" name="pg1834"/>
            <p:cNvSpPr/>
            <p:nvPr/>
          </p:nvSpPr>
          <p:spPr>
            <a:xfrm>
              <a:off x="5027678" y="402346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79E">
                <a:alpha val="100000"/>
              </a:srgbClr>
            </a:solidFill>
            <a:ln w="5420" cap="flat">
              <a:solidFill>
                <a:srgbClr val="3A67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35" name="pg1835"/>
            <p:cNvSpPr/>
            <p:nvPr/>
          </p:nvSpPr>
          <p:spPr>
            <a:xfrm>
              <a:off x="4853118" y="403776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5A98">
                <a:alpha val="100000"/>
              </a:srgbClr>
            </a:solidFill>
            <a:ln w="5420" cap="flat">
              <a:solidFill>
                <a:srgbClr val="3A5A9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36" name="pg1836"/>
            <p:cNvSpPr/>
            <p:nvPr/>
          </p:nvSpPr>
          <p:spPr>
            <a:xfrm>
              <a:off x="4864756" y="403776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5B99">
                <a:alpha val="100000"/>
              </a:srgbClr>
            </a:solidFill>
            <a:ln w="5420" cap="flat">
              <a:solidFill>
                <a:srgbClr val="3A5B9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37" name="pg1837"/>
            <p:cNvSpPr/>
            <p:nvPr/>
          </p:nvSpPr>
          <p:spPr>
            <a:xfrm>
              <a:off x="4876393" y="403776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5C9A">
                <a:alpha val="100000"/>
              </a:srgbClr>
            </a:solidFill>
            <a:ln w="5420" cap="flat">
              <a:solidFill>
                <a:srgbClr val="395C9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38" name="pg1838"/>
            <p:cNvSpPr/>
            <p:nvPr/>
          </p:nvSpPr>
          <p:spPr>
            <a:xfrm>
              <a:off x="4888030" y="403776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5C9B">
                <a:alpha val="100000"/>
              </a:srgbClr>
            </a:solidFill>
            <a:ln w="5420" cap="flat">
              <a:solidFill>
                <a:srgbClr val="395C9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39" name="pg1839"/>
            <p:cNvSpPr/>
            <p:nvPr/>
          </p:nvSpPr>
          <p:spPr>
            <a:xfrm>
              <a:off x="4899668" y="403776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5D9C">
                <a:alpha val="100000"/>
              </a:srgbClr>
            </a:solidFill>
            <a:ln w="5420" cap="flat">
              <a:solidFill>
                <a:srgbClr val="395D9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40" name="pg1840"/>
            <p:cNvSpPr/>
            <p:nvPr/>
          </p:nvSpPr>
          <p:spPr>
            <a:xfrm>
              <a:off x="4911305" y="403776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5E9C">
                <a:alpha val="100000"/>
              </a:srgbClr>
            </a:solidFill>
            <a:ln w="5420" cap="flat">
              <a:solidFill>
                <a:srgbClr val="395E9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41" name="pg1841"/>
            <p:cNvSpPr/>
            <p:nvPr/>
          </p:nvSpPr>
          <p:spPr>
            <a:xfrm>
              <a:off x="4922942" y="403776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5F9C">
                <a:alpha val="100000"/>
              </a:srgbClr>
            </a:solidFill>
            <a:ln w="5420" cap="flat">
              <a:solidFill>
                <a:srgbClr val="395F9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42" name="pg1842"/>
            <p:cNvSpPr/>
            <p:nvPr/>
          </p:nvSpPr>
          <p:spPr>
            <a:xfrm>
              <a:off x="4934580" y="403776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609D">
                <a:alpha val="100000"/>
              </a:srgbClr>
            </a:solidFill>
            <a:ln w="5420" cap="flat">
              <a:solidFill>
                <a:srgbClr val="3960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43" name="pg1843"/>
            <p:cNvSpPr/>
            <p:nvPr/>
          </p:nvSpPr>
          <p:spPr>
            <a:xfrm>
              <a:off x="4946217" y="403776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19D">
                <a:alpha val="100000"/>
              </a:srgbClr>
            </a:solidFill>
            <a:ln w="5420" cap="flat">
              <a:solidFill>
                <a:srgbClr val="3A61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44" name="pg1844"/>
            <p:cNvSpPr/>
            <p:nvPr/>
          </p:nvSpPr>
          <p:spPr>
            <a:xfrm>
              <a:off x="4957854" y="403776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29D">
                <a:alpha val="100000"/>
              </a:srgbClr>
            </a:solidFill>
            <a:ln w="5420" cap="flat">
              <a:solidFill>
                <a:srgbClr val="3A62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45" name="pg1845"/>
            <p:cNvSpPr/>
            <p:nvPr/>
          </p:nvSpPr>
          <p:spPr>
            <a:xfrm>
              <a:off x="4969492" y="403776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29D">
                <a:alpha val="100000"/>
              </a:srgbClr>
            </a:solidFill>
            <a:ln w="5420" cap="flat">
              <a:solidFill>
                <a:srgbClr val="3A62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46" name="pg1846"/>
            <p:cNvSpPr/>
            <p:nvPr/>
          </p:nvSpPr>
          <p:spPr>
            <a:xfrm>
              <a:off x="4981129" y="403776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39D">
                <a:alpha val="100000"/>
              </a:srgbClr>
            </a:solidFill>
            <a:ln w="5420" cap="flat">
              <a:solidFill>
                <a:srgbClr val="3A63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47" name="pg1847"/>
            <p:cNvSpPr/>
            <p:nvPr/>
          </p:nvSpPr>
          <p:spPr>
            <a:xfrm>
              <a:off x="4992766" y="403776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49E">
                <a:alpha val="100000"/>
              </a:srgbClr>
            </a:solidFill>
            <a:ln w="5420" cap="flat">
              <a:solidFill>
                <a:srgbClr val="3A64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48" name="pg1848"/>
            <p:cNvSpPr/>
            <p:nvPr/>
          </p:nvSpPr>
          <p:spPr>
            <a:xfrm>
              <a:off x="5004403" y="403776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59E">
                <a:alpha val="100000"/>
              </a:srgbClr>
            </a:solidFill>
            <a:ln w="5420" cap="flat">
              <a:solidFill>
                <a:srgbClr val="3A65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49" name="pg1849"/>
            <p:cNvSpPr/>
            <p:nvPr/>
          </p:nvSpPr>
          <p:spPr>
            <a:xfrm>
              <a:off x="5016041" y="403776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59E">
                <a:alpha val="100000"/>
              </a:srgbClr>
            </a:solidFill>
            <a:ln w="5420" cap="flat">
              <a:solidFill>
                <a:srgbClr val="3A65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50" name="pg1850"/>
            <p:cNvSpPr/>
            <p:nvPr/>
          </p:nvSpPr>
          <p:spPr>
            <a:xfrm>
              <a:off x="4853118" y="405206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5794">
                <a:alpha val="100000"/>
              </a:srgbClr>
            </a:solidFill>
            <a:ln w="5420" cap="flat">
              <a:solidFill>
                <a:srgbClr val="3A579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51" name="pg1851"/>
            <p:cNvSpPr/>
            <p:nvPr/>
          </p:nvSpPr>
          <p:spPr>
            <a:xfrm>
              <a:off x="4864756" y="405206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5895">
                <a:alpha val="100000"/>
              </a:srgbClr>
            </a:solidFill>
            <a:ln w="5420" cap="flat">
              <a:solidFill>
                <a:srgbClr val="3A589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52" name="pg1852"/>
            <p:cNvSpPr/>
            <p:nvPr/>
          </p:nvSpPr>
          <p:spPr>
            <a:xfrm>
              <a:off x="4876393" y="405206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5997">
                <a:alpha val="100000"/>
              </a:srgbClr>
            </a:solidFill>
            <a:ln w="5420" cap="flat">
              <a:solidFill>
                <a:srgbClr val="3A599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53" name="pg1853"/>
            <p:cNvSpPr/>
            <p:nvPr/>
          </p:nvSpPr>
          <p:spPr>
            <a:xfrm>
              <a:off x="4888030" y="405206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5A98">
                <a:alpha val="100000"/>
              </a:srgbClr>
            </a:solidFill>
            <a:ln w="5420" cap="flat">
              <a:solidFill>
                <a:srgbClr val="3A5A9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54" name="pg1854"/>
            <p:cNvSpPr/>
            <p:nvPr/>
          </p:nvSpPr>
          <p:spPr>
            <a:xfrm>
              <a:off x="4899668" y="405206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5B99">
                <a:alpha val="100000"/>
              </a:srgbClr>
            </a:solidFill>
            <a:ln w="5420" cap="flat">
              <a:solidFill>
                <a:srgbClr val="395B9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55" name="pg1855"/>
            <p:cNvSpPr/>
            <p:nvPr/>
          </p:nvSpPr>
          <p:spPr>
            <a:xfrm>
              <a:off x="4911305" y="405206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5C9A">
                <a:alpha val="100000"/>
              </a:srgbClr>
            </a:solidFill>
            <a:ln w="5420" cap="flat">
              <a:solidFill>
                <a:srgbClr val="395C9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56" name="pg1856"/>
            <p:cNvSpPr/>
            <p:nvPr/>
          </p:nvSpPr>
          <p:spPr>
            <a:xfrm>
              <a:off x="4922942" y="405206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5D9C">
                <a:alpha val="100000"/>
              </a:srgbClr>
            </a:solidFill>
            <a:ln w="5420" cap="flat">
              <a:solidFill>
                <a:srgbClr val="395D9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57" name="pg1857"/>
            <p:cNvSpPr/>
            <p:nvPr/>
          </p:nvSpPr>
          <p:spPr>
            <a:xfrm>
              <a:off x="4934580" y="405206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5E9C">
                <a:alpha val="100000"/>
              </a:srgbClr>
            </a:solidFill>
            <a:ln w="5420" cap="flat">
              <a:solidFill>
                <a:srgbClr val="395E9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58" name="pg1858"/>
            <p:cNvSpPr/>
            <p:nvPr/>
          </p:nvSpPr>
          <p:spPr>
            <a:xfrm>
              <a:off x="4946217" y="405206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5F9D">
                <a:alpha val="100000"/>
              </a:srgbClr>
            </a:solidFill>
            <a:ln w="5420" cap="flat">
              <a:solidFill>
                <a:srgbClr val="395F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59" name="pg1859"/>
            <p:cNvSpPr/>
            <p:nvPr/>
          </p:nvSpPr>
          <p:spPr>
            <a:xfrm>
              <a:off x="4957854" y="405206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609D">
                <a:alpha val="100000"/>
              </a:srgbClr>
            </a:solidFill>
            <a:ln w="5420" cap="flat">
              <a:solidFill>
                <a:srgbClr val="3960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60" name="pg1860"/>
            <p:cNvSpPr/>
            <p:nvPr/>
          </p:nvSpPr>
          <p:spPr>
            <a:xfrm>
              <a:off x="4969492" y="405206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19D">
                <a:alpha val="100000"/>
              </a:srgbClr>
            </a:solidFill>
            <a:ln w="5420" cap="flat">
              <a:solidFill>
                <a:srgbClr val="3A61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61" name="pg1861"/>
            <p:cNvSpPr/>
            <p:nvPr/>
          </p:nvSpPr>
          <p:spPr>
            <a:xfrm>
              <a:off x="4981129" y="405206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29D">
                <a:alpha val="100000"/>
              </a:srgbClr>
            </a:solidFill>
            <a:ln w="5420" cap="flat">
              <a:solidFill>
                <a:srgbClr val="3A62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62" name="pg1862"/>
            <p:cNvSpPr/>
            <p:nvPr/>
          </p:nvSpPr>
          <p:spPr>
            <a:xfrm>
              <a:off x="4992766" y="405206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39D">
                <a:alpha val="100000"/>
              </a:srgbClr>
            </a:solidFill>
            <a:ln w="5420" cap="flat">
              <a:solidFill>
                <a:srgbClr val="3A63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63" name="pg1863"/>
            <p:cNvSpPr/>
            <p:nvPr/>
          </p:nvSpPr>
          <p:spPr>
            <a:xfrm>
              <a:off x="5004403" y="405206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39E">
                <a:alpha val="100000"/>
              </a:srgbClr>
            </a:solidFill>
            <a:ln w="5420" cap="flat">
              <a:solidFill>
                <a:srgbClr val="3A63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64" name="pg1864"/>
            <p:cNvSpPr/>
            <p:nvPr/>
          </p:nvSpPr>
          <p:spPr>
            <a:xfrm>
              <a:off x="4841481" y="406636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548E">
                <a:alpha val="100000"/>
              </a:srgbClr>
            </a:solidFill>
            <a:ln w="5420" cap="flat">
              <a:solidFill>
                <a:srgbClr val="3B548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65" name="pg1865"/>
            <p:cNvSpPr/>
            <p:nvPr/>
          </p:nvSpPr>
          <p:spPr>
            <a:xfrm>
              <a:off x="4853118" y="406636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5590">
                <a:alpha val="100000"/>
              </a:srgbClr>
            </a:solidFill>
            <a:ln w="5420" cap="flat">
              <a:solidFill>
                <a:srgbClr val="3B559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66" name="pg1866"/>
            <p:cNvSpPr/>
            <p:nvPr/>
          </p:nvSpPr>
          <p:spPr>
            <a:xfrm>
              <a:off x="4864756" y="406636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5691">
                <a:alpha val="100000"/>
              </a:srgbClr>
            </a:solidFill>
            <a:ln w="5420" cap="flat">
              <a:solidFill>
                <a:srgbClr val="3B569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67" name="pg1867"/>
            <p:cNvSpPr/>
            <p:nvPr/>
          </p:nvSpPr>
          <p:spPr>
            <a:xfrm>
              <a:off x="4876393" y="406636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5793">
                <a:alpha val="100000"/>
              </a:srgbClr>
            </a:solidFill>
            <a:ln w="5420" cap="flat">
              <a:solidFill>
                <a:srgbClr val="3A579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68" name="pg1868"/>
            <p:cNvSpPr/>
            <p:nvPr/>
          </p:nvSpPr>
          <p:spPr>
            <a:xfrm>
              <a:off x="4888030" y="406636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5894">
                <a:alpha val="100000"/>
              </a:srgbClr>
            </a:solidFill>
            <a:ln w="5420" cap="flat">
              <a:solidFill>
                <a:srgbClr val="3A589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69" name="pg1869"/>
            <p:cNvSpPr/>
            <p:nvPr/>
          </p:nvSpPr>
          <p:spPr>
            <a:xfrm>
              <a:off x="4899668" y="406636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5996">
                <a:alpha val="100000"/>
              </a:srgbClr>
            </a:solidFill>
            <a:ln w="5420" cap="flat">
              <a:solidFill>
                <a:srgbClr val="3A599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70" name="pg1870"/>
            <p:cNvSpPr/>
            <p:nvPr/>
          </p:nvSpPr>
          <p:spPr>
            <a:xfrm>
              <a:off x="4911305" y="406636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5A97">
                <a:alpha val="100000"/>
              </a:srgbClr>
            </a:solidFill>
            <a:ln w="5420" cap="flat">
              <a:solidFill>
                <a:srgbClr val="3A5A9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71" name="pg1871"/>
            <p:cNvSpPr/>
            <p:nvPr/>
          </p:nvSpPr>
          <p:spPr>
            <a:xfrm>
              <a:off x="4922942" y="406636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5B99">
                <a:alpha val="100000"/>
              </a:srgbClr>
            </a:solidFill>
            <a:ln w="5420" cap="flat">
              <a:solidFill>
                <a:srgbClr val="3A5B9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72" name="pg1872"/>
            <p:cNvSpPr/>
            <p:nvPr/>
          </p:nvSpPr>
          <p:spPr>
            <a:xfrm>
              <a:off x="4934580" y="406636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5D9B">
                <a:alpha val="100000"/>
              </a:srgbClr>
            </a:solidFill>
            <a:ln w="5420" cap="flat">
              <a:solidFill>
                <a:srgbClr val="395D9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73" name="pg1873"/>
            <p:cNvSpPr/>
            <p:nvPr/>
          </p:nvSpPr>
          <p:spPr>
            <a:xfrm>
              <a:off x="4946217" y="406636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5D9C">
                <a:alpha val="100000"/>
              </a:srgbClr>
            </a:solidFill>
            <a:ln w="5420" cap="flat">
              <a:solidFill>
                <a:srgbClr val="395D9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74" name="pg1874"/>
            <p:cNvSpPr/>
            <p:nvPr/>
          </p:nvSpPr>
          <p:spPr>
            <a:xfrm>
              <a:off x="4957854" y="406636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5E9C">
                <a:alpha val="100000"/>
              </a:srgbClr>
            </a:solidFill>
            <a:ln w="5420" cap="flat">
              <a:solidFill>
                <a:srgbClr val="395E9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75" name="pg1875"/>
            <p:cNvSpPr/>
            <p:nvPr/>
          </p:nvSpPr>
          <p:spPr>
            <a:xfrm>
              <a:off x="4969492" y="406636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5F9D">
                <a:alpha val="100000"/>
              </a:srgbClr>
            </a:solidFill>
            <a:ln w="5420" cap="flat">
              <a:solidFill>
                <a:srgbClr val="395F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76" name="pg1876"/>
            <p:cNvSpPr/>
            <p:nvPr/>
          </p:nvSpPr>
          <p:spPr>
            <a:xfrm>
              <a:off x="4981129" y="406636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609D">
                <a:alpha val="100000"/>
              </a:srgbClr>
            </a:solidFill>
            <a:ln w="5420" cap="flat">
              <a:solidFill>
                <a:srgbClr val="3960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77" name="pg1877"/>
            <p:cNvSpPr/>
            <p:nvPr/>
          </p:nvSpPr>
          <p:spPr>
            <a:xfrm>
              <a:off x="4841481" y="408066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4D85">
                <a:alpha val="100000"/>
              </a:srgbClr>
            </a:solidFill>
            <a:ln w="5420" cap="flat">
              <a:solidFill>
                <a:srgbClr val="3B4D8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78" name="pg1878"/>
            <p:cNvSpPr/>
            <p:nvPr/>
          </p:nvSpPr>
          <p:spPr>
            <a:xfrm>
              <a:off x="4853118" y="408066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4E87">
                <a:alpha val="100000"/>
              </a:srgbClr>
            </a:solidFill>
            <a:ln w="5420" cap="flat">
              <a:solidFill>
                <a:srgbClr val="3B4E8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79" name="pg1879"/>
            <p:cNvSpPr/>
            <p:nvPr/>
          </p:nvSpPr>
          <p:spPr>
            <a:xfrm>
              <a:off x="4864756" y="408066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5089">
                <a:alpha val="100000"/>
              </a:srgbClr>
            </a:solidFill>
            <a:ln w="5420" cap="flat">
              <a:solidFill>
                <a:srgbClr val="3B508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80" name="pg1880"/>
            <p:cNvSpPr/>
            <p:nvPr/>
          </p:nvSpPr>
          <p:spPr>
            <a:xfrm>
              <a:off x="4876393" y="408066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518B">
                <a:alpha val="100000"/>
              </a:srgbClr>
            </a:solidFill>
            <a:ln w="5420" cap="flat">
              <a:solidFill>
                <a:srgbClr val="3B518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81" name="pg1881"/>
            <p:cNvSpPr/>
            <p:nvPr/>
          </p:nvSpPr>
          <p:spPr>
            <a:xfrm>
              <a:off x="4888030" y="408066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528D">
                <a:alpha val="100000"/>
              </a:srgbClr>
            </a:solidFill>
            <a:ln w="5420" cap="flat">
              <a:solidFill>
                <a:srgbClr val="3B528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82" name="pg1882"/>
            <p:cNvSpPr/>
            <p:nvPr/>
          </p:nvSpPr>
          <p:spPr>
            <a:xfrm>
              <a:off x="4899668" y="408066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548F">
                <a:alpha val="100000"/>
              </a:srgbClr>
            </a:solidFill>
            <a:ln w="5420" cap="flat">
              <a:solidFill>
                <a:srgbClr val="3B548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83" name="pg1883"/>
            <p:cNvSpPr/>
            <p:nvPr/>
          </p:nvSpPr>
          <p:spPr>
            <a:xfrm>
              <a:off x="4911305" y="408066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5590">
                <a:alpha val="100000"/>
              </a:srgbClr>
            </a:solidFill>
            <a:ln w="5420" cap="flat">
              <a:solidFill>
                <a:srgbClr val="3B559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84" name="pg1884"/>
            <p:cNvSpPr/>
            <p:nvPr/>
          </p:nvSpPr>
          <p:spPr>
            <a:xfrm>
              <a:off x="4922942" y="408066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5692">
                <a:alpha val="100000"/>
              </a:srgbClr>
            </a:solidFill>
            <a:ln w="5420" cap="flat">
              <a:solidFill>
                <a:srgbClr val="3A569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85" name="pg1885"/>
            <p:cNvSpPr/>
            <p:nvPr/>
          </p:nvSpPr>
          <p:spPr>
            <a:xfrm>
              <a:off x="4934580" y="408066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5996">
                <a:alpha val="100000"/>
              </a:srgbClr>
            </a:solidFill>
            <a:ln w="5420" cap="flat">
              <a:solidFill>
                <a:srgbClr val="3A599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86" name="pg1886"/>
            <p:cNvSpPr/>
            <p:nvPr/>
          </p:nvSpPr>
          <p:spPr>
            <a:xfrm>
              <a:off x="4946217" y="408066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5A97">
                <a:alpha val="100000"/>
              </a:srgbClr>
            </a:solidFill>
            <a:ln w="5420" cap="flat">
              <a:solidFill>
                <a:srgbClr val="3A5A9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87" name="pg1887"/>
            <p:cNvSpPr/>
            <p:nvPr/>
          </p:nvSpPr>
          <p:spPr>
            <a:xfrm>
              <a:off x="4957854" y="408066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5B99">
                <a:alpha val="100000"/>
              </a:srgbClr>
            </a:solidFill>
            <a:ln w="5420" cap="flat">
              <a:solidFill>
                <a:srgbClr val="3A5B9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88" name="pg1888"/>
            <p:cNvSpPr/>
            <p:nvPr/>
          </p:nvSpPr>
          <p:spPr>
            <a:xfrm>
              <a:off x="4969492" y="408066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5C9B">
                <a:alpha val="100000"/>
              </a:srgbClr>
            </a:solidFill>
            <a:ln w="5420" cap="flat">
              <a:solidFill>
                <a:srgbClr val="395C9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89" name="pg1889"/>
            <p:cNvSpPr/>
            <p:nvPr/>
          </p:nvSpPr>
          <p:spPr>
            <a:xfrm>
              <a:off x="4841481" y="409496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A81">
                <a:alpha val="100000"/>
              </a:srgbClr>
            </a:solidFill>
            <a:ln w="5420" cap="flat">
              <a:solidFill>
                <a:srgbClr val="3C4A8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90" name="pg1890"/>
            <p:cNvSpPr/>
            <p:nvPr/>
          </p:nvSpPr>
          <p:spPr>
            <a:xfrm>
              <a:off x="4853118" y="409496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B82">
                <a:alpha val="100000"/>
              </a:srgbClr>
            </a:solidFill>
            <a:ln w="5420" cap="flat">
              <a:solidFill>
                <a:srgbClr val="3C4B8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91" name="pg1891"/>
            <p:cNvSpPr/>
            <p:nvPr/>
          </p:nvSpPr>
          <p:spPr>
            <a:xfrm>
              <a:off x="4864756" y="409496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D85">
                <a:alpha val="100000"/>
              </a:srgbClr>
            </a:solidFill>
            <a:ln w="5420" cap="flat">
              <a:solidFill>
                <a:srgbClr val="3C4D8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92" name="pg1892"/>
            <p:cNvSpPr/>
            <p:nvPr/>
          </p:nvSpPr>
          <p:spPr>
            <a:xfrm>
              <a:off x="4876393" y="409496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4E87">
                <a:alpha val="100000"/>
              </a:srgbClr>
            </a:solidFill>
            <a:ln w="5420" cap="flat">
              <a:solidFill>
                <a:srgbClr val="3B4E8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93" name="pg1893"/>
            <p:cNvSpPr/>
            <p:nvPr/>
          </p:nvSpPr>
          <p:spPr>
            <a:xfrm>
              <a:off x="4888030" y="409496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5089">
                <a:alpha val="100000"/>
              </a:srgbClr>
            </a:solidFill>
            <a:ln w="5420" cap="flat">
              <a:solidFill>
                <a:srgbClr val="3B508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94" name="pg1894"/>
            <p:cNvSpPr/>
            <p:nvPr/>
          </p:nvSpPr>
          <p:spPr>
            <a:xfrm>
              <a:off x="4899668" y="409496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518B">
                <a:alpha val="100000"/>
              </a:srgbClr>
            </a:solidFill>
            <a:ln w="5420" cap="flat">
              <a:solidFill>
                <a:srgbClr val="3B518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95" name="pg1895"/>
            <p:cNvSpPr/>
            <p:nvPr/>
          </p:nvSpPr>
          <p:spPr>
            <a:xfrm>
              <a:off x="4911305" y="409496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528D">
                <a:alpha val="100000"/>
              </a:srgbClr>
            </a:solidFill>
            <a:ln w="5420" cap="flat">
              <a:solidFill>
                <a:srgbClr val="3B528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96" name="pg1896"/>
            <p:cNvSpPr/>
            <p:nvPr/>
          </p:nvSpPr>
          <p:spPr>
            <a:xfrm>
              <a:off x="4922942" y="409496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548F">
                <a:alpha val="100000"/>
              </a:srgbClr>
            </a:solidFill>
            <a:ln w="5420" cap="flat">
              <a:solidFill>
                <a:srgbClr val="3B548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97" name="pg1897"/>
            <p:cNvSpPr/>
            <p:nvPr/>
          </p:nvSpPr>
          <p:spPr>
            <a:xfrm>
              <a:off x="4934580" y="409496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5793">
                <a:alpha val="100000"/>
              </a:srgbClr>
            </a:solidFill>
            <a:ln w="5420" cap="flat">
              <a:solidFill>
                <a:srgbClr val="3A579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98" name="pg1898"/>
            <p:cNvSpPr/>
            <p:nvPr/>
          </p:nvSpPr>
          <p:spPr>
            <a:xfrm>
              <a:off x="4946217" y="409496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5895">
                <a:alpha val="100000"/>
              </a:srgbClr>
            </a:solidFill>
            <a:ln w="5420" cap="flat">
              <a:solidFill>
                <a:srgbClr val="3A589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99" name="pg1899"/>
            <p:cNvSpPr/>
            <p:nvPr/>
          </p:nvSpPr>
          <p:spPr>
            <a:xfrm>
              <a:off x="4957854" y="409496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5996">
                <a:alpha val="100000"/>
              </a:srgbClr>
            </a:solidFill>
            <a:ln w="5420" cap="flat">
              <a:solidFill>
                <a:srgbClr val="3A599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00" name="pg1900"/>
            <p:cNvSpPr/>
            <p:nvPr/>
          </p:nvSpPr>
          <p:spPr>
            <a:xfrm>
              <a:off x="4818206" y="410927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478">
                <a:alpha val="100000"/>
              </a:srgbClr>
            </a:solidFill>
            <a:ln w="5420" cap="flat">
              <a:solidFill>
                <a:srgbClr val="3C447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01" name="pg1901"/>
            <p:cNvSpPr/>
            <p:nvPr/>
          </p:nvSpPr>
          <p:spPr>
            <a:xfrm>
              <a:off x="4829844" y="410927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57A">
                <a:alpha val="100000"/>
              </a:srgbClr>
            </a:solidFill>
            <a:ln w="5420" cap="flat">
              <a:solidFill>
                <a:srgbClr val="3C457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02" name="pg1902"/>
            <p:cNvSpPr/>
            <p:nvPr/>
          </p:nvSpPr>
          <p:spPr>
            <a:xfrm>
              <a:off x="4841481" y="410927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67B">
                <a:alpha val="100000"/>
              </a:srgbClr>
            </a:solidFill>
            <a:ln w="5420" cap="flat">
              <a:solidFill>
                <a:srgbClr val="3C467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03" name="pg1903"/>
            <p:cNvSpPr/>
            <p:nvPr/>
          </p:nvSpPr>
          <p:spPr>
            <a:xfrm>
              <a:off x="4853118" y="410927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87E">
                <a:alpha val="100000"/>
              </a:srgbClr>
            </a:solidFill>
            <a:ln w="5420" cap="flat">
              <a:solidFill>
                <a:srgbClr val="3C487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04" name="pg1904"/>
            <p:cNvSpPr/>
            <p:nvPr/>
          </p:nvSpPr>
          <p:spPr>
            <a:xfrm>
              <a:off x="4864756" y="410927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980">
                <a:alpha val="100000"/>
              </a:srgbClr>
            </a:solidFill>
            <a:ln w="5420" cap="flat">
              <a:solidFill>
                <a:srgbClr val="3C498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05" name="pg1905"/>
            <p:cNvSpPr/>
            <p:nvPr/>
          </p:nvSpPr>
          <p:spPr>
            <a:xfrm>
              <a:off x="4876393" y="410927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B82">
                <a:alpha val="100000"/>
              </a:srgbClr>
            </a:solidFill>
            <a:ln w="5420" cap="flat">
              <a:solidFill>
                <a:srgbClr val="3C4B8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06" name="pg1906"/>
            <p:cNvSpPr/>
            <p:nvPr/>
          </p:nvSpPr>
          <p:spPr>
            <a:xfrm>
              <a:off x="4888030" y="410927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D85">
                <a:alpha val="100000"/>
              </a:srgbClr>
            </a:solidFill>
            <a:ln w="5420" cap="flat">
              <a:solidFill>
                <a:srgbClr val="3C4D8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07" name="pg1907"/>
            <p:cNvSpPr/>
            <p:nvPr/>
          </p:nvSpPr>
          <p:spPr>
            <a:xfrm>
              <a:off x="4899668" y="410927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4E87">
                <a:alpha val="100000"/>
              </a:srgbClr>
            </a:solidFill>
            <a:ln w="5420" cap="flat">
              <a:solidFill>
                <a:srgbClr val="3B4E8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08" name="pg1908"/>
            <p:cNvSpPr/>
            <p:nvPr/>
          </p:nvSpPr>
          <p:spPr>
            <a:xfrm>
              <a:off x="4911305" y="410927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5089">
                <a:alpha val="100000"/>
              </a:srgbClr>
            </a:solidFill>
            <a:ln w="5420" cap="flat">
              <a:solidFill>
                <a:srgbClr val="3B508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09" name="pg1909"/>
            <p:cNvSpPr/>
            <p:nvPr/>
          </p:nvSpPr>
          <p:spPr>
            <a:xfrm>
              <a:off x="4922942" y="410927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528C">
                <a:alpha val="100000"/>
              </a:srgbClr>
            </a:solidFill>
            <a:ln w="5420" cap="flat">
              <a:solidFill>
                <a:srgbClr val="3B528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10" name="pg1910"/>
            <p:cNvSpPr/>
            <p:nvPr/>
          </p:nvSpPr>
          <p:spPr>
            <a:xfrm>
              <a:off x="4934580" y="410927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5490">
                <a:alpha val="100000"/>
              </a:srgbClr>
            </a:solidFill>
            <a:ln w="5420" cap="flat">
              <a:solidFill>
                <a:srgbClr val="3B549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11" name="pg1911"/>
            <p:cNvSpPr/>
            <p:nvPr/>
          </p:nvSpPr>
          <p:spPr>
            <a:xfrm>
              <a:off x="4946217" y="410927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5692">
                <a:alpha val="100000"/>
              </a:srgbClr>
            </a:solidFill>
            <a:ln w="5420" cap="flat">
              <a:solidFill>
                <a:srgbClr val="3B569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12" name="pg1912"/>
            <p:cNvSpPr/>
            <p:nvPr/>
          </p:nvSpPr>
          <p:spPr>
            <a:xfrm>
              <a:off x="4957854" y="410927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5794">
                <a:alpha val="100000"/>
              </a:srgbClr>
            </a:solidFill>
            <a:ln w="5420" cap="flat">
              <a:solidFill>
                <a:srgbClr val="3A579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13" name="pg1913"/>
            <p:cNvSpPr/>
            <p:nvPr/>
          </p:nvSpPr>
          <p:spPr>
            <a:xfrm>
              <a:off x="4806569" y="412357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3E70">
                <a:alpha val="100000"/>
              </a:srgbClr>
            </a:solidFill>
            <a:ln w="5420" cap="flat">
              <a:solidFill>
                <a:srgbClr val="3B3E7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14" name="pg1914"/>
            <p:cNvSpPr/>
            <p:nvPr/>
          </p:nvSpPr>
          <p:spPr>
            <a:xfrm>
              <a:off x="4818206" y="412357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073">
                <a:alpha val="100000"/>
              </a:srgbClr>
            </a:solidFill>
            <a:ln w="5420" cap="flat">
              <a:solidFill>
                <a:srgbClr val="3C407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15" name="pg1915"/>
            <p:cNvSpPr/>
            <p:nvPr/>
          </p:nvSpPr>
          <p:spPr>
            <a:xfrm>
              <a:off x="4829844" y="412357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175">
                <a:alpha val="100000"/>
              </a:srgbClr>
            </a:solidFill>
            <a:ln w="5420" cap="flat">
              <a:solidFill>
                <a:srgbClr val="3C417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16" name="pg1916"/>
            <p:cNvSpPr/>
            <p:nvPr/>
          </p:nvSpPr>
          <p:spPr>
            <a:xfrm>
              <a:off x="4841481" y="412357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377">
                <a:alpha val="100000"/>
              </a:srgbClr>
            </a:solidFill>
            <a:ln w="5420" cap="flat">
              <a:solidFill>
                <a:srgbClr val="3C437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17" name="pg1917"/>
            <p:cNvSpPr/>
            <p:nvPr/>
          </p:nvSpPr>
          <p:spPr>
            <a:xfrm>
              <a:off x="4853118" y="412357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579">
                <a:alpha val="100000"/>
              </a:srgbClr>
            </a:solidFill>
            <a:ln w="5420" cap="flat">
              <a:solidFill>
                <a:srgbClr val="3C457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18" name="pg1918"/>
            <p:cNvSpPr/>
            <p:nvPr/>
          </p:nvSpPr>
          <p:spPr>
            <a:xfrm>
              <a:off x="4864756" y="412357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67C">
                <a:alpha val="100000"/>
              </a:srgbClr>
            </a:solidFill>
            <a:ln w="5420" cap="flat">
              <a:solidFill>
                <a:srgbClr val="3C467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19" name="pg1919"/>
            <p:cNvSpPr/>
            <p:nvPr/>
          </p:nvSpPr>
          <p:spPr>
            <a:xfrm>
              <a:off x="4876393" y="412357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87E">
                <a:alpha val="100000"/>
              </a:srgbClr>
            </a:solidFill>
            <a:ln w="5420" cap="flat">
              <a:solidFill>
                <a:srgbClr val="3C487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20" name="pg1920"/>
            <p:cNvSpPr/>
            <p:nvPr/>
          </p:nvSpPr>
          <p:spPr>
            <a:xfrm>
              <a:off x="4888030" y="412357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A81">
                <a:alpha val="100000"/>
              </a:srgbClr>
            </a:solidFill>
            <a:ln w="5420" cap="flat">
              <a:solidFill>
                <a:srgbClr val="3C4A8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21" name="pg1921"/>
            <p:cNvSpPr/>
            <p:nvPr/>
          </p:nvSpPr>
          <p:spPr>
            <a:xfrm>
              <a:off x="4899668" y="412357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C84">
                <a:alpha val="100000"/>
              </a:srgbClr>
            </a:solidFill>
            <a:ln w="5420" cap="flat">
              <a:solidFill>
                <a:srgbClr val="3C4C8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22" name="pg1922"/>
            <p:cNvSpPr/>
            <p:nvPr/>
          </p:nvSpPr>
          <p:spPr>
            <a:xfrm>
              <a:off x="4911305" y="412357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4E86">
                <a:alpha val="100000"/>
              </a:srgbClr>
            </a:solidFill>
            <a:ln w="5420" cap="flat">
              <a:solidFill>
                <a:srgbClr val="3B4E8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23" name="pg1923"/>
            <p:cNvSpPr/>
            <p:nvPr/>
          </p:nvSpPr>
          <p:spPr>
            <a:xfrm>
              <a:off x="4922942" y="412357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4F88">
                <a:alpha val="100000"/>
              </a:srgbClr>
            </a:solidFill>
            <a:ln w="5420" cap="flat">
              <a:solidFill>
                <a:srgbClr val="3B4F8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24" name="pg1924"/>
            <p:cNvSpPr/>
            <p:nvPr/>
          </p:nvSpPr>
          <p:spPr>
            <a:xfrm>
              <a:off x="4934580" y="412357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528D">
                <a:alpha val="100000"/>
              </a:srgbClr>
            </a:solidFill>
            <a:ln w="5420" cap="flat">
              <a:solidFill>
                <a:srgbClr val="3B528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25" name="pg1925"/>
            <p:cNvSpPr/>
            <p:nvPr/>
          </p:nvSpPr>
          <p:spPr>
            <a:xfrm>
              <a:off x="4946217" y="412357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548F">
                <a:alpha val="100000"/>
              </a:srgbClr>
            </a:solidFill>
            <a:ln w="5420" cap="flat">
              <a:solidFill>
                <a:srgbClr val="3B548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26" name="pg1926"/>
            <p:cNvSpPr/>
            <p:nvPr/>
          </p:nvSpPr>
          <p:spPr>
            <a:xfrm>
              <a:off x="4957854" y="412357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5591">
                <a:alpha val="100000"/>
              </a:srgbClr>
            </a:solidFill>
            <a:ln w="5420" cap="flat">
              <a:solidFill>
                <a:srgbClr val="3B559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27" name="pg1927"/>
            <p:cNvSpPr/>
            <p:nvPr/>
          </p:nvSpPr>
          <p:spPr>
            <a:xfrm>
              <a:off x="4806569" y="413787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3A6B">
                <a:alpha val="100000"/>
              </a:srgbClr>
            </a:solidFill>
            <a:ln w="5420" cap="flat">
              <a:solidFill>
                <a:srgbClr val="3B3A6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28" name="pg1928"/>
            <p:cNvSpPr/>
            <p:nvPr/>
          </p:nvSpPr>
          <p:spPr>
            <a:xfrm>
              <a:off x="4818206" y="413787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3C6E">
                <a:alpha val="100000"/>
              </a:srgbClr>
            </a:solidFill>
            <a:ln w="5420" cap="flat">
              <a:solidFill>
                <a:srgbClr val="3B3C6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29" name="pg1929"/>
            <p:cNvSpPr/>
            <p:nvPr/>
          </p:nvSpPr>
          <p:spPr>
            <a:xfrm>
              <a:off x="4829844" y="413787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3E70">
                <a:alpha val="100000"/>
              </a:srgbClr>
            </a:solidFill>
            <a:ln w="5420" cap="flat">
              <a:solidFill>
                <a:srgbClr val="3B3E7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30" name="pg1930"/>
            <p:cNvSpPr/>
            <p:nvPr/>
          </p:nvSpPr>
          <p:spPr>
            <a:xfrm>
              <a:off x="4841481" y="413787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4072">
                <a:alpha val="100000"/>
              </a:srgbClr>
            </a:solidFill>
            <a:ln w="5420" cap="flat">
              <a:solidFill>
                <a:srgbClr val="3B407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31" name="pg1931"/>
            <p:cNvSpPr/>
            <p:nvPr/>
          </p:nvSpPr>
          <p:spPr>
            <a:xfrm>
              <a:off x="4853118" y="413787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275">
                <a:alpha val="100000"/>
              </a:srgbClr>
            </a:solidFill>
            <a:ln w="5420" cap="flat">
              <a:solidFill>
                <a:srgbClr val="3C427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32" name="pg1932"/>
            <p:cNvSpPr/>
            <p:nvPr/>
          </p:nvSpPr>
          <p:spPr>
            <a:xfrm>
              <a:off x="4864756" y="413787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478">
                <a:alpha val="100000"/>
              </a:srgbClr>
            </a:solidFill>
            <a:ln w="5420" cap="flat">
              <a:solidFill>
                <a:srgbClr val="3C447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33" name="pg1933"/>
            <p:cNvSpPr/>
            <p:nvPr/>
          </p:nvSpPr>
          <p:spPr>
            <a:xfrm>
              <a:off x="4876393" y="413787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67B">
                <a:alpha val="100000"/>
              </a:srgbClr>
            </a:solidFill>
            <a:ln w="5420" cap="flat">
              <a:solidFill>
                <a:srgbClr val="3C467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34" name="pg1934"/>
            <p:cNvSpPr/>
            <p:nvPr/>
          </p:nvSpPr>
          <p:spPr>
            <a:xfrm>
              <a:off x="4888030" y="413787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87D">
                <a:alpha val="100000"/>
              </a:srgbClr>
            </a:solidFill>
            <a:ln w="5420" cap="flat">
              <a:solidFill>
                <a:srgbClr val="3C487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35" name="pg1935"/>
            <p:cNvSpPr/>
            <p:nvPr/>
          </p:nvSpPr>
          <p:spPr>
            <a:xfrm>
              <a:off x="4899668" y="413787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980">
                <a:alpha val="100000"/>
              </a:srgbClr>
            </a:solidFill>
            <a:ln w="5420" cap="flat">
              <a:solidFill>
                <a:srgbClr val="3C498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36" name="pg1936"/>
            <p:cNvSpPr/>
            <p:nvPr/>
          </p:nvSpPr>
          <p:spPr>
            <a:xfrm>
              <a:off x="4911305" y="413787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B83">
                <a:alpha val="100000"/>
              </a:srgbClr>
            </a:solidFill>
            <a:ln w="5420" cap="flat">
              <a:solidFill>
                <a:srgbClr val="3C4B8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37" name="pg1937"/>
            <p:cNvSpPr/>
            <p:nvPr/>
          </p:nvSpPr>
          <p:spPr>
            <a:xfrm>
              <a:off x="4922942" y="413787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4D85">
                <a:alpha val="100000"/>
              </a:srgbClr>
            </a:solidFill>
            <a:ln w="5420" cap="flat">
              <a:solidFill>
                <a:srgbClr val="3B4D8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38" name="pg1938"/>
            <p:cNvSpPr/>
            <p:nvPr/>
          </p:nvSpPr>
          <p:spPr>
            <a:xfrm>
              <a:off x="4934580" y="413787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518A">
                <a:alpha val="100000"/>
              </a:srgbClr>
            </a:solidFill>
            <a:ln w="5420" cap="flat">
              <a:solidFill>
                <a:srgbClr val="3B518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39" name="pg1939"/>
            <p:cNvSpPr/>
            <p:nvPr/>
          </p:nvSpPr>
          <p:spPr>
            <a:xfrm>
              <a:off x="4946217" y="413787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528C">
                <a:alpha val="100000"/>
              </a:srgbClr>
            </a:solidFill>
            <a:ln w="5420" cap="flat">
              <a:solidFill>
                <a:srgbClr val="3B528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40" name="pg1940"/>
            <p:cNvSpPr/>
            <p:nvPr/>
          </p:nvSpPr>
          <p:spPr>
            <a:xfrm>
              <a:off x="4794932" y="415217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3563">
                <a:alpha val="100000"/>
              </a:srgbClr>
            </a:solidFill>
            <a:ln w="5420" cap="flat">
              <a:solidFill>
                <a:srgbClr val="3A356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41" name="pg1941"/>
            <p:cNvSpPr/>
            <p:nvPr/>
          </p:nvSpPr>
          <p:spPr>
            <a:xfrm>
              <a:off x="4806569" y="415217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3665">
                <a:alpha val="100000"/>
              </a:srgbClr>
            </a:solidFill>
            <a:ln w="5420" cap="flat">
              <a:solidFill>
                <a:srgbClr val="3A366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42" name="pg1942"/>
            <p:cNvSpPr/>
            <p:nvPr/>
          </p:nvSpPr>
          <p:spPr>
            <a:xfrm>
              <a:off x="4818206" y="415217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3969">
                <a:alpha val="100000"/>
              </a:srgbClr>
            </a:solidFill>
            <a:ln w="5420" cap="flat">
              <a:solidFill>
                <a:srgbClr val="3B396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43" name="pg1943"/>
            <p:cNvSpPr/>
            <p:nvPr/>
          </p:nvSpPr>
          <p:spPr>
            <a:xfrm>
              <a:off x="4829844" y="415217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3B6B">
                <a:alpha val="100000"/>
              </a:srgbClr>
            </a:solidFill>
            <a:ln w="5420" cap="flat">
              <a:solidFill>
                <a:srgbClr val="3B3B6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44" name="pg1944"/>
            <p:cNvSpPr/>
            <p:nvPr/>
          </p:nvSpPr>
          <p:spPr>
            <a:xfrm>
              <a:off x="4841481" y="415217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3D6E">
                <a:alpha val="100000"/>
              </a:srgbClr>
            </a:solidFill>
            <a:ln w="5420" cap="flat">
              <a:solidFill>
                <a:srgbClr val="3B3D6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45" name="pg1945"/>
            <p:cNvSpPr/>
            <p:nvPr/>
          </p:nvSpPr>
          <p:spPr>
            <a:xfrm>
              <a:off x="4853118" y="415217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3F71">
                <a:alpha val="100000"/>
              </a:srgbClr>
            </a:solidFill>
            <a:ln w="5420" cap="flat">
              <a:solidFill>
                <a:srgbClr val="3B3F7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46" name="pg1946"/>
            <p:cNvSpPr/>
            <p:nvPr/>
          </p:nvSpPr>
          <p:spPr>
            <a:xfrm>
              <a:off x="4864756" y="415217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174">
                <a:alpha val="100000"/>
              </a:srgbClr>
            </a:solidFill>
            <a:ln w="5420" cap="flat">
              <a:solidFill>
                <a:srgbClr val="3C417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47" name="pg1947"/>
            <p:cNvSpPr/>
            <p:nvPr/>
          </p:nvSpPr>
          <p:spPr>
            <a:xfrm>
              <a:off x="4876393" y="415217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377">
                <a:alpha val="100000"/>
              </a:srgbClr>
            </a:solidFill>
            <a:ln w="5420" cap="flat">
              <a:solidFill>
                <a:srgbClr val="3C437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48" name="pg1948"/>
            <p:cNvSpPr/>
            <p:nvPr/>
          </p:nvSpPr>
          <p:spPr>
            <a:xfrm>
              <a:off x="4888030" y="415217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57A">
                <a:alpha val="100000"/>
              </a:srgbClr>
            </a:solidFill>
            <a:ln w="5420" cap="flat">
              <a:solidFill>
                <a:srgbClr val="3C457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49" name="pg1949"/>
            <p:cNvSpPr/>
            <p:nvPr/>
          </p:nvSpPr>
          <p:spPr>
            <a:xfrm>
              <a:off x="4899668" y="415217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77D">
                <a:alpha val="100000"/>
              </a:srgbClr>
            </a:solidFill>
            <a:ln w="5420" cap="flat">
              <a:solidFill>
                <a:srgbClr val="3C477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50" name="pg1950"/>
            <p:cNvSpPr/>
            <p:nvPr/>
          </p:nvSpPr>
          <p:spPr>
            <a:xfrm>
              <a:off x="4911305" y="415217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980">
                <a:alpha val="100000"/>
              </a:srgbClr>
            </a:solidFill>
            <a:ln w="5420" cap="flat">
              <a:solidFill>
                <a:srgbClr val="3C498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51" name="pg1951"/>
            <p:cNvSpPr/>
            <p:nvPr/>
          </p:nvSpPr>
          <p:spPr>
            <a:xfrm>
              <a:off x="4922942" y="415217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B83">
                <a:alpha val="100000"/>
              </a:srgbClr>
            </a:solidFill>
            <a:ln w="5420" cap="flat">
              <a:solidFill>
                <a:srgbClr val="3C4B8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52" name="pg1952"/>
            <p:cNvSpPr/>
            <p:nvPr/>
          </p:nvSpPr>
          <p:spPr>
            <a:xfrm>
              <a:off x="4934580" y="415217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4F88">
                <a:alpha val="100000"/>
              </a:srgbClr>
            </a:solidFill>
            <a:ln w="5420" cap="flat">
              <a:solidFill>
                <a:srgbClr val="3B4F8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53" name="pg1953"/>
            <p:cNvSpPr/>
            <p:nvPr/>
          </p:nvSpPr>
          <p:spPr>
            <a:xfrm>
              <a:off x="4783294" y="416647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315E">
                <a:alpha val="100000"/>
              </a:srgbClr>
            </a:solidFill>
            <a:ln w="5420" cap="flat">
              <a:solidFill>
                <a:srgbClr val="3A315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54" name="pg1954"/>
            <p:cNvSpPr/>
            <p:nvPr/>
          </p:nvSpPr>
          <p:spPr>
            <a:xfrm>
              <a:off x="4794932" y="416647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325F">
                <a:alpha val="100000"/>
              </a:srgbClr>
            </a:solidFill>
            <a:ln w="5420" cap="flat">
              <a:solidFill>
                <a:srgbClr val="3A325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55" name="pg1955"/>
            <p:cNvSpPr/>
            <p:nvPr/>
          </p:nvSpPr>
          <p:spPr>
            <a:xfrm>
              <a:off x="4806569" y="416647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3360">
                <a:alpha val="100000"/>
              </a:srgbClr>
            </a:solidFill>
            <a:ln w="5420" cap="flat">
              <a:solidFill>
                <a:srgbClr val="3A336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56" name="pg1956"/>
            <p:cNvSpPr/>
            <p:nvPr/>
          </p:nvSpPr>
          <p:spPr>
            <a:xfrm>
              <a:off x="4818206" y="416647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3665">
                <a:alpha val="100000"/>
              </a:srgbClr>
            </a:solidFill>
            <a:ln w="5420" cap="flat">
              <a:solidFill>
                <a:srgbClr val="3A366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57" name="pg1957"/>
            <p:cNvSpPr/>
            <p:nvPr/>
          </p:nvSpPr>
          <p:spPr>
            <a:xfrm>
              <a:off x="4829844" y="416647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3868">
                <a:alpha val="100000"/>
              </a:srgbClr>
            </a:solidFill>
            <a:ln w="5420" cap="flat">
              <a:solidFill>
                <a:srgbClr val="3B386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58" name="pg1958"/>
            <p:cNvSpPr/>
            <p:nvPr/>
          </p:nvSpPr>
          <p:spPr>
            <a:xfrm>
              <a:off x="4841481" y="416647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3A6B">
                <a:alpha val="100000"/>
              </a:srgbClr>
            </a:solidFill>
            <a:ln w="5420" cap="flat">
              <a:solidFill>
                <a:srgbClr val="3B3A6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59" name="pg1959"/>
            <p:cNvSpPr/>
            <p:nvPr/>
          </p:nvSpPr>
          <p:spPr>
            <a:xfrm>
              <a:off x="4853118" y="416647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3C6E">
                <a:alpha val="100000"/>
              </a:srgbClr>
            </a:solidFill>
            <a:ln w="5420" cap="flat">
              <a:solidFill>
                <a:srgbClr val="3B3C6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60" name="pg1960"/>
            <p:cNvSpPr/>
            <p:nvPr/>
          </p:nvSpPr>
          <p:spPr>
            <a:xfrm>
              <a:off x="4864756" y="416647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3F71">
                <a:alpha val="100000"/>
              </a:srgbClr>
            </a:solidFill>
            <a:ln w="5420" cap="flat">
              <a:solidFill>
                <a:srgbClr val="3B3F7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61" name="pg1961"/>
            <p:cNvSpPr/>
            <p:nvPr/>
          </p:nvSpPr>
          <p:spPr>
            <a:xfrm>
              <a:off x="4876393" y="416647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174">
                <a:alpha val="100000"/>
              </a:srgbClr>
            </a:solidFill>
            <a:ln w="5420" cap="flat">
              <a:solidFill>
                <a:srgbClr val="3C417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62" name="pg1962"/>
            <p:cNvSpPr/>
            <p:nvPr/>
          </p:nvSpPr>
          <p:spPr>
            <a:xfrm>
              <a:off x="4888030" y="416647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377">
                <a:alpha val="100000"/>
              </a:srgbClr>
            </a:solidFill>
            <a:ln w="5420" cap="flat">
              <a:solidFill>
                <a:srgbClr val="3C437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63" name="pg1963"/>
            <p:cNvSpPr/>
            <p:nvPr/>
          </p:nvSpPr>
          <p:spPr>
            <a:xfrm>
              <a:off x="4899668" y="416647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57A">
                <a:alpha val="100000"/>
              </a:srgbClr>
            </a:solidFill>
            <a:ln w="5420" cap="flat">
              <a:solidFill>
                <a:srgbClr val="3C457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64" name="pg1964"/>
            <p:cNvSpPr/>
            <p:nvPr/>
          </p:nvSpPr>
          <p:spPr>
            <a:xfrm>
              <a:off x="4911305" y="416647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87D">
                <a:alpha val="100000"/>
              </a:srgbClr>
            </a:solidFill>
            <a:ln w="5420" cap="flat">
              <a:solidFill>
                <a:srgbClr val="3C487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65" name="pg1965"/>
            <p:cNvSpPr/>
            <p:nvPr/>
          </p:nvSpPr>
          <p:spPr>
            <a:xfrm>
              <a:off x="4760020" y="418077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2F5C">
                <a:alpha val="100000"/>
              </a:srgbClr>
            </a:solidFill>
            <a:ln w="5420" cap="flat">
              <a:solidFill>
                <a:srgbClr val="392F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66" name="pg1966"/>
            <p:cNvSpPr/>
            <p:nvPr/>
          </p:nvSpPr>
          <p:spPr>
            <a:xfrm>
              <a:off x="4771657" y="418077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2F5A">
                <a:alpha val="100000"/>
              </a:srgbClr>
            </a:solidFill>
            <a:ln w="5420" cap="flat">
              <a:solidFill>
                <a:srgbClr val="392F5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67" name="pg1967"/>
            <p:cNvSpPr/>
            <p:nvPr/>
          </p:nvSpPr>
          <p:spPr>
            <a:xfrm>
              <a:off x="4783294" y="418077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2E5A">
                <a:alpha val="100000"/>
              </a:srgbClr>
            </a:solidFill>
            <a:ln w="5420" cap="flat">
              <a:solidFill>
                <a:srgbClr val="392E5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68" name="pg1968"/>
            <p:cNvSpPr/>
            <p:nvPr/>
          </p:nvSpPr>
          <p:spPr>
            <a:xfrm>
              <a:off x="4794932" y="418077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2F5A">
                <a:alpha val="100000"/>
              </a:srgbClr>
            </a:solidFill>
            <a:ln w="5420" cap="flat">
              <a:solidFill>
                <a:srgbClr val="392F5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69" name="pg1969"/>
            <p:cNvSpPr/>
            <p:nvPr/>
          </p:nvSpPr>
          <p:spPr>
            <a:xfrm>
              <a:off x="4806569" y="418077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305C">
                <a:alpha val="100000"/>
              </a:srgbClr>
            </a:solidFill>
            <a:ln w="5420" cap="flat">
              <a:solidFill>
                <a:srgbClr val="3930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70" name="pg1970"/>
            <p:cNvSpPr/>
            <p:nvPr/>
          </p:nvSpPr>
          <p:spPr>
            <a:xfrm>
              <a:off x="4818206" y="418077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3461">
                <a:alpha val="100000"/>
              </a:srgbClr>
            </a:solidFill>
            <a:ln w="5420" cap="flat">
              <a:solidFill>
                <a:srgbClr val="3A346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71" name="pg1971"/>
            <p:cNvSpPr/>
            <p:nvPr/>
          </p:nvSpPr>
          <p:spPr>
            <a:xfrm>
              <a:off x="4829844" y="418077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3664">
                <a:alpha val="100000"/>
              </a:srgbClr>
            </a:solidFill>
            <a:ln w="5420" cap="flat">
              <a:solidFill>
                <a:srgbClr val="3A366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72" name="pg1972"/>
            <p:cNvSpPr/>
            <p:nvPr/>
          </p:nvSpPr>
          <p:spPr>
            <a:xfrm>
              <a:off x="4841481" y="418077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3868">
                <a:alpha val="100000"/>
              </a:srgbClr>
            </a:solidFill>
            <a:ln w="5420" cap="flat">
              <a:solidFill>
                <a:srgbClr val="3B386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73" name="pg1973"/>
            <p:cNvSpPr/>
            <p:nvPr/>
          </p:nvSpPr>
          <p:spPr>
            <a:xfrm>
              <a:off x="4853118" y="418077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3B6B">
                <a:alpha val="100000"/>
              </a:srgbClr>
            </a:solidFill>
            <a:ln w="5420" cap="flat">
              <a:solidFill>
                <a:srgbClr val="3B3B6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74" name="pg1974"/>
            <p:cNvSpPr/>
            <p:nvPr/>
          </p:nvSpPr>
          <p:spPr>
            <a:xfrm>
              <a:off x="4748382" y="419507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305C">
                <a:alpha val="100000"/>
              </a:srgbClr>
            </a:solidFill>
            <a:ln w="5420" cap="flat">
              <a:solidFill>
                <a:srgbClr val="3930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75" name="pg1975"/>
            <p:cNvSpPr/>
            <p:nvPr/>
          </p:nvSpPr>
          <p:spPr>
            <a:xfrm>
              <a:off x="4760020" y="419507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2E5A">
                <a:alpha val="100000"/>
              </a:srgbClr>
            </a:solidFill>
            <a:ln w="5420" cap="flat">
              <a:solidFill>
                <a:srgbClr val="392E5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76" name="pg1976"/>
            <p:cNvSpPr/>
            <p:nvPr/>
          </p:nvSpPr>
          <p:spPr>
            <a:xfrm>
              <a:off x="4771657" y="419507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82C57">
                <a:alpha val="100000"/>
              </a:srgbClr>
            </a:solidFill>
            <a:ln w="5420" cap="flat">
              <a:solidFill>
                <a:srgbClr val="382C5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77" name="pg1977"/>
            <p:cNvSpPr/>
            <p:nvPr/>
          </p:nvSpPr>
          <p:spPr>
            <a:xfrm>
              <a:off x="4783294" y="419507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82B55">
                <a:alpha val="100000"/>
              </a:srgbClr>
            </a:solidFill>
            <a:ln w="5420" cap="flat">
              <a:solidFill>
                <a:srgbClr val="382B5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78" name="pg1978"/>
            <p:cNvSpPr/>
            <p:nvPr/>
          </p:nvSpPr>
          <p:spPr>
            <a:xfrm>
              <a:off x="4794932" y="419507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82B56">
                <a:alpha val="100000"/>
              </a:srgbClr>
            </a:solidFill>
            <a:ln w="5420" cap="flat">
              <a:solidFill>
                <a:srgbClr val="382B5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79" name="pg1979"/>
            <p:cNvSpPr/>
            <p:nvPr/>
          </p:nvSpPr>
          <p:spPr>
            <a:xfrm>
              <a:off x="4806569" y="419507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2D58">
                <a:alpha val="100000"/>
              </a:srgbClr>
            </a:solidFill>
            <a:ln w="5420" cap="flat">
              <a:solidFill>
                <a:srgbClr val="392D5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80" name="pg1980"/>
            <p:cNvSpPr/>
            <p:nvPr/>
          </p:nvSpPr>
          <p:spPr>
            <a:xfrm>
              <a:off x="4818206" y="419507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325F">
                <a:alpha val="100000"/>
              </a:srgbClr>
            </a:solidFill>
            <a:ln w="5420" cap="flat">
              <a:solidFill>
                <a:srgbClr val="3A325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81" name="pg1981"/>
            <p:cNvSpPr/>
            <p:nvPr/>
          </p:nvSpPr>
          <p:spPr>
            <a:xfrm>
              <a:off x="4829844" y="419507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3462">
                <a:alpha val="100000"/>
              </a:srgbClr>
            </a:solidFill>
            <a:ln w="5420" cap="flat">
              <a:solidFill>
                <a:srgbClr val="3A346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82" name="pg1982"/>
            <p:cNvSpPr/>
            <p:nvPr/>
          </p:nvSpPr>
          <p:spPr>
            <a:xfrm>
              <a:off x="4725108" y="420937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3462">
                <a:alpha val="100000"/>
              </a:srgbClr>
            </a:solidFill>
            <a:ln w="5420" cap="flat">
              <a:solidFill>
                <a:srgbClr val="3A346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83" name="pg1983"/>
            <p:cNvSpPr/>
            <p:nvPr/>
          </p:nvSpPr>
          <p:spPr>
            <a:xfrm>
              <a:off x="4736745" y="420937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3260">
                <a:alpha val="100000"/>
              </a:srgbClr>
            </a:solidFill>
            <a:ln w="5420" cap="flat">
              <a:solidFill>
                <a:srgbClr val="3A326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84" name="pg1984"/>
            <p:cNvSpPr/>
            <p:nvPr/>
          </p:nvSpPr>
          <p:spPr>
            <a:xfrm>
              <a:off x="4748382" y="420937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305C">
                <a:alpha val="100000"/>
              </a:srgbClr>
            </a:solidFill>
            <a:ln w="5420" cap="flat">
              <a:solidFill>
                <a:srgbClr val="3930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85" name="pg1985"/>
            <p:cNvSpPr/>
            <p:nvPr/>
          </p:nvSpPr>
          <p:spPr>
            <a:xfrm>
              <a:off x="4760020" y="420937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2D59">
                <a:alpha val="100000"/>
              </a:srgbClr>
            </a:solidFill>
            <a:ln w="5420" cap="flat">
              <a:solidFill>
                <a:srgbClr val="392D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86" name="pg1986"/>
            <p:cNvSpPr/>
            <p:nvPr/>
          </p:nvSpPr>
          <p:spPr>
            <a:xfrm>
              <a:off x="4771657" y="420937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82A54">
                <a:alpha val="100000"/>
              </a:srgbClr>
            </a:solidFill>
            <a:ln w="5420" cap="flat">
              <a:solidFill>
                <a:srgbClr val="382A5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87" name="pg1987"/>
            <p:cNvSpPr/>
            <p:nvPr/>
          </p:nvSpPr>
          <p:spPr>
            <a:xfrm>
              <a:off x="4783294" y="420937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62950">
                <a:alpha val="100000"/>
              </a:srgbClr>
            </a:solidFill>
            <a:ln w="5420" cap="flat">
              <a:solidFill>
                <a:srgbClr val="36295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88" name="pg1988"/>
            <p:cNvSpPr/>
            <p:nvPr/>
          </p:nvSpPr>
          <p:spPr>
            <a:xfrm>
              <a:off x="4794932" y="420937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2952">
                <a:alpha val="100000"/>
              </a:srgbClr>
            </a:solidFill>
            <a:ln w="5420" cap="flat">
              <a:solidFill>
                <a:srgbClr val="37295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89" name="pg1989"/>
            <p:cNvSpPr/>
            <p:nvPr/>
          </p:nvSpPr>
          <p:spPr>
            <a:xfrm>
              <a:off x="4806569" y="420937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82C56">
                <a:alpha val="100000"/>
              </a:srgbClr>
            </a:solidFill>
            <a:ln w="5420" cap="flat">
              <a:solidFill>
                <a:srgbClr val="382C5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90" name="pg1990"/>
            <p:cNvSpPr/>
            <p:nvPr/>
          </p:nvSpPr>
          <p:spPr>
            <a:xfrm>
              <a:off x="4818206" y="420937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315D">
                <a:alpha val="100000"/>
              </a:srgbClr>
            </a:solidFill>
            <a:ln w="5420" cap="flat">
              <a:solidFill>
                <a:srgbClr val="39315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91" name="pg1991"/>
            <p:cNvSpPr/>
            <p:nvPr/>
          </p:nvSpPr>
          <p:spPr>
            <a:xfrm>
              <a:off x="4690196" y="422367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3C6D">
                <a:alpha val="100000"/>
              </a:srgbClr>
            </a:solidFill>
            <a:ln w="5420" cap="flat">
              <a:solidFill>
                <a:srgbClr val="3B3C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92" name="pg1992"/>
            <p:cNvSpPr/>
            <p:nvPr/>
          </p:nvSpPr>
          <p:spPr>
            <a:xfrm>
              <a:off x="4701833" y="422367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3969">
                <a:alpha val="100000"/>
              </a:srgbClr>
            </a:solidFill>
            <a:ln w="5420" cap="flat">
              <a:solidFill>
                <a:srgbClr val="3B396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93" name="pg1993"/>
            <p:cNvSpPr/>
            <p:nvPr/>
          </p:nvSpPr>
          <p:spPr>
            <a:xfrm>
              <a:off x="4713470" y="422367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3766">
                <a:alpha val="100000"/>
              </a:srgbClr>
            </a:solidFill>
            <a:ln w="5420" cap="flat">
              <a:solidFill>
                <a:srgbClr val="3B37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94" name="pg1994"/>
            <p:cNvSpPr/>
            <p:nvPr/>
          </p:nvSpPr>
          <p:spPr>
            <a:xfrm>
              <a:off x="4725108" y="422367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3563">
                <a:alpha val="100000"/>
              </a:srgbClr>
            </a:solidFill>
            <a:ln w="5420" cap="flat">
              <a:solidFill>
                <a:srgbClr val="3A356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95" name="pg1995"/>
            <p:cNvSpPr/>
            <p:nvPr/>
          </p:nvSpPr>
          <p:spPr>
            <a:xfrm>
              <a:off x="4736745" y="422367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3360">
                <a:alpha val="100000"/>
              </a:srgbClr>
            </a:solidFill>
            <a:ln w="5420" cap="flat">
              <a:solidFill>
                <a:srgbClr val="3A336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96" name="pg1996"/>
            <p:cNvSpPr/>
            <p:nvPr/>
          </p:nvSpPr>
          <p:spPr>
            <a:xfrm>
              <a:off x="4748382" y="422367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315E">
                <a:alpha val="100000"/>
              </a:srgbClr>
            </a:solidFill>
            <a:ln w="5420" cap="flat">
              <a:solidFill>
                <a:srgbClr val="3A315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97" name="pg1997"/>
            <p:cNvSpPr/>
            <p:nvPr/>
          </p:nvSpPr>
          <p:spPr>
            <a:xfrm>
              <a:off x="4760020" y="422367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2F5B">
                <a:alpha val="100000"/>
              </a:srgbClr>
            </a:solidFill>
            <a:ln w="5420" cap="flat">
              <a:solidFill>
                <a:srgbClr val="392F5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98" name="pg1998"/>
            <p:cNvSpPr/>
            <p:nvPr/>
          </p:nvSpPr>
          <p:spPr>
            <a:xfrm>
              <a:off x="4771657" y="422367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2C57">
                <a:alpha val="100000"/>
              </a:srgbClr>
            </a:solidFill>
            <a:ln w="5420" cap="flat">
              <a:solidFill>
                <a:srgbClr val="392C5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99" name="pg1999"/>
            <p:cNvSpPr/>
            <p:nvPr/>
          </p:nvSpPr>
          <p:spPr>
            <a:xfrm>
              <a:off x="4783294" y="422367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2952">
                <a:alpha val="100000"/>
              </a:srgbClr>
            </a:solidFill>
            <a:ln w="5420" cap="flat">
              <a:solidFill>
                <a:srgbClr val="37295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00" name="pg2000"/>
            <p:cNvSpPr/>
            <p:nvPr/>
          </p:nvSpPr>
          <p:spPr>
            <a:xfrm>
              <a:off x="4794932" y="422367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82A54">
                <a:alpha val="100000"/>
              </a:srgbClr>
            </a:solidFill>
            <a:ln w="5420" cap="flat">
              <a:solidFill>
                <a:srgbClr val="382A5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01" name="pg2001"/>
            <p:cNvSpPr/>
            <p:nvPr/>
          </p:nvSpPr>
          <p:spPr>
            <a:xfrm>
              <a:off x="4806569" y="422367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2C57">
                <a:alpha val="100000"/>
              </a:srgbClr>
            </a:solidFill>
            <a:ln w="5420" cap="flat">
              <a:solidFill>
                <a:srgbClr val="392C5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02" name="pg2002"/>
            <p:cNvSpPr/>
            <p:nvPr/>
          </p:nvSpPr>
          <p:spPr>
            <a:xfrm>
              <a:off x="4666921" y="423797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3F72">
                <a:alpha val="100000"/>
              </a:srgbClr>
            </a:solidFill>
            <a:ln w="5420" cap="flat">
              <a:solidFill>
                <a:srgbClr val="3B3F7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03" name="pg2003"/>
            <p:cNvSpPr/>
            <p:nvPr/>
          </p:nvSpPr>
          <p:spPr>
            <a:xfrm>
              <a:off x="4678558" y="423797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3F71">
                <a:alpha val="100000"/>
              </a:srgbClr>
            </a:solidFill>
            <a:ln w="5420" cap="flat">
              <a:solidFill>
                <a:srgbClr val="3B3F7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04" name="pg2004"/>
            <p:cNvSpPr/>
            <p:nvPr/>
          </p:nvSpPr>
          <p:spPr>
            <a:xfrm>
              <a:off x="4690196" y="423797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3D6F">
                <a:alpha val="100000"/>
              </a:srgbClr>
            </a:solidFill>
            <a:ln w="5420" cap="flat">
              <a:solidFill>
                <a:srgbClr val="3B3D6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05" name="pg2005"/>
            <p:cNvSpPr/>
            <p:nvPr/>
          </p:nvSpPr>
          <p:spPr>
            <a:xfrm>
              <a:off x="4701833" y="423797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3A6A">
                <a:alpha val="100000"/>
              </a:srgbClr>
            </a:solidFill>
            <a:ln w="5420" cap="flat">
              <a:solidFill>
                <a:srgbClr val="3B3A6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06" name="pg2006"/>
            <p:cNvSpPr/>
            <p:nvPr/>
          </p:nvSpPr>
          <p:spPr>
            <a:xfrm>
              <a:off x="4713470" y="423797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3868">
                <a:alpha val="100000"/>
              </a:srgbClr>
            </a:solidFill>
            <a:ln w="5420" cap="flat">
              <a:solidFill>
                <a:srgbClr val="3B386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07" name="pg2007"/>
            <p:cNvSpPr/>
            <p:nvPr/>
          </p:nvSpPr>
          <p:spPr>
            <a:xfrm>
              <a:off x="4725108" y="423797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3665">
                <a:alpha val="100000"/>
              </a:srgbClr>
            </a:solidFill>
            <a:ln w="5420" cap="flat">
              <a:solidFill>
                <a:srgbClr val="3A366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08" name="pg2008"/>
            <p:cNvSpPr/>
            <p:nvPr/>
          </p:nvSpPr>
          <p:spPr>
            <a:xfrm>
              <a:off x="4736745" y="423797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3563">
                <a:alpha val="100000"/>
              </a:srgbClr>
            </a:solidFill>
            <a:ln w="5420" cap="flat">
              <a:solidFill>
                <a:srgbClr val="3A356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09" name="pg2009"/>
            <p:cNvSpPr/>
            <p:nvPr/>
          </p:nvSpPr>
          <p:spPr>
            <a:xfrm>
              <a:off x="4748382" y="423797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3462">
                <a:alpha val="100000"/>
              </a:srgbClr>
            </a:solidFill>
            <a:ln w="5420" cap="flat">
              <a:solidFill>
                <a:srgbClr val="3A346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10" name="pg2010"/>
            <p:cNvSpPr/>
            <p:nvPr/>
          </p:nvSpPr>
          <p:spPr>
            <a:xfrm>
              <a:off x="4760020" y="423797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3462">
                <a:alpha val="100000"/>
              </a:srgbClr>
            </a:solidFill>
            <a:ln w="5420" cap="flat">
              <a:solidFill>
                <a:srgbClr val="3A346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11" name="pg2011"/>
            <p:cNvSpPr/>
            <p:nvPr/>
          </p:nvSpPr>
          <p:spPr>
            <a:xfrm>
              <a:off x="4771657" y="423797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3563">
                <a:alpha val="100000"/>
              </a:srgbClr>
            </a:solidFill>
            <a:ln w="5420" cap="flat">
              <a:solidFill>
                <a:srgbClr val="3A356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12" name="pg2012"/>
            <p:cNvSpPr/>
            <p:nvPr/>
          </p:nvSpPr>
          <p:spPr>
            <a:xfrm>
              <a:off x="4783294" y="423797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3462">
                <a:alpha val="100000"/>
              </a:srgbClr>
            </a:solidFill>
            <a:ln w="5420" cap="flat">
              <a:solidFill>
                <a:srgbClr val="3A346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13" name="pg2013"/>
            <p:cNvSpPr/>
            <p:nvPr/>
          </p:nvSpPr>
          <p:spPr>
            <a:xfrm>
              <a:off x="4794932" y="423797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3360">
                <a:alpha val="100000"/>
              </a:srgbClr>
            </a:solidFill>
            <a:ln w="5420" cap="flat">
              <a:solidFill>
                <a:srgbClr val="3A336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14" name="pg2014"/>
            <p:cNvSpPr/>
            <p:nvPr/>
          </p:nvSpPr>
          <p:spPr>
            <a:xfrm>
              <a:off x="4655284" y="425227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073">
                <a:alpha val="100000"/>
              </a:srgbClr>
            </a:solidFill>
            <a:ln w="5420" cap="flat">
              <a:solidFill>
                <a:srgbClr val="3C407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15" name="pg2015"/>
            <p:cNvSpPr/>
            <p:nvPr/>
          </p:nvSpPr>
          <p:spPr>
            <a:xfrm>
              <a:off x="4666921" y="425227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4072">
                <a:alpha val="100000"/>
              </a:srgbClr>
            </a:solidFill>
            <a:ln w="5420" cap="flat">
              <a:solidFill>
                <a:srgbClr val="3B407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16" name="pg2016"/>
            <p:cNvSpPr/>
            <p:nvPr/>
          </p:nvSpPr>
          <p:spPr>
            <a:xfrm>
              <a:off x="4678558" y="425227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3F71">
                <a:alpha val="100000"/>
              </a:srgbClr>
            </a:solidFill>
            <a:ln w="5420" cap="flat">
              <a:solidFill>
                <a:srgbClr val="3B3F7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17" name="pg2017"/>
            <p:cNvSpPr/>
            <p:nvPr/>
          </p:nvSpPr>
          <p:spPr>
            <a:xfrm>
              <a:off x="4690196" y="425227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3E70">
                <a:alpha val="100000"/>
              </a:srgbClr>
            </a:solidFill>
            <a:ln w="5420" cap="flat">
              <a:solidFill>
                <a:srgbClr val="3B3E7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18" name="pg2018"/>
            <p:cNvSpPr/>
            <p:nvPr/>
          </p:nvSpPr>
          <p:spPr>
            <a:xfrm>
              <a:off x="4701833" y="425227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3B6C">
                <a:alpha val="100000"/>
              </a:srgbClr>
            </a:solidFill>
            <a:ln w="5420" cap="flat">
              <a:solidFill>
                <a:srgbClr val="3B3B6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19" name="pg2019"/>
            <p:cNvSpPr/>
            <p:nvPr/>
          </p:nvSpPr>
          <p:spPr>
            <a:xfrm>
              <a:off x="4713470" y="425227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3969">
                <a:alpha val="100000"/>
              </a:srgbClr>
            </a:solidFill>
            <a:ln w="5420" cap="flat">
              <a:solidFill>
                <a:srgbClr val="3B396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20" name="pg2020"/>
            <p:cNvSpPr/>
            <p:nvPr/>
          </p:nvSpPr>
          <p:spPr>
            <a:xfrm>
              <a:off x="4725108" y="425227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3767">
                <a:alpha val="100000"/>
              </a:srgbClr>
            </a:solidFill>
            <a:ln w="5420" cap="flat">
              <a:solidFill>
                <a:srgbClr val="3B376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21" name="pg2021"/>
            <p:cNvSpPr/>
            <p:nvPr/>
          </p:nvSpPr>
          <p:spPr>
            <a:xfrm>
              <a:off x="4736745" y="425227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3665">
                <a:alpha val="100000"/>
              </a:srgbClr>
            </a:solidFill>
            <a:ln w="5420" cap="flat">
              <a:solidFill>
                <a:srgbClr val="3A366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22" name="pg2022"/>
            <p:cNvSpPr/>
            <p:nvPr/>
          </p:nvSpPr>
          <p:spPr>
            <a:xfrm>
              <a:off x="4748382" y="425227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3563">
                <a:alpha val="100000"/>
              </a:srgbClr>
            </a:solidFill>
            <a:ln w="5420" cap="flat">
              <a:solidFill>
                <a:srgbClr val="3A356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23" name="pg2023"/>
            <p:cNvSpPr/>
            <p:nvPr/>
          </p:nvSpPr>
          <p:spPr>
            <a:xfrm>
              <a:off x="4760020" y="425227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3563">
                <a:alpha val="100000"/>
              </a:srgbClr>
            </a:solidFill>
            <a:ln w="5420" cap="flat">
              <a:solidFill>
                <a:srgbClr val="3A356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24" name="pg2024"/>
            <p:cNvSpPr/>
            <p:nvPr/>
          </p:nvSpPr>
          <p:spPr>
            <a:xfrm>
              <a:off x="4771657" y="425227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3463">
                <a:alpha val="100000"/>
              </a:srgbClr>
            </a:solidFill>
            <a:ln w="5420" cap="flat">
              <a:solidFill>
                <a:srgbClr val="3A346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25" name="pg2025"/>
            <p:cNvSpPr/>
            <p:nvPr/>
          </p:nvSpPr>
          <p:spPr>
            <a:xfrm>
              <a:off x="4783294" y="425227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3462">
                <a:alpha val="100000"/>
              </a:srgbClr>
            </a:solidFill>
            <a:ln w="5420" cap="flat">
              <a:solidFill>
                <a:srgbClr val="3A346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26" name="pg2026"/>
            <p:cNvSpPr/>
            <p:nvPr/>
          </p:nvSpPr>
          <p:spPr>
            <a:xfrm>
              <a:off x="4794932" y="425227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3461">
                <a:alpha val="100000"/>
              </a:srgbClr>
            </a:solidFill>
            <a:ln w="5420" cap="flat">
              <a:solidFill>
                <a:srgbClr val="3A346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27" name="pg2027"/>
            <p:cNvSpPr/>
            <p:nvPr/>
          </p:nvSpPr>
          <p:spPr>
            <a:xfrm>
              <a:off x="4643646" y="426657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073">
                <a:alpha val="100000"/>
              </a:srgbClr>
            </a:solidFill>
            <a:ln w="5420" cap="flat">
              <a:solidFill>
                <a:srgbClr val="3C407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28" name="pg2028"/>
            <p:cNvSpPr/>
            <p:nvPr/>
          </p:nvSpPr>
          <p:spPr>
            <a:xfrm>
              <a:off x="4655284" y="426657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073">
                <a:alpha val="100000"/>
              </a:srgbClr>
            </a:solidFill>
            <a:ln w="5420" cap="flat">
              <a:solidFill>
                <a:srgbClr val="3C407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29" name="pg2029"/>
            <p:cNvSpPr/>
            <p:nvPr/>
          </p:nvSpPr>
          <p:spPr>
            <a:xfrm>
              <a:off x="4666921" y="426657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4072">
                <a:alpha val="100000"/>
              </a:srgbClr>
            </a:solidFill>
            <a:ln w="5420" cap="flat">
              <a:solidFill>
                <a:srgbClr val="3B407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30" name="pg2030"/>
            <p:cNvSpPr/>
            <p:nvPr/>
          </p:nvSpPr>
          <p:spPr>
            <a:xfrm>
              <a:off x="4678558" y="426657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4072">
                <a:alpha val="100000"/>
              </a:srgbClr>
            </a:solidFill>
            <a:ln w="5420" cap="flat">
              <a:solidFill>
                <a:srgbClr val="3B407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31" name="pg2031"/>
            <p:cNvSpPr/>
            <p:nvPr/>
          </p:nvSpPr>
          <p:spPr>
            <a:xfrm>
              <a:off x="4690196" y="426657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3F71">
                <a:alpha val="100000"/>
              </a:srgbClr>
            </a:solidFill>
            <a:ln w="5420" cap="flat">
              <a:solidFill>
                <a:srgbClr val="3B3F7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32" name="pg2032"/>
            <p:cNvSpPr/>
            <p:nvPr/>
          </p:nvSpPr>
          <p:spPr>
            <a:xfrm>
              <a:off x="4701833" y="426657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3C6D">
                <a:alpha val="100000"/>
              </a:srgbClr>
            </a:solidFill>
            <a:ln w="5420" cap="flat">
              <a:solidFill>
                <a:srgbClr val="3B3C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33" name="pg2033"/>
            <p:cNvSpPr/>
            <p:nvPr/>
          </p:nvSpPr>
          <p:spPr>
            <a:xfrm>
              <a:off x="4713470" y="426657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3B6B">
                <a:alpha val="100000"/>
              </a:srgbClr>
            </a:solidFill>
            <a:ln w="5420" cap="flat">
              <a:solidFill>
                <a:srgbClr val="3B3B6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34" name="pg2034"/>
            <p:cNvSpPr/>
            <p:nvPr/>
          </p:nvSpPr>
          <p:spPr>
            <a:xfrm>
              <a:off x="4725108" y="426657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3968">
                <a:alpha val="100000"/>
              </a:srgbClr>
            </a:solidFill>
            <a:ln w="5420" cap="flat">
              <a:solidFill>
                <a:srgbClr val="3B396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35" name="pg2035"/>
            <p:cNvSpPr/>
            <p:nvPr/>
          </p:nvSpPr>
          <p:spPr>
            <a:xfrm>
              <a:off x="4736745" y="426657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3766">
                <a:alpha val="100000"/>
              </a:srgbClr>
            </a:solidFill>
            <a:ln w="5420" cap="flat">
              <a:solidFill>
                <a:srgbClr val="3B37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36" name="pg2036"/>
            <p:cNvSpPr/>
            <p:nvPr/>
          </p:nvSpPr>
          <p:spPr>
            <a:xfrm>
              <a:off x="4748382" y="426657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3665">
                <a:alpha val="100000"/>
              </a:srgbClr>
            </a:solidFill>
            <a:ln w="5420" cap="flat">
              <a:solidFill>
                <a:srgbClr val="3A366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37" name="pg2037"/>
            <p:cNvSpPr/>
            <p:nvPr/>
          </p:nvSpPr>
          <p:spPr>
            <a:xfrm>
              <a:off x="4760020" y="426657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3564">
                <a:alpha val="100000"/>
              </a:srgbClr>
            </a:solidFill>
            <a:ln w="5420" cap="flat">
              <a:solidFill>
                <a:srgbClr val="3A356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38" name="pg2038"/>
            <p:cNvSpPr/>
            <p:nvPr/>
          </p:nvSpPr>
          <p:spPr>
            <a:xfrm>
              <a:off x="4771657" y="426657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3563">
                <a:alpha val="100000"/>
              </a:srgbClr>
            </a:solidFill>
            <a:ln w="5420" cap="flat">
              <a:solidFill>
                <a:srgbClr val="3A356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39" name="pg2039"/>
            <p:cNvSpPr/>
            <p:nvPr/>
          </p:nvSpPr>
          <p:spPr>
            <a:xfrm>
              <a:off x="4783294" y="426657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3563">
                <a:alpha val="100000"/>
              </a:srgbClr>
            </a:solidFill>
            <a:ln w="5420" cap="flat">
              <a:solidFill>
                <a:srgbClr val="3A356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40" name="pg2040"/>
            <p:cNvSpPr/>
            <p:nvPr/>
          </p:nvSpPr>
          <p:spPr>
            <a:xfrm>
              <a:off x="4632009" y="428087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073">
                <a:alpha val="100000"/>
              </a:srgbClr>
            </a:solidFill>
            <a:ln w="5420" cap="flat">
              <a:solidFill>
                <a:srgbClr val="3C407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41" name="pg2041"/>
            <p:cNvSpPr/>
            <p:nvPr/>
          </p:nvSpPr>
          <p:spPr>
            <a:xfrm>
              <a:off x="4643646" y="428087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073">
                <a:alpha val="100000"/>
              </a:srgbClr>
            </a:solidFill>
            <a:ln w="5420" cap="flat">
              <a:solidFill>
                <a:srgbClr val="3C407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42" name="pg2042"/>
            <p:cNvSpPr/>
            <p:nvPr/>
          </p:nvSpPr>
          <p:spPr>
            <a:xfrm>
              <a:off x="4655284" y="428087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4072">
                <a:alpha val="100000"/>
              </a:srgbClr>
            </a:solidFill>
            <a:ln w="5420" cap="flat">
              <a:solidFill>
                <a:srgbClr val="3B407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43" name="pg2043"/>
            <p:cNvSpPr/>
            <p:nvPr/>
          </p:nvSpPr>
          <p:spPr>
            <a:xfrm>
              <a:off x="4666921" y="428087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4072">
                <a:alpha val="100000"/>
              </a:srgbClr>
            </a:solidFill>
            <a:ln w="5420" cap="flat">
              <a:solidFill>
                <a:srgbClr val="3B407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44" name="pg2044"/>
            <p:cNvSpPr/>
            <p:nvPr/>
          </p:nvSpPr>
          <p:spPr>
            <a:xfrm>
              <a:off x="4678558" y="428087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4072">
                <a:alpha val="100000"/>
              </a:srgbClr>
            </a:solidFill>
            <a:ln w="5420" cap="flat">
              <a:solidFill>
                <a:srgbClr val="3B407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45" name="pg2045"/>
            <p:cNvSpPr/>
            <p:nvPr/>
          </p:nvSpPr>
          <p:spPr>
            <a:xfrm>
              <a:off x="4690196" y="428087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3F72">
                <a:alpha val="100000"/>
              </a:srgbClr>
            </a:solidFill>
            <a:ln w="5420" cap="flat">
              <a:solidFill>
                <a:srgbClr val="3B3F7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46" name="pg2046"/>
            <p:cNvSpPr/>
            <p:nvPr/>
          </p:nvSpPr>
          <p:spPr>
            <a:xfrm>
              <a:off x="4701833" y="428087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3D6F">
                <a:alpha val="100000"/>
              </a:srgbClr>
            </a:solidFill>
            <a:ln w="5420" cap="flat">
              <a:solidFill>
                <a:srgbClr val="3B3D6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47" name="pg2047"/>
            <p:cNvSpPr/>
            <p:nvPr/>
          </p:nvSpPr>
          <p:spPr>
            <a:xfrm>
              <a:off x="4620372" y="429517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175">
                <a:alpha val="100000"/>
              </a:srgbClr>
            </a:solidFill>
            <a:ln w="5420" cap="flat">
              <a:solidFill>
                <a:srgbClr val="3C417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48" name="pg2048"/>
            <p:cNvSpPr/>
            <p:nvPr/>
          </p:nvSpPr>
          <p:spPr>
            <a:xfrm>
              <a:off x="4632009" y="429517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173">
                <a:alpha val="100000"/>
              </a:srgbClr>
            </a:solidFill>
            <a:ln w="5420" cap="flat">
              <a:solidFill>
                <a:srgbClr val="3C417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49" name="pg2049"/>
            <p:cNvSpPr/>
            <p:nvPr/>
          </p:nvSpPr>
          <p:spPr>
            <a:xfrm>
              <a:off x="4643646" y="429517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073">
                <a:alpha val="100000"/>
              </a:srgbClr>
            </a:solidFill>
            <a:ln w="5420" cap="flat">
              <a:solidFill>
                <a:srgbClr val="3C407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50" name="pg2050"/>
            <p:cNvSpPr/>
            <p:nvPr/>
          </p:nvSpPr>
          <p:spPr>
            <a:xfrm>
              <a:off x="4655284" y="429517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4072">
                <a:alpha val="100000"/>
              </a:srgbClr>
            </a:solidFill>
            <a:ln w="5420" cap="flat">
              <a:solidFill>
                <a:srgbClr val="3B407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51" name="pg2051"/>
            <p:cNvSpPr/>
            <p:nvPr/>
          </p:nvSpPr>
          <p:spPr>
            <a:xfrm>
              <a:off x="4666921" y="429517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4072">
                <a:alpha val="100000"/>
              </a:srgbClr>
            </a:solidFill>
            <a:ln w="5420" cap="flat">
              <a:solidFill>
                <a:srgbClr val="3B407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52" name="pg2052"/>
            <p:cNvSpPr/>
            <p:nvPr/>
          </p:nvSpPr>
          <p:spPr>
            <a:xfrm>
              <a:off x="4678558" y="429517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4072">
                <a:alpha val="100000"/>
              </a:srgbClr>
            </a:solidFill>
            <a:ln w="5420" cap="flat">
              <a:solidFill>
                <a:srgbClr val="3B407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53" name="pg2053"/>
            <p:cNvSpPr/>
            <p:nvPr/>
          </p:nvSpPr>
          <p:spPr>
            <a:xfrm>
              <a:off x="4690196" y="429517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4072">
                <a:alpha val="100000"/>
              </a:srgbClr>
            </a:solidFill>
            <a:ln w="5420" cap="flat">
              <a:solidFill>
                <a:srgbClr val="3B407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54" name="pg2054"/>
            <p:cNvSpPr/>
            <p:nvPr/>
          </p:nvSpPr>
          <p:spPr>
            <a:xfrm>
              <a:off x="4608734" y="430947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478">
                <a:alpha val="100000"/>
              </a:srgbClr>
            </a:solidFill>
            <a:ln w="5420" cap="flat">
              <a:solidFill>
                <a:srgbClr val="3C447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55" name="pg2055"/>
            <p:cNvSpPr/>
            <p:nvPr/>
          </p:nvSpPr>
          <p:spPr>
            <a:xfrm>
              <a:off x="4620372" y="430947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276">
                <a:alpha val="100000"/>
              </a:srgbClr>
            </a:solidFill>
            <a:ln w="5420" cap="flat">
              <a:solidFill>
                <a:srgbClr val="3C427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56" name="pg2056"/>
            <p:cNvSpPr/>
            <p:nvPr/>
          </p:nvSpPr>
          <p:spPr>
            <a:xfrm>
              <a:off x="4632009" y="430947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174">
                <a:alpha val="100000"/>
              </a:srgbClr>
            </a:solidFill>
            <a:ln w="5420" cap="flat">
              <a:solidFill>
                <a:srgbClr val="3C417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57" name="pg2057"/>
            <p:cNvSpPr/>
            <p:nvPr/>
          </p:nvSpPr>
          <p:spPr>
            <a:xfrm>
              <a:off x="4643646" y="430947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073">
                <a:alpha val="100000"/>
              </a:srgbClr>
            </a:solidFill>
            <a:ln w="5420" cap="flat">
              <a:solidFill>
                <a:srgbClr val="3C407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58" name="pg2058"/>
            <p:cNvSpPr/>
            <p:nvPr/>
          </p:nvSpPr>
          <p:spPr>
            <a:xfrm>
              <a:off x="4655284" y="430947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073">
                <a:alpha val="100000"/>
              </a:srgbClr>
            </a:solidFill>
            <a:ln w="5420" cap="flat">
              <a:solidFill>
                <a:srgbClr val="3C407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59" name="pg2059"/>
            <p:cNvSpPr/>
            <p:nvPr/>
          </p:nvSpPr>
          <p:spPr>
            <a:xfrm>
              <a:off x="4666921" y="430947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073">
                <a:alpha val="100000"/>
              </a:srgbClr>
            </a:solidFill>
            <a:ln w="5420" cap="flat">
              <a:solidFill>
                <a:srgbClr val="3C407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60" name="pg2060"/>
            <p:cNvSpPr/>
            <p:nvPr/>
          </p:nvSpPr>
          <p:spPr>
            <a:xfrm>
              <a:off x="4678558" y="430947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073">
                <a:alpha val="100000"/>
              </a:srgbClr>
            </a:solidFill>
            <a:ln w="5420" cap="flat">
              <a:solidFill>
                <a:srgbClr val="3C407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61" name="pg2061"/>
            <p:cNvSpPr/>
            <p:nvPr/>
          </p:nvSpPr>
          <p:spPr>
            <a:xfrm>
              <a:off x="4608734" y="432377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57A">
                <a:alpha val="100000"/>
              </a:srgbClr>
            </a:solidFill>
            <a:ln w="5420" cap="flat">
              <a:solidFill>
                <a:srgbClr val="3C457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62" name="pg2062"/>
            <p:cNvSpPr/>
            <p:nvPr/>
          </p:nvSpPr>
          <p:spPr>
            <a:xfrm>
              <a:off x="4620372" y="432377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378">
                <a:alpha val="100000"/>
              </a:srgbClr>
            </a:solidFill>
            <a:ln w="5420" cap="flat">
              <a:solidFill>
                <a:srgbClr val="3C437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63" name="pg2063"/>
            <p:cNvSpPr/>
            <p:nvPr/>
          </p:nvSpPr>
          <p:spPr>
            <a:xfrm>
              <a:off x="4632009" y="432377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276">
                <a:alpha val="100000"/>
              </a:srgbClr>
            </a:solidFill>
            <a:ln w="5420" cap="flat">
              <a:solidFill>
                <a:srgbClr val="3C427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64" name="pg2064"/>
            <p:cNvSpPr/>
            <p:nvPr/>
          </p:nvSpPr>
          <p:spPr>
            <a:xfrm>
              <a:off x="4643646" y="432377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175">
                <a:alpha val="100000"/>
              </a:srgbClr>
            </a:solidFill>
            <a:ln w="5420" cap="flat">
              <a:solidFill>
                <a:srgbClr val="3C417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65" name="pg2065"/>
            <p:cNvSpPr/>
            <p:nvPr/>
          </p:nvSpPr>
          <p:spPr>
            <a:xfrm>
              <a:off x="4655284" y="432377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174">
                <a:alpha val="100000"/>
              </a:srgbClr>
            </a:solidFill>
            <a:ln w="5420" cap="flat">
              <a:solidFill>
                <a:srgbClr val="3C417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66" name="pg2066"/>
            <p:cNvSpPr/>
            <p:nvPr/>
          </p:nvSpPr>
          <p:spPr>
            <a:xfrm>
              <a:off x="4666921" y="432377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174">
                <a:alpha val="100000"/>
              </a:srgbClr>
            </a:solidFill>
            <a:ln w="5420" cap="flat">
              <a:solidFill>
                <a:srgbClr val="3C417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67" name="pg2067"/>
            <p:cNvSpPr/>
            <p:nvPr/>
          </p:nvSpPr>
          <p:spPr>
            <a:xfrm>
              <a:off x="4585460" y="433807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B82">
                <a:alpha val="100000"/>
              </a:srgbClr>
            </a:solidFill>
            <a:ln w="5420" cap="flat">
              <a:solidFill>
                <a:srgbClr val="3C4B8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68" name="pg2068"/>
            <p:cNvSpPr/>
            <p:nvPr/>
          </p:nvSpPr>
          <p:spPr>
            <a:xfrm>
              <a:off x="4597097" y="433807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980">
                <a:alpha val="100000"/>
              </a:srgbClr>
            </a:solidFill>
            <a:ln w="5420" cap="flat">
              <a:solidFill>
                <a:srgbClr val="3C498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69" name="pg2069"/>
            <p:cNvSpPr/>
            <p:nvPr/>
          </p:nvSpPr>
          <p:spPr>
            <a:xfrm>
              <a:off x="4608734" y="433807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77D">
                <a:alpha val="100000"/>
              </a:srgbClr>
            </a:solidFill>
            <a:ln w="5420" cap="flat">
              <a:solidFill>
                <a:srgbClr val="3C477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70" name="pg2070"/>
            <p:cNvSpPr/>
            <p:nvPr/>
          </p:nvSpPr>
          <p:spPr>
            <a:xfrm>
              <a:off x="4620372" y="433807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57A">
                <a:alpha val="100000"/>
              </a:srgbClr>
            </a:solidFill>
            <a:ln w="5420" cap="flat">
              <a:solidFill>
                <a:srgbClr val="3C457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71" name="pg2071"/>
            <p:cNvSpPr/>
            <p:nvPr/>
          </p:nvSpPr>
          <p:spPr>
            <a:xfrm>
              <a:off x="4632009" y="433807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478">
                <a:alpha val="100000"/>
              </a:srgbClr>
            </a:solidFill>
            <a:ln w="5420" cap="flat">
              <a:solidFill>
                <a:srgbClr val="3C447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72" name="pg2072"/>
            <p:cNvSpPr/>
            <p:nvPr/>
          </p:nvSpPr>
          <p:spPr>
            <a:xfrm>
              <a:off x="4643646" y="433807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377">
                <a:alpha val="100000"/>
              </a:srgbClr>
            </a:solidFill>
            <a:ln w="5420" cap="flat">
              <a:solidFill>
                <a:srgbClr val="3C437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73" name="pg2073"/>
            <p:cNvSpPr/>
            <p:nvPr/>
          </p:nvSpPr>
          <p:spPr>
            <a:xfrm>
              <a:off x="4655284" y="433807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276">
                <a:alpha val="100000"/>
              </a:srgbClr>
            </a:solidFill>
            <a:ln w="5420" cap="flat">
              <a:solidFill>
                <a:srgbClr val="3C427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74" name="pg2074"/>
            <p:cNvSpPr/>
            <p:nvPr/>
          </p:nvSpPr>
          <p:spPr>
            <a:xfrm>
              <a:off x="4573822" y="435238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528C">
                <a:alpha val="100000"/>
              </a:srgbClr>
            </a:solidFill>
            <a:ln w="5420" cap="flat">
              <a:solidFill>
                <a:srgbClr val="3B528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75" name="pg2075"/>
            <p:cNvSpPr/>
            <p:nvPr/>
          </p:nvSpPr>
          <p:spPr>
            <a:xfrm>
              <a:off x="4585460" y="435238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4E87">
                <a:alpha val="100000"/>
              </a:srgbClr>
            </a:solidFill>
            <a:ln w="5420" cap="flat">
              <a:solidFill>
                <a:srgbClr val="3B4E8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76" name="pg2076"/>
            <p:cNvSpPr/>
            <p:nvPr/>
          </p:nvSpPr>
          <p:spPr>
            <a:xfrm>
              <a:off x="4597097" y="435238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C84">
                <a:alpha val="100000"/>
              </a:srgbClr>
            </a:solidFill>
            <a:ln w="5420" cap="flat">
              <a:solidFill>
                <a:srgbClr val="3C4C8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77" name="pg2077"/>
            <p:cNvSpPr/>
            <p:nvPr/>
          </p:nvSpPr>
          <p:spPr>
            <a:xfrm>
              <a:off x="4608734" y="435238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A81">
                <a:alpha val="100000"/>
              </a:srgbClr>
            </a:solidFill>
            <a:ln w="5420" cap="flat">
              <a:solidFill>
                <a:srgbClr val="3C4A8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78" name="pg2078"/>
            <p:cNvSpPr/>
            <p:nvPr/>
          </p:nvSpPr>
          <p:spPr>
            <a:xfrm>
              <a:off x="4620372" y="435238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87E">
                <a:alpha val="100000"/>
              </a:srgbClr>
            </a:solidFill>
            <a:ln w="5420" cap="flat">
              <a:solidFill>
                <a:srgbClr val="3C487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79" name="pg2079"/>
            <p:cNvSpPr/>
            <p:nvPr/>
          </p:nvSpPr>
          <p:spPr>
            <a:xfrm>
              <a:off x="4632009" y="435238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67B">
                <a:alpha val="100000"/>
              </a:srgbClr>
            </a:solidFill>
            <a:ln w="5420" cap="flat">
              <a:solidFill>
                <a:srgbClr val="3C467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80" name="pg2080"/>
            <p:cNvSpPr/>
            <p:nvPr/>
          </p:nvSpPr>
          <p:spPr>
            <a:xfrm>
              <a:off x="4643646" y="435238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579">
                <a:alpha val="100000"/>
              </a:srgbClr>
            </a:solidFill>
            <a:ln w="5420" cap="flat">
              <a:solidFill>
                <a:srgbClr val="3C457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81" name="pg2081"/>
            <p:cNvSpPr/>
            <p:nvPr/>
          </p:nvSpPr>
          <p:spPr>
            <a:xfrm>
              <a:off x="4655284" y="435238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478">
                <a:alpha val="100000"/>
              </a:srgbClr>
            </a:solidFill>
            <a:ln w="5420" cap="flat">
              <a:solidFill>
                <a:srgbClr val="3C447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82" name="pg2082"/>
            <p:cNvSpPr/>
            <p:nvPr/>
          </p:nvSpPr>
          <p:spPr>
            <a:xfrm>
              <a:off x="4550548" y="436668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548E">
                <a:alpha val="100000"/>
              </a:srgbClr>
            </a:solidFill>
            <a:ln w="5420" cap="flat">
              <a:solidFill>
                <a:srgbClr val="3B548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83" name="pg2083"/>
            <p:cNvSpPr/>
            <p:nvPr/>
          </p:nvSpPr>
          <p:spPr>
            <a:xfrm>
              <a:off x="4562185" y="436668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5490">
                <a:alpha val="100000"/>
              </a:srgbClr>
            </a:solidFill>
            <a:ln w="5420" cap="flat">
              <a:solidFill>
                <a:srgbClr val="3B549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84" name="pg2084"/>
            <p:cNvSpPr/>
            <p:nvPr/>
          </p:nvSpPr>
          <p:spPr>
            <a:xfrm>
              <a:off x="4573822" y="436668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5490">
                <a:alpha val="100000"/>
              </a:srgbClr>
            </a:solidFill>
            <a:ln w="5420" cap="flat">
              <a:solidFill>
                <a:srgbClr val="3B549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85" name="pg2085"/>
            <p:cNvSpPr/>
            <p:nvPr/>
          </p:nvSpPr>
          <p:spPr>
            <a:xfrm>
              <a:off x="4585460" y="436668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528C">
                <a:alpha val="100000"/>
              </a:srgbClr>
            </a:solidFill>
            <a:ln w="5420" cap="flat">
              <a:solidFill>
                <a:srgbClr val="3B528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86" name="pg2086"/>
            <p:cNvSpPr/>
            <p:nvPr/>
          </p:nvSpPr>
          <p:spPr>
            <a:xfrm>
              <a:off x="4597097" y="436668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4F88">
                <a:alpha val="100000"/>
              </a:srgbClr>
            </a:solidFill>
            <a:ln w="5420" cap="flat">
              <a:solidFill>
                <a:srgbClr val="3B4F8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87" name="pg2087"/>
            <p:cNvSpPr/>
            <p:nvPr/>
          </p:nvSpPr>
          <p:spPr>
            <a:xfrm>
              <a:off x="4608734" y="436668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D84">
                <a:alpha val="100000"/>
              </a:srgbClr>
            </a:solidFill>
            <a:ln w="5420" cap="flat">
              <a:solidFill>
                <a:srgbClr val="3C4D8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88" name="pg2088"/>
            <p:cNvSpPr/>
            <p:nvPr/>
          </p:nvSpPr>
          <p:spPr>
            <a:xfrm>
              <a:off x="4620372" y="436668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A81">
                <a:alpha val="100000"/>
              </a:srgbClr>
            </a:solidFill>
            <a:ln w="5420" cap="flat">
              <a:solidFill>
                <a:srgbClr val="3C4A8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89" name="pg2089"/>
            <p:cNvSpPr/>
            <p:nvPr/>
          </p:nvSpPr>
          <p:spPr>
            <a:xfrm>
              <a:off x="4632009" y="436668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87E">
                <a:alpha val="100000"/>
              </a:srgbClr>
            </a:solidFill>
            <a:ln w="5420" cap="flat">
              <a:solidFill>
                <a:srgbClr val="3C487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90" name="pg2090"/>
            <p:cNvSpPr/>
            <p:nvPr/>
          </p:nvSpPr>
          <p:spPr>
            <a:xfrm>
              <a:off x="4643646" y="436668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67C">
                <a:alpha val="100000"/>
              </a:srgbClr>
            </a:solidFill>
            <a:ln w="5420" cap="flat">
              <a:solidFill>
                <a:srgbClr val="3C467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91" name="pg2091"/>
            <p:cNvSpPr/>
            <p:nvPr/>
          </p:nvSpPr>
          <p:spPr>
            <a:xfrm>
              <a:off x="4538910" y="438098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548F">
                <a:alpha val="100000"/>
              </a:srgbClr>
            </a:solidFill>
            <a:ln w="5420" cap="flat">
              <a:solidFill>
                <a:srgbClr val="3B548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92" name="pg2092"/>
            <p:cNvSpPr/>
            <p:nvPr/>
          </p:nvSpPr>
          <p:spPr>
            <a:xfrm>
              <a:off x="4550548" y="438098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5894">
                <a:alpha val="100000"/>
              </a:srgbClr>
            </a:solidFill>
            <a:ln w="5420" cap="flat">
              <a:solidFill>
                <a:srgbClr val="3A589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93" name="pg2093"/>
            <p:cNvSpPr/>
            <p:nvPr/>
          </p:nvSpPr>
          <p:spPr>
            <a:xfrm>
              <a:off x="4562185" y="438098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5A97">
                <a:alpha val="100000"/>
              </a:srgbClr>
            </a:solidFill>
            <a:ln w="5420" cap="flat">
              <a:solidFill>
                <a:srgbClr val="3A5A9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94" name="pg2094"/>
            <p:cNvSpPr/>
            <p:nvPr/>
          </p:nvSpPr>
          <p:spPr>
            <a:xfrm>
              <a:off x="4573822" y="438098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5A98">
                <a:alpha val="100000"/>
              </a:srgbClr>
            </a:solidFill>
            <a:ln w="5420" cap="flat">
              <a:solidFill>
                <a:srgbClr val="3A5A9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95" name="pg2095"/>
            <p:cNvSpPr/>
            <p:nvPr/>
          </p:nvSpPr>
          <p:spPr>
            <a:xfrm>
              <a:off x="4585460" y="438098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5692">
                <a:alpha val="100000"/>
              </a:srgbClr>
            </a:solidFill>
            <a:ln w="5420" cap="flat">
              <a:solidFill>
                <a:srgbClr val="3A569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96" name="pg2096"/>
            <p:cNvSpPr/>
            <p:nvPr/>
          </p:nvSpPr>
          <p:spPr>
            <a:xfrm>
              <a:off x="4597097" y="438098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538E">
                <a:alpha val="100000"/>
              </a:srgbClr>
            </a:solidFill>
            <a:ln w="5420" cap="flat">
              <a:solidFill>
                <a:srgbClr val="3B538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97" name="pg2097"/>
            <p:cNvSpPr/>
            <p:nvPr/>
          </p:nvSpPr>
          <p:spPr>
            <a:xfrm>
              <a:off x="4608734" y="438098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5089">
                <a:alpha val="100000"/>
              </a:srgbClr>
            </a:solidFill>
            <a:ln w="5420" cap="flat">
              <a:solidFill>
                <a:srgbClr val="3B508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98" name="pg2098"/>
            <p:cNvSpPr/>
            <p:nvPr/>
          </p:nvSpPr>
          <p:spPr>
            <a:xfrm>
              <a:off x="4620372" y="438098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4D85">
                <a:alpha val="100000"/>
              </a:srgbClr>
            </a:solidFill>
            <a:ln w="5420" cap="flat">
              <a:solidFill>
                <a:srgbClr val="3B4D8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99" name="pg2099"/>
            <p:cNvSpPr/>
            <p:nvPr/>
          </p:nvSpPr>
          <p:spPr>
            <a:xfrm>
              <a:off x="4480724" y="439528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3F72">
                <a:alpha val="100000"/>
              </a:srgbClr>
            </a:solidFill>
            <a:ln w="5420" cap="flat">
              <a:solidFill>
                <a:srgbClr val="3B3F7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00" name="pg2100"/>
            <p:cNvSpPr/>
            <p:nvPr/>
          </p:nvSpPr>
          <p:spPr>
            <a:xfrm>
              <a:off x="4492361" y="439528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276">
                <a:alpha val="100000"/>
              </a:srgbClr>
            </a:solidFill>
            <a:ln w="5420" cap="flat">
              <a:solidFill>
                <a:srgbClr val="3C427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01" name="pg2101"/>
            <p:cNvSpPr/>
            <p:nvPr/>
          </p:nvSpPr>
          <p:spPr>
            <a:xfrm>
              <a:off x="4503998" y="439528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67B">
                <a:alpha val="100000"/>
              </a:srgbClr>
            </a:solidFill>
            <a:ln w="5420" cap="flat">
              <a:solidFill>
                <a:srgbClr val="3C467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02" name="pg2102"/>
            <p:cNvSpPr/>
            <p:nvPr/>
          </p:nvSpPr>
          <p:spPr>
            <a:xfrm>
              <a:off x="4515636" y="439528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A81">
                <a:alpha val="100000"/>
              </a:srgbClr>
            </a:solidFill>
            <a:ln w="5420" cap="flat">
              <a:solidFill>
                <a:srgbClr val="3C4A8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03" name="pg2103"/>
            <p:cNvSpPr/>
            <p:nvPr/>
          </p:nvSpPr>
          <p:spPr>
            <a:xfrm>
              <a:off x="4527273" y="439528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4F88">
                <a:alpha val="100000"/>
              </a:srgbClr>
            </a:solidFill>
            <a:ln w="5420" cap="flat">
              <a:solidFill>
                <a:srgbClr val="3B4F8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04" name="pg2104"/>
            <p:cNvSpPr/>
            <p:nvPr/>
          </p:nvSpPr>
          <p:spPr>
            <a:xfrm>
              <a:off x="4538910" y="439528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538E">
                <a:alpha val="100000"/>
              </a:srgbClr>
            </a:solidFill>
            <a:ln w="5420" cap="flat">
              <a:solidFill>
                <a:srgbClr val="3B538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05" name="pg2105"/>
            <p:cNvSpPr/>
            <p:nvPr/>
          </p:nvSpPr>
          <p:spPr>
            <a:xfrm>
              <a:off x="4550548" y="439528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5794">
                <a:alpha val="100000"/>
              </a:srgbClr>
            </a:solidFill>
            <a:ln w="5420" cap="flat">
              <a:solidFill>
                <a:srgbClr val="3A579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06" name="pg2106"/>
            <p:cNvSpPr/>
            <p:nvPr/>
          </p:nvSpPr>
          <p:spPr>
            <a:xfrm>
              <a:off x="4562185" y="439528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5A97">
                <a:alpha val="100000"/>
              </a:srgbClr>
            </a:solidFill>
            <a:ln w="5420" cap="flat">
              <a:solidFill>
                <a:srgbClr val="3A5A9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07" name="pg2107"/>
            <p:cNvSpPr/>
            <p:nvPr/>
          </p:nvSpPr>
          <p:spPr>
            <a:xfrm>
              <a:off x="4573822" y="439528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5A98">
                <a:alpha val="100000"/>
              </a:srgbClr>
            </a:solidFill>
            <a:ln w="5420" cap="flat">
              <a:solidFill>
                <a:srgbClr val="3A5A9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08" name="pg2108"/>
            <p:cNvSpPr/>
            <p:nvPr/>
          </p:nvSpPr>
          <p:spPr>
            <a:xfrm>
              <a:off x="4585460" y="439528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5692">
                <a:alpha val="100000"/>
              </a:srgbClr>
            </a:solidFill>
            <a:ln w="5420" cap="flat">
              <a:solidFill>
                <a:srgbClr val="3A569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09" name="pg2109"/>
            <p:cNvSpPr/>
            <p:nvPr/>
          </p:nvSpPr>
          <p:spPr>
            <a:xfrm>
              <a:off x="4597097" y="439528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538E">
                <a:alpha val="100000"/>
              </a:srgbClr>
            </a:solidFill>
            <a:ln w="5420" cap="flat">
              <a:solidFill>
                <a:srgbClr val="3B538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10" name="pg2110"/>
            <p:cNvSpPr/>
            <p:nvPr/>
          </p:nvSpPr>
          <p:spPr>
            <a:xfrm>
              <a:off x="4608734" y="439528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518B">
                <a:alpha val="100000"/>
              </a:srgbClr>
            </a:solidFill>
            <a:ln w="5420" cap="flat">
              <a:solidFill>
                <a:srgbClr val="3B518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11" name="pg2111"/>
            <p:cNvSpPr/>
            <p:nvPr/>
          </p:nvSpPr>
          <p:spPr>
            <a:xfrm>
              <a:off x="4457449" y="440958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3867">
                <a:alpha val="100000"/>
              </a:srgbClr>
            </a:solidFill>
            <a:ln w="5420" cap="flat">
              <a:solidFill>
                <a:srgbClr val="3B386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12" name="pg2112"/>
            <p:cNvSpPr/>
            <p:nvPr/>
          </p:nvSpPr>
          <p:spPr>
            <a:xfrm>
              <a:off x="4469086" y="440958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3B6B">
                <a:alpha val="100000"/>
              </a:srgbClr>
            </a:solidFill>
            <a:ln w="5420" cap="flat">
              <a:solidFill>
                <a:srgbClr val="3B3B6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13" name="pg2113"/>
            <p:cNvSpPr/>
            <p:nvPr/>
          </p:nvSpPr>
          <p:spPr>
            <a:xfrm>
              <a:off x="4480724" y="440958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3D6E">
                <a:alpha val="100000"/>
              </a:srgbClr>
            </a:solidFill>
            <a:ln w="5420" cap="flat">
              <a:solidFill>
                <a:srgbClr val="3B3D6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14" name="pg2114"/>
            <p:cNvSpPr/>
            <p:nvPr/>
          </p:nvSpPr>
          <p:spPr>
            <a:xfrm>
              <a:off x="4492361" y="440958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4072">
                <a:alpha val="100000"/>
              </a:srgbClr>
            </a:solidFill>
            <a:ln w="5420" cap="flat">
              <a:solidFill>
                <a:srgbClr val="3B407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15" name="pg2115"/>
            <p:cNvSpPr/>
            <p:nvPr/>
          </p:nvSpPr>
          <p:spPr>
            <a:xfrm>
              <a:off x="4503998" y="440958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378">
                <a:alpha val="100000"/>
              </a:srgbClr>
            </a:solidFill>
            <a:ln w="5420" cap="flat">
              <a:solidFill>
                <a:srgbClr val="3C437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16" name="pg2116"/>
            <p:cNvSpPr/>
            <p:nvPr/>
          </p:nvSpPr>
          <p:spPr>
            <a:xfrm>
              <a:off x="4515636" y="440958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87D">
                <a:alpha val="100000"/>
              </a:srgbClr>
            </a:solidFill>
            <a:ln w="5420" cap="flat">
              <a:solidFill>
                <a:srgbClr val="3C487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17" name="pg2117"/>
            <p:cNvSpPr/>
            <p:nvPr/>
          </p:nvSpPr>
          <p:spPr>
            <a:xfrm>
              <a:off x="4527273" y="440958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C84">
                <a:alpha val="100000"/>
              </a:srgbClr>
            </a:solidFill>
            <a:ln w="5420" cap="flat">
              <a:solidFill>
                <a:srgbClr val="3C4C8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18" name="pg2118"/>
            <p:cNvSpPr/>
            <p:nvPr/>
          </p:nvSpPr>
          <p:spPr>
            <a:xfrm>
              <a:off x="4538910" y="440958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518B">
                <a:alpha val="100000"/>
              </a:srgbClr>
            </a:solidFill>
            <a:ln w="5420" cap="flat">
              <a:solidFill>
                <a:srgbClr val="3B518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19" name="pg2119"/>
            <p:cNvSpPr/>
            <p:nvPr/>
          </p:nvSpPr>
          <p:spPr>
            <a:xfrm>
              <a:off x="4550548" y="440958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5590">
                <a:alpha val="100000"/>
              </a:srgbClr>
            </a:solidFill>
            <a:ln w="5420" cap="flat">
              <a:solidFill>
                <a:srgbClr val="3B559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20" name="pg2120"/>
            <p:cNvSpPr/>
            <p:nvPr/>
          </p:nvSpPr>
          <p:spPr>
            <a:xfrm>
              <a:off x="4562185" y="440958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5793">
                <a:alpha val="100000"/>
              </a:srgbClr>
            </a:solidFill>
            <a:ln w="5420" cap="flat">
              <a:solidFill>
                <a:srgbClr val="3A579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21" name="pg2121"/>
            <p:cNvSpPr/>
            <p:nvPr/>
          </p:nvSpPr>
          <p:spPr>
            <a:xfrm>
              <a:off x="4573822" y="440958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5794">
                <a:alpha val="100000"/>
              </a:srgbClr>
            </a:solidFill>
            <a:ln w="5420" cap="flat">
              <a:solidFill>
                <a:srgbClr val="3A579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22" name="pg2122"/>
            <p:cNvSpPr/>
            <p:nvPr/>
          </p:nvSpPr>
          <p:spPr>
            <a:xfrm>
              <a:off x="4585460" y="440958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5590">
                <a:alpha val="100000"/>
              </a:srgbClr>
            </a:solidFill>
            <a:ln w="5420" cap="flat">
              <a:solidFill>
                <a:srgbClr val="3B559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23" name="pg2123"/>
            <p:cNvSpPr/>
            <p:nvPr/>
          </p:nvSpPr>
          <p:spPr>
            <a:xfrm>
              <a:off x="4597097" y="440958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538E">
                <a:alpha val="100000"/>
              </a:srgbClr>
            </a:solidFill>
            <a:ln w="5420" cap="flat">
              <a:solidFill>
                <a:srgbClr val="3B538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24" name="pg2124"/>
            <p:cNvSpPr/>
            <p:nvPr/>
          </p:nvSpPr>
          <p:spPr>
            <a:xfrm>
              <a:off x="4445812" y="442388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3564">
                <a:alpha val="100000"/>
              </a:srgbClr>
            </a:solidFill>
            <a:ln w="5420" cap="flat">
              <a:solidFill>
                <a:srgbClr val="3A356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25" name="pg2125"/>
            <p:cNvSpPr/>
            <p:nvPr/>
          </p:nvSpPr>
          <p:spPr>
            <a:xfrm>
              <a:off x="4457449" y="442388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3664">
                <a:alpha val="100000"/>
              </a:srgbClr>
            </a:solidFill>
            <a:ln w="5420" cap="flat">
              <a:solidFill>
                <a:srgbClr val="3A366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26" name="pg2126"/>
            <p:cNvSpPr/>
            <p:nvPr/>
          </p:nvSpPr>
          <p:spPr>
            <a:xfrm>
              <a:off x="4469086" y="442388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3868">
                <a:alpha val="100000"/>
              </a:srgbClr>
            </a:solidFill>
            <a:ln w="5420" cap="flat">
              <a:solidFill>
                <a:srgbClr val="3B386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27" name="pg2127"/>
            <p:cNvSpPr/>
            <p:nvPr/>
          </p:nvSpPr>
          <p:spPr>
            <a:xfrm>
              <a:off x="4480724" y="442388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3A6B">
                <a:alpha val="100000"/>
              </a:srgbClr>
            </a:solidFill>
            <a:ln w="5420" cap="flat">
              <a:solidFill>
                <a:srgbClr val="3B3A6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28" name="pg2128"/>
            <p:cNvSpPr/>
            <p:nvPr/>
          </p:nvSpPr>
          <p:spPr>
            <a:xfrm>
              <a:off x="4492361" y="442388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3D6E">
                <a:alpha val="100000"/>
              </a:srgbClr>
            </a:solidFill>
            <a:ln w="5420" cap="flat">
              <a:solidFill>
                <a:srgbClr val="3B3D6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29" name="pg2129"/>
            <p:cNvSpPr/>
            <p:nvPr/>
          </p:nvSpPr>
          <p:spPr>
            <a:xfrm>
              <a:off x="4503998" y="442388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073">
                <a:alpha val="100000"/>
              </a:srgbClr>
            </a:solidFill>
            <a:ln w="5420" cap="flat">
              <a:solidFill>
                <a:srgbClr val="3C407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30" name="pg2130"/>
            <p:cNvSpPr/>
            <p:nvPr/>
          </p:nvSpPr>
          <p:spPr>
            <a:xfrm>
              <a:off x="4515636" y="442388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479">
                <a:alpha val="100000"/>
              </a:srgbClr>
            </a:solidFill>
            <a:ln w="5420" cap="flat">
              <a:solidFill>
                <a:srgbClr val="3C447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31" name="pg2131"/>
            <p:cNvSpPr/>
            <p:nvPr/>
          </p:nvSpPr>
          <p:spPr>
            <a:xfrm>
              <a:off x="4527273" y="442388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87F">
                <a:alpha val="100000"/>
              </a:srgbClr>
            </a:solidFill>
            <a:ln w="5420" cap="flat">
              <a:solidFill>
                <a:srgbClr val="3C487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32" name="pg2132"/>
            <p:cNvSpPr/>
            <p:nvPr/>
          </p:nvSpPr>
          <p:spPr>
            <a:xfrm>
              <a:off x="4538910" y="442388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D84">
                <a:alpha val="100000"/>
              </a:srgbClr>
            </a:solidFill>
            <a:ln w="5420" cap="flat">
              <a:solidFill>
                <a:srgbClr val="3C4D8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33" name="pg2133"/>
            <p:cNvSpPr/>
            <p:nvPr/>
          </p:nvSpPr>
          <p:spPr>
            <a:xfrm>
              <a:off x="4550548" y="442388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5089">
                <a:alpha val="100000"/>
              </a:srgbClr>
            </a:solidFill>
            <a:ln w="5420" cap="flat">
              <a:solidFill>
                <a:srgbClr val="3B508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34" name="pg2134"/>
            <p:cNvSpPr/>
            <p:nvPr/>
          </p:nvSpPr>
          <p:spPr>
            <a:xfrm>
              <a:off x="4562185" y="442388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528D">
                <a:alpha val="100000"/>
              </a:srgbClr>
            </a:solidFill>
            <a:ln w="5420" cap="flat">
              <a:solidFill>
                <a:srgbClr val="3B528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35" name="pg2135"/>
            <p:cNvSpPr/>
            <p:nvPr/>
          </p:nvSpPr>
          <p:spPr>
            <a:xfrm>
              <a:off x="4573822" y="442388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538E">
                <a:alpha val="100000"/>
              </a:srgbClr>
            </a:solidFill>
            <a:ln w="5420" cap="flat">
              <a:solidFill>
                <a:srgbClr val="3B538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36" name="pg2136"/>
            <p:cNvSpPr/>
            <p:nvPr/>
          </p:nvSpPr>
          <p:spPr>
            <a:xfrm>
              <a:off x="4445812" y="443818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3361">
                <a:alpha val="100000"/>
              </a:srgbClr>
            </a:solidFill>
            <a:ln w="5420" cap="flat">
              <a:solidFill>
                <a:srgbClr val="3A336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37" name="pg2137"/>
            <p:cNvSpPr/>
            <p:nvPr/>
          </p:nvSpPr>
          <p:spPr>
            <a:xfrm>
              <a:off x="4457449" y="443818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3462">
                <a:alpha val="100000"/>
              </a:srgbClr>
            </a:solidFill>
            <a:ln w="5420" cap="flat">
              <a:solidFill>
                <a:srgbClr val="3A346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38" name="pg2138"/>
            <p:cNvSpPr/>
            <p:nvPr/>
          </p:nvSpPr>
          <p:spPr>
            <a:xfrm>
              <a:off x="4469086" y="443818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3665">
                <a:alpha val="100000"/>
              </a:srgbClr>
            </a:solidFill>
            <a:ln w="5420" cap="flat">
              <a:solidFill>
                <a:srgbClr val="3A366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39" name="pg2139"/>
            <p:cNvSpPr/>
            <p:nvPr/>
          </p:nvSpPr>
          <p:spPr>
            <a:xfrm>
              <a:off x="4480724" y="443818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3867">
                <a:alpha val="100000"/>
              </a:srgbClr>
            </a:solidFill>
            <a:ln w="5420" cap="flat">
              <a:solidFill>
                <a:srgbClr val="3B386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40" name="pg2140"/>
            <p:cNvSpPr/>
            <p:nvPr/>
          </p:nvSpPr>
          <p:spPr>
            <a:xfrm>
              <a:off x="4492361" y="443818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3A6A">
                <a:alpha val="100000"/>
              </a:srgbClr>
            </a:solidFill>
            <a:ln w="5420" cap="flat">
              <a:solidFill>
                <a:srgbClr val="3B3A6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41" name="pg2141"/>
            <p:cNvSpPr/>
            <p:nvPr/>
          </p:nvSpPr>
          <p:spPr>
            <a:xfrm>
              <a:off x="4503998" y="443818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3D6E">
                <a:alpha val="100000"/>
              </a:srgbClr>
            </a:solidFill>
            <a:ln w="5420" cap="flat">
              <a:solidFill>
                <a:srgbClr val="3B3D6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42" name="pg2142"/>
            <p:cNvSpPr/>
            <p:nvPr/>
          </p:nvSpPr>
          <p:spPr>
            <a:xfrm>
              <a:off x="4515636" y="443818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073">
                <a:alpha val="100000"/>
              </a:srgbClr>
            </a:solidFill>
            <a:ln w="5420" cap="flat">
              <a:solidFill>
                <a:srgbClr val="3C407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43" name="pg2143"/>
            <p:cNvSpPr/>
            <p:nvPr/>
          </p:nvSpPr>
          <p:spPr>
            <a:xfrm>
              <a:off x="4527273" y="443818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478">
                <a:alpha val="100000"/>
              </a:srgbClr>
            </a:solidFill>
            <a:ln w="5420" cap="flat">
              <a:solidFill>
                <a:srgbClr val="3C447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44" name="pg2144"/>
            <p:cNvSpPr/>
            <p:nvPr/>
          </p:nvSpPr>
          <p:spPr>
            <a:xfrm>
              <a:off x="4538910" y="443818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87E">
                <a:alpha val="100000"/>
              </a:srgbClr>
            </a:solidFill>
            <a:ln w="5420" cap="flat">
              <a:solidFill>
                <a:srgbClr val="3C487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45" name="pg2145"/>
            <p:cNvSpPr/>
            <p:nvPr/>
          </p:nvSpPr>
          <p:spPr>
            <a:xfrm>
              <a:off x="4550548" y="443818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B82">
                <a:alpha val="100000"/>
              </a:srgbClr>
            </a:solidFill>
            <a:ln w="5420" cap="flat">
              <a:solidFill>
                <a:srgbClr val="3C4B8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46" name="pg2146"/>
            <p:cNvSpPr/>
            <p:nvPr/>
          </p:nvSpPr>
          <p:spPr>
            <a:xfrm>
              <a:off x="4562185" y="443818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4E86">
                <a:alpha val="100000"/>
              </a:srgbClr>
            </a:solidFill>
            <a:ln w="5420" cap="flat">
              <a:solidFill>
                <a:srgbClr val="3B4E8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47" name="pg2147"/>
            <p:cNvSpPr/>
            <p:nvPr/>
          </p:nvSpPr>
          <p:spPr>
            <a:xfrm>
              <a:off x="4445812" y="445248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325F">
                <a:alpha val="100000"/>
              </a:srgbClr>
            </a:solidFill>
            <a:ln w="5420" cap="flat">
              <a:solidFill>
                <a:srgbClr val="3A325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48" name="pg2148"/>
            <p:cNvSpPr/>
            <p:nvPr/>
          </p:nvSpPr>
          <p:spPr>
            <a:xfrm>
              <a:off x="4457449" y="445248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325F">
                <a:alpha val="100000"/>
              </a:srgbClr>
            </a:solidFill>
            <a:ln w="5420" cap="flat">
              <a:solidFill>
                <a:srgbClr val="3A325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49" name="pg2149"/>
            <p:cNvSpPr/>
            <p:nvPr/>
          </p:nvSpPr>
          <p:spPr>
            <a:xfrm>
              <a:off x="4469086" y="445248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3462">
                <a:alpha val="100000"/>
              </a:srgbClr>
            </a:solidFill>
            <a:ln w="5420" cap="flat">
              <a:solidFill>
                <a:srgbClr val="3A346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50" name="pg2150"/>
            <p:cNvSpPr/>
            <p:nvPr/>
          </p:nvSpPr>
          <p:spPr>
            <a:xfrm>
              <a:off x="4480724" y="445248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3664">
                <a:alpha val="100000"/>
              </a:srgbClr>
            </a:solidFill>
            <a:ln w="5420" cap="flat">
              <a:solidFill>
                <a:srgbClr val="3A366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51" name="pg2151"/>
            <p:cNvSpPr/>
            <p:nvPr/>
          </p:nvSpPr>
          <p:spPr>
            <a:xfrm>
              <a:off x="4492361" y="445248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3767">
                <a:alpha val="100000"/>
              </a:srgbClr>
            </a:solidFill>
            <a:ln w="5420" cap="flat">
              <a:solidFill>
                <a:srgbClr val="3B376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52" name="pg2152"/>
            <p:cNvSpPr/>
            <p:nvPr/>
          </p:nvSpPr>
          <p:spPr>
            <a:xfrm>
              <a:off x="4503998" y="445248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3A6A">
                <a:alpha val="100000"/>
              </a:srgbClr>
            </a:solidFill>
            <a:ln w="5420" cap="flat">
              <a:solidFill>
                <a:srgbClr val="3B3A6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53" name="pg2153"/>
            <p:cNvSpPr/>
            <p:nvPr/>
          </p:nvSpPr>
          <p:spPr>
            <a:xfrm>
              <a:off x="4515636" y="445248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3D6E">
                <a:alpha val="100000"/>
              </a:srgbClr>
            </a:solidFill>
            <a:ln w="5420" cap="flat">
              <a:solidFill>
                <a:srgbClr val="3B3D6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54" name="pg2154"/>
            <p:cNvSpPr/>
            <p:nvPr/>
          </p:nvSpPr>
          <p:spPr>
            <a:xfrm>
              <a:off x="4527273" y="445248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073">
                <a:alpha val="100000"/>
              </a:srgbClr>
            </a:solidFill>
            <a:ln w="5420" cap="flat">
              <a:solidFill>
                <a:srgbClr val="3C407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55" name="pg2155"/>
            <p:cNvSpPr/>
            <p:nvPr/>
          </p:nvSpPr>
          <p:spPr>
            <a:xfrm>
              <a:off x="4445812" y="446678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305C">
                <a:alpha val="100000"/>
              </a:srgbClr>
            </a:solidFill>
            <a:ln w="5420" cap="flat">
              <a:solidFill>
                <a:srgbClr val="3930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56" name="pg2156"/>
            <p:cNvSpPr/>
            <p:nvPr/>
          </p:nvSpPr>
          <p:spPr>
            <a:xfrm>
              <a:off x="4457449" y="446678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315E">
                <a:alpha val="100000"/>
              </a:srgbClr>
            </a:solidFill>
            <a:ln w="5420" cap="flat">
              <a:solidFill>
                <a:srgbClr val="3A315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57" name="pg2157"/>
            <p:cNvSpPr/>
            <p:nvPr/>
          </p:nvSpPr>
          <p:spPr>
            <a:xfrm>
              <a:off x="4469086" y="446678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3360">
                <a:alpha val="100000"/>
              </a:srgbClr>
            </a:solidFill>
            <a:ln w="5420" cap="flat">
              <a:solidFill>
                <a:srgbClr val="3A336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58" name="pg2158"/>
            <p:cNvSpPr/>
            <p:nvPr/>
          </p:nvSpPr>
          <p:spPr>
            <a:xfrm>
              <a:off x="4480724" y="446678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3462">
                <a:alpha val="100000"/>
              </a:srgbClr>
            </a:solidFill>
            <a:ln w="5420" cap="flat">
              <a:solidFill>
                <a:srgbClr val="3A346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59" name="pg2159"/>
            <p:cNvSpPr/>
            <p:nvPr/>
          </p:nvSpPr>
          <p:spPr>
            <a:xfrm>
              <a:off x="4492361" y="446678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3664">
                <a:alpha val="100000"/>
              </a:srgbClr>
            </a:solidFill>
            <a:ln w="5420" cap="flat">
              <a:solidFill>
                <a:srgbClr val="3A366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60" name="pg2160"/>
            <p:cNvSpPr/>
            <p:nvPr/>
          </p:nvSpPr>
          <p:spPr>
            <a:xfrm>
              <a:off x="4503998" y="446678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3867">
                <a:alpha val="100000"/>
              </a:srgbClr>
            </a:solidFill>
            <a:ln w="5420" cap="flat">
              <a:solidFill>
                <a:srgbClr val="3B386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61" name="pg2161"/>
            <p:cNvSpPr/>
            <p:nvPr/>
          </p:nvSpPr>
          <p:spPr>
            <a:xfrm>
              <a:off x="4515636" y="446678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3A6A">
                <a:alpha val="100000"/>
              </a:srgbClr>
            </a:solidFill>
            <a:ln w="5420" cap="flat">
              <a:solidFill>
                <a:srgbClr val="3B3A6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62" name="pg2162"/>
            <p:cNvSpPr/>
            <p:nvPr/>
          </p:nvSpPr>
          <p:spPr>
            <a:xfrm>
              <a:off x="4422537" y="448108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2E5A">
                <a:alpha val="100000"/>
              </a:srgbClr>
            </a:solidFill>
            <a:ln w="5420" cap="flat">
              <a:solidFill>
                <a:srgbClr val="392E5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63" name="pg2163"/>
            <p:cNvSpPr/>
            <p:nvPr/>
          </p:nvSpPr>
          <p:spPr>
            <a:xfrm>
              <a:off x="4434174" y="448108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2D59">
                <a:alpha val="100000"/>
              </a:srgbClr>
            </a:solidFill>
            <a:ln w="5420" cap="flat">
              <a:solidFill>
                <a:srgbClr val="392D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64" name="pg2164"/>
            <p:cNvSpPr/>
            <p:nvPr/>
          </p:nvSpPr>
          <p:spPr>
            <a:xfrm>
              <a:off x="4445812" y="448108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2D59">
                <a:alpha val="100000"/>
              </a:srgbClr>
            </a:solidFill>
            <a:ln w="5420" cap="flat">
              <a:solidFill>
                <a:srgbClr val="392D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65" name="pg2165"/>
            <p:cNvSpPr/>
            <p:nvPr/>
          </p:nvSpPr>
          <p:spPr>
            <a:xfrm>
              <a:off x="4457449" y="448108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315E">
                <a:alpha val="100000"/>
              </a:srgbClr>
            </a:solidFill>
            <a:ln w="5420" cap="flat">
              <a:solidFill>
                <a:srgbClr val="3A315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66" name="pg2166"/>
            <p:cNvSpPr/>
            <p:nvPr/>
          </p:nvSpPr>
          <p:spPr>
            <a:xfrm>
              <a:off x="4469086" y="448108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3360">
                <a:alpha val="100000"/>
              </a:srgbClr>
            </a:solidFill>
            <a:ln w="5420" cap="flat">
              <a:solidFill>
                <a:srgbClr val="3A336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67" name="pg2167"/>
            <p:cNvSpPr/>
            <p:nvPr/>
          </p:nvSpPr>
          <p:spPr>
            <a:xfrm>
              <a:off x="4480724" y="448108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3361">
                <a:alpha val="100000"/>
              </a:srgbClr>
            </a:solidFill>
            <a:ln w="5420" cap="flat">
              <a:solidFill>
                <a:srgbClr val="3A336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68" name="pg2168"/>
            <p:cNvSpPr/>
            <p:nvPr/>
          </p:nvSpPr>
          <p:spPr>
            <a:xfrm>
              <a:off x="4492361" y="448108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3462">
                <a:alpha val="100000"/>
              </a:srgbClr>
            </a:solidFill>
            <a:ln w="5420" cap="flat">
              <a:solidFill>
                <a:srgbClr val="3A346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69" name="pg2169"/>
            <p:cNvSpPr/>
            <p:nvPr/>
          </p:nvSpPr>
          <p:spPr>
            <a:xfrm>
              <a:off x="4503998" y="448108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3665">
                <a:alpha val="100000"/>
              </a:srgbClr>
            </a:solidFill>
            <a:ln w="5420" cap="flat">
              <a:solidFill>
                <a:srgbClr val="3A366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70" name="pg2170"/>
            <p:cNvSpPr/>
            <p:nvPr/>
          </p:nvSpPr>
          <p:spPr>
            <a:xfrm>
              <a:off x="4422537" y="449538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2E59">
                <a:alpha val="100000"/>
              </a:srgbClr>
            </a:solidFill>
            <a:ln w="5420" cap="flat">
              <a:solidFill>
                <a:srgbClr val="392E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71" name="pg2171"/>
            <p:cNvSpPr/>
            <p:nvPr/>
          </p:nvSpPr>
          <p:spPr>
            <a:xfrm>
              <a:off x="4434174" y="449538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82C57">
                <a:alpha val="100000"/>
              </a:srgbClr>
            </a:solidFill>
            <a:ln w="5420" cap="flat">
              <a:solidFill>
                <a:srgbClr val="382C5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72" name="pg2172"/>
            <p:cNvSpPr/>
            <p:nvPr/>
          </p:nvSpPr>
          <p:spPr>
            <a:xfrm>
              <a:off x="4445812" y="449538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2953">
                <a:alpha val="100000"/>
              </a:srgbClr>
            </a:solidFill>
            <a:ln w="5420" cap="flat">
              <a:solidFill>
                <a:srgbClr val="37295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73" name="pg2173"/>
            <p:cNvSpPr/>
            <p:nvPr/>
          </p:nvSpPr>
          <p:spPr>
            <a:xfrm>
              <a:off x="4457449" y="449538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2F5B">
                <a:alpha val="100000"/>
              </a:srgbClr>
            </a:solidFill>
            <a:ln w="5420" cap="flat">
              <a:solidFill>
                <a:srgbClr val="392F5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74" name="pg2174"/>
            <p:cNvSpPr/>
            <p:nvPr/>
          </p:nvSpPr>
          <p:spPr>
            <a:xfrm>
              <a:off x="4469086" y="449538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3360">
                <a:alpha val="100000"/>
              </a:srgbClr>
            </a:solidFill>
            <a:ln w="5420" cap="flat">
              <a:solidFill>
                <a:srgbClr val="3A336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75" name="pg2175"/>
            <p:cNvSpPr/>
            <p:nvPr/>
          </p:nvSpPr>
          <p:spPr>
            <a:xfrm>
              <a:off x="4480724" y="449538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3360">
                <a:alpha val="100000"/>
              </a:srgbClr>
            </a:solidFill>
            <a:ln w="5420" cap="flat">
              <a:solidFill>
                <a:srgbClr val="3A336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76" name="pg2176"/>
            <p:cNvSpPr/>
            <p:nvPr/>
          </p:nvSpPr>
          <p:spPr>
            <a:xfrm>
              <a:off x="4492361" y="449538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3461">
                <a:alpha val="100000"/>
              </a:srgbClr>
            </a:solidFill>
            <a:ln w="5420" cap="flat">
              <a:solidFill>
                <a:srgbClr val="3A346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77" name="pg2177"/>
            <p:cNvSpPr/>
            <p:nvPr/>
          </p:nvSpPr>
          <p:spPr>
            <a:xfrm>
              <a:off x="4410900" y="450968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2F5B">
                <a:alpha val="100000"/>
              </a:srgbClr>
            </a:solidFill>
            <a:ln w="5420" cap="flat">
              <a:solidFill>
                <a:srgbClr val="392F5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78" name="pg2178"/>
            <p:cNvSpPr/>
            <p:nvPr/>
          </p:nvSpPr>
          <p:spPr>
            <a:xfrm>
              <a:off x="4422537" y="450968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2E5A">
                <a:alpha val="100000"/>
              </a:srgbClr>
            </a:solidFill>
            <a:ln w="5420" cap="flat">
              <a:solidFill>
                <a:srgbClr val="392E5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79" name="pg2179"/>
            <p:cNvSpPr/>
            <p:nvPr/>
          </p:nvSpPr>
          <p:spPr>
            <a:xfrm>
              <a:off x="4434174" y="450968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2D58">
                <a:alpha val="100000"/>
              </a:srgbClr>
            </a:solidFill>
            <a:ln w="5420" cap="flat">
              <a:solidFill>
                <a:srgbClr val="392D5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80" name="pg2180"/>
            <p:cNvSpPr/>
            <p:nvPr/>
          </p:nvSpPr>
          <p:spPr>
            <a:xfrm>
              <a:off x="4445812" y="450968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82B56">
                <a:alpha val="100000"/>
              </a:srgbClr>
            </a:solidFill>
            <a:ln w="5420" cap="flat">
              <a:solidFill>
                <a:srgbClr val="382B5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81" name="pg2181"/>
            <p:cNvSpPr/>
            <p:nvPr/>
          </p:nvSpPr>
          <p:spPr>
            <a:xfrm>
              <a:off x="4457449" y="450968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2E59">
                <a:alpha val="100000"/>
              </a:srgbClr>
            </a:solidFill>
            <a:ln w="5420" cap="flat">
              <a:solidFill>
                <a:srgbClr val="392E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82" name="pg2182"/>
            <p:cNvSpPr/>
            <p:nvPr/>
          </p:nvSpPr>
          <p:spPr>
            <a:xfrm>
              <a:off x="4469086" y="450968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325F">
                <a:alpha val="100000"/>
              </a:srgbClr>
            </a:solidFill>
            <a:ln w="5420" cap="flat">
              <a:solidFill>
                <a:srgbClr val="3A325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83" name="pg2183"/>
            <p:cNvSpPr/>
            <p:nvPr/>
          </p:nvSpPr>
          <p:spPr>
            <a:xfrm>
              <a:off x="4480724" y="450968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3260">
                <a:alpha val="100000"/>
              </a:srgbClr>
            </a:solidFill>
            <a:ln w="5420" cap="flat">
              <a:solidFill>
                <a:srgbClr val="3A326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84" name="pg2184"/>
            <p:cNvSpPr/>
            <p:nvPr/>
          </p:nvSpPr>
          <p:spPr>
            <a:xfrm>
              <a:off x="4410900" y="452398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2F5C">
                <a:alpha val="100000"/>
              </a:srgbClr>
            </a:solidFill>
            <a:ln w="5420" cap="flat">
              <a:solidFill>
                <a:srgbClr val="392F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85" name="pg2185"/>
            <p:cNvSpPr/>
            <p:nvPr/>
          </p:nvSpPr>
          <p:spPr>
            <a:xfrm>
              <a:off x="4422537" y="452398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305C">
                <a:alpha val="100000"/>
              </a:srgbClr>
            </a:solidFill>
            <a:ln w="5420" cap="flat">
              <a:solidFill>
                <a:srgbClr val="3930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86" name="pg2186"/>
            <p:cNvSpPr/>
            <p:nvPr/>
          </p:nvSpPr>
          <p:spPr>
            <a:xfrm>
              <a:off x="4434174" y="452398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305C">
                <a:alpha val="100000"/>
              </a:srgbClr>
            </a:solidFill>
            <a:ln w="5420" cap="flat">
              <a:solidFill>
                <a:srgbClr val="3930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87" name="pg2187"/>
            <p:cNvSpPr/>
            <p:nvPr/>
          </p:nvSpPr>
          <p:spPr>
            <a:xfrm>
              <a:off x="4445812" y="452398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305C">
                <a:alpha val="100000"/>
              </a:srgbClr>
            </a:solidFill>
            <a:ln w="5420" cap="flat">
              <a:solidFill>
                <a:srgbClr val="3930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88" name="pg2188"/>
            <p:cNvSpPr/>
            <p:nvPr/>
          </p:nvSpPr>
          <p:spPr>
            <a:xfrm>
              <a:off x="4457449" y="452398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305C">
                <a:alpha val="100000"/>
              </a:srgbClr>
            </a:solidFill>
            <a:ln w="5420" cap="flat">
              <a:solidFill>
                <a:srgbClr val="3930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89" name="pg2189"/>
            <p:cNvSpPr/>
            <p:nvPr/>
          </p:nvSpPr>
          <p:spPr>
            <a:xfrm>
              <a:off x="4469086" y="452398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315E">
                <a:alpha val="100000"/>
              </a:srgbClr>
            </a:solidFill>
            <a:ln w="5420" cap="flat">
              <a:solidFill>
                <a:srgbClr val="3A315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90" name="pg2190"/>
            <p:cNvSpPr/>
            <p:nvPr/>
          </p:nvSpPr>
          <p:spPr>
            <a:xfrm>
              <a:off x="4399262" y="453828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2F5A">
                <a:alpha val="100000"/>
              </a:srgbClr>
            </a:solidFill>
            <a:ln w="5420" cap="flat">
              <a:solidFill>
                <a:srgbClr val="392F5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91" name="pg2191"/>
            <p:cNvSpPr/>
            <p:nvPr/>
          </p:nvSpPr>
          <p:spPr>
            <a:xfrm>
              <a:off x="4410900" y="453828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2F5A">
                <a:alpha val="100000"/>
              </a:srgbClr>
            </a:solidFill>
            <a:ln w="5420" cap="flat">
              <a:solidFill>
                <a:srgbClr val="392F5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92" name="pg2192"/>
            <p:cNvSpPr/>
            <p:nvPr/>
          </p:nvSpPr>
          <p:spPr>
            <a:xfrm>
              <a:off x="4422537" y="453828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305C">
                <a:alpha val="100000"/>
              </a:srgbClr>
            </a:solidFill>
            <a:ln w="5420" cap="flat">
              <a:solidFill>
                <a:srgbClr val="3930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93" name="pg2193"/>
            <p:cNvSpPr/>
            <p:nvPr/>
          </p:nvSpPr>
          <p:spPr>
            <a:xfrm>
              <a:off x="4434174" y="453828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305D">
                <a:alpha val="100000"/>
              </a:srgbClr>
            </a:solidFill>
            <a:ln w="5420" cap="flat">
              <a:solidFill>
                <a:srgbClr val="39305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94" name="pg2194"/>
            <p:cNvSpPr/>
            <p:nvPr/>
          </p:nvSpPr>
          <p:spPr>
            <a:xfrm>
              <a:off x="4445812" y="453828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315D">
                <a:alpha val="100000"/>
              </a:srgbClr>
            </a:solidFill>
            <a:ln w="5420" cap="flat">
              <a:solidFill>
                <a:srgbClr val="39315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95" name="pg2195"/>
            <p:cNvSpPr/>
            <p:nvPr/>
          </p:nvSpPr>
          <p:spPr>
            <a:xfrm>
              <a:off x="4457449" y="453828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315D">
                <a:alpha val="100000"/>
              </a:srgbClr>
            </a:solidFill>
            <a:ln w="5420" cap="flat">
              <a:solidFill>
                <a:srgbClr val="3A315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96" name="pg2196"/>
            <p:cNvSpPr/>
            <p:nvPr/>
          </p:nvSpPr>
          <p:spPr>
            <a:xfrm>
              <a:off x="4399262" y="455258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2D59">
                <a:alpha val="100000"/>
              </a:srgbClr>
            </a:solidFill>
            <a:ln w="5420" cap="flat">
              <a:solidFill>
                <a:srgbClr val="392D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97" name="pg2197"/>
            <p:cNvSpPr/>
            <p:nvPr/>
          </p:nvSpPr>
          <p:spPr>
            <a:xfrm>
              <a:off x="4410900" y="455258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2C57">
                <a:alpha val="100000"/>
              </a:srgbClr>
            </a:solidFill>
            <a:ln w="5420" cap="flat">
              <a:solidFill>
                <a:srgbClr val="392C5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98" name="pg2198"/>
            <p:cNvSpPr/>
            <p:nvPr/>
          </p:nvSpPr>
          <p:spPr>
            <a:xfrm>
              <a:off x="4422537" y="455258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315D">
                <a:alpha val="100000"/>
              </a:srgbClr>
            </a:solidFill>
            <a:ln w="5420" cap="flat">
              <a:solidFill>
                <a:srgbClr val="39315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99" name="pg2199"/>
            <p:cNvSpPr/>
            <p:nvPr/>
          </p:nvSpPr>
          <p:spPr>
            <a:xfrm>
              <a:off x="4434174" y="455258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325E">
                <a:alpha val="100000"/>
              </a:srgbClr>
            </a:solidFill>
            <a:ln w="5420" cap="flat">
              <a:solidFill>
                <a:srgbClr val="3A325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00" name="pg2200"/>
            <p:cNvSpPr/>
            <p:nvPr/>
          </p:nvSpPr>
          <p:spPr>
            <a:xfrm>
              <a:off x="4445812" y="455258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315E">
                <a:alpha val="100000"/>
              </a:srgbClr>
            </a:solidFill>
            <a:ln w="5420" cap="flat">
              <a:solidFill>
                <a:srgbClr val="3A315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01" name="pg2201"/>
            <p:cNvSpPr/>
            <p:nvPr/>
          </p:nvSpPr>
          <p:spPr>
            <a:xfrm>
              <a:off x="4387625" y="456688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2F5B">
                <a:alpha val="100000"/>
              </a:srgbClr>
            </a:solidFill>
            <a:ln w="5420" cap="flat">
              <a:solidFill>
                <a:srgbClr val="392F5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02" name="pg2202"/>
            <p:cNvSpPr/>
            <p:nvPr/>
          </p:nvSpPr>
          <p:spPr>
            <a:xfrm>
              <a:off x="4399262" y="456688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2E5A">
                <a:alpha val="100000"/>
              </a:srgbClr>
            </a:solidFill>
            <a:ln w="5420" cap="flat">
              <a:solidFill>
                <a:srgbClr val="392E5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03" name="pg2203"/>
            <p:cNvSpPr/>
            <p:nvPr/>
          </p:nvSpPr>
          <p:spPr>
            <a:xfrm>
              <a:off x="4410900" y="456688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2F5B">
                <a:alpha val="100000"/>
              </a:srgbClr>
            </a:solidFill>
            <a:ln w="5420" cap="flat">
              <a:solidFill>
                <a:srgbClr val="392F5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04" name="pg2204"/>
            <p:cNvSpPr/>
            <p:nvPr/>
          </p:nvSpPr>
          <p:spPr>
            <a:xfrm>
              <a:off x="4422537" y="456688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3462">
                <a:alpha val="100000"/>
              </a:srgbClr>
            </a:solidFill>
            <a:ln w="5420" cap="flat">
              <a:solidFill>
                <a:srgbClr val="3A346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05" name="pg2205"/>
            <p:cNvSpPr/>
            <p:nvPr/>
          </p:nvSpPr>
          <p:spPr>
            <a:xfrm>
              <a:off x="4434174" y="456688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3360">
                <a:alpha val="100000"/>
              </a:srgbClr>
            </a:solidFill>
            <a:ln w="5420" cap="flat">
              <a:solidFill>
                <a:srgbClr val="3A336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06" name="pg2206"/>
            <p:cNvSpPr/>
            <p:nvPr/>
          </p:nvSpPr>
          <p:spPr>
            <a:xfrm>
              <a:off x="4445812" y="456688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325F">
                <a:alpha val="100000"/>
              </a:srgbClr>
            </a:solidFill>
            <a:ln w="5420" cap="flat">
              <a:solidFill>
                <a:srgbClr val="3A325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07" name="pg2207"/>
            <p:cNvSpPr/>
            <p:nvPr/>
          </p:nvSpPr>
          <p:spPr>
            <a:xfrm>
              <a:off x="4387625" y="458119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305C">
                <a:alpha val="100000"/>
              </a:srgbClr>
            </a:solidFill>
            <a:ln w="5420" cap="flat">
              <a:solidFill>
                <a:srgbClr val="3930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08" name="pg2208"/>
            <p:cNvSpPr/>
            <p:nvPr/>
          </p:nvSpPr>
          <p:spPr>
            <a:xfrm>
              <a:off x="4399262" y="458119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305C">
                <a:alpha val="100000"/>
              </a:srgbClr>
            </a:solidFill>
            <a:ln w="5420" cap="flat">
              <a:solidFill>
                <a:srgbClr val="3930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09" name="pg2209"/>
            <p:cNvSpPr/>
            <p:nvPr/>
          </p:nvSpPr>
          <p:spPr>
            <a:xfrm>
              <a:off x="4410900" y="458119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315E">
                <a:alpha val="100000"/>
              </a:srgbClr>
            </a:solidFill>
            <a:ln w="5420" cap="flat">
              <a:solidFill>
                <a:srgbClr val="3A315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10" name="pg2210"/>
            <p:cNvSpPr/>
            <p:nvPr/>
          </p:nvSpPr>
          <p:spPr>
            <a:xfrm>
              <a:off x="4422537" y="458119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325F">
                <a:alpha val="100000"/>
              </a:srgbClr>
            </a:solidFill>
            <a:ln w="5420" cap="flat">
              <a:solidFill>
                <a:srgbClr val="3A325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11" name="pg2211"/>
            <p:cNvSpPr/>
            <p:nvPr/>
          </p:nvSpPr>
          <p:spPr>
            <a:xfrm>
              <a:off x="4434174" y="458119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325F">
                <a:alpha val="100000"/>
              </a:srgbClr>
            </a:solidFill>
            <a:ln w="5420" cap="flat">
              <a:solidFill>
                <a:srgbClr val="3A325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12" name="pg2212"/>
            <p:cNvSpPr/>
            <p:nvPr/>
          </p:nvSpPr>
          <p:spPr>
            <a:xfrm>
              <a:off x="4375988" y="459549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305D">
                <a:alpha val="100000"/>
              </a:srgbClr>
            </a:solidFill>
            <a:ln w="5420" cap="flat">
              <a:solidFill>
                <a:srgbClr val="39305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13" name="pg2213"/>
            <p:cNvSpPr/>
            <p:nvPr/>
          </p:nvSpPr>
          <p:spPr>
            <a:xfrm>
              <a:off x="4387625" y="459549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305C">
                <a:alpha val="100000"/>
              </a:srgbClr>
            </a:solidFill>
            <a:ln w="5420" cap="flat">
              <a:solidFill>
                <a:srgbClr val="3930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14" name="pg2214"/>
            <p:cNvSpPr/>
            <p:nvPr/>
          </p:nvSpPr>
          <p:spPr>
            <a:xfrm>
              <a:off x="4399262" y="459549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305D">
                <a:alpha val="100000"/>
              </a:srgbClr>
            </a:solidFill>
            <a:ln w="5420" cap="flat">
              <a:solidFill>
                <a:srgbClr val="39305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15" name="pg2215"/>
            <p:cNvSpPr/>
            <p:nvPr/>
          </p:nvSpPr>
          <p:spPr>
            <a:xfrm>
              <a:off x="4410900" y="459549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315D">
                <a:alpha val="100000"/>
              </a:srgbClr>
            </a:solidFill>
            <a:ln w="5420" cap="flat">
              <a:solidFill>
                <a:srgbClr val="3A315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16" name="pg2216"/>
            <p:cNvSpPr/>
            <p:nvPr/>
          </p:nvSpPr>
          <p:spPr>
            <a:xfrm>
              <a:off x="4422537" y="459549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315E">
                <a:alpha val="100000"/>
              </a:srgbClr>
            </a:solidFill>
            <a:ln w="5420" cap="flat">
              <a:solidFill>
                <a:srgbClr val="3A315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17" name="pg2217"/>
            <p:cNvSpPr/>
            <p:nvPr/>
          </p:nvSpPr>
          <p:spPr>
            <a:xfrm>
              <a:off x="4434174" y="459549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315E">
                <a:alpha val="100000"/>
              </a:srgbClr>
            </a:solidFill>
            <a:ln w="5420" cap="flat">
              <a:solidFill>
                <a:srgbClr val="3A315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18" name="pg2218"/>
            <p:cNvSpPr/>
            <p:nvPr/>
          </p:nvSpPr>
          <p:spPr>
            <a:xfrm>
              <a:off x="4375988" y="460979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305C">
                <a:alpha val="100000"/>
              </a:srgbClr>
            </a:solidFill>
            <a:ln w="5420" cap="flat">
              <a:solidFill>
                <a:srgbClr val="3930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19" name="pg2219"/>
            <p:cNvSpPr/>
            <p:nvPr/>
          </p:nvSpPr>
          <p:spPr>
            <a:xfrm>
              <a:off x="4387625" y="460979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305C">
                <a:alpha val="100000"/>
              </a:srgbClr>
            </a:solidFill>
            <a:ln w="5420" cap="flat">
              <a:solidFill>
                <a:srgbClr val="3930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20" name="pg2220"/>
            <p:cNvSpPr/>
            <p:nvPr/>
          </p:nvSpPr>
          <p:spPr>
            <a:xfrm>
              <a:off x="4399262" y="460979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305C">
                <a:alpha val="100000"/>
              </a:srgbClr>
            </a:solidFill>
            <a:ln w="5420" cap="flat">
              <a:solidFill>
                <a:srgbClr val="3930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21" name="pg2221"/>
            <p:cNvSpPr/>
            <p:nvPr/>
          </p:nvSpPr>
          <p:spPr>
            <a:xfrm>
              <a:off x="4410900" y="460979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305D">
                <a:alpha val="100000"/>
              </a:srgbClr>
            </a:solidFill>
            <a:ln w="5420" cap="flat">
              <a:solidFill>
                <a:srgbClr val="39305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22" name="pg2222"/>
            <p:cNvSpPr/>
            <p:nvPr/>
          </p:nvSpPr>
          <p:spPr>
            <a:xfrm>
              <a:off x="4422537" y="460979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315D">
                <a:alpha val="100000"/>
              </a:srgbClr>
            </a:solidFill>
            <a:ln w="5420" cap="flat">
              <a:solidFill>
                <a:srgbClr val="39315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23" name="pg2223"/>
            <p:cNvSpPr/>
            <p:nvPr/>
          </p:nvSpPr>
          <p:spPr>
            <a:xfrm>
              <a:off x="4434174" y="460979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315D">
                <a:alpha val="100000"/>
              </a:srgbClr>
            </a:solidFill>
            <a:ln w="5420" cap="flat">
              <a:solidFill>
                <a:srgbClr val="3A315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24" name="pg2224"/>
            <p:cNvSpPr/>
            <p:nvPr/>
          </p:nvSpPr>
          <p:spPr>
            <a:xfrm>
              <a:off x="4375988" y="462409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2F5B">
                <a:alpha val="100000"/>
              </a:srgbClr>
            </a:solidFill>
            <a:ln w="5420" cap="flat">
              <a:solidFill>
                <a:srgbClr val="392F5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25" name="pg2225"/>
            <p:cNvSpPr/>
            <p:nvPr/>
          </p:nvSpPr>
          <p:spPr>
            <a:xfrm>
              <a:off x="4387625" y="462409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2F5B">
                <a:alpha val="100000"/>
              </a:srgbClr>
            </a:solidFill>
            <a:ln w="5420" cap="flat">
              <a:solidFill>
                <a:srgbClr val="392F5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26" name="pg2226"/>
            <p:cNvSpPr/>
            <p:nvPr/>
          </p:nvSpPr>
          <p:spPr>
            <a:xfrm>
              <a:off x="4399262" y="462409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2F5B">
                <a:alpha val="100000"/>
              </a:srgbClr>
            </a:solidFill>
            <a:ln w="5420" cap="flat">
              <a:solidFill>
                <a:srgbClr val="392F5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27" name="pg2227"/>
            <p:cNvSpPr/>
            <p:nvPr/>
          </p:nvSpPr>
          <p:spPr>
            <a:xfrm>
              <a:off x="4410900" y="462409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2F5B">
                <a:alpha val="100000"/>
              </a:srgbClr>
            </a:solidFill>
            <a:ln w="5420" cap="flat">
              <a:solidFill>
                <a:srgbClr val="392F5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28" name="pg2228"/>
            <p:cNvSpPr/>
            <p:nvPr/>
          </p:nvSpPr>
          <p:spPr>
            <a:xfrm>
              <a:off x="4422537" y="462409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305C">
                <a:alpha val="100000"/>
              </a:srgbClr>
            </a:solidFill>
            <a:ln w="5420" cap="flat">
              <a:solidFill>
                <a:srgbClr val="3930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29" name="pg2229"/>
            <p:cNvSpPr/>
            <p:nvPr/>
          </p:nvSpPr>
          <p:spPr>
            <a:xfrm>
              <a:off x="3689385" y="463839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7A2">
                <a:alpha val="100000"/>
              </a:srgbClr>
            </a:solidFill>
            <a:ln w="5420" cap="flat">
              <a:solidFill>
                <a:srgbClr val="3A77A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30" name="pg2230"/>
            <p:cNvSpPr/>
            <p:nvPr/>
          </p:nvSpPr>
          <p:spPr>
            <a:xfrm>
              <a:off x="3701023" y="463839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7A2">
                <a:alpha val="100000"/>
              </a:srgbClr>
            </a:solidFill>
            <a:ln w="5420" cap="flat">
              <a:solidFill>
                <a:srgbClr val="3A77A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31" name="pg2231"/>
            <p:cNvSpPr/>
            <p:nvPr/>
          </p:nvSpPr>
          <p:spPr>
            <a:xfrm>
              <a:off x="3712660" y="463839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6A2">
                <a:alpha val="100000"/>
              </a:srgbClr>
            </a:solidFill>
            <a:ln w="5420" cap="flat">
              <a:solidFill>
                <a:srgbClr val="3A76A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32" name="pg2232"/>
            <p:cNvSpPr/>
            <p:nvPr/>
          </p:nvSpPr>
          <p:spPr>
            <a:xfrm>
              <a:off x="3724297" y="463839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5A2">
                <a:alpha val="100000"/>
              </a:srgbClr>
            </a:solidFill>
            <a:ln w="5420" cap="flat">
              <a:solidFill>
                <a:srgbClr val="3A75A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33" name="pg2233"/>
            <p:cNvSpPr/>
            <p:nvPr/>
          </p:nvSpPr>
          <p:spPr>
            <a:xfrm>
              <a:off x="4375988" y="463839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2E59">
                <a:alpha val="100000"/>
              </a:srgbClr>
            </a:solidFill>
            <a:ln w="5420" cap="flat">
              <a:solidFill>
                <a:srgbClr val="392E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34" name="pg2234"/>
            <p:cNvSpPr/>
            <p:nvPr/>
          </p:nvSpPr>
          <p:spPr>
            <a:xfrm>
              <a:off x="4387625" y="463839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2D58">
                <a:alpha val="100000"/>
              </a:srgbClr>
            </a:solidFill>
            <a:ln w="5420" cap="flat">
              <a:solidFill>
                <a:srgbClr val="392D5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35" name="pg2235"/>
            <p:cNvSpPr/>
            <p:nvPr/>
          </p:nvSpPr>
          <p:spPr>
            <a:xfrm>
              <a:off x="4399262" y="463839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2D58">
                <a:alpha val="100000"/>
              </a:srgbClr>
            </a:solidFill>
            <a:ln w="5420" cap="flat">
              <a:solidFill>
                <a:srgbClr val="392D5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36" name="pg2236"/>
            <p:cNvSpPr/>
            <p:nvPr/>
          </p:nvSpPr>
          <p:spPr>
            <a:xfrm>
              <a:off x="4410900" y="463839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2D59">
                <a:alpha val="100000"/>
              </a:srgbClr>
            </a:solidFill>
            <a:ln w="5420" cap="flat">
              <a:solidFill>
                <a:srgbClr val="392D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37" name="pg2237"/>
            <p:cNvSpPr/>
            <p:nvPr/>
          </p:nvSpPr>
          <p:spPr>
            <a:xfrm>
              <a:off x="3689385" y="465269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8A2">
                <a:alpha val="100000"/>
              </a:srgbClr>
            </a:solidFill>
            <a:ln w="5420" cap="flat">
              <a:solidFill>
                <a:srgbClr val="3A78A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38" name="pg2238"/>
            <p:cNvSpPr/>
            <p:nvPr/>
          </p:nvSpPr>
          <p:spPr>
            <a:xfrm>
              <a:off x="3701023" y="465269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7A2">
                <a:alpha val="100000"/>
              </a:srgbClr>
            </a:solidFill>
            <a:ln w="5420" cap="flat">
              <a:solidFill>
                <a:srgbClr val="3A77A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39" name="pg2239"/>
            <p:cNvSpPr/>
            <p:nvPr/>
          </p:nvSpPr>
          <p:spPr>
            <a:xfrm>
              <a:off x="3712660" y="465269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7A2">
                <a:alpha val="100000"/>
              </a:srgbClr>
            </a:solidFill>
            <a:ln w="5420" cap="flat">
              <a:solidFill>
                <a:srgbClr val="3A77A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40" name="pg2240"/>
            <p:cNvSpPr/>
            <p:nvPr/>
          </p:nvSpPr>
          <p:spPr>
            <a:xfrm>
              <a:off x="3724297" y="465269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6A2">
                <a:alpha val="100000"/>
              </a:srgbClr>
            </a:solidFill>
            <a:ln w="5420" cap="flat">
              <a:solidFill>
                <a:srgbClr val="3A76A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41" name="pg2241"/>
            <p:cNvSpPr/>
            <p:nvPr/>
          </p:nvSpPr>
          <p:spPr>
            <a:xfrm>
              <a:off x="3735935" y="465269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5A2">
                <a:alpha val="100000"/>
              </a:srgbClr>
            </a:solidFill>
            <a:ln w="5420" cap="flat">
              <a:solidFill>
                <a:srgbClr val="3A75A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42" name="pg2242"/>
            <p:cNvSpPr/>
            <p:nvPr/>
          </p:nvSpPr>
          <p:spPr>
            <a:xfrm>
              <a:off x="3782484" y="465269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DA0">
                <a:alpha val="100000"/>
              </a:srgbClr>
            </a:solidFill>
            <a:ln w="5420" cap="flat">
              <a:solidFill>
                <a:srgbClr val="3A6DA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43" name="pg2243"/>
            <p:cNvSpPr/>
            <p:nvPr/>
          </p:nvSpPr>
          <p:spPr>
            <a:xfrm>
              <a:off x="3794121" y="465269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B9F">
                <a:alpha val="100000"/>
              </a:srgbClr>
            </a:solidFill>
            <a:ln w="5420" cap="flat">
              <a:solidFill>
                <a:srgbClr val="3A6B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44" name="pg2244"/>
            <p:cNvSpPr/>
            <p:nvPr/>
          </p:nvSpPr>
          <p:spPr>
            <a:xfrm>
              <a:off x="3805759" y="465269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99F">
                <a:alpha val="100000"/>
              </a:srgbClr>
            </a:solidFill>
            <a:ln w="5420" cap="flat">
              <a:solidFill>
                <a:srgbClr val="3A69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45" name="pg2245"/>
            <p:cNvSpPr/>
            <p:nvPr/>
          </p:nvSpPr>
          <p:spPr>
            <a:xfrm>
              <a:off x="3817396" y="465269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79E">
                <a:alpha val="100000"/>
              </a:srgbClr>
            </a:solidFill>
            <a:ln w="5420" cap="flat">
              <a:solidFill>
                <a:srgbClr val="3A67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46" name="pg2246"/>
            <p:cNvSpPr/>
            <p:nvPr/>
          </p:nvSpPr>
          <p:spPr>
            <a:xfrm>
              <a:off x="3829033" y="465269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59E">
                <a:alpha val="100000"/>
              </a:srgbClr>
            </a:solidFill>
            <a:ln w="5420" cap="flat">
              <a:solidFill>
                <a:srgbClr val="3A65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47" name="pg2247"/>
            <p:cNvSpPr/>
            <p:nvPr/>
          </p:nvSpPr>
          <p:spPr>
            <a:xfrm>
              <a:off x="4375988" y="465269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82B56">
                <a:alpha val="100000"/>
              </a:srgbClr>
            </a:solidFill>
            <a:ln w="5420" cap="flat">
              <a:solidFill>
                <a:srgbClr val="382B5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48" name="pg2248"/>
            <p:cNvSpPr/>
            <p:nvPr/>
          </p:nvSpPr>
          <p:spPr>
            <a:xfrm>
              <a:off x="4387625" y="465269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82A55">
                <a:alpha val="100000"/>
              </a:srgbClr>
            </a:solidFill>
            <a:ln w="5420" cap="flat">
              <a:solidFill>
                <a:srgbClr val="382A5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49" name="pg2249"/>
            <p:cNvSpPr/>
            <p:nvPr/>
          </p:nvSpPr>
          <p:spPr>
            <a:xfrm>
              <a:off x="4399262" y="465269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82A54">
                <a:alpha val="100000"/>
              </a:srgbClr>
            </a:solidFill>
            <a:ln w="5420" cap="flat">
              <a:solidFill>
                <a:srgbClr val="382A5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50" name="pg2250"/>
            <p:cNvSpPr/>
            <p:nvPr/>
          </p:nvSpPr>
          <p:spPr>
            <a:xfrm>
              <a:off x="4410900" y="465269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82A55">
                <a:alpha val="100000"/>
              </a:srgbClr>
            </a:solidFill>
            <a:ln w="5420" cap="flat">
              <a:solidFill>
                <a:srgbClr val="382A5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51" name="pg2251"/>
            <p:cNvSpPr/>
            <p:nvPr/>
          </p:nvSpPr>
          <p:spPr>
            <a:xfrm>
              <a:off x="4422537" y="465269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82B55">
                <a:alpha val="100000"/>
              </a:srgbClr>
            </a:solidFill>
            <a:ln w="5420" cap="flat">
              <a:solidFill>
                <a:srgbClr val="382B5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52" name="pg2252"/>
            <p:cNvSpPr/>
            <p:nvPr/>
          </p:nvSpPr>
          <p:spPr>
            <a:xfrm>
              <a:off x="3607924" y="466699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CA3">
                <a:alpha val="100000"/>
              </a:srgbClr>
            </a:solidFill>
            <a:ln w="5420" cap="flat">
              <a:solidFill>
                <a:srgbClr val="3A7CA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53" name="pg2253"/>
            <p:cNvSpPr/>
            <p:nvPr/>
          </p:nvSpPr>
          <p:spPr>
            <a:xfrm>
              <a:off x="3619561" y="466699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BA3">
                <a:alpha val="100000"/>
              </a:srgbClr>
            </a:solidFill>
            <a:ln w="5420" cap="flat">
              <a:solidFill>
                <a:srgbClr val="3A7BA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54" name="pg2254"/>
            <p:cNvSpPr/>
            <p:nvPr/>
          </p:nvSpPr>
          <p:spPr>
            <a:xfrm>
              <a:off x="3677748" y="466699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9A3">
                <a:alpha val="100000"/>
              </a:srgbClr>
            </a:solidFill>
            <a:ln w="5420" cap="flat">
              <a:solidFill>
                <a:srgbClr val="3A79A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55" name="pg2255"/>
            <p:cNvSpPr/>
            <p:nvPr/>
          </p:nvSpPr>
          <p:spPr>
            <a:xfrm>
              <a:off x="3689385" y="466699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9A3">
                <a:alpha val="100000"/>
              </a:srgbClr>
            </a:solidFill>
            <a:ln w="5420" cap="flat">
              <a:solidFill>
                <a:srgbClr val="3A79A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56" name="pg2256"/>
            <p:cNvSpPr/>
            <p:nvPr/>
          </p:nvSpPr>
          <p:spPr>
            <a:xfrm>
              <a:off x="3701023" y="466699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9A2">
                <a:alpha val="100000"/>
              </a:srgbClr>
            </a:solidFill>
            <a:ln w="5420" cap="flat">
              <a:solidFill>
                <a:srgbClr val="3A79A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57" name="pg2257"/>
            <p:cNvSpPr/>
            <p:nvPr/>
          </p:nvSpPr>
          <p:spPr>
            <a:xfrm>
              <a:off x="3712660" y="466699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8A2">
                <a:alpha val="100000"/>
              </a:srgbClr>
            </a:solidFill>
            <a:ln w="5420" cap="flat">
              <a:solidFill>
                <a:srgbClr val="3A78A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58" name="pg2258"/>
            <p:cNvSpPr/>
            <p:nvPr/>
          </p:nvSpPr>
          <p:spPr>
            <a:xfrm>
              <a:off x="3724297" y="466699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7A2">
                <a:alpha val="100000"/>
              </a:srgbClr>
            </a:solidFill>
            <a:ln w="5420" cap="flat">
              <a:solidFill>
                <a:srgbClr val="3A77A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59" name="pg2259"/>
            <p:cNvSpPr/>
            <p:nvPr/>
          </p:nvSpPr>
          <p:spPr>
            <a:xfrm>
              <a:off x="3735935" y="466699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6A2">
                <a:alpha val="100000"/>
              </a:srgbClr>
            </a:solidFill>
            <a:ln w="5420" cap="flat">
              <a:solidFill>
                <a:srgbClr val="3A76A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60" name="pg2260"/>
            <p:cNvSpPr/>
            <p:nvPr/>
          </p:nvSpPr>
          <p:spPr>
            <a:xfrm>
              <a:off x="3782484" y="466699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EA0">
                <a:alpha val="100000"/>
              </a:srgbClr>
            </a:solidFill>
            <a:ln w="5420" cap="flat">
              <a:solidFill>
                <a:srgbClr val="3A6EA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61" name="pg2261"/>
            <p:cNvSpPr/>
            <p:nvPr/>
          </p:nvSpPr>
          <p:spPr>
            <a:xfrm>
              <a:off x="3794121" y="466699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B9F">
                <a:alpha val="100000"/>
              </a:srgbClr>
            </a:solidFill>
            <a:ln w="5420" cap="flat">
              <a:solidFill>
                <a:srgbClr val="3A6B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62" name="pg2262"/>
            <p:cNvSpPr/>
            <p:nvPr/>
          </p:nvSpPr>
          <p:spPr>
            <a:xfrm>
              <a:off x="3805759" y="466699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99F">
                <a:alpha val="100000"/>
              </a:srgbClr>
            </a:solidFill>
            <a:ln w="5420" cap="flat">
              <a:solidFill>
                <a:srgbClr val="3A69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63" name="pg2263"/>
            <p:cNvSpPr/>
            <p:nvPr/>
          </p:nvSpPr>
          <p:spPr>
            <a:xfrm>
              <a:off x="3817396" y="466699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79E">
                <a:alpha val="100000"/>
              </a:srgbClr>
            </a:solidFill>
            <a:ln w="5420" cap="flat">
              <a:solidFill>
                <a:srgbClr val="3A67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64" name="pg2264"/>
            <p:cNvSpPr/>
            <p:nvPr/>
          </p:nvSpPr>
          <p:spPr>
            <a:xfrm>
              <a:off x="3829033" y="466699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59E">
                <a:alpha val="100000"/>
              </a:srgbClr>
            </a:solidFill>
            <a:ln w="5420" cap="flat">
              <a:solidFill>
                <a:srgbClr val="3A65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65" name="pg2265"/>
            <p:cNvSpPr/>
            <p:nvPr/>
          </p:nvSpPr>
          <p:spPr>
            <a:xfrm>
              <a:off x="3840671" y="466699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39D">
                <a:alpha val="100000"/>
              </a:srgbClr>
            </a:solidFill>
            <a:ln w="5420" cap="flat">
              <a:solidFill>
                <a:srgbClr val="3A63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66" name="pg2266"/>
            <p:cNvSpPr/>
            <p:nvPr/>
          </p:nvSpPr>
          <p:spPr>
            <a:xfrm>
              <a:off x="3852308" y="466699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19D">
                <a:alpha val="100000"/>
              </a:srgbClr>
            </a:solidFill>
            <a:ln w="5420" cap="flat">
              <a:solidFill>
                <a:srgbClr val="3A61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67" name="pg2267"/>
            <p:cNvSpPr/>
            <p:nvPr/>
          </p:nvSpPr>
          <p:spPr>
            <a:xfrm>
              <a:off x="3863945" y="466699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5F9C">
                <a:alpha val="100000"/>
              </a:srgbClr>
            </a:solidFill>
            <a:ln w="5420" cap="flat">
              <a:solidFill>
                <a:srgbClr val="395F9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68" name="pg2268"/>
            <p:cNvSpPr/>
            <p:nvPr/>
          </p:nvSpPr>
          <p:spPr>
            <a:xfrm>
              <a:off x="3875583" y="466699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5B99">
                <a:alpha val="100000"/>
              </a:srgbClr>
            </a:solidFill>
            <a:ln w="5420" cap="flat">
              <a:solidFill>
                <a:srgbClr val="395B9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69" name="pg2269"/>
            <p:cNvSpPr/>
            <p:nvPr/>
          </p:nvSpPr>
          <p:spPr>
            <a:xfrm>
              <a:off x="3887220" y="466699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5997">
                <a:alpha val="100000"/>
              </a:srgbClr>
            </a:solidFill>
            <a:ln w="5420" cap="flat">
              <a:solidFill>
                <a:srgbClr val="3A599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70" name="pg2270"/>
            <p:cNvSpPr/>
            <p:nvPr/>
          </p:nvSpPr>
          <p:spPr>
            <a:xfrm>
              <a:off x="3898857" y="466699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5895">
                <a:alpha val="100000"/>
              </a:srgbClr>
            </a:solidFill>
            <a:ln w="5420" cap="flat">
              <a:solidFill>
                <a:srgbClr val="3A589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71" name="pg2271"/>
            <p:cNvSpPr/>
            <p:nvPr/>
          </p:nvSpPr>
          <p:spPr>
            <a:xfrm>
              <a:off x="3910495" y="466699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5692">
                <a:alpha val="100000"/>
              </a:srgbClr>
            </a:solidFill>
            <a:ln w="5420" cap="flat">
              <a:solidFill>
                <a:srgbClr val="3A569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72" name="pg2272"/>
            <p:cNvSpPr/>
            <p:nvPr/>
          </p:nvSpPr>
          <p:spPr>
            <a:xfrm>
              <a:off x="4375988" y="466699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4274D">
                <a:alpha val="100000"/>
              </a:srgbClr>
            </a:solidFill>
            <a:ln w="5420" cap="flat">
              <a:solidFill>
                <a:srgbClr val="34274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73" name="pg2273"/>
            <p:cNvSpPr/>
            <p:nvPr/>
          </p:nvSpPr>
          <p:spPr>
            <a:xfrm>
              <a:off x="4387625" y="466699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3264A">
                <a:alpha val="100000"/>
              </a:srgbClr>
            </a:solidFill>
            <a:ln w="5420" cap="flat">
              <a:solidFill>
                <a:srgbClr val="33264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74" name="pg2274"/>
            <p:cNvSpPr/>
            <p:nvPr/>
          </p:nvSpPr>
          <p:spPr>
            <a:xfrm>
              <a:off x="4399262" y="466699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22549">
                <a:alpha val="100000"/>
              </a:srgbClr>
            </a:solidFill>
            <a:ln w="5420" cap="flat">
              <a:solidFill>
                <a:srgbClr val="32254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75" name="pg2275"/>
            <p:cNvSpPr/>
            <p:nvPr/>
          </p:nvSpPr>
          <p:spPr>
            <a:xfrm>
              <a:off x="4410900" y="466699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22549">
                <a:alpha val="100000"/>
              </a:srgbClr>
            </a:solidFill>
            <a:ln w="5420" cap="flat">
              <a:solidFill>
                <a:srgbClr val="32254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76" name="pg2276"/>
            <p:cNvSpPr/>
            <p:nvPr/>
          </p:nvSpPr>
          <p:spPr>
            <a:xfrm>
              <a:off x="4422537" y="466699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3264B">
                <a:alpha val="100000"/>
              </a:srgbClr>
            </a:solidFill>
            <a:ln w="5420" cap="flat">
              <a:solidFill>
                <a:srgbClr val="33264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77" name="pg2277"/>
            <p:cNvSpPr/>
            <p:nvPr/>
          </p:nvSpPr>
          <p:spPr>
            <a:xfrm>
              <a:off x="3456639" y="468129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85A5">
                <a:alpha val="100000"/>
              </a:srgbClr>
            </a:solidFill>
            <a:ln w="5420" cap="flat">
              <a:solidFill>
                <a:srgbClr val="3985A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78" name="pg2278"/>
            <p:cNvSpPr/>
            <p:nvPr/>
          </p:nvSpPr>
          <p:spPr>
            <a:xfrm>
              <a:off x="3468276" y="468129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84A5">
                <a:alpha val="100000"/>
              </a:srgbClr>
            </a:solidFill>
            <a:ln w="5420" cap="flat">
              <a:solidFill>
                <a:srgbClr val="3984A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79" name="pg2279"/>
            <p:cNvSpPr/>
            <p:nvPr/>
          </p:nvSpPr>
          <p:spPr>
            <a:xfrm>
              <a:off x="3479913" y="468129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84A5">
                <a:alpha val="100000"/>
              </a:srgbClr>
            </a:solidFill>
            <a:ln w="5420" cap="flat">
              <a:solidFill>
                <a:srgbClr val="3984A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80" name="pg2280"/>
            <p:cNvSpPr/>
            <p:nvPr/>
          </p:nvSpPr>
          <p:spPr>
            <a:xfrm>
              <a:off x="3491551" y="468129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84A5">
                <a:alpha val="100000"/>
              </a:srgbClr>
            </a:solidFill>
            <a:ln w="5420" cap="flat">
              <a:solidFill>
                <a:srgbClr val="3984A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81" name="pg2281"/>
            <p:cNvSpPr/>
            <p:nvPr/>
          </p:nvSpPr>
          <p:spPr>
            <a:xfrm>
              <a:off x="3503188" y="468129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84A5">
                <a:alpha val="100000"/>
              </a:srgbClr>
            </a:solidFill>
            <a:ln w="5420" cap="flat">
              <a:solidFill>
                <a:srgbClr val="3984A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82" name="pg2282"/>
            <p:cNvSpPr/>
            <p:nvPr/>
          </p:nvSpPr>
          <p:spPr>
            <a:xfrm>
              <a:off x="3561375" y="468129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81A4">
                <a:alpha val="100000"/>
              </a:srgbClr>
            </a:solidFill>
            <a:ln w="5420" cap="flat">
              <a:solidFill>
                <a:srgbClr val="3A81A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83" name="pg2283"/>
            <p:cNvSpPr/>
            <p:nvPr/>
          </p:nvSpPr>
          <p:spPr>
            <a:xfrm>
              <a:off x="3573012" y="468129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80A4">
                <a:alpha val="100000"/>
              </a:srgbClr>
            </a:solidFill>
            <a:ln w="5420" cap="flat">
              <a:solidFill>
                <a:srgbClr val="3A80A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84" name="pg2284"/>
            <p:cNvSpPr/>
            <p:nvPr/>
          </p:nvSpPr>
          <p:spPr>
            <a:xfrm>
              <a:off x="3584649" y="468129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FA4">
                <a:alpha val="100000"/>
              </a:srgbClr>
            </a:solidFill>
            <a:ln w="5420" cap="flat">
              <a:solidFill>
                <a:srgbClr val="3A7FA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85" name="pg2285"/>
            <p:cNvSpPr/>
            <p:nvPr/>
          </p:nvSpPr>
          <p:spPr>
            <a:xfrm>
              <a:off x="3596287" y="468129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EA4">
                <a:alpha val="100000"/>
              </a:srgbClr>
            </a:solidFill>
            <a:ln w="5420" cap="flat">
              <a:solidFill>
                <a:srgbClr val="3A7EA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86" name="pg2286"/>
            <p:cNvSpPr/>
            <p:nvPr/>
          </p:nvSpPr>
          <p:spPr>
            <a:xfrm>
              <a:off x="3607924" y="468129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DA3">
                <a:alpha val="100000"/>
              </a:srgbClr>
            </a:solidFill>
            <a:ln w="5420" cap="flat">
              <a:solidFill>
                <a:srgbClr val="3A7DA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87" name="pg2287"/>
            <p:cNvSpPr/>
            <p:nvPr/>
          </p:nvSpPr>
          <p:spPr>
            <a:xfrm>
              <a:off x="3619561" y="468129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CA3">
                <a:alpha val="100000"/>
              </a:srgbClr>
            </a:solidFill>
            <a:ln w="5420" cap="flat">
              <a:solidFill>
                <a:srgbClr val="3A7CA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88" name="pg2288"/>
            <p:cNvSpPr/>
            <p:nvPr/>
          </p:nvSpPr>
          <p:spPr>
            <a:xfrm>
              <a:off x="3631199" y="468129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BA3">
                <a:alpha val="100000"/>
              </a:srgbClr>
            </a:solidFill>
            <a:ln w="5420" cap="flat">
              <a:solidFill>
                <a:srgbClr val="3A7BA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89" name="pg2289"/>
            <p:cNvSpPr/>
            <p:nvPr/>
          </p:nvSpPr>
          <p:spPr>
            <a:xfrm>
              <a:off x="3642836" y="468129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AA3">
                <a:alpha val="100000"/>
              </a:srgbClr>
            </a:solidFill>
            <a:ln w="5420" cap="flat">
              <a:solidFill>
                <a:srgbClr val="3A7AA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90" name="pg2290"/>
            <p:cNvSpPr/>
            <p:nvPr/>
          </p:nvSpPr>
          <p:spPr>
            <a:xfrm>
              <a:off x="3654473" y="468129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9A3">
                <a:alpha val="100000"/>
              </a:srgbClr>
            </a:solidFill>
            <a:ln w="5420" cap="flat">
              <a:solidFill>
                <a:srgbClr val="3A79A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91" name="pg2291"/>
            <p:cNvSpPr/>
            <p:nvPr/>
          </p:nvSpPr>
          <p:spPr>
            <a:xfrm>
              <a:off x="3666111" y="468129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9A3">
                <a:alpha val="100000"/>
              </a:srgbClr>
            </a:solidFill>
            <a:ln w="5420" cap="flat">
              <a:solidFill>
                <a:srgbClr val="3A79A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92" name="pg2292"/>
            <p:cNvSpPr/>
            <p:nvPr/>
          </p:nvSpPr>
          <p:spPr>
            <a:xfrm>
              <a:off x="3677748" y="468129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9A3">
                <a:alpha val="100000"/>
              </a:srgbClr>
            </a:solidFill>
            <a:ln w="5420" cap="flat">
              <a:solidFill>
                <a:srgbClr val="3A79A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93" name="pg2293"/>
            <p:cNvSpPr/>
            <p:nvPr/>
          </p:nvSpPr>
          <p:spPr>
            <a:xfrm>
              <a:off x="3689385" y="468129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9A3">
                <a:alpha val="100000"/>
              </a:srgbClr>
            </a:solidFill>
            <a:ln w="5420" cap="flat">
              <a:solidFill>
                <a:srgbClr val="3A79A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94" name="pg2294"/>
            <p:cNvSpPr/>
            <p:nvPr/>
          </p:nvSpPr>
          <p:spPr>
            <a:xfrm>
              <a:off x="3701023" y="468129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9A2">
                <a:alpha val="100000"/>
              </a:srgbClr>
            </a:solidFill>
            <a:ln w="5420" cap="flat">
              <a:solidFill>
                <a:srgbClr val="3A79A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95" name="pg2295"/>
            <p:cNvSpPr/>
            <p:nvPr/>
          </p:nvSpPr>
          <p:spPr>
            <a:xfrm>
              <a:off x="3712660" y="468129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8A2">
                <a:alpha val="100000"/>
              </a:srgbClr>
            </a:solidFill>
            <a:ln w="5420" cap="flat">
              <a:solidFill>
                <a:srgbClr val="3A78A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96" name="pg2296"/>
            <p:cNvSpPr/>
            <p:nvPr/>
          </p:nvSpPr>
          <p:spPr>
            <a:xfrm>
              <a:off x="3724297" y="468129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7A2">
                <a:alpha val="100000"/>
              </a:srgbClr>
            </a:solidFill>
            <a:ln w="5420" cap="flat">
              <a:solidFill>
                <a:srgbClr val="3A77A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97" name="pg2297"/>
            <p:cNvSpPr/>
            <p:nvPr/>
          </p:nvSpPr>
          <p:spPr>
            <a:xfrm>
              <a:off x="3735935" y="468129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6A2">
                <a:alpha val="100000"/>
              </a:srgbClr>
            </a:solidFill>
            <a:ln w="5420" cap="flat">
              <a:solidFill>
                <a:srgbClr val="3A76A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98" name="pg2298"/>
            <p:cNvSpPr/>
            <p:nvPr/>
          </p:nvSpPr>
          <p:spPr>
            <a:xfrm>
              <a:off x="3747572" y="468129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5A2">
                <a:alpha val="100000"/>
              </a:srgbClr>
            </a:solidFill>
            <a:ln w="5420" cap="flat">
              <a:solidFill>
                <a:srgbClr val="3A75A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99" name="pg2299"/>
            <p:cNvSpPr/>
            <p:nvPr/>
          </p:nvSpPr>
          <p:spPr>
            <a:xfrm>
              <a:off x="3759209" y="468129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72A1">
                <a:alpha val="100000"/>
              </a:srgbClr>
            </a:solidFill>
            <a:ln w="5420" cap="flat">
              <a:solidFill>
                <a:srgbClr val="3B72A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00" name="pg2300"/>
            <p:cNvSpPr/>
            <p:nvPr/>
          </p:nvSpPr>
          <p:spPr>
            <a:xfrm>
              <a:off x="3770847" y="468129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70A0">
                <a:alpha val="100000"/>
              </a:srgbClr>
            </a:solidFill>
            <a:ln w="5420" cap="flat">
              <a:solidFill>
                <a:srgbClr val="3B70A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01" name="pg2301"/>
            <p:cNvSpPr/>
            <p:nvPr/>
          </p:nvSpPr>
          <p:spPr>
            <a:xfrm>
              <a:off x="3782484" y="468129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EA0">
                <a:alpha val="100000"/>
              </a:srgbClr>
            </a:solidFill>
            <a:ln w="5420" cap="flat">
              <a:solidFill>
                <a:srgbClr val="3A6EA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02" name="pg2302"/>
            <p:cNvSpPr/>
            <p:nvPr/>
          </p:nvSpPr>
          <p:spPr>
            <a:xfrm>
              <a:off x="3794121" y="468129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C9F">
                <a:alpha val="100000"/>
              </a:srgbClr>
            </a:solidFill>
            <a:ln w="5420" cap="flat">
              <a:solidFill>
                <a:srgbClr val="3A6C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03" name="pg2303"/>
            <p:cNvSpPr/>
            <p:nvPr/>
          </p:nvSpPr>
          <p:spPr>
            <a:xfrm>
              <a:off x="3805759" y="468129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99F">
                <a:alpha val="100000"/>
              </a:srgbClr>
            </a:solidFill>
            <a:ln w="5420" cap="flat">
              <a:solidFill>
                <a:srgbClr val="3A69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04" name="pg2304"/>
            <p:cNvSpPr/>
            <p:nvPr/>
          </p:nvSpPr>
          <p:spPr>
            <a:xfrm>
              <a:off x="3817396" y="468129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79E">
                <a:alpha val="100000"/>
              </a:srgbClr>
            </a:solidFill>
            <a:ln w="5420" cap="flat">
              <a:solidFill>
                <a:srgbClr val="3A67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05" name="pg2305"/>
            <p:cNvSpPr/>
            <p:nvPr/>
          </p:nvSpPr>
          <p:spPr>
            <a:xfrm>
              <a:off x="3829033" y="468129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59E">
                <a:alpha val="100000"/>
              </a:srgbClr>
            </a:solidFill>
            <a:ln w="5420" cap="flat">
              <a:solidFill>
                <a:srgbClr val="3A65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06" name="pg2306"/>
            <p:cNvSpPr/>
            <p:nvPr/>
          </p:nvSpPr>
          <p:spPr>
            <a:xfrm>
              <a:off x="3840671" y="468129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39D">
                <a:alpha val="100000"/>
              </a:srgbClr>
            </a:solidFill>
            <a:ln w="5420" cap="flat">
              <a:solidFill>
                <a:srgbClr val="3A63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07" name="pg2307"/>
            <p:cNvSpPr/>
            <p:nvPr/>
          </p:nvSpPr>
          <p:spPr>
            <a:xfrm>
              <a:off x="3852308" y="468129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619D">
                <a:alpha val="100000"/>
              </a:srgbClr>
            </a:solidFill>
            <a:ln w="5420" cap="flat">
              <a:solidFill>
                <a:srgbClr val="3961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08" name="pg2308"/>
            <p:cNvSpPr/>
            <p:nvPr/>
          </p:nvSpPr>
          <p:spPr>
            <a:xfrm>
              <a:off x="3863945" y="468129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5F9C">
                <a:alpha val="100000"/>
              </a:srgbClr>
            </a:solidFill>
            <a:ln w="5420" cap="flat">
              <a:solidFill>
                <a:srgbClr val="395F9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09" name="pg2309"/>
            <p:cNvSpPr/>
            <p:nvPr/>
          </p:nvSpPr>
          <p:spPr>
            <a:xfrm>
              <a:off x="3875583" y="468129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5B99">
                <a:alpha val="100000"/>
              </a:srgbClr>
            </a:solidFill>
            <a:ln w="5420" cap="flat">
              <a:solidFill>
                <a:srgbClr val="3A5B9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10" name="pg2310"/>
            <p:cNvSpPr/>
            <p:nvPr/>
          </p:nvSpPr>
          <p:spPr>
            <a:xfrm>
              <a:off x="3887220" y="468129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5996">
                <a:alpha val="100000"/>
              </a:srgbClr>
            </a:solidFill>
            <a:ln w="5420" cap="flat">
              <a:solidFill>
                <a:srgbClr val="3A599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11" name="pg2311"/>
            <p:cNvSpPr/>
            <p:nvPr/>
          </p:nvSpPr>
          <p:spPr>
            <a:xfrm>
              <a:off x="3898857" y="468129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5794">
                <a:alpha val="100000"/>
              </a:srgbClr>
            </a:solidFill>
            <a:ln w="5420" cap="flat">
              <a:solidFill>
                <a:srgbClr val="3A579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12" name="pg2312"/>
            <p:cNvSpPr/>
            <p:nvPr/>
          </p:nvSpPr>
          <p:spPr>
            <a:xfrm>
              <a:off x="3910495" y="468129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5692">
                <a:alpha val="100000"/>
              </a:srgbClr>
            </a:solidFill>
            <a:ln w="5420" cap="flat">
              <a:solidFill>
                <a:srgbClr val="3B569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13" name="pg2313"/>
            <p:cNvSpPr/>
            <p:nvPr/>
          </p:nvSpPr>
          <p:spPr>
            <a:xfrm>
              <a:off x="3922132" y="468129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5490">
                <a:alpha val="100000"/>
              </a:srgbClr>
            </a:solidFill>
            <a:ln w="5420" cap="flat">
              <a:solidFill>
                <a:srgbClr val="3B549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14" name="pg2314"/>
            <p:cNvSpPr/>
            <p:nvPr/>
          </p:nvSpPr>
          <p:spPr>
            <a:xfrm>
              <a:off x="3957044" y="468129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518B">
                <a:alpha val="100000"/>
              </a:srgbClr>
            </a:solidFill>
            <a:ln w="5420" cap="flat">
              <a:solidFill>
                <a:srgbClr val="3B518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15" name="pg2315"/>
            <p:cNvSpPr/>
            <p:nvPr/>
          </p:nvSpPr>
          <p:spPr>
            <a:xfrm>
              <a:off x="4375988" y="468129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2264A">
                <a:alpha val="100000"/>
              </a:srgbClr>
            </a:solidFill>
            <a:ln w="5420" cap="flat">
              <a:solidFill>
                <a:srgbClr val="32264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16" name="pg2316"/>
            <p:cNvSpPr/>
            <p:nvPr/>
          </p:nvSpPr>
          <p:spPr>
            <a:xfrm>
              <a:off x="4387625" y="468129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12547">
                <a:alpha val="100000"/>
              </a:srgbClr>
            </a:solidFill>
            <a:ln w="5420" cap="flat">
              <a:solidFill>
                <a:srgbClr val="31254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17" name="pg2317"/>
            <p:cNvSpPr/>
            <p:nvPr/>
          </p:nvSpPr>
          <p:spPr>
            <a:xfrm>
              <a:off x="4399262" y="468129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02446">
                <a:alpha val="100000"/>
              </a:srgbClr>
            </a:solidFill>
            <a:ln w="5420" cap="flat">
              <a:solidFill>
                <a:srgbClr val="30244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18" name="pg2318"/>
            <p:cNvSpPr/>
            <p:nvPr/>
          </p:nvSpPr>
          <p:spPr>
            <a:xfrm>
              <a:off x="4410900" y="468129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02446">
                <a:alpha val="100000"/>
              </a:srgbClr>
            </a:solidFill>
            <a:ln w="5420" cap="flat">
              <a:solidFill>
                <a:srgbClr val="30244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19" name="pg2319"/>
            <p:cNvSpPr/>
            <p:nvPr/>
          </p:nvSpPr>
          <p:spPr>
            <a:xfrm>
              <a:off x="4422537" y="468129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22548">
                <a:alpha val="100000"/>
              </a:srgbClr>
            </a:solidFill>
            <a:ln w="5420" cap="flat">
              <a:solidFill>
                <a:srgbClr val="32254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20" name="pg2320"/>
            <p:cNvSpPr/>
            <p:nvPr/>
          </p:nvSpPr>
          <p:spPr>
            <a:xfrm>
              <a:off x="3445001" y="469559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86A5">
                <a:alpha val="100000"/>
              </a:srgbClr>
            </a:solidFill>
            <a:ln w="5420" cap="flat">
              <a:solidFill>
                <a:srgbClr val="3986A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21" name="pg2321"/>
            <p:cNvSpPr/>
            <p:nvPr/>
          </p:nvSpPr>
          <p:spPr>
            <a:xfrm>
              <a:off x="3456639" y="469559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86A5">
                <a:alpha val="100000"/>
              </a:srgbClr>
            </a:solidFill>
            <a:ln w="5420" cap="flat">
              <a:solidFill>
                <a:srgbClr val="3986A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22" name="pg2322"/>
            <p:cNvSpPr/>
            <p:nvPr/>
          </p:nvSpPr>
          <p:spPr>
            <a:xfrm>
              <a:off x="3468276" y="469559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85A5">
                <a:alpha val="100000"/>
              </a:srgbClr>
            </a:solidFill>
            <a:ln w="5420" cap="flat">
              <a:solidFill>
                <a:srgbClr val="3985A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23" name="pg2323"/>
            <p:cNvSpPr/>
            <p:nvPr/>
          </p:nvSpPr>
          <p:spPr>
            <a:xfrm>
              <a:off x="3479913" y="469559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85A5">
                <a:alpha val="100000"/>
              </a:srgbClr>
            </a:solidFill>
            <a:ln w="5420" cap="flat">
              <a:solidFill>
                <a:srgbClr val="3985A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24" name="pg2324"/>
            <p:cNvSpPr/>
            <p:nvPr/>
          </p:nvSpPr>
          <p:spPr>
            <a:xfrm>
              <a:off x="3491551" y="469559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85A5">
                <a:alpha val="100000"/>
              </a:srgbClr>
            </a:solidFill>
            <a:ln w="5420" cap="flat">
              <a:solidFill>
                <a:srgbClr val="3985A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25" name="pg2325"/>
            <p:cNvSpPr/>
            <p:nvPr/>
          </p:nvSpPr>
          <p:spPr>
            <a:xfrm>
              <a:off x="3503188" y="469559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85A5">
                <a:alpha val="100000"/>
              </a:srgbClr>
            </a:solidFill>
            <a:ln w="5420" cap="flat">
              <a:solidFill>
                <a:srgbClr val="3985A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26" name="pg2326"/>
            <p:cNvSpPr/>
            <p:nvPr/>
          </p:nvSpPr>
          <p:spPr>
            <a:xfrm>
              <a:off x="3514825" y="469559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85A5">
                <a:alpha val="100000"/>
              </a:srgbClr>
            </a:solidFill>
            <a:ln w="5420" cap="flat">
              <a:solidFill>
                <a:srgbClr val="3985A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27" name="pg2327"/>
            <p:cNvSpPr/>
            <p:nvPr/>
          </p:nvSpPr>
          <p:spPr>
            <a:xfrm>
              <a:off x="3526463" y="469559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84A5">
                <a:alpha val="100000"/>
              </a:srgbClr>
            </a:solidFill>
            <a:ln w="5420" cap="flat">
              <a:solidFill>
                <a:srgbClr val="3984A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28" name="pg2328"/>
            <p:cNvSpPr/>
            <p:nvPr/>
          </p:nvSpPr>
          <p:spPr>
            <a:xfrm>
              <a:off x="3538100" y="469559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83A5">
                <a:alpha val="100000"/>
              </a:srgbClr>
            </a:solidFill>
            <a:ln w="5420" cap="flat">
              <a:solidFill>
                <a:srgbClr val="3983A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29" name="pg2329"/>
            <p:cNvSpPr/>
            <p:nvPr/>
          </p:nvSpPr>
          <p:spPr>
            <a:xfrm>
              <a:off x="3549737" y="469559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83A5">
                <a:alpha val="100000"/>
              </a:srgbClr>
            </a:solidFill>
            <a:ln w="5420" cap="flat">
              <a:solidFill>
                <a:srgbClr val="3983A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30" name="pg2330"/>
            <p:cNvSpPr/>
            <p:nvPr/>
          </p:nvSpPr>
          <p:spPr>
            <a:xfrm>
              <a:off x="3561375" y="469559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82A5">
                <a:alpha val="100000"/>
              </a:srgbClr>
            </a:solidFill>
            <a:ln w="5420" cap="flat">
              <a:solidFill>
                <a:srgbClr val="3982A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31" name="pg2331"/>
            <p:cNvSpPr/>
            <p:nvPr/>
          </p:nvSpPr>
          <p:spPr>
            <a:xfrm>
              <a:off x="3573012" y="469559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81A4">
                <a:alpha val="100000"/>
              </a:srgbClr>
            </a:solidFill>
            <a:ln w="5420" cap="flat">
              <a:solidFill>
                <a:srgbClr val="3981A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32" name="pg2332"/>
            <p:cNvSpPr/>
            <p:nvPr/>
          </p:nvSpPr>
          <p:spPr>
            <a:xfrm>
              <a:off x="3584649" y="469559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80A4">
                <a:alpha val="100000"/>
              </a:srgbClr>
            </a:solidFill>
            <a:ln w="5420" cap="flat">
              <a:solidFill>
                <a:srgbClr val="3A80A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33" name="pg2333"/>
            <p:cNvSpPr/>
            <p:nvPr/>
          </p:nvSpPr>
          <p:spPr>
            <a:xfrm>
              <a:off x="3596287" y="469559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FA4">
                <a:alpha val="100000"/>
              </a:srgbClr>
            </a:solidFill>
            <a:ln w="5420" cap="flat">
              <a:solidFill>
                <a:srgbClr val="3A7FA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34" name="pg2334"/>
            <p:cNvSpPr/>
            <p:nvPr/>
          </p:nvSpPr>
          <p:spPr>
            <a:xfrm>
              <a:off x="3607924" y="469559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DA4">
                <a:alpha val="100000"/>
              </a:srgbClr>
            </a:solidFill>
            <a:ln w="5420" cap="flat">
              <a:solidFill>
                <a:srgbClr val="3A7DA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35" name="pg2335"/>
            <p:cNvSpPr/>
            <p:nvPr/>
          </p:nvSpPr>
          <p:spPr>
            <a:xfrm>
              <a:off x="3619561" y="469559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CA3">
                <a:alpha val="100000"/>
              </a:srgbClr>
            </a:solidFill>
            <a:ln w="5420" cap="flat">
              <a:solidFill>
                <a:srgbClr val="3A7CA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36" name="pg2336"/>
            <p:cNvSpPr/>
            <p:nvPr/>
          </p:nvSpPr>
          <p:spPr>
            <a:xfrm>
              <a:off x="3631199" y="469559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BA3">
                <a:alpha val="100000"/>
              </a:srgbClr>
            </a:solidFill>
            <a:ln w="5420" cap="flat">
              <a:solidFill>
                <a:srgbClr val="3A7BA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37" name="pg2337"/>
            <p:cNvSpPr/>
            <p:nvPr/>
          </p:nvSpPr>
          <p:spPr>
            <a:xfrm>
              <a:off x="3642836" y="469559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AA3">
                <a:alpha val="100000"/>
              </a:srgbClr>
            </a:solidFill>
            <a:ln w="5420" cap="flat">
              <a:solidFill>
                <a:srgbClr val="3A7AA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38" name="pg2338"/>
            <p:cNvSpPr/>
            <p:nvPr/>
          </p:nvSpPr>
          <p:spPr>
            <a:xfrm>
              <a:off x="3654473" y="469559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AA3">
                <a:alpha val="100000"/>
              </a:srgbClr>
            </a:solidFill>
            <a:ln w="5420" cap="flat">
              <a:solidFill>
                <a:srgbClr val="3A7AA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39" name="pg2339"/>
            <p:cNvSpPr/>
            <p:nvPr/>
          </p:nvSpPr>
          <p:spPr>
            <a:xfrm>
              <a:off x="3666111" y="469559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9A3">
                <a:alpha val="100000"/>
              </a:srgbClr>
            </a:solidFill>
            <a:ln w="5420" cap="flat">
              <a:solidFill>
                <a:srgbClr val="3A79A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40" name="pg2340"/>
            <p:cNvSpPr/>
            <p:nvPr/>
          </p:nvSpPr>
          <p:spPr>
            <a:xfrm>
              <a:off x="3677748" y="469559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9A3">
                <a:alpha val="100000"/>
              </a:srgbClr>
            </a:solidFill>
            <a:ln w="5420" cap="flat">
              <a:solidFill>
                <a:srgbClr val="3A79A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41" name="pg2341"/>
            <p:cNvSpPr/>
            <p:nvPr/>
          </p:nvSpPr>
          <p:spPr>
            <a:xfrm>
              <a:off x="3689385" y="469559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9A3">
                <a:alpha val="100000"/>
              </a:srgbClr>
            </a:solidFill>
            <a:ln w="5420" cap="flat">
              <a:solidFill>
                <a:srgbClr val="3A79A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42" name="pg2342"/>
            <p:cNvSpPr/>
            <p:nvPr/>
          </p:nvSpPr>
          <p:spPr>
            <a:xfrm>
              <a:off x="3701023" y="469559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9A3">
                <a:alpha val="100000"/>
              </a:srgbClr>
            </a:solidFill>
            <a:ln w="5420" cap="flat">
              <a:solidFill>
                <a:srgbClr val="3A79A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43" name="pg2343"/>
            <p:cNvSpPr/>
            <p:nvPr/>
          </p:nvSpPr>
          <p:spPr>
            <a:xfrm>
              <a:off x="3712660" y="469559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8A2">
                <a:alpha val="100000"/>
              </a:srgbClr>
            </a:solidFill>
            <a:ln w="5420" cap="flat">
              <a:solidFill>
                <a:srgbClr val="3A78A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44" name="pg2344"/>
            <p:cNvSpPr/>
            <p:nvPr/>
          </p:nvSpPr>
          <p:spPr>
            <a:xfrm>
              <a:off x="3724297" y="469559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8A2">
                <a:alpha val="100000"/>
              </a:srgbClr>
            </a:solidFill>
            <a:ln w="5420" cap="flat">
              <a:solidFill>
                <a:srgbClr val="3A78A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45" name="pg2345"/>
            <p:cNvSpPr/>
            <p:nvPr/>
          </p:nvSpPr>
          <p:spPr>
            <a:xfrm>
              <a:off x="3735935" y="469559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7A2">
                <a:alpha val="100000"/>
              </a:srgbClr>
            </a:solidFill>
            <a:ln w="5420" cap="flat">
              <a:solidFill>
                <a:srgbClr val="3A77A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46" name="pg2346"/>
            <p:cNvSpPr/>
            <p:nvPr/>
          </p:nvSpPr>
          <p:spPr>
            <a:xfrm>
              <a:off x="3747572" y="469559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5A2">
                <a:alpha val="100000"/>
              </a:srgbClr>
            </a:solidFill>
            <a:ln w="5420" cap="flat">
              <a:solidFill>
                <a:srgbClr val="3A75A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47" name="pg2347"/>
            <p:cNvSpPr/>
            <p:nvPr/>
          </p:nvSpPr>
          <p:spPr>
            <a:xfrm>
              <a:off x="3759209" y="469559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72A1">
                <a:alpha val="100000"/>
              </a:srgbClr>
            </a:solidFill>
            <a:ln w="5420" cap="flat">
              <a:solidFill>
                <a:srgbClr val="3B72A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48" name="pg2348"/>
            <p:cNvSpPr/>
            <p:nvPr/>
          </p:nvSpPr>
          <p:spPr>
            <a:xfrm>
              <a:off x="3770847" y="469559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70A0">
                <a:alpha val="100000"/>
              </a:srgbClr>
            </a:solidFill>
            <a:ln w="5420" cap="flat">
              <a:solidFill>
                <a:srgbClr val="3B70A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49" name="pg2349"/>
            <p:cNvSpPr/>
            <p:nvPr/>
          </p:nvSpPr>
          <p:spPr>
            <a:xfrm>
              <a:off x="3782484" y="469559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EA0">
                <a:alpha val="100000"/>
              </a:srgbClr>
            </a:solidFill>
            <a:ln w="5420" cap="flat">
              <a:solidFill>
                <a:srgbClr val="3A6EA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50" name="pg2350"/>
            <p:cNvSpPr/>
            <p:nvPr/>
          </p:nvSpPr>
          <p:spPr>
            <a:xfrm>
              <a:off x="3794121" y="469559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C9F">
                <a:alpha val="100000"/>
              </a:srgbClr>
            </a:solidFill>
            <a:ln w="5420" cap="flat">
              <a:solidFill>
                <a:srgbClr val="3A6C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51" name="pg2351"/>
            <p:cNvSpPr/>
            <p:nvPr/>
          </p:nvSpPr>
          <p:spPr>
            <a:xfrm>
              <a:off x="3805759" y="469559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99F">
                <a:alpha val="100000"/>
              </a:srgbClr>
            </a:solidFill>
            <a:ln w="5420" cap="flat">
              <a:solidFill>
                <a:srgbClr val="3A69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52" name="pg2352"/>
            <p:cNvSpPr/>
            <p:nvPr/>
          </p:nvSpPr>
          <p:spPr>
            <a:xfrm>
              <a:off x="3817396" y="469559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79E">
                <a:alpha val="100000"/>
              </a:srgbClr>
            </a:solidFill>
            <a:ln w="5420" cap="flat">
              <a:solidFill>
                <a:srgbClr val="3A67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53" name="pg2353"/>
            <p:cNvSpPr/>
            <p:nvPr/>
          </p:nvSpPr>
          <p:spPr>
            <a:xfrm>
              <a:off x="3829033" y="469559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59E">
                <a:alpha val="100000"/>
              </a:srgbClr>
            </a:solidFill>
            <a:ln w="5420" cap="flat">
              <a:solidFill>
                <a:srgbClr val="3A65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54" name="pg2354"/>
            <p:cNvSpPr/>
            <p:nvPr/>
          </p:nvSpPr>
          <p:spPr>
            <a:xfrm>
              <a:off x="3840671" y="469559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39D">
                <a:alpha val="100000"/>
              </a:srgbClr>
            </a:solidFill>
            <a:ln w="5420" cap="flat">
              <a:solidFill>
                <a:srgbClr val="3A63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55" name="pg2355"/>
            <p:cNvSpPr/>
            <p:nvPr/>
          </p:nvSpPr>
          <p:spPr>
            <a:xfrm>
              <a:off x="3852308" y="469559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609D">
                <a:alpha val="100000"/>
              </a:srgbClr>
            </a:solidFill>
            <a:ln w="5420" cap="flat">
              <a:solidFill>
                <a:srgbClr val="3960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56" name="pg2356"/>
            <p:cNvSpPr/>
            <p:nvPr/>
          </p:nvSpPr>
          <p:spPr>
            <a:xfrm>
              <a:off x="3863945" y="469559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5E9C">
                <a:alpha val="100000"/>
              </a:srgbClr>
            </a:solidFill>
            <a:ln w="5420" cap="flat">
              <a:solidFill>
                <a:srgbClr val="395E9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57" name="pg2357"/>
            <p:cNvSpPr/>
            <p:nvPr/>
          </p:nvSpPr>
          <p:spPr>
            <a:xfrm>
              <a:off x="3875583" y="469559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5A98">
                <a:alpha val="100000"/>
              </a:srgbClr>
            </a:solidFill>
            <a:ln w="5420" cap="flat">
              <a:solidFill>
                <a:srgbClr val="3A5A9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58" name="pg2358"/>
            <p:cNvSpPr/>
            <p:nvPr/>
          </p:nvSpPr>
          <p:spPr>
            <a:xfrm>
              <a:off x="3887220" y="469559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5895">
                <a:alpha val="100000"/>
              </a:srgbClr>
            </a:solidFill>
            <a:ln w="5420" cap="flat">
              <a:solidFill>
                <a:srgbClr val="3A589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59" name="pg2359"/>
            <p:cNvSpPr/>
            <p:nvPr/>
          </p:nvSpPr>
          <p:spPr>
            <a:xfrm>
              <a:off x="3898857" y="469559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5793">
                <a:alpha val="100000"/>
              </a:srgbClr>
            </a:solidFill>
            <a:ln w="5420" cap="flat">
              <a:solidFill>
                <a:srgbClr val="3A579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60" name="pg2360"/>
            <p:cNvSpPr/>
            <p:nvPr/>
          </p:nvSpPr>
          <p:spPr>
            <a:xfrm>
              <a:off x="3910495" y="469559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5591">
                <a:alpha val="100000"/>
              </a:srgbClr>
            </a:solidFill>
            <a:ln w="5420" cap="flat">
              <a:solidFill>
                <a:srgbClr val="3B559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61" name="pg2361"/>
            <p:cNvSpPr/>
            <p:nvPr/>
          </p:nvSpPr>
          <p:spPr>
            <a:xfrm>
              <a:off x="3922132" y="469559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548F">
                <a:alpha val="100000"/>
              </a:srgbClr>
            </a:solidFill>
            <a:ln w="5420" cap="flat">
              <a:solidFill>
                <a:srgbClr val="3B548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62" name="pg2362"/>
            <p:cNvSpPr/>
            <p:nvPr/>
          </p:nvSpPr>
          <p:spPr>
            <a:xfrm>
              <a:off x="3933769" y="469559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528D">
                <a:alpha val="100000"/>
              </a:srgbClr>
            </a:solidFill>
            <a:ln w="5420" cap="flat">
              <a:solidFill>
                <a:srgbClr val="3B528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63" name="pg2363"/>
            <p:cNvSpPr/>
            <p:nvPr/>
          </p:nvSpPr>
          <p:spPr>
            <a:xfrm>
              <a:off x="3945407" y="469559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518B">
                <a:alpha val="100000"/>
              </a:srgbClr>
            </a:solidFill>
            <a:ln w="5420" cap="flat">
              <a:solidFill>
                <a:srgbClr val="3B518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64" name="pg2364"/>
            <p:cNvSpPr/>
            <p:nvPr/>
          </p:nvSpPr>
          <p:spPr>
            <a:xfrm>
              <a:off x="3957044" y="469559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508A">
                <a:alpha val="100000"/>
              </a:srgbClr>
            </a:solidFill>
            <a:ln w="5420" cap="flat">
              <a:solidFill>
                <a:srgbClr val="3B508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65" name="pg2365"/>
            <p:cNvSpPr/>
            <p:nvPr/>
          </p:nvSpPr>
          <p:spPr>
            <a:xfrm>
              <a:off x="3968681" y="469559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4F88">
                <a:alpha val="100000"/>
              </a:srgbClr>
            </a:solidFill>
            <a:ln w="5420" cap="flat">
              <a:solidFill>
                <a:srgbClr val="3B4F8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66" name="pg2366"/>
            <p:cNvSpPr/>
            <p:nvPr/>
          </p:nvSpPr>
          <p:spPr>
            <a:xfrm>
              <a:off x="3980318" y="469559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4F87">
                <a:alpha val="100000"/>
              </a:srgbClr>
            </a:solidFill>
            <a:ln w="5420" cap="flat">
              <a:solidFill>
                <a:srgbClr val="3B4F8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67" name="pg2367"/>
            <p:cNvSpPr/>
            <p:nvPr/>
          </p:nvSpPr>
          <p:spPr>
            <a:xfrm>
              <a:off x="4387625" y="469559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12447">
                <a:alpha val="100000"/>
              </a:srgbClr>
            </a:solidFill>
            <a:ln w="5420" cap="flat">
              <a:solidFill>
                <a:srgbClr val="31244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68" name="pg2368"/>
            <p:cNvSpPr/>
            <p:nvPr/>
          </p:nvSpPr>
          <p:spPr>
            <a:xfrm>
              <a:off x="4399262" y="469559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02445">
                <a:alpha val="100000"/>
              </a:srgbClr>
            </a:solidFill>
            <a:ln w="5420" cap="flat">
              <a:solidFill>
                <a:srgbClr val="30244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69" name="pg2369"/>
            <p:cNvSpPr/>
            <p:nvPr/>
          </p:nvSpPr>
          <p:spPr>
            <a:xfrm>
              <a:off x="4410900" y="469559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02446">
                <a:alpha val="100000"/>
              </a:srgbClr>
            </a:solidFill>
            <a:ln w="5420" cap="flat">
              <a:solidFill>
                <a:srgbClr val="30244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70" name="pg2370"/>
            <p:cNvSpPr/>
            <p:nvPr/>
          </p:nvSpPr>
          <p:spPr>
            <a:xfrm>
              <a:off x="4422537" y="469559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12548">
                <a:alpha val="100000"/>
              </a:srgbClr>
            </a:solidFill>
            <a:ln w="5420" cap="flat">
              <a:solidFill>
                <a:srgbClr val="31254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71" name="pg2371"/>
            <p:cNvSpPr/>
            <p:nvPr/>
          </p:nvSpPr>
          <p:spPr>
            <a:xfrm>
              <a:off x="3433364" y="470989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87A6">
                <a:alpha val="100000"/>
              </a:srgbClr>
            </a:solidFill>
            <a:ln w="5420" cap="flat">
              <a:solidFill>
                <a:srgbClr val="3987A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72" name="pg2372"/>
            <p:cNvSpPr/>
            <p:nvPr/>
          </p:nvSpPr>
          <p:spPr>
            <a:xfrm>
              <a:off x="3445001" y="470989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87A6">
                <a:alpha val="100000"/>
              </a:srgbClr>
            </a:solidFill>
            <a:ln w="5420" cap="flat">
              <a:solidFill>
                <a:srgbClr val="3987A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73" name="pg2373"/>
            <p:cNvSpPr/>
            <p:nvPr/>
          </p:nvSpPr>
          <p:spPr>
            <a:xfrm>
              <a:off x="3456639" y="470989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86A6">
                <a:alpha val="100000"/>
              </a:srgbClr>
            </a:solidFill>
            <a:ln w="5420" cap="flat">
              <a:solidFill>
                <a:srgbClr val="3986A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74" name="pg2374"/>
            <p:cNvSpPr/>
            <p:nvPr/>
          </p:nvSpPr>
          <p:spPr>
            <a:xfrm>
              <a:off x="3468276" y="470989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86A5">
                <a:alpha val="100000"/>
              </a:srgbClr>
            </a:solidFill>
            <a:ln w="5420" cap="flat">
              <a:solidFill>
                <a:srgbClr val="3986A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75" name="pg2375"/>
            <p:cNvSpPr/>
            <p:nvPr/>
          </p:nvSpPr>
          <p:spPr>
            <a:xfrm>
              <a:off x="3479913" y="470989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86A5">
                <a:alpha val="100000"/>
              </a:srgbClr>
            </a:solidFill>
            <a:ln w="5420" cap="flat">
              <a:solidFill>
                <a:srgbClr val="3986A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76" name="pg2376"/>
            <p:cNvSpPr/>
            <p:nvPr/>
          </p:nvSpPr>
          <p:spPr>
            <a:xfrm>
              <a:off x="3491551" y="470989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86A5">
                <a:alpha val="100000"/>
              </a:srgbClr>
            </a:solidFill>
            <a:ln w="5420" cap="flat">
              <a:solidFill>
                <a:srgbClr val="3986A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77" name="pg2377"/>
            <p:cNvSpPr/>
            <p:nvPr/>
          </p:nvSpPr>
          <p:spPr>
            <a:xfrm>
              <a:off x="3503188" y="470989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86A5">
                <a:alpha val="100000"/>
              </a:srgbClr>
            </a:solidFill>
            <a:ln w="5420" cap="flat">
              <a:solidFill>
                <a:srgbClr val="3986A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78" name="pg2378"/>
            <p:cNvSpPr/>
            <p:nvPr/>
          </p:nvSpPr>
          <p:spPr>
            <a:xfrm>
              <a:off x="3514825" y="470989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86A5">
                <a:alpha val="100000"/>
              </a:srgbClr>
            </a:solidFill>
            <a:ln w="5420" cap="flat">
              <a:solidFill>
                <a:srgbClr val="3986A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79" name="pg2379"/>
            <p:cNvSpPr/>
            <p:nvPr/>
          </p:nvSpPr>
          <p:spPr>
            <a:xfrm>
              <a:off x="3526463" y="470989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85A5">
                <a:alpha val="100000"/>
              </a:srgbClr>
            </a:solidFill>
            <a:ln w="5420" cap="flat">
              <a:solidFill>
                <a:srgbClr val="3985A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80" name="pg2380"/>
            <p:cNvSpPr/>
            <p:nvPr/>
          </p:nvSpPr>
          <p:spPr>
            <a:xfrm>
              <a:off x="3538100" y="470989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85A5">
                <a:alpha val="100000"/>
              </a:srgbClr>
            </a:solidFill>
            <a:ln w="5420" cap="flat">
              <a:solidFill>
                <a:srgbClr val="3985A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81" name="pg2381"/>
            <p:cNvSpPr/>
            <p:nvPr/>
          </p:nvSpPr>
          <p:spPr>
            <a:xfrm>
              <a:off x="3549737" y="470989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84A5">
                <a:alpha val="100000"/>
              </a:srgbClr>
            </a:solidFill>
            <a:ln w="5420" cap="flat">
              <a:solidFill>
                <a:srgbClr val="3984A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82" name="pg2382"/>
            <p:cNvSpPr/>
            <p:nvPr/>
          </p:nvSpPr>
          <p:spPr>
            <a:xfrm>
              <a:off x="3561375" y="470989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83A5">
                <a:alpha val="100000"/>
              </a:srgbClr>
            </a:solidFill>
            <a:ln w="5420" cap="flat">
              <a:solidFill>
                <a:srgbClr val="3983A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83" name="pg2383"/>
            <p:cNvSpPr/>
            <p:nvPr/>
          </p:nvSpPr>
          <p:spPr>
            <a:xfrm>
              <a:off x="3573012" y="470989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82A5">
                <a:alpha val="100000"/>
              </a:srgbClr>
            </a:solidFill>
            <a:ln w="5420" cap="flat">
              <a:solidFill>
                <a:srgbClr val="3982A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84" name="pg2384"/>
            <p:cNvSpPr/>
            <p:nvPr/>
          </p:nvSpPr>
          <p:spPr>
            <a:xfrm>
              <a:off x="3584649" y="470989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81A4">
                <a:alpha val="100000"/>
              </a:srgbClr>
            </a:solidFill>
            <a:ln w="5420" cap="flat">
              <a:solidFill>
                <a:srgbClr val="3981A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85" name="pg2385"/>
            <p:cNvSpPr/>
            <p:nvPr/>
          </p:nvSpPr>
          <p:spPr>
            <a:xfrm>
              <a:off x="3596287" y="470989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80A4">
                <a:alpha val="100000"/>
              </a:srgbClr>
            </a:solidFill>
            <a:ln w="5420" cap="flat">
              <a:solidFill>
                <a:srgbClr val="3A80A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86" name="pg2386"/>
            <p:cNvSpPr/>
            <p:nvPr/>
          </p:nvSpPr>
          <p:spPr>
            <a:xfrm>
              <a:off x="3607924" y="470989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EA4">
                <a:alpha val="100000"/>
              </a:srgbClr>
            </a:solidFill>
            <a:ln w="5420" cap="flat">
              <a:solidFill>
                <a:srgbClr val="3A7EA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87" name="pg2387"/>
            <p:cNvSpPr/>
            <p:nvPr/>
          </p:nvSpPr>
          <p:spPr>
            <a:xfrm>
              <a:off x="3619561" y="470989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DA3">
                <a:alpha val="100000"/>
              </a:srgbClr>
            </a:solidFill>
            <a:ln w="5420" cap="flat">
              <a:solidFill>
                <a:srgbClr val="3A7DA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88" name="pg2388"/>
            <p:cNvSpPr/>
            <p:nvPr/>
          </p:nvSpPr>
          <p:spPr>
            <a:xfrm>
              <a:off x="3631199" y="470989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CA3">
                <a:alpha val="100000"/>
              </a:srgbClr>
            </a:solidFill>
            <a:ln w="5420" cap="flat">
              <a:solidFill>
                <a:srgbClr val="3A7CA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89" name="pg2389"/>
            <p:cNvSpPr/>
            <p:nvPr/>
          </p:nvSpPr>
          <p:spPr>
            <a:xfrm>
              <a:off x="3642836" y="470989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AA3">
                <a:alpha val="100000"/>
              </a:srgbClr>
            </a:solidFill>
            <a:ln w="5420" cap="flat">
              <a:solidFill>
                <a:srgbClr val="3A7AA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90" name="pg2390"/>
            <p:cNvSpPr/>
            <p:nvPr/>
          </p:nvSpPr>
          <p:spPr>
            <a:xfrm>
              <a:off x="3654473" y="470989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AA3">
                <a:alpha val="100000"/>
              </a:srgbClr>
            </a:solidFill>
            <a:ln w="5420" cap="flat">
              <a:solidFill>
                <a:srgbClr val="3A7AA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91" name="pg2391"/>
            <p:cNvSpPr/>
            <p:nvPr/>
          </p:nvSpPr>
          <p:spPr>
            <a:xfrm>
              <a:off x="3666111" y="470989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9A3">
                <a:alpha val="100000"/>
              </a:srgbClr>
            </a:solidFill>
            <a:ln w="5420" cap="flat">
              <a:solidFill>
                <a:srgbClr val="3A79A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92" name="pg2392"/>
            <p:cNvSpPr/>
            <p:nvPr/>
          </p:nvSpPr>
          <p:spPr>
            <a:xfrm>
              <a:off x="3677748" y="470989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9A3">
                <a:alpha val="100000"/>
              </a:srgbClr>
            </a:solidFill>
            <a:ln w="5420" cap="flat">
              <a:solidFill>
                <a:srgbClr val="3A79A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93" name="pg2393"/>
            <p:cNvSpPr/>
            <p:nvPr/>
          </p:nvSpPr>
          <p:spPr>
            <a:xfrm>
              <a:off x="3689385" y="470989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9A3">
                <a:alpha val="100000"/>
              </a:srgbClr>
            </a:solidFill>
            <a:ln w="5420" cap="flat">
              <a:solidFill>
                <a:srgbClr val="3A79A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94" name="pg2394"/>
            <p:cNvSpPr/>
            <p:nvPr/>
          </p:nvSpPr>
          <p:spPr>
            <a:xfrm>
              <a:off x="3701023" y="470989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9A3">
                <a:alpha val="100000"/>
              </a:srgbClr>
            </a:solidFill>
            <a:ln w="5420" cap="flat">
              <a:solidFill>
                <a:srgbClr val="3A79A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95" name="pg2395"/>
            <p:cNvSpPr/>
            <p:nvPr/>
          </p:nvSpPr>
          <p:spPr>
            <a:xfrm>
              <a:off x="3712660" y="470989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9A2">
                <a:alpha val="100000"/>
              </a:srgbClr>
            </a:solidFill>
            <a:ln w="5420" cap="flat">
              <a:solidFill>
                <a:srgbClr val="3A79A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96" name="pg2396"/>
            <p:cNvSpPr/>
            <p:nvPr/>
          </p:nvSpPr>
          <p:spPr>
            <a:xfrm>
              <a:off x="3724297" y="470989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8A2">
                <a:alpha val="100000"/>
              </a:srgbClr>
            </a:solidFill>
            <a:ln w="5420" cap="flat">
              <a:solidFill>
                <a:srgbClr val="3A78A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97" name="pg2397"/>
            <p:cNvSpPr/>
            <p:nvPr/>
          </p:nvSpPr>
          <p:spPr>
            <a:xfrm>
              <a:off x="3735935" y="470989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7A2">
                <a:alpha val="100000"/>
              </a:srgbClr>
            </a:solidFill>
            <a:ln w="5420" cap="flat">
              <a:solidFill>
                <a:srgbClr val="3A77A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98" name="pg2398"/>
            <p:cNvSpPr/>
            <p:nvPr/>
          </p:nvSpPr>
          <p:spPr>
            <a:xfrm>
              <a:off x="3747572" y="470989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5A2">
                <a:alpha val="100000"/>
              </a:srgbClr>
            </a:solidFill>
            <a:ln w="5420" cap="flat">
              <a:solidFill>
                <a:srgbClr val="3A75A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99" name="pg2399"/>
            <p:cNvSpPr/>
            <p:nvPr/>
          </p:nvSpPr>
          <p:spPr>
            <a:xfrm>
              <a:off x="3759209" y="470989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72A1">
                <a:alpha val="100000"/>
              </a:srgbClr>
            </a:solidFill>
            <a:ln w="5420" cap="flat">
              <a:solidFill>
                <a:srgbClr val="3B72A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00" name="pg2400"/>
            <p:cNvSpPr/>
            <p:nvPr/>
          </p:nvSpPr>
          <p:spPr>
            <a:xfrm>
              <a:off x="3770847" y="470989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70A0">
                <a:alpha val="100000"/>
              </a:srgbClr>
            </a:solidFill>
            <a:ln w="5420" cap="flat">
              <a:solidFill>
                <a:srgbClr val="3B70A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01" name="pg2401"/>
            <p:cNvSpPr/>
            <p:nvPr/>
          </p:nvSpPr>
          <p:spPr>
            <a:xfrm>
              <a:off x="3782484" y="470989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EA0">
                <a:alpha val="100000"/>
              </a:srgbClr>
            </a:solidFill>
            <a:ln w="5420" cap="flat">
              <a:solidFill>
                <a:srgbClr val="3A6EA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02" name="pg2402"/>
            <p:cNvSpPr/>
            <p:nvPr/>
          </p:nvSpPr>
          <p:spPr>
            <a:xfrm>
              <a:off x="3794121" y="470989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C9F">
                <a:alpha val="100000"/>
              </a:srgbClr>
            </a:solidFill>
            <a:ln w="5420" cap="flat">
              <a:solidFill>
                <a:srgbClr val="3A6C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03" name="pg2403"/>
            <p:cNvSpPr/>
            <p:nvPr/>
          </p:nvSpPr>
          <p:spPr>
            <a:xfrm>
              <a:off x="3805759" y="470989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99F">
                <a:alpha val="100000"/>
              </a:srgbClr>
            </a:solidFill>
            <a:ln w="5420" cap="flat">
              <a:solidFill>
                <a:srgbClr val="3A69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04" name="pg2404"/>
            <p:cNvSpPr/>
            <p:nvPr/>
          </p:nvSpPr>
          <p:spPr>
            <a:xfrm>
              <a:off x="3817396" y="470989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79E">
                <a:alpha val="100000"/>
              </a:srgbClr>
            </a:solidFill>
            <a:ln w="5420" cap="flat">
              <a:solidFill>
                <a:srgbClr val="3A67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05" name="pg2405"/>
            <p:cNvSpPr/>
            <p:nvPr/>
          </p:nvSpPr>
          <p:spPr>
            <a:xfrm>
              <a:off x="3829033" y="470989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59E">
                <a:alpha val="100000"/>
              </a:srgbClr>
            </a:solidFill>
            <a:ln w="5420" cap="flat">
              <a:solidFill>
                <a:srgbClr val="3A65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06" name="pg2406"/>
            <p:cNvSpPr/>
            <p:nvPr/>
          </p:nvSpPr>
          <p:spPr>
            <a:xfrm>
              <a:off x="3840671" y="470989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29D">
                <a:alpha val="100000"/>
              </a:srgbClr>
            </a:solidFill>
            <a:ln w="5420" cap="flat">
              <a:solidFill>
                <a:srgbClr val="3A62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07" name="pg2407"/>
            <p:cNvSpPr/>
            <p:nvPr/>
          </p:nvSpPr>
          <p:spPr>
            <a:xfrm>
              <a:off x="3852308" y="470989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609D">
                <a:alpha val="100000"/>
              </a:srgbClr>
            </a:solidFill>
            <a:ln w="5420" cap="flat">
              <a:solidFill>
                <a:srgbClr val="3960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08" name="pg2408"/>
            <p:cNvSpPr/>
            <p:nvPr/>
          </p:nvSpPr>
          <p:spPr>
            <a:xfrm>
              <a:off x="3863945" y="470989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5E9C">
                <a:alpha val="100000"/>
              </a:srgbClr>
            </a:solidFill>
            <a:ln w="5420" cap="flat">
              <a:solidFill>
                <a:srgbClr val="395E9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09" name="pg2409"/>
            <p:cNvSpPr/>
            <p:nvPr/>
          </p:nvSpPr>
          <p:spPr>
            <a:xfrm>
              <a:off x="3875583" y="470989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5A97">
                <a:alpha val="100000"/>
              </a:srgbClr>
            </a:solidFill>
            <a:ln w="5420" cap="flat">
              <a:solidFill>
                <a:srgbClr val="3A5A9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10" name="pg2410"/>
            <p:cNvSpPr/>
            <p:nvPr/>
          </p:nvSpPr>
          <p:spPr>
            <a:xfrm>
              <a:off x="3887220" y="470989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5895">
                <a:alpha val="100000"/>
              </a:srgbClr>
            </a:solidFill>
            <a:ln w="5420" cap="flat">
              <a:solidFill>
                <a:srgbClr val="3A589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11" name="pg2411"/>
            <p:cNvSpPr/>
            <p:nvPr/>
          </p:nvSpPr>
          <p:spPr>
            <a:xfrm>
              <a:off x="3898857" y="470989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5692">
                <a:alpha val="100000"/>
              </a:srgbClr>
            </a:solidFill>
            <a:ln w="5420" cap="flat">
              <a:solidFill>
                <a:srgbClr val="3A569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12" name="pg2412"/>
            <p:cNvSpPr/>
            <p:nvPr/>
          </p:nvSpPr>
          <p:spPr>
            <a:xfrm>
              <a:off x="3910495" y="470989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5490">
                <a:alpha val="100000"/>
              </a:srgbClr>
            </a:solidFill>
            <a:ln w="5420" cap="flat">
              <a:solidFill>
                <a:srgbClr val="3B549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13" name="pg2413"/>
            <p:cNvSpPr/>
            <p:nvPr/>
          </p:nvSpPr>
          <p:spPr>
            <a:xfrm>
              <a:off x="3922132" y="470989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538E">
                <a:alpha val="100000"/>
              </a:srgbClr>
            </a:solidFill>
            <a:ln w="5420" cap="flat">
              <a:solidFill>
                <a:srgbClr val="3B538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14" name="pg2414"/>
            <p:cNvSpPr/>
            <p:nvPr/>
          </p:nvSpPr>
          <p:spPr>
            <a:xfrm>
              <a:off x="3933769" y="470989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528C">
                <a:alpha val="100000"/>
              </a:srgbClr>
            </a:solidFill>
            <a:ln w="5420" cap="flat">
              <a:solidFill>
                <a:srgbClr val="3B528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15" name="pg2415"/>
            <p:cNvSpPr/>
            <p:nvPr/>
          </p:nvSpPr>
          <p:spPr>
            <a:xfrm>
              <a:off x="3945407" y="470989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508A">
                <a:alpha val="100000"/>
              </a:srgbClr>
            </a:solidFill>
            <a:ln w="5420" cap="flat">
              <a:solidFill>
                <a:srgbClr val="3B508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16" name="pg2416"/>
            <p:cNvSpPr/>
            <p:nvPr/>
          </p:nvSpPr>
          <p:spPr>
            <a:xfrm>
              <a:off x="3957044" y="470989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4F89">
                <a:alpha val="100000"/>
              </a:srgbClr>
            </a:solidFill>
            <a:ln w="5420" cap="flat">
              <a:solidFill>
                <a:srgbClr val="3B4F8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17" name="pg2417"/>
            <p:cNvSpPr/>
            <p:nvPr/>
          </p:nvSpPr>
          <p:spPr>
            <a:xfrm>
              <a:off x="3968681" y="470989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4F87">
                <a:alpha val="100000"/>
              </a:srgbClr>
            </a:solidFill>
            <a:ln w="5420" cap="flat">
              <a:solidFill>
                <a:srgbClr val="3B4F8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18" name="pg2418"/>
            <p:cNvSpPr/>
            <p:nvPr/>
          </p:nvSpPr>
          <p:spPr>
            <a:xfrm>
              <a:off x="3980318" y="470989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4E86">
                <a:alpha val="100000"/>
              </a:srgbClr>
            </a:solidFill>
            <a:ln w="5420" cap="flat">
              <a:solidFill>
                <a:srgbClr val="3B4E8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19" name="pg2419"/>
            <p:cNvSpPr/>
            <p:nvPr/>
          </p:nvSpPr>
          <p:spPr>
            <a:xfrm>
              <a:off x="4096692" y="470989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B83">
                <a:alpha val="100000"/>
              </a:srgbClr>
            </a:solidFill>
            <a:ln w="5420" cap="flat">
              <a:solidFill>
                <a:srgbClr val="3C4B8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20" name="pg2420"/>
            <p:cNvSpPr/>
            <p:nvPr/>
          </p:nvSpPr>
          <p:spPr>
            <a:xfrm>
              <a:off x="4108329" y="470989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B82">
                <a:alpha val="100000"/>
              </a:srgbClr>
            </a:solidFill>
            <a:ln w="5420" cap="flat">
              <a:solidFill>
                <a:srgbClr val="3C4B8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21" name="pg2421"/>
            <p:cNvSpPr/>
            <p:nvPr/>
          </p:nvSpPr>
          <p:spPr>
            <a:xfrm>
              <a:off x="4119966" y="470989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A81">
                <a:alpha val="100000"/>
              </a:srgbClr>
            </a:solidFill>
            <a:ln w="5420" cap="flat">
              <a:solidFill>
                <a:srgbClr val="3C4A8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22" name="pg2422"/>
            <p:cNvSpPr/>
            <p:nvPr/>
          </p:nvSpPr>
          <p:spPr>
            <a:xfrm>
              <a:off x="4131604" y="470989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980">
                <a:alpha val="100000"/>
              </a:srgbClr>
            </a:solidFill>
            <a:ln w="5420" cap="flat">
              <a:solidFill>
                <a:srgbClr val="3C498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23" name="pg2423"/>
            <p:cNvSpPr/>
            <p:nvPr/>
          </p:nvSpPr>
          <p:spPr>
            <a:xfrm>
              <a:off x="4387625" y="470989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22549">
                <a:alpha val="100000"/>
              </a:srgbClr>
            </a:solidFill>
            <a:ln w="5420" cap="flat">
              <a:solidFill>
                <a:srgbClr val="32254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24" name="pg2424"/>
            <p:cNvSpPr/>
            <p:nvPr/>
          </p:nvSpPr>
          <p:spPr>
            <a:xfrm>
              <a:off x="4399262" y="470989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12547">
                <a:alpha val="100000"/>
              </a:srgbClr>
            </a:solidFill>
            <a:ln w="5420" cap="flat">
              <a:solidFill>
                <a:srgbClr val="31254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25" name="pg2425"/>
            <p:cNvSpPr/>
            <p:nvPr/>
          </p:nvSpPr>
          <p:spPr>
            <a:xfrm>
              <a:off x="4410900" y="470989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12548">
                <a:alpha val="100000"/>
              </a:srgbClr>
            </a:solidFill>
            <a:ln w="5420" cap="flat">
              <a:solidFill>
                <a:srgbClr val="31254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26" name="pg2426"/>
            <p:cNvSpPr/>
            <p:nvPr/>
          </p:nvSpPr>
          <p:spPr>
            <a:xfrm>
              <a:off x="4422537" y="470989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22649">
                <a:alpha val="100000"/>
              </a:srgbClr>
            </a:solidFill>
            <a:ln w="5420" cap="flat">
              <a:solidFill>
                <a:srgbClr val="32264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27" name="pg2427"/>
            <p:cNvSpPr/>
            <p:nvPr/>
          </p:nvSpPr>
          <p:spPr>
            <a:xfrm>
              <a:off x="4434174" y="470989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4274C">
                <a:alpha val="100000"/>
              </a:srgbClr>
            </a:solidFill>
            <a:ln w="5420" cap="flat">
              <a:solidFill>
                <a:srgbClr val="34274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28" name="pg2428"/>
            <p:cNvSpPr/>
            <p:nvPr/>
          </p:nvSpPr>
          <p:spPr>
            <a:xfrm>
              <a:off x="3084244" y="472419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99F">
                <a:alpha val="100000"/>
              </a:srgbClr>
            </a:solidFill>
            <a:ln w="5420" cap="flat">
              <a:solidFill>
                <a:srgbClr val="3A69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29" name="pg2429"/>
            <p:cNvSpPr/>
            <p:nvPr/>
          </p:nvSpPr>
          <p:spPr>
            <a:xfrm>
              <a:off x="3095881" y="472419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A9F">
                <a:alpha val="100000"/>
              </a:srgbClr>
            </a:solidFill>
            <a:ln w="5420" cap="flat">
              <a:solidFill>
                <a:srgbClr val="3A6A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30" name="pg2430"/>
            <p:cNvSpPr/>
            <p:nvPr/>
          </p:nvSpPr>
          <p:spPr>
            <a:xfrm>
              <a:off x="3433364" y="472419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888A6">
                <a:alpha val="100000"/>
              </a:srgbClr>
            </a:solidFill>
            <a:ln w="5420" cap="flat">
              <a:solidFill>
                <a:srgbClr val="3888A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31" name="pg2431"/>
            <p:cNvSpPr/>
            <p:nvPr/>
          </p:nvSpPr>
          <p:spPr>
            <a:xfrm>
              <a:off x="3445001" y="472419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888A6">
                <a:alpha val="100000"/>
              </a:srgbClr>
            </a:solidFill>
            <a:ln w="5420" cap="flat">
              <a:solidFill>
                <a:srgbClr val="3888A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32" name="pg2432"/>
            <p:cNvSpPr/>
            <p:nvPr/>
          </p:nvSpPr>
          <p:spPr>
            <a:xfrm>
              <a:off x="3456639" y="472419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887A6">
                <a:alpha val="100000"/>
              </a:srgbClr>
            </a:solidFill>
            <a:ln w="5420" cap="flat">
              <a:solidFill>
                <a:srgbClr val="3887A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33" name="pg2433"/>
            <p:cNvSpPr/>
            <p:nvPr/>
          </p:nvSpPr>
          <p:spPr>
            <a:xfrm>
              <a:off x="3468276" y="472419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887A6">
                <a:alpha val="100000"/>
              </a:srgbClr>
            </a:solidFill>
            <a:ln w="5420" cap="flat">
              <a:solidFill>
                <a:srgbClr val="3887A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34" name="pg2434"/>
            <p:cNvSpPr/>
            <p:nvPr/>
          </p:nvSpPr>
          <p:spPr>
            <a:xfrm>
              <a:off x="3479913" y="472419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887A6">
                <a:alpha val="100000"/>
              </a:srgbClr>
            </a:solidFill>
            <a:ln w="5420" cap="flat">
              <a:solidFill>
                <a:srgbClr val="3887A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35" name="pg2435"/>
            <p:cNvSpPr/>
            <p:nvPr/>
          </p:nvSpPr>
          <p:spPr>
            <a:xfrm>
              <a:off x="3491551" y="472419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87A6">
                <a:alpha val="100000"/>
              </a:srgbClr>
            </a:solidFill>
            <a:ln w="5420" cap="flat">
              <a:solidFill>
                <a:srgbClr val="3987A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36" name="pg2436"/>
            <p:cNvSpPr/>
            <p:nvPr/>
          </p:nvSpPr>
          <p:spPr>
            <a:xfrm>
              <a:off x="3503188" y="472419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87A6">
                <a:alpha val="100000"/>
              </a:srgbClr>
            </a:solidFill>
            <a:ln w="5420" cap="flat">
              <a:solidFill>
                <a:srgbClr val="3987A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37" name="pg2437"/>
            <p:cNvSpPr/>
            <p:nvPr/>
          </p:nvSpPr>
          <p:spPr>
            <a:xfrm>
              <a:off x="3514825" y="472419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87A6">
                <a:alpha val="100000"/>
              </a:srgbClr>
            </a:solidFill>
            <a:ln w="5420" cap="flat">
              <a:solidFill>
                <a:srgbClr val="3987A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38" name="pg2438"/>
            <p:cNvSpPr/>
            <p:nvPr/>
          </p:nvSpPr>
          <p:spPr>
            <a:xfrm>
              <a:off x="3526463" y="472419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86A5">
                <a:alpha val="100000"/>
              </a:srgbClr>
            </a:solidFill>
            <a:ln w="5420" cap="flat">
              <a:solidFill>
                <a:srgbClr val="3986A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39" name="pg2439"/>
            <p:cNvSpPr/>
            <p:nvPr/>
          </p:nvSpPr>
          <p:spPr>
            <a:xfrm>
              <a:off x="3538100" y="472419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86A5">
                <a:alpha val="100000"/>
              </a:srgbClr>
            </a:solidFill>
            <a:ln w="5420" cap="flat">
              <a:solidFill>
                <a:srgbClr val="3986A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40" name="pg2440"/>
            <p:cNvSpPr/>
            <p:nvPr/>
          </p:nvSpPr>
          <p:spPr>
            <a:xfrm>
              <a:off x="3549737" y="472419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86A5">
                <a:alpha val="100000"/>
              </a:srgbClr>
            </a:solidFill>
            <a:ln w="5420" cap="flat">
              <a:solidFill>
                <a:srgbClr val="3986A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41" name="pg2441"/>
            <p:cNvSpPr/>
            <p:nvPr/>
          </p:nvSpPr>
          <p:spPr>
            <a:xfrm>
              <a:off x="3561375" y="472419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85A5">
                <a:alpha val="100000"/>
              </a:srgbClr>
            </a:solidFill>
            <a:ln w="5420" cap="flat">
              <a:solidFill>
                <a:srgbClr val="3985A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42" name="pg2442"/>
            <p:cNvSpPr/>
            <p:nvPr/>
          </p:nvSpPr>
          <p:spPr>
            <a:xfrm>
              <a:off x="3573012" y="472419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84A5">
                <a:alpha val="100000"/>
              </a:srgbClr>
            </a:solidFill>
            <a:ln w="5420" cap="flat">
              <a:solidFill>
                <a:srgbClr val="3984A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43" name="pg2443"/>
            <p:cNvSpPr/>
            <p:nvPr/>
          </p:nvSpPr>
          <p:spPr>
            <a:xfrm>
              <a:off x="3584649" y="472419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83A5">
                <a:alpha val="100000"/>
              </a:srgbClr>
            </a:solidFill>
            <a:ln w="5420" cap="flat">
              <a:solidFill>
                <a:srgbClr val="3983A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44" name="pg2444"/>
            <p:cNvSpPr/>
            <p:nvPr/>
          </p:nvSpPr>
          <p:spPr>
            <a:xfrm>
              <a:off x="3596287" y="472419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81A4">
                <a:alpha val="100000"/>
              </a:srgbClr>
            </a:solidFill>
            <a:ln w="5420" cap="flat">
              <a:solidFill>
                <a:srgbClr val="3981A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45" name="pg2445"/>
            <p:cNvSpPr/>
            <p:nvPr/>
          </p:nvSpPr>
          <p:spPr>
            <a:xfrm>
              <a:off x="3607924" y="472419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FA4">
                <a:alpha val="100000"/>
              </a:srgbClr>
            </a:solidFill>
            <a:ln w="5420" cap="flat">
              <a:solidFill>
                <a:srgbClr val="3A7FA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46" name="pg2446"/>
            <p:cNvSpPr/>
            <p:nvPr/>
          </p:nvSpPr>
          <p:spPr>
            <a:xfrm>
              <a:off x="3619561" y="472419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EA4">
                <a:alpha val="100000"/>
              </a:srgbClr>
            </a:solidFill>
            <a:ln w="5420" cap="flat">
              <a:solidFill>
                <a:srgbClr val="3A7EA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47" name="pg2447"/>
            <p:cNvSpPr/>
            <p:nvPr/>
          </p:nvSpPr>
          <p:spPr>
            <a:xfrm>
              <a:off x="3631199" y="472419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CA3">
                <a:alpha val="100000"/>
              </a:srgbClr>
            </a:solidFill>
            <a:ln w="5420" cap="flat">
              <a:solidFill>
                <a:srgbClr val="3A7CA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48" name="pg2448"/>
            <p:cNvSpPr/>
            <p:nvPr/>
          </p:nvSpPr>
          <p:spPr>
            <a:xfrm>
              <a:off x="3642836" y="472419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AA3">
                <a:alpha val="100000"/>
              </a:srgbClr>
            </a:solidFill>
            <a:ln w="5420" cap="flat">
              <a:solidFill>
                <a:srgbClr val="3A7AA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49" name="pg2449"/>
            <p:cNvSpPr/>
            <p:nvPr/>
          </p:nvSpPr>
          <p:spPr>
            <a:xfrm>
              <a:off x="3654473" y="472419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AA3">
                <a:alpha val="100000"/>
              </a:srgbClr>
            </a:solidFill>
            <a:ln w="5420" cap="flat">
              <a:solidFill>
                <a:srgbClr val="3A7AA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50" name="pg2450"/>
            <p:cNvSpPr/>
            <p:nvPr/>
          </p:nvSpPr>
          <p:spPr>
            <a:xfrm>
              <a:off x="3666111" y="472419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AA3">
                <a:alpha val="100000"/>
              </a:srgbClr>
            </a:solidFill>
            <a:ln w="5420" cap="flat">
              <a:solidFill>
                <a:srgbClr val="3A7AA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51" name="pg2451"/>
            <p:cNvSpPr/>
            <p:nvPr/>
          </p:nvSpPr>
          <p:spPr>
            <a:xfrm>
              <a:off x="3677748" y="472419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9A3">
                <a:alpha val="100000"/>
              </a:srgbClr>
            </a:solidFill>
            <a:ln w="5420" cap="flat">
              <a:solidFill>
                <a:srgbClr val="3A79A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52" name="pg2452"/>
            <p:cNvSpPr/>
            <p:nvPr/>
          </p:nvSpPr>
          <p:spPr>
            <a:xfrm>
              <a:off x="3689385" y="472419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9A3">
                <a:alpha val="100000"/>
              </a:srgbClr>
            </a:solidFill>
            <a:ln w="5420" cap="flat">
              <a:solidFill>
                <a:srgbClr val="3A79A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53" name="pg2453"/>
            <p:cNvSpPr/>
            <p:nvPr/>
          </p:nvSpPr>
          <p:spPr>
            <a:xfrm>
              <a:off x="3701023" y="472419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9A3">
                <a:alpha val="100000"/>
              </a:srgbClr>
            </a:solidFill>
            <a:ln w="5420" cap="flat">
              <a:solidFill>
                <a:srgbClr val="3A79A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54" name="pg2454"/>
            <p:cNvSpPr/>
            <p:nvPr/>
          </p:nvSpPr>
          <p:spPr>
            <a:xfrm>
              <a:off x="3712660" y="472419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8A2">
                <a:alpha val="100000"/>
              </a:srgbClr>
            </a:solidFill>
            <a:ln w="5420" cap="flat">
              <a:solidFill>
                <a:srgbClr val="3A78A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55" name="pg2455"/>
            <p:cNvSpPr/>
            <p:nvPr/>
          </p:nvSpPr>
          <p:spPr>
            <a:xfrm>
              <a:off x="3724297" y="472419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8A2">
                <a:alpha val="100000"/>
              </a:srgbClr>
            </a:solidFill>
            <a:ln w="5420" cap="flat">
              <a:solidFill>
                <a:srgbClr val="3A78A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56" name="pg2456"/>
            <p:cNvSpPr/>
            <p:nvPr/>
          </p:nvSpPr>
          <p:spPr>
            <a:xfrm>
              <a:off x="3735935" y="472419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6A2">
                <a:alpha val="100000"/>
              </a:srgbClr>
            </a:solidFill>
            <a:ln w="5420" cap="flat">
              <a:solidFill>
                <a:srgbClr val="3A76A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57" name="pg2457"/>
            <p:cNvSpPr/>
            <p:nvPr/>
          </p:nvSpPr>
          <p:spPr>
            <a:xfrm>
              <a:off x="3747572" y="472419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5A2">
                <a:alpha val="100000"/>
              </a:srgbClr>
            </a:solidFill>
            <a:ln w="5420" cap="flat">
              <a:solidFill>
                <a:srgbClr val="3A75A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58" name="pg2458"/>
            <p:cNvSpPr/>
            <p:nvPr/>
          </p:nvSpPr>
          <p:spPr>
            <a:xfrm>
              <a:off x="3759209" y="472419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72A1">
                <a:alpha val="100000"/>
              </a:srgbClr>
            </a:solidFill>
            <a:ln w="5420" cap="flat">
              <a:solidFill>
                <a:srgbClr val="3B72A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59" name="pg2459"/>
            <p:cNvSpPr/>
            <p:nvPr/>
          </p:nvSpPr>
          <p:spPr>
            <a:xfrm>
              <a:off x="3770847" y="472419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70A0">
                <a:alpha val="100000"/>
              </a:srgbClr>
            </a:solidFill>
            <a:ln w="5420" cap="flat">
              <a:solidFill>
                <a:srgbClr val="3B70A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60" name="pg2460"/>
            <p:cNvSpPr/>
            <p:nvPr/>
          </p:nvSpPr>
          <p:spPr>
            <a:xfrm>
              <a:off x="3782484" y="472419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EA0">
                <a:alpha val="100000"/>
              </a:srgbClr>
            </a:solidFill>
            <a:ln w="5420" cap="flat">
              <a:solidFill>
                <a:srgbClr val="3A6EA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61" name="pg2461"/>
            <p:cNvSpPr/>
            <p:nvPr/>
          </p:nvSpPr>
          <p:spPr>
            <a:xfrm>
              <a:off x="3794121" y="472419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B9F">
                <a:alpha val="100000"/>
              </a:srgbClr>
            </a:solidFill>
            <a:ln w="5420" cap="flat">
              <a:solidFill>
                <a:srgbClr val="3A6B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62" name="pg2462"/>
            <p:cNvSpPr/>
            <p:nvPr/>
          </p:nvSpPr>
          <p:spPr>
            <a:xfrm>
              <a:off x="3805759" y="472419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99F">
                <a:alpha val="100000"/>
              </a:srgbClr>
            </a:solidFill>
            <a:ln w="5420" cap="flat">
              <a:solidFill>
                <a:srgbClr val="3A69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63" name="pg2463"/>
            <p:cNvSpPr/>
            <p:nvPr/>
          </p:nvSpPr>
          <p:spPr>
            <a:xfrm>
              <a:off x="3817396" y="472419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79E">
                <a:alpha val="100000"/>
              </a:srgbClr>
            </a:solidFill>
            <a:ln w="5420" cap="flat">
              <a:solidFill>
                <a:srgbClr val="3A67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64" name="pg2464"/>
            <p:cNvSpPr/>
            <p:nvPr/>
          </p:nvSpPr>
          <p:spPr>
            <a:xfrm>
              <a:off x="3829033" y="472419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49E">
                <a:alpha val="100000"/>
              </a:srgbClr>
            </a:solidFill>
            <a:ln w="5420" cap="flat">
              <a:solidFill>
                <a:srgbClr val="3A64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65" name="pg2465"/>
            <p:cNvSpPr/>
            <p:nvPr/>
          </p:nvSpPr>
          <p:spPr>
            <a:xfrm>
              <a:off x="3840671" y="472419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29D">
                <a:alpha val="100000"/>
              </a:srgbClr>
            </a:solidFill>
            <a:ln w="5420" cap="flat">
              <a:solidFill>
                <a:srgbClr val="3A62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66" name="pg2466"/>
            <p:cNvSpPr/>
            <p:nvPr/>
          </p:nvSpPr>
          <p:spPr>
            <a:xfrm>
              <a:off x="3852308" y="472419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609D">
                <a:alpha val="100000"/>
              </a:srgbClr>
            </a:solidFill>
            <a:ln w="5420" cap="flat">
              <a:solidFill>
                <a:srgbClr val="3960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67" name="pg2467"/>
            <p:cNvSpPr/>
            <p:nvPr/>
          </p:nvSpPr>
          <p:spPr>
            <a:xfrm>
              <a:off x="3863945" y="472419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5D9C">
                <a:alpha val="100000"/>
              </a:srgbClr>
            </a:solidFill>
            <a:ln w="5420" cap="flat">
              <a:solidFill>
                <a:srgbClr val="395D9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68" name="pg2468"/>
            <p:cNvSpPr/>
            <p:nvPr/>
          </p:nvSpPr>
          <p:spPr>
            <a:xfrm>
              <a:off x="3875583" y="472419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5997">
                <a:alpha val="100000"/>
              </a:srgbClr>
            </a:solidFill>
            <a:ln w="5420" cap="flat">
              <a:solidFill>
                <a:srgbClr val="3A599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69" name="pg2469"/>
            <p:cNvSpPr/>
            <p:nvPr/>
          </p:nvSpPr>
          <p:spPr>
            <a:xfrm>
              <a:off x="3887220" y="472419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5794">
                <a:alpha val="100000"/>
              </a:srgbClr>
            </a:solidFill>
            <a:ln w="5420" cap="flat">
              <a:solidFill>
                <a:srgbClr val="3A579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70" name="pg2470"/>
            <p:cNvSpPr/>
            <p:nvPr/>
          </p:nvSpPr>
          <p:spPr>
            <a:xfrm>
              <a:off x="3898857" y="472419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5591">
                <a:alpha val="100000"/>
              </a:srgbClr>
            </a:solidFill>
            <a:ln w="5420" cap="flat">
              <a:solidFill>
                <a:srgbClr val="3B559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71" name="pg2471"/>
            <p:cNvSpPr/>
            <p:nvPr/>
          </p:nvSpPr>
          <p:spPr>
            <a:xfrm>
              <a:off x="3910495" y="472419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548F">
                <a:alpha val="100000"/>
              </a:srgbClr>
            </a:solidFill>
            <a:ln w="5420" cap="flat">
              <a:solidFill>
                <a:srgbClr val="3B548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72" name="pg2472"/>
            <p:cNvSpPr/>
            <p:nvPr/>
          </p:nvSpPr>
          <p:spPr>
            <a:xfrm>
              <a:off x="3922132" y="472419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528D">
                <a:alpha val="100000"/>
              </a:srgbClr>
            </a:solidFill>
            <a:ln w="5420" cap="flat">
              <a:solidFill>
                <a:srgbClr val="3B528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73" name="pg2473"/>
            <p:cNvSpPr/>
            <p:nvPr/>
          </p:nvSpPr>
          <p:spPr>
            <a:xfrm>
              <a:off x="3933769" y="472419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518B">
                <a:alpha val="100000"/>
              </a:srgbClr>
            </a:solidFill>
            <a:ln w="5420" cap="flat">
              <a:solidFill>
                <a:srgbClr val="3B518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74" name="pg2474"/>
            <p:cNvSpPr/>
            <p:nvPr/>
          </p:nvSpPr>
          <p:spPr>
            <a:xfrm>
              <a:off x="3945407" y="472419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5089">
                <a:alpha val="100000"/>
              </a:srgbClr>
            </a:solidFill>
            <a:ln w="5420" cap="flat">
              <a:solidFill>
                <a:srgbClr val="3B508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75" name="pg2475"/>
            <p:cNvSpPr/>
            <p:nvPr/>
          </p:nvSpPr>
          <p:spPr>
            <a:xfrm>
              <a:off x="3957044" y="472419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4F87">
                <a:alpha val="100000"/>
              </a:srgbClr>
            </a:solidFill>
            <a:ln w="5420" cap="flat">
              <a:solidFill>
                <a:srgbClr val="3B4F8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76" name="pg2476"/>
            <p:cNvSpPr/>
            <p:nvPr/>
          </p:nvSpPr>
          <p:spPr>
            <a:xfrm>
              <a:off x="3968681" y="472419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4E86">
                <a:alpha val="100000"/>
              </a:srgbClr>
            </a:solidFill>
            <a:ln w="5420" cap="flat">
              <a:solidFill>
                <a:srgbClr val="3B4E8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77" name="pg2477"/>
            <p:cNvSpPr/>
            <p:nvPr/>
          </p:nvSpPr>
          <p:spPr>
            <a:xfrm>
              <a:off x="3980318" y="472419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D85">
                <a:alpha val="100000"/>
              </a:srgbClr>
            </a:solidFill>
            <a:ln w="5420" cap="flat">
              <a:solidFill>
                <a:srgbClr val="3C4D8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78" name="pg2478"/>
            <p:cNvSpPr/>
            <p:nvPr/>
          </p:nvSpPr>
          <p:spPr>
            <a:xfrm>
              <a:off x="4085054" y="472419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C83">
                <a:alpha val="100000"/>
              </a:srgbClr>
            </a:solidFill>
            <a:ln w="5420" cap="flat">
              <a:solidFill>
                <a:srgbClr val="3C4C8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79" name="pg2479"/>
            <p:cNvSpPr/>
            <p:nvPr/>
          </p:nvSpPr>
          <p:spPr>
            <a:xfrm>
              <a:off x="4096692" y="472419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C83">
                <a:alpha val="100000"/>
              </a:srgbClr>
            </a:solidFill>
            <a:ln w="5420" cap="flat">
              <a:solidFill>
                <a:srgbClr val="3C4C8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80" name="pg2480"/>
            <p:cNvSpPr/>
            <p:nvPr/>
          </p:nvSpPr>
          <p:spPr>
            <a:xfrm>
              <a:off x="4108329" y="472419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B83">
                <a:alpha val="100000"/>
              </a:srgbClr>
            </a:solidFill>
            <a:ln w="5420" cap="flat">
              <a:solidFill>
                <a:srgbClr val="3C4B8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81" name="pg2481"/>
            <p:cNvSpPr/>
            <p:nvPr/>
          </p:nvSpPr>
          <p:spPr>
            <a:xfrm>
              <a:off x="4119966" y="472419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A81">
                <a:alpha val="100000"/>
              </a:srgbClr>
            </a:solidFill>
            <a:ln w="5420" cap="flat">
              <a:solidFill>
                <a:srgbClr val="3C4A8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82" name="pg2482"/>
            <p:cNvSpPr/>
            <p:nvPr/>
          </p:nvSpPr>
          <p:spPr>
            <a:xfrm>
              <a:off x="4131604" y="472419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A80">
                <a:alpha val="100000"/>
              </a:srgbClr>
            </a:solidFill>
            <a:ln w="5420" cap="flat">
              <a:solidFill>
                <a:srgbClr val="3C4A8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83" name="pg2483"/>
            <p:cNvSpPr/>
            <p:nvPr/>
          </p:nvSpPr>
          <p:spPr>
            <a:xfrm>
              <a:off x="4143241" y="472419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97F">
                <a:alpha val="100000"/>
              </a:srgbClr>
            </a:solidFill>
            <a:ln w="5420" cap="flat">
              <a:solidFill>
                <a:srgbClr val="3C497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84" name="pg2484"/>
            <p:cNvSpPr/>
            <p:nvPr/>
          </p:nvSpPr>
          <p:spPr>
            <a:xfrm>
              <a:off x="4154878" y="472419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87E">
                <a:alpha val="100000"/>
              </a:srgbClr>
            </a:solidFill>
            <a:ln w="5420" cap="flat">
              <a:solidFill>
                <a:srgbClr val="3C487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85" name="pg2485"/>
            <p:cNvSpPr/>
            <p:nvPr/>
          </p:nvSpPr>
          <p:spPr>
            <a:xfrm>
              <a:off x="4387625" y="472419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3264C">
                <a:alpha val="100000"/>
              </a:srgbClr>
            </a:solidFill>
            <a:ln w="5420" cap="flat">
              <a:solidFill>
                <a:srgbClr val="33264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86" name="pg2486"/>
            <p:cNvSpPr/>
            <p:nvPr/>
          </p:nvSpPr>
          <p:spPr>
            <a:xfrm>
              <a:off x="4399262" y="472419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3264B">
                <a:alpha val="100000"/>
              </a:srgbClr>
            </a:solidFill>
            <a:ln w="5420" cap="flat">
              <a:solidFill>
                <a:srgbClr val="33264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87" name="pg2487"/>
            <p:cNvSpPr/>
            <p:nvPr/>
          </p:nvSpPr>
          <p:spPr>
            <a:xfrm>
              <a:off x="4410900" y="472419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3264B">
                <a:alpha val="100000"/>
              </a:srgbClr>
            </a:solidFill>
            <a:ln w="5420" cap="flat">
              <a:solidFill>
                <a:srgbClr val="33264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88" name="pg2488"/>
            <p:cNvSpPr/>
            <p:nvPr/>
          </p:nvSpPr>
          <p:spPr>
            <a:xfrm>
              <a:off x="4422537" y="472419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4274C">
                <a:alpha val="100000"/>
              </a:srgbClr>
            </a:solidFill>
            <a:ln w="5420" cap="flat">
              <a:solidFill>
                <a:srgbClr val="34274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89" name="pg2489"/>
            <p:cNvSpPr/>
            <p:nvPr/>
          </p:nvSpPr>
          <p:spPr>
            <a:xfrm>
              <a:off x="4434174" y="472419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5284F">
                <a:alpha val="100000"/>
              </a:srgbClr>
            </a:solidFill>
            <a:ln w="5420" cap="flat">
              <a:solidFill>
                <a:srgbClr val="35284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90" name="pg2490"/>
            <p:cNvSpPr/>
            <p:nvPr/>
          </p:nvSpPr>
          <p:spPr>
            <a:xfrm>
              <a:off x="3072607" y="473849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79E">
                <a:alpha val="100000"/>
              </a:srgbClr>
            </a:solidFill>
            <a:ln w="5420" cap="flat">
              <a:solidFill>
                <a:srgbClr val="3A67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91" name="pg2491"/>
            <p:cNvSpPr/>
            <p:nvPr/>
          </p:nvSpPr>
          <p:spPr>
            <a:xfrm>
              <a:off x="3084244" y="473849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79E">
                <a:alpha val="100000"/>
              </a:srgbClr>
            </a:solidFill>
            <a:ln w="5420" cap="flat">
              <a:solidFill>
                <a:srgbClr val="3A67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92" name="pg2492"/>
            <p:cNvSpPr/>
            <p:nvPr/>
          </p:nvSpPr>
          <p:spPr>
            <a:xfrm>
              <a:off x="3095881" y="473849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89F">
                <a:alpha val="100000"/>
              </a:srgbClr>
            </a:solidFill>
            <a:ln w="5420" cap="flat">
              <a:solidFill>
                <a:srgbClr val="3A68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93" name="pg2493"/>
            <p:cNvSpPr/>
            <p:nvPr/>
          </p:nvSpPr>
          <p:spPr>
            <a:xfrm>
              <a:off x="3107519" y="473849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A9F">
                <a:alpha val="100000"/>
              </a:srgbClr>
            </a:solidFill>
            <a:ln w="5420" cap="flat">
              <a:solidFill>
                <a:srgbClr val="3A6A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94" name="pg2494"/>
            <p:cNvSpPr/>
            <p:nvPr/>
          </p:nvSpPr>
          <p:spPr>
            <a:xfrm>
              <a:off x="3119156" y="473849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B9F">
                <a:alpha val="100000"/>
              </a:srgbClr>
            </a:solidFill>
            <a:ln w="5420" cap="flat">
              <a:solidFill>
                <a:srgbClr val="3A6B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95" name="pg2495"/>
            <p:cNvSpPr/>
            <p:nvPr/>
          </p:nvSpPr>
          <p:spPr>
            <a:xfrm>
              <a:off x="3433364" y="473849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889A6">
                <a:alpha val="100000"/>
              </a:srgbClr>
            </a:solidFill>
            <a:ln w="5420" cap="flat">
              <a:solidFill>
                <a:srgbClr val="3889A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96" name="pg2496"/>
            <p:cNvSpPr/>
            <p:nvPr/>
          </p:nvSpPr>
          <p:spPr>
            <a:xfrm>
              <a:off x="3445001" y="473849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888A6">
                <a:alpha val="100000"/>
              </a:srgbClr>
            </a:solidFill>
            <a:ln w="5420" cap="flat">
              <a:solidFill>
                <a:srgbClr val="3888A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97" name="pg2497"/>
            <p:cNvSpPr/>
            <p:nvPr/>
          </p:nvSpPr>
          <p:spPr>
            <a:xfrm>
              <a:off x="3456639" y="473849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888A6">
                <a:alpha val="100000"/>
              </a:srgbClr>
            </a:solidFill>
            <a:ln w="5420" cap="flat">
              <a:solidFill>
                <a:srgbClr val="3888A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98" name="pg2498"/>
            <p:cNvSpPr/>
            <p:nvPr/>
          </p:nvSpPr>
          <p:spPr>
            <a:xfrm>
              <a:off x="3468276" y="473849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888A6">
                <a:alpha val="100000"/>
              </a:srgbClr>
            </a:solidFill>
            <a:ln w="5420" cap="flat">
              <a:solidFill>
                <a:srgbClr val="3888A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99" name="pg2499"/>
            <p:cNvSpPr/>
            <p:nvPr/>
          </p:nvSpPr>
          <p:spPr>
            <a:xfrm>
              <a:off x="3479913" y="473849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888A6">
                <a:alpha val="100000"/>
              </a:srgbClr>
            </a:solidFill>
            <a:ln w="5420" cap="flat">
              <a:solidFill>
                <a:srgbClr val="3888A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00" name="pg2500"/>
            <p:cNvSpPr/>
            <p:nvPr/>
          </p:nvSpPr>
          <p:spPr>
            <a:xfrm>
              <a:off x="3491551" y="473849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888A6">
                <a:alpha val="100000"/>
              </a:srgbClr>
            </a:solidFill>
            <a:ln w="5420" cap="flat">
              <a:solidFill>
                <a:srgbClr val="3888A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01" name="pg2501"/>
            <p:cNvSpPr/>
            <p:nvPr/>
          </p:nvSpPr>
          <p:spPr>
            <a:xfrm>
              <a:off x="3503188" y="473849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888A6">
                <a:alpha val="100000"/>
              </a:srgbClr>
            </a:solidFill>
            <a:ln w="5420" cap="flat">
              <a:solidFill>
                <a:srgbClr val="3888A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02" name="pg2502"/>
            <p:cNvSpPr/>
            <p:nvPr/>
          </p:nvSpPr>
          <p:spPr>
            <a:xfrm>
              <a:off x="3514825" y="473849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888A6">
                <a:alpha val="100000"/>
              </a:srgbClr>
            </a:solidFill>
            <a:ln w="5420" cap="flat">
              <a:solidFill>
                <a:srgbClr val="3888A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03" name="pg2503"/>
            <p:cNvSpPr/>
            <p:nvPr/>
          </p:nvSpPr>
          <p:spPr>
            <a:xfrm>
              <a:off x="3526463" y="473849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888A6">
                <a:alpha val="100000"/>
              </a:srgbClr>
            </a:solidFill>
            <a:ln w="5420" cap="flat">
              <a:solidFill>
                <a:srgbClr val="3888A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04" name="pg2504"/>
            <p:cNvSpPr/>
            <p:nvPr/>
          </p:nvSpPr>
          <p:spPr>
            <a:xfrm>
              <a:off x="3538100" y="473849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887A6">
                <a:alpha val="100000"/>
              </a:srgbClr>
            </a:solidFill>
            <a:ln w="5420" cap="flat">
              <a:solidFill>
                <a:srgbClr val="3887A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05" name="pg2505"/>
            <p:cNvSpPr/>
            <p:nvPr/>
          </p:nvSpPr>
          <p:spPr>
            <a:xfrm>
              <a:off x="3549737" y="473849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887A6">
                <a:alpha val="100000"/>
              </a:srgbClr>
            </a:solidFill>
            <a:ln w="5420" cap="flat">
              <a:solidFill>
                <a:srgbClr val="3887A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06" name="pg2506"/>
            <p:cNvSpPr/>
            <p:nvPr/>
          </p:nvSpPr>
          <p:spPr>
            <a:xfrm>
              <a:off x="3561375" y="473849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86A5">
                <a:alpha val="100000"/>
              </a:srgbClr>
            </a:solidFill>
            <a:ln w="5420" cap="flat">
              <a:solidFill>
                <a:srgbClr val="3986A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07" name="pg2507"/>
            <p:cNvSpPr/>
            <p:nvPr/>
          </p:nvSpPr>
          <p:spPr>
            <a:xfrm>
              <a:off x="3573012" y="473849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85A5">
                <a:alpha val="100000"/>
              </a:srgbClr>
            </a:solidFill>
            <a:ln w="5420" cap="flat">
              <a:solidFill>
                <a:srgbClr val="3985A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08" name="pg2508"/>
            <p:cNvSpPr/>
            <p:nvPr/>
          </p:nvSpPr>
          <p:spPr>
            <a:xfrm>
              <a:off x="3584649" y="473849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84A5">
                <a:alpha val="100000"/>
              </a:srgbClr>
            </a:solidFill>
            <a:ln w="5420" cap="flat">
              <a:solidFill>
                <a:srgbClr val="3984A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09" name="pg2509"/>
            <p:cNvSpPr/>
            <p:nvPr/>
          </p:nvSpPr>
          <p:spPr>
            <a:xfrm>
              <a:off x="3689385" y="473849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9A3">
                <a:alpha val="100000"/>
              </a:srgbClr>
            </a:solidFill>
            <a:ln w="5420" cap="flat">
              <a:solidFill>
                <a:srgbClr val="3A79A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10" name="pg2510"/>
            <p:cNvSpPr/>
            <p:nvPr/>
          </p:nvSpPr>
          <p:spPr>
            <a:xfrm>
              <a:off x="3701023" y="473849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9A2">
                <a:alpha val="100000"/>
              </a:srgbClr>
            </a:solidFill>
            <a:ln w="5420" cap="flat">
              <a:solidFill>
                <a:srgbClr val="3A79A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11" name="pg2511"/>
            <p:cNvSpPr/>
            <p:nvPr/>
          </p:nvSpPr>
          <p:spPr>
            <a:xfrm>
              <a:off x="3712660" y="473849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8A2">
                <a:alpha val="100000"/>
              </a:srgbClr>
            </a:solidFill>
            <a:ln w="5420" cap="flat">
              <a:solidFill>
                <a:srgbClr val="3A78A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12" name="pg2512"/>
            <p:cNvSpPr/>
            <p:nvPr/>
          </p:nvSpPr>
          <p:spPr>
            <a:xfrm>
              <a:off x="3724297" y="473849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7A2">
                <a:alpha val="100000"/>
              </a:srgbClr>
            </a:solidFill>
            <a:ln w="5420" cap="flat">
              <a:solidFill>
                <a:srgbClr val="3A77A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13" name="pg2513"/>
            <p:cNvSpPr/>
            <p:nvPr/>
          </p:nvSpPr>
          <p:spPr>
            <a:xfrm>
              <a:off x="3735935" y="473849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6A2">
                <a:alpha val="100000"/>
              </a:srgbClr>
            </a:solidFill>
            <a:ln w="5420" cap="flat">
              <a:solidFill>
                <a:srgbClr val="3A76A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14" name="pg2514"/>
            <p:cNvSpPr/>
            <p:nvPr/>
          </p:nvSpPr>
          <p:spPr>
            <a:xfrm>
              <a:off x="3747572" y="473849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5A2">
                <a:alpha val="100000"/>
              </a:srgbClr>
            </a:solidFill>
            <a:ln w="5420" cap="flat">
              <a:solidFill>
                <a:srgbClr val="3A75A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15" name="pg2515"/>
            <p:cNvSpPr/>
            <p:nvPr/>
          </p:nvSpPr>
          <p:spPr>
            <a:xfrm>
              <a:off x="3759209" y="473849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71A1">
                <a:alpha val="100000"/>
              </a:srgbClr>
            </a:solidFill>
            <a:ln w="5420" cap="flat">
              <a:solidFill>
                <a:srgbClr val="3B71A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16" name="pg2516"/>
            <p:cNvSpPr/>
            <p:nvPr/>
          </p:nvSpPr>
          <p:spPr>
            <a:xfrm>
              <a:off x="3770847" y="473849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70A0">
                <a:alpha val="100000"/>
              </a:srgbClr>
            </a:solidFill>
            <a:ln w="5420" cap="flat">
              <a:solidFill>
                <a:srgbClr val="3B70A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17" name="pg2517"/>
            <p:cNvSpPr/>
            <p:nvPr/>
          </p:nvSpPr>
          <p:spPr>
            <a:xfrm>
              <a:off x="3782484" y="473849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DA0">
                <a:alpha val="100000"/>
              </a:srgbClr>
            </a:solidFill>
            <a:ln w="5420" cap="flat">
              <a:solidFill>
                <a:srgbClr val="3A6DA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18" name="pg2518"/>
            <p:cNvSpPr/>
            <p:nvPr/>
          </p:nvSpPr>
          <p:spPr>
            <a:xfrm>
              <a:off x="3794121" y="473849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B9F">
                <a:alpha val="100000"/>
              </a:srgbClr>
            </a:solidFill>
            <a:ln w="5420" cap="flat">
              <a:solidFill>
                <a:srgbClr val="3A6B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19" name="pg2519"/>
            <p:cNvSpPr/>
            <p:nvPr/>
          </p:nvSpPr>
          <p:spPr>
            <a:xfrm>
              <a:off x="3898857" y="473849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5590">
                <a:alpha val="100000"/>
              </a:srgbClr>
            </a:solidFill>
            <a:ln w="5420" cap="flat">
              <a:solidFill>
                <a:srgbClr val="3B559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20" name="pg2520"/>
            <p:cNvSpPr/>
            <p:nvPr/>
          </p:nvSpPr>
          <p:spPr>
            <a:xfrm>
              <a:off x="3910495" y="473849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538E">
                <a:alpha val="100000"/>
              </a:srgbClr>
            </a:solidFill>
            <a:ln w="5420" cap="flat">
              <a:solidFill>
                <a:srgbClr val="3B538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21" name="pg2521"/>
            <p:cNvSpPr/>
            <p:nvPr/>
          </p:nvSpPr>
          <p:spPr>
            <a:xfrm>
              <a:off x="3922132" y="473849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528C">
                <a:alpha val="100000"/>
              </a:srgbClr>
            </a:solidFill>
            <a:ln w="5420" cap="flat">
              <a:solidFill>
                <a:srgbClr val="3B528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22" name="pg2522"/>
            <p:cNvSpPr/>
            <p:nvPr/>
          </p:nvSpPr>
          <p:spPr>
            <a:xfrm>
              <a:off x="3933769" y="473849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508A">
                <a:alpha val="100000"/>
              </a:srgbClr>
            </a:solidFill>
            <a:ln w="5420" cap="flat">
              <a:solidFill>
                <a:srgbClr val="3B508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23" name="pg2523"/>
            <p:cNvSpPr/>
            <p:nvPr/>
          </p:nvSpPr>
          <p:spPr>
            <a:xfrm>
              <a:off x="3945407" y="473849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4F88">
                <a:alpha val="100000"/>
              </a:srgbClr>
            </a:solidFill>
            <a:ln w="5420" cap="flat">
              <a:solidFill>
                <a:srgbClr val="3B4F8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24" name="pg2524"/>
            <p:cNvSpPr/>
            <p:nvPr/>
          </p:nvSpPr>
          <p:spPr>
            <a:xfrm>
              <a:off x="3957044" y="473849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4E86">
                <a:alpha val="100000"/>
              </a:srgbClr>
            </a:solidFill>
            <a:ln w="5420" cap="flat">
              <a:solidFill>
                <a:srgbClr val="3B4E8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25" name="pg2525"/>
            <p:cNvSpPr/>
            <p:nvPr/>
          </p:nvSpPr>
          <p:spPr>
            <a:xfrm>
              <a:off x="3968681" y="473849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D85">
                <a:alpha val="100000"/>
              </a:srgbClr>
            </a:solidFill>
            <a:ln w="5420" cap="flat">
              <a:solidFill>
                <a:srgbClr val="3C4D8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26" name="pg2526"/>
            <p:cNvSpPr/>
            <p:nvPr/>
          </p:nvSpPr>
          <p:spPr>
            <a:xfrm>
              <a:off x="3980318" y="473849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C84">
                <a:alpha val="100000"/>
              </a:srgbClr>
            </a:solidFill>
            <a:ln w="5420" cap="flat">
              <a:solidFill>
                <a:srgbClr val="3C4C8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27" name="pg2527"/>
            <p:cNvSpPr/>
            <p:nvPr/>
          </p:nvSpPr>
          <p:spPr>
            <a:xfrm>
              <a:off x="3991956" y="473849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C83">
                <a:alpha val="100000"/>
              </a:srgbClr>
            </a:solidFill>
            <a:ln w="5420" cap="flat">
              <a:solidFill>
                <a:srgbClr val="3C4C8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28" name="pg2528"/>
            <p:cNvSpPr/>
            <p:nvPr/>
          </p:nvSpPr>
          <p:spPr>
            <a:xfrm>
              <a:off x="4061780" y="473849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C84">
                <a:alpha val="100000"/>
              </a:srgbClr>
            </a:solidFill>
            <a:ln w="5420" cap="flat">
              <a:solidFill>
                <a:srgbClr val="3C4C8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29" name="pg2529"/>
            <p:cNvSpPr/>
            <p:nvPr/>
          </p:nvSpPr>
          <p:spPr>
            <a:xfrm>
              <a:off x="4073417" y="473849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C84">
                <a:alpha val="100000"/>
              </a:srgbClr>
            </a:solidFill>
            <a:ln w="5420" cap="flat">
              <a:solidFill>
                <a:srgbClr val="3C4C8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30" name="pg2530"/>
            <p:cNvSpPr/>
            <p:nvPr/>
          </p:nvSpPr>
          <p:spPr>
            <a:xfrm>
              <a:off x="4085054" y="473849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C84">
                <a:alpha val="100000"/>
              </a:srgbClr>
            </a:solidFill>
            <a:ln w="5420" cap="flat">
              <a:solidFill>
                <a:srgbClr val="3C4C8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31" name="pg2531"/>
            <p:cNvSpPr/>
            <p:nvPr/>
          </p:nvSpPr>
          <p:spPr>
            <a:xfrm>
              <a:off x="4096692" y="473849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C83">
                <a:alpha val="100000"/>
              </a:srgbClr>
            </a:solidFill>
            <a:ln w="5420" cap="flat">
              <a:solidFill>
                <a:srgbClr val="3C4C8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32" name="pg2532"/>
            <p:cNvSpPr/>
            <p:nvPr/>
          </p:nvSpPr>
          <p:spPr>
            <a:xfrm>
              <a:off x="4108329" y="473849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B83">
                <a:alpha val="100000"/>
              </a:srgbClr>
            </a:solidFill>
            <a:ln w="5420" cap="flat">
              <a:solidFill>
                <a:srgbClr val="3C4B8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33" name="pg2533"/>
            <p:cNvSpPr/>
            <p:nvPr/>
          </p:nvSpPr>
          <p:spPr>
            <a:xfrm>
              <a:off x="4119966" y="473849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A82">
                <a:alpha val="100000"/>
              </a:srgbClr>
            </a:solidFill>
            <a:ln w="5420" cap="flat">
              <a:solidFill>
                <a:srgbClr val="3C4A8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34" name="pg2534"/>
            <p:cNvSpPr/>
            <p:nvPr/>
          </p:nvSpPr>
          <p:spPr>
            <a:xfrm>
              <a:off x="4131604" y="473849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A81">
                <a:alpha val="100000"/>
              </a:srgbClr>
            </a:solidFill>
            <a:ln w="5420" cap="flat">
              <a:solidFill>
                <a:srgbClr val="3C4A8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35" name="pg2535"/>
            <p:cNvSpPr/>
            <p:nvPr/>
          </p:nvSpPr>
          <p:spPr>
            <a:xfrm>
              <a:off x="4143241" y="473849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980">
                <a:alpha val="100000"/>
              </a:srgbClr>
            </a:solidFill>
            <a:ln w="5420" cap="flat">
              <a:solidFill>
                <a:srgbClr val="3C498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36" name="pg2536"/>
            <p:cNvSpPr/>
            <p:nvPr/>
          </p:nvSpPr>
          <p:spPr>
            <a:xfrm>
              <a:off x="4154878" y="473849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87E">
                <a:alpha val="100000"/>
              </a:srgbClr>
            </a:solidFill>
            <a:ln w="5420" cap="flat">
              <a:solidFill>
                <a:srgbClr val="3C487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37" name="pg2537"/>
            <p:cNvSpPr/>
            <p:nvPr/>
          </p:nvSpPr>
          <p:spPr>
            <a:xfrm>
              <a:off x="4166516" y="473849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77D">
                <a:alpha val="100000"/>
              </a:srgbClr>
            </a:solidFill>
            <a:ln w="5420" cap="flat">
              <a:solidFill>
                <a:srgbClr val="3C477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38" name="pg2538"/>
            <p:cNvSpPr/>
            <p:nvPr/>
          </p:nvSpPr>
          <p:spPr>
            <a:xfrm>
              <a:off x="4178153" y="473849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67C">
                <a:alpha val="100000"/>
              </a:srgbClr>
            </a:solidFill>
            <a:ln w="5420" cap="flat">
              <a:solidFill>
                <a:srgbClr val="3C467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39" name="pg2539"/>
            <p:cNvSpPr/>
            <p:nvPr/>
          </p:nvSpPr>
          <p:spPr>
            <a:xfrm>
              <a:off x="4387625" y="473849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5284F">
                <a:alpha val="100000"/>
              </a:srgbClr>
            </a:solidFill>
            <a:ln w="5420" cap="flat">
              <a:solidFill>
                <a:srgbClr val="35284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40" name="pg2540"/>
            <p:cNvSpPr/>
            <p:nvPr/>
          </p:nvSpPr>
          <p:spPr>
            <a:xfrm>
              <a:off x="4399262" y="473849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5284F">
                <a:alpha val="100000"/>
              </a:srgbClr>
            </a:solidFill>
            <a:ln w="5420" cap="flat">
              <a:solidFill>
                <a:srgbClr val="35284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41" name="pg2541"/>
            <p:cNvSpPr/>
            <p:nvPr/>
          </p:nvSpPr>
          <p:spPr>
            <a:xfrm>
              <a:off x="4410900" y="473849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5284F">
                <a:alpha val="100000"/>
              </a:srgbClr>
            </a:solidFill>
            <a:ln w="5420" cap="flat">
              <a:solidFill>
                <a:srgbClr val="35284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42" name="pg2542"/>
            <p:cNvSpPr/>
            <p:nvPr/>
          </p:nvSpPr>
          <p:spPr>
            <a:xfrm>
              <a:off x="4422537" y="473849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62850">
                <a:alpha val="100000"/>
              </a:srgbClr>
            </a:solidFill>
            <a:ln w="5420" cap="flat">
              <a:solidFill>
                <a:srgbClr val="36285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43" name="pg2543"/>
            <p:cNvSpPr/>
            <p:nvPr/>
          </p:nvSpPr>
          <p:spPr>
            <a:xfrm>
              <a:off x="4434174" y="473849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2952">
                <a:alpha val="100000"/>
              </a:srgbClr>
            </a:solidFill>
            <a:ln w="5420" cap="flat">
              <a:solidFill>
                <a:srgbClr val="37295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44" name="pg2544"/>
            <p:cNvSpPr/>
            <p:nvPr/>
          </p:nvSpPr>
          <p:spPr>
            <a:xfrm>
              <a:off x="2979508" y="475279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8CA7">
                <a:alpha val="100000"/>
              </a:srgbClr>
            </a:solidFill>
            <a:ln w="5420" cap="flat">
              <a:solidFill>
                <a:srgbClr val="378C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45" name="pg2545"/>
            <p:cNvSpPr/>
            <p:nvPr/>
          </p:nvSpPr>
          <p:spPr>
            <a:xfrm>
              <a:off x="2991145" y="475279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889A6">
                <a:alpha val="100000"/>
              </a:srgbClr>
            </a:solidFill>
            <a:ln w="5420" cap="flat">
              <a:solidFill>
                <a:srgbClr val="3889A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46" name="pg2546"/>
            <p:cNvSpPr/>
            <p:nvPr/>
          </p:nvSpPr>
          <p:spPr>
            <a:xfrm>
              <a:off x="3002783" y="475279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85A5">
                <a:alpha val="100000"/>
              </a:srgbClr>
            </a:solidFill>
            <a:ln w="5420" cap="flat">
              <a:solidFill>
                <a:srgbClr val="3985A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47" name="pg2547"/>
            <p:cNvSpPr/>
            <p:nvPr/>
          </p:nvSpPr>
          <p:spPr>
            <a:xfrm>
              <a:off x="3060969" y="475279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49E">
                <a:alpha val="100000"/>
              </a:srgbClr>
            </a:solidFill>
            <a:ln w="5420" cap="flat">
              <a:solidFill>
                <a:srgbClr val="3A64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48" name="pg2548"/>
            <p:cNvSpPr/>
            <p:nvPr/>
          </p:nvSpPr>
          <p:spPr>
            <a:xfrm>
              <a:off x="3072607" y="475279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39D">
                <a:alpha val="100000"/>
              </a:srgbClr>
            </a:solidFill>
            <a:ln w="5420" cap="flat">
              <a:solidFill>
                <a:srgbClr val="3A63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49" name="pg2549"/>
            <p:cNvSpPr/>
            <p:nvPr/>
          </p:nvSpPr>
          <p:spPr>
            <a:xfrm>
              <a:off x="3084244" y="475279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39D">
                <a:alpha val="100000"/>
              </a:srgbClr>
            </a:solidFill>
            <a:ln w="5420" cap="flat">
              <a:solidFill>
                <a:srgbClr val="3A63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50" name="pg2550"/>
            <p:cNvSpPr/>
            <p:nvPr/>
          </p:nvSpPr>
          <p:spPr>
            <a:xfrm>
              <a:off x="3095881" y="475279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59E">
                <a:alpha val="100000"/>
              </a:srgbClr>
            </a:solidFill>
            <a:ln w="5420" cap="flat">
              <a:solidFill>
                <a:srgbClr val="3A65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51" name="pg2551"/>
            <p:cNvSpPr/>
            <p:nvPr/>
          </p:nvSpPr>
          <p:spPr>
            <a:xfrm>
              <a:off x="3107519" y="475279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89F">
                <a:alpha val="100000"/>
              </a:srgbClr>
            </a:solidFill>
            <a:ln w="5420" cap="flat">
              <a:solidFill>
                <a:srgbClr val="3A68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52" name="pg2552"/>
            <p:cNvSpPr/>
            <p:nvPr/>
          </p:nvSpPr>
          <p:spPr>
            <a:xfrm>
              <a:off x="3119156" y="475279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B9F">
                <a:alpha val="100000"/>
              </a:srgbClr>
            </a:solidFill>
            <a:ln w="5420" cap="flat">
              <a:solidFill>
                <a:srgbClr val="3A6B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53" name="pg2553"/>
            <p:cNvSpPr/>
            <p:nvPr/>
          </p:nvSpPr>
          <p:spPr>
            <a:xfrm>
              <a:off x="3130793" y="475279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EA0">
                <a:alpha val="100000"/>
              </a:srgbClr>
            </a:solidFill>
            <a:ln w="5420" cap="flat">
              <a:solidFill>
                <a:srgbClr val="3A6EA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54" name="pg2554"/>
            <p:cNvSpPr/>
            <p:nvPr/>
          </p:nvSpPr>
          <p:spPr>
            <a:xfrm>
              <a:off x="3142431" y="475279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FA0">
                <a:alpha val="100000"/>
              </a:srgbClr>
            </a:solidFill>
            <a:ln w="5420" cap="flat">
              <a:solidFill>
                <a:srgbClr val="3A6FA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55" name="pg2555"/>
            <p:cNvSpPr/>
            <p:nvPr/>
          </p:nvSpPr>
          <p:spPr>
            <a:xfrm>
              <a:off x="3154068" y="475279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FA0">
                <a:alpha val="100000"/>
              </a:srgbClr>
            </a:solidFill>
            <a:ln w="5420" cap="flat">
              <a:solidFill>
                <a:srgbClr val="3A6FA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56" name="pg2556"/>
            <p:cNvSpPr/>
            <p:nvPr/>
          </p:nvSpPr>
          <p:spPr>
            <a:xfrm>
              <a:off x="3165705" y="475279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6FA0">
                <a:alpha val="100000"/>
              </a:srgbClr>
            </a:solidFill>
            <a:ln w="5420" cap="flat">
              <a:solidFill>
                <a:srgbClr val="3B6FA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57" name="pg2557"/>
            <p:cNvSpPr/>
            <p:nvPr/>
          </p:nvSpPr>
          <p:spPr>
            <a:xfrm>
              <a:off x="3177343" y="475279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71A1">
                <a:alpha val="100000"/>
              </a:srgbClr>
            </a:solidFill>
            <a:ln w="5420" cap="flat">
              <a:solidFill>
                <a:srgbClr val="3B71A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58" name="pg2558"/>
            <p:cNvSpPr/>
            <p:nvPr/>
          </p:nvSpPr>
          <p:spPr>
            <a:xfrm>
              <a:off x="3270441" y="475279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86A5">
                <a:alpha val="100000"/>
              </a:srgbClr>
            </a:solidFill>
            <a:ln w="5420" cap="flat">
              <a:solidFill>
                <a:srgbClr val="3986A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59" name="pg2559"/>
            <p:cNvSpPr/>
            <p:nvPr/>
          </p:nvSpPr>
          <p:spPr>
            <a:xfrm>
              <a:off x="3282079" y="475279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888A6">
                <a:alpha val="100000"/>
              </a:srgbClr>
            </a:solidFill>
            <a:ln w="5420" cap="flat">
              <a:solidFill>
                <a:srgbClr val="3888A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60" name="pg2560"/>
            <p:cNvSpPr/>
            <p:nvPr/>
          </p:nvSpPr>
          <p:spPr>
            <a:xfrm>
              <a:off x="3293716" y="475279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88BA7">
                <a:alpha val="100000"/>
              </a:srgbClr>
            </a:solidFill>
            <a:ln w="5420" cap="flat">
              <a:solidFill>
                <a:srgbClr val="388B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61" name="pg2561"/>
            <p:cNvSpPr/>
            <p:nvPr/>
          </p:nvSpPr>
          <p:spPr>
            <a:xfrm>
              <a:off x="3305353" y="475279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8CA7">
                <a:alpha val="100000"/>
              </a:srgbClr>
            </a:solidFill>
            <a:ln w="5420" cap="flat">
              <a:solidFill>
                <a:srgbClr val="378C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62" name="pg2562"/>
            <p:cNvSpPr/>
            <p:nvPr/>
          </p:nvSpPr>
          <p:spPr>
            <a:xfrm>
              <a:off x="3316991" y="475279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8DA7">
                <a:alpha val="100000"/>
              </a:srgbClr>
            </a:solidFill>
            <a:ln w="5420" cap="flat">
              <a:solidFill>
                <a:srgbClr val="378D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63" name="pg2563"/>
            <p:cNvSpPr/>
            <p:nvPr/>
          </p:nvSpPr>
          <p:spPr>
            <a:xfrm>
              <a:off x="3433364" y="475279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88AA6">
                <a:alpha val="100000"/>
              </a:srgbClr>
            </a:solidFill>
            <a:ln w="5420" cap="flat">
              <a:solidFill>
                <a:srgbClr val="388AA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64" name="pg2564"/>
            <p:cNvSpPr/>
            <p:nvPr/>
          </p:nvSpPr>
          <p:spPr>
            <a:xfrm>
              <a:off x="3445001" y="475279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889A6">
                <a:alpha val="100000"/>
              </a:srgbClr>
            </a:solidFill>
            <a:ln w="5420" cap="flat">
              <a:solidFill>
                <a:srgbClr val="3889A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65" name="pg2565"/>
            <p:cNvSpPr/>
            <p:nvPr/>
          </p:nvSpPr>
          <p:spPr>
            <a:xfrm>
              <a:off x="3456639" y="475279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889A6">
                <a:alpha val="100000"/>
              </a:srgbClr>
            </a:solidFill>
            <a:ln w="5420" cap="flat">
              <a:solidFill>
                <a:srgbClr val="3889A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66" name="pg2566"/>
            <p:cNvSpPr/>
            <p:nvPr/>
          </p:nvSpPr>
          <p:spPr>
            <a:xfrm>
              <a:off x="3468276" y="475279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889A6">
                <a:alpha val="100000"/>
              </a:srgbClr>
            </a:solidFill>
            <a:ln w="5420" cap="flat">
              <a:solidFill>
                <a:srgbClr val="3889A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67" name="pg2567"/>
            <p:cNvSpPr/>
            <p:nvPr/>
          </p:nvSpPr>
          <p:spPr>
            <a:xfrm>
              <a:off x="3479913" y="475279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889A6">
                <a:alpha val="100000"/>
              </a:srgbClr>
            </a:solidFill>
            <a:ln w="5420" cap="flat">
              <a:solidFill>
                <a:srgbClr val="3889A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68" name="pg2568"/>
            <p:cNvSpPr/>
            <p:nvPr/>
          </p:nvSpPr>
          <p:spPr>
            <a:xfrm>
              <a:off x="3491551" y="475279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889A6">
                <a:alpha val="100000"/>
              </a:srgbClr>
            </a:solidFill>
            <a:ln w="5420" cap="flat">
              <a:solidFill>
                <a:srgbClr val="3889A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69" name="pg2569"/>
            <p:cNvSpPr/>
            <p:nvPr/>
          </p:nvSpPr>
          <p:spPr>
            <a:xfrm>
              <a:off x="3503188" y="475279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889A6">
                <a:alpha val="100000"/>
              </a:srgbClr>
            </a:solidFill>
            <a:ln w="5420" cap="flat">
              <a:solidFill>
                <a:srgbClr val="3889A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70" name="pg2570"/>
            <p:cNvSpPr/>
            <p:nvPr/>
          </p:nvSpPr>
          <p:spPr>
            <a:xfrm>
              <a:off x="3514825" y="475279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889A6">
                <a:alpha val="100000"/>
              </a:srgbClr>
            </a:solidFill>
            <a:ln w="5420" cap="flat">
              <a:solidFill>
                <a:srgbClr val="3889A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71" name="pg2571"/>
            <p:cNvSpPr/>
            <p:nvPr/>
          </p:nvSpPr>
          <p:spPr>
            <a:xfrm>
              <a:off x="3526463" y="475279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889A6">
                <a:alpha val="100000"/>
              </a:srgbClr>
            </a:solidFill>
            <a:ln w="5420" cap="flat">
              <a:solidFill>
                <a:srgbClr val="3889A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72" name="pg2572"/>
            <p:cNvSpPr/>
            <p:nvPr/>
          </p:nvSpPr>
          <p:spPr>
            <a:xfrm>
              <a:off x="3538100" y="475279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889A6">
                <a:alpha val="100000"/>
              </a:srgbClr>
            </a:solidFill>
            <a:ln w="5420" cap="flat">
              <a:solidFill>
                <a:srgbClr val="3889A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73" name="pg2573"/>
            <p:cNvSpPr/>
            <p:nvPr/>
          </p:nvSpPr>
          <p:spPr>
            <a:xfrm>
              <a:off x="3549737" y="475279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889A6">
                <a:alpha val="100000"/>
              </a:srgbClr>
            </a:solidFill>
            <a:ln w="5420" cap="flat">
              <a:solidFill>
                <a:srgbClr val="3889A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74" name="pg2574"/>
            <p:cNvSpPr/>
            <p:nvPr/>
          </p:nvSpPr>
          <p:spPr>
            <a:xfrm>
              <a:off x="3561375" y="475279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888A6">
                <a:alpha val="100000"/>
              </a:srgbClr>
            </a:solidFill>
            <a:ln w="5420" cap="flat">
              <a:solidFill>
                <a:srgbClr val="3888A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75" name="pg2575"/>
            <p:cNvSpPr/>
            <p:nvPr/>
          </p:nvSpPr>
          <p:spPr>
            <a:xfrm>
              <a:off x="3573012" y="475279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887A6">
                <a:alpha val="100000"/>
              </a:srgbClr>
            </a:solidFill>
            <a:ln w="5420" cap="flat">
              <a:solidFill>
                <a:srgbClr val="3887A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76" name="pg2576"/>
            <p:cNvSpPr/>
            <p:nvPr/>
          </p:nvSpPr>
          <p:spPr>
            <a:xfrm>
              <a:off x="3584649" y="475279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86A5">
                <a:alpha val="100000"/>
              </a:srgbClr>
            </a:solidFill>
            <a:ln w="5420" cap="flat">
              <a:solidFill>
                <a:srgbClr val="3986A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77" name="pg2577"/>
            <p:cNvSpPr/>
            <p:nvPr/>
          </p:nvSpPr>
          <p:spPr>
            <a:xfrm>
              <a:off x="3933769" y="475279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5089">
                <a:alpha val="100000"/>
              </a:srgbClr>
            </a:solidFill>
            <a:ln w="5420" cap="flat">
              <a:solidFill>
                <a:srgbClr val="3B508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78" name="pg2578"/>
            <p:cNvSpPr/>
            <p:nvPr/>
          </p:nvSpPr>
          <p:spPr>
            <a:xfrm>
              <a:off x="3945407" y="475279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4E87">
                <a:alpha val="100000"/>
              </a:srgbClr>
            </a:solidFill>
            <a:ln w="5420" cap="flat">
              <a:solidFill>
                <a:srgbClr val="3B4E8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79" name="pg2579"/>
            <p:cNvSpPr/>
            <p:nvPr/>
          </p:nvSpPr>
          <p:spPr>
            <a:xfrm>
              <a:off x="3957044" y="475279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4D85">
                <a:alpha val="100000"/>
              </a:srgbClr>
            </a:solidFill>
            <a:ln w="5420" cap="flat">
              <a:solidFill>
                <a:srgbClr val="3B4D8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80" name="pg2580"/>
            <p:cNvSpPr/>
            <p:nvPr/>
          </p:nvSpPr>
          <p:spPr>
            <a:xfrm>
              <a:off x="3968681" y="475279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C84">
                <a:alpha val="100000"/>
              </a:srgbClr>
            </a:solidFill>
            <a:ln w="5420" cap="flat">
              <a:solidFill>
                <a:srgbClr val="3C4C8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81" name="pg2581"/>
            <p:cNvSpPr/>
            <p:nvPr/>
          </p:nvSpPr>
          <p:spPr>
            <a:xfrm>
              <a:off x="3980318" y="475279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C83">
                <a:alpha val="100000"/>
              </a:srgbClr>
            </a:solidFill>
            <a:ln w="5420" cap="flat">
              <a:solidFill>
                <a:srgbClr val="3C4C8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82" name="pg2582"/>
            <p:cNvSpPr/>
            <p:nvPr/>
          </p:nvSpPr>
          <p:spPr>
            <a:xfrm>
              <a:off x="3991956" y="475279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B82">
                <a:alpha val="100000"/>
              </a:srgbClr>
            </a:solidFill>
            <a:ln w="5420" cap="flat">
              <a:solidFill>
                <a:srgbClr val="3C4B8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83" name="pg2583"/>
            <p:cNvSpPr/>
            <p:nvPr/>
          </p:nvSpPr>
          <p:spPr>
            <a:xfrm>
              <a:off x="4003593" y="475279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B82">
                <a:alpha val="100000"/>
              </a:srgbClr>
            </a:solidFill>
            <a:ln w="5420" cap="flat">
              <a:solidFill>
                <a:srgbClr val="3C4B8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84" name="pg2584"/>
            <p:cNvSpPr/>
            <p:nvPr/>
          </p:nvSpPr>
          <p:spPr>
            <a:xfrm>
              <a:off x="4026868" y="475279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C83">
                <a:alpha val="100000"/>
              </a:srgbClr>
            </a:solidFill>
            <a:ln w="5420" cap="flat">
              <a:solidFill>
                <a:srgbClr val="3C4C8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85" name="pg2585"/>
            <p:cNvSpPr/>
            <p:nvPr/>
          </p:nvSpPr>
          <p:spPr>
            <a:xfrm>
              <a:off x="4038505" y="475279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C83">
                <a:alpha val="100000"/>
              </a:srgbClr>
            </a:solidFill>
            <a:ln w="5420" cap="flat">
              <a:solidFill>
                <a:srgbClr val="3C4C8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86" name="pg2586"/>
            <p:cNvSpPr/>
            <p:nvPr/>
          </p:nvSpPr>
          <p:spPr>
            <a:xfrm>
              <a:off x="4050142" y="475279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C84">
                <a:alpha val="100000"/>
              </a:srgbClr>
            </a:solidFill>
            <a:ln w="5420" cap="flat">
              <a:solidFill>
                <a:srgbClr val="3C4C8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87" name="pg2587"/>
            <p:cNvSpPr/>
            <p:nvPr/>
          </p:nvSpPr>
          <p:spPr>
            <a:xfrm>
              <a:off x="4061780" y="475279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C84">
                <a:alpha val="100000"/>
              </a:srgbClr>
            </a:solidFill>
            <a:ln w="5420" cap="flat">
              <a:solidFill>
                <a:srgbClr val="3C4C8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88" name="pg2588"/>
            <p:cNvSpPr/>
            <p:nvPr/>
          </p:nvSpPr>
          <p:spPr>
            <a:xfrm>
              <a:off x="4073417" y="475279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C84">
                <a:alpha val="100000"/>
              </a:srgbClr>
            </a:solidFill>
            <a:ln w="5420" cap="flat">
              <a:solidFill>
                <a:srgbClr val="3C4C8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89" name="pg2589"/>
            <p:cNvSpPr/>
            <p:nvPr/>
          </p:nvSpPr>
          <p:spPr>
            <a:xfrm>
              <a:off x="4085054" y="475279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C84">
                <a:alpha val="100000"/>
              </a:srgbClr>
            </a:solidFill>
            <a:ln w="5420" cap="flat">
              <a:solidFill>
                <a:srgbClr val="3C4C8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90" name="pg2590"/>
            <p:cNvSpPr/>
            <p:nvPr/>
          </p:nvSpPr>
          <p:spPr>
            <a:xfrm>
              <a:off x="4096692" y="475279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C83">
                <a:alpha val="100000"/>
              </a:srgbClr>
            </a:solidFill>
            <a:ln w="5420" cap="flat">
              <a:solidFill>
                <a:srgbClr val="3C4C8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91" name="pg2591"/>
            <p:cNvSpPr/>
            <p:nvPr/>
          </p:nvSpPr>
          <p:spPr>
            <a:xfrm>
              <a:off x="4108329" y="475279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C83">
                <a:alpha val="100000"/>
              </a:srgbClr>
            </a:solidFill>
            <a:ln w="5420" cap="flat">
              <a:solidFill>
                <a:srgbClr val="3C4C8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92" name="pg2592"/>
            <p:cNvSpPr/>
            <p:nvPr/>
          </p:nvSpPr>
          <p:spPr>
            <a:xfrm>
              <a:off x="4119966" y="475279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B82">
                <a:alpha val="100000"/>
              </a:srgbClr>
            </a:solidFill>
            <a:ln w="5420" cap="flat">
              <a:solidFill>
                <a:srgbClr val="3C4B8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93" name="pg2593"/>
            <p:cNvSpPr/>
            <p:nvPr/>
          </p:nvSpPr>
          <p:spPr>
            <a:xfrm>
              <a:off x="4131604" y="475279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A81">
                <a:alpha val="100000"/>
              </a:srgbClr>
            </a:solidFill>
            <a:ln w="5420" cap="flat">
              <a:solidFill>
                <a:srgbClr val="3C4A8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94" name="pg2594"/>
            <p:cNvSpPr/>
            <p:nvPr/>
          </p:nvSpPr>
          <p:spPr>
            <a:xfrm>
              <a:off x="4143241" y="475279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980">
                <a:alpha val="100000"/>
              </a:srgbClr>
            </a:solidFill>
            <a:ln w="5420" cap="flat">
              <a:solidFill>
                <a:srgbClr val="3C498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95" name="pg2595"/>
            <p:cNvSpPr/>
            <p:nvPr/>
          </p:nvSpPr>
          <p:spPr>
            <a:xfrm>
              <a:off x="4154878" y="475279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97F">
                <a:alpha val="100000"/>
              </a:srgbClr>
            </a:solidFill>
            <a:ln w="5420" cap="flat">
              <a:solidFill>
                <a:srgbClr val="3C497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96" name="pg2596"/>
            <p:cNvSpPr/>
            <p:nvPr/>
          </p:nvSpPr>
          <p:spPr>
            <a:xfrm>
              <a:off x="4166516" y="475279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87D">
                <a:alpha val="100000"/>
              </a:srgbClr>
            </a:solidFill>
            <a:ln w="5420" cap="flat">
              <a:solidFill>
                <a:srgbClr val="3C487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97" name="pg2597"/>
            <p:cNvSpPr/>
            <p:nvPr/>
          </p:nvSpPr>
          <p:spPr>
            <a:xfrm>
              <a:off x="4178153" y="475279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77C">
                <a:alpha val="100000"/>
              </a:srgbClr>
            </a:solidFill>
            <a:ln w="5420" cap="flat">
              <a:solidFill>
                <a:srgbClr val="3C477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98" name="pg2598"/>
            <p:cNvSpPr/>
            <p:nvPr/>
          </p:nvSpPr>
          <p:spPr>
            <a:xfrm>
              <a:off x="4189790" y="475279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67B">
                <a:alpha val="100000"/>
              </a:srgbClr>
            </a:solidFill>
            <a:ln w="5420" cap="flat">
              <a:solidFill>
                <a:srgbClr val="3C467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99" name="pg2599"/>
            <p:cNvSpPr/>
            <p:nvPr/>
          </p:nvSpPr>
          <p:spPr>
            <a:xfrm>
              <a:off x="4399262" y="475279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2A53">
                <a:alpha val="100000"/>
              </a:srgbClr>
            </a:solidFill>
            <a:ln w="5420" cap="flat">
              <a:solidFill>
                <a:srgbClr val="372A5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00" name="pg2600"/>
            <p:cNvSpPr/>
            <p:nvPr/>
          </p:nvSpPr>
          <p:spPr>
            <a:xfrm>
              <a:off x="4410900" y="475279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2A53">
                <a:alpha val="100000"/>
              </a:srgbClr>
            </a:solidFill>
            <a:ln w="5420" cap="flat">
              <a:solidFill>
                <a:srgbClr val="372A5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01" name="pg2601"/>
            <p:cNvSpPr/>
            <p:nvPr/>
          </p:nvSpPr>
          <p:spPr>
            <a:xfrm>
              <a:off x="4422537" y="475279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82A54">
                <a:alpha val="100000"/>
              </a:srgbClr>
            </a:solidFill>
            <a:ln w="5420" cap="flat">
              <a:solidFill>
                <a:srgbClr val="382A5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02" name="pg2602"/>
            <p:cNvSpPr/>
            <p:nvPr/>
          </p:nvSpPr>
          <p:spPr>
            <a:xfrm>
              <a:off x="4434174" y="475279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82B55">
                <a:alpha val="100000"/>
              </a:srgbClr>
            </a:solidFill>
            <a:ln w="5420" cap="flat">
              <a:solidFill>
                <a:srgbClr val="382B5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03" name="pg2603"/>
            <p:cNvSpPr/>
            <p:nvPr/>
          </p:nvSpPr>
          <p:spPr>
            <a:xfrm>
              <a:off x="2956233" y="476709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691A8">
                <a:alpha val="100000"/>
              </a:srgbClr>
            </a:solidFill>
            <a:ln w="5420" cap="flat">
              <a:solidFill>
                <a:srgbClr val="3691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04" name="pg2604"/>
            <p:cNvSpPr/>
            <p:nvPr/>
          </p:nvSpPr>
          <p:spPr>
            <a:xfrm>
              <a:off x="2967871" y="476709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691A8">
                <a:alpha val="100000"/>
              </a:srgbClr>
            </a:solidFill>
            <a:ln w="5420" cap="flat">
              <a:solidFill>
                <a:srgbClr val="3691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05" name="pg2605"/>
            <p:cNvSpPr/>
            <p:nvPr/>
          </p:nvSpPr>
          <p:spPr>
            <a:xfrm>
              <a:off x="2979508" y="476709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690A8">
                <a:alpha val="100000"/>
              </a:srgbClr>
            </a:solidFill>
            <a:ln w="5420" cap="flat">
              <a:solidFill>
                <a:srgbClr val="3690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06" name="pg2606"/>
            <p:cNvSpPr/>
            <p:nvPr/>
          </p:nvSpPr>
          <p:spPr>
            <a:xfrm>
              <a:off x="2991145" y="476709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8DA7">
                <a:alpha val="100000"/>
              </a:srgbClr>
            </a:solidFill>
            <a:ln w="5420" cap="flat">
              <a:solidFill>
                <a:srgbClr val="378D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07" name="pg2607"/>
            <p:cNvSpPr/>
            <p:nvPr/>
          </p:nvSpPr>
          <p:spPr>
            <a:xfrm>
              <a:off x="3002783" y="476709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888A6">
                <a:alpha val="100000"/>
              </a:srgbClr>
            </a:solidFill>
            <a:ln w="5420" cap="flat">
              <a:solidFill>
                <a:srgbClr val="3888A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08" name="pg2608"/>
            <p:cNvSpPr/>
            <p:nvPr/>
          </p:nvSpPr>
          <p:spPr>
            <a:xfrm>
              <a:off x="3014420" y="476709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83A5">
                <a:alpha val="100000"/>
              </a:srgbClr>
            </a:solidFill>
            <a:ln w="5420" cap="flat">
              <a:solidFill>
                <a:srgbClr val="3983A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09" name="pg2609"/>
            <p:cNvSpPr/>
            <p:nvPr/>
          </p:nvSpPr>
          <p:spPr>
            <a:xfrm>
              <a:off x="3049332" y="476709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A9F">
                <a:alpha val="100000"/>
              </a:srgbClr>
            </a:solidFill>
            <a:ln w="5420" cap="flat">
              <a:solidFill>
                <a:srgbClr val="3A6A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10" name="pg2610"/>
            <p:cNvSpPr/>
            <p:nvPr/>
          </p:nvSpPr>
          <p:spPr>
            <a:xfrm>
              <a:off x="3060969" y="476709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19D">
                <a:alpha val="100000"/>
              </a:srgbClr>
            </a:solidFill>
            <a:ln w="5420" cap="flat">
              <a:solidFill>
                <a:srgbClr val="3A61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11" name="pg2611"/>
            <p:cNvSpPr/>
            <p:nvPr/>
          </p:nvSpPr>
          <p:spPr>
            <a:xfrm>
              <a:off x="3072607" y="476709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5F9D">
                <a:alpha val="100000"/>
              </a:srgbClr>
            </a:solidFill>
            <a:ln w="5420" cap="flat">
              <a:solidFill>
                <a:srgbClr val="395F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12" name="pg2612"/>
            <p:cNvSpPr/>
            <p:nvPr/>
          </p:nvSpPr>
          <p:spPr>
            <a:xfrm>
              <a:off x="3084244" y="476709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5F9D">
                <a:alpha val="100000"/>
              </a:srgbClr>
            </a:solidFill>
            <a:ln w="5420" cap="flat">
              <a:solidFill>
                <a:srgbClr val="395F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13" name="pg2613"/>
            <p:cNvSpPr/>
            <p:nvPr/>
          </p:nvSpPr>
          <p:spPr>
            <a:xfrm>
              <a:off x="3095881" y="476709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29D">
                <a:alpha val="100000"/>
              </a:srgbClr>
            </a:solidFill>
            <a:ln w="5420" cap="flat">
              <a:solidFill>
                <a:srgbClr val="3A62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14" name="pg2614"/>
            <p:cNvSpPr/>
            <p:nvPr/>
          </p:nvSpPr>
          <p:spPr>
            <a:xfrm>
              <a:off x="3107519" y="476709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69E">
                <a:alpha val="100000"/>
              </a:srgbClr>
            </a:solidFill>
            <a:ln w="5420" cap="flat">
              <a:solidFill>
                <a:srgbClr val="3A66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15" name="pg2615"/>
            <p:cNvSpPr/>
            <p:nvPr/>
          </p:nvSpPr>
          <p:spPr>
            <a:xfrm>
              <a:off x="3119156" y="476709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B9F">
                <a:alpha val="100000"/>
              </a:srgbClr>
            </a:solidFill>
            <a:ln w="5420" cap="flat">
              <a:solidFill>
                <a:srgbClr val="3A6B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16" name="pg2616"/>
            <p:cNvSpPr/>
            <p:nvPr/>
          </p:nvSpPr>
          <p:spPr>
            <a:xfrm>
              <a:off x="3130793" y="476709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EA0">
                <a:alpha val="100000"/>
              </a:srgbClr>
            </a:solidFill>
            <a:ln w="5420" cap="flat">
              <a:solidFill>
                <a:srgbClr val="3A6EA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17" name="pg2617"/>
            <p:cNvSpPr/>
            <p:nvPr/>
          </p:nvSpPr>
          <p:spPr>
            <a:xfrm>
              <a:off x="3142431" y="476709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FA0">
                <a:alpha val="100000"/>
              </a:srgbClr>
            </a:solidFill>
            <a:ln w="5420" cap="flat">
              <a:solidFill>
                <a:srgbClr val="3A6FA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18" name="pg2618"/>
            <p:cNvSpPr/>
            <p:nvPr/>
          </p:nvSpPr>
          <p:spPr>
            <a:xfrm>
              <a:off x="3154068" y="476709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FA0">
                <a:alpha val="100000"/>
              </a:srgbClr>
            </a:solidFill>
            <a:ln w="5420" cap="flat">
              <a:solidFill>
                <a:srgbClr val="3A6FA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19" name="pg2619"/>
            <p:cNvSpPr/>
            <p:nvPr/>
          </p:nvSpPr>
          <p:spPr>
            <a:xfrm>
              <a:off x="3165705" y="476709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6FA0">
                <a:alpha val="100000"/>
              </a:srgbClr>
            </a:solidFill>
            <a:ln w="5420" cap="flat">
              <a:solidFill>
                <a:srgbClr val="3B6FA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20" name="pg2620"/>
            <p:cNvSpPr/>
            <p:nvPr/>
          </p:nvSpPr>
          <p:spPr>
            <a:xfrm>
              <a:off x="3177343" y="476709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71A1">
                <a:alpha val="100000"/>
              </a:srgbClr>
            </a:solidFill>
            <a:ln w="5420" cap="flat">
              <a:solidFill>
                <a:srgbClr val="3B71A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21" name="pg2621"/>
            <p:cNvSpPr/>
            <p:nvPr/>
          </p:nvSpPr>
          <p:spPr>
            <a:xfrm>
              <a:off x="3188980" y="476709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3A1">
                <a:alpha val="100000"/>
              </a:srgbClr>
            </a:solidFill>
            <a:ln w="5420" cap="flat">
              <a:solidFill>
                <a:srgbClr val="3A73A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22" name="pg2622"/>
            <p:cNvSpPr/>
            <p:nvPr/>
          </p:nvSpPr>
          <p:spPr>
            <a:xfrm>
              <a:off x="3200617" y="476709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5A2">
                <a:alpha val="100000"/>
              </a:srgbClr>
            </a:solidFill>
            <a:ln w="5420" cap="flat">
              <a:solidFill>
                <a:srgbClr val="3A75A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23" name="pg2623"/>
            <p:cNvSpPr/>
            <p:nvPr/>
          </p:nvSpPr>
          <p:spPr>
            <a:xfrm>
              <a:off x="3258804" y="476709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85A5">
                <a:alpha val="100000"/>
              </a:srgbClr>
            </a:solidFill>
            <a:ln w="5420" cap="flat">
              <a:solidFill>
                <a:srgbClr val="3985A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24" name="pg2624"/>
            <p:cNvSpPr/>
            <p:nvPr/>
          </p:nvSpPr>
          <p:spPr>
            <a:xfrm>
              <a:off x="3270441" y="476709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888A6">
                <a:alpha val="100000"/>
              </a:srgbClr>
            </a:solidFill>
            <a:ln w="5420" cap="flat">
              <a:solidFill>
                <a:srgbClr val="3888A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25" name="pg2625"/>
            <p:cNvSpPr/>
            <p:nvPr/>
          </p:nvSpPr>
          <p:spPr>
            <a:xfrm>
              <a:off x="3282079" y="476709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88AA6">
                <a:alpha val="100000"/>
              </a:srgbClr>
            </a:solidFill>
            <a:ln w="5420" cap="flat">
              <a:solidFill>
                <a:srgbClr val="388AA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26" name="pg2626"/>
            <p:cNvSpPr/>
            <p:nvPr/>
          </p:nvSpPr>
          <p:spPr>
            <a:xfrm>
              <a:off x="3293716" y="476709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8EA7">
                <a:alpha val="100000"/>
              </a:srgbClr>
            </a:solidFill>
            <a:ln w="5420" cap="flat">
              <a:solidFill>
                <a:srgbClr val="378E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27" name="pg2627"/>
            <p:cNvSpPr/>
            <p:nvPr/>
          </p:nvSpPr>
          <p:spPr>
            <a:xfrm>
              <a:off x="3305353" y="476709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8FA7">
                <a:alpha val="100000"/>
              </a:srgbClr>
            </a:solidFill>
            <a:ln w="5420" cap="flat">
              <a:solidFill>
                <a:srgbClr val="378F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28" name="pg2628"/>
            <p:cNvSpPr/>
            <p:nvPr/>
          </p:nvSpPr>
          <p:spPr>
            <a:xfrm>
              <a:off x="3316991" y="476709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8FA7">
                <a:alpha val="100000"/>
              </a:srgbClr>
            </a:solidFill>
            <a:ln w="5420" cap="flat">
              <a:solidFill>
                <a:srgbClr val="378F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29" name="pg2629"/>
            <p:cNvSpPr/>
            <p:nvPr/>
          </p:nvSpPr>
          <p:spPr>
            <a:xfrm>
              <a:off x="3328628" y="476709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8FA7">
                <a:alpha val="100000"/>
              </a:srgbClr>
            </a:solidFill>
            <a:ln w="5420" cap="flat">
              <a:solidFill>
                <a:srgbClr val="378F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30" name="pg2630"/>
            <p:cNvSpPr/>
            <p:nvPr/>
          </p:nvSpPr>
          <p:spPr>
            <a:xfrm>
              <a:off x="3340265" y="476709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690A7">
                <a:alpha val="100000"/>
              </a:srgbClr>
            </a:solidFill>
            <a:ln w="5420" cap="flat">
              <a:solidFill>
                <a:srgbClr val="3690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31" name="pg2631"/>
            <p:cNvSpPr/>
            <p:nvPr/>
          </p:nvSpPr>
          <p:spPr>
            <a:xfrm>
              <a:off x="3456639" y="476709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88AA6">
                <a:alpha val="100000"/>
              </a:srgbClr>
            </a:solidFill>
            <a:ln w="5420" cap="flat">
              <a:solidFill>
                <a:srgbClr val="388AA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32" name="pg2632"/>
            <p:cNvSpPr/>
            <p:nvPr/>
          </p:nvSpPr>
          <p:spPr>
            <a:xfrm>
              <a:off x="3468276" y="476709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889A6">
                <a:alpha val="100000"/>
              </a:srgbClr>
            </a:solidFill>
            <a:ln w="5420" cap="flat">
              <a:solidFill>
                <a:srgbClr val="3889A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33" name="pg2633"/>
            <p:cNvSpPr/>
            <p:nvPr/>
          </p:nvSpPr>
          <p:spPr>
            <a:xfrm>
              <a:off x="3479913" y="476709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889A6">
                <a:alpha val="100000"/>
              </a:srgbClr>
            </a:solidFill>
            <a:ln w="5420" cap="flat">
              <a:solidFill>
                <a:srgbClr val="3889A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34" name="pg2634"/>
            <p:cNvSpPr/>
            <p:nvPr/>
          </p:nvSpPr>
          <p:spPr>
            <a:xfrm>
              <a:off x="3491551" y="476709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889A6">
                <a:alpha val="100000"/>
              </a:srgbClr>
            </a:solidFill>
            <a:ln w="5420" cap="flat">
              <a:solidFill>
                <a:srgbClr val="3889A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35" name="pg2635"/>
            <p:cNvSpPr/>
            <p:nvPr/>
          </p:nvSpPr>
          <p:spPr>
            <a:xfrm>
              <a:off x="3503188" y="476709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889A6">
                <a:alpha val="100000"/>
              </a:srgbClr>
            </a:solidFill>
            <a:ln w="5420" cap="flat">
              <a:solidFill>
                <a:srgbClr val="3889A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36" name="pg2636"/>
            <p:cNvSpPr/>
            <p:nvPr/>
          </p:nvSpPr>
          <p:spPr>
            <a:xfrm>
              <a:off x="3514825" y="476709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889A6">
                <a:alpha val="100000"/>
              </a:srgbClr>
            </a:solidFill>
            <a:ln w="5420" cap="flat">
              <a:solidFill>
                <a:srgbClr val="3889A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37" name="pg2637"/>
            <p:cNvSpPr/>
            <p:nvPr/>
          </p:nvSpPr>
          <p:spPr>
            <a:xfrm>
              <a:off x="3526463" y="476709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88AA6">
                <a:alpha val="100000"/>
              </a:srgbClr>
            </a:solidFill>
            <a:ln w="5420" cap="flat">
              <a:solidFill>
                <a:srgbClr val="388AA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38" name="pg2638"/>
            <p:cNvSpPr/>
            <p:nvPr/>
          </p:nvSpPr>
          <p:spPr>
            <a:xfrm>
              <a:off x="3538100" y="476709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88AA6">
                <a:alpha val="100000"/>
              </a:srgbClr>
            </a:solidFill>
            <a:ln w="5420" cap="flat">
              <a:solidFill>
                <a:srgbClr val="388AA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39" name="pg2639"/>
            <p:cNvSpPr/>
            <p:nvPr/>
          </p:nvSpPr>
          <p:spPr>
            <a:xfrm>
              <a:off x="3549737" y="476709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88AA6">
                <a:alpha val="100000"/>
              </a:srgbClr>
            </a:solidFill>
            <a:ln w="5420" cap="flat">
              <a:solidFill>
                <a:srgbClr val="388AA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40" name="pg2640"/>
            <p:cNvSpPr/>
            <p:nvPr/>
          </p:nvSpPr>
          <p:spPr>
            <a:xfrm>
              <a:off x="3561375" y="476709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88AA6">
                <a:alpha val="100000"/>
              </a:srgbClr>
            </a:solidFill>
            <a:ln w="5420" cap="flat">
              <a:solidFill>
                <a:srgbClr val="388AA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41" name="pg2641"/>
            <p:cNvSpPr/>
            <p:nvPr/>
          </p:nvSpPr>
          <p:spPr>
            <a:xfrm>
              <a:off x="3573012" y="476709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889A6">
                <a:alpha val="100000"/>
              </a:srgbClr>
            </a:solidFill>
            <a:ln w="5420" cap="flat">
              <a:solidFill>
                <a:srgbClr val="3889A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42" name="pg2642"/>
            <p:cNvSpPr/>
            <p:nvPr/>
          </p:nvSpPr>
          <p:spPr>
            <a:xfrm>
              <a:off x="3584649" y="476709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887A6">
                <a:alpha val="100000"/>
              </a:srgbClr>
            </a:solidFill>
            <a:ln w="5420" cap="flat">
              <a:solidFill>
                <a:srgbClr val="3887A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43" name="pg2643"/>
            <p:cNvSpPr/>
            <p:nvPr/>
          </p:nvSpPr>
          <p:spPr>
            <a:xfrm>
              <a:off x="3945407" y="476709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4E86">
                <a:alpha val="100000"/>
              </a:srgbClr>
            </a:solidFill>
            <a:ln w="5420" cap="flat">
              <a:solidFill>
                <a:srgbClr val="3B4E8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44" name="pg2644"/>
            <p:cNvSpPr/>
            <p:nvPr/>
          </p:nvSpPr>
          <p:spPr>
            <a:xfrm>
              <a:off x="3957044" y="476709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D85">
                <a:alpha val="100000"/>
              </a:srgbClr>
            </a:solidFill>
            <a:ln w="5420" cap="flat">
              <a:solidFill>
                <a:srgbClr val="3C4D8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45" name="pg2645"/>
            <p:cNvSpPr/>
            <p:nvPr/>
          </p:nvSpPr>
          <p:spPr>
            <a:xfrm>
              <a:off x="3968681" y="476709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C83">
                <a:alpha val="100000"/>
              </a:srgbClr>
            </a:solidFill>
            <a:ln w="5420" cap="flat">
              <a:solidFill>
                <a:srgbClr val="3C4C8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46" name="pg2646"/>
            <p:cNvSpPr/>
            <p:nvPr/>
          </p:nvSpPr>
          <p:spPr>
            <a:xfrm>
              <a:off x="3980318" y="476709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B82">
                <a:alpha val="100000"/>
              </a:srgbClr>
            </a:solidFill>
            <a:ln w="5420" cap="flat">
              <a:solidFill>
                <a:srgbClr val="3C4B8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47" name="pg2647"/>
            <p:cNvSpPr/>
            <p:nvPr/>
          </p:nvSpPr>
          <p:spPr>
            <a:xfrm>
              <a:off x="3991956" y="476709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A81">
                <a:alpha val="100000"/>
              </a:srgbClr>
            </a:solidFill>
            <a:ln w="5420" cap="flat">
              <a:solidFill>
                <a:srgbClr val="3C4A8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48" name="pg2648"/>
            <p:cNvSpPr/>
            <p:nvPr/>
          </p:nvSpPr>
          <p:spPr>
            <a:xfrm>
              <a:off x="4003593" y="476709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A81">
                <a:alpha val="100000"/>
              </a:srgbClr>
            </a:solidFill>
            <a:ln w="5420" cap="flat">
              <a:solidFill>
                <a:srgbClr val="3C4A8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49" name="pg2649"/>
            <p:cNvSpPr/>
            <p:nvPr/>
          </p:nvSpPr>
          <p:spPr>
            <a:xfrm>
              <a:off x="4015230" y="476709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B82">
                <a:alpha val="100000"/>
              </a:srgbClr>
            </a:solidFill>
            <a:ln w="5420" cap="flat">
              <a:solidFill>
                <a:srgbClr val="3C4B8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50" name="pg2650"/>
            <p:cNvSpPr/>
            <p:nvPr/>
          </p:nvSpPr>
          <p:spPr>
            <a:xfrm>
              <a:off x="4026868" y="476709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B83">
                <a:alpha val="100000"/>
              </a:srgbClr>
            </a:solidFill>
            <a:ln w="5420" cap="flat">
              <a:solidFill>
                <a:srgbClr val="3C4B8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51" name="pg2651"/>
            <p:cNvSpPr/>
            <p:nvPr/>
          </p:nvSpPr>
          <p:spPr>
            <a:xfrm>
              <a:off x="4038505" y="476709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C84">
                <a:alpha val="100000"/>
              </a:srgbClr>
            </a:solidFill>
            <a:ln w="5420" cap="flat">
              <a:solidFill>
                <a:srgbClr val="3C4C8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52" name="pg2652"/>
            <p:cNvSpPr/>
            <p:nvPr/>
          </p:nvSpPr>
          <p:spPr>
            <a:xfrm>
              <a:off x="4050142" y="476709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C84">
                <a:alpha val="100000"/>
              </a:srgbClr>
            </a:solidFill>
            <a:ln w="5420" cap="flat">
              <a:solidFill>
                <a:srgbClr val="3C4C8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53" name="pg2653"/>
            <p:cNvSpPr/>
            <p:nvPr/>
          </p:nvSpPr>
          <p:spPr>
            <a:xfrm>
              <a:off x="4061780" y="476709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C84">
                <a:alpha val="100000"/>
              </a:srgbClr>
            </a:solidFill>
            <a:ln w="5420" cap="flat">
              <a:solidFill>
                <a:srgbClr val="3C4C8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54" name="pg2654"/>
            <p:cNvSpPr/>
            <p:nvPr/>
          </p:nvSpPr>
          <p:spPr>
            <a:xfrm>
              <a:off x="4073417" y="476709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C84">
                <a:alpha val="100000"/>
              </a:srgbClr>
            </a:solidFill>
            <a:ln w="5420" cap="flat">
              <a:solidFill>
                <a:srgbClr val="3C4C8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55" name="pg2655"/>
            <p:cNvSpPr/>
            <p:nvPr/>
          </p:nvSpPr>
          <p:spPr>
            <a:xfrm>
              <a:off x="4085054" y="476709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C84">
                <a:alpha val="100000"/>
              </a:srgbClr>
            </a:solidFill>
            <a:ln w="5420" cap="flat">
              <a:solidFill>
                <a:srgbClr val="3C4C8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56" name="pg2656"/>
            <p:cNvSpPr/>
            <p:nvPr/>
          </p:nvSpPr>
          <p:spPr>
            <a:xfrm>
              <a:off x="4096692" y="476709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C84">
                <a:alpha val="100000"/>
              </a:srgbClr>
            </a:solidFill>
            <a:ln w="5420" cap="flat">
              <a:solidFill>
                <a:srgbClr val="3C4C8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57" name="pg2657"/>
            <p:cNvSpPr/>
            <p:nvPr/>
          </p:nvSpPr>
          <p:spPr>
            <a:xfrm>
              <a:off x="4108329" y="476709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C83">
                <a:alpha val="100000"/>
              </a:srgbClr>
            </a:solidFill>
            <a:ln w="5420" cap="flat">
              <a:solidFill>
                <a:srgbClr val="3C4C8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58" name="pg2658"/>
            <p:cNvSpPr/>
            <p:nvPr/>
          </p:nvSpPr>
          <p:spPr>
            <a:xfrm>
              <a:off x="4119966" y="476709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B82">
                <a:alpha val="100000"/>
              </a:srgbClr>
            </a:solidFill>
            <a:ln w="5420" cap="flat">
              <a:solidFill>
                <a:srgbClr val="3C4B8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59" name="pg2659"/>
            <p:cNvSpPr/>
            <p:nvPr/>
          </p:nvSpPr>
          <p:spPr>
            <a:xfrm>
              <a:off x="4131604" y="476709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A81">
                <a:alpha val="100000"/>
              </a:srgbClr>
            </a:solidFill>
            <a:ln w="5420" cap="flat">
              <a:solidFill>
                <a:srgbClr val="3C4A8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60" name="pg2660"/>
            <p:cNvSpPr/>
            <p:nvPr/>
          </p:nvSpPr>
          <p:spPr>
            <a:xfrm>
              <a:off x="4143241" y="476709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A80">
                <a:alpha val="100000"/>
              </a:srgbClr>
            </a:solidFill>
            <a:ln w="5420" cap="flat">
              <a:solidFill>
                <a:srgbClr val="3C4A8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61" name="pg2661"/>
            <p:cNvSpPr/>
            <p:nvPr/>
          </p:nvSpPr>
          <p:spPr>
            <a:xfrm>
              <a:off x="4154878" y="476709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97F">
                <a:alpha val="100000"/>
              </a:srgbClr>
            </a:solidFill>
            <a:ln w="5420" cap="flat">
              <a:solidFill>
                <a:srgbClr val="3C497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62" name="pg2662"/>
            <p:cNvSpPr/>
            <p:nvPr/>
          </p:nvSpPr>
          <p:spPr>
            <a:xfrm>
              <a:off x="4166516" y="476709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87E">
                <a:alpha val="100000"/>
              </a:srgbClr>
            </a:solidFill>
            <a:ln w="5420" cap="flat">
              <a:solidFill>
                <a:srgbClr val="3C487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63" name="pg2663"/>
            <p:cNvSpPr/>
            <p:nvPr/>
          </p:nvSpPr>
          <p:spPr>
            <a:xfrm>
              <a:off x="4178153" y="476709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77D">
                <a:alpha val="100000"/>
              </a:srgbClr>
            </a:solidFill>
            <a:ln w="5420" cap="flat">
              <a:solidFill>
                <a:srgbClr val="3C477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64" name="pg2664"/>
            <p:cNvSpPr/>
            <p:nvPr/>
          </p:nvSpPr>
          <p:spPr>
            <a:xfrm>
              <a:off x="4189790" y="476709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67B">
                <a:alpha val="100000"/>
              </a:srgbClr>
            </a:solidFill>
            <a:ln w="5420" cap="flat">
              <a:solidFill>
                <a:srgbClr val="3C467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65" name="pg2665"/>
            <p:cNvSpPr/>
            <p:nvPr/>
          </p:nvSpPr>
          <p:spPr>
            <a:xfrm>
              <a:off x="4201428" y="476709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57A">
                <a:alpha val="100000"/>
              </a:srgbClr>
            </a:solidFill>
            <a:ln w="5420" cap="flat">
              <a:solidFill>
                <a:srgbClr val="3C457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66" name="pg2666"/>
            <p:cNvSpPr/>
            <p:nvPr/>
          </p:nvSpPr>
          <p:spPr>
            <a:xfrm>
              <a:off x="4399262" y="476709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82C56">
                <a:alpha val="100000"/>
              </a:srgbClr>
            </a:solidFill>
            <a:ln w="5420" cap="flat">
              <a:solidFill>
                <a:srgbClr val="382C5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67" name="pg2667"/>
            <p:cNvSpPr/>
            <p:nvPr/>
          </p:nvSpPr>
          <p:spPr>
            <a:xfrm>
              <a:off x="4410900" y="476709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82C56">
                <a:alpha val="100000"/>
              </a:srgbClr>
            </a:solidFill>
            <a:ln w="5420" cap="flat">
              <a:solidFill>
                <a:srgbClr val="382C5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68" name="pg2668"/>
            <p:cNvSpPr/>
            <p:nvPr/>
          </p:nvSpPr>
          <p:spPr>
            <a:xfrm>
              <a:off x="4422537" y="476709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2C57">
                <a:alpha val="100000"/>
              </a:srgbClr>
            </a:solidFill>
            <a:ln w="5420" cap="flat">
              <a:solidFill>
                <a:srgbClr val="392C5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69" name="pg2669"/>
            <p:cNvSpPr/>
            <p:nvPr/>
          </p:nvSpPr>
          <p:spPr>
            <a:xfrm>
              <a:off x="4434174" y="476709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2D58">
                <a:alpha val="100000"/>
              </a:srgbClr>
            </a:solidFill>
            <a:ln w="5420" cap="flat">
              <a:solidFill>
                <a:srgbClr val="392D5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70" name="pg2670"/>
            <p:cNvSpPr/>
            <p:nvPr/>
          </p:nvSpPr>
          <p:spPr>
            <a:xfrm>
              <a:off x="4445812" y="476709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2E59">
                <a:alpha val="100000"/>
              </a:srgbClr>
            </a:solidFill>
            <a:ln w="5420" cap="flat">
              <a:solidFill>
                <a:srgbClr val="392E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71" name="pg2671"/>
            <p:cNvSpPr/>
            <p:nvPr/>
          </p:nvSpPr>
          <p:spPr>
            <a:xfrm>
              <a:off x="2944596" y="478139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594A8">
                <a:alpha val="100000"/>
              </a:srgbClr>
            </a:solidFill>
            <a:ln w="5420" cap="flat">
              <a:solidFill>
                <a:srgbClr val="3594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72" name="pg2672"/>
            <p:cNvSpPr/>
            <p:nvPr/>
          </p:nvSpPr>
          <p:spPr>
            <a:xfrm>
              <a:off x="2956233" y="478139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496A9">
                <a:alpha val="100000"/>
              </a:srgbClr>
            </a:solidFill>
            <a:ln w="5420" cap="flat">
              <a:solidFill>
                <a:srgbClr val="3496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73" name="pg2673"/>
            <p:cNvSpPr/>
            <p:nvPr/>
          </p:nvSpPr>
          <p:spPr>
            <a:xfrm>
              <a:off x="2967871" y="478139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497A9">
                <a:alpha val="100000"/>
              </a:srgbClr>
            </a:solidFill>
            <a:ln w="5420" cap="flat">
              <a:solidFill>
                <a:srgbClr val="3497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74" name="pg2674"/>
            <p:cNvSpPr/>
            <p:nvPr/>
          </p:nvSpPr>
          <p:spPr>
            <a:xfrm>
              <a:off x="2979508" y="478139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496A9">
                <a:alpha val="100000"/>
              </a:srgbClr>
            </a:solidFill>
            <a:ln w="5420" cap="flat">
              <a:solidFill>
                <a:srgbClr val="3496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75" name="pg2675"/>
            <p:cNvSpPr/>
            <p:nvPr/>
          </p:nvSpPr>
          <p:spPr>
            <a:xfrm>
              <a:off x="2991145" y="478139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593A8">
                <a:alpha val="100000"/>
              </a:srgbClr>
            </a:solidFill>
            <a:ln w="5420" cap="flat">
              <a:solidFill>
                <a:srgbClr val="3593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76" name="pg2676"/>
            <p:cNvSpPr/>
            <p:nvPr/>
          </p:nvSpPr>
          <p:spPr>
            <a:xfrm>
              <a:off x="3002783" y="478139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8EA7">
                <a:alpha val="100000"/>
              </a:srgbClr>
            </a:solidFill>
            <a:ln w="5420" cap="flat">
              <a:solidFill>
                <a:srgbClr val="378E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77" name="pg2677"/>
            <p:cNvSpPr/>
            <p:nvPr/>
          </p:nvSpPr>
          <p:spPr>
            <a:xfrm>
              <a:off x="3014420" y="478139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86A5">
                <a:alpha val="100000"/>
              </a:srgbClr>
            </a:solidFill>
            <a:ln w="5420" cap="flat">
              <a:solidFill>
                <a:srgbClr val="3986A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78" name="pg2678"/>
            <p:cNvSpPr/>
            <p:nvPr/>
          </p:nvSpPr>
          <p:spPr>
            <a:xfrm>
              <a:off x="3026057" y="478139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EA4">
                <a:alpha val="100000"/>
              </a:srgbClr>
            </a:solidFill>
            <a:ln w="5420" cap="flat">
              <a:solidFill>
                <a:srgbClr val="3A7EA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79" name="pg2679"/>
            <p:cNvSpPr/>
            <p:nvPr/>
          </p:nvSpPr>
          <p:spPr>
            <a:xfrm>
              <a:off x="3037695" y="478139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4A1">
                <a:alpha val="100000"/>
              </a:srgbClr>
            </a:solidFill>
            <a:ln w="5420" cap="flat">
              <a:solidFill>
                <a:srgbClr val="3A74A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80" name="pg2680"/>
            <p:cNvSpPr/>
            <p:nvPr/>
          </p:nvSpPr>
          <p:spPr>
            <a:xfrm>
              <a:off x="3049332" y="478139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B9F">
                <a:alpha val="100000"/>
              </a:srgbClr>
            </a:solidFill>
            <a:ln w="5420" cap="flat">
              <a:solidFill>
                <a:srgbClr val="3A6B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81" name="pg2681"/>
            <p:cNvSpPr/>
            <p:nvPr/>
          </p:nvSpPr>
          <p:spPr>
            <a:xfrm>
              <a:off x="3060969" y="478139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609D">
                <a:alpha val="100000"/>
              </a:srgbClr>
            </a:solidFill>
            <a:ln w="5420" cap="flat">
              <a:solidFill>
                <a:srgbClr val="3960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82" name="pg2682"/>
            <p:cNvSpPr/>
            <p:nvPr/>
          </p:nvSpPr>
          <p:spPr>
            <a:xfrm>
              <a:off x="3072607" y="478139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5D9C">
                <a:alpha val="100000"/>
              </a:srgbClr>
            </a:solidFill>
            <a:ln w="5420" cap="flat">
              <a:solidFill>
                <a:srgbClr val="395D9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83" name="pg2683"/>
            <p:cNvSpPr/>
            <p:nvPr/>
          </p:nvSpPr>
          <p:spPr>
            <a:xfrm>
              <a:off x="3084244" y="478139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5D9C">
                <a:alpha val="100000"/>
              </a:srgbClr>
            </a:solidFill>
            <a:ln w="5420" cap="flat">
              <a:solidFill>
                <a:srgbClr val="395D9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84" name="pg2684"/>
            <p:cNvSpPr/>
            <p:nvPr/>
          </p:nvSpPr>
          <p:spPr>
            <a:xfrm>
              <a:off x="3095881" y="478139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609D">
                <a:alpha val="100000"/>
              </a:srgbClr>
            </a:solidFill>
            <a:ln w="5420" cap="flat">
              <a:solidFill>
                <a:srgbClr val="3960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85" name="pg2685"/>
            <p:cNvSpPr/>
            <p:nvPr/>
          </p:nvSpPr>
          <p:spPr>
            <a:xfrm>
              <a:off x="3107519" y="478139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59E">
                <a:alpha val="100000"/>
              </a:srgbClr>
            </a:solidFill>
            <a:ln w="5420" cap="flat">
              <a:solidFill>
                <a:srgbClr val="3A65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86" name="pg2686"/>
            <p:cNvSpPr/>
            <p:nvPr/>
          </p:nvSpPr>
          <p:spPr>
            <a:xfrm>
              <a:off x="3119156" y="478139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B9F">
                <a:alpha val="100000"/>
              </a:srgbClr>
            </a:solidFill>
            <a:ln w="5420" cap="flat">
              <a:solidFill>
                <a:srgbClr val="3A6B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87" name="pg2687"/>
            <p:cNvSpPr/>
            <p:nvPr/>
          </p:nvSpPr>
          <p:spPr>
            <a:xfrm>
              <a:off x="3130793" y="478139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EA0">
                <a:alpha val="100000"/>
              </a:srgbClr>
            </a:solidFill>
            <a:ln w="5420" cap="flat">
              <a:solidFill>
                <a:srgbClr val="3A6EA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88" name="pg2688"/>
            <p:cNvSpPr/>
            <p:nvPr/>
          </p:nvSpPr>
          <p:spPr>
            <a:xfrm>
              <a:off x="3142431" y="478139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FA0">
                <a:alpha val="100000"/>
              </a:srgbClr>
            </a:solidFill>
            <a:ln w="5420" cap="flat">
              <a:solidFill>
                <a:srgbClr val="3A6FA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89" name="pg2689"/>
            <p:cNvSpPr/>
            <p:nvPr/>
          </p:nvSpPr>
          <p:spPr>
            <a:xfrm>
              <a:off x="3154068" y="478139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FA0">
                <a:alpha val="100000"/>
              </a:srgbClr>
            </a:solidFill>
            <a:ln w="5420" cap="flat">
              <a:solidFill>
                <a:srgbClr val="3A6FA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90" name="pg2690"/>
            <p:cNvSpPr/>
            <p:nvPr/>
          </p:nvSpPr>
          <p:spPr>
            <a:xfrm>
              <a:off x="3165705" y="478139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6FA0">
                <a:alpha val="100000"/>
              </a:srgbClr>
            </a:solidFill>
            <a:ln w="5420" cap="flat">
              <a:solidFill>
                <a:srgbClr val="3B6FA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91" name="pg2691"/>
            <p:cNvSpPr/>
            <p:nvPr/>
          </p:nvSpPr>
          <p:spPr>
            <a:xfrm>
              <a:off x="3177343" y="478139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71A1">
                <a:alpha val="100000"/>
              </a:srgbClr>
            </a:solidFill>
            <a:ln w="5420" cap="flat">
              <a:solidFill>
                <a:srgbClr val="3B71A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92" name="pg2692"/>
            <p:cNvSpPr/>
            <p:nvPr/>
          </p:nvSpPr>
          <p:spPr>
            <a:xfrm>
              <a:off x="3188980" y="478139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3A1">
                <a:alpha val="100000"/>
              </a:srgbClr>
            </a:solidFill>
            <a:ln w="5420" cap="flat">
              <a:solidFill>
                <a:srgbClr val="3A73A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93" name="pg2693"/>
            <p:cNvSpPr/>
            <p:nvPr/>
          </p:nvSpPr>
          <p:spPr>
            <a:xfrm>
              <a:off x="3200617" y="478139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6A2">
                <a:alpha val="100000"/>
              </a:srgbClr>
            </a:solidFill>
            <a:ln w="5420" cap="flat">
              <a:solidFill>
                <a:srgbClr val="3A76A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94" name="pg2694"/>
            <p:cNvSpPr/>
            <p:nvPr/>
          </p:nvSpPr>
          <p:spPr>
            <a:xfrm>
              <a:off x="3212255" y="478139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9A2">
                <a:alpha val="100000"/>
              </a:srgbClr>
            </a:solidFill>
            <a:ln w="5420" cap="flat">
              <a:solidFill>
                <a:srgbClr val="3A79A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95" name="pg2695"/>
            <p:cNvSpPr/>
            <p:nvPr/>
          </p:nvSpPr>
          <p:spPr>
            <a:xfrm>
              <a:off x="3223892" y="478139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CA3">
                <a:alpha val="100000"/>
              </a:srgbClr>
            </a:solidFill>
            <a:ln w="5420" cap="flat">
              <a:solidFill>
                <a:srgbClr val="3A7CA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96" name="pg2696"/>
            <p:cNvSpPr/>
            <p:nvPr/>
          </p:nvSpPr>
          <p:spPr>
            <a:xfrm>
              <a:off x="3235529" y="478139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80A4">
                <a:alpha val="100000"/>
              </a:srgbClr>
            </a:solidFill>
            <a:ln w="5420" cap="flat">
              <a:solidFill>
                <a:srgbClr val="3A80A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97" name="pg2697"/>
            <p:cNvSpPr/>
            <p:nvPr/>
          </p:nvSpPr>
          <p:spPr>
            <a:xfrm>
              <a:off x="3247167" y="478139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83A5">
                <a:alpha val="100000"/>
              </a:srgbClr>
            </a:solidFill>
            <a:ln w="5420" cap="flat">
              <a:solidFill>
                <a:srgbClr val="3983A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98" name="pg2698"/>
            <p:cNvSpPr/>
            <p:nvPr/>
          </p:nvSpPr>
          <p:spPr>
            <a:xfrm>
              <a:off x="3258804" y="478139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86A6">
                <a:alpha val="100000"/>
              </a:srgbClr>
            </a:solidFill>
            <a:ln w="5420" cap="flat">
              <a:solidFill>
                <a:srgbClr val="3986A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99" name="pg2699"/>
            <p:cNvSpPr/>
            <p:nvPr/>
          </p:nvSpPr>
          <p:spPr>
            <a:xfrm>
              <a:off x="3270441" y="478139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88AA6">
                <a:alpha val="100000"/>
              </a:srgbClr>
            </a:solidFill>
            <a:ln w="5420" cap="flat">
              <a:solidFill>
                <a:srgbClr val="388AA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00" name="pg2700"/>
            <p:cNvSpPr/>
            <p:nvPr/>
          </p:nvSpPr>
          <p:spPr>
            <a:xfrm>
              <a:off x="3282079" y="478139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8DA7">
                <a:alpha val="100000"/>
              </a:srgbClr>
            </a:solidFill>
            <a:ln w="5420" cap="flat">
              <a:solidFill>
                <a:srgbClr val="378D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01" name="pg2701"/>
            <p:cNvSpPr/>
            <p:nvPr/>
          </p:nvSpPr>
          <p:spPr>
            <a:xfrm>
              <a:off x="3293716" y="478139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691A8">
                <a:alpha val="100000"/>
              </a:srgbClr>
            </a:solidFill>
            <a:ln w="5420" cap="flat">
              <a:solidFill>
                <a:srgbClr val="3691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02" name="pg2702"/>
            <p:cNvSpPr/>
            <p:nvPr/>
          </p:nvSpPr>
          <p:spPr>
            <a:xfrm>
              <a:off x="3305353" y="478139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692A8">
                <a:alpha val="100000"/>
              </a:srgbClr>
            </a:solidFill>
            <a:ln w="5420" cap="flat">
              <a:solidFill>
                <a:srgbClr val="3692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03" name="pg2703"/>
            <p:cNvSpPr/>
            <p:nvPr/>
          </p:nvSpPr>
          <p:spPr>
            <a:xfrm>
              <a:off x="3316991" y="478139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692A8">
                <a:alpha val="100000"/>
              </a:srgbClr>
            </a:solidFill>
            <a:ln w="5420" cap="flat">
              <a:solidFill>
                <a:srgbClr val="3692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04" name="pg2704"/>
            <p:cNvSpPr/>
            <p:nvPr/>
          </p:nvSpPr>
          <p:spPr>
            <a:xfrm>
              <a:off x="3328628" y="478139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692A8">
                <a:alpha val="100000"/>
              </a:srgbClr>
            </a:solidFill>
            <a:ln w="5420" cap="flat">
              <a:solidFill>
                <a:srgbClr val="3692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05" name="pg2705"/>
            <p:cNvSpPr/>
            <p:nvPr/>
          </p:nvSpPr>
          <p:spPr>
            <a:xfrm>
              <a:off x="3340265" y="478139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691A8">
                <a:alpha val="100000"/>
              </a:srgbClr>
            </a:solidFill>
            <a:ln w="5420" cap="flat">
              <a:solidFill>
                <a:srgbClr val="3691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06" name="pg2706"/>
            <p:cNvSpPr/>
            <p:nvPr/>
          </p:nvSpPr>
          <p:spPr>
            <a:xfrm>
              <a:off x="3351903" y="478139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691A8">
                <a:alpha val="100000"/>
              </a:srgbClr>
            </a:solidFill>
            <a:ln w="5420" cap="flat">
              <a:solidFill>
                <a:srgbClr val="3691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07" name="pg2707"/>
            <p:cNvSpPr/>
            <p:nvPr/>
          </p:nvSpPr>
          <p:spPr>
            <a:xfrm>
              <a:off x="3363540" y="478139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690A7">
                <a:alpha val="100000"/>
              </a:srgbClr>
            </a:solidFill>
            <a:ln w="5420" cap="flat">
              <a:solidFill>
                <a:srgbClr val="3690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08" name="pg2708"/>
            <p:cNvSpPr/>
            <p:nvPr/>
          </p:nvSpPr>
          <p:spPr>
            <a:xfrm>
              <a:off x="3375177" y="478139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8FA7">
                <a:alpha val="100000"/>
              </a:srgbClr>
            </a:solidFill>
            <a:ln w="5420" cap="flat">
              <a:solidFill>
                <a:srgbClr val="378F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09" name="pg2709"/>
            <p:cNvSpPr/>
            <p:nvPr/>
          </p:nvSpPr>
          <p:spPr>
            <a:xfrm>
              <a:off x="3468276" y="478139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88AA6">
                <a:alpha val="100000"/>
              </a:srgbClr>
            </a:solidFill>
            <a:ln w="5420" cap="flat">
              <a:solidFill>
                <a:srgbClr val="388AA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10" name="pg2710"/>
            <p:cNvSpPr/>
            <p:nvPr/>
          </p:nvSpPr>
          <p:spPr>
            <a:xfrm>
              <a:off x="3479913" y="478139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88AA6">
                <a:alpha val="100000"/>
              </a:srgbClr>
            </a:solidFill>
            <a:ln w="5420" cap="flat">
              <a:solidFill>
                <a:srgbClr val="388AA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11" name="pg2711"/>
            <p:cNvSpPr/>
            <p:nvPr/>
          </p:nvSpPr>
          <p:spPr>
            <a:xfrm>
              <a:off x="3491551" y="478139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88AA6">
                <a:alpha val="100000"/>
              </a:srgbClr>
            </a:solidFill>
            <a:ln w="5420" cap="flat">
              <a:solidFill>
                <a:srgbClr val="388AA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12" name="pg2712"/>
            <p:cNvSpPr/>
            <p:nvPr/>
          </p:nvSpPr>
          <p:spPr>
            <a:xfrm>
              <a:off x="3514825" y="478139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88AA6">
                <a:alpha val="100000"/>
              </a:srgbClr>
            </a:solidFill>
            <a:ln w="5420" cap="flat">
              <a:solidFill>
                <a:srgbClr val="388AA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13" name="pg2713"/>
            <p:cNvSpPr/>
            <p:nvPr/>
          </p:nvSpPr>
          <p:spPr>
            <a:xfrm>
              <a:off x="3526463" y="478139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88BA6">
                <a:alpha val="100000"/>
              </a:srgbClr>
            </a:solidFill>
            <a:ln w="5420" cap="flat">
              <a:solidFill>
                <a:srgbClr val="388BA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14" name="pg2714"/>
            <p:cNvSpPr/>
            <p:nvPr/>
          </p:nvSpPr>
          <p:spPr>
            <a:xfrm>
              <a:off x="3538100" y="478139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88BA7">
                <a:alpha val="100000"/>
              </a:srgbClr>
            </a:solidFill>
            <a:ln w="5420" cap="flat">
              <a:solidFill>
                <a:srgbClr val="388B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15" name="pg2715"/>
            <p:cNvSpPr/>
            <p:nvPr/>
          </p:nvSpPr>
          <p:spPr>
            <a:xfrm>
              <a:off x="3549737" y="478139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88BA7">
                <a:alpha val="100000"/>
              </a:srgbClr>
            </a:solidFill>
            <a:ln w="5420" cap="flat">
              <a:solidFill>
                <a:srgbClr val="388B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16" name="pg2716"/>
            <p:cNvSpPr/>
            <p:nvPr/>
          </p:nvSpPr>
          <p:spPr>
            <a:xfrm>
              <a:off x="3561375" y="478139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88BA6">
                <a:alpha val="100000"/>
              </a:srgbClr>
            </a:solidFill>
            <a:ln w="5420" cap="flat">
              <a:solidFill>
                <a:srgbClr val="388BA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17" name="pg2717"/>
            <p:cNvSpPr/>
            <p:nvPr/>
          </p:nvSpPr>
          <p:spPr>
            <a:xfrm>
              <a:off x="3573012" y="478139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88AA6">
                <a:alpha val="100000"/>
              </a:srgbClr>
            </a:solidFill>
            <a:ln w="5420" cap="flat">
              <a:solidFill>
                <a:srgbClr val="388AA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18" name="pg2718"/>
            <p:cNvSpPr/>
            <p:nvPr/>
          </p:nvSpPr>
          <p:spPr>
            <a:xfrm>
              <a:off x="3584649" y="478139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888A6">
                <a:alpha val="100000"/>
              </a:srgbClr>
            </a:solidFill>
            <a:ln w="5420" cap="flat">
              <a:solidFill>
                <a:srgbClr val="3888A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19" name="pg2719"/>
            <p:cNvSpPr/>
            <p:nvPr/>
          </p:nvSpPr>
          <p:spPr>
            <a:xfrm>
              <a:off x="3957044" y="478139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C84">
                <a:alpha val="100000"/>
              </a:srgbClr>
            </a:solidFill>
            <a:ln w="5420" cap="flat">
              <a:solidFill>
                <a:srgbClr val="3C4C8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20" name="pg2720"/>
            <p:cNvSpPr/>
            <p:nvPr/>
          </p:nvSpPr>
          <p:spPr>
            <a:xfrm>
              <a:off x="3968681" y="478139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B83">
                <a:alpha val="100000"/>
              </a:srgbClr>
            </a:solidFill>
            <a:ln w="5420" cap="flat">
              <a:solidFill>
                <a:srgbClr val="3C4B8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21" name="pg2721"/>
            <p:cNvSpPr/>
            <p:nvPr/>
          </p:nvSpPr>
          <p:spPr>
            <a:xfrm>
              <a:off x="3980318" y="478139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A81">
                <a:alpha val="100000"/>
              </a:srgbClr>
            </a:solidFill>
            <a:ln w="5420" cap="flat">
              <a:solidFill>
                <a:srgbClr val="3C4A8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22" name="pg2722"/>
            <p:cNvSpPr/>
            <p:nvPr/>
          </p:nvSpPr>
          <p:spPr>
            <a:xfrm>
              <a:off x="3991956" y="478139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980">
                <a:alpha val="100000"/>
              </a:srgbClr>
            </a:solidFill>
            <a:ln w="5420" cap="flat">
              <a:solidFill>
                <a:srgbClr val="3C498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23" name="pg2723"/>
            <p:cNvSpPr/>
            <p:nvPr/>
          </p:nvSpPr>
          <p:spPr>
            <a:xfrm>
              <a:off x="4003593" y="478139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A80">
                <a:alpha val="100000"/>
              </a:srgbClr>
            </a:solidFill>
            <a:ln w="5420" cap="flat">
              <a:solidFill>
                <a:srgbClr val="3C4A8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24" name="pg2724"/>
            <p:cNvSpPr/>
            <p:nvPr/>
          </p:nvSpPr>
          <p:spPr>
            <a:xfrm>
              <a:off x="4015230" y="478139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A81">
                <a:alpha val="100000"/>
              </a:srgbClr>
            </a:solidFill>
            <a:ln w="5420" cap="flat">
              <a:solidFill>
                <a:srgbClr val="3C4A8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25" name="pg2725"/>
            <p:cNvSpPr/>
            <p:nvPr/>
          </p:nvSpPr>
          <p:spPr>
            <a:xfrm>
              <a:off x="4026868" y="478139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B83">
                <a:alpha val="100000"/>
              </a:srgbClr>
            </a:solidFill>
            <a:ln w="5420" cap="flat">
              <a:solidFill>
                <a:srgbClr val="3C4B8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26" name="pg2726"/>
            <p:cNvSpPr/>
            <p:nvPr/>
          </p:nvSpPr>
          <p:spPr>
            <a:xfrm>
              <a:off x="4038505" y="478139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C84">
                <a:alpha val="100000"/>
              </a:srgbClr>
            </a:solidFill>
            <a:ln w="5420" cap="flat">
              <a:solidFill>
                <a:srgbClr val="3C4C8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27" name="pg2727"/>
            <p:cNvSpPr/>
            <p:nvPr/>
          </p:nvSpPr>
          <p:spPr>
            <a:xfrm>
              <a:off x="4050142" y="478139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C84">
                <a:alpha val="100000"/>
              </a:srgbClr>
            </a:solidFill>
            <a:ln w="5420" cap="flat">
              <a:solidFill>
                <a:srgbClr val="3C4C8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28" name="pg2728"/>
            <p:cNvSpPr/>
            <p:nvPr/>
          </p:nvSpPr>
          <p:spPr>
            <a:xfrm>
              <a:off x="4061780" y="478139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C84">
                <a:alpha val="100000"/>
              </a:srgbClr>
            </a:solidFill>
            <a:ln w="5420" cap="flat">
              <a:solidFill>
                <a:srgbClr val="3C4C8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29" name="pg2729"/>
            <p:cNvSpPr/>
            <p:nvPr/>
          </p:nvSpPr>
          <p:spPr>
            <a:xfrm>
              <a:off x="4073417" y="478139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C84">
                <a:alpha val="100000"/>
              </a:srgbClr>
            </a:solidFill>
            <a:ln w="5420" cap="flat">
              <a:solidFill>
                <a:srgbClr val="3C4C8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30" name="pg2730"/>
            <p:cNvSpPr/>
            <p:nvPr/>
          </p:nvSpPr>
          <p:spPr>
            <a:xfrm>
              <a:off x="4085054" y="478139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C84">
                <a:alpha val="100000"/>
              </a:srgbClr>
            </a:solidFill>
            <a:ln w="5420" cap="flat">
              <a:solidFill>
                <a:srgbClr val="3C4C8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31" name="pg2731"/>
            <p:cNvSpPr/>
            <p:nvPr/>
          </p:nvSpPr>
          <p:spPr>
            <a:xfrm>
              <a:off x="4096692" y="478139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C84">
                <a:alpha val="100000"/>
              </a:srgbClr>
            </a:solidFill>
            <a:ln w="5420" cap="flat">
              <a:solidFill>
                <a:srgbClr val="3C4C8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32" name="pg2732"/>
            <p:cNvSpPr/>
            <p:nvPr/>
          </p:nvSpPr>
          <p:spPr>
            <a:xfrm>
              <a:off x="4108329" y="478139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C83">
                <a:alpha val="100000"/>
              </a:srgbClr>
            </a:solidFill>
            <a:ln w="5420" cap="flat">
              <a:solidFill>
                <a:srgbClr val="3C4C8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33" name="pg2733"/>
            <p:cNvSpPr/>
            <p:nvPr/>
          </p:nvSpPr>
          <p:spPr>
            <a:xfrm>
              <a:off x="4143241" y="478139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A81">
                <a:alpha val="100000"/>
              </a:srgbClr>
            </a:solidFill>
            <a:ln w="5420" cap="flat">
              <a:solidFill>
                <a:srgbClr val="3C4A8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34" name="pg2734"/>
            <p:cNvSpPr/>
            <p:nvPr/>
          </p:nvSpPr>
          <p:spPr>
            <a:xfrm>
              <a:off x="4154878" y="478139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980">
                <a:alpha val="100000"/>
              </a:srgbClr>
            </a:solidFill>
            <a:ln w="5420" cap="flat">
              <a:solidFill>
                <a:srgbClr val="3C498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35" name="pg2735"/>
            <p:cNvSpPr/>
            <p:nvPr/>
          </p:nvSpPr>
          <p:spPr>
            <a:xfrm>
              <a:off x="4166516" y="478139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87E">
                <a:alpha val="100000"/>
              </a:srgbClr>
            </a:solidFill>
            <a:ln w="5420" cap="flat">
              <a:solidFill>
                <a:srgbClr val="3C487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36" name="pg2736"/>
            <p:cNvSpPr/>
            <p:nvPr/>
          </p:nvSpPr>
          <p:spPr>
            <a:xfrm>
              <a:off x="4178153" y="478139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77D">
                <a:alpha val="100000"/>
              </a:srgbClr>
            </a:solidFill>
            <a:ln w="5420" cap="flat">
              <a:solidFill>
                <a:srgbClr val="3C477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37" name="pg2737"/>
            <p:cNvSpPr/>
            <p:nvPr/>
          </p:nvSpPr>
          <p:spPr>
            <a:xfrm>
              <a:off x="4189790" y="478139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67C">
                <a:alpha val="100000"/>
              </a:srgbClr>
            </a:solidFill>
            <a:ln w="5420" cap="flat">
              <a:solidFill>
                <a:srgbClr val="3C467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38" name="pg2738"/>
            <p:cNvSpPr/>
            <p:nvPr/>
          </p:nvSpPr>
          <p:spPr>
            <a:xfrm>
              <a:off x="4201428" y="478139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57A">
                <a:alpha val="100000"/>
              </a:srgbClr>
            </a:solidFill>
            <a:ln w="5420" cap="flat">
              <a:solidFill>
                <a:srgbClr val="3C457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39" name="pg2739"/>
            <p:cNvSpPr/>
            <p:nvPr/>
          </p:nvSpPr>
          <p:spPr>
            <a:xfrm>
              <a:off x="4213065" y="478139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479">
                <a:alpha val="100000"/>
              </a:srgbClr>
            </a:solidFill>
            <a:ln w="5420" cap="flat">
              <a:solidFill>
                <a:srgbClr val="3C447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40" name="pg2740"/>
            <p:cNvSpPr/>
            <p:nvPr/>
          </p:nvSpPr>
          <p:spPr>
            <a:xfrm>
              <a:off x="4399262" y="478139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2E5A">
                <a:alpha val="100000"/>
              </a:srgbClr>
            </a:solidFill>
            <a:ln w="5420" cap="flat">
              <a:solidFill>
                <a:srgbClr val="392E5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41" name="pg2741"/>
            <p:cNvSpPr/>
            <p:nvPr/>
          </p:nvSpPr>
          <p:spPr>
            <a:xfrm>
              <a:off x="4410900" y="478139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2E5A">
                <a:alpha val="100000"/>
              </a:srgbClr>
            </a:solidFill>
            <a:ln w="5420" cap="flat">
              <a:solidFill>
                <a:srgbClr val="392E5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42" name="pg2742"/>
            <p:cNvSpPr/>
            <p:nvPr/>
          </p:nvSpPr>
          <p:spPr>
            <a:xfrm>
              <a:off x="4422537" y="478139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2E5A">
                <a:alpha val="100000"/>
              </a:srgbClr>
            </a:solidFill>
            <a:ln w="5420" cap="flat">
              <a:solidFill>
                <a:srgbClr val="392E5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43" name="pg2743"/>
            <p:cNvSpPr/>
            <p:nvPr/>
          </p:nvSpPr>
          <p:spPr>
            <a:xfrm>
              <a:off x="4434174" y="478139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2F5B">
                <a:alpha val="100000"/>
              </a:srgbClr>
            </a:solidFill>
            <a:ln w="5420" cap="flat">
              <a:solidFill>
                <a:srgbClr val="392F5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44" name="pg2744"/>
            <p:cNvSpPr/>
            <p:nvPr/>
          </p:nvSpPr>
          <p:spPr>
            <a:xfrm>
              <a:off x="4445812" y="478139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305C">
                <a:alpha val="100000"/>
              </a:srgbClr>
            </a:solidFill>
            <a:ln w="5420" cap="flat">
              <a:solidFill>
                <a:srgbClr val="3930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45" name="pg2745"/>
            <p:cNvSpPr/>
            <p:nvPr/>
          </p:nvSpPr>
          <p:spPr>
            <a:xfrm>
              <a:off x="2944596" y="479569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497A9">
                <a:alpha val="100000"/>
              </a:srgbClr>
            </a:solidFill>
            <a:ln w="5420" cap="flat">
              <a:solidFill>
                <a:srgbClr val="3497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46" name="pg2746"/>
            <p:cNvSpPr/>
            <p:nvPr/>
          </p:nvSpPr>
          <p:spPr>
            <a:xfrm>
              <a:off x="2956233" y="479569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99A9">
                <a:alpha val="100000"/>
              </a:srgbClr>
            </a:solidFill>
            <a:ln w="5420" cap="flat">
              <a:solidFill>
                <a:srgbClr val="3799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47" name="pg2747"/>
            <p:cNvSpPr/>
            <p:nvPr/>
          </p:nvSpPr>
          <p:spPr>
            <a:xfrm>
              <a:off x="2967871" y="479569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89BA9">
                <a:alpha val="100000"/>
              </a:srgbClr>
            </a:solidFill>
            <a:ln w="5420" cap="flat">
              <a:solidFill>
                <a:srgbClr val="389B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48" name="pg2748"/>
            <p:cNvSpPr/>
            <p:nvPr/>
          </p:nvSpPr>
          <p:spPr>
            <a:xfrm>
              <a:off x="2979508" y="479569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89BA9">
                <a:alpha val="100000"/>
              </a:srgbClr>
            </a:solidFill>
            <a:ln w="5420" cap="flat">
              <a:solidFill>
                <a:srgbClr val="389B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49" name="pg2749"/>
            <p:cNvSpPr/>
            <p:nvPr/>
          </p:nvSpPr>
          <p:spPr>
            <a:xfrm>
              <a:off x="2991145" y="479569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699A9">
                <a:alpha val="100000"/>
              </a:srgbClr>
            </a:solidFill>
            <a:ln w="5420" cap="flat">
              <a:solidFill>
                <a:srgbClr val="3699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50" name="pg2750"/>
            <p:cNvSpPr/>
            <p:nvPr/>
          </p:nvSpPr>
          <p:spPr>
            <a:xfrm>
              <a:off x="3002783" y="479569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593A8">
                <a:alpha val="100000"/>
              </a:srgbClr>
            </a:solidFill>
            <a:ln w="5420" cap="flat">
              <a:solidFill>
                <a:srgbClr val="3593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51" name="pg2751"/>
            <p:cNvSpPr/>
            <p:nvPr/>
          </p:nvSpPr>
          <p:spPr>
            <a:xfrm>
              <a:off x="3014420" y="479569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88BA6">
                <a:alpha val="100000"/>
              </a:srgbClr>
            </a:solidFill>
            <a:ln w="5420" cap="flat">
              <a:solidFill>
                <a:srgbClr val="388BA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52" name="pg2752"/>
            <p:cNvSpPr/>
            <p:nvPr/>
          </p:nvSpPr>
          <p:spPr>
            <a:xfrm>
              <a:off x="3026057" y="479569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81A4">
                <a:alpha val="100000"/>
              </a:srgbClr>
            </a:solidFill>
            <a:ln w="5420" cap="flat">
              <a:solidFill>
                <a:srgbClr val="3A81A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53" name="pg2753"/>
            <p:cNvSpPr/>
            <p:nvPr/>
          </p:nvSpPr>
          <p:spPr>
            <a:xfrm>
              <a:off x="3037695" y="479569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6A2">
                <a:alpha val="100000"/>
              </a:srgbClr>
            </a:solidFill>
            <a:ln w="5420" cap="flat">
              <a:solidFill>
                <a:srgbClr val="3A76A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54" name="pg2754"/>
            <p:cNvSpPr/>
            <p:nvPr/>
          </p:nvSpPr>
          <p:spPr>
            <a:xfrm>
              <a:off x="3049332" y="479569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DA0">
                <a:alpha val="100000"/>
              </a:srgbClr>
            </a:solidFill>
            <a:ln w="5420" cap="flat">
              <a:solidFill>
                <a:srgbClr val="3A6DA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55" name="pg2755"/>
            <p:cNvSpPr/>
            <p:nvPr/>
          </p:nvSpPr>
          <p:spPr>
            <a:xfrm>
              <a:off x="3060969" y="479569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19D">
                <a:alpha val="100000"/>
              </a:srgbClr>
            </a:solidFill>
            <a:ln w="5420" cap="flat">
              <a:solidFill>
                <a:srgbClr val="3A61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56" name="pg2756"/>
            <p:cNvSpPr/>
            <p:nvPr/>
          </p:nvSpPr>
          <p:spPr>
            <a:xfrm>
              <a:off x="3072607" y="479569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5E9C">
                <a:alpha val="100000"/>
              </a:srgbClr>
            </a:solidFill>
            <a:ln w="5420" cap="flat">
              <a:solidFill>
                <a:srgbClr val="395E9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57" name="pg2757"/>
            <p:cNvSpPr/>
            <p:nvPr/>
          </p:nvSpPr>
          <p:spPr>
            <a:xfrm>
              <a:off x="3084244" y="479569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5E9C">
                <a:alpha val="100000"/>
              </a:srgbClr>
            </a:solidFill>
            <a:ln w="5420" cap="flat">
              <a:solidFill>
                <a:srgbClr val="395E9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58" name="pg2758"/>
            <p:cNvSpPr/>
            <p:nvPr/>
          </p:nvSpPr>
          <p:spPr>
            <a:xfrm>
              <a:off x="3095881" y="479569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19D">
                <a:alpha val="100000"/>
              </a:srgbClr>
            </a:solidFill>
            <a:ln w="5420" cap="flat">
              <a:solidFill>
                <a:srgbClr val="3A61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59" name="pg2759"/>
            <p:cNvSpPr/>
            <p:nvPr/>
          </p:nvSpPr>
          <p:spPr>
            <a:xfrm>
              <a:off x="3107519" y="479569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59E">
                <a:alpha val="100000"/>
              </a:srgbClr>
            </a:solidFill>
            <a:ln w="5420" cap="flat">
              <a:solidFill>
                <a:srgbClr val="3A65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60" name="pg2760"/>
            <p:cNvSpPr/>
            <p:nvPr/>
          </p:nvSpPr>
          <p:spPr>
            <a:xfrm>
              <a:off x="3119156" y="479569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A9F">
                <a:alpha val="100000"/>
              </a:srgbClr>
            </a:solidFill>
            <a:ln w="5420" cap="flat">
              <a:solidFill>
                <a:srgbClr val="3A6A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61" name="pg2761"/>
            <p:cNvSpPr/>
            <p:nvPr/>
          </p:nvSpPr>
          <p:spPr>
            <a:xfrm>
              <a:off x="3130793" y="479569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DA0">
                <a:alpha val="100000"/>
              </a:srgbClr>
            </a:solidFill>
            <a:ln w="5420" cap="flat">
              <a:solidFill>
                <a:srgbClr val="3A6DA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62" name="pg2762"/>
            <p:cNvSpPr/>
            <p:nvPr/>
          </p:nvSpPr>
          <p:spPr>
            <a:xfrm>
              <a:off x="3142431" y="479569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FA0">
                <a:alpha val="100000"/>
              </a:srgbClr>
            </a:solidFill>
            <a:ln w="5420" cap="flat">
              <a:solidFill>
                <a:srgbClr val="3A6FA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63" name="pg2763"/>
            <p:cNvSpPr/>
            <p:nvPr/>
          </p:nvSpPr>
          <p:spPr>
            <a:xfrm>
              <a:off x="3154068" y="479569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FA0">
                <a:alpha val="100000"/>
              </a:srgbClr>
            </a:solidFill>
            <a:ln w="5420" cap="flat">
              <a:solidFill>
                <a:srgbClr val="3A6FA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64" name="pg2764"/>
            <p:cNvSpPr/>
            <p:nvPr/>
          </p:nvSpPr>
          <p:spPr>
            <a:xfrm>
              <a:off x="3165705" y="479569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70A0">
                <a:alpha val="100000"/>
              </a:srgbClr>
            </a:solidFill>
            <a:ln w="5420" cap="flat">
              <a:solidFill>
                <a:srgbClr val="3B70A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65" name="pg2765"/>
            <p:cNvSpPr/>
            <p:nvPr/>
          </p:nvSpPr>
          <p:spPr>
            <a:xfrm>
              <a:off x="3177343" y="479569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72A1">
                <a:alpha val="100000"/>
              </a:srgbClr>
            </a:solidFill>
            <a:ln w="5420" cap="flat">
              <a:solidFill>
                <a:srgbClr val="3B72A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66" name="pg2766"/>
            <p:cNvSpPr/>
            <p:nvPr/>
          </p:nvSpPr>
          <p:spPr>
            <a:xfrm>
              <a:off x="3188980" y="479569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4A1">
                <a:alpha val="100000"/>
              </a:srgbClr>
            </a:solidFill>
            <a:ln w="5420" cap="flat">
              <a:solidFill>
                <a:srgbClr val="3A74A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67" name="pg2767"/>
            <p:cNvSpPr/>
            <p:nvPr/>
          </p:nvSpPr>
          <p:spPr>
            <a:xfrm>
              <a:off x="3200617" y="479569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7A2">
                <a:alpha val="100000"/>
              </a:srgbClr>
            </a:solidFill>
            <a:ln w="5420" cap="flat">
              <a:solidFill>
                <a:srgbClr val="3A77A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68" name="pg2768"/>
            <p:cNvSpPr/>
            <p:nvPr/>
          </p:nvSpPr>
          <p:spPr>
            <a:xfrm>
              <a:off x="3212255" y="479569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AA3">
                <a:alpha val="100000"/>
              </a:srgbClr>
            </a:solidFill>
            <a:ln w="5420" cap="flat">
              <a:solidFill>
                <a:srgbClr val="3A7AA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69" name="pg2769"/>
            <p:cNvSpPr/>
            <p:nvPr/>
          </p:nvSpPr>
          <p:spPr>
            <a:xfrm>
              <a:off x="3223892" y="479569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DA3">
                <a:alpha val="100000"/>
              </a:srgbClr>
            </a:solidFill>
            <a:ln w="5420" cap="flat">
              <a:solidFill>
                <a:srgbClr val="3A7DA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70" name="pg2770"/>
            <p:cNvSpPr/>
            <p:nvPr/>
          </p:nvSpPr>
          <p:spPr>
            <a:xfrm>
              <a:off x="3235529" y="479569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81A4">
                <a:alpha val="100000"/>
              </a:srgbClr>
            </a:solidFill>
            <a:ln w="5420" cap="flat">
              <a:solidFill>
                <a:srgbClr val="3A81A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71" name="pg2771"/>
            <p:cNvSpPr/>
            <p:nvPr/>
          </p:nvSpPr>
          <p:spPr>
            <a:xfrm>
              <a:off x="3247167" y="479569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85A5">
                <a:alpha val="100000"/>
              </a:srgbClr>
            </a:solidFill>
            <a:ln w="5420" cap="flat">
              <a:solidFill>
                <a:srgbClr val="3985A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72" name="pg2772"/>
            <p:cNvSpPr/>
            <p:nvPr/>
          </p:nvSpPr>
          <p:spPr>
            <a:xfrm>
              <a:off x="3258804" y="479569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888A6">
                <a:alpha val="100000"/>
              </a:srgbClr>
            </a:solidFill>
            <a:ln w="5420" cap="flat">
              <a:solidFill>
                <a:srgbClr val="3888A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73" name="pg2773"/>
            <p:cNvSpPr/>
            <p:nvPr/>
          </p:nvSpPr>
          <p:spPr>
            <a:xfrm>
              <a:off x="3270441" y="479569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8CA7">
                <a:alpha val="100000"/>
              </a:srgbClr>
            </a:solidFill>
            <a:ln w="5420" cap="flat">
              <a:solidFill>
                <a:srgbClr val="378C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74" name="pg2774"/>
            <p:cNvSpPr/>
            <p:nvPr/>
          </p:nvSpPr>
          <p:spPr>
            <a:xfrm>
              <a:off x="3282079" y="479569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8FA7">
                <a:alpha val="100000"/>
              </a:srgbClr>
            </a:solidFill>
            <a:ln w="5420" cap="flat">
              <a:solidFill>
                <a:srgbClr val="378F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75" name="pg2775"/>
            <p:cNvSpPr/>
            <p:nvPr/>
          </p:nvSpPr>
          <p:spPr>
            <a:xfrm>
              <a:off x="3293716" y="479569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594A8">
                <a:alpha val="100000"/>
              </a:srgbClr>
            </a:solidFill>
            <a:ln w="5420" cap="flat">
              <a:solidFill>
                <a:srgbClr val="3594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76" name="pg2776"/>
            <p:cNvSpPr/>
            <p:nvPr/>
          </p:nvSpPr>
          <p:spPr>
            <a:xfrm>
              <a:off x="3305353" y="479569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595A9">
                <a:alpha val="100000"/>
              </a:srgbClr>
            </a:solidFill>
            <a:ln w="5420" cap="flat">
              <a:solidFill>
                <a:srgbClr val="3595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77" name="pg2777"/>
            <p:cNvSpPr/>
            <p:nvPr/>
          </p:nvSpPr>
          <p:spPr>
            <a:xfrm>
              <a:off x="3316991" y="479569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595A9">
                <a:alpha val="100000"/>
              </a:srgbClr>
            </a:solidFill>
            <a:ln w="5420" cap="flat">
              <a:solidFill>
                <a:srgbClr val="3595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78" name="pg2778"/>
            <p:cNvSpPr/>
            <p:nvPr/>
          </p:nvSpPr>
          <p:spPr>
            <a:xfrm>
              <a:off x="3328628" y="479569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594A8">
                <a:alpha val="100000"/>
              </a:srgbClr>
            </a:solidFill>
            <a:ln w="5420" cap="flat">
              <a:solidFill>
                <a:srgbClr val="3594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79" name="pg2779"/>
            <p:cNvSpPr/>
            <p:nvPr/>
          </p:nvSpPr>
          <p:spPr>
            <a:xfrm>
              <a:off x="3340265" y="479569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593A8">
                <a:alpha val="100000"/>
              </a:srgbClr>
            </a:solidFill>
            <a:ln w="5420" cap="flat">
              <a:solidFill>
                <a:srgbClr val="3593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80" name="pg2780"/>
            <p:cNvSpPr/>
            <p:nvPr/>
          </p:nvSpPr>
          <p:spPr>
            <a:xfrm>
              <a:off x="3351903" y="479569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692A8">
                <a:alpha val="100000"/>
              </a:srgbClr>
            </a:solidFill>
            <a:ln w="5420" cap="flat">
              <a:solidFill>
                <a:srgbClr val="3692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81" name="pg2781"/>
            <p:cNvSpPr/>
            <p:nvPr/>
          </p:nvSpPr>
          <p:spPr>
            <a:xfrm>
              <a:off x="3363540" y="479569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691A8">
                <a:alpha val="100000"/>
              </a:srgbClr>
            </a:solidFill>
            <a:ln w="5420" cap="flat">
              <a:solidFill>
                <a:srgbClr val="3691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82" name="pg2782"/>
            <p:cNvSpPr/>
            <p:nvPr/>
          </p:nvSpPr>
          <p:spPr>
            <a:xfrm>
              <a:off x="3375177" y="479569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690A8">
                <a:alpha val="100000"/>
              </a:srgbClr>
            </a:solidFill>
            <a:ln w="5420" cap="flat">
              <a:solidFill>
                <a:srgbClr val="3690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83" name="pg2783"/>
            <p:cNvSpPr/>
            <p:nvPr/>
          </p:nvSpPr>
          <p:spPr>
            <a:xfrm>
              <a:off x="3386815" y="479569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68FA7">
                <a:alpha val="100000"/>
              </a:srgbClr>
            </a:solidFill>
            <a:ln w="5420" cap="flat">
              <a:solidFill>
                <a:srgbClr val="368F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84" name="pg2784"/>
            <p:cNvSpPr/>
            <p:nvPr/>
          </p:nvSpPr>
          <p:spPr>
            <a:xfrm>
              <a:off x="3456639" y="479569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88BA6">
                <a:alpha val="100000"/>
              </a:srgbClr>
            </a:solidFill>
            <a:ln w="5420" cap="flat">
              <a:solidFill>
                <a:srgbClr val="388BA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85" name="pg2785"/>
            <p:cNvSpPr/>
            <p:nvPr/>
          </p:nvSpPr>
          <p:spPr>
            <a:xfrm>
              <a:off x="3468276" y="479569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88AA6">
                <a:alpha val="100000"/>
              </a:srgbClr>
            </a:solidFill>
            <a:ln w="5420" cap="flat">
              <a:solidFill>
                <a:srgbClr val="388AA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86" name="pg2786"/>
            <p:cNvSpPr/>
            <p:nvPr/>
          </p:nvSpPr>
          <p:spPr>
            <a:xfrm>
              <a:off x="3479913" y="479569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88AA6">
                <a:alpha val="100000"/>
              </a:srgbClr>
            </a:solidFill>
            <a:ln w="5420" cap="flat">
              <a:solidFill>
                <a:srgbClr val="388AA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87" name="pg2787"/>
            <p:cNvSpPr/>
            <p:nvPr/>
          </p:nvSpPr>
          <p:spPr>
            <a:xfrm>
              <a:off x="3491551" y="479569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88AA6">
                <a:alpha val="100000"/>
              </a:srgbClr>
            </a:solidFill>
            <a:ln w="5420" cap="flat">
              <a:solidFill>
                <a:srgbClr val="388AA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88" name="pg2788"/>
            <p:cNvSpPr/>
            <p:nvPr/>
          </p:nvSpPr>
          <p:spPr>
            <a:xfrm>
              <a:off x="3503188" y="479569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88AA6">
                <a:alpha val="100000"/>
              </a:srgbClr>
            </a:solidFill>
            <a:ln w="5420" cap="flat">
              <a:solidFill>
                <a:srgbClr val="388AA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89" name="pg2789"/>
            <p:cNvSpPr/>
            <p:nvPr/>
          </p:nvSpPr>
          <p:spPr>
            <a:xfrm>
              <a:off x="3514825" y="479569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88AA6">
                <a:alpha val="100000"/>
              </a:srgbClr>
            </a:solidFill>
            <a:ln w="5420" cap="flat">
              <a:solidFill>
                <a:srgbClr val="388AA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90" name="pg2790"/>
            <p:cNvSpPr/>
            <p:nvPr/>
          </p:nvSpPr>
          <p:spPr>
            <a:xfrm>
              <a:off x="3526463" y="479569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88BA7">
                <a:alpha val="100000"/>
              </a:srgbClr>
            </a:solidFill>
            <a:ln w="5420" cap="flat">
              <a:solidFill>
                <a:srgbClr val="388B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91" name="pg2791"/>
            <p:cNvSpPr/>
            <p:nvPr/>
          </p:nvSpPr>
          <p:spPr>
            <a:xfrm>
              <a:off x="3538100" y="479569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8CA7">
                <a:alpha val="100000"/>
              </a:srgbClr>
            </a:solidFill>
            <a:ln w="5420" cap="flat">
              <a:solidFill>
                <a:srgbClr val="378C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92" name="pg2792"/>
            <p:cNvSpPr/>
            <p:nvPr/>
          </p:nvSpPr>
          <p:spPr>
            <a:xfrm>
              <a:off x="3549737" y="479569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8CA7">
                <a:alpha val="100000"/>
              </a:srgbClr>
            </a:solidFill>
            <a:ln w="5420" cap="flat">
              <a:solidFill>
                <a:srgbClr val="378C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93" name="pg2793"/>
            <p:cNvSpPr/>
            <p:nvPr/>
          </p:nvSpPr>
          <p:spPr>
            <a:xfrm>
              <a:off x="3561375" y="479569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8CA7">
                <a:alpha val="100000"/>
              </a:srgbClr>
            </a:solidFill>
            <a:ln w="5420" cap="flat">
              <a:solidFill>
                <a:srgbClr val="378C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94" name="pg2794"/>
            <p:cNvSpPr/>
            <p:nvPr/>
          </p:nvSpPr>
          <p:spPr>
            <a:xfrm>
              <a:off x="3573012" y="479569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88BA6">
                <a:alpha val="100000"/>
              </a:srgbClr>
            </a:solidFill>
            <a:ln w="5420" cap="flat">
              <a:solidFill>
                <a:srgbClr val="388BA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95" name="pg2795"/>
            <p:cNvSpPr/>
            <p:nvPr/>
          </p:nvSpPr>
          <p:spPr>
            <a:xfrm>
              <a:off x="3968681" y="479569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B82">
                <a:alpha val="100000"/>
              </a:srgbClr>
            </a:solidFill>
            <a:ln w="5420" cap="flat">
              <a:solidFill>
                <a:srgbClr val="3C4B8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96" name="pg2796"/>
            <p:cNvSpPr/>
            <p:nvPr/>
          </p:nvSpPr>
          <p:spPr>
            <a:xfrm>
              <a:off x="3980318" y="479569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A81">
                <a:alpha val="100000"/>
              </a:srgbClr>
            </a:solidFill>
            <a:ln w="5420" cap="flat">
              <a:solidFill>
                <a:srgbClr val="3C4A8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97" name="pg2797"/>
            <p:cNvSpPr/>
            <p:nvPr/>
          </p:nvSpPr>
          <p:spPr>
            <a:xfrm>
              <a:off x="3991956" y="479569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97F">
                <a:alpha val="100000"/>
              </a:srgbClr>
            </a:solidFill>
            <a:ln w="5420" cap="flat">
              <a:solidFill>
                <a:srgbClr val="3C497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98" name="pg2798"/>
            <p:cNvSpPr/>
            <p:nvPr/>
          </p:nvSpPr>
          <p:spPr>
            <a:xfrm>
              <a:off x="4003593" y="479569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980">
                <a:alpha val="100000"/>
              </a:srgbClr>
            </a:solidFill>
            <a:ln w="5420" cap="flat">
              <a:solidFill>
                <a:srgbClr val="3C498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99" name="pg2799"/>
            <p:cNvSpPr/>
            <p:nvPr/>
          </p:nvSpPr>
          <p:spPr>
            <a:xfrm>
              <a:off x="4015230" y="479569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A81">
                <a:alpha val="100000"/>
              </a:srgbClr>
            </a:solidFill>
            <a:ln w="5420" cap="flat">
              <a:solidFill>
                <a:srgbClr val="3C4A8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00" name="pg2800"/>
            <p:cNvSpPr/>
            <p:nvPr/>
          </p:nvSpPr>
          <p:spPr>
            <a:xfrm>
              <a:off x="4026868" y="479569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B83">
                <a:alpha val="100000"/>
              </a:srgbClr>
            </a:solidFill>
            <a:ln w="5420" cap="flat">
              <a:solidFill>
                <a:srgbClr val="3C4B8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01" name="pg2801"/>
            <p:cNvSpPr/>
            <p:nvPr/>
          </p:nvSpPr>
          <p:spPr>
            <a:xfrm>
              <a:off x="4038505" y="479569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C84">
                <a:alpha val="100000"/>
              </a:srgbClr>
            </a:solidFill>
            <a:ln w="5420" cap="flat">
              <a:solidFill>
                <a:srgbClr val="3C4C8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02" name="pg2802"/>
            <p:cNvSpPr/>
            <p:nvPr/>
          </p:nvSpPr>
          <p:spPr>
            <a:xfrm>
              <a:off x="4050142" y="479569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D84">
                <a:alpha val="100000"/>
              </a:srgbClr>
            </a:solidFill>
            <a:ln w="5420" cap="flat">
              <a:solidFill>
                <a:srgbClr val="3C4D8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03" name="pg2803"/>
            <p:cNvSpPr/>
            <p:nvPr/>
          </p:nvSpPr>
          <p:spPr>
            <a:xfrm>
              <a:off x="4061780" y="479569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C84">
                <a:alpha val="100000"/>
              </a:srgbClr>
            </a:solidFill>
            <a:ln w="5420" cap="flat">
              <a:solidFill>
                <a:srgbClr val="3C4C8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04" name="pg2804"/>
            <p:cNvSpPr/>
            <p:nvPr/>
          </p:nvSpPr>
          <p:spPr>
            <a:xfrm>
              <a:off x="4073417" y="479569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C84">
                <a:alpha val="100000"/>
              </a:srgbClr>
            </a:solidFill>
            <a:ln w="5420" cap="flat">
              <a:solidFill>
                <a:srgbClr val="3C4C8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05" name="pg2805"/>
            <p:cNvSpPr/>
            <p:nvPr/>
          </p:nvSpPr>
          <p:spPr>
            <a:xfrm>
              <a:off x="4154878" y="479569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980">
                <a:alpha val="100000"/>
              </a:srgbClr>
            </a:solidFill>
            <a:ln w="5420" cap="flat">
              <a:solidFill>
                <a:srgbClr val="3C498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06" name="pg2806"/>
            <p:cNvSpPr/>
            <p:nvPr/>
          </p:nvSpPr>
          <p:spPr>
            <a:xfrm>
              <a:off x="4166516" y="479569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97F">
                <a:alpha val="100000"/>
              </a:srgbClr>
            </a:solidFill>
            <a:ln w="5420" cap="flat">
              <a:solidFill>
                <a:srgbClr val="3C497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07" name="pg2807"/>
            <p:cNvSpPr/>
            <p:nvPr/>
          </p:nvSpPr>
          <p:spPr>
            <a:xfrm>
              <a:off x="4178153" y="479569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87E">
                <a:alpha val="100000"/>
              </a:srgbClr>
            </a:solidFill>
            <a:ln w="5420" cap="flat">
              <a:solidFill>
                <a:srgbClr val="3C487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08" name="pg2808"/>
            <p:cNvSpPr/>
            <p:nvPr/>
          </p:nvSpPr>
          <p:spPr>
            <a:xfrm>
              <a:off x="4189790" y="479569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77C">
                <a:alpha val="100000"/>
              </a:srgbClr>
            </a:solidFill>
            <a:ln w="5420" cap="flat">
              <a:solidFill>
                <a:srgbClr val="3C477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09" name="pg2809"/>
            <p:cNvSpPr/>
            <p:nvPr/>
          </p:nvSpPr>
          <p:spPr>
            <a:xfrm>
              <a:off x="4201428" y="479569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67B">
                <a:alpha val="100000"/>
              </a:srgbClr>
            </a:solidFill>
            <a:ln w="5420" cap="flat">
              <a:solidFill>
                <a:srgbClr val="3C467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10" name="pg2810"/>
            <p:cNvSpPr/>
            <p:nvPr/>
          </p:nvSpPr>
          <p:spPr>
            <a:xfrm>
              <a:off x="4213065" y="479569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579">
                <a:alpha val="100000"/>
              </a:srgbClr>
            </a:solidFill>
            <a:ln w="5420" cap="flat">
              <a:solidFill>
                <a:srgbClr val="3C457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11" name="pg2811"/>
            <p:cNvSpPr/>
            <p:nvPr/>
          </p:nvSpPr>
          <p:spPr>
            <a:xfrm>
              <a:off x="4410900" y="479569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305D">
                <a:alpha val="100000"/>
              </a:srgbClr>
            </a:solidFill>
            <a:ln w="5420" cap="flat">
              <a:solidFill>
                <a:srgbClr val="39305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12" name="pg2812"/>
            <p:cNvSpPr/>
            <p:nvPr/>
          </p:nvSpPr>
          <p:spPr>
            <a:xfrm>
              <a:off x="4422537" y="479569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305D">
                <a:alpha val="100000"/>
              </a:srgbClr>
            </a:solidFill>
            <a:ln w="5420" cap="flat">
              <a:solidFill>
                <a:srgbClr val="39305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13" name="pg2813"/>
            <p:cNvSpPr/>
            <p:nvPr/>
          </p:nvSpPr>
          <p:spPr>
            <a:xfrm>
              <a:off x="4434174" y="479569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315D">
                <a:alpha val="100000"/>
              </a:srgbClr>
            </a:solidFill>
            <a:ln w="5420" cap="flat">
              <a:solidFill>
                <a:srgbClr val="3A315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14" name="pg2814"/>
            <p:cNvSpPr/>
            <p:nvPr/>
          </p:nvSpPr>
          <p:spPr>
            <a:xfrm>
              <a:off x="4445812" y="479569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315E">
                <a:alpha val="100000"/>
              </a:srgbClr>
            </a:solidFill>
            <a:ln w="5420" cap="flat">
              <a:solidFill>
                <a:srgbClr val="3A315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15" name="pg2815"/>
            <p:cNvSpPr/>
            <p:nvPr/>
          </p:nvSpPr>
          <p:spPr>
            <a:xfrm>
              <a:off x="4457449" y="479569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325F">
                <a:alpha val="100000"/>
              </a:srgbClr>
            </a:solidFill>
            <a:ln w="5420" cap="flat">
              <a:solidFill>
                <a:srgbClr val="3A325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16" name="pg2816"/>
            <p:cNvSpPr/>
            <p:nvPr/>
          </p:nvSpPr>
          <p:spPr>
            <a:xfrm>
              <a:off x="2944596" y="480999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698A9">
                <a:alpha val="100000"/>
              </a:srgbClr>
            </a:solidFill>
            <a:ln w="5420" cap="flat">
              <a:solidFill>
                <a:srgbClr val="3698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17" name="pg2817"/>
            <p:cNvSpPr/>
            <p:nvPr/>
          </p:nvSpPr>
          <p:spPr>
            <a:xfrm>
              <a:off x="2956233" y="480999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9CA9">
                <a:alpha val="100000"/>
              </a:srgbClr>
            </a:solidFill>
            <a:ln w="5420" cap="flat">
              <a:solidFill>
                <a:srgbClr val="399C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18" name="pg2818"/>
            <p:cNvSpPr/>
            <p:nvPr/>
          </p:nvSpPr>
          <p:spPr>
            <a:xfrm>
              <a:off x="2967871" y="480999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9EAA">
                <a:alpha val="100000"/>
              </a:srgbClr>
            </a:solidFill>
            <a:ln w="5420" cap="flat">
              <a:solidFill>
                <a:srgbClr val="3B9E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19" name="pg2819"/>
            <p:cNvSpPr/>
            <p:nvPr/>
          </p:nvSpPr>
          <p:spPr>
            <a:xfrm>
              <a:off x="2979508" y="480999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9EAA">
                <a:alpha val="100000"/>
              </a:srgbClr>
            </a:solidFill>
            <a:ln w="5420" cap="flat">
              <a:solidFill>
                <a:srgbClr val="3B9E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20" name="pg2820"/>
            <p:cNvSpPr/>
            <p:nvPr/>
          </p:nvSpPr>
          <p:spPr>
            <a:xfrm>
              <a:off x="2991145" y="480999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9CA9">
                <a:alpha val="100000"/>
              </a:srgbClr>
            </a:solidFill>
            <a:ln w="5420" cap="flat">
              <a:solidFill>
                <a:srgbClr val="399C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21" name="pg2821"/>
            <p:cNvSpPr/>
            <p:nvPr/>
          </p:nvSpPr>
          <p:spPr>
            <a:xfrm>
              <a:off x="3002783" y="480999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497A9">
                <a:alpha val="100000"/>
              </a:srgbClr>
            </a:solidFill>
            <a:ln w="5420" cap="flat">
              <a:solidFill>
                <a:srgbClr val="3497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22" name="pg2822"/>
            <p:cNvSpPr/>
            <p:nvPr/>
          </p:nvSpPr>
          <p:spPr>
            <a:xfrm>
              <a:off x="3014420" y="480999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8FA7">
                <a:alpha val="100000"/>
              </a:srgbClr>
            </a:solidFill>
            <a:ln w="5420" cap="flat">
              <a:solidFill>
                <a:srgbClr val="378F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23" name="pg2823"/>
            <p:cNvSpPr/>
            <p:nvPr/>
          </p:nvSpPr>
          <p:spPr>
            <a:xfrm>
              <a:off x="3026057" y="480999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86A5">
                <a:alpha val="100000"/>
              </a:srgbClr>
            </a:solidFill>
            <a:ln w="5420" cap="flat">
              <a:solidFill>
                <a:srgbClr val="3986A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24" name="pg2824"/>
            <p:cNvSpPr/>
            <p:nvPr/>
          </p:nvSpPr>
          <p:spPr>
            <a:xfrm>
              <a:off x="3037695" y="480999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DA3">
                <a:alpha val="100000"/>
              </a:srgbClr>
            </a:solidFill>
            <a:ln w="5420" cap="flat">
              <a:solidFill>
                <a:srgbClr val="3A7DA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25" name="pg2825"/>
            <p:cNvSpPr/>
            <p:nvPr/>
          </p:nvSpPr>
          <p:spPr>
            <a:xfrm>
              <a:off x="3049332" y="480999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4A1">
                <a:alpha val="100000"/>
              </a:srgbClr>
            </a:solidFill>
            <a:ln w="5420" cap="flat">
              <a:solidFill>
                <a:srgbClr val="3A74A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26" name="pg2826"/>
            <p:cNvSpPr/>
            <p:nvPr/>
          </p:nvSpPr>
          <p:spPr>
            <a:xfrm>
              <a:off x="3060969" y="480999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99F">
                <a:alpha val="100000"/>
              </a:srgbClr>
            </a:solidFill>
            <a:ln w="5420" cap="flat">
              <a:solidFill>
                <a:srgbClr val="3A69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27" name="pg2827"/>
            <p:cNvSpPr/>
            <p:nvPr/>
          </p:nvSpPr>
          <p:spPr>
            <a:xfrm>
              <a:off x="3072607" y="480999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79E">
                <a:alpha val="100000"/>
              </a:srgbClr>
            </a:solidFill>
            <a:ln w="5420" cap="flat">
              <a:solidFill>
                <a:srgbClr val="3A67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28" name="pg2828"/>
            <p:cNvSpPr/>
            <p:nvPr/>
          </p:nvSpPr>
          <p:spPr>
            <a:xfrm>
              <a:off x="3084244" y="480999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69E">
                <a:alpha val="100000"/>
              </a:srgbClr>
            </a:solidFill>
            <a:ln w="5420" cap="flat">
              <a:solidFill>
                <a:srgbClr val="3A66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29" name="pg2829"/>
            <p:cNvSpPr/>
            <p:nvPr/>
          </p:nvSpPr>
          <p:spPr>
            <a:xfrm>
              <a:off x="3095881" y="480999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79E">
                <a:alpha val="100000"/>
              </a:srgbClr>
            </a:solidFill>
            <a:ln w="5420" cap="flat">
              <a:solidFill>
                <a:srgbClr val="3A67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30" name="pg2830"/>
            <p:cNvSpPr/>
            <p:nvPr/>
          </p:nvSpPr>
          <p:spPr>
            <a:xfrm>
              <a:off x="3107519" y="480999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89F">
                <a:alpha val="100000"/>
              </a:srgbClr>
            </a:solidFill>
            <a:ln w="5420" cap="flat">
              <a:solidFill>
                <a:srgbClr val="3A68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31" name="pg2831"/>
            <p:cNvSpPr/>
            <p:nvPr/>
          </p:nvSpPr>
          <p:spPr>
            <a:xfrm>
              <a:off x="3119156" y="480999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B9F">
                <a:alpha val="100000"/>
              </a:srgbClr>
            </a:solidFill>
            <a:ln w="5420" cap="flat">
              <a:solidFill>
                <a:srgbClr val="3A6B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32" name="pg2832"/>
            <p:cNvSpPr/>
            <p:nvPr/>
          </p:nvSpPr>
          <p:spPr>
            <a:xfrm>
              <a:off x="3130793" y="480999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DA0">
                <a:alpha val="100000"/>
              </a:srgbClr>
            </a:solidFill>
            <a:ln w="5420" cap="flat">
              <a:solidFill>
                <a:srgbClr val="3A6DA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33" name="pg2833"/>
            <p:cNvSpPr/>
            <p:nvPr/>
          </p:nvSpPr>
          <p:spPr>
            <a:xfrm>
              <a:off x="3142431" y="480999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EA0">
                <a:alpha val="100000"/>
              </a:srgbClr>
            </a:solidFill>
            <a:ln w="5420" cap="flat">
              <a:solidFill>
                <a:srgbClr val="3A6EA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34" name="pg2834"/>
            <p:cNvSpPr/>
            <p:nvPr/>
          </p:nvSpPr>
          <p:spPr>
            <a:xfrm>
              <a:off x="3154068" y="480999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6FA0">
                <a:alpha val="100000"/>
              </a:srgbClr>
            </a:solidFill>
            <a:ln w="5420" cap="flat">
              <a:solidFill>
                <a:srgbClr val="3B6FA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35" name="pg2835"/>
            <p:cNvSpPr/>
            <p:nvPr/>
          </p:nvSpPr>
          <p:spPr>
            <a:xfrm>
              <a:off x="3165705" y="480999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71A1">
                <a:alpha val="100000"/>
              </a:srgbClr>
            </a:solidFill>
            <a:ln w="5420" cap="flat">
              <a:solidFill>
                <a:srgbClr val="3B71A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36" name="pg2836"/>
            <p:cNvSpPr/>
            <p:nvPr/>
          </p:nvSpPr>
          <p:spPr>
            <a:xfrm>
              <a:off x="3177343" y="480999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4A1">
                <a:alpha val="100000"/>
              </a:srgbClr>
            </a:solidFill>
            <a:ln w="5420" cap="flat">
              <a:solidFill>
                <a:srgbClr val="3A74A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37" name="pg2837"/>
            <p:cNvSpPr/>
            <p:nvPr/>
          </p:nvSpPr>
          <p:spPr>
            <a:xfrm>
              <a:off x="3188980" y="480999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6A2">
                <a:alpha val="100000"/>
              </a:srgbClr>
            </a:solidFill>
            <a:ln w="5420" cap="flat">
              <a:solidFill>
                <a:srgbClr val="3A76A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38" name="pg2838"/>
            <p:cNvSpPr/>
            <p:nvPr/>
          </p:nvSpPr>
          <p:spPr>
            <a:xfrm>
              <a:off x="3200617" y="480999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9A2">
                <a:alpha val="100000"/>
              </a:srgbClr>
            </a:solidFill>
            <a:ln w="5420" cap="flat">
              <a:solidFill>
                <a:srgbClr val="3A79A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39" name="pg2839"/>
            <p:cNvSpPr/>
            <p:nvPr/>
          </p:nvSpPr>
          <p:spPr>
            <a:xfrm>
              <a:off x="3212255" y="480999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CA3">
                <a:alpha val="100000"/>
              </a:srgbClr>
            </a:solidFill>
            <a:ln w="5420" cap="flat">
              <a:solidFill>
                <a:srgbClr val="3A7CA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40" name="pg2840"/>
            <p:cNvSpPr/>
            <p:nvPr/>
          </p:nvSpPr>
          <p:spPr>
            <a:xfrm>
              <a:off x="3223892" y="480999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FA4">
                <a:alpha val="100000"/>
              </a:srgbClr>
            </a:solidFill>
            <a:ln w="5420" cap="flat">
              <a:solidFill>
                <a:srgbClr val="3A7FA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41" name="pg2841"/>
            <p:cNvSpPr/>
            <p:nvPr/>
          </p:nvSpPr>
          <p:spPr>
            <a:xfrm>
              <a:off x="3235529" y="480999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83A5">
                <a:alpha val="100000"/>
              </a:srgbClr>
            </a:solidFill>
            <a:ln w="5420" cap="flat">
              <a:solidFill>
                <a:srgbClr val="3983A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42" name="pg2842"/>
            <p:cNvSpPr/>
            <p:nvPr/>
          </p:nvSpPr>
          <p:spPr>
            <a:xfrm>
              <a:off x="3247167" y="480999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887A6">
                <a:alpha val="100000"/>
              </a:srgbClr>
            </a:solidFill>
            <a:ln w="5420" cap="flat">
              <a:solidFill>
                <a:srgbClr val="3887A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43" name="pg2843"/>
            <p:cNvSpPr/>
            <p:nvPr/>
          </p:nvSpPr>
          <p:spPr>
            <a:xfrm>
              <a:off x="3258804" y="480999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88BA7">
                <a:alpha val="100000"/>
              </a:srgbClr>
            </a:solidFill>
            <a:ln w="5420" cap="flat">
              <a:solidFill>
                <a:srgbClr val="388B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44" name="pg2844"/>
            <p:cNvSpPr/>
            <p:nvPr/>
          </p:nvSpPr>
          <p:spPr>
            <a:xfrm>
              <a:off x="3270441" y="480999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8FA7">
                <a:alpha val="100000"/>
              </a:srgbClr>
            </a:solidFill>
            <a:ln w="5420" cap="flat">
              <a:solidFill>
                <a:srgbClr val="378F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45" name="pg2845"/>
            <p:cNvSpPr/>
            <p:nvPr/>
          </p:nvSpPr>
          <p:spPr>
            <a:xfrm>
              <a:off x="3282079" y="480999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693A8">
                <a:alpha val="100000"/>
              </a:srgbClr>
            </a:solidFill>
            <a:ln w="5420" cap="flat">
              <a:solidFill>
                <a:srgbClr val="3693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46" name="pg2846"/>
            <p:cNvSpPr/>
            <p:nvPr/>
          </p:nvSpPr>
          <p:spPr>
            <a:xfrm>
              <a:off x="3293716" y="480999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598A9">
                <a:alpha val="100000"/>
              </a:srgbClr>
            </a:solidFill>
            <a:ln w="5420" cap="flat">
              <a:solidFill>
                <a:srgbClr val="3598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47" name="pg2847"/>
            <p:cNvSpPr/>
            <p:nvPr/>
          </p:nvSpPr>
          <p:spPr>
            <a:xfrm>
              <a:off x="3305353" y="480999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699A9">
                <a:alpha val="100000"/>
              </a:srgbClr>
            </a:solidFill>
            <a:ln w="5420" cap="flat">
              <a:solidFill>
                <a:srgbClr val="3699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48" name="pg2848"/>
            <p:cNvSpPr/>
            <p:nvPr/>
          </p:nvSpPr>
          <p:spPr>
            <a:xfrm>
              <a:off x="3316991" y="480999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699A9">
                <a:alpha val="100000"/>
              </a:srgbClr>
            </a:solidFill>
            <a:ln w="5420" cap="flat">
              <a:solidFill>
                <a:srgbClr val="3699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49" name="pg2849"/>
            <p:cNvSpPr/>
            <p:nvPr/>
          </p:nvSpPr>
          <p:spPr>
            <a:xfrm>
              <a:off x="3328628" y="480999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598A9">
                <a:alpha val="100000"/>
              </a:srgbClr>
            </a:solidFill>
            <a:ln w="5420" cap="flat">
              <a:solidFill>
                <a:srgbClr val="3598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50" name="pg2850"/>
            <p:cNvSpPr/>
            <p:nvPr/>
          </p:nvSpPr>
          <p:spPr>
            <a:xfrm>
              <a:off x="3340265" y="480999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497A9">
                <a:alpha val="100000"/>
              </a:srgbClr>
            </a:solidFill>
            <a:ln w="5420" cap="flat">
              <a:solidFill>
                <a:srgbClr val="3497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51" name="pg2851"/>
            <p:cNvSpPr/>
            <p:nvPr/>
          </p:nvSpPr>
          <p:spPr>
            <a:xfrm>
              <a:off x="3351903" y="480999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594A8">
                <a:alpha val="100000"/>
              </a:srgbClr>
            </a:solidFill>
            <a:ln w="5420" cap="flat">
              <a:solidFill>
                <a:srgbClr val="3594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52" name="pg2852"/>
            <p:cNvSpPr/>
            <p:nvPr/>
          </p:nvSpPr>
          <p:spPr>
            <a:xfrm>
              <a:off x="3363540" y="480999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693A8">
                <a:alpha val="100000"/>
              </a:srgbClr>
            </a:solidFill>
            <a:ln w="5420" cap="flat">
              <a:solidFill>
                <a:srgbClr val="3693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53" name="pg2853"/>
            <p:cNvSpPr/>
            <p:nvPr/>
          </p:nvSpPr>
          <p:spPr>
            <a:xfrm>
              <a:off x="3375177" y="480999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692A8">
                <a:alpha val="100000"/>
              </a:srgbClr>
            </a:solidFill>
            <a:ln w="5420" cap="flat">
              <a:solidFill>
                <a:srgbClr val="3692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54" name="pg2854"/>
            <p:cNvSpPr/>
            <p:nvPr/>
          </p:nvSpPr>
          <p:spPr>
            <a:xfrm>
              <a:off x="3386815" y="480999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691A8">
                <a:alpha val="100000"/>
              </a:srgbClr>
            </a:solidFill>
            <a:ln w="5420" cap="flat">
              <a:solidFill>
                <a:srgbClr val="3691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55" name="pg2855"/>
            <p:cNvSpPr/>
            <p:nvPr/>
          </p:nvSpPr>
          <p:spPr>
            <a:xfrm>
              <a:off x="3445001" y="480999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8CA7">
                <a:alpha val="100000"/>
              </a:srgbClr>
            </a:solidFill>
            <a:ln w="5420" cap="flat">
              <a:solidFill>
                <a:srgbClr val="378C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56" name="pg2856"/>
            <p:cNvSpPr/>
            <p:nvPr/>
          </p:nvSpPr>
          <p:spPr>
            <a:xfrm>
              <a:off x="3456639" y="480999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88BA7">
                <a:alpha val="100000"/>
              </a:srgbClr>
            </a:solidFill>
            <a:ln w="5420" cap="flat">
              <a:solidFill>
                <a:srgbClr val="388B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57" name="pg2857"/>
            <p:cNvSpPr/>
            <p:nvPr/>
          </p:nvSpPr>
          <p:spPr>
            <a:xfrm>
              <a:off x="3468276" y="480999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88BA6">
                <a:alpha val="100000"/>
              </a:srgbClr>
            </a:solidFill>
            <a:ln w="5420" cap="flat">
              <a:solidFill>
                <a:srgbClr val="388BA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58" name="pg2858"/>
            <p:cNvSpPr/>
            <p:nvPr/>
          </p:nvSpPr>
          <p:spPr>
            <a:xfrm>
              <a:off x="3479913" y="480999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88AA6">
                <a:alpha val="100000"/>
              </a:srgbClr>
            </a:solidFill>
            <a:ln w="5420" cap="flat">
              <a:solidFill>
                <a:srgbClr val="388AA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59" name="pg2859"/>
            <p:cNvSpPr/>
            <p:nvPr/>
          </p:nvSpPr>
          <p:spPr>
            <a:xfrm>
              <a:off x="3491551" y="480999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88AA6">
                <a:alpha val="100000"/>
              </a:srgbClr>
            </a:solidFill>
            <a:ln w="5420" cap="flat">
              <a:solidFill>
                <a:srgbClr val="388AA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60" name="pg2860"/>
            <p:cNvSpPr/>
            <p:nvPr/>
          </p:nvSpPr>
          <p:spPr>
            <a:xfrm>
              <a:off x="3503188" y="480999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88AA6">
                <a:alpha val="100000"/>
              </a:srgbClr>
            </a:solidFill>
            <a:ln w="5420" cap="flat">
              <a:solidFill>
                <a:srgbClr val="388AA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61" name="pg2861"/>
            <p:cNvSpPr/>
            <p:nvPr/>
          </p:nvSpPr>
          <p:spPr>
            <a:xfrm>
              <a:off x="3514825" y="480999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88AA6">
                <a:alpha val="100000"/>
              </a:srgbClr>
            </a:solidFill>
            <a:ln w="5420" cap="flat">
              <a:solidFill>
                <a:srgbClr val="388AA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62" name="pg2862"/>
            <p:cNvSpPr/>
            <p:nvPr/>
          </p:nvSpPr>
          <p:spPr>
            <a:xfrm>
              <a:off x="3526463" y="480999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88BA6">
                <a:alpha val="100000"/>
              </a:srgbClr>
            </a:solidFill>
            <a:ln w="5420" cap="flat">
              <a:solidFill>
                <a:srgbClr val="388BA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63" name="pg2863"/>
            <p:cNvSpPr/>
            <p:nvPr/>
          </p:nvSpPr>
          <p:spPr>
            <a:xfrm>
              <a:off x="3538100" y="480999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88BA7">
                <a:alpha val="100000"/>
              </a:srgbClr>
            </a:solidFill>
            <a:ln w="5420" cap="flat">
              <a:solidFill>
                <a:srgbClr val="388B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64" name="pg2864"/>
            <p:cNvSpPr/>
            <p:nvPr/>
          </p:nvSpPr>
          <p:spPr>
            <a:xfrm>
              <a:off x="3549737" y="480999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88CA7">
                <a:alpha val="100000"/>
              </a:srgbClr>
            </a:solidFill>
            <a:ln w="5420" cap="flat">
              <a:solidFill>
                <a:srgbClr val="388C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65" name="pg2865"/>
            <p:cNvSpPr/>
            <p:nvPr/>
          </p:nvSpPr>
          <p:spPr>
            <a:xfrm>
              <a:off x="3561375" y="480999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88BA7">
                <a:alpha val="100000"/>
              </a:srgbClr>
            </a:solidFill>
            <a:ln w="5420" cap="flat">
              <a:solidFill>
                <a:srgbClr val="388B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66" name="pg2866"/>
            <p:cNvSpPr/>
            <p:nvPr/>
          </p:nvSpPr>
          <p:spPr>
            <a:xfrm>
              <a:off x="3573012" y="480999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88AA6">
                <a:alpha val="100000"/>
              </a:srgbClr>
            </a:solidFill>
            <a:ln w="5420" cap="flat">
              <a:solidFill>
                <a:srgbClr val="388AA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67" name="pg2867"/>
            <p:cNvSpPr/>
            <p:nvPr/>
          </p:nvSpPr>
          <p:spPr>
            <a:xfrm>
              <a:off x="3584649" y="480999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889A6">
                <a:alpha val="100000"/>
              </a:srgbClr>
            </a:solidFill>
            <a:ln w="5420" cap="flat">
              <a:solidFill>
                <a:srgbClr val="3889A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68" name="pg2868"/>
            <p:cNvSpPr/>
            <p:nvPr/>
          </p:nvSpPr>
          <p:spPr>
            <a:xfrm>
              <a:off x="3596287" y="480999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888A6">
                <a:alpha val="100000"/>
              </a:srgbClr>
            </a:solidFill>
            <a:ln w="5420" cap="flat">
              <a:solidFill>
                <a:srgbClr val="3888A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69" name="pg2869"/>
            <p:cNvSpPr/>
            <p:nvPr/>
          </p:nvSpPr>
          <p:spPr>
            <a:xfrm>
              <a:off x="3968681" y="480999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B82">
                <a:alpha val="100000"/>
              </a:srgbClr>
            </a:solidFill>
            <a:ln w="5420" cap="flat">
              <a:solidFill>
                <a:srgbClr val="3C4B8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70" name="pg2870"/>
            <p:cNvSpPr/>
            <p:nvPr/>
          </p:nvSpPr>
          <p:spPr>
            <a:xfrm>
              <a:off x="3980318" y="480999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B82">
                <a:alpha val="100000"/>
              </a:srgbClr>
            </a:solidFill>
            <a:ln w="5420" cap="flat">
              <a:solidFill>
                <a:srgbClr val="3C4B8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71" name="pg2871"/>
            <p:cNvSpPr/>
            <p:nvPr/>
          </p:nvSpPr>
          <p:spPr>
            <a:xfrm>
              <a:off x="3991956" y="480999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A81">
                <a:alpha val="100000"/>
              </a:srgbClr>
            </a:solidFill>
            <a:ln w="5420" cap="flat">
              <a:solidFill>
                <a:srgbClr val="3C4A8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72" name="pg2872"/>
            <p:cNvSpPr/>
            <p:nvPr/>
          </p:nvSpPr>
          <p:spPr>
            <a:xfrm>
              <a:off x="4003593" y="480999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A81">
                <a:alpha val="100000"/>
              </a:srgbClr>
            </a:solidFill>
            <a:ln w="5420" cap="flat">
              <a:solidFill>
                <a:srgbClr val="3C4A8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73" name="pg2873"/>
            <p:cNvSpPr/>
            <p:nvPr/>
          </p:nvSpPr>
          <p:spPr>
            <a:xfrm>
              <a:off x="4015230" y="480999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B82">
                <a:alpha val="100000"/>
              </a:srgbClr>
            </a:solidFill>
            <a:ln w="5420" cap="flat">
              <a:solidFill>
                <a:srgbClr val="3C4B8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74" name="pg2874"/>
            <p:cNvSpPr/>
            <p:nvPr/>
          </p:nvSpPr>
          <p:spPr>
            <a:xfrm>
              <a:off x="4026868" y="480999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B83">
                <a:alpha val="100000"/>
              </a:srgbClr>
            </a:solidFill>
            <a:ln w="5420" cap="flat">
              <a:solidFill>
                <a:srgbClr val="3C4B8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75" name="pg2875"/>
            <p:cNvSpPr/>
            <p:nvPr/>
          </p:nvSpPr>
          <p:spPr>
            <a:xfrm>
              <a:off x="4038505" y="480999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C84">
                <a:alpha val="100000"/>
              </a:srgbClr>
            </a:solidFill>
            <a:ln w="5420" cap="flat">
              <a:solidFill>
                <a:srgbClr val="3C4C8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76" name="pg2876"/>
            <p:cNvSpPr/>
            <p:nvPr/>
          </p:nvSpPr>
          <p:spPr>
            <a:xfrm>
              <a:off x="4050142" y="480999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C84">
                <a:alpha val="100000"/>
              </a:srgbClr>
            </a:solidFill>
            <a:ln w="5420" cap="flat">
              <a:solidFill>
                <a:srgbClr val="3C4C8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77" name="pg2877"/>
            <p:cNvSpPr/>
            <p:nvPr/>
          </p:nvSpPr>
          <p:spPr>
            <a:xfrm>
              <a:off x="4166516" y="480999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97F">
                <a:alpha val="100000"/>
              </a:srgbClr>
            </a:solidFill>
            <a:ln w="5420" cap="flat">
              <a:solidFill>
                <a:srgbClr val="3C497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78" name="pg2878"/>
            <p:cNvSpPr/>
            <p:nvPr/>
          </p:nvSpPr>
          <p:spPr>
            <a:xfrm>
              <a:off x="4178153" y="480999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87F">
                <a:alpha val="100000"/>
              </a:srgbClr>
            </a:solidFill>
            <a:ln w="5420" cap="flat">
              <a:solidFill>
                <a:srgbClr val="3C487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79" name="pg2879"/>
            <p:cNvSpPr/>
            <p:nvPr/>
          </p:nvSpPr>
          <p:spPr>
            <a:xfrm>
              <a:off x="4189790" y="480999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77D">
                <a:alpha val="100000"/>
              </a:srgbClr>
            </a:solidFill>
            <a:ln w="5420" cap="flat">
              <a:solidFill>
                <a:srgbClr val="3C477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80" name="pg2880"/>
            <p:cNvSpPr/>
            <p:nvPr/>
          </p:nvSpPr>
          <p:spPr>
            <a:xfrm>
              <a:off x="4201428" y="480999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77C">
                <a:alpha val="100000"/>
              </a:srgbClr>
            </a:solidFill>
            <a:ln w="5420" cap="flat">
              <a:solidFill>
                <a:srgbClr val="3C477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81" name="pg2881"/>
            <p:cNvSpPr/>
            <p:nvPr/>
          </p:nvSpPr>
          <p:spPr>
            <a:xfrm>
              <a:off x="4213065" y="480999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67A">
                <a:alpha val="100000"/>
              </a:srgbClr>
            </a:solidFill>
            <a:ln w="5420" cap="flat">
              <a:solidFill>
                <a:srgbClr val="3C467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82" name="pg2882"/>
            <p:cNvSpPr/>
            <p:nvPr/>
          </p:nvSpPr>
          <p:spPr>
            <a:xfrm>
              <a:off x="4224702" y="480999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479">
                <a:alpha val="100000"/>
              </a:srgbClr>
            </a:solidFill>
            <a:ln w="5420" cap="flat">
              <a:solidFill>
                <a:srgbClr val="3C447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83" name="pg2883"/>
            <p:cNvSpPr/>
            <p:nvPr/>
          </p:nvSpPr>
          <p:spPr>
            <a:xfrm>
              <a:off x="4236340" y="480999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276">
                <a:alpha val="100000"/>
              </a:srgbClr>
            </a:solidFill>
            <a:ln w="5420" cap="flat">
              <a:solidFill>
                <a:srgbClr val="3C427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84" name="pg2884"/>
            <p:cNvSpPr/>
            <p:nvPr/>
          </p:nvSpPr>
          <p:spPr>
            <a:xfrm>
              <a:off x="4410900" y="480999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3462">
                <a:alpha val="100000"/>
              </a:srgbClr>
            </a:solidFill>
            <a:ln w="5420" cap="flat">
              <a:solidFill>
                <a:srgbClr val="3A346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85" name="pg2885"/>
            <p:cNvSpPr/>
            <p:nvPr/>
          </p:nvSpPr>
          <p:spPr>
            <a:xfrm>
              <a:off x="4422537" y="480999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3462">
                <a:alpha val="100000"/>
              </a:srgbClr>
            </a:solidFill>
            <a:ln w="5420" cap="flat">
              <a:solidFill>
                <a:srgbClr val="3A346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86" name="pg2886"/>
            <p:cNvSpPr/>
            <p:nvPr/>
          </p:nvSpPr>
          <p:spPr>
            <a:xfrm>
              <a:off x="4434174" y="480999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3462">
                <a:alpha val="100000"/>
              </a:srgbClr>
            </a:solidFill>
            <a:ln w="5420" cap="flat">
              <a:solidFill>
                <a:srgbClr val="3A346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87" name="pg2887"/>
            <p:cNvSpPr/>
            <p:nvPr/>
          </p:nvSpPr>
          <p:spPr>
            <a:xfrm>
              <a:off x="4445812" y="480999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3563">
                <a:alpha val="100000"/>
              </a:srgbClr>
            </a:solidFill>
            <a:ln w="5420" cap="flat">
              <a:solidFill>
                <a:srgbClr val="3A356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88" name="pg2888"/>
            <p:cNvSpPr/>
            <p:nvPr/>
          </p:nvSpPr>
          <p:spPr>
            <a:xfrm>
              <a:off x="4457449" y="480999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3563">
                <a:alpha val="100000"/>
              </a:srgbClr>
            </a:solidFill>
            <a:ln w="5420" cap="flat">
              <a:solidFill>
                <a:srgbClr val="3A356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89" name="pg2889"/>
            <p:cNvSpPr/>
            <p:nvPr/>
          </p:nvSpPr>
          <p:spPr>
            <a:xfrm>
              <a:off x="2944596" y="482430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497A9">
                <a:alpha val="100000"/>
              </a:srgbClr>
            </a:solidFill>
            <a:ln w="5420" cap="flat">
              <a:solidFill>
                <a:srgbClr val="3497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90" name="pg2890"/>
            <p:cNvSpPr/>
            <p:nvPr/>
          </p:nvSpPr>
          <p:spPr>
            <a:xfrm>
              <a:off x="2956233" y="482430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9AA9">
                <a:alpha val="100000"/>
              </a:srgbClr>
            </a:solidFill>
            <a:ln w="5420" cap="flat">
              <a:solidFill>
                <a:srgbClr val="379A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91" name="pg2891"/>
            <p:cNvSpPr/>
            <p:nvPr/>
          </p:nvSpPr>
          <p:spPr>
            <a:xfrm>
              <a:off x="2967871" y="482430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9BA9">
                <a:alpha val="100000"/>
              </a:srgbClr>
            </a:solidFill>
            <a:ln w="5420" cap="flat">
              <a:solidFill>
                <a:srgbClr val="399B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92" name="pg2892"/>
            <p:cNvSpPr/>
            <p:nvPr/>
          </p:nvSpPr>
          <p:spPr>
            <a:xfrm>
              <a:off x="2979508" y="482430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9BA9">
                <a:alpha val="100000"/>
              </a:srgbClr>
            </a:solidFill>
            <a:ln w="5420" cap="flat">
              <a:solidFill>
                <a:srgbClr val="399B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93" name="pg2893"/>
            <p:cNvSpPr/>
            <p:nvPr/>
          </p:nvSpPr>
          <p:spPr>
            <a:xfrm>
              <a:off x="2991145" y="482430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99A9">
                <a:alpha val="100000"/>
              </a:srgbClr>
            </a:solidFill>
            <a:ln w="5420" cap="flat">
              <a:solidFill>
                <a:srgbClr val="3799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94" name="pg2894"/>
            <p:cNvSpPr/>
            <p:nvPr/>
          </p:nvSpPr>
          <p:spPr>
            <a:xfrm>
              <a:off x="3002783" y="482430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595A9">
                <a:alpha val="100000"/>
              </a:srgbClr>
            </a:solidFill>
            <a:ln w="5420" cap="flat">
              <a:solidFill>
                <a:srgbClr val="3595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95" name="pg2895"/>
            <p:cNvSpPr/>
            <p:nvPr/>
          </p:nvSpPr>
          <p:spPr>
            <a:xfrm>
              <a:off x="3014420" y="482430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8EA7">
                <a:alpha val="100000"/>
              </a:srgbClr>
            </a:solidFill>
            <a:ln w="5420" cap="flat">
              <a:solidFill>
                <a:srgbClr val="378E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96" name="pg2896"/>
            <p:cNvSpPr/>
            <p:nvPr/>
          </p:nvSpPr>
          <p:spPr>
            <a:xfrm>
              <a:off x="3026057" y="482430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86A5">
                <a:alpha val="100000"/>
              </a:srgbClr>
            </a:solidFill>
            <a:ln w="5420" cap="flat">
              <a:solidFill>
                <a:srgbClr val="3986A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97" name="pg2897"/>
            <p:cNvSpPr/>
            <p:nvPr/>
          </p:nvSpPr>
          <p:spPr>
            <a:xfrm>
              <a:off x="3037695" y="482430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EA4">
                <a:alpha val="100000"/>
              </a:srgbClr>
            </a:solidFill>
            <a:ln w="5420" cap="flat">
              <a:solidFill>
                <a:srgbClr val="3A7EA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98" name="pg2898"/>
            <p:cNvSpPr/>
            <p:nvPr/>
          </p:nvSpPr>
          <p:spPr>
            <a:xfrm>
              <a:off x="3049332" y="482430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7A2">
                <a:alpha val="100000"/>
              </a:srgbClr>
            </a:solidFill>
            <a:ln w="5420" cap="flat">
              <a:solidFill>
                <a:srgbClr val="3A77A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99" name="pg2899"/>
            <p:cNvSpPr/>
            <p:nvPr/>
          </p:nvSpPr>
          <p:spPr>
            <a:xfrm>
              <a:off x="3060969" y="482430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DA0">
                <a:alpha val="100000"/>
              </a:srgbClr>
            </a:solidFill>
            <a:ln w="5420" cap="flat">
              <a:solidFill>
                <a:srgbClr val="3A6DA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00" name="pg2900"/>
            <p:cNvSpPr/>
            <p:nvPr/>
          </p:nvSpPr>
          <p:spPr>
            <a:xfrm>
              <a:off x="3072607" y="482430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A9F">
                <a:alpha val="100000"/>
              </a:srgbClr>
            </a:solidFill>
            <a:ln w="5420" cap="flat">
              <a:solidFill>
                <a:srgbClr val="3A6A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01" name="pg2901"/>
            <p:cNvSpPr/>
            <p:nvPr/>
          </p:nvSpPr>
          <p:spPr>
            <a:xfrm>
              <a:off x="3188980" y="482430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7A2">
                <a:alpha val="100000"/>
              </a:srgbClr>
            </a:solidFill>
            <a:ln w="5420" cap="flat">
              <a:solidFill>
                <a:srgbClr val="3A77A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02" name="pg2902"/>
            <p:cNvSpPr/>
            <p:nvPr/>
          </p:nvSpPr>
          <p:spPr>
            <a:xfrm>
              <a:off x="3200617" y="482430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AA3">
                <a:alpha val="100000"/>
              </a:srgbClr>
            </a:solidFill>
            <a:ln w="5420" cap="flat">
              <a:solidFill>
                <a:srgbClr val="3A7AA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03" name="pg2903"/>
            <p:cNvSpPr/>
            <p:nvPr/>
          </p:nvSpPr>
          <p:spPr>
            <a:xfrm>
              <a:off x="3212255" y="482430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DA3">
                <a:alpha val="100000"/>
              </a:srgbClr>
            </a:solidFill>
            <a:ln w="5420" cap="flat">
              <a:solidFill>
                <a:srgbClr val="3A7DA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04" name="pg2904"/>
            <p:cNvSpPr/>
            <p:nvPr/>
          </p:nvSpPr>
          <p:spPr>
            <a:xfrm>
              <a:off x="3223892" y="482430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80A4">
                <a:alpha val="100000"/>
              </a:srgbClr>
            </a:solidFill>
            <a:ln w="5420" cap="flat">
              <a:solidFill>
                <a:srgbClr val="3A80A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05" name="pg2905"/>
            <p:cNvSpPr/>
            <p:nvPr/>
          </p:nvSpPr>
          <p:spPr>
            <a:xfrm>
              <a:off x="3235529" y="482430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84A5">
                <a:alpha val="100000"/>
              </a:srgbClr>
            </a:solidFill>
            <a:ln w="5420" cap="flat">
              <a:solidFill>
                <a:srgbClr val="3984A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06" name="pg2906"/>
            <p:cNvSpPr/>
            <p:nvPr/>
          </p:nvSpPr>
          <p:spPr>
            <a:xfrm>
              <a:off x="3247167" y="482430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888A6">
                <a:alpha val="100000"/>
              </a:srgbClr>
            </a:solidFill>
            <a:ln w="5420" cap="flat">
              <a:solidFill>
                <a:srgbClr val="3888A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07" name="pg2907"/>
            <p:cNvSpPr/>
            <p:nvPr/>
          </p:nvSpPr>
          <p:spPr>
            <a:xfrm>
              <a:off x="3258804" y="482430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8CA7">
                <a:alpha val="100000"/>
              </a:srgbClr>
            </a:solidFill>
            <a:ln w="5420" cap="flat">
              <a:solidFill>
                <a:srgbClr val="378C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08" name="pg2908"/>
            <p:cNvSpPr/>
            <p:nvPr/>
          </p:nvSpPr>
          <p:spPr>
            <a:xfrm>
              <a:off x="3270441" y="482430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690A7">
                <a:alpha val="100000"/>
              </a:srgbClr>
            </a:solidFill>
            <a:ln w="5420" cap="flat">
              <a:solidFill>
                <a:srgbClr val="3690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09" name="pg2909"/>
            <p:cNvSpPr/>
            <p:nvPr/>
          </p:nvSpPr>
          <p:spPr>
            <a:xfrm>
              <a:off x="3282079" y="482430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593A8">
                <a:alpha val="100000"/>
              </a:srgbClr>
            </a:solidFill>
            <a:ln w="5420" cap="flat">
              <a:solidFill>
                <a:srgbClr val="3593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10" name="pg2910"/>
            <p:cNvSpPr/>
            <p:nvPr/>
          </p:nvSpPr>
          <p:spPr>
            <a:xfrm>
              <a:off x="3293716" y="482430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598A9">
                <a:alpha val="100000"/>
              </a:srgbClr>
            </a:solidFill>
            <a:ln w="5420" cap="flat">
              <a:solidFill>
                <a:srgbClr val="3598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11" name="pg2911"/>
            <p:cNvSpPr/>
            <p:nvPr/>
          </p:nvSpPr>
          <p:spPr>
            <a:xfrm>
              <a:off x="3316991" y="482430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9AA9">
                <a:alpha val="100000"/>
              </a:srgbClr>
            </a:solidFill>
            <a:ln w="5420" cap="flat">
              <a:solidFill>
                <a:srgbClr val="379A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12" name="pg2912"/>
            <p:cNvSpPr/>
            <p:nvPr/>
          </p:nvSpPr>
          <p:spPr>
            <a:xfrm>
              <a:off x="3328628" y="482430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699A9">
                <a:alpha val="100000"/>
              </a:srgbClr>
            </a:solidFill>
            <a:ln w="5420" cap="flat">
              <a:solidFill>
                <a:srgbClr val="3699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13" name="pg2913"/>
            <p:cNvSpPr/>
            <p:nvPr/>
          </p:nvSpPr>
          <p:spPr>
            <a:xfrm>
              <a:off x="3340265" y="482430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497A9">
                <a:alpha val="100000"/>
              </a:srgbClr>
            </a:solidFill>
            <a:ln w="5420" cap="flat">
              <a:solidFill>
                <a:srgbClr val="3497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14" name="pg2914"/>
            <p:cNvSpPr/>
            <p:nvPr/>
          </p:nvSpPr>
          <p:spPr>
            <a:xfrm>
              <a:off x="3351903" y="482430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595A9">
                <a:alpha val="100000"/>
              </a:srgbClr>
            </a:solidFill>
            <a:ln w="5420" cap="flat">
              <a:solidFill>
                <a:srgbClr val="3595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15" name="pg2915"/>
            <p:cNvSpPr/>
            <p:nvPr/>
          </p:nvSpPr>
          <p:spPr>
            <a:xfrm>
              <a:off x="3363540" y="482430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593A8">
                <a:alpha val="100000"/>
              </a:srgbClr>
            </a:solidFill>
            <a:ln w="5420" cap="flat">
              <a:solidFill>
                <a:srgbClr val="3593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16" name="pg2916"/>
            <p:cNvSpPr/>
            <p:nvPr/>
          </p:nvSpPr>
          <p:spPr>
            <a:xfrm>
              <a:off x="3375177" y="482430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692A8">
                <a:alpha val="100000"/>
              </a:srgbClr>
            </a:solidFill>
            <a:ln w="5420" cap="flat">
              <a:solidFill>
                <a:srgbClr val="3692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17" name="pg2917"/>
            <p:cNvSpPr/>
            <p:nvPr/>
          </p:nvSpPr>
          <p:spPr>
            <a:xfrm>
              <a:off x="3386815" y="482430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692A8">
                <a:alpha val="100000"/>
              </a:srgbClr>
            </a:solidFill>
            <a:ln w="5420" cap="flat">
              <a:solidFill>
                <a:srgbClr val="3692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18" name="pg2918"/>
            <p:cNvSpPr/>
            <p:nvPr/>
          </p:nvSpPr>
          <p:spPr>
            <a:xfrm>
              <a:off x="3398452" y="482430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692A8">
                <a:alpha val="100000"/>
              </a:srgbClr>
            </a:solidFill>
            <a:ln w="5420" cap="flat">
              <a:solidFill>
                <a:srgbClr val="3692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19" name="pg2919"/>
            <p:cNvSpPr/>
            <p:nvPr/>
          </p:nvSpPr>
          <p:spPr>
            <a:xfrm>
              <a:off x="3421727" y="482430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690A8">
                <a:alpha val="100000"/>
              </a:srgbClr>
            </a:solidFill>
            <a:ln w="5420" cap="flat">
              <a:solidFill>
                <a:srgbClr val="3690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20" name="pg2920"/>
            <p:cNvSpPr/>
            <p:nvPr/>
          </p:nvSpPr>
          <p:spPr>
            <a:xfrm>
              <a:off x="3433364" y="482430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8EA7">
                <a:alpha val="100000"/>
              </a:srgbClr>
            </a:solidFill>
            <a:ln w="5420" cap="flat">
              <a:solidFill>
                <a:srgbClr val="378E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21" name="pg2921"/>
            <p:cNvSpPr/>
            <p:nvPr/>
          </p:nvSpPr>
          <p:spPr>
            <a:xfrm>
              <a:off x="3445001" y="482430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8DA7">
                <a:alpha val="100000"/>
              </a:srgbClr>
            </a:solidFill>
            <a:ln w="5420" cap="flat">
              <a:solidFill>
                <a:srgbClr val="378D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22" name="pg2922"/>
            <p:cNvSpPr/>
            <p:nvPr/>
          </p:nvSpPr>
          <p:spPr>
            <a:xfrm>
              <a:off x="3456639" y="482430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88CA7">
                <a:alpha val="100000"/>
              </a:srgbClr>
            </a:solidFill>
            <a:ln w="5420" cap="flat">
              <a:solidFill>
                <a:srgbClr val="388C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23" name="pg2923"/>
            <p:cNvSpPr/>
            <p:nvPr/>
          </p:nvSpPr>
          <p:spPr>
            <a:xfrm>
              <a:off x="3468276" y="482430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88BA6">
                <a:alpha val="100000"/>
              </a:srgbClr>
            </a:solidFill>
            <a:ln w="5420" cap="flat">
              <a:solidFill>
                <a:srgbClr val="388BA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24" name="pg2924"/>
            <p:cNvSpPr/>
            <p:nvPr/>
          </p:nvSpPr>
          <p:spPr>
            <a:xfrm>
              <a:off x="3479913" y="482430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88BA6">
                <a:alpha val="100000"/>
              </a:srgbClr>
            </a:solidFill>
            <a:ln w="5420" cap="flat">
              <a:solidFill>
                <a:srgbClr val="388BA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25" name="pg2925"/>
            <p:cNvSpPr/>
            <p:nvPr/>
          </p:nvSpPr>
          <p:spPr>
            <a:xfrm>
              <a:off x="3491551" y="482430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88AA6">
                <a:alpha val="100000"/>
              </a:srgbClr>
            </a:solidFill>
            <a:ln w="5420" cap="flat">
              <a:solidFill>
                <a:srgbClr val="388AA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26" name="pg2926"/>
            <p:cNvSpPr/>
            <p:nvPr/>
          </p:nvSpPr>
          <p:spPr>
            <a:xfrm>
              <a:off x="3503188" y="482430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88AA6">
                <a:alpha val="100000"/>
              </a:srgbClr>
            </a:solidFill>
            <a:ln w="5420" cap="flat">
              <a:solidFill>
                <a:srgbClr val="388AA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27" name="pg2927"/>
            <p:cNvSpPr/>
            <p:nvPr/>
          </p:nvSpPr>
          <p:spPr>
            <a:xfrm>
              <a:off x="3514825" y="482430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88AA6">
                <a:alpha val="100000"/>
              </a:srgbClr>
            </a:solidFill>
            <a:ln w="5420" cap="flat">
              <a:solidFill>
                <a:srgbClr val="388AA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28" name="pg2928"/>
            <p:cNvSpPr/>
            <p:nvPr/>
          </p:nvSpPr>
          <p:spPr>
            <a:xfrm>
              <a:off x="3526463" y="482430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88AA6">
                <a:alpha val="100000"/>
              </a:srgbClr>
            </a:solidFill>
            <a:ln w="5420" cap="flat">
              <a:solidFill>
                <a:srgbClr val="388AA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29" name="pg2929"/>
            <p:cNvSpPr/>
            <p:nvPr/>
          </p:nvSpPr>
          <p:spPr>
            <a:xfrm>
              <a:off x="3538100" y="482430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88BA6">
                <a:alpha val="100000"/>
              </a:srgbClr>
            </a:solidFill>
            <a:ln w="5420" cap="flat">
              <a:solidFill>
                <a:srgbClr val="388BA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30" name="pg2930"/>
            <p:cNvSpPr/>
            <p:nvPr/>
          </p:nvSpPr>
          <p:spPr>
            <a:xfrm>
              <a:off x="3549737" y="482430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88BA6">
                <a:alpha val="100000"/>
              </a:srgbClr>
            </a:solidFill>
            <a:ln w="5420" cap="flat">
              <a:solidFill>
                <a:srgbClr val="388BA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31" name="pg2931"/>
            <p:cNvSpPr/>
            <p:nvPr/>
          </p:nvSpPr>
          <p:spPr>
            <a:xfrm>
              <a:off x="3561375" y="482430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88AA6">
                <a:alpha val="100000"/>
              </a:srgbClr>
            </a:solidFill>
            <a:ln w="5420" cap="flat">
              <a:solidFill>
                <a:srgbClr val="388AA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32" name="pg2932"/>
            <p:cNvSpPr/>
            <p:nvPr/>
          </p:nvSpPr>
          <p:spPr>
            <a:xfrm>
              <a:off x="3573012" y="482430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88AA6">
                <a:alpha val="100000"/>
              </a:srgbClr>
            </a:solidFill>
            <a:ln w="5420" cap="flat">
              <a:solidFill>
                <a:srgbClr val="388AA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33" name="pg2933"/>
            <p:cNvSpPr/>
            <p:nvPr/>
          </p:nvSpPr>
          <p:spPr>
            <a:xfrm>
              <a:off x="3584649" y="482430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888A6">
                <a:alpha val="100000"/>
              </a:srgbClr>
            </a:solidFill>
            <a:ln w="5420" cap="flat">
              <a:solidFill>
                <a:srgbClr val="3888A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34" name="pg2934"/>
            <p:cNvSpPr/>
            <p:nvPr/>
          </p:nvSpPr>
          <p:spPr>
            <a:xfrm>
              <a:off x="3596287" y="482430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887A6">
                <a:alpha val="100000"/>
              </a:srgbClr>
            </a:solidFill>
            <a:ln w="5420" cap="flat">
              <a:solidFill>
                <a:srgbClr val="3887A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35" name="pg2935"/>
            <p:cNvSpPr/>
            <p:nvPr/>
          </p:nvSpPr>
          <p:spPr>
            <a:xfrm>
              <a:off x="3607924" y="482430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86A5">
                <a:alpha val="100000"/>
              </a:srgbClr>
            </a:solidFill>
            <a:ln w="5420" cap="flat">
              <a:solidFill>
                <a:srgbClr val="3986A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36" name="pg2936"/>
            <p:cNvSpPr/>
            <p:nvPr/>
          </p:nvSpPr>
          <p:spPr>
            <a:xfrm>
              <a:off x="3991956" y="482430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A81">
                <a:alpha val="100000"/>
              </a:srgbClr>
            </a:solidFill>
            <a:ln w="5420" cap="flat">
              <a:solidFill>
                <a:srgbClr val="3C4A8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37" name="pg2937"/>
            <p:cNvSpPr/>
            <p:nvPr/>
          </p:nvSpPr>
          <p:spPr>
            <a:xfrm>
              <a:off x="4178153" y="482430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87F">
                <a:alpha val="100000"/>
              </a:srgbClr>
            </a:solidFill>
            <a:ln w="5420" cap="flat">
              <a:solidFill>
                <a:srgbClr val="3C487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38" name="pg2938"/>
            <p:cNvSpPr/>
            <p:nvPr/>
          </p:nvSpPr>
          <p:spPr>
            <a:xfrm>
              <a:off x="4189790" y="482430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87E">
                <a:alpha val="100000"/>
              </a:srgbClr>
            </a:solidFill>
            <a:ln w="5420" cap="flat">
              <a:solidFill>
                <a:srgbClr val="3C487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39" name="pg2939"/>
            <p:cNvSpPr/>
            <p:nvPr/>
          </p:nvSpPr>
          <p:spPr>
            <a:xfrm>
              <a:off x="4201428" y="482430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77C">
                <a:alpha val="100000"/>
              </a:srgbClr>
            </a:solidFill>
            <a:ln w="5420" cap="flat">
              <a:solidFill>
                <a:srgbClr val="3C477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40" name="pg2940"/>
            <p:cNvSpPr/>
            <p:nvPr/>
          </p:nvSpPr>
          <p:spPr>
            <a:xfrm>
              <a:off x="4213065" y="482430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67B">
                <a:alpha val="100000"/>
              </a:srgbClr>
            </a:solidFill>
            <a:ln w="5420" cap="flat">
              <a:solidFill>
                <a:srgbClr val="3C467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41" name="pg2941"/>
            <p:cNvSpPr/>
            <p:nvPr/>
          </p:nvSpPr>
          <p:spPr>
            <a:xfrm>
              <a:off x="4224702" y="482430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57A">
                <a:alpha val="100000"/>
              </a:srgbClr>
            </a:solidFill>
            <a:ln w="5420" cap="flat">
              <a:solidFill>
                <a:srgbClr val="3C457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42" name="pg2942"/>
            <p:cNvSpPr/>
            <p:nvPr/>
          </p:nvSpPr>
          <p:spPr>
            <a:xfrm>
              <a:off x="4236340" y="482430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377">
                <a:alpha val="100000"/>
              </a:srgbClr>
            </a:solidFill>
            <a:ln w="5420" cap="flat">
              <a:solidFill>
                <a:srgbClr val="3C437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43" name="pg2943"/>
            <p:cNvSpPr/>
            <p:nvPr/>
          </p:nvSpPr>
          <p:spPr>
            <a:xfrm>
              <a:off x="4247977" y="482430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275">
                <a:alpha val="100000"/>
              </a:srgbClr>
            </a:solidFill>
            <a:ln w="5420" cap="flat">
              <a:solidFill>
                <a:srgbClr val="3C427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44" name="pg2944"/>
            <p:cNvSpPr/>
            <p:nvPr/>
          </p:nvSpPr>
          <p:spPr>
            <a:xfrm>
              <a:off x="4410900" y="482430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3664">
                <a:alpha val="100000"/>
              </a:srgbClr>
            </a:solidFill>
            <a:ln w="5420" cap="flat">
              <a:solidFill>
                <a:srgbClr val="3A366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45" name="pg2945"/>
            <p:cNvSpPr/>
            <p:nvPr/>
          </p:nvSpPr>
          <p:spPr>
            <a:xfrm>
              <a:off x="4422537" y="482430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3664">
                <a:alpha val="100000"/>
              </a:srgbClr>
            </a:solidFill>
            <a:ln w="5420" cap="flat">
              <a:solidFill>
                <a:srgbClr val="3A366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46" name="pg2946"/>
            <p:cNvSpPr/>
            <p:nvPr/>
          </p:nvSpPr>
          <p:spPr>
            <a:xfrm>
              <a:off x="4434174" y="482430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3665">
                <a:alpha val="100000"/>
              </a:srgbClr>
            </a:solidFill>
            <a:ln w="5420" cap="flat">
              <a:solidFill>
                <a:srgbClr val="3A366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47" name="pg2947"/>
            <p:cNvSpPr/>
            <p:nvPr/>
          </p:nvSpPr>
          <p:spPr>
            <a:xfrm>
              <a:off x="4445812" y="482430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3665">
                <a:alpha val="100000"/>
              </a:srgbClr>
            </a:solidFill>
            <a:ln w="5420" cap="flat">
              <a:solidFill>
                <a:srgbClr val="3A366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48" name="pg2948"/>
            <p:cNvSpPr/>
            <p:nvPr/>
          </p:nvSpPr>
          <p:spPr>
            <a:xfrm>
              <a:off x="4457449" y="482430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3665">
                <a:alpha val="100000"/>
              </a:srgbClr>
            </a:solidFill>
            <a:ln w="5420" cap="flat">
              <a:solidFill>
                <a:srgbClr val="3A366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49" name="pg2949"/>
            <p:cNvSpPr/>
            <p:nvPr/>
          </p:nvSpPr>
          <p:spPr>
            <a:xfrm>
              <a:off x="2932959" y="483860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8CA7">
                <a:alpha val="100000"/>
              </a:srgbClr>
            </a:solidFill>
            <a:ln w="5420" cap="flat">
              <a:solidFill>
                <a:srgbClr val="378C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50" name="pg2950"/>
            <p:cNvSpPr/>
            <p:nvPr/>
          </p:nvSpPr>
          <p:spPr>
            <a:xfrm>
              <a:off x="2944596" y="483860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593A8">
                <a:alpha val="100000"/>
              </a:srgbClr>
            </a:solidFill>
            <a:ln w="5420" cap="flat">
              <a:solidFill>
                <a:srgbClr val="3593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51" name="pg2951"/>
            <p:cNvSpPr/>
            <p:nvPr/>
          </p:nvSpPr>
          <p:spPr>
            <a:xfrm>
              <a:off x="2956233" y="483860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496A9">
                <a:alpha val="100000"/>
              </a:srgbClr>
            </a:solidFill>
            <a:ln w="5420" cap="flat">
              <a:solidFill>
                <a:srgbClr val="3496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52" name="pg2952"/>
            <p:cNvSpPr/>
            <p:nvPr/>
          </p:nvSpPr>
          <p:spPr>
            <a:xfrm>
              <a:off x="2967871" y="483860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497A9">
                <a:alpha val="100000"/>
              </a:srgbClr>
            </a:solidFill>
            <a:ln w="5420" cap="flat">
              <a:solidFill>
                <a:srgbClr val="3497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53" name="pg2953"/>
            <p:cNvSpPr/>
            <p:nvPr/>
          </p:nvSpPr>
          <p:spPr>
            <a:xfrm>
              <a:off x="2979508" y="483860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497A9">
                <a:alpha val="100000"/>
              </a:srgbClr>
            </a:solidFill>
            <a:ln w="5420" cap="flat">
              <a:solidFill>
                <a:srgbClr val="3497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54" name="pg2954"/>
            <p:cNvSpPr/>
            <p:nvPr/>
          </p:nvSpPr>
          <p:spPr>
            <a:xfrm>
              <a:off x="2991145" y="483860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595A9">
                <a:alpha val="100000"/>
              </a:srgbClr>
            </a:solidFill>
            <a:ln w="5420" cap="flat">
              <a:solidFill>
                <a:srgbClr val="3595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55" name="pg2955"/>
            <p:cNvSpPr/>
            <p:nvPr/>
          </p:nvSpPr>
          <p:spPr>
            <a:xfrm>
              <a:off x="3002783" y="483860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691A8">
                <a:alpha val="100000"/>
              </a:srgbClr>
            </a:solidFill>
            <a:ln w="5420" cap="flat">
              <a:solidFill>
                <a:srgbClr val="3691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56" name="pg2956"/>
            <p:cNvSpPr/>
            <p:nvPr/>
          </p:nvSpPr>
          <p:spPr>
            <a:xfrm>
              <a:off x="3014420" y="483860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8CA7">
                <a:alpha val="100000"/>
              </a:srgbClr>
            </a:solidFill>
            <a:ln w="5420" cap="flat">
              <a:solidFill>
                <a:srgbClr val="378C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57" name="pg2957"/>
            <p:cNvSpPr/>
            <p:nvPr/>
          </p:nvSpPr>
          <p:spPr>
            <a:xfrm>
              <a:off x="3026057" y="483860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86A5">
                <a:alpha val="100000"/>
              </a:srgbClr>
            </a:solidFill>
            <a:ln w="5420" cap="flat">
              <a:solidFill>
                <a:srgbClr val="3986A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58" name="pg2958"/>
            <p:cNvSpPr/>
            <p:nvPr/>
          </p:nvSpPr>
          <p:spPr>
            <a:xfrm>
              <a:off x="3037695" y="483860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FA4">
                <a:alpha val="100000"/>
              </a:srgbClr>
            </a:solidFill>
            <a:ln w="5420" cap="flat">
              <a:solidFill>
                <a:srgbClr val="3A7FA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59" name="pg2959"/>
            <p:cNvSpPr/>
            <p:nvPr/>
          </p:nvSpPr>
          <p:spPr>
            <a:xfrm>
              <a:off x="3247167" y="483860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888A6">
                <a:alpha val="100000"/>
              </a:srgbClr>
            </a:solidFill>
            <a:ln w="5420" cap="flat">
              <a:solidFill>
                <a:srgbClr val="3888A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60" name="pg2960"/>
            <p:cNvSpPr/>
            <p:nvPr/>
          </p:nvSpPr>
          <p:spPr>
            <a:xfrm>
              <a:off x="3258804" y="483860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8CA7">
                <a:alpha val="100000"/>
              </a:srgbClr>
            </a:solidFill>
            <a:ln w="5420" cap="flat">
              <a:solidFill>
                <a:srgbClr val="378C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61" name="pg2961"/>
            <p:cNvSpPr/>
            <p:nvPr/>
          </p:nvSpPr>
          <p:spPr>
            <a:xfrm>
              <a:off x="3328628" y="483860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598A9">
                <a:alpha val="100000"/>
              </a:srgbClr>
            </a:solidFill>
            <a:ln w="5420" cap="flat">
              <a:solidFill>
                <a:srgbClr val="3598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62" name="pg2962"/>
            <p:cNvSpPr/>
            <p:nvPr/>
          </p:nvSpPr>
          <p:spPr>
            <a:xfrm>
              <a:off x="3340265" y="483860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496A9">
                <a:alpha val="100000"/>
              </a:srgbClr>
            </a:solidFill>
            <a:ln w="5420" cap="flat">
              <a:solidFill>
                <a:srgbClr val="3496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63" name="pg2963"/>
            <p:cNvSpPr/>
            <p:nvPr/>
          </p:nvSpPr>
          <p:spPr>
            <a:xfrm>
              <a:off x="3351903" y="483860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594A8">
                <a:alpha val="100000"/>
              </a:srgbClr>
            </a:solidFill>
            <a:ln w="5420" cap="flat">
              <a:solidFill>
                <a:srgbClr val="3594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64" name="pg2964"/>
            <p:cNvSpPr/>
            <p:nvPr/>
          </p:nvSpPr>
          <p:spPr>
            <a:xfrm>
              <a:off x="3363540" y="483860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593A8">
                <a:alpha val="100000"/>
              </a:srgbClr>
            </a:solidFill>
            <a:ln w="5420" cap="flat">
              <a:solidFill>
                <a:srgbClr val="3593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65" name="pg2965"/>
            <p:cNvSpPr/>
            <p:nvPr/>
          </p:nvSpPr>
          <p:spPr>
            <a:xfrm>
              <a:off x="3375177" y="483860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692A8">
                <a:alpha val="100000"/>
              </a:srgbClr>
            </a:solidFill>
            <a:ln w="5420" cap="flat">
              <a:solidFill>
                <a:srgbClr val="3692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66" name="pg2966"/>
            <p:cNvSpPr/>
            <p:nvPr/>
          </p:nvSpPr>
          <p:spPr>
            <a:xfrm>
              <a:off x="3386815" y="483860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693A8">
                <a:alpha val="100000"/>
              </a:srgbClr>
            </a:solidFill>
            <a:ln w="5420" cap="flat">
              <a:solidFill>
                <a:srgbClr val="3693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67" name="pg2967"/>
            <p:cNvSpPr/>
            <p:nvPr/>
          </p:nvSpPr>
          <p:spPr>
            <a:xfrm>
              <a:off x="3398452" y="483860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593A8">
                <a:alpha val="100000"/>
              </a:srgbClr>
            </a:solidFill>
            <a:ln w="5420" cap="flat">
              <a:solidFill>
                <a:srgbClr val="3593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68" name="pg2968"/>
            <p:cNvSpPr/>
            <p:nvPr/>
          </p:nvSpPr>
          <p:spPr>
            <a:xfrm>
              <a:off x="3410089" y="483860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692A8">
                <a:alpha val="100000"/>
              </a:srgbClr>
            </a:solidFill>
            <a:ln w="5420" cap="flat">
              <a:solidFill>
                <a:srgbClr val="3692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69" name="pg2969"/>
            <p:cNvSpPr/>
            <p:nvPr/>
          </p:nvSpPr>
          <p:spPr>
            <a:xfrm>
              <a:off x="3421727" y="483860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691A8">
                <a:alpha val="100000"/>
              </a:srgbClr>
            </a:solidFill>
            <a:ln w="5420" cap="flat">
              <a:solidFill>
                <a:srgbClr val="3691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70" name="pg2970"/>
            <p:cNvSpPr/>
            <p:nvPr/>
          </p:nvSpPr>
          <p:spPr>
            <a:xfrm>
              <a:off x="3433364" y="483860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8FA7">
                <a:alpha val="100000"/>
              </a:srgbClr>
            </a:solidFill>
            <a:ln w="5420" cap="flat">
              <a:solidFill>
                <a:srgbClr val="378F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71" name="pg2971"/>
            <p:cNvSpPr/>
            <p:nvPr/>
          </p:nvSpPr>
          <p:spPr>
            <a:xfrm>
              <a:off x="3445001" y="483860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8DA7">
                <a:alpha val="100000"/>
              </a:srgbClr>
            </a:solidFill>
            <a:ln w="5420" cap="flat">
              <a:solidFill>
                <a:srgbClr val="378D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72" name="pg2972"/>
            <p:cNvSpPr/>
            <p:nvPr/>
          </p:nvSpPr>
          <p:spPr>
            <a:xfrm>
              <a:off x="3456639" y="483860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8CA7">
                <a:alpha val="100000"/>
              </a:srgbClr>
            </a:solidFill>
            <a:ln w="5420" cap="flat">
              <a:solidFill>
                <a:srgbClr val="378C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73" name="pg2973"/>
            <p:cNvSpPr/>
            <p:nvPr/>
          </p:nvSpPr>
          <p:spPr>
            <a:xfrm>
              <a:off x="3468276" y="483860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88BA6">
                <a:alpha val="100000"/>
              </a:srgbClr>
            </a:solidFill>
            <a:ln w="5420" cap="flat">
              <a:solidFill>
                <a:srgbClr val="388BA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74" name="pg2974"/>
            <p:cNvSpPr/>
            <p:nvPr/>
          </p:nvSpPr>
          <p:spPr>
            <a:xfrm>
              <a:off x="3479913" y="483860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88BA6">
                <a:alpha val="100000"/>
              </a:srgbClr>
            </a:solidFill>
            <a:ln w="5420" cap="flat">
              <a:solidFill>
                <a:srgbClr val="388BA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75" name="pg2975"/>
            <p:cNvSpPr/>
            <p:nvPr/>
          </p:nvSpPr>
          <p:spPr>
            <a:xfrm>
              <a:off x="3491551" y="483860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88AA6">
                <a:alpha val="100000"/>
              </a:srgbClr>
            </a:solidFill>
            <a:ln w="5420" cap="flat">
              <a:solidFill>
                <a:srgbClr val="388AA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76" name="pg2976"/>
            <p:cNvSpPr/>
            <p:nvPr/>
          </p:nvSpPr>
          <p:spPr>
            <a:xfrm>
              <a:off x="3503188" y="483860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88AA6">
                <a:alpha val="100000"/>
              </a:srgbClr>
            </a:solidFill>
            <a:ln w="5420" cap="flat">
              <a:solidFill>
                <a:srgbClr val="388AA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77" name="pg2977"/>
            <p:cNvSpPr/>
            <p:nvPr/>
          </p:nvSpPr>
          <p:spPr>
            <a:xfrm>
              <a:off x="3514825" y="483860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88AA6">
                <a:alpha val="100000"/>
              </a:srgbClr>
            </a:solidFill>
            <a:ln w="5420" cap="flat">
              <a:solidFill>
                <a:srgbClr val="388AA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78" name="pg2978"/>
            <p:cNvSpPr/>
            <p:nvPr/>
          </p:nvSpPr>
          <p:spPr>
            <a:xfrm>
              <a:off x="3526463" y="483860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88AA6">
                <a:alpha val="100000"/>
              </a:srgbClr>
            </a:solidFill>
            <a:ln w="5420" cap="flat">
              <a:solidFill>
                <a:srgbClr val="388AA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79" name="pg2979"/>
            <p:cNvSpPr/>
            <p:nvPr/>
          </p:nvSpPr>
          <p:spPr>
            <a:xfrm>
              <a:off x="3538100" y="483860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88AA6">
                <a:alpha val="100000"/>
              </a:srgbClr>
            </a:solidFill>
            <a:ln w="5420" cap="flat">
              <a:solidFill>
                <a:srgbClr val="388AA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80" name="pg2980"/>
            <p:cNvSpPr/>
            <p:nvPr/>
          </p:nvSpPr>
          <p:spPr>
            <a:xfrm>
              <a:off x="3549737" y="483860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88AA6">
                <a:alpha val="100000"/>
              </a:srgbClr>
            </a:solidFill>
            <a:ln w="5420" cap="flat">
              <a:solidFill>
                <a:srgbClr val="388AA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81" name="pg2981"/>
            <p:cNvSpPr/>
            <p:nvPr/>
          </p:nvSpPr>
          <p:spPr>
            <a:xfrm>
              <a:off x="3561375" y="483860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889A6">
                <a:alpha val="100000"/>
              </a:srgbClr>
            </a:solidFill>
            <a:ln w="5420" cap="flat">
              <a:solidFill>
                <a:srgbClr val="3889A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82" name="pg2982"/>
            <p:cNvSpPr/>
            <p:nvPr/>
          </p:nvSpPr>
          <p:spPr>
            <a:xfrm>
              <a:off x="3573012" y="483860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889A6">
                <a:alpha val="100000"/>
              </a:srgbClr>
            </a:solidFill>
            <a:ln w="5420" cap="flat">
              <a:solidFill>
                <a:srgbClr val="3889A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83" name="pg2983"/>
            <p:cNvSpPr/>
            <p:nvPr/>
          </p:nvSpPr>
          <p:spPr>
            <a:xfrm>
              <a:off x="3584649" y="483860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888A6">
                <a:alpha val="100000"/>
              </a:srgbClr>
            </a:solidFill>
            <a:ln w="5420" cap="flat">
              <a:solidFill>
                <a:srgbClr val="3888A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84" name="pg2984"/>
            <p:cNvSpPr/>
            <p:nvPr/>
          </p:nvSpPr>
          <p:spPr>
            <a:xfrm>
              <a:off x="3596287" y="483860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87A6">
                <a:alpha val="100000"/>
              </a:srgbClr>
            </a:solidFill>
            <a:ln w="5420" cap="flat">
              <a:solidFill>
                <a:srgbClr val="3987A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85" name="pg2985"/>
            <p:cNvSpPr/>
            <p:nvPr/>
          </p:nvSpPr>
          <p:spPr>
            <a:xfrm>
              <a:off x="3607924" y="483860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85A5">
                <a:alpha val="100000"/>
              </a:srgbClr>
            </a:solidFill>
            <a:ln w="5420" cap="flat">
              <a:solidFill>
                <a:srgbClr val="3985A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86" name="pg2986"/>
            <p:cNvSpPr/>
            <p:nvPr/>
          </p:nvSpPr>
          <p:spPr>
            <a:xfrm>
              <a:off x="3619561" y="483860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84A5">
                <a:alpha val="100000"/>
              </a:srgbClr>
            </a:solidFill>
            <a:ln w="5420" cap="flat">
              <a:solidFill>
                <a:srgbClr val="3984A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87" name="pg2987"/>
            <p:cNvSpPr/>
            <p:nvPr/>
          </p:nvSpPr>
          <p:spPr>
            <a:xfrm>
              <a:off x="4189790" y="483860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87E">
                <a:alpha val="100000"/>
              </a:srgbClr>
            </a:solidFill>
            <a:ln w="5420" cap="flat">
              <a:solidFill>
                <a:srgbClr val="3C487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88" name="pg2988"/>
            <p:cNvSpPr/>
            <p:nvPr/>
          </p:nvSpPr>
          <p:spPr>
            <a:xfrm>
              <a:off x="4201428" y="483860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77D">
                <a:alpha val="100000"/>
              </a:srgbClr>
            </a:solidFill>
            <a:ln w="5420" cap="flat">
              <a:solidFill>
                <a:srgbClr val="3C477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89" name="pg2989"/>
            <p:cNvSpPr/>
            <p:nvPr/>
          </p:nvSpPr>
          <p:spPr>
            <a:xfrm>
              <a:off x="4213065" y="483860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67C">
                <a:alpha val="100000"/>
              </a:srgbClr>
            </a:solidFill>
            <a:ln w="5420" cap="flat">
              <a:solidFill>
                <a:srgbClr val="3C467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90" name="pg2990"/>
            <p:cNvSpPr/>
            <p:nvPr/>
          </p:nvSpPr>
          <p:spPr>
            <a:xfrm>
              <a:off x="4224702" y="483860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57A">
                <a:alpha val="100000"/>
              </a:srgbClr>
            </a:solidFill>
            <a:ln w="5420" cap="flat">
              <a:solidFill>
                <a:srgbClr val="3C457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91" name="pg2991"/>
            <p:cNvSpPr/>
            <p:nvPr/>
          </p:nvSpPr>
          <p:spPr>
            <a:xfrm>
              <a:off x="4236340" y="483860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378">
                <a:alpha val="100000"/>
              </a:srgbClr>
            </a:solidFill>
            <a:ln w="5420" cap="flat">
              <a:solidFill>
                <a:srgbClr val="3C437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92" name="pg2992"/>
            <p:cNvSpPr/>
            <p:nvPr/>
          </p:nvSpPr>
          <p:spPr>
            <a:xfrm>
              <a:off x="4247977" y="483860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276">
                <a:alpha val="100000"/>
              </a:srgbClr>
            </a:solidFill>
            <a:ln w="5420" cap="flat">
              <a:solidFill>
                <a:srgbClr val="3C427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93" name="pg2993"/>
            <p:cNvSpPr/>
            <p:nvPr/>
          </p:nvSpPr>
          <p:spPr>
            <a:xfrm>
              <a:off x="4259614" y="483860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175">
                <a:alpha val="100000"/>
              </a:srgbClr>
            </a:solidFill>
            <a:ln w="5420" cap="flat">
              <a:solidFill>
                <a:srgbClr val="3C417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94" name="pg2994"/>
            <p:cNvSpPr/>
            <p:nvPr/>
          </p:nvSpPr>
          <p:spPr>
            <a:xfrm>
              <a:off x="4422537" y="483860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3766">
                <a:alpha val="100000"/>
              </a:srgbClr>
            </a:solidFill>
            <a:ln w="5420" cap="flat">
              <a:solidFill>
                <a:srgbClr val="3B37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95" name="pg2995"/>
            <p:cNvSpPr/>
            <p:nvPr/>
          </p:nvSpPr>
          <p:spPr>
            <a:xfrm>
              <a:off x="4434174" y="483860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3767">
                <a:alpha val="100000"/>
              </a:srgbClr>
            </a:solidFill>
            <a:ln w="5420" cap="flat">
              <a:solidFill>
                <a:srgbClr val="3B376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96" name="pg2996"/>
            <p:cNvSpPr/>
            <p:nvPr/>
          </p:nvSpPr>
          <p:spPr>
            <a:xfrm>
              <a:off x="4445812" y="483860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3867">
                <a:alpha val="100000"/>
              </a:srgbClr>
            </a:solidFill>
            <a:ln w="5420" cap="flat">
              <a:solidFill>
                <a:srgbClr val="3B386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97" name="pg2997"/>
            <p:cNvSpPr/>
            <p:nvPr/>
          </p:nvSpPr>
          <p:spPr>
            <a:xfrm>
              <a:off x="4457449" y="483860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3867">
                <a:alpha val="100000"/>
              </a:srgbClr>
            </a:solidFill>
            <a:ln w="5420" cap="flat">
              <a:solidFill>
                <a:srgbClr val="3B386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98" name="pg2998"/>
            <p:cNvSpPr/>
            <p:nvPr/>
          </p:nvSpPr>
          <p:spPr>
            <a:xfrm>
              <a:off x="4469086" y="483860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3968">
                <a:alpha val="100000"/>
              </a:srgbClr>
            </a:solidFill>
            <a:ln w="5420" cap="flat">
              <a:solidFill>
                <a:srgbClr val="3B396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99" name="pg2999"/>
            <p:cNvSpPr/>
            <p:nvPr/>
          </p:nvSpPr>
          <p:spPr>
            <a:xfrm>
              <a:off x="2932959" y="485290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887A6">
                <a:alpha val="100000"/>
              </a:srgbClr>
            </a:solidFill>
            <a:ln w="5420" cap="flat">
              <a:solidFill>
                <a:srgbClr val="3887A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00" name="pg3000"/>
            <p:cNvSpPr/>
            <p:nvPr/>
          </p:nvSpPr>
          <p:spPr>
            <a:xfrm>
              <a:off x="2944596" y="485290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8EA7">
                <a:alpha val="100000"/>
              </a:srgbClr>
            </a:solidFill>
            <a:ln w="5420" cap="flat">
              <a:solidFill>
                <a:srgbClr val="378E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01" name="pg3001"/>
            <p:cNvSpPr/>
            <p:nvPr/>
          </p:nvSpPr>
          <p:spPr>
            <a:xfrm>
              <a:off x="2956233" y="485290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691A8">
                <a:alpha val="100000"/>
              </a:srgbClr>
            </a:solidFill>
            <a:ln w="5420" cap="flat">
              <a:solidFill>
                <a:srgbClr val="3691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02" name="pg3002"/>
            <p:cNvSpPr/>
            <p:nvPr/>
          </p:nvSpPr>
          <p:spPr>
            <a:xfrm>
              <a:off x="2967871" y="485290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692A8">
                <a:alpha val="100000"/>
              </a:srgbClr>
            </a:solidFill>
            <a:ln w="5420" cap="flat">
              <a:solidFill>
                <a:srgbClr val="3692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03" name="pg3003"/>
            <p:cNvSpPr/>
            <p:nvPr/>
          </p:nvSpPr>
          <p:spPr>
            <a:xfrm>
              <a:off x="2979508" y="485290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692A8">
                <a:alpha val="100000"/>
              </a:srgbClr>
            </a:solidFill>
            <a:ln w="5420" cap="flat">
              <a:solidFill>
                <a:srgbClr val="3692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04" name="pg3004"/>
            <p:cNvSpPr/>
            <p:nvPr/>
          </p:nvSpPr>
          <p:spPr>
            <a:xfrm>
              <a:off x="2991145" y="485290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690A8">
                <a:alpha val="100000"/>
              </a:srgbClr>
            </a:solidFill>
            <a:ln w="5420" cap="flat">
              <a:solidFill>
                <a:srgbClr val="3690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05" name="pg3005"/>
            <p:cNvSpPr/>
            <p:nvPr/>
          </p:nvSpPr>
          <p:spPr>
            <a:xfrm>
              <a:off x="3002783" y="485290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8DA7">
                <a:alpha val="100000"/>
              </a:srgbClr>
            </a:solidFill>
            <a:ln w="5420" cap="flat">
              <a:solidFill>
                <a:srgbClr val="378D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06" name="pg3006"/>
            <p:cNvSpPr/>
            <p:nvPr/>
          </p:nvSpPr>
          <p:spPr>
            <a:xfrm>
              <a:off x="3014420" y="485290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88AA6">
                <a:alpha val="100000"/>
              </a:srgbClr>
            </a:solidFill>
            <a:ln w="5420" cap="flat">
              <a:solidFill>
                <a:srgbClr val="388AA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07" name="pg3007"/>
            <p:cNvSpPr/>
            <p:nvPr/>
          </p:nvSpPr>
          <p:spPr>
            <a:xfrm>
              <a:off x="3340265" y="485290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595A9">
                <a:alpha val="100000"/>
              </a:srgbClr>
            </a:solidFill>
            <a:ln w="5420" cap="flat">
              <a:solidFill>
                <a:srgbClr val="3595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08" name="pg3008"/>
            <p:cNvSpPr/>
            <p:nvPr/>
          </p:nvSpPr>
          <p:spPr>
            <a:xfrm>
              <a:off x="3351903" y="485290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593A8">
                <a:alpha val="100000"/>
              </a:srgbClr>
            </a:solidFill>
            <a:ln w="5420" cap="flat">
              <a:solidFill>
                <a:srgbClr val="3593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09" name="pg3009"/>
            <p:cNvSpPr/>
            <p:nvPr/>
          </p:nvSpPr>
          <p:spPr>
            <a:xfrm>
              <a:off x="3363540" y="485290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692A8">
                <a:alpha val="100000"/>
              </a:srgbClr>
            </a:solidFill>
            <a:ln w="5420" cap="flat">
              <a:solidFill>
                <a:srgbClr val="3692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10" name="pg3010"/>
            <p:cNvSpPr/>
            <p:nvPr/>
          </p:nvSpPr>
          <p:spPr>
            <a:xfrm>
              <a:off x="3375177" y="485290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692A8">
                <a:alpha val="100000"/>
              </a:srgbClr>
            </a:solidFill>
            <a:ln w="5420" cap="flat">
              <a:solidFill>
                <a:srgbClr val="3692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11" name="pg3011"/>
            <p:cNvSpPr/>
            <p:nvPr/>
          </p:nvSpPr>
          <p:spPr>
            <a:xfrm>
              <a:off x="3386815" y="485290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593A8">
                <a:alpha val="100000"/>
              </a:srgbClr>
            </a:solidFill>
            <a:ln w="5420" cap="flat">
              <a:solidFill>
                <a:srgbClr val="3593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12" name="pg3012"/>
            <p:cNvSpPr/>
            <p:nvPr/>
          </p:nvSpPr>
          <p:spPr>
            <a:xfrm>
              <a:off x="3398452" y="485290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593A8">
                <a:alpha val="100000"/>
              </a:srgbClr>
            </a:solidFill>
            <a:ln w="5420" cap="flat">
              <a:solidFill>
                <a:srgbClr val="3593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13" name="pg3013"/>
            <p:cNvSpPr/>
            <p:nvPr/>
          </p:nvSpPr>
          <p:spPr>
            <a:xfrm>
              <a:off x="3410089" y="485290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693A8">
                <a:alpha val="100000"/>
              </a:srgbClr>
            </a:solidFill>
            <a:ln w="5420" cap="flat">
              <a:solidFill>
                <a:srgbClr val="3693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14" name="pg3014"/>
            <p:cNvSpPr/>
            <p:nvPr/>
          </p:nvSpPr>
          <p:spPr>
            <a:xfrm>
              <a:off x="3421727" y="485290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691A8">
                <a:alpha val="100000"/>
              </a:srgbClr>
            </a:solidFill>
            <a:ln w="5420" cap="flat">
              <a:solidFill>
                <a:srgbClr val="3691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15" name="pg3015"/>
            <p:cNvSpPr/>
            <p:nvPr/>
          </p:nvSpPr>
          <p:spPr>
            <a:xfrm>
              <a:off x="3433364" y="485290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8FA7">
                <a:alpha val="100000"/>
              </a:srgbClr>
            </a:solidFill>
            <a:ln w="5420" cap="flat">
              <a:solidFill>
                <a:srgbClr val="378F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16" name="pg3016"/>
            <p:cNvSpPr/>
            <p:nvPr/>
          </p:nvSpPr>
          <p:spPr>
            <a:xfrm>
              <a:off x="3445001" y="485290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8EA7">
                <a:alpha val="100000"/>
              </a:srgbClr>
            </a:solidFill>
            <a:ln w="5420" cap="flat">
              <a:solidFill>
                <a:srgbClr val="378E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17" name="pg3017"/>
            <p:cNvSpPr/>
            <p:nvPr/>
          </p:nvSpPr>
          <p:spPr>
            <a:xfrm>
              <a:off x="3456639" y="485290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8CA7">
                <a:alpha val="100000"/>
              </a:srgbClr>
            </a:solidFill>
            <a:ln w="5420" cap="flat">
              <a:solidFill>
                <a:srgbClr val="378C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18" name="pg3018"/>
            <p:cNvSpPr/>
            <p:nvPr/>
          </p:nvSpPr>
          <p:spPr>
            <a:xfrm>
              <a:off x="3468276" y="485290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88BA6">
                <a:alpha val="100000"/>
              </a:srgbClr>
            </a:solidFill>
            <a:ln w="5420" cap="flat">
              <a:solidFill>
                <a:srgbClr val="388BA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19" name="pg3019"/>
            <p:cNvSpPr/>
            <p:nvPr/>
          </p:nvSpPr>
          <p:spPr>
            <a:xfrm>
              <a:off x="3479913" y="485290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88BA6">
                <a:alpha val="100000"/>
              </a:srgbClr>
            </a:solidFill>
            <a:ln w="5420" cap="flat">
              <a:solidFill>
                <a:srgbClr val="388BA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20" name="pg3020"/>
            <p:cNvSpPr/>
            <p:nvPr/>
          </p:nvSpPr>
          <p:spPr>
            <a:xfrm>
              <a:off x="3491551" y="485290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88AA6">
                <a:alpha val="100000"/>
              </a:srgbClr>
            </a:solidFill>
            <a:ln w="5420" cap="flat">
              <a:solidFill>
                <a:srgbClr val="388AA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21" name="pg3021"/>
            <p:cNvSpPr/>
            <p:nvPr/>
          </p:nvSpPr>
          <p:spPr>
            <a:xfrm>
              <a:off x="3503188" y="485290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88AA6">
                <a:alpha val="100000"/>
              </a:srgbClr>
            </a:solidFill>
            <a:ln w="5420" cap="flat">
              <a:solidFill>
                <a:srgbClr val="388AA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22" name="pg3022"/>
            <p:cNvSpPr/>
            <p:nvPr/>
          </p:nvSpPr>
          <p:spPr>
            <a:xfrm>
              <a:off x="3514825" y="485290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88AA6">
                <a:alpha val="100000"/>
              </a:srgbClr>
            </a:solidFill>
            <a:ln w="5420" cap="flat">
              <a:solidFill>
                <a:srgbClr val="388AA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23" name="pg3023"/>
            <p:cNvSpPr/>
            <p:nvPr/>
          </p:nvSpPr>
          <p:spPr>
            <a:xfrm>
              <a:off x="3526463" y="485290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88AA6">
                <a:alpha val="100000"/>
              </a:srgbClr>
            </a:solidFill>
            <a:ln w="5420" cap="flat">
              <a:solidFill>
                <a:srgbClr val="388AA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24" name="pg3024"/>
            <p:cNvSpPr/>
            <p:nvPr/>
          </p:nvSpPr>
          <p:spPr>
            <a:xfrm>
              <a:off x="3538100" y="485290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889A6">
                <a:alpha val="100000"/>
              </a:srgbClr>
            </a:solidFill>
            <a:ln w="5420" cap="flat">
              <a:solidFill>
                <a:srgbClr val="3889A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25" name="pg3025"/>
            <p:cNvSpPr/>
            <p:nvPr/>
          </p:nvSpPr>
          <p:spPr>
            <a:xfrm>
              <a:off x="3549737" y="485290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889A6">
                <a:alpha val="100000"/>
              </a:srgbClr>
            </a:solidFill>
            <a:ln w="5420" cap="flat">
              <a:solidFill>
                <a:srgbClr val="3889A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26" name="pg3026"/>
            <p:cNvSpPr/>
            <p:nvPr/>
          </p:nvSpPr>
          <p:spPr>
            <a:xfrm>
              <a:off x="3561375" y="485290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888A6">
                <a:alpha val="100000"/>
              </a:srgbClr>
            </a:solidFill>
            <a:ln w="5420" cap="flat">
              <a:solidFill>
                <a:srgbClr val="3888A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27" name="pg3027"/>
            <p:cNvSpPr/>
            <p:nvPr/>
          </p:nvSpPr>
          <p:spPr>
            <a:xfrm>
              <a:off x="3573012" y="485290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888A6">
                <a:alpha val="100000"/>
              </a:srgbClr>
            </a:solidFill>
            <a:ln w="5420" cap="flat">
              <a:solidFill>
                <a:srgbClr val="3888A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28" name="pg3028"/>
            <p:cNvSpPr/>
            <p:nvPr/>
          </p:nvSpPr>
          <p:spPr>
            <a:xfrm>
              <a:off x="3584649" y="485290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87A6">
                <a:alpha val="100000"/>
              </a:srgbClr>
            </a:solidFill>
            <a:ln w="5420" cap="flat">
              <a:solidFill>
                <a:srgbClr val="3987A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29" name="pg3029"/>
            <p:cNvSpPr/>
            <p:nvPr/>
          </p:nvSpPr>
          <p:spPr>
            <a:xfrm>
              <a:off x="3596287" y="485290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86A5">
                <a:alpha val="100000"/>
              </a:srgbClr>
            </a:solidFill>
            <a:ln w="5420" cap="flat">
              <a:solidFill>
                <a:srgbClr val="3986A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30" name="pg3030"/>
            <p:cNvSpPr/>
            <p:nvPr/>
          </p:nvSpPr>
          <p:spPr>
            <a:xfrm>
              <a:off x="3607924" y="485290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85A5">
                <a:alpha val="100000"/>
              </a:srgbClr>
            </a:solidFill>
            <a:ln w="5420" cap="flat">
              <a:solidFill>
                <a:srgbClr val="3985A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31" name="pg3031"/>
            <p:cNvSpPr/>
            <p:nvPr/>
          </p:nvSpPr>
          <p:spPr>
            <a:xfrm>
              <a:off x="3619561" y="485290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83A5">
                <a:alpha val="100000"/>
              </a:srgbClr>
            </a:solidFill>
            <a:ln w="5420" cap="flat">
              <a:solidFill>
                <a:srgbClr val="3983A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32" name="pg3032"/>
            <p:cNvSpPr/>
            <p:nvPr/>
          </p:nvSpPr>
          <p:spPr>
            <a:xfrm>
              <a:off x="4201428" y="485290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87D">
                <a:alpha val="100000"/>
              </a:srgbClr>
            </a:solidFill>
            <a:ln w="5420" cap="flat">
              <a:solidFill>
                <a:srgbClr val="3C487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33" name="pg3033"/>
            <p:cNvSpPr/>
            <p:nvPr/>
          </p:nvSpPr>
          <p:spPr>
            <a:xfrm>
              <a:off x="4213065" y="485290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77C">
                <a:alpha val="100000"/>
              </a:srgbClr>
            </a:solidFill>
            <a:ln w="5420" cap="flat">
              <a:solidFill>
                <a:srgbClr val="3C477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34" name="pg3034"/>
            <p:cNvSpPr/>
            <p:nvPr/>
          </p:nvSpPr>
          <p:spPr>
            <a:xfrm>
              <a:off x="4224702" y="485290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67B">
                <a:alpha val="100000"/>
              </a:srgbClr>
            </a:solidFill>
            <a:ln w="5420" cap="flat">
              <a:solidFill>
                <a:srgbClr val="3C467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35" name="pg3035"/>
            <p:cNvSpPr/>
            <p:nvPr/>
          </p:nvSpPr>
          <p:spPr>
            <a:xfrm>
              <a:off x="4236340" y="485290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479">
                <a:alpha val="100000"/>
              </a:srgbClr>
            </a:solidFill>
            <a:ln w="5420" cap="flat">
              <a:solidFill>
                <a:srgbClr val="3C447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36" name="pg3036"/>
            <p:cNvSpPr/>
            <p:nvPr/>
          </p:nvSpPr>
          <p:spPr>
            <a:xfrm>
              <a:off x="4247977" y="485290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377">
                <a:alpha val="100000"/>
              </a:srgbClr>
            </a:solidFill>
            <a:ln w="5420" cap="flat">
              <a:solidFill>
                <a:srgbClr val="3C437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37" name="pg3037"/>
            <p:cNvSpPr/>
            <p:nvPr/>
          </p:nvSpPr>
          <p:spPr>
            <a:xfrm>
              <a:off x="4259614" y="485290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276">
                <a:alpha val="100000"/>
              </a:srgbClr>
            </a:solidFill>
            <a:ln w="5420" cap="flat">
              <a:solidFill>
                <a:srgbClr val="3C427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38" name="pg3038"/>
            <p:cNvSpPr/>
            <p:nvPr/>
          </p:nvSpPr>
          <p:spPr>
            <a:xfrm>
              <a:off x="4271252" y="485290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174">
                <a:alpha val="100000"/>
              </a:srgbClr>
            </a:solidFill>
            <a:ln w="5420" cap="flat">
              <a:solidFill>
                <a:srgbClr val="3C417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39" name="pg3039"/>
            <p:cNvSpPr/>
            <p:nvPr/>
          </p:nvSpPr>
          <p:spPr>
            <a:xfrm>
              <a:off x="4422537" y="485290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3968">
                <a:alpha val="100000"/>
              </a:srgbClr>
            </a:solidFill>
            <a:ln w="5420" cap="flat">
              <a:solidFill>
                <a:srgbClr val="3B396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40" name="pg3040"/>
            <p:cNvSpPr/>
            <p:nvPr/>
          </p:nvSpPr>
          <p:spPr>
            <a:xfrm>
              <a:off x="4434174" y="485290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3969">
                <a:alpha val="100000"/>
              </a:srgbClr>
            </a:solidFill>
            <a:ln w="5420" cap="flat">
              <a:solidFill>
                <a:srgbClr val="3B396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41" name="pg3041"/>
            <p:cNvSpPr/>
            <p:nvPr/>
          </p:nvSpPr>
          <p:spPr>
            <a:xfrm>
              <a:off x="4445812" y="485290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3969">
                <a:alpha val="100000"/>
              </a:srgbClr>
            </a:solidFill>
            <a:ln w="5420" cap="flat">
              <a:solidFill>
                <a:srgbClr val="3B396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42" name="pg3042"/>
            <p:cNvSpPr/>
            <p:nvPr/>
          </p:nvSpPr>
          <p:spPr>
            <a:xfrm>
              <a:off x="4457449" y="485290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3969">
                <a:alpha val="100000"/>
              </a:srgbClr>
            </a:solidFill>
            <a:ln w="5420" cap="flat">
              <a:solidFill>
                <a:srgbClr val="3B396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43" name="pg3043"/>
            <p:cNvSpPr/>
            <p:nvPr/>
          </p:nvSpPr>
          <p:spPr>
            <a:xfrm>
              <a:off x="4469086" y="485290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3A6A">
                <a:alpha val="100000"/>
              </a:srgbClr>
            </a:solidFill>
            <a:ln w="5420" cap="flat">
              <a:solidFill>
                <a:srgbClr val="3B3A6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44" name="pg3044"/>
            <p:cNvSpPr/>
            <p:nvPr/>
          </p:nvSpPr>
          <p:spPr>
            <a:xfrm>
              <a:off x="2921322" y="486720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80A4">
                <a:alpha val="100000"/>
              </a:srgbClr>
            </a:solidFill>
            <a:ln w="5420" cap="flat">
              <a:solidFill>
                <a:srgbClr val="3A80A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45" name="pg3045"/>
            <p:cNvSpPr/>
            <p:nvPr/>
          </p:nvSpPr>
          <p:spPr>
            <a:xfrm>
              <a:off x="2932959" y="486720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83A5">
                <a:alpha val="100000"/>
              </a:srgbClr>
            </a:solidFill>
            <a:ln w="5420" cap="flat">
              <a:solidFill>
                <a:srgbClr val="3983A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46" name="pg3046"/>
            <p:cNvSpPr/>
            <p:nvPr/>
          </p:nvSpPr>
          <p:spPr>
            <a:xfrm>
              <a:off x="2944596" y="486720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88AA6">
                <a:alpha val="100000"/>
              </a:srgbClr>
            </a:solidFill>
            <a:ln w="5420" cap="flat">
              <a:solidFill>
                <a:srgbClr val="388AA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47" name="pg3047"/>
            <p:cNvSpPr/>
            <p:nvPr/>
          </p:nvSpPr>
          <p:spPr>
            <a:xfrm>
              <a:off x="2956233" y="486720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88CA7">
                <a:alpha val="100000"/>
              </a:srgbClr>
            </a:solidFill>
            <a:ln w="5420" cap="flat">
              <a:solidFill>
                <a:srgbClr val="388C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48" name="pg3048"/>
            <p:cNvSpPr/>
            <p:nvPr/>
          </p:nvSpPr>
          <p:spPr>
            <a:xfrm>
              <a:off x="2967871" y="486720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8DA7">
                <a:alpha val="100000"/>
              </a:srgbClr>
            </a:solidFill>
            <a:ln w="5420" cap="flat">
              <a:solidFill>
                <a:srgbClr val="378D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49" name="pg3049"/>
            <p:cNvSpPr/>
            <p:nvPr/>
          </p:nvSpPr>
          <p:spPr>
            <a:xfrm>
              <a:off x="2979508" y="486720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8DA7">
                <a:alpha val="100000"/>
              </a:srgbClr>
            </a:solidFill>
            <a:ln w="5420" cap="flat">
              <a:solidFill>
                <a:srgbClr val="378D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50" name="pg3050"/>
            <p:cNvSpPr/>
            <p:nvPr/>
          </p:nvSpPr>
          <p:spPr>
            <a:xfrm>
              <a:off x="3351903" y="486720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692A8">
                <a:alpha val="100000"/>
              </a:srgbClr>
            </a:solidFill>
            <a:ln w="5420" cap="flat">
              <a:solidFill>
                <a:srgbClr val="3692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51" name="pg3051"/>
            <p:cNvSpPr/>
            <p:nvPr/>
          </p:nvSpPr>
          <p:spPr>
            <a:xfrm>
              <a:off x="3363540" y="486720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692A8">
                <a:alpha val="100000"/>
              </a:srgbClr>
            </a:solidFill>
            <a:ln w="5420" cap="flat">
              <a:solidFill>
                <a:srgbClr val="3692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52" name="pg3052"/>
            <p:cNvSpPr/>
            <p:nvPr/>
          </p:nvSpPr>
          <p:spPr>
            <a:xfrm>
              <a:off x="3375177" y="486720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692A8">
                <a:alpha val="100000"/>
              </a:srgbClr>
            </a:solidFill>
            <a:ln w="5420" cap="flat">
              <a:solidFill>
                <a:srgbClr val="3692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53" name="pg3053"/>
            <p:cNvSpPr/>
            <p:nvPr/>
          </p:nvSpPr>
          <p:spPr>
            <a:xfrm>
              <a:off x="3386815" y="486720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692A8">
                <a:alpha val="100000"/>
              </a:srgbClr>
            </a:solidFill>
            <a:ln w="5420" cap="flat">
              <a:solidFill>
                <a:srgbClr val="3692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54" name="pg3054"/>
            <p:cNvSpPr/>
            <p:nvPr/>
          </p:nvSpPr>
          <p:spPr>
            <a:xfrm>
              <a:off x="3398452" y="486720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693A8">
                <a:alpha val="100000"/>
              </a:srgbClr>
            </a:solidFill>
            <a:ln w="5420" cap="flat">
              <a:solidFill>
                <a:srgbClr val="3693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55" name="pg3055"/>
            <p:cNvSpPr/>
            <p:nvPr/>
          </p:nvSpPr>
          <p:spPr>
            <a:xfrm>
              <a:off x="3410089" y="486720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692A8">
                <a:alpha val="100000"/>
              </a:srgbClr>
            </a:solidFill>
            <a:ln w="5420" cap="flat">
              <a:solidFill>
                <a:srgbClr val="3692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56" name="pg3056"/>
            <p:cNvSpPr/>
            <p:nvPr/>
          </p:nvSpPr>
          <p:spPr>
            <a:xfrm>
              <a:off x="3421727" y="486720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691A8">
                <a:alpha val="100000"/>
              </a:srgbClr>
            </a:solidFill>
            <a:ln w="5420" cap="flat">
              <a:solidFill>
                <a:srgbClr val="3691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57" name="pg3057"/>
            <p:cNvSpPr/>
            <p:nvPr/>
          </p:nvSpPr>
          <p:spPr>
            <a:xfrm>
              <a:off x="3433364" y="486720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8FA7">
                <a:alpha val="100000"/>
              </a:srgbClr>
            </a:solidFill>
            <a:ln w="5420" cap="flat">
              <a:solidFill>
                <a:srgbClr val="378F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58" name="pg3058"/>
            <p:cNvSpPr/>
            <p:nvPr/>
          </p:nvSpPr>
          <p:spPr>
            <a:xfrm>
              <a:off x="3445001" y="486720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8DA7">
                <a:alpha val="100000"/>
              </a:srgbClr>
            </a:solidFill>
            <a:ln w="5420" cap="flat">
              <a:solidFill>
                <a:srgbClr val="378D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59" name="pg3059"/>
            <p:cNvSpPr/>
            <p:nvPr/>
          </p:nvSpPr>
          <p:spPr>
            <a:xfrm>
              <a:off x="3456639" y="486720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8CA7">
                <a:alpha val="100000"/>
              </a:srgbClr>
            </a:solidFill>
            <a:ln w="5420" cap="flat">
              <a:solidFill>
                <a:srgbClr val="378C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60" name="pg3060"/>
            <p:cNvSpPr/>
            <p:nvPr/>
          </p:nvSpPr>
          <p:spPr>
            <a:xfrm>
              <a:off x="3468276" y="486720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88BA7">
                <a:alpha val="100000"/>
              </a:srgbClr>
            </a:solidFill>
            <a:ln w="5420" cap="flat">
              <a:solidFill>
                <a:srgbClr val="388B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61" name="pg3061"/>
            <p:cNvSpPr/>
            <p:nvPr/>
          </p:nvSpPr>
          <p:spPr>
            <a:xfrm>
              <a:off x="3479913" y="486720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88BA6">
                <a:alpha val="100000"/>
              </a:srgbClr>
            </a:solidFill>
            <a:ln w="5420" cap="flat">
              <a:solidFill>
                <a:srgbClr val="388BA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62" name="pg3062"/>
            <p:cNvSpPr/>
            <p:nvPr/>
          </p:nvSpPr>
          <p:spPr>
            <a:xfrm>
              <a:off x="3491551" y="486720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88AA6">
                <a:alpha val="100000"/>
              </a:srgbClr>
            </a:solidFill>
            <a:ln w="5420" cap="flat">
              <a:solidFill>
                <a:srgbClr val="388AA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63" name="pg3063"/>
            <p:cNvSpPr/>
            <p:nvPr/>
          </p:nvSpPr>
          <p:spPr>
            <a:xfrm>
              <a:off x="3503188" y="486720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88AA6">
                <a:alpha val="100000"/>
              </a:srgbClr>
            </a:solidFill>
            <a:ln w="5420" cap="flat">
              <a:solidFill>
                <a:srgbClr val="388AA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64" name="pg3064"/>
            <p:cNvSpPr/>
            <p:nvPr/>
          </p:nvSpPr>
          <p:spPr>
            <a:xfrm>
              <a:off x="3514825" y="486720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88AA6">
                <a:alpha val="100000"/>
              </a:srgbClr>
            </a:solidFill>
            <a:ln w="5420" cap="flat">
              <a:solidFill>
                <a:srgbClr val="388AA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65" name="pg3065"/>
            <p:cNvSpPr/>
            <p:nvPr/>
          </p:nvSpPr>
          <p:spPr>
            <a:xfrm>
              <a:off x="3526463" y="486720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889A6">
                <a:alpha val="100000"/>
              </a:srgbClr>
            </a:solidFill>
            <a:ln w="5420" cap="flat">
              <a:solidFill>
                <a:srgbClr val="3889A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66" name="pg3066"/>
            <p:cNvSpPr/>
            <p:nvPr/>
          </p:nvSpPr>
          <p:spPr>
            <a:xfrm>
              <a:off x="3538100" y="486720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889A6">
                <a:alpha val="100000"/>
              </a:srgbClr>
            </a:solidFill>
            <a:ln w="5420" cap="flat">
              <a:solidFill>
                <a:srgbClr val="3889A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67" name="pg3067"/>
            <p:cNvSpPr/>
            <p:nvPr/>
          </p:nvSpPr>
          <p:spPr>
            <a:xfrm>
              <a:off x="3549737" y="486720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888A6">
                <a:alpha val="100000"/>
              </a:srgbClr>
            </a:solidFill>
            <a:ln w="5420" cap="flat">
              <a:solidFill>
                <a:srgbClr val="3888A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68" name="pg3068"/>
            <p:cNvSpPr/>
            <p:nvPr/>
          </p:nvSpPr>
          <p:spPr>
            <a:xfrm>
              <a:off x="3561375" y="486720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888A6">
                <a:alpha val="100000"/>
              </a:srgbClr>
            </a:solidFill>
            <a:ln w="5420" cap="flat">
              <a:solidFill>
                <a:srgbClr val="3888A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69" name="pg3069"/>
            <p:cNvSpPr/>
            <p:nvPr/>
          </p:nvSpPr>
          <p:spPr>
            <a:xfrm>
              <a:off x="3573012" y="486720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87A6">
                <a:alpha val="100000"/>
              </a:srgbClr>
            </a:solidFill>
            <a:ln w="5420" cap="flat">
              <a:solidFill>
                <a:srgbClr val="3987A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70" name="pg3070"/>
            <p:cNvSpPr/>
            <p:nvPr/>
          </p:nvSpPr>
          <p:spPr>
            <a:xfrm>
              <a:off x="3584649" y="486720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86A5">
                <a:alpha val="100000"/>
              </a:srgbClr>
            </a:solidFill>
            <a:ln w="5420" cap="flat">
              <a:solidFill>
                <a:srgbClr val="3986A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71" name="pg3071"/>
            <p:cNvSpPr/>
            <p:nvPr/>
          </p:nvSpPr>
          <p:spPr>
            <a:xfrm>
              <a:off x="3596287" y="486720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85A5">
                <a:alpha val="100000"/>
              </a:srgbClr>
            </a:solidFill>
            <a:ln w="5420" cap="flat">
              <a:solidFill>
                <a:srgbClr val="3985A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72" name="pg3072"/>
            <p:cNvSpPr/>
            <p:nvPr/>
          </p:nvSpPr>
          <p:spPr>
            <a:xfrm>
              <a:off x="3607924" y="486720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84A5">
                <a:alpha val="100000"/>
              </a:srgbClr>
            </a:solidFill>
            <a:ln w="5420" cap="flat">
              <a:solidFill>
                <a:srgbClr val="3984A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73" name="pg3073"/>
            <p:cNvSpPr/>
            <p:nvPr/>
          </p:nvSpPr>
          <p:spPr>
            <a:xfrm>
              <a:off x="3619561" y="486720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83A5">
                <a:alpha val="100000"/>
              </a:srgbClr>
            </a:solidFill>
            <a:ln w="5420" cap="flat">
              <a:solidFill>
                <a:srgbClr val="3983A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74" name="pg3074"/>
            <p:cNvSpPr/>
            <p:nvPr/>
          </p:nvSpPr>
          <p:spPr>
            <a:xfrm>
              <a:off x="4213065" y="486720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77D">
                <a:alpha val="100000"/>
              </a:srgbClr>
            </a:solidFill>
            <a:ln w="5420" cap="flat">
              <a:solidFill>
                <a:srgbClr val="3C477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75" name="pg3075"/>
            <p:cNvSpPr/>
            <p:nvPr/>
          </p:nvSpPr>
          <p:spPr>
            <a:xfrm>
              <a:off x="4224702" y="486720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67C">
                <a:alpha val="100000"/>
              </a:srgbClr>
            </a:solidFill>
            <a:ln w="5420" cap="flat">
              <a:solidFill>
                <a:srgbClr val="3C467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76" name="pg3076"/>
            <p:cNvSpPr/>
            <p:nvPr/>
          </p:nvSpPr>
          <p:spPr>
            <a:xfrm>
              <a:off x="4236340" y="486720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579">
                <a:alpha val="100000"/>
              </a:srgbClr>
            </a:solidFill>
            <a:ln w="5420" cap="flat">
              <a:solidFill>
                <a:srgbClr val="3C457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77" name="pg3077"/>
            <p:cNvSpPr/>
            <p:nvPr/>
          </p:nvSpPr>
          <p:spPr>
            <a:xfrm>
              <a:off x="4247977" y="486720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478">
                <a:alpha val="100000"/>
              </a:srgbClr>
            </a:solidFill>
            <a:ln w="5420" cap="flat">
              <a:solidFill>
                <a:srgbClr val="3C447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78" name="pg3078"/>
            <p:cNvSpPr/>
            <p:nvPr/>
          </p:nvSpPr>
          <p:spPr>
            <a:xfrm>
              <a:off x="4259614" y="486720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377">
                <a:alpha val="100000"/>
              </a:srgbClr>
            </a:solidFill>
            <a:ln w="5420" cap="flat">
              <a:solidFill>
                <a:srgbClr val="3C437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79" name="pg3079"/>
            <p:cNvSpPr/>
            <p:nvPr/>
          </p:nvSpPr>
          <p:spPr>
            <a:xfrm>
              <a:off x="4271252" y="486720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276">
                <a:alpha val="100000"/>
              </a:srgbClr>
            </a:solidFill>
            <a:ln w="5420" cap="flat">
              <a:solidFill>
                <a:srgbClr val="3C427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80" name="pg3080"/>
            <p:cNvSpPr/>
            <p:nvPr/>
          </p:nvSpPr>
          <p:spPr>
            <a:xfrm>
              <a:off x="4282889" y="486720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174">
                <a:alpha val="100000"/>
              </a:srgbClr>
            </a:solidFill>
            <a:ln w="5420" cap="flat">
              <a:solidFill>
                <a:srgbClr val="3C417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81" name="pg3081"/>
            <p:cNvSpPr/>
            <p:nvPr/>
          </p:nvSpPr>
          <p:spPr>
            <a:xfrm>
              <a:off x="4434174" y="486720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3A6A">
                <a:alpha val="100000"/>
              </a:srgbClr>
            </a:solidFill>
            <a:ln w="5420" cap="flat">
              <a:solidFill>
                <a:srgbClr val="3B3A6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82" name="pg3082"/>
            <p:cNvSpPr/>
            <p:nvPr/>
          </p:nvSpPr>
          <p:spPr>
            <a:xfrm>
              <a:off x="4445812" y="486720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3A6B">
                <a:alpha val="100000"/>
              </a:srgbClr>
            </a:solidFill>
            <a:ln w="5420" cap="flat">
              <a:solidFill>
                <a:srgbClr val="3B3A6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83" name="pg3083"/>
            <p:cNvSpPr/>
            <p:nvPr/>
          </p:nvSpPr>
          <p:spPr>
            <a:xfrm>
              <a:off x="4457449" y="486720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3A6B">
                <a:alpha val="100000"/>
              </a:srgbClr>
            </a:solidFill>
            <a:ln w="5420" cap="flat">
              <a:solidFill>
                <a:srgbClr val="3B3A6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84" name="pg3084"/>
            <p:cNvSpPr/>
            <p:nvPr/>
          </p:nvSpPr>
          <p:spPr>
            <a:xfrm>
              <a:off x="4469086" y="486720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3B6B">
                <a:alpha val="100000"/>
              </a:srgbClr>
            </a:solidFill>
            <a:ln w="5420" cap="flat">
              <a:solidFill>
                <a:srgbClr val="3B3B6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85" name="pg3085"/>
            <p:cNvSpPr/>
            <p:nvPr/>
          </p:nvSpPr>
          <p:spPr>
            <a:xfrm>
              <a:off x="4480724" y="486720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3B6C">
                <a:alpha val="100000"/>
              </a:srgbClr>
            </a:solidFill>
            <a:ln w="5420" cap="flat">
              <a:solidFill>
                <a:srgbClr val="3B3B6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86" name="pg3086"/>
            <p:cNvSpPr/>
            <p:nvPr/>
          </p:nvSpPr>
          <p:spPr>
            <a:xfrm>
              <a:off x="2898047" y="488150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5A2">
                <a:alpha val="100000"/>
              </a:srgbClr>
            </a:solidFill>
            <a:ln w="5420" cap="flat">
              <a:solidFill>
                <a:srgbClr val="3A75A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87" name="pg3087"/>
            <p:cNvSpPr/>
            <p:nvPr/>
          </p:nvSpPr>
          <p:spPr>
            <a:xfrm>
              <a:off x="2909684" y="488150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9A2">
                <a:alpha val="100000"/>
              </a:srgbClr>
            </a:solidFill>
            <a:ln w="5420" cap="flat">
              <a:solidFill>
                <a:srgbClr val="3A79A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88" name="pg3088"/>
            <p:cNvSpPr/>
            <p:nvPr/>
          </p:nvSpPr>
          <p:spPr>
            <a:xfrm>
              <a:off x="2921322" y="488150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CA3">
                <a:alpha val="100000"/>
              </a:srgbClr>
            </a:solidFill>
            <a:ln w="5420" cap="flat">
              <a:solidFill>
                <a:srgbClr val="3A7CA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89" name="pg3089"/>
            <p:cNvSpPr/>
            <p:nvPr/>
          </p:nvSpPr>
          <p:spPr>
            <a:xfrm>
              <a:off x="2932959" y="488150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FA4">
                <a:alpha val="100000"/>
              </a:srgbClr>
            </a:solidFill>
            <a:ln w="5420" cap="flat">
              <a:solidFill>
                <a:srgbClr val="3A7FA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90" name="pg3090"/>
            <p:cNvSpPr/>
            <p:nvPr/>
          </p:nvSpPr>
          <p:spPr>
            <a:xfrm>
              <a:off x="2944596" y="488150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85A5">
                <a:alpha val="100000"/>
              </a:srgbClr>
            </a:solidFill>
            <a:ln w="5420" cap="flat">
              <a:solidFill>
                <a:srgbClr val="3985A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91" name="pg3091"/>
            <p:cNvSpPr/>
            <p:nvPr/>
          </p:nvSpPr>
          <p:spPr>
            <a:xfrm>
              <a:off x="2956233" y="488150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87A6">
                <a:alpha val="100000"/>
              </a:srgbClr>
            </a:solidFill>
            <a:ln w="5420" cap="flat">
              <a:solidFill>
                <a:srgbClr val="3987A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92" name="pg3092"/>
            <p:cNvSpPr/>
            <p:nvPr/>
          </p:nvSpPr>
          <p:spPr>
            <a:xfrm>
              <a:off x="2967871" y="488150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888A6">
                <a:alpha val="100000"/>
              </a:srgbClr>
            </a:solidFill>
            <a:ln w="5420" cap="flat">
              <a:solidFill>
                <a:srgbClr val="3888A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93" name="pg3093"/>
            <p:cNvSpPr/>
            <p:nvPr/>
          </p:nvSpPr>
          <p:spPr>
            <a:xfrm>
              <a:off x="3375177" y="488150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691A8">
                <a:alpha val="100000"/>
              </a:srgbClr>
            </a:solidFill>
            <a:ln w="5420" cap="flat">
              <a:solidFill>
                <a:srgbClr val="3691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94" name="pg3094"/>
            <p:cNvSpPr/>
            <p:nvPr/>
          </p:nvSpPr>
          <p:spPr>
            <a:xfrm>
              <a:off x="3386815" y="488150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691A8">
                <a:alpha val="100000"/>
              </a:srgbClr>
            </a:solidFill>
            <a:ln w="5420" cap="flat">
              <a:solidFill>
                <a:srgbClr val="3691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95" name="pg3095"/>
            <p:cNvSpPr/>
            <p:nvPr/>
          </p:nvSpPr>
          <p:spPr>
            <a:xfrm>
              <a:off x="3398452" y="488150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691A8">
                <a:alpha val="100000"/>
              </a:srgbClr>
            </a:solidFill>
            <a:ln w="5420" cap="flat">
              <a:solidFill>
                <a:srgbClr val="3691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96" name="pg3096"/>
            <p:cNvSpPr/>
            <p:nvPr/>
          </p:nvSpPr>
          <p:spPr>
            <a:xfrm>
              <a:off x="3410089" y="488150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691A8">
                <a:alpha val="100000"/>
              </a:srgbClr>
            </a:solidFill>
            <a:ln w="5420" cap="flat">
              <a:solidFill>
                <a:srgbClr val="3691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97" name="pg3097"/>
            <p:cNvSpPr/>
            <p:nvPr/>
          </p:nvSpPr>
          <p:spPr>
            <a:xfrm>
              <a:off x="3421727" y="488150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690A7">
                <a:alpha val="100000"/>
              </a:srgbClr>
            </a:solidFill>
            <a:ln w="5420" cap="flat">
              <a:solidFill>
                <a:srgbClr val="3690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98" name="pg3098"/>
            <p:cNvSpPr/>
            <p:nvPr/>
          </p:nvSpPr>
          <p:spPr>
            <a:xfrm>
              <a:off x="3433364" y="488150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8EA7">
                <a:alpha val="100000"/>
              </a:srgbClr>
            </a:solidFill>
            <a:ln w="5420" cap="flat">
              <a:solidFill>
                <a:srgbClr val="378E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99" name="pg3099"/>
            <p:cNvSpPr/>
            <p:nvPr/>
          </p:nvSpPr>
          <p:spPr>
            <a:xfrm>
              <a:off x="3445001" y="488150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8DA7">
                <a:alpha val="100000"/>
              </a:srgbClr>
            </a:solidFill>
            <a:ln w="5420" cap="flat">
              <a:solidFill>
                <a:srgbClr val="378D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00" name="pg3100"/>
            <p:cNvSpPr/>
            <p:nvPr/>
          </p:nvSpPr>
          <p:spPr>
            <a:xfrm>
              <a:off x="3456639" y="488150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8CA7">
                <a:alpha val="100000"/>
              </a:srgbClr>
            </a:solidFill>
            <a:ln w="5420" cap="flat">
              <a:solidFill>
                <a:srgbClr val="378C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01" name="pg3101"/>
            <p:cNvSpPr/>
            <p:nvPr/>
          </p:nvSpPr>
          <p:spPr>
            <a:xfrm>
              <a:off x="3468276" y="488150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88BA6">
                <a:alpha val="100000"/>
              </a:srgbClr>
            </a:solidFill>
            <a:ln w="5420" cap="flat">
              <a:solidFill>
                <a:srgbClr val="388BA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02" name="pg3102"/>
            <p:cNvSpPr/>
            <p:nvPr/>
          </p:nvSpPr>
          <p:spPr>
            <a:xfrm>
              <a:off x="3479913" y="488150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88AA6">
                <a:alpha val="100000"/>
              </a:srgbClr>
            </a:solidFill>
            <a:ln w="5420" cap="flat">
              <a:solidFill>
                <a:srgbClr val="388AA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03" name="pg3103"/>
            <p:cNvSpPr/>
            <p:nvPr/>
          </p:nvSpPr>
          <p:spPr>
            <a:xfrm>
              <a:off x="3491551" y="488150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88AA6">
                <a:alpha val="100000"/>
              </a:srgbClr>
            </a:solidFill>
            <a:ln w="5420" cap="flat">
              <a:solidFill>
                <a:srgbClr val="388AA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04" name="pg3104"/>
            <p:cNvSpPr/>
            <p:nvPr/>
          </p:nvSpPr>
          <p:spPr>
            <a:xfrm>
              <a:off x="3503188" y="488150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88AA6">
                <a:alpha val="100000"/>
              </a:srgbClr>
            </a:solidFill>
            <a:ln w="5420" cap="flat">
              <a:solidFill>
                <a:srgbClr val="388AA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05" name="pg3105"/>
            <p:cNvSpPr/>
            <p:nvPr/>
          </p:nvSpPr>
          <p:spPr>
            <a:xfrm>
              <a:off x="3538100" y="488150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888A6">
                <a:alpha val="100000"/>
              </a:srgbClr>
            </a:solidFill>
            <a:ln w="5420" cap="flat">
              <a:solidFill>
                <a:srgbClr val="3888A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06" name="pg3106"/>
            <p:cNvSpPr/>
            <p:nvPr/>
          </p:nvSpPr>
          <p:spPr>
            <a:xfrm>
              <a:off x="3549737" y="488150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887A6">
                <a:alpha val="100000"/>
              </a:srgbClr>
            </a:solidFill>
            <a:ln w="5420" cap="flat">
              <a:solidFill>
                <a:srgbClr val="3887A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07" name="pg3107"/>
            <p:cNvSpPr/>
            <p:nvPr/>
          </p:nvSpPr>
          <p:spPr>
            <a:xfrm>
              <a:off x="3561375" y="488150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87A6">
                <a:alpha val="100000"/>
              </a:srgbClr>
            </a:solidFill>
            <a:ln w="5420" cap="flat">
              <a:solidFill>
                <a:srgbClr val="3987A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08" name="pg3108"/>
            <p:cNvSpPr/>
            <p:nvPr/>
          </p:nvSpPr>
          <p:spPr>
            <a:xfrm>
              <a:off x="3573012" y="488150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86A5">
                <a:alpha val="100000"/>
              </a:srgbClr>
            </a:solidFill>
            <a:ln w="5420" cap="flat">
              <a:solidFill>
                <a:srgbClr val="3986A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09" name="pg3109"/>
            <p:cNvSpPr/>
            <p:nvPr/>
          </p:nvSpPr>
          <p:spPr>
            <a:xfrm>
              <a:off x="3584649" y="488150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85A5">
                <a:alpha val="100000"/>
              </a:srgbClr>
            </a:solidFill>
            <a:ln w="5420" cap="flat">
              <a:solidFill>
                <a:srgbClr val="3985A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10" name="pg3110"/>
            <p:cNvSpPr/>
            <p:nvPr/>
          </p:nvSpPr>
          <p:spPr>
            <a:xfrm>
              <a:off x="3596287" y="488150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84A5">
                <a:alpha val="100000"/>
              </a:srgbClr>
            </a:solidFill>
            <a:ln w="5420" cap="flat">
              <a:solidFill>
                <a:srgbClr val="3984A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11" name="pg3111"/>
            <p:cNvSpPr/>
            <p:nvPr/>
          </p:nvSpPr>
          <p:spPr>
            <a:xfrm>
              <a:off x="3607924" y="488150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83A5">
                <a:alpha val="100000"/>
              </a:srgbClr>
            </a:solidFill>
            <a:ln w="5420" cap="flat">
              <a:solidFill>
                <a:srgbClr val="3983A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12" name="pg3112"/>
            <p:cNvSpPr/>
            <p:nvPr/>
          </p:nvSpPr>
          <p:spPr>
            <a:xfrm>
              <a:off x="3619561" y="488150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82A5">
                <a:alpha val="100000"/>
              </a:srgbClr>
            </a:solidFill>
            <a:ln w="5420" cap="flat">
              <a:solidFill>
                <a:srgbClr val="3982A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13" name="pg3113"/>
            <p:cNvSpPr/>
            <p:nvPr/>
          </p:nvSpPr>
          <p:spPr>
            <a:xfrm>
              <a:off x="4236340" y="488150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57A">
                <a:alpha val="100000"/>
              </a:srgbClr>
            </a:solidFill>
            <a:ln w="5420" cap="flat">
              <a:solidFill>
                <a:srgbClr val="3C457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14" name="pg3114"/>
            <p:cNvSpPr/>
            <p:nvPr/>
          </p:nvSpPr>
          <p:spPr>
            <a:xfrm>
              <a:off x="4247977" y="488150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479">
                <a:alpha val="100000"/>
              </a:srgbClr>
            </a:solidFill>
            <a:ln w="5420" cap="flat">
              <a:solidFill>
                <a:srgbClr val="3C447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15" name="pg3115"/>
            <p:cNvSpPr/>
            <p:nvPr/>
          </p:nvSpPr>
          <p:spPr>
            <a:xfrm>
              <a:off x="4259614" y="488150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478">
                <a:alpha val="100000"/>
              </a:srgbClr>
            </a:solidFill>
            <a:ln w="5420" cap="flat">
              <a:solidFill>
                <a:srgbClr val="3C447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16" name="pg3116"/>
            <p:cNvSpPr/>
            <p:nvPr/>
          </p:nvSpPr>
          <p:spPr>
            <a:xfrm>
              <a:off x="4271252" y="488150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377">
                <a:alpha val="100000"/>
              </a:srgbClr>
            </a:solidFill>
            <a:ln w="5420" cap="flat">
              <a:solidFill>
                <a:srgbClr val="3C437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17" name="pg3117"/>
            <p:cNvSpPr/>
            <p:nvPr/>
          </p:nvSpPr>
          <p:spPr>
            <a:xfrm>
              <a:off x="4282889" y="488150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275">
                <a:alpha val="100000"/>
              </a:srgbClr>
            </a:solidFill>
            <a:ln w="5420" cap="flat">
              <a:solidFill>
                <a:srgbClr val="3C427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18" name="pg3118"/>
            <p:cNvSpPr/>
            <p:nvPr/>
          </p:nvSpPr>
          <p:spPr>
            <a:xfrm>
              <a:off x="4294526" y="488150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174">
                <a:alpha val="100000"/>
              </a:srgbClr>
            </a:solidFill>
            <a:ln w="5420" cap="flat">
              <a:solidFill>
                <a:srgbClr val="3C417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19" name="pg3119"/>
            <p:cNvSpPr/>
            <p:nvPr/>
          </p:nvSpPr>
          <p:spPr>
            <a:xfrm>
              <a:off x="4434174" y="488150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3B6C">
                <a:alpha val="100000"/>
              </a:srgbClr>
            </a:solidFill>
            <a:ln w="5420" cap="flat">
              <a:solidFill>
                <a:srgbClr val="3B3B6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20" name="pg3120"/>
            <p:cNvSpPr/>
            <p:nvPr/>
          </p:nvSpPr>
          <p:spPr>
            <a:xfrm>
              <a:off x="4445812" y="488150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3B6C">
                <a:alpha val="100000"/>
              </a:srgbClr>
            </a:solidFill>
            <a:ln w="5420" cap="flat">
              <a:solidFill>
                <a:srgbClr val="3B3B6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21" name="pg3121"/>
            <p:cNvSpPr/>
            <p:nvPr/>
          </p:nvSpPr>
          <p:spPr>
            <a:xfrm>
              <a:off x="4457449" y="488150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3C6C">
                <a:alpha val="100000"/>
              </a:srgbClr>
            </a:solidFill>
            <a:ln w="5420" cap="flat">
              <a:solidFill>
                <a:srgbClr val="3B3C6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22" name="pg3122"/>
            <p:cNvSpPr/>
            <p:nvPr/>
          </p:nvSpPr>
          <p:spPr>
            <a:xfrm>
              <a:off x="4469086" y="488150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3C6D">
                <a:alpha val="100000"/>
              </a:srgbClr>
            </a:solidFill>
            <a:ln w="5420" cap="flat">
              <a:solidFill>
                <a:srgbClr val="3B3C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23" name="pg3123"/>
            <p:cNvSpPr/>
            <p:nvPr/>
          </p:nvSpPr>
          <p:spPr>
            <a:xfrm>
              <a:off x="4480724" y="488150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3C6D">
                <a:alpha val="100000"/>
              </a:srgbClr>
            </a:solidFill>
            <a:ln w="5420" cap="flat">
              <a:solidFill>
                <a:srgbClr val="3B3C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24" name="pg3124"/>
            <p:cNvSpPr/>
            <p:nvPr/>
          </p:nvSpPr>
          <p:spPr>
            <a:xfrm>
              <a:off x="4492361" y="488150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3D6E">
                <a:alpha val="100000"/>
              </a:srgbClr>
            </a:solidFill>
            <a:ln w="5420" cap="flat">
              <a:solidFill>
                <a:srgbClr val="3B3D6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25" name="pg3125"/>
            <p:cNvSpPr/>
            <p:nvPr/>
          </p:nvSpPr>
          <p:spPr>
            <a:xfrm>
              <a:off x="2781674" y="489580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89F">
                <a:alpha val="100000"/>
              </a:srgbClr>
            </a:solidFill>
            <a:ln w="5420" cap="flat">
              <a:solidFill>
                <a:srgbClr val="3A68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26" name="pg3126"/>
            <p:cNvSpPr/>
            <p:nvPr/>
          </p:nvSpPr>
          <p:spPr>
            <a:xfrm>
              <a:off x="2793311" y="489580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99F">
                <a:alpha val="100000"/>
              </a:srgbClr>
            </a:solidFill>
            <a:ln w="5420" cap="flat">
              <a:solidFill>
                <a:srgbClr val="3A69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27" name="pg3127"/>
            <p:cNvSpPr/>
            <p:nvPr/>
          </p:nvSpPr>
          <p:spPr>
            <a:xfrm>
              <a:off x="2804948" y="489580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99F">
                <a:alpha val="100000"/>
              </a:srgbClr>
            </a:solidFill>
            <a:ln w="5420" cap="flat">
              <a:solidFill>
                <a:srgbClr val="3A69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28" name="pg3128"/>
            <p:cNvSpPr/>
            <p:nvPr/>
          </p:nvSpPr>
          <p:spPr>
            <a:xfrm>
              <a:off x="2816586" y="489580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A9F">
                <a:alpha val="100000"/>
              </a:srgbClr>
            </a:solidFill>
            <a:ln w="5420" cap="flat">
              <a:solidFill>
                <a:srgbClr val="3A6A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29" name="pg3129"/>
            <p:cNvSpPr/>
            <p:nvPr/>
          </p:nvSpPr>
          <p:spPr>
            <a:xfrm>
              <a:off x="2828223" y="489580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A9F">
                <a:alpha val="100000"/>
              </a:srgbClr>
            </a:solidFill>
            <a:ln w="5420" cap="flat">
              <a:solidFill>
                <a:srgbClr val="3A6A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30" name="pg3130"/>
            <p:cNvSpPr/>
            <p:nvPr/>
          </p:nvSpPr>
          <p:spPr>
            <a:xfrm>
              <a:off x="2839860" y="489580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A9F">
                <a:alpha val="100000"/>
              </a:srgbClr>
            </a:solidFill>
            <a:ln w="5420" cap="flat">
              <a:solidFill>
                <a:srgbClr val="3A6A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31" name="pg3131"/>
            <p:cNvSpPr/>
            <p:nvPr/>
          </p:nvSpPr>
          <p:spPr>
            <a:xfrm>
              <a:off x="2874772" y="489580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EA0">
                <a:alpha val="100000"/>
              </a:srgbClr>
            </a:solidFill>
            <a:ln w="5420" cap="flat">
              <a:solidFill>
                <a:srgbClr val="3A6EA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32" name="pg3132"/>
            <p:cNvSpPr/>
            <p:nvPr/>
          </p:nvSpPr>
          <p:spPr>
            <a:xfrm>
              <a:off x="2886410" y="489580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70A0">
                <a:alpha val="100000"/>
              </a:srgbClr>
            </a:solidFill>
            <a:ln w="5420" cap="flat">
              <a:solidFill>
                <a:srgbClr val="3B70A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33" name="pg3133"/>
            <p:cNvSpPr/>
            <p:nvPr/>
          </p:nvSpPr>
          <p:spPr>
            <a:xfrm>
              <a:off x="2898047" y="489580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73A1">
                <a:alpha val="100000"/>
              </a:srgbClr>
            </a:solidFill>
            <a:ln w="5420" cap="flat">
              <a:solidFill>
                <a:srgbClr val="3B73A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34" name="pg3134"/>
            <p:cNvSpPr/>
            <p:nvPr/>
          </p:nvSpPr>
          <p:spPr>
            <a:xfrm>
              <a:off x="2909684" y="489580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6A2">
                <a:alpha val="100000"/>
              </a:srgbClr>
            </a:solidFill>
            <a:ln w="5420" cap="flat">
              <a:solidFill>
                <a:srgbClr val="3A76A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35" name="pg3135"/>
            <p:cNvSpPr/>
            <p:nvPr/>
          </p:nvSpPr>
          <p:spPr>
            <a:xfrm>
              <a:off x="2921322" y="489580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9A3">
                <a:alpha val="100000"/>
              </a:srgbClr>
            </a:solidFill>
            <a:ln w="5420" cap="flat">
              <a:solidFill>
                <a:srgbClr val="3A79A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36" name="pg3136"/>
            <p:cNvSpPr/>
            <p:nvPr/>
          </p:nvSpPr>
          <p:spPr>
            <a:xfrm>
              <a:off x="2932959" y="489580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CA3">
                <a:alpha val="100000"/>
              </a:srgbClr>
            </a:solidFill>
            <a:ln w="5420" cap="flat">
              <a:solidFill>
                <a:srgbClr val="3A7CA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37" name="pg3137"/>
            <p:cNvSpPr/>
            <p:nvPr/>
          </p:nvSpPr>
          <p:spPr>
            <a:xfrm>
              <a:off x="2944596" y="489580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81A4">
                <a:alpha val="100000"/>
              </a:srgbClr>
            </a:solidFill>
            <a:ln w="5420" cap="flat">
              <a:solidFill>
                <a:srgbClr val="3981A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38" name="pg3138"/>
            <p:cNvSpPr/>
            <p:nvPr/>
          </p:nvSpPr>
          <p:spPr>
            <a:xfrm>
              <a:off x="2956233" y="489580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83A5">
                <a:alpha val="100000"/>
              </a:srgbClr>
            </a:solidFill>
            <a:ln w="5420" cap="flat">
              <a:solidFill>
                <a:srgbClr val="3983A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39" name="pg3139"/>
            <p:cNvSpPr/>
            <p:nvPr/>
          </p:nvSpPr>
          <p:spPr>
            <a:xfrm>
              <a:off x="3468276" y="489580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88BA6">
                <a:alpha val="100000"/>
              </a:srgbClr>
            </a:solidFill>
            <a:ln w="5420" cap="flat">
              <a:solidFill>
                <a:srgbClr val="388BA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40" name="pg3140"/>
            <p:cNvSpPr/>
            <p:nvPr/>
          </p:nvSpPr>
          <p:spPr>
            <a:xfrm>
              <a:off x="3479913" y="489580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88AA6">
                <a:alpha val="100000"/>
              </a:srgbClr>
            </a:solidFill>
            <a:ln w="5420" cap="flat">
              <a:solidFill>
                <a:srgbClr val="388AA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41" name="pg3141"/>
            <p:cNvSpPr/>
            <p:nvPr/>
          </p:nvSpPr>
          <p:spPr>
            <a:xfrm>
              <a:off x="3549737" y="489580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87A6">
                <a:alpha val="100000"/>
              </a:srgbClr>
            </a:solidFill>
            <a:ln w="5420" cap="flat">
              <a:solidFill>
                <a:srgbClr val="3987A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42" name="pg3142"/>
            <p:cNvSpPr/>
            <p:nvPr/>
          </p:nvSpPr>
          <p:spPr>
            <a:xfrm>
              <a:off x="3561375" y="489580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86A5">
                <a:alpha val="100000"/>
              </a:srgbClr>
            </a:solidFill>
            <a:ln w="5420" cap="flat">
              <a:solidFill>
                <a:srgbClr val="3986A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43" name="pg3143"/>
            <p:cNvSpPr/>
            <p:nvPr/>
          </p:nvSpPr>
          <p:spPr>
            <a:xfrm>
              <a:off x="3573012" y="489580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85A5">
                <a:alpha val="100000"/>
              </a:srgbClr>
            </a:solidFill>
            <a:ln w="5420" cap="flat">
              <a:solidFill>
                <a:srgbClr val="3985A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44" name="pg3144"/>
            <p:cNvSpPr/>
            <p:nvPr/>
          </p:nvSpPr>
          <p:spPr>
            <a:xfrm>
              <a:off x="3584649" y="489580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85A5">
                <a:alpha val="100000"/>
              </a:srgbClr>
            </a:solidFill>
            <a:ln w="5420" cap="flat">
              <a:solidFill>
                <a:srgbClr val="3985A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45" name="pg3145"/>
            <p:cNvSpPr/>
            <p:nvPr/>
          </p:nvSpPr>
          <p:spPr>
            <a:xfrm>
              <a:off x="3596287" y="489580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84A5">
                <a:alpha val="100000"/>
              </a:srgbClr>
            </a:solidFill>
            <a:ln w="5420" cap="flat">
              <a:solidFill>
                <a:srgbClr val="3984A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46" name="pg3146"/>
            <p:cNvSpPr/>
            <p:nvPr/>
          </p:nvSpPr>
          <p:spPr>
            <a:xfrm>
              <a:off x="3607924" y="489580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83A5">
                <a:alpha val="100000"/>
              </a:srgbClr>
            </a:solidFill>
            <a:ln w="5420" cap="flat">
              <a:solidFill>
                <a:srgbClr val="3983A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47" name="pg3147"/>
            <p:cNvSpPr/>
            <p:nvPr/>
          </p:nvSpPr>
          <p:spPr>
            <a:xfrm>
              <a:off x="4247977" y="489580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57A">
                <a:alpha val="100000"/>
              </a:srgbClr>
            </a:solidFill>
            <a:ln w="5420" cap="flat">
              <a:solidFill>
                <a:srgbClr val="3C457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48" name="pg3148"/>
            <p:cNvSpPr/>
            <p:nvPr/>
          </p:nvSpPr>
          <p:spPr>
            <a:xfrm>
              <a:off x="4259614" y="489580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479">
                <a:alpha val="100000"/>
              </a:srgbClr>
            </a:solidFill>
            <a:ln w="5420" cap="flat">
              <a:solidFill>
                <a:srgbClr val="3C447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49" name="pg3149"/>
            <p:cNvSpPr/>
            <p:nvPr/>
          </p:nvSpPr>
          <p:spPr>
            <a:xfrm>
              <a:off x="4271252" y="489580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478">
                <a:alpha val="100000"/>
              </a:srgbClr>
            </a:solidFill>
            <a:ln w="5420" cap="flat">
              <a:solidFill>
                <a:srgbClr val="3C447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50" name="pg3150"/>
            <p:cNvSpPr/>
            <p:nvPr/>
          </p:nvSpPr>
          <p:spPr>
            <a:xfrm>
              <a:off x="4282889" y="489580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377">
                <a:alpha val="100000"/>
              </a:srgbClr>
            </a:solidFill>
            <a:ln w="5420" cap="flat">
              <a:solidFill>
                <a:srgbClr val="3C437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51" name="pg3151"/>
            <p:cNvSpPr/>
            <p:nvPr/>
          </p:nvSpPr>
          <p:spPr>
            <a:xfrm>
              <a:off x="4294526" y="489580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276">
                <a:alpha val="100000"/>
              </a:srgbClr>
            </a:solidFill>
            <a:ln w="5420" cap="flat">
              <a:solidFill>
                <a:srgbClr val="3C427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52" name="pg3152"/>
            <p:cNvSpPr/>
            <p:nvPr/>
          </p:nvSpPr>
          <p:spPr>
            <a:xfrm>
              <a:off x="4445812" y="489580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3D6E">
                <a:alpha val="100000"/>
              </a:srgbClr>
            </a:solidFill>
            <a:ln w="5420" cap="flat">
              <a:solidFill>
                <a:srgbClr val="3B3D6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53" name="pg3153"/>
            <p:cNvSpPr/>
            <p:nvPr/>
          </p:nvSpPr>
          <p:spPr>
            <a:xfrm>
              <a:off x="4457449" y="489580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3D6E">
                <a:alpha val="100000"/>
              </a:srgbClr>
            </a:solidFill>
            <a:ln w="5420" cap="flat">
              <a:solidFill>
                <a:srgbClr val="3B3D6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54" name="pg3154"/>
            <p:cNvSpPr/>
            <p:nvPr/>
          </p:nvSpPr>
          <p:spPr>
            <a:xfrm>
              <a:off x="4469086" y="489580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3D6E">
                <a:alpha val="100000"/>
              </a:srgbClr>
            </a:solidFill>
            <a:ln w="5420" cap="flat">
              <a:solidFill>
                <a:srgbClr val="3B3D6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55" name="pg3155"/>
            <p:cNvSpPr/>
            <p:nvPr/>
          </p:nvSpPr>
          <p:spPr>
            <a:xfrm>
              <a:off x="4480724" y="489580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3D6F">
                <a:alpha val="100000"/>
              </a:srgbClr>
            </a:solidFill>
            <a:ln w="5420" cap="flat">
              <a:solidFill>
                <a:srgbClr val="3B3D6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56" name="pg3156"/>
            <p:cNvSpPr/>
            <p:nvPr/>
          </p:nvSpPr>
          <p:spPr>
            <a:xfrm>
              <a:off x="4492361" y="489580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3E6F">
                <a:alpha val="100000"/>
              </a:srgbClr>
            </a:solidFill>
            <a:ln w="5420" cap="flat">
              <a:solidFill>
                <a:srgbClr val="3B3E6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57" name="pg3157"/>
            <p:cNvSpPr/>
            <p:nvPr/>
          </p:nvSpPr>
          <p:spPr>
            <a:xfrm>
              <a:off x="2770036" y="491010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59E">
                <a:alpha val="100000"/>
              </a:srgbClr>
            </a:solidFill>
            <a:ln w="5420" cap="flat">
              <a:solidFill>
                <a:srgbClr val="3A65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58" name="pg3158"/>
            <p:cNvSpPr/>
            <p:nvPr/>
          </p:nvSpPr>
          <p:spPr>
            <a:xfrm>
              <a:off x="2781674" y="491010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79E">
                <a:alpha val="100000"/>
              </a:srgbClr>
            </a:solidFill>
            <a:ln w="5420" cap="flat">
              <a:solidFill>
                <a:srgbClr val="3A67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59" name="pg3159"/>
            <p:cNvSpPr/>
            <p:nvPr/>
          </p:nvSpPr>
          <p:spPr>
            <a:xfrm>
              <a:off x="2793311" y="491010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89F">
                <a:alpha val="100000"/>
              </a:srgbClr>
            </a:solidFill>
            <a:ln w="5420" cap="flat">
              <a:solidFill>
                <a:srgbClr val="3A68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60" name="pg3160"/>
            <p:cNvSpPr/>
            <p:nvPr/>
          </p:nvSpPr>
          <p:spPr>
            <a:xfrm>
              <a:off x="2804948" y="491010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99F">
                <a:alpha val="100000"/>
              </a:srgbClr>
            </a:solidFill>
            <a:ln w="5420" cap="flat">
              <a:solidFill>
                <a:srgbClr val="3A69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61" name="pg3161"/>
            <p:cNvSpPr/>
            <p:nvPr/>
          </p:nvSpPr>
          <p:spPr>
            <a:xfrm>
              <a:off x="2816586" y="491010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99F">
                <a:alpha val="100000"/>
              </a:srgbClr>
            </a:solidFill>
            <a:ln w="5420" cap="flat">
              <a:solidFill>
                <a:srgbClr val="3A69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62" name="pg3162"/>
            <p:cNvSpPr/>
            <p:nvPr/>
          </p:nvSpPr>
          <p:spPr>
            <a:xfrm>
              <a:off x="2828223" y="491010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A9F">
                <a:alpha val="100000"/>
              </a:srgbClr>
            </a:solidFill>
            <a:ln w="5420" cap="flat">
              <a:solidFill>
                <a:srgbClr val="3A6A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63" name="pg3163"/>
            <p:cNvSpPr/>
            <p:nvPr/>
          </p:nvSpPr>
          <p:spPr>
            <a:xfrm>
              <a:off x="2839860" y="491010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A9F">
                <a:alpha val="100000"/>
              </a:srgbClr>
            </a:solidFill>
            <a:ln w="5420" cap="flat">
              <a:solidFill>
                <a:srgbClr val="3A6A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64" name="pg3164"/>
            <p:cNvSpPr/>
            <p:nvPr/>
          </p:nvSpPr>
          <p:spPr>
            <a:xfrm>
              <a:off x="2851498" y="491010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A9F">
                <a:alpha val="100000"/>
              </a:srgbClr>
            </a:solidFill>
            <a:ln w="5420" cap="flat">
              <a:solidFill>
                <a:srgbClr val="3A6A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65" name="pg3165"/>
            <p:cNvSpPr/>
            <p:nvPr/>
          </p:nvSpPr>
          <p:spPr>
            <a:xfrm>
              <a:off x="2863135" y="491010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B9F">
                <a:alpha val="100000"/>
              </a:srgbClr>
            </a:solidFill>
            <a:ln w="5420" cap="flat">
              <a:solidFill>
                <a:srgbClr val="3A6B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66" name="pg3166"/>
            <p:cNvSpPr/>
            <p:nvPr/>
          </p:nvSpPr>
          <p:spPr>
            <a:xfrm>
              <a:off x="2874772" y="491010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CA0">
                <a:alpha val="100000"/>
              </a:srgbClr>
            </a:solidFill>
            <a:ln w="5420" cap="flat">
              <a:solidFill>
                <a:srgbClr val="3A6CA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67" name="pg3167"/>
            <p:cNvSpPr/>
            <p:nvPr/>
          </p:nvSpPr>
          <p:spPr>
            <a:xfrm>
              <a:off x="2886410" y="491010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EA0">
                <a:alpha val="100000"/>
              </a:srgbClr>
            </a:solidFill>
            <a:ln w="5420" cap="flat">
              <a:solidFill>
                <a:srgbClr val="3A6EA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68" name="pg3168"/>
            <p:cNvSpPr/>
            <p:nvPr/>
          </p:nvSpPr>
          <p:spPr>
            <a:xfrm>
              <a:off x="2898047" y="491010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71A1">
                <a:alpha val="100000"/>
              </a:srgbClr>
            </a:solidFill>
            <a:ln w="5420" cap="flat">
              <a:solidFill>
                <a:srgbClr val="3B71A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69" name="pg3169"/>
            <p:cNvSpPr/>
            <p:nvPr/>
          </p:nvSpPr>
          <p:spPr>
            <a:xfrm>
              <a:off x="2909684" y="491010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4A1">
                <a:alpha val="100000"/>
              </a:srgbClr>
            </a:solidFill>
            <a:ln w="5420" cap="flat">
              <a:solidFill>
                <a:srgbClr val="3A74A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70" name="pg3170"/>
            <p:cNvSpPr/>
            <p:nvPr/>
          </p:nvSpPr>
          <p:spPr>
            <a:xfrm>
              <a:off x="2921322" y="491010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6A2">
                <a:alpha val="100000"/>
              </a:srgbClr>
            </a:solidFill>
            <a:ln w="5420" cap="flat">
              <a:solidFill>
                <a:srgbClr val="3A76A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71" name="pg3171"/>
            <p:cNvSpPr/>
            <p:nvPr/>
          </p:nvSpPr>
          <p:spPr>
            <a:xfrm>
              <a:off x="2932959" y="491010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9A3">
                <a:alpha val="100000"/>
              </a:srgbClr>
            </a:solidFill>
            <a:ln w="5420" cap="flat">
              <a:solidFill>
                <a:srgbClr val="3A79A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72" name="pg3172"/>
            <p:cNvSpPr/>
            <p:nvPr/>
          </p:nvSpPr>
          <p:spPr>
            <a:xfrm>
              <a:off x="2944596" y="491010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EA4">
                <a:alpha val="100000"/>
              </a:srgbClr>
            </a:solidFill>
            <a:ln w="5420" cap="flat">
              <a:solidFill>
                <a:srgbClr val="3A7EA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73" name="pg3173"/>
            <p:cNvSpPr/>
            <p:nvPr/>
          </p:nvSpPr>
          <p:spPr>
            <a:xfrm>
              <a:off x="3549737" y="491010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86A5">
                <a:alpha val="100000"/>
              </a:srgbClr>
            </a:solidFill>
            <a:ln w="5420" cap="flat">
              <a:solidFill>
                <a:srgbClr val="3986A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74" name="pg3174"/>
            <p:cNvSpPr/>
            <p:nvPr/>
          </p:nvSpPr>
          <p:spPr>
            <a:xfrm>
              <a:off x="3561375" y="491010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85A5">
                <a:alpha val="100000"/>
              </a:srgbClr>
            </a:solidFill>
            <a:ln w="5420" cap="flat">
              <a:solidFill>
                <a:srgbClr val="3985A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75" name="pg3175"/>
            <p:cNvSpPr/>
            <p:nvPr/>
          </p:nvSpPr>
          <p:spPr>
            <a:xfrm>
              <a:off x="3573012" y="491010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85A5">
                <a:alpha val="100000"/>
              </a:srgbClr>
            </a:solidFill>
            <a:ln w="5420" cap="flat">
              <a:solidFill>
                <a:srgbClr val="3985A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76" name="pg3176"/>
            <p:cNvSpPr/>
            <p:nvPr/>
          </p:nvSpPr>
          <p:spPr>
            <a:xfrm>
              <a:off x="3584649" y="491010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84A5">
                <a:alpha val="100000"/>
              </a:srgbClr>
            </a:solidFill>
            <a:ln w="5420" cap="flat">
              <a:solidFill>
                <a:srgbClr val="3984A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77" name="pg3177"/>
            <p:cNvSpPr/>
            <p:nvPr/>
          </p:nvSpPr>
          <p:spPr>
            <a:xfrm>
              <a:off x="4247977" y="491010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67B">
                <a:alpha val="100000"/>
              </a:srgbClr>
            </a:solidFill>
            <a:ln w="5420" cap="flat">
              <a:solidFill>
                <a:srgbClr val="3C467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78" name="pg3178"/>
            <p:cNvSpPr/>
            <p:nvPr/>
          </p:nvSpPr>
          <p:spPr>
            <a:xfrm>
              <a:off x="4259614" y="491010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57A">
                <a:alpha val="100000"/>
              </a:srgbClr>
            </a:solidFill>
            <a:ln w="5420" cap="flat">
              <a:solidFill>
                <a:srgbClr val="3C457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79" name="pg3179"/>
            <p:cNvSpPr/>
            <p:nvPr/>
          </p:nvSpPr>
          <p:spPr>
            <a:xfrm>
              <a:off x="4271252" y="491010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479">
                <a:alpha val="100000"/>
              </a:srgbClr>
            </a:solidFill>
            <a:ln w="5420" cap="flat">
              <a:solidFill>
                <a:srgbClr val="3C447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80" name="pg3180"/>
            <p:cNvSpPr/>
            <p:nvPr/>
          </p:nvSpPr>
          <p:spPr>
            <a:xfrm>
              <a:off x="4282889" y="491010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478">
                <a:alpha val="100000"/>
              </a:srgbClr>
            </a:solidFill>
            <a:ln w="5420" cap="flat">
              <a:solidFill>
                <a:srgbClr val="3C447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81" name="pg3181"/>
            <p:cNvSpPr/>
            <p:nvPr/>
          </p:nvSpPr>
          <p:spPr>
            <a:xfrm>
              <a:off x="4294526" y="491010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377">
                <a:alpha val="100000"/>
              </a:srgbClr>
            </a:solidFill>
            <a:ln w="5420" cap="flat">
              <a:solidFill>
                <a:srgbClr val="3C437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82" name="pg3182"/>
            <p:cNvSpPr/>
            <p:nvPr/>
          </p:nvSpPr>
          <p:spPr>
            <a:xfrm>
              <a:off x="4445812" y="491010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3E70">
                <a:alpha val="100000"/>
              </a:srgbClr>
            </a:solidFill>
            <a:ln w="5420" cap="flat">
              <a:solidFill>
                <a:srgbClr val="3B3E7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83" name="pg3183"/>
            <p:cNvSpPr/>
            <p:nvPr/>
          </p:nvSpPr>
          <p:spPr>
            <a:xfrm>
              <a:off x="4457449" y="491010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3E70">
                <a:alpha val="100000"/>
              </a:srgbClr>
            </a:solidFill>
            <a:ln w="5420" cap="flat">
              <a:solidFill>
                <a:srgbClr val="3B3E7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84" name="pg3184"/>
            <p:cNvSpPr/>
            <p:nvPr/>
          </p:nvSpPr>
          <p:spPr>
            <a:xfrm>
              <a:off x="4469086" y="491010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3E70">
                <a:alpha val="100000"/>
              </a:srgbClr>
            </a:solidFill>
            <a:ln w="5420" cap="flat">
              <a:solidFill>
                <a:srgbClr val="3B3E7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85" name="pg3185"/>
            <p:cNvSpPr/>
            <p:nvPr/>
          </p:nvSpPr>
          <p:spPr>
            <a:xfrm>
              <a:off x="4480724" y="491010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3E70">
                <a:alpha val="100000"/>
              </a:srgbClr>
            </a:solidFill>
            <a:ln w="5420" cap="flat">
              <a:solidFill>
                <a:srgbClr val="3B3E7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86" name="pg3186"/>
            <p:cNvSpPr/>
            <p:nvPr/>
          </p:nvSpPr>
          <p:spPr>
            <a:xfrm>
              <a:off x="4492361" y="491010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3E70">
                <a:alpha val="100000"/>
              </a:srgbClr>
            </a:solidFill>
            <a:ln w="5420" cap="flat">
              <a:solidFill>
                <a:srgbClr val="3B3E7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87" name="pg3187"/>
            <p:cNvSpPr/>
            <p:nvPr/>
          </p:nvSpPr>
          <p:spPr>
            <a:xfrm>
              <a:off x="4503998" y="491010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3F71">
                <a:alpha val="100000"/>
              </a:srgbClr>
            </a:solidFill>
            <a:ln w="5420" cap="flat">
              <a:solidFill>
                <a:srgbClr val="3B3F7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88" name="pg3188"/>
            <p:cNvSpPr/>
            <p:nvPr/>
          </p:nvSpPr>
          <p:spPr>
            <a:xfrm>
              <a:off x="2770036" y="492440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49E">
                <a:alpha val="100000"/>
              </a:srgbClr>
            </a:solidFill>
            <a:ln w="5420" cap="flat">
              <a:solidFill>
                <a:srgbClr val="3A64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89" name="pg3189"/>
            <p:cNvSpPr/>
            <p:nvPr/>
          </p:nvSpPr>
          <p:spPr>
            <a:xfrm>
              <a:off x="2781674" y="492440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59E">
                <a:alpha val="100000"/>
              </a:srgbClr>
            </a:solidFill>
            <a:ln w="5420" cap="flat">
              <a:solidFill>
                <a:srgbClr val="3A65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90" name="pg3190"/>
            <p:cNvSpPr/>
            <p:nvPr/>
          </p:nvSpPr>
          <p:spPr>
            <a:xfrm>
              <a:off x="2793311" y="492440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79E">
                <a:alpha val="100000"/>
              </a:srgbClr>
            </a:solidFill>
            <a:ln w="5420" cap="flat">
              <a:solidFill>
                <a:srgbClr val="3A67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91" name="pg3191"/>
            <p:cNvSpPr/>
            <p:nvPr/>
          </p:nvSpPr>
          <p:spPr>
            <a:xfrm>
              <a:off x="2804948" y="492440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89F">
                <a:alpha val="100000"/>
              </a:srgbClr>
            </a:solidFill>
            <a:ln w="5420" cap="flat">
              <a:solidFill>
                <a:srgbClr val="3A68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92" name="pg3192"/>
            <p:cNvSpPr/>
            <p:nvPr/>
          </p:nvSpPr>
          <p:spPr>
            <a:xfrm>
              <a:off x="2816586" y="492440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99F">
                <a:alpha val="100000"/>
              </a:srgbClr>
            </a:solidFill>
            <a:ln w="5420" cap="flat">
              <a:solidFill>
                <a:srgbClr val="3A69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93" name="pg3193"/>
            <p:cNvSpPr/>
            <p:nvPr/>
          </p:nvSpPr>
          <p:spPr>
            <a:xfrm>
              <a:off x="2828223" y="492440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A9F">
                <a:alpha val="100000"/>
              </a:srgbClr>
            </a:solidFill>
            <a:ln w="5420" cap="flat">
              <a:solidFill>
                <a:srgbClr val="3A6A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94" name="pg3194"/>
            <p:cNvSpPr/>
            <p:nvPr/>
          </p:nvSpPr>
          <p:spPr>
            <a:xfrm>
              <a:off x="2839860" y="492440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A9F">
                <a:alpha val="100000"/>
              </a:srgbClr>
            </a:solidFill>
            <a:ln w="5420" cap="flat">
              <a:solidFill>
                <a:srgbClr val="3A6A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95" name="pg3195"/>
            <p:cNvSpPr/>
            <p:nvPr/>
          </p:nvSpPr>
          <p:spPr>
            <a:xfrm>
              <a:off x="2851498" y="492440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A9F">
                <a:alpha val="100000"/>
              </a:srgbClr>
            </a:solidFill>
            <a:ln w="5420" cap="flat">
              <a:solidFill>
                <a:srgbClr val="3A6A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96" name="pg3196"/>
            <p:cNvSpPr/>
            <p:nvPr/>
          </p:nvSpPr>
          <p:spPr>
            <a:xfrm>
              <a:off x="2863135" y="492440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B9F">
                <a:alpha val="100000"/>
              </a:srgbClr>
            </a:solidFill>
            <a:ln w="5420" cap="flat">
              <a:solidFill>
                <a:srgbClr val="3A6B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97" name="pg3197"/>
            <p:cNvSpPr/>
            <p:nvPr/>
          </p:nvSpPr>
          <p:spPr>
            <a:xfrm>
              <a:off x="2874772" y="492440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CA0">
                <a:alpha val="100000"/>
              </a:srgbClr>
            </a:solidFill>
            <a:ln w="5420" cap="flat">
              <a:solidFill>
                <a:srgbClr val="3A6CA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98" name="pg3198"/>
            <p:cNvSpPr/>
            <p:nvPr/>
          </p:nvSpPr>
          <p:spPr>
            <a:xfrm>
              <a:off x="2886410" y="492440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DA0">
                <a:alpha val="100000"/>
              </a:srgbClr>
            </a:solidFill>
            <a:ln w="5420" cap="flat">
              <a:solidFill>
                <a:srgbClr val="3A6DA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99" name="pg3199"/>
            <p:cNvSpPr/>
            <p:nvPr/>
          </p:nvSpPr>
          <p:spPr>
            <a:xfrm>
              <a:off x="2898047" y="492440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70A0">
                <a:alpha val="100000"/>
              </a:srgbClr>
            </a:solidFill>
            <a:ln w="5420" cap="flat">
              <a:solidFill>
                <a:srgbClr val="3B70A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00" name="pg3200"/>
            <p:cNvSpPr/>
            <p:nvPr/>
          </p:nvSpPr>
          <p:spPr>
            <a:xfrm>
              <a:off x="2909684" y="492440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72A1">
                <a:alpha val="100000"/>
              </a:srgbClr>
            </a:solidFill>
            <a:ln w="5420" cap="flat">
              <a:solidFill>
                <a:srgbClr val="3B72A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01" name="pg3201"/>
            <p:cNvSpPr/>
            <p:nvPr/>
          </p:nvSpPr>
          <p:spPr>
            <a:xfrm>
              <a:off x="2921322" y="492440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5A2">
                <a:alpha val="100000"/>
              </a:srgbClr>
            </a:solidFill>
            <a:ln w="5420" cap="flat">
              <a:solidFill>
                <a:srgbClr val="3A75A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02" name="pg3202"/>
            <p:cNvSpPr/>
            <p:nvPr/>
          </p:nvSpPr>
          <p:spPr>
            <a:xfrm>
              <a:off x="2932959" y="492440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7A2">
                <a:alpha val="100000"/>
              </a:srgbClr>
            </a:solidFill>
            <a:ln w="5420" cap="flat">
              <a:solidFill>
                <a:srgbClr val="3A77A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03" name="pg3203"/>
            <p:cNvSpPr/>
            <p:nvPr/>
          </p:nvSpPr>
          <p:spPr>
            <a:xfrm>
              <a:off x="4247977" y="492440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67C">
                <a:alpha val="100000"/>
              </a:srgbClr>
            </a:solidFill>
            <a:ln w="5420" cap="flat">
              <a:solidFill>
                <a:srgbClr val="3C467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04" name="pg3204"/>
            <p:cNvSpPr/>
            <p:nvPr/>
          </p:nvSpPr>
          <p:spPr>
            <a:xfrm>
              <a:off x="4259614" y="492440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67B">
                <a:alpha val="100000"/>
              </a:srgbClr>
            </a:solidFill>
            <a:ln w="5420" cap="flat">
              <a:solidFill>
                <a:srgbClr val="3C467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05" name="pg3205"/>
            <p:cNvSpPr/>
            <p:nvPr/>
          </p:nvSpPr>
          <p:spPr>
            <a:xfrm>
              <a:off x="4271252" y="492440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57A">
                <a:alpha val="100000"/>
              </a:srgbClr>
            </a:solidFill>
            <a:ln w="5420" cap="flat">
              <a:solidFill>
                <a:srgbClr val="3C457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06" name="pg3206"/>
            <p:cNvSpPr/>
            <p:nvPr/>
          </p:nvSpPr>
          <p:spPr>
            <a:xfrm>
              <a:off x="4282889" y="492440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479">
                <a:alpha val="100000"/>
              </a:srgbClr>
            </a:solidFill>
            <a:ln w="5420" cap="flat">
              <a:solidFill>
                <a:srgbClr val="3C447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07" name="pg3207"/>
            <p:cNvSpPr/>
            <p:nvPr/>
          </p:nvSpPr>
          <p:spPr>
            <a:xfrm>
              <a:off x="4294526" y="492440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478">
                <a:alpha val="100000"/>
              </a:srgbClr>
            </a:solidFill>
            <a:ln w="5420" cap="flat">
              <a:solidFill>
                <a:srgbClr val="3C447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08" name="pg3208"/>
            <p:cNvSpPr/>
            <p:nvPr/>
          </p:nvSpPr>
          <p:spPr>
            <a:xfrm>
              <a:off x="4445812" y="492440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3F71">
                <a:alpha val="100000"/>
              </a:srgbClr>
            </a:solidFill>
            <a:ln w="5420" cap="flat">
              <a:solidFill>
                <a:srgbClr val="3B3F7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09" name="pg3209"/>
            <p:cNvSpPr/>
            <p:nvPr/>
          </p:nvSpPr>
          <p:spPr>
            <a:xfrm>
              <a:off x="4457449" y="492440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3F71">
                <a:alpha val="100000"/>
              </a:srgbClr>
            </a:solidFill>
            <a:ln w="5420" cap="flat">
              <a:solidFill>
                <a:srgbClr val="3B3F7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10" name="pg3210"/>
            <p:cNvSpPr/>
            <p:nvPr/>
          </p:nvSpPr>
          <p:spPr>
            <a:xfrm>
              <a:off x="4469086" y="492440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3F71">
                <a:alpha val="100000"/>
              </a:srgbClr>
            </a:solidFill>
            <a:ln w="5420" cap="flat">
              <a:solidFill>
                <a:srgbClr val="3B3F7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11" name="pg3211"/>
            <p:cNvSpPr/>
            <p:nvPr/>
          </p:nvSpPr>
          <p:spPr>
            <a:xfrm>
              <a:off x="4480724" y="492440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3F71">
                <a:alpha val="100000"/>
              </a:srgbClr>
            </a:solidFill>
            <a:ln w="5420" cap="flat">
              <a:solidFill>
                <a:srgbClr val="3B3F7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12" name="pg3212"/>
            <p:cNvSpPr/>
            <p:nvPr/>
          </p:nvSpPr>
          <p:spPr>
            <a:xfrm>
              <a:off x="4492361" y="492440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3F72">
                <a:alpha val="100000"/>
              </a:srgbClr>
            </a:solidFill>
            <a:ln w="5420" cap="flat">
              <a:solidFill>
                <a:srgbClr val="3B3F7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13" name="pg3213"/>
            <p:cNvSpPr/>
            <p:nvPr/>
          </p:nvSpPr>
          <p:spPr>
            <a:xfrm>
              <a:off x="4503998" y="492440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4072">
                <a:alpha val="100000"/>
              </a:srgbClr>
            </a:solidFill>
            <a:ln w="5420" cap="flat">
              <a:solidFill>
                <a:srgbClr val="3B407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14" name="pg3214"/>
            <p:cNvSpPr/>
            <p:nvPr/>
          </p:nvSpPr>
          <p:spPr>
            <a:xfrm>
              <a:off x="4515636" y="492440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4072">
                <a:alpha val="100000"/>
              </a:srgbClr>
            </a:solidFill>
            <a:ln w="5420" cap="flat">
              <a:solidFill>
                <a:srgbClr val="3B407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15" name="pg3215"/>
            <p:cNvSpPr/>
            <p:nvPr/>
          </p:nvSpPr>
          <p:spPr>
            <a:xfrm>
              <a:off x="2758399" y="493870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5F9C">
                <a:alpha val="100000"/>
              </a:srgbClr>
            </a:solidFill>
            <a:ln w="5420" cap="flat">
              <a:solidFill>
                <a:srgbClr val="395F9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16" name="pg3216"/>
            <p:cNvSpPr/>
            <p:nvPr/>
          </p:nvSpPr>
          <p:spPr>
            <a:xfrm>
              <a:off x="2770036" y="493870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19D">
                <a:alpha val="100000"/>
              </a:srgbClr>
            </a:solidFill>
            <a:ln w="5420" cap="flat">
              <a:solidFill>
                <a:srgbClr val="3A61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17" name="pg3217"/>
            <p:cNvSpPr/>
            <p:nvPr/>
          </p:nvSpPr>
          <p:spPr>
            <a:xfrm>
              <a:off x="2781674" y="493870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49E">
                <a:alpha val="100000"/>
              </a:srgbClr>
            </a:solidFill>
            <a:ln w="5420" cap="flat">
              <a:solidFill>
                <a:srgbClr val="3A64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18" name="pg3218"/>
            <p:cNvSpPr/>
            <p:nvPr/>
          </p:nvSpPr>
          <p:spPr>
            <a:xfrm>
              <a:off x="2793311" y="493870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69E">
                <a:alpha val="100000"/>
              </a:srgbClr>
            </a:solidFill>
            <a:ln w="5420" cap="flat">
              <a:solidFill>
                <a:srgbClr val="3A66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19" name="pg3219"/>
            <p:cNvSpPr/>
            <p:nvPr/>
          </p:nvSpPr>
          <p:spPr>
            <a:xfrm>
              <a:off x="2804948" y="493870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89F">
                <a:alpha val="100000"/>
              </a:srgbClr>
            </a:solidFill>
            <a:ln w="5420" cap="flat">
              <a:solidFill>
                <a:srgbClr val="3A68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20" name="pg3220"/>
            <p:cNvSpPr/>
            <p:nvPr/>
          </p:nvSpPr>
          <p:spPr>
            <a:xfrm>
              <a:off x="2816586" y="493870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99F">
                <a:alpha val="100000"/>
              </a:srgbClr>
            </a:solidFill>
            <a:ln w="5420" cap="flat">
              <a:solidFill>
                <a:srgbClr val="3A69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21" name="pg3221"/>
            <p:cNvSpPr/>
            <p:nvPr/>
          </p:nvSpPr>
          <p:spPr>
            <a:xfrm>
              <a:off x="2828223" y="493870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A9F">
                <a:alpha val="100000"/>
              </a:srgbClr>
            </a:solidFill>
            <a:ln w="5420" cap="flat">
              <a:solidFill>
                <a:srgbClr val="3A6A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22" name="pg3222"/>
            <p:cNvSpPr/>
            <p:nvPr/>
          </p:nvSpPr>
          <p:spPr>
            <a:xfrm>
              <a:off x="2839860" y="493870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A9F">
                <a:alpha val="100000"/>
              </a:srgbClr>
            </a:solidFill>
            <a:ln w="5420" cap="flat">
              <a:solidFill>
                <a:srgbClr val="3A6A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23" name="pg3223"/>
            <p:cNvSpPr/>
            <p:nvPr/>
          </p:nvSpPr>
          <p:spPr>
            <a:xfrm>
              <a:off x="2851498" y="493870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A9F">
                <a:alpha val="100000"/>
              </a:srgbClr>
            </a:solidFill>
            <a:ln w="5420" cap="flat">
              <a:solidFill>
                <a:srgbClr val="3A6A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24" name="pg3224"/>
            <p:cNvSpPr/>
            <p:nvPr/>
          </p:nvSpPr>
          <p:spPr>
            <a:xfrm>
              <a:off x="2863135" y="493870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A9F">
                <a:alpha val="100000"/>
              </a:srgbClr>
            </a:solidFill>
            <a:ln w="5420" cap="flat">
              <a:solidFill>
                <a:srgbClr val="3A6A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25" name="pg3225"/>
            <p:cNvSpPr/>
            <p:nvPr/>
          </p:nvSpPr>
          <p:spPr>
            <a:xfrm>
              <a:off x="2874772" y="493870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C9F">
                <a:alpha val="100000"/>
              </a:srgbClr>
            </a:solidFill>
            <a:ln w="5420" cap="flat">
              <a:solidFill>
                <a:srgbClr val="3A6C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26" name="pg3226"/>
            <p:cNvSpPr/>
            <p:nvPr/>
          </p:nvSpPr>
          <p:spPr>
            <a:xfrm>
              <a:off x="2886410" y="493870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DA0">
                <a:alpha val="100000"/>
              </a:srgbClr>
            </a:solidFill>
            <a:ln w="5420" cap="flat">
              <a:solidFill>
                <a:srgbClr val="3A6DA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27" name="pg3227"/>
            <p:cNvSpPr/>
            <p:nvPr/>
          </p:nvSpPr>
          <p:spPr>
            <a:xfrm>
              <a:off x="2898047" y="493870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FA0">
                <a:alpha val="100000"/>
              </a:srgbClr>
            </a:solidFill>
            <a:ln w="5420" cap="flat">
              <a:solidFill>
                <a:srgbClr val="3A6FA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28" name="pg3228"/>
            <p:cNvSpPr/>
            <p:nvPr/>
          </p:nvSpPr>
          <p:spPr>
            <a:xfrm>
              <a:off x="2909684" y="493870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71A1">
                <a:alpha val="100000"/>
              </a:srgbClr>
            </a:solidFill>
            <a:ln w="5420" cap="flat">
              <a:solidFill>
                <a:srgbClr val="3B71A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29" name="pg3229"/>
            <p:cNvSpPr/>
            <p:nvPr/>
          </p:nvSpPr>
          <p:spPr>
            <a:xfrm>
              <a:off x="4247977" y="493870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77C">
                <a:alpha val="100000"/>
              </a:srgbClr>
            </a:solidFill>
            <a:ln w="5420" cap="flat">
              <a:solidFill>
                <a:srgbClr val="3C477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30" name="pg3230"/>
            <p:cNvSpPr/>
            <p:nvPr/>
          </p:nvSpPr>
          <p:spPr>
            <a:xfrm>
              <a:off x="4259614" y="493870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67C">
                <a:alpha val="100000"/>
              </a:srgbClr>
            </a:solidFill>
            <a:ln w="5420" cap="flat">
              <a:solidFill>
                <a:srgbClr val="3C467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31" name="pg3231"/>
            <p:cNvSpPr/>
            <p:nvPr/>
          </p:nvSpPr>
          <p:spPr>
            <a:xfrm>
              <a:off x="4271252" y="493870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67B">
                <a:alpha val="100000"/>
              </a:srgbClr>
            </a:solidFill>
            <a:ln w="5420" cap="flat">
              <a:solidFill>
                <a:srgbClr val="3C467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32" name="pg3232"/>
            <p:cNvSpPr/>
            <p:nvPr/>
          </p:nvSpPr>
          <p:spPr>
            <a:xfrm>
              <a:off x="4282889" y="493870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57A">
                <a:alpha val="100000"/>
              </a:srgbClr>
            </a:solidFill>
            <a:ln w="5420" cap="flat">
              <a:solidFill>
                <a:srgbClr val="3C457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33" name="pg3233"/>
            <p:cNvSpPr/>
            <p:nvPr/>
          </p:nvSpPr>
          <p:spPr>
            <a:xfrm>
              <a:off x="4294526" y="493870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479">
                <a:alpha val="100000"/>
              </a:srgbClr>
            </a:solidFill>
            <a:ln w="5420" cap="flat">
              <a:solidFill>
                <a:srgbClr val="3C447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34" name="pg3234"/>
            <p:cNvSpPr/>
            <p:nvPr/>
          </p:nvSpPr>
          <p:spPr>
            <a:xfrm>
              <a:off x="4445812" y="493870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4072">
                <a:alpha val="100000"/>
              </a:srgbClr>
            </a:solidFill>
            <a:ln w="5420" cap="flat">
              <a:solidFill>
                <a:srgbClr val="3B407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35" name="pg3235"/>
            <p:cNvSpPr/>
            <p:nvPr/>
          </p:nvSpPr>
          <p:spPr>
            <a:xfrm>
              <a:off x="4457449" y="493870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4072">
                <a:alpha val="100000"/>
              </a:srgbClr>
            </a:solidFill>
            <a:ln w="5420" cap="flat">
              <a:solidFill>
                <a:srgbClr val="3B407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36" name="pg3236"/>
            <p:cNvSpPr/>
            <p:nvPr/>
          </p:nvSpPr>
          <p:spPr>
            <a:xfrm>
              <a:off x="4469086" y="493870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4073">
                <a:alpha val="100000"/>
              </a:srgbClr>
            </a:solidFill>
            <a:ln w="5420" cap="flat">
              <a:solidFill>
                <a:srgbClr val="3B407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37" name="pg3237"/>
            <p:cNvSpPr/>
            <p:nvPr/>
          </p:nvSpPr>
          <p:spPr>
            <a:xfrm>
              <a:off x="4480724" y="493870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073">
                <a:alpha val="100000"/>
              </a:srgbClr>
            </a:solidFill>
            <a:ln w="5420" cap="flat">
              <a:solidFill>
                <a:srgbClr val="3C407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38" name="pg3238"/>
            <p:cNvSpPr/>
            <p:nvPr/>
          </p:nvSpPr>
          <p:spPr>
            <a:xfrm>
              <a:off x="4492361" y="493870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073">
                <a:alpha val="100000"/>
              </a:srgbClr>
            </a:solidFill>
            <a:ln w="5420" cap="flat">
              <a:solidFill>
                <a:srgbClr val="3C407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39" name="pg3239"/>
            <p:cNvSpPr/>
            <p:nvPr/>
          </p:nvSpPr>
          <p:spPr>
            <a:xfrm>
              <a:off x="4503998" y="493870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073">
                <a:alpha val="100000"/>
              </a:srgbClr>
            </a:solidFill>
            <a:ln w="5420" cap="flat">
              <a:solidFill>
                <a:srgbClr val="3C407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40" name="pg3240"/>
            <p:cNvSpPr/>
            <p:nvPr/>
          </p:nvSpPr>
          <p:spPr>
            <a:xfrm>
              <a:off x="4515636" y="493870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174">
                <a:alpha val="100000"/>
              </a:srgbClr>
            </a:solidFill>
            <a:ln w="5420" cap="flat">
              <a:solidFill>
                <a:srgbClr val="3C417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41" name="pg3241"/>
            <p:cNvSpPr/>
            <p:nvPr/>
          </p:nvSpPr>
          <p:spPr>
            <a:xfrm>
              <a:off x="2758399" y="495300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5997">
                <a:alpha val="100000"/>
              </a:srgbClr>
            </a:solidFill>
            <a:ln w="5420" cap="flat">
              <a:solidFill>
                <a:srgbClr val="3A599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42" name="pg3242"/>
            <p:cNvSpPr/>
            <p:nvPr/>
          </p:nvSpPr>
          <p:spPr>
            <a:xfrm>
              <a:off x="2770036" y="495300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5C9A">
                <a:alpha val="100000"/>
              </a:srgbClr>
            </a:solidFill>
            <a:ln w="5420" cap="flat">
              <a:solidFill>
                <a:srgbClr val="395C9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43" name="pg3243"/>
            <p:cNvSpPr/>
            <p:nvPr/>
          </p:nvSpPr>
          <p:spPr>
            <a:xfrm>
              <a:off x="2781674" y="495300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5F9C">
                <a:alpha val="100000"/>
              </a:srgbClr>
            </a:solidFill>
            <a:ln w="5420" cap="flat">
              <a:solidFill>
                <a:srgbClr val="395F9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44" name="pg3244"/>
            <p:cNvSpPr/>
            <p:nvPr/>
          </p:nvSpPr>
          <p:spPr>
            <a:xfrm>
              <a:off x="2793311" y="495300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29D">
                <a:alpha val="100000"/>
              </a:srgbClr>
            </a:solidFill>
            <a:ln w="5420" cap="flat">
              <a:solidFill>
                <a:srgbClr val="3A62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45" name="pg3245"/>
            <p:cNvSpPr/>
            <p:nvPr/>
          </p:nvSpPr>
          <p:spPr>
            <a:xfrm>
              <a:off x="2804948" y="495300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59E">
                <a:alpha val="100000"/>
              </a:srgbClr>
            </a:solidFill>
            <a:ln w="5420" cap="flat">
              <a:solidFill>
                <a:srgbClr val="3A65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46" name="pg3246"/>
            <p:cNvSpPr/>
            <p:nvPr/>
          </p:nvSpPr>
          <p:spPr>
            <a:xfrm>
              <a:off x="2816586" y="495300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79E">
                <a:alpha val="100000"/>
              </a:srgbClr>
            </a:solidFill>
            <a:ln w="5420" cap="flat">
              <a:solidFill>
                <a:srgbClr val="3A67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47" name="pg3247"/>
            <p:cNvSpPr/>
            <p:nvPr/>
          </p:nvSpPr>
          <p:spPr>
            <a:xfrm>
              <a:off x="2828223" y="495300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99F">
                <a:alpha val="100000"/>
              </a:srgbClr>
            </a:solidFill>
            <a:ln w="5420" cap="flat">
              <a:solidFill>
                <a:srgbClr val="3A69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48" name="pg3248"/>
            <p:cNvSpPr/>
            <p:nvPr/>
          </p:nvSpPr>
          <p:spPr>
            <a:xfrm>
              <a:off x="2839860" y="495300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99F">
                <a:alpha val="100000"/>
              </a:srgbClr>
            </a:solidFill>
            <a:ln w="5420" cap="flat">
              <a:solidFill>
                <a:srgbClr val="3A69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49" name="pg3249"/>
            <p:cNvSpPr/>
            <p:nvPr/>
          </p:nvSpPr>
          <p:spPr>
            <a:xfrm>
              <a:off x="2851498" y="495300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A9F">
                <a:alpha val="100000"/>
              </a:srgbClr>
            </a:solidFill>
            <a:ln w="5420" cap="flat">
              <a:solidFill>
                <a:srgbClr val="3A6A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50" name="pg3250"/>
            <p:cNvSpPr/>
            <p:nvPr/>
          </p:nvSpPr>
          <p:spPr>
            <a:xfrm>
              <a:off x="2863135" y="495300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B9F">
                <a:alpha val="100000"/>
              </a:srgbClr>
            </a:solidFill>
            <a:ln w="5420" cap="flat">
              <a:solidFill>
                <a:srgbClr val="3A6B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51" name="pg3251"/>
            <p:cNvSpPr/>
            <p:nvPr/>
          </p:nvSpPr>
          <p:spPr>
            <a:xfrm>
              <a:off x="2874772" y="495300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B9F">
                <a:alpha val="100000"/>
              </a:srgbClr>
            </a:solidFill>
            <a:ln w="5420" cap="flat">
              <a:solidFill>
                <a:srgbClr val="3A6B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52" name="pg3252"/>
            <p:cNvSpPr/>
            <p:nvPr/>
          </p:nvSpPr>
          <p:spPr>
            <a:xfrm>
              <a:off x="2886410" y="495300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CA0">
                <a:alpha val="100000"/>
              </a:srgbClr>
            </a:solidFill>
            <a:ln w="5420" cap="flat">
              <a:solidFill>
                <a:srgbClr val="3A6CA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53" name="pg3253"/>
            <p:cNvSpPr/>
            <p:nvPr/>
          </p:nvSpPr>
          <p:spPr>
            <a:xfrm>
              <a:off x="4247977" y="495300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87E">
                <a:alpha val="100000"/>
              </a:srgbClr>
            </a:solidFill>
            <a:ln w="5420" cap="flat">
              <a:solidFill>
                <a:srgbClr val="3C487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54" name="pg3254"/>
            <p:cNvSpPr/>
            <p:nvPr/>
          </p:nvSpPr>
          <p:spPr>
            <a:xfrm>
              <a:off x="4259614" y="495300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87D">
                <a:alpha val="100000"/>
              </a:srgbClr>
            </a:solidFill>
            <a:ln w="5420" cap="flat">
              <a:solidFill>
                <a:srgbClr val="3C487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55" name="pg3255"/>
            <p:cNvSpPr/>
            <p:nvPr/>
          </p:nvSpPr>
          <p:spPr>
            <a:xfrm>
              <a:off x="4271252" y="495300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77D">
                <a:alpha val="100000"/>
              </a:srgbClr>
            </a:solidFill>
            <a:ln w="5420" cap="flat">
              <a:solidFill>
                <a:srgbClr val="3C477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56" name="pg3256"/>
            <p:cNvSpPr/>
            <p:nvPr/>
          </p:nvSpPr>
          <p:spPr>
            <a:xfrm>
              <a:off x="4282889" y="495300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67C">
                <a:alpha val="100000"/>
              </a:srgbClr>
            </a:solidFill>
            <a:ln w="5420" cap="flat">
              <a:solidFill>
                <a:srgbClr val="3C467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57" name="pg3257"/>
            <p:cNvSpPr/>
            <p:nvPr/>
          </p:nvSpPr>
          <p:spPr>
            <a:xfrm>
              <a:off x="4294526" y="495300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67B">
                <a:alpha val="100000"/>
              </a:srgbClr>
            </a:solidFill>
            <a:ln w="5420" cap="flat">
              <a:solidFill>
                <a:srgbClr val="3C467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58" name="pg3258"/>
            <p:cNvSpPr/>
            <p:nvPr/>
          </p:nvSpPr>
          <p:spPr>
            <a:xfrm>
              <a:off x="4457449" y="495300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275">
                <a:alpha val="100000"/>
              </a:srgbClr>
            </a:solidFill>
            <a:ln w="5420" cap="flat">
              <a:solidFill>
                <a:srgbClr val="3C427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59" name="pg3259"/>
            <p:cNvSpPr/>
            <p:nvPr/>
          </p:nvSpPr>
          <p:spPr>
            <a:xfrm>
              <a:off x="4469086" y="495300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275">
                <a:alpha val="100000"/>
              </a:srgbClr>
            </a:solidFill>
            <a:ln w="5420" cap="flat">
              <a:solidFill>
                <a:srgbClr val="3C427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60" name="pg3260"/>
            <p:cNvSpPr/>
            <p:nvPr/>
          </p:nvSpPr>
          <p:spPr>
            <a:xfrm>
              <a:off x="4480724" y="495300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275">
                <a:alpha val="100000"/>
              </a:srgbClr>
            </a:solidFill>
            <a:ln w="5420" cap="flat">
              <a:solidFill>
                <a:srgbClr val="3C427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61" name="pg3261"/>
            <p:cNvSpPr/>
            <p:nvPr/>
          </p:nvSpPr>
          <p:spPr>
            <a:xfrm>
              <a:off x="4492361" y="495300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275">
                <a:alpha val="100000"/>
              </a:srgbClr>
            </a:solidFill>
            <a:ln w="5420" cap="flat">
              <a:solidFill>
                <a:srgbClr val="3C427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62" name="pg3262"/>
            <p:cNvSpPr/>
            <p:nvPr/>
          </p:nvSpPr>
          <p:spPr>
            <a:xfrm>
              <a:off x="4503998" y="495300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275">
                <a:alpha val="100000"/>
              </a:srgbClr>
            </a:solidFill>
            <a:ln w="5420" cap="flat">
              <a:solidFill>
                <a:srgbClr val="3C427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63" name="pg3263"/>
            <p:cNvSpPr/>
            <p:nvPr/>
          </p:nvSpPr>
          <p:spPr>
            <a:xfrm>
              <a:off x="4515636" y="495300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276">
                <a:alpha val="100000"/>
              </a:srgbClr>
            </a:solidFill>
            <a:ln w="5420" cap="flat">
              <a:solidFill>
                <a:srgbClr val="3C427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64" name="pg3264"/>
            <p:cNvSpPr/>
            <p:nvPr/>
          </p:nvSpPr>
          <p:spPr>
            <a:xfrm>
              <a:off x="2723487" y="496730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5591">
                <a:alpha val="100000"/>
              </a:srgbClr>
            </a:solidFill>
            <a:ln w="5420" cap="flat">
              <a:solidFill>
                <a:srgbClr val="3B559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65" name="pg3265"/>
            <p:cNvSpPr/>
            <p:nvPr/>
          </p:nvSpPr>
          <p:spPr>
            <a:xfrm>
              <a:off x="2735124" y="496730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5590">
                <a:alpha val="100000"/>
              </a:srgbClr>
            </a:solidFill>
            <a:ln w="5420" cap="flat">
              <a:solidFill>
                <a:srgbClr val="3B559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66" name="pg3266"/>
            <p:cNvSpPr/>
            <p:nvPr/>
          </p:nvSpPr>
          <p:spPr>
            <a:xfrm>
              <a:off x="2746762" y="496730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5591">
                <a:alpha val="100000"/>
              </a:srgbClr>
            </a:solidFill>
            <a:ln w="5420" cap="flat">
              <a:solidFill>
                <a:srgbClr val="3B559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67" name="pg3267"/>
            <p:cNvSpPr/>
            <p:nvPr/>
          </p:nvSpPr>
          <p:spPr>
            <a:xfrm>
              <a:off x="2758399" y="496730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5793">
                <a:alpha val="100000"/>
              </a:srgbClr>
            </a:solidFill>
            <a:ln w="5420" cap="flat">
              <a:solidFill>
                <a:srgbClr val="3A579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68" name="pg3268"/>
            <p:cNvSpPr/>
            <p:nvPr/>
          </p:nvSpPr>
          <p:spPr>
            <a:xfrm>
              <a:off x="2770036" y="496730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5997">
                <a:alpha val="100000"/>
              </a:srgbClr>
            </a:solidFill>
            <a:ln w="5420" cap="flat">
              <a:solidFill>
                <a:srgbClr val="3A599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69" name="pg3269"/>
            <p:cNvSpPr/>
            <p:nvPr/>
          </p:nvSpPr>
          <p:spPr>
            <a:xfrm>
              <a:off x="2781674" y="496730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5C9B">
                <a:alpha val="100000"/>
              </a:srgbClr>
            </a:solidFill>
            <a:ln w="5420" cap="flat">
              <a:solidFill>
                <a:srgbClr val="395C9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70" name="pg3270"/>
            <p:cNvSpPr/>
            <p:nvPr/>
          </p:nvSpPr>
          <p:spPr>
            <a:xfrm>
              <a:off x="2793311" y="496730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5F9D">
                <a:alpha val="100000"/>
              </a:srgbClr>
            </a:solidFill>
            <a:ln w="5420" cap="flat">
              <a:solidFill>
                <a:srgbClr val="395F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71" name="pg3271"/>
            <p:cNvSpPr/>
            <p:nvPr/>
          </p:nvSpPr>
          <p:spPr>
            <a:xfrm>
              <a:off x="2804948" y="496730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39D">
                <a:alpha val="100000"/>
              </a:srgbClr>
            </a:solidFill>
            <a:ln w="5420" cap="flat">
              <a:solidFill>
                <a:srgbClr val="3A63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72" name="pg3272"/>
            <p:cNvSpPr/>
            <p:nvPr/>
          </p:nvSpPr>
          <p:spPr>
            <a:xfrm>
              <a:off x="2816586" y="496730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59E">
                <a:alpha val="100000"/>
              </a:srgbClr>
            </a:solidFill>
            <a:ln w="5420" cap="flat">
              <a:solidFill>
                <a:srgbClr val="3A65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73" name="pg3273"/>
            <p:cNvSpPr/>
            <p:nvPr/>
          </p:nvSpPr>
          <p:spPr>
            <a:xfrm>
              <a:off x="2828223" y="496730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89F">
                <a:alpha val="100000"/>
              </a:srgbClr>
            </a:solidFill>
            <a:ln w="5420" cap="flat">
              <a:solidFill>
                <a:srgbClr val="3A68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74" name="pg3274"/>
            <p:cNvSpPr/>
            <p:nvPr/>
          </p:nvSpPr>
          <p:spPr>
            <a:xfrm>
              <a:off x="2839860" y="496730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99F">
                <a:alpha val="100000"/>
              </a:srgbClr>
            </a:solidFill>
            <a:ln w="5420" cap="flat">
              <a:solidFill>
                <a:srgbClr val="3A69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75" name="pg3275"/>
            <p:cNvSpPr/>
            <p:nvPr/>
          </p:nvSpPr>
          <p:spPr>
            <a:xfrm>
              <a:off x="2851498" y="496730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A9F">
                <a:alpha val="100000"/>
              </a:srgbClr>
            </a:solidFill>
            <a:ln w="5420" cap="flat">
              <a:solidFill>
                <a:srgbClr val="3A6A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76" name="pg3276"/>
            <p:cNvSpPr/>
            <p:nvPr/>
          </p:nvSpPr>
          <p:spPr>
            <a:xfrm>
              <a:off x="2863135" y="496730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A9F">
                <a:alpha val="100000"/>
              </a:srgbClr>
            </a:solidFill>
            <a:ln w="5420" cap="flat">
              <a:solidFill>
                <a:srgbClr val="3A6A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77" name="pg3277"/>
            <p:cNvSpPr/>
            <p:nvPr/>
          </p:nvSpPr>
          <p:spPr>
            <a:xfrm>
              <a:off x="4247977" y="496730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97F">
                <a:alpha val="100000"/>
              </a:srgbClr>
            </a:solidFill>
            <a:ln w="5420" cap="flat">
              <a:solidFill>
                <a:srgbClr val="3C497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78" name="pg3278"/>
            <p:cNvSpPr/>
            <p:nvPr/>
          </p:nvSpPr>
          <p:spPr>
            <a:xfrm>
              <a:off x="4259614" y="496730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87E">
                <a:alpha val="100000"/>
              </a:srgbClr>
            </a:solidFill>
            <a:ln w="5420" cap="flat">
              <a:solidFill>
                <a:srgbClr val="3C487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79" name="pg3279"/>
            <p:cNvSpPr/>
            <p:nvPr/>
          </p:nvSpPr>
          <p:spPr>
            <a:xfrm>
              <a:off x="4271252" y="496730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87D">
                <a:alpha val="100000"/>
              </a:srgbClr>
            </a:solidFill>
            <a:ln w="5420" cap="flat">
              <a:solidFill>
                <a:srgbClr val="3C487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80" name="pg3280"/>
            <p:cNvSpPr/>
            <p:nvPr/>
          </p:nvSpPr>
          <p:spPr>
            <a:xfrm>
              <a:off x="4282889" y="496730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77D">
                <a:alpha val="100000"/>
              </a:srgbClr>
            </a:solidFill>
            <a:ln w="5420" cap="flat">
              <a:solidFill>
                <a:srgbClr val="3C477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81" name="pg3281"/>
            <p:cNvSpPr/>
            <p:nvPr/>
          </p:nvSpPr>
          <p:spPr>
            <a:xfrm>
              <a:off x="4294526" y="496730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77C">
                <a:alpha val="100000"/>
              </a:srgbClr>
            </a:solidFill>
            <a:ln w="5420" cap="flat">
              <a:solidFill>
                <a:srgbClr val="3C477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82" name="pg3282"/>
            <p:cNvSpPr/>
            <p:nvPr/>
          </p:nvSpPr>
          <p:spPr>
            <a:xfrm>
              <a:off x="4457449" y="496730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276">
                <a:alpha val="100000"/>
              </a:srgbClr>
            </a:solidFill>
            <a:ln w="5420" cap="flat">
              <a:solidFill>
                <a:srgbClr val="3C427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83" name="pg3283"/>
            <p:cNvSpPr/>
            <p:nvPr/>
          </p:nvSpPr>
          <p:spPr>
            <a:xfrm>
              <a:off x="4469086" y="496730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276">
                <a:alpha val="100000"/>
              </a:srgbClr>
            </a:solidFill>
            <a:ln w="5420" cap="flat">
              <a:solidFill>
                <a:srgbClr val="3C427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84" name="pg3284"/>
            <p:cNvSpPr/>
            <p:nvPr/>
          </p:nvSpPr>
          <p:spPr>
            <a:xfrm>
              <a:off x="4480724" y="496730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376">
                <a:alpha val="100000"/>
              </a:srgbClr>
            </a:solidFill>
            <a:ln w="5420" cap="flat">
              <a:solidFill>
                <a:srgbClr val="3C437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85" name="pg3285"/>
            <p:cNvSpPr/>
            <p:nvPr/>
          </p:nvSpPr>
          <p:spPr>
            <a:xfrm>
              <a:off x="4492361" y="496730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376">
                <a:alpha val="100000"/>
              </a:srgbClr>
            </a:solidFill>
            <a:ln w="5420" cap="flat">
              <a:solidFill>
                <a:srgbClr val="3C437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86" name="pg3286"/>
            <p:cNvSpPr/>
            <p:nvPr/>
          </p:nvSpPr>
          <p:spPr>
            <a:xfrm>
              <a:off x="4503998" y="496730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377">
                <a:alpha val="100000"/>
              </a:srgbClr>
            </a:solidFill>
            <a:ln w="5420" cap="flat">
              <a:solidFill>
                <a:srgbClr val="3C437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87" name="pg3287"/>
            <p:cNvSpPr/>
            <p:nvPr/>
          </p:nvSpPr>
          <p:spPr>
            <a:xfrm>
              <a:off x="4515636" y="496730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377">
                <a:alpha val="100000"/>
              </a:srgbClr>
            </a:solidFill>
            <a:ln w="5420" cap="flat">
              <a:solidFill>
                <a:srgbClr val="3C437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88" name="pg3288"/>
            <p:cNvSpPr/>
            <p:nvPr/>
          </p:nvSpPr>
          <p:spPr>
            <a:xfrm>
              <a:off x="2723487" y="498160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548F">
                <a:alpha val="100000"/>
              </a:srgbClr>
            </a:solidFill>
            <a:ln w="5420" cap="flat">
              <a:solidFill>
                <a:srgbClr val="3B548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89" name="pg3289"/>
            <p:cNvSpPr/>
            <p:nvPr/>
          </p:nvSpPr>
          <p:spPr>
            <a:xfrm>
              <a:off x="2735124" y="498160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548E">
                <a:alpha val="100000"/>
              </a:srgbClr>
            </a:solidFill>
            <a:ln w="5420" cap="flat">
              <a:solidFill>
                <a:srgbClr val="3B548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90" name="pg3290"/>
            <p:cNvSpPr/>
            <p:nvPr/>
          </p:nvSpPr>
          <p:spPr>
            <a:xfrm>
              <a:off x="2746762" y="498160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548F">
                <a:alpha val="100000"/>
              </a:srgbClr>
            </a:solidFill>
            <a:ln w="5420" cap="flat">
              <a:solidFill>
                <a:srgbClr val="3B548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91" name="pg3291"/>
            <p:cNvSpPr/>
            <p:nvPr/>
          </p:nvSpPr>
          <p:spPr>
            <a:xfrm>
              <a:off x="2758399" y="498160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5591">
                <a:alpha val="100000"/>
              </a:srgbClr>
            </a:solidFill>
            <a:ln w="5420" cap="flat">
              <a:solidFill>
                <a:srgbClr val="3B559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92" name="pg3292"/>
            <p:cNvSpPr/>
            <p:nvPr/>
          </p:nvSpPr>
          <p:spPr>
            <a:xfrm>
              <a:off x="2770036" y="498160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5794">
                <a:alpha val="100000"/>
              </a:srgbClr>
            </a:solidFill>
            <a:ln w="5420" cap="flat">
              <a:solidFill>
                <a:srgbClr val="3A579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93" name="pg3293"/>
            <p:cNvSpPr/>
            <p:nvPr/>
          </p:nvSpPr>
          <p:spPr>
            <a:xfrm>
              <a:off x="2781674" y="498160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5A98">
                <a:alpha val="100000"/>
              </a:srgbClr>
            </a:solidFill>
            <a:ln w="5420" cap="flat">
              <a:solidFill>
                <a:srgbClr val="3A5A9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94" name="pg3294"/>
            <p:cNvSpPr/>
            <p:nvPr/>
          </p:nvSpPr>
          <p:spPr>
            <a:xfrm>
              <a:off x="2793311" y="498160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5D9C">
                <a:alpha val="100000"/>
              </a:srgbClr>
            </a:solidFill>
            <a:ln w="5420" cap="flat">
              <a:solidFill>
                <a:srgbClr val="395D9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95" name="pg3295"/>
            <p:cNvSpPr/>
            <p:nvPr/>
          </p:nvSpPr>
          <p:spPr>
            <a:xfrm>
              <a:off x="2804948" y="498160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619D">
                <a:alpha val="100000"/>
              </a:srgbClr>
            </a:solidFill>
            <a:ln w="5420" cap="flat">
              <a:solidFill>
                <a:srgbClr val="3961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96" name="pg3296"/>
            <p:cNvSpPr/>
            <p:nvPr/>
          </p:nvSpPr>
          <p:spPr>
            <a:xfrm>
              <a:off x="2816586" y="498160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39E">
                <a:alpha val="100000"/>
              </a:srgbClr>
            </a:solidFill>
            <a:ln w="5420" cap="flat">
              <a:solidFill>
                <a:srgbClr val="3A63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97" name="pg3297"/>
            <p:cNvSpPr/>
            <p:nvPr/>
          </p:nvSpPr>
          <p:spPr>
            <a:xfrm>
              <a:off x="4236340" y="498160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A80">
                <a:alpha val="100000"/>
              </a:srgbClr>
            </a:solidFill>
            <a:ln w="5420" cap="flat">
              <a:solidFill>
                <a:srgbClr val="3C4A8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98" name="pg3298"/>
            <p:cNvSpPr/>
            <p:nvPr/>
          </p:nvSpPr>
          <p:spPr>
            <a:xfrm>
              <a:off x="4247977" y="498160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980">
                <a:alpha val="100000"/>
              </a:srgbClr>
            </a:solidFill>
            <a:ln w="5420" cap="flat">
              <a:solidFill>
                <a:srgbClr val="3C498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99" name="pg3299"/>
            <p:cNvSpPr/>
            <p:nvPr/>
          </p:nvSpPr>
          <p:spPr>
            <a:xfrm>
              <a:off x="4259614" y="498160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97F">
                <a:alpha val="100000"/>
              </a:srgbClr>
            </a:solidFill>
            <a:ln w="5420" cap="flat">
              <a:solidFill>
                <a:srgbClr val="3C497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00" name="pg3300"/>
            <p:cNvSpPr/>
            <p:nvPr/>
          </p:nvSpPr>
          <p:spPr>
            <a:xfrm>
              <a:off x="4271252" y="498160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87E">
                <a:alpha val="100000"/>
              </a:srgbClr>
            </a:solidFill>
            <a:ln w="5420" cap="flat">
              <a:solidFill>
                <a:srgbClr val="3C487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01" name="pg3301"/>
            <p:cNvSpPr/>
            <p:nvPr/>
          </p:nvSpPr>
          <p:spPr>
            <a:xfrm>
              <a:off x="4282889" y="498160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87E">
                <a:alpha val="100000"/>
              </a:srgbClr>
            </a:solidFill>
            <a:ln w="5420" cap="flat">
              <a:solidFill>
                <a:srgbClr val="3C487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02" name="pg3302"/>
            <p:cNvSpPr/>
            <p:nvPr/>
          </p:nvSpPr>
          <p:spPr>
            <a:xfrm>
              <a:off x="4457449" y="498160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377">
                <a:alpha val="100000"/>
              </a:srgbClr>
            </a:solidFill>
            <a:ln w="5420" cap="flat">
              <a:solidFill>
                <a:srgbClr val="3C437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03" name="pg3303"/>
            <p:cNvSpPr/>
            <p:nvPr/>
          </p:nvSpPr>
          <p:spPr>
            <a:xfrm>
              <a:off x="4469086" y="498160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377">
                <a:alpha val="100000"/>
              </a:srgbClr>
            </a:solidFill>
            <a:ln w="5420" cap="flat">
              <a:solidFill>
                <a:srgbClr val="3C437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04" name="pg3304"/>
            <p:cNvSpPr/>
            <p:nvPr/>
          </p:nvSpPr>
          <p:spPr>
            <a:xfrm>
              <a:off x="4480724" y="498160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377">
                <a:alpha val="100000"/>
              </a:srgbClr>
            </a:solidFill>
            <a:ln w="5420" cap="flat">
              <a:solidFill>
                <a:srgbClr val="3C437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05" name="pg3305"/>
            <p:cNvSpPr/>
            <p:nvPr/>
          </p:nvSpPr>
          <p:spPr>
            <a:xfrm>
              <a:off x="4492361" y="498160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377">
                <a:alpha val="100000"/>
              </a:srgbClr>
            </a:solidFill>
            <a:ln w="5420" cap="flat">
              <a:solidFill>
                <a:srgbClr val="3C437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06" name="pg3306"/>
            <p:cNvSpPr/>
            <p:nvPr/>
          </p:nvSpPr>
          <p:spPr>
            <a:xfrm>
              <a:off x="4503998" y="498160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378">
                <a:alpha val="100000"/>
              </a:srgbClr>
            </a:solidFill>
            <a:ln w="5420" cap="flat">
              <a:solidFill>
                <a:srgbClr val="3C437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07" name="pg3307"/>
            <p:cNvSpPr/>
            <p:nvPr/>
          </p:nvSpPr>
          <p:spPr>
            <a:xfrm>
              <a:off x="4515636" y="498160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478">
                <a:alpha val="100000"/>
              </a:srgbClr>
            </a:solidFill>
            <a:ln w="5420" cap="flat">
              <a:solidFill>
                <a:srgbClr val="3C447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08" name="pg3308"/>
            <p:cNvSpPr/>
            <p:nvPr/>
          </p:nvSpPr>
          <p:spPr>
            <a:xfrm>
              <a:off x="2711850" y="499590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548F">
                <a:alpha val="100000"/>
              </a:srgbClr>
            </a:solidFill>
            <a:ln w="5420" cap="flat">
              <a:solidFill>
                <a:srgbClr val="3B548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09" name="pg3309"/>
            <p:cNvSpPr/>
            <p:nvPr/>
          </p:nvSpPr>
          <p:spPr>
            <a:xfrm>
              <a:off x="2723487" y="499590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538E">
                <a:alpha val="100000"/>
              </a:srgbClr>
            </a:solidFill>
            <a:ln w="5420" cap="flat">
              <a:solidFill>
                <a:srgbClr val="3B538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10" name="pg3310"/>
            <p:cNvSpPr/>
            <p:nvPr/>
          </p:nvSpPr>
          <p:spPr>
            <a:xfrm>
              <a:off x="2735124" y="499590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538E">
                <a:alpha val="100000"/>
              </a:srgbClr>
            </a:solidFill>
            <a:ln w="5420" cap="flat">
              <a:solidFill>
                <a:srgbClr val="3B538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11" name="pg3311"/>
            <p:cNvSpPr/>
            <p:nvPr/>
          </p:nvSpPr>
          <p:spPr>
            <a:xfrm>
              <a:off x="2746762" y="499590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538E">
                <a:alpha val="100000"/>
              </a:srgbClr>
            </a:solidFill>
            <a:ln w="5420" cap="flat">
              <a:solidFill>
                <a:srgbClr val="3B538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12" name="pg3312"/>
            <p:cNvSpPr/>
            <p:nvPr/>
          </p:nvSpPr>
          <p:spPr>
            <a:xfrm>
              <a:off x="2758399" y="499590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5590">
                <a:alpha val="100000"/>
              </a:srgbClr>
            </a:solidFill>
            <a:ln w="5420" cap="flat">
              <a:solidFill>
                <a:srgbClr val="3B559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13" name="pg3313"/>
            <p:cNvSpPr/>
            <p:nvPr/>
          </p:nvSpPr>
          <p:spPr>
            <a:xfrm>
              <a:off x="2770036" y="499590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5793">
                <a:alpha val="100000"/>
              </a:srgbClr>
            </a:solidFill>
            <a:ln w="5420" cap="flat">
              <a:solidFill>
                <a:srgbClr val="3A579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14" name="pg3314"/>
            <p:cNvSpPr/>
            <p:nvPr/>
          </p:nvSpPr>
          <p:spPr>
            <a:xfrm>
              <a:off x="2781674" y="499590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5997">
                <a:alpha val="100000"/>
              </a:srgbClr>
            </a:solidFill>
            <a:ln w="5420" cap="flat">
              <a:solidFill>
                <a:srgbClr val="3A599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15" name="pg3315"/>
            <p:cNvSpPr/>
            <p:nvPr/>
          </p:nvSpPr>
          <p:spPr>
            <a:xfrm>
              <a:off x="2793311" y="499590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5C9B">
                <a:alpha val="100000"/>
              </a:srgbClr>
            </a:solidFill>
            <a:ln w="5420" cap="flat">
              <a:solidFill>
                <a:srgbClr val="395C9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16" name="pg3316"/>
            <p:cNvSpPr/>
            <p:nvPr/>
          </p:nvSpPr>
          <p:spPr>
            <a:xfrm>
              <a:off x="4236340" y="499590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A81">
                <a:alpha val="100000"/>
              </a:srgbClr>
            </a:solidFill>
            <a:ln w="5420" cap="flat">
              <a:solidFill>
                <a:srgbClr val="3C4A8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17" name="pg3317"/>
            <p:cNvSpPr/>
            <p:nvPr/>
          </p:nvSpPr>
          <p:spPr>
            <a:xfrm>
              <a:off x="4247977" y="499590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A80">
                <a:alpha val="100000"/>
              </a:srgbClr>
            </a:solidFill>
            <a:ln w="5420" cap="flat">
              <a:solidFill>
                <a:srgbClr val="3C4A8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18" name="pg3318"/>
            <p:cNvSpPr/>
            <p:nvPr/>
          </p:nvSpPr>
          <p:spPr>
            <a:xfrm>
              <a:off x="4259614" y="499590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980">
                <a:alpha val="100000"/>
              </a:srgbClr>
            </a:solidFill>
            <a:ln w="5420" cap="flat">
              <a:solidFill>
                <a:srgbClr val="3C498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19" name="pg3319"/>
            <p:cNvSpPr/>
            <p:nvPr/>
          </p:nvSpPr>
          <p:spPr>
            <a:xfrm>
              <a:off x="4271252" y="499590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97F">
                <a:alpha val="100000"/>
              </a:srgbClr>
            </a:solidFill>
            <a:ln w="5420" cap="flat">
              <a:solidFill>
                <a:srgbClr val="3C497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20" name="pg3320"/>
            <p:cNvSpPr/>
            <p:nvPr/>
          </p:nvSpPr>
          <p:spPr>
            <a:xfrm>
              <a:off x="4282889" y="499590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87E">
                <a:alpha val="100000"/>
              </a:srgbClr>
            </a:solidFill>
            <a:ln w="5420" cap="flat">
              <a:solidFill>
                <a:srgbClr val="3C487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21" name="pg3321"/>
            <p:cNvSpPr/>
            <p:nvPr/>
          </p:nvSpPr>
          <p:spPr>
            <a:xfrm>
              <a:off x="4294526" y="499590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87E">
                <a:alpha val="100000"/>
              </a:srgbClr>
            </a:solidFill>
            <a:ln w="5420" cap="flat">
              <a:solidFill>
                <a:srgbClr val="3C487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22" name="pg3322"/>
            <p:cNvSpPr/>
            <p:nvPr/>
          </p:nvSpPr>
          <p:spPr>
            <a:xfrm>
              <a:off x="4306164" y="499590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77D">
                <a:alpha val="100000"/>
              </a:srgbClr>
            </a:solidFill>
            <a:ln w="5420" cap="flat">
              <a:solidFill>
                <a:srgbClr val="3C477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23" name="pg3323"/>
            <p:cNvSpPr/>
            <p:nvPr/>
          </p:nvSpPr>
          <p:spPr>
            <a:xfrm>
              <a:off x="4469086" y="499590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478">
                <a:alpha val="100000"/>
              </a:srgbClr>
            </a:solidFill>
            <a:ln w="5420" cap="flat">
              <a:solidFill>
                <a:srgbClr val="3C447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24" name="pg3324"/>
            <p:cNvSpPr/>
            <p:nvPr/>
          </p:nvSpPr>
          <p:spPr>
            <a:xfrm>
              <a:off x="4480724" y="499590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478">
                <a:alpha val="100000"/>
              </a:srgbClr>
            </a:solidFill>
            <a:ln w="5420" cap="flat">
              <a:solidFill>
                <a:srgbClr val="3C447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25" name="pg3325"/>
            <p:cNvSpPr/>
            <p:nvPr/>
          </p:nvSpPr>
          <p:spPr>
            <a:xfrm>
              <a:off x="4492361" y="499590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478">
                <a:alpha val="100000"/>
              </a:srgbClr>
            </a:solidFill>
            <a:ln w="5420" cap="flat">
              <a:solidFill>
                <a:srgbClr val="3C447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26" name="pg3326"/>
            <p:cNvSpPr/>
            <p:nvPr/>
          </p:nvSpPr>
          <p:spPr>
            <a:xfrm>
              <a:off x="4503998" y="499590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479">
                <a:alpha val="100000"/>
              </a:srgbClr>
            </a:solidFill>
            <a:ln w="5420" cap="flat">
              <a:solidFill>
                <a:srgbClr val="3C447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27" name="pg3327"/>
            <p:cNvSpPr/>
            <p:nvPr/>
          </p:nvSpPr>
          <p:spPr>
            <a:xfrm>
              <a:off x="4515636" y="499590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479">
                <a:alpha val="100000"/>
              </a:srgbClr>
            </a:solidFill>
            <a:ln w="5420" cap="flat">
              <a:solidFill>
                <a:srgbClr val="3C447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28" name="pg3328"/>
            <p:cNvSpPr/>
            <p:nvPr/>
          </p:nvSpPr>
          <p:spPr>
            <a:xfrm>
              <a:off x="2700212" y="501020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5692">
                <a:alpha val="100000"/>
              </a:srgbClr>
            </a:solidFill>
            <a:ln w="5420" cap="flat">
              <a:solidFill>
                <a:srgbClr val="3A569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29" name="pg3329"/>
            <p:cNvSpPr/>
            <p:nvPr/>
          </p:nvSpPr>
          <p:spPr>
            <a:xfrm>
              <a:off x="2711850" y="501020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548F">
                <a:alpha val="100000"/>
              </a:srgbClr>
            </a:solidFill>
            <a:ln w="5420" cap="flat">
              <a:solidFill>
                <a:srgbClr val="3B548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30" name="pg3330"/>
            <p:cNvSpPr/>
            <p:nvPr/>
          </p:nvSpPr>
          <p:spPr>
            <a:xfrm>
              <a:off x="2723487" y="501020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548F">
                <a:alpha val="100000"/>
              </a:srgbClr>
            </a:solidFill>
            <a:ln w="5420" cap="flat">
              <a:solidFill>
                <a:srgbClr val="3B548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31" name="pg3331"/>
            <p:cNvSpPr/>
            <p:nvPr/>
          </p:nvSpPr>
          <p:spPr>
            <a:xfrm>
              <a:off x="2735124" y="501020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538E">
                <a:alpha val="100000"/>
              </a:srgbClr>
            </a:solidFill>
            <a:ln w="5420" cap="flat">
              <a:solidFill>
                <a:srgbClr val="3B538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32" name="pg3332"/>
            <p:cNvSpPr/>
            <p:nvPr/>
          </p:nvSpPr>
          <p:spPr>
            <a:xfrm>
              <a:off x="2746762" y="501020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548F">
                <a:alpha val="100000"/>
              </a:srgbClr>
            </a:solidFill>
            <a:ln w="5420" cap="flat">
              <a:solidFill>
                <a:srgbClr val="3B548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33" name="pg3333"/>
            <p:cNvSpPr/>
            <p:nvPr/>
          </p:nvSpPr>
          <p:spPr>
            <a:xfrm>
              <a:off x="2758399" y="501020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5590">
                <a:alpha val="100000"/>
              </a:srgbClr>
            </a:solidFill>
            <a:ln w="5420" cap="flat">
              <a:solidFill>
                <a:srgbClr val="3B559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34" name="pg3334"/>
            <p:cNvSpPr/>
            <p:nvPr/>
          </p:nvSpPr>
          <p:spPr>
            <a:xfrm>
              <a:off x="2770036" y="501020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5793">
                <a:alpha val="100000"/>
              </a:srgbClr>
            </a:solidFill>
            <a:ln w="5420" cap="flat">
              <a:solidFill>
                <a:srgbClr val="3A579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35" name="pg3335"/>
            <p:cNvSpPr/>
            <p:nvPr/>
          </p:nvSpPr>
          <p:spPr>
            <a:xfrm>
              <a:off x="2781674" y="501020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5996">
                <a:alpha val="100000"/>
              </a:srgbClr>
            </a:solidFill>
            <a:ln w="5420" cap="flat">
              <a:solidFill>
                <a:srgbClr val="3A599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36" name="pg3336"/>
            <p:cNvSpPr/>
            <p:nvPr/>
          </p:nvSpPr>
          <p:spPr>
            <a:xfrm>
              <a:off x="4236340" y="501020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B82">
                <a:alpha val="100000"/>
              </a:srgbClr>
            </a:solidFill>
            <a:ln w="5420" cap="flat">
              <a:solidFill>
                <a:srgbClr val="3C4B8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37" name="pg3337"/>
            <p:cNvSpPr/>
            <p:nvPr/>
          </p:nvSpPr>
          <p:spPr>
            <a:xfrm>
              <a:off x="4247977" y="501020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A81">
                <a:alpha val="100000"/>
              </a:srgbClr>
            </a:solidFill>
            <a:ln w="5420" cap="flat">
              <a:solidFill>
                <a:srgbClr val="3C4A8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38" name="pg3338"/>
            <p:cNvSpPr/>
            <p:nvPr/>
          </p:nvSpPr>
          <p:spPr>
            <a:xfrm>
              <a:off x="4259614" y="501020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A81">
                <a:alpha val="100000"/>
              </a:srgbClr>
            </a:solidFill>
            <a:ln w="5420" cap="flat">
              <a:solidFill>
                <a:srgbClr val="3C4A8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39" name="pg3339"/>
            <p:cNvSpPr/>
            <p:nvPr/>
          </p:nvSpPr>
          <p:spPr>
            <a:xfrm>
              <a:off x="4271252" y="501020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980">
                <a:alpha val="100000"/>
              </a:srgbClr>
            </a:solidFill>
            <a:ln w="5420" cap="flat">
              <a:solidFill>
                <a:srgbClr val="3C498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40" name="pg3340"/>
            <p:cNvSpPr/>
            <p:nvPr/>
          </p:nvSpPr>
          <p:spPr>
            <a:xfrm>
              <a:off x="4282889" y="501020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97F">
                <a:alpha val="100000"/>
              </a:srgbClr>
            </a:solidFill>
            <a:ln w="5420" cap="flat">
              <a:solidFill>
                <a:srgbClr val="3C497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41" name="pg3341"/>
            <p:cNvSpPr/>
            <p:nvPr/>
          </p:nvSpPr>
          <p:spPr>
            <a:xfrm>
              <a:off x="4294526" y="501020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97F">
                <a:alpha val="100000"/>
              </a:srgbClr>
            </a:solidFill>
            <a:ln w="5420" cap="flat">
              <a:solidFill>
                <a:srgbClr val="3C497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42" name="pg3342"/>
            <p:cNvSpPr/>
            <p:nvPr/>
          </p:nvSpPr>
          <p:spPr>
            <a:xfrm>
              <a:off x="4306164" y="501020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87E">
                <a:alpha val="100000"/>
              </a:srgbClr>
            </a:solidFill>
            <a:ln w="5420" cap="flat">
              <a:solidFill>
                <a:srgbClr val="3C487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43" name="pg3343"/>
            <p:cNvSpPr/>
            <p:nvPr/>
          </p:nvSpPr>
          <p:spPr>
            <a:xfrm>
              <a:off x="4317801" y="501020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87E">
                <a:alpha val="100000"/>
              </a:srgbClr>
            </a:solidFill>
            <a:ln w="5420" cap="flat">
              <a:solidFill>
                <a:srgbClr val="3C487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44" name="pg3344"/>
            <p:cNvSpPr/>
            <p:nvPr/>
          </p:nvSpPr>
          <p:spPr>
            <a:xfrm>
              <a:off x="4469086" y="501020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579">
                <a:alpha val="100000"/>
              </a:srgbClr>
            </a:solidFill>
            <a:ln w="5420" cap="flat">
              <a:solidFill>
                <a:srgbClr val="3C457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45" name="pg3345"/>
            <p:cNvSpPr/>
            <p:nvPr/>
          </p:nvSpPr>
          <p:spPr>
            <a:xfrm>
              <a:off x="4480724" y="501020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579">
                <a:alpha val="100000"/>
              </a:srgbClr>
            </a:solidFill>
            <a:ln w="5420" cap="flat">
              <a:solidFill>
                <a:srgbClr val="3C457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46" name="pg3346"/>
            <p:cNvSpPr/>
            <p:nvPr/>
          </p:nvSpPr>
          <p:spPr>
            <a:xfrm>
              <a:off x="4492361" y="501020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579">
                <a:alpha val="100000"/>
              </a:srgbClr>
            </a:solidFill>
            <a:ln w="5420" cap="flat">
              <a:solidFill>
                <a:srgbClr val="3C457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47" name="pg3347"/>
            <p:cNvSpPr/>
            <p:nvPr/>
          </p:nvSpPr>
          <p:spPr>
            <a:xfrm>
              <a:off x="4503998" y="501020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57A">
                <a:alpha val="100000"/>
              </a:srgbClr>
            </a:solidFill>
            <a:ln w="5420" cap="flat">
              <a:solidFill>
                <a:srgbClr val="3C457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48" name="pg3348"/>
            <p:cNvSpPr/>
            <p:nvPr/>
          </p:nvSpPr>
          <p:spPr>
            <a:xfrm>
              <a:off x="4515636" y="501020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57A">
                <a:alpha val="100000"/>
              </a:srgbClr>
            </a:solidFill>
            <a:ln w="5420" cap="flat">
              <a:solidFill>
                <a:srgbClr val="3C457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49" name="pg3349"/>
            <p:cNvSpPr/>
            <p:nvPr/>
          </p:nvSpPr>
          <p:spPr>
            <a:xfrm>
              <a:off x="4527273" y="501020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57A">
                <a:alpha val="100000"/>
              </a:srgbClr>
            </a:solidFill>
            <a:ln w="5420" cap="flat">
              <a:solidFill>
                <a:srgbClr val="3C457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50" name="pg3350"/>
            <p:cNvSpPr/>
            <p:nvPr/>
          </p:nvSpPr>
          <p:spPr>
            <a:xfrm>
              <a:off x="2688575" y="502450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5894">
                <a:alpha val="100000"/>
              </a:srgbClr>
            </a:solidFill>
            <a:ln w="5420" cap="flat">
              <a:solidFill>
                <a:srgbClr val="3A589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51" name="pg3351"/>
            <p:cNvSpPr/>
            <p:nvPr/>
          </p:nvSpPr>
          <p:spPr>
            <a:xfrm>
              <a:off x="2700212" y="502450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5793">
                <a:alpha val="100000"/>
              </a:srgbClr>
            </a:solidFill>
            <a:ln w="5420" cap="flat">
              <a:solidFill>
                <a:srgbClr val="3A579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52" name="pg3352"/>
            <p:cNvSpPr/>
            <p:nvPr/>
          </p:nvSpPr>
          <p:spPr>
            <a:xfrm>
              <a:off x="2711850" y="502450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5591">
                <a:alpha val="100000"/>
              </a:srgbClr>
            </a:solidFill>
            <a:ln w="5420" cap="flat">
              <a:solidFill>
                <a:srgbClr val="3B559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53" name="pg3353"/>
            <p:cNvSpPr/>
            <p:nvPr/>
          </p:nvSpPr>
          <p:spPr>
            <a:xfrm>
              <a:off x="2723487" y="502450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5490">
                <a:alpha val="100000"/>
              </a:srgbClr>
            </a:solidFill>
            <a:ln w="5420" cap="flat">
              <a:solidFill>
                <a:srgbClr val="3B549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54" name="pg3354"/>
            <p:cNvSpPr/>
            <p:nvPr/>
          </p:nvSpPr>
          <p:spPr>
            <a:xfrm>
              <a:off x="2735124" y="502450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5490">
                <a:alpha val="100000"/>
              </a:srgbClr>
            </a:solidFill>
            <a:ln w="5420" cap="flat">
              <a:solidFill>
                <a:srgbClr val="3B549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55" name="pg3355"/>
            <p:cNvSpPr/>
            <p:nvPr/>
          </p:nvSpPr>
          <p:spPr>
            <a:xfrm>
              <a:off x="2746762" y="502450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5590">
                <a:alpha val="100000"/>
              </a:srgbClr>
            </a:solidFill>
            <a:ln w="5420" cap="flat">
              <a:solidFill>
                <a:srgbClr val="3B559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56" name="pg3356"/>
            <p:cNvSpPr/>
            <p:nvPr/>
          </p:nvSpPr>
          <p:spPr>
            <a:xfrm>
              <a:off x="2758399" y="502450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5692">
                <a:alpha val="100000"/>
              </a:srgbClr>
            </a:solidFill>
            <a:ln w="5420" cap="flat">
              <a:solidFill>
                <a:srgbClr val="3B569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57" name="pg3357"/>
            <p:cNvSpPr/>
            <p:nvPr/>
          </p:nvSpPr>
          <p:spPr>
            <a:xfrm>
              <a:off x="2770036" y="502450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5794">
                <a:alpha val="100000"/>
              </a:srgbClr>
            </a:solidFill>
            <a:ln w="5420" cap="flat">
              <a:solidFill>
                <a:srgbClr val="3A579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58" name="pg3358"/>
            <p:cNvSpPr/>
            <p:nvPr/>
          </p:nvSpPr>
          <p:spPr>
            <a:xfrm>
              <a:off x="4236340" y="502450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B83">
                <a:alpha val="100000"/>
              </a:srgbClr>
            </a:solidFill>
            <a:ln w="5420" cap="flat">
              <a:solidFill>
                <a:srgbClr val="3C4B8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59" name="pg3359"/>
            <p:cNvSpPr/>
            <p:nvPr/>
          </p:nvSpPr>
          <p:spPr>
            <a:xfrm>
              <a:off x="4247977" y="502450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B82">
                <a:alpha val="100000"/>
              </a:srgbClr>
            </a:solidFill>
            <a:ln w="5420" cap="flat">
              <a:solidFill>
                <a:srgbClr val="3C4B8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60" name="pg3360"/>
            <p:cNvSpPr/>
            <p:nvPr/>
          </p:nvSpPr>
          <p:spPr>
            <a:xfrm>
              <a:off x="4259614" y="502450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A81">
                <a:alpha val="100000"/>
              </a:srgbClr>
            </a:solidFill>
            <a:ln w="5420" cap="flat">
              <a:solidFill>
                <a:srgbClr val="3C4A8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61" name="pg3361"/>
            <p:cNvSpPr/>
            <p:nvPr/>
          </p:nvSpPr>
          <p:spPr>
            <a:xfrm>
              <a:off x="4271252" y="502450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A81">
                <a:alpha val="100000"/>
              </a:srgbClr>
            </a:solidFill>
            <a:ln w="5420" cap="flat">
              <a:solidFill>
                <a:srgbClr val="3C4A8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62" name="pg3362"/>
            <p:cNvSpPr/>
            <p:nvPr/>
          </p:nvSpPr>
          <p:spPr>
            <a:xfrm>
              <a:off x="4282889" y="502450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A80">
                <a:alpha val="100000"/>
              </a:srgbClr>
            </a:solidFill>
            <a:ln w="5420" cap="flat">
              <a:solidFill>
                <a:srgbClr val="3C4A8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63" name="pg3363"/>
            <p:cNvSpPr/>
            <p:nvPr/>
          </p:nvSpPr>
          <p:spPr>
            <a:xfrm>
              <a:off x="4294526" y="502450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980">
                <a:alpha val="100000"/>
              </a:srgbClr>
            </a:solidFill>
            <a:ln w="5420" cap="flat">
              <a:solidFill>
                <a:srgbClr val="3C498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64" name="pg3364"/>
            <p:cNvSpPr/>
            <p:nvPr/>
          </p:nvSpPr>
          <p:spPr>
            <a:xfrm>
              <a:off x="4306164" y="502450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97F">
                <a:alpha val="100000"/>
              </a:srgbClr>
            </a:solidFill>
            <a:ln w="5420" cap="flat">
              <a:solidFill>
                <a:srgbClr val="3C497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65" name="pg3365"/>
            <p:cNvSpPr/>
            <p:nvPr/>
          </p:nvSpPr>
          <p:spPr>
            <a:xfrm>
              <a:off x="4317801" y="502450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87E">
                <a:alpha val="100000"/>
              </a:srgbClr>
            </a:solidFill>
            <a:ln w="5420" cap="flat">
              <a:solidFill>
                <a:srgbClr val="3C487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66" name="pg3366"/>
            <p:cNvSpPr/>
            <p:nvPr/>
          </p:nvSpPr>
          <p:spPr>
            <a:xfrm>
              <a:off x="4480724" y="502450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57A">
                <a:alpha val="100000"/>
              </a:srgbClr>
            </a:solidFill>
            <a:ln w="5420" cap="flat">
              <a:solidFill>
                <a:srgbClr val="3C457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67" name="pg3367"/>
            <p:cNvSpPr/>
            <p:nvPr/>
          </p:nvSpPr>
          <p:spPr>
            <a:xfrm>
              <a:off x="4492361" y="502450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57A">
                <a:alpha val="100000"/>
              </a:srgbClr>
            </a:solidFill>
            <a:ln w="5420" cap="flat">
              <a:solidFill>
                <a:srgbClr val="3C457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68" name="pg3368"/>
            <p:cNvSpPr/>
            <p:nvPr/>
          </p:nvSpPr>
          <p:spPr>
            <a:xfrm>
              <a:off x="4503998" y="502450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67A">
                <a:alpha val="100000"/>
              </a:srgbClr>
            </a:solidFill>
            <a:ln w="5420" cap="flat">
              <a:solidFill>
                <a:srgbClr val="3C467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69" name="pg3369"/>
            <p:cNvSpPr/>
            <p:nvPr/>
          </p:nvSpPr>
          <p:spPr>
            <a:xfrm>
              <a:off x="4515636" y="502450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67B">
                <a:alpha val="100000"/>
              </a:srgbClr>
            </a:solidFill>
            <a:ln w="5420" cap="flat">
              <a:solidFill>
                <a:srgbClr val="3C467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70" name="pg3370"/>
            <p:cNvSpPr/>
            <p:nvPr/>
          </p:nvSpPr>
          <p:spPr>
            <a:xfrm>
              <a:off x="4527273" y="502450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67B">
                <a:alpha val="100000"/>
              </a:srgbClr>
            </a:solidFill>
            <a:ln w="5420" cap="flat">
              <a:solidFill>
                <a:srgbClr val="3C467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71" name="pg3371"/>
            <p:cNvSpPr/>
            <p:nvPr/>
          </p:nvSpPr>
          <p:spPr>
            <a:xfrm>
              <a:off x="2688575" y="503880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5895">
                <a:alpha val="100000"/>
              </a:srgbClr>
            </a:solidFill>
            <a:ln w="5420" cap="flat">
              <a:solidFill>
                <a:srgbClr val="3A589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72" name="pg3372"/>
            <p:cNvSpPr/>
            <p:nvPr/>
          </p:nvSpPr>
          <p:spPr>
            <a:xfrm>
              <a:off x="2700212" y="503880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5894">
                <a:alpha val="100000"/>
              </a:srgbClr>
            </a:solidFill>
            <a:ln w="5420" cap="flat">
              <a:solidFill>
                <a:srgbClr val="3A589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73" name="pg3373"/>
            <p:cNvSpPr/>
            <p:nvPr/>
          </p:nvSpPr>
          <p:spPr>
            <a:xfrm>
              <a:off x="2711850" y="503880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5692">
                <a:alpha val="100000"/>
              </a:srgbClr>
            </a:solidFill>
            <a:ln w="5420" cap="flat">
              <a:solidFill>
                <a:srgbClr val="3A569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74" name="pg3374"/>
            <p:cNvSpPr/>
            <p:nvPr/>
          </p:nvSpPr>
          <p:spPr>
            <a:xfrm>
              <a:off x="2723487" y="503880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5692">
                <a:alpha val="100000"/>
              </a:srgbClr>
            </a:solidFill>
            <a:ln w="5420" cap="flat">
              <a:solidFill>
                <a:srgbClr val="3B569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75" name="pg3375"/>
            <p:cNvSpPr/>
            <p:nvPr/>
          </p:nvSpPr>
          <p:spPr>
            <a:xfrm>
              <a:off x="2735124" y="503880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5692">
                <a:alpha val="100000"/>
              </a:srgbClr>
            </a:solidFill>
            <a:ln w="5420" cap="flat">
              <a:solidFill>
                <a:srgbClr val="3B569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76" name="pg3376"/>
            <p:cNvSpPr/>
            <p:nvPr/>
          </p:nvSpPr>
          <p:spPr>
            <a:xfrm>
              <a:off x="2746762" y="503880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5692">
                <a:alpha val="100000"/>
              </a:srgbClr>
            </a:solidFill>
            <a:ln w="5420" cap="flat">
              <a:solidFill>
                <a:srgbClr val="3A569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77" name="pg3377"/>
            <p:cNvSpPr/>
            <p:nvPr/>
          </p:nvSpPr>
          <p:spPr>
            <a:xfrm>
              <a:off x="2758399" y="503880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5793">
                <a:alpha val="100000"/>
              </a:srgbClr>
            </a:solidFill>
            <a:ln w="5420" cap="flat">
              <a:solidFill>
                <a:srgbClr val="3A579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78" name="pg3378"/>
            <p:cNvSpPr/>
            <p:nvPr/>
          </p:nvSpPr>
          <p:spPr>
            <a:xfrm>
              <a:off x="4236340" y="503880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C83">
                <a:alpha val="100000"/>
              </a:srgbClr>
            </a:solidFill>
            <a:ln w="5420" cap="flat">
              <a:solidFill>
                <a:srgbClr val="3C4C8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79" name="pg3379"/>
            <p:cNvSpPr/>
            <p:nvPr/>
          </p:nvSpPr>
          <p:spPr>
            <a:xfrm>
              <a:off x="4247977" y="503880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B83">
                <a:alpha val="100000"/>
              </a:srgbClr>
            </a:solidFill>
            <a:ln w="5420" cap="flat">
              <a:solidFill>
                <a:srgbClr val="3C4B8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80" name="pg3380"/>
            <p:cNvSpPr/>
            <p:nvPr/>
          </p:nvSpPr>
          <p:spPr>
            <a:xfrm>
              <a:off x="4259614" y="503880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B82">
                <a:alpha val="100000"/>
              </a:srgbClr>
            </a:solidFill>
            <a:ln w="5420" cap="flat">
              <a:solidFill>
                <a:srgbClr val="3C4B8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81" name="pg3381"/>
            <p:cNvSpPr/>
            <p:nvPr/>
          </p:nvSpPr>
          <p:spPr>
            <a:xfrm>
              <a:off x="4271252" y="503880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A82">
                <a:alpha val="100000"/>
              </a:srgbClr>
            </a:solidFill>
            <a:ln w="5420" cap="flat">
              <a:solidFill>
                <a:srgbClr val="3C4A8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82" name="pg3382"/>
            <p:cNvSpPr/>
            <p:nvPr/>
          </p:nvSpPr>
          <p:spPr>
            <a:xfrm>
              <a:off x="4282889" y="503880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A81">
                <a:alpha val="100000"/>
              </a:srgbClr>
            </a:solidFill>
            <a:ln w="5420" cap="flat">
              <a:solidFill>
                <a:srgbClr val="3C4A8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83" name="pg3383"/>
            <p:cNvSpPr/>
            <p:nvPr/>
          </p:nvSpPr>
          <p:spPr>
            <a:xfrm>
              <a:off x="4294526" y="503880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A80">
                <a:alpha val="100000"/>
              </a:srgbClr>
            </a:solidFill>
            <a:ln w="5420" cap="flat">
              <a:solidFill>
                <a:srgbClr val="3C4A8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84" name="pg3384"/>
            <p:cNvSpPr/>
            <p:nvPr/>
          </p:nvSpPr>
          <p:spPr>
            <a:xfrm>
              <a:off x="4306164" y="503880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980">
                <a:alpha val="100000"/>
              </a:srgbClr>
            </a:solidFill>
            <a:ln w="5420" cap="flat">
              <a:solidFill>
                <a:srgbClr val="3C498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85" name="pg3385"/>
            <p:cNvSpPr/>
            <p:nvPr/>
          </p:nvSpPr>
          <p:spPr>
            <a:xfrm>
              <a:off x="4317801" y="503880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97F">
                <a:alpha val="100000"/>
              </a:srgbClr>
            </a:solidFill>
            <a:ln w="5420" cap="flat">
              <a:solidFill>
                <a:srgbClr val="3C497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86" name="pg3386"/>
            <p:cNvSpPr/>
            <p:nvPr/>
          </p:nvSpPr>
          <p:spPr>
            <a:xfrm>
              <a:off x="4480724" y="503880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67B">
                <a:alpha val="100000"/>
              </a:srgbClr>
            </a:solidFill>
            <a:ln w="5420" cap="flat">
              <a:solidFill>
                <a:srgbClr val="3C467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87" name="pg3387"/>
            <p:cNvSpPr/>
            <p:nvPr/>
          </p:nvSpPr>
          <p:spPr>
            <a:xfrm>
              <a:off x="4492361" y="503880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67B">
                <a:alpha val="100000"/>
              </a:srgbClr>
            </a:solidFill>
            <a:ln w="5420" cap="flat">
              <a:solidFill>
                <a:srgbClr val="3C467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88" name="pg3388"/>
            <p:cNvSpPr/>
            <p:nvPr/>
          </p:nvSpPr>
          <p:spPr>
            <a:xfrm>
              <a:off x="4503998" y="503880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67B">
                <a:alpha val="100000"/>
              </a:srgbClr>
            </a:solidFill>
            <a:ln w="5420" cap="flat">
              <a:solidFill>
                <a:srgbClr val="3C467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89" name="pg3389"/>
            <p:cNvSpPr/>
            <p:nvPr/>
          </p:nvSpPr>
          <p:spPr>
            <a:xfrm>
              <a:off x="4515636" y="503880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67B">
                <a:alpha val="100000"/>
              </a:srgbClr>
            </a:solidFill>
            <a:ln w="5420" cap="flat">
              <a:solidFill>
                <a:srgbClr val="3C467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90" name="pg3390"/>
            <p:cNvSpPr/>
            <p:nvPr/>
          </p:nvSpPr>
          <p:spPr>
            <a:xfrm>
              <a:off x="4527273" y="503880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67C">
                <a:alpha val="100000"/>
              </a:srgbClr>
            </a:solidFill>
            <a:ln w="5420" cap="flat">
              <a:solidFill>
                <a:srgbClr val="3C467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91" name="pg3391"/>
            <p:cNvSpPr/>
            <p:nvPr/>
          </p:nvSpPr>
          <p:spPr>
            <a:xfrm>
              <a:off x="2665300" y="505310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5B9A">
                <a:alpha val="100000"/>
              </a:srgbClr>
            </a:solidFill>
            <a:ln w="5420" cap="flat">
              <a:solidFill>
                <a:srgbClr val="395B9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92" name="pg3392"/>
            <p:cNvSpPr/>
            <p:nvPr/>
          </p:nvSpPr>
          <p:spPr>
            <a:xfrm>
              <a:off x="2676938" y="505310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5B98">
                <a:alpha val="100000"/>
              </a:srgbClr>
            </a:solidFill>
            <a:ln w="5420" cap="flat">
              <a:solidFill>
                <a:srgbClr val="3A5B9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93" name="pg3393"/>
            <p:cNvSpPr/>
            <p:nvPr/>
          </p:nvSpPr>
          <p:spPr>
            <a:xfrm>
              <a:off x="2700212" y="505310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5996">
                <a:alpha val="100000"/>
              </a:srgbClr>
            </a:solidFill>
            <a:ln w="5420" cap="flat">
              <a:solidFill>
                <a:srgbClr val="3A599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94" name="pg3394"/>
            <p:cNvSpPr/>
            <p:nvPr/>
          </p:nvSpPr>
          <p:spPr>
            <a:xfrm>
              <a:off x="2711850" y="505310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5794">
                <a:alpha val="100000"/>
              </a:srgbClr>
            </a:solidFill>
            <a:ln w="5420" cap="flat">
              <a:solidFill>
                <a:srgbClr val="3A579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95" name="pg3395"/>
            <p:cNvSpPr/>
            <p:nvPr/>
          </p:nvSpPr>
          <p:spPr>
            <a:xfrm>
              <a:off x="2723487" y="505310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5794">
                <a:alpha val="100000"/>
              </a:srgbClr>
            </a:solidFill>
            <a:ln w="5420" cap="flat">
              <a:solidFill>
                <a:srgbClr val="3A579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96" name="pg3396"/>
            <p:cNvSpPr/>
            <p:nvPr/>
          </p:nvSpPr>
          <p:spPr>
            <a:xfrm>
              <a:off x="2735124" y="505310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5794">
                <a:alpha val="100000"/>
              </a:srgbClr>
            </a:solidFill>
            <a:ln w="5420" cap="flat">
              <a:solidFill>
                <a:srgbClr val="3A579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97" name="pg3397"/>
            <p:cNvSpPr/>
            <p:nvPr/>
          </p:nvSpPr>
          <p:spPr>
            <a:xfrm>
              <a:off x="2746762" y="505310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5894">
                <a:alpha val="100000"/>
              </a:srgbClr>
            </a:solidFill>
            <a:ln w="5420" cap="flat">
              <a:solidFill>
                <a:srgbClr val="3A589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98" name="pg3398"/>
            <p:cNvSpPr/>
            <p:nvPr/>
          </p:nvSpPr>
          <p:spPr>
            <a:xfrm>
              <a:off x="4236340" y="505310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C84">
                <a:alpha val="100000"/>
              </a:srgbClr>
            </a:solidFill>
            <a:ln w="5420" cap="flat">
              <a:solidFill>
                <a:srgbClr val="3C4C8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99" name="pg3399"/>
            <p:cNvSpPr/>
            <p:nvPr/>
          </p:nvSpPr>
          <p:spPr>
            <a:xfrm>
              <a:off x="4247977" y="505310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C83">
                <a:alpha val="100000"/>
              </a:srgbClr>
            </a:solidFill>
            <a:ln w="5420" cap="flat">
              <a:solidFill>
                <a:srgbClr val="3C4C8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00" name="pg3400"/>
            <p:cNvSpPr/>
            <p:nvPr/>
          </p:nvSpPr>
          <p:spPr>
            <a:xfrm>
              <a:off x="4259614" y="505310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B83">
                <a:alpha val="100000"/>
              </a:srgbClr>
            </a:solidFill>
            <a:ln w="5420" cap="flat">
              <a:solidFill>
                <a:srgbClr val="3C4B8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01" name="pg3401"/>
            <p:cNvSpPr/>
            <p:nvPr/>
          </p:nvSpPr>
          <p:spPr>
            <a:xfrm>
              <a:off x="4271252" y="505310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B82">
                <a:alpha val="100000"/>
              </a:srgbClr>
            </a:solidFill>
            <a:ln w="5420" cap="flat">
              <a:solidFill>
                <a:srgbClr val="3C4B8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02" name="pg3402"/>
            <p:cNvSpPr/>
            <p:nvPr/>
          </p:nvSpPr>
          <p:spPr>
            <a:xfrm>
              <a:off x="4282889" y="505310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B82">
                <a:alpha val="100000"/>
              </a:srgbClr>
            </a:solidFill>
            <a:ln w="5420" cap="flat">
              <a:solidFill>
                <a:srgbClr val="3C4B8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03" name="pg3403"/>
            <p:cNvSpPr/>
            <p:nvPr/>
          </p:nvSpPr>
          <p:spPr>
            <a:xfrm>
              <a:off x="4294526" y="505310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A81">
                <a:alpha val="100000"/>
              </a:srgbClr>
            </a:solidFill>
            <a:ln w="5420" cap="flat">
              <a:solidFill>
                <a:srgbClr val="3C4A8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04" name="pg3404"/>
            <p:cNvSpPr/>
            <p:nvPr/>
          </p:nvSpPr>
          <p:spPr>
            <a:xfrm>
              <a:off x="4306164" y="505310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A81">
                <a:alpha val="100000"/>
              </a:srgbClr>
            </a:solidFill>
            <a:ln w="5420" cap="flat">
              <a:solidFill>
                <a:srgbClr val="3C4A8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05" name="pg3405"/>
            <p:cNvSpPr/>
            <p:nvPr/>
          </p:nvSpPr>
          <p:spPr>
            <a:xfrm>
              <a:off x="4317801" y="505310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A80">
                <a:alpha val="100000"/>
              </a:srgbClr>
            </a:solidFill>
            <a:ln w="5420" cap="flat">
              <a:solidFill>
                <a:srgbClr val="3C4A8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06" name="pg3406"/>
            <p:cNvSpPr/>
            <p:nvPr/>
          </p:nvSpPr>
          <p:spPr>
            <a:xfrm>
              <a:off x="4480724" y="505310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77C">
                <a:alpha val="100000"/>
              </a:srgbClr>
            </a:solidFill>
            <a:ln w="5420" cap="flat">
              <a:solidFill>
                <a:srgbClr val="3C477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07" name="pg3407"/>
            <p:cNvSpPr/>
            <p:nvPr/>
          </p:nvSpPr>
          <p:spPr>
            <a:xfrm>
              <a:off x="4492361" y="505310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77C">
                <a:alpha val="100000"/>
              </a:srgbClr>
            </a:solidFill>
            <a:ln w="5420" cap="flat">
              <a:solidFill>
                <a:srgbClr val="3C477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08" name="pg3408"/>
            <p:cNvSpPr/>
            <p:nvPr/>
          </p:nvSpPr>
          <p:spPr>
            <a:xfrm>
              <a:off x="4503998" y="505310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77C">
                <a:alpha val="100000"/>
              </a:srgbClr>
            </a:solidFill>
            <a:ln w="5420" cap="flat">
              <a:solidFill>
                <a:srgbClr val="3C477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09" name="pg3409"/>
            <p:cNvSpPr/>
            <p:nvPr/>
          </p:nvSpPr>
          <p:spPr>
            <a:xfrm>
              <a:off x="4515636" y="505310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77C">
                <a:alpha val="100000"/>
              </a:srgbClr>
            </a:solidFill>
            <a:ln w="5420" cap="flat">
              <a:solidFill>
                <a:srgbClr val="3C477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10" name="pg3410"/>
            <p:cNvSpPr/>
            <p:nvPr/>
          </p:nvSpPr>
          <p:spPr>
            <a:xfrm>
              <a:off x="4527273" y="505310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77C">
                <a:alpha val="100000"/>
              </a:srgbClr>
            </a:solidFill>
            <a:ln w="5420" cap="flat">
              <a:solidFill>
                <a:srgbClr val="3C477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11" name="pg3411"/>
            <p:cNvSpPr/>
            <p:nvPr/>
          </p:nvSpPr>
          <p:spPr>
            <a:xfrm>
              <a:off x="2653663" y="506741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5D9C">
                <a:alpha val="100000"/>
              </a:srgbClr>
            </a:solidFill>
            <a:ln w="5420" cap="flat">
              <a:solidFill>
                <a:srgbClr val="395D9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12" name="pg3412"/>
            <p:cNvSpPr/>
            <p:nvPr/>
          </p:nvSpPr>
          <p:spPr>
            <a:xfrm>
              <a:off x="2665300" y="506741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5C9B">
                <a:alpha val="100000"/>
              </a:srgbClr>
            </a:solidFill>
            <a:ln w="5420" cap="flat">
              <a:solidFill>
                <a:srgbClr val="395C9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13" name="pg3413"/>
            <p:cNvSpPr/>
            <p:nvPr/>
          </p:nvSpPr>
          <p:spPr>
            <a:xfrm>
              <a:off x="2676938" y="506741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5B99">
                <a:alpha val="100000"/>
              </a:srgbClr>
            </a:solidFill>
            <a:ln w="5420" cap="flat">
              <a:solidFill>
                <a:srgbClr val="395B9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14" name="pg3414"/>
            <p:cNvSpPr/>
            <p:nvPr/>
          </p:nvSpPr>
          <p:spPr>
            <a:xfrm>
              <a:off x="2688575" y="506741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5A98">
                <a:alpha val="100000"/>
              </a:srgbClr>
            </a:solidFill>
            <a:ln w="5420" cap="flat">
              <a:solidFill>
                <a:srgbClr val="3A5A9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15" name="pg3415"/>
            <p:cNvSpPr/>
            <p:nvPr/>
          </p:nvSpPr>
          <p:spPr>
            <a:xfrm>
              <a:off x="2700212" y="506741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5A97">
                <a:alpha val="100000"/>
              </a:srgbClr>
            </a:solidFill>
            <a:ln w="5420" cap="flat">
              <a:solidFill>
                <a:srgbClr val="3A5A9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16" name="pg3416"/>
            <p:cNvSpPr/>
            <p:nvPr/>
          </p:nvSpPr>
          <p:spPr>
            <a:xfrm>
              <a:off x="2711850" y="506741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5996">
                <a:alpha val="100000"/>
              </a:srgbClr>
            </a:solidFill>
            <a:ln w="5420" cap="flat">
              <a:solidFill>
                <a:srgbClr val="3A599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17" name="pg3417"/>
            <p:cNvSpPr/>
            <p:nvPr/>
          </p:nvSpPr>
          <p:spPr>
            <a:xfrm>
              <a:off x="2723487" y="506741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5996">
                <a:alpha val="100000"/>
              </a:srgbClr>
            </a:solidFill>
            <a:ln w="5420" cap="flat">
              <a:solidFill>
                <a:srgbClr val="3A599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18" name="pg3418"/>
            <p:cNvSpPr/>
            <p:nvPr/>
          </p:nvSpPr>
          <p:spPr>
            <a:xfrm>
              <a:off x="2735124" y="506741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5996">
                <a:alpha val="100000"/>
              </a:srgbClr>
            </a:solidFill>
            <a:ln w="5420" cap="flat">
              <a:solidFill>
                <a:srgbClr val="3A599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19" name="pg3419"/>
            <p:cNvSpPr/>
            <p:nvPr/>
          </p:nvSpPr>
          <p:spPr>
            <a:xfrm>
              <a:off x="2746762" y="506741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5996">
                <a:alpha val="100000"/>
              </a:srgbClr>
            </a:solidFill>
            <a:ln w="5420" cap="flat">
              <a:solidFill>
                <a:srgbClr val="3A599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20" name="pg3420"/>
            <p:cNvSpPr/>
            <p:nvPr/>
          </p:nvSpPr>
          <p:spPr>
            <a:xfrm>
              <a:off x="4247977" y="506741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C84">
                <a:alpha val="100000"/>
              </a:srgbClr>
            </a:solidFill>
            <a:ln w="5420" cap="flat">
              <a:solidFill>
                <a:srgbClr val="3C4C8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21" name="pg3421"/>
            <p:cNvSpPr/>
            <p:nvPr/>
          </p:nvSpPr>
          <p:spPr>
            <a:xfrm>
              <a:off x="4259614" y="506741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C84">
                <a:alpha val="100000"/>
              </a:srgbClr>
            </a:solidFill>
            <a:ln w="5420" cap="flat">
              <a:solidFill>
                <a:srgbClr val="3C4C8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22" name="pg3422"/>
            <p:cNvSpPr/>
            <p:nvPr/>
          </p:nvSpPr>
          <p:spPr>
            <a:xfrm>
              <a:off x="4271252" y="506741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C83">
                <a:alpha val="100000"/>
              </a:srgbClr>
            </a:solidFill>
            <a:ln w="5420" cap="flat">
              <a:solidFill>
                <a:srgbClr val="3C4C8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23" name="pg3423"/>
            <p:cNvSpPr/>
            <p:nvPr/>
          </p:nvSpPr>
          <p:spPr>
            <a:xfrm>
              <a:off x="4282889" y="506741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B83">
                <a:alpha val="100000"/>
              </a:srgbClr>
            </a:solidFill>
            <a:ln w="5420" cap="flat">
              <a:solidFill>
                <a:srgbClr val="3C4B8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24" name="pg3424"/>
            <p:cNvSpPr/>
            <p:nvPr/>
          </p:nvSpPr>
          <p:spPr>
            <a:xfrm>
              <a:off x="4294526" y="506741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B82">
                <a:alpha val="100000"/>
              </a:srgbClr>
            </a:solidFill>
            <a:ln w="5420" cap="flat">
              <a:solidFill>
                <a:srgbClr val="3C4B8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25" name="pg3425"/>
            <p:cNvSpPr/>
            <p:nvPr/>
          </p:nvSpPr>
          <p:spPr>
            <a:xfrm>
              <a:off x="4306164" y="506741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A82">
                <a:alpha val="100000"/>
              </a:srgbClr>
            </a:solidFill>
            <a:ln w="5420" cap="flat">
              <a:solidFill>
                <a:srgbClr val="3C4A8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26" name="pg3426"/>
            <p:cNvSpPr/>
            <p:nvPr/>
          </p:nvSpPr>
          <p:spPr>
            <a:xfrm>
              <a:off x="4492361" y="506741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77D">
                <a:alpha val="100000"/>
              </a:srgbClr>
            </a:solidFill>
            <a:ln w="5420" cap="flat">
              <a:solidFill>
                <a:srgbClr val="3C477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27" name="pg3427"/>
            <p:cNvSpPr/>
            <p:nvPr/>
          </p:nvSpPr>
          <p:spPr>
            <a:xfrm>
              <a:off x="4503998" y="506741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77D">
                <a:alpha val="100000"/>
              </a:srgbClr>
            </a:solidFill>
            <a:ln w="5420" cap="flat">
              <a:solidFill>
                <a:srgbClr val="3C477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28" name="pg3428"/>
            <p:cNvSpPr/>
            <p:nvPr/>
          </p:nvSpPr>
          <p:spPr>
            <a:xfrm>
              <a:off x="4515636" y="506741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77D">
                <a:alpha val="100000"/>
              </a:srgbClr>
            </a:solidFill>
            <a:ln w="5420" cap="flat">
              <a:solidFill>
                <a:srgbClr val="3C477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29" name="pg3429"/>
            <p:cNvSpPr/>
            <p:nvPr/>
          </p:nvSpPr>
          <p:spPr>
            <a:xfrm>
              <a:off x="4527273" y="506741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77D">
                <a:alpha val="100000"/>
              </a:srgbClr>
            </a:solidFill>
            <a:ln w="5420" cap="flat">
              <a:solidFill>
                <a:srgbClr val="3C477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30" name="pg3430"/>
            <p:cNvSpPr/>
            <p:nvPr/>
          </p:nvSpPr>
          <p:spPr>
            <a:xfrm>
              <a:off x="4538910" y="506741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87D">
                <a:alpha val="100000"/>
              </a:srgbClr>
            </a:solidFill>
            <a:ln w="5420" cap="flat">
              <a:solidFill>
                <a:srgbClr val="3C487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31" name="pg3431"/>
            <p:cNvSpPr/>
            <p:nvPr/>
          </p:nvSpPr>
          <p:spPr>
            <a:xfrm>
              <a:off x="2653663" y="508171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5E9C">
                <a:alpha val="100000"/>
              </a:srgbClr>
            </a:solidFill>
            <a:ln w="5420" cap="flat">
              <a:solidFill>
                <a:srgbClr val="395E9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32" name="pg3432"/>
            <p:cNvSpPr/>
            <p:nvPr/>
          </p:nvSpPr>
          <p:spPr>
            <a:xfrm>
              <a:off x="2665300" y="508171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5D9C">
                <a:alpha val="100000"/>
              </a:srgbClr>
            </a:solidFill>
            <a:ln w="5420" cap="flat">
              <a:solidFill>
                <a:srgbClr val="395D9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33" name="pg3433"/>
            <p:cNvSpPr/>
            <p:nvPr/>
          </p:nvSpPr>
          <p:spPr>
            <a:xfrm>
              <a:off x="2676938" y="508171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5C9B">
                <a:alpha val="100000"/>
              </a:srgbClr>
            </a:solidFill>
            <a:ln w="5420" cap="flat">
              <a:solidFill>
                <a:srgbClr val="395C9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34" name="pg3434"/>
            <p:cNvSpPr/>
            <p:nvPr/>
          </p:nvSpPr>
          <p:spPr>
            <a:xfrm>
              <a:off x="2688575" y="508171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5C9A">
                <a:alpha val="100000"/>
              </a:srgbClr>
            </a:solidFill>
            <a:ln w="5420" cap="flat">
              <a:solidFill>
                <a:srgbClr val="395C9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35" name="pg3435"/>
            <p:cNvSpPr/>
            <p:nvPr/>
          </p:nvSpPr>
          <p:spPr>
            <a:xfrm>
              <a:off x="2700212" y="508171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5B99">
                <a:alpha val="100000"/>
              </a:srgbClr>
            </a:solidFill>
            <a:ln w="5420" cap="flat">
              <a:solidFill>
                <a:srgbClr val="395B9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36" name="pg3436"/>
            <p:cNvSpPr/>
            <p:nvPr/>
          </p:nvSpPr>
          <p:spPr>
            <a:xfrm>
              <a:off x="2711850" y="508171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5A98">
                <a:alpha val="100000"/>
              </a:srgbClr>
            </a:solidFill>
            <a:ln w="5420" cap="flat">
              <a:solidFill>
                <a:srgbClr val="3A5A9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37" name="pg3437"/>
            <p:cNvSpPr/>
            <p:nvPr/>
          </p:nvSpPr>
          <p:spPr>
            <a:xfrm>
              <a:off x="2723487" y="508171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5A98">
                <a:alpha val="100000"/>
              </a:srgbClr>
            </a:solidFill>
            <a:ln w="5420" cap="flat">
              <a:solidFill>
                <a:srgbClr val="3A5A9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38" name="pg3438"/>
            <p:cNvSpPr/>
            <p:nvPr/>
          </p:nvSpPr>
          <p:spPr>
            <a:xfrm>
              <a:off x="2735124" y="508171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5A98">
                <a:alpha val="100000"/>
              </a:srgbClr>
            </a:solidFill>
            <a:ln w="5420" cap="flat">
              <a:solidFill>
                <a:srgbClr val="3A5A9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39" name="pg3439"/>
            <p:cNvSpPr/>
            <p:nvPr/>
          </p:nvSpPr>
          <p:spPr>
            <a:xfrm>
              <a:off x="4247977" y="508171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D85">
                <a:alpha val="100000"/>
              </a:srgbClr>
            </a:solidFill>
            <a:ln w="5420" cap="flat">
              <a:solidFill>
                <a:srgbClr val="3C4D8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40" name="pg3440"/>
            <p:cNvSpPr/>
            <p:nvPr/>
          </p:nvSpPr>
          <p:spPr>
            <a:xfrm>
              <a:off x="4259614" y="508171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C84">
                <a:alpha val="100000"/>
              </a:srgbClr>
            </a:solidFill>
            <a:ln w="5420" cap="flat">
              <a:solidFill>
                <a:srgbClr val="3C4C8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41" name="pg3441"/>
            <p:cNvSpPr/>
            <p:nvPr/>
          </p:nvSpPr>
          <p:spPr>
            <a:xfrm>
              <a:off x="4271252" y="508171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C84">
                <a:alpha val="100000"/>
              </a:srgbClr>
            </a:solidFill>
            <a:ln w="5420" cap="flat">
              <a:solidFill>
                <a:srgbClr val="3C4C8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42" name="pg3442"/>
            <p:cNvSpPr/>
            <p:nvPr/>
          </p:nvSpPr>
          <p:spPr>
            <a:xfrm>
              <a:off x="4282889" y="508171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C83">
                <a:alpha val="100000"/>
              </a:srgbClr>
            </a:solidFill>
            <a:ln w="5420" cap="flat">
              <a:solidFill>
                <a:srgbClr val="3C4C8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43" name="pg3443"/>
            <p:cNvSpPr/>
            <p:nvPr/>
          </p:nvSpPr>
          <p:spPr>
            <a:xfrm>
              <a:off x="4294526" y="508171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B83">
                <a:alpha val="100000"/>
              </a:srgbClr>
            </a:solidFill>
            <a:ln w="5420" cap="flat">
              <a:solidFill>
                <a:srgbClr val="3C4B8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44" name="pg3444"/>
            <p:cNvSpPr/>
            <p:nvPr/>
          </p:nvSpPr>
          <p:spPr>
            <a:xfrm>
              <a:off x="4492361" y="508171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87E">
                <a:alpha val="100000"/>
              </a:srgbClr>
            </a:solidFill>
            <a:ln w="5420" cap="flat">
              <a:solidFill>
                <a:srgbClr val="3C487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45" name="pg3445"/>
            <p:cNvSpPr/>
            <p:nvPr/>
          </p:nvSpPr>
          <p:spPr>
            <a:xfrm>
              <a:off x="4503998" y="508171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87E">
                <a:alpha val="100000"/>
              </a:srgbClr>
            </a:solidFill>
            <a:ln w="5420" cap="flat">
              <a:solidFill>
                <a:srgbClr val="3C487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46" name="pg3446"/>
            <p:cNvSpPr/>
            <p:nvPr/>
          </p:nvSpPr>
          <p:spPr>
            <a:xfrm>
              <a:off x="4515636" y="508171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87E">
                <a:alpha val="100000"/>
              </a:srgbClr>
            </a:solidFill>
            <a:ln w="5420" cap="flat">
              <a:solidFill>
                <a:srgbClr val="3C487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47" name="pg3447"/>
            <p:cNvSpPr/>
            <p:nvPr/>
          </p:nvSpPr>
          <p:spPr>
            <a:xfrm>
              <a:off x="4527273" y="508171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87E">
                <a:alpha val="100000"/>
              </a:srgbClr>
            </a:solidFill>
            <a:ln w="5420" cap="flat">
              <a:solidFill>
                <a:srgbClr val="3C487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48" name="pg3448"/>
            <p:cNvSpPr/>
            <p:nvPr/>
          </p:nvSpPr>
          <p:spPr>
            <a:xfrm>
              <a:off x="4538910" y="508171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87E">
                <a:alpha val="100000"/>
              </a:srgbClr>
            </a:solidFill>
            <a:ln w="5420" cap="flat">
              <a:solidFill>
                <a:srgbClr val="3C487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49" name="pg3449"/>
            <p:cNvSpPr/>
            <p:nvPr/>
          </p:nvSpPr>
          <p:spPr>
            <a:xfrm>
              <a:off x="2653663" y="509601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5F9C">
                <a:alpha val="100000"/>
              </a:srgbClr>
            </a:solidFill>
            <a:ln w="5420" cap="flat">
              <a:solidFill>
                <a:srgbClr val="395F9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50" name="pg3450"/>
            <p:cNvSpPr/>
            <p:nvPr/>
          </p:nvSpPr>
          <p:spPr>
            <a:xfrm>
              <a:off x="2665300" y="509601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5F9C">
                <a:alpha val="100000"/>
              </a:srgbClr>
            </a:solidFill>
            <a:ln w="5420" cap="flat">
              <a:solidFill>
                <a:srgbClr val="395F9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51" name="pg3451"/>
            <p:cNvSpPr/>
            <p:nvPr/>
          </p:nvSpPr>
          <p:spPr>
            <a:xfrm>
              <a:off x="2676938" y="509601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5E9C">
                <a:alpha val="100000"/>
              </a:srgbClr>
            </a:solidFill>
            <a:ln w="5420" cap="flat">
              <a:solidFill>
                <a:srgbClr val="395E9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52" name="pg3452"/>
            <p:cNvSpPr/>
            <p:nvPr/>
          </p:nvSpPr>
          <p:spPr>
            <a:xfrm>
              <a:off x="2688575" y="509601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5E9C">
                <a:alpha val="100000"/>
              </a:srgbClr>
            </a:solidFill>
            <a:ln w="5420" cap="flat">
              <a:solidFill>
                <a:srgbClr val="395E9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53" name="pg3453"/>
            <p:cNvSpPr/>
            <p:nvPr/>
          </p:nvSpPr>
          <p:spPr>
            <a:xfrm>
              <a:off x="2700212" y="509601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5D9C">
                <a:alpha val="100000"/>
              </a:srgbClr>
            </a:solidFill>
            <a:ln w="5420" cap="flat">
              <a:solidFill>
                <a:srgbClr val="395D9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54" name="pg3454"/>
            <p:cNvSpPr/>
            <p:nvPr/>
          </p:nvSpPr>
          <p:spPr>
            <a:xfrm>
              <a:off x="2711850" y="509601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5D9C">
                <a:alpha val="100000"/>
              </a:srgbClr>
            </a:solidFill>
            <a:ln w="5420" cap="flat">
              <a:solidFill>
                <a:srgbClr val="395D9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55" name="pg3455"/>
            <p:cNvSpPr/>
            <p:nvPr/>
          </p:nvSpPr>
          <p:spPr>
            <a:xfrm>
              <a:off x="2723487" y="509601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5D9C">
                <a:alpha val="100000"/>
              </a:srgbClr>
            </a:solidFill>
            <a:ln w="5420" cap="flat">
              <a:solidFill>
                <a:srgbClr val="395D9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56" name="pg3456"/>
            <p:cNvSpPr/>
            <p:nvPr/>
          </p:nvSpPr>
          <p:spPr>
            <a:xfrm>
              <a:off x="2735124" y="509601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5D9C">
                <a:alpha val="100000"/>
              </a:srgbClr>
            </a:solidFill>
            <a:ln w="5420" cap="flat">
              <a:solidFill>
                <a:srgbClr val="395D9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57" name="pg3457"/>
            <p:cNvSpPr/>
            <p:nvPr/>
          </p:nvSpPr>
          <p:spPr>
            <a:xfrm>
              <a:off x="4247977" y="509601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4E86">
                <a:alpha val="100000"/>
              </a:srgbClr>
            </a:solidFill>
            <a:ln w="5420" cap="flat">
              <a:solidFill>
                <a:srgbClr val="3B4E8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58" name="pg3458"/>
            <p:cNvSpPr/>
            <p:nvPr/>
          </p:nvSpPr>
          <p:spPr>
            <a:xfrm>
              <a:off x="4259614" y="509601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4D86">
                <a:alpha val="100000"/>
              </a:srgbClr>
            </a:solidFill>
            <a:ln w="5420" cap="flat">
              <a:solidFill>
                <a:srgbClr val="3B4D8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59" name="pg3459"/>
            <p:cNvSpPr/>
            <p:nvPr/>
          </p:nvSpPr>
          <p:spPr>
            <a:xfrm>
              <a:off x="4271252" y="509601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D85">
                <a:alpha val="100000"/>
              </a:srgbClr>
            </a:solidFill>
            <a:ln w="5420" cap="flat">
              <a:solidFill>
                <a:srgbClr val="3C4D8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60" name="pg3460"/>
            <p:cNvSpPr/>
            <p:nvPr/>
          </p:nvSpPr>
          <p:spPr>
            <a:xfrm>
              <a:off x="4282889" y="509601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D85">
                <a:alpha val="100000"/>
              </a:srgbClr>
            </a:solidFill>
            <a:ln w="5420" cap="flat">
              <a:solidFill>
                <a:srgbClr val="3C4D8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61" name="pg3461"/>
            <p:cNvSpPr/>
            <p:nvPr/>
          </p:nvSpPr>
          <p:spPr>
            <a:xfrm>
              <a:off x="4294526" y="509601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C84">
                <a:alpha val="100000"/>
              </a:srgbClr>
            </a:solidFill>
            <a:ln w="5420" cap="flat">
              <a:solidFill>
                <a:srgbClr val="3C4C8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62" name="pg3462"/>
            <p:cNvSpPr/>
            <p:nvPr/>
          </p:nvSpPr>
          <p:spPr>
            <a:xfrm>
              <a:off x="4306164" y="509601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C84">
                <a:alpha val="100000"/>
              </a:srgbClr>
            </a:solidFill>
            <a:ln w="5420" cap="flat">
              <a:solidFill>
                <a:srgbClr val="3C4C8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63" name="pg3463"/>
            <p:cNvSpPr/>
            <p:nvPr/>
          </p:nvSpPr>
          <p:spPr>
            <a:xfrm>
              <a:off x="4503998" y="509601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980">
                <a:alpha val="100000"/>
              </a:srgbClr>
            </a:solidFill>
            <a:ln w="5420" cap="flat">
              <a:solidFill>
                <a:srgbClr val="3C498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64" name="pg3464"/>
            <p:cNvSpPr/>
            <p:nvPr/>
          </p:nvSpPr>
          <p:spPr>
            <a:xfrm>
              <a:off x="4515636" y="509601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980">
                <a:alpha val="100000"/>
              </a:srgbClr>
            </a:solidFill>
            <a:ln w="5420" cap="flat">
              <a:solidFill>
                <a:srgbClr val="3C498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65" name="pg3465"/>
            <p:cNvSpPr/>
            <p:nvPr/>
          </p:nvSpPr>
          <p:spPr>
            <a:xfrm>
              <a:off x="4527273" y="509601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980">
                <a:alpha val="100000"/>
              </a:srgbClr>
            </a:solidFill>
            <a:ln w="5420" cap="flat">
              <a:solidFill>
                <a:srgbClr val="3C498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66" name="pg3466"/>
            <p:cNvSpPr/>
            <p:nvPr/>
          </p:nvSpPr>
          <p:spPr>
            <a:xfrm>
              <a:off x="4538910" y="509601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980">
                <a:alpha val="100000"/>
              </a:srgbClr>
            </a:solidFill>
            <a:ln w="5420" cap="flat">
              <a:solidFill>
                <a:srgbClr val="3C498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67" name="pg3467"/>
            <p:cNvSpPr/>
            <p:nvPr/>
          </p:nvSpPr>
          <p:spPr>
            <a:xfrm>
              <a:off x="4550548" y="509601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980">
                <a:alpha val="100000"/>
              </a:srgbClr>
            </a:solidFill>
            <a:ln w="5420" cap="flat">
              <a:solidFill>
                <a:srgbClr val="3C498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68" name="pg3468"/>
            <p:cNvSpPr/>
            <p:nvPr/>
          </p:nvSpPr>
          <p:spPr>
            <a:xfrm>
              <a:off x="2665300" y="511031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609D">
                <a:alpha val="100000"/>
              </a:srgbClr>
            </a:solidFill>
            <a:ln w="5420" cap="flat">
              <a:solidFill>
                <a:srgbClr val="3960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69" name="pg3469"/>
            <p:cNvSpPr/>
            <p:nvPr/>
          </p:nvSpPr>
          <p:spPr>
            <a:xfrm>
              <a:off x="2676938" y="511031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5F9D">
                <a:alpha val="100000"/>
              </a:srgbClr>
            </a:solidFill>
            <a:ln w="5420" cap="flat">
              <a:solidFill>
                <a:srgbClr val="395F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70" name="pg3470"/>
            <p:cNvSpPr/>
            <p:nvPr/>
          </p:nvSpPr>
          <p:spPr>
            <a:xfrm>
              <a:off x="2688575" y="511031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5F9C">
                <a:alpha val="100000"/>
              </a:srgbClr>
            </a:solidFill>
            <a:ln w="5420" cap="flat">
              <a:solidFill>
                <a:srgbClr val="395F9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71" name="pg3471"/>
            <p:cNvSpPr/>
            <p:nvPr/>
          </p:nvSpPr>
          <p:spPr>
            <a:xfrm>
              <a:off x="2700212" y="511031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5F9C">
                <a:alpha val="100000"/>
              </a:srgbClr>
            </a:solidFill>
            <a:ln w="5420" cap="flat">
              <a:solidFill>
                <a:srgbClr val="395F9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72" name="pg3472"/>
            <p:cNvSpPr/>
            <p:nvPr/>
          </p:nvSpPr>
          <p:spPr>
            <a:xfrm>
              <a:off x="2711850" y="511031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5E9C">
                <a:alpha val="100000"/>
              </a:srgbClr>
            </a:solidFill>
            <a:ln w="5420" cap="flat">
              <a:solidFill>
                <a:srgbClr val="395E9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73" name="pg3473"/>
            <p:cNvSpPr/>
            <p:nvPr/>
          </p:nvSpPr>
          <p:spPr>
            <a:xfrm>
              <a:off x="2723487" y="511031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5E9C">
                <a:alpha val="100000"/>
              </a:srgbClr>
            </a:solidFill>
            <a:ln w="5420" cap="flat">
              <a:solidFill>
                <a:srgbClr val="395E9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74" name="pg3474"/>
            <p:cNvSpPr/>
            <p:nvPr/>
          </p:nvSpPr>
          <p:spPr>
            <a:xfrm>
              <a:off x="4259614" y="511031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4E86">
                <a:alpha val="100000"/>
              </a:srgbClr>
            </a:solidFill>
            <a:ln w="5420" cap="flat">
              <a:solidFill>
                <a:srgbClr val="3B4E8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75" name="pg3475"/>
            <p:cNvSpPr/>
            <p:nvPr/>
          </p:nvSpPr>
          <p:spPr>
            <a:xfrm>
              <a:off x="4271252" y="511031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4E86">
                <a:alpha val="100000"/>
              </a:srgbClr>
            </a:solidFill>
            <a:ln w="5420" cap="flat">
              <a:solidFill>
                <a:srgbClr val="3B4E8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76" name="pg3476"/>
            <p:cNvSpPr/>
            <p:nvPr/>
          </p:nvSpPr>
          <p:spPr>
            <a:xfrm>
              <a:off x="4282889" y="511031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4D85">
                <a:alpha val="100000"/>
              </a:srgbClr>
            </a:solidFill>
            <a:ln w="5420" cap="flat">
              <a:solidFill>
                <a:srgbClr val="3B4D8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77" name="pg3477"/>
            <p:cNvSpPr/>
            <p:nvPr/>
          </p:nvSpPr>
          <p:spPr>
            <a:xfrm>
              <a:off x="4294526" y="511031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D85">
                <a:alpha val="100000"/>
              </a:srgbClr>
            </a:solidFill>
            <a:ln w="5420" cap="flat">
              <a:solidFill>
                <a:srgbClr val="3C4D8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78" name="pg3478"/>
            <p:cNvSpPr/>
            <p:nvPr/>
          </p:nvSpPr>
          <p:spPr>
            <a:xfrm>
              <a:off x="4306164" y="511031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D85">
                <a:alpha val="100000"/>
              </a:srgbClr>
            </a:solidFill>
            <a:ln w="5420" cap="flat">
              <a:solidFill>
                <a:srgbClr val="3C4D8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79" name="pg3479"/>
            <p:cNvSpPr/>
            <p:nvPr/>
          </p:nvSpPr>
          <p:spPr>
            <a:xfrm>
              <a:off x="4503998" y="511031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A80">
                <a:alpha val="100000"/>
              </a:srgbClr>
            </a:solidFill>
            <a:ln w="5420" cap="flat">
              <a:solidFill>
                <a:srgbClr val="3C4A8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80" name="pg3480"/>
            <p:cNvSpPr/>
            <p:nvPr/>
          </p:nvSpPr>
          <p:spPr>
            <a:xfrm>
              <a:off x="4515636" y="511031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A80">
                <a:alpha val="100000"/>
              </a:srgbClr>
            </a:solidFill>
            <a:ln w="5420" cap="flat">
              <a:solidFill>
                <a:srgbClr val="3C4A8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81" name="pg3481"/>
            <p:cNvSpPr/>
            <p:nvPr/>
          </p:nvSpPr>
          <p:spPr>
            <a:xfrm>
              <a:off x="4527273" y="511031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A80">
                <a:alpha val="100000"/>
              </a:srgbClr>
            </a:solidFill>
            <a:ln w="5420" cap="flat">
              <a:solidFill>
                <a:srgbClr val="3C4A8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82" name="pg3482"/>
            <p:cNvSpPr/>
            <p:nvPr/>
          </p:nvSpPr>
          <p:spPr>
            <a:xfrm>
              <a:off x="4538910" y="511031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A80">
                <a:alpha val="100000"/>
              </a:srgbClr>
            </a:solidFill>
            <a:ln w="5420" cap="flat">
              <a:solidFill>
                <a:srgbClr val="3C4A8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83" name="pg3483"/>
            <p:cNvSpPr/>
            <p:nvPr/>
          </p:nvSpPr>
          <p:spPr>
            <a:xfrm>
              <a:off x="4550548" y="511031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A80">
                <a:alpha val="100000"/>
              </a:srgbClr>
            </a:solidFill>
            <a:ln w="5420" cap="flat">
              <a:solidFill>
                <a:srgbClr val="3C4A8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84" name="pg3484"/>
            <p:cNvSpPr/>
            <p:nvPr/>
          </p:nvSpPr>
          <p:spPr>
            <a:xfrm>
              <a:off x="4562185" y="511031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A81">
                <a:alpha val="100000"/>
              </a:srgbClr>
            </a:solidFill>
            <a:ln w="5420" cap="flat">
              <a:solidFill>
                <a:srgbClr val="3C4A8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85" name="pg3485"/>
            <p:cNvSpPr/>
            <p:nvPr/>
          </p:nvSpPr>
          <p:spPr>
            <a:xfrm>
              <a:off x="2665300" y="512461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609D">
                <a:alpha val="100000"/>
              </a:srgbClr>
            </a:solidFill>
            <a:ln w="5420" cap="flat">
              <a:solidFill>
                <a:srgbClr val="3960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86" name="pg3486"/>
            <p:cNvSpPr/>
            <p:nvPr/>
          </p:nvSpPr>
          <p:spPr>
            <a:xfrm>
              <a:off x="2676938" y="512461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609D">
                <a:alpha val="100000"/>
              </a:srgbClr>
            </a:solidFill>
            <a:ln w="5420" cap="flat">
              <a:solidFill>
                <a:srgbClr val="3960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87" name="pg3487"/>
            <p:cNvSpPr/>
            <p:nvPr/>
          </p:nvSpPr>
          <p:spPr>
            <a:xfrm>
              <a:off x="2688575" y="512461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609D">
                <a:alpha val="100000"/>
              </a:srgbClr>
            </a:solidFill>
            <a:ln w="5420" cap="flat">
              <a:solidFill>
                <a:srgbClr val="3960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88" name="pg3488"/>
            <p:cNvSpPr/>
            <p:nvPr/>
          </p:nvSpPr>
          <p:spPr>
            <a:xfrm>
              <a:off x="2700212" y="512461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609D">
                <a:alpha val="100000"/>
              </a:srgbClr>
            </a:solidFill>
            <a:ln w="5420" cap="flat">
              <a:solidFill>
                <a:srgbClr val="3960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89" name="pg3489"/>
            <p:cNvSpPr/>
            <p:nvPr/>
          </p:nvSpPr>
          <p:spPr>
            <a:xfrm>
              <a:off x="2711850" y="512461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609D">
                <a:alpha val="100000"/>
              </a:srgbClr>
            </a:solidFill>
            <a:ln w="5420" cap="flat">
              <a:solidFill>
                <a:srgbClr val="3960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90" name="pg3490"/>
            <p:cNvSpPr/>
            <p:nvPr/>
          </p:nvSpPr>
          <p:spPr>
            <a:xfrm>
              <a:off x="2723487" y="512461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609D">
                <a:alpha val="100000"/>
              </a:srgbClr>
            </a:solidFill>
            <a:ln w="5420" cap="flat">
              <a:solidFill>
                <a:srgbClr val="3960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91" name="pg3491"/>
            <p:cNvSpPr/>
            <p:nvPr/>
          </p:nvSpPr>
          <p:spPr>
            <a:xfrm>
              <a:off x="4271252" y="512461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4E87">
                <a:alpha val="100000"/>
              </a:srgbClr>
            </a:solidFill>
            <a:ln w="5420" cap="flat">
              <a:solidFill>
                <a:srgbClr val="3B4E8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92" name="pg3492"/>
            <p:cNvSpPr/>
            <p:nvPr/>
          </p:nvSpPr>
          <p:spPr>
            <a:xfrm>
              <a:off x="4282889" y="512461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4E86">
                <a:alpha val="100000"/>
              </a:srgbClr>
            </a:solidFill>
            <a:ln w="5420" cap="flat">
              <a:solidFill>
                <a:srgbClr val="3B4E8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93" name="pg3493"/>
            <p:cNvSpPr/>
            <p:nvPr/>
          </p:nvSpPr>
          <p:spPr>
            <a:xfrm>
              <a:off x="4294526" y="512461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4D86">
                <a:alpha val="100000"/>
              </a:srgbClr>
            </a:solidFill>
            <a:ln w="5420" cap="flat">
              <a:solidFill>
                <a:srgbClr val="3B4D8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94" name="pg3494"/>
            <p:cNvSpPr/>
            <p:nvPr/>
          </p:nvSpPr>
          <p:spPr>
            <a:xfrm>
              <a:off x="4306164" y="512461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D85">
                <a:alpha val="100000"/>
              </a:srgbClr>
            </a:solidFill>
            <a:ln w="5420" cap="flat">
              <a:solidFill>
                <a:srgbClr val="3C4D8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95" name="pg3495"/>
            <p:cNvSpPr/>
            <p:nvPr/>
          </p:nvSpPr>
          <p:spPr>
            <a:xfrm>
              <a:off x="4317801" y="512461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D85">
                <a:alpha val="100000"/>
              </a:srgbClr>
            </a:solidFill>
            <a:ln w="5420" cap="flat">
              <a:solidFill>
                <a:srgbClr val="3C4D8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96" name="pg3496"/>
            <p:cNvSpPr/>
            <p:nvPr/>
          </p:nvSpPr>
          <p:spPr>
            <a:xfrm>
              <a:off x="4329438" y="512461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D84">
                <a:alpha val="100000"/>
              </a:srgbClr>
            </a:solidFill>
            <a:ln w="5420" cap="flat">
              <a:solidFill>
                <a:srgbClr val="3C4D8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97" name="pg3497"/>
            <p:cNvSpPr/>
            <p:nvPr/>
          </p:nvSpPr>
          <p:spPr>
            <a:xfrm>
              <a:off x="4341076" y="512461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C84">
                <a:alpha val="100000"/>
              </a:srgbClr>
            </a:solidFill>
            <a:ln w="5420" cap="flat">
              <a:solidFill>
                <a:srgbClr val="3C4C8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98" name="pg3498"/>
            <p:cNvSpPr/>
            <p:nvPr/>
          </p:nvSpPr>
          <p:spPr>
            <a:xfrm>
              <a:off x="4352713" y="512461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C83">
                <a:alpha val="100000"/>
              </a:srgbClr>
            </a:solidFill>
            <a:ln w="5420" cap="flat">
              <a:solidFill>
                <a:srgbClr val="3C4C8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99" name="pg3499"/>
            <p:cNvSpPr/>
            <p:nvPr/>
          </p:nvSpPr>
          <p:spPr>
            <a:xfrm>
              <a:off x="4515636" y="512461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A81">
                <a:alpha val="100000"/>
              </a:srgbClr>
            </a:solidFill>
            <a:ln w="5420" cap="flat">
              <a:solidFill>
                <a:srgbClr val="3C4A8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00" name="pg3500"/>
            <p:cNvSpPr/>
            <p:nvPr/>
          </p:nvSpPr>
          <p:spPr>
            <a:xfrm>
              <a:off x="4527273" y="512461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A81">
                <a:alpha val="100000"/>
              </a:srgbClr>
            </a:solidFill>
            <a:ln w="5420" cap="flat">
              <a:solidFill>
                <a:srgbClr val="3C4A8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01" name="pg3501"/>
            <p:cNvSpPr/>
            <p:nvPr/>
          </p:nvSpPr>
          <p:spPr>
            <a:xfrm>
              <a:off x="4538910" y="512461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A81">
                <a:alpha val="100000"/>
              </a:srgbClr>
            </a:solidFill>
            <a:ln w="5420" cap="flat">
              <a:solidFill>
                <a:srgbClr val="3C4A8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02" name="pg3502"/>
            <p:cNvSpPr/>
            <p:nvPr/>
          </p:nvSpPr>
          <p:spPr>
            <a:xfrm>
              <a:off x="4550548" y="512461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A81">
                <a:alpha val="100000"/>
              </a:srgbClr>
            </a:solidFill>
            <a:ln w="5420" cap="flat">
              <a:solidFill>
                <a:srgbClr val="3C4A8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03" name="pg3503"/>
            <p:cNvSpPr/>
            <p:nvPr/>
          </p:nvSpPr>
          <p:spPr>
            <a:xfrm>
              <a:off x="4562185" y="512461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A81">
                <a:alpha val="100000"/>
              </a:srgbClr>
            </a:solidFill>
            <a:ln w="5420" cap="flat">
              <a:solidFill>
                <a:srgbClr val="3C4A8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04" name="pg3504"/>
            <p:cNvSpPr/>
            <p:nvPr/>
          </p:nvSpPr>
          <p:spPr>
            <a:xfrm>
              <a:off x="2676938" y="513891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19D">
                <a:alpha val="100000"/>
              </a:srgbClr>
            </a:solidFill>
            <a:ln w="5420" cap="flat">
              <a:solidFill>
                <a:srgbClr val="3A61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05" name="pg3505"/>
            <p:cNvSpPr/>
            <p:nvPr/>
          </p:nvSpPr>
          <p:spPr>
            <a:xfrm>
              <a:off x="2688575" y="513891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19D">
                <a:alpha val="100000"/>
              </a:srgbClr>
            </a:solidFill>
            <a:ln w="5420" cap="flat">
              <a:solidFill>
                <a:srgbClr val="3A61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06" name="pg3506"/>
            <p:cNvSpPr/>
            <p:nvPr/>
          </p:nvSpPr>
          <p:spPr>
            <a:xfrm>
              <a:off x="2700212" y="513891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19D">
                <a:alpha val="100000"/>
              </a:srgbClr>
            </a:solidFill>
            <a:ln w="5420" cap="flat">
              <a:solidFill>
                <a:srgbClr val="3A61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07" name="pg3507"/>
            <p:cNvSpPr/>
            <p:nvPr/>
          </p:nvSpPr>
          <p:spPr>
            <a:xfrm>
              <a:off x="2711850" y="513891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19D">
                <a:alpha val="100000"/>
              </a:srgbClr>
            </a:solidFill>
            <a:ln w="5420" cap="flat">
              <a:solidFill>
                <a:srgbClr val="3A61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08" name="pg3508"/>
            <p:cNvSpPr/>
            <p:nvPr/>
          </p:nvSpPr>
          <p:spPr>
            <a:xfrm>
              <a:off x="2723487" y="513891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19D">
                <a:alpha val="100000"/>
              </a:srgbClr>
            </a:solidFill>
            <a:ln w="5420" cap="flat">
              <a:solidFill>
                <a:srgbClr val="3A61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09" name="pg3509"/>
            <p:cNvSpPr/>
            <p:nvPr/>
          </p:nvSpPr>
          <p:spPr>
            <a:xfrm>
              <a:off x="4271252" y="513891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4E87">
                <a:alpha val="100000"/>
              </a:srgbClr>
            </a:solidFill>
            <a:ln w="5420" cap="flat">
              <a:solidFill>
                <a:srgbClr val="3B4E8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10" name="pg3510"/>
            <p:cNvSpPr/>
            <p:nvPr/>
          </p:nvSpPr>
          <p:spPr>
            <a:xfrm>
              <a:off x="4282889" y="513891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4E87">
                <a:alpha val="100000"/>
              </a:srgbClr>
            </a:solidFill>
            <a:ln w="5420" cap="flat">
              <a:solidFill>
                <a:srgbClr val="3B4E8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11" name="pg3511"/>
            <p:cNvSpPr/>
            <p:nvPr/>
          </p:nvSpPr>
          <p:spPr>
            <a:xfrm>
              <a:off x="4294526" y="513891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4E86">
                <a:alpha val="100000"/>
              </a:srgbClr>
            </a:solidFill>
            <a:ln w="5420" cap="flat">
              <a:solidFill>
                <a:srgbClr val="3B4E8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12" name="pg3512"/>
            <p:cNvSpPr/>
            <p:nvPr/>
          </p:nvSpPr>
          <p:spPr>
            <a:xfrm>
              <a:off x="4306164" y="513891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4E86">
                <a:alpha val="100000"/>
              </a:srgbClr>
            </a:solidFill>
            <a:ln w="5420" cap="flat">
              <a:solidFill>
                <a:srgbClr val="3B4E8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13" name="pg3513"/>
            <p:cNvSpPr/>
            <p:nvPr/>
          </p:nvSpPr>
          <p:spPr>
            <a:xfrm>
              <a:off x="4317801" y="513891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4D86">
                <a:alpha val="100000"/>
              </a:srgbClr>
            </a:solidFill>
            <a:ln w="5420" cap="flat">
              <a:solidFill>
                <a:srgbClr val="3B4D8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14" name="pg3514"/>
            <p:cNvSpPr/>
            <p:nvPr/>
          </p:nvSpPr>
          <p:spPr>
            <a:xfrm>
              <a:off x="4329438" y="513891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D85">
                <a:alpha val="100000"/>
              </a:srgbClr>
            </a:solidFill>
            <a:ln w="5420" cap="flat">
              <a:solidFill>
                <a:srgbClr val="3C4D8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15" name="pg3515"/>
            <p:cNvSpPr/>
            <p:nvPr/>
          </p:nvSpPr>
          <p:spPr>
            <a:xfrm>
              <a:off x="4341076" y="513891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D85">
                <a:alpha val="100000"/>
              </a:srgbClr>
            </a:solidFill>
            <a:ln w="5420" cap="flat">
              <a:solidFill>
                <a:srgbClr val="3C4D8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16" name="pg3516"/>
            <p:cNvSpPr/>
            <p:nvPr/>
          </p:nvSpPr>
          <p:spPr>
            <a:xfrm>
              <a:off x="4352713" y="513891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C84">
                <a:alpha val="100000"/>
              </a:srgbClr>
            </a:solidFill>
            <a:ln w="5420" cap="flat">
              <a:solidFill>
                <a:srgbClr val="3C4C8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17" name="pg3517"/>
            <p:cNvSpPr/>
            <p:nvPr/>
          </p:nvSpPr>
          <p:spPr>
            <a:xfrm>
              <a:off x="4364350" y="513891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C84">
                <a:alpha val="100000"/>
              </a:srgbClr>
            </a:solidFill>
            <a:ln w="5420" cap="flat">
              <a:solidFill>
                <a:srgbClr val="3C4C8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18" name="pg3518"/>
            <p:cNvSpPr/>
            <p:nvPr/>
          </p:nvSpPr>
          <p:spPr>
            <a:xfrm>
              <a:off x="4515636" y="513891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B82">
                <a:alpha val="100000"/>
              </a:srgbClr>
            </a:solidFill>
            <a:ln w="5420" cap="flat">
              <a:solidFill>
                <a:srgbClr val="3C4B8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19" name="pg3519"/>
            <p:cNvSpPr/>
            <p:nvPr/>
          </p:nvSpPr>
          <p:spPr>
            <a:xfrm>
              <a:off x="4527273" y="513891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B82">
                <a:alpha val="100000"/>
              </a:srgbClr>
            </a:solidFill>
            <a:ln w="5420" cap="flat">
              <a:solidFill>
                <a:srgbClr val="3C4B8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20" name="pg3520"/>
            <p:cNvSpPr/>
            <p:nvPr/>
          </p:nvSpPr>
          <p:spPr>
            <a:xfrm>
              <a:off x="4538910" y="513891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B82">
                <a:alpha val="100000"/>
              </a:srgbClr>
            </a:solidFill>
            <a:ln w="5420" cap="flat">
              <a:solidFill>
                <a:srgbClr val="3C4B8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21" name="pg3521"/>
            <p:cNvSpPr/>
            <p:nvPr/>
          </p:nvSpPr>
          <p:spPr>
            <a:xfrm>
              <a:off x="4550548" y="513891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B82">
                <a:alpha val="100000"/>
              </a:srgbClr>
            </a:solidFill>
            <a:ln w="5420" cap="flat">
              <a:solidFill>
                <a:srgbClr val="3C4B8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22" name="pg3522"/>
            <p:cNvSpPr/>
            <p:nvPr/>
          </p:nvSpPr>
          <p:spPr>
            <a:xfrm>
              <a:off x="4562185" y="513891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B82">
                <a:alpha val="100000"/>
              </a:srgbClr>
            </a:solidFill>
            <a:ln w="5420" cap="flat">
              <a:solidFill>
                <a:srgbClr val="3C4B8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23" name="pg3523"/>
            <p:cNvSpPr/>
            <p:nvPr/>
          </p:nvSpPr>
          <p:spPr>
            <a:xfrm>
              <a:off x="2676938" y="515321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29D">
                <a:alpha val="100000"/>
              </a:srgbClr>
            </a:solidFill>
            <a:ln w="5420" cap="flat">
              <a:solidFill>
                <a:srgbClr val="3A62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24" name="pg3524"/>
            <p:cNvSpPr/>
            <p:nvPr/>
          </p:nvSpPr>
          <p:spPr>
            <a:xfrm>
              <a:off x="2688575" y="515321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29D">
                <a:alpha val="100000"/>
              </a:srgbClr>
            </a:solidFill>
            <a:ln w="5420" cap="flat">
              <a:solidFill>
                <a:srgbClr val="3A62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25" name="pg3525"/>
            <p:cNvSpPr/>
            <p:nvPr/>
          </p:nvSpPr>
          <p:spPr>
            <a:xfrm>
              <a:off x="2700212" y="515321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29D">
                <a:alpha val="100000"/>
              </a:srgbClr>
            </a:solidFill>
            <a:ln w="5420" cap="flat">
              <a:solidFill>
                <a:srgbClr val="3A62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26" name="pg3526"/>
            <p:cNvSpPr/>
            <p:nvPr/>
          </p:nvSpPr>
          <p:spPr>
            <a:xfrm>
              <a:off x="2711850" y="515321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29D">
                <a:alpha val="100000"/>
              </a:srgbClr>
            </a:solidFill>
            <a:ln w="5420" cap="flat">
              <a:solidFill>
                <a:srgbClr val="3A62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27" name="pg3527"/>
            <p:cNvSpPr/>
            <p:nvPr/>
          </p:nvSpPr>
          <p:spPr>
            <a:xfrm>
              <a:off x="2723487" y="515321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29D">
                <a:alpha val="100000"/>
              </a:srgbClr>
            </a:solidFill>
            <a:ln w="5420" cap="flat">
              <a:solidFill>
                <a:srgbClr val="3A62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28" name="pg3528"/>
            <p:cNvSpPr/>
            <p:nvPr/>
          </p:nvSpPr>
          <p:spPr>
            <a:xfrm>
              <a:off x="4282889" y="515321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4F87">
                <a:alpha val="100000"/>
              </a:srgbClr>
            </a:solidFill>
            <a:ln w="5420" cap="flat">
              <a:solidFill>
                <a:srgbClr val="3B4F8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29" name="pg3529"/>
            <p:cNvSpPr/>
            <p:nvPr/>
          </p:nvSpPr>
          <p:spPr>
            <a:xfrm>
              <a:off x="4294526" y="515321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4E87">
                <a:alpha val="100000"/>
              </a:srgbClr>
            </a:solidFill>
            <a:ln w="5420" cap="flat">
              <a:solidFill>
                <a:srgbClr val="3B4E8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30" name="pg3530"/>
            <p:cNvSpPr/>
            <p:nvPr/>
          </p:nvSpPr>
          <p:spPr>
            <a:xfrm>
              <a:off x="4306164" y="515321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4E87">
                <a:alpha val="100000"/>
              </a:srgbClr>
            </a:solidFill>
            <a:ln w="5420" cap="flat">
              <a:solidFill>
                <a:srgbClr val="3B4E8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31" name="pg3531"/>
            <p:cNvSpPr/>
            <p:nvPr/>
          </p:nvSpPr>
          <p:spPr>
            <a:xfrm>
              <a:off x="4317801" y="515321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4E86">
                <a:alpha val="100000"/>
              </a:srgbClr>
            </a:solidFill>
            <a:ln w="5420" cap="flat">
              <a:solidFill>
                <a:srgbClr val="3B4E8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32" name="pg3532"/>
            <p:cNvSpPr/>
            <p:nvPr/>
          </p:nvSpPr>
          <p:spPr>
            <a:xfrm>
              <a:off x="4329438" y="515321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4D86">
                <a:alpha val="100000"/>
              </a:srgbClr>
            </a:solidFill>
            <a:ln w="5420" cap="flat">
              <a:solidFill>
                <a:srgbClr val="3B4D8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33" name="pg3533"/>
            <p:cNvSpPr/>
            <p:nvPr/>
          </p:nvSpPr>
          <p:spPr>
            <a:xfrm>
              <a:off x="4341076" y="515321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4D85">
                <a:alpha val="100000"/>
              </a:srgbClr>
            </a:solidFill>
            <a:ln w="5420" cap="flat">
              <a:solidFill>
                <a:srgbClr val="3B4D8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34" name="pg3534"/>
            <p:cNvSpPr/>
            <p:nvPr/>
          </p:nvSpPr>
          <p:spPr>
            <a:xfrm>
              <a:off x="4352713" y="515321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D85">
                <a:alpha val="100000"/>
              </a:srgbClr>
            </a:solidFill>
            <a:ln w="5420" cap="flat">
              <a:solidFill>
                <a:srgbClr val="3C4D8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35" name="pg3535"/>
            <p:cNvSpPr/>
            <p:nvPr/>
          </p:nvSpPr>
          <p:spPr>
            <a:xfrm>
              <a:off x="4364350" y="515321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D85">
                <a:alpha val="100000"/>
              </a:srgbClr>
            </a:solidFill>
            <a:ln w="5420" cap="flat">
              <a:solidFill>
                <a:srgbClr val="3C4D8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36" name="pg3536"/>
            <p:cNvSpPr/>
            <p:nvPr/>
          </p:nvSpPr>
          <p:spPr>
            <a:xfrm>
              <a:off x="4527273" y="515321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B82">
                <a:alpha val="100000"/>
              </a:srgbClr>
            </a:solidFill>
            <a:ln w="5420" cap="flat">
              <a:solidFill>
                <a:srgbClr val="3C4B8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37" name="pg3537"/>
            <p:cNvSpPr/>
            <p:nvPr/>
          </p:nvSpPr>
          <p:spPr>
            <a:xfrm>
              <a:off x="4538910" y="515321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B83">
                <a:alpha val="100000"/>
              </a:srgbClr>
            </a:solidFill>
            <a:ln w="5420" cap="flat">
              <a:solidFill>
                <a:srgbClr val="3C4B8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38" name="pg3538"/>
            <p:cNvSpPr/>
            <p:nvPr/>
          </p:nvSpPr>
          <p:spPr>
            <a:xfrm>
              <a:off x="4550548" y="515321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B83">
                <a:alpha val="100000"/>
              </a:srgbClr>
            </a:solidFill>
            <a:ln w="5420" cap="flat">
              <a:solidFill>
                <a:srgbClr val="3C4B8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39" name="pg3539"/>
            <p:cNvSpPr/>
            <p:nvPr/>
          </p:nvSpPr>
          <p:spPr>
            <a:xfrm>
              <a:off x="4562185" y="515321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B83">
                <a:alpha val="100000"/>
              </a:srgbClr>
            </a:solidFill>
            <a:ln w="5420" cap="flat">
              <a:solidFill>
                <a:srgbClr val="3C4B8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40" name="pg3540"/>
            <p:cNvSpPr/>
            <p:nvPr/>
          </p:nvSpPr>
          <p:spPr>
            <a:xfrm>
              <a:off x="4573822" y="515321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B83">
                <a:alpha val="100000"/>
              </a:srgbClr>
            </a:solidFill>
            <a:ln w="5420" cap="flat">
              <a:solidFill>
                <a:srgbClr val="3C4B8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41" name="pg3541"/>
            <p:cNvSpPr/>
            <p:nvPr/>
          </p:nvSpPr>
          <p:spPr>
            <a:xfrm>
              <a:off x="2676938" y="516751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39D">
                <a:alpha val="100000"/>
              </a:srgbClr>
            </a:solidFill>
            <a:ln w="5420" cap="flat">
              <a:solidFill>
                <a:srgbClr val="3A63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42" name="pg3542"/>
            <p:cNvSpPr/>
            <p:nvPr/>
          </p:nvSpPr>
          <p:spPr>
            <a:xfrm>
              <a:off x="2688575" y="516751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39D">
                <a:alpha val="100000"/>
              </a:srgbClr>
            </a:solidFill>
            <a:ln w="5420" cap="flat">
              <a:solidFill>
                <a:srgbClr val="3A63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43" name="pg3543"/>
            <p:cNvSpPr/>
            <p:nvPr/>
          </p:nvSpPr>
          <p:spPr>
            <a:xfrm>
              <a:off x="2700212" y="516751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39D">
                <a:alpha val="100000"/>
              </a:srgbClr>
            </a:solidFill>
            <a:ln w="5420" cap="flat">
              <a:solidFill>
                <a:srgbClr val="3A63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44" name="pg3544"/>
            <p:cNvSpPr/>
            <p:nvPr/>
          </p:nvSpPr>
          <p:spPr>
            <a:xfrm>
              <a:off x="2711850" y="516751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39D">
                <a:alpha val="100000"/>
              </a:srgbClr>
            </a:solidFill>
            <a:ln w="5420" cap="flat">
              <a:solidFill>
                <a:srgbClr val="3A63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45" name="pg3545"/>
            <p:cNvSpPr/>
            <p:nvPr/>
          </p:nvSpPr>
          <p:spPr>
            <a:xfrm>
              <a:off x="2723487" y="516751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39D">
                <a:alpha val="100000"/>
              </a:srgbClr>
            </a:solidFill>
            <a:ln w="5420" cap="flat">
              <a:solidFill>
                <a:srgbClr val="3A63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46" name="pg3546"/>
            <p:cNvSpPr/>
            <p:nvPr/>
          </p:nvSpPr>
          <p:spPr>
            <a:xfrm>
              <a:off x="4294526" y="516751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4F88">
                <a:alpha val="100000"/>
              </a:srgbClr>
            </a:solidFill>
            <a:ln w="5420" cap="flat">
              <a:solidFill>
                <a:srgbClr val="3B4F8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47" name="pg3547"/>
            <p:cNvSpPr/>
            <p:nvPr/>
          </p:nvSpPr>
          <p:spPr>
            <a:xfrm>
              <a:off x="4306164" y="516751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4E87">
                <a:alpha val="100000"/>
              </a:srgbClr>
            </a:solidFill>
            <a:ln w="5420" cap="flat">
              <a:solidFill>
                <a:srgbClr val="3B4E8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48" name="pg3548"/>
            <p:cNvSpPr/>
            <p:nvPr/>
          </p:nvSpPr>
          <p:spPr>
            <a:xfrm>
              <a:off x="4317801" y="516751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4E87">
                <a:alpha val="100000"/>
              </a:srgbClr>
            </a:solidFill>
            <a:ln w="5420" cap="flat">
              <a:solidFill>
                <a:srgbClr val="3B4E8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49" name="pg3549"/>
            <p:cNvSpPr/>
            <p:nvPr/>
          </p:nvSpPr>
          <p:spPr>
            <a:xfrm>
              <a:off x="4329438" y="516751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4E86">
                <a:alpha val="100000"/>
              </a:srgbClr>
            </a:solidFill>
            <a:ln w="5420" cap="flat">
              <a:solidFill>
                <a:srgbClr val="3B4E8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50" name="pg3550"/>
            <p:cNvSpPr/>
            <p:nvPr/>
          </p:nvSpPr>
          <p:spPr>
            <a:xfrm>
              <a:off x="4341076" y="516751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4E86">
                <a:alpha val="100000"/>
              </a:srgbClr>
            </a:solidFill>
            <a:ln w="5420" cap="flat">
              <a:solidFill>
                <a:srgbClr val="3B4E8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51" name="pg3551"/>
            <p:cNvSpPr/>
            <p:nvPr/>
          </p:nvSpPr>
          <p:spPr>
            <a:xfrm>
              <a:off x="4352713" y="516751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4D86">
                <a:alpha val="100000"/>
              </a:srgbClr>
            </a:solidFill>
            <a:ln w="5420" cap="flat">
              <a:solidFill>
                <a:srgbClr val="3B4D8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52" name="pg3552"/>
            <p:cNvSpPr/>
            <p:nvPr/>
          </p:nvSpPr>
          <p:spPr>
            <a:xfrm>
              <a:off x="4364350" y="516751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D85">
                <a:alpha val="100000"/>
              </a:srgbClr>
            </a:solidFill>
            <a:ln w="5420" cap="flat">
              <a:solidFill>
                <a:srgbClr val="3C4D8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53" name="pg3553"/>
            <p:cNvSpPr/>
            <p:nvPr/>
          </p:nvSpPr>
          <p:spPr>
            <a:xfrm>
              <a:off x="4375988" y="516751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D85">
                <a:alpha val="100000"/>
              </a:srgbClr>
            </a:solidFill>
            <a:ln w="5420" cap="flat">
              <a:solidFill>
                <a:srgbClr val="3C4D8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54" name="pg3554"/>
            <p:cNvSpPr/>
            <p:nvPr/>
          </p:nvSpPr>
          <p:spPr>
            <a:xfrm>
              <a:off x="4527273" y="516751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C83">
                <a:alpha val="100000"/>
              </a:srgbClr>
            </a:solidFill>
            <a:ln w="5420" cap="flat">
              <a:solidFill>
                <a:srgbClr val="3C4C8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55" name="pg3555"/>
            <p:cNvSpPr/>
            <p:nvPr/>
          </p:nvSpPr>
          <p:spPr>
            <a:xfrm>
              <a:off x="4538910" y="516751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C83">
                <a:alpha val="100000"/>
              </a:srgbClr>
            </a:solidFill>
            <a:ln w="5420" cap="flat">
              <a:solidFill>
                <a:srgbClr val="3C4C8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56" name="pg3556"/>
            <p:cNvSpPr/>
            <p:nvPr/>
          </p:nvSpPr>
          <p:spPr>
            <a:xfrm>
              <a:off x="4550548" y="516751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C83">
                <a:alpha val="100000"/>
              </a:srgbClr>
            </a:solidFill>
            <a:ln w="5420" cap="flat">
              <a:solidFill>
                <a:srgbClr val="3C4C8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57" name="pg3557"/>
            <p:cNvSpPr/>
            <p:nvPr/>
          </p:nvSpPr>
          <p:spPr>
            <a:xfrm>
              <a:off x="4562185" y="516751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C83">
                <a:alpha val="100000"/>
              </a:srgbClr>
            </a:solidFill>
            <a:ln w="5420" cap="flat">
              <a:solidFill>
                <a:srgbClr val="3C4C8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58" name="pg3558"/>
            <p:cNvSpPr/>
            <p:nvPr/>
          </p:nvSpPr>
          <p:spPr>
            <a:xfrm>
              <a:off x="4573822" y="516751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C83">
                <a:alpha val="100000"/>
              </a:srgbClr>
            </a:solidFill>
            <a:ln w="5420" cap="flat">
              <a:solidFill>
                <a:srgbClr val="3C4C8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59" name="pg3559"/>
            <p:cNvSpPr/>
            <p:nvPr/>
          </p:nvSpPr>
          <p:spPr>
            <a:xfrm>
              <a:off x="2688575" y="518181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49E">
                <a:alpha val="100000"/>
              </a:srgbClr>
            </a:solidFill>
            <a:ln w="5420" cap="flat">
              <a:solidFill>
                <a:srgbClr val="3A64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60" name="pg3560"/>
            <p:cNvSpPr/>
            <p:nvPr/>
          </p:nvSpPr>
          <p:spPr>
            <a:xfrm>
              <a:off x="2700212" y="518181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49E">
                <a:alpha val="100000"/>
              </a:srgbClr>
            </a:solidFill>
            <a:ln w="5420" cap="flat">
              <a:solidFill>
                <a:srgbClr val="3A64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61" name="pg3561"/>
            <p:cNvSpPr/>
            <p:nvPr/>
          </p:nvSpPr>
          <p:spPr>
            <a:xfrm>
              <a:off x="2711850" y="518181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49E">
                <a:alpha val="100000"/>
              </a:srgbClr>
            </a:solidFill>
            <a:ln w="5420" cap="flat">
              <a:solidFill>
                <a:srgbClr val="3A64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62" name="pg3562"/>
            <p:cNvSpPr/>
            <p:nvPr/>
          </p:nvSpPr>
          <p:spPr>
            <a:xfrm>
              <a:off x="2723487" y="518181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49E">
                <a:alpha val="100000"/>
              </a:srgbClr>
            </a:solidFill>
            <a:ln w="5420" cap="flat">
              <a:solidFill>
                <a:srgbClr val="3A64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63" name="pg3563"/>
            <p:cNvSpPr/>
            <p:nvPr/>
          </p:nvSpPr>
          <p:spPr>
            <a:xfrm>
              <a:off x="4306164" y="518181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4F88">
                <a:alpha val="100000"/>
              </a:srgbClr>
            </a:solidFill>
            <a:ln w="5420" cap="flat">
              <a:solidFill>
                <a:srgbClr val="3B4F8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64" name="pg3564"/>
            <p:cNvSpPr/>
            <p:nvPr/>
          </p:nvSpPr>
          <p:spPr>
            <a:xfrm>
              <a:off x="4317801" y="518181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4F87">
                <a:alpha val="100000"/>
              </a:srgbClr>
            </a:solidFill>
            <a:ln w="5420" cap="flat">
              <a:solidFill>
                <a:srgbClr val="3B4F8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65" name="pg3565"/>
            <p:cNvSpPr/>
            <p:nvPr/>
          </p:nvSpPr>
          <p:spPr>
            <a:xfrm>
              <a:off x="4329438" y="518181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4E87">
                <a:alpha val="100000"/>
              </a:srgbClr>
            </a:solidFill>
            <a:ln w="5420" cap="flat">
              <a:solidFill>
                <a:srgbClr val="3B4E8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66" name="pg3566"/>
            <p:cNvSpPr/>
            <p:nvPr/>
          </p:nvSpPr>
          <p:spPr>
            <a:xfrm>
              <a:off x="4341076" y="518181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4E87">
                <a:alpha val="100000"/>
              </a:srgbClr>
            </a:solidFill>
            <a:ln w="5420" cap="flat">
              <a:solidFill>
                <a:srgbClr val="3B4E8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67" name="pg3567"/>
            <p:cNvSpPr/>
            <p:nvPr/>
          </p:nvSpPr>
          <p:spPr>
            <a:xfrm>
              <a:off x="4352713" y="518181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4E86">
                <a:alpha val="100000"/>
              </a:srgbClr>
            </a:solidFill>
            <a:ln w="5420" cap="flat">
              <a:solidFill>
                <a:srgbClr val="3B4E8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68" name="pg3568"/>
            <p:cNvSpPr/>
            <p:nvPr/>
          </p:nvSpPr>
          <p:spPr>
            <a:xfrm>
              <a:off x="4364350" y="518181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4E86">
                <a:alpha val="100000"/>
              </a:srgbClr>
            </a:solidFill>
            <a:ln w="5420" cap="flat">
              <a:solidFill>
                <a:srgbClr val="3B4E8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69" name="pg3569"/>
            <p:cNvSpPr/>
            <p:nvPr/>
          </p:nvSpPr>
          <p:spPr>
            <a:xfrm>
              <a:off x="4375988" y="518181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4D86">
                <a:alpha val="100000"/>
              </a:srgbClr>
            </a:solidFill>
            <a:ln w="5420" cap="flat">
              <a:solidFill>
                <a:srgbClr val="3B4D8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70" name="pg3570"/>
            <p:cNvSpPr/>
            <p:nvPr/>
          </p:nvSpPr>
          <p:spPr>
            <a:xfrm>
              <a:off x="4387625" y="518181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4D85">
                <a:alpha val="100000"/>
              </a:srgbClr>
            </a:solidFill>
            <a:ln w="5420" cap="flat">
              <a:solidFill>
                <a:srgbClr val="3B4D8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71" name="pg3571"/>
            <p:cNvSpPr/>
            <p:nvPr/>
          </p:nvSpPr>
          <p:spPr>
            <a:xfrm>
              <a:off x="4527273" y="518181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C84">
                <a:alpha val="100000"/>
              </a:srgbClr>
            </a:solidFill>
            <a:ln w="5420" cap="flat">
              <a:solidFill>
                <a:srgbClr val="3C4C8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72" name="pg3572"/>
            <p:cNvSpPr/>
            <p:nvPr/>
          </p:nvSpPr>
          <p:spPr>
            <a:xfrm>
              <a:off x="4538910" y="518181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C84">
                <a:alpha val="100000"/>
              </a:srgbClr>
            </a:solidFill>
            <a:ln w="5420" cap="flat">
              <a:solidFill>
                <a:srgbClr val="3C4C8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73" name="pg3573"/>
            <p:cNvSpPr/>
            <p:nvPr/>
          </p:nvSpPr>
          <p:spPr>
            <a:xfrm>
              <a:off x="4550548" y="518181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C84">
                <a:alpha val="100000"/>
              </a:srgbClr>
            </a:solidFill>
            <a:ln w="5420" cap="flat">
              <a:solidFill>
                <a:srgbClr val="3C4C8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74" name="pg3574"/>
            <p:cNvSpPr/>
            <p:nvPr/>
          </p:nvSpPr>
          <p:spPr>
            <a:xfrm>
              <a:off x="4562185" y="518181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C84">
                <a:alpha val="100000"/>
              </a:srgbClr>
            </a:solidFill>
            <a:ln w="5420" cap="flat">
              <a:solidFill>
                <a:srgbClr val="3C4C8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75" name="pg3575"/>
            <p:cNvSpPr/>
            <p:nvPr/>
          </p:nvSpPr>
          <p:spPr>
            <a:xfrm>
              <a:off x="4573822" y="518181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C84">
                <a:alpha val="100000"/>
              </a:srgbClr>
            </a:solidFill>
            <a:ln w="5420" cap="flat">
              <a:solidFill>
                <a:srgbClr val="3C4C8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76" name="pg3576"/>
            <p:cNvSpPr/>
            <p:nvPr/>
          </p:nvSpPr>
          <p:spPr>
            <a:xfrm>
              <a:off x="2688575" y="519611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49E">
                <a:alpha val="100000"/>
              </a:srgbClr>
            </a:solidFill>
            <a:ln w="5420" cap="flat">
              <a:solidFill>
                <a:srgbClr val="3A64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77" name="pg3577"/>
            <p:cNvSpPr/>
            <p:nvPr/>
          </p:nvSpPr>
          <p:spPr>
            <a:xfrm>
              <a:off x="2700212" y="519611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49E">
                <a:alpha val="100000"/>
              </a:srgbClr>
            </a:solidFill>
            <a:ln w="5420" cap="flat">
              <a:solidFill>
                <a:srgbClr val="3A64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78" name="pg3578"/>
            <p:cNvSpPr/>
            <p:nvPr/>
          </p:nvSpPr>
          <p:spPr>
            <a:xfrm>
              <a:off x="2711850" y="519611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59E">
                <a:alpha val="100000"/>
              </a:srgbClr>
            </a:solidFill>
            <a:ln w="5420" cap="flat">
              <a:solidFill>
                <a:srgbClr val="3A65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79" name="pg3579"/>
            <p:cNvSpPr/>
            <p:nvPr/>
          </p:nvSpPr>
          <p:spPr>
            <a:xfrm>
              <a:off x="2723487" y="519611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59E">
                <a:alpha val="100000"/>
              </a:srgbClr>
            </a:solidFill>
            <a:ln w="5420" cap="flat">
              <a:solidFill>
                <a:srgbClr val="3A65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80" name="pg3580"/>
            <p:cNvSpPr/>
            <p:nvPr/>
          </p:nvSpPr>
          <p:spPr>
            <a:xfrm>
              <a:off x="4317801" y="519611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4F88">
                <a:alpha val="100000"/>
              </a:srgbClr>
            </a:solidFill>
            <a:ln w="5420" cap="flat">
              <a:solidFill>
                <a:srgbClr val="3B4F8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81" name="pg3581"/>
            <p:cNvSpPr/>
            <p:nvPr/>
          </p:nvSpPr>
          <p:spPr>
            <a:xfrm>
              <a:off x="4329438" y="519611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4F88">
                <a:alpha val="100000"/>
              </a:srgbClr>
            </a:solidFill>
            <a:ln w="5420" cap="flat">
              <a:solidFill>
                <a:srgbClr val="3B4F8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82" name="pg3582"/>
            <p:cNvSpPr/>
            <p:nvPr/>
          </p:nvSpPr>
          <p:spPr>
            <a:xfrm>
              <a:off x="4341076" y="519611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4F87">
                <a:alpha val="100000"/>
              </a:srgbClr>
            </a:solidFill>
            <a:ln w="5420" cap="flat">
              <a:solidFill>
                <a:srgbClr val="3B4F8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83" name="pg3583"/>
            <p:cNvSpPr/>
            <p:nvPr/>
          </p:nvSpPr>
          <p:spPr>
            <a:xfrm>
              <a:off x="4352713" y="519611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4E87">
                <a:alpha val="100000"/>
              </a:srgbClr>
            </a:solidFill>
            <a:ln w="5420" cap="flat">
              <a:solidFill>
                <a:srgbClr val="3B4E8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84" name="pg3584"/>
            <p:cNvSpPr/>
            <p:nvPr/>
          </p:nvSpPr>
          <p:spPr>
            <a:xfrm>
              <a:off x="4364350" y="519611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4E87">
                <a:alpha val="100000"/>
              </a:srgbClr>
            </a:solidFill>
            <a:ln w="5420" cap="flat">
              <a:solidFill>
                <a:srgbClr val="3B4E8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85" name="pg3585"/>
            <p:cNvSpPr/>
            <p:nvPr/>
          </p:nvSpPr>
          <p:spPr>
            <a:xfrm>
              <a:off x="4375988" y="519611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4E86">
                <a:alpha val="100000"/>
              </a:srgbClr>
            </a:solidFill>
            <a:ln w="5420" cap="flat">
              <a:solidFill>
                <a:srgbClr val="3B4E8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86" name="pg3586"/>
            <p:cNvSpPr/>
            <p:nvPr/>
          </p:nvSpPr>
          <p:spPr>
            <a:xfrm>
              <a:off x="4527273" y="519611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D84">
                <a:alpha val="100000"/>
              </a:srgbClr>
            </a:solidFill>
            <a:ln w="5420" cap="flat">
              <a:solidFill>
                <a:srgbClr val="3C4D8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87" name="pg3587"/>
            <p:cNvSpPr/>
            <p:nvPr/>
          </p:nvSpPr>
          <p:spPr>
            <a:xfrm>
              <a:off x="4538910" y="519611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D84">
                <a:alpha val="100000"/>
              </a:srgbClr>
            </a:solidFill>
            <a:ln w="5420" cap="flat">
              <a:solidFill>
                <a:srgbClr val="3C4D8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88" name="pg3588"/>
            <p:cNvSpPr/>
            <p:nvPr/>
          </p:nvSpPr>
          <p:spPr>
            <a:xfrm>
              <a:off x="4550548" y="519611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D84">
                <a:alpha val="100000"/>
              </a:srgbClr>
            </a:solidFill>
            <a:ln w="5420" cap="flat">
              <a:solidFill>
                <a:srgbClr val="3C4D8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89" name="pg3589"/>
            <p:cNvSpPr/>
            <p:nvPr/>
          </p:nvSpPr>
          <p:spPr>
            <a:xfrm>
              <a:off x="4562185" y="519611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D84">
                <a:alpha val="100000"/>
              </a:srgbClr>
            </a:solidFill>
            <a:ln w="5420" cap="flat">
              <a:solidFill>
                <a:srgbClr val="3C4D8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90" name="pg3590"/>
            <p:cNvSpPr/>
            <p:nvPr/>
          </p:nvSpPr>
          <p:spPr>
            <a:xfrm>
              <a:off x="4573822" y="519611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D85">
                <a:alpha val="100000"/>
              </a:srgbClr>
            </a:solidFill>
            <a:ln w="5420" cap="flat">
              <a:solidFill>
                <a:srgbClr val="3C4D8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91" name="pg3591"/>
            <p:cNvSpPr/>
            <p:nvPr/>
          </p:nvSpPr>
          <p:spPr>
            <a:xfrm>
              <a:off x="2688575" y="521041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59E">
                <a:alpha val="100000"/>
              </a:srgbClr>
            </a:solidFill>
            <a:ln w="5420" cap="flat">
              <a:solidFill>
                <a:srgbClr val="3A65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92" name="pg3592"/>
            <p:cNvSpPr/>
            <p:nvPr/>
          </p:nvSpPr>
          <p:spPr>
            <a:xfrm>
              <a:off x="2700212" y="521041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59E">
                <a:alpha val="100000"/>
              </a:srgbClr>
            </a:solidFill>
            <a:ln w="5420" cap="flat">
              <a:solidFill>
                <a:srgbClr val="3A65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93" name="pg3593"/>
            <p:cNvSpPr/>
            <p:nvPr/>
          </p:nvSpPr>
          <p:spPr>
            <a:xfrm>
              <a:off x="2711850" y="521041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59E">
                <a:alpha val="100000"/>
              </a:srgbClr>
            </a:solidFill>
            <a:ln w="5420" cap="flat">
              <a:solidFill>
                <a:srgbClr val="3A65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94" name="pg3594"/>
            <p:cNvSpPr/>
            <p:nvPr/>
          </p:nvSpPr>
          <p:spPr>
            <a:xfrm>
              <a:off x="2723487" y="521041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59E">
                <a:alpha val="100000"/>
              </a:srgbClr>
            </a:solidFill>
            <a:ln w="5420" cap="flat">
              <a:solidFill>
                <a:srgbClr val="3A65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95" name="pg3595"/>
            <p:cNvSpPr/>
            <p:nvPr/>
          </p:nvSpPr>
          <p:spPr>
            <a:xfrm>
              <a:off x="2735124" y="521041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69E">
                <a:alpha val="100000"/>
              </a:srgbClr>
            </a:solidFill>
            <a:ln w="5420" cap="flat">
              <a:solidFill>
                <a:srgbClr val="3A66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96" name="pg3596"/>
            <p:cNvSpPr/>
            <p:nvPr/>
          </p:nvSpPr>
          <p:spPr>
            <a:xfrm>
              <a:off x="4317801" y="521041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4F89">
                <a:alpha val="100000"/>
              </a:srgbClr>
            </a:solidFill>
            <a:ln w="5420" cap="flat">
              <a:solidFill>
                <a:srgbClr val="3B4F8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97" name="pg3597"/>
            <p:cNvSpPr/>
            <p:nvPr/>
          </p:nvSpPr>
          <p:spPr>
            <a:xfrm>
              <a:off x="4329438" y="521041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4F88">
                <a:alpha val="100000"/>
              </a:srgbClr>
            </a:solidFill>
            <a:ln w="5420" cap="flat">
              <a:solidFill>
                <a:srgbClr val="3B4F8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98" name="pg3598"/>
            <p:cNvSpPr/>
            <p:nvPr/>
          </p:nvSpPr>
          <p:spPr>
            <a:xfrm>
              <a:off x="4341076" y="521041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4F88">
                <a:alpha val="100000"/>
              </a:srgbClr>
            </a:solidFill>
            <a:ln w="5420" cap="flat">
              <a:solidFill>
                <a:srgbClr val="3B4F8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99" name="pg3599"/>
            <p:cNvSpPr/>
            <p:nvPr/>
          </p:nvSpPr>
          <p:spPr>
            <a:xfrm>
              <a:off x="4352713" y="521041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4F87">
                <a:alpha val="100000"/>
              </a:srgbClr>
            </a:solidFill>
            <a:ln w="5420" cap="flat">
              <a:solidFill>
                <a:srgbClr val="3B4F8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00" name="pg3600"/>
            <p:cNvSpPr/>
            <p:nvPr/>
          </p:nvSpPr>
          <p:spPr>
            <a:xfrm>
              <a:off x="4364350" y="521041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4E87">
                <a:alpha val="100000"/>
              </a:srgbClr>
            </a:solidFill>
            <a:ln w="5420" cap="flat">
              <a:solidFill>
                <a:srgbClr val="3B4E8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01" name="pg3601"/>
            <p:cNvSpPr/>
            <p:nvPr/>
          </p:nvSpPr>
          <p:spPr>
            <a:xfrm>
              <a:off x="4375988" y="521041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4E87">
                <a:alpha val="100000"/>
              </a:srgbClr>
            </a:solidFill>
            <a:ln w="5420" cap="flat">
              <a:solidFill>
                <a:srgbClr val="3B4E8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02" name="pg3602"/>
            <p:cNvSpPr/>
            <p:nvPr/>
          </p:nvSpPr>
          <p:spPr>
            <a:xfrm>
              <a:off x="4527273" y="521041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D85">
                <a:alpha val="100000"/>
              </a:srgbClr>
            </a:solidFill>
            <a:ln w="5420" cap="flat">
              <a:solidFill>
                <a:srgbClr val="3C4D8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03" name="pg3603"/>
            <p:cNvSpPr/>
            <p:nvPr/>
          </p:nvSpPr>
          <p:spPr>
            <a:xfrm>
              <a:off x="4538910" y="521041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D85">
                <a:alpha val="100000"/>
              </a:srgbClr>
            </a:solidFill>
            <a:ln w="5420" cap="flat">
              <a:solidFill>
                <a:srgbClr val="3C4D8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04" name="pg3604"/>
            <p:cNvSpPr/>
            <p:nvPr/>
          </p:nvSpPr>
          <p:spPr>
            <a:xfrm>
              <a:off x="4550548" y="521041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D85">
                <a:alpha val="100000"/>
              </a:srgbClr>
            </a:solidFill>
            <a:ln w="5420" cap="flat">
              <a:solidFill>
                <a:srgbClr val="3C4D8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05" name="pg3605"/>
            <p:cNvSpPr/>
            <p:nvPr/>
          </p:nvSpPr>
          <p:spPr>
            <a:xfrm>
              <a:off x="4562185" y="521041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D85">
                <a:alpha val="100000"/>
              </a:srgbClr>
            </a:solidFill>
            <a:ln w="5420" cap="flat">
              <a:solidFill>
                <a:srgbClr val="3C4D8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06" name="pg3606"/>
            <p:cNvSpPr/>
            <p:nvPr/>
          </p:nvSpPr>
          <p:spPr>
            <a:xfrm>
              <a:off x="4573822" y="521041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D85">
                <a:alpha val="100000"/>
              </a:srgbClr>
            </a:solidFill>
            <a:ln w="5420" cap="flat">
              <a:solidFill>
                <a:srgbClr val="3C4D8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07" name="pg3607"/>
            <p:cNvSpPr/>
            <p:nvPr/>
          </p:nvSpPr>
          <p:spPr>
            <a:xfrm>
              <a:off x="2688575" y="522471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69E">
                <a:alpha val="100000"/>
              </a:srgbClr>
            </a:solidFill>
            <a:ln w="5420" cap="flat">
              <a:solidFill>
                <a:srgbClr val="3A66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08" name="pg3608"/>
            <p:cNvSpPr/>
            <p:nvPr/>
          </p:nvSpPr>
          <p:spPr>
            <a:xfrm>
              <a:off x="2700212" y="522471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69E">
                <a:alpha val="100000"/>
              </a:srgbClr>
            </a:solidFill>
            <a:ln w="5420" cap="flat">
              <a:solidFill>
                <a:srgbClr val="3A66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09" name="pg3609"/>
            <p:cNvSpPr/>
            <p:nvPr/>
          </p:nvSpPr>
          <p:spPr>
            <a:xfrm>
              <a:off x="2711850" y="522471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69E">
                <a:alpha val="100000"/>
              </a:srgbClr>
            </a:solidFill>
            <a:ln w="5420" cap="flat">
              <a:solidFill>
                <a:srgbClr val="3A66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10" name="pg3610"/>
            <p:cNvSpPr/>
            <p:nvPr/>
          </p:nvSpPr>
          <p:spPr>
            <a:xfrm>
              <a:off x="2723487" y="522471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69E">
                <a:alpha val="100000"/>
              </a:srgbClr>
            </a:solidFill>
            <a:ln w="5420" cap="flat">
              <a:solidFill>
                <a:srgbClr val="3A66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11" name="pg3611"/>
            <p:cNvSpPr/>
            <p:nvPr/>
          </p:nvSpPr>
          <p:spPr>
            <a:xfrm>
              <a:off x="2735124" y="522471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69E">
                <a:alpha val="100000"/>
              </a:srgbClr>
            </a:solidFill>
            <a:ln w="5420" cap="flat">
              <a:solidFill>
                <a:srgbClr val="3A66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12" name="pg3612"/>
            <p:cNvSpPr/>
            <p:nvPr/>
          </p:nvSpPr>
          <p:spPr>
            <a:xfrm>
              <a:off x="4329438" y="522471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5089">
                <a:alpha val="100000"/>
              </a:srgbClr>
            </a:solidFill>
            <a:ln w="5420" cap="flat">
              <a:solidFill>
                <a:srgbClr val="3B508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13" name="pg3613"/>
            <p:cNvSpPr/>
            <p:nvPr/>
          </p:nvSpPr>
          <p:spPr>
            <a:xfrm>
              <a:off x="4341076" y="522471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4F89">
                <a:alpha val="100000"/>
              </a:srgbClr>
            </a:solidFill>
            <a:ln w="5420" cap="flat">
              <a:solidFill>
                <a:srgbClr val="3B4F8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14" name="pg3614"/>
            <p:cNvSpPr/>
            <p:nvPr/>
          </p:nvSpPr>
          <p:spPr>
            <a:xfrm>
              <a:off x="4352713" y="522471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4F88">
                <a:alpha val="100000"/>
              </a:srgbClr>
            </a:solidFill>
            <a:ln w="5420" cap="flat">
              <a:solidFill>
                <a:srgbClr val="3B4F8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15" name="pg3615"/>
            <p:cNvSpPr/>
            <p:nvPr/>
          </p:nvSpPr>
          <p:spPr>
            <a:xfrm>
              <a:off x="4364350" y="522471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4F88">
                <a:alpha val="100000"/>
              </a:srgbClr>
            </a:solidFill>
            <a:ln w="5420" cap="flat">
              <a:solidFill>
                <a:srgbClr val="3B4F8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16" name="pg3616"/>
            <p:cNvSpPr/>
            <p:nvPr/>
          </p:nvSpPr>
          <p:spPr>
            <a:xfrm>
              <a:off x="4375988" y="522471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4F88">
                <a:alpha val="100000"/>
              </a:srgbClr>
            </a:solidFill>
            <a:ln w="5420" cap="flat">
              <a:solidFill>
                <a:srgbClr val="3B4F8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17" name="pg3617"/>
            <p:cNvSpPr/>
            <p:nvPr/>
          </p:nvSpPr>
          <p:spPr>
            <a:xfrm>
              <a:off x="4527273" y="522471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4D86">
                <a:alpha val="100000"/>
              </a:srgbClr>
            </a:solidFill>
            <a:ln w="5420" cap="flat">
              <a:solidFill>
                <a:srgbClr val="3B4D8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18" name="pg3618"/>
            <p:cNvSpPr/>
            <p:nvPr/>
          </p:nvSpPr>
          <p:spPr>
            <a:xfrm>
              <a:off x="4538910" y="522471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4D86">
                <a:alpha val="100000"/>
              </a:srgbClr>
            </a:solidFill>
            <a:ln w="5420" cap="flat">
              <a:solidFill>
                <a:srgbClr val="3B4D8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19" name="pg3619"/>
            <p:cNvSpPr/>
            <p:nvPr/>
          </p:nvSpPr>
          <p:spPr>
            <a:xfrm>
              <a:off x="4550548" y="522471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4D86">
                <a:alpha val="100000"/>
              </a:srgbClr>
            </a:solidFill>
            <a:ln w="5420" cap="flat">
              <a:solidFill>
                <a:srgbClr val="3B4D8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20" name="pg3620"/>
            <p:cNvSpPr/>
            <p:nvPr/>
          </p:nvSpPr>
          <p:spPr>
            <a:xfrm>
              <a:off x="4562185" y="522471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4D86">
                <a:alpha val="100000"/>
              </a:srgbClr>
            </a:solidFill>
            <a:ln w="5420" cap="flat">
              <a:solidFill>
                <a:srgbClr val="3B4D8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21" name="pg3621"/>
            <p:cNvSpPr/>
            <p:nvPr/>
          </p:nvSpPr>
          <p:spPr>
            <a:xfrm>
              <a:off x="2700212" y="523901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79E">
                <a:alpha val="100000"/>
              </a:srgbClr>
            </a:solidFill>
            <a:ln w="5420" cap="flat">
              <a:solidFill>
                <a:srgbClr val="3A67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22" name="pg3622"/>
            <p:cNvSpPr/>
            <p:nvPr/>
          </p:nvSpPr>
          <p:spPr>
            <a:xfrm>
              <a:off x="2711850" y="523901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79E">
                <a:alpha val="100000"/>
              </a:srgbClr>
            </a:solidFill>
            <a:ln w="5420" cap="flat">
              <a:solidFill>
                <a:srgbClr val="3A67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23" name="pg3623"/>
            <p:cNvSpPr/>
            <p:nvPr/>
          </p:nvSpPr>
          <p:spPr>
            <a:xfrm>
              <a:off x="2723487" y="523901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79E">
                <a:alpha val="100000"/>
              </a:srgbClr>
            </a:solidFill>
            <a:ln w="5420" cap="flat">
              <a:solidFill>
                <a:srgbClr val="3A67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24" name="pg3624"/>
            <p:cNvSpPr/>
            <p:nvPr/>
          </p:nvSpPr>
          <p:spPr>
            <a:xfrm>
              <a:off x="2735124" y="523901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79E">
                <a:alpha val="100000"/>
              </a:srgbClr>
            </a:solidFill>
            <a:ln w="5420" cap="flat">
              <a:solidFill>
                <a:srgbClr val="3A67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25" name="pg3625"/>
            <p:cNvSpPr/>
            <p:nvPr/>
          </p:nvSpPr>
          <p:spPr>
            <a:xfrm>
              <a:off x="2746762" y="523901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89F">
                <a:alpha val="100000"/>
              </a:srgbClr>
            </a:solidFill>
            <a:ln w="5420" cap="flat">
              <a:solidFill>
                <a:srgbClr val="3A68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26" name="pg3626"/>
            <p:cNvSpPr/>
            <p:nvPr/>
          </p:nvSpPr>
          <p:spPr>
            <a:xfrm>
              <a:off x="4341076" y="523901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508A">
                <a:alpha val="100000"/>
              </a:srgbClr>
            </a:solidFill>
            <a:ln w="5420" cap="flat">
              <a:solidFill>
                <a:srgbClr val="3B508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27" name="pg3627"/>
            <p:cNvSpPr/>
            <p:nvPr/>
          </p:nvSpPr>
          <p:spPr>
            <a:xfrm>
              <a:off x="4352713" y="523901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5089">
                <a:alpha val="100000"/>
              </a:srgbClr>
            </a:solidFill>
            <a:ln w="5420" cap="flat">
              <a:solidFill>
                <a:srgbClr val="3B508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28" name="pg3628"/>
            <p:cNvSpPr/>
            <p:nvPr/>
          </p:nvSpPr>
          <p:spPr>
            <a:xfrm>
              <a:off x="4364350" y="523901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5089">
                <a:alpha val="100000"/>
              </a:srgbClr>
            </a:solidFill>
            <a:ln w="5420" cap="flat">
              <a:solidFill>
                <a:srgbClr val="3B508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29" name="pg3629"/>
            <p:cNvSpPr/>
            <p:nvPr/>
          </p:nvSpPr>
          <p:spPr>
            <a:xfrm>
              <a:off x="4375988" y="523901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5089">
                <a:alpha val="100000"/>
              </a:srgbClr>
            </a:solidFill>
            <a:ln w="5420" cap="flat">
              <a:solidFill>
                <a:srgbClr val="3B508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30" name="pg3630"/>
            <p:cNvSpPr/>
            <p:nvPr/>
          </p:nvSpPr>
          <p:spPr>
            <a:xfrm>
              <a:off x="4387625" y="523901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4F89">
                <a:alpha val="100000"/>
              </a:srgbClr>
            </a:solidFill>
            <a:ln w="5420" cap="flat">
              <a:solidFill>
                <a:srgbClr val="3B4F8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31" name="pg3631"/>
            <p:cNvSpPr/>
            <p:nvPr/>
          </p:nvSpPr>
          <p:spPr>
            <a:xfrm>
              <a:off x="4527273" y="523901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4E87">
                <a:alpha val="100000"/>
              </a:srgbClr>
            </a:solidFill>
            <a:ln w="5420" cap="flat">
              <a:solidFill>
                <a:srgbClr val="3B4E8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32" name="pg3632"/>
            <p:cNvSpPr/>
            <p:nvPr/>
          </p:nvSpPr>
          <p:spPr>
            <a:xfrm>
              <a:off x="4538910" y="523901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4E87">
                <a:alpha val="100000"/>
              </a:srgbClr>
            </a:solidFill>
            <a:ln w="5420" cap="flat">
              <a:solidFill>
                <a:srgbClr val="3B4E8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33" name="pg3633"/>
            <p:cNvSpPr/>
            <p:nvPr/>
          </p:nvSpPr>
          <p:spPr>
            <a:xfrm>
              <a:off x="4550548" y="523901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4E87">
                <a:alpha val="100000"/>
              </a:srgbClr>
            </a:solidFill>
            <a:ln w="5420" cap="flat">
              <a:solidFill>
                <a:srgbClr val="3B4E8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34" name="pg3634"/>
            <p:cNvSpPr/>
            <p:nvPr/>
          </p:nvSpPr>
          <p:spPr>
            <a:xfrm>
              <a:off x="4562185" y="523901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4E87">
                <a:alpha val="100000"/>
              </a:srgbClr>
            </a:solidFill>
            <a:ln w="5420" cap="flat">
              <a:solidFill>
                <a:srgbClr val="3B4E8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35" name="pg3635"/>
            <p:cNvSpPr/>
            <p:nvPr/>
          </p:nvSpPr>
          <p:spPr>
            <a:xfrm>
              <a:off x="2700212" y="525331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79E">
                <a:alpha val="100000"/>
              </a:srgbClr>
            </a:solidFill>
            <a:ln w="5420" cap="flat">
              <a:solidFill>
                <a:srgbClr val="3A67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36" name="pg3636"/>
            <p:cNvSpPr/>
            <p:nvPr/>
          </p:nvSpPr>
          <p:spPr>
            <a:xfrm>
              <a:off x="2711850" y="525331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89F">
                <a:alpha val="100000"/>
              </a:srgbClr>
            </a:solidFill>
            <a:ln w="5420" cap="flat">
              <a:solidFill>
                <a:srgbClr val="3A68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37" name="pg3637"/>
            <p:cNvSpPr/>
            <p:nvPr/>
          </p:nvSpPr>
          <p:spPr>
            <a:xfrm>
              <a:off x="2723487" y="525331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89F">
                <a:alpha val="100000"/>
              </a:srgbClr>
            </a:solidFill>
            <a:ln w="5420" cap="flat">
              <a:solidFill>
                <a:srgbClr val="3A68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38" name="pg3638"/>
            <p:cNvSpPr/>
            <p:nvPr/>
          </p:nvSpPr>
          <p:spPr>
            <a:xfrm>
              <a:off x="2735124" y="525331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89F">
                <a:alpha val="100000"/>
              </a:srgbClr>
            </a:solidFill>
            <a:ln w="5420" cap="flat">
              <a:solidFill>
                <a:srgbClr val="3A68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39" name="pg3639"/>
            <p:cNvSpPr/>
            <p:nvPr/>
          </p:nvSpPr>
          <p:spPr>
            <a:xfrm>
              <a:off x="2746762" y="525331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89F">
                <a:alpha val="100000"/>
              </a:srgbClr>
            </a:solidFill>
            <a:ln w="5420" cap="flat">
              <a:solidFill>
                <a:srgbClr val="3A68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40" name="pg3640"/>
            <p:cNvSpPr/>
            <p:nvPr/>
          </p:nvSpPr>
          <p:spPr>
            <a:xfrm>
              <a:off x="2758399" y="525331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89F">
                <a:alpha val="100000"/>
              </a:srgbClr>
            </a:solidFill>
            <a:ln w="5420" cap="flat">
              <a:solidFill>
                <a:srgbClr val="3A68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41" name="pg3641"/>
            <p:cNvSpPr/>
            <p:nvPr/>
          </p:nvSpPr>
          <p:spPr>
            <a:xfrm>
              <a:off x="4341076" y="525331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518A">
                <a:alpha val="100000"/>
              </a:srgbClr>
            </a:solidFill>
            <a:ln w="5420" cap="flat">
              <a:solidFill>
                <a:srgbClr val="3B518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42" name="pg3642"/>
            <p:cNvSpPr/>
            <p:nvPr/>
          </p:nvSpPr>
          <p:spPr>
            <a:xfrm>
              <a:off x="4352713" y="525331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508A">
                <a:alpha val="100000"/>
              </a:srgbClr>
            </a:solidFill>
            <a:ln w="5420" cap="flat">
              <a:solidFill>
                <a:srgbClr val="3B508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43" name="pg3643"/>
            <p:cNvSpPr/>
            <p:nvPr/>
          </p:nvSpPr>
          <p:spPr>
            <a:xfrm>
              <a:off x="4364350" y="525331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508A">
                <a:alpha val="100000"/>
              </a:srgbClr>
            </a:solidFill>
            <a:ln w="5420" cap="flat">
              <a:solidFill>
                <a:srgbClr val="3B508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44" name="pg3644"/>
            <p:cNvSpPr/>
            <p:nvPr/>
          </p:nvSpPr>
          <p:spPr>
            <a:xfrm>
              <a:off x="4375988" y="525331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5089">
                <a:alpha val="100000"/>
              </a:srgbClr>
            </a:solidFill>
            <a:ln w="5420" cap="flat">
              <a:solidFill>
                <a:srgbClr val="3B508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45" name="pg3645"/>
            <p:cNvSpPr/>
            <p:nvPr/>
          </p:nvSpPr>
          <p:spPr>
            <a:xfrm>
              <a:off x="4387625" y="525331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5089">
                <a:alpha val="100000"/>
              </a:srgbClr>
            </a:solidFill>
            <a:ln w="5420" cap="flat">
              <a:solidFill>
                <a:srgbClr val="3B508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46" name="pg3646"/>
            <p:cNvSpPr/>
            <p:nvPr/>
          </p:nvSpPr>
          <p:spPr>
            <a:xfrm>
              <a:off x="4527273" y="525331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4F87">
                <a:alpha val="100000"/>
              </a:srgbClr>
            </a:solidFill>
            <a:ln w="5420" cap="flat">
              <a:solidFill>
                <a:srgbClr val="3B4F8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47" name="pg3647"/>
            <p:cNvSpPr/>
            <p:nvPr/>
          </p:nvSpPr>
          <p:spPr>
            <a:xfrm>
              <a:off x="4538910" y="525331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4F87">
                <a:alpha val="100000"/>
              </a:srgbClr>
            </a:solidFill>
            <a:ln w="5420" cap="flat">
              <a:solidFill>
                <a:srgbClr val="3B4F8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48" name="pg3648"/>
            <p:cNvSpPr/>
            <p:nvPr/>
          </p:nvSpPr>
          <p:spPr>
            <a:xfrm>
              <a:off x="4550548" y="525331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4F87">
                <a:alpha val="100000"/>
              </a:srgbClr>
            </a:solidFill>
            <a:ln w="5420" cap="flat">
              <a:solidFill>
                <a:srgbClr val="3B4F8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49" name="pg3649"/>
            <p:cNvSpPr/>
            <p:nvPr/>
          </p:nvSpPr>
          <p:spPr>
            <a:xfrm>
              <a:off x="4562185" y="525331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4F87">
                <a:alpha val="100000"/>
              </a:srgbClr>
            </a:solidFill>
            <a:ln w="5420" cap="flat">
              <a:solidFill>
                <a:srgbClr val="3B4F8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50" name="pg3650"/>
            <p:cNvSpPr/>
            <p:nvPr/>
          </p:nvSpPr>
          <p:spPr>
            <a:xfrm>
              <a:off x="2711850" y="526761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89F">
                <a:alpha val="100000"/>
              </a:srgbClr>
            </a:solidFill>
            <a:ln w="5420" cap="flat">
              <a:solidFill>
                <a:srgbClr val="3A68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51" name="pg3651"/>
            <p:cNvSpPr/>
            <p:nvPr/>
          </p:nvSpPr>
          <p:spPr>
            <a:xfrm>
              <a:off x="2723487" y="526761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89F">
                <a:alpha val="100000"/>
              </a:srgbClr>
            </a:solidFill>
            <a:ln w="5420" cap="flat">
              <a:solidFill>
                <a:srgbClr val="3A68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52" name="pg3652"/>
            <p:cNvSpPr/>
            <p:nvPr/>
          </p:nvSpPr>
          <p:spPr>
            <a:xfrm>
              <a:off x="2735124" y="526761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89F">
                <a:alpha val="100000"/>
              </a:srgbClr>
            </a:solidFill>
            <a:ln w="5420" cap="flat">
              <a:solidFill>
                <a:srgbClr val="3A68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53" name="pg3653"/>
            <p:cNvSpPr/>
            <p:nvPr/>
          </p:nvSpPr>
          <p:spPr>
            <a:xfrm>
              <a:off x="2746762" y="526761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99F">
                <a:alpha val="100000"/>
              </a:srgbClr>
            </a:solidFill>
            <a:ln w="5420" cap="flat">
              <a:solidFill>
                <a:srgbClr val="3A69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54" name="pg3654"/>
            <p:cNvSpPr/>
            <p:nvPr/>
          </p:nvSpPr>
          <p:spPr>
            <a:xfrm>
              <a:off x="2758399" y="526761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99F">
                <a:alpha val="100000"/>
              </a:srgbClr>
            </a:solidFill>
            <a:ln w="5420" cap="flat">
              <a:solidFill>
                <a:srgbClr val="3A69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55" name="pg3655"/>
            <p:cNvSpPr/>
            <p:nvPr/>
          </p:nvSpPr>
          <p:spPr>
            <a:xfrm>
              <a:off x="4341076" y="526761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518B">
                <a:alpha val="100000"/>
              </a:srgbClr>
            </a:solidFill>
            <a:ln w="5420" cap="flat">
              <a:solidFill>
                <a:srgbClr val="3B518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56" name="pg3656"/>
            <p:cNvSpPr/>
            <p:nvPr/>
          </p:nvSpPr>
          <p:spPr>
            <a:xfrm>
              <a:off x="4352713" y="526761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518A">
                <a:alpha val="100000"/>
              </a:srgbClr>
            </a:solidFill>
            <a:ln w="5420" cap="flat">
              <a:solidFill>
                <a:srgbClr val="3B518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57" name="pg3657"/>
            <p:cNvSpPr/>
            <p:nvPr/>
          </p:nvSpPr>
          <p:spPr>
            <a:xfrm>
              <a:off x="4364350" y="526761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508A">
                <a:alpha val="100000"/>
              </a:srgbClr>
            </a:solidFill>
            <a:ln w="5420" cap="flat">
              <a:solidFill>
                <a:srgbClr val="3B508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58" name="pg3658"/>
            <p:cNvSpPr/>
            <p:nvPr/>
          </p:nvSpPr>
          <p:spPr>
            <a:xfrm>
              <a:off x="4375988" y="526761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508A">
                <a:alpha val="100000"/>
              </a:srgbClr>
            </a:solidFill>
            <a:ln w="5420" cap="flat">
              <a:solidFill>
                <a:srgbClr val="3B508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59" name="pg3659"/>
            <p:cNvSpPr/>
            <p:nvPr/>
          </p:nvSpPr>
          <p:spPr>
            <a:xfrm>
              <a:off x="4387625" y="526761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508A">
                <a:alpha val="100000"/>
              </a:srgbClr>
            </a:solidFill>
            <a:ln w="5420" cap="flat">
              <a:solidFill>
                <a:srgbClr val="3B508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60" name="pg3660"/>
            <p:cNvSpPr/>
            <p:nvPr/>
          </p:nvSpPr>
          <p:spPr>
            <a:xfrm>
              <a:off x="4399262" y="526761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5089">
                <a:alpha val="100000"/>
              </a:srgbClr>
            </a:solidFill>
            <a:ln w="5420" cap="flat">
              <a:solidFill>
                <a:srgbClr val="3B508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61" name="pg3661"/>
            <p:cNvSpPr/>
            <p:nvPr/>
          </p:nvSpPr>
          <p:spPr>
            <a:xfrm>
              <a:off x="4410900" y="526761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5089">
                <a:alpha val="100000"/>
              </a:srgbClr>
            </a:solidFill>
            <a:ln w="5420" cap="flat">
              <a:solidFill>
                <a:srgbClr val="3B508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62" name="pg3662"/>
            <p:cNvSpPr/>
            <p:nvPr/>
          </p:nvSpPr>
          <p:spPr>
            <a:xfrm>
              <a:off x="4422537" y="526761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5089">
                <a:alpha val="100000"/>
              </a:srgbClr>
            </a:solidFill>
            <a:ln w="5420" cap="flat">
              <a:solidFill>
                <a:srgbClr val="3B508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63" name="pg3663"/>
            <p:cNvSpPr/>
            <p:nvPr/>
          </p:nvSpPr>
          <p:spPr>
            <a:xfrm>
              <a:off x="4527273" y="526761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4F88">
                <a:alpha val="100000"/>
              </a:srgbClr>
            </a:solidFill>
            <a:ln w="5420" cap="flat">
              <a:solidFill>
                <a:srgbClr val="3B4F8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64" name="pg3664"/>
            <p:cNvSpPr/>
            <p:nvPr/>
          </p:nvSpPr>
          <p:spPr>
            <a:xfrm>
              <a:off x="4538910" y="526761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4F88">
                <a:alpha val="100000"/>
              </a:srgbClr>
            </a:solidFill>
            <a:ln w="5420" cap="flat">
              <a:solidFill>
                <a:srgbClr val="3B4F8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65" name="pg3665"/>
            <p:cNvSpPr/>
            <p:nvPr/>
          </p:nvSpPr>
          <p:spPr>
            <a:xfrm>
              <a:off x="4550548" y="526761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4F88">
                <a:alpha val="100000"/>
              </a:srgbClr>
            </a:solidFill>
            <a:ln w="5420" cap="flat">
              <a:solidFill>
                <a:srgbClr val="3B4F8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66" name="pg3666"/>
            <p:cNvSpPr/>
            <p:nvPr/>
          </p:nvSpPr>
          <p:spPr>
            <a:xfrm>
              <a:off x="4562185" y="526761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4F88">
                <a:alpha val="100000"/>
              </a:srgbClr>
            </a:solidFill>
            <a:ln w="5420" cap="flat">
              <a:solidFill>
                <a:srgbClr val="3B4F8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67" name="pg3667"/>
            <p:cNvSpPr/>
            <p:nvPr/>
          </p:nvSpPr>
          <p:spPr>
            <a:xfrm>
              <a:off x="2723487" y="528191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99F">
                <a:alpha val="100000"/>
              </a:srgbClr>
            </a:solidFill>
            <a:ln w="5420" cap="flat">
              <a:solidFill>
                <a:srgbClr val="3A69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68" name="pg3668"/>
            <p:cNvSpPr/>
            <p:nvPr/>
          </p:nvSpPr>
          <p:spPr>
            <a:xfrm>
              <a:off x="2735124" y="528191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99F">
                <a:alpha val="100000"/>
              </a:srgbClr>
            </a:solidFill>
            <a:ln w="5420" cap="flat">
              <a:solidFill>
                <a:srgbClr val="3A69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69" name="pg3669"/>
            <p:cNvSpPr/>
            <p:nvPr/>
          </p:nvSpPr>
          <p:spPr>
            <a:xfrm>
              <a:off x="2746762" y="528191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99F">
                <a:alpha val="100000"/>
              </a:srgbClr>
            </a:solidFill>
            <a:ln w="5420" cap="flat">
              <a:solidFill>
                <a:srgbClr val="3A69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70" name="pg3670"/>
            <p:cNvSpPr/>
            <p:nvPr/>
          </p:nvSpPr>
          <p:spPr>
            <a:xfrm>
              <a:off x="2758399" y="528191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99F">
                <a:alpha val="100000"/>
              </a:srgbClr>
            </a:solidFill>
            <a:ln w="5420" cap="flat">
              <a:solidFill>
                <a:srgbClr val="3A69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71" name="pg3671"/>
            <p:cNvSpPr/>
            <p:nvPr/>
          </p:nvSpPr>
          <p:spPr>
            <a:xfrm>
              <a:off x="4352713" y="528191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518B">
                <a:alpha val="100000"/>
              </a:srgbClr>
            </a:solidFill>
            <a:ln w="5420" cap="flat">
              <a:solidFill>
                <a:srgbClr val="3B518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72" name="pg3672"/>
            <p:cNvSpPr/>
            <p:nvPr/>
          </p:nvSpPr>
          <p:spPr>
            <a:xfrm>
              <a:off x="4364350" y="528191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518B">
                <a:alpha val="100000"/>
              </a:srgbClr>
            </a:solidFill>
            <a:ln w="5420" cap="flat">
              <a:solidFill>
                <a:srgbClr val="3B518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73" name="pg3673"/>
            <p:cNvSpPr/>
            <p:nvPr/>
          </p:nvSpPr>
          <p:spPr>
            <a:xfrm>
              <a:off x="4375988" y="528191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518A">
                <a:alpha val="100000"/>
              </a:srgbClr>
            </a:solidFill>
            <a:ln w="5420" cap="flat">
              <a:solidFill>
                <a:srgbClr val="3B518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74" name="pg3674"/>
            <p:cNvSpPr/>
            <p:nvPr/>
          </p:nvSpPr>
          <p:spPr>
            <a:xfrm>
              <a:off x="4387625" y="528191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518A">
                <a:alpha val="100000"/>
              </a:srgbClr>
            </a:solidFill>
            <a:ln w="5420" cap="flat">
              <a:solidFill>
                <a:srgbClr val="3B518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75" name="pg3675"/>
            <p:cNvSpPr/>
            <p:nvPr/>
          </p:nvSpPr>
          <p:spPr>
            <a:xfrm>
              <a:off x="4399262" y="528191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508A">
                <a:alpha val="100000"/>
              </a:srgbClr>
            </a:solidFill>
            <a:ln w="5420" cap="flat">
              <a:solidFill>
                <a:srgbClr val="3B508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76" name="pg3676"/>
            <p:cNvSpPr/>
            <p:nvPr/>
          </p:nvSpPr>
          <p:spPr>
            <a:xfrm>
              <a:off x="4410900" y="528191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508A">
                <a:alpha val="100000"/>
              </a:srgbClr>
            </a:solidFill>
            <a:ln w="5420" cap="flat">
              <a:solidFill>
                <a:srgbClr val="3B508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77" name="pg3677"/>
            <p:cNvSpPr/>
            <p:nvPr/>
          </p:nvSpPr>
          <p:spPr>
            <a:xfrm>
              <a:off x="4422537" y="528191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508A">
                <a:alpha val="100000"/>
              </a:srgbClr>
            </a:solidFill>
            <a:ln w="5420" cap="flat">
              <a:solidFill>
                <a:srgbClr val="3B508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78" name="pg3678"/>
            <p:cNvSpPr/>
            <p:nvPr/>
          </p:nvSpPr>
          <p:spPr>
            <a:xfrm>
              <a:off x="4434174" y="528191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5089">
                <a:alpha val="100000"/>
              </a:srgbClr>
            </a:solidFill>
            <a:ln w="5420" cap="flat">
              <a:solidFill>
                <a:srgbClr val="3B508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79" name="pg3679"/>
            <p:cNvSpPr/>
            <p:nvPr/>
          </p:nvSpPr>
          <p:spPr>
            <a:xfrm>
              <a:off x="4515636" y="528191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4F89">
                <a:alpha val="100000"/>
              </a:srgbClr>
            </a:solidFill>
            <a:ln w="5420" cap="flat">
              <a:solidFill>
                <a:srgbClr val="3B4F8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80" name="pg3680"/>
            <p:cNvSpPr/>
            <p:nvPr/>
          </p:nvSpPr>
          <p:spPr>
            <a:xfrm>
              <a:off x="4527273" y="528191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4F88">
                <a:alpha val="100000"/>
              </a:srgbClr>
            </a:solidFill>
            <a:ln w="5420" cap="flat">
              <a:solidFill>
                <a:srgbClr val="3B4F8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81" name="pg3681"/>
            <p:cNvSpPr/>
            <p:nvPr/>
          </p:nvSpPr>
          <p:spPr>
            <a:xfrm>
              <a:off x="4538910" y="528191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4F88">
                <a:alpha val="100000"/>
              </a:srgbClr>
            </a:solidFill>
            <a:ln w="5420" cap="flat">
              <a:solidFill>
                <a:srgbClr val="3B4F8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82" name="pg3682"/>
            <p:cNvSpPr/>
            <p:nvPr/>
          </p:nvSpPr>
          <p:spPr>
            <a:xfrm>
              <a:off x="4550548" y="528191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4F88">
                <a:alpha val="100000"/>
              </a:srgbClr>
            </a:solidFill>
            <a:ln w="5420" cap="flat">
              <a:solidFill>
                <a:srgbClr val="3B4F8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83" name="pg3683"/>
            <p:cNvSpPr/>
            <p:nvPr/>
          </p:nvSpPr>
          <p:spPr>
            <a:xfrm>
              <a:off x="4562185" y="528191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4F88">
                <a:alpha val="100000"/>
              </a:srgbClr>
            </a:solidFill>
            <a:ln w="5420" cap="flat">
              <a:solidFill>
                <a:srgbClr val="3B4F8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84" name="pg3684"/>
            <p:cNvSpPr/>
            <p:nvPr/>
          </p:nvSpPr>
          <p:spPr>
            <a:xfrm>
              <a:off x="2723487" y="529622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99F">
                <a:alpha val="100000"/>
              </a:srgbClr>
            </a:solidFill>
            <a:ln w="5420" cap="flat">
              <a:solidFill>
                <a:srgbClr val="3A69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85" name="pg3685"/>
            <p:cNvSpPr/>
            <p:nvPr/>
          </p:nvSpPr>
          <p:spPr>
            <a:xfrm>
              <a:off x="2735124" y="529622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99F">
                <a:alpha val="100000"/>
              </a:srgbClr>
            </a:solidFill>
            <a:ln w="5420" cap="flat">
              <a:solidFill>
                <a:srgbClr val="3A69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86" name="pg3686"/>
            <p:cNvSpPr/>
            <p:nvPr/>
          </p:nvSpPr>
          <p:spPr>
            <a:xfrm>
              <a:off x="2746762" y="529622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99F">
                <a:alpha val="100000"/>
              </a:srgbClr>
            </a:solidFill>
            <a:ln w="5420" cap="flat">
              <a:solidFill>
                <a:srgbClr val="3A69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87" name="pg3687"/>
            <p:cNvSpPr/>
            <p:nvPr/>
          </p:nvSpPr>
          <p:spPr>
            <a:xfrm>
              <a:off x="2758399" y="529622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A9F">
                <a:alpha val="100000"/>
              </a:srgbClr>
            </a:solidFill>
            <a:ln w="5420" cap="flat">
              <a:solidFill>
                <a:srgbClr val="3A6A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88" name="pg3688"/>
            <p:cNvSpPr/>
            <p:nvPr/>
          </p:nvSpPr>
          <p:spPr>
            <a:xfrm>
              <a:off x="4364350" y="529622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518B">
                <a:alpha val="100000"/>
              </a:srgbClr>
            </a:solidFill>
            <a:ln w="5420" cap="flat">
              <a:solidFill>
                <a:srgbClr val="3B518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89" name="pg3689"/>
            <p:cNvSpPr/>
            <p:nvPr/>
          </p:nvSpPr>
          <p:spPr>
            <a:xfrm>
              <a:off x="4375988" y="529622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518B">
                <a:alpha val="100000"/>
              </a:srgbClr>
            </a:solidFill>
            <a:ln w="5420" cap="flat">
              <a:solidFill>
                <a:srgbClr val="3B518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90" name="pg3690"/>
            <p:cNvSpPr/>
            <p:nvPr/>
          </p:nvSpPr>
          <p:spPr>
            <a:xfrm>
              <a:off x="4387625" y="529622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518B">
                <a:alpha val="100000"/>
              </a:srgbClr>
            </a:solidFill>
            <a:ln w="5420" cap="flat">
              <a:solidFill>
                <a:srgbClr val="3B518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91" name="pg3691"/>
            <p:cNvSpPr/>
            <p:nvPr/>
          </p:nvSpPr>
          <p:spPr>
            <a:xfrm>
              <a:off x="4399262" y="529622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518B">
                <a:alpha val="100000"/>
              </a:srgbClr>
            </a:solidFill>
            <a:ln w="5420" cap="flat">
              <a:solidFill>
                <a:srgbClr val="3B518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92" name="pg3692"/>
            <p:cNvSpPr/>
            <p:nvPr/>
          </p:nvSpPr>
          <p:spPr>
            <a:xfrm>
              <a:off x="4410900" y="529622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518A">
                <a:alpha val="100000"/>
              </a:srgbClr>
            </a:solidFill>
            <a:ln w="5420" cap="flat">
              <a:solidFill>
                <a:srgbClr val="3B518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93" name="pg3693"/>
            <p:cNvSpPr/>
            <p:nvPr/>
          </p:nvSpPr>
          <p:spPr>
            <a:xfrm>
              <a:off x="4422537" y="529622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508A">
                <a:alpha val="100000"/>
              </a:srgbClr>
            </a:solidFill>
            <a:ln w="5420" cap="flat">
              <a:solidFill>
                <a:srgbClr val="3B508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94" name="pg3694"/>
            <p:cNvSpPr/>
            <p:nvPr/>
          </p:nvSpPr>
          <p:spPr>
            <a:xfrm>
              <a:off x="4434174" y="529622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508A">
                <a:alpha val="100000"/>
              </a:srgbClr>
            </a:solidFill>
            <a:ln w="5420" cap="flat">
              <a:solidFill>
                <a:srgbClr val="3B508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95" name="pg3695"/>
            <p:cNvSpPr/>
            <p:nvPr/>
          </p:nvSpPr>
          <p:spPr>
            <a:xfrm>
              <a:off x="4515636" y="529622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5089">
                <a:alpha val="100000"/>
              </a:srgbClr>
            </a:solidFill>
            <a:ln w="5420" cap="flat">
              <a:solidFill>
                <a:srgbClr val="3B508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96" name="pg3696"/>
            <p:cNvSpPr/>
            <p:nvPr/>
          </p:nvSpPr>
          <p:spPr>
            <a:xfrm>
              <a:off x="4527273" y="529622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5089">
                <a:alpha val="100000"/>
              </a:srgbClr>
            </a:solidFill>
            <a:ln w="5420" cap="flat">
              <a:solidFill>
                <a:srgbClr val="3B508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97" name="pg3697"/>
            <p:cNvSpPr/>
            <p:nvPr/>
          </p:nvSpPr>
          <p:spPr>
            <a:xfrm>
              <a:off x="4538910" y="529622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5089">
                <a:alpha val="100000"/>
              </a:srgbClr>
            </a:solidFill>
            <a:ln w="5420" cap="flat">
              <a:solidFill>
                <a:srgbClr val="3B508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98" name="pg3698"/>
            <p:cNvSpPr/>
            <p:nvPr/>
          </p:nvSpPr>
          <p:spPr>
            <a:xfrm>
              <a:off x="4550548" y="529622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5089">
                <a:alpha val="100000"/>
              </a:srgbClr>
            </a:solidFill>
            <a:ln w="5420" cap="flat">
              <a:solidFill>
                <a:srgbClr val="3B508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99" name="pg3699"/>
            <p:cNvSpPr/>
            <p:nvPr/>
          </p:nvSpPr>
          <p:spPr>
            <a:xfrm>
              <a:off x="4562185" y="529622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5089">
                <a:alpha val="100000"/>
              </a:srgbClr>
            </a:solidFill>
            <a:ln w="5420" cap="flat">
              <a:solidFill>
                <a:srgbClr val="3B508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00" name="pg3700"/>
            <p:cNvSpPr/>
            <p:nvPr/>
          </p:nvSpPr>
          <p:spPr>
            <a:xfrm>
              <a:off x="2711850" y="531052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99F">
                <a:alpha val="100000"/>
              </a:srgbClr>
            </a:solidFill>
            <a:ln w="5420" cap="flat">
              <a:solidFill>
                <a:srgbClr val="3A69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01" name="pg3701"/>
            <p:cNvSpPr/>
            <p:nvPr/>
          </p:nvSpPr>
          <p:spPr>
            <a:xfrm>
              <a:off x="2723487" y="531052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99F">
                <a:alpha val="100000"/>
              </a:srgbClr>
            </a:solidFill>
            <a:ln w="5420" cap="flat">
              <a:solidFill>
                <a:srgbClr val="3A69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02" name="pg3702"/>
            <p:cNvSpPr/>
            <p:nvPr/>
          </p:nvSpPr>
          <p:spPr>
            <a:xfrm>
              <a:off x="2735124" y="531052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A9F">
                <a:alpha val="100000"/>
              </a:srgbClr>
            </a:solidFill>
            <a:ln w="5420" cap="flat">
              <a:solidFill>
                <a:srgbClr val="3A6A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03" name="pg3703"/>
            <p:cNvSpPr/>
            <p:nvPr/>
          </p:nvSpPr>
          <p:spPr>
            <a:xfrm>
              <a:off x="2746762" y="531052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A9F">
                <a:alpha val="100000"/>
              </a:srgbClr>
            </a:solidFill>
            <a:ln w="5420" cap="flat">
              <a:solidFill>
                <a:srgbClr val="3A6A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04" name="pg3704"/>
            <p:cNvSpPr/>
            <p:nvPr/>
          </p:nvSpPr>
          <p:spPr>
            <a:xfrm>
              <a:off x="2758399" y="531052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A9F">
                <a:alpha val="100000"/>
              </a:srgbClr>
            </a:solidFill>
            <a:ln w="5420" cap="flat">
              <a:solidFill>
                <a:srgbClr val="3A6A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05" name="pg3705"/>
            <p:cNvSpPr/>
            <p:nvPr/>
          </p:nvSpPr>
          <p:spPr>
            <a:xfrm>
              <a:off x="4375988" y="531052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518B">
                <a:alpha val="100000"/>
              </a:srgbClr>
            </a:solidFill>
            <a:ln w="5420" cap="flat">
              <a:solidFill>
                <a:srgbClr val="3B518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06" name="pg3706"/>
            <p:cNvSpPr/>
            <p:nvPr/>
          </p:nvSpPr>
          <p:spPr>
            <a:xfrm>
              <a:off x="4387625" y="531052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518B">
                <a:alpha val="100000"/>
              </a:srgbClr>
            </a:solidFill>
            <a:ln w="5420" cap="flat">
              <a:solidFill>
                <a:srgbClr val="3B518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07" name="pg3707"/>
            <p:cNvSpPr/>
            <p:nvPr/>
          </p:nvSpPr>
          <p:spPr>
            <a:xfrm>
              <a:off x="4399262" y="531052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518B">
                <a:alpha val="100000"/>
              </a:srgbClr>
            </a:solidFill>
            <a:ln w="5420" cap="flat">
              <a:solidFill>
                <a:srgbClr val="3B518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08" name="pg3708"/>
            <p:cNvSpPr/>
            <p:nvPr/>
          </p:nvSpPr>
          <p:spPr>
            <a:xfrm>
              <a:off x="4410900" y="531052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518B">
                <a:alpha val="100000"/>
              </a:srgbClr>
            </a:solidFill>
            <a:ln w="5420" cap="flat">
              <a:solidFill>
                <a:srgbClr val="3B518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09" name="pg3709"/>
            <p:cNvSpPr/>
            <p:nvPr/>
          </p:nvSpPr>
          <p:spPr>
            <a:xfrm>
              <a:off x="4422537" y="531052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518B">
                <a:alpha val="100000"/>
              </a:srgbClr>
            </a:solidFill>
            <a:ln w="5420" cap="flat">
              <a:solidFill>
                <a:srgbClr val="3B518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10" name="pg3710"/>
            <p:cNvSpPr/>
            <p:nvPr/>
          </p:nvSpPr>
          <p:spPr>
            <a:xfrm>
              <a:off x="4434174" y="531052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518A">
                <a:alpha val="100000"/>
              </a:srgbClr>
            </a:solidFill>
            <a:ln w="5420" cap="flat">
              <a:solidFill>
                <a:srgbClr val="3B518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11" name="pg3711"/>
            <p:cNvSpPr/>
            <p:nvPr/>
          </p:nvSpPr>
          <p:spPr>
            <a:xfrm>
              <a:off x="4445812" y="531052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518A">
                <a:alpha val="100000"/>
              </a:srgbClr>
            </a:solidFill>
            <a:ln w="5420" cap="flat">
              <a:solidFill>
                <a:srgbClr val="3B518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12" name="pg3712"/>
            <p:cNvSpPr/>
            <p:nvPr/>
          </p:nvSpPr>
          <p:spPr>
            <a:xfrm>
              <a:off x="4503998" y="531052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508A">
                <a:alpha val="100000"/>
              </a:srgbClr>
            </a:solidFill>
            <a:ln w="5420" cap="flat">
              <a:solidFill>
                <a:srgbClr val="3B508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13" name="pg3713"/>
            <p:cNvSpPr/>
            <p:nvPr/>
          </p:nvSpPr>
          <p:spPr>
            <a:xfrm>
              <a:off x="4515636" y="531052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508A">
                <a:alpha val="100000"/>
              </a:srgbClr>
            </a:solidFill>
            <a:ln w="5420" cap="flat">
              <a:solidFill>
                <a:srgbClr val="3B508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14" name="pg3714"/>
            <p:cNvSpPr/>
            <p:nvPr/>
          </p:nvSpPr>
          <p:spPr>
            <a:xfrm>
              <a:off x="4527273" y="531052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5089">
                <a:alpha val="100000"/>
              </a:srgbClr>
            </a:solidFill>
            <a:ln w="5420" cap="flat">
              <a:solidFill>
                <a:srgbClr val="3B508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15" name="pg3715"/>
            <p:cNvSpPr/>
            <p:nvPr/>
          </p:nvSpPr>
          <p:spPr>
            <a:xfrm>
              <a:off x="4538910" y="531052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5089">
                <a:alpha val="100000"/>
              </a:srgbClr>
            </a:solidFill>
            <a:ln w="5420" cap="flat">
              <a:solidFill>
                <a:srgbClr val="3B508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16" name="pg3716"/>
            <p:cNvSpPr/>
            <p:nvPr/>
          </p:nvSpPr>
          <p:spPr>
            <a:xfrm>
              <a:off x="4550548" y="531052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5089">
                <a:alpha val="100000"/>
              </a:srgbClr>
            </a:solidFill>
            <a:ln w="5420" cap="flat">
              <a:solidFill>
                <a:srgbClr val="3B508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17" name="pg3717"/>
            <p:cNvSpPr/>
            <p:nvPr/>
          </p:nvSpPr>
          <p:spPr>
            <a:xfrm>
              <a:off x="4562185" y="531052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5089">
                <a:alpha val="100000"/>
              </a:srgbClr>
            </a:solidFill>
            <a:ln w="5420" cap="flat">
              <a:solidFill>
                <a:srgbClr val="3B508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18" name="pg3718"/>
            <p:cNvSpPr/>
            <p:nvPr/>
          </p:nvSpPr>
          <p:spPr>
            <a:xfrm>
              <a:off x="2711850" y="532482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A9F">
                <a:alpha val="100000"/>
              </a:srgbClr>
            </a:solidFill>
            <a:ln w="5420" cap="flat">
              <a:solidFill>
                <a:srgbClr val="3A6A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19" name="pg3719"/>
            <p:cNvSpPr/>
            <p:nvPr/>
          </p:nvSpPr>
          <p:spPr>
            <a:xfrm>
              <a:off x="2723487" y="532482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A9F">
                <a:alpha val="100000"/>
              </a:srgbClr>
            </a:solidFill>
            <a:ln w="5420" cap="flat">
              <a:solidFill>
                <a:srgbClr val="3A6A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20" name="pg3720"/>
            <p:cNvSpPr/>
            <p:nvPr/>
          </p:nvSpPr>
          <p:spPr>
            <a:xfrm>
              <a:off x="2735124" y="532482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A9F">
                <a:alpha val="100000"/>
              </a:srgbClr>
            </a:solidFill>
            <a:ln w="5420" cap="flat">
              <a:solidFill>
                <a:srgbClr val="3A6A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21" name="pg3721"/>
            <p:cNvSpPr/>
            <p:nvPr/>
          </p:nvSpPr>
          <p:spPr>
            <a:xfrm>
              <a:off x="2746762" y="532482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A9F">
                <a:alpha val="100000"/>
              </a:srgbClr>
            </a:solidFill>
            <a:ln w="5420" cap="flat">
              <a:solidFill>
                <a:srgbClr val="3A6A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22" name="pg3722"/>
            <p:cNvSpPr/>
            <p:nvPr/>
          </p:nvSpPr>
          <p:spPr>
            <a:xfrm>
              <a:off x="2758399" y="532482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A9F">
                <a:alpha val="100000"/>
              </a:srgbClr>
            </a:solidFill>
            <a:ln w="5420" cap="flat">
              <a:solidFill>
                <a:srgbClr val="3A6A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23" name="pg3723"/>
            <p:cNvSpPr/>
            <p:nvPr/>
          </p:nvSpPr>
          <p:spPr>
            <a:xfrm>
              <a:off x="4399262" y="532482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518C">
                <a:alpha val="100000"/>
              </a:srgbClr>
            </a:solidFill>
            <a:ln w="5420" cap="flat">
              <a:solidFill>
                <a:srgbClr val="3B518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24" name="pg3724"/>
            <p:cNvSpPr/>
            <p:nvPr/>
          </p:nvSpPr>
          <p:spPr>
            <a:xfrm>
              <a:off x="4410900" y="532482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518B">
                <a:alpha val="100000"/>
              </a:srgbClr>
            </a:solidFill>
            <a:ln w="5420" cap="flat">
              <a:solidFill>
                <a:srgbClr val="3B518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25" name="pg3725"/>
            <p:cNvSpPr/>
            <p:nvPr/>
          </p:nvSpPr>
          <p:spPr>
            <a:xfrm>
              <a:off x="4422537" y="532482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518B">
                <a:alpha val="100000"/>
              </a:srgbClr>
            </a:solidFill>
            <a:ln w="5420" cap="flat">
              <a:solidFill>
                <a:srgbClr val="3B518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26" name="pg3726"/>
            <p:cNvSpPr/>
            <p:nvPr/>
          </p:nvSpPr>
          <p:spPr>
            <a:xfrm>
              <a:off x="4434174" y="532482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518B">
                <a:alpha val="100000"/>
              </a:srgbClr>
            </a:solidFill>
            <a:ln w="5420" cap="flat">
              <a:solidFill>
                <a:srgbClr val="3B518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27" name="pg3727"/>
            <p:cNvSpPr/>
            <p:nvPr/>
          </p:nvSpPr>
          <p:spPr>
            <a:xfrm>
              <a:off x="4445812" y="532482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518B">
                <a:alpha val="100000"/>
              </a:srgbClr>
            </a:solidFill>
            <a:ln w="5420" cap="flat">
              <a:solidFill>
                <a:srgbClr val="3B518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28" name="pg3728"/>
            <p:cNvSpPr/>
            <p:nvPr/>
          </p:nvSpPr>
          <p:spPr>
            <a:xfrm>
              <a:off x="4503998" y="532482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508A">
                <a:alpha val="100000"/>
              </a:srgbClr>
            </a:solidFill>
            <a:ln w="5420" cap="flat">
              <a:solidFill>
                <a:srgbClr val="3B508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29" name="pg3729"/>
            <p:cNvSpPr/>
            <p:nvPr/>
          </p:nvSpPr>
          <p:spPr>
            <a:xfrm>
              <a:off x="4515636" y="532482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508A">
                <a:alpha val="100000"/>
              </a:srgbClr>
            </a:solidFill>
            <a:ln w="5420" cap="flat">
              <a:solidFill>
                <a:srgbClr val="3B508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30" name="pg3730"/>
            <p:cNvSpPr/>
            <p:nvPr/>
          </p:nvSpPr>
          <p:spPr>
            <a:xfrm>
              <a:off x="4527273" y="532482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508A">
                <a:alpha val="100000"/>
              </a:srgbClr>
            </a:solidFill>
            <a:ln w="5420" cap="flat">
              <a:solidFill>
                <a:srgbClr val="3B508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31" name="pg3731"/>
            <p:cNvSpPr/>
            <p:nvPr/>
          </p:nvSpPr>
          <p:spPr>
            <a:xfrm>
              <a:off x="4538910" y="532482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508A">
                <a:alpha val="100000"/>
              </a:srgbClr>
            </a:solidFill>
            <a:ln w="5420" cap="flat">
              <a:solidFill>
                <a:srgbClr val="3B508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32" name="pg3732"/>
            <p:cNvSpPr/>
            <p:nvPr/>
          </p:nvSpPr>
          <p:spPr>
            <a:xfrm>
              <a:off x="4550548" y="532482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508A">
                <a:alpha val="100000"/>
              </a:srgbClr>
            </a:solidFill>
            <a:ln w="5420" cap="flat">
              <a:solidFill>
                <a:srgbClr val="3B508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33" name="pg3733"/>
            <p:cNvSpPr/>
            <p:nvPr/>
          </p:nvSpPr>
          <p:spPr>
            <a:xfrm>
              <a:off x="2700212" y="533912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A9F">
                <a:alpha val="100000"/>
              </a:srgbClr>
            </a:solidFill>
            <a:ln w="5420" cap="flat">
              <a:solidFill>
                <a:srgbClr val="3A6A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34" name="pg3734"/>
            <p:cNvSpPr/>
            <p:nvPr/>
          </p:nvSpPr>
          <p:spPr>
            <a:xfrm>
              <a:off x="2711850" y="533912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A9F">
                <a:alpha val="100000"/>
              </a:srgbClr>
            </a:solidFill>
            <a:ln w="5420" cap="flat">
              <a:solidFill>
                <a:srgbClr val="3A6A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35" name="pg3735"/>
            <p:cNvSpPr/>
            <p:nvPr/>
          </p:nvSpPr>
          <p:spPr>
            <a:xfrm>
              <a:off x="2723487" y="533912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A9F">
                <a:alpha val="100000"/>
              </a:srgbClr>
            </a:solidFill>
            <a:ln w="5420" cap="flat">
              <a:solidFill>
                <a:srgbClr val="3A6A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36" name="pg3736"/>
            <p:cNvSpPr/>
            <p:nvPr/>
          </p:nvSpPr>
          <p:spPr>
            <a:xfrm>
              <a:off x="2735124" y="533912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A9F">
                <a:alpha val="100000"/>
              </a:srgbClr>
            </a:solidFill>
            <a:ln w="5420" cap="flat">
              <a:solidFill>
                <a:srgbClr val="3A6A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37" name="pg3737"/>
            <p:cNvSpPr/>
            <p:nvPr/>
          </p:nvSpPr>
          <p:spPr>
            <a:xfrm>
              <a:off x="2746762" y="533912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A9F">
                <a:alpha val="100000"/>
              </a:srgbClr>
            </a:solidFill>
            <a:ln w="5420" cap="flat">
              <a:solidFill>
                <a:srgbClr val="3A6A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38" name="pg3738"/>
            <p:cNvSpPr/>
            <p:nvPr/>
          </p:nvSpPr>
          <p:spPr>
            <a:xfrm>
              <a:off x="4410900" y="533912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528C">
                <a:alpha val="100000"/>
              </a:srgbClr>
            </a:solidFill>
            <a:ln w="5420" cap="flat">
              <a:solidFill>
                <a:srgbClr val="3B528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39" name="pg3739"/>
            <p:cNvSpPr/>
            <p:nvPr/>
          </p:nvSpPr>
          <p:spPr>
            <a:xfrm>
              <a:off x="4422537" y="533912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528C">
                <a:alpha val="100000"/>
              </a:srgbClr>
            </a:solidFill>
            <a:ln w="5420" cap="flat">
              <a:solidFill>
                <a:srgbClr val="3B528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40" name="pg3740"/>
            <p:cNvSpPr/>
            <p:nvPr/>
          </p:nvSpPr>
          <p:spPr>
            <a:xfrm>
              <a:off x="4434174" y="533912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518B">
                <a:alpha val="100000"/>
              </a:srgbClr>
            </a:solidFill>
            <a:ln w="5420" cap="flat">
              <a:solidFill>
                <a:srgbClr val="3B518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41" name="pg3741"/>
            <p:cNvSpPr/>
            <p:nvPr/>
          </p:nvSpPr>
          <p:spPr>
            <a:xfrm>
              <a:off x="4445812" y="533912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518B">
                <a:alpha val="100000"/>
              </a:srgbClr>
            </a:solidFill>
            <a:ln w="5420" cap="flat">
              <a:solidFill>
                <a:srgbClr val="3B518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42" name="pg3742"/>
            <p:cNvSpPr/>
            <p:nvPr/>
          </p:nvSpPr>
          <p:spPr>
            <a:xfrm>
              <a:off x="4457449" y="533912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518B">
                <a:alpha val="100000"/>
              </a:srgbClr>
            </a:solidFill>
            <a:ln w="5420" cap="flat">
              <a:solidFill>
                <a:srgbClr val="3B518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43" name="pg3743"/>
            <p:cNvSpPr/>
            <p:nvPr/>
          </p:nvSpPr>
          <p:spPr>
            <a:xfrm>
              <a:off x="4469086" y="533912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518B">
                <a:alpha val="100000"/>
              </a:srgbClr>
            </a:solidFill>
            <a:ln w="5420" cap="flat">
              <a:solidFill>
                <a:srgbClr val="3B518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44" name="pg3744"/>
            <p:cNvSpPr/>
            <p:nvPr/>
          </p:nvSpPr>
          <p:spPr>
            <a:xfrm>
              <a:off x="4492361" y="533912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518B">
                <a:alpha val="100000"/>
              </a:srgbClr>
            </a:solidFill>
            <a:ln w="5420" cap="flat">
              <a:solidFill>
                <a:srgbClr val="3B518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45" name="pg3745"/>
            <p:cNvSpPr/>
            <p:nvPr/>
          </p:nvSpPr>
          <p:spPr>
            <a:xfrm>
              <a:off x="4503998" y="533912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518B">
                <a:alpha val="100000"/>
              </a:srgbClr>
            </a:solidFill>
            <a:ln w="5420" cap="flat">
              <a:solidFill>
                <a:srgbClr val="3B518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46" name="pg3746"/>
            <p:cNvSpPr/>
            <p:nvPr/>
          </p:nvSpPr>
          <p:spPr>
            <a:xfrm>
              <a:off x="4515636" y="533912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518B">
                <a:alpha val="100000"/>
              </a:srgbClr>
            </a:solidFill>
            <a:ln w="5420" cap="flat">
              <a:solidFill>
                <a:srgbClr val="3B518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47" name="pg3747"/>
            <p:cNvSpPr/>
            <p:nvPr/>
          </p:nvSpPr>
          <p:spPr>
            <a:xfrm>
              <a:off x="4527273" y="533912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518A">
                <a:alpha val="100000"/>
              </a:srgbClr>
            </a:solidFill>
            <a:ln w="5420" cap="flat">
              <a:solidFill>
                <a:srgbClr val="3B518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48" name="pg3748"/>
            <p:cNvSpPr/>
            <p:nvPr/>
          </p:nvSpPr>
          <p:spPr>
            <a:xfrm>
              <a:off x="4538910" y="533912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518A">
                <a:alpha val="100000"/>
              </a:srgbClr>
            </a:solidFill>
            <a:ln w="5420" cap="flat">
              <a:solidFill>
                <a:srgbClr val="3B518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49" name="pg3749"/>
            <p:cNvSpPr/>
            <p:nvPr/>
          </p:nvSpPr>
          <p:spPr>
            <a:xfrm>
              <a:off x="2688575" y="535342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A9F">
                <a:alpha val="100000"/>
              </a:srgbClr>
            </a:solidFill>
            <a:ln w="5420" cap="flat">
              <a:solidFill>
                <a:srgbClr val="3A6A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50" name="pg3750"/>
            <p:cNvSpPr/>
            <p:nvPr/>
          </p:nvSpPr>
          <p:spPr>
            <a:xfrm>
              <a:off x="2700212" y="535342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A9F">
                <a:alpha val="100000"/>
              </a:srgbClr>
            </a:solidFill>
            <a:ln w="5420" cap="flat">
              <a:solidFill>
                <a:srgbClr val="3A6A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51" name="pg3751"/>
            <p:cNvSpPr/>
            <p:nvPr/>
          </p:nvSpPr>
          <p:spPr>
            <a:xfrm>
              <a:off x="2711850" y="535342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A9F">
                <a:alpha val="100000"/>
              </a:srgbClr>
            </a:solidFill>
            <a:ln w="5420" cap="flat">
              <a:solidFill>
                <a:srgbClr val="3A6A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52" name="pg3752"/>
            <p:cNvSpPr/>
            <p:nvPr/>
          </p:nvSpPr>
          <p:spPr>
            <a:xfrm>
              <a:off x="2723487" y="535342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A9F">
                <a:alpha val="100000"/>
              </a:srgbClr>
            </a:solidFill>
            <a:ln w="5420" cap="flat">
              <a:solidFill>
                <a:srgbClr val="3A6A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53" name="pg3753"/>
            <p:cNvSpPr/>
            <p:nvPr/>
          </p:nvSpPr>
          <p:spPr>
            <a:xfrm>
              <a:off x="2735124" y="535342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A9F">
                <a:alpha val="100000"/>
              </a:srgbClr>
            </a:solidFill>
            <a:ln w="5420" cap="flat">
              <a:solidFill>
                <a:srgbClr val="3A6A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54" name="pg3754"/>
            <p:cNvSpPr/>
            <p:nvPr/>
          </p:nvSpPr>
          <p:spPr>
            <a:xfrm>
              <a:off x="2746762" y="535342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B9F">
                <a:alpha val="100000"/>
              </a:srgbClr>
            </a:solidFill>
            <a:ln w="5420" cap="flat">
              <a:solidFill>
                <a:srgbClr val="3A6B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55" name="pg3755"/>
            <p:cNvSpPr/>
            <p:nvPr/>
          </p:nvSpPr>
          <p:spPr>
            <a:xfrm>
              <a:off x="4410900" y="535342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528C">
                <a:alpha val="100000"/>
              </a:srgbClr>
            </a:solidFill>
            <a:ln w="5420" cap="flat">
              <a:solidFill>
                <a:srgbClr val="3B528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56" name="pg3756"/>
            <p:cNvSpPr/>
            <p:nvPr/>
          </p:nvSpPr>
          <p:spPr>
            <a:xfrm>
              <a:off x="4422537" y="535342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528C">
                <a:alpha val="100000"/>
              </a:srgbClr>
            </a:solidFill>
            <a:ln w="5420" cap="flat">
              <a:solidFill>
                <a:srgbClr val="3B528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57" name="pg3757"/>
            <p:cNvSpPr/>
            <p:nvPr/>
          </p:nvSpPr>
          <p:spPr>
            <a:xfrm>
              <a:off x="4434174" y="535342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528C">
                <a:alpha val="100000"/>
              </a:srgbClr>
            </a:solidFill>
            <a:ln w="5420" cap="flat">
              <a:solidFill>
                <a:srgbClr val="3B528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58" name="pg3758"/>
            <p:cNvSpPr/>
            <p:nvPr/>
          </p:nvSpPr>
          <p:spPr>
            <a:xfrm>
              <a:off x="4445812" y="535342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528C">
                <a:alpha val="100000"/>
              </a:srgbClr>
            </a:solidFill>
            <a:ln w="5420" cap="flat">
              <a:solidFill>
                <a:srgbClr val="3B528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59" name="pg3759"/>
            <p:cNvSpPr/>
            <p:nvPr/>
          </p:nvSpPr>
          <p:spPr>
            <a:xfrm>
              <a:off x="4457449" y="535342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528C">
                <a:alpha val="100000"/>
              </a:srgbClr>
            </a:solidFill>
            <a:ln w="5420" cap="flat">
              <a:solidFill>
                <a:srgbClr val="3B528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60" name="pg3760"/>
            <p:cNvSpPr/>
            <p:nvPr/>
          </p:nvSpPr>
          <p:spPr>
            <a:xfrm>
              <a:off x="4469086" y="535342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518B">
                <a:alpha val="100000"/>
              </a:srgbClr>
            </a:solidFill>
            <a:ln w="5420" cap="flat">
              <a:solidFill>
                <a:srgbClr val="3B518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61" name="pg3761"/>
            <p:cNvSpPr/>
            <p:nvPr/>
          </p:nvSpPr>
          <p:spPr>
            <a:xfrm>
              <a:off x="4480724" y="535342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518B">
                <a:alpha val="100000"/>
              </a:srgbClr>
            </a:solidFill>
            <a:ln w="5420" cap="flat">
              <a:solidFill>
                <a:srgbClr val="3B518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62" name="pg3762"/>
            <p:cNvSpPr/>
            <p:nvPr/>
          </p:nvSpPr>
          <p:spPr>
            <a:xfrm>
              <a:off x="4492361" y="535342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518B">
                <a:alpha val="100000"/>
              </a:srgbClr>
            </a:solidFill>
            <a:ln w="5420" cap="flat">
              <a:solidFill>
                <a:srgbClr val="3B518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63" name="pg3763"/>
            <p:cNvSpPr/>
            <p:nvPr/>
          </p:nvSpPr>
          <p:spPr>
            <a:xfrm>
              <a:off x="4503998" y="535342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518B">
                <a:alpha val="100000"/>
              </a:srgbClr>
            </a:solidFill>
            <a:ln w="5420" cap="flat">
              <a:solidFill>
                <a:srgbClr val="3B518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64" name="pg3764"/>
            <p:cNvSpPr/>
            <p:nvPr/>
          </p:nvSpPr>
          <p:spPr>
            <a:xfrm>
              <a:off x="4515636" y="535342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518B">
                <a:alpha val="100000"/>
              </a:srgbClr>
            </a:solidFill>
            <a:ln w="5420" cap="flat">
              <a:solidFill>
                <a:srgbClr val="3B518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65" name="pg3765"/>
            <p:cNvSpPr/>
            <p:nvPr/>
          </p:nvSpPr>
          <p:spPr>
            <a:xfrm>
              <a:off x="4527273" y="535342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518B">
                <a:alpha val="100000"/>
              </a:srgbClr>
            </a:solidFill>
            <a:ln w="5420" cap="flat">
              <a:solidFill>
                <a:srgbClr val="3B518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66" name="pg3766"/>
            <p:cNvSpPr/>
            <p:nvPr/>
          </p:nvSpPr>
          <p:spPr>
            <a:xfrm>
              <a:off x="4538910" y="535342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518B">
                <a:alpha val="100000"/>
              </a:srgbClr>
            </a:solidFill>
            <a:ln w="5420" cap="flat">
              <a:solidFill>
                <a:srgbClr val="3B518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67" name="pg3767"/>
            <p:cNvSpPr/>
            <p:nvPr/>
          </p:nvSpPr>
          <p:spPr>
            <a:xfrm>
              <a:off x="2688575" y="536772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A9F">
                <a:alpha val="100000"/>
              </a:srgbClr>
            </a:solidFill>
            <a:ln w="5420" cap="flat">
              <a:solidFill>
                <a:srgbClr val="3A6A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68" name="pg3768"/>
            <p:cNvSpPr/>
            <p:nvPr/>
          </p:nvSpPr>
          <p:spPr>
            <a:xfrm>
              <a:off x="2700212" y="536772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A9F">
                <a:alpha val="100000"/>
              </a:srgbClr>
            </a:solidFill>
            <a:ln w="5420" cap="flat">
              <a:solidFill>
                <a:srgbClr val="3A6A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69" name="pg3769"/>
            <p:cNvSpPr/>
            <p:nvPr/>
          </p:nvSpPr>
          <p:spPr>
            <a:xfrm>
              <a:off x="2711850" y="536772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A9F">
                <a:alpha val="100000"/>
              </a:srgbClr>
            </a:solidFill>
            <a:ln w="5420" cap="flat">
              <a:solidFill>
                <a:srgbClr val="3A6A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70" name="pg3770"/>
            <p:cNvSpPr/>
            <p:nvPr/>
          </p:nvSpPr>
          <p:spPr>
            <a:xfrm>
              <a:off x="2723487" y="536772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A9F">
                <a:alpha val="100000"/>
              </a:srgbClr>
            </a:solidFill>
            <a:ln w="5420" cap="flat">
              <a:solidFill>
                <a:srgbClr val="3A6A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71" name="pg3771"/>
            <p:cNvSpPr/>
            <p:nvPr/>
          </p:nvSpPr>
          <p:spPr>
            <a:xfrm>
              <a:off x="2735124" y="536772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B9F">
                <a:alpha val="100000"/>
              </a:srgbClr>
            </a:solidFill>
            <a:ln w="5420" cap="flat">
              <a:solidFill>
                <a:srgbClr val="3A6B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72" name="pg3772"/>
            <p:cNvSpPr/>
            <p:nvPr/>
          </p:nvSpPr>
          <p:spPr>
            <a:xfrm>
              <a:off x="4410900" y="536772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528D">
                <a:alpha val="100000"/>
              </a:srgbClr>
            </a:solidFill>
            <a:ln w="5420" cap="flat">
              <a:solidFill>
                <a:srgbClr val="3B528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73" name="pg3773"/>
            <p:cNvSpPr/>
            <p:nvPr/>
          </p:nvSpPr>
          <p:spPr>
            <a:xfrm>
              <a:off x="4422537" y="536772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528D">
                <a:alpha val="100000"/>
              </a:srgbClr>
            </a:solidFill>
            <a:ln w="5420" cap="flat">
              <a:solidFill>
                <a:srgbClr val="3B528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74" name="pg3774"/>
            <p:cNvSpPr/>
            <p:nvPr/>
          </p:nvSpPr>
          <p:spPr>
            <a:xfrm>
              <a:off x="4434174" y="536772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528C">
                <a:alpha val="100000"/>
              </a:srgbClr>
            </a:solidFill>
            <a:ln w="5420" cap="flat">
              <a:solidFill>
                <a:srgbClr val="3B528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75" name="pg3775"/>
            <p:cNvSpPr/>
            <p:nvPr/>
          </p:nvSpPr>
          <p:spPr>
            <a:xfrm>
              <a:off x="4445812" y="536772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528C">
                <a:alpha val="100000"/>
              </a:srgbClr>
            </a:solidFill>
            <a:ln w="5420" cap="flat">
              <a:solidFill>
                <a:srgbClr val="3B528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76" name="pg3776"/>
            <p:cNvSpPr/>
            <p:nvPr/>
          </p:nvSpPr>
          <p:spPr>
            <a:xfrm>
              <a:off x="4457449" y="536772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528C">
                <a:alpha val="100000"/>
              </a:srgbClr>
            </a:solidFill>
            <a:ln w="5420" cap="flat">
              <a:solidFill>
                <a:srgbClr val="3B528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77" name="pg3777"/>
            <p:cNvSpPr/>
            <p:nvPr/>
          </p:nvSpPr>
          <p:spPr>
            <a:xfrm>
              <a:off x="4469086" y="536772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528C">
                <a:alpha val="100000"/>
              </a:srgbClr>
            </a:solidFill>
            <a:ln w="5420" cap="flat">
              <a:solidFill>
                <a:srgbClr val="3B528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78" name="pg3778"/>
            <p:cNvSpPr/>
            <p:nvPr/>
          </p:nvSpPr>
          <p:spPr>
            <a:xfrm>
              <a:off x="4480724" y="536772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528C">
                <a:alpha val="100000"/>
              </a:srgbClr>
            </a:solidFill>
            <a:ln w="5420" cap="flat">
              <a:solidFill>
                <a:srgbClr val="3B528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79" name="pg3779"/>
            <p:cNvSpPr/>
            <p:nvPr/>
          </p:nvSpPr>
          <p:spPr>
            <a:xfrm>
              <a:off x="4492361" y="536772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528C">
                <a:alpha val="100000"/>
              </a:srgbClr>
            </a:solidFill>
            <a:ln w="5420" cap="flat">
              <a:solidFill>
                <a:srgbClr val="3B528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80" name="pg3780"/>
            <p:cNvSpPr/>
            <p:nvPr/>
          </p:nvSpPr>
          <p:spPr>
            <a:xfrm>
              <a:off x="4503998" y="536772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518C">
                <a:alpha val="100000"/>
              </a:srgbClr>
            </a:solidFill>
            <a:ln w="5420" cap="flat">
              <a:solidFill>
                <a:srgbClr val="3B518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81" name="pg3781"/>
            <p:cNvSpPr/>
            <p:nvPr/>
          </p:nvSpPr>
          <p:spPr>
            <a:xfrm>
              <a:off x="4515636" y="536772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518B">
                <a:alpha val="100000"/>
              </a:srgbClr>
            </a:solidFill>
            <a:ln w="5420" cap="flat">
              <a:solidFill>
                <a:srgbClr val="3B518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82" name="pg3782"/>
            <p:cNvSpPr/>
            <p:nvPr/>
          </p:nvSpPr>
          <p:spPr>
            <a:xfrm>
              <a:off x="4527273" y="536772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518B">
                <a:alpha val="100000"/>
              </a:srgbClr>
            </a:solidFill>
            <a:ln w="5420" cap="flat">
              <a:solidFill>
                <a:srgbClr val="3B518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83" name="pg3783"/>
            <p:cNvSpPr/>
            <p:nvPr/>
          </p:nvSpPr>
          <p:spPr>
            <a:xfrm>
              <a:off x="4538910" y="536772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518B">
                <a:alpha val="100000"/>
              </a:srgbClr>
            </a:solidFill>
            <a:ln w="5420" cap="flat">
              <a:solidFill>
                <a:srgbClr val="3B518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84" name="pg3784"/>
            <p:cNvSpPr/>
            <p:nvPr/>
          </p:nvSpPr>
          <p:spPr>
            <a:xfrm>
              <a:off x="2688575" y="538202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A9F">
                <a:alpha val="100000"/>
              </a:srgbClr>
            </a:solidFill>
            <a:ln w="5420" cap="flat">
              <a:solidFill>
                <a:srgbClr val="3A6A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85" name="pg3785"/>
            <p:cNvSpPr/>
            <p:nvPr/>
          </p:nvSpPr>
          <p:spPr>
            <a:xfrm>
              <a:off x="2700212" y="538202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B9F">
                <a:alpha val="100000"/>
              </a:srgbClr>
            </a:solidFill>
            <a:ln w="5420" cap="flat">
              <a:solidFill>
                <a:srgbClr val="3A6B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86" name="pg3786"/>
            <p:cNvSpPr/>
            <p:nvPr/>
          </p:nvSpPr>
          <p:spPr>
            <a:xfrm>
              <a:off x="2711850" y="538202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B9F">
                <a:alpha val="100000"/>
              </a:srgbClr>
            </a:solidFill>
            <a:ln w="5420" cap="flat">
              <a:solidFill>
                <a:srgbClr val="3A6B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87" name="pg3787"/>
            <p:cNvSpPr/>
            <p:nvPr/>
          </p:nvSpPr>
          <p:spPr>
            <a:xfrm>
              <a:off x="2723487" y="538202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B9F">
                <a:alpha val="100000"/>
              </a:srgbClr>
            </a:solidFill>
            <a:ln w="5420" cap="flat">
              <a:solidFill>
                <a:srgbClr val="3A6B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88" name="pg3788"/>
            <p:cNvSpPr/>
            <p:nvPr/>
          </p:nvSpPr>
          <p:spPr>
            <a:xfrm>
              <a:off x="2735124" y="538202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B9F">
                <a:alpha val="100000"/>
              </a:srgbClr>
            </a:solidFill>
            <a:ln w="5420" cap="flat">
              <a:solidFill>
                <a:srgbClr val="3A6B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89" name="pg3789"/>
            <p:cNvSpPr/>
            <p:nvPr/>
          </p:nvSpPr>
          <p:spPr>
            <a:xfrm>
              <a:off x="4410900" y="538202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538E">
                <a:alpha val="100000"/>
              </a:srgbClr>
            </a:solidFill>
            <a:ln w="5420" cap="flat">
              <a:solidFill>
                <a:srgbClr val="3B538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90" name="pg3790"/>
            <p:cNvSpPr/>
            <p:nvPr/>
          </p:nvSpPr>
          <p:spPr>
            <a:xfrm>
              <a:off x="4422537" y="538202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538E">
                <a:alpha val="100000"/>
              </a:srgbClr>
            </a:solidFill>
            <a:ln w="5420" cap="flat">
              <a:solidFill>
                <a:srgbClr val="3B538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91" name="pg3791"/>
            <p:cNvSpPr/>
            <p:nvPr/>
          </p:nvSpPr>
          <p:spPr>
            <a:xfrm>
              <a:off x="4434174" y="538202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538D">
                <a:alpha val="100000"/>
              </a:srgbClr>
            </a:solidFill>
            <a:ln w="5420" cap="flat">
              <a:solidFill>
                <a:srgbClr val="3B538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92" name="pg3792"/>
            <p:cNvSpPr/>
            <p:nvPr/>
          </p:nvSpPr>
          <p:spPr>
            <a:xfrm>
              <a:off x="4445812" y="538202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538D">
                <a:alpha val="100000"/>
              </a:srgbClr>
            </a:solidFill>
            <a:ln w="5420" cap="flat">
              <a:solidFill>
                <a:srgbClr val="3B538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93" name="pg3793"/>
            <p:cNvSpPr/>
            <p:nvPr/>
          </p:nvSpPr>
          <p:spPr>
            <a:xfrm>
              <a:off x="4457449" y="538202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538D">
                <a:alpha val="100000"/>
              </a:srgbClr>
            </a:solidFill>
            <a:ln w="5420" cap="flat">
              <a:solidFill>
                <a:srgbClr val="3B538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94" name="pg3794"/>
            <p:cNvSpPr/>
            <p:nvPr/>
          </p:nvSpPr>
          <p:spPr>
            <a:xfrm>
              <a:off x="4469086" y="538202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528D">
                <a:alpha val="100000"/>
              </a:srgbClr>
            </a:solidFill>
            <a:ln w="5420" cap="flat">
              <a:solidFill>
                <a:srgbClr val="3B528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95" name="pg3795"/>
            <p:cNvSpPr/>
            <p:nvPr/>
          </p:nvSpPr>
          <p:spPr>
            <a:xfrm>
              <a:off x="4480724" y="538202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528D">
                <a:alpha val="100000"/>
              </a:srgbClr>
            </a:solidFill>
            <a:ln w="5420" cap="flat">
              <a:solidFill>
                <a:srgbClr val="3B528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96" name="pg3796"/>
            <p:cNvSpPr/>
            <p:nvPr/>
          </p:nvSpPr>
          <p:spPr>
            <a:xfrm>
              <a:off x="4492361" y="538202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528D">
                <a:alpha val="100000"/>
              </a:srgbClr>
            </a:solidFill>
            <a:ln w="5420" cap="flat">
              <a:solidFill>
                <a:srgbClr val="3B528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97" name="pg3797"/>
            <p:cNvSpPr/>
            <p:nvPr/>
          </p:nvSpPr>
          <p:spPr>
            <a:xfrm>
              <a:off x="4503998" y="538202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528C">
                <a:alpha val="100000"/>
              </a:srgbClr>
            </a:solidFill>
            <a:ln w="5420" cap="flat">
              <a:solidFill>
                <a:srgbClr val="3B528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98" name="pg3798"/>
            <p:cNvSpPr/>
            <p:nvPr/>
          </p:nvSpPr>
          <p:spPr>
            <a:xfrm>
              <a:off x="4515636" y="538202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528C">
                <a:alpha val="100000"/>
              </a:srgbClr>
            </a:solidFill>
            <a:ln w="5420" cap="flat">
              <a:solidFill>
                <a:srgbClr val="3B528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99" name="pg3799"/>
            <p:cNvSpPr/>
            <p:nvPr/>
          </p:nvSpPr>
          <p:spPr>
            <a:xfrm>
              <a:off x="4527273" y="538202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528C">
                <a:alpha val="100000"/>
              </a:srgbClr>
            </a:solidFill>
            <a:ln w="5420" cap="flat">
              <a:solidFill>
                <a:srgbClr val="3B528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00" name="pg3800"/>
            <p:cNvSpPr/>
            <p:nvPr/>
          </p:nvSpPr>
          <p:spPr>
            <a:xfrm>
              <a:off x="2676938" y="539632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B9F">
                <a:alpha val="100000"/>
              </a:srgbClr>
            </a:solidFill>
            <a:ln w="5420" cap="flat">
              <a:solidFill>
                <a:srgbClr val="3A6B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01" name="pg3801"/>
            <p:cNvSpPr/>
            <p:nvPr/>
          </p:nvSpPr>
          <p:spPr>
            <a:xfrm>
              <a:off x="2688575" y="539632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B9F">
                <a:alpha val="100000"/>
              </a:srgbClr>
            </a:solidFill>
            <a:ln w="5420" cap="flat">
              <a:solidFill>
                <a:srgbClr val="3A6B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02" name="pg3802"/>
            <p:cNvSpPr/>
            <p:nvPr/>
          </p:nvSpPr>
          <p:spPr>
            <a:xfrm>
              <a:off x="2700212" y="539632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B9F">
                <a:alpha val="100000"/>
              </a:srgbClr>
            </a:solidFill>
            <a:ln w="5420" cap="flat">
              <a:solidFill>
                <a:srgbClr val="3A6B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03" name="pg3803"/>
            <p:cNvSpPr/>
            <p:nvPr/>
          </p:nvSpPr>
          <p:spPr>
            <a:xfrm>
              <a:off x="2711850" y="539632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B9F">
                <a:alpha val="100000"/>
              </a:srgbClr>
            </a:solidFill>
            <a:ln w="5420" cap="flat">
              <a:solidFill>
                <a:srgbClr val="3A6B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04" name="pg3804"/>
            <p:cNvSpPr/>
            <p:nvPr/>
          </p:nvSpPr>
          <p:spPr>
            <a:xfrm>
              <a:off x="2723487" y="539632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B9F">
                <a:alpha val="100000"/>
              </a:srgbClr>
            </a:solidFill>
            <a:ln w="5420" cap="flat">
              <a:solidFill>
                <a:srgbClr val="3A6B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05" name="pg3805"/>
            <p:cNvSpPr/>
            <p:nvPr/>
          </p:nvSpPr>
          <p:spPr>
            <a:xfrm>
              <a:off x="4422537" y="539632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538E">
                <a:alpha val="100000"/>
              </a:srgbClr>
            </a:solidFill>
            <a:ln w="5420" cap="flat">
              <a:solidFill>
                <a:srgbClr val="3B538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06" name="pg3806"/>
            <p:cNvSpPr/>
            <p:nvPr/>
          </p:nvSpPr>
          <p:spPr>
            <a:xfrm>
              <a:off x="4434174" y="539632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538E">
                <a:alpha val="100000"/>
              </a:srgbClr>
            </a:solidFill>
            <a:ln w="5420" cap="flat">
              <a:solidFill>
                <a:srgbClr val="3B538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07" name="pg3807"/>
            <p:cNvSpPr/>
            <p:nvPr/>
          </p:nvSpPr>
          <p:spPr>
            <a:xfrm>
              <a:off x="4445812" y="539632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538E">
                <a:alpha val="100000"/>
              </a:srgbClr>
            </a:solidFill>
            <a:ln w="5420" cap="flat">
              <a:solidFill>
                <a:srgbClr val="3B538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08" name="pg3808"/>
            <p:cNvSpPr/>
            <p:nvPr/>
          </p:nvSpPr>
          <p:spPr>
            <a:xfrm>
              <a:off x="4457449" y="539632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538D">
                <a:alpha val="100000"/>
              </a:srgbClr>
            </a:solidFill>
            <a:ln w="5420" cap="flat">
              <a:solidFill>
                <a:srgbClr val="3B538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09" name="pg3809"/>
            <p:cNvSpPr/>
            <p:nvPr/>
          </p:nvSpPr>
          <p:spPr>
            <a:xfrm>
              <a:off x="4469086" y="539632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538D">
                <a:alpha val="100000"/>
              </a:srgbClr>
            </a:solidFill>
            <a:ln w="5420" cap="flat">
              <a:solidFill>
                <a:srgbClr val="3B538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10" name="pg3810"/>
            <p:cNvSpPr/>
            <p:nvPr/>
          </p:nvSpPr>
          <p:spPr>
            <a:xfrm>
              <a:off x="4480724" y="539632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538D">
                <a:alpha val="100000"/>
              </a:srgbClr>
            </a:solidFill>
            <a:ln w="5420" cap="flat">
              <a:solidFill>
                <a:srgbClr val="3B538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11" name="pg3811"/>
            <p:cNvSpPr/>
            <p:nvPr/>
          </p:nvSpPr>
          <p:spPr>
            <a:xfrm>
              <a:off x="4492361" y="539632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528D">
                <a:alpha val="100000"/>
              </a:srgbClr>
            </a:solidFill>
            <a:ln w="5420" cap="flat">
              <a:solidFill>
                <a:srgbClr val="3B528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12" name="pg3812"/>
            <p:cNvSpPr/>
            <p:nvPr/>
          </p:nvSpPr>
          <p:spPr>
            <a:xfrm>
              <a:off x="4503998" y="539632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528D">
                <a:alpha val="100000"/>
              </a:srgbClr>
            </a:solidFill>
            <a:ln w="5420" cap="flat">
              <a:solidFill>
                <a:srgbClr val="3B528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13" name="pg3813"/>
            <p:cNvSpPr/>
            <p:nvPr/>
          </p:nvSpPr>
          <p:spPr>
            <a:xfrm>
              <a:off x="4515636" y="539632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528D">
                <a:alpha val="100000"/>
              </a:srgbClr>
            </a:solidFill>
            <a:ln w="5420" cap="flat">
              <a:solidFill>
                <a:srgbClr val="3B528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14" name="pg3814"/>
            <p:cNvSpPr/>
            <p:nvPr/>
          </p:nvSpPr>
          <p:spPr>
            <a:xfrm>
              <a:off x="2676938" y="541062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B9F">
                <a:alpha val="100000"/>
              </a:srgbClr>
            </a:solidFill>
            <a:ln w="5420" cap="flat">
              <a:solidFill>
                <a:srgbClr val="3A6B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15" name="pg3815"/>
            <p:cNvSpPr/>
            <p:nvPr/>
          </p:nvSpPr>
          <p:spPr>
            <a:xfrm>
              <a:off x="2688575" y="541062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B9F">
                <a:alpha val="100000"/>
              </a:srgbClr>
            </a:solidFill>
            <a:ln w="5420" cap="flat">
              <a:solidFill>
                <a:srgbClr val="3A6B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16" name="pg3816"/>
            <p:cNvSpPr/>
            <p:nvPr/>
          </p:nvSpPr>
          <p:spPr>
            <a:xfrm>
              <a:off x="2700212" y="541062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B9F">
                <a:alpha val="100000"/>
              </a:srgbClr>
            </a:solidFill>
            <a:ln w="5420" cap="flat">
              <a:solidFill>
                <a:srgbClr val="3A6B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17" name="pg3817"/>
            <p:cNvSpPr/>
            <p:nvPr/>
          </p:nvSpPr>
          <p:spPr>
            <a:xfrm>
              <a:off x="2711850" y="541062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B9F">
                <a:alpha val="100000"/>
              </a:srgbClr>
            </a:solidFill>
            <a:ln w="5420" cap="flat">
              <a:solidFill>
                <a:srgbClr val="3A6B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18" name="pg3818"/>
            <p:cNvSpPr/>
            <p:nvPr/>
          </p:nvSpPr>
          <p:spPr>
            <a:xfrm>
              <a:off x="2723487" y="541062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B9F">
                <a:alpha val="100000"/>
              </a:srgbClr>
            </a:solidFill>
            <a:ln w="5420" cap="flat">
              <a:solidFill>
                <a:srgbClr val="3A6B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19" name="pg3819"/>
            <p:cNvSpPr/>
            <p:nvPr/>
          </p:nvSpPr>
          <p:spPr>
            <a:xfrm>
              <a:off x="4434174" y="541062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538E">
                <a:alpha val="100000"/>
              </a:srgbClr>
            </a:solidFill>
            <a:ln w="5420" cap="flat">
              <a:solidFill>
                <a:srgbClr val="3B538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20" name="pg3820"/>
            <p:cNvSpPr/>
            <p:nvPr/>
          </p:nvSpPr>
          <p:spPr>
            <a:xfrm>
              <a:off x="4445812" y="541062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538E">
                <a:alpha val="100000"/>
              </a:srgbClr>
            </a:solidFill>
            <a:ln w="5420" cap="flat">
              <a:solidFill>
                <a:srgbClr val="3B538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21" name="pg3821"/>
            <p:cNvSpPr/>
            <p:nvPr/>
          </p:nvSpPr>
          <p:spPr>
            <a:xfrm>
              <a:off x="4457449" y="541062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538E">
                <a:alpha val="100000"/>
              </a:srgbClr>
            </a:solidFill>
            <a:ln w="5420" cap="flat">
              <a:solidFill>
                <a:srgbClr val="3B538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22" name="pg3822"/>
            <p:cNvSpPr/>
            <p:nvPr/>
          </p:nvSpPr>
          <p:spPr>
            <a:xfrm>
              <a:off x="4469086" y="541062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538D">
                <a:alpha val="100000"/>
              </a:srgbClr>
            </a:solidFill>
            <a:ln w="5420" cap="flat">
              <a:solidFill>
                <a:srgbClr val="3B538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23" name="pg3823"/>
            <p:cNvSpPr/>
            <p:nvPr/>
          </p:nvSpPr>
          <p:spPr>
            <a:xfrm>
              <a:off x="4480724" y="541062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538D">
                <a:alpha val="100000"/>
              </a:srgbClr>
            </a:solidFill>
            <a:ln w="5420" cap="flat">
              <a:solidFill>
                <a:srgbClr val="3B538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24" name="pg3824"/>
            <p:cNvSpPr/>
            <p:nvPr/>
          </p:nvSpPr>
          <p:spPr>
            <a:xfrm>
              <a:off x="2676938" y="542492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B9F">
                <a:alpha val="100000"/>
              </a:srgbClr>
            </a:solidFill>
            <a:ln w="5420" cap="flat">
              <a:solidFill>
                <a:srgbClr val="3A6B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25" name="pg3825"/>
            <p:cNvSpPr/>
            <p:nvPr/>
          </p:nvSpPr>
          <p:spPr>
            <a:xfrm>
              <a:off x="2688575" y="542492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B9F">
                <a:alpha val="100000"/>
              </a:srgbClr>
            </a:solidFill>
            <a:ln w="5420" cap="flat">
              <a:solidFill>
                <a:srgbClr val="3A6B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26" name="pg3826"/>
            <p:cNvSpPr/>
            <p:nvPr/>
          </p:nvSpPr>
          <p:spPr>
            <a:xfrm>
              <a:off x="2700212" y="542492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B9F">
                <a:alpha val="100000"/>
              </a:srgbClr>
            </a:solidFill>
            <a:ln w="5420" cap="flat">
              <a:solidFill>
                <a:srgbClr val="3A6B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27" name="pg3827"/>
            <p:cNvSpPr/>
            <p:nvPr/>
          </p:nvSpPr>
          <p:spPr>
            <a:xfrm>
              <a:off x="2711850" y="542492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B9F">
                <a:alpha val="100000"/>
              </a:srgbClr>
            </a:solidFill>
            <a:ln w="5420" cap="flat">
              <a:solidFill>
                <a:srgbClr val="3A6B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28" name="pg3828"/>
            <p:cNvSpPr/>
            <p:nvPr/>
          </p:nvSpPr>
          <p:spPr>
            <a:xfrm>
              <a:off x="2723487" y="542492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B9F">
                <a:alpha val="100000"/>
              </a:srgbClr>
            </a:solidFill>
            <a:ln w="5420" cap="flat">
              <a:solidFill>
                <a:srgbClr val="3A6B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29" name="pg3829"/>
            <p:cNvSpPr/>
            <p:nvPr/>
          </p:nvSpPr>
          <p:spPr>
            <a:xfrm>
              <a:off x="2676938" y="543922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B9F">
                <a:alpha val="100000"/>
              </a:srgbClr>
            </a:solidFill>
            <a:ln w="5420" cap="flat">
              <a:solidFill>
                <a:srgbClr val="3A6B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30" name="pg3830"/>
            <p:cNvSpPr/>
            <p:nvPr/>
          </p:nvSpPr>
          <p:spPr>
            <a:xfrm>
              <a:off x="2688575" y="543922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B9F">
                <a:alpha val="100000"/>
              </a:srgbClr>
            </a:solidFill>
            <a:ln w="5420" cap="flat">
              <a:solidFill>
                <a:srgbClr val="3A6B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31" name="pg3831"/>
            <p:cNvSpPr/>
            <p:nvPr/>
          </p:nvSpPr>
          <p:spPr>
            <a:xfrm>
              <a:off x="2700212" y="543922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B9F">
                <a:alpha val="100000"/>
              </a:srgbClr>
            </a:solidFill>
            <a:ln w="5420" cap="flat">
              <a:solidFill>
                <a:srgbClr val="3A6B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32" name="pg3832"/>
            <p:cNvSpPr/>
            <p:nvPr/>
          </p:nvSpPr>
          <p:spPr>
            <a:xfrm>
              <a:off x="2711850" y="543922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B9F">
                <a:alpha val="100000"/>
              </a:srgbClr>
            </a:solidFill>
            <a:ln w="5420" cap="flat">
              <a:solidFill>
                <a:srgbClr val="3A6B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33" name="pg3833"/>
            <p:cNvSpPr/>
            <p:nvPr/>
          </p:nvSpPr>
          <p:spPr>
            <a:xfrm>
              <a:off x="2665300" y="545352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B9F">
                <a:alpha val="100000"/>
              </a:srgbClr>
            </a:solidFill>
            <a:ln w="5420" cap="flat">
              <a:solidFill>
                <a:srgbClr val="3A6B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34" name="pg3834"/>
            <p:cNvSpPr/>
            <p:nvPr/>
          </p:nvSpPr>
          <p:spPr>
            <a:xfrm>
              <a:off x="2676938" y="545352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B9F">
                <a:alpha val="100000"/>
              </a:srgbClr>
            </a:solidFill>
            <a:ln w="5420" cap="flat">
              <a:solidFill>
                <a:srgbClr val="3A6B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35" name="pg3835"/>
            <p:cNvSpPr/>
            <p:nvPr/>
          </p:nvSpPr>
          <p:spPr>
            <a:xfrm>
              <a:off x="2688575" y="545352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B9F">
                <a:alpha val="100000"/>
              </a:srgbClr>
            </a:solidFill>
            <a:ln w="5420" cap="flat">
              <a:solidFill>
                <a:srgbClr val="3A6B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36" name="pg3836"/>
            <p:cNvSpPr/>
            <p:nvPr/>
          </p:nvSpPr>
          <p:spPr>
            <a:xfrm>
              <a:off x="2700212" y="545352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B9F">
                <a:alpha val="100000"/>
              </a:srgbClr>
            </a:solidFill>
            <a:ln w="5420" cap="flat">
              <a:solidFill>
                <a:srgbClr val="3A6B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37" name="pg3837"/>
            <p:cNvSpPr/>
            <p:nvPr/>
          </p:nvSpPr>
          <p:spPr>
            <a:xfrm>
              <a:off x="2711850" y="545352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B9F">
                <a:alpha val="100000"/>
              </a:srgbClr>
            </a:solidFill>
            <a:ln w="5420" cap="flat">
              <a:solidFill>
                <a:srgbClr val="3A6B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38" name="pg3838"/>
            <p:cNvSpPr/>
            <p:nvPr/>
          </p:nvSpPr>
          <p:spPr>
            <a:xfrm>
              <a:off x="2665300" y="546782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B9F">
                <a:alpha val="100000"/>
              </a:srgbClr>
            </a:solidFill>
            <a:ln w="5420" cap="flat">
              <a:solidFill>
                <a:srgbClr val="3A6B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39" name="pg3839"/>
            <p:cNvSpPr/>
            <p:nvPr/>
          </p:nvSpPr>
          <p:spPr>
            <a:xfrm>
              <a:off x="2676938" y="546782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B9F">
                <a:alpha val="100000"/>
              </a:srgbClr>
            </a:solidFill>
            <a:ln w="5420" cap="flat">
              <a:solidFill>
                <a:srgbClr val="3A6B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40" name="pg3840"/>
            <p:cNvSpPr/>
            <p:nvPr/>
          </p:nvSpPr>
          <p:spPr>
            <a:xfrm>
              <a:off x="2688575" y="546782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B9F">
                <a:alpha val="100000"/>
              </a:srgbClr>
            </a:solidFill>
            <a:ln w="5420" cap="flat">
              <a:solidFill>
                <a:srgbClr val="3A6B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41" name="pg3841"/>
            <p:cNvSpPr/>
            <p:nvPr/>
          </p:nvSpPr>
          <p:spPr>
            <a:xfrm>
              <a:off x="2700212" y="546782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B9F">
                <a:alpha val="100000"/>
              </a:srgbClr>
            </a:solidFill>
            <a:ln w="5420" cap="flat">
              <a:solidFill>
                <a:srgbClr val="3A6B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42" name="pg3842"/>
            <p:cNvSpPr/>
            <p:nvPr/>
          </p:nvSpPr>
          <p:spPr>
            <a:xfrm>
              <a:off x="2711850" y="546782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C9F">
                <a:alpha val="100000"/>
              </a:srgbClr>
            </a:solidFill>
            <a:ln w="5420" cap="flat">
              <a:solidFill>
                <a:srgbClr val="3A6C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43" name="pg3843"/>
            <p:cNvSpPr/>
            <p:nvPr/>
          </p:nvSpPr>
          <p:spPr>
            <a:xfrm>
              <a:off x="2665300" y="548212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B9F">
                <a:alpha val="100000"/>
              </a:srgbClr>
            </a:solidFill>
            <a:ln w="5420" cap="flat">
              <a:solidFill>
                <a:srgbClr val="3A6B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44" name="pg3844"/>
            <p:cNvSpPr/>
            <p:nvPr/>
          </p:nvSpPr>
          <p:spPr>
            <a:xfrm>
              <a:off x="2676938" y="548212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B9F">
                <a:alpha val="100000"/>
              </a:srgbClr>
            </a:solidFill>
            <a:ln w="5420" cap="flat">
              <a:solidFill>
                <a:srgbClr val="3A6B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45" name="pg3845"/>
            <p:cNvSpPr/>
            <p:nvPr/>
          </p:nvSpPr>
          <p:spPr>
            <a:xfrm>
              <a:off x="2688575" y="548212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B9F">
                <a:alpha val="100000"/>
              </a:srgbClr>
            </a:solidFill>
            <a:ln w="5420" cap="flat">
              <a:solidFill>
                <a:srgbClr val="3A6B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46" name="pg3846"/>
            <p:cNvSpPr/>
            <p:nvPr/>
          </p:nvSpPr>
          <p:spPr>
            <a:xfrm>
              <a:off x="2700212" y="548212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B9F">
                <a:alpha val="100000"/>
              </a:srgbClr>
            </a:solidFill>
            <a:ln w="5420" cap="flat">
              <a:solidFill>
                <a:srgbClr val="3A6B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47" name="pg3847"/>
            <p:cNvSpPr/>
            <p:nvPr/>
          </p:nvSpPr>
          <p:spPr>
            <a:xfrm>
              <a:off x="2711850" y="548212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C9F">
                <a:alpha val="100000"/>
              </a:srgbClr>
            </a:solidFill>
            <a:ln w="5420" cap="flat">
              <a:solidFill>
                <a:srgbClr val="3A6C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48" name="pg3848"/>
            <p:cNvSpPr/>
            <p:nvPr/>
          </p:nvSpPr>
          <p:spPr>
            <a:xfrm>
              <a:off x="2665300" y="549642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B9F">
                <a:alpha val="100000"/>
              </a:srgbClr>
            </a:solidFill>
            <a:ln w="5420" cap="flat">
              <a:solidFill>
                <a:srgbClr val="3A6B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49" name="pg3849"/>
            <p:cNvSpPr/>
            <p:nvPr/>
          </p:nvSpPr>
          <p:spPr>
            <a:xfrm>
              <a:off x="2676938" y="549642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B9F">
                <a:alpha val="100000"/>
              </a:srgbClr>
            </a:solidFill>
            <a:ln w="5420" cap="flat">
              <a:solidFill>
                <a:srgbClr val="3A6B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50" name="pg3850"/>
            <p:cNvSpPr/>
            <p:nvPr/>
          </p:nvSpPr>
          <p:spPr>
            <a:xfrm>
              <a:off x="2688575" y="549642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B9F">
                <a:alpha val="100000"/>
              </a:srgbClr>
            </a:solidFill>
            <a:ln w="5420" cap="flat">
              <a:solidFill>
                <a:srgbClr val="3A6B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51" name="pg3851"/>
            <p:cNvSpPr/>
            <p:nvPr/>
          </p:nvSpPr>
          <p:spPr>
            <a:xfrm>
              <a:off x="2700212" y="549642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C9F">
                <a:alpha val="100000"/>
              </a:srgbClr>
            </a:solidFill>
            <a:ln w="5420" cap="flat">
              <a:solidFill>
                <a:srgbClr val="3A6C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52" name="pg3852"/>
            <p:cNvSpPr/>
            <p:nvPr/>
          </p:nvSpPr>
          <p:spPr>
            <a:xfrm>
              <a:off x="2665300" y="551072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B9F">
                <a:alpha val="100000"/>
              </a:srgbClr>
            </a:solidFill>
            <a:ln w="5420" cap="flat">
              <a:solidFill>
                <a:srgbClr val="3A6B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53" name="pg3853"/>
            <p:cNvSpPr/>
            <p:nvPr/>
          </p:nvSpPr>
          <p:spPr>
            <a:xfrm>
              <a:off x="2676938" y="551072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B9F">
                <a:alpha val="100000"/>
              </a:srgbClr>
            </a:solidFill>
            <a:ln w="5420" cap="flat">
              <a:solidFill>
                <a:srgbClr val="3A6B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54" name="pg3854"/>
            <p:cNvSpPr/>
            <p:nvPr/>
          </p:nvSpPr>
          <p:spPr>
            <a:xfrm>
              <a:off x="2688575" y="551072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C9F">
                <a:alpha val="100000"/>
              </a:srgbClr>
            </a:solidFill>
            <a:ln w="5420" cap="flat">
              <a:solidFill>
                <a:srgbClr val="3A6C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55" name="pg3855"/>
            <p:cNvSpPr/>
            <p:nvPr/>
          </p:nvSpPr>
          <p:spPr>
            <a:xfrm>
              <a:off x="2700212" y="551072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C9F">
                <a:alpha val="100000"/>
              </a:srgbClr>
            </a:solidFill>
            <a:ln w="5420" cap="flat">
              <a:solidFill>
                <a:srgbClr val="3A6C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56" name="pg3856"/>
            <p:cNvSpPr/>
            <p:nvPr/>
          </p:nvSpPr>
          <p:spPr>
            <a:xfrm>
              <a:off x="2665300" y="552502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B9F">
                <a:alpha val="100000"/>
              </a:srgbClr>
            </a:solidFill>
            <a:ln w="5420" cap="flat">
              <a:solidFill>
                <a:srgbClr val="3A6B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57" name="pg3857"/>
            <p:cNvSpPr/>
            <p:nvPr/>
          </p:nvSpPr>
          <p:spPr>
            <a:xfrm>
              <a:off x="2676938" y="552502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C9F">
                <a:alpha val="100000"/>
              </a:srgbClr>
            </a:solidFill>
            <a:ln w="5420" cap="flat">
              <a:solidFill>
                <a:srgbClr val="3A6C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58" name="pg3858"/>
            <p:cNvSpPr/>
            <p:nvPr/>
          </p:nvSpPr>
          <p:spPr>
            <a:xfrm>
              <a:off x="2688575" y="552502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C9F">
                <a:alpha val="100000"/>
              </a:srgbClr>
            </a:solidFill>
            <a:ln w="5420" cap="flat">
              <a:solidFill>
                <a:srgbClr val="3A6C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59" name="pg3859"/>
            <p:cNvSpPr/>
            <p:nvPr/>
          </p:nvSpPr>
          <p:spPr>
            <a:xfrm>
              <a:off x="2700212" y="552502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C9F">
                <a:alpha val="100000"/>
              </a:srgbClr>
            </a:solidFill>
            <a:ln w="5420" cap="flat">
              <a:solidFill>
                <a:srgbClr val="3A6C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60" name="pg3860"/>
            <p:cNvSpPr/>
            <p:nvPr/>
          </p:nvSpPr>
          <p:spPr>
            <a:xfrm>
              <a:off x="2665300" y="553933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C9F">
                <a:alpha val="100000"/>
              </a:srgbClr>
            </a:solidFill>
            <a:ln w="5420" cap="flat">
              <a:solidFill>
                <a:srgbClr val="3A6C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61" name="pg3861"/>
            <p:cNvSpPr/>
            <p:nvPr/>
          </p:nvSpPr>
          <p:spPr>
            <a:xfrm>
              <a:off x="2676938" y="553933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C9F">
                <a:alpha val="100000"/>
              </a:srgbClr>
            </a:solidFill>
            <a:ln w="5420" cap="flat">
              <a:solidFill>
                <a:srgbClr val="3A6C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62" name="pg3862"/>
            <p:cNvSpPr/>
            <p:nvPr/>
          </p:nvSpPr>
          <p:spPr>
            <a:xfrm>
              <a:off x="2688575" y="553933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C9F">
                <a:alpha val="100000"/>
              </a:srgbClr>
            </a:solidFill>
            <a:ln w="5420" cap="flat">
              <a:solidFill>
                <a:srgbClr val="3A6C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63" name="pg3863"/>
            <p:cNvSpPr/>
            <p:nvPr/>
          </p:nvSpPr>
          <p:spPr>
            <a:xfrm>
              <a:off x="2700212" y="553933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C9F">
                <a:alpha val="100000"/>
              </a:srgbClr>
            </a:solidFill>
            <a:ln w="5420" cap="flat">
              <a:solidFill>
                <a:srgbClr val="3A6C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64" name="pg3864"/>
            <p:cNvSpPr/>
            <p:nvPr/>
          </p:nvSpPr>
          <p:spPr>
            <a:xfrm>
              <a:off x="2665300" y="555363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C9F">
                <a:alpha val="100000"/>
              </a:srgbClr>
            </a:solidFill>
            <a:ln w="5420" cap="flat">
              <a:solidFill>
                <a:srgbClr val="3A6C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65" name="pg3865"/>
            <p:cNvSpPr/>
            <p:nvPr/>
          </p:nvSpPr>
          <p:spPr>
            <a:xfrm>
              <a:off x="2676938" y="555363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C9F">
                <a:alpha val="100000"/>
              </a:srgbClr>
            </a:solidFill>
            <a:ln w="5420" cap="flat">
              <a:solidFill>
                <a:srgbClr val="3A6C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66" name="pg3866"/>
            <p:cNvSpPr/>
            <p:nvPr/>
          </p:nvSpPr>
          <p:spPr>
            <a:xfrm>
              <a:off x="2688575" y="555363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C9F">
                <a:alpha val="100000"/>
              </a:srgbClr>
            </a:solidFill>
            <a:ln w="5420" cap="flat">
              <a:solidFill>
                <a:srgbClr val="3A6C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67" name="pg3867"/>
            <p:cNvSpPr/>
            <p:nvPr/>
          </p:nvSpPr>
          <p:spPr>
            <a:xfrm>
              <a:off x="2232276" y="2540116"/>
              <a:ext cx="3705599" cy="2850404"/>
            </a:xfrm>
            <a:custGeom>
              <a:avLst/>
              <a:pathLst>
                <a:path w="3705599" h="2850404">
                  <a:moveTo>
                    <a:pt x="2893187" y="266106"/>
                  </a:moveTo>
                  <a:lnTo>
                    <a:pt x="2917831" y="266068"/>
                  </a:lnTo>
                  <a:lnTo>
                    <a:pt x="2961871" y="266005"/>
                  </a:lnTo>
                  <a:lnTo>
                    <a:pt x="3005910" y="265941"/>
                  </a:lnTo>
                  <a:lnTo>
                    <a:pt x="3049950" y="265884"/>
                  </a:lnTo>
                  <a:lnTo>
                    <a:pt x="3093989" y="265820"/>
                  </a:lnTo>
                  <a:lnTo>
                    <a:pt x="3138033" y="265757"/>
                  </a:lnTo>
                  <a:lnTo>
                    <a:pt x="3182073" y="265693"/>
                  </a:lnTo>
                  <a:lnTo>
                    <a:pt x="3226112" y="265630"/>
                  </a:lnTo>
                  <a:lnTo>
                    <a:pt x="3236535" y="240559"/>
                  </a:lnTo>
                  <a:lnTo>
                    <a:pt x="3246246" y="228887"/>
                  </a:lnTo>
                  <a:lnTo>
                    <a:pt x="3259547" y="232754"/>
                  </a:lnTo>
                  <a:lnTo>
                    <a:pt x="3266632" y="232430"/>
                  </a:lnTo>
                  <a:lnTo>
                    <a:pt x="3274508" y="226410"/>
                  </a:lnTo>
                  <a:lnTo>
                    <a:pt x="3280895" y="222752"/>
                  </a:lnTo>
                  <a:lnTo>
                    <a:pt x="3285102" y="223292"/>
                  </a:lnTo>
                  <a:lnTo>
                    <a:pt x="3288693" y="228804"/>
                  </a:lnTo>
                  <a:lnTo>
                    <a:pt x="3291680" y="232481"/>
                  </a:lnTo>
                  <a:lnTo>
                    <a:pt x="3295168" y="231408"/>
                  </a:lnTo>
                  <a:lnTo>
                    <a:pt x="3298155" y="226207"/>
                  </a:lnTo>
                  <a:lnTo>
                    <a:pt x="3298052" y="218993"/>
                  </a:lnTo>
                  <a:lnTo>
                    <a:pt x="3302140" y="213970"/>
                  </a:lnTo>
                  <a:lnTo>
                    <a:pt x="3306992" y="213201"/>
                  </a:lnTo>
                  <a:lnTo>
                    <a:pt x="3311478" y="213360"/>
                  </a:lnTo>
                  <a:lnTo>
                    <a:pt x="3313715" y="210909"/>
                  </a:lnTo>
                  <a:lnTo>
                    <a:pt x="3313467" y="207391"/>
                  </a:lnTo>
                  <a:lnTo>
                    <a:pt x="3311850" y="201726"/>
                  </a:lnTo>
                  <a:lnTo>
                    <a:pt x="3312398" y="194906"/>
                  </a:lnTo>
                  <a:lnTo>
                    <a:pt x="3323601" y="182859"/>
                  </a:lnTo>
                  <a:lnTo>
                    <a:pt x="3337337" y="174686"/>
                  </a:lnTo>
                  <a:lnTo>
                    <a:pt x="3342153" y="170603"/>
                  </a:lnTo>
                  <a:lnTo>
                    <a:pt x="3343554" y="162322"/>
                  </a:lnTo>
                  <a:lnTo>
                    <a:pt x="3351429" y="153717"/>
                  </a:lnTo>
                  <a:lnTo>
                    <a:pt x="3355367" y="148770"/>
                  </a:lnTo>
                  <a:lnTo>
                    <a:pt x="3356328" y="144471"/>
                  </a:lnTo>
                  <a:lnTo>
                    <a:pt x="3354287" y="139181"/>
                  </a:lnTo>
                  <a:lnTo>
                    <a:pt x="3354494" y="129097"/>
                  </a:lnTo>
                  <a:lnTo>
                    <a:pt x="3357202" y="117050"/>
                  </a:lnTo>
                  <a:lnTo>
                    <a:pt x="3360442" y="103930"/>
                  </a:lnTo>
                  <a:lnTo>
                    <a:pt x="3367703" y="92099"/>
                  </a:lnTo>
                  <a:lnTo>
                    <a:pt x="3379609" y="79195"/>
                  </a:lnTo>
                  <a:lnTo>
                    <a:pt x="3382673" y="62240"/>
                  </a:lnTo>
                  <a:lnTo>
                    <a:pt x="3385903" y="44357"/>
                  </a:lnTo>
                  <a:lnTo>
                    <a:pt x="3400295" y="26932"/>
                  </a:lnTo>
                  <a:lnTo>
                    <a:pt x="3416615" y="7169"/>
                  </a:lnTo>
                  <a:lnTo>
                    <a:pt x="3422535" y="0"/>
                  </a:lnTo>
                  <a:lnTo>
                    <a:pt x="3618932" y="0"/>
                  </a:lnTo>
                  <a:lnTo>
                    <a:pt x="3619257" y="14859"/>
                  </a:lnTo>
                  <a:lnTo>
                    <a:pt x="3619521" y="35130"/>
                  </a:lnTo>
                  <a:lnTo>
                    <a:pt x="3619800" y="56493"/>
                  </a:lnTo>
                  <a:lnTo>
                    <a:pt x="3620001" y="71740"/>
                  </a:lnTo>
                  <a:lnTo>
                    <a:pt x="3620347" y="92677"/>
                  </a:lnTo>
                  <a:lnTo>
                    <a:pt x="3620621" y="109334"/>
                  </a:lnTo>
                  <a:lnTo>
                    <a:pt x="3620988" y="131078"/>
                  </a:lnTo>
                  <a:lnTo>
                    <a:pt x="3621179" y="142699"/>
                  </a:lnTo>
                  <a:lnTo>
                    <a:pt x="3623045" y="146052"/>
                  </a:lnTo>
                  <a:lnTo>
                    <a:pt x="3621924" y="150631"/>
                  </a:lnTo>
                  <a:lnTo>
                    <a:pt x="3621433" y="152923"/>
                  </a:lnTo>
                  <a:lnTo>
                    <a:pt x="3621552" y="154746"/>
                  </a:lnTo>
                  <a:lnTo>
                    <a:pt x="3622296" y="157038"/>
                  </a:lnTo>
                  <a:lnTo>
                    <a:pt x="3622172" y="160245"/>
                  </a:lnTo>
                  <a:lnTo>
                    <a:pt x="3620435" y="163147"/>
                  </a:lnTo>
                  <a:lnTo>
                    <a:pt x="3619567" y="166500"/>
                  </a:lnTo>
                  <a:lnTo>
                    <a:pt x="3619319" y="171993"/>
                  </a:lnTo>
                  <a:lnTo>
                    <a:pt x="3621179" y="175353"/>
                  </a:lnTo>
                  <a:lnTo>
                    <a:pt x="3624285" y="177334"/>
                  </a:lnTo>
                  <a:lnTo>
                    <a:pt x="3626895" y="177334"/>
                  </a:lnTo>
                  <a:lnTo>
                    <a:pt x="3630249" y="179322"/>
                  </a:lnTo>
                  <a:lnTo>
                    <a:pt x="3634595" y="182834"/>
                  </a:lnTo>
                  <a:lnTo>
                    <a:pt x="3641173" y="185882"/>
                  </a:lnTo>
                  <a:lnTo>
                    <a:pt x="3648005" y="186949"/>
                  </a:lnTo>
                  <a:lnTo>
                    <a:pt x="3652723" y="186187"/>
                  </a:lnTo>
                  <a:lnTo>
                    <a:pt x="3658434" y="188174"/>
                  </a:lnTo>
                  <a:lnTo>
                    <a:pt x="3660423" y="193058"/>
                  </a:lnTo>
                  <a:lnTo>
                    <a:pt x="3659307" y="197630"/>
                  </a:lnTo>
                  <a:lnTo>
                    <a:pt x="3656077" y="199770"/>
                  </a:lnTo>
                  <a:lnTo>
                    <a:pt x="3652599" y="201453"/>
                  </a:lnTo>
                  <a:lnTo>
                    <a:pt x="3651979" y="204958"/>
                  </a:lnTo>
                  <a:lnTo>
                    <a:pt x="3653715" y="208623"/>
                  </a:lnTo>
                  <a:lnTo>
                    <a:pt x="3656201" y="211829"/>
                  </a:lnTo>
                  <a:lnTo>
                    <a:pt x="3658935" y="217462"/>
                  </a:lnTo>
                  <a:lnTo>
                    <a:pt x="3657813" y="222346"/>
                  </a:lnTo>
                  <a:lnTo>
                    <a:pt x="3655333" y="226467"/>
                  </a:lnTo>
                  <a:lnTo>
                    <a:pt x="3654212" y="230735"/>
                  </a:lnTo>
                  <a:lnTo>
                    <a:pt x="3656325" y="234405"/>
                  </a:lnTo>
                  <a:lnTo>
                    <a:pt x="3661912" y="239282"/>
                  </a:lnTo>
                  <a:lnTo>
                    <a:pt x="3665389" y="244013"/>
                  </a:lnTo>
                  <a:lnTo>
                    <a:pt x="3670857" y="246611"/>
                  </a:lnTo>
                  <a:lnTo>
                    <a:pt x="3673461" y="244775"/>
                  </a:lnTo>
                  <a:lnTo>
                    <a:pt x="3675575" y="242330"/>
                  </a:lnTo>
                  <a:lnTo>
                    <a:pt x="3677807" y="240501"/>
                  </a:lnTo>
                  <a:lnTo>
                    <a:pt x="3681657" y="241575"/>
                  </a:lnTo>
                  <a:lnTo>
                    <a:pt x="3686127" y="242946"/>
                  </a:lnTo>
                  <a:lnTo>
                    <a:pt x="3691011" y="244578"/>
                  </a:lnTo>
                  <a:lnTo>
                    <a:pt x="3690427" y="248535"/>
                  </a:lnTo>
                  <a:lnTo>
                    <a:pt x="3693404" y="255203"/>
                  </a:lnTo>
                  <a:lnTo>
                    <a:pt x="3695708" y="268024"/>
                  </a:lnTo>
                  <a:lnTo>
                    <a:pt x="3692169" y="273847"/>
                  </a:lnTo>
                  <a:lnTo>
                    <a:pt x="3692928" y="281563"/>
                  </a:lnTo>
                  <a:lnTo>
                    <a:pt x="3702742" y="283811"/>
                  </a:lnTo>
                  <a:lnTo>
                    <a:pt x="3705129" y="286173"/>
                  </a:lnTo>
                  <a:lnTo>
                    <a:pt x="3705599" y="289025"/>
                  </a:lnTo>
                  <a:lnTo>
                    <a:pt x="3683983" y="308806"/>
                  </a:lnTo>
                  <a:lnTo>
                    <a:pt x="3665694" y="306037"/>
                  </a:lnTo>
                  <a:lnTo>
                    <a:pt x="3655772" y="311283"/>
                  </a:lnTo>
                  <a:lnTo>
                    <a:pt x="3645380" y="312813"/>
                  </a:lnTo>
                  <a:lnTo>
                    <a:pt x="3640822" y="321653"/>
                  </a:lnTo>
                  <a:lnTo>
                    <a:pt x="3635117" y="323526"/>
                  </a:lnTo>
                  <a:lnTo>
                    <a:pt x="3627303" y="322993"/>
                  </a:lnTo>
                  <a:lnTo>
                    <a:pt x="3620565" y="320497"/>
                  </a:lnTo>
                  <a:lnTo>
                    <a:pt x="3615423" y="321723"/>
                  </a:lnTo>
                  <a:lnTo>
                    <a:pt x="3608229" y="337675"/>
                  </a:lnTo>
                  <a:lnTo>
                    <a:pt x="3602338" y="336284"/>
                  </a:lnTo>
                  <a:lnTo>
                    <a:pt x="3599992" y="342025"/>
                  </a:lnTo>
                  <a:lnTo>
                    <a:pt x="3596912" y="344534"/>
                  </a:lnTo>
                  <a:lnTo>
                    <a:pt x="3592395" y="346686"/>
                  </a:lnTo>
                  <a:lnTo>
                    <a:pt x="3588473" y="339599"/>
                  </a:lnTo>
                  <a:lnTo>
                    <a:pt x="3585977" y="332862"/>
                  </a:lnTo>
                  <a:lnTo>
                    <a:pt x="3582298" y="331382"/>
                  </a:lnTo>
                  <a:lnTo>
                    <a:pt x="3577409" y="329661"/>
                  </a:lnTo>
                  <a:lnTo>
                    <a:pt x="3572381" y="329718"/>
                  </a:lnTo>
                  <a:lnTo>
                    <a:pt x="3569027" y="330683"/>
                  </a:lnTo>
                  <a:lnTo>
                    <a:pt x="3564867" y="335040"/>
                  </a:lnTo>
                  <a:lnTo>
                    <a:pt x="3558836" y="338780"/>
                  </a:lnTo>
                  <a:lnTo>
                    <a:pt x="3554273" y="335662"/>
                  </a:lnTo>
                  <a:lnTo>
                    <a:pt x="3550702" y="330652"/>
                  </a:lnTo>
                  <a:lnTo>
                    <a:pt x="3547648" y="338710"/>
                  </a:lnTo>
                  <a:lnTo>
                    <a:pt x="3543204" y="347220"/>
                  </a:lnTo>
                  <a:lnTo>
                    <a:pt x="3543943" y="357145"/>
                  </a:lnTo>
                  <a:lnTo>
                    <a:pt x="3542031" y="363032"/>
                  </a:lnTo>
                  <a:lnTo>
                    <a:pt x="3537814" y="361445"/>
                  </a:lnTo>
                  <a:lnTo>
                    <a:pt x="3533618" y="356282"/>
                  </a:lnTo>
                  <a:lnTo>
                    <a:pt x="3521840" y="352154"/>
                  </a:lnTo>
                  <a:lnTo>
                    <a:pt x="3512461" y="352535"/>
                  </a:lnTo>
                  <a:lnTo>
                    <a:pt x="3514368" y="347023"/>
                  </a:lnTo>
                  <a:lnTo>
                    <a:pt x="3523236" y="339110"/>
                  </a:lnTo>
                  <a:lnTo>
                    <a:pt x="3520507" y="337561"/>
                  </a:lnTo>
                  <a:lnTo>
                    <a:pt x="3516156" y="338659"/>
                  </a:lnTo>
                  <a:lnTo>
                    <a:pt x="3514259" y="337561"/>
                  </a:lnTo>
                  <a:lnTo>
                    <a:pt x="3517370" y="330372"/>
                  </a:lnTo>
                  <a:lnTo>
                    <a:pt x="3517670" y="322441"/>
                  </a:lnTo>
                  <a:lnTo>
                    <a:pt x="3513701" y="325216"/>
                  </a:lnTo>
                  <a:lnTo>
                    <a:pt x="3508709" y="333585"/>
                  </a:lnTo>
                  <a:lnTo>
                    <a:pt x="3496632" y="340247"/>
                  </a:lnTo>
                  <a:lnTo>
                    <a:pt x="3497195" y="351398"/>
                  </a:lnTo>
                  <a:lnTo>
                    <a:pt x="3485826" y="374253"/>
                  </a:lnTo>
                  <a:lnTo>
                    <a:pt x="3485320" y="383982"/>
                  </a:lnTo>
                  <a:lnTo>
                    <a:pt x="3478028" y="391749"/>
                  </a:lnTo>
                  <a:lnTo>
                    <a:pt x="3468628" y="398429"/>
                  </a:lnTo>
                  <a:lnTo>
                    <a:pt x="3456091" y="396550"/>
                  </a:lnTo>
                  <a:lnTo>
                    <a:pt x="3446521" y="402354"/>
                  </a:lnTo>
                  <a:lnTo>
                    <a:pt x="3441663" y="409015"/>
                  </a:lnTo>
                  <a:lnTo>
                    <a:pt x="3437441" y="410019"/>
                  </a:lnTo>
                  <a:lnTo>
                    <a:pt x="3435240" y="401535"/>
                  </a:lnTo>
                  <a:lnTo>
                    <a:pt x="3433638" y="398912"/>
                  </a:lnTo>
                  <a:lnTo>
                    <a:pt x="3430113" y="411422"/>
                  </a:lnTo>
                  <a:lnTo>
                    <a:pt x="3426522" y="412197"/>
                  </a:lnTo>
                  <a:lnTo>
                    <a:pt x="3425163" y="403325"/>
                  </a:lnTo>
                  <a:lnTo>
                    <a:pt x="3423457" y="397464"/>
                  </a:lnTo>
                  <a:lnTo>
                    <a:pt x="3418563" y="402519"/>
                  </a:lnTo>
                  <a:lnTo>
                    <a:pt x="3415313" y="415918"/>
                  </a:lnTo>
                  <a:lnTo>
                    <a:pt x="3411907" y="414788"/>
                  </a:lnTo>
                  <a:lnTo>
                    <a:pt x="3410822" y="409803"/>
                  </a:lnTo>
                  <a:lnTo>
                    <a:pt x="3408383" y="408291"/>
                  </a:lnTo>
                  <a:lnTo>
                    <a:pt x="3407546" y="413988"/>
                  </a:lnTo>
                  <a:lnTo>
                    <a:pt x="3408776" y="422002"/>
                  </a:lnTo>
                  <a:lnTo>
                    <a:pt x="3407003" y="426282"/>
                  </a:lnTo>
                  <a:lnTo>
                    <a:pt x="3403618" y="423996"/>
                  </a:lnTo>
                  <a:lnTo>
                    <a:pt x="3400213" y="420141"/>
                  </a:lnTo>
                  <a:lnTo>
                    <a:pt x="3394595" y="423069"/>
                  </a:lnTo>
                  <a:lnTo>
                    <a:pt x="3389438" y="424256"/>
                  </a:lnTo>
                  <a:lnTo>
                    <a:pt x="3389417" y="420332"/>
                  </a:lnTo>
                  <a:lnTo>
                    <a:pt x="3390399" y="415518"/>
                  </a:lnTo>
                  <a:lnTo>
                    <a:pt x="3380121" y="418179"/>
                  </a:lnTo>
                  <a:lnTo>
                    <a:pt x="3367796" y="427057"/>
                  </a:lnTo>
                  <a:lnTo>
                    <a:pt x="3358225" y="439339"/>
                  </a:lnTo>
                  <a:lnTo>
                    <a:pt x="3361543" y="441383"/>
                  </a:lnTo>
                  <a:lnTo>
                    <a:pt x="3365279" y="445295"/>
                  </a:lnTo>
                  <a:lnTo>
                    <a:pt x="3348654" y="464270"/>
                  </a:lnTo>
                  <a:lnTo>
                    <a:pt x="3331611" y="481359"/>
                  </a:lnTo>
                  <a:lnTo>
                    <a:pt x="3318738" y="509244"/>
                  </a:lnTo>
                  <a:lnTo>
                    <a:pt x="3313571" y="512508"/>
                  </a:lnTo>
                  <a:lnTo>
                    <a:pt x="3309132" y="517620"/>
                  </a:lnTo>
                  <a:lnTo>
                    <a:pt x="3304419" y="534455"/>
                  </a:lnTo>
                  <a:lnTo>
                    <a:pt x="3298977" y="549442"/>
                  </a:lnTo>
                  <a:lnTo>
                    <a:pt x="3302021" y="556116"/>
                  </a:lnTo>
                  <a:lnTo>
                    <a:pt x="3304026" y="562981"/>
                  </a:lnTo>
                  <a:lnTo>
                    <a:pt x="3308858" y="569737"/>
                  </a:lnTo>
                  <a:lnTo>
                    <a:pt x="3312966" y="570347"/>
                  </a:lnTo>
                  <a:lnTo>
                    <a:pt x="3317415" y="569128"/>
                  </a:lnTo>
                  <a:lnTo>
                    <a:pt x="3320681" y="569414"/>
                  </a:lnTo>
                  <a:lnTo>
                    <a:pt x="3322780" y="572284"/>
                  </a:lnTo>
                  <a:lnTo>
                    <a:pt x="3321849" y="575726"/>
                  </a:lnTo>
                  <a:lnTo>
                    <a:pt x="3316718" y="576583"/>
                  </a:lnTo>
                  <a:lnTo>
                    <a:pt x="3307147" y="582603"/>
                  </a:lnTo>
                  <a:lnTo>
                    <a:pt x="3298755" y="584915"/>
                  </a:lnTo>
                  <a:lnTo>
                    <a:pt x="3294548" y="592192"/>
                  </a:lnTo>
                  <a:lnTo>
                    <a:pt x="3288244" y="600600"/>
                  </a:lnTo>
                  <a:lnTo>
                    <a:pt x="3275996" y="613720"/>
                  </a:lnTo>
                  <a:lnTo>
                    <a:pt x="3281231" y="617765"/>
                  </a:lnTo>
                  <a:lnTo>
                    <a:pt x="3300150" y="622325"/>
                  </a:lnTo>
                  <a:lnTo>
                    <a:pt x="3308584" y="627018"/>
                  </a:lnTo>
                  <a:lnTo>
                    <a:pt x="3321348" y="651524"/>
                  </a:lnTo>
                  <a:lnTo>
                    <a:pt x="3318433" y="653975"/>
                  </a:lnTo>
                  <a:lnTo>
                    <a:pt x="3317276" y="658465"/>
                  </a:lnTo>
                  <a:lnTo>
                    <a:pt x="3328624" y="664765"/>
                  </a:lnTo>
                  <a:lnTo>
                    <a:pt x="3332247" y="682362"/>
                  </a:lnTo>
                  <a:lnTo>
                    <a:pt x="3341564" y="688350"/>
                  </a:lnTo>
                  <a:lnTo>
                    <a:pt x="3355450" y="692033"/>
                  </a:lnTo>
                  <a:lnTo>
                    <a:pt x="3372431" y="686712"/>
                  </a:lnTo>
                  <a:lnTo>
                    <a:pt x="3386570" y="679390"/>
                  </a:lnTo>
                  <a:lnTo>
                    <a:pt x="3386074" y="673388"/>
                  </a:lnTo>
                  <a:lnTo>
                    <a:pt x="3377191" y="659424"/>
                  </a:lnTo>
                  <a:lnTo>
                    <a:pt x="3375051" y="652864"/>
                  </a:lnTo>
                  <a:lnTo>
                    <a:pt x="3368457" y="648616"/>
                  </a:lnTo>
                  <a:lnTo>
                    <a:pt x="3365951" y="652216"/>
                  </a:lnTo>
                  <a:lnTo>
                    <a:pt x="3361687" y="647542"/>
                  </a:lnTo>
                  <a:lnTo>
                    <a:pt x="3361207" y="644920"/>
                  </a:lnTo>
                  <a:lnTo>
                    <a:pt x="3365181" y="643643"/>
                  </a:lnTo>
                  <a:lnTo>
                    <a:pt x="3369801" y="644151"/>
                  </a:lnTo>
                  <a:lnTo>
                    <a:pt x="3375191" y="646596"/>
                  </a:lnTo>
                  <a:lnTo>
                    <a:pt x="3389061" y="661818"/>
                  </a:lnTo>
                  <a:lnTo>
                    <a:pt x="3392900" y="681771"/>
                  </a:lnTo>
                  <a:lnTo>
                    <a:pt x="3393722" y="694440"/>
                  </a:lnTo>
                  <a:lnTo>
                    <a:pt x="3392156" y="698771"/>
                  </a:lnTo>
                  <a:lnTo>
                    <a:pt x="3388120" y="697882"/>
                  </a:lnTo>
                  <a:lnTo>
                    <a:pt x="3380420" y="698746"/>
                  </a:lnTo>
                  <a:lnTo>
                    <a:pt x="3343890" y="705306"/>
                  </a:lnTo>
                  <a:lnTo>
                    <a:pt x="3335776" y="711084"/>
                  </a:lnTo>
                  <a:lnTo>
                    <a:pt x="3317173" y="717359"/>
                  </a:lnTo>
                  <a:lnTo>
                    <a:pt x="3316015" y="714228"/>
                  </a:lnTo>
                  <a:lnTo>
                    <a:pt x="3317359" y="707750"/>
                  </a:lnTo>
                  <a:lnTo>
                    <a:pt x="3316186" y="694484"/>
                  </a:lnTo>
                  <a:lnTo>
                    <a:pt x="3312516" y="693868"/>
                  </a:lnTo>
                  <a:lnTo>
                    <a:pt x="3283613" y="715498"/>
                  </a:lnTo>
                  <a:lnTo>
                    <a:pt x="3272441" y="716857"/>
                  </a:lnTo>
                  <a:lnTo>
                    <a:pt x="3263046" y="723188"/>
                  </a:lnTo>
                  <a:lnTo>
                    <a:pt x="3260943" y="719676"/>
                  </a:lnTo>
                  <a:lnTo>
                    <a:pt x="3259263" y="703458"/>
                  </a:lnTo>
                  <a:lnTo>
                    <a:pt x="3265144" y="689855"/>
                  </a:lnTo>
                  <a:lnTo>
                    <a:pt x="3262012" y="690071"/>
                  </a:lnTo>
                  <a:lnTo>
                    <a:pt x="3252194" y="698238"/>
                  </a:lnTo>
                  <a:lnTo>
                    <a:pt x="3247997" y="693214"/>
                  </a:lnTo>
                  <a:lnTo>
                    <a:pt x="3245894" y="687702"/>
                  </a:lnTo>
                  <a:lnTo>
                    <a:pt x="3242871" y="684584"/>
                  </a:lnTo>
                  <a:lnTo>
                    <a:pt x="3239595" y="683403"/>
                  </a:lnTo>
                  <a:lnTo>
                    <a:pt x="3242396" y="695443"/>
                  </a:lnTo>
                  <a:lnTo>
                    <a:pt x="3235740" y="704474"/>
                  </a:lnTo>
                  <a:lnTo>
                    <a:pt x="3233915" y="727830"/>
                  </a:lnTo>
                  <a:lnTo>
                    <a:pt x="3225549" y="737553"/>
                  </a:lnTo>
                  <a:lnTo>
                    <a:pt x="3199467" y="743802"/>
                  </a:lnTo>
                  <a:lnTo>
                    <a:pt x="3182465" y="742481"/>
                  </a:lnTo>
                  <a:lnTo>
                    <a:pt x="3167231" y="744424"/>
                  </a:lnTo>
                  <a:lnTo>
                    <a:pt x="3146974" y="748907"/>
                  </a:lnTo>
                  <a:lnTo>
                    <a:pt x="3135780" y="746240"/>
                  </a:lnTo>
                  <a:lnTo>
                    <a:pt x="3124313" y="750971"/>
                  </a:lnTo>
                  <a:lnTo>
                    <a:pt x="3085390" y="752260"/>
                  </a:lnTo>
                  <a:lnTo>
                    <a:pt x="3077183" y="749752"/>
                  </a:lnTo>
                  <a:lnTo>
                    <a:pt x="3066703" y="758687"/>
                  </a:lnTo>
                  <a:lnTo>
                    <a:pt x="3049924" y="763970"/>
                  </a:lnTo>
                  <a:lnTo>
                    <a:pt x="3007512" y="783993"/>
                  </a:lnTo>
                  <a:lnTo>
                    <a:pt x="2998159" y="791277"/>
                  </a:lnTo>
                  <a:lnTo>
                    <a:pt x="2986769" y="802651"/>
                  </a:lnTo>
                  <a:lnTo>
                    <a:pt x="2979121" y="808766"/>
                  </a:lnTo>
                  <a:lnTo>
                    <a:pt x="2972832" y="810754"/>
                  </a:lnTo>
                  <a:lnTo>
                    <a:pt x="2968966" y="815847"/>
                  </a:lnTo>
                  <a:lnTo>
                    <a:pt x="2964744" y="819174"/>
                  </a:lnTo>
                  <a:lnTo>
                    <a:pt x="2968821" y="807807"/>
                  </a:lnTo>
                  <a:lnTo>
                    <a:pt x="2973250" y="798224"/>
                  </a:lnTo>
                  <a:lnTo>
                    <a:pt x="2976930" y="779662"/>
                  </a:lnTo>
                  <a:lnTo>
                    <a:pt x="2975844" y="764650"/>
                  </a:lnTo>
                  <a:lnTo>
                    <a:pt x="2971281" y="758477"/>
                  </a:lnTo>
                  <a:lnTo>
                    <a:pt x="2966563" y="754362"/>
                  </a:lnTo>
                  <a:lnTo>
                    <a:pt x="2972093" y="769178"/>
                  </a:lnTo>
                  <a:lnTo>
                    <a:pt x="2972987" y="787346"/>
                  </a:lnTo>
                  <a:lnTo>
                    <a:pt x="2971085" y="797989"/>
                  </a:lnTo>
                  <a:lnTo>
                    <a:pt x="2960682" y="818520"/>
                  </a:lnTo>
                  <a:lnTo>
                    <a:pt x="2956253" y="823302"/>
                  </a:lnTo>
                  <a:lnTo>
                    <a:pt x="2951075" y="827506"/>
                  </a:lnTo>
                  <a:lnTo>
                    <a:pt x="2947174" y="829335"/>
                  </a:lnTo>
                  <a:lnTo>
                    <a:pt x="2943572" y="832618"/>
                  </a:lnTo>
                  <a:lnTo>
                    <a:pt x="2939386" y="837819"/>
                  </a:lnTo>
                  <a:lnTo>
                    <a:pt x="2935417" y="848145"/>
                  </a:lnTo>
                  <a:lnTo>
                    <a:pt x="2937820" y="857556"/>
                  </a:lnTo>
                  <a:lnTo>
                    <a:pt x="2958104" y="860992"/>
                  </a:lnTo>
                  <a:lnTo>
                    <a:pt x="2963545" y="858090"/>
                  </a:lnTo>
                  <a:lnTo>
                    <a:pt x="2966315" y="864827"/>
                  </a:lnTo>
                  <a:lnTo>
                    <a:pt x="2967865" y="874188"/>
                  </a:lnTo>
                  <a:lnTo>
                    <a:pt x="2966346" y="884310"/>
                  </a:lnTo>
                  <a:lnTo>
                    <a:pt x="2962956" y="894611"/>
                  </a:lnTo>
                  <a:lnTo>
                    <a:pt x="2960382" y="907400"/>
                  </a:lnTo>
                  <a:lnTo>
                    <a:pt x="2958202" y="926902"/>
                  </a:lnTo>
                  <a:lnTo>
                    <a:pt x="2954920" y="944449"/>
                  </a:lnTo>
                  <a:lnTo>
                    <a:pt x="2954491" y="939121"/>
                  </a:lnTo>
                  <a:lnTo>
                    <a:pt x="2956543" y="917790"/>
                  </a:lnTo>
                  <a:lnTo>
                    <a:pt x="2953220" y="920019"/>
                  </a:lnTo>
                  <a:lnTo>
                    <a:pt x="2950931" y="924940"/>
                  </a:lnTo>
                  <a:lnTo>
                    <a:pt x="2944740" y="952450"/>
                  </a:lnTo>
                  <a:lnTo>
                    <a:pt x="2936229" y="967113"/>
                  </a:lnTo>
                  <a:lnTo>
                    <a:pt x="2928389" y="977255"/>
                  </a:lnTo>
                  <a:lnTo>
                    <a:pt x="2920302" y="975578"/>
                  </a:lnTo>
                  <a:lnTo>
                    <a:pt x="2922121" y="983637"/>
                  </a:lnTo>
                  <a:lnTo>
                    <a:pt x="2919899" y="987834"/>
                  </a:lnTo>
                  <a:lnTo>
                    <a:pt x="2917997" y="996592"/>
                  </a:lnTo>
                  <a:lnTo>
                    <a:pt x="2913175" y="1002396"/>
                  </a:lnTo>
                  <a:lnTo>
                    <a:pt x="2908643" y="1001837"/>
                  </a:lnTo>
                  <a:lnTo>
                    <a:pt x="2902132" y="1005838"/>
                  </a:lnTo>
                  <a:lnTo>
                    <a:pt x="2899564" y="1008899"/>
                  </a:lnTo>
                  <a:lnTo>
                    <a:pt x="2899372" y="1014760"/>
                  </a:lnTo>
                  <a:lnTo>
                    <a:pt x="2895016" y="1019917"/>
                  </a:lnTo>
                  <a:lnTo>
                    <a:pt x="2879296" y="1046703"/>
                  </a:lnTo>
                  <a:lnTo>
                    <a:pt x="2865648" y="1054609"/>
                  </a:lnTo>
                  <a:lnTo>
                    <a:pt x="2862382" y="1053459"/>
                  </a:lnTo>
                  <a:lnTo>
                    <a:pt x="2865978" y="1040816"/>
                  </a:lnTo>
                  <a:lnTo>
                    <a:pt x="2868443" y="1028032"/>
                  </a:lnTo>
                  <a:lnTo>
                    <a:pt x="2860160" y="1022469"/>
                  </a:lnTo>
                  <a:lnTo>
                    <a:pt x="2852232" y="1019529"/>
                  </a:lnTo>
                  <a:lnTo>
                    <a:pt x="2843137" y="1019917"/>
                  </a:lnTo>
                  <a:lnTo>
                    <a:pt x="2833091" y="1009978"/>
                  </a:lnTo>
                  <a:lnTo>
                    <a:pt x="2820141" y="1002751"/>
                  </a:lnTo>
                  <a:lnTo>
                    <a:pt x="2802064" y="983199"/>
                  </a:lnTo>
                  <a:lnTo>
                    <a:pt x="2802591" y="977775"/>
                  </a:lnTo>
                  <a:lnTo>
                    <a:pt x="2802136" y="968675"/>
                  </a:lnTo>
                  <a:lnTo>
                    <a:pt x="2807630" y="954298"/>
                  </a:lnTo>
                  <a:lnTo>
                    <a:pt x="2812896" y="944245"/>
                  </a:lnTo>
                  <a:lnTo>
                    <a:pt x="2820167" y="939038"/>
                  </a:lnTo>
                  <a:lnTo>
                    <a:pt x="2841266" y="933735"/>
                  </a:lnTo>
                  <a:lnTo>
                    <a:pt x="2846558" y="925759"/>
                  </a:lnTo>
                  <a:lnTo>
                    <a:pt x="2849695" y="919041"/>
                  </a:lnTo>
                  <a:lnTo>
                    <a:pt x="2839241" y="930579"/>
                  </a:lnTo>
                  <a:lnTo>
                    <a:pt x="2823582" y="934491"/>
                  </a:lnTo>
                  <a:lnTo>
                    <a:pt x="2815144" y="938797"/>
                  </a:lnTo>
                  <a:lnTo>
                    <a:pt x="2808395" y="945382"/>
                  </a:lnTo>
                  <a:lnTo>
                    <a:pt x="2804400" y="953650"/>
                  </a:lnTo>
                  <a:lnTo>
                    <a:pt x="2795356" y="963614"/>
                  </a:lnTo>
                  <a:lnTo>
                    <a:pt x="2795992" y="970288"/>
                  </a:lnTo>
                  <a:lnTo>
                    <a:pt x="2797506" y="975032"/>
                  </a:lnTo>
                  <a:lnTo>
                    <a:pt x="2796808" y="984920"/>
                  </a:lnTo>
                  <a:lnTo>
                    <a:pt x="2802529" y="994559"/>
                  </a:lnTo>
                  <a:lnTo>
                    <a:pt x="2813872" y="1010353"/>
                  </a:lnTo>
                  <a:lnTo>
                    <a:pt x="2816038" y="1034884"/>
                  </a:lnTo>
                  <a:lnTo>
                    <a:pt x="2824694" y="1051300"/>
                  </a:lnTo>
                  <a:lnTo>
                    <a:pt x="2837959" y="1070440"/>
                  </a:lnTo>
                  <a:lnTo>
                    <a:pt x="2848160" y="1075883"/>
                  </a:lnTo>
                  <a:lnTo>
                    <a:pt x="2848656" y="1083001"/>
                  </a:lnTo>
                  <a:lnTo>
                    <a:pt x="2843948" y="1094756"/>
                  </a:lnTo>
                  <a:lnTo>
                    <a:pt x="2837742" y="1100128"/>
                  </a:lnTo>
                  <a:lnTo>
                    <a:pt x="2845814" y="1099055"/>
                  </a:lnTo>
                  <a:lnTo>
                    <a:pt x="2849835" y="1101741"/>
                  </a:lnTo>
                  <a:lnTo>
                    <a:pt x="2853746" y="1111546"/>
                  </a:lnTo>
                  <a:lnTo>
                    <a:pt x="2853442" y="1121555"/>
                  </a:lnTo>
                  <a:lnTo>
                    <a:pt x="2852119" y="1127194"/>
                  </a:lnTo>
                  <a:lnTo>
                    <a:pt x="2849674" y="1129442"/>
                  </a:lnTo>
                  <a:lnTo>
                    <a:pt x="2849778" y="1123682"/>
                  </a:lnTo>
                  <a:lnTo>
                    <a:pt x="2848046" y="1121682"/>
                  </a:lnTo>
                  <a:lnTo>
                    <a:pt x="2845189" y="1124177"/>
                  </a:lnTo>
                  <a:lnTo>
                    <a:pt x="2843339" y="1127022"/>
                  </a:lnTo>
                  <a:lnTo>
                    <a:pt x="2842569" y="1138231"/>
                  </a:lnTo>
                  <a:lnTo>
                    <a:pt x="2840610" y="1143832"/>
                  </a:lnTo>
                  <a:lnTo>
                    <a:pt x="2833685" y="1145496"/>
                  </a:lnTo>
                  <a:lnTo>
                    <a:pt x="2826662" y="1160203"/>
                  </a:lnTo>
                  <a:lnTo>
                    <a:pt x="2820130" y="1168547"/>
                  </a:lnTo>
                  <a:lnTo>
                    <a:pt x="2794426" y="1224971"/>
                  </a:lnTo>
                  <a:lnTo>
                    <a:pt x="2795408" y="1234401"/>
                  </a:lnTo>
                  <a:lnTo>
                    <a:pt x="2790705" y="1237436"/>
                  </a:lnTo>
                  <a:lnTo>
                    <a:pt x="2783584" y="1239907"/>
                  </a:lnTo>
                  <a:lnTo>
                    <a:pt x="2776380" y="1245546"/>
                  </a:lnTo>
                  <a:lnTo>
                    <a:pt x="2771600" y="1251763"/>
                  </a:lnTo>
                  <a:lnTo>
                    <a:pt x="2767161" y="1268484"/>
                  </a:lnTo>
                  <a:lnTo>
                    <a:pt x="2758655" y="1287306"/>
                  </a:lnTo>
                  <a:lnTo>
                    <a:pt x="2753348" y="1279463"/>
                  </a:lnTo>
                  <a:lnTo>
                    <a:pt x="2751989" y="1272751"/>
                  </a:lnTo>
                  <a:lnTo>
                    <a:pt x="2754350" y="1255243"/>
                  </a:lnTo>
                  <a:lnTo>
                    <a:pt x="2763549" y="1226539"/>
                  </a:lnTo>
                  <a:lnTo>
                    <a:pt x="2773683" y="1208695"/>
                  </a:lnTo>
                  <a:lnTo>
                    <a:pt x="2781414" y="1200236"/>
                  </a:lnTo>
                  <a:lnTo>
                    <a:pt x="2787770" y="1182995"/>
                  </a:lnTo>
                  <a:lnTo>
                    <a:pt x="2779739" y="1180423"/>
                  </a:lnTo>
                  <a:lnTo>
                    <a:pt x="2767497" y="1180702"/>
                  </a:lnTo>
                  <a:lnTo>
                    <a:pt x="2769802" y="1172745"/>
                  </a:lnTo>
                  <a:lnTo>
                    <a:pt x="2773373" y="1165734"/>
                  </a:lnTo>
                  <a:lnTo>
                    <a:pt x="2766991" y="1158749"/>
                  </a:lnTo>
                  <a:lnTo>
                    <a:pt x="2763213" y="1157860"/>
                  </a:lnTo>
                  <a:lnTo>
                    <a:pt x="2759322" y="1154996"/>
                  </a:lnTo>
                  <a:lnTo>
                    <a:pt x="2763885" y="1149179"/>
                  </a:lnTo>
                  <a:lnTo>
                    <a:pt x="2766112" y="1143032"/>
                  </a:lnTo>
                  <a:lnTo>
                    <a:pt x="2764753" y="1135551"/>
                  </a:lnTo>
                  <a:lnTo>
                    <a:pt x="2766665" y="1129918"/>
                  </a:lnTo>
                  <a:lnTo>
                    <a:pt x="2763477" y="1130769"/>
                  </a:lnTo>
                  <a:lnTo>
                    <a:pt x="2758350" y="1136732"/>
                  </a:lnTo>
                  <a:lnTo>
                    <a:pt x="2755162" y="1139113"/>
                  </a:lnTo>
                  <a:lnTo>
                    <a:pt x="2753219" y="1133836"/>
                  </a:lnTo>
                  <a:lnTo>
                    <a:pt x="2751002" y="1135030"/>
                  </a:lnTo>
                  <a:lnTo>
                    <a:pt x="2749560" y="1138656"/>
                  </a:lnTo>
                  <a:lnTo>
                    <a:pt x="2746289" y="1140650"/>
                  </a:lnTo>
                  <a:lnTo>
                    <a:pt x="2739380" y="1135691"/>
                  </a:lnTo>
                  <a:lnTo>
                    <a:pt x="2729308" y="1130013"/>
                  </a:lnTo>
                  <a:lnTo>
                    <a:pt x="2723701" y="1120246"/>
                  </a:lnTo>
                  <a:lnTo>
                    <a:pt x="2720502" y="1112677"/>
                  </a:lnTo>
                  <a:lnTo>
                    <a:pt x="2723752" y="1098979"/>
                  </a:lnTo>
                  <a:lnTo>
                    <a:pt x="2730713" y="1096547"/>
                  </a:lnTo>
                  <a:lnTo>
                    <a:pt x="2739757" y="1098769"/>
                  </a:lnTo>
                  <a:lnTo>
                    <a:pt x="2751612" y="1098750"/>
                  </a:lnTo>
                  <a:lnTo>
                    <a:pt x="2749917" y="1095708"/>
                  </a:lnTo>
                  <a:lnTo>
                    <a:pt x="2745684" y="1096210"/>
                  </a:lnTo>
                  <a:lnTo>
                    <a:pt x="2733189" y="1085097"/>
                  </a:lnTo>
                  <a:lnTo>
                    <a:pt x="2729168" y="1078385"/>
                  </a:lnTo>
                  <a:lnTo>
                    <a:pt x="2722254" y="1076543"/>
                  </a:lnTo>
                  <a:lnTo>
                    <a:pt x="2719101" y="1082995"/>
                  </a:lnTo>
                  <a:lnTo>
                    <a:pt x="2715603" y="1084710"/>
                  </a:lnTo>
                  <a:lnTo>
                    <a:pt x="2719923" y="1070593"/>
                  </a:lnTo>
                  <a:lnTo>
                    <a:pt x="2725571" y="1070015"/>
                  </a:lnTo>
                  <a:lnTo>
                    <a:pt x="2733912" y="1066103"/>
                  </a:lnTo>
                  <a:lnTo>
                    <a:pt x="2731488" y="1057930"/>
                  </a:lnTo>
                  <a:lnTo>
                    <a:pt x="2726223" y="1054355"/>
                  </a:lnTo>
                  <a:lnTo>
                    <a:pt x="2716714" y="1058838"/>
                  </a:lnTo>
                  <a:lnTo>
                    <a:pt x="2716828" y="1053091"/>
                  </a:lnTo>
                  <a:lnTo>
                    <a:pt x="2718610" y="1045731"/>
                  </a:lnTo>
                  <a:lnTo>
                    <a:pt x="2725778" y="1045756"/>
                  </a:lnTo>
                  <a:lnTo>
                    <a:pt x="2732057" y="1048157"/>
                  </a:lnTo>
                  <a:lnTo>
                    <a:pt x="2737400" y="1036269"/>
                  </a:lnTo>
                  <a:lnTo>
                    <a:pt x="2737638" y="1030960"/>
                  </a:lnTo>
                  <a:lnTo>
                    <a:pt x="2728760" y="1038676"/>
                  </a:lnTo>
                  <a:lnTo>
                    <a:pt x="2726765" y="1022031"/>
                  </a:lnTo>
                  <a:lnTo>
                    <a:pt x="2735504" y="1005977"/>
                  </a:lnTo>
                  <a:lnTo>
                    <a:pt x="2743839" y="998979"/>
                  </a:lnTo>
                  <a:lnTo>
                    <a:pt x="2754252" y="999183"/>
                  </a:lnTo>
                  <a:lnTo>
                    <a:pt x="2764836" y="998052"/>
                  </a:lnTo>
                  <a:lnTo>
                    <a:pt x="2758195" y="995112"/>
                  </a:lnTo>
                  <a:lnTo>
                    <a:pt x="2751379" y="993518"/>
                  </a:lnTo>
                  <a:lnTo>
                    <a:pt x="2756500" y="987174"/>
                  </a:lnTo>
                  <a:lnTo>
                    <a:pt x="2760867" y="986037"/>
                  </a:lnTo>
                  <a:lnTo>
                    <a:pt x="2765156" y="980506"/>
                  </a:lnTo>
                  <a:lnTo>
                    <a:pt x="2754841" y="981325"/>
                  </a:lnTo>
                  <a:lnTo>
                    <a:pt x="2756056" y="970860"/>
                  </a:lnTo>
                  <a:lnTo>
                    <a:pt x="2751043" y="972987"/>
                  </a:lnTo>
                  <a:lnTo>
                    <a:pt x="2745043" y="973971"/>
                  </a:lnTo>
                  <a:lnTo>
                    <a:pt x="2742708" y="978410"/>
                  </a:lnTo>
                  <a:lnTo>
                    <a:pt x="2743168" y="985783"/>
                  </a:lnTo>
                  <a:lnTo>
                    <a:pt x="2741416" y="990622"/>
                  </a:lnTo>
                  <a:lnTo>
                    <a:pt x="2736749" y="994509"/>
                  </a:lnTo>
                  <a:lnTo>
                    <a:pt x="2728868" y="997538"/>
                  </a:lnTo>
                  <a:lnTo>
                    <a:pt x="2728104" y="992286"/>
                  </a:lnTo>
                  <a:lnTo>
                    <a:pt x="2725499" y="989905"/>
                  </a:lnTo>
                  <a:lnTo>
                    <a:pt x="2724528" y="1001151"/>
                  </a:lnTo>
                  <a:lnTo>
                    <a:pt x="2722460" y="1004974"/>
                  </a:lnTo>
                  <a:lnTo>
                    <a:pt x="2716698" y="994420"/>
                  </a:lnTo>
                  <a:lnTo>
                    <a:pt x="2714967" y="996547"/>
                  </a:lnTo>
                  <a:lnTo>
                    <a:pt x="2715189" y="999545"/>
                  </a:lnTo>
                  <a:lnTo>
                    <a:pt x="2713717" y="1004726"/>
                  </a:lnTo>
                  <a:lnTo>
                    <a:pt x="2708776" y="1007425"/>
                  </a:lnTo>
                  <a:lnTo>
                    <a:pt x="2709081" y="1014068"/>
                  </a:lnTo>
                  <a:lnTo>
                    <a:pt x="2707164" y="1017688"/>
                  </a:lnTo>
                  <a:lnTo>
                    <a:pt x="2691340" y="1011921"/>
                  </a:lnTo>
                  <a:lnTo>
                    <a:pt x="2690968" y="1013877"/>
                  </a:lnTo>
                  <a:lnTo>
                    <a:pt x="2699919" y="1026311"/>
                  </a:lnTo>
                  <a:lnTo>
                    <a:pt x="2706456" y="1030560"/>
                  </a:lnTo>
                  <a:lnTo>
                    <a:pt x="2707252" y="1037342"/>
                  </a:lnTo>
                  <a:lnTo>
                    <a:pt x="2701640" y="1042968"/>
                  </a:lnTo>
                  <a:lnTo>
                    <a:pt x="2693898" y="1038110"/>
                  </a:lnTo>
                  <a:lnTo>
                    <a:pt x="2692596" y="1038466"/>
                  </a:lnTo>
                  <a:lnTo>
                    <a:pt x="2696803" y="1046798"/>
                  </a:lnTo>
                  <a:lnTo>
                    <a:pt x="2699454" y="1054075"/>
                  </a:lnTo>
                  <a:lnTo>
                    <a:pt x="2696725" y="1060172"/>
                  </a:lnTo>
                  <a:lnTo>
                    <a:pt x="2697149" y="1067678"/>
                  </a:lnTo>
                  <a:lnTo>
                    <a:pt x="2696560" y="1074485"/>
                  </a:lnTo>
                  <a:lnTo>
                    <a:pt x="2694891" y="1080423"/>
                  </a:lnTo>
                  <a:lnTo>
                    <a:pt x="2698653" y="1107793"/>
                  </a:lnTo>
                  <a:lnTo>
                    <a:pt x="2703185" y="1115236"/>
                  </a:lnTo>
                  <a:lnTo>
                    <a:pt x="2707639" y="1122355"/>
                  </a:lnTo>
                  <a:lnTo>
                    <a:pt x="2710001" y="1129016"/>
                  </a:lnTo>
                  <a:lnTo>
                    <a:pt x="2705273" y="1129988"/>
                  </a:lnTo>
                  <a:lnTo>
                    <a:pt x="2697743" y="1124507"/>
                  </a:lnTo>
                  <a:lnTo>
                    <a:pt x="2691129" y="1120329"/>
                  </a:lnTo>
                  <a:lnTo>
                    <a:pt x="2683248" y="1106968"/>
                  </a:lnTo>
                  <a:lnTo>
                    <a:pt x="2681945" y="1101633"/>
                  </a:lnTo>
                  <a:lnTo>
                    <a:pt x="2680023" y="1097417"/>
                  </a:lnTo>
                  <a:lnTo>
                    <a:pt x="2680953" y="1107101"/>
                  </a:lnTo>
                  <a:lnTo>
                    <a:pt x="2683765" y="1117916"/>
                  </a:lnTo>
                  <a:lnTo>
                    <a:pt x="2708446" y="1142117"/>
                  </a:lnTo>
                  <a:lnTo>
                    <a:pt x="2713003" y="1151401"/>
                  </a:lnTo>
                  <a:lnTo>
                    <a:pt x="2716476" y="1158698"/>
                  </a:lnTo>
                  <a:lnTo>
                    <a:pt x="2715603" y="1165690"/>
                  </a:lnTo>
                  <a:lnTo>
                    <a:pt x="2709169" y="1160743"/>
                  </a:lnTo>
                  <a:lnTo>
                    <a:pt x="2703619" y="1154437"/>
                  </a:lnTo>
                  <a:lnTo>
                    <a:pt x="2688886" y="1147312"/>
                  </a:lnTo>
                  <a:lnTo>
                    <a:pt x="2670308" y="1142809"/>
                  </a:lnTo>
                  <a:lnTo>
                    <a:pt x="2659833" y="1126247"/>
                  </a:lnTo>
                  <a:lnTo>
                    <a:pt x="2659869" y="1133157"/>
                  </a:lnTo>
                  <a:lnTo>
                    <a:pt x="2657543" y="1139018"/>
                  </a:lnTo>
                  <a:lnTo>
                    <a:pt x="2651141" y="1131874"/>
                  </a:lnTo>
                  <a:lnTo>
                    <a:pt x="2647105" y="1125778"/>
                  </a:lnTo>
                  <a:lnTo>
                    <a:pt x="2645751" y="1119097"/>
                  </a:lnTo>
                  <a:lnTo>
                    <a:pt x="2637756" y="1119554"/>
                  </a:lnTo>
                  <a:lnTo>
                    <a:pt x="2629374" y="1125358"/>
                  </a:lnTo>
                  <a:lnTo>
                    <a:pt x="2621266" y="1123980"/>
                  </a:lnTo>
                  <a:lnTo>
                    <a:pt x="2620305" y="1112651"/>
                  </a:lnTo>
                  <a:lnTo>
                    <a:pt x="2622496" y="1106650"/>
                  </a:lnTo>
                  <a:lnTo>
                    <a:pt x="2631596" y="1092457"/>
                  </a:lnTo>
                  <a:lnTo>
                    <a:pt x="2640170" y="1085211"/>
                  </a:lnTo>
                  <a:lnTo>
                    <a:pt x="2643952" y="1075857"/>
                  </a:lnTo>
                  <a:lnTo>
                    <a:pt x="2642660" y="1061353"/>
                  </a:lnTo>
                  <a:lnTo>
                    <a:pt x="2641048" y="1076111"/>
                  </a:lnTo>
                  <a:lnTo>
                    <a:pt x="2636149" y="1083427"/>
                  </a:lnTo>
                  <a:lnTo>
                    <a:pt x="2628449" y="1089015"/>
                  </a:lnTo>
                  <a:lnTo>
                    <a:pt x="2618315" y="1098973"/>
                  </a:lnTo>
                  <a:lnTo>
                    <a:pt x="2615840" y="1108181"/>
                  </a:lnTo>
                  <a:lnTo>
                    <a:pt x="2612677" y="1125422"/>
                  </a:lnTo>
                  <a:lnTo>
                    <a:pt x="2616956" y="1131258"/>
                  </a:lnTo>
                  <a:lnTo>
                    <a:pt x="2621328" y="1132782"/>
                  </a:lnTo>
                  <a:lnTo>
                    <a:pt x="2634242" y="1128870"/>
                  </a:lnTo>
                  <a:lnTo>
                    <a:pt x="2640924" y="1130617"/>
                  </a:lnTo>
                  <a:lnTo>
                    <a:pt x="2655786" y="1151376"/>
                  </a:lnTo>
                  <a:lnTo>
                    <a:pt x="2683460" y="1159587"/>
                  </a:lnTo>
                  <a:lnTo>
                    <a:pt x="2693552" y="1164718"/>
                  </a:lnTo>
                  <a:lnTo>
                    <a:pt x="2701779" y="1175552"/>
                  </a:lnTo>
                  <a:lnTo>
                    <a:pt x="2714146" y="1181788"/>
                  </a:lnTo>
                  <a:lnTo>
                    <a:pt x="2723742" y="1190850"/>
                  </a:lnTo>
                  <a:lnTo>
                    <a:pt x="2724000" y="1196762"/>
                  </a:lnTo>
                  <a:lnTo>
                    <a:pt x="2720678" y="1203754"/>
                  </a:lnTo>
                  <a:lnTo>
                    <a:pt x="2719365" y="1213216"/>
                  </a:lnTo>
                  <a:lnTo>
                    <a:pt x="2715288" y="1219185"/>
                  </a:lnTo>
                  <a:lnTo>
                    <a:pt x="2705500" y="1219871"/>
                  </a:lnTo>
                  <a:lnTo>
                    <a:pt x="2699588" y="1218334"/>
                  </a:lnTo>
                  <a:lnTo>
                    <a:pt x="2667807" y="1185071"/>
                  </a:lnTo>
                  <a:lnTo>
                    <a:pt x="2664013" y="1182010"/>
                  </a:lnTo>
                  <a:lnTo>
                    <a:pt x="2652226" y="1164591"/>
                  </a:lnTo>
                  <a:lnTo>
                    <a:pt x="2638397" y="1155262"/>
                  </a:lnTo>
                  <a:lnTo>
                    <a:pt x="2634118" y="1155459"/>
                  </a:lnTo>
                  <a:lnTo>
                    <a:pt x="2653802" y="1172713"/>
                  </a:lnTo>
                  <a:lnTo>
                    <a:pt x="2661838" y="1184779"/>
                  </a:lnTo>
                  <a:lnTo>
                    <a:pt x="2675992" y="1201696"/>
                  </a:lnTo>
                  <a:lnTo>
                    <a:pt x="2686111" y="1208860"/>
                  </a:lnTo>
                  <a:lnTo>
                    <a:pt x="2693557" y="1220036"/>
                  </a:lnTo>
                  <a:lnTo>
                    <a:pt x="2700477" y="1225275"/>
                  </a:lnTo>
                  <a:lnTo>
                    <a:pt x="2719370" y="1232737"/>
                  </a:lnTo>
                  <a:lnTo>
                    <a:pt x="2712802" y="1238097"/>
                  </a:lnTo>
                  <a:lnTo>
                    <a:pt x="2723287" y="1242663"/>
                  </a:lnTo>
                  <a:lnTo>
                    <a:pt x="2724786" y="1251058"/>
                  </a:lnTo>
                  <a:lnTo>
                    <a:pt x="2723825" y="1260628"/>
                  </a:lnTo>
                  <a:lnTo>
                    <a:pt x="2709272" y="1256843"/>
                  </a:lnTo>
                  <a:lnTo>
                    <a:pt x="2708797" y="1263892"/>
                  </a:lnTo>
                  <a:lnTo>
                    <a:pt x="2710099" y="1268052"/>
                  </a:lnTo>
                  <a:lnTo>
                    <a:pt x="2703671" y="1271487"/>
                  </a:lnTo>
                  <a:lnTo>
                    <a:pt x="2694730" y="1266826"/>
                  </a:lnTo>
                  <a:lnTo>
                    <a:pt x="2671517" y="1241329"/>
                  </a:lnTo>
                  <a:lnTo>
                    <a:pt x="2671713" y="1244739"/>
                  </a:lnTo>
                  <a:lnTo>
                    <a:pt x="2673594" y="1248696"/>
                  </a:lnTo>
                  <a:lnTo>
                    <a:pt x="2687056" y="1265111"/>
                  </a:lnTo>
                  <a:lnTo>
                    <a:pt x="2699071" y="1274955"/>
                  </a:lnTo>
                  <a:lnTo>
                    <a:pt x="2709257" y="1279400"/>
                  </a:lnTo>
                  <a:lnTo>
                    <a:pt x="2717107" y="1287649"/>
                  </a:lnTo>
                  <a:lnTo>
                    <a:pt x="2719877" y="1292640"/>
                  </a:lnTo>
                  <a:lnTo>
                    <a:pt x="2721727" y="1300210"/>
                  </a:lnTo>
                  <a:lnTo>
                    <a:pt x="2715908" y="1305354"/>
                  </a:lnTo>
                  <a:lnTo>
                    <a:pt x="2709283" y="1308193"/>
                  </a:lnTo>
                  <a:lnTo>
                    <a:pt x="2702813" y="1303061"/>
                  </a:lnTo>
                  <a:lnTo>
                    <a:pt x="2698069" y="1297657"/>
                  </a:lnTo>
                  <a:lnTo>
                    <a:pt x="2687966" y="1288481"/>
                  </a:lnTo>
                  <a:lnTo>
                    <a:pt x="2684938" y="1278225"/>
                  </a:lnTo>
                  <a:lnTo>
                    <a:pt x="2677253" y="1278752"/>
                  </a:lnTo>
                  <a:lnTo>
                    <a:pt x="2645136" y="1265747"/>
                  </a:lnTo>
                  <a:lnTo>
                    <a:pt x="2619323" y="1264248"/>
                  </a:lnTo>
                  <a:lnTo>
                    <a:pt x="2621845" y="1266864"/>
                  </a:lnTo>
                  <a:lnTo>
                    <a:pt x="2625111" y="1268604"/>
                  </a:lnTo>
                  <a:lnTo>
                    <a:pt x="2645668" y="1271811"/>
                  </a:lnTo>
                  <a:lnTo>
                    <a:pt x="2653792" y="1277800"/>
                  </a:lnTo>
                  <a:lnTo>
                    <a:pt x="2670700" y="1283115"/>
                  </a:lnTo>
                  <a:lnTo>
                    <a:pt x="2680602" y="1284569"/>
                  </a:lnTo>
                  <a:lnTo>
                    <a:pt x="2684617" y="1300896"/>
                  </a:lnTo>
                  <a:lnTo>
                    <a:pt x="2698301" y="1312130"/>
                  </a:lnTo>
                  <a:lnTo>
                    <a:pt x="2700079" y="1320455"/>
                  </a:lnTo>
                  <a:lnTo>
                    <a:pt x="2709422" y="1321389"/>
                  </a:lnTo>
                  <a:lnTo>
                    <a:pt x="2725861" y="1313222"/>
                  </a:lnTo>
                  <a:lnTo>
                    <a:pt x="2736470" y="1316086"/>
                  </a:lnTo>
                  <a:lnTo>
                    <a:pt x="2751772" y="1318423"/>
                  </a:lnTo>
                  <a:lnTo>
                    <a:pt x="2755270" y="1325015"/>
                  </a:lnTo>
                  <a:lnTo>
                    <a:pt x="2757896" y="1337557"/>
                  </a:lnTo>
                  <a:lnTo>
                    <a:pt x="2763306" y="1351667"/>
                  </a:lnTo>
                  <a:lnTo>
                    <a:pt x="2777337" y="1407303"/>
                  </a:lnTo>
                  <a:lnTo>
                    <a:pt x="2798416" y="1452810"/>
                  </a:lnTo>
                  <a:lnTo>
                    <a:pt x="2801010" y="1460646"/>
                  </a:lnTo>
                  <a:lnTo>
                    <a:pt x="2796111" y="1453769"/>
                  </a:lnTo>
                  <a:lnTo>
                    <a:pt x="2780473" y="1423630"/>
                  </a:lnTo>
                  <a:lnTo>
                    <a:pt x="2771843" y="1401867"/>
                  </a:lnTo>
                  <a:lnTo>
                    <a:pt x="2762975" y="1363441"/>
                  </a:lnTo>
                  <a:lnTo>
                    <a:pt x="2760402" y="1354836"/>
                  </a:lnTo>
                  <a:lnTo>
                    <a:pt x="2757374" y="1351401"/>
                  </a:lnTo>
                  <a:lnTo>
                    <a:pt x="2755379" y="1354195"/>
                  </a:lnTo>
                  <a:lnTo>
                    <a:pt x="2754521" y="1359091"/>
                  </a:lnTo>
                  <a:lnTo>
                    <a:pt x="2755968" y="1362850"/>
                  </a:lnTo>
                  <a:lnTo>
                    <a:pt x="2752475" y="1375500"/>
                  </a:lnTo>
                  <a:lnTo>
                    <a:pt x="2753989" y="1381305"/>
                  </a:lnTo>
                  <a:lnTo>
                    <a:pt x="2759663" y="1387306"/>
                  </a:lnTo>
                  <a:lnTo>
                    <a:pt x="2765828" y="1402280"/>
                  </a:lnTo>
                  <a:lnTo>
                    <a:pt x="2770753" y="1422442"/>
                  </a:lnTo>
                  <a:lnTo>
                    <a:pt x="2764092" y="1414269"/>
                  </a:lnTo>
                  <a:lnTo>
                    <a:pt x="2756981" y="1409938"/>
                  </a:lnTo>
                  <a:lnTo>
                    <a:pt x="2745917" y="1406617"/>
                  </a:lnTo>
                  <a:lnTo>
                    <a:pt x="2736062" y="1400794"/>
                  </a:lnTo>
                  <a:lnTo>
                    <a:pt x="2736780" y="1409145"/>
                  </a:lnTo>
                  <a:lnTo>
                    <a:pt x="2735835" y="1418162"/>
                  </a:lnTo>
                  <a:lnTo>
                    <a:pt x="2728238" y="1415412"/>
                  </a:lnTo>
                  <a:lnTo>
                    <a:pt x="2723070" y="1412421"/>
                  </a:lnTo>
                  <a:lnTo>
                    <a:pt x="2727644" y="1422030"/>
                  </a:lnTo>
                  <a:lnTo>
                    <a:pt x="2717716" y="1419147"/>
                  </a:lnTo>
                  <a:lnTo>
                    <a:pt x="2711102" y="1419750"/>
                  </a:lnTo>
                  <a:lnTo>
                    <a:pt x="2706802" y="1428278"/>
                  </a:lnTo>
                  <a:lnTo>
                    <a:pt x="2701035" y="1433454"/>
                  </a:lnTo>
                  <a:lnTo>
                    <a:pt x="2692508" y="1435124"/>
                  </a:lnTo>
                  <a:lnTo>
                    <a:pt x="2679858" y="1427326"/>
                  </a:lnTo>
                  <a:lnTo>
                    <a:pt x="2675760" y="1417857"/>
                  </a:lnTo>
                  <a:lnTo>
                    <a:pt x="2674065" y="1407316"/>
                  </a:lnTo>
                  <a:lnTo>
                    <a:pt x="2673388" y="1419782"/>
                  </a:lnTo>
                  <a:lnTo>
                    <a:pt x="2675641" y="1432762"/>
                  </a:lnTo>
                  <a:lnTo>
                    <a:pt x="2674850" y="1442630"/>
                  </a:lnTo>
                  <a:lnTo>
                    <a:pt x="2687031" y="1444446"/>
                  </a:lnTo>
                  <a:lnTo>
                    <a:pt x="2698420" y="1442833"/>
                  </a:lnTo>
                  <a:lnTo>
                    <a:pt x="2713789" y="1443246"/>
                  </a:lnTo>
                  <a:lnTo>
                    <a:pt x="2723814" y="1441398"/>
                  </a:lnTo>
                  <a:lnTo>
                    <a:pt x="2729850" y="1438261"/>
                  </a:lnTo>
                  <a:lnTo>
                    <a:pt x="2744325" y="1440979"/>
                  </a:lnTo>
                  <a:lnTo>
                    <a:pt x="2745353" y="1452899"/>
                  </a:lnTo>
                  <a:lnTo>
                    <a:pt x="2743700" y="1464749"/>
                  </a:lnTo>
                  <a:lnTo>
                    <a:pt x="2742863" y="1477367"/>
                  </a:lnTo>
                  <a:lnTo>
                    <a:pt x="2746873" y="1477284"/>
                  </a:lnTo>
                  <a:lnTo>
                    <a:pt x="2751586" y="1473252"/>
                  </a:lnTo>
                  <a:lnTo>
                    <a:pt x="2753942" y="1450651"/>
                  </a:lnTo>
                  <a:lnTo>
                    <a:pt x="2767172" y="1442300"/>
                  </a:lnTo>
                  <a:lnTo>
                    <a:pt x="2771605" y="1442872"/>
                  </a:lnTo>
                  <a:lnTo>
                    <a:pt x="2775817" y="1450136"/>
                  </a:lnTo>
                  <a:lnTo>
                    <a:pt x="2777233" y="1457503"/>
                  </a:lnTo>
                  <a:lnTo>
                    <a:pt x="2778727" y="1467619"/>
                  </a:lnTo>
                  <a:lnTo>
                    <a:pt x="2775636" y="1483031"/>
                  </a:lnTo>
                  <a:lnTo>
                    <a:pt x="2755312" y="1501054"/>
                  </a:lnTo>
                  <a:lnTo>
                    <a:pt x="2740754" y="1517717"/>
                  </a:lnTo>
                  <a:lnTo>
                    <a:pt x="2733313" y="1521115"/>
                  </a:lnTo>
                  <a:lnTo>
                    <a:pt x="2722579" y="1519178"/>
                  </a:lnTo>
                  <a:lnTo>
                    <a:pt x="2710409" y="1514987"/>
                  </a:lnTo>
                  <a:lnTo>
                    <a:pt x="2704441" y="1514142"/>
                  </a:lnTo>
                  <a:lnTo>
                    <a:pt x="2699903" y="1515539"/>
                  </a:lnTo>
                  <a:lnTo>
                    <a:pt x="2697139" y="1510408"/>
                  </a:lnTo>
                  <a:lnTo>
                    <a:pt x="2695356" y="1501047"/>
                  </a:lnTo>
                  <a:lnTo>
                    <a:pt x="2690622" y="1497942"/>
                  </a:lnTo>
                  <a:lnTo>
                    <a:pt x="2687041" y="1498285"/>
                  </a:lnTo>
                  <a:lnTo>
                    <a:pt x="2684597" y="1508230"/>
                  </a:lnTo>
                  <a:lnTo>
                    <a:pt x="2673243" y="1511056"/>
                  </a:lnTo>
                  <a:lnTo>
                    <a:pt x="2657807" y="1506947"/>
                  </a:lnTo>
                  <a:lnTo>
                    <a:pt x="2641642" y="1498584"/>
                  </a:lnTo>
                  <a:lnTo>
                    <a:pt x="2648577" y="1507557"/>
                  </a:lnTo>
                  <a:lnTo>
                    <a:pt x="2688689" y="1524296"/>
                  </a:lnTo>
                  <a:lnTo>
                    <a:pt x="2693206" y="1527427"/>
                  </a:lnTo>
                  <a:lnTo>
                    <a:pt x="2697423" y="1532006"/>
                  </a:lnTo>
                  <a:lnTo>
                    <a:pt x="2691811" y="1539188"/>
                  </a:lnTo>
                  <a:lnTo>
                    <a:pt x="2687413" y="1547278"/>
                  </a:lnTo>
                  <a:lnTo>
                    <a:pt x="2686793" y="1553629"/>
                  </a:lnTo>
                  <a:lnTo>
                    <a:pt x="2685242" y="1557636"/>
                  </a:lnTo>
                  <a:lnTo>
                    <a:pt x="2669248" y="1568431"/>
                  </a:lnTo>
                  <a:lnTo>
                    <a:pt x="2660582" y="1566526"/>
                  </a:lnTo>
                  <a:lnTo>
                    <a:pt x="2638438" y="1547062"/>
                  </a:lnTo>
                  <a:lnTo>
                    <a:pt x="2648526" y="1563897"/>
                  </a:lnTo>
                  <a:lnTo>
                    <a:pt x="2656603" y="1571041"/>
                  </a:lnTo>
                  <a:lnTo>
                    <a:pt x="2672866" y="1574852"/>
                  </a:lnTo>
                  <a:lnTo>
                    <a:pt x="2703371" y="1568558"/>
                  </a:lnTo>
                  <a:lnTo>
                    <a:pt x="2713376" y="1575430"/>
                  </a:lnTo>
                  <a:lnTo>
                    <a:pt x="2705164" y="1587603"/>
                  </a:lnTo>
                  <a:lnTo>
                    <a:pt x="2697004" y="1596145"/>
                  </a:lnTo>
                  <a:lnTo>
                    <a:pt x="2686302" y="1597097"/>
                  </a:lnTo>
                  <a:lnTo>
                    <a:pt x="2676876" y="1599409"/>
                  </a:lnTo>
                  <a:lnTo>
                    <a:pt x="2674111" y="1605283"/>
                  </a:lnTo>
                  <a:lnTo>
                    <a:pt x="2667393" y="1605651"/>
                  </a:lnTo>
                  <a:lnTo>
                    <a:pt x="2656892" y="1606000"/>
                  </a:lnTo>
                  <a:lnTo>
                    <a:pt x="2640635" y="1606534"/>
                  </a:lnTo>
                  <a:lnTo>
                    <a:pt x="2631705" y="1605162"/>
                  </a:lnTo>
                  <a:lnTo>
                    <a:pt x="2619230" y="1617164"/>
                  </a:lnTo>
                  <a:lnTo>
                    <a:pt x="2614522" y="1618815"/>
                  </a:lnTo>
                  <a:lnTo>
                    <a:pt x="2607944" y="1616561"/>
                  </a:lnTo>
                  <a:lnTo>
                    <a:pt x="2605184" y="1606921"/>
                  </a:lnTo>
                  <a:lnTo>
                    <a:pt x="2602244" y="1602184"/>
                  </a:lnTo>
                  <a:lnTo>
                    <a:pt x="2602171" y="1620219"/>
                  </a:lnTo>
                  <a:lnTo>
                    <a:pt x="2603324" y="1625077"/>
                  </a:lnTo>
                  <a:lnTo>
                    <a:pt x="2605680" y="1628741"/>
                  </a:lnTo>
                  <a:lnTo>
                    <a:pt x="2591087" y="1638527"/>
                  </a:lnTo>
                  <a:lnTo>
                    <a:pt x="2577118" y="1650733"/>
                  </a:lnTo>
                  <a:lnTo>
                    <a:pt x="2572111" y="1654054"/>
                  </a:lnTo>
                  <a:lnTo>
                    <a:pt x="2566421" y="1660169"/>
                  </a:lnTo>
                  <a:lnTo>
                    <a:pt x="2554768" y="1677830"/>
                  </a:lnTo>
                  <a:lnTo>
                    <a:pt x="2551889" y="1690708"/>
                  </a:lnTo>
                  <a:lnTo>
                    <a:pt x="2547678" y="1705066"/>
                  </a:lnTo>
                  <a:lnTo>
                    <a:pt x="2547145" y="1698602"/>
                  </a:lnTo>
                  <a:lnTo>
                    <a:pt x="2547869" y="1687717"/>
                  </a:lnTo>
                  <a:lnTo>
                    <a:pt x="2544985" y="1675251"/>
                  </a:lnTo>
                  <a:lnTo>
                    <a:pt x="2543156" y="1698087"/>
                  </a:lnTo>
                  <a:lnTo>
                    <a:pt x="2538629" y="1708699"/>
                  </a:lnTo>
                  <a:lnTo>
                    <a:pt x="2497086" y="1707950"/>
                  </a:lnTo>
                  <a:lnTo>
                    <a:pt x="2478900" y="1713716"/>
                  </a:lnTo>
                  <a:lnTo>
                    <a:pt x="2450984" y="1733116"/>
                  </a:lnTo>
                  <a:lnTo>
                    <a:pt x="2442638" y="1741619"/>
                  </a:lnTo>
                  <a:lnTo>
                    <a:pt x="2419580" y="1774495"/>
                  </a:lnTo>
                  <a:lnTo>
                    <a:pt x="2413694" y="1795534"/>
                  </a:lnTo>
                  <a:lnTo>
                    <a:pt x="2408976" y="1786688"/>
                  </a:lnTo>
                  <a:lnTo>
                    <a:pt x="2410144" y="1780052"/>
                  </a:lnTo>
                  <a:lnTo>
                    <a:pt x="2410237" y="1774629"/>
                  </a:lnTo>
                  <a:lnTo>
                    <a:pt x="2404428" y="1786263"/>
                  </a:lnTo>
                  <a:lnTo>
                    <a:pt x="2409942" y="1803205"/>
                  </a:lnTo>
                  <a:lnTo>
                    <a:pt x="2404992" y="1809676"/>
                  </a:lnTo>
                  <a:lnTo>
                    <a:pt x="2389762" y="1821755"/>
                  </a:lnTo>
                  <a:lnTo>
                    <a:pt x="2381427" y="1823736"/>
                  </a:lnTo>
                  <a:lnTo>
                    <a:pt x="2372068" y="1827172"/>
                  </a:lnTo>
                  <a:lnTo>
                    <a:pt x="2369122" y="1839085"/>
                  </a:lnTo>
                  <a:lnTo>
                    <a:pt x="2356415" y="1850071"/>
                  </a:lnTo>
                  <a:lnTo>
                    <a:pt x="2349010" y="1854936"/>
                  </a:lnTo>
                  <a:lnTo>
                    <a:pt x="2335449" y="1851989"/>
                  </a:lnTo>
                  <a:lnTo>
                    <a:pt x="2339625" y="1862569"/>
                  </a:lnTo>
                  <a:lnTo>
                    <a:pt x="2334643" y="1870577"/>
                  </a:lnTo>
                  <a:lnTo>
                    <a:pt x="2326065" y="1876718"/>
                  </a:lnTo>
                  <a:lnTo>
                    <a:pt x="2315399" y="1880725"/>
                  </a:lnTo>
                  <a:lnTo>
                    <a:pt x="2309285" y="1880236"/>
                  </a:lnTo>
                  <a:lnTo>
                    <a:pt x="2304061" y="1882363"/>
                  </a:lnTo>
                  <a:lnTo>
                    <a:pt x="2299968" y="1887456"/>
                  </a:lnTo>
                  <a:lnTo>
                    <a:pt x="2289968" y="1892219"/>
                  </a:lnTo>
                  <a:lnTo>
                    <a:pt x="2279581" y="1889539"/>
                  </a:lnTo>
                  <a:lnTo>
                    <a:pt x="2267809" y="1887932"/>
                  </a:lnTo>
                  <a:lnTo>
                    <a:pt x="2261251" y="1890790"/>
                  </a:lnTo>
                  <a:lnTo>
                    <a:pt x="2272274" y="1895515"/>
                  </a:lnTo>
                  <a:lnTo>
                    <a:pt x="2278176" y="1902360"/>
                  </a:lnTo>
                  <a:lnTo>
                    <a:pt x="2276961" y="1911588"/>
                  </a:lnTo>
                  <a:lnTo>
                    <a:pt x="2274010" y="1915150"/>
                  </a:lnTo>
                  <a:lnTo>
                    <a:pt x="2267055" y="1919976"/>
                  </a:lnTo>
                  <a:lnTo>
                    <a:pt x="2264001" y="1919259"/>
                  </a:lnTo>
                  <a:lnTo>
                    <a:pt x="2262135" y="1914909"/>
                  </a:lnTo>
                  <a:lnTo>
                    <a:pt x="2259872" y="1905847"/>
                  </a:lnTo>
                  <a:lnTo>
                    <a:pt x="2256637" y="1907777"/>
                  </a:lnTo>
                  <a:lnTo>
                    <a:pt x="2256078" y="1912000"/>
                  </a:lnTo>
                  <a:lnTo>
                    <a:pt x="2253298" y="1913505"/>
                  </a:lnTo>
                  <a:lnTo>
                    <a:pt x="2243433" y="1899071"/>
                  </a:lnTo>
                  <a:lnTo>
                    <a:pt x="2243924" y="1910082"/>
                  </a:lnTo>
                  <a:lnTo>
                    <a:pt x="2247371" y="1918541"/>
                  </a:lnTo>
                  <a:lnTo>
                    <a:pt x="2250704" y="1922834"/>
                  </a:lnTo>
                  <a:lnTo>
                    <a:pt x="2254068" y="1925361"/>
                  </a:lnTo>
                  <a:lnTo>
                    <a:pt x="2254895" y="1929286"/>
                  </a:lnTo>
                  <a:lnTo>
                    <a:pt x="2248146" y="1938850"/>
                  </a:lnTo>
                  <a:lnTo>
                    <a:pt x="2244673" y="1940977"/>
                  </a:lnTo>
                  <a:lnTo>
                    <a:pt x="2238493" y="1942527"/>
                  </a:lnTo>
                  <a:lnTo>
                    <a:pt x="2235015" y="1948420"/>
                  </a:lnTo>
                  <a:lnTo>
                    <a:pt x="2236043" y="1953494"/>
                  </a:lnTo>
                  <a:lnTo>
                    <a:pt x="2230638" y="1964505"/>
                  </a:lnTo>
                  <a:lnTo>
                    <a:pt x="2217713" y="1971383"/>
                  </a:lnTo>
                  <a:lnTo>
                    <a:pt x="2213765" y="1971116"/>
                  </a:lnTo>
                  <a:lnTo>
                    <a:pt x="2210546" y="1973129"/>
                  </a:lnTo>
                  <a:lnTo>
                    <a:pt x="2212427" y="1978032"/>
                  </a:lnTo>
                  <a:lnTo>
                    <a:pt x="2215651" y="1981601"/>
                  </a:lnTo>
                  <a:lnTo>
                    <a:pt x="2215538" y="1984915"/>
                  </a:lnTo>
                  <a:lnTo>
                    <a:pt x="2212122" y="1989418"/>
                  </a:lnTo>
                  <a:lnTo>
                    <a:pt x="2205378" y="1990675"/>
                  </a:lnTo>
                  <a:lnTo>
                    <a:pt x="2201590" y="1995813"/>
                  </a:lnTo>
                  <a:lnTo>
                    <a:pt x="2202789" y="2000658"/>
                  </a:lnTo>
                  <a:lnTo>
                    <a:pt x="2205016" y="2003363"/>
                  </a:lnTo>
                  <a:lnTo>
                    <a:pt x="2204551" y="2008025"/>
                  </a:lnTo>
                  <a:lnTo>
                    <a:pt x="2196882" y="2012705"/>
                  </a:lnTo>
                  <a:lnTo>
                    <a:pt x="2195084" y="2017309"/>
                  </a:lnTo>
                  <a:lnTo>
                    <a:pt x="2198892" y="2018668"/>
                  </a:lnTo>
                  <a:lnTo>
                    <a:pt x="2201822" y="2017309"/>
                  </a:lnTo>
                  <a:lnTo>
                    <a:pt x="2203967" y="2018299"/>
                  </a:lnTo>
                  <a:lnTo>
                    <a:pt x="2199368" y="2025996"/>
                  </a:lnTo>
                  <a:lnTo>
                    <a:pt x="2195239" y="2030689"/>
                  </a:lnTo>
                  <a:lnTo>
                    <a:pt x="2191316" y="2039122"/>
                  </a:lnTo>
                  <a:lnTo>
                    <a:pt x="2182216" y="2041453"/>
                  </a:lnTo>
                  <a:lnTo>
                    <a:pt x="2182557" y="2044177"/>
                  </a:lnTo>
                  <a:lnTo>
                    <a:pt x="2187699" y="2046590"/>
                  </a:lnTo>
                  <a:lnTo>
                    <a:pt x="2192004" y="2053074"/>
                  </a:lnTo>
                  <a:lnTo>
                    <a:pt x="2183916" y="2065045"/>
                  </a:lnTo>
                  <a:lnTo>
                    <a:pt x="2178867" y="2064060"/>
                  </a:lnTo>
                  <a:lnTo>
                    <a:pt x="2175782" y="2061425"/>
                  </a:lnTo>
                  <a:lnTo>
                    <a:pt x="2173813" y="2070874"/>
                  </a:lnTo>
                  <a:lnTo>
                    <a:pt x="2174568" y="2075917"/>
                  </a:lnTo>
                  <a:lnTo>
                    <a:pt x="2172645" y="2086223"/>
                  </a:lnTo>
                  <a:lnTo>
                    <a:pt x="2169555" y="2098613"/>
                  </a:lnTo>
                  <a:lnTo>
                    <a:pt x="2167457" y="2103699"/>
                  </a:lnTo>
                  <a:lnTo>
                    <a:pt x="2167902" y="2113174"/>
                  </a:lnTo>
                  <a:lnTo>
                    <a:pt x="2169199" y="2122325"/>
                  </a:lnTo>
                  <a:lnTo>
                    <a:pt x="2174149" y="2134118"/>
                  </a:lnTo>
                  <a:lnTo>
                    <a:pt x="2181710" y="2182343"/>
                  </a:lnTo>
                  <a:lnTo>
                    <a:pt x="2186857" y="2199089"/>
                  </a:lnTo>
                  <a:lnTo>
                    <a:pt x="2196128" y="2244272"/>
                  </a:lnTo>
                  <a:lnTo>
                    <a:pt x="2211471" y="2288077"/>
                  </a:lnTo>
                  <a:lnTo>
                    <a:pt x="2233118" y="2341026"/>
                  </a:lnTo>
                  <a:lnTo>
                    <a:pt x="2268646" y="2405203"/>
                  </a:lnTo>
                  <a:lnTo>
                    <a:pt x="2272899" y="2414348"/>
                  </a:lnTo>
                  <a:lnTo>
                    <a:pt x="2268274" y="2422102"/>
                  </a:lnTo>
                  <a:lnTo>
                    <a:pt x="2266863" y="2430135"/>
                  </a:lnTo>
                  <a:lnTo>
                    <a:pt x="2266460" y="2442245"/>
                  </a:lnTo>
                  <a:lnTo>
                    <a:pt x="2267742" y="2454044"/>
                  </a:lnTo>
                  <a:lnTo>
                    <a:pt x="2271943" y="2468453"/>
                  </a:lnTo>
                  <a:lnTo>
                    <a:pt x="2280015" y="2490483"/>
                  </a:lnTo>
                  <a:lnTo>
                    <a:pt x="2275499" y="2486088"/>
                  </a:lnTo>
                  <a:lnTo>
                    <a:pt x="2263809" y="2454470"/>
                  </a:lnTo>
                  <a:lnTo>
                    <a:pt x="2262450" y="2435901"/>
                  </a:lnTo>
                  <a:lnTo>
                    <a:pt x="2264135" y="2409560"/>
                  </a:lnTo>
                  <a:lnTo>
                    <a:pt x="2261391" y="2410195"/>
                  </a:lnTo>
                  <a:lnTo>
                    <a:pt x="2259164" y="2418755"/>
                  </a:lnTo>
                  <a:lnTo>
                    <a:pt x="2257939" y="2428808"/>
                  </a:lnTo>
                  <a:lnTo>
                    <a:pt x="2254973" y="2432700"/>
                  </a:lnTo>
                  <a:lnTo>
                    <a:pt x="2250926" y="2417364"/>
                  </a:lnTo>
                  <a:lnTo>
                    <a:pt x="2251210" y="2410430"/>
                  </a:lnTo>
                  <a:lnTo>
                    <a:pt x="2255505" y="2402327"/>
                  </a:lnTo>
                  <a:lnTo>
                    <a:pt x="2254259" y="2399412"/>
                  </a:lnTo>
                  <a:lnTo>
                    <a:pt x="2247309" y="2395265"/>
                  </a:lnTo>
                  <a:lnTo>
                    <a:pt x="2245831" y="2388743"/>
                  </a:lnTo>
                  <a:lnTo>
                    <a:pt x="2246771" y="2382304"/>
                  </a:lnTo>
                  <a:lnTo>
                    <a:pt x="2242782" y="2378862"/>
                  </a:lnTo>
                  <a:lnTo>
                    <a:pt x="2239661" y="2379027"/>
                  </a:lnTo>
                  <a:lnTo>
                    <a:pt x="2241753" y="2394903"/>
                  </a:lnTo>
                  <a:lnTo>
                    <a:pt x="2245056" y="2404651"/>
                  </a:lnTo>
                  <a:lnTo>
                    <a:pt x="2249138" y="2428014"/>
                  </a:lnTo>
                  <a:lnTo>
                    <a:pt x="2255727" y="2442169"/>
                  </a:lnTo>
                  <a:lnTo>
                    <a:pt x="2259567" y="2454038"/>
                  </a:lnTo>
                  <a:lnTo>
                    <a:pt x="2304438" y="2580696"/>
                  </a:lnTo>
                  <a:lnTo>
                    <a:pt x="2315058" y="2596826"/>
                  </a:lnTo>
                  <a:lnTo>
                    <a:pt x="2318985" y="2608409"/>
                  </a:lnTo>
                  <a:lnTo>
                    <a:pt x="2323073" y="2632630"/>
                  </a:lnTo>
                  <a:lnTo>
                    <a:pt x="2323998" y="2663728"/>
                  </a:lnTo>
                  <a:lnTo>
                    <a:pt x="2316665" y="2720564"/>
                  </a:lnTo>
                  <a:lnTo>
                    <a:pt x="2314996" y="2759333"/>
                  </a:lnTo>
                  <a:lnTo>
                    <a:pt x="2313947" y="2758145"/>
                  </a:lnTo>
                  <a:lnTo>
                    <a:pt x="2313244" y="2754062"/>
                  </a:lnTo>
                  <a:lnTo>
                    <a:pt x="2311549" y="2753503"/>
                  </a:lnTo>
                  <a:lnTo>
                    <a:pt x="2305182" y="2771265"/>
                  </a:lnTo>
                  <a:lnTo>
                    <a:pt x="2296531" y="2787287"/>
                  </a:lnTo>
                  <a:lnTo>
                    <a:pt x="2293684" y="2812187"/>
                  </a:lnTo>
                  <a:lnTo>
                    <a:pt x="2289534" y="2824653"/>
                  </a:lnTo>
                  <a:lnTo>
                    <a:pt x="2277075" y="2837843"/>
                  </a:lnTo>
                  <a:lnTo>
                    <a:pt x="2269354" y="2837506"/>
                  </a:lnTo>
                  <a:lnTo>
                    <a:pt x="2250420" y="2847400"/>
                  </a:lnTo>
                  <a:lnTo>
                    <a:pt x="2237118" y="2844822"/>
                  </a:lnTo>
                  <a:lnTo>
                    <a:pt x="2221269" y="2850404"/>
                  </a:lnTo>
                  <a:lnTo>
                    <a:pt x="2210840" y="2849781"/>
                  </a:lnTo>
                  <a:lnTo>
                    <a:pt x="2204820" y="2838014"/>
                  </a:lnTo>
                  <a:lnTo>
                    <a:pt x="2205740" y="2832750"/>
                  </a:lnTo>
                  <a:lnTo>
                    <a:pt x="2208137" y="2827460"/>
                  </a:lnTo>
                  <a:lnTo>
                    <a:pt x="2212199" y="2826228"/>
                  </a:lnTo>
                  <a:lnTo>
                    <a:pt x="2226199" y="2838560"/>
                  </a:lnTo>
                  <a:lnTo>
                    <a:pt x="2228839" y="2833372"/>
                  </a:lnTo>
                  <a:lnTo>
                    <a:pt x="2224612" y="2827199"/>
                  </a:lnTo>
                  <a:lnTo>
                    <a:pt x="2216519" y="2823757"/>
                  </a:lnTo>
                  <a:lnTo>
                    <a:pt x="2210540" y="2819973"/>
                  </a:lnTo>
                  <a:lnTo>
                    <a:pt x="2198494" y="2791859"/>
                  </a:lnTo>
                  <a:lnTo>
                    <a:pt x="2186014" y="2772554"/>
                  </a:lnTo>
                  <a:lnTo>
                    <a:pt x="2183911" y="2759650"/>
                  </a:lnTo>
                  <a:lnTo>
                    <a:pt x="2162393" y="2751782"/>
                  </a:lnTo>
                  <a:lnTo>
                    <a:pt x="2146812" y="2739869"/>
                  </a:lnTo>
                  <a:lnTo>
                    <a:pt x="2136652" y="2718678"/>
                  </a:lnTo>
                  <a:lnTo>
                    <a:pt x="2130823" y="2681102"/>
                  </a:lnTo>
                  <a:lnTo>
                    <a:pt x="2123950" y="2676879"/>
                  </a:lnTo>
                  <a:lnTo>
                    <a:pt x="2121046" y="2673958"/>
                  </a:lnTo>
                  <a:lnTo>
                    <a:pt x="2127759" y="2660013"/>
                  </a:lnTo>
                  <a:lnTo>
                    <a:pt x="2134833" y="2648322"/>
                  </a:lnTo>
                  <a:lnTo>
                    <a:pt x="2129237" y="2651230"/>
                  </a:lnTo>
                  <a:lnTo>
                    <a:pt x="2125108" y="2655555"/>
                  </a:lnTo>
                  <a:lnTo>
                    <a:pt x="2119857" y="2665880"/>
                  </a:lnTo>
                  <a:lnTo>
                    <a:pt x="2116023" y="2667468"/>
                  </a:lnTo>
                  <a:lnTo>
                    <a:pt x="2112509" y="2665880"/>
                  </a:lnTo>
                  <a:lnTo>
                    <a:pt x="2108457" y="2646074"/>
                  </a:lnTo>
                  <a:lnTo>
                    <a:pt x="2109615" y="2621726"/>
                  </a:lnTo>
                  <a:lnTo>
                    <a:pt x="2115294" y="2612620"/>
                  </a:lnTo>
                  <a:lnTo>
                    <a:pt x="2106571" y="2612378"/>
                  </a:lnTo>
                  <a:lnTo>
                    <a:pt x="2097533" y="2615846"/>
                  </a:lnTo>
                  <a:lnTo>
                    <a:pt x="2098856" y="2623962"/>
                  </a:lnTo>
                  <a:lnTo>
                    <a:pt x="2097579" y="2628420"/>
                  </a:lnTo>
                  <a:lnTo>
                    <a:pt x="2090995" y="2627276"/>
                  </a:lnTo>
                  <a:lnTo>
                    <a:pt x="2086003" y="2624425"/>
                  </a:lnTo>
                  <a:lnTo>
                    <a:pt x="2079229" y="2615979"/>
                  </a:lnTo>
                  <a:lnTo>
                    <a:pt x="2069989" y="2599862"/>
                  </a:lnTo>
                  <a:lnTo>
                    <a:pt x="2051033" y="2555460"/>
                  </a:lnTo>
                  <a:lnTo>
                    <a:pt x="2047338" y="2549198"/>
                  </a:lnTo>
                  <a:lnTo>
                    <a:pt x="2041070" y="2542645"/>
                  </a:lnTo>
                  <a:lnTo>
                    <a:pt x="2044021" y="2540606"/>
                  </a:lnTo>
                  <a:lnTo>
                    <a:pt x="2049406" y="2539400"/>
                  </a:lnTo>
                  <a:lnTo>
                    <a:pt x="2061576" y="2519409"/>
                  </a:lnTo>
                  <a:lnTo>
                    <a:pt x="2071136" y="2507330"/>
                  </a:lnTo>
                  <a:lnTo>
                    <a:pt x="2074309" y="2498973"/>
                  </a:lnTo>
                  <a:lnTo>
                    <a:pt x="2073756" y="2495398"/>
                  </a:lnTo>
                  <a:lnTo>
                    <a:pt x="2069529" y="2490203"/>
                  </a:lnTo>
                  <a:lnTo>
                    <a:pt x="2063979" y="2494744"/>
                  </a:lnTo>
                  <a:lnTo>
                    <a:pt x="2061601" y="2493448"/>
                  </a:lnTo>
                  <a:lnTo>
                    <a:pt x="2055359" y="2482970"/>
                  </a:lnTo>
                  <a:lnTo>
                    <a:pt x="2049395" y="2480011"/>
                  </a:lnTo>
                  <a:lnTo>
                    <a:pt x="2045240" y="2482278"/>
                  </a:lnTo>
                  <a:lnTo>
                    <a:pt x="2049623" y="2490864"/>
                  </a:lnTo>
                  <a:lnTo>
                    <a:pt x="2053560" y="2494052"/>
                  </a:lnTo>
                  <a:lnTo>
                    <a:pt x="2052036" y="2506536"/>
                  </a:lnTo>
                  <a:lnTo>
                    <a:pt x="2050444" y="2510601"/>
                  </a:lnTo>
                  <a:lnTo>
                    <a:pt x="2046755" y="2514189"/>
                  </a:lnTo>
                  <a:lnTo>
                    <a:pt x="2040993" y="2512277"/>
                  </a:lnTo>
                  <a:lnTo>
                    <a:pt x="2038078" y="2515364"/>
                  </a:lnTo>
                  <a:lnTo>
                    <a:pt x="2034647" y="2512112"/>
                  </a:lnTo>
                  <a:lnTo>
                    <a:pt x="2031231" y="2506625"/>
                  </a:lnTo>
                  <a:lnTo>
                    <a:pt x="2027427" y="2497595"/>
                  </a:lnTo>
                  <a:lnTo>
                    <a:pt x="2037478" y="2446767"/>
                  </a:lnTo>
                  <a:lnTo>
                    <a:pt x="2046780" y="2414380"/>
                  </a:lnTo>
                  <a:lnTo>
                    <a:pt x="2047845" y="2377433"/>
                  </a:lnTo>
                  <a:lnTo>
                    <a:pt x="2048537" y="2371959"/>
                  </a:lnTo>
                  <a:lnTo>
                    <a:pt x="2047752" y="2362141"/>
                  </a:lnTo>
                  <a:lnTo>
                    <a:pt x="2035277" y="2340804"/>
                  </a:lnTo>
                  <a:lnTo>
                    <a:pt x="1980122" y="2288737"/>
                  </a:lnTo>
                  <a:lnTo>
                    <a:pt x="1937374" y="2227081"/>
                  </a:lnTo>
                  <a:lnTo>
                    <a:pt x="1900348" y="2203953"/>
                  </a:lnTo>
                  <a:lnTo>
                    <a:pt x="1872256" y="2209033"/>
                  </a:lnTo>
                  <a:lnTo>
                    <a:pt x="1867393" y="2213682"/>
                  </a:lnTo>
                  <a:lnTo>
                    <a:pt x="1865305" y="2219759"/>
                  </a:lnTo>
                  <a:lnTo>
                    <a:pt x="1867068" y="2226637"/>
                  </a:lnTo>
                  <a:lnTo>
                    <a:pt x="1864515" y="2229501"/>
                  </a:lnTo>
                  <a:lnTo>
                    <a:pt x="1856975" y="2229139"/>
                  </a:lnTo>
                  <a:lnTo>
                    <a:pt x="1846820" y="2230739"/>
                  </a:lnTo>
                  <a:lnTo>
                    <a:pt x="1820305" y="2246971"/>
                  </a:lnTo>
                  <a:lnTo>
                    <a:pt x="1810951" y="2246374"/>
                  </a:lnTo>
                  <a:lnTo>
                    <a:pt x="1802455" y="2250578"/>
                  </a:lnTo>
                  <a:lnTo>
                    <a:pt x="1796094" y="2253727"/>
                  </a:lnTo>
                  <a:lnTo>
                    <a:pt x="1779506" y="2255442"/>
                  </a:lnTo>
                  <a:lnTo>
                    <a:pt x="1765439" y="2259043"/>
                  </a:lnTo>
                  <a:lnTo>
                    <a:pt x="1759362" y="2257093"/>
                  </a:lnTo>
                  <a:lnTo>
                    <a:pt x="1755398" y="2247682"/>
                  </a:lnTo>
                  <a:lnTo>
                    <a:pt x="1755398" y="2237940"/>
                  </a:lnTo>
                  <a:lnTo>
                    <a:pt x="1758613" y="2245408"/>
                  </a:lnTo>
                  <a:lnTo>
                    <a:pt x="1763589" y="2251251"/>
                  </a:lnTo>
                  <a:lnTo>
                    <a:pt x="1765868" y="2248914"/>
                  </a:lnTo>
                  <a:lnTo>
                    <a:pt x="1766721" y="2243745"/>
                  </a:lnTo>
                  <a:lnTo>
                    <a:pt x="1761770" y="2233616"/>
                  </a:lnTo>
                  <a:lnTo>
                    <a:pt x="1745822" y="2220604"/>
                  </a:lnTo>
                  <a:lnTo>
                    <a:pt x="1727673" y="2201597"/>
                  </a:lnTo>
                  <a:lnTo>
                    <a:pt x="1733208" y="2202226"/>
                  </a:lnTo>
                  <a:lnTo>
                    <a:pt x="1734608" y="2198155"/>
                  </a:lnTo>
                  <a:lnTo>
                    <a:pt x="1728981" y="2192815"/>
                  </a:lnTo>
                  <a:lnTo>
                    <a:pt x="1731358" y="2186642"/>
                  </a:lnTo>
                  <a:lnTo>
                    <a:pt x="1735322" y="2180158"/>
                  </a:lnTo>
                  <a:lnTo>
                    <a:pt x="1727663" y="2181130"/>
                  </a:lnTo>
                  <a:lnTo>
                    <a:pt x="1720790" y="2185670"/>
                  </a:lnTo>
                  <a:lnTo>
                    <a:pt x="1720563" y="2191278"/>
                  </a:lnTo>
                  <a:lnTo>
                    <a:pt x="1719203" y="2195736"/>
                  </a:lnTo>
                  <a:lnTo>
                    <a:pt x="1715503" y="2195088"/>
                  </a:lnTo>
                  <a:lnTo>
                    <a:pt x="1708635" y="2189569"/>
                  </a:lnTo>
                  <a:lnTo>
                    <a:pt x="1674823" y="2174208"/>
                  </a:lnTo>
                  <a:lnTo>
                    <a:pt x="1645264" y="2165546"/>
                  </a:lnTo>
                  <a:lnTo>
                    <a:pt x="1667950" y="2161647"/>
                  </a:lnTo>
                  <a:lnTo>
                    <a:pt x="1680254" y="2164676"/>
                  </a:lnTo>
                  <a:lnTo>
                    <a:pt x="1678787" y="2160027"/>
                  </a:lnTo>
                  <a:lnTo>
                    <a:pt x="1675826" y="2157075"/>
                  </a:lnTo>
                  <a:lnTo>
                    <a:pt x="1666121" y="2153334"/>
                  </a:lnTo>
                  <a:lnTo>
                    <a:pt x="1653759" y="2154757"/>
                  </a:lnTo>
                  <a:lnTo>
                    <a:pt x="1645951" y="2152998"/>
                  </a:lnTo>
                  <a:lnTo>
                    <a:pt x="1637967" y="2156706"/>
                  </a:lnTo>
                  <a:lnTo>
                    <a:pt x="1629218" y="2162218"/>
                  </a:lnTo>
                  <a:lnTo>
                    <a:pt x="1621430" y="2165057"/>
                  </a:lnTo>
                  <a:lnTo>
                    <a:pt x="1590951" y="2169026"/>
                  </a:lnTo>
                  <a:lnTo>
                    <a:pt x="1566234" y="2173332"/>
                  </a:lnTo>
                  <a:lnTo>
                    <a:pt x="1570197" y="2168785"/>
                  </a:lnTo>
                  <a:lnTo>
                    <a:pt x="1574424" y="2165863"/>
                  </a:lnTo>
                  <a:lnTo>
                    <a:pt x="1589028" y="2161418"/>
                  </a:lnTo>
                  <a:lnTo>
                    <a:pt x="1591214" y="2152178"/>
                  </a:lnTo>
                  <a:lnTo>
                    <a:pt x="1587783" y="2143281"/>
                  </a:lnTo>
                  <a:lnTo>
                    <a:pt x="1583938" y="2145415"/>
                  </a:lnTo>
                  <a:lnTo>
                    <a:pt x="1579902" y="2152369"/>
                  </a:lnTo>
                  <a:lnTo>
                    <a:pt x="1574952" y="2147358"/>
                  </a:lnTo>
                  <a:lnTo>
                    <a:pt x="1569469" y="2147384"/>
                  </a:lnTo>
                  <a:lnTo>
                    <a:pt x="1567980" y="2158446"/>
                  </a:lnTo>
                  <a:lnTo>
                    <a:pt x="1560952" y="2165863"/>
                  </a:lnTo>
                  <a:lnTo>
                    <a:pt x="1557779" y="2173332"/>
                  </a:lnTo>
                  <a:lnTo>
                    <a:pt x="1537170" y="2179180"/>
                  </a:lnTo>
                  <a:lnTo>
                    <a:pt x="1534530" y="2177231"/>
                  </a:lnTo>
                  <a:lnTo>
                    <a:pt x="1540560" y="2170137"/>
                  </a:lnTo>
                  <a:lnTo>
                    <a:pt x="1540080" y="2166194"/>
                  </a:lnTo>
                  <a:lnTo>
                    <a:pt x="1533202" y="2169578"/>
                  </a:lnTo>
                  <a:lnTo>
                    <a:pt x="1521667" y="2183022"/>
                  </a:lnTo>
                  <a:lnTo>
                    <a:pt x="1481059" y="2187423"/>
                  </a:lnTo>
                  <a:lnTo>
                    <a:pt x="1483276" y="2184368"/>
                  </a:lnTo>
                  <a:lnTo>
                    <a:pt x="1491849" y="2183759"/>
                  </a:lnTo>
                  <a:lnTo>
                    <a:pt x="1503885" y="2179504"/>
                  </a:lnTo>
                  <a:lnTo>
                    <a:pt x="1501451" y="2172341"/>
                  </a:lnTo>
                  <a:lnTo>
                    <a:pt x="1496810" y="2164466"/>
                  </a:lnTo>
                  <a:lnTo>
                    <a:pt x="1492526" y="2163590"/>
                  </a:lnTo>
                  <a:lnTo>
                    <a:pt x="1489700" y="2158973"/>
                  </a:lnTo>
                  <a:lnTo>
                    <a:pt x="1489839" y="2144425"/>
                  </a:lnTo>
                  <a:lnTo>
                    <a:pt x="1487100" y="2135921"/>
                  </a:lnTo>
                  <a:lnTo>
                    <a:pt x="1480491" y="2127171"/>
                  </a:lnTo>
                  <a:lnTo>
                    <a:pt x="1478258" y="2128853"/>
                  </a:lnTo>
                  <a:lnTo>
                    <a:pt x="1473395" y="2143815"/>
                  </a:lnTo>
                  <a:lnTo>
                    <a:pt x="1469354" y="2163438"/>
                  </a:lnTo>
                  <a:lnTo>
                    <a:pt x="1467354" y="2169775"/>
                  </a:lnTo>
                  <a:lnTo>
                    <a:pt x="1455314" y="2170220"/>
                  </a:lnTo>
                  <a:lnTo>
                    <a:pt x="1444658" y="2168880"/>
                  </a:lnTo>
                  <a:lnTo>
                    <a:pt x="1408442" y="2171236"/>
                  </a:lnTo>
                  <a:lnTo>
                    <a:pt x="1394913" y="2164587"/>
                  </a:lnTo>
                  <a:lnTo>
                    <a:pt x="1389301" y="2163311"/>
                  </a:lnTo>
                  <a:lnTo>
                    <a:pt x="1385885" y="2163463"/>
                  </a:lnTo>
                  <a:lnTo>
                    <a:pt x="1370134" y="2169559"/>
                  </a:lnTo>
                  <a:lnTo>
                    <a:pt x="1352186" y="2174227"/>
                  </a:lnTo>
                  <a:lnTo>
                    <a:pt x="1347959" y="2172760"/>
                  </a:lnTo>
                  <a:lnTo>
                    <a:pt x="1341929" y="2172544"/>
                  </a:lnTo>
                  <a:lnTo>
                    <a:pt x="1328916" y="2188433"/>
                  </a:lnTo>
                  <a:lnTo>
                    <a:pt x="1313573" y="2195869"/>
                  </a:lnTo>
                  <a:lnTo>
                    <a:pt x="1274862" y="2182501"/>
                  </a:lnTo>
                  <a:lnTo>
                    <a:pt x="1265234" y="2171750"/>
                  </a:lnTo>
                  <a:lnTo>
                    <a:pt x="1256687" y="2169451"/>
                  </a:lnTo>
                  <a:lnTo>
                    <a:pt x="1246176" y="2168124"/>
                  </a:lnTo>
                  <a:lnTo>
                    <a:pt x="1234884" y="2181352"/>
                  </a:lnTo>
                  <a:lnTo>
                    <a:pt x="1226306" y="2199203"/>
                  </a:lnTo>
                  <a:lnTo>
                    <a:pt x="1239861" y="2208989"/>
                  </a:lnTo>
                  <a:lnTo>
                    <a:pt x="1251462" y="2213669"/>
                  </a:lnTo>
                  <a:lnTo>
                    <a:pt x="1270635" y="2209745"/>
                  </a:lnTo>
                  <a:lnTo>
                    <a:pt x="1281234" y="2201083"/>
                  </a:lnTo>
                  <a:lnTo>
                    <a:pt x="1289890" y="2201368"/>
                  </a:lnTo>
                  <a:lnTo>
                    <a:pt x="1294029" y="2199609"/>
                  </a:lnTo>
                  <a:lnTo>
                    <a:pt x="1297806" y="2195088"/>
                  </a:lnTo>
                  <a:lnTo>
                    <a:pt x="1305207" y="2198657"/>
                  </a:lnTo>
                  <a:lnTo>
                    <a:pt x="1305470" y="2202232"/>
                  </a:lnTo>
                  <a:lnTo>
                    <a:pt x="1300215" y="2207268"/>
                  </a:lnTo>
                  <a:lnTo>
                    <a:pt x="1293595" y="2211510"/>
                  </a:lnTo>
                  <a:lnTo>
                    <a:pt x="1289579" y="2216508"/>
                  </a:lnTo>
                  <a:lnTo>
                    <a:pt x="1297135" y="2226580"/>
                  </a:lnTo>
                  <a:lnTo>
                    <a:pt x="1309000" y="2229964"/>
                  </a:lnTo>
                  <a:lnTo>
                    <a:pt x="1313465" y="2228504"/>
                  </a:lnTo>
                  <a:lnTo>
                    <a:pt x="1316229" y="2217181"/>
                  </a:lnTo>
                  <a:lnTo>
                    <a:pt x="1323526" y="2209891"/>
                  </a:lnTo>
                  <a:lnTo>
                    <a:pt x="1333443" y="2211466"/>
                  </a:lnTo>
                  <a:lnTo>
                    <a:pt x="1332032" y="2216038"/>
                  </a:lnTo>
                  <a:lnTo>
                    <a:pt x="1333422" y="2220356"/>
                  </a:lnTo>
                  <a:lnTo>
                    <a:pt x="1337980" y="2227729"/>
                  </a:lnTo>
                  <a:lnTo>
                    <a:pt x="1337458" y="2238290"/>
                  </a:lnTo>
                  <a:lnTo>
                    <a:pt x="1338342" y="2240836"/>
                  </a:lnTo>
                  <a:lnTo>
                    <a:pt x="1327655" y="2245497"/>
                  </a:lnTo>
                  <a:lnTo>
                    <a:pt x="1319692" y="2247079"/>
                  </a:lnTo>
                  <a:lnTo>
                    <a:pt x="1313320" y="2253181"/>
                  </a:lnTo>
                  <a:lnTo>
                    <a:pt x="1316658" y="2256725"/>
                  </a:lnTo>
                  <a:lnTo>
                    <a:pt x="1310168" y="2259837"/>
                  </a:lnTo>
                  <a:lnTo>
                    <a:pt x="1305780" y="2258592"/>
                  </a:lnTo>
                  <a:lnTo>
                    <a:pt x="1303574" y="2259741"/>
                  </a:lnTo>
                  <a:lnTo>
                    <a:pt x="1302912" y="2263488"/>
                  </a:lnTo>
                  <a:lnTo>
                    <a:pt x="1299558" y="2266968"/>
                  </a:lnTo>
                  <a:lnTo>
                    <a:pt x="1304437" y="2277453"/>
                  </a:lnTo>
                  <a:lnTo>
                    <a:pt x="1314436" y="2284298"/>
                  </a:lnTo>
                  <a:lnTo>
                    <a:pt x="1321490" y="2292878"/>
                  </a:lnTo>
                  <a:lnTo>
                    <a:pt x="1349851" y="2304175"/>
                  </a:lnTo>
                  <a:lnTo>
                    <a:pt x="1356724" y="2303851"/>
                  </a:lnTo>
                  <a:lnTo>
                    <a:pt x="1363488" y="2315225"/>
                  </a:lnTo>
                  <a:lnTo>
                    <a:pt x="1368940" y="2319136"/>
                  </a:lnTo>
                  <a:lnTo>
                    <a:pt x="1374191" y="2321124"/>
                  </a:lnTo>
                  <a:lnTo>
                    <a:pt x="1373591" y="2328948"/>
                  </a:lnTo>
                  <a:lnTo>
                    <a:pt x="1364263" y="2334676"/>
                  </a:lnTo>
                  <a:lnTo>
                    <a:pt x="1361742" y="2341509"/>
                  </a:lnTo>
                  <a:lnTo>
                    <a:pt x="1359395" y="2345351"/>
                  </a:lnTo>
                  <a:lnTo>
                    <a:pt x="1355189" y="2340486"/>
                  </a:lnTo>
                  <a:lnTo>
                    <a:pt x="1350869" y="2336962"/>
                  </a:lnTo>
                  <a:lnTo>
                    <a:pt x="1340869" y="2347681"/>
                  </a:lnTo>
                  <a:lnTo>
                    <a:pt x="1336048" y="2349936"/>
                  </a:lnTo>
                  <a:lnTo>
                    <a:pt x="1338440" y="2338378"/>
                  </a:lnTo>
                  <a:lnTo>
                    <a:pt x="1334663" y="2333850"/>
                  </a:lnTo>
                  <a:lnTo>
                    <a:pt x="1328952" y="2322261"/>
                  </a:lnTo>
                  <a:lnTo>
                    <a:pt x="1320632" y="2315091"/>
                  </a:lnTo>
                  <a:lnTo>
                    <a:pt x="1314772" y="2312716"/>
                  </a:lnTo>
                  <a:lnTo>
                    <a:pt x="1310209" y="2308182"/>
                  </a:lnTo>
                  <a:lnTo>
                    <a:pt x="1304685" y="2306347"/>
                  </a:lnTo>
                  <a:lnTo>
                    <a:pt x="1299972" y="2306817"/>
                  </a:lnTo>
                  <a:lnTo>
                    <a:pt x="1291993" y="2304175"/>
                  </a:lnTo>
                  <a:lnTo>
                    <a:pt x="1291466" y="2298009"/>
                  </a:lnTo>
                  <a:lnTo>
                    <a:pt x="1289254" y="2293392"/>
                  </a:lnTo>
                  <a:lnTo>
                    <a:pt x="1283011" y="2287943"/>
                  </a:lnTo>
                  <a:lnTo>
                    <a:pt x="1253183" y="2277649"/>
                  </a:lnTo>
                  <a:lnTo>
                    <a:pt x="1253002" y="2281910"/>
                  </a:lnTo>
                  <a:lnTo>
                    <a:pt x="1255069" y="2285117"/>
                  </a:lnTo>
                  <a:lnTo>
                    <a:pt x="1259353" y="2287251"/>
                  </a:lnTo>
                  <a:lnTo>
                    <a:pt x="1264480" y="2291404"/>
                  </a:lnTo>
                  <a:lnTo>
                    <a:pt x="1264433" y="2303705"/>
                  </a:lnTo>
                  <a:lnTo>
                    <a:pt x="1262216" y="2308912"/>
                  </a:lnTo>
                  <a:lnTo>
                    <a:pt x="1261265" y="2316330"/>
                  </a:lnTo>
                  <a:lnTo>
                    <a:pt x="1259291" y="2323868"/>
                  </a:lnTo>
                  <a:lnTo>
                    <a:pt x="1255643" y="2329811"/>
                  </a:lnTo>
                  <a:lnTo>
                    <a:pt x="1247499" y="2333863"/>
                  </a:lnTo>
                  <a:lnTo>
                    <a:pt x="1243907" y="2330472"/>
                  </a:lnTo>
                  <a:lnTo>
                    <a:pt x="1238099" y="2314240"/>
                  </a:lnTo>
                  <a:lnTo>
                    <a:pt x="1229887" y="2309128"/>
                  </a:lnTo>
                  <a:lnTo>
                    <a:pt x="1216839" y="2308525"/>
                  </a:lnTo>
                  <a:lnTo>
                    <a:pt x="1207976" y="2312195"/>
                  </a:lnTo>
                  <a:lnTo>
                    <a:pt x="1198317" y="2327919"/>
                  </a:lnTo>
                  <a:lnTo>
                    <a:pt x="1190535" y="2330491"/>
                  </a:lnTo>
                  <a:lnTo>
                    <a:pt x="1163895" y="2322343"/>
                  </a:lnTo>
                  <a:lnTo>
                    <a:pt x="1133478" y="2309928"/>
                  </a:lnTo>
                  <a:lnTo>
                    <a:pt x="1134263" y="2305794"/>
                  </a:lnTo>
                  <a:lnTo>
                    <a:pt x="1139049" y="2304467"/>
                  </a:lnTo>
                  <a:lnTo>
                    <a:pt x="1148227" y="2306163"/>
                  </a:lnTo>
                  <a:lnTo>
                    <a:pt x="1147741" y="2301902"/>
                  </a:lnTo>
                  <a:lnTo>
                    <a:pt x="1138361" y="2288032"/>
                  </a:lnTo>
                  <a:lnTo>
                    <a:pt x="1136641" y="2281771"/>
                  </a:lnTo>
                  <a:lnTo>
                    <a:pt x="1137850" y="2274131"/>
                  </a:lnTo>
                  <a:lnTo>
                    <a:pt x="1134791" y="2274303"/>
                  </a:lnTo>
                  <a:lnTo>
                    <a:pt x="1129158" y="2280717"/>
                  </a:lnTo>
                  <a:lnTo>
                    <a:pt x="1109763" y="2275281"/>
                  </a:lnTo>
                  <a:lnTo>
                    <a:pt x="1104410" y="2268784"/>
                  </a:lnTo>
                  <a:lnTo>
                    <a:pt x="1093015" y="2250476"/>
                  </a:lnTo>
                  <a:lnTo>
                    <a:pt x="1076933" y="2249879"/>
                  </a:lnTo>
                  <a:lnTo>
                    <a:pt x="1069657" y="2238779"/>
                  </a:lnTo>
                  <a:lnTo>
                    <a:pt x="1056515" y="2243427"/>
                  </a:lnTo>
                  <a:lnTo>
                    <a:pt x="1049859" y="2248571"/>
                  </a:lnTo>
                  <a:lnTo>
                    <a:pt x="1044009" y="2256541"/>
                  </a:lnTo>
                  <a:lnTo>
                    <a:pt x="1046288" y="2260675"/>
                  </a:lnTo>
                  <a:lnTo>
                    <a:pt x="1052117" y="2267241"/>
                  </a:lnTo>
                  <a:lnTo>
                    <a:pt x="1049456" y="2270410"/>
                  </a:lnTo>
                  <a:lnTo>
                    <a:pt x="1030744" y="2275090"/>
                  </a:lnTo>
                  <a:lnTo>
                    <a:pt x="987304" y="2269857"/>
                  </a:lnTo>
                  <a:lnTo>
                    <a:pt x="974601" y="2264968"/>
                  </a:lnTo>
                  <a:lnTo>
                    <a:pt x="957553" y="2254629"/>
                  </a:lnTo>
                  <a:lnTo>
                    <a:pt x="933921" y="2246202"/>
                  </a:lnTo>
                  <a:lnTo>
                    <a:pt x="922542" y="2244843"/>
                  </a:lnTo>
                  <a:lnTo>
                    <a:pt x="911400" y="2246513"/>
                  </a:lnTo>
                  <a:lnTo>
                    <a:pt x="878978" y="2247377"/>
                  </a:lnTo>
                  <a:lnTo>
                    <a:pt x="871454" y="2249619"/>
                  </a:lnTo>
                  <a:lnTo>
                    <a:pt x="865046" y="2253200"/>
                  </a:lnTo>
                  <a:lnTo>
                    <a:pt x="860891" y="2249238"/>
                  </a:lnTo>
                  <a:lnTo>
                    <a:pt x="858968" y="2242163"/>
                  </a:lnTo>
                  <a:lnTo>
                    <a:pt x="862731" y="2241014"/>
                  </a:lnTo>
                  <a:lnTo>
                    <a:pt x="866916" y="2236854"/>
                  </a:lnTo>
                  <a:lnTo>
                    <a:pt x="870694" y="2228631"/>
                  </a:lnTo>
                  <a:lnTo>
                    <a:pt x="871123" y="2223658"/>
                  </a:lnTo>
                  <a:lnTo>
                    <a:pt x="868482" y="2220413"/>
                  </a:lnTo>
                  <a:lnTo>
                    <a:pt x="863459" y="2220089"/>
                  </a:lnTo>
                  <a:lnTo>
                    <a:pt x="852364" y="2241516"/>
                  </a:lnTo>
                  <a:lnTo>
                    <a:pt x="858705" y="2253524"/>
                  </a:lnTo>
                  <a:lnTo>
                    <a:pt x="858271" y="2257855"/>
                  </a:lnTo>
                  <a:lnTo>
                    <a:pt x="836132" y="2260319"/>
                  </a:lnTo>
                  <a:lnTo>
                    <a:pt x="785881" y="2284495"/>
                  </a:lnTo>
                  <a:lnTo>
                    <a:pt x="766285" y="2297532"/>
                  </a:lnTo>
                  <a:lnTo>
                    <a:pt x="767288" y="2293144"/>
                  </a:lnTo>
                  <a:lnTo>
                    <a:pt x="790982" y="2276246"/>
                  </a:lnTo>
                  <a:lnTo>
                    <a:pt x="782615" y="2273661"/>
                  </a:lnTo>
                  <a:lnTo>
                    <a:pt x="769143" y="2277884"/>
                  </a:lnTo>
                  <a:lnTo>
                    <a:pt x="764311" y="2276259"/>
                  </a:lnTo>
                  <a:lnTo>
                    <a:pt x="770016" y="2262288"/>
                  </a:lnTo>
                  <a:lnTo>
                    <a:pt x="768156" y="2249968"/>
                  </a:lnTo>
                  <a:lnTo>
                    <a:pt x="758591" y="2249631"/>
                  </a:lnTo>
                  <a:lnTo>
                    <a:pt x="752498" y="2259468"/>
                  </a:lnTo>
                  <a:lnTo>
                    <a:pt x="748265" y="2259049"/>
                  </a:lnTo>
                  <a:lnTo>
                    <a:pt x="742720" y="2254832"/>
                  </a:lnTo>
                  <a:lnTo>
                    <a:pt x="738426" y="2256166"/>
                  </a:lnTo>
                  <a:lnTo>
                    <a:pt x="741604" y="2278456"/>
                  </a:lnTo>
                  <a:lnTo>
                    <a:pt x="747630" y="2287626"/>
                  </a:lnTo>
                  <a:lnTo>
                    <a:pt x="752668" y="2299317"/>
                  </a:lnTo>
                  <a:lnTo>
                    <a:pt x="738907" y="2313764"/>
                  </a:lnTo>
                  <a:lnTo>
                    <a:pt x="726127" y="2325684"/>
                  </a:lnTo>
                  <a:lnTo>
                    <a:pt x="724742" y="2337203"/>
                  </a:lnTo>
                  <a:lnTo>
                    <a:pt x="711900" y="2352209"/>
                  </a:lnTo>
                  <a:lnTo>
                    <a:pt x="699818" y="2360719"/>
                  </a:lnTo>
                  <a:lnTo>
                    <a:pt x="671432" y="2380723"/>
                  </a:lnTo>
                  <a:lnTo>
                    <a:pt x="663334" y="2385003"/>
                  </a:lnTo>
                  <a:lnTo>
                    <a:pt x="650523" y="2394287"/>
                  </a:lnTo>
                  <a:lnTo>
                    <a:pt x="632849" y="2401247"/>
                  </a:lnTo>
                  <a:lnTo>
                    <a:pt x="615904" y="2412297"/>
                  </a:lnTo>
                  <a:lnTo>
                    <a:pt x="610189" y="2413973"/>
                  </a:lnTo>
                  <a:lnTo>
                    <a:pt x="621010" y="2404619"/>
                  </a:lnTo>
                  <a:lnTo>
                    <a:pt x="633842" y="2395379"/>
                  </a:lnTo>
                  <a:lnTo>
                    <a:pt x="622834" y="2396643"/>
                  </a:lnTo>
                  <a:lnTo>
                    <a:pt x="605869" y="2392363"/>
                  </a:lnTo>
                  <a:lnTo>
                    <a:pt x="595487" y="2392115"/>
                  </a:lnTo>
                  <a:lnTo>
                    <a:pt x="595414" y="2395487"/>
                  </a:lnTo>
                  <a:lnTo>
                    <a:pt x="587518" y="2400250"/>
                  </a:lnTo>
                  <a:lnTo>
                    <a:pt x="579338" y="2393252"/>
                  </a:lnTo>
                  <a:lnTo>
                    <a:pt x="575772" y="2388546"/>
                  </a:lnTo>
                  <a:lnTo>
                    <a:pt x="574082" y="2384482"/>
                  </a:lnTo>
                  <a:lnTo>
                    <a:pt x="570609" y="2383498"/>
                  </a:lnTo>
                  <a:lnTo>
                    <a:pt x="567271" y="2385384"/>
                  </a:lnTo>
                  <a:lnTo>
                    <a:pt x="579482" y="2414005"/>
                  </a:lnTo>
                  <a:lnTo>
                    <a:pt x="584686" y="2415243"/>
                  </a:lnTo>
                  <a:lnTo>
                    <a:pt x="590443" y="2418088"/>
                  </a:lnTo>
                  <a:lnTo>
                    <a:pt x="583275" y="2424756"/>
                  </a:lnTo>
                  <a:lnTo>
                    <a:pt x="575560" y="2429817"/>
                  </a:lnTo>
                  <a:lnTo>
                    <a:pt x="563426" y="2433177"/>
                  </a:lnTo>
                  <a:lnTo>
                    <a:pt x="553142" y="2422730"/>
                  </a:lnTo>
                  <a:lnTo>
                    <a:pt x="550915" y="2435838"/>
                  </a:lnTo>
                  <a:lnTo>
                    <a:pt x="549613" y="2448926"/>
                  </a:lnTo>
                  <a:lnTo>
                    <a:pt x="546161" y="2452285"/>
                  </a:lnTo>
                  <a:lnTo>
                    <a:pt x="540647" y="2457073"/>
                  </a:lnTo>
                  <a:lnTo>
                    <a:pt x="537655" y="2453460"/>
                  </a:lnTo>
                  <a:lnTo>
                    <a:pt x="536234" y="2448399"/>
                  </a:lnTo>
                  <a:lnTo>
                    <a:pt x="532704" y="2452914"/>
                  </a:lnTo>
                  <a:lnTo>
                    <a:pt x="527536" y="2456305"/>
                  </a:lnTo>
                  <a:lnTo>
                    <a:pt x="519010" y="2456984"/>
                  </a:lnTo>
                  <a:lnTo>
                    <a:pt x="512612" y="2458794"/>
                  </a:lnTo>
                  <a:lnTo>
                    <a:pt x="512762" y="2464217"/>
                  </a:lnTo>
                  <a:lnTo>
                    <a:pt x="514224" y="2469666"/>
                  </a:lnTo>
                  <a:lnTo>
                    <a:pt x="525542" y="2465361"/>
                  </a:lnTo>
                  <a:lnTo>
                    <a:pt x="521438" y="2479376"/>
                  </a:lnTo>
                  <a:lnTo>
                    <a:pt x="511031" y="2493226"/>
                  </a:lnTo>
                  <a:lnTo>
                    <a:pt x="502550" y="2496497"/>
                  </a:lnTo>
                  <a:lnTo>
                    <a:pt x="489579" y="2494471"/>
                  </a:lnTo>
                  <a:lnTo>
                    <a:pt x="486375" y="2495861"/>
                  </a:lnTo>
                  <a:lnTo>
                    <a:pt x="483507" y="2498738"/>
                  </a:lnTo>
                  <a:lnTo>
                    <a:pt x="498618" y="2520406"/>
                  </a:lnTo>
                  <a:lnTo>
                    <a:pt x="488908" y="2553085"/>
                  </a:lnTo>
                  <a:lnTo>
                    <a:pt x="482701" y="2564928"/>
                  </a:lnTo>
                  <a:lnTo>
                    <a:pt x="478396" y="2566446"/>
                  </a:lnTo>
                  <a:lnTo>
                    <a:pt x="473730" y="2566789"/>
                  </a:lnTo>
                  <a:lnTo>
                    <a:pt x="456981" y="2556260"/>
                  </a:lnTo>
                  <a:lnTo>
                    <a:pt x="447845" y="2548119"/>
                  </a:lnTo>
                  <a:lnTo>
                    <a:pt x="455896" y="2570275"/>
                  </a:lnTo>
                  <a:lnTo>
                    <a:pt x="477833" y="2576746"/>
                  </a:lnTo>
                  <a:lnTo>
                    <a:pt x="478955" y="2585129"/>
                  </a:lnTo>
                  <a:lnTo>
                    <a:pt x="478831" y="2592292"/>
                  </a:lnTo>
                  <a:lnTo>
                    <a:pt x="474510" y="2600700"/>
                  </a:lnTo>
                  <a:lnTo>
                    <a:pt x="470469" y="2611870"/>
                  </a:lnTo>
                  <a:lnTo>
                    <a:pt x="473451" y="2619650"/>
                  </a:lnTo>
                  <a:lnTo>
                    <a:pt x="476913" y="2638885"/>
                  </a:lnTo>
                  <a:lnTo>
                    <a:pt x="479874" y="2647712"/>
                  </a:lnTo>
                  <a:lnTo>
                    <a:pt x="483130" y="2674492"/>
                  </a:lnTo>
                  <a:lnTo>
                    <a:pt x="486592" y="2686106"/>
                  </a:lnTo>
                  <a:lnTo>
                    <a:pt x="506535" y="2728851"/>
                  </a:lnTo>
                  <a:lnTo>
                    <a:pt x="513258" y="2729181"/>
                  </a:lnTo>
                  <a:lnTo>
                    <a:pt x="514338" y="2733811"/>
                  </a:lnTo>
                  <a:lnTo>
                    <a:pt x="513697" y="2742688"/>
                  </a:lnTo>
                  <a:lnTo>
                    <a:pt x="499352" y="2745273"/>
                  </a:lnTo>
                  <a:lnTo>
                    <a:pt x="493331" y="2749229"/>
                  </a:lnTo>
                  <a:lnTo>
                    <a:pt x="492158" y="2752665"/>
                  </a:lnTo>
                  <a:lnTo>
                    <a:pt x="491269" y="2754519"/>
                  </a:lnTo>
                  <a:lnTo>
                    <a:pt x="489419" y="2754348"/>
                  </a:lnTo>
                  <a:lnTo>
                    <a:pt x="482577" y="2751877"/>
                  </a:lnTo>
                  <a:lnTo>
                    <a:pt x="467022" y="2739735"/>
                  </a:lnTo>
                  <a:lnTo>
                    <a:pt x="444357" y="2732210"/>
                  </a:lnTo>
                  <a:lnTo>
                    <a:pt x="414575" y="2729295"/>
                  </a:lnTo>
                  <a:lnTo>
                    <a:pt x="394230" y="2723218"/>
                  </a:lnTo>
                  <a:lnTo>
                    <a:pt x="383321" y="2713959"/>
                  </a:lnTo>
                  <a:lnTo>
                    <a:pt x="371916" y="2708473"/>
                  </a:lnTo>
                  <a:lnTo>
                    <a:pt x="360019" y="2706745"/>
                  </a:lnTo>
                  <a:lnTo>
                    <a:pt x="350165" y="2701722"/>
                  </a:lnTo>
                  <a:lnTo>
                    <a:pt x="342351" y="2693403"/>
                  </a:lnTo>
                  <a:lnTo>
                    <a:pt x="330925" y="2688094"/>
                  </a:lnTo>
                  <a:lnTo>
                    <a:pt x="315887" y="2685789"/>
                  </a:lnTo>
                  <a:lnTo>
                    <a:pt x="306099" y="2679553"/>
                  </a:lnTo>
                  <a:lnTo>
                    <a:pt x="299293" y="2664306"/>
                  </a:lnTo>
                  <a:lnTo>
                    <a:pt x="299262" y="2664077"/>
                  </a:lnTo>
                  <a:lnTo>
                    <a:pt x="293170" y="2638586"/>
                  </a:lnTo>
                  <a:lnTo>
                    <a:pt x="285496" y="2622615"/>
                  </a:lnTo>
                  <a:lnTo>
                    <a:pt x="270561" y="2602853"/>
                  </a:lnTo>
                  <a:lnTo>
                    <a:pt x="269186" y="2600249"/>
                  </a:lnTo>
                  <a:lnTo>
                    <a:pt x="269062" y="2596998"/>
                  </a:lnTo>
                  <a:lnTo>
                    <a:pt x="270912" y="2585497"/>
                  </a:lnTo>
                  <a:lnTo>
                    <a:pt x="269336" y="2577229"/>
                  </a:lnTo>
                  <a:lnTo>
                    <a:pt x="264608" y="2570491"/>
                  </a:lnTo>
                  <a:lnTo>
                    <a:pt x="263522" y="2563360"/>
                  </a:lnTo>
                  <a:lnTo>
                    <a:pt x="266086" y="2555854"/>
                  </a:lnTo>
                  <a:lnTo>
                    <a:pt x="266251" y="2546836"/>
                  </a:lnTo>
                  <a:lnTo>
                    <a:pt x="264024" y="2536307"/>
                  </a:lnTo>
                  <a:lnTo>
                    <a:pt x="254500" y="2524921"/>
                  </a:lnTo>
                  <a:lnTo>
                    <a:pt x="237679" y="2512690"/>
                  </a:lnTo>
                  <a:lnTo>
                    <a:pt x="223349" y="2494826"/>
                  </a:lnTo>
                  <a:lnTo>
                    <a:pt x="211520" y="2471343"/>
                  </a:lnTo>
                  <a:lnTo>
                    <a:pt x="199820" y="2455073"/>
                  </a:lnTo>
                  <a:lnTo>
                    <a:pt x="188249" y="2446011"/>
                  </a:lnTo>
                  <a:lnTo>
                    <a:pt x="180338" y="2434949"/>
                  </a:lnTo>
                  <a:lnTo>
                    <a:pt x="176079" y="2421886"/>
                  </a:lnTo>
                  <a:lnTo>
                    <a:pt x="174824" y="2414303"/>
                  </a:lnTo>
                  <a:lnTo>
                    <a:pt x="176560" y="2412208"/>
                  </a:lnTo>
                  <a:lnTo>
                    <a:pt x="169449" y="2397684"/>
                  </a:lnTo>
                  <a:lnTo>
                    <a:pt x="153491" y="2370746"/>
                  </a:lnTo>
                  <a:lnTo>
                    <a:pt x="144324" y="2351047"/>
                  </a:lnTo>
                  <a:lnTo>
                    <a:pt x="141962" y="2338594"/>
                  </a:lnTo>
                  <a:lnTo>
                    <a:pt x="131807" y="2323772"/>
                  </a:lnTo>
                  <a:lnTo>
                    <a:pt x="113865" y="2306582"/>
                  </a:lnTo>
                  <a:lnTo>
                    <a:pt x="104108" y="2295399"/>
                  </a:lnTo>
                  <a:lnTo>
                    <a:pt x="101711" y="2287632"/>
                  </a:lnTo>
                  <a:lnTo>
                    <a:pt x="73712" y="2265044"/>
                  </a:lnTo>
                  <a:lnTo>
                    <a:pt x="65578" y="2250933"/>
                  </a:lnTo>
                  <a:lnTo>
                    <a:pt x="59227" y="2246475"/>
                  </a:lnTo>
                  <a:lnTo>
                    <a:pt x="51935" y="2246958"/>
                  </a:lnTo>
                  <a:lnTo>
                    <a:pt x="48194" y="2245605"/>
                  </a:lnTo>
                  <a:lnTo>
                    <a:pt x="48008" y="2242417"/>
                  </a:lnTo>
                  <a:lnTo>
                    <a:pt x="45646" y="2242265"/>
                  </a:lnTo>
                  <a:lnTo>
                    <a:pt x="41104" y="2245161"/>
                  </a:lnTo>
                  <a:lnTo>
                    <a:pt x="26210" y="2245745"/>
                  </a:lnTo>
                  <a:lnTo>
                    <a:pt x="961" y="2244024"/>
                  </a:lnTo>
                  <a:lnTo>
                    <a:pt x="0" y="2243821"/>
                  </a:lnTo>
                  <a:lnTo>
                    <a:pt x="0" y="0"/>
                  </a:lnTo>
                  <a:lnTo>
                    <a:pt x="1773799" y="0"/>
                  </a:lnTo>
                  <a:lnTo>
                    <a:pt x="1791779" y="9112"/>
                  </a:lnTo>
                  <a:lnTo>
                    <a:pt x="1812321" y="19521"/>
                  </a:lnTo>
                  <a:lnTo>
                    <a:pt x="1817499" y="36825"/>
                  </a:lnTo>
                  <a:lnTo>
                    <a:pt x="1822542" y="53673"/>
                  </a:lnTo>
                  <a:lnTo>
                    <a:pt x="1834568" y="65904"/>
                  </a:lnTo>
                  <a:lnTo>
                    <a:pt x="1845575" y="77074"/>
                  </a:lnTo>
                  <a:lnTo>
                    <a:pt x="1851947" y="76490"/>
                  </a:lnTo>
                  <a:lnTo>
                    <a:pt x="1858412" y="71772"/>
                  </a:lnTo>
                  <a:lnTo>
                    <a:pt x="1862515" y="69498"/>
                  </a:lnTo>
                  <a:lnTo>
                    <a:pt x="1869393" y="69123"/>
                  </a:lnTo>
                  <a:lnTo>
                    <a:pt x="1884690" y="65085"/>
                  </a:lnTo>
                  <a:lnTo>
                    <a:pt x="1889211" y="65967"/>
                  </a:lnTo>
                  <a:lnTo>
                    <a:pt x="1891780" y="67987"/>
                  </a:lnTo>
                  <a:lnTo>
                    <a:pt x="1891992" y="71149"/>
                  </a:lnTo>
                  <a:lnTo>
                    <a:pt x="1891470" y="73664"/>
                  </a:lnTo>
                  <a:lnTo>
                    <a:pt x="1889103" y="78713"/>
                  </a:lnTo>
                  <a:lnTo>
                    <a:pt x="1892839" y="88333"/>
                  </a:lnTo>
                  <a:lnTo>
                    <a:pt x="1893625" y="99021"/>
                  </a:lnTo>
                  <a:lnTo>
                    <a:pt x="1895676" y="107099"/>
                  </a:lnTo>
                  <a:lnTo>
                    <a:pt x="1901939" y="117437"/>
                  </a:lnTo>
                  <a:lnTo>
                    <a:pt x="1907381" y="125515"/>
                  </a:lnTo>
                  <a:lnTo>
                    <a:pt x="1914233" y="127077"/>
                  </a:lnTo>
                  <a:lnTo>
                    <a:pt x="1930093" y="122372"/>
                  </a:lnTo>
                  <a:lnTo>
                    <a:pt x="1940031" y="120593"/>
                  </a:lnTo>
                  <a:lnTo>
                    <a:pt x="1945674" y="121362"/>
                  </a:lnTo>
                  <a:lnTo>
                    <a:pt x="1955327" y="128925"/>
                  </a:lnTo>
                  <a:lnTo>
                    <a:pt x="1960050" y="133472"/>
                  </a:lnTo>
                  <a:lnTo>
                    <a:pt x="1961177" y="137250"/>
                  </a:lnTo>
                  <a:lnTo>
                    <a:pt x="1948139" y="160340"/>
                  </a:lnTo>
                  <a:lnTo>
                    <a:pt x="1968815" y="171797"/>
                  </a:lnTo>
                  <a:lnTo>
                    <a:pt x="1991889" y="184320"/>
                  </a:lnTo>
                  <a:lnTo>
                    <a:pt x="2019402" y="199249"/>
                  </a:lnTo>
                  <a:lnTo>
                    <a:pt x="2036223" y="208388"/>
                  </a:lnTo>
                  <a:lnTo>
                    <a:pt x="2058377" y="221438"/>
                  </a:lnTo>
                  <a:lnTo>
                    <a:pt x="2062170" y="240032"/>
                  </a:lnTo>
                  <a:lnTo>
                    <a:pt x="2065364" y="255723"/>
                  </a:lnTo>
                  <a:lnTo>
                    <a:pt x="2069436" y="277600"/>
                  </a:lnTo>
                  <a:lnTo>
                    <a:pt x="2073585" y="299916"/>
                  </a:lnTo>
                  <a:lnTo>
                    <a:pt x="2077725" y="322148"/>
                  </a:lnTo>
                  <a:lnTo>
                    <a:pt x="2082112" y="345746"/>
                  </a:lnTo>
                  <a:lnTo>
                    <a:pt x="2086934" y="371669"/>
                  </a:lnTo>
                  <a:lnTo>
                    <a:pt x="2091218" y="394676"/>
                  </a:lnTo>
                  <a:lnTo>
                    <a:pt x="2095894" y="419792"/>
                  </a:lnTo>
                  <a:lnTo>
                    <a:pt x="2102111" y="452477"/>
                  </a:lnTo>
                  <a:lnTo>
                    <a:pt x="2096551" y="465070"/>
                  </a:lnTo>
                  <a:lnTo>
                    <a:pt x="2084443" y="492491"/>
                  </a:lnTo>
                  <a:lnTo>
                    <a:pt x="2073498" y="517277"/>
                  </a:lnTo>
                  <a:lnTo>
                    <a:pt x="2072541" y="524465"/>
                  </a:lnTo>
                  <a:lnTo>
                    <a:pt x="2065017" y="560606"/>
                  </a:lnTo>
                  <a:lnTo>
                    <a:pt x="2058987" y="575535"/>
                  </a:lnTo>
                  <a:lnTo>
                    <a:pt x="2048424" y="584204"/>
                  </a:lnTo>
                  <a:lnTo>
                    <a:pt x="2037938" y="592605"/>
                  </a:lnTo>
                  <a:lnTo>
                    <a:pt x="2024859" y="606684"/>
                  </a:lnTo>
                  <a:lnTo>
                    <a:pt x="2010472" y="613638"/>
                  </a:lnTo>
                  <a:lnTo>
                    <a:pt x="2003123" y="617727"/>
                  </a:lnTo>
                  <a:lnTo>
                    <a:pt x="1999273" y="624179"/>
                  </a:lnTo>
                  <a:lnTo>
                    <a:pt x="1995026" y="638322"/>
                  </a:lnTo>
                  <a:lnTo>
                    <a:pt x="1995842" y="659919"/>
                  </a:lnTo>
                  <a:lnTo>
                    <a:pt x="2007692" y="678507"/>
                  </a:lnTo>
                  <a:lnTo>
                    <a:pt x="2025024" y="688902"/>
                  </a:lnTo>
                  <a:lnTo>
                    <a:pt x="2043669" y="699025"/>
                  </a:lnTo>
                  <a:lnTo>
                    <a:pt x="2070232" y="699069"/>
                  </a:lnTo>
                  <a:lnTo>
                    <a:pt x="2094122" y="685562"/>
                  </a:lnTo>
                  <a:lnTo>
                    <a:pt x="2119433" y="671255"/>
                  </a:lnTo>
                  <a:lnTo>
                    <a:pt x="2142001" y="658497"/>
                  </a:lnTo>
                  <a:lnTo>
                    <a:pt x="2168842" y="643326"/>
                  </a:lnTo>
                  <a:lnTo>
                    <a:pt x="2193151" y="629577"/>
                  </a:lnTo>
                  <a:lnTo>
                    <a:pt x="2219548" y="624637"/>
                  </a:lnTo>
                  <a:lnTo>
                    <a:pt x="2256125" y="617797"/>
                  </a:lnTo>
                  <a:lnTo>
                    <a:pt x="2302169" y="609180"/>
                  </a:lnTo>
                  <a:lnTo>
                    <a:pt x="2324587" y="599368"/>
                  </a:lnTo>
                  <a:lnTo>
                    <a:pt x="2353557" y="586687"/>
                  </a:lnTo>
                  <a:lnTo>
                    <a:pt x="2386977" y="572055"/>
                  </a:lnTo>
                  <a:lnTo>
                    <a:pt x="2415818" y="559431"/>
                  </a:lnTo>
                  <a:lnTo>
                    <a:pt x="2430319" y="552433"/>
                  </a:lnTo>
                  <a:lnTo>
                    <a:pt x="2440633" y="544450"/>
                  </a:lnTo>
                  <a:lnTo>
                    <a:pt x="2443191" y="538544"/>
                  </a:lnTo>
                  <a:lnTo>
                    <a:pt x="2442582" y="535153"/>
                  </a:lnTo>
                  <a:lnTo>
                    <a:pt x="2439920" y="531756"/>
                  </a:lnTo>
                  <a:lnTo>
                    <a:pt x="2436241" y="529247"/>
                  </a:lnTo>
                  <a:lnTo>
                    <a:pt x="2432970" y="527114"/>
                  </a:lnTo>
                  <a:lnTo>
                    <a:pt x="2431435" y="524472"/>
                  </a:lnTo>
                  <a:lnTo>
                    <a:pt x="2431130" y="518693"/>
                  </a:lnTo>
                  <a:lnTo>
                    <a:pt x="2429125" y="515372"/>
                  </a:lnTo>
                  <a:lnTo>
                    <a:pt x="2427213" y="512927"/>
                  </a:lnTo>
                  <a:lnTo>
                    <a:pt x="2427936" y="490561"/>
                  </a:lnTo>
                  <a:lnTo>
                    <a:pt x="2425414" y="483626"/>
                  </a:lnTo>
                  <a:lnTo>
                    <a:pt x="2416014" y="466048"/>
                  </a:lnTo>
                  <a:lnTo>
                    <a:pt x="2433941" y="458167"/>
                  </a:lnTo>
                  <a:lnTo>
                    <a:pt x="2450550" y="450858"/>
                  </a:lnTo>
                  <a:lnTo>
                    <a:pt x="2463795" y="445448"/>
                  </a:lnTo>
                  <a:lnTo>
                    <a:pt x="2491541" y="444597"/>
                  </a:lnTo>
                  <a:lnTo>
                    <a:pt x="2517307" y="444705"/>
                  </a:lnTo>
                  <a:lnTo>
                    <a:pt x="2552820" y="444851"/>
                  </a:lnTo>
                  <a:lnTo>
                    <a:pt x="2582741" y="444971"/>
                  </a:lnTo>
                  <a:lnTo>
                    <a:pt x="2617649" y="445117"/>
                  </a:lnTo>
                  <a:lnTo>
                    <a:pt x="2638113" y="445200"/>
                  </a:lnTo>
                  <a:lnTo>
                    <a:pt x="2664928" y="444946"/>
                  </a:lnTo>
                  <a:lnTo>
                    <a:pt x="2677997" y="424656"/>
                  </a:lnTo>
                  <a:lnTo>
                    <a:pt x="2689676" y="406513"/>
                  </a:lnTo>
                  <a:lnTo>
                    <a:pt x="2702539" y="389177"/>
                  </a:lnTo>
                  <a:lnTo>
                    <a:pt x="2725406" y="368824"/>
                  </a:lnTo>
                  <a:lnTo>
                    <a:pt x="2732047" y="365166"/>
                  </a:lnTo>
                  <a:lnTo>
                    <a:pt x="2735710" y="357139"/>
                  </a:lnTo>
                  <a:lnTo>
                    <a:pt x="2749570" y="349512"/>
                  </a:lnTo>
                  <a:lnTo>
                    <a:pt x="2764841" y="342438"/>
                  </a:lnTo>
                  <a:lnTo>
                    <a:pt x="2770830" y="335802"/>
                  </a:lnTo>
                  <a:lnTo>
                    <a:pt x="2773729" y="332023"/>
                  </a:lnTo>
                  <a:lnTo>
                    <a:pt x="2815076" y="296232"/>
                  </a:lnTo>
                  <a:lnTo>
                    <a:pt x="2838559" y="279702"/>
                  </a:lnTo>
                  <a:lnTo>
                    <a:pt x="2857953" y="270501"/>
                  </a:lnTo>
                  <a:lnTo>
                    <a:pt x="2872717" y="266106"/>
                  </a:lnTo>
                  <a:lnTo>
                    <a:pt x="2882686" y="266735"/>
                  </a:lnTo>
                  <a:lnTo>
                    <a:pt x="2888355" y="266113"/>
                  </a:lnTo>
                  <a:close/>
                </a:path>
              </a:pathLst>
            </a:custGeom>
            <a:solidFill>
              <a:srgbClr val="FFEFDB">
                <a:alpha val="100000"/>
              </a:srgbClr>
            </a:solidFill>
            <a:ln w="5420" cap="flat">
              <a:solidFill>
                <a:srgbClr val="5959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68" name="pg3868"/>
            <p:cNvSpPr/>
            <p:nvPr/>
          </p:nvSpPr>
          <p:spPr>
            <a:xfrm>
              <a:off x="5192267" y="3307053"/>
              <a:ext cx="225302" cy="75760"/>
            </a:xfrm>
            <a:custGeom>
              <a:avLst/>
              <a:pathLst>
                <a:path w="225302" h="75760">
                  <a:moveTo>
                    <a:pt x="153584" y="30132"/>
                  </a:moveTo>
                  <a:lnTo>
                    <a:pt x="160385" y="30983"/>
                  </a:lnTo>
                  <a:lnTo>
                    <a:pt x="166235" y="28513"/>
                  </a:lnTo>
                  <a:lnTo>
                    <a:pt x="171775" y="23521"/>
                  </a:lnTo>
                  <a:lnTo>
                    <a:pt x="184637" y="16771"/>
                  </a:lnTo>
                  <a:lnTo>
                    <a:pt x="195598" y="13818"/>
                  </a:lnTo>
                  <a:lnTo>
                    <a:pt x="199050" y="13208"/>
                  </a:lnTo>
                  <a:lnTo>
                    <a:pt x="204275" y="17946"/>
                  </a:lnTo>
                  <a:lnTo>
                    <a:pt x="214641" y="14142"/>
                  </a:lnTo>
                  <a:lnTo>
                    <a:pt x="225302" y="12008"/>
                  </a:lnTo>
                  <a:lnTo>
                    <a:pt x="179185" y="33669"/>
                  </a:lnTo>
                  <a:lnTo>
                    <a:pt x="169754" y="36108"/>
                  </a:lnTo>
                  <a:lnTo>
                    <a:pt x="156261" y="42560"/>
                  </a:lnTo>
                  <a:lnTo>
                    <a:pt x="143507" y="47132"/>
                  </a:lnTo>
                  <a:lnTo>
                    <a:pt x="134324" y="48796"/>
                  </a:lnTo>
                  <a:lnTo>
                    <a:pt x="88662" y="64875"/>
                  </a:lnTo>
                  <a:lnTo>
                    <a:pt x="85040" y="65224"/>
                  </a:lnTo>
                  <a:lnTo>
                    <a:pt x="81122" y="63656"/>
                  </a:lnTo>
                  <a:lnTo>
                    <a:pt x="43512" y="71937"/>
                  </a:lnTo>
                  <a:lnTo>
                    <a:pt x="28076" y="72870"/>
                  </a:lnTo>
                  <a:lnTo>
                    <a:pt x="14020" y="75760"/>
                  </a:lnTo>
                  <a:lnTo>
                    <a:pt x="24417" y="69092"/>
                  </a:lnTo>
                  <a:lnTo>
                    <a:pt x="24644" y="66596"/>
                  </a:lnTo>
                  <a:lnTo>
                    <a:pt x="22159" y="64646"/>
                  </a:lnTo>
                  <a:lnTo>
                    <a:pt x="16598" y="65212"/>
                  </a:lnTo>
                  <a:lnTo>
                    <a:pt x="10903" y="72076"/>
                  </a:lnTo>
                  <a:lnTo>
                    <a:pt x="1813" y="74369"/>
                  </a:lnTo>
                  <a:lnTo>
                    <a:pt x="0" y="66895"/>
                  </a:lnTo>
                  <a:lnTo>
                    <a:pt x="3033" y="61109"/>
                  </a:lnTo>
                  <a:lnTo>
                    <a:pt x="7141" y="55623"/>
                  </a:lnTo>
                  <a:lnTo>
                    <a:pt x="16169" y="46999"/>
                  </a:lnTo>
                  <a:lnTo>
                    <a:pt x="29083" y="41531"/>
                  </a:lnTo>
                  <a:lnTo>
                    <a:pt x="35646" y="36806"/>
                  </a:lnTo>
                  <a:lnTo>
                    <a:pt x="40194" y="40966"/>
                  </a:lnTo>
                  <a:lnTo>
                    <a:pt x="41191" y="35346"/>
                  </a:lnTo>
                  <a:lnTo>
                    <a:pt x="44690" y="32101"/>
                  </a:lnTo>
                  <a:lnTo>
                    <a:pt x="48493" y="30354"/>
                  </a:lnTo>
                  <a:lnTo>
                    <a:pt x="57640" y="30310"/>
                  </a:lnTo>
                  <a:lnTo>
                    <a:pt x="62565" y="29427"/>
                  </a:lnTo>
                  <a:lnTo>
                    <a:pt x="66126" y="27560"/>
                  </a:lnTo>
                  <a:lnTo>
                    <a:pt x="69779" y="27211"/>
                  </a:lnTo>
                  <a:lnTo>
                    <a:pt x="79784" y="29757"/>
                  </a:lnTo>
                  <a:lnTo>
                    <a:pt x="89556" y="29027"/>
                  </a:lnTo>
                  <a:lnTo>
                    <a:pt x="97447" y="25509"/>
                  </a:lnTo>
                  <a:lnTo>
                    <a:pt x="105648" y="24328"/>
                  </a:lnTo>
                  <a:lnTo>
                    <a:pt x="127343" y="23534"/>
                  </a:lnTo>
                  <a:lnTo>
                    <a:pt x="148902" y="20962"/>
                  </a:lnTo>
                  <a:lnTo>
                    <a:pt x="157522" y="16390"/>
                  </a:lnTo>
                  <a:lnTo>
                    <a:pt x="175630" y="3575"/>
                  </a:lnTo>
                  <a:lnTo>
                    <a:pt x="186048" y="0"/>
                  </a:lnTo>
                  <a:lnTo>
                    <a:pt x="169826" y="14891"/>
                  </a:lnTo>
                  <a:lnTo>
                    <a:pt x="161108" y="21718"/>
                  </a:lnTo>
                  <a:close/>
                </a:path>
              </a:pathLst>
            </a:custGeom>
            <a:solidFill>
              <a:srgbClr val="FFEFDB">
                <a:alpha val="100000"/>
              </a:srgbClr>
            </a:solidFill>
            <a:ln w="5420" cap="flat">
              <a:solidFill>
                <a:srgbClr val="5959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69" name="pg3869"/>
            <p:cNvSpPr/>
            <p:nvPr/>
          </p:nvSpPr>
          <p:spPr>
            <a:xfrm>
              <a:off x="5787092" y="2877417"/>
              <a:ext cx="23756" cy="26893"/>
            </a:xfrm>
            <a:custGeom>
              <a:avLst/>
              <a:pathLst>
                <a:path w="23756" h="26893">
                  <a:moveTo>
                    <a:pt x="17596" y="18663"/>
                  </a:moveTo>
                  <a:lnTo>
                    <a:pt x="10841" y="17558"/>
                  </a:lnTo>
                  <a:lnTo>
                    <a:pt x="10981" y="24423"/>
                  </a:lnTo>
                  <a:lnTo>
                    <a:pt x="10226" y="26893"/>
                  </a:lnTo>
                  <a:lnTo>
                    <a:pt x="2744" y="23363"/>
                  </a:lnTo>
                  <a:lnTo>
                    <a:pt x="0" y="21089"/>
                  </a:lnTo>
                  <a:lnTo>
                    <a:pt x="237" y="11995"/>
                  </a:lnTo>
                  <a:lnTo>
                    <a:pt x="6847" y="3397"/>
                  </a:lnTo>
                  <a:lnTo>
                    <a:pt x="11885" y="0"/>
                  </a:lnTo>
                  <a:lnTo>
                    <a:pt x="18381" y="2355"/>
                  </a:lnTo>
                  <a:lnTo>
                    <a:pt x="23368" y="11983"/>
                  </a:lnTo>
                  <a:lnTo>
                    <a:pt x="23756" y="16129"/>
                  </a:lnTo>
                  <a:close/>
                </a:path>
              </a:pathLst>
            </a:custGeom>
            <a:solidFill>
              <a:srgbClr val="FFEFDB">
                <a:alpha val="100000"/>
              </a:srgbClr>
            </a:solidFill>
            <a:ln w="5420" cap="flat">
              <a:solidFill>
                <a:srgbClr val="5959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70" name="pg3870"/>
            <p:cNvSpPr/>
            <p:nvPr/>
          </p:nvSpPr>
          <p:spPr>
            <a:xfrm>
              <a:off x="5170691" y="3371376"/>
              <a:ext cx="17833" cy="18174"/>
            </a:xfrm>
            <a:custGeom>
              <a:avLst/>
              <a:pathLst>
                <a:path w="17833" h="18174">
                  <a:moveTo>
                    <a:pt x="0" y="18174"/>
                  </a:moveTo>
                  <a:lnTo>
                    <a:pt x="5048" y="5702"/>
                  </a:lnTo>
                  <a:lnTo>
                    <a:pt x="14330" y="0"/>
                  </a:lnTo>
                  <a:lnTo>
                    <a:pt x="17689" y="1187"/>
                  </a:lnTo>
                  <a:lnTo>
                    <a:pt x="17833" y="5594"/>
                  </a:lnTo>
                  <a:lnTo>
                    <a:pt x="16531" y="9360"/>
                  </a:lnTo>
                  <a:lnTo>
                    <a:pt x="10304" y="15164"/>
                  </a:lnTo>
                  <a:lnTo>
                    <a:pt x="5054" y="17635"/>
                  </a:lnTo>
                  <a:close/>
                </a:path>
              </a:pathLst>
            </a:custGeom>
            <a:solidFill>
              <a:srgbClr val="FFEFDB">
                <a:alpha val="100000"/>
              </a:srgbClr>
            </a:solidFill>
            <a:ln w="5420" cap="flat">
              <a:solidFill>
                <a:srgbClr val="5959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71" name="pg3871"/>
            <p:cNvSpPr/>
            <p:nvPr/>
          </p:nvSpPr>
          <p:spPr>
            <a:xfrm>
              <a:off x="5531238" y="3267490"/>
              <a:ext cx="33791" cy="16879"/>
            </a:xfrm>
            <a:custGeom>
              <a:avLst/>
              <a:pathLst>
                <a:path w="33791" h="16879">
                  <a:moveTo>
                    <a:pt x="4645" y="16879"/>
                  </a:moveTo>
                  <a:lnTo>
                    <a:pt x="0" y="12776"/>
                  </a:lnTo>
                  <a:lnTo>
                    <a:pt x="7270" y="10878"/>
                  </a:lnTo>
                  <a:lnTo>
                    <a:pt x="16454" y="1130"/>
                  </a:lnTo>
                  <a:lnTo>
                    <a:pt x="22562" y="0"/>
                  </a:lnTo>
                  <a:lnTo>
                    <a:pt x="32158" y="5518"/>
                  </a:lnTo>
                  <a:lnTo>
                    <a:pt x="33791" y="10522"/>
                  </a:lnTo>
                  <a:close/>
                </a:path>
              </a:pathLst>
            </a:custGeom>
            <a:solidFill>
              <a:srgbClr val="FFEFDB">
                <a:alpha val="100000"/>
              </a:srgbClr>
            </a:solidFill>
            <a:ln w="5420" cap="flat">
              <a:solidFill>
                <a:srgbClr val="5959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72" name="pg3872"/>
            <p:cNvSpPr/>
            <p:nvPr/>
          </p:nvSpPr>
          <p:spPr>
            <a:xfrm>
              <a:off x="5476517" y="3241859"/>
              <a:ext cx="12087" cy="24671"/>
            </a:xfrm>
            <a:custGeom>
              <a:avLst/>
              <a:pathLst>
                <a:path w="12087" h="24671">
                  <a:moveTo>
                    <a:pt x="5855" y="24671"/>
                  </a:moveTo>
                  <a:lnTo>
                    <a:pt x="0" y="24048"/>
                  </a:lnTo>
                  <a:lnTo>
                    <a:pt x="2971" y="19248"/>
                  </a:lnTo>
                  <a:lnTo>
                    <a:pt x="4103" y="12199"/>
                  </a:lnTo>
                  <a:lnTo>
                    <a:pt x="6991" y="4457"/>
                  </a:lnTo>
                  <a:lnTo>
                    <a:pt x="8655" y="2089"/>
                  </a:lnTo>
                  <a:lnTo>
                    <a:pt x="12087" y="0"/>
                  </a:lnTo>
                  <a:lnTo>
                    <a:pt x="11095" y="21115"/>
                  </a:lnTo>
                  <a:close/>
                </a:path>
              </a:pathLst>
            </a:custGeom>
            <a:solidFill>
              <a:srgbClr val="FFEFDB">
                <a:alpha val="100000"/>
              </a:srgbClr>
            </a:solidFill>
            <a:ln w="5420" cap="flat">
              <a:solidFill>
                <a:srgbClr val="5959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73" name="pg3873"/>
            <p:cNvSpPr/>
            <p:nvPr/>
          </p:nvSpPr>
          <p:spPr>
            <a:xfrm>
              <a:off x="5594331" y="3275262"/>
              <a:ext cx="27001" cy="19248"/>
            </a:xfrm>
            <a:custGeom>
              <a:avLst/>
              <a:pathLst>
                <a:path w="27001" h="19248">
                  <a:moveTo>
                    <a:pt x="18836" y="19248"/>
                  </a:moveTo>
                  <a:lnTo>
                    <a:pt x="0" y="14453"/>
                  </a:lnTo>
                  <a:lnTo>
                    <a:pt x="15498" y="10389"/>
                  </a:lnTo>
                  <a:lnTo>
                    <a:pt x="18030" y="8973"/>
                  </a:lnTo>
                  <a:lnTo>
                    <a:pt x="20050" y="2997"/>
                  </a:lnTo>
                  <a:lnTo>
                    <a:pt x="20303" y="0"/>
                  </a:lnTo>
                  <a:lnTo>
                    <a:pt x="26190" y="12853"/>
                  </a:lnTo>
                  <a:lnTo>
                    <a:pt x="27001" y="17152"/>
                  </a:lnTo>
                  <a:close/>
                </a:path>
              </a:pathLst>
            </a:custGeom>
            <a:solidFill>
              <a:srgbClr val="FFEFDB">
                <a:alpha val="100000"/>
              </a:srgbClr>
            </a:solidFill>
            <a:ln w="5420" cap="flat">
              <a:solidFill>
                <a:srgbClr val="5959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74" name="pg3874"/>
            <p:cNvSpPr/>
            <p:nvPr/>
          </p:nvSpPr>
          <p:spPr>
            <a:xfrm>
              <a:off x="5013918" y="3984239"/>
              <a:ext cx="8624" cy="14377"/>
            </a:xfrm>
            <a:custGeom>
              <a:avLst/>
              <a:pathLst>
                <a:path w="8624" h="14377">
                  <a:moveTo>
                    <a:pt x="7028" y="14377"/>
                  </a:moveTo>
                  <a:lnTo>
                    <a:pt x="0" y="0"/>
                  </a:lnTo>
                  <a:lnTo>
                    <a:pt x="7229" y="4648"/>
                  </a:lnTo>
                  <a:lnTo>
                    <a:pt x="8521" y="8515"/>
                  </a:lnTo>
                  <a:lnTo>
                    <a:pt x="8624" y="11735"/>
                  </a:lnTo>
                  <a:close/>
                </a:path>
              </a:pathLst>
            </a:custGeom>
            <a:solidFill>
              <a:srgbClr val="FFEFDB">
                <a:alpha val="100000"/>
              </a:srgbClr>
            </a:solidFill>
            <a:ln w="5420" cap="flat">
              <a:solidFill>
                <a:srgbClr val="5959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75" name="pg3875"/>
            <p:cNvSpPr/>
            <p:nvPr/>
          </p:nvSpPr>
          <p:spPr>
            <a:xfrm>
              <a:off x="5016786" y="4007259"/>
              <a:ext cx="24727" cy="72349"/>
            </a:xfrm>
            <a:custGeom>
              <a:avLst/>
              <a:pathLst>
                <a:path w="24727" h="72349">
                  <a:moveTo>
                    <a:pt x="1250" y="72349"/>
                  </a:moveTo>
                  <a:lnTo>
                    <a:pt x="0" y="71213"/>
                  </a:lnTo>
                  <a:lnTo>
                    <a:pt x="16267" y="63796"/>
                  </a:lnTo>
                  <a:lnTo>
                    <a:pt x="21399" y="37670"/>
                  </a:lnTo>
                  <a:lnTo>
                    <a:pt x="22102" y="25623"/>
                  </a:lnTo>
                  <a:lnTo>
                    <a:pt x="19663" y="4388"/>
                  </a:lnTo>
                  <a:lnTo>
                    <a:pt x="19745" y="0"/>
                  </a:lnTo>
                  <a:lnTo>
                    <a:pt x="22391" y="6845"/>
                  </a:lnTo>
                  <a:lnTo>
                    <a:pt x="24727" y="26658"/>
                  </a:lnTo>
                  <a:lnTo>
                    <a:pt x="23849" y="41683"/>
                  </a:lnTo>
                  <a:lnTo>
                    <a:pt x="19130" y="63573"/>
                  </a:lnTo>
                  <a:lnTo>
                    <a:pt x="15446" y="68806"/>
                  </a:lnTo>
                  <a:close/>
                </a:path>
              </a:pathLst>
            </a:custGeom>
            <a:solidFill>
              <a:srgbClr val="FFEFDB">
                <a:alpha val="100000"/>
              </a:srgbClr>
            </a:solidFill>
            <a:ln w="5420" cap="flat">
              <a:solidFill>
                <a:srgbClr val="5959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76" name="pg3876"/>
            <p:cNvSpPr/>
            <p:nvPr/>
          </p:nvSpPr>
          <p:spPr>
            <a:xfrm>
              <a:off x="4985661" y="4082556"/>
              <a:ext cx="21404" cy="9277"/>
            </a:xfrm>
            <a:custGeom>
              <a:avLst/>
              <a:pathLst>
                <a:path w="21404" h="9277">
                  <a:moveTo>
                    <a:pt x="2170" y="9277"/>
                  </a:moveTo>
                  <a:lnTo>
                    <a:pt x="0" y="8725"/>
                  </a:lnTo>
                  <a:lnTo>
                    <a:pt x="12619" y="2089"/>
                  </a:lnTo>
                  <a:lnTo>
                    <a:pt x="21404" y="0"/>
                  </a:lnTo>
                  <a:close/>
                </a:path>
              </a:pathLst>
            </a:custGeom>
            <a:solidFill>
              <a:srgbClr val="FFEFDB">
                <a:alpha val="100000"/>
              </a:srgbClr>
            </a:solidFill>
            <a:ln w="5420" cap="flat">
              <a:solidFill>
                <a:srgbClr val="5959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77" name="pg3877"/>
            <p:cNvSpPr/>
            <p:nvPr/>
          </p:nvSpPr>
          <p:spPr>
            <a:xfrm>
              <a:off x="4928046" y="4115235"/>
              <a:ext cx="33993" cy="39982"/>
            </a:xfrm>
            <a:custGeom>
              <a:avLst/>
              <a:pathLst>
                <a:path w="33993" h="39982">
                  <a:moveTo>
                    <a:pt x="0" y="39982"/>
                  </a:moveTo>
                  <a:lnTo>
                    <a:pt x="9689" y="23744"/>
                  </a:lnTo>
                  <a:lnTo>
                    <a:pt x="28825" y="3149"/>
                  </a:lnTo>
                  <a:lnTo>
                    <a:pt x="33993" y="0"/>
                  </a:lnTo>
                  <a:lnTo>
                    <a:pt x="18081" y="17590"/>
                  </a:lnTo>
                  <a:lnTo>
                    <a:pt x="2635" y="38489"/>
                  </a:lnTo>
                  <a:close/>
                </a:path>
              </a:pathLst>
            </a:custGeom>
            <a:solidFill>
              <a:srgbClr val="FFEFDB">
                <a:alpha val="100000"/>
              </a:srgbClr>
            </a:solidFill>
            <a:ln w="5420" cap="flat">
              <a:solidFill>
                <a:srgbClr val="5959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78" name="pg3878"/>
            <p:cNvSpPr/>
            <p:nvPr/>
          </p:nvSpPr>
          <p:spPr>
            <a:xfrm>
              <a:off x="4327665" y="5206518"/>
              <a:ext cx="17373" cy="15672"/>
            </a:xfrm>
            <a:custGeom>
              <a:avLst/>
              <a:pathLst>
                <a:path w="17373" h="15672">
                  <a:moveTo>
                    <a:pt x="13601" y="15672"/>
                  </a:moveTo>
                  <a:lnTo>
                    <a:pt x="5968" y="13183"/>
                  </a:lnTo>
                  <a:lnTo>
                    <a:pt x="1798" y="8725"/>
                  </a:lnTo>
                  <a:lnTo>
                    <a:pt x="0" y="0"/>
                  </a:lnTo>
                  <a:lnTo>
                    <a:pt x="6645" y="9239"/>
                  </a:lnTo>
                  <a:lnTo>
                    <a:pt x="9028" y="11329"/>
                  </a:lnTo>
                  <a:lnTo>
                    <a:pt x="17373" y="12281"/>
                  </a:lnTo>
                  <a:close/>
                </a:path>
              </a:pathLst>
            </a:custGeom>
            <a:solidFill>
              <a:srgbClr val="FFEFDB">
                <a:alpha val="100000"/>
              </a:srgbClr>
            </a:solidFill>
            <a:ln w="5420" cap="flat">
              <a:solidFill>
                <a:srgbClr val="5959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79" name="pg3879"/>
            <p:cNvSpPr/>
            <p:nvPr/>
          </p:nvSpPr>
          <p:spPr>
            <a:xfrm>
              <a:off x="4331075" y="5186660"/>
              <a:ext cx="9033" cy="26938"/>
            </a:xfrm>
            <a:custGeom>
              <a:avLst/>
              <a:pathLst>
                <a:path w="9033" h="26938">
                  <a:moveTo>
                    <a:pt x="8883" y="26938"/>
                  </a:moveTo>
                  <a:lnTo>
                    <a:pt x="3550" y="14142"/>
                  </a:lnTo>
                  <a:lnTo>
                    <a:pt x="0" y="0"/>
                  </a:lnTo>
                  <a:lnTo>
                    <a:pt x="5079" y="4578"/>
                  </a:lnTo>
                  <a:lnTo>
                    <a:pt x="9033" y="19298"/>
                  </a:lnTo>
                  <a:close/>
                </a:path>
              </a:pathLst>
            </a:custGeom>
            <a:solidFill>
              <a:srgbClr val="FFEFDB">
                <a:alpha val="100000"/>
              </a:srgbClr>
            </a:solidFill>
            <a:ln w="5420" cap="flat">
              <a:solidFill>
                <a:srgbClr val="5959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80" name="pg3880"/>
            <p:cNvSpPr/>
            <p:nvPr/>
          </p:nvSpPr>
          <p:spPr>
            <a:xfrm>
              <a:off x="4499202" y="5362642"/>
              <a:ext cx="34236" cy="51158"/>
            </a:xfrm>
            <a:custGeom>
              <a:avLst/>
              <a:pathLst>
                <a:path w="34236" h="51158">
                  <a:moveTo>
                    <a:pt x="0" y="51158"/>
                  </a:moveTo>
                  <a:lnTo>
                    <a:pt x="2330" y="45036"/>
                  </a:lnTo>
                  <a:lnTo>
                    <a:pt x="10531" y="31948"/>
                  </a:lnTo>
                  <a:lnTo>
                    <a:pt x="13182" y="25788"/>
                  </a:lnTo>
                  <a:lnTo>
                    <a:pt x="18722" y="21883"/>
                  </a:lnTo>
                  <a:lnTo>
                    <a:pt x="23880" y="14821"/>
                  </a:lnTo>
                  <a:lnTo>
                    <a:pt x="24267" y="6585"/>
                  </a:lnTo>
                  <a:lnTo>
                    <a:pt x="31760" y="825"/>
                  </a:lnTo>
                  <a:lnTo>
                    <a:pt x="34236" y="0"/>
                  </a:lnTo>
                  <a:lnTo>
                    <a:pt x="21032" y="26703"/>
                  </a:lnTo>
                  <a:close/>
                </a:path>
              </a:pathLst>
            </a:custGeom>
            <a:solidFill>
              <a:srgbClr val="FFEFDB">
                <a:alpha val="100000"/>
              </a:srgbClr>
            </a:solidFill>
            <a:ln w="5420" cap="flat">
              <a:solidFill>
                <a:srgbClr val="5959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81" name="pg3881"/>
            <p:cNvSpPr/>
            <p:nvPr/>
          </p:nvSpPr>
          <p:spPr>
            <a:xfrm>
              <a:off x="3289924" y="4803878"/>
              <a:ext cx="26706" cy="20480"/>
            </a:xfrm>
            <a:custGeom>
              <a:avLst/>
              <a:pathLst>
                <a:path w="26706" h="20480">
                  <a:moveTo>
                    <a:pt x="18603" y="20480"/>
                  </a:moveTo>
                  <a:lnTo>
                    <a:pt x="1100" y="9214"/>
                  </a:lnTo>
                  <a:lnTo>
                    <a:pt x="0" y="4375"/>
                  </a:lnTo>
                  <a:lnTo>
                    <a:pt x="8635" y="0"/>
                  </a:lnTo>
                  <a:lnTo>
                    <a:pt x="13906" y="387"/>
                  </a:lnTo>
                  <a:lnTo>
                    <a:pt x="22241" y="6109"/>
                  </a:lnTo>
                  <a:lnTo>
                    <a:pt x="25290" y="7703"/>
                  </a:lnTo>
                  <a:lnTo>
                    <a:pt x="26706" y="10020"/>
                  </a:lnTo>
                  <a:lnTo>
                    <a:pt x="25900" y="13646"/>
                  </a:lnTo>
                  <a:lnTo>
                    <a:pt x="22536" y="18625"/>
                  </a:lnTo>
                  <a:close/>
                </a:path>
              </a:pathLst>
            </a:custGeom>
            <a:solidFill>
              <a:srgbClr val="FFEFDB">
                <a:alpha val="100000"/>
              </a:srgbClr>
            </a:solidFill>
            <a:ln w="5420" cap="flat">
              <a:solidFill>
                <a:srgbClr val="5959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82" name="pg3882"/>
            <p:cNvSpPr/>
            <p:nvPr/>
          </p:nvSpPr>
          <p:spPr>
            <a:xfrm>
              <a:off x="2757638" y="5000397"/>
              <a:ext cx="20774" cy="30399"/>
            </a:xfrm>
            <a:custGeom>
              <a:avLst/>
              <a:pathLst>
                <a:path w="20774" h="30399">
                  <a:moveTo>
                    <a:pt x="0" y="30399"/>
                  </a:moveTo>
                  <a:lnTo>
                    <a:pt x="5121" y="19749"/>
                  </a:lnTo>
                  <a:lnTo>
                    <a:pt x="6072" y="15482"/>
                  </a:lnTo>
                  <a:lnTo>
                    <a:pt x="14469" y="2006"/>
                  </a:lnTo>
                  <a:lnTo>
                    <a:pt x="18903" y="0"/>
                  </a:lnTo>
                  <a:lnTo>
                    <a:pt x="20774" y="5734"/>
                  </a:lnTo>
                  <a:lnTo>
                    <a:pt x="12138" y="15202"/>
                  </a:lnTo>
                  <a:lnTo>
                    <a:pt x="2294" y="30081"/>
                  </a:lnTo>
                  <a:close/>
                </a:path>
              </a:pathLst>
            </a:custGeom>
            <a:solidFill>
              <a:srgbClr val="FFEFDB">
                <a:alpha val="100000"/>
              </a:srgbClr>
            </a:solidFill>
            <a:ln w="5420" cap="flat">
              <a:solidFill>
                <a:srgbClr val="5959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83" name="pg3883"/>
            <p:cNvSpPr/>
            <p:nvPr/>
          </p:nvSpPr>
          <p:spPr>
            <a:xfrm>
              <a:off x="2782499" y="4968054"/>
              <a:ext cx="42075" cy="30323"/>
            </a:xfrm>
            <a:custGeom>
              <a:avLst/>
              <a:pathLst>
                <a:path w="42075" h="30323">
                  <a:moveTo>
                    <a:pt x="0" y="30323"/>
                  </a:moveTo>
                  <a:lnTo>
                    <a:pt x="4816" y="23299"/>
                  </a:lnTo>
                  <a:lnTo>
                    <a:pt x="12645" y="19756"/>
                  </a:lnTo>
                  <a:lnTo>
                    <a:pt x="29822" y="6261"/>
                  </a:lnTo>
                  <a:lnTo>
                    <a:pt x="36830" y="5334"/>
                  </a:lnTo>
                  <a:lnTo>
                    <a:pt x="40478" y="685"/>
                  </a:lnTo>
                  <a:lnTo>
                    <a:pt x="42075" y="0"/>
                  </a:lnTo>
                  <a:lnTo>
                    <a:pt x="41042" y="5696"/>
                  </a:lnTo>
                  <a:lnTo>
                    <a:pt x="27223" y="13786"/>
                  </a:lnTo>
                  <a:lnTo>
                    <a:pt x="3886" y="29783"/>
                  </a:lnTo>
                  <a:close/>
                </a:path>
              </a:pathLst>
            </a:custGeom>
            <a:solidFill>
              <a:srgbClr val="FFEFDB">
                <a:alpha val="100000"/>
              </a:srgbClr>
            </a:solidFill>
            <a:ln w="5420" cap="flat">
              <a:solidFill>
                <a:srgbClr val="5959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84" name="pg3884"/>
            <p:cNvSpPr/>
            <p:nvPr/>
          </p:nvSpPr>
          <p:spPr>
            <a:xfrm>
              <a:off x="2720724" y="5040830"/>
              <a:ext cx="34318" cy="75366"/>
            </a:xfrm>
            <a:custGeom>
              <a:avLst/>
              <a:pathLst>
                <a:path w="34318" h="75366">
                  <a:moveTo>
                    <a:pt x="0" y="75366"/>
                  </a:moveTo>
                  <a:lnTo>
                    <a:pt x="909" y="64215"/>
                  </a:lnTo>
                  <a:lnTo>
                    <a:pt x="9503" y="38877"/>
                  </a:lnTo>
                  <a:lnTo>
                    <a:pt x="26965" y="5575"/>
                  </a:lnTo>
                  <a:lnTo>
                    <a:pt x="34318" y="0"/>
                  </a:lnTo>
                  <a:lnTo>
                    <a:pt x="14175" y="36521"/>
                  </a:lnTo>
                  <a:lnTo>
                    <a:pt x="3302" y="67885"/>
                  </a:lnTo>
                  <a:close/>
                </a:path>
              </a:pathLst>
            </a:custGeom>
            <a:solidFill>
              <a:srgbClr val="FFEFDB">
                <a:alpha val="100000"/>
              </a:srgbClr>
            </a:solidFill>
            <a:ln w="5420" cap="flat">
              <a:solidFill>
                <a:srgbClr val="5959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85" name="pg3885"/>
            <p:cNvSpPr/>
            <p:nvPr/>
          </p:nvSpPr>
          <p:spPr>
            <a:xfrm>
              <a:off x="2963633" y="4843237"/>
              <a:ext cx="34081" cy="26658"/>
            </a:xfrm>
            <a:custGeom>
              <a:avLst/>
              <a:pathLst>
                <a:path w="34081" h="26658">
                  <a:moveTo>
                    <a:pt x="0" y="26658"/>
                  </a:moveTo>
                  <a:lnTo>
                    <a:pt x="23068" y="6655"/>
                  </a:lnTo>
                  <a:lnTo>
                    <a:pt x="27905" y="0"/>
                  </a:lnTo>
                  <a:lnTo>
                    <a:pt x="34081" y="292"/>
                  </a:lnTo>
                  <a:lnTo>
                    <a:pt x="23781" y="11500"/>
                  </a:lnTo>
                  <a:lnTo>
                    <a:pt x="5286" y="25414"/>
                  </a:lnTo>
                  <a:close/>
                </a:path>
              </a:pathLst>
            </a:custGeom>
            <a:solidFill>
              <a:srgbClr val="FFEFDB">
                <a:alpha val="100000"/>
              </a:srgbClr>
            </a:solidFill>
            <a:ln w="5420" cap="flat">
              <a:solidFill>
                <a:srgbClr val="5959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86" name="pg3886"/>
            <p:cNvSpPr/>
            <p:nvPr/>
          </p:nvSpPr>
          <p:spPr>
            <a:xfrm>
              <a:off x="2718358" y="5122184"/>
              <a:ext cx="25027" cy="140921"/>
            </a:xfrm>
            <a:custGeom>
              <a:avLst/>
              <a:pathLst>
                <a:path w="25027" h="140921">
                  <a:moveTo>
                    <a:pt x="23564" y="140921"/>
                  </a:moveTo>
                  <a:lnTo>
                    <a:pt x="14800" y="112719"/>
                  </a:lnTo>
                  <a:lnTo>
                    <a:pt x="537" y="48898"/>
                  </a:lnTo>
                  <a:lnTo>
                    <a:pt x="0" y="12522"/>
                  </a:lnTo>
                  <a:lnTo>
                    <a:pt x="2242" y="0"/>
                  </a:lnTo>
                  <a:lnTo>
                    <a:pt x="5922" y="51374"/>
                  </a:lnTo>
                  <a:lnTo>
                    <a:pt x="21688" y="116618"/>
                  </a:lnTo>
                  <a:lnTo>
                    <a:pt x="25027" y="134882"/>
                  </a:lnTo>
                  <a:close/>
                </a:path>
              </a:pathLst>
            </a:custGeom>
            <a:solidFill>
              <a:srgbClr val="FFEFDB">
                <a:alpha val="100000"/>
              </a:srgbClr>
            </a:solidFill>
            <a:ln w="5420" cap="flat">
              <a:solidFill>
                <a:srgbClr val="5959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87" name="pg3887"/>
            <p:cNvSpPr/>
            <p:nvPr/>
          </p:nvSpPr>
          <p:spPr>
            <a:xfrm>
              <a:off x="5470466" y="3252585"/>
              <a:ext cx="5178" cy="13666"/>
            </a:xfrm>
            <a:custGeom>
              <a:avLst/>
              <a:pathLst>
                <a:path w="5178" h="13666">
                  <a:moveTo>
                    <a:pt x="1095" y="13666"/>
                  </a:moveTo>
                  <a:lnTo>
                    <a:pt x="0" y="7385"/>
                  </a:lnTo>
                  <a:lnTo>
                    <a:pt x="2056" y="165"/>
                  </a:lnTo>
                  <a:lnTo>
                    <a:pt x="4139" y="0"/>
                  </a:lnTo>
                  <a:lnTo>
                    <a:pt x="5178" y="3841"/>
                  </a:lnTo>
                  <a:lnTo>
                    <a:pt x="4030" y="11259"/>
                  </a:lnTo>
                  <a:close/>
                </a:path>
              </a:pathLst>
            </a:custGeom>
            <a:solidFill>
              <a:srgbClr val="FFEFDB">
                <a:alpha val="100000"/>
              </a:srgbClr>
            </a:solidFill>
            <a:ln w="5420" cap="flat">
              <a:solidFill>
                <a:srgbClr val="5959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88" name="pg3888"/>
            <p:cNvSpPr/>
            <p:nvPr/>
          </p:nvSpPr>
          <p:spPr>
            <a:xfrm>
              <a:off x="5168862" y="3489988"/>
              <a:ext cx="15498" cy="28227"/>
            </a:xfrm>
            <a:custGeom>
              <a:avLst/>
              <a:pathLst>
                <a:path w="15498" h="28227">
                  <a:moveTo>
                    <a:pt x="284" y="28227"/>
                  </a:moveTo>
                  <a:lnTo>
                    <a:pt x="0" y="24442"/>
                  </a:lnTo>
                  <a:lnTo>
                    <a:pt x="15498" y="0"/>
                  </a:lnTo>
                  <a:lnTo>
                    <a:pt x="12697" y="8541"/>
                  </a:lnTo>
                  <a:close/>
                </a:path>
              </a:pathLst>
            </a:custGeom>
            <a:solidFill>
              <a:srgbClr val="FFEFDB">
                <a:alpha val="100000"/>
              </a:srgbClr>
            </a:solidFill>
            <a:ln w="5420" cap="flat">
              <a:solidFill>
                <a:srgbClr val="5959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89" name="pg3889"/>
            <p:cNvSpPr/>
            <p:nvPr/>
          </p:nvSpPr>
          <p:spPr>
            <a:xfrm>
              <a:off x="5049761" y="3678353"/>
              <a:ext cx="29698" cy="55407"/>
            </a:xfrm>
            <a:custGeom>
              <a:avLst/>
              <a:pathLst>
                <a:path w="29698" h="55407">
                  <a:moveTo>
                    <a:pt x="0" y="55407"/>
                  </a:moveTo>
                  <a:lnTo>
                    <a:pt x="16143" y="29364"/>
                  </a:lnTo>
                  <a:lnTo>
                    <a:pt x="25518" y="7544"/>
                  </a:lnTo>
                  <a:lnTo>
                    <a:pt x="29698" y="0"/>
                  </a:lnTo>
                  <a:lnTo>
                    <a:pt x="25642" y="15291"/>
                  </a:lnTo>
                  <a:lnTo>
                    <a:pt x="18552" y="29351"/>
                  </a:lnTo>
                  <a:lnTo>
                    <a:pt x="4811" y="53298"/>
                  </a:lnTo>
                  <a:close/>
                </a:path>
              </a:pathLst>
            </a:custGeom>
            <a:solidFill>
              <a:srgbClr val="FFEFDB">
                <a:alpha val="100000"/>
              </a:srgbClr>
            </a:solidFill>
            <a:ln w="5420" cap="flat">
              <a:solidFill>
                <a:srgbClr val="5959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90" name="pg3890"/>
            <p:cNvSpPr/>
            <p:nvPr/>
          </p:nvSpPr>
          <p:spPr>
            <a:xfrm>
              <a:off x="4912662" y="4146288"/>
              <a:ext cx="13513" cy="6191"/>
            </a:xfrm>
            <a:custGeom>
              <a:avLst/>
              <a:pathLst>
                <a:path w="13513" h="6191">
                  <a:moveTo>
                    <a:pt x="11157" y="6191"/>
                  </a:moveTo>
                  <a:lnTo>
                    <a:pt x="6997" y="4756"/>
                  </a:lnTo>
                  <a:lnTo>
                    <a:pt x="1266" y="2013"/>
                  </a:lnTo>
                  <a:lnTo>
                    <a:pt x="0" y="0"/>
                  </a:lnTo>
                  <a:lnTo>
                    <a:pt x="5467" y="730"/>
                  </a:lnTo>
                  <a:lnTo>
                    <a:pt x="13513" y="5886"/>
                  </a:lnTo>
                  <a:close/>
                </a:path>
              </a:pathLst>
            </a:custGeom>
            <a:solidFill>
              <a:srgbClr val="FFEFDB">
                <a:alpha val="100000"/>
              </a:srgbClr>
            </a:solidFill>
            <a:ln w="5420" cap="flat">
              <a:solidFill>
                <a:srgbClr val="5959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91" name="pg3891"/>
            <p:cNvSpPr/>
            <p:nvPr/>
          </p:nvSpPr>
          <p:spPr>
            <a:xfrm>
              <a:off x="4410183" y="5440364"/>
              <a:ext cx="10779" cy="15615"/>
            </a:xfrm>
            <a:custGeom>
              <a:avLst/>
              <a:pathLst>
                <a:path w="10779" h="15615">
                  <a:moveTo>
                    <a:pt x="6020" y="15615"/>
                  </a:moveTo>
                  <a:lnTo>
                    <a:pt x="4511" y="14790"/>
                  </a:lnTo>
                  <a:lnTo>
                    <a:pt x="4511" y="10890"/>
                  </a:lnTo>
                  <a:lnTo>
                    <a:pt x="0" y="2260"/>
                  </a:lnTo>
                  <a:lnTo>
                    <a:pt x="170" y="0"/>
                  </a:lnTo>
                  <a:lnTo>
                    <a:pt x="10516" y="8446"/>
                  </a:lnTo>
                  <a:lnTo>
                    <a:pt x="10779" y="10713"/>
                  </a:lnTo>
                  <a:lnTo>
                    <a:pt x="9193" y="12942"/>
                  </a:lnTo>
                  <a:close/>
                </a:path>
              </a:pathLst>
            </a:custGeom>
            <a:solidFill>
              <a:srgbClr val="FFEFDB">
                <a:alpha val="100000"/>
              </a:srgbClr>
            </a:solidFill>
            <a:ln w="5420" cap="flat">
              <a:solidFill>
                <a:srgbClr val="5959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92" name="pg3892"/>
            <p:cNvSpPr/>
            <p:nvPr/>
          </p:nvSpPr>
          <p:spPr>
            <a:xfrm>
              <a:off x="4470862" y="5427841"/>
              <a:ext cx="6681" cy="5543"/>
            </a:xfrm>
            <a:custGeom>
              <a:avLst/>
              <a:pathLst>
                <a:path w="6681" h="5543">
                  <a:moveTo>
                    <a:pt x="0" y="5543"/>
                  </a:moveTo>
                  <a:lnTo>
                    <a:pt x="1002" y="3695"/>
                  </a:lnTo>
                  <a:lnTo>
                    <a:pt x="5178" y="0"/>
                  </a:lnTo>
                  <a:lnTo>
                    <a:pt x="6681" y="1435"/>
                  </a:lnTo>
                  <a:lnTo>
                    <a:pt x="6516" y="3283"/>
                  </a:lnTo>
                  <a:lnTo>
                    <a:pt x="2005" y="5543"/>
                  </a:lnTo>
                  <a:close/>
                </a:path>
              </a:pathLst>
            </a:custGeom>
            <a:solidFill>
              <a:srgbClr val="FFEFDB">
                <a:alpha val="100000"/>
              </a:srgbClr>
            </a:solidFill>
            <a:ln w="5420" cap="flat">
              <a:solidFill>
                <a:srgbClr val="5959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93" name="pg3893"/>
            <p:cNvSpPr/>
            <p:nvPr/>
          </p:nvSpPr>
          <p:spPr>
            <a:xfrm>
              <a:off x="4490252" y="5415509"/>
              <a:ext cx="5348" cy="5550"/>
            </a:xfrm>
            <a:custGeom>
              <a:avLst/>
              <a:pathLst>
                <a:path w="5348" h="5550">
                  <a:moveTo>
                    <a:pt x="0" y="5550"/>
                  </a:moveTo>
                  <a:lnTo>
                    <a:pt x="4175" y="0"/>
                  </a:lnTo>
                  <a:lnTo>
                    <a:pt x="5348" y="412"/>
                  </a:lnTo>
                  <a:lnTo>
                    <a:pt x="2842" y="4934"/>
                  </a:lnTo>
                  <a:close/>
                </a:path>
              </a:pathLst>
            </a:custGeom>
            <a:solidFill>
              <a:srgbClr val="FFEFDB">
                <a:alpha val="100000"/>
              </a:srgbClr>
            </a:solidFill>
            <a:ln w="5420" cap="flat">
              <a:solidFill>
                <a:srgbClr val="5959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94" name="pg3894"/>
            <p:cNvSpPr/>
            <p:nvPr/>
          </p:nvSpPr>
          <p:spPr>
            <a:xfrm>
              <a:off x="4440275" y="5439132"/>
              <a:ext cx="21895" cy="8630"/>
            </a:xfrm>
            <a:custGeom>
              <a:avLst/>
              <a:pathLst>
                <a:path w="21895" h="8630">
                  <a:moveTo>
                    <a:pt x="5012" y="8630"/>
                  </a:moveTo>
                  <a:lnTo>
                    <a:pt x="0" y="6369"/>
                  </a:lnTo>
                  <a:lnTo>
                    <a:pt x="5513" y="3289"/>
                  </a:lnTo>
                  <a:lnTo>
                    <a:pt x="21895" y="0"/>
                  </a:lnTo>
                  <a:lnTo>
                    <a:pt x="15709" y="4108"/>
                  </a:lnTo>
                  <a:lnTo>
                    <a:pt x="9860" y="5550"/>
                  </a:lnTo>
                  <a:close/>
                </a:path>
              </a:pathLst>
            </a:custGeom>
            <a:solidFill>
              <a:srgbClr val="FFEFDB">
                <a:alpha val="100000"/>
              </a:srgbClr>
            </a:solidFill>
            <a:ln w="5420" cap="flat">
              <a:solidFill>
                <a:srgbClr val="5959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95" name="pg3895"/>
            <p:cNvSpPr/>
            <p:nvPr/>
          </p:nvSpPr>
          <p:spPr>
            <a:xfrm>
              <a:off x="4403522" y="4631229"/>
              <a:ext cx="6945" cy="31688"/>
            </a:xfrm>
            <a:custGeom>
              <a:avLst/>
              <a:pathLst>
                <a:path w="6945" h="31688">
                  <a:moveTo>
                    <a:pt x="2237" y="31688"/>
                  </a:moveTo>
                  <a:lnTo>
                    <a:pt x="201" y="20467"/>
                  </a:lnTo>
                  <a:lnTo>
                    <a:pt x="0" y="9570"/>
                  </a:lnTo>
                  <a:lnTo>
                    <a:pt x="3565" y="3124"/>
                  </a:lnTo>
                  <a:lnTo>
                    <a:pt x="6945" y="0"/>
                  </a:lnTo>
                  <a:close/>
                </a:path>
              </a:pathLst>
            </a:custGeom>
            <a:solidFill>
              <a:srgbClr val="FFEFDB">
                <a:alpha val="100000"/>
              </a:srgbClr>
            </a:solidFill>
            <a:ln w="5420" cap="flat">
              <a:solidFill>
                <a:srgbClr val="5959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96" name="pg3896"/>
            <p:cNvSpPr/>
            <p:nvPr/>
          </p:nvSpPr>
          <p:spPr>
            <a:xfrm>
              <a:off x="4387977" y="5448277"/>
              <a:ext cx="10567" cy="12891"/>
            </a:xfrm>
            <a:custGeom>
              <a:avLst/>
              <a:pathLst>
                <a:path w="10567" h="12891">
                  <a:moveTo>
                    <a:pt x="0" y="12891"/>
                  </a:moveTo>
                  <a:lnTo>
                    <a:pt x="5529" y="7772"/>
                  </a:lnTo>
                  <a:lnTo>
                    <a:pt x="7322" y="0"/>
                  </a:lnTo>
                  <a:lnTo>
                    <a:pt x="10567" y="6070"/>
                  </a:lnTo>
                  <a:lnTo>
                    <a:pt x="10505" y="9754"/>
                  </a:lnTo>
                  <a:lnTo>
                    <a:pt x="6857" y="11608"/>
                  </a:lnTo>
                  <a:close/>
                </a:path>
              </a:pathLst>
            </a:custGeom>
            <a:solidFill>
              <a:srgbClr val="FFEFDB">
                <a:alpha val="100000"/>
              </a:srgbClr>
            </a:solidFill>
            <a:ln w="5420" cap="flat">
              <a:solidFill>
                <a:srgbClr val="5959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97" name="pg3897"/>
            <p:cNvSpPr/>
            <p:nvPr/>
          </p:nvSpPr>
          <p:spPr>
            <a:xfrm>
              <a:off x="4514406" y="5037121"/>
              <a:ext cx="28195" cy="83983"/>
            </a:xfrm>
            <a:custGeom>
              <a:avLst/>
              <a:pathLst>
                <a:path w="28195" h="83983">
                  <a:moveTo>
                    <a:pt x="28195" y="83983"/>
                  </a:moveTo>
                  <a:lnTo>
                    <a:pt x="18464" y="61770"/>
                  </a:lnTo>
                  <a:lnTo>
                    <a:pt x="6438" y="26938"/>
                  </a:lnTo>
                  <a:lnTo>
                    <a:pt x="0" y="0"/>
                  </a:lnTo>
                  <a:lnTo>
                    <a:pt x="4356" y="7283"/>
                  </a:lnTo>
                  <a:lnTo>
                    <a:pt x="8614" y="22359"/>
                  </a:lnTo>
                  <a:lnTo>
                    <a:pt x="26474" y="74407"/>
                  </a:lnTo>
                  <a:close/>
                </a:path>
              </a:pathLst>
            </a:custGeom>
            <a:solidFill>
              <a:srgbClr val="FFEFDB">
                <a:alpha val="100000"/>
              </a:srgbClr>
            </a:solidFill>
            <a:ln w="5420" cap="flat">
              <a:solidFill>
                <a:srgbClr val="5959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98" name="pg3898"/>
            <p:cNvSpPr/>
            <p:nvPr/>
          </p:nvSpPr>
          <p:spPr>
            <a:xfrm>
              <a:off x="4368934" y="5462902"/>
              <a:ext cx="7699" cy="4470"/>
            </a:xfrm>
            <a:custGeom>
              <a:avLst/>
              <a:pathLst>
                <a:path w="7699" h="4470">
                  <a:moveTo>
                    <a:pt x="232" y="4470"/>
                  </a:moveTo>
                  <a:lnTo>
                    <a:pt x="0" y="2457"/>
                  </a:lnTo>
                  <a:lnTo>
                    <a:pt x="4630" y="0"/>
                  </a:lnTo>
                  <a:lnTo>
                    <a:pt x="7699" y="165"/>
                  </a:lnTo>
                  <a:lnTo>
                    <a:pt x="7586" y="2889"/>
                  </a:lnTo>
                  <a:lnTo>
                    <a:pt x="2919" y="4178"/>
                  </a:lnTo>
                  <a:close/>
                </a:path>
              </a:pathLst>
            </a:custGeom>
            <a:solidFill>
              <a:srgbClr val="FFEFDB">
                <a:alpha val="100000"/>
              </a:srgbClr>
            </a:solidFill>
            <a:ln w="5420" cap="flat">
              <a:solidFill>
                <a:srgbClr val="5959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99" name="pg3899"/>
            <p:cNvSpPr/>
            <p:nvPr/>
          </p:nvSpPr>
          <p:spPr>
            <a:xfrm>
              <a:off x="3614100" y="4789697"/>
              <a:ext cx="7508" cy="12059"/>
            </a:xfrm>
            <a:custGeom>
              <a:avLst/>
              <a:pathLst>
                <a:path w="7508" h="12059">
                  <a:moveTo>
                    <a:pt x="0" y="12059"/>
                  </a:moveTo>
                  <a:lnTo>
                    <a:pt x="263" y="9462"/>
                  </a:lnTo>
                  <a:lnTo>
                    <a:pt x="4490" y="2648"/>
                  </a:lnTo>
                  <a:lnTo>
                    <a:pt x="7508" y="0"/>
                  </a:lnTo>
                  <a:lnTo>
                    <a:pt x="5746" y="5251"/>
                  </a:lnTo>
                  <a:close/>
                </a:path>
              </a:pathLst>
            </a:custGeom>
            <a:solidFill>
              <a:srgbClr val="FFEFDB">
                <a:alpha val="100000"/>
              </a:srgbClr>
            </a:solidFill>
            <a:ln w="5420" cap="flat">
              <a:solidFill>
                <a:srgbClr val="5959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00" name="pg3900"/>
            <p:cNvSpPr/>
            <p:nvPr/>
          </p:nvSpPr>
          <p:spPr>
            <a:xfrm>
              <a:off x="3637463" y="4723202"/>
              <a:ext cx="17435" cy="7734"/>
            </a:xfrm>
            <a:custGeom>
              <a:avLst/>
              <a:pathLst>
                <a:path w="17435" h="7734">
                  <a:moveTo>
                    <a:pt x="16107" y="7734"/>
                  </a:moveTo>
                  <a:lnTo>
                    <a:pt x="6733" y="5029"/>
                  </a:lnTo>
                  <a:lnTo>
                    <a:pt x="1033" y="2514"/>
                  </a:lnTo>
                  <a:lnTo>
                    <a:pt x="0" y="0"/>
                  </a:lnTo>
                  <a:lnTo>
                    <a:pt x="15756" y="4565"/>
                  </a:lnTo>
                  <a:lnTo>
                    <a:pt x="17435" y="6286"/>
                  </a:lnTo>
                  <a:close/>
                </a:path>
              </a:pathLst>
            </a:custGeom>
            <a:solidFill>
              <a:srgbClr val="FFEFDB">
                <a:alpha val="100000"/>
              </a:srgbClr>
            </a:solidFill>
            <a:ln w="5420" cap="flat">
              <a:solidFill>
                <a:srgbClr val="5959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01" name="pg3901"/>
            <p:cNvSpPr/>
            <p:nvPr/>
          </p:nvSpPr>
          <p:spPr>
            <a:xfrm>
              <a:off x="3680495" y="4721970"/>
              <a:ext cx="25921" cy="5569"/>
            </a:xfrm>
            <a:custGeom>
              <a:avLst/>
              <a:pathLst>
                <a:path w="25921" h="5569">
                  <a:moveTo>
                    <a:pt x="16609" y="5569"/>
                  </a:moveTo>
                  <a:lnTo>
                    <a:pt x="2806" y="5308"/>
                  </a:lnTo>
                  <a:lnTo>
                    <a:pt x="0" y="4330"/>
                  </a:lnTo>
                  <a:lnTo>
                    <a:pt x="5539" y="2470"/>
                  </a:lnTo>
                  <a:lnTo>
                    <a:pt x="21895" y="0"/>
                  </a:lnTo>
                  <a:lnTo>
                    <a:pt x="25921" y="2781"/>
                  </a:lnTo>
                  <a:close/>
                </a:path>
              </a:pathLst>
            </a:custGeom>
            <a:solidFill>
              <a:srgbClr val="FFEFDB">
                <a:alpha val="100000"/>
              </a:srgbClr>
            </a:solidFill>
            <a:ln w="5420" cap="flat">
              <a:solidFill>
                <a:srgbClr val="5959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02" name="pg3902"/>
            <p:cNvSpPr/>
            <p:nvPr/>
          </p:nvSpPr>
          <p:spPr>
            <a:xfrm>
              <a:off x="3571937" y="4735636"/>
              <a:ext cx="16650" cy="17044"/>
            </a:xfrm>
            <a:custGeom>
              <a:avLst/>
              <a:pathLst>
                <a:path w="16650" h="17044">
                  <a:moveTo>
                    <a:pt x="12862" y="17044"/>
                  </a:moveTo>
                  <a:lnTo>
                    <a:pt x="7679" y="14034"/>
                  </a:lnTo>
                  <a:lnTo>
                    <a:pt x="0" y="13761"/>
                  </a:lnTo>
                  <a:lnTo>
                    <a:pt x="3379" y="11697"/>
                  </a:lnTo>
                  <a:lnTo>
                    <a:pt x="5751" y="9684"/>
                  </a:lnTo>
                  <a:lnTo>
                    <a:pt x="6935" y="7518"/>
                  </a:lnTo>
                  <a:lnTo>
                    <a:pt x="16650" y="0"/>
                  </a:lnTo>
                  <a:lnTo>
                    <a:pt x="13896" y="5518"/>
                  </a:lnTo>
                  <a:lnTo>
                    <a:pt x="12490" y="10998"/>
                  </a:lnTo>
                  <a:close/>
                </a:path>
              </a:pathLst>
            </a:custGeom>
            <a:solidFill>
              <a:srgbClr val="FFEFDB">
                <a:alpha val="100000"/>
              </a:srgbClr>
            </a:solidFill>
            <a:ln w="5420" cap="flat">
              <a:solidFill>
                <a:srgbClr val="5959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03" name="pg3903"/>
            <p:cNvSpPr/>
            <p:nvPr/>
          </p:nvSpPr>
          <p:spPr>
            <a:xfrm>
              <a:off x="3622219" y="4750191"/>
              <a:ext cx="5746" cy="36527"/>
            </a:xfrm>
            <a:custGeom>
              <a:avLst/>
              <a:pathLst>
                <a:path w="5746" h="36527">
                  <a:moveTo>
                    <a:pt x="1188" y="36527"/>
                  </a:moveTo>
                  <a:lnTo>
                    <a:pt x="4118" y="16695"/>
                  </a:lnTo>
                  <a:lnTo>
                    <a:pt x="0" y="0"/>
                  </a:lnTo>
                  <a:lnTo>
                    <a:pt x="4340" y="7328"/>
                  </a:lnTo>
                  <a:lnTo>
                    <a:pt x="5746" y="16047"/>
                  </a:lnTo>
                  <a:lnTo>
                    <a:pt x="4175" y="32386"/>
                  </a:lnTo>
                  <a:close/>
                </a:path>
              </a:pathLst>
            </a:custGeom>
            <a:solidFill>
              <a:srgbClr val="FFEFDB">
                <a:alpha val="100000"/>
              </a:srgbClr>
            </a:solidFill>
            <a:ln w="5420" cap="flat">
              <a:solidFill>
                <a:srgbClr val="5959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04" name="pg3904"/>
            <p:cNvSpPr/>
            <p:nvPr/>
          </p:nvSpPr>
          <p:spPr>
            <a:xfrm>
              <a:off x="4019115" y="4792371"/>
              <a:ext cx="40173" cy="16358"/>
            </a:xfrm>
            <a:custGeom>
              <a:avLst/>
              <a:pathLst>
                <a:path w="40173" h="16358">
                  <a:moveTo>
                    <a:pt x="11482" y="16358"/>
                  </a:moveTo>
                  <a:lnTo>
                    <a:pt x="0" y="12954"/>
                  </a:lnTo>
                  <a:lnTo>
                    <a:pt x="7136" y="12307"/>
                  </a:lnTo>
                  <a:lnTo>
                    <a:pt x="12299" y="13685"/>
                  </a:lnTo>
                  <a:lnTo>
                    <a:pt x="25373" y="6991"/>
                  </a:lnTo>
                  <a:lnTo>
                    <a:pt x="32231" y="1924"/>
                  </a:lnTo>
                  <a:lnTo>
                    <a:pt x="40173" y="0"/>
                  </a:lnTo>
                  <a:lnTo>
                    <a:pt x="22102" y="11678"/>
                  </a:lnTo>
                  <a:close/>
                </a:path>
              </a:pathLst>
            </a:custGeom>
            <a:solidFill>
              <a:srgbClr val="FFEFDB">
                <a:alpha val="100000"/>
              </a:srgbClr>
            </a:solidFill>
            <a:ln w="5420" cap="flat">
              <a:solidFill>
                <a:srgbClr val="5959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05" name="pg3905"/>
            <p:cNvSpPr/>
            <p:nvPr/>
          </p:nvSpPr>
          <p:spPr>
            <a:xfrm>
              <a:off x="5756262" y="2903466"/>
              <a:ext cx="8449" cy="10395"/>
            </a:xfrm>
            <a:custGeom>
              <a:avLst/>
              <a:pathLst>
                <a:path w="8449" h="10395">
                  <a:moveTo>
                    <a:pt x="4428" y="10395"/>
                  </a:moveTo>
                  <a:lnTo>
                    <a:pt x="139" y="9563"/>
                  </a:lnTo>
                  <a:lnTo>
                    <a:pt x="0" y="3149"/>
                  </a:lnTo>
                  <a:lnTo>
                    <a:pt x="1297" y="971"/>
                  </a:lnTo>
                  <a:lnTo>
                    <a:pt x="2780" y="0"/>
                  </a:lnTo>
                  <a:lnTo>
                    <a:pt x="4981" y="1803"/>
                  </a:lnTo>
                  <a:lnTo>
                    <a:pt x="8449" y="7823"/>
                  </a:lnTo>
                  <a:close/>
                </a:path>
              </a:pathLst>
            </a:custGeom>
            <a:solidFill>
              <a:srgbClr val="FFEFDB">
                <a:alpha val="100000"/>
              </a:srgbClr>
            </a:solidFill>
            <a:ln w="5420" cap="flat">
              <a:solidFill>
                <a:srgbClr val="5959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06" name="pg3906"/>
            <p:cNvSpPr/>
            <p:nvPr/>
          </p:nvSpPr>
          <p:spPr>
            <a:xfrm>
              <a:off x="2232276" y="4782381"/>
              <a:ext cx="513697" cy="755524"/>
            </a:xfrm>
            <a:custGeom>
              <a:avLst/>
              <a:pathLst>
                <a:path w="513697" h="755524">
                  <a:moveTo>
                    <a:pt x="961" y="1759"/>
                  </a:moveTo>
                  <a:lnTo>
                    <a:pt x="26210" y="3480"/>
                  </a:lnTo>
                  <a:lnTo>
                    <a:pt x="41104" y="2895"/>
                  </a:lnTo>
                  <a:lnTo>
                    <a:pt x="45646" y="0"/>
                  </a:lnTo>
                  <a:lnTo>
                    <a:pt x="48008" y="152"/>
                  </a:lnTo>
                  <a:lnTo>
                    <a:pt x="48194" y="3340"/>
                  </a:lnTo>
                  <a:lnTo>
                    <a:pt x="51935" y="4692"/>
                  </a:lnTo>
                  <a:lnTo>
                    <a:pt x="59227" y="4210"/>
                  </a:lnTo>
                  <a:lnTo>
                    <a:pt x="65578" y="8668"/>
                  </a:lnTo>
                  <a:lnTo>
                    <a:pt x="73712" y="22778"/>
                  </a:lnTo>
                  <a:lnTo>
                    <a:pt x="101747" y="45379"/>
                  </a:lnTo>
                  <a:lnTo>
                    <a:pt x="104108" y="53133"/>
                  </a:lnTo>
                  <a:lnTo>
                    <a:pt x="113865" y="64316"/>
                  </a:lnTo>
                  <a:lnTo>
                    <a:pt x="131807" y="81507"/>
                  </a:lnTo>
                  <a:lnTo>
                    <a:pt x="141962" y="96329"/>
                  </a:lnTo>
                  <a:lnTo>
                    <a:pt x="144324" y="108782"/>
                  </a:lnTo>
                  <a:lnTo>
                    <a:pt x="153491" y="128481"/>
                  </a:lnTo>
                  <a:lnTo>
                    <a:pt x="169449" y="155419"/>
                  </a:lnTo>
                  <a:lnTo>
                    <a:pt x="176560" y="169942"/>
                  </a:lnTo>
                  <a:lnTo>
                    <a:pt x="174824" y="172038"/>
                  </a:lnTo>
                  <a:lnTo>
                    <a:pt x="176079" y="179620"/>
                  </a:lnTo>
                  <a:lnTo>
                    <a:pt x="180338" y="192683"/>
                  </a:lnTo>
                  <a:lnTo>
                    <a:pt x="188249" y="203745"/>
                  </a:lnTo>
                  <a:lnTo>
                    <a:pt x="199820" y="212807"/>
                  </a:lnTo>
                  <a:lnTo>
                    <a:pt x="211520" y="229077"/>
                  </a:lnTo>
                  <a:lnTo>
                    <a:pt x="223349" y="252561"/>
                  </a:lnTo>
                  <a:lnTo>
                    <a:pt x="237679" y="270425"/>
                  </a:lnTo>
                  <a:lnTo>
                    <a:pt x="254500" y="282655"/>
                  </a:lnTo>
                  <a:lnTo>
                    <a:pt x="264024" y="294042"/>
                  </a:lnTo>
                  <a:lnTo>
                    <a:pt x="266251" y="304571"/>
                  </a:lnTo>
                  <a:lnTo>
                    <a:pt x="266086" y="313588"/>
                  </a:lnTo>
                  <a:lnTo>
                    <a:pt x="263522" y="321094"/>
                  </a:lnTo>
                  <a:lnTo>
                    <a:pt x="264608" y="328226"/>
                  </a:lnTo>
                  <a:lnTo>
                    <a:pt x="269336" y="334964"/>
                  </a:lnTo>
                  <a:lnTo>
                    <a:pt x="270912" y="343232"/>
                  </a:lnTo>
                  <a:lnTo>
                    <a:pt x="269062" y="354732"/>
                  </a:lnTo>
                  <a:lnTo>
                    <a:pt x="269191" y="357990"/>
                  </a:lnTo>
                  <a:lnTo>
                    <a:pt x="270561" y="360587"/>
                  </a:lnTo>
                  <a:lnTo>
                    <a:pt x="285496" y="380350"/>
                  </a:lnTo>
                  <a:lnTo>
                    <a:pt x="293170" y="396321"/>
                  </a:lnTo>
                  <a:lnTo>
                    <a:pt x="299262" y="421811"/>
                  </a:lnTo>
                  <a:lnTo>
                    <a:pt x="299293" y="422040"/>
                  </a:lnTo>
                  <a:lnTo>
                    <a:pt x="306099" y="437287"/>
                  </a:lnTo>
                  <a:lnTo>
                    <a:pt x="315887" y="443523"/>
                  </a:lnTo>
                  <a:lnTo>
                    <a:pt x="330925" y="445829"/>
                  </a:lnTo>
                  <a:lnTo>
                    <a:pt x="342351" y="451138"/>
                  </a:lnTo>
                  <a:lnTo>
                    <a:pt x="350165" y="459457"/>
                  </a:lnTo>
                  <a:lnTo>
                    <a:pt x="360019" y="464480"/>
                  </a:lnTo>
                  <a:lnTo>
                    <a:pt x="371916" y="466207"/>
                  </a:lnTo>
                  <a:lnTo>
                    <a:pt x="383321" y="471694"/>
                  </a:lnTo>
                  <a:lnTo>
                    <a:pt x="394230" y="480953"/>
                  </a:lnTo>
                  <a:lnTo>
                    <a:pt x="414575" y="487030"/>
                  </a:lnTo>
                  <a:lnTo>
                    <a:pt x="444357" y="489945"/>
                  </a:lnTo>
                  <a:lnTo>
                    <a:pt x="467022" y="497470"/>
                  </a:lnTo>
                  <a:lnTo>
                    <a:pt x="482577" y="509612"/>
                  </a:lnTo>
                  <a:lnTo>
                    <a:pt x="489419" y="512082"/>
                  </a:lnTo>
                  <a:lnTo>
                    <a:pt x="491269" y="512254"/>
                  </a:lnTo>
                  <a:lnTo>
                    <a:pt x="492158" y="510399"/>
                  </a:lnTo>
                  <a:lnTo>
                    <a:pt x="493331" y="506964"/>
                  </a:lnTo>
                  <a:lnTo>
                    <a:pt x="499352" y="503008"/>
                  </a:lnTo>
                  <a:lnTo>
                    <a:pt x="513697" y="500423"/>
                  </a:lnTo>
                  <a:lnTo>
                    <a:pt x="511770" y="527285"/>
                  </a:lnTo>
                  <a:lnTo>
                    <a:pt x="505372" y="549327"/>
                  </a:lnTo>
                  <a:lnTo>
                    <a:pt x="484293" y="595152"/>
                  </a:lnTo>
                  <a:lnTo>
                    <a:pt x="475508" y="623576"/>
                  </a:lnTo>
                  <a:lnTo>
                    <a:pt x="458511" y="704804"/>
                  </a:lnTo>
                  <a:lnTo>
                    <a:pt x="453534" y="755524"/>
                  </a:lnTo>
                  <a:lnTo>
                    <a:pt x="0" y="755524"/>
                  </a:lnTo>
                  <a:lnTo>
                    <a:pt x="0" y="1556"/>
                  </a:lnTo>
                  <a:close/>
                </a:path>
              </a:pathLst>
            </a:custGeom>
            <a:solidFill>
              <a:srgbClr val="FFEFDB">
                <a:alpha val="100000"/>
              </a:srgbClr>
            </a:solidFill>
            <a:ln w="5420" cap="flat">
              <a:solidFill>
                <a:srgbClr val="5959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07" name="pg3907"/>
            <p:cNvSpPr/>
            <p:nvPr/>
          </p:nvSpPr>
          <p:spPr>
            <a:xfrm>
              <a:off x="4006075" y="2540116"/>
              <a:ext cx="1519164" cy="699069"/>
            </a:xfrm>
            <a:custGeom>
              <a:avLst/>
              <a:pathLst>
                <a:path w="1519164" h="699069">
                  <a:moveTo>
                    <a:pt x="1509975" y="5632"/>
                  </a:moveTo>
                  <a:lnTo>
                    <a:pt x="1494849" y="16263"/>
                  </a:lnTo>
                  <a:lnTo>
                    <a:pt x="1478746" y="33041"/>
                  </a:lnTo>
                  <a:lnTo>
                    <a:pt x="1440965" y="45729"/>
                  </a:lnTo>
                  <a:lnTo>
                    <a:pt x="1426940" y="48955"/>
                  </a:lnTo>
                  <a:lnTo>
                    <a:pt x="1413994" y="47234"/>
                  </a:lnTo>
                  <a:lnTo>
                    <a:pt x="1398238" y="57559"/>
                  </a:lnTo>
                  <a:lnTo>
                    <a:pt x="1379593" y="63872"/>
                  </a:lnTo>
                  <a:lnTo>
                    <a:pt x="1374089" y="73474"/>
                  </a:lnTo>
                  <a:lnTo>
                    <a:pt x="1329270" y="99193"/>
                  </a:lnTo>
                  <a:lnTo>
                    <a:pt x="1312066" y="102431"/>
                  </a:lnTo>
                  <a:lnTo>
                    <a:pt x="1297426" y="109283"/>
                  </a:lnTo>
                  <a:lnTo>
                    <a:pt x="1293095" y="120917"/>
                  </a:lnTo>
                  <a:lnTo>
                    <a:pt x="1280026" y="127934"/>
                  </a:lnTo>
                  <a:lnTo>
                    <a:pt x="1276399" y="133307"/>
                  </a:lnTo>
                  <a:lnTo>
                    <a:pt x="1265407" y="149583"/>
                  </a:lnTo>
                  <a:lnTo>
                    <a:pt x="1244974" y="170603"/>
                  </a:lnTo>
                  <a:lnTo>
                    <a:pt x="1220075" y="174121"/>
                  </a:lnTo>
                  <a:lnTo>
                    <a:pt x="1210975" y="181436"/>
                  </a:lnTo>
                  <a:lnTo>
                    <a:pt x="1200438" y="193242"/>
                  </a:lnTo>
                  <a:lnTo>
                    <a:pt x="1185576" y="201345"/>
                  </a:lnTo>
                  <a:lnTo>
                    <a:pt x="1156233" y="197547"/>
                  </a:lnTo>
                  <a:lnTo>
                    <a:pt x="1163370" y="202513"/>
                  </a:lnTo>
                  <a:lnTo>
                    <a:pt x="1189622" y="210255"/>
                  </a:lnTo>
                  <a:lnTo>
                    <a:pt x="1192351" y="221730"/>
                  </a:lnTo>
                  <a:lnTo>
                    <a:pt x="1179199" y="224473"/>
                  </a:lnTo>
                  <a:lnTo>
                    <a:pt x="1151660" y="239771"/>
                  </a:lnTo>
                  <a:lnTo>
                    <a:pt x="1114556" y="266113"/>
                  </a:lnTo>
                  <a:lnTo>
                    <a:pt x="1108887" y="266735"/>
                  </a:lnTo>
                  <a:lnTo>
                    <a:pt x="1098918" y="266106"/>
                  </a:lnTo>
                  <a:lnTo>
                    <a:pt x="1084154" y="270501"/>
                  </a:lnTo>
                  <a:lnTo>
                    <a:pt x="1064759" y="279702"/>
                  </a:lnTo>
                  <a:lnTo>
                    <a:pt x="1041277" y="296232"/>
                  </a:lnTo>
                  <a:lnTo>
                    <a:pt x="999930" y="332023"/>
                  </a:lnTo>
                  <a:lnTo>
                    <a:pt x="997031" y="335802"/>
                  </a:lnTo>
                  <a:lnTo>
                    <a:pt x="991042" y="342438"/>
                  </a:lnTo>
                  <a:lnTo>
                    <a:pt x="975771" y="349512"/>
                  </a:lnTo>
                  <a:lnTo>
                    <a:pt x="961911" y="357139"/>
                  </a:lnTo>
                  <a:lnTo>
                    <a:pt x="958248" y="365166"/>
                  </a:lnTo>
                  <a:lnTo>
                    <a:pt x="951607" y="368824"/>
                  </a:lnTo>
                  <a:lnTo>
                    <a:pt x="928740" y="389177"/>
                  </a:lnTo>
                  <a:lnTo>
                    <a:pt x="915877" y="406513"/>
                  </a:lnTo>
                  <a:lnTo>
                    <a:pt x="904198" y="424656"/>
                  </a:lnTo>
                  <a:lnTo>
                    <a:pt x="891129" y="444946"/>
                  </a:lnTo>
                  <a:lnTo>
                    <a:pt x="864314" y="445200"/>
                  </a:lnTo>
                  <a:lnTo>
                    <a:pt x="843850" y="445117"/>
                  </a:lnTo>
                  <a:lnTo>
                    <a:pt x="808942" y="444971"/>
                  </a:lnTo>
                  <a:lnTo>
                    <a:pt x="779020" y="444851"/>
                  </a:lnTo>
                  <a:lnTo>
                    <a:pt x="743508" y="444705"/>
                  </a:lnTo>
                  <a:lnTo>
                    <a:pt x="717742" y="444597"/>
                  </a:lnTo>
                  <a:lnTo>
                    <a:pt x="689996" y="445448"/>
                  </a:lnTo>
                  <a:lnTo>
                    <a:pt x="676751" y="450858"/>
                  </a:lnTo>
                  <a:lnTo>
                    <a:pt x="660142" y="458167"/>
                  </a:lnTo>
                  <a:lnTo>
                    <a:pt x="642215" y="466048"/>
                  </a:lnTo>
                  <a:lnTo>
                    <a:pt x="651615" y="483626"/>
                  </a:lnTo>
                  <a:lnTo>
                    <a:pt x="654137" y="490561"/>
                  </a:lnTo>
                  <a:lnTo>
                    <a:pt x="653414" y="512927"/>
                  </a:lnTo>
                  <a:lnTo>
                    <a:pt x="655326" y="515372"/>
                  </a:lnTo>
                  <a:lnTo>
                    <a:pt x="657331" y="518693"/>
                  </a:lnTo>
                  <a:lnTo>
                    <a:pt x="657636" y="524472"/>
                  </a:lnTo>
                  <a:lnTo>
                    <a:pt x="659171" y="527114"/>
                  </a:lnTo>
                  <a:lnTo>
                    <a:pt x="662442" y="529247"/>
                  </a:lnTo>
                  <a:lnTo>
                    <a:pt x="666121" y="531756"/>
                  </a:lnTo>
                  <a:lnTo>
                    <a:pt x="668783" y="535153"/>
                  </a:lnTo>
                  <a:lnTo>
                    <a:pt x="669392" y="538544"/>
                  </a:lnTo>
                  <a:lnTo>
                    <a:pt x="666834" y="544450"/>
                  </a:lnTo>
                  <a:lnTo>
                    <a:pt x="656520" y="552433"/>
                  </a:lnTo>
                  <a:lnTo>
                    <a:pt x="642019" y="559431"/>
                  </a:lnTo>
                  <a:lnTo>
                    <a:pt x="613178" y="572055"/>
                  </a:lnTo>
                  <a:lnTo>
                    <a:pt x="579758" y="586687"/>
                  </a:lnTo>
                  <a:lnTo>
                    <a:pt x="550788" y="599368"/>
                  </a:lnTo>
                  <a:lnTo>
                    <a:pt x="528370" y="609180"/>
                  </a:lnTo>
                  <a:lnTo>
                    <a:pt x="482326" y="617797"/>
                  </a:lnTo>
                  <a:lnTo>
                    <a:pt x="445749" y="624637"/>
                  </a:lnTo>
                  <a:lnTo>
                    <a:pt x="419352" y="629577"/>
                  </a:lnTo>
                  <a:lnTo>
                    <a:pt x="395043" y="643326"/>
                  </a:lnTo>
                  <a:lnTo>
                    <a:pt x="368202" y="658497"/>
                  </a:lnTo>
                  <a:lnTo>
                    <a:pt x="345634" y="671255"/>
                  </a:lnTo>
                  <a:lnTo>
                    <a:pt x="320323" y="685562"/>
                  </a:lnTo>
                  <a:lnTo>
                    <a:pt x="296432" y="699069"/>
                  </a:lnTo>
                  <a:lnTo>
                    <a:pt x="269870" y="699025"/>
                  </a:lnTo>
                  <a:lnTo>
                    <a:pt x="251225" y="688902"/>
                  </a:lnTo>
                  <a:lnTo>
                    <a:pt x="233893" y="678507"/>
                  </a:lnTo>
                  <a:lnTo>
                    <a:pt x="222043" y="659919"/>
                  </a:lnTo>
                  <a:lnTo>
                    <a:pt x="221227" y="638322"/>
                  </a:lnTo>
                  <a:lnTo>
                    <a:pt x="225474" y="624179"/>
                  </a:lnTo>
                  <a:lnTo>
                    <a:pt x="229324" y="617727"/>
                  </a:lnTo>
                  <a:lnTo>
                    <a:pt x="236673" y="613638"/>
                  </a:lnTo>
                  <a:lnTo>
                    <a:pt x="251060" y="606684"/>
                  </a:lnTo>
                  <a:lnTo>
                    <a:pt x="264139" y="592605"/>
                  </a:lnTo>
                  <a:lnTo>
                    <a:pt x="274625" y="584204"/>
                  </a:lnTo>
                  <a:lnTo>
                    <a:pt x="285187" y="575535"/>
                  </a:lnTo>
                  <a:lnTo>
                    <a:pt x="291218" y="560606"/>
                  </a:lnTo>
                  <a:lnTo>
                    <a:pt x="298742" y="524465"/>
                  </a:lnTo>
                  <a:lnTo>
                    <a:pt x="299698" y="517277"/>
                  </a:lnTo>
                  <a:lnTo>
                    <a:pt x="310644" y="492491"/>
                  </a:lnTo>
                  <a:lnTo>
                    <a:pt x="322752" y="465070"/>
                  </a:lnTo>
                  <a:lnTo>
                    <a:pt x="328312" y="452477"/>
                  </a:lnTo>
                  <a:lnTo>
                    <a:pt x="322095" y="419792"/>
                  </a:lnTo>
                  <a:lnTo>
                    <a:pt x="317419" y="394676"/>
                  </a:lnTo>
                  <a:lnTo>
                    <a:pt x="313135" y="371669"/>
                  </a:lnTo>
                  <a:lnTo>
                    <a:pt x="308313" y="345746"/>
                  </a:lnTo>
                  <a:lnTo>
                    <a:pt x="303926" y="322148"/>
                  </a:lnTo>
                  <a:lnTo>
                    <a:pt x="299786" y="299916"/>
                  </a:lnTo>
                  <a:lnTo>
                    <a:pt x="295637" y="277600"/>
                  </a:lnTo>
                  <a:lnTo>
                    <a:pt x="291564" y="255723"/>
                  </a:lnTo>
                  <a:lnTo>
                    <a:pt x="288371" y="240032"/>
                  </a:lnTo>
                  <a:lnTo>
                    <a:pt x="284578" y="221438"/>
                  </a:lnTo>
                  <a:lnTo>
                    <a:pt x="262424" y="208388"/>
                  </a:lnTo>
                  <a:lnTo>
                    <a:pt x="245603" y="199249"/>
                  </a:lnTo>
                  <a:lnTo>
                    <a:pt x="218090" y="184320"/>
                  </a:lnTo>
                  <a:lnTo>
                    <a:pt x="195016" y="171797"/>
                  </a:lnTo>
                  <a:lnTo>
                    <a:pt x="174340" y="160340"/>
                  </a:lnTo>
                  <a:lnTo>
                    <a:pt x="187378" y="137250"/>
                  </a:lnTo>
                  <a:lnTo>
                    <a:pt x="186251" y="133472"/>
                  </a:lnTo>
                  <a:lnTo>
                    <a:pt x="181528" y="128925"/>
                  </a:lnTo>
                  <a:lnTo>
                    <a:pt x="171875" y="121362"/>
                  </a:lnTo>
                  <a:lnTo>
                    <a:pt x="166232" y="120593"/>
                  </a:lnTo>
                  <a:lnTo>
                    <a:pt x="156294" y="122372"/>
                  </a:lnTo>
                  <a:lnTo>
                    <a:pt x="140434" y="127077"/>
                  </a:lnTo>
                  <a:lnTo>
                    <a:pt x="133582" y="125515"/>
                  </a:lnTo>
                  <a:lnTo>
                    <a:pt x="128140" y="117437"/>
                  </a:lnTo>
                  <a:lnTo>
                    <a:pt x="121877" y="107099"/>
                  </a:lnTo>
                  <a:lnTo>
                    <a:pt x="119825" y="99021"/>
                  </a:lnTo>
                  <a:lnTo>
                    <a:pt x="119040" y="88333"/>
                  </a:lnTo>
                  <a:lnTo>
                    <a:pt x="115304" y="78713"/>
                  </a:lnTo>
                  <a:lnTo>
                    <a:pt x="117671" y="73664"/>
                  </a:lnTo>
                  <a:lnTo>
                    <a:pt x="118192" y="71149"/>
                  </a:lnTo>
                  <a:lnTo>
                    <a:pt x="117981" y="67987"/>
                  </a:lnTo>
                  <a:lnTo>
                    <a:pt x="115412" y="65967"/>
                  </a:lnTo>
                  <a:lnTo>
                    <a:pt x="110890" y="65085"/>
                  </a:lnTo>
                  <a:lnTo>
                    <a:pt x="95594" y="69123"/>
                  </a:lnTo>
                  <a:lnTo>
                    <a:pt x="88716" y="69498"/>
                  </a:lnTo>
                  <a:lnTo>
                    <a:pt x="84613" y="71772"/>
                  </a:lnTo>
                  <a:lnTo>
                    <a:pt x="78148" y="76490"/>
                  </a:lnTo>
                  <a:lnTo>
                    <a:pt x="71776" y="77074"/>
                  </a:lnTo>
                  <a:lnTo>
                    <a:pt x="60769" y="65904"/>
                  </a:lnTo>
                  <a:lnTo>
                    <a:pt x="48743" y="53673"/>
                  </a:lnTo>
                  <a:lnTo>
                    <a:pt x="43700" y="36825"/>
                  </a:lnTo>
                  <a:lnTo>
                    <a:pt x="38522" y="19521"/>
                  </a:lnTo>
                  <a:lnTo>
                    <a:pt x="17980" y="9112"/>
                  </a:lnTo>
                  <a:lnTo>
                    <a:pt x="0" y="0"/>
                  </a:lnTo>
                  <a:lnTo>
                    <a:pt x="1519164" y="0"/>
                  </a:lnTo>
                  <a:close/>
                </a:path>
              </a:pathLst>
            </a:custGeom>
            <a:solidFill>
              <a:srgbClr val="FFEFDB">
                <a:alpha val="100000"/>
              </a:srgbClr>
            </a:solidFill>
            <a:ln w="5420" cap="flat">
              <a:solidFill>
                <a:srgbClr val="5959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08" name="pg3908"/>
            <p:cNvSpPr/>
            <p:nvPr/>
          </p:nvSpPr>
          <p:spPr>
            <a:xfrm>
              <a:off x="5851209" y="2540116"/>
              <a:ext cx="296962" cy="257863"/>
            </a:xfrm>
            <a:custGeom>
              <a:avLst/>
              <a:pathLst>
                <a:path w="296962" h="257863">
                  <a:moveTo>
                    <a:pt x="67195" y="242946"/>
                  </a:moveTo>
                  <a:lnTo>
                    <a:pt x="62725" y="241575"/>
                  </a:lnTo>
                  <a:lnTo>
                    <a:pt x="58875" y="240501"/>
                  </a:lnTo>
                  <a:lnTo>
                    <a:pt x="56643" y="242330"/>
                  </a:lnTo>
                  <a:lnTo>
                    <a:pt x="54529" y="244775"/>
                  </a:lnTo>
                  <a:lnTo>
                    <a:pt x="51924" y="246611"/>
                  </a:lnTo>
                  <a:lnTo>
                    <a:pt x="46457" y="244013"/>
                  </a:lnTo>
                  <a:lnTo>
                    <a:pt x="42979" y="239282"/>
                  </a:lnTo>
                  <a:lnTo>
                    <a:pt x="37393" y="234405"/>
                  </a:lnTo>
                  <a:lnTo>
                    <a:pt x="35279" y="230735"/>
                  </a:lnTo>
                  <a:lnTo>
                    <a:pt x="36401" y="226467"/>
                  </a:lnTo>
                  <a:lnTo>
                    <a:pt x="38881" y="222346"/>
                  </a:lnTo>
                  <a:lnTo>
                    <a:pt x="40002" y="217462"/>
                  </a:lnTo>
                  <a:lnTo>
                    <a:pt x="37269" y="211829"/>
                  </a:lnTo>
                  <a:lnTo>
                    <a:pt x="34783" y="208623"/>
                  </a:lnTo>
                  <a:lnTo>
                    <a:pt x="33047" y="204958"/>
                  </a:lnTo>
                  <a:lnTo>
                    <a:pt x="33667" y="201453"/>
                  </a:lnTo>
                  <a:lnTo>
                    <a:pt x="37145" y="199770"/>
                  </a:lnTo>
                  <a:lnTo>
                    <a:pt x="40375" y="197630"/>
                  </a:lnTo>
                  <a:lnTo>
                    <a:pt x="41491" y="193058"/>
                  </a:lnTo>
                  <a:lnTo>
                    <a:pt x="39501" y="188174"/>
                  </a:lnTo>
                  <a:lnTo>
                    <a:pt x="33791" y="186187"/>
                  </a:lnTo>
                  <a:lnTo>
                    <a:pt x="29073" y="186949"/>
                  </a:lnTo>
                  <a:lnTo>
                    <a:pt x="22241" y="185882"/>
                  </a:lnTo>
                  <a:lnTo>
                    <a:pt x="15663" y="182834"/>
                  </a:lnTo>
                  <a:lnTo>
                    <a:pt x="11316" y="179322"/>
                  </a:lnTo>
                  <a:lnTo>
                    <a:pt x="7963" y="177334"/>
                  </a:lnTo>
                  <a:lnTo>
                    <a:pt x="5353" y="177334"/>
                  </a:lnTo>
                  <a:lnTo>
                    <a:pt x="2247" y="175353"/>
                  </a:lnTo>
                  <a:lnTo>
                    <a:pt x="387" y="171993"/>
                  </a:lnTo>
                  <a:lnTo>
                    <a:pt x="635" y="166500"/>
                  </a:lnTo>
                  <a:lnTo>
                    <a:pt x="1503" y="163147"/>
                  </a:lnTo>
                  <a:lnTo>
                    <a:pt x="3239" y="160245"/>
                  </a:lnTo>
                  <a:lnTo>
                    <a:pt x="3363" y="157038"/>
                  </a:lnTo>
                  <a:lnTo>
                    <a:pt x="2619" y="154746"/>
                  </a:lnTo>
                  <a:lnTo>
                    <a:pt x="2500" y="152923"/>
                  </a:lnTo>
                  <a:lnTo>
                    <a:pt x="2991" y="150631"/>
                  </a:lnTo>
                  <a:lnTo>
                    <a:pt x="4113" y="146052"/>
                  </a:lnTo>
                  <a:lnTo>
                    <a:pt x="2247" y="142699"/>
                  </a:lnTo>
                  <a:lnTo>
                    <a:pt x="2056" y="131078"/>
                  </a:lnTo>
                  <a:lnTo>
                    <a:pt x="1689" y="109334"/>
                  </a:lnTo>
                  <a:lnTo>
                    <a:pt x="1415" y="92677"/>
                  </a:lnTo>
                  <a:lnTo>
                    <a:pt x="1069" y="71740"/>
                  </a:lnTo>
                  <a:lnTo>
                    <a:pt x="867" y="56493"/>
                  </a:lnTo>
                  <a:lnTo>
                    <a:pt x="588" y="35130"/>
                  </a:lnTo>
                  <a:lnTo>
                    <a:pt x="325" y="14859"/>
                  </a:lnTo>
                  <a:lnTo>
                    <a:pt x="0" y="0"/>
                  </a:lnTo>
                  <a:lnTo>
                    <a:pt x="276472" y="0"/>
                  </a:lnTo>
                  <a:lnTo>
                    <a:pt x="276633" y="57"/>
                  </a:lnTo>
                  <a:lnTo>
                    <a:pt x="276810" y="0"/>
                  </a:lnTo>
                  <a:lnTo>
                    <a:pt x="296962" y="0"/>
                  </a:lnTo>
                  <a:lnTo>
                    <a:pt x="296962" y="192012"/>
                  </a:lnTo>
                  <a:lnTo>
                    <a:pt x="290901" y="195833"/>
                  </a:lnTo>
                  <a:lnTo>
                    <a:pt x="267083" y="205085"/>
                  </a:lnTo>
                  <a:lnTo>
                    <a:pt x="239280" y="222746"/>
                  </a:lnTo>
                  <a:lnTo>
                    <a:pt x="203354" y="237625"/>
                  </a:lnTo>
                  <a:lnTo>
                    <a:pt x="195825" y="237682"/>
                  </a:lnTo>
                  <a:lnTo>
                    <a:pt x="179510" y="225438"/>
                  </a:lnTo>
                  <a:lnTo>
                    <a:pt x="184073" y="219863"/>
                  </a:lnTo>
                  <a:lnTo>
                    <a:pt x="188316" y="212306"/>
                  </a:lnTo>
                  <a:lnTo>
                    <a:pt x="184260" y="214484"/>
                  </a:lnTo>
                  <a:lnTo>
                    <a:pt x="181629" y="217761"/>
                  </a:lnTo>
                  <a:lnTo>
                    <a:pt x="171790" y="223019"/>
                  </a:lnTo>
                  <a:lnTo>
                    <a:pt x="179769" y="233199"/>
                  </a:lnTo>
                  <a:lnTo>
                    <a:pt x="175914" y="237015"/>
                  </a:lnTo>
                  <a:lnTo>
                    <a:pt x="164503" y="242032"/>
                  </a:lnTo>
                  <a:lnTo>
                    <a:pt x="153878" y="249290"/>
                  </a:lnTo>
                  <a:lnTo>
                    <a:pt x="144577" y="254142"/>
                  </a:lnTo>
                  <a:lnTo>
                    <a:pt x="137052" y="247970"/>
                  </a:lnTo>
                  <a:lnTo>
                    <a:pt x="116283" y="255768"/>
                  </a:lnTo>
                  <a:lnTo>
                    <a:pt x="98791" y="257863"/>
                  </a:lnTo>
                  <a:lnTo>
                    <a:pt x="95008" y="253913"/>
                  </a:lnTo>
                  <a:lnTo>
                    <a:pt x="93897" y="247677"/>
                  </a:lnTo>
                  <a:lnTo>
                    <a:pt x="87773" y="246172"/>
                  </a:lnTo>
                  <a:lnTo>
                    <a:pt x="76394" y="247893"/>
                  </a:lnTo>
                  <a:lnTo>
                    <a:pt x="72079" y="244578"/>
                  </a:lnTo>
                  <a:close/>
                </a:path>
              </a:pathLst>
            </a:custGeom>
            <a:solidFill>
              <a:srgbClr val="FFEFDB">
                <a:alpha val="100000"/>
              </a:srgbClr>
            </a:solidFill>
            <a:ln w="5420" cap="flat">
              <a:solidFill>
                <a:srgbClr val="5959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09" name="pg3909"/>
            <p:cNvSpPr/>
            <p:nvPr/>
          </p:nvSpPr>
          <p:spPr>
            <a:xfrm>
              <a:off x="5120632" y="2540116"/>
              <a:ext cx="534180" cy="266113"/>
            </a:xfrm>
            <a:custGeom>
              <a:avLst/>
              <a:pathLst>
                <a:path w="534180" h="266113">
                  <a:moveTo>
                    <a:pt x="528260" y="7169"/>
                  </a:moveTo>
                  <a:lnTo>
                    <a:pt x="511940" y="26932"/>
                  </a:lnTo>
                  <a:lnTo>
                    <a:pt x="497548" y="44357"/>
                  </a:lnTo>
                  <a:lnTo>
                    <a:pt x="494318" y="62240"/>
                  </a:lnTo>
                  <a:lnTo>
                    <a:pt x="491254" y="79195"/>
                  </a:lnTo>
                  <a:lnTo>
                    <a:pt x="479347" y="92099"/>
                  </a:lnTo>
                  <a:lnTo>
                    <a:pt x="472087" y="103930"/>
                  </a:lnTo>
                  <a:lnTo>
                    <a:pt x="468847" y="117050"/>
                  </a:lnTo>
                  <a:lnTo>
                    <a:pt x="466139" y="129097"/>
                  </a:lnTo>
                  <a:lnTo>
                    <a:pt x="465932" y="139181"/>
                  </a:lnTo>
                  <a:lnTo>
                    <a:pt x="467973" y="144471"/>
                  </a:lnTo>
                  <a:lnTo>
                    <a:pt x="467012" y="148770"/>
                  </a:lnTo>
                  <a:lnTo>
                    <a:pt x="463074" y="153717"/>
                  </a:lnTo>
                  <a:lnTo>
                    <a:pt x="455199" y="162322"/>
                  </a:lnTo>
                  <a:lnTo>
                    <a:pt x="453798" y="170603"/>
                  </a:lnTo>
                  <a:lnTo>
                    <a:pt x="448982" y="174686"/>
                  </a:lnTo>
                  <a:lnTo>
                    <a:pt x="435246" y="182859"/>
                  </a:lnTo>
                  <a:lnTo>
                    <a:pt x="424042" y="194906"/>
                  </a:lnTo>
                  <a:lnTo>
                    <a:pt x="423495" y="201726"/>
                  </a:lnTo>
                  <a:lnTo>
                    <a:pt x="425112" y="207391"/>
                  </a:lnTo>
                  <a:lnTo>
                    <a:pt x="425360" y="210909"/>
                  </a:lnTo>
                  <a:lnTo>
                    <a:pt x="423122" y="213360"/>
                  </a:lnTo>
                  <a:lnTo>
                    <a:pt x="418637" y="213201"/>
                  </a:lnTo>
                  <a:lnTo>
                    <a:pt x="413784" y="213970"/>
                  </a:lnTo>
                  <a:lnTo>
                    <a:pt x="409697" y="218993"/>
                  </a:lnTo>
                  <a:lnTo>
                    <a:pt x="409800" y="226207"/>
                  </a:lnTo>
                  <a:lnTo>
                    <a:pt x="406813" y="231408"/>
                  </a:lnTo>
                  <a:lnTo>
                    <a:pt x="403325" y="232481"/>
                  </a:lnTo>
                  <a:lnTo>
                    <a:pt x="400338" y="228804"/>
                  </a:lnTo>
                  <a:lnTo>
                    <a:pt x="396746" y="223292"/>
                  </a:lnTo>
                  <a:lnTo>
                    <a:pt x="392540" y="222752"/>
                  </a:lnTo>
                  <a:lnTo>
                    <a:pt x="386153" y="226410"/>
                  </a:lnTo>
                  <a:lnTo>
                    <a:pt x="378277" y="232430"/>
                  </a:lnTo>
                  <a:lnTo>
                    <a:pt x="371192" y="232754"/>
                  </a:lnTo>
                  <a:lnTo>
                    <a:pt x="357890" y="228887"/>
                  </a:lnTo>
                  <a:lnTo>
                    <a:pt x="348180" y="240559"/>
                  </a:lnTo>
                  <a:lnTo>
                    <a:pt x="337757" y="265630"/>
                  </a:lnTo>
                  <a:lnTo>
                    <a:pt x="293717" y="265693"/>
                  </a:lnTo>
                  <a:lnTo>
                    <a:pt x="249678" y="265757"/>
                  </a:lnTo>
                  <a:lnTo>
                    <a:pt x="205634" y="265820"/>
                  </a:lnTo>
                  <a:lnTo>
                    <a:pt x="161594" y="265884"/>
                  </a:lnTo>
                  <a:lnTo>
                    <a:pt x="117555" y="265941"/>
                  </a:lnTo>
                  <a:lnTo>
                    <a:pt x="73516" y="266005"/>
                  </a:lnTo>
                  <a:lnTo>
                    <a:pt x="29476" y="266068"/>
                  </a:lnTo>
                  <a:lnTo>
                    <a:pt x="4831" y="266106"/>
                  </a:lnTo>
                  <a:lnTo>
                    <a:pt x="0" y="266113"/>
                  </a:lnTo>
                  <a:lnTo>
                    <a:pt x="15089" y="261204"/>
                  </a:lnTo>
                  <a:lnTo>
                    <a:pt x="46550" y="242127"/>
                  </a:lnTo>
                  <a:lnTo>
                    <a:pt x="69753" y="235218"/>
                  </a:lnTo>
                  <a:lnTo>
                    <a:pt x="99933" y="215182"/>
                  </a:lnTo>
                  <a:lnTo>
                    <a:pt x="121792" y="211328"/>
                  </a:lnTo>
                  <a:lnTo>
                    <a:pt x="125952" y="206921"/>
                  </a:lnTo>
                  <a:lnTo>
                    <a:pt x="129616" y="190302"/>
                  </a:lnTo>
                  <a:lnTo>
                    <a:pt x="131616" y="184377"/>
                  </a:lnTo>
                  <a:lnTo>
                    <a:pt x="141823" y="168056"/>
                  </a:lnTo>
                  <a:lnTo>
                    <a:pt x="154080" y="154289"/>
                  </a:lnTo>
                  <a:lnTo>
                    <a:pt x="163971" y="135250"/>
                  </a:lnTo>
                  <a:lnTo>
                    <a:pt x="181924" y="123083"/>
                  </a:lnTo>
                  <a:lnTo>
                    <a:pt x="209070" y="112909"/>
                  </a:lnTo>
                  <a:lnTo>
                    <a:pt x="234180" y="90689"/>
                  </a:lnTo>
                  <a:lnTo>
                    <a:pt x="247942" y="83914"/>
                  </a:lnTo>
                  <a:lnTo>
                    <a:pt x="261280" y="79062"/>
                  </a:lnTo>
                  <a:lnTo>
                    <a:pt x="266881" y="70032"/>
                  </a:lnTo>
                  <a:lnTo>
                    <a:pt x="275129" y="64869"/>
                  </a:lnTo>
                  <a:lnTo>
                    <a:pt x="297180" y="54372"/>
                  </a:lnTo>
                  <a:lnTo>
                    <a:pt x="321484" y="51533"/>
                  </a:lnTo>
                  <a:lnTo>
                    <a:pt x="346046" y="42820"/>
                  </a:lnTo>
                  <a:lnTo>
                    <a:pt x="364887" y="38203"/>
                  </a:lnTo>
                  <a:lnTo>
                    <a:pt x="376442" y="30030"/>
                  </a:lnTo>
                  <a:lnTo>
                    <a:pt x="393243" y="25725"/>
                  </a:lnTo>
                  <a:lnTo>
                    <a:pt x="443385" y="2273"/>
                  </a:lnTo>
                  <a:lnTo>
                    <a:pt x="446265" y="0"/>
                  </a:lnTo>
                  <a:lnTo>
                    <a:pt x="534180" y="0"/>
                  </a:lnTo>
                  <a:close/>
                </a:path>
              </a:pathLst>
            </a:custGeom>
            <a:solidFill>
              <a:srgbClr val="FFEFDB">
                <a:alpha val="100000"/>
              </a:srgbClr>
            </a:solidFill>
            <a:ln w="5420" cap="flat">
              <a:solidFill>
                <a:srgbClr val="5959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10" name="pg3910"/>
            <p:cNvSpPr/>
            <p:nvPr/>
          </p:nvSpPr>
          <p:spPr>
            <a:xfrm>
              <a:off x="6021903" y="2797057"/>
              <a:ext cx="126268" cy="202407"/>
            </a:xfrm>
            <a:custGeom>
              <a:avLst/>
              <a:pathLst>
                <a:path w="126268" h="202407">
                  <a:moveTo>
                    <a:pt x="117079" y="175208"/>
                  </a:moveTo>
                  <a:lnTo>
                    <a:pt x="108057" y="174662"/>
                  </a:lnTo>
                  <a:lnTo>
                    <a:pt x="101406" y="175266"/>
                  </a:lnTo>
                  <a:lnTo>
                    <a:pt x="91386" y="182892"/>
                  </a:lnTo>
                  <a:lnTo>
                    <a:pt x="89830" y="198305"/>
                  </a:lnTo>
                  <a:lnTo>
                    <a:pt x="85406" y="196266"/>
                  </a:lnTo>
                  <a:lnTo>
                    <a:pt x="80916" y="196768"/>
                  </a:lnTo>
                  <a:lnTo>
                    <a:pt x="78595" y="201607"/>
                  </a:lnTo>
                  <a:lnTo>
                    <a:pt x="75288" y="202407"/>
                  </a:lnTo>
                  <a:lnTo>
                    <a:pt x="66529" y="197829"/>
                  </a:lnTo>
                  <a:lnTo>
                    <a:pt x="56214" y="200331"/>
                  </a:lnTo>
                  <a:lnTo>
                    <a:pt x="48147" y="196857"/>
                  </a:lnTo>
                  <a:lnTo>
                    <a:pt x="37863" y="174275"/>
                  </a:lnTo>
                  <a:lnTo>
                    <a:pt x="32401" y="166362"/>
                  </a:lnTo>
                  <a:lnTo>
                    <a:pt x="22717" y="163810"/>
                  </a:lnTo>
                  <a:lnTo>
                    <a:pt x="20205" y="168585"/>
                  </a:lnTo>
                  <a:lnTo>
                    <a:pt x="16448" y="173259"/>
                  </a:lnTo>
                  <a:lnTo>
                    <a:pt x="7126" y="163943"/>
                  </a:lnTo>
                  <a:lnTo>
                    <a:pt x="56" y="129365"/>
                  </a:lnTo>
                  <a:lnTo>
                    <a:pt x="0" y="121021"/>
                  </a:lnTo>
                  <a:lnTo>
                    <a:pt x="9896" y="91936"/>
                  </a:lnTo>
                  <a:lnTo>
                    <a:pt x="34401" y="65753"/>
                  </a:lnTo>
                  <a:lnTo>
                    <a:pt x="26577" y="64877"/>
                  </a:lnTo>
                  <a:lnTo>
                    <a:pt x="4940" y="83033"/>
                  </a:lnTo>
                  <a:lnTo>
                    <a:pt x="7172" y="78638"/>
                  </a:lnTo>
                  <a:lnTo>
                    <a:pt x="10841" y="74059"/>
                  </a:lnTo>
                  <a:lnTo>
                    <a:pt x="18138" y="66674"/>
                  </a:lnTo>
                  <a:lnTo>
                    <a:pt x="29213" y="59733"/>
                  </a:lnTo>
                  <a:lnTo>
                    <a:pt x="43961" y="55688"/>
                  </a:lnTo>
                  <a:lnTo>
                    <a:pt x="54106" y="55072"/>
                  </a:lnTo>
                  <a:lnTo>
                    <a:pt x="61098" y="51236"/>
                  </a:lnTo>
                  <a:lnTo>
                    <a:pt x="71231" y="44441"/>
                  </a:lnTo>
                  <a:lnTo>
                    <a:pt x="73112" y="40834"/>
                  </a:lnTo>
                  <a:lnTo>
                    <a:pt x="64126" y="44981"/>
                  </a:lnTo>
                  <a:lnTo>
                    <a:pt x="49196" y="49064"/>
                  </a:lnTo>
                  <a:lnTo>
                    <a:pt x="53026" y="43711"/>
                  </a:lnTo>
                  <a:lnTo>
                    <a:pt x="56762" y="40847"/>
                  </a:lnTo>
                  <a:lnTo>
                    <a:pt x="126268" y="0"/>
                  </a:lnTo>
                  <a:lnTo>
                    <a:pt x="126268" y="168132"/>
                  </a:lnTo>
                  <a:close/>
                </a:path>
              </a:pathLst>
            </a:custGeom>
            <a:solidFill>
              <a:srgbClr val="FFEFDB">
                <a:alpha val="100000"/>
              </a:srgbClr>
            </a:solidFill>
            <a:ln w="5420" cap="flat">
              <a:solidFill>
                <a:srgbClr val="5959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11" name="pg3911"/>
            <p:cNvSpPr/>
            <p:nvPr/>
          </p:nvSpPr>
          <p:spPr>
            <a:xfrm>
              <a:off x="6008033" y="2885799"/>
              <a:ext cx="12040" cy="17520"/>
            </a:xfrm>
            <a:custGeom>
              <a:avLst/>
              <a:pathLst>
                <a:path w="12040" h="17520">
                  <a:moveTo>
                    <a:pt x="0" y="17520"/>
                  </a:moveTo>
                  <a:lnTo>
                    <a:pt x="1291" y="13062"/>
                  </a:lnTo>
                  <a:lnTo>
                    <a:pt x="7792" y="1695"/>
                  </a:lnTo>
                  <a:lnTo>
                    <a:pt x="12040" y="0"/>
                  </a:lnTo>
                  <a:lnTo>
                    <a:pt x="5327" y="12973"/>
                  </a:lnTo>
                  <a:close/>
                </a:path>
              </a:pathLst>
            </a:custGeom>
            <a:solidFill>
              <a:srgbClr val="FFEFDB">
                <a:alpha val="100000"/>
              </a:srgbClr>
            </a:solidFill>
            <a:ln w="5420" cap="flat">
              <a:solidFill>
                <a:srgbClr val="5959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12" name="pg3912"/>
            <p:cNvSpPr/>
            <p:nvPr/>
          </p:nvSpPr>
          <p:spPr>
            <a:xfrm>
              <a:off x="5947395" y="2832043"/>
              <a:ext cx="16050" cy="22950"/>
            </a:xfrm>
            <a:custGeom>
              <a:avLst/>
              <a:pathLst>
                <a:path w="16050" h="22950">
                  <a:moveTo>
                    <a:pt x="0" y="22950"/>
                  </a:moveTo>
                  <a:lnTo>
                    <a:pt x="5539" y="5391"/>
                  </a:lnTo>
                  <a:lnTo>
                    <a:pt x="10046" y="0"/>
                  </a:lnTo>
                  <a:lnTo>
                    <a:pt x="16050" y="1816"/>
                  </a:lnTo>
                  <a:lnTo>
                    <a:pt x="15208" y="12427"/>
                  </a:lnTo>
                  <a:lnTo>
                    <a:pt x="14242" y="16072"/>
                  </a:lnTo>
                  <a:close/>
                </a:path>
              </a:pathLst>
            </a:custGeom>
            <a:solidFill>
              <a:srgbClr val="FFEFDB">
                <a:alpha val="100000"/>
              </a:srgbClr>
            </a:solidFill>
            <a:ln w="5420" cap="flat">
              <a:solidFill>
                <a:srgbClr val="5959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13" name="pg3913"/>
            <p:cNvSpPr/>
            <p:nvPr/>
          </p:nvSpPr>
          <p:spPr>
            <a:xfrm>
              <a:off x="5199832" y="2715076"/>
              <a:ext cx="51274" cy="34247"/>
            </a:xfrm>
            <a:custGeom>
              <a:avLst/>
              <a:pathLst>
                <a:path w="51274" h="34247">
                  <a:moveTo>
                    <a:pt x="33548" y="33244"/>
                  </a:moveTo>
                  <a:lnTo>
                    <a:pt x="19601" y="30837"/>
                  </a:lnTo>
                  <a:lnTo>
                    <a:pt x="4268" y="34177"/>
                  </a:lnTo>
                  <a:lnTo>
                    <a:pt x="0" y="34247"/>
                  </a:lnTo>
                  <a:lnTo>
                    <a:pt x="11389" y="24582"/>
                  </a:lnTo>
                  <a:lnTo>
                    <a:pt x="28903" y="18638"/>
                  </a:lnTo>
                  <a:lnTo>
                    <a:pt x="46364" y="463"/>
                  </a:lnTo>
                  <a:lnTo>
                    <a:pt x="51274" y="0"/>
                  </a:lnTo>
                  <a:lnTo>
                    <a:pt x="44628" y="20587"/>
                  </a:lnTo>
                  <a:lnTo>
                    <a:pt x="43274" y="27948"/>
                  </a:lnTo>
                  <a:lnTo>
                    <a:pt x="41703" y="30646"/>
                  </a:lnTo>
                  <a:close/>
                </a:path>
              </a:pathLst>
            </a:custGeom>
            <a:solidFill>
              <a:srgbClr val="FFEFDB">
                <a:alpha val="100000"/>
              </a:srgbClr>
            </a:solidFill>
            <a:ln w="5420" cap="flat">
              <a:solidFill>
                <a:srgbClr val="5959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14" name="pg3914"/>
            <p:cNvSpPr/>
            <p:nvPr/>
          </p:nvSpPr>
          <p:spPr>
            <a:xfrm>
              <a:off x="5210715" y="2716409"/>
              <a:ext cx="30200" cy="16853"/>
            </a:xfrm>
            <a:custGeom>
              <a:avLst/>
              <a:pathLst>
                <a:path w="30200" h="16853">
                  <a:moveTo>
                    <a:pt x="4423" y="16853"/>
                  </a:moveTo>
                  <a:lnTo>
                    <a:pt x="0" y="15723"/>
                  </a:lnTo>
                  <a:lnTo>
                    <a:pt x="14082" y="2946"/>
                  </a:lnTo>
                  <a:lnTo>
                    <a:pt x="30200" y="0"/>
                  </a:lnTo>
                  <a:lnTo>
                    <a:pt x="17187" y="14174"/>
                  </a:lnTo>
                  <a:close/>
                </a:path>
              </a:pathLst>
            </a:custGeom>
            <a:solidFill>
              <a:srgbClr val="FFEFDB">
                <a:alpha val="100000"/>
              </a:srgbClr>
            </a:solidFill>
            <a:ln w="5420" cap="flat">
              <a:solidFill>
                <a:srgbClr val="5959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15" name="pg3915"/>
            <p:cNvSpPr/>
            <p:nvPr/>
          </p:nvSpPr>
          <p:spPr>
            <a:xfrm>
              <a:off x="5500816" y="2547127"/>
              <a:ext cx="30784" cy="17069"/>
            </a:xfrm>
            <a:custGeom>
              <a:avLst/>
              <a:pathLst>
                <a:path w="30784" h="17069">
                  <a:moveTo>
                    <a:pt x="0" y="17069"/>
                  </a:moveTo>
                  <a:lnTo>
                    <a:pt x="2294" y="12554"/>
                  </a:lnTo>
                  <a:lnTo>
                    <a:pt x="15430" y="4508"/>
                  </a:lnTo>
                  <a:lnTo>
                    <a:pt x="25084" y="0"/>
                  </a:lnTo>
                  <a:lnTo>
                    <a:pt x="30784" y="95"/>
                  </a:lnTo>
                  <a:lnTo>
                    <a:pt x="21502" y="9957"/>
                  </a:lnTo>
                  <a:lnTo>
                    <a:pt x="9622" y="16015"/>
                  </a:lnTo>
                  <a:close/>
                </a:path>
              </a:pathLst>
            </a:custGeom>
            <a:solidFill>
              <a:srgbClr val="FFEFDB">
                <a:alpha val="100000"/>
              </a:srgbClr>
            </a:solidFill>
            <a:ln w="5420" cap="flat">
              <a:solidFill>
                <a:srgbClr val="5959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16" name="pg3916"/>
            <p:cNvSpPr/>
            <p:nvPr/>
          </p:nvSpPr>
          <p:spPr>
            <a:xfrm>
              <a:off x="4772327" y="5500509"/>
              <a:ext cx="49258" cy="37397"/>
            </a:xfrm>
            <a:custGeom>
              <a:avLst/>
              <a:pathLst>
                <a:path w="49258" h="37397">
                  <a:moveTo>
                    <a:pt x="36380" y="7931"/>
                  </a:moveTo>
                  <a:lnTo>
                    <a:pt x="25890" y="16136"/>
                  </a:lnTo>
                  <a:lnTo>
                    <a:pt x="33512" y="21991"/>
                  </a:lnTo>
                  <a:lnTo>
                    <a:pt x="40695" y="9258"/>
                  </a:lnTo>
                  <a:lnTo>
                    <a:pt x="46395" y="19603"/>
                  </a:lnTo>
                  <a:lnTo>
                    <a:pt x="49258" y="37397"/>
                  </a:lnTo>
                  <a:lnTo>
                    <a:pt x="16879" y="37397"/>
                  </a:lnTo>
                  <a:lnTo>
                    <a:pt x="15627" y="32145"/>
                  </a:lnTo>
                  <a:lnTo>
                    <a:pt x="9084" y="25573"/>
                  </a:lnTo>
                  <a:lnTo>
                    <a:pt x="0" y="8807"/>
                  </a:lnTo>
                  <a:lnTo>
                    <a:pt x="5276" y="4483"/>
                  </a:lnTo>
                  <a:lnTo>
                    <a:pt x="12309" y="5924"/>
                  </a:lnTo>
                  <a:lnTo>
                    <a:pt x="15911" y="3905"/>
                  </a:lnTo>
                  <a:lnTo>
                    <a:pt x="25662" y="2292"/>
                  </a:lnTo>
                  <a:lnTo>
                    <a:pt x="31585" y="0"/>
                  </a:lnTo>
                  <a:lnTo>
                    <a:pt x="36215" y="4953"/>
                  </a:lnTo>
                  <a:close/>
                </a:path>
              </a:pathLst>
            </a:custGeom>
            <a:solidFill>
              <a:srgbClr val="FFEFDB">
                <a:alpha val="100000"/>
              </a:srgbClr>
            </a:solidFill>
            <a:ln w="5420" cap="flat">
              <a:solidFill>
                <a:srgbClr val="5959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17" name="pg3917"/>
            <p:cNvSpPr/>
            <p:nvPr/>
          </p:nvSpPr>
          <p:spPr>
            <a:xfrm>
              <a:off x="4778270" y="5155530"/>
              <a:ext cx="95830" cy="135860"/>
            </a:xfrm>
            <a:custGeom>
              <a:avLst/>
              <a:pathLst>
                <a:path w="95830" h="135860">
                  <a:moveTo>
                    <a:pt x="73800" y="135860"/>
                  </a:moveTo>
                  <a:lnTo>
                    <a:pt x="64612" y="122835"/>
                  </a:lnTo>
                  <a:lnTo>
                    <a:pt x="57211" y="119050"/>
                  </a:lnTo>
                  <a:lnTo>
                    <a:pt x="68772" y="109842"/>
                  </a:lnTo>
                  <a:lnTo>
                    <a:pt x="73764" y="101930"/>
                  </a:lnTo>
                  <a:lnTo>
                    <a:pt x="73660" y="84669"/>
                  </a:lnTo>
                  <a:lnTo>
                    <a:pt x="76482" y="75214"/>
                  </a:lnTo>
                  <a:lnTo>
                    <a:pt x="75526" y="67028"/>
                  </a:lnTo>
                  <a:lnTo>
                    <a:pt x="78073" y="58671"/>
                  </a:lnTo>
                  <a:lnTo>
                    <a:pt x="74627" y="49285"/>
                  </a:lnTo>
                  <a:lnTo>
                    <a:pt x="64963" y="41842"/>
                  </a:lnTo>
                  <a:lnTo>
                    <a:pt x="45842" y="12237"/>
                  </a:lnTo>
                  <a:lnTo>
                    <a:pt x="15637" y="5048"/>
                  </a:lnTo>
                  <a:lnTo>
                    <a:pt x="0" y="4750"/>
                  </a:lnTo>
                  <a:lnTo>
                    <a:pt x="8593" y="0"/>
                  </a:lnTo>
                  <a:lnTo>
                    <a:pt x="16531" y="577"/>
                  </a:lnTo>
                  <a:lnTo>
                    <a:pt x="28748" y="3403"/>
                  </a:lnTo>
                  <a:lnTo>
                    <a:pt x="43377" y="4769"/>
                  </a:lnTo>
                  <a:lnTo>
                    <a:pt x="52318" y="13481"/>
                  </a:lnTo>
                  <a:lnTo>
                    <a:pt x="60855" y="25033"/>
                  </a:lnTo>
                  <a:lnTo>
                    <a:pt x="68565" y="29707"/>
                  </a:lnTo>
                  <a:lnTo>
                    <a:pt x="71738" y="32679"/>
                  </a:lnTo>
                  <a:lnTo>
                    <a:pt x="71381" y="36032"/>
                  </a:lnTo>
                  <a:lnTo>
                    <a:pt x="72663" y="39181"/>
                  </a:lnTo>
                  <a:lnTo>
                    <a:pt x="82724" y="44586"/>
                  </a:lnTo>
                  <a:lnTo>
                    <a:pt x="92858" y="53311"/>
                  </a:lnTo>
                  <a:lnTo>
                    <a:pt x="95830" y="78897"/>
                  </a:lnTo>
                  <a:lnTo>
                    <a:pt x="82177" y="91007"/>
                  </a:lnTo>
                  <a:lnTo>
                    <a:pt x="79665" y="128055"/>
                  </a:lnTo>
                  <a:lnTo>
                    <a:pt x="76001" y="134723"/>
                  </a:lnTo>
                  <a:close/>
                </a:path>
              </a:pathLst>
            </a:custGeom>
            <a:solidFill>
              <a:srgbClr val="FFEFDB">
                <a:alpha val="100000"/>
              </a:srgbClr>
            </a:solidFill>
            <a:ln w="5420" cap="flat">
              <a:solidFill>
                <a:srgbClr val="5959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18" name="pg3918"/>
            <p:cNvSpPr/>
            <p:nvPr/>
          </p:nvSpPr>
          <p:spPr>
            <a:xfrm>
              <a:off x="4726246" y="5381534"/>
              <a:ext cx="74105" cy="118987"/>
            </a:xfrm>
            <a:custGeom>
              <a:avLst/>
              <a:pathLst>
                <a:path w="74105" h="118987">
                  <a:moveTo>
                    <a:pt x="72947" y="80116"/>
                  </a:moveTo>
                  <a:lnTo>
                    <a:pt x="74105" y="91896"/>
                  </a:lnTo>
                  <a:lnTo>
                    <a:pt x="73035" y="96094"/>
                  </a:lnTo>
                  <a:lnTo>
                    <a:pt x="61583" y="103968"/>
                  </a:lnTo>
                  <a:lnTo>
                    <a:pt x="58643" y="108369"/>
                  </a:lnTo>
                  <a:lnTo>
                    <a:pt x="47847" y="112808"/>
                  </a:lnTo>
                  <a:lnTo>
                    <a:pt x="41315" y="118987"/>
                  </a:lnTo>
                  <a:lnTo>
                    <a:pt x="38044" y="108947"/>
                  </a:lnTo>
                  <a:lnTo>
                    <a:pt x="31703" y="102742"/>
                  </a:lnTo>
                  <a:lnTo>
                    <a:pt x="30639" y="92194"/>
                  </a:lnTo>
                  <a:lnTo>
                    <a:pt x="25792" y="95757"/>
                  </a:lnTo>
                  <a:lnTo>
                    <a:pt x="18805" y="93585"/>
                  </a:lnTo>
                  <a:lnTo>
                    <a:pt x="7281" y="85596"/>
                  </a:lnTo>
                  <a:lnTo>
                    <a:pt x="0" y="74750"/>
                  </a:lnTo>
                  <a:lnTo>
                    <a:pt x="10201" y="72870"/>
                  </a:lnTo>
                  <a:lnTo>
                    <a:pt x="12309" y="79608"/>
                  </a:lnTo>
                  <a:lnTo>
                    <a:pt x="20381" y="71340"/>
                  </a:lnTo>
                  <a:lnTo>
                    <a:pt x="18546" y="66983"/>
                  </a:lnTo>
                  <a:lnTo>
                    <a:pt x="17089" y="66425"/>
                  </a:lnTo>
                  <a:lnTo>
                    <a:pt x="14443" y="58321"/>
                  </a:lnTo>
                  <a:lnTo>
                    <a:pt x="26587" y="37098"/>
                  </a:lnTo>
                  <a:lnTo>
                    <a:pt x="29207" y="23407"/>
                  </a:lnTo>
                  <a:lnTo>
                    <a:pt x="23699" y="1441"/>
                  </a:lnTo>
                  <a:lnTo>
                    <a:pt x="28841" y="0"/>
                  </a:lnTo>
                  <a:lnTo>
                    <a:pt x="42545" y="7703"/>
                  </a:lnTo>
                  <a:lnTo>
                    <a:pt x="48685" y="15285"/>
                  </a:lnTo>
                  <a:lnTo>
                    <a:pt x="48886" y="25693"/>
                  </a:lnTo>
                  <a:lnTo>
                    <a:pt x="54648" y="33752"/>
                  </a:lnTo>
                  <a:lnTo>
                    <a:pt x="62989" y="53057"/>
                  </a:lnTo>
                  <a:lnTo>
                    <a:pt x="73180" y="64367"/>
                  </a:lnTo>
                  <a:close/>
                </a:path>
              </a:pathLst>
            </a:custGeom>
            <a:solidFill>
              <a:srgbClr val="FFEFDB">
                <a:alpha val="100000"/>
              </a:srgbClr>
            </a:solidFill>
            <a:ln w="5420" cap="flat">
              <a:solidFill>
                <a:srgbClr val="5959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19" name="pg3919"/>
            <p:cNvSpPr/>
            <p:nvPr/>
          </p:nvSpPr>
          <p:spPr>
            <a:xfrm>
              <a:off x="4668001" y="5174016"/>
              <a:ext cx="112522" cy="38661"/>
            </a:xfrm>
            <a:custGeom>
              <a:avLst/>
              <a:pathLst>
                <a:path w="112522" h="38661">
                  <a:moveTo>
                    <a:pt x="64973" y="13005"/>
                  </a:moveTo>
                  <a:lnTo>
                    <a:pt x="71841" y="12453"/>
                  </a:lnTo>
                  <a:lnTo>
                    <a:pt x="75960" y="9792"/>
                  </a:lnTo>
                  <a:lnTo>
                    <a:pt x="94931" y="10878"/>
                  </a:lnTo>
                  <a:lnTo>
                    <a:pt x="110248" y="6985"/>
                  </a:lnTo>
                  <a:lnTo>
                    <a:pt x="112522" y="13894"/>
                  </a:lnTo>
                  <a:lnTo>
                    <a:pt x="112134" y="17501"/>
                  </a:lnTo>
                  <a:lnTo>
                    <a:pt x="79562" y="20886"/>
                  </a:lnTo>
                  <a:lnTo>
                    <a:pt x="49682" y="31028"/>
                  </a:lnTo>
                  <a:lnTo>
                    <a:pt x="33305" y="37899"/>
                  </a:lnTo>
                  <a:lnTo>
                    <a:pt x="25611" y="38661"/>
                  </a:lnTo>
                  <a:lnTo>
                    <a:pt x="19730" y="35047"/>
                  </a:lnTo>
                  <a:lnTo>
                    <a:pt x="0" y="14104"/>
                  </a:lnTo>
                  <a:lnTo>
                    <a:pt x="5276" y="16193"/>
                  </a:lnTo>
                  <a:lnTo>
                    <a:pt x="19854" y="28030"/>
                  </a:lnTo>
                  <a:lnTo>
                    <a:pt x="28908" y="25871"/>
                  </a:lnTo>
                  <a:lnTo>
                    <a:pt x="37295" y="18047"/>
                  </a:lnTo>
                  <a:lnTo>
                    <a:pt x="38577" y="12135"/>
                  </a:lnTo>
                  <a:lnTo>
                    <a:pt x="37326" y="9335"/>
                  </a:lnTo>
                  <a:lnTo>
                    <a:pt x="41119" y="0"/>
                  </a:lnTo>
                  <a:lnTo>
                    <a:pt x="52152" y="8960"/>
                  </a:lnTo>
                  <a:close/>
                </a:path>
              </a:pathLst>
            </a:custGeom>
            <a:solidFill>
              <a:srgbClr val="FFEFDB">
                <a:alpha val="100000"/>
              </a:srgbClr>
            </a:solidFill>
            <a:ln w="5420" cap="flat">
              <a:solidFill>
                <a:srgbClr val="5959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20" name="pg3920"/>
            <p:cNvSpPr/>
            <p:nvPr/>
          </p:nvSpPr>
          <p:spPr>
            <a:xfrm>
              <a:off x="4818681" y="5397055"/>
              <a:ext cx="30985" cy="11691"/>
            </a:xfrm>
            <a:custGeom>
              <a:avLst/>
              <a:pathLst>
                <a:path w="30985" h="11691">
                  <a:moveTo>
                    <a:pt x="10733" y="11691"/>
                  </a:moveTo>
                  <a:lnTo>
                    <a:pt x="2191" y="9030"/>
                  </a:lnTo>
                  <a:lnTo>
                    <a:pt x="0" y="6890"/>
                  </a:lnTo>
                  <a:lnTo>
                    <a:pt x="3658" y="3295"/>
                  </a:lnTo>
                  <a:lnTo>
                    <a:pt x="11710" y="298"/>
                  </a:lnTo>
                  <a:lnTo>
                    <a:pt x="24639" y="0"/>
                  </a:lnTo>
                  <a:lnTo>
                    <a:pt x="30303" y="3543"/>
                  </a:lnTo>
                  <a:lnTo>
                    <a:pt x="30985" y="5093"/>
                  </a:lnTo>
                  <a:lnTo>
                    <a:pt x="22686" y="8992"/>
                  </a:lnTo>
                  <a:close/>
                </a:path>
              </a:pathLst>
            </a:custGeom>
            <a:solidFill>
              <a:srgbClr val="FFEFDB">
                <a:alpha val="100000"/>
              </a:srgbClr>
            </a:solidFill>
            <a:ln w="5420" cap="flat">
              <a:solidFill>
                <a:srgbClr val="5959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21" name="pg3921"/>
            <p:cNvSpPr/>
            <p:nvPr/>
          </p:nvSpPr>
          <p:spPr>
            <a:xfrm>
              <a:off x="5137929" y="5521433"/>
              <a:ext cx="12277" cy="16472"/>
            </a:xfrm>
            <a:custGeom>
              <a:avLst/>
              <a:pathLst>
                <a:path w="12277" h="16472">
                  <a:moveTo>
                    <a:pt x="7008" y="16472"/>
                  </a:moveTo>
                  <a:lnTo>
                    <a:pt x="0" y="16472"/>
                  </a:lnTo>
                  <a:lnTo>
                    <a:pt x="1962" y="2806"/>
                  </a:lnTo>
                  <a:lnTo>
                    <a:pt x="7771" y="0"/>
                  </a:lnTo>
                  <a:lnTo>
                    <a:pt x="10050" y="152"/>
                  </a:lnTo>
                  <a:lnTo>
                    <a:pt x="12277" y="7620"/>
                  </a:lnTo>
                  <a:close/>
                </a:path>
              </a:pathLst>
            </a:custGeom>
            <a:solidFill>
              <a:srgbClr val="FFEFDB">
                <a:alpha val="100000"/>
              </a:srgbClr>
            </a:solidFill>
            <a:ln w="5420" cap="flat">
              <a:solidFill>
                <a:srgbClr val="5959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22" name="pg3922"/>
            <p:cNvSpPr/>
            <p:nvPr/>
          </p:nvSpPr>
          <p:spPr>
            <a:xfrm>
              <a:off x="4901365" y="5334383"/>
              <a:ext cx="70456" cy="119063"/>
            </a:xfrm>
            <a:custGeom>
              <a:avLst/>
              <a:pathLst>
                <a:path w="70456" h="119063">
                  <a:moveTo>
                    <a:pt x="31373" y="24747"/>
                  </a:moveTo>
                  <a:lnTo>
                    <a:pt x="46235" y="30285"/>
                  </a:lnTo>
                  <a:lnTo>
                    <a:pt x="62302" y="48650"/>
                  </a:lnTo>
                  <a:lnTo>
                    <a:pt x="69221" y="55191"/>
                  </a:lnTo>
                  <a:lnTo>
                    <a:pt x="70456" y="61147"/>
                  </a:lnTo>
                  <a:lnTo>
                    <a:pt x="67748" y="88340"/>
                  </a:lnTo>
                  <a:lnTo>
                    <a:pt x="64136" y="104711"/>
                  </a:lnTo>
                  <a:lnTo>
                    <a:pt x="64679" y="119063"/>
                  </a:lnTo>
                  <a:lnTo>
                    <a:pt x="60906" y="114815"/>
                  </a:lnTo>
                  <a:lnTo>
                    <a:pt x="57093" y="105416"/>
                  </a:lnTo>
                  <a:lnTo>
                    <a:pt x="50840" y="100012"/>
                  </a:lnTo>
                  <a:lnTo>
                    <a:pt x="48757" y="97180"/>
                  </a:lnTo>
                  <a:lnTo>
                    <a:pt x="59997" y="96557"/>
                  </a:lnTo>
                  <a:lnTo>
                    <a:pt x="60994" y="81761"/>
                  </a:lnTo>
                  <a:lnTo>
                    <a:pt x="66477" y="70089"/>
                  </a:lnTo>
                  <a:lnTo>
                    <a:pt x="65645" y="57947"/>
                  </a:lnTo>
                  <a:lnTo>
                    <a:pt x="52529" y="44579"/>
                  </a:lnTo>
                  <a:lnTo>
                    <a:pt x="43538" y="32812"/>
                  </a:lnTo>
                  <a:lnTo>
                    <a:pt x="29714" y="29046"/>
                  </a:lnTo>
                  <a:lnTo>
                    <a:pt x="16929" y="17330"/>
                  </a:lnTo>
                  <a:lnTo>
                    <a:pt x="9301" y="15888"/>
                  </a:lnTo>
                  <a:lnTo>
                    <a:pt x="0" y="17952"/>
                  </a:lnTo>
                  <a:lnTo>
                    <a:pt x="3359" y="10967"/>
                  </a:lnTo>
                  <a:lnTo>
                    <a:pt x="5684" y="1727"/>
                  </a:lnTo>
                  <a:lnTo>
                    <a:pt x="7389" y="0"/>
                  </a:lnTo>
                  <a:lnTo>
                    <a:pt x="13952" y="10078"/>
                  </a:lnTo>
                  <a:close/>
                </a:path>
              </a:pathLst>
            </a:custGeom>
            <a:solidFill>
              <a:srgbClr val="FFEFDB">
                <a:alpha val="100000"/>
              </a:srgbClr>
            </a:solidFill>
            <a:ln w="5420" cap="flat">
              <a:solidFill>
                <a:srgbClr val="5959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23" name="pg3923"/>
            <p:cNvSpPr/>
            <p:nvPr/>
          </p:nvSpPr>
          <p:spPr>
            <a:xfrm>
              <a:off x="5011081" y="5447191"/>
              <a:ext cx="46804" cy="72629"/>
            </a:xfrm>
            <a:custGeom>
              <a:avLst/>
              <a:pathLst>
                <a:path w="46804" h="72629">
                  <a:moveTo>
                    <a:pt x="46804" y="71314"/>
                  </a:moveTo>
                  <a:lnTo>
                    <a:pt x="39713" y="69974"/>
                  </a:lnTo>
                  <a:lnTo>
                    <a:pt x="29249" y="72559"/>
                  </a:lnTo>
                  <a:lnTo>
                    <a:pt x="25482" y="72629"/>
                  </a:lnTo>
                  <a:lnTo>
                    <a:pt x="27828" y="68101"/>
                  </a:lnTo>
                  <a:lnTo>
                    <a:pt x="35094" y="61979"/>
                  </a:lnTo>
                  <a:lnTo>
                    <a:pt x="35460" y="56150"/>
                  </a:lnTo>
                  <a:lnTo>
                    <a:pt x="26469" y="47742"/>
                  </a:lnTo>
                  <a:lnTo>
                    <a:pt x="16004" y="26824"/>
                  </a:lnTo>
                  <a:lnTo>
                    <a:pt x="11105" y="21864"/>
                  </a:lnTo>
                  <a:lnTo>
                    <a:pt x="8779" y="14002"/>
                  </a:lnTo>
                  <a:lnTo>
                    <a:pt x="0" y="5569"/>
                  </a:lnTo>
                  <a:lnTo>
                    <a:pt x="1834" y="1060"/>
                  </a:lnTo>
                  <a:lnTo>
                    <a:pt x="3638" y="0"/>
                  </a:lnTo>
                  <a:lnTo>
                    <a:pt x="9575" y="2165"/>
                  </a:lnTo>
                  <a:lnTo>
                    <a:pt x="23022" y="32253"/>
                  </a:lnTo>
                  <a:lnTo>
                    <a:pt x="23900" y="35136"/>
                  </a:lnTo>
                  <a:lnTo>
                    <a:pt x="46101" y="64704"/>
                  </a:lnTo>
                  <a:close/>
                </a:path>
              </a:pathLst>
            </a:custGeom>
            <a:solidFill>
              <a:srgbClr val="FFEFDB">
                <a:alpha val="100000"/>
              </a:srgbClr>
            </a:solidFill>
            <a:ln w="5420" cap="flat">
              <a:solidFill>
                <a:srgbClr val="5959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24" name="pt3924"/>
            <p:cNvSpPr/>
            <p:nvPr/>
          </p:nvSpPr>
          <p:spPr>
            <a:xfrm>
              <a:off x="5244939" y="3276309"/>
              <a:ext cx="63202" cy="63202"/>
            </a:xfrm>
            <a:prstGeom prst="ellipse">
              <a:avLst/>
            </a:prstGeom>
            <a:solidFill>
              <a:srgbClr val="3A639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25" name="pt3925"/>
            <p:cNvSpPr/>
            <p:nvPr/>
          </p:nvSpPr>
          <p:spPr>
            <a:xfrm>
              <a:off x="3119545" y="4746129"/>
              <a:ext cx="63202" cy="63202"/>
            </a:xfrm>
            <a:prstGeom prst="ellipse">
              <a:avLst/>
            </a:prstGeom>
            <a:solidFill>
              <a:srgbClr val="3B70A1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26" name="pt3926"/>
            <p:cNvSpPr/>
            <p:nvPr/>
          </p:nvSpPr>
          <p:spPr>
            <a:xfrm>
              <a:off x="4987953" y="3735383"/>
              <a:ext cx="63202" cy="63202"/>
            </a:xfrm>
            <a:prstGeom prst="ellipse">
              <a:avLst/>
            </a:prstGeom>
            <a:solidFill>
              <a:srgbClr val="3A5A98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27" name="pt3927"/>
            <p:cNvSpPr/>
            <p:nvPr/>
          </p:nvSpPr>
          <p:spPr>
            <a:xfrm>
              <a:off x="3648675" y="4677487"/>
              <a:ext cx="63202" cy="63202"/>
            </a:xfrm>
            <a:prstGeom prst="ellipse">
              <a:avLst/>
            </a:prstGeom>
            <a:solidFill>
              <a:srgbClr val="3A7AA3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28" name="pt3928"/>
            <p:cNvSpPr/>
            <p:nvPr/>
          </p:nvSpPr>
          <p:spPr>
            <a:xfrm>
              <a:off x="5067426" y="3545894"/>
              <a:ext cx="63202" cy="63202"/>
            </a:xfrm>
            <a:prstGeom prst="ellipse">
              <a:avLst/>
            </a:prstGeom>
            <a:solidFill>
              <a:srgbClr val="41A4AA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29" name="pt3929"/>
            <p:cNvSpPr/>
            <p:nvPr/>
          </p:nvSpPr>
          <p:spPr>
            <a:xfrm>
              <a:off x="3468669" y="4800931"/>
              <a:ext cx="63202" cy="63202"/>
            </a:xfrm>
            <a:prstGeom prst="ellipse">
              <a:avLst/>
            </a:prstGeom>
            <a:solidFill>
              <a:srgbClr val="3690A8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30" name="pt3930"/>
            <p:cNvSpPr/>
            <p:nvPr/>
          </p:nvSpPr>
          <p:spPr>
            <a:xfrm>
              <a:off x="5435217" y="3222656"/>
              <a:ext cx="63202" cy="63202"/>
            </a:xfrm>
            <a:prstGeom prst="ellipse">
              <a:avLst/>
            </a:prstGeom>
            <a:solidFill>
              <a:srgbClr val="3B3B6B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31" name="pt3931"/>
            <p:cNvSpPr/>
            <p:nvPr/>
          </p:nvSpPr>
          <p:spPr>
            <a:xfrm>
              <a:off x="4022168" y="4765547"/>
              <a:ext cx="63202" cy="63202"/>
            </a:xfrm>
            <a:prstGeom prst="ellipse">
              <a:avLst/>
            </a:prstGeom>
            <a:solidFill>
              <a:srgbClr val="3B5089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32" name="pt3932"/>
            <p:cNvSpPr/>
            <p:nvPr/>
          </p:nvSpPr>
          <p:spPr>
            <a:xfrm>
              <a:off x="4746871" y="4211118"/>
              <a:ext cx="63202" cy="63202"/>
            </a:xfrm>
            <a:prstGeom prst="ellipse">
              <a:avLst/>
            </a:prstGeom>
            <a:solidFill>
              <a:srgbClr val="3A79A3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33" name="pt3933"/>
            <p:cNvSpPr/>
            <p:nvPr/>
          </p:nvSpPr>
          <p:spPr>
            <a:xfrm>
              <a:off x="4431462" y="4463619"/>
              <a:ext cx="63202" cy="63202"/>
            </a:xfrm>
            <a:prstGeom prst="ellipse">
              <a:avLst/>
            </a:prstGeom>
            <a:solidFill>
              <a:srgbClr val="3A7CA3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34" name="pt3934"/>
            <p:cNvSpPr/>
            <p:nvPr/>
          </p:nvSpPr>
          <p:spPr>
            <a:xfrm>
              <a:off x="4539875" y="4368015"/>
              <a:ext cx="63202" cy="63202"/>
            </a:xfrm>
            <a:prstGeom prst="ellipse">
              <a:avLst/>
            </a:prstGeom>
            <a:solidFill>
              <a:srgbClr val="395C9A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35" name="pt3935"/>
            <p:cNvSpPr/>
            <p:nvPr/>
          </p:nvSpPr>
          <p:spPr>
            <a:xfrm>
              <a:off x="5003510" y="3498927"/>
              <a:ext cx="63202" cy="63202"/>
            </a:xfrm>
            <a:prstGeom prst="ellipse">
              <a:avLst/>
            </a:prstGeom>
            <a:solidFill>
              <a:srgbClr val="59C3AC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36" name="pt3936"/>
            <p:cNvSpPr/>
            <p:nvPr/>
          </p:nvSpPr>
          <p:spPr>
            <a:xfrm>
              <a:off x="3976508" y="4766403"/>
              <a:ext cx="63202" cy="63202"/>
            </a:xfrm>
            <a:prstGeom prst="ellipse">
              <a:avLst/>
            </a:prstGeom>
            <a:solidFill>
              <a:srgbClr val="3B518A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37" name="pt3937"/>
            <p:cNvSpPr/>
            <p:nvPr/>
          </p:nvSpPr>
          <p:spPr>
            <a:xfrm>
              <a:off x="3523866" y="4772296"/>
              <a:ext cx="63202" cy="63202"/>
            </a:xfrm>
            <a:prstGeom prst="ellipse">
              <a:avLst/>
            </a:prstGeom>
            <a:solidFill>
              <a:srgbClr val="3C9FAA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38" name="pt3938"/>
            <p:cNvSpPr/>
            <p:nvPr/>
          </p:nvSpPr>
          <p:spPr>
            <a:xfrm>
              <a:off x="4849017" y="3641698"/>
              <a:ext cx="63202" cy="63202"/>
            </a:xfrm>
            <a:prstGeom prst="ellipse">
              <a:avLst/>
            </a:prstGeom>
            <a:solidFill>
              <a:srgbClr val="59C3AC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39" name="pt3939"/>
            <p:cNvSpPr/>
            <p:nvPr/>
          </p:nvSpPr>
          <p:spPr>
            <a:xfrm>
              <a:off x="4384774" y="4536931"/>
              <a:ext cx="63202" cy="63202"/>
            </a:xfrm>
            <a:prstGeom prst="ellipse">
              <a:avLst/>
            </a:prstGeom>
            <a:solidFill>
              <a:srgbClr val="3A5692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40" name="pt3940"/>
            <p:cNvSpPr/>
            <p:nvPr/>
          </p:nvSpPr>
          <p:spPr>
            <a:xfrm>
              <a:off x="3290018" y="4801454"/>
              <a:ext cx="63202" cy="63202"/>
            </a:xfrm>
            <a:prstGeom prst="ellipse">
              <a:avLst/>
            </a:prstGeom>
            <a:solidFill>
              <a:srgbClr val="399BA9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41" name="pt3941"/>
            <p:cNvSpPr/>
            <p:nvPr/>
          </p:nvSpPr>
          <p:spPr>
            <a:xfrm>
              <a:off x="4628335" y="4267713"/>
              <a:ext cx="63202" cy="63202"/>
            </a:xfrm>
            <a:prstGeom prst="ellipse">
              <a:avLst/>
            </a:prstGeom>
            <a:solidFill>
              <a:srgbClr val="3C4377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42" name="pt3942"/>
            <p:cNvSpPr/>
            <p:nvPr/>
          </p:nvSpPr>
          <p:spPr>
            <a:xfrm>
              <a:off x="5596358" y="2927118"/>
              <a:ext cx="63202" cy="63202"/>
            </a:xfrm>
            <a:prstGeom prst="ellipse">
              <a:avLst/>
            </a:prstGeom>
            <a:solidFill>
              <a:srgbClr val="3A649E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43" name="pt3943"/>
            <p:cNvSpPr/>
            <p:nvPr/>
          </p:nvSpPr>
          <p:spPr>
            <a:xfrm>
              <a:off x="3056027" y="4753931"/>
              <a:ext cx="63202" cy="63202"/>
            </a:xfrm>
            <a:prstGeom prst="ellipse">
              <a:avLst/>
            </a:prstGeom>
            <a:solidFill>
              <a:srgbClr val="3A6A9F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44" name="pt3944"/>
            <p:cNvSpPr/>
            <p:nvPr/>
          </p:nvSpPr>
          <p:spPr>
            <a:xfrm>
              <a:off x="6020203" y="2929573"/>
              <a:ext cx="63202" cy="63202"/>
            </a:xfrm>
            <a:prstGeom prst="ellipse">
              <a:avLst/>
            </a:prstGeom>
            <a:solidFill>
              <a:srgbClr val="39619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45" name="pt3945"/>
            <p:cNvSpPr/>
            <p:nvPr/>
          </p:nvSpPr>
          <p:spPr>
            <a:xfrm>
              <a:off x="4391907" y="4541579"/>
              <a:ext cx="63202" cy="63202"/>
            </a:xfrm>
            <a:prstGeom prst="ellipse">
              <a:avLst/>
            </a:prstGeom>
            <a:solidFill>
              <a:srgbClr val="3B518B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46" name="pt3946"/>
            <p:cNvSpPr/>
            <p:nvPr/>
          </p:nvSpPr>
          <p:spPr>
            <a:xfrm>
              <a:off x="5498857" y="3067530"/>
              <a:ext cx="63202" cy="63202"/>
            </a:xfrm>
            <a:prstGeom prst="ellipse">
              <a:avLst/>
            </a:prstGeom>
            <a:solidFill>
              <a:srgbClr val="3A629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47" name="pt3947"/>
            <p:cNvSpPr/>
            <p:nvPr/>
          </p:nvSpPr>
          <p:spPr>
            <a:xfrm>
              <a:off x="4420910" y="4467164"/>
              <a:ext cx="63202" cy="63202"/>
            </a:xfrm>
            <a:prstGeom prst="ellipse">
              <a:avLst/>
            </a:prstGeom>
            <a:solidFill>
              <a:srgbClr val="395E9C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48" name="pt3948"/>
            <p:cNvSpPr/>
            <p:nvPr/>
          </p:nvSpPr>
          <p:spPr>
            <a:xfrm>
              <a:off x="2812052" y="4895874"/>
              <a:ext cx="63202" cy="63202"/>
            </a:xfrm>
            <a:prstGeom prst="ellipse">
              <a:avLst/>
            </a:prstGeom>
            <a:solidFill>
              <a:srgbClr val="3B70A1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49" name="pt3949"/>
            <p:cNvSpPr/>
            <p:nvPr/>
          </p:nvSpPr>
          <p:spPr>
            <a:xfrm>
              <a:off x="4755148" y="4187507"/>
              <a:ext cx="63202" cy="63202"/>
            </a:xfrm>
            <a:prstGeom prst="ellipse">
              <a:avLst/>
            </a:prstGeom>
            <a:solidFill>
              <a:srgbClr val="3A5793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50" name="pt3950"/>
            <p:cNvSpPr/>
            <p:nvPr/>
          </p:nvSpPr>
          <p:spPr>
            <a:xfrm>
              <a:off x="2681487" y="4948042"/>
              <a:ext cx="117405" cy="117405"/>
            </a:xfrm>
            <a:prstGeom prst="ellipse">
              <a:avLst/>
            </a:prstGeom>
            <a:solidFill>
              <a:srgbClr val="3B5591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51" name="pt3951"/>
            <p:cNvSpPr/>
            <p:nvPr/>
          </p:nvSpPr>
          <p:spPr>
            <a:xfrm>
              <a:off x="3346108" y="4796518"/>
              <a:ext cx="117405" cy="117405"/>
            </a:xfrm>
            <a:prstGeom prst="ellipse">
              <a:avLst/>
            </a:prstGeom>
            <a:solidFill>
              <a:srgbClr val="379AA9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52" name="pt3952"/>
            <p:cNvSpPr/>
            <p:nvPr/>
          </p:nvSpPr>
          <p:spPr>
            <a:xfrm>
              <a:off x="4349639" y="4641492"/>
              <a:ext cx="117405" cy="117405"/>
            </a:xfrm>
            <a:prstGeom prst="ellipse">
              <a:avLst/>
            </a:prstGeom>
            <a:solidFill>
              <a:srgbClr val="3A315E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53" name="pt3953"/>
            <p:cNvSpPr/>
            <p:nvPr/>
          </p:nvSpPr>
          <p:spPr>
            <a:xfrm>
              <a:off x="5463793" y="3001325"/>
              <a:ext cx="117405" cy="117405"/>
            </a:xfrm>
            <a:prstGeom prst="ellipse">
              <a:avLst/>
            </a:prstGeom>
            <a:solidFill>
              <a:srgbClr val="3A7BA3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54" name="pt3954"/>
            <p:cNvSpPr/>
            <p:nvPr/>
          </p:nvSpPr>
          <p:spPr>
            <a:xfrm>
              <a:off x="5607920" y="2879905"/>
              <a:ext cx="117405" cy="117405"/>
            </a:xfrm>
            <a:prstGeom prst="ellipse">
              <a:avLst/>
            </a:prstGeom>
            <a:solidFill>
              <a:srgbClr val="3B3E7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55" name="pl3955"/>
            <p:cNvSpPr/>
            <p:nvPr/>
          </p:nvSpPr>
          <p:spPr>
            <a:xfrm>
              <a:off x="2680600" y="4910675"/>
              <a:ext cx="52351" cy="84400"/>
            </a:xfrm>
            <a:custGeom>
              <a:avLst/>
              <a:pathLst>
                <a:path w="52351" h="84400">
                  <a:moveTo>
                    <a:pt x="0" y="0"/>
                  </a:moveTo>
                  <a:lnTo>
                    <a:pt x="52351" y="84400"/>
                  </a:lnTo>
                </a:path>
              </a:pathLst>
            </a:custGeom>
            <a:ln w="1355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56" name="pl3956"/>
            <p:cNvSpPr/>
            <p:nvPr/>
          </p:nvSpPr>
          <p:spPr>
            <a:xfrm>
              <a:off x="3343696" y="4761345"/>
              <a:ext cx="53589" cy="82317"/>
            </a:xfrm>
            <a:custGeom>
              <a:avLst/>
              <a:pathLst>
                <a:path w="53589" h="82317">
                  <a:moveTo>
                    <a:pt x="0" y="0"/>
                  </a:moveTo>
                  <a:lnTo>
                    <a:pt x="53589" y="82317"/>
                  </a:lnTo>
                </a:path>
              </a:pathLst>
            </a:custGeom>
            <a:ln w="1355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57" name="pl3957"/>
            <p:cNvSpPr/>
            <p:nvPr/>
          </p:nvSpPr>
          <p:spPr>
            <a:xfrm>
              <a:off x="4346214" y="4609207"/>
              <a:ext cx="54313" cy="79544"/>
            </a:xfrm>
            <a:custGeom>
              <a:avLst/>
              <a:pathLst>
                <a:path w="54313" h="79544">
                  <a:moveTo>
                    <a:pt x="0" y="0"/>
                  </a:moveTo>
                  <a:lnTo>
                    <a:pt x="54313" y="79544"/>
                  </a:lnTo>
                </a:path>
              </a:pathLst>
            </a:custGeom>
            <a:ln w="1355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58" name="pl3958"/>
            <p:cNvSpPr/>
            <p:nvPr/>
          </p:nvSpPr>
          <p:spPr>
            <a:xfrm>
              <a:off x="5338927" y="3050956"/>
              <a:ext cx="166900" cy="8248"/>
            </a:xfrm>
            <a:custGeom>
              <a:avLst/>
              <a:pathLst>
                <a:path w="166900" h="8248">
                  <a:moveTo>
                    <a:pt x="0" y="0"/>
                  </a:moveTo>
                  <a:lnTo>
                    <a:pt x="166900" y="8248"/>
                  </a:lnTo>
                </a:path>
              </a:pathLst>
            </a:custGeom>
            <a:ln w="1355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59" name="pl3959"/>
            <p:cNvSpPr/>
            <p:nvPr/>
          </p:nvSpPr>
          <p:spPr>
            <a:xfrm>
              <a:off x="5576231" y="2863582"/>
              <a:ext cx="78991" cy="65563"/>
            </a:xfrm>
            <a:custGeom>
              <a:avLst/>
              <a:pathLst>
                <a:path w="78991" h="65563">
                  <a:moveTo>
                    <a:pt x="0" y="0"/>
                  </a:moveTo>
                  <a:lnTo>
                    <a:pt x="78991" y="65563"/>
                  </a:lnTo>
                </a:path>
              </a:pathLst>
            </a:custGeom>
            <a:ln w="1355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60" name="pg3960"/>
            <p:cNvSpPr/>
            <p:nvPr/>
          </p:nvSpPr>
          <p:spPr>
            <a:xfrm>
              <a:off x="2122085" y="4761972"/>
              <a:ext cx="558515" cy="191932"/>
            </a:xfrm>
            <a:custGeom>
              <a:avLst/>
              <a:pathLst>
                <a:path w="558515" h="191932">
                  <a:moveTo>
                    <a:pt x="27431" y="191932"/>
                  </a:moveTo>
                  <a:lnTo>
                    <a:pt x="531083" y="191932"/>
                  </a:lnTo>
                  <a:lnTo>
                    <a:pt x="529978" y="191910"/>
                  </a:lnTo>
                  <a:lnTo>
                    <a:pt x="534390" y="191732"/>
                  </a:lnTo>
                  <a:lnTo>
                    <a:pt x="538715" y="190849"/>
                  </a:lnTo>
                  <a:lnTo>
                    <a:pt x="542843" y="189284"/>
                  </a:lnTo>
                  <a:lnTo>
                    <a:pt x="546666" y="187076"/>
                  </a:lnTo>
                  <a:lnTo>
                    <a:pt x="550086" y="184284"/>
                  </a:lnTo>
                  <a:lnTo>
                    <a:pt x="553013" y="180980"/>
                  </a:lnTo>
                  <a:lnTo>
                    <a:pt x="555373" y="177248"/>
                  </a:lnTo>
                  <a:lnTo>
                    <a:pt x="557103" y="173187"/>
                  </a:lnTo>
                  <a:lnTo>
                    <a:pt x="558160" y="168900"/>
                  </a:lnTo>
                  <a:lnTo>
                    <a:pt x="558515" y="164500"/>
                  </a:lnTo>
                  <a:lnTo>
                    <a:pt x="558515" y="27431"/>
                  </a:lnTo>
                  <a:lnTo>
                    <a:pt x="558160" y="23031"/>
                  </a:lnTo>
                  <a:lnTo>
                    <a:pt x="557103" y="18745"/>
                  </a:lnTo>
                  <a:lnTo>
                    <a:pt x="555373" y="14683"/>
                  </a:lnTo>
                  <a:lnTo>
                    <a:pt x="553013" y="10952"/>
                  </a:lnTo>
                  <a:lnTo>
                    <a:pt x="550086" y="7647"/>
                  </a:lnTo>
                  <a:lnTo>
                    <a:pt x="546666" y="4855"/>
                  </a:lnTo>
                  <a:lnTo>
                    <a:pt x="542843" y="2648"/>
                  </a:lnTo>
                  <a:lnTo>
                    <a:pt x="538715" y="1083"/>
                  </a:lnTo>
                  <a:lnTo>
                    <a:pt x="534390" y="200"/>
                  </a:lnTo>
                  <a:lnTo>
                    <a:pt x="531083" y="0"/>
                  </a:lnTo>
                  <a:lnTo>
                    <a:pt x="27431" y="0"/>
                  </a:lnTo>
                  <a:lnTo>
                    <a:pt x="30738" y="200"/>
                  </a:lnTo>
                  <a:lnTo>
                    <a:pt x="26327" y="22"/>
                  </a:lnTo>
                  <a:lnTo>
                    <a:pt x="21944" y="554"/>
                  </a:lnTo>
                  <a:lnTo>
                    <a:pt x="17704" y="1782"/>
                  </a:lnTo>
                  <a:lnTo>
                    <a:pt x="13715" y="3675"/>
                  </a:lnTo>
                  <a:lnTo>
                    <a:pt x="10082" y="6183"/>
                  </a:lnTo>
                  <a:lnTo>
                    <a:pt x="6898" y="9241"/>
                  </a:lnTo>
                  <a:lnTo>
                    <a:pt x="4246" y="12770"/>
                  </a:lnTo>
                  <a:lnTo>
                    <a:pt x="2195" y="16679"/>
                  </a:lnTo>
                  <a:lnTo>
                    <a:pt x="797" y="20867"/>
                  </a:lnTo>
                  <a:lnTo>
                    <a:pt x="88" y="25224"/>
                  </a:lnTo>
                  <a:lnTo>
                    <a:pt x="0" y="27431"/>
                  </a:lnTo>
                  <a:lnTo>
                    <a:pt x="0" y="164500"/>
                  </a:lnTo>
                  <a:lnTo>
                    <a:pt x="88" y="162293"/>
                  </a:lnTo>
                  <a:lnTo>
                    <a:pt x="88" y="166707"/>
                  </a:lnTo>
                  <a:lnTo>
                    <a:pt x="797" y="171065"/>
                  </a:lnTo>
                  <a:lnTo>
                    <a:pt x="2195" y="175252"/>
                  </a:lnTo>
                  <a:lnTo>
                    <a:pt x="4246" y="179162"/>
                  </a:lnTo>
                  <a:lnTo>
                    <a:pt x="6898" y="182691"/>
                  </a:lnTo>
                  <a:lnTo>
                    <a:pt x="10082" y="185749"/>
                  </a:lnTo>
                  <a:lnTo>
                    <a:pt x="13715" y="188257"/>
                  </a:lnTo>
                  <a:lnTo>
                    <a:pt x="17704" y="190149"/>
                  </a:lnTo>
                  <a:lnTo>
                    <a:pt x="21944" y="191378"/>
                  </a:lnTo>
                  <a:lnTo>
                    <a:pt x="26327" y="19191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6775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61" name="tx3961"/>
            <p:cNvSpPr/>
            <p:nvPr/>
          </p:nvSpPr>
          <p:spPr>
            <a:xfrm>
              <a:off x="2167805" y="4807692"/>
              <a:ext cx="467075" cy="10049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3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3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W1_TX</a:t>
              </a:r>
            </a:p>
          </p:txBody>
        </p:sp>
        <p:sp>
          <p:nvSpPr>
            <p:cNvPr id="3962" name="pg3962"/>
            <p:cNvSpPr/>
            <p:nvPr/>
          </p:nvSpPr>
          <p:spPr>
            <a:xfrm>
              <a:off x="2792861" y="4612614"/>
              <a:ext cx="550834" cy="191932"/>
            </a:xfrm>
            <a:custGeom>
              <a:avLst/>
              <a:pathLst>
                <a:path w="550834" h="191932">
                  <a:moveTo>
                    <a:pt x="27432" y="191932"/>
                  </a:moveTo>
                  <a:lnTo>
                    <a:pt x="523402" y="191932"/>
                  </a:lnTo>
                  <a:lnTo>
                    <a:pt x="522297" y="191910"/>
                  </a:lnTo>
                  <a:lnTo>
                    <a:pt x="526709" y="191732"/>
                  </a:lnTo>
                  <a:lnTo>
                    <a:pt x="531034" y="190849"/>
                  </a:lnTo>
                  <a:lnTo>
                    <a:pt x="535162" y="189284"/>
                  </a:lnTo>
                  <a:lnTo>
                    <a:pt x="538985" y="187076"/>
                  </a:lnTo>
                  <a:lnTo>
                    <a:pt x="542405" y="184284"/>
                  </a:lnTo>
                  <a:lnTo>
                    <a:pt x="545332" y="180980"/>
                  </a:lnTo>
                  <a:lnTo>
                    <a:pt x="547692" y="177248"/>
                  </a:lnTo>
                  <a:lnTo>
                    <a:pt x="549422" y="173187"/>
                  </a:lnTo>
                  <a:lnTo>
                    <a:pt x="550479" y="168900"/>
                  </a:lnTo>
                  <a:lnTo>
                    <a:pt x="550834" y="164500"/>
                  </a:lnTo>
                  <a:lnTo>
                    <a:pt x="550834" y="27432"/>
                  </a:lnTo>
                  <a:lnTo>
                    <a:pt x="550479" y="23031"/>
                  </a:lnTo>
                  <a:lnTo>
                    <a:pt x="549422" y="18745"/>
                  </a:lnTo>
                  <a:lnTo>
                    <a:pt x="547692" y="14683"/>
                  </a:lnTo>
                  <a:lnTo>
                    <a:pt x="545332" y="10952"/>
                  </a:lnTo>
                  <a:lnTo>
                    <a:pt x="542405" y="7647"/>
                  </a:lnTo>
                  <a:lnTo>
                    <a:pt x="538985" y="4855"/>
                  </a:lnTo>
                  <a:lnTo>
                    <a:pt x="535162" y="2648"/>
                  </a:lnTo>
                  <a:lnTo>
                    <a:pt x="531034" y="1083"/>
                  </a:lnTo>
                  <a:lnTo>
                    <a:pt x="526709" y="200"/>
                  </a:lnTo>
                  <a:lnTo>
                    <a:pt x="523402" y="0"/>
                  </a:lnTo>
                  <a:lnTo>
                    <a:pt x="27432" y="0"/>
                  </a:lnTo>
                  <a:lnTo>
                    <a:pt x="30738" y="200"/>
                  </a:lnTo>
                  <a:lnTo>
                    <a:pt x="26327" y="22"/>
                  </a:lnTo>
                  <a:lnTo>
                    <a:pt x="21944" y="554"/>
                  </a:lnTo>
                  <a:lnTo>
                    <a:pt x="17704" y="1782"/>
                  </a:lnTo>
                  <a:lnTo>
                    <a:pt x="13716" y="3675"/>
                  </a:lnTo>
                  <a:lnTo>
                    <a:pt x="10082" y="6183"/>
                  </a:lnTo>
                  <a:lnTo>
                    <a:pt x="6898" y="9241"/>
                  </a:lnTo>
                  <a:lnTo>
                    <a:pt x="4246" y="12770"/>
                  </a:lnTo>
                  <a:lnTo>
                    <a:pt x="2195" y="16679"/>
                  </a:lnTo>
                  <a:lnTo>
                    <a:pt x="797" y="20867"/>
                  </a:lnTo>
                  <a:lnTo>
                    <a:pt x="88" y="25224"/>
                  </a:lnTo>
                  <a:lnTo>
                    <a:pt x="0" y="27432"/>
                  </a:lnTo>
                  <a:lnTo>
                    <a:pt x="0" y="164500"/>
                  </a:lnTo>
                  <a:lnTo>
                    <a:pt x="88" y="162293"/>
                  </a:lnTo>
                  <a:lnTo>
                    <a:pt x="88" y="166707"/>
                  </a:lnTo>
                  <a:lnTo>
                    <a:pt x="797" y="171065"/>
                  </a:lnTo>
                  <a:lnTo>
                    <a:pt x="2195" y="175252"/>
                  </a:lnTo>
                  <a:lnTo>
                    <a:pt x="4246" y="179162"/>
                  </a:lnTo>
                  <a:lnTo>
                    <a:pt x="6898" y="182691"/>
                  </a:lnTo>
                  <a:lnTo>
                    <a:pt x="10082" y="185749"/>
                  </a:lnTo>
                  <a:lnTo>
                    <a:pt x="13716" y="188257"/>
                  </a:lnTo>
                  <a:lnTo>
                    <a:pt x="17704" y="190149"/>
                  </a:lnTo>
                  <a:lnTo>
                    <a:pt x="21944" y="191378"/>
                  </a:lnTo>
                  <a:lnTo>
                    <a:pt x="26327" y="19191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6775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63" name="tx3963"/>
            <p:cNvSpPr/>
            <p:nvPr/>
          </p:nvSpPr>
          <p:spPr>
            <a:xfrm>
              <a:off x="2838581" y="4658334"/>
              <a:ext cx="459394" cy="10049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3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3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W2_LA</a:t>
              </a:r>
            </a:p>
          </p:txBody>
        </p:sp>
        <p:sp>
          <p:nvSpPr>
            <p:cNvPr id="3964" name="pg3964"/>
            <p:cNvSpPr/>
            <p:nvPr/>
          </p:nvSpPr>
          <p:spPr>
            <a:xfrm>
              <a:off x="3803244" y="4460260"/>
              <a:ext cx="542970" cy="191932"/>
            </a:xfrm>
            <a:custGeom>
              <a:avLst/>
              <a:pathLst>
                <a:path w="542970" h="191932">
                  <a:moveTo>
                    <a:pt x="27431" y="191932"/>
                  </a:moveTo>
                  <a:lnTo>
                    <a:pt x="515538" y="191932"/>
                  </a:lnTo>
                  <a:lnTo>
                    <a:pt x="514434" y="191910"/>
                  </a:lnTo>
                  <a:lnTo>
                    <a:pt x="518845" y="191732"/>
                  </a:lnTo>
                  <a:lnTo>
                    <a:pt x="523170" y="190849"/>
                  </a:lnTo>
                  <a:lnTo>
                    <a:pt x="527298" y="189284"/>
                  </a:lnTo>
                  <a:lnTo>
                    <a:pt x="531121" y="187076"/>
                  </a:lnTo>
                  <a:lnTo>
                    <a:pt x="534541" y="184284"/>
                  </a:lnTo>
                  <a:lnTo>
                    <a:pt x="537469" y="180980"/>
                  </a:lnTo>
                  <a:lnTo>
                    <a:pt x="539828" y="177248"/>
                  </a:lnTo>
                  <a:lnTo>
                    <a:pt x="541558" y="173187"/>
                  </a:lnTo>
                  <a:lnTo>
                    <a:pt x="542615" y="168900"/>
                  </a:lnTo>
                  <a:lnTo>
                    <a:pt x="542970" y="164500"/>
                  </a:lnTo>
                  <a:lnTo>
                    <a:pt x="542970" y="27432"/>
                  </a:lnTo>
                  <a:lnTo>
                    <a:pt x="542615" y="23031"/>
                  </a:lnTo>
                  <a:lnTo>
                    <a:pt x="541558" y="18745"/>
                  </a:lnTo>
                  <a:lnTo>
                    <a:pt x="539828" y="14683"/>
                  </a:lnTo>
                  <a:lnTo>
                    <a:pt x="537469" y="10952"/>
                  </a:lnTo>
                  <a:lnTo>
                    <a:pt x="534541" y="7647"/>
                  </a:lnTo>
                  <a:lnTo>
                    <a:pt x="531121" y="4855"/>
                  </a:lnTo>
                  <a:lnTo>
                    <a:pt x="527298" y="2648"/>
                  </a:lnTo>
                  <a:lnTo>
                    <a:pt x="523170" y="1083"/>
                  </a:lnTo>
                  <a:lnTo>
                    <a:pt x="518845" y="200"/>
                  </a:lnTo>
                  <a:lnTo>
                    <a:pt x="515538" y="0"/>
                  </a:lnTo>
                  <a:lnTo>
                    <a:pt x="27431" y="0"/>
                  </a:lnTo>
                  <a:lnTo>
                    <a:pt x="30738" y="200"/>
                  </a:lnTo>
                  <a:lnTo>
                    <a:pt x="26327" y="22"/>
                  </a:lnTo>
                  <a:lnTo>
                    <a:pt x="21944" y="554"/>
                  </a:lnTo>
                  <a:lnTo>
                    <a:pt x="17704" y="1782"/>
                  </a:lnTo>
                  <a:lnTo>
                    <a:pt x="13715" y="3675"/>
                  </a:lnTo>
                  <a:lnTo>
                    <a:pt x="10082" y="6183"/>
                  </a:lnTo>
                  <a:lnTo>
                    <a:pt x="6898" y="9241"/>
                  </a:lnTo>
                  <a:lnTo>
                    <a:pt x="4246" y="12770"/>
                  </a:lnTo>
                  <a:lnTo>
                    <a:pt x="2195" y="16679"/>
                  </a:lnTo>
                  <a:lnTo>
                    <a:pt x="797" y="20867"/>
                  </a:lnTo>
                  <a:lnTo>
                    <a:pt x="88" y="25224"/>
                  </a:lnTo>
                  <a:lnTo>
                    <a:pt x="0" y="27432"/>
                  </a:lnTo>
                  <a:lnTo>
                    <a:pt x="0" y="164500"/>
                  </a:lnTo>
                  <a:lnTo>
                    <a:pt x="88" y="162293"/>
                  </a:lnTo>
                  <a:lnTo>
                    <a:pt x="88" y="166707"/>
                  </a:lnTo>
                  <a:lnTo>
                    <a:pt x="797" y="171065"/>
                  </a:lnTo>
                  <a:lnTo>
                    <a:pt x="2195" y="175252"/>
                  </a:lnTo>
                  <a:lnTo>
                    <a:pt x="4246" y="179162"/>
                  </a:lnTo>
                  <a:lnTo>
                    <a:pt x="6898" y="182691"/>
                  </a:lnTo>
                  <a:lnTo>
                    <a:pt x="10082" y="185749"/>
                  </a:lnTo>
                  <a:lnTo>
                    <a:pt x="13715" y="188257"/>
                  </a:lnTo>
                  <a:lnTo>
                    <a:pt x="17704" y="190149"/>
                  </a:lnTo>
                  <a:lnTo>
                    <a:pt x="21944" y="191378"/>
                  </a:lnTo>
                  <a:lnTo>
                    <a:pt x="26327" y="19191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6775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65" name="tx3965"/>
            <p:cNvSpPr/>
            <p:nvPr/>
          </p:nvSpPr>
          <p:spPr>
            <a:xfrm>
              <a:off x="3848964" y="4505980"/>
              <a:ext cx="451530" cy="10049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3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3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W3_FL</a:t>
              </a:r>
            </a:p>
          </p:txBody>
        </p:sp>
        <p:sp>
          <p:nvSpPr>
            <p:cNvPr id="3966" name="pg3966"/>
            <p:cNvSpPr/>
            <p:nvPr/>
          </p:nvSpPr>
          <p:spPr>
            <a:xfrm>
              <a:off x="4757186" y="2954971"/>
              <a:ext cx="581741" cy="191932"/>
            </a:xfrm>
            <a:custGeom>
              <a:avLst/>
              <a:pathLst>
                <a:path w="581741" h="191932">
                  <a:moveTo>
                    <a:pt x="27431" y="191932"/>
                  </a:moveTo>
                  <a:lnTo>
                    <a:pt x="554309" y="191932"/>
                  </a:lnTo>
                  <a:lnTo>
                    <a:pt x="553204" y="191910"/>
                  </a:lnTo>
                  <a:lnTo>
                    <a:pt x="557615" y="191732"/>
                  </a:lnTo>
                  <a:lnTo>
                    <a:pt x="561941" y="190849"/>
                  </a:lnTo>
                  <a:lnTo>
                    <a:pt x="566069" y="189284"/>
                  </a:lnTo>
                  <a:lnTo>
                    <a:pt x="569892" y="187076"/>
                  </a:lnTo>
                  <a:lnTo>
                    <a:pt x="573312" y="184284"/>
                  </a:lnTo>
                  <a:lnTo>
                    <a:pt x="576239" y="180980"/>
                  </a:lnTo>
                  <a:lnTo>
                    <a:pt x="578599" y="177248"/>
                  </a:lnTo>
                  <a:lnTo>
                    <a:pt x="580329" y="173187"/>
                  </a:lnTo>
                  <a:lnTo>
                    <a:pt x="581386" y="168900"/>
                  </a:lnTo>
                  <a:lnTo>
                    <a:pt x="581741" y="164500"/>
                  </a:lnTo>
                  <a:lnTo>
                    <a:pt x="581741" y="27431"/>
                  </a:lnTo>
                  <a:lnTo>
                    <a:pt x="581386" y="23031"/>
                  </a:lnTo>
                  <a:lnTo>
                    <a:pt x="580329" y="18745"/>
                  </a:lnTo>
                  <a:lnTo>
                    <a:pt x="578599" y="14683"/>
                  </a:lnTo>
                  <a:lnTo>
                    <a:pt x="576239" y="10952"/>
                  </a:lnTo>
                  <a:lnTo>
                    <a:pt x="573312" y="7647"/>
                  </a:lnTo>
                  <a:lnTo>
                    <a:pt x="569892" y="4855"/>
                  </a:lnTo>
                  <a:lnTo>
                    <a:pt x="566069" y="2648"/>
                  </a:lnTo>
                  <a:lnTo>
                    <a:pt x="561941" y="1083"/>
                  </a:lnTo>
                  <a:lnTo>
                    <a:pt x="557615" y="200"/>
                  </a:lnTo>
                  <a:lnTo>
                    <a:pt x="554309" y="0"/>
                  </a:lnTo>
                  <a:lnTo>
                    <a:pt x="27431" y="0"/>
                  </a:lnTo>
                  <a:lnTo>
                    <a:pt x="30738" y="200"/>
                  </a:lnTo>
                  <a:lnTo>
                    <a:pt x="26327" y="22"/>
                  </a:lnTo>
                  <a:lnTo>
                    <a:pt x="21944" y="554"/>
                  </a:lnTo>
                  <a:lnTo>
                    <a:pt x="17704" y="1782"/>
                  </a:lnTo>
                  <a:lnTo>
                    <a:pt x="13715" y="3675"/>
                  </a:lnTo>
                  <a:lnTo>
                    <a:pt x="10082" y="6183"/>
                  </a:lnTo>
                  <a:lnTo>
                    <a:pt x="6898" y="9241"/>
                  </a:lnTo>
                  <a:lnTo>
                    <a:pt x="4246" y="12770"/>
                  </a:lnTo>
                  <a:lnTo>
                    <a:pt x="2195" y="16679"/>
                  </a:lnTo>
                  <a:lnTo>
                    <a:pt x="797" y="20867"/>
                  </a:lnTo>
                  <a:lnTo>
                    <a:pt x="88" y="25224"/>
                  </a:lnTo>
                  <a:lnTo>
                    <a:pt x="0" y="27431"/>
                  </a:lnTo>
                  <a:lnTo>
                    <a:pt x="0" y="164500"/>
                  </a:lnTo>
                  <a:lnTo>
                    <a:pt x="88" y="162293"/>
                  </a:lnTo>
                  <a:lnTo>
                    <a:pt x="88" y="166707"/>
                  </a:lnTo>
                  <a:lnTo>
                    <a:pt x="797" y="171065"/>
                  </a:lnTo>
                  <a:lnTo>
                    <a:pt x="2195" y="175252"/>
                  </a:lnTo>
                  <a:lnTo>
                    <a:pt x="4246" y="179162"/>
                  </a:lnTo>
                  <a:lnTo>
                    <a:pt x="6898" y="182691"/>
                  </a:lnTo>
                  <a:lnTo>
                    <a:pt x="10082" y="185749"/>
                  </a:lnTo>
                  <a:lnTo>
                    <a:pt x="13715" y="188257"/>
                  </a:lnTo>
                  <a:lnTo>
                    <a:pt x="17704" y="190149"/>
                  </a:lnTo>
                  <a:lnTo>
                    <a:pt x="21944" y="191378"/>
                  </a:lnTo>
                  <a:lnTo>
                    <a:pt x="26327" y="19191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6775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67" name="tx3967"/>
            <p:cNvSpPr/>
            <p:nvPr/>
          </p:nvSpPr>
          <p:spPr>
            <a:xfrm>
              <a:off x="4802906" y="3000691"/>
              <a:ext cx="490301" cy="10049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3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3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W5_NH</a:t>
              </a:r>
            </a:p>
          </p:txBody>
        </p:sp>
        <p:sp>
          <p:nvSpPr>
            <p:cNvPr id="3968" name="pg3968"/>
            <p:cNvSpPr/>
            <p:nvPr/>
          </p:nvSpPr>
          <p:spPr>
            <a:xfrm>
              <a:off x="5118750" y="2671649"/>
              <a:ext cx="589605" cy="191932"/>
            </a:xfrm>
            <a:custGeom>
              <a:avLst/>
              <a:pathLst>
                <a:path w="589605" h="191932">
                  <a:moveTo>
                    <a:pt x="27432" y="191932"/>
                  </a:moveTo>
                  <a:lnTo>
                    <a:pt x="562173" y="191932"/>
                  </a:lnTo>
                  <a:lnTo>
                    <a:pt x="561068" y="191910"/>
                  </a:lnTo>
                  <a:lnTo>
                    <a:pt x="565479" y="191732"/>
                  </a:lnTo>
                  <a:lnTo>
                    <a:pt x="569805" y="190849"/>
                  </a:lnTo>
                  <a:lnTo>
                    <a:pt x="573933" y="189284"/>
                  </a:lnTo>
                  <a:lnTo>
                    <a:pt x="577756" y="187076"/>
                  </a:lnTo>
                  <a:lnTo>
                    <a:pt x="581175" y="184284"/>
                  </a:lnTo>
                  <a:lnTo>
                    <a:pt x="584103" y="180980"/>
                  </a:lnTo>
                  <a:lnTo>
                    <a:pt x="586462" y="177248"/>
                  </a:lnTo>
                  <a:lnTo>
                    <a:pt x="588193" y="173187"/>
                  </a:lnTo>
                  <a:lnTo>
                    <a:pt x="589249" y="168900"/>
                  </a:lnTo>
                  <a:lnTo>
                    <a:pt x="589605" y="164500"/>
                  </a:lnTo>
                  <a:lnTo>
                    <a:pt x="589605" y="27432"/>
                  </a:lnTo>
                  <a:lnTo>
                    <a:pt x="589249" y="23031"/>
                  </a:lnTo>
                  <a:lnTo>
                    <a:pt x="588193" y="18745"/>
                  </a:lnTo>
                  <a:lnTo>
                    <a:pt x="586462" y="14683"/>
                  </a:lnTo>
                  <a:lnTo>
                    <a:pt x="584103" y="10952"/>
                  </a:lnTo>
                  <a:lnTo>
                    <a:pt x="581175" y="7647"/>
                  </a:lnTo>
                  <a:lnTo>
                    <a:pt x="577756" y="4855"/>
                  </a:lnTo>
                  <a:lnTo>
                    <a:pt x="573933" y="2648"/>
                  </a:lnTo>
                  <a:lnTo>
                    <a:pt x="569805" y="1083"/>
                  </a:lnTo>
                  <a:lnTo>
                    <a:pt x="565479" y="200"/>
                  </a:lnTo>
                  <a:lnTo>
                    <a:pt x="562173" y="0"/>
                  </a:lnTo>
                  <a:lnTo>
                    <a:pt x="27432" y="0"/>
                  </a:lnTo>
                  <a:lnTo>
                    <a:pt x="30738" y="200"/>
                  </a:lnTo>
                  <a:lnTo>
                    <a:pt x="26327" y="22"/>
                  </a:lnTo>
                  <a:lnTo>
                    <a:pt x="21944" y="554"/>
                  </a:lnTo>
                  <a:lnTo>
                    <a:pt x="17704" y="1782"/>
                  </a:lnTo>
                  <a:lnTo>
                    <a:pt x="13715" y="3675"/>
                  </a:lnTo>
                  <a:lnTo>
                    <a:pt x="10082" y="6183"/>
                  </a:lnTo>
                  <a:lnTo>
                    <a:pt x="6898" y="9241"/>
                  </a:lnTo>
                  <a:lnTo>
                    <a:pt x="4246" y="12770"/>
                  </a:lnTo>
                  <a:lnTo>
                    <a:pt x="2195" y="16679"/>
                  </a:lnTo>
                  <a:lnTo>
                    <a:pt x="797" y="20867"/>
                  </a:lnTo>
                  <a:lnTo>
                    <a:pt x="88" y="25224"/>
                  </a:lnTo>
                  <a:lnTo>
                    <a:pt x="0" y="27432"/>
                  </a:lnTo>
                  <a:lnTo>
                    <a:pt x="0" y="164500"/>
                  </a:lnTo>
                  <a:lnTo>
                    <a:pt x="88" y="162293"/>
                  </a:lnTo>
                  <a:lnTo>
                    <a:pt x="88" y="166707"/>
                  </a:lnTo>
                  <a:lnTo>
                    <a:pt x="797" y="171065"/>
                  </a:lnTo>
                  <a:lnTo>
                    <a:pt x="2195" y="175252"/>
                  </a:lnTo>
                  <a:lnTo>
                    <a:pt x="4246" y="179162"/>
                  </a:lnTo>
                  <a:lnTo>
                    <a:pt x="6898" y="182691"/>
                  </a:lnTo>
                  <a:lnTo>
                    <a:pt x="10082" y="185749"/>
                  </a:lnTo>
                  <a:lnTo>
                    <a:pt x="13715" y="188257"/>
                  </a:lnTo>
                  <a:lnTo>
                    <a:pt x="17704" y="190149"/>
                  </a:lnTo>
                  <a:lnTo>
                    <a:pt x="21944" y="191378"/>
                  </a:lnTo>
                  <a:lnTo>
                    <a:pt x="26327" y="19191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6775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69" name="tx3969"/>
            <p:cNvSpPr/>
            <p:nvPr/>
          </p:nvSpPr>
          <p:spPr>
            <a:xfrm>
              <a:off x="5164470" y="2717369"/>
              <a:ext cx="498165" cy="10049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3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3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W6_ME</a:t>
              </a:r>
            </a:p>
          </p:txBody>
        </p:sp>
        <p:sp>
          <p:nvSpPr>
            <p:cNvPr id="3970" name="rc3970"/>
            <p:cNvSpPr/>
            <p:nvPr/>
          </p:nvSpPr>
          <p:spPr>
            <a:xfrm>
              <a:off x="2034901" y="2354586"/>
              <a:ext cx="4342247" cy="3366361"/>
            </a:xfrm>
            <a:prstGeom prst="rect">
              <a:avLst/>
            </a:prstGeom>
            <a:ln w="13550" cap="rnd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71" name="tx3971"/>
            <p:cNvSpPr/>
            <p:nvPr/>
          </p:nvSpPr>
          <p:spPr>
            <a:xfrm>
              <a:off x="1722549" y="5366840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25</a:t>
              </a:r>
            </a:p>
          </p:txBody>
        </p:sp>
        <p:sp>
          <p:nvSpPr>
            <p:cNvPr id="3972" name="tx3972"/>
            <p:cNvSpPr/>
            <p:nvPr/>
          </p:nvSpPr>
          <p:spPr>
            <a:xfrm>
              <a:off x="1846907" y="5348460"/>
              <a:ext cx="44714" cy="9848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Symbol"/>
                  <a:cs typeface="Symbol"/>
                </a:rPr>
                <a:t>°</a:t>
              </a:r>
            </a:p>
          </p:txBody>
        </p:sp>
        <p:sp>
          <p:nvSpPr>
            <p:cNvPr id="3973" name="tx3973"/>
            <p:cNvSpPr/>
            <p:nvPr/>
          </p:nvSpPr>
          <p:spPr>
            <a:xfrm>
              <a:off x="1891621" y="5366840"/>
              <a:ext cx="80650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N</a:t>
              </a:r>
            </a:p>
          </p:txBody>
        </p:sp>
        <p:sp>
          <p:nvSpPr>
            <p:cNvPr id="3974" name="tx3974"/>
            <p:cNvSpPr/>
            <p:nvPr/>
          </p:nvSpPr>
          <p:spPr>
            <a:xfrm>
              <a:off x="1722549" y="4716468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30</a:t>
              </a:r>
            </a:p>
          </p:txBody>
        </p:sp>
        <p:sp>
          <p:nvSpPr>
            <p:cNvPr id="3975" name="tx3975"/>
            <p:cNvSpPr/>
            <p:nvPr/>
          </p:nvSpPr>
          <p:spPr>
            <a:xfrm>
              <a:off x="1846907" y="4698089"/>
              <a:ext cx="44714" cy="9848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Symbol"/>
                  <a:cs typeface="Symbol"/>
                </a:rPr>
                <a:t>°</a:t>
              </a:r>
            </a:p>
          </p:txBody>
        </p:sp>
        <p:sp>
          <p:nvSpPr>
            <p:cNvPr id="3976" name="tx3976"/>
            <p:cNvSpPr/>
            <p:nvPr/>
          </p:nvSpPr>
          <p:spPr>
            <a:xfrm>
              <a:off x="1891621" y="4716468"/>
              <a:ext cx="80650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N</a:t>
              </a:r>
            </a:p>
          </p:txBody>
        </p:sp>
        <p:sp>
          <p:nvSpPr>
            <p:cNvPr id="3977" name="tx3977"/>
            <p:cNvSpPr/>
            <p:nvPr/>
          </p:nvSpPr>
          <p:spPr>
            <a:xfrm>
              <a:off x="1722549" y="4066188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35</a:t>
              </a:r>
            </a:p>
          </p:txBody>
        </p:sp>
        <p:sp>
          <p:nvSpPr>
            <p:cNvPr id="3978" name="tx3978"/>
            <p:cNvSpPr/>
            <p:nvPr/>
          </p:nvSpPr>
          <p:spPr>
            <a:xfrm>
              <a:off x="1846907" y="4047809"/>
              <a:ext cx="44714" cy="9848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Symbol"/>
                  <a:cs typeface="Symbol"/>
                </a:rPr>
                <a:t>°</a:t>
              </a:r>
            </a:p>
          </p:txBody>
        </p:sp>
        <p:sp>
          <p:nvSpPr>
            <p:cNvPr id="3979" name="tx3979"/>
            <p:cNvSpPr/>
            <p:nvPr/>
          </p:nvSpPr>
          <p:spPr>
            <a:xfrm>
              <a:off x="1891621" y="4066188"/>
              <a:ext cx="80650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N</a:t>
              </a:r>
            </a:p>
          </p:txBody>
        </p:sp>
        <p:sp>
          <p:nvSpPr>
            <p:cNvPr id="3980" name="tx3980"/>
            <p:cNvSpPr/>
            <p:nvPr/>
          </p:nvSpPr>
          <p:spPr>
            <a:xfrm>
              <a:off x="1722549" y="3415908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40</a:t>
              </a:r>
            </a:p>
          </p:txBody>
        </p:sp>
        <p:sp>
          <p:nvSpPr>
            <p:cNvPr id="3981" name="tx3981"/>
            <p:cNvSpPr/>
            <p:nvPr/>
          </p:nvSpPr>
          <p:spPr>
            <a:xfrm>
              <a:off x="1846907" y="3397529"/>
              <a:ext cx="44714" cy="9848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Symbol"/>
                  <a:cs typeface="Symbol"/>
                </a:rPr>
                <a:t>°</a:t>
              </a:r>
            </a:p>
          </p:txBody>
        </p:sp>
        <p:sp>
          <p:nvSpPr>
            <p:cNvPr id="3982" name="tx3982"/>
            <p:cNvSpPr/>
            <p:nvPr/>
          </p:nvSpPr>
          <p:spPr>
            <a:xfrm>
              <a:off x="1891621" y="3415908"/>
              <a:ext cx="80650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N</a:t>
              </a:r>
            </a:p>
          </p:txBody>
        </p:sp>
        <p:sp>
          <p:nvSpPr>
            <p:cNvPr id="3983" name="tx3983"/>
            <p:cNvSpPr/>
            <p:nvPr/>
          </p:nvSpPr>
          <p:spPr>
            <a:xfrm>
              <a:off x="1722549" y="2765720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45</a:t>
              </a:r>
            </a:p>
          </p:txBody>
        </p:sp>
        <p:sp>
          <p:nvSpPr>
            <p:cNvPr id="3984" name="tx3984"/>
            <p:cNvSpPr/>
            <p:nvPr/>
          </p:nvSpPr>
          <p:spPr>
            <a:xfrm>
              <a:off x="1846907" y="2747340"/>
              <a:ext cx="44714" cy="9848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Symbol"/>
                  <a:cs typeface="Symbol"/>
                </a:rPr>
                <a:t>°</a:t>
              </a:r>
            </a:p>
          </p:txBody>
        </p:sp>
        <p:sp>
          <p:nvSpPr>
            <p:cNvPr id="3985" name="tx3985"/>
            <p:cNvSpPr/>
            <p:nvPr/>
          </p:nvSpPr>
          <p:spPr>
            <a:xfrm>
              <a:off x="1891621" y="2765720"/>
              <a:ext cx="80650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N</a:t>
              </a:r>
            </a:p>
          </p:txBody>
        </p:sp>
        <p:sp>
          <p:nvSpPr>
            <p:cNvPr id="3986" name="pl3986"/>
            <p:cNvSpPr/>
            <p:nvPr/>
          </p:nvSpPr>
          <p:spPr>
            <a:xfrm>
              <a:off x="2000107" y="5407850"/>
              <a:ext cx="34794" cy="0"/>
            </a:xfrm>
            <a:custGeom>
              <a:avLst/>
              <a:pathLst>
                <a:path w="34794" h="0">
                  <a:moveTo>
                    <a:pt x="0" y="0"/>
                  </a:moveTo>
                  <a:lnTo>
                    <a:pt x="34794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87" name="pl3987"/>
            <p:cNvSpPr/>
            <p:nvPr/>
          </p:nvSpPr>
          <p:spPr>
            <a:xfrm>
              <a:off x="2000107" y="4757570"/>
              <a:ext cx="34794" cy="0"/>
            </a:xfrm>
            <a:custGeom>
              <a:avLst/>
              <a:pathLst>
                <a:path w="34794" h="0">
                  <a:moveTo>
                    <a:pt x="0" y="0"/>
                  </a:moveTo>
                  <a:lnTo>
                    <a:pt x="34794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88" name="pl3988"/>
            <p:cNvSpPr/>
            <p:nvPr/>
          </p:nvSpPr>
          <p:spPr>
            <a:xfrm>
              <a:off x="2000107" y="4107291"/>
              <a:ext cx="34794" cy="0"/>
            </a:xfrm>
            <a:custGeom>
              <a:avLst/>
              <a:pathLst>
                <a:path w="34794" h="0">
                  <a:moveTo>
                    <a:pt x="0" y="0"/>
                  </a:moveTo>
                  <a:lnTo>
                    <a:pt x="34794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89" name="pl3989"/>
            <p:cNvSpPr/>
            <p:nvPr/>
          </p:nvSpPr>
          <p:spPr>
            <a:xfrm>
              <a:off x="2000107" y="3457011"/>
              <a:ext cx="34794" cy="0"/>
            </a:xfrm>
            <a:custGeom>
              <a:avLst/>
              <a:pathLst>
                <a:path w="34794" h="0">
                  <a:moveTo>
                    <a:pt x="0" y="0"/>
                  </a:moveTo>
                  <a:lnTo>
                    <a:pt x="34794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90" name="pl3990"/>
            <p:cNvSpPr/>
            <p:nvPr/>
          </p:nvSpPr>
          <p:spPr>
            <a:xfrm>
              <a:off x="2000107" y="2806731"/>
              <a:ext cx="34794" cy="0"/>
            </a:xfrm>
            <a:custGeom>
              <a:avLst/>
              <a:pathLst>
                <a:path w="34794" h="0">
                  <a:moveTo>
                    <a:pt x="0" y="0"/>
                  </a:moveTo>
                  <a:lnTo>
                    <a:pt x="34794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91" name="pl3991"/>
            <p:cNvSpPr/>
            <p:nvPr/>
          </p:nvSpPr>
          <p:spPr>
            <a:xfrm>
              <a:off x="2443946" y="5720948"/>
              <a:ext cx="0" cy="34794"/>
            </a:xfrm>
            <a:custGeom>
              <a:avLst/>
              <a:pathLst>
                <a:path w="0" h="34794">
                  <a:moveTo>
                    <a:pt x="0" y="34794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92" name="pl3992"/>
            <p:cNvSpPr/>
            <p:nvPr/>
          </p:nvSpPr>
          <p:spPr>
            <a:xfrm>
              <a:off x="2973121" y="5720948"/>
              <a:ext cx="0" cy="34794"/>
            </a:xfrm>
            <a:custGeom>
              <a:avLst/>
              <a:pathLst>
                <a:path w="0" h="34794">
                  <a:moveTo>
                    <a:pt x="0" y="34794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93" name="pl3993"/>
            <p:cNvSpPr/>
            <p:nvPr/>
          </p:nvSpPr>
          <p:spPr>
            <a:xfrm>
              <a:off x="3502296" y="5720948"/>
              <a:ext cx="0" cy="34794"/>
            </a:xfrm>
            <a:custGeom>
              <a:avLst/>
              <a:pathLst>
                <a:path w="0" h="34794">
                  <a:moveTo>
                    <a:pt x="0" y="34794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94" name="pl3994"/>
            <p:cNvSpPr/>
            <p:nvPr/>
          </p:nvSpPr>
          <p:spPr>
            <a:xfrm>
              <a:off x="4031471" y="5720948"/>
              <a:ext cx="0" cy="34794"/>
            </a:xfrm>
            <a:custGeom>
              <a:avLst/>
              <a:pathLst>
                <a:path w="0" h="34794">
                  <a:moveTo>
                    <a:pt x="0" y="34794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95" name="pl3995"/>
            <p:cNvSpPr/>
            <p:nvPr/>
          </p:nvSpPr>
          <p:spPr>
            <a:xfrm>
              <a:off x="4560646" y="5720948"/>
              <a:ext cx="0" cy="34794"/>
            </a:xfrm>
            <a:custGeom>
              <a:avLst/>
              <a:pathLst>
                <a:path w="0" h="34794">
                  <a:moveTo>
                    <a:pt x="0" y="34794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96" name="pl3996"/>
            <p:cNvSpPr/>
            <p:nvPr/>
          </p:nvSpPr>
          <p:spPr>
            <a:xfrm>
              <a:off x="5089822" y="5720948"/>
              <a:ext cx="0" cy="34794"/>
            </a:xfrm>
            <a:custGeom>
              <a:avLst/>
              <a:pathLst>
                <a:path w="0" h="34794">
                  <a:moveTo>
                    <a:pt x="0" y="34794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97" name="pl3997"/>
            <p:cNvSpPr/>
            <p:nvPr/>
          </p:nvSpPr>
          <p:spPr>
            <a:xfrm>
              <a:off x="5618997" y="5720948"/>
              <a:ext cx="0" cy="34794"/>
            </a:xfrm>
            <a:custGeom>
              <a:avLst/>
              <a:pathLst>
                <a:path w="0" h="34794">
                  <a:moveTo>
                    <a:pt x="0" y="34794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98" name="pl3998"/>
            <p:cNvSpPr/>
            <p:nvPr/>
          </p:nvSpPr>
          <p:spPr>
            <a:xfrm>
              <a:off x="6148172" y="5720948"/>
              <a:ext cx="0" cy="34794"/>
            </a:xfrm>
            <a:custGeom>
              <a:avLst/>
              <a:pathLst>
                <a:path w="0" h="34794">
                  <a:moveTo>
                    <a:pt x="0" y="34794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99" name="tx3999"/>
            <p:cNvSpPr/>
            <p:nvPr/>
          </p:nvSpPr>
          <p:spPr>
            <a:xfrm>
              <a:off x="2275605" y="5783578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100</a:t>
              </a:r>
            </a:p>
          </p:txBody>
        </p:sp>
        <p:sp>
          <p:nvSpPr>
            <p:cNvPr id="4000" name="tx4000"/>
            <p:cNvSpPr/>
            <p:nvPr/>
          </p:nvSpPr>
          <p:spPr>
            <a:xfrm>
              <a:off x="2462143" y="5765198"/>
              <a:ext cx="44714" cy="9848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Symbol"/>
                  <a:cs typeface="Symbol"/>
                </a:rPr>
                <a:t>°</a:t>
              </a:r>
            </a:p>
          </p:txBody>
        </p:sp>
        <p:sp>
          <p:nvSpPr>
            <p:cNvPr id="4001" name="tx4001"/>
            <p:cNvSpPr/>
            <p:nvPr/>
          </p:nvSpPr>
          <p:spPr>
            <a:xfrm>
              <a:off x="2506857" y="5783578"/>
              <a:ext cx="105430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W</a:t>
              </a:r>
            </a:p>
          </p:txBody>
        </p:sp>
        <p:sp>
          <p:nvSpPr>
            <p:cNvPr id="4002" name="tx4002"/>
            <p:cNvSpPr/>
            <p:nvPr/>
          </p:nvSpPr>
          <p:spPr>
            <a:xfrm>
              <a:off x="2820371" y="5783578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 95</a:t>
              </a:r>
            </a:p>
          </p:txBody>
        </p:sp>
        <p:sp>
          <p:nvSpPr>
            <p:cNvPr id="4003" name="tx4003"/>
            <p:cNvSpPr/>
            <p:nvPr/>
          </p:nvSpPr>
          <p:spPr>
            <a:xfrm>
              <a:off x="2975727" y="5765198"/>
              <a:ext cx="44714" cy="9848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Symbol"/>
                  <a:cs typeface="Symbol"/>
                </a:rPr>
                <a:t>°</a:t>
              </a:r>
            </a:p>
          </p:txBody>
        </p:sp>
        <p:sp>
          <p:nvSpPr>
            <p:cNvPr id="4004" name="tx4004"/>
            <p:cNvSpPr/>
            <p:nvPr/>
          </p:nvSpPr>
          <p:spPr>
            <a:xfrm>
              <a:off x="3020442" y="5783578"/>
              <a:ext cx="105430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W</a:t>
              </a:r>
            </a:p>
          </p:txBody>
        </p:sp>
        <p:sp>
          <p:nvSpPr>
            <p:cNvPr id="4005" name="tx4005"/>
            <p:cNvSpPr/>
            <p:nvPr/>
          </p:nvSpPr>
          <p:spPr>
            <a:xfrm>
              <a:off x="3349546" y="5783578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 90</a:t>
              </a:r>
            </a:p>
          </p:txBody>
        </p:sp>
        <p:sp>
          <p:nvSpPr>
            <p:cNvPr id="4006" name="tx4006"/>
            <p:cNvSpPr/>
            <p:nvPr/>
          </p:nvSpPr>
          <p:spPr>
            <a:xfrm>
              <a:off x="3504902" y="5765198"/>
              <a:ext cx="44714" cy="9848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Symbol"/>
                  <a:cs typeface="Symbol"/>
                </a:rPr>
                <a:t>°</a:t>
              </a:r>
            </a:p>
          </p:txBody>
        </p:sp>
        <p:sp>
          <p:nvSpPr>
            <p:cNvPr id="4007" name="tx4007"/>
            <p:cNvSpPr/>
            <p:nvPr/>
          </p:nvSpPr>
          <p:spPr>
            <a:xfrm>
              <a:off x="3549617" y="5783578"/>
              <a:ext cx="105430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W</a:t>
              </a:r>
            </a:p>
          </p:txBody>
        </p:sp>
        <p:sp>
          <p:nvSpPr>
            <p:cNvPr id="4008" name="tx4008"/>
            <p:cNvSpPr/>
            <p:nvPr/>
          </p:nvSpPr>
          <p:spPr>
            <a:xfrm>
              <a:off x="3878721" y="5783578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 85</a:t>
              </a:r>
            </a:p>
          </p:txBody>
        </p:sp>
        <p:sp>
          <p:nvSpPr>
            <p:cNvPr id="4009" name="tx4009"/>
            <p:cNvSpPr/>
            <p:nvPr/>
          </p:nvSpPr>
          <p:spPr>
            <a:xfrm>
              <a:off x="4034077" y="5765198"/>
              <a:ext cx="44714" cy="9848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Symbol"/>
                  <a:cs typeface="Symbol"/>
                </a:rPr>
                <a:t>°</a:t>
              </a:r>
            </a:p>
          </p:txBody>
        </p:sp>
        <p:sp>
          <p:nvSpPr>
            <p:cNvPr id="4010" name="tx4010"/>
            <p:cNvSpPr/>
            <p:nvPr/>
          </p:nvSpPr>
          <p:spPr>
            <a:xfrm>
              <a:off x="4078792" y="5783578"/>
              <a:ext cx="105430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W</a:t>
              </a:r>
            </a:p>
          </p:txBody>
        </p:sp>
        <p:sp>
          <p:nvSpPr>
            <p:cNvPr id="4011" name="tx4011"/>
            <p:cNvSpPr/>
            <p:nvPr/>
          </p:nvSpPr>
          <p:spPr>
            <a:xfrm>
              <a:off x="4407896" y="5783578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 80</a:t>
              </a:r>
            </a:p>
          </p:txBody>
        </p:sp>
        <p:sp>
          <p:nvSpPr>
            <p:cNvPr id="4012" name="tx4012"/>
            <p:cNvSpPr/>
            <p:nvPr/>
          </p:nvSpPr>
          <p:spPr>
            <a:xfrm>
              <a:off x="4563253" y="5765198"/>
              <a:ext cx="44714" cy="9848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Symbol"/>
                  <a:cs typeface="Symbol"/>
                </a:rPr>
                <a:t>°</a:t>
              </a:r>
            </a:p>
          </p:txBody>
        </p:sp>
        <p:sp>
          <p:nvSpPr>
            <p:cNvPr id="4013" name="tx4013"/>
            <p:cNvSpPr/>
            <p:nvPr/>
          </p:nvSpPr>
          <p:spPr>
            <a:xfrm>
              <a:off x="4607967" y="5783578"/>
              <a:ext cx="105430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W</a:t>
              </a:r>
            </a:p>
          </p:txBody>
        </p:sp>
        <p:sp>
          <p:nvSpPr>
            <p:cNvPr id="4014" name="tx4014"/>
            <p:cNvSpPr/>
            <p:nvPr/>
          </p:nvSpPr>
          <p:spPr>
            <a:xfrm>
              <a:off x="4937071" y="5783578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 75</a:t>
              </a:r>
            </a:p>
          </p:txBody>
        </p:sp>
        <p:sp>
          <p:nvSpPr>
            <p:cNvPr id="4015" name="tx4015"/>
            <p:cNvSpPr/>
            <p:nvPr/>
          </p:nvSpPr>
          <p:spPr>
            <a:xfrm>
              <a:off x="5092428" y="5765198"/>
              <a:ext cx="44714" cy="9848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Symbol"/>
                  <a:cs typeface="Symbol"/>
                </a:rPr>
                <a:t>°</a:t>
              </a:r>
            </a:p>
          </p:txBody>
        </p:sp>
        <p:sp>
          <p:nvSpPr>
            <p:cNvPr id="4016" name="tx4016"/>
            <p:cNvSpPr/>
            <p:nvPr/>
          </p:nvSpPr>
          <p:spPr>
            <a:xfrm>
              <a:off x="5137142" y="5783578"/>
              <a:ext cx="105430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W</a:t>
              </a:r>
            </a:p>
          </p:txBody>
        </p:sp>
        <p:sp>
          <p:nvSpPr>
            <p:cNvPr id="4017" name="tx4017"/>
            <p:cNvSpPr/>
            <p:nvPr/>
          </p:nvSpPr>
          <p:spPr>
            <a:xfrm>
              <a:off x="5466246" y="5783578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 70</a:t>
              </a:r>
            </a:p>
          </p:txBody>
        </p:sp>
        <p:sp>
          <p:nvSpPr>
            <p:cNvPr id="4018" name="tx4018"/>
            <p:cNvSpPr/>
            <p:nvPr/>
          </p:nvSpPr>
          <p:spPr>
            <a:xfrm>
              <a:off x="5621603" y="5765198"/>
              <a:ext cx="44714" cy="9848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Symbol"/>
                  <a:cs typeface="Symbol"/>
                </a:rPr>
                <a:t>°</a:t>
              </a:r>
            </a:p>
          </p:txBody>
        </p:sp>
        <p:sp>
          <p:nvSpPr>
            <p:cNvPr id="4019" name="tx4019"/>
            <p:cNvSpPr/>
            <p:nvPr/>
          </p:nvSpPr>
          <p:spPr>
            <a:xfrm>
              <a:off x="5666317" y="5783578"/>
              <a:ext cx="105430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W</a:t>
              </a:r>
            </a:p>
          </p:txBody>
        </p:sp>
        <p:sp>
          <p:nvSpPr>
            <p:cNvPr id="4020" name="tx4020"/>
            <p:cNvSpPr/>
            <p:nvPr/>
          </p:nvSpPr>
          <p:spPr>
            <a:xfrm>
              <a:off x="5995421" y="5783578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 65</a:t>
              </a:r>
            </a:p>
          </p:txBody>
        </p:sp>
        <p:sp>
          <p:nvSpPr>
            <p:cNvPr id="4021" name="tx4021"/>
            <p:cNvSpPr/>
            <p:nvPr/>
          </p:nvSpPr>
          <p:spPr>
            <a:xfrm>
              <a:off x="6150778" y="5765198"/>
              <a:ext cx="44714" cy="9848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Symbol"/>
                  <a:cs typeface="Symbol"/>
                </a:rPr>
                <a:t>°</a:t>
              </a:r>
            </a:p>
          </p:txBody>
        </p:sp>
        <p:sp>
          <p:nvSpPr>
            <p:cNvPr id="4022" name="tx4022"/>
            <p:cNvSpPr/>
            <p:nvPr/>
          </p:nvSpPr>
          <p:spPr>
            <a:xfrm>
              <a:off x="6195492" y="5783578"/>
              <a:ext cx="105430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W</a:t>
              </a:r>
            </a:p>
          </p:txBody>
        </p:sp>
        <p:sp>
          <p:nvSpPr>
            <p:cNvPr id="4023" name="tx4023"/>
            <p:cNvSpPr/>
            <p:nvPr/>
          </p:nvSpPr>
          <p:spPr>
            <a:xfrm>
              <a:off x="3899107" y="5925448"/>
              <a:ext cx="613836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Longitude</a:t>
              </a:r>
            </a:p>
          </p:txBody>
        </p:sp>
        <p:sp>
          <p:nvSpPr>
            <p:cNvPr id="4024" name="tx4024"/>
            <p:cNvSpPr/>
            <p:nvPr/>
          </p:nvSpPr>
          <p:spPr>
            <a:xfrm rot="-5400000">
              <a:off x="1358159" y="3987658"/>
              <a:ext cx="497159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Latitude</a:t>
              </a:r>
            </a:p>
          </p:txBody>
        </p:sp>
        <p:sp>
          <p:nvSpPr>
            <p:cNvPr id="4025" name="rc4025"/>
            <p:cNvSpPr/>
            <p:nvPr/>
          </p:nvSpPr>
          <p:spPr>
            <a:xfrm>
              <a:off x="6516327" y="3243743"/>
              <a:ext cx="1071043" cy="1588048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4026" name="tx4026"/>
            <p:cNvSpPr/>
            <p:nvPr/>
          </p:nvSpPr>
          <p:spPr>
            <a:xfrm>
              <a:off x="6585916" y="3328785"/>
              <a:ext cx="931865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Environmental </a:t>
              </a:r>
            </a:p>
          </p:txBody>
        </p:sp>
        <p:sp>
          <p:nvSpPr>
            <p:cNvPr id="4027" name="tx4027"/>
            <p:cNvSpPr/>
            <p:nvPr/>
          </p:nvSpPr>
          <p:spPr>
            <a:xfrm>
              <a:off x="6585916" y="3479661"/>
              <a:ext cx="543519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Distance</a:t>
              </a:r>
            </a:p>
          </p:txBody>
        </p:sp>
        <p:pic>
          <p:nvPicPr>
            <p:cNvPr id="4028" name="pic4028"/>
            <p:cNvPicPr/>
            <p:nvPr/>
          </p:nvPicPr>
          <p:blipFill>
            <a:blip r:embed="rId2" cstate="print"/>
            <a:stretch>
              <a:fillRect/>
            </a:stretch>
          </p:blipFill>
          <p:spPr>
            <a:xfrm>
              <a:off x="6585916" y="3664922"/>
              <a:ext cx="219455" cy="1097280"/>
            </a:xfrm>
            <a:prstGeom prst="rect">
              <a:avLst/>
            </a:prstGeom>
          </p:spPr>
        </p:pic>
        <p:sp>
          <p:nvSpPr>
            <p:cNvPr id="4029" name="pl4029"/>
            <p:cNvSpPr/>
            <p:nvPr/>
          </p:nvSpPr>
          <p:spPr>
            <a:xfrm>
              <a:off x="6761481" y="4760373"/>
              <a:ext cx="43891" cy="0"/>
            </a:xfrm>
            <a:custGeom>
              <a:avLst/>
              <a:pathLst>
                <a:path w="43891" h="0">
                  <a:moveTo>
                    <a:pt x="0" y="0"/>
                  </a:moveTo>
                  <a:lnTo>
                    <a:pt x="43891" y="0"/>
                  </a:lnTo>
                </a:path>
              </a:pathLst>
            </a:custGeom>
            <a:ln w="4762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30" name="pl4030"/>
            <p:cNvSpPr/>
            <p:nvPr/>
          </p:nvSpPr>
          <p:spPr>
            <a:xfrm>
              <a:off x="6761481" y="4578103"/>
              <a:ext cx="43891" cy="0"/>
            </a:xfrm>
            <a:custGeom>
              <a:avLst/>
              <a:pathLst>
                <a:path w="43891" h="0">
                  <a:moveTo>
                    <a:pt x="0" y="0"/>
                  </a:moveTo>
                  <a:lnTo>
                    <a:pt x="43891" y="0"/>
                  </a:lnTo>
                </a:path>
              </a:pathLst>
            </a:custGeom>
            <a:ln w="4762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31" name="pl4031"/>
            <p:cNvSpPr/>
            <p:nvPr/>
          </p:nvSpPr>
          <p:spPr>
            <a:xfrm>
              <a:off x="6761481" y="4395832"/>
              <a:ext cx="43891" cy="0"/>
            </a:xfrm>
            <a:custGeom>
              <a:avLst/>
              <a:pathLst>
                <a:path w="43891" h="0">
                  <a:moveTo>
                    <a:pt x="0" y="0"/>
                  </a:moveTo>
                  <a:lnTo>
                    <a:pt x="43891" y="0"/>
                  </a:lnTo>
                </a:path>
              </a:pathLst>
            </a:custGeom>
            <a:ln w="4762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32" name="pl4032"/>
            <p:cNvSpPr/>
            <p:nvPr/>
          </p:nvSpPr>
          <p:spPr>
            <a:xfrm>
              <a:off x="6761481" y="4213562"/>
              <a:ext cx="43891" cy="0"/>
            </a:xfrm>
            <a:custGeom>
              <a:avLst/>
              <a:pathLst>
                <a:path w="43891" h="0">
                  <a:moveTo>
                    <a:pt x="0" y="0"/>
                  </a:moveTo>
                  <a:lnTo>
                    <a:pt x="43891" y="0"/>
                  </a:lnTo>
                </a:path>
              </a:pathLst>
            </a:custGeom>
            <a:ln w="4762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33" name="pl4033"/>
            <p:cNvSpPr/>
            <p:nvPr/>
          </p:nvSpPr>
          <p:spPr>
            <a:xfrm>
              <a:off x="6761481" y="4031291"/>
              <a:ext cx="43891" cy="0"/>
            </a:xfrm>
            <a:custGeom>
              <a:avLst/>
              <a:pathLst>
                <a:path w="43891" h="0">
                  <a:moveTo>
                    <a:pt x="0" y="0"/>
                  </a:moveTo>
                  <a:lnTo>
                    <a:pt x="43891" y="0"/>
                  </a:lnTo>
                </a:path>
              </a:pathLst>
            </a:custGeom>
            <a:ln w="4762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34" name="pl4034"/>
            <p:cNvSpPr/>
            <p:nvPr/>
          </p:nvSpPr>
          <p:spPr>
            <a:xfrm>
              <a:off x="6761481" y="3849021"/>
              <a:ext cx="43891" cy="0"/>
            </a:xfrm>
            <a:custGeom>
              <a:avLst/>
              <a:pathLst>
                <a:path w="43891" h="0">
                  <a:moveTo>
                    <a:pt x="0" y="0"/>
                  </a:moveTo>
                  <a:lnTo>
                    <a:pt x="43891" y="0"/>
                  </a:lnTo>
                </a:path>
              </a:pathLst>
            </a:custGeom>
            <a:ln w="4762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35" name="pl4035"/>
            <p:cNvSpPr/>
            <p:nvPr/>
          </p:nvSpPr>
          <p:spPr>
            <a:xfrm>
              <a:off x="6761481" y="3666751"/>
              <a:ext cx="43891" cy="0"/>
            </a:xfrm>
            <a:custGeom>
              <a:avLst/>
              <a:pathLst>
                <a:path w="43891" h="0">
                  <a:moveTo>
                    <a:pt x="0" y="0"/>
                  </a:moveTo>
                  <a:lnTo>
                    <a:pt x="43891" y="0"/>
                  </a:lnTo>
                </a:path>
              </a:pathLst>
            </a:custGeom>
            <a:ln w="4762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36" name="pl4036"/>
            <p:cNvSpPr/>
            <p:nvPr/>
          </p:nvSpPr>
          <p:spPr>
            <a:xfrm>
              <a:off x="6585916" y="4760373"/>
              <a:ext cx="43891" cy="0"/>
            </a:xfrm>
            <a:custGeom>
              <a:avLst/>
              <a:pathLst>
                <a:path w="43891" h="0">
                  <a:moveTo>
                    <a:pt x="43891" y="0"/>
                  </a:moveTo>
                  <a:lnTo>
                    <a:pt x="0" y="0"/>
                  </a:lnTo>
                </a:path>
              </a:pathLst>
            </a:custGeom>
            <a:ln w="4762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37" name="pl4037"/>
            <p:cNvSpPr/>
            <p:nvPr/>
          </p:nvSpPr>
          <p:spPr>
            <a:xfrm>
              <a:off x="6585916" y="4578103"/>
              <a:ext cx="43891" cy="0"/>
            </a:xfrm>
            <a:custGeom>
              <a:avLst/>
              <a:pathLst>
                <a:path w="43891" h="0">
                  <a:moveTo>
                    <a:pt x="43891" y="0"/>
                  </a:moveTo>
                  <a:lnTo>
                    <a:pt x="0" y="0"/>
                  </a:lnTo>
                </a:path>
              </a:pathLst>
            </a:custGeom>
            <a:ln w="4762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38" name="pl4038"/>
            <p:cNvSpPr/>
            <p:nvPr/>
          </p:nvSpPr>
          <p:spPr>
            <a:xfrm>
              <a:off x="6585916" y="4395832"/>
              <a:ext cx="43891" cy="0"/>
            </a:xfrm>
            <a:custGeom>
              <a:avLst/>
              <a:pathLst>
                <a:path w="43891" h="0">
                  <a:moveTo>
                    <a:pt x="43891" y="0"/>
                  </a:moveTo>
                  <a:lnTo>
                    <a:pt x="0" y="0"/>
                  </a:lnTo>
                </a:path>
              </a:pathLst>
            </a:custGeom>
            <a:ln w="4762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39" name="pl4039"/>
            <p:cNvSpPr/>
            <p:nvPr/>
          </p:nvSpPr>
          <p:spPr>
            <a:xfrm>
              <a:off x="6585916" y="4213562"/>
              <a:ext cx="43891" cy="0"/>
            </a:xfrm>
            <a:custGeom>
              <a:avLst/>
              <a:pathLst>
                <a:path w="43891" h="0">
                  <a:moveTo>
                    <a:pt x="43891" y="0"/>
                  </a:moveTo>
                  <a:lnTo>
                    <a:pt x="0" y="0"/>
                  </a:lnTo>
                </a:path>
              </a:pathLst>
            </a:custGeom>
            <a:ln w="4762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40" name="pl4040"/>
            <p:cNvSpPr/>
            <p:nvPr/>
          </p:nvSpPr>
          <p:spPr>
            <a:xfrm>
              <a:off x="6585916" y="4031291"/>
              <a:ext cx="43891" cy="0"/>
            </a:xfrm>
            <a:custGeom>
              <a:avLst/>
              <a:pathLst>
                <a:path w="43891" h="0">
                  <a:moveTo>
                    <a:pt x="43891" y="0"/>
                  </a:moveTo>
                  <a:lnTo>
                    <a:pt x="0" y="0"/>
                  </a:lnTo>
                </a:path>
              </a:pathLst>
            </a:custGeom>
            <a:ln w="4762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41" name="pl4041"/>
            <p:cNvSpPr/>
            <p:nvPr/>
          </p:nvSpPr>
          <p:spPr>
            <a:xfrm>
              <a:off x="6585916" y="3849021"/>
              <a:ext cx="43891" cy="0"/>
            </a:xfrm>
            <a:custGeom>
              <a:avLst/>
              <a:pathLst>
                <a:path w="43891" h="0">
                  <a:moveTo>
                    <a:pt x="43891" y="0"/>
                  </a:moveTo>
                  <a:lnTo>
                    <a:pt x="0" y="0"/>
                  </a:lnTo>
                </a:path>
              </a:pathLst>
            </a:custGeom>
            <a:ln w="4762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42" name="pl4042"/>
            <p:cNvSpPr/>
            <p:nvPr/>
          </p:nvSpPr>
          <p:spPr>
            <a:xfrm>
              <a:off x="6585916" y="3666751"/>
              <a:ext cx="43891" cy="0"/>
            </a:xfrm>
            <a:custGeom>
              <a:avLst/>
              <a:pathLst>
                <a:path w="43891" h="0">
                  <a:moveTo>
                    <a:pt x="43891" y="0"/>
                  </a:moveTo>
                  <a:lnTo>
                    <a:pt x="0" y="0"/>
                  </a:lnTo>
                </a:path>
              </a:pathLst>
            </a:custGeom>
            <a:ln w="4762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43" name="tx4043"/>
            <p:cNvSpPr/>
            <p:nvPr/>
          </p:nvSpPr>
          <p:spPr>
            <a:xfrm>
              <a:off x="6874961" y="472032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4044" name="tx4044"/>
            <p:cNvSpPr/>
            <p:nvPr/>
          </p:nvSpPr>
          <p:spPr>
            <a:xfrm>
              <a:off x="6874961" y="453805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4045" name="tx4045"/>
            <p:cNvSpPr/>
            <p:nvPr/>
          </p:nvSpPr>
          <p:spPr>
            <a:xfrm>
              <a:off x="6874961" y="4355781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4046" name="tx4046"/>
            <p:cNvSpPr/>
            <p:nvPr/>
          </p:nvSpPr>
          <p:spPr>
            <a:xfrm>
              <a:off x="6874961" y="4173511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4047" name="tx4047"/>
            <p:cNvSpPr/>
            <p:nvPr/>
          </p:nvSpPr>
          <p:spPr>
            <a:xfrm>
              <a:off x="6874961" y="3991241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4048" name="tx4048"/>
            <p:cNvSpPr/>
            <p:nvPr/>
          </p:nvSpPr>
          <p:spPr>
            <a:xfrm>
              <a:off x="6874961" y="3808970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5</a:t>
              </a:r>
            </a:p>
          </p:txBody>
        </p:sp>
        <p:sp>
          <p:nvSpPr>
            <p:cNvPr id="4049" name="tx4049"/>
            <p:cNvSpPr/>
            <p:nvPr/>
          </p:nvSpPr>
          <p:spPr>
            <a:xfrm>
              <a:off x="6874961" y="3626700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6</a:t>
              </a:r>
            </a:p>
          </p:txBody>
        </p:sp>
        <p:sp>
          <p:nvSpPr>
            <p:cNvPr id="4050" name="tx4050"/>
            <p:cNvSpPr/>
            <p:nvPr/>
          </p:nvSpPr>
          <p:spPr>
            <a:xfrm>
              <a:off x="2034901" y="1669789"/>
              <a:ext cx="3642695" cy="21863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2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24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Environmental Distance to </a:t>
              </a:r>
            </a:p>
          </p:txBody>
        </p:sp>
        <p:sp>
          <p:nvSpPr>
            <p:cNvPr id="4051" name="tx4051"/>
            <p:cNvSpPr/>
            <p:nvPr/>
          </p:nvSpPr>
          <p:spPr>
            <a:xfrm>
              <a:off x="2034901" y="1998973"/>
              <a:ext cx="1287749" cy="21863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2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24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Lewisetta</a:t>
              </a:r>
            </a:p>
          </p:txBody>
        </p:sp>
      </p:grp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rc4"/>
            <p:cNvSpPr/>
            <p:nvPr/>
          </p:nvSpPr>
          <p:spPr>
            <a:xfrm>
              <a:off x="1754045" y="1600200"/>
              <a:ext cx="5635909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13550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rc5"/>
            <p:cNvSpPr/>
            <p:nvPr/>
          </p:nvSpPr>
          <p:spPr>
            <a:xfrm>
              <a:off x="2301906" y="1669789"/>
              <a:ext cx="4149766" cy="4051159"/>
            </a:xfrm>
            <a:prstGeom prst="rect">
              <a:avLst/>
            </a:prstGeom>
            <a:solidFill>
              <a:srgbClr val="F0F8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2384234" y="1669789"/>
              <a:ext cx="0" cy="4051159"/>
            </a:xfrm>
            <a:custGeom>
              <a:avLst/>
              <a:pathLst>
                <a:path w="0" h="4051159">
                  <a:moveTo>
                    <a:pt x="0" y="4051159"/>
                  </a:moveTo>
                  <a:lnTo>
                    <a:pt x="0" y="4027755"/>
                  </a:lnTo>
                  <a:lnTo>
                    <a:pt x="0" y="3970809"/>
                  </a:lnTo>
                  <a:lnTo>
                    <a:pt x="0" y="3913864"/>
                  </a:lnTo>
                  <a:lnTo>
                    <a:pt x="0" y="3856918"/>
                  </a:lnTo>
                  <a:lnTo>
                    <a:pt x="0" y="3799972"/>
                  </a:lnTo>
                  <a:lnTo>
                    <a:pt x="0" y="3743027"/>
                  </a:lnTo>
                  <a:lnTo>
                    <a:pt x="0" y="3686081"/>
                  </a:lnTo>
                  <a:lnTo>
                    <a:pt x="0" y="3629136"/>
                  </a:lnTo>
                  <a:lnTo>
                    <a:pt x="0" y="3572190"/>
                  </a:lnTo>
                  <a:lnTo>
                    <a:pt x="0" y="3515244"/>
                  </a:lnTo>
                  <a:lnTo>
                    <a:pt x="0" y="3458299"/>
                  </a:lnTo>
                  <a:lnTo>
                    <a:pt x="0" y="3401353"/>
                  </a:lnTo>
                  <a:lnTo>
                    <a:pt x="0" y="3344407"/>
                  </a:lnTo>
                  <a:lnTo>
                    <a:pt x="0" y="3287462"/>
                  </a:lnTo>
                  <a:lnTo>
                    <a:pt x="0" y="3230516"/>
                  </a:lnTo>
                  <a:lnTo>
                    <a:pt x="0" y="3173571"/>
                  </a:lnTo>
                  <a:lnTo>
                    <a:pt x="0" y="3116625"/>
                  </a:lnTo>
                  <a:lnTo>
                    <a:pt x="0" y="3059679"/>
                  </a:lnTo>
                  <a:lnTo>
                    <a:pt x="0" y="3002734"/>
                  </a:lnTo>
                  <a:lnTo>
                    <a:pt x="0" y="2945788"/>
                  </a:lnTo>
                  <a:lnTo>
                    <a:pt x="0" y="2888843"/>
                  </a:lnTo>
                  <a:lnTo>
                    <a:pt x="0" y="2831897"/>
                  </a:lnTo>
                  <a:lnTo>
                    <a:pt x="0" y="2774951"/>
                  </a:lnTo>
                  <a:lnTo>
                    <a:pt x="0" y="2718006"/>
                  </a:lnTo>
                  <a:lnTo>
                    <a:pt x="0" y="2661060"/>
                  </a:lnTo>
                  <a:lnTo>
                    <a:pt x="0" y="2604115"/>
                  </a:lnTo>
                  <a:lnTo>
                    <a:pt x="0" y="2547169"/>
                  </a:lnTo>
                  <a:lnTo>
                    <a:pt x="0" y="2490223"/>
                  </a:lnTo>
                  <a:lnTo>
                    <a:pt x="0" y="2433278"/>
                  </a:lnTo>
                  <a:lnTo>
                    <a:pt x="0" y="2376332"/>
                  </a:lnTo>
                  <a:lnTo>
                    <a:pt x="0" y="2319386"/>
                  </a:lnTo>
                  <a:lnTo>
                    <a:pt x="0" y="2262441"/>
                  </a:lnTo>
                  <a:lnTo>
                    <a:pt x="0" y="2205495"/>
                  </a:lnTo>
                  <a:lnTo>
                    <a:pt x="0" y="2148550"/>
                  </a:lnTo>
                  <a:lnTo>
                    <a:pt x="0" y="2091604"/>
                  </a:lnTo>
                  <a:lnTo>
                    <a:pt x="0" y="2034658"/>
                  </a:lnTo>
                  <a:lnTo>
                    <a:pt x="0" y="1977713"/>
                  </a:lnTo>
                  <a:lnTo>
                    <a:pt x="0" y="1920767"/>
                  </a:lnTo>
                  <a:lnTo>
                    <a:pt x="0" y="1863822"/>
                  </a:lnTo>
                  <a:lnTo>
                    <a:pt x="0" y="1806876"/>
                  </a:lnTo>
                  <a:lnTo>
                    <a:pt x="0" y="1749930"/>
                  </a:lnTo>
                  <a:lnTo>
                    <a:pt x="0" y="1692985"/>
                  </a:lnTo>
                  <a:lnTo>
                    <a:pt x="0" y="1636039"/>
                  </a:lnTo>
                  <a:lnTo>
                    <a:pt x="0" y="1579094"/>
                  </a:lnTo>
                  <a:lnTo>
                    <a:pt x="0" y="1522148"/>
                  </a:lnTo>
                  <a:lnTo>
                    <a:pt x="0" y="1465202"/>
                  </a:lnTo>
                  <a:lnTo>
                    <a:pt x="0" y="1408257"/>
                  </a:lnTo>
                  <a:lnTo>
                    <a:pt x="0" y="1351311"/>
                  </a:lnTo>
                  <a:lnTo>
                    <a:pt x="0" y="1294366"/>
                  </a:lnTo>
                  <a:lnTo>
                    <a:pt x="0" y="1237420"/>
                  </a:lnTo>
                  <a:lnTo>
                    <a:pt x="0" y="1180474"/>
                  </a:lnTo>
                  <a:lnTo>
                    <a:pt x="0" y="1123529"/>
                  </a:lnTo>
                  <a:lnTo>
                    <a:pt x="0" y="1066583"/>
                  </a:lnTo>
                  <a:lnTo>
                    <a:pt x="0" y="1009637"/>
                  </a:lnTo>
                  <a:lnTo>
                    <a:pt x="0" y="952692"/>
                  </a:lnTo>
                  <a:lnTo>
                    <a:pt x="0" y="895746"/>
                  </a:lnTo>
                  <a:lnTo>
                    <a:pt x="0" y="838801"/>
                  </a:lnTo>
                  <a:lnTo>
                    <a:pt x="0" y="781855"/>
                  </a:lnTo>
                  <a:lnTo>
                    <a:pt x="0" y="724909"/>
                  </a:lnTo>
                  <a:lnTo>
                    <a:pt x="0" y="667964"/>
                  </a:lnTo>
                  <a:lnTo>
                    <a:pt x="0" y="611018"/>
                  </a:lnTo>
                  <a:lnTo>
                    <a:pt x="0" y="554073"/>
                  </a:lnTo>
                  <a:lnTo>
                    <a:pt x="0" y="497127"/>
                  </a:lnTo>
                  <a:lnTo>
                    <a:pt x="0" y="440181"/>
                  </a:lnTo>
                  <a:lnTo>
                    <a:pt x="0" y="383236"/>
                  </a:lnTo>
                  <a:lnTo>
                    <a:pt x="0" y="326290"/>
                  </a:lnTo>
                  <a:lnTo>
                    <a:pt x="0" y="269345"/>
                  </a:lnTo>
                  <a:lnTo>
                    <a:pt x="0" y="212399"/>
                  </a:lnTo>
                  <a:lnTo>
                    <a:pt x="0" y="155453"/>
                  </a:lnTo>
                  <a:lnTo>
                    <a:pt x="0" y="98508"/>
                  </a:lnTo>
                  <a:lnTo>
                    <a:pt x="0" y="41562"/>
                  </a:ln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rnd">
              <a:solidFill>
                <a:srgbClr val="F0F8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3124860" y="1669789"/>
              <a:ext cx="0" cy="4051159"/>
            </a:xfrm>
            <a:custGeom>
              <a:avLst/>
              <a:pathLst>
                <a:path w="0" h="4051159">
                  <a:moveTo>
                    <a:pt x="0" y="4051159"/>
                  </a:moveTo>
                  <a:lnTo>
                    <a:pt x="0" y="4027755"/>
                  </a:lnTo>
                  <a:lnTo>
                    <a:pt x="0" y="3970809"/>
                  </a:lnTo>
                  <a:lnTo>
                    <a:pt x="0" y="3913864"/>
                  </a:lnTo>
                  <a:lnTo>
                    <a:pt x="0" y="3856918"/>
                  </a:lnTo>
                  <a:lnTo>
                    <a:pt x="0" y="3799972"/>
                  </a:lnTo>
                  <a:lnTo>
                    <a:pt x="0" y="3743027"/>
                  </a:lnTo>
                  <a:lnTo>
                    <a:pt x="0" y="3686081"/>
                  </a:lnTo>
                  <a:lnTo>
                    <a:pt x="0" y="3629136"/>
                  </a:lnTo>
                  <a:lnTo>
                    <a:pt x="0" y="3572190"/>
                  </a:lnTo>
                  <a:lnTo>
                    <a:pt x="0" y="3515244"/>
                  </a:lnTo>
                  <a:lnTo>
                    <a:pt x="0" y="3458299"/>
                  </a:lnTo>
                  <a:lnTo>
                    <a:pt x="0" y="3401353"/>
                  </a:lnTo>
                  <a:lnTo>
                    <a:pt x="0" y="3344407"/>
                  </a:lnTo>
                  <a:lnTo>
                    <a:pt x="0" y="3287462"/>
                  </a:lnTo>
                  <a:lnTo>
                    <a:pt x="0" y="3230516"/>
                  </a:lnTo>
                  <a:lnTo>
                    <a:pt x="0" y="3173571"/>
                  </a:lnTo>
                  <a:lnTo>
                    <a:pt x="0" y="3116625"/>
                  </a:lnTo>
                  <a:lnTo>
                    <a:pt x="0" y="3059679"/>
                  </a:lnTo>
                  <a:lnTo>
                    <a:pt x="0" y="3002734"/>
                  </a:lnTo>
                  <a:lnTo>
                    <a:pt x="0" y="2945788"/>
                  </a:lnTo>
                  <a:lnTo>
                    <a:pt x="0" y="2888843"/>
                  </a:lnTo>
                  <a:lnTo>
                    <a:pt x="0" y="2831897"/>
                  </a:lnTo>
                  <a:lnTo>
                    <a:pt x="0" y="2774951"/>
                  </a:lnTo>
                  <a:lnTo>
                    <a:pt x="0" y="2718006"/>
                  </a:lnTo>
                  <a:lnTo>
                    <a:pt x="0" y="2661060"/>
                  </a:lnTo>
                  <a:lnTo>
                    <a:pt x="0" y="2604115"/>
                  </a:lnTo>
                  <a:lnTo>
                    <a:pt x="0" y="2547169"/>
                  </a:lnTo>
                  <a:lnTo>
                    <a:pt x="0" y="2490223"/>
                  </a:lnTo>
                  <a:lnTo>
                    <a:pt x="0" y="2433278"/>
                  </a:lnTo>
                  <a:lnTo>
                    <a:pt x="0" y="2376332"/>
                  </a:lnTo>
                  <a:lnTo>
                    <a:pt x="0" y="2319386"/>
                  </a:lnTo>
                  <a:lnTo>
                    <a:pt x="0" y="2262441"/>
                  </a:lnTo>
                  <a:lnTo>
                    <a:pt x="0" y="2205495"/>
                  </a:lnTo>
                  <a:lnTo>
                    <a:pt x="0" y="2148550"/>
                  </a:lnTo>
                  <a:lnTo>
                    <a:pt x="0" y="2091604"/>
                  </a:lnTo>
                  <a:lnTo>
                    <a:pt x="0" y="2034658"/>
                  </a:lnTo>
                  <a:lnTo>
                    <a:pt x="0" y="1977713"/>
                  </a:lnTo>
                  <a:lnTo>
                    <a:pt x="0" y="1920767"/>
                  </a:lnTo>
                  <a:lnTo>
                    <a:pt x="0" y="1863822"/>
                  </a:lnTo>
                  <a:lnTo>
                    <a:pt x="0" y="1806876"/>
                  </a:lnTo>
                  <a:lnTo>
                    <a:pt x="0" y="1749930"/>
                  </a:lnTo>
                  <a:lnTo>
                    <a:pt x="0" y="1692985"/>
                  </a:lnTo>
                  <a:lnTo>
                    <a:pt x="0" y="1636039"/>
                  </a:lnTo>
                  <a:lnTo>
                    <a:pt x="0" y="1579094"/>
                  </a:lnTo>
                  <a:lnTo>
                    <a:pt x="0" y="1522148"/>
                  </a:lnTo>
                  <a:lnTo>
                    <a:pt x="0" y="1465202"/>
                  </a:lnTo>
                  <a:lnTo>
                    <a:pt x="0" y="1408257"/>
                  </a:lnTo>
                  <a:lnTo>
                    <a:pt x="0" y="1351311"/>
                  </a:lnTo>
                  <a:lnTo>
                    <a:pt x="0" y="1294366"/>
                  </a:lnTo>
                  <a:lnTo>
                    <a:pt x="0" y="1237420"/>
                  </a:lnTo>
                  <a:lnTo>
                    <a:pt x="0" y="1180474"/>
                  </a:lnTo>
                  <a:lnTo>
                    <a:pt x="0" y="1123529"/>
                  </a:lnTo>
                  <a:lnTo>
                    <a:pt x="0" y="1066583"/>
                  </a:lnTo>
                  <a:lnTo>
                    <a:pt x="0" y="1009637"/>
                  </a:lnTo>
                  <a:lnTo>
                    <a:pt x="0" y="952692"/>
                  </a:lnTo>
                  <a:lnTo>
                    <a:pt x="0" y="895746"/>
                  </a:lnTo>
                  <a:lnTo>
                    <a:pt x="0" y="838801"/>
                  </a:lnTo>
                  <a:lnTo>
                    <a:pt x="0" y="781855"/>
                  </a:lnTo>
                  <a:lnTo>
                    <a:pt x="0" y="724909"/>
                  </a:lnTo>
                  <a:lnTo>
                    <a:pt x="0" y="667964"/>
                  </a:lnTo>
                  <a:lnTo>
                    <a:pt x="0" y="611018"/>
                  </a:lnTo>
                  <a:lnTo>
                    <a:pt x="0" y="554073"/>
                  </a:lnTo>
                  <a:lnTo>
                    <a:pt x="0" y="497127"/>
                  </a:lnTo>
                  <a:lnTo>
                    <a:pt x="0" y="440181"/>
                  </a:lnTo>
                  <a:lnTo>
                    <a:pt x="0" y="383236"/>
                  </a:lnTo>
                  <a:lnTo>
                    <a:pt x="0" y="326290"/>
                  </a:lnTo>
                  <a:lnTo>
                    <a:pt x="0" y="269345"/>
                  </a:lnTo>
                  <a:lnTo>
                    <a:pt x="0" y="212399"/>
                  </a:lnTo>
                  <a:lnTo>
                    <a:pt x="0" y="155453"/>
                  </a:lnTo>
                  <a:lnTo>
                    <a:pt x="0" y="98508"/>
                  </a:lnTo>
                  <a:lnTo>
                    <a:pt x="0" y="41562"/>
                  </a:ln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rnd">
              <a:solidFill>
                <a:srgbClr val="F0F8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3865485" y="1669789"/>
              <a:ext cx="0" cy="4051159"/>
            </a:xfrm>
            <a:custGeom>
              <a:avLst/>
              <a:pathLst>
                <a:path w="0" h="4051159">
                  <a:moveTo>
                    <a:pt x="0" y="4051159"/>
                  </a:moveTo>
                  <a:lnTo>
                    <a:pt x="0" y="4027755"/>
                  </a:lnTo>
                  <a:lnTo>
                    <a:pt x="0" y="3970809"/>
                  </a:lnTo>
                  <a:lnTo>
                    <a:pt x="0" y="3913864"/>
                  </a:lnTo>
                  <a:lnTo>
                    <a:pt x="0" y="3856918"/>
                  </a:lnTo>
                  <a:lnTo>
                    <a:pt x="0" y="3799972"/>
                  </a:lnTo>
                  <a:lnTo>
                    <a:pt x="0" y="3743027"/>
                  </a:lnTo>
                  <a:lnTo>
                    <a:pt x="0" y="3686081"/>
                  </a:lnTo>
                  <a:lnTo>
                    <a:pt x="0" y="3629136"/>
                  </a:lnTo>
                  <a:lnTo>
                    <a:pt x="0" y="3572190"/>
                  </a:lnTo>
                  <a:lnTo>
                    <a:pt x="0" y="3515244"/>
                  </a:lnTo>
                  <a:lnTo>
                    <a:pt x="0" y="3458299"/>
                  </a:lnTo>
                  <a:lnTo>
                    <a:pt x="0" y="3401353"/>
                  </a:lnTo>
                  <a:lnTo>
                    <a:pt x="0" y="3344407"/>
                  </a:lnTo>
                  <a:lnTo>
                    <a:pt x="0" y="3287462"/>
                  </a:lnTo>
                  <a:lnTo>
                    <a:pt x="0" y="3230516"/>
                  </a:lnTo>
                  <a:lnTo>
                    <a:pt x="0" y="3173571"/>
                  </a:lnTo>
                  <a:lnTo>
                    <a:pt x="0" y="3116625"/>
                  </a:lnTo>
                  <a:lnTo>
                    <a:pt x="0" y="3059679"/>
                  </a:lnTo>
                  <a:lnTo>
                    <a:pt x="0" y="3002734"/>
                  </a:lnTo>
                  <a:lnTo>
                    <a:pt x="0" y="2945788"/>
                  </a:lnTo>
                  <a:lnTo>
                    <a:pt x="0" y="2888843"/>
                  </a:lnTo>
                  <a:lnTo>
                    <a:pt x="0" y="2831897"/>
                  </a:lnTo>
                  <a:lnTo>
                    <a:pt x="0" y="2774951"/>
                  </a:lnTo>
                  <a:lnTo>
                    <a:pt x="0" y="2718006"/>
                  </a:lnTo>
                  <a:lnTo>
                    <a:pt x="0" y="2661060"/>
                  </a:lnTo>
                  <a:lnTo>
                    <a:pt x="0" y="2604115"/>
                  </a:lnTo>
                  <a:lnTo>
                    <a:pt x="0" y="2547169"/>
                  </a:lnTo>
                  <a:lnTo>
                    <a:pt x="0" y="2490223"/>
                  </a:lnTo>
                  <a:lnTo>
                    <a:pt x="0" y="2433278"/>
                  </a:lnTo>
                  <a:lnTo>
                    <a:pt x="0" y="2376332"/>
                  </a:lnTo>
                  <a:lnTo>
                    <a:pt x="0" y="2319386"/>
                  </a:lnTo>
                  <a:lnTo>
                    <a:pt x="0" y="2262441"/>
                  </a:lnTo>
                  <a:lnTo>
                    <a:pt x="0" y="2205495"/>
                  </a:lnTo>
                  <a:lnTo>
                    <a:pt x="0" y="2148550"/>
                  </a:lnTo>
                  <a:lnTo>
                    <a:pt x="0" y="2091604"/>
                  </a:lnTo>
                  <a:lnTo>
                    <a:pt x="0" y="2034658"/>
                  </a:lnTo>
                  <a:lnTo>
                    <a:pt x="0" y="1977713"/>
                  </a:lnTo>
                  <a:lnTo>
                    <a:pt x="0" y="1920767"/>
                  </a:lnTo>
                  <a:lnTo>
                    <a:pt x="0" y="1863822"/>
                  </a:lnTo>
                  <a:lnTo>
                    <a:pt x="0" y="1806876"/>
                  </a:lnTo>
                  <a:lnTo>
                    <a:pt x="0" y="1749930"/>
                  </a:lnTo>
                  <a:lnTo>
                    <a:pt x="0" y="1692985"/>
                  </a:lnTo>
                  <a:lnTo>
                    <a:pt x="0" y="1636039"/>
                  </a:lnTo>
                  <a:lnTo>
                    <a:pt x="0" y="1579094"/>
                  </a:lnTo>
                  <a:lnTo>
                    <a:pt x="0" y="1522148"/>
                  </a:lnTo>
                  <a:lnTo>
                    <a:pt x="0" y="1465202"/>
                  </a:lnTo>
                  <a:lnTo>
                    <a:pt x="0" y="1408257"/>
                  </a:lnTo>
                  <a:lnTo>
                    <a:pt x="0" y="1351311"/>
                  </a:lnTo>
                  <a:lnTo>
                    <a:pt x="0" y="1294366"/>
                  </a:lnTo>
                  <a:lnTo>
                    <a:pt x="0" y="1237420"/>
                  </a:lnTo>
                  <a:lnTo>
                    <a:pt x="0" y="1180474"/>
                  </a:lnTo>
                  <a:lnTo>
                    <a:pt x="0" y="1123529"/>
                  </a:lnTo>
                  <a:lnTo>
                    <a:pt x="0" y="1066583"/>
                  </a:lnTo>
                  <a:lnTo>
                    <a:pt x="0" y="1009637"/>
                  </a:lnTo>
                  <a:lnTo>
                    <a:pt x="0" y="952692"/>
                  </a:lnTo>
                  <a:lnTo>
                    <a:pt x="0" y="895746"/>
                  </a:lnTo>
                  <a:lnTo>
                    <a:pt x="0" y="838801"/>
                  </a:lnTo>
                  <a:lnTo>
                    <a:pt x="0" y="781855"/>
                  </a:lnTo>
                  <a:lnTo>
                    <a:pt x="0" y="724909"/>
                  </a:lnTo>
                  <a:lnTo>
                    <a:pt x="0" y="667964"/>
                  </a:lnTo>
                  <a:lnTo>
                    <a:pt x="0" y="611018"/>
                  </a:lnTo>
                  <a:lnTo>
                    <a:pt x="0" y="554073"/>
                  </a:lnTo>
                  <a:lnTo>
                    <a:pt x="0" y="497127"/>
                  </a:lnTo>
                  <a:lnTo>
                    <a:pt x="0" y="440181"/>
                  </a:lnTo>
                  <a:lnTo>
                    <a:pt x="0" y="383236"/>
                  </a:lnTo>
                  <a:lnTo>
                    <a:pt x="0" y="326290"/>
                  </a:lnTo>
                  <a:lnTo>
                    <a:pt x="0" y="269345"/>
                  </a:lnTo>
                  <a:lnTo>
                    <a:pt x="0" y="212399"/>
                  </a:lnTo>
                  <a:lnTo>
                    <a:pt x="0" y="155453"/>
                  </a:lnTo>
                  <a:lnTo>
                    <a:pt x="0" y="98508"/>
                  </a:lnTo>
                  <a:lnTo>
                    <a:pt x="0" y="41562"/>
                  </a:ln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rnd">
              <a:solidFill>
                <a:srgbClr val="F0F8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4606110" y="1669789"/>
              <a:ext cx="0" cy="4051159"/>
            </a:xfrm>
            <a:custGeom>
              <a:avLst/>
              <a:pathLst>
                <a:path w="0" h="4051159">
                  <a:moveTo>
                    <a:pt x="0" y="4051159"/>
                  </a:moveTo>
                  <a:lnTo>
                    <a:pt x="0" y="4027755"/>
                  </a:lnTo>
                  <a:lnTo>
                    <a:pt x="0" y="3970809"/>
                  </a:lnTo>
                  <a:lnTo>
                    <a:pt x="0" y="3913864"/>
                  </a:lnTo>
                  <a:lnTo>
                    <a:pt x="0" y="3856918"/>
                  </a:lnTo>
                  <a:lnTo>
                    <a:pt x="0" y="3799972"/>
                  </a:lnTo>
                  <a:lnTo>
                    <a:pt x="0" y="3743027"/>
                  </a:lnTo>
                  <a:lnTo>
                    <a:pt x="0" y="3686081"/>
                  </a:lnTo>
                  <a:lnTo>
                    <a:pt x="0" y="3629136"/>
                  </a:lnTo>
                  <a:lnTo>
                    <a:pt x="0" y="3572190"/>
                  </a:lnTo>
                  <a:lnTo>
                    <a:pt x="0" y="3515244"/>
                  </a:lnTo>
                  <a:lnTo>
                    <a:pt x="0" y="3458299"/>
                  </a:lnTo>
                  <a:lnTo>
                    <a:pt x="0" y="3401353"/>
                  </a:lnTo>
                  <a:lnTo>
                    <a:pt x="0" y="3344407"/>
                  </a:lnTo>
                  <a:lnTo>
                    <a:pt x="0" y="3287462"/>
                  </a:lnTo>
                  <a:lnTo>
                    <a:pt x="0" y="3230516"/>
                  </a:lnTo>
                  <a:lnTo>
                    <a:pt x="0" y="3173571"/>
                  </a:lnTo>
                  <a:lnTo>
                    <a:pt x="0" y="3116625"/>
                  </a:lnTo>
                  <a:lnTo>
                    <a:pt x="0" y="3059679"/>
                  </a:lnTo>
                  <a:lnTo>
                    <a:pt x="0" y="3002734"/>
                  </a:lnTo>
                  <a:lnTo>
                    <a:pt x="0" y="2945788"/>
                  </a:lnTo>
                  <a:lnTo>
                    <a:pt x="0" y="2888843"/>
                  </a:lnTo>
                  <a:lnTo>
                    <a:pt x="0" y="2831897"/>
                  </a:lnTo>
                  <a:lnTo>
                    <a:pt x="0" y="2774951"/>
                  </a:lnTo>
                  <a:lnTo>
                    <a:pt x="0" y="2718006"/>
                  </a:lnTo>
                  <a:lnTo>
                    <a:pt x="0" y="2661060"/>
                  </a:lnTo>
                  <a:lnTo>
                    <a:pt x="0" y="2604115"/>
                  </a:lnTo>
                  <a:lnTo>
                    <a:pt x="0" y="2547169"/>
                  </a:lnTo>
                  <a:lnTo>
                    <a:pt x="0" y="2490223"/>
                  </a:lnTo>
                  <a:lnTo>
                    <a:pt x="0" y="2433278"/>
                  </a:lnTo>
                  <a:lnTo>
                    <a:pt x="0" y="2376332"/>
                  </a:lnTo>
                  <a:lnTo>
                    <a:pt x="0" y="2319386"/>
                  </a:lnTo>
                  <a:lnTo>
                    <a:pt x="0" y="2262441"/>
                  </a:lnTo>
                  <a:lnTo>
                    <a:pt x="0" y="2205495"/>
                  </a:lnTo>
                  <a:lnTo>
                    <a:pt x="0" y="2148550"/>
                  </a:lnTo>
                  <a:lnTo>
                    <a:pt x="0" y="2091604"/>
                  </a:lnTo>
                  <a:lnTo>
                    <a:pt x="0" y="2034658"/>
                  </a:lnTo>
                  <a:lnTo>
                    <a:pt x="0" y="1977713"/>
                  </a:lnTo>
                  <a:lnTo>
                    <a:pt x="0" y="1920767"/>
                  </a:lnTo>
                  <a:lnTo>
                    <a:pt x="0" y="1863822"/>
                  </a:lnTo>
                  <a:lnTo>
                    <a:pt x="0" y="1806876"/>
                  </a:lnTo>
                  <a:lnTo>
                    <a:pt x="0" y="1749930"/>
                  </a:lnTo>
                  <a:lnTo>
                    <a:pt x="0" y="1692985"/>
                  </a:lnTo>
                  <a:lnTo>
                    <a:pt x="0" y="1636039"/>
                  </a:lnTo>
                  <a:lnTo>
                    <a:pt x="0" y="1579094"/>
                  </a:lnTo>
                  <a:lnTo>
                    <a:pt x="0" y="1522148"/>
                  </a:lnTo>
                  <a:lnTo>
                    <a:pt x="0" y="1465202"/>
                  </a:lnTo>
                  <a:lnTo>
                    <a:pt x="0" y="1408257"/>
                  </a:lnTo>
                  <a:lnTo>
                    <a:pt x="0" y="1351311"/>
                  </a:lnTo>
                  <a:lnTo>
                    <a:pt x="0" y="1294366"/>
                  </a:lnTo>
                  <a:lnTo>
                    <a:pt x="0" y="1237420"/>
                  </a:lnTo>
                  <a:lnTo>
                    <a:pt x="0" y="1180474"/>
                  </a:lnTo>
                  <a:lnTo>
                    <a:pt x="0" y="1123529"/>
                  </a:lnTo>
                  <a:lnTo>
                    <a:pt x="0" y="1066583"/>
                  </a:lnTo>
                  <a:lnTo>
                    <a:pt x="0" y="1009637"/>
                  </a:lnTo>
                  <a:lnTo>
                    <a:pt x="0" y="952692"/>
                  </a:lnTo>
                  <a:lnTo>
                    <a:pt x="0" y="895746"/>
                  </a:lnTo>
                  <a:lnTo>
                    <a:pt x="0" y="838801"/>
                  </a:lnTo>
                  <a:lnTo>
                    <a:pt x="0" y="781855"/>
                  </a:lnTo>
                  <a:lnTo>
                    <a:pt x="0" y="724909"/>
                  </a:lnTo>
                  <a:lnTo>
                    <a:pt x="0" y="667964"/>
                  </a:lnTo>
                  <a:lnTo>
                    <a:pt x="0" y="611018"/>
                  </a:lnTo>
                  <a:lnTo>
                    <a:pt x="0" y="554073"/>
                  </a:lnTo>
                  <a:lnTo>
                    <a:pt x="0" y="497127"/>
                  </a:lnTo>
                  <a:lnTo>
                    <a:pt x="0" y="440181"/>
                  </a:lnTo>
                  <a:lnTo>
                    <a:pt x="0" y="383236"/>
                  </a:lnTo>
                  <a:lnTo>
                    <a:pt x="0" y="326290"/>
                  </a:lnTo>
                  <a:lnTo>
                    <a:pt x="0" y="269345"/>
                  </a:lnTo>
                  <a:lnTo>
                    <a:pt x="0" y="212399"/>
                  </a:lnTo>
                  <a:lnTo>
                    <a:pt x="0" y="155453"/>
                  </a:lnTo>
                  <a:lnTo>
                    <a:pt x="0" y="98508"/>
                  </a:lnTo>
                  <a:lnTo>
                    <a:pt x="0" y="41562"/>
                  </a:ln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rnd">
              <a:solidFill>
                <a:srgbClr val="F0F8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5346735" y="1669789"/>
              <a:ext cx="0" cy="4051159"/>
            </a:xfrm>
            <a:custGeom>
              <a:avLst/>
              <a:pathLst>
                <a:path w="0" h="4051159">
                  <a:moveTo>
                    <a:pt x="0" y="4051159"/>
                  </a:moveTo>
                  <a:lnTo>
                    <a:pt x="0" y="4027755"/>
                  </a:lnTo>
                  <a:lnTo>
                    <a:pt x="0" y="3970809"/>
                  </a:lnTo>
                  <a:lnTo>
                    <a:pt x="0" y="3913864"/>
                  </a:lnTo>
                  <a:lnTo>
                    <a:pt x="0" y="3856918"/>
                  </a:lnTo>
                  <a:lnTo>
                    <a:pt x="0" y="3799972"/>
                  </a:lnTo>
                  <a:lnTo>
                    <a:pt x="0" y="3743027"/>
                  </a:lnTo>
                  <a:lnTo>
                    <a:pt x="0" y="3686081"/>
                  </a:lnTo>
                  <a:lnTo>
                    <a:pt x="0" y="3629136"/>
                  </a:lnTo>
                  <a:lnTo>
                    <a:pt x="0" y="3572190"/>
                  </a:lnTo>
                  <a:lnTo>
                    <a:pt x="0" y="3515244"/>
                  </a:lnTo>
                  <a:lnTo>
                    <a:pt x="0" y="3458299"/>
                  </a:lnTo>
                  <a:lnTo>
                    <a:pt x="0" y="3401353"/>
                  </a:lnTo>
                  <a:lnTo>
                    <a:pt x="0" y="3344407"/>
                  </a:lnTo>
                  <a:lnTo>
                    <a:pt x="0" y="3287462"/>
                  </a:lnTo>
                  <a:lnTo>
                    <a:pt x="0" y="3230516"/>
                  </a:lnTo>
                  <a:lnTo>
                    <a:pt x="0" y="3173571"/>
                  </a:lnTo>
                  <a:lnTo>
                    <a:pt x="0" y="3116625"/>
                  </a:lnTo>
                  <a:lnTo>
                    <a:pt x="0" y="3059679"/>
                  </a:lnTo>
                  <a:lnTo>
                    <a:pt x="0" y="3002734"/>
                  </a:lnTo>
                  <a:lnTo>
                    <a:pt x="0" y="2945788"/>
                  </a:lnTo>
                  <a:lnTo>
                    <a:pt x="0" y="2888843"/>
                  </a:lnTo>
                  <a:lnTo>
                    <a:pt x="0" y="2831897"/>
                  </a:lnTo>
                  <a:lnTo>
                    <a:pt x="0" y="2774951"/>
                  </a:lnTo>
                  <a:lnTo>
                    <a:pt x="0" y="2718006"/>
                  </a:lnTo>
                  <a:lnTo>
                    <a:pt x="0" y="2661060"/>
                  </a:lnTo>
                  <a:lnTo>
                    <a:pt x="0" y="2604115"/>
                  </a:lnTo>
                  <a:lnTo>
                    <a:pt x="0" y="2547169"/>
                  </a:lnTo>
                  <a:lnTo>
                    <a:pt x="0" y="2490223"/>
                  </a:lnTo>
                  <a:lnTo>
                    <a:pt x="0" y="2433278"/>
                  </a:lnTo>
                  <a:lnTo>
                    <a:pt x="0" y="2376332"/>
                  </a:lnTo>
                  <a:lnTo>
                    <a:pt x="0" y="2319386"/>
                  </a:lnTo>
                  <a:lnTo>
                    <a:pt x="0" y="2262441"/>
                  </a:lnTo>
                  <a:lnTo>
                    <a:pt x="0" y="2205495"/>
                  </a:lnTo>
                  <a:lnTo>
                    <a:pt x="0" y="2148550"/>
                  </a:lnTo>
                  <a:lnTo>
                    <a:pt x="0" y="2091604"/>
                  </a:lnTo>
                  <a:lnTo>
                    <a:pt x="0" y="2034658"/>
                  </a:lnTo>
                  <a:lnTo>
                    <a:pt x="0" y="1977713"/>
                  </a:lnTo>
                  <a:lnTo>
                    <a:pt x="0" y="1920767"/>
                  </a:lnTo>
                  <a:lnTo>
                    <a:pt x="0" y="1863822"/>
                  </a:lnTo>
                  <a:lnTo>
                    <a:pt x="0" y="1806876"/>
                  </a:lnTo>
                  <a:lnTo>
                    <a:pt x="0" y="1749930"/>
                  </a:lnTo>
                  <a:lnTo>
                    <a:pt x="0" y="1692985"/>
                  </a:lnTo>
                  <a:lnTo>
                    <a:pt x="0" y="1636039"/>
                  </a:lnTo>
                  <a:lnTo>
                    <a:pt x="0" y="1579094"/>
                  </a:lnTo>
                  <a:lnTo>
                    <a:pt x="0" y="1522148"/>
                  </a:lnTo>
                  <a:lnTo>
                    <a:pt x="0" y="1465202"/>
                  </a:lnTo>
                  <a:lnTo>
                    <a:pt x="0" y="1408257"/>
                  </a:lnTo>
                  <a:lnTo>
                    <a:pt x="0" y="1351311"/>
                  </a:lnTo>
                  <a:lnTo>
                    <a:pt x="0" y="1294366"/>
                  </a:lnTo>
                  <a:lnTo>
                    <a:pt x="0" y="1237420"/>
                  </a:lnTo>
                  <a:lnTo>
                    <a:pt x="0" y="1180474"/>
                  </a:lnTo>
                  <a:lnTo>
                    <a:pt x="0" y="1123529"/>
                  </a:lnTo>
                  <a:lnTo>
                    <a:pt x="0" y="1066583"/>
                  </a:lnTo>
                  <a:lnTo>
                    <a:pt x="0" y="1009637"/>
                  </a:lnTo>
                  <a:lnTo>
                    <a:pt x="0" y="952692"/>
                  </a:lnTo>
                  <a:lnTo>
                    <a:pt x="0" y="895746"/>
                  </a:lnTo>
                  <a:lnTo>
                    <a:pt x="0" y="838801"/>
                  </a:lnTo>
                  <a:lnTo>
                    <a:pt x="0" y="781855"/>
                  </a:lnTo>
                  <a:lnTo>
                    <a:pt x="0" y="724909"/>
                  </a:lnTo>
                  <a:lnTo>
                    <a:pt x="0" y="667964"/>
                  </a:lnTo>
                  <a:lnTo>
                    <a:pt x="0" y="611018"/>
                  </a:lnTo>
                  <a:lnTo>
                    <a:pt x="0" y="554073"/>
                  </a:lnTo>
                  <a:lnTo>
                    <a:pt x="0" y="497127"/>
                  </a:lnTo>
                  <a:lnTo>
                    <a:pt x="0" y="440181"/>
                  </a:lnTo>
                  <a:lnTo>
                    <a:pt x="0" y="383236"/>
                  </a:lnTo>
                  <a:lnTo>
                    <a:pt x="0" y="326290"/>
                  </a:lnTo>
                  <a:lnTo>
                    <a:pt x="0" y="269345"/>
                  </a:lnTo>
                  <a:lnTo>
                    <a:pt x="0" y="212399"/>
                  </a:lnTo>
                  <a:lnTo>
                    <a:pt x="0" y="155453"/>
                  </a:lnTo>
                  <a:lnTo>
                    <a:pt x="0" y="98508"/>
                  </a:lnTo>
                  <a:lnTo>
                    <a:pt x="0" y="41562"/>
                  </a:ln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rnd">
              <a:solidFill>
                <a:srgbClr val="F0F8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6087361" y="1669789"/>
              <a:ext cx="0" cy="4051159"/>
            </a:xfrm>
            <a:custGeom>
              <a:avLst/>
              <a:pathLst>
                <a:path w="0" h="4051159">
                  <a:moveTo>
                    <a:pt x="0" y="4051159"/>
                  </a:moveTo>
                  <a:lnTo>
                    <a:pt x="0" y="4027755"/>
                  </a:lnTo>
                  <a:lnTo>
                    <a:pt x="0" y="3970809"/>
                  </a:lnTo>
                  <a:lnTo>
                    <a:pt x="0" y="3913864"/>
                  </a:lnTo>
                  <a:lnTo>
                    <a:pt x="0" y="3856918"/>
                  </a:lnTo>
                  <a:lnTo>
                    <a:pt x="0" y="3799972"/>
                  </a:lnTo>
                  <a:lnTo>
                    <a:pt x="0" y="3743027"/>
                  </a:lnTo>
                  <a:lnTo>
                    <a:pt x="0" y="3686081"/>
                  </a:lnTo>
                  <a:lnTo>
                    <a:pt x="0" y="3629136"/>
                  </a:lnTo>
                  <a:lnTo>
                    <a:pt x="0" y="3572190"/>
                  </a:lnTo>
                  <a:lnTo>
                    <a:pt x="0" y="3515244"/>
                  </a:lnTo>
                  <a:lnTo>
                    <a:pt x="0" y="3458299"/>
                  </a:lnTo>
                  <a:lnTo>
                    <a:pt x="0" y="3401353"/>
                  </a:lnTo>
                  <a:lnTo>
                    <a:pt x="0" y="3344407"/>
                  </a:lnTo>
                  <a:lnTo>
                    <a:pt x="0" y="3287462"/>
                  </a:lnTo>
                  <a:lnTo>
                    <a:pt x="0" y="3230516"/>
                  </a:lnTo>
                  <a:lnTo>
                    <a:pt x="0" y="3173571"/>
                  </a:lnTo>
                  <a:lnTo>
                    <a:pt x="0" y="3116625"/>
                  </a:lnTo>
                  <a:lnTo>
                    <a:pt x="0" y="3059679"/>
                  </a:lnTo>
                  <a:lnTo>
                    <a:pt x="0" y="3002734"/>
                  </a:lnTo>
                  <a:lnTo>
                    <a:pt x="0" y="2945788"/>
                  </a:lnTo>
                  <a:lnTo>
                    <a:pt x="0" y="2888843"/>
                  </a:lnTo>
                  <a:lnTo>
                    <a:pt x="0" y="2831897"/>
                  </a:lnTo>
                  <a:lnTo>
                    <a:pt x="0" y="2774951"/>
                  </a:lnTo>
                  <a:lnTo>
                    <a:pt x="0" y="2718006"/>
                  </a:lnTo>
                  <a:lnTo>
                    <a:pt x="0" y="2661060"/>
                  </a:lnTo>
                  <a:lnTo>
                    <a:pt x="0" y="2604115"/>
                  </a:lnTo>
                  <a:lnTo>
                    <a:pt x="0" y="2547169"/>
                  </a:lnTo>
                  <a:lnTo>
                    <a:pt x="0" y="2490223"/>
                  </a:lnTo>
                  <a:lnTo>
                    <a:pt x="0" y="2433278"/>
                  </a:lnTo>
                  <a:lnTo>
                    <a:pt x="0" y="2376332"/>
                  </a:lnTo>
                  <a:lnTo>
                    <a:pt x="0" y="2319386"/>
                  </a:lnTo>
                  <a:lnTo>
                    <a:pt x="0" y="2262441"/>
                  </a:lnTo>
                  <a:lnTo>
                    <a:pt x="0" y="2205495"/>
                  </a:lnTo>
                  <a:lnTo>
                    <a:pt x="0" y="2148550"/>
                  </a:lnTo>
                  <a:lnTo>
                    <a:pt x="0" y="2091604"/>
                  </a:lnTo>
                  <a:lnTo>
                    <a:pt x="0" y="2034658"/>
                  </a:lnTo>
                  <a:lnTo>
                    <a:pt x="0" y="1977713"/>
                  </a:lnTo>
                  <a:lnTo>
                    <a:pt x="0" y="1920767"/>
                  </a:lnTo>
                  <a:lnTo>
                    <a:pt x="0" y="1863822"/>
                  </a:lnTo>
                  <a:lnTo>
                    <a:pt x="0" y="1806876"/>
                  </a:lnTo>
                  <a:lnTo>
                    <a:pt x="0" y="1749930"/>
                  </a:lnTo>
                  <a:lnTo>
                    <a:pt x="0" y="1692985"/>
                  </a:lnTo>
                  <a:lnTo>
                    <a:pt x="0" y="1636039"/>
                  </a:lnTo>
                  <a:lnTo>
                    <a:pt x="0" y="1579094"/>
                  </a:lnTo>
                  <a:lnTo>
                    <a:pt x="0" y="1522148"/>
                  </a:lnTo>
                  <a:lnTo>
                    <a:pt x="0" y="1465202"/>
                  </a:lnTo>
                  <a:lnTo>
                    <a:pt x="0" y="1408257"/>
                  </a:lnTo>
                  <a:lnTo>
                    <a:pt x="0" y="1351311"/>
                  </a:lnTo>
                  <a:lnTo>
                    <a:pt x="0" y="1294366"/>
                  </a:lnTo>
                  <a:lnTo>
                    <a:pt x="0" y="1237420"/>
                  </a:lnTo>
                  <a:lnTo>
                    <a:pt x="0" y="1180474"/>
                  </a:lnTo>
                  <a:lnTo>
                    <a:pt x="0" y="1123529"/>
                  </a:lnTo>
                  <a:lnTo>
                    <a:pt x="0" y="1066583"/>
                  </a:lnTo>
                  <a:lnTo>
                    <a:pt x="0" y="1009637"/>
                  </a:lnTo>
                  <a:lnTo>
                    <a:pt x="0" y="952692"/>
                  </a:lnTo>
                  <a:lnTo>
                    <a:pt x="0" y="895746"/>
                  </a:lnTo>
                  <a:lnTo>
                    <a:pt x="0" y="838801"/>
                  </a:lnTo>
                  <a:lnTo>
                    <a:pt x="0" y="781855"/>
                  </a:lnTo>
                  <a:lnTo>
                    <a:pt x="0" y="724909"/>
                  </a:lnTo>
                  <a:lnTo>
                    <a:pt x="0" y="667964"/>
                  </a:lnTo>
                  <a:lnTo>
                    <a:pt x="0" y="611018"/>
                  </a:lnTo>
                  <a:lnTo>
                    <a:pt x="0" y="554073"/>
                  </a:lnTo>
                  <a:lnTo>
                    <a:pt x="0" y="497127"/>
                  </a:lnTo>
                  <a:lnTo>
                    <a:pt x="0" y="440181"/>
                  </a:lnTo>
                  <a:lnTo>
                    <a:pt x="0" y="383236"/>
                  </a:lnTo>
                  <a:lnTo>
                    <a:pt x="0" y="326290"/>
                  </a:lnTo>
                  <a:lnTo>
                    <a:pt x="0" y="269345"/>
                  </a:lnTo>
                  <a:lnTo>
                    <a:pt x="0" y="212399"/>
                  </a:lnTo>
                  <a:lnTo>
                    <a:pt x="0" y="155453"/>
                  </a:lnTo>
                  <a:lnTo>
                    <a:pt x="0" y="98508"/>
                  </a:lnTo>
                  <a:lnTo>
                    <a:pt x="0" y="41562"/>
                  </a:ln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rnd">
              <a:solidFill>
                <a:srgbClr val="F0F8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2301906" y="5555180"/>
              <a:ext cx="4149766" cy="0"/>
            </a:xfrm>
            <a:custGeom>
              <a:avLst/>
              <a:pathLst>
                <a:path w="4149766" h="0">
                  <a:moveTo>
                    <a:pt x="0" y="0"/>
                  </a:moveTo>
                  <a:lnTo>
                    <a:pt x="22479" y="0"/>
                  </a:lnTo>
                  <a:lnTo>
                    <a:pt x="74847" y="0"/>
                  </a:lnTo>
                  <a:lnTo>
                    <a:pt x="127214" y="0"/>
                  </a:lnTo>
                  <a:lnTo>
                    <a:pt x="179582" y="0"/>
                  </a:lnTo>
                  <a:lnTo>
                    <a:pt x="231949" y="0"/>
                  </a:lnTo>
                  <a:lnTo>
                    <a:pt x="284316" y="0"/>
                  </a:lnTo>
                  <a:lnTo>
                    <a:pt x="336684" y="0"/>
                  </a:lnTo>
                  <a:lnTo>
                    <a:pt x="389051" y="0"/>
                  </a:lnTo>
                  <a:lnTo>
                    <a:pt x="441419" y="0"/>
                  </a:lnTo>
                  <a:lnTo>
                    <a:pt x="493786" y="0"/>
                  </a:lnTo>
                  <a:lnTo>
                    <a:pt x="546154" y="0"/>
                  </a:lnTo>
                  <a:lnTo>
                    <a:pt x="598521" y="0"/>
                  </a:lnTo>
                  <a:lnTo>
                    <a:pt x="650889" y="0"/>
                  </a:lnTo>
                  <a:lnTo>
                    <a:pt x="703256" y="0"/>
                  </a:lnTo>
                  <a:lnTo>
                    <a:pt x="755623" y="0"/>
                  </a:lnTo>
                  <a:lnTo>
                    <a:pt x="807991" y="0"/>
                  </a:lnTo>
                  <a:lnTo>
                    <a:pt x="860358" y="0"/>
                  </a:lnTo>
                  <a:lnTo>
                    <a:pt x="912726" y="0"/>
                  </a:lnTo>
                  <a:lnTo>
                    <a:pt x="965093" y="0"/>
                  </a:lnTo>
                  <a:lnTo>
                    <a:pt x="1017461" y="0"/>
                  </a:lnTo>
                  <a:lnTo>
                    <a:pt x="1069828" y="0"/>
                  </a:lnTo>
                  <a:lnTo>
                    <a:pt x="1122196" y="0"/>
                  </a:lnTo>
                  <a:lnTo>
                    <a:pt x="1174563" y="0"/>
                  </a:lnTo>
                  <a:lnTo>
                    <a:pt x="1226930" y="0"/>
                  </a:lnTo>
                  <a:lnTo>
                    <a:pt x="1279298" y="0"/>
                  </a:lnTo>
                  <a:lnTo>
                    <a:pt x="1331665" y="0"/>
                  </a:lnTo>
                  <a:lnTo>
                    <a:pt x="1384033" y="0"/>
                  </a:lnTo>
                  <a:lnTo>
                    <a:pt x="1436400" y="0"/>
                  </a:lnTo>
                  <a:lnTo>
                    <a:pt x="1488768" y="0"/>
                  </a:lnTo>
                  <a:lnTo>
                    <a:pt x="1541135" y="0"/>
                  </a:lnTo>
                  <a:lnTo>
                    <a:pt x="1593503" y="0"/>
                  </a:lnTo>
                  <a:lnTo>
                    <a:pt x="1645870" y="0"/>
                  </a:lnTo>
                  <a:lnTo>
                    <a:pt x="1698237" y="0"/>
                  </a:lnTo>
                  <a:lnTo>
                    <a:pt x="1750605" y="0"/>
                  </a:lnTo>
                  <a:lnTo>
                    <a:pt x="1802972" y="0"/>
                  </a:lnTo>
                  <a:lnTo>
                    <a:pt x="1855340" y="0"/>
                  </a:lnTo>
                  <a:lnTo>
                    <a:pt x="1907707" y="0"/>
                  </a:lnTo>
                  <a:lnTo>
                    <a:pt x="1960075" y="0"/>
                  </a:lnTo>
                  <a:lnTo>
                    <a:pt x="2012442" y="0"/>
                  </a:lnTo>
                  <a:lnTo>
                    <a:pt x="2064810" y="0"/>
                  </a:lnTo>
                  <a:lnTo>
                    <a:pt x="2117177" y="0"/>
                  </a:lnTo>
                  <a:lnTo>
                    <a:pt x="2169544" y="0"/>
                  </a:lnTo>
                  <a:lnTo>
                    <a:pt x="2221912" y="0"/>
                  </a:lnTo>
                  <a:lnTo>
                    <a:pt x="2274279" y="0"/>
                  </a:lnTo>
                  <a:lnTo>
                    <a:pt x="2326647" y="0"/>
                  </a:lnTo>
                  <a:lnTo>
                    <a:pt x="2379014" y="0"/>
                  </a:lnTo>
                  <a:lnTo>
                    <a:pt x="2431382" y="0"/>
                  </a:lnTo>
                  <a:lnTo>
                    <a:pt x="2483749" y="0"/>
                  </a:lnTo>
                  <a:lnTo>
                    <a:pt x="2536117" y="0"/>
                  </a:lnTo>
                  <a:lnTo>
                    <a:pt x="2588484" y="0"/>
                  </a:lnTo>
                  <a:lnTo>
                    <a:pt x="2640851" y="0"/>
                  </a:lnTo>
                  <a:lnTo>
                    <a:pt x="2693219" y="0"/>
                  </a:lnTo>
                  <a:lnTo>
                    <a:pt x="2745586" y="0"/>
                  </a:lnTo>
                  <a:lnTo>
                    <a:pt x="2797954" y="0"/>
                  </a:lnTo>
                  <a:lnTo>
                    <a:pt x="2850321" y="0"/>
                  </a:lnTo>
                  <a:lnTo>
                    <a:pt x="2902689" y="0"/>
                  </a:lnTo>
                  <a:lnTo>
                    <a:pt x="2955056" y="0"/>
                  </a:lnTo>
                  <a:lnTo>
                    <a:pt x="3007424" y="0"/>
                  </a:lnTo>
                  <a:lnTo>
                    <a:pt x="3059791" y="0"/>
                  </a:lnTo>
                  <a:lnTo>
                    <a:pt x="3112158" y="0"/>
                  </a:lnTo>
                  <a:lnTo>
                    <a:pt x="3164526" y="0"/>
                  </a:lnTo>
                  <a:lnTo>
                    <a:pt x="3216893" y="0"/>
                  </a:lnTo>
                  <a:lnTo>
                    <a:pt x="3269261" y="0"/>
                  </a:lnTo>
                  <a:lnTo>
                    <a:pt x="3321628" y="0"/>
                  </a:lnTo>
                  <a:lnTo>
                    <a:pt x="3373996" y="0"/>
                  </a:lnTo>
                  <a:lnTo>
                    <a:pt x="3426363" y="0"/>
                  </a:lnTo>
                  <a:lnTo>
                    <a:pt x="3478730" y="0"/>
                  </a:lnTo>
                  <a:lnTo>
                    <a:pt x="3531098" y="0"/>
                  </a:lnTo>
                  <a:lnTo>
                    <a:pt x="3583465" y="0"/>
                  </a:lnTo>
                  <a:lnTo>
                    <a:pt x="3635833" y="0"/>
                  </a:lnTo>
                  <a:lnTo>
                    <a:pt x="3688200" y="0"/>
                  </a:lnTo>
                  <a:lnTo>
                    <a:pt x="3740568" y="0"/>
                  </a:lnTo>
                  <a:lnTo>
                    <a:pt x="3792935" y="0"/>
                  </a:lnTo>
                  <a:lnTo>
                    <a:pt x="3845303" y="0"/>
                  </a:lnTo>
                  <a:lnTo>
                    <a:pt x="3897670" y="0"/>
                  </a:lnTo>
                  <a:lnTo>
                    <a:pt x="3950037" y="0"/>
                  </a:lnTo>
                  <a:lnTo>
                    <a:pt x="4002405" y="0"/>
                  </a:lnTo>
                  <a:lnTo>
                    <a:pt x="4054772" y="0"/>
                  </a:lnTo>
                  <a:lnTo>
                    <a:pt x="4107140" y="0"/>
                  </a:lnTo>
                  <a:lnTo>
                    <a:pt x="4149766" y="0"/>
                  </a:lnTo>
                  <a:lnTo>
                    <a:pt x="4149766" y="0"/>
                  </a:lnTo>
                </a:path>
              </a:pathLst>
            </a:custGeom>
            <a:ln w="13550" cap="rnd">
              <a:solidFill>
                <a:srgbClr val="F0F8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2301906" y="4615577"/>
              <a:ext cx="4149766" cy="0"/>
            </a:xfrm>
            <a:custGeom>
              <a:avLst/>
              <a:pathLst>
                <a:path w="4149766" h="0">
                  <a:moveTo>
                    <a:pt x="0" y="0"/>
                  </a:moveTo>
                  <a:lnTo>
                    <a:pt x="22479" y="0"/>
                  </a:lnTo>
                  <a:lnTo>
                    <a:pt x="74847" y="0"/>
                  </a:lnTo>
                  <a:lnTo>
                    <a:pt x="127214" y="0"/>
                  </a:lnTo>
                  <a:lnTo>
                    <a:pt x="179582" y="0"/>
                  </a:lnTo>
                  <a:lnTo>
                    <a:pt x="231949" y="0"/>
                  </a:lnTo>
                  <a:lnTo>
                    <a:pt x="284316" y="0"/>
                  </a:lnTo>
                  <a:lnTo>
                    <a:pt x="336684" y="0"/>
                  </a:lnTo>
                  <a:lnTo>
                    <a:pt x="389051" y="0"/>
                  </a:lnTo>
                  <a:lnTo>
                    <a:pt x="441419" y="0"/>
                  </a:lnTo>
                  <a:lnTo>
                    <a:pt x="493786" y="0"/>
                  </a:lnTo>
                  <a:lnTo>
                    <a:pt x="546154" y="0"/>
                  </a:lnTo>
                  <a:lnTo>
                    <a:pt x="598521" y="0"/>
                  </a:lnTo>
                  <a:lnTo>
                    <a:pt x="650889" y="0"/>
                  </a:lnTo>
                  <a:lnTo>
                    <a:pt x="703256" y="0"/>
                  </a:lnTo>
                  <a:lnTo>
                    <a:pt x="755623" y="0"/>
                  </a:lnTo>
                  <a:lnTo>
                    <a:pt x="807991" y="0"/>
                  </a:lnTo>
                  <a:lnTo>
                    <a:pt x="860358" y="0"/>
                  </a:lnTo>
                  <a:lnTo>
                    <a:pt x="912726" y="0"/>
                  </a:lnTo>
                  <a:lnTo>
                    <a:pt x="965093" y="0"/>
                  </a:lnTo>
                  <a:lnTo>
                    <a:pt x="1017461" y="0"/>
                  </a:lnTo>
                  <a:lnTo>
                    <a:pt x="1069828" y="0"/>
                  </a:lnTo>
                  <a:lnTo>
                    <a:pt x="1122196" y="0"/>
                  </a:lnTo>
                  <a:lnTo>
                    <a:pt x="1174563" y="0"/>
                  </a:lnTo>
                  <a:lnTo>
                    <a:pt x="1226930" y="0"/>
                  </a:lnTo>
                  <a:lnTo>
                    <a:pt x="1279298" y="0"/>
                  </a:lnTo>
                  <a:lnTo>
                    <a:pt x="1331665" y="0"/>
                  </a:lnTo>
                  <a:lnTo>
                    <a:pt x="1384033" y="0"/>
                  </a:lnTo>
                  <a:lnTo>
                    <a:pt x="1436400" y="0"/>
                  </a:lnTo>
                  <a:lnTo>
                    <a:pt x="1488768" y="0"/>
                  </a:lnTo>
                  <a:lnTo>
                    <a:pt x="1541135" y="0"/>
                  </a:lnTo>
                  <a:lnTo>
                    <a:pt x="1593503" y="0"/>
                  </a:lnTo>
                  <a:lnTo>
                    <a:pt x="1645870" y="0"/>
                  </a:lnTo>
                  <a:lnTo>
                    <a:pt x="1698237" y="0"/>
                  </a:lnTo>
                  <a:lnTo>
                    <a:pt x="1750605" y="0"/>
                  </a:lnTo>
                  <a:lnTo>
                    <a:pt x="1802972" y="0"/>
                  </a:lnTo>
                  <a:lnTo>
                    <a:pt x="1855340" y="0"/>
                  </a:lnTo>
                  <a:lnTo>
                    <a:pt x="1907707" y="0"/>
                  </a:lnTo>
                  <a:lnTo>
                    <a:pt x="1960075" y="0"/>
                  </a:lnTo>
                  <a:lnTo>
                    <a:pt x="2012442" y="0"/>
                  </a:lnTo>
                  <a:lnTo>
                    <a:pt x="2064810" y="0"/>
                  </a:lnTo>
                  <a:lnTo>
                    <a:pt x="2117177" y="0"/>
                  </a:lnTo>
                  <a:lnTo>
                    <a:pt x="2169544" y="0"/>
                  </a:lnTo>
                  <a:lnTo>
                    <a:pt x="2221912" y="0"/>
                  </a:lnTo>
                  <a:lnTo>
                    <a:pt x="2274279" y="0"/>
                  </a:lnTo>
                  <a:lnTo>
                    <a:pt x="2326647" y="0"/>
                  </a:lnTo>
                  <a:lnTo>
                    <a:pt x="2379014" y="0"/>
                  </a:lnTo>
                  <a:lnTo>
                    <a:pt x="2431382" y="0"/>
                  </a:lnTo>
                  <a:lnTo>
                    <a:pt x="2483749" y="0"/>
                  </a:lnTo>
                  <a:lnTo>
                    <a:pt x="2536117" y="0"/>
                  </a:lnTo>
                  <a:lnTo>
                    <a:pt x="2588484" y="0"/>
                  </a:lnTo>
                  <a:lnTo>
                    <a:pt x="2640851" y="0"/>
                  </a:lnTo>
                  <a:lnTo>
                    <a:pt x="2693219" y="0"/>
                  </a:lnTo>
                  <a:lnTo>
                    <a:pt x="2745586" y="0"/>
                  </a:lnTo>
                  <a:lnTo>
                    <a:pt x="2797954" y="0"/>
                  </a:lnTo>
                  <a:lnTo>
                    <a:pt x="2850321" y="0"/>
                  </a:lnTo>
                  <a:lnTo>
                    <a:pt x="2902689" y="0"/>
                  </a:lnTo>
                  <a:lnTo>
                    <a:pt x="2955056" y="0"/>
                  </a:lnTo>
                  <a:lnTo>
                    <a:pt x="3007424" y="0"/>
                  </a:lnTo>
                  <a:lnTo>
                    <a:pt x="3059791" y="0"/>
                  </a:lnTo>
                  <a:lnTo>
                    <a:pt x="3112158" y="0"/>
                  </a:lnTo>
                  <a:lnTo>
                    <a:pt x="3164526" y="0"/>
                  </a:lnTo>
                  <a:lnTo>
                    <a:pt x="3216893" y="0"/>
                  </a:lnTo>
                  <a:lnTo>
                    <a:pt x="3269261" y="0"/>
                  </a:lnTo>
                  <a:lnTo>
                    <a:pt x="3321628" y="0"/>
                  </a:lnTo>
                  <a:lnTo>
                    <a:pt x="3373996" y="0"/>
                  </a:lnTo>
                  <a:lnTo>
                    <a:pt x="3426363" y="0"/>
                  </a:lnTo>
                  <a:lnTo>
                    <a:pt x="3478730" y="0"/>
                  </a:lnTo>
                  <a:lnTo>
                    <a:pt x="3531098" y="0"/>
                  </a:lnTo>
                  <a:lnTo>
                    <a:pt x="3583465" y="0"/>
                  </a:lnTo>
                  <a:lnTo>
                    <a:pt x="3635833" y="0"/>
                  </a:lnTo>
                  <a:lnTo>
                    <a:pt x="3688200" y="0"/>
                  </a:lnTo>
                  <a:lnTo>
                    <a:pt x="3740568" y="0"/>
                  </a:lnTo>
                  <a:lnTo>
                    <a:pt x="3792935" y="0"/>
                  </a:lnTo>
                  <a:lnTo>
                    <a:pt x="3845303" y="0"/>
                  </a:lnTo>
                  <a:lnTo>
                    <a:pt x="3897670" y="0"/>
                  </a:lnTo>
                  <a:lnTo>
                    <a:pt x="3950037" y="0"/>
                  </a:lnTo>
                  <a:lnTo>
                    <a:pt x="4002405" y="0"/>
                  </a:lnTo>
                  <a:lnTo>
                    <a:pt x="4054772" y="0"/>
                  </a:lnTo>
                  <a:lnTo>
                    <a:pt x="4107140" y="0"/>
                  </a:lnTo>
                  <a:lnTo>
                    <a:pt x="4149766" y="0"/>
                  </a:lnTo>
                  <a:lnTo>
                    <a:pt x="4149766" y="0"/>
                  </a:lnTo>
                </a:path>
              </a:pathLst>
            </a:custGeom>
            <a:ln w="13550" cap="rnd">
              <a:solidFill>
                <a:srgbClr val="F0F8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2301906" y="3675975"/>
              <a:ext cx="4149766" cy="0"/>
            </a:xfrm>
            <a:custGeom>
              <a:avLst/>
              <a:pathLst>
                <a:path w="4149766" h="0">
                  <a:moveTo>
                    <a:pt x="0" y="0"/>
                  </a:moveTo>
                  <a:lnTo>
                    <a:pt x="22479" y="0"/>
                  </a:lnTo>
                  <a:lnTo>
                    <a:pt x="74847" y="0"/>
                  </a:lnTo>
                  <a:lnTo>
                    <a:pt x="127214" y="0"/>
                  </a:lnTo>
                  <a:lnTo>
                    <a:pt x="179582" y="0"/>
                  </a:lnTo>
                  <a:lnTo>
                    <a:pt x="231949" y="0"/>
                  </a:lnTo>
                  <a:lnTo>
                    <a:pt x="284316" y="0"/>
                  </a:lnTo>
                  <a:lnTo>
                    <a:pt x="336684" y="0"/>
                  </a:lnTo>
                  <a:lnTo>
                    <a:pt x="389051" y="0"/>
                  </a:lnTo>
                  <a:lnTo>
                    <a:pt x="441419" y="0"/>
                  </a:lnTo>
                  <a:lnTo>
                    <a:pt x="493786" y="0"/>
                  </a:lnTo>
                  <a:lnTo>
                    <a:pt x="546154" y="0"/>
                  </a:lnTo>
                  <a:lnTo>
                    <a:pt x="598521" y="0"/>
                  </a:lnTo>
                  <a:lnTo>
                    <a:pt x="650889" y="0"/>
                  </a:lnTo>
                  <a:lnTo>
                    <a:pt x="703256" y="0"/>
                  </a:lnTo>
                  <a:lnTo>
                    <a:pt x="755623" y="0"/>
                  </a:lnTo>
                  <a:lnTo>
                    <a:pt x="807991" y="0"/>
                  </a:lnTo>
                  <a:lnTo>
                    <a:pt x="860358" y="0"/>
                  </a:lnTo>
                  <a:lnTo>
                    <a:pt x="912726" y="0"/>
                  </a:lnTo>
                  <a:lnTo>
                    <a:pt x="965093" y="0"/>
                  </a:lnTo>
                  <a:lnTo>
                    <a:pt x="1017461" y="0"/>
                  </a:lnTo>
                  <a:lnTo>
                    <a:pt x="1069828" y="0"/>
                  </a:lnTo>
                  <a:lnTo>
                    <a:pt x="1122196" y="0"/>
                  </a:lnTo>
                  <a:lnTo>
                    <a:pt x="1174563" y="0"/>
                  </a:lnTo>
                  <a:lnTo>
                    <a:pt x="1226930" y="0"/>
                  </a:lnTo>
                  <a:lnTo>
                    <a:pt x="1279298" y="0"/>
                  </a:lnTo>
                  <a:lnTo>
                    <a:pt x="1331665" y="0"/>
                  </a:lnTo>
                  <a:lnTo>
                    <a:pt x="1384033" y="0"/>
                  </a:lnTo>
                  <a:lnTo>
                    <a:pt x="1436400" y="0"/>
                  </a:lnTo>
                  <a:lnTo>
                    <a:pt x="1488768" y="0"/>
                  </a:lnTo>
                  <a:lnTo>
                    <a:pt x="1541135" y="0"/>
                  </a:lnTo>
                  <a:lnTo>
                    <a:pt x="1593503" y="0"/>
                  </a:lnTo>
                  <a:lnTo>
                    <a:pt x="1645870" y="0"/>
                  </a:lnTo>
                  <a:lnTo>
                    <a:pt x="1698237" y="0"/>
                  </a:lnTo>
                  <a:lnTo>
                    <a:pt x="1750605" y="0"/>
                  </a:lnTo>
                  <a:lnTo>
                    <a:pt x="1802972" y="0"/>
                  </a:lnTo>
                  <a:lnTo>
                    <a:pt x="1855340" y="0"/>
                  </a:lnTo>
                  <a:lnTo>
                    <a:pt x="1907707" y="0"/>
                  </a:lnTo>
                  <a:lnTo>
                    <a:pt x="1960075" y="0"/>
                  </a:lnTo>
                  <a:lnTo>
                    <a:pt x="2012442" y="0"/>
                  </a:lnTo>
                  <a:lnTo>
                    <a:pt x="2064810" y="0"/>
                  </a:lnTo>
                  <a:lnTo>
                    <a:pt x="2117177" y="0"/>
                  </a:lnTo>
                  <a:lnTo>
                    <a:pt x="2169544" y="0"/>
                  </a:lnTo>
                  <a:lnTo>
                    <a:pt x="2221912" y="0"/>
                  </a:lnTo>
                  <a:lnTo>
                    <a:pt x="2274279" y="0"/>
                  </a:lnTo>
                  <a:lnTo>
                    <a:pt x="2326647" y="0"/>
                  </a:lnTo>
                  <a:lnTo>
                    <a:pt x="2379014" y="0"/>
                  </a:lnTo>
                  <a:lnTo>
                    <a:pt x="2431382" y="0"/>
                  </a:lnTo>
                  <a:lnTo>
                    <a:pt x="2483749" y="0"/>
                  </a:lnTo>
                  <a:lnTo>
                    <a:pt x="2536117" y="0"/>
                  </a:lnTo>
                  <a:lnTo>
                    <a:pt x="2588484" y="0"/>
                  </a:lnTo>
                  <a:lnTo>
                    <a:pt x="2640851" y="0"/>
                  </a:lnTo>
                  <a:lnTo>
                    <a:pt x="2693219" y="0"/>
                  </a:lnTo>
                  <a:lnTo>
                    <a:pt x="2745586" y="0"/>
                  </a:lnTo>
                  <a:lnTo>
                    <a:pt x="2797954" y="0"/>
                  </a:lnTo>
                  <a:lnTo>
                    <a:pt x="2850321" y="0"/>
                  </a:lnTo>
                  <a:lnTo>
                    <a:pt x="2902689" y="0"/>
                  </a:lnTo>
                  <a:lnTo>
                    <a:pt x="2955056" y="0"/>
                  </a:lnTo>
                  <a:lnTo>
                    <a:pt x="3007424" y="0"/>
                  </a:lnTo>
                  <a:lnTo>
                    <a:pt x="3059791" y="0"/>
                  </a:lnTo>
                  <a:lnTo>
                    <a:pt x="3112158" y="0"/>
                  </a:lnTo>
                  <a:lnTo>
                    <a:pt x="3164526" y="0"/>
                  </a:lnTo>
                  <a:lnTo>
                    <a:pt x="3216893" y="0"/>
                  </a:lnTo>
                  <a:lnTo>
                    <a:pt x="3269261" y="0"/>
                  </a:lnTo>
                  <a:lnTo>
                    <a:pt x="3321628" y="0"/>
                  </a:lnTo>
                  <a:lnTo>
                    <a:pt x="3373996" y="0"/>
                  </a:lnTo>
                  <a:lnTo>
                    <a:pt x="3426363" y="0"/>
                  </a:lnTo>
                  <a:lnTo>
                    <a:pt x="3478730" y="0"/>
                  </a:lnTo>
                  <a:lnTo>
                    <a:pt x="3531098" y="0"/>
                  </a:lnTo>
                  <a:lnTo>
                    <a:pt x="3583465" y="0"/>
                  </a:lnTo>
                  <a:lnTo>
                    <a:pt x="3635833" y="0"/>
                  </a:lnTo>
                  <a:lnTo>
                    <a:pt x="3688200" y="0"/>
                  </a:lnTo>
                  <a:lnTo>
                    <a:pt x="3740568" y="0"/>
                  </a:lnTo>
                  <a:lnTo>
                    <a:pt x="3792935" y="0"/>
                  </a:lnTo>
                  <a:lnTo>
                    <a:pt x="3845303" y="0"/>
                  </a:lnTo>
                  <a:lnTo>
                    <a:pt x="3897670" y="0"/>
                  </a:lnTo>
                  <a:lnTo>
                    <a:pt x="3950037" y="0"/>
                  </a:lnTo>
                  <a:lnTo>
                    <a:pt x="4002405" y="0"/>
                  </a:lnTo>
                  <a:lnTo>
                    <a:pt x="4054772" y="0"/>
                  </a:lnTo>
                  <a:lnTo>
                    <a:pt x="4107140" y="0"/>
                  </a:lnTo>
                  <a:lnTo>
                    <a:pt x="4149766" y="0"/>
                  </a:lnTo>
                  <a:lnTo>
                    <a:pt x="4149766" y="0"/>
                  </a:lnTo>
                </a:path>
              </a:pathLst>
            </a:custGeom>
            <a:ln w="13550" cap="rnd">
              <a:solidFill>
                <a:srgbClr val="F0F8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2301906" y="2736372"/>
              <a:ext cx="4149766" cy="0"/>
            </a:xfrm>
            <a:custGeom>
              <a:avLst/>
              <a:pathLst>
                <a:path w="4149766" h="0">
                  <a:moveTo>
                    <a:pt x="0" y="0"/>
                  </a:moveTo>
                  <a:lnTo>
                    <a:pt x="22479" y="0"/>
                  </a:lnTo>
                  <a:lnTo>
                    <a:pt x="74847" y="0"/>
                  </a:lnTo>
                  <a:lnTo>
                    <a:pt x="127214" y="0"/>
                  </a:lnTo>
                  <a:lnTo>
                    <a:pt x="179582" y="0"/>
                  </a:lnTo>
                  <a:lnTo>
                    <a:pt x="231949" y="0"/>
                  </a:lnTo>
                  <a:lnTo>
                    <a:pt x="284316" y="0"/>
                  </a:lnTo>
                  <a:lnTo>
                    <a:pt x="336684" y="0"/>
                  </a:lnTo>
                  <a:lnTo>
                    <a:pt x="389051" y="0"/>
                  </a:lnTo>
                  <a:lnTo>
                    <a:pt x="441419" y="0"/>
                  </a:lnTo>
                  <a:lnTo>
                    <a:pt x="493786" y="0"/>
                  </a:lnTo>
                  <a:lnTo>
                    <a:pt x="546154" y="0"/>
                  </a:lnTo>
                  <a:lnTo>
                    <a:pt x="598521" y="0"/>
                  </a:lnTo>
                  <a:lnTo>
                    <a:pt x="650889" y="0"/>
                  </a:lnTo>
                  <a:lnTo>
                    <a:pt x="703256" y="0"/>
                  </a:lnTo>
                  <a:lnTo>
                    <a:pt x="755623" y="0"/>
                  </a:lnTo>
                  <a:lnTo>
                    <a:pt x="807991" y="0"/>
                  </a:lnTo>
                  <a:lnTo>
                    <a:pt x="860358" y="0"/>
                  </a:lnTo>
                  <a:lnTo>
                    <a:pt x="912726" y="0"/>
                  </a:lnTo>
                  <a:lnTo>
                    <a:pt x="965093" y="0"/>
                  </a:lnTo>
                  <a:lnTo>
                    <a:pt x="1017461" y="0"/>
                  </a:lnTo>
                  <a:lnTo>
                    <a:pt x="1069828" y="0"/>
                  </a:lnTo>
                  <a:lnTo>
                    <a:pt x="1122196" y="0"/>
                  </a:lnTo>
                  <a:lnTo>
                    <a:pt x="1174563" y="0"/>
                  </a:lnTo>
                  <a:lnTo>
                    <a:pt x="1226930" y="0"/>
                  </a:lnTo>
                  <a:lnTo>
                    <a:pt x="1279298" y="0"/>
                  </a:lnTo>
                  <a:lnTo>
                    <a:pt x="1331665" y="0"/>
                  </a:lnTo>
                  <a:lnTo>
                    <a:pt x="1384033" y="0"/>
                  </a:lnTo>
                  <a:lnTo>
                    <a:pt x="1436400" y="0"/>
                  </a:lnTo>
                  <a:lnTo>
                    <a:pt x="1488768" y="0"/>
                  </a:lnTo>
                  <a:lnTo>
                    <a:pt x="1541135" y="0"/>
                  </a:lnTo>
                  <a:lnTo>
                    <a:pt x="1593503" y="0"/>
                  </a:lnTo>
                  <a:lnTo>
                    <a:pt x="1645870" y="0"/>
                  </a:lnTo>
                  <a:lnTo>
                    <a:pt x="1698237" y="0"/>
                  </a:lnTo>
                  <a:lnTo>
                    <a:pt x="1750605" y="0"/>
                  </a:lnTo>
                  <a:lnTo>
                    <a:pt x="1802972" y="0"/>
                  </a:lnTo>
                  <a:lnTo>
                    <a:pt x="1855340" y="0"/>
                  </a:lnTo>
                  <a:lnTo>
                    <a:pt x="1907707" y="0"/>
                  </a:lnTo>
                  <a:lnTo>
                    <a:pt x="1960075" y="0"/>
                  </a:lnTo>
                  <a:lnTo>
                    <a:pt x="2012442" y="0"/>
                  </a:lnTo>
                  <a:lnTo>
                    <a:pt x="2064810" y="0"/>
                  </a:lnTo>
                  <a:lnTo>
                    <a:pt x="2117177" y="0"/>
                  </a:lnTo>
                  <a:lnTo>
                    <a:pt x="2169544" y="0"/>
                  </a:lnTo>
                  <a:lnTo>
                    <a:pt x="2221912" y="0"/>
                  </a:lnTo>
                  <a:lnTo>
                    <a:pt x="2274279" y="0"/>
                  </a:lnTo>
                  <a:lnTo>
                    <a:pt x="2326647" y="0"/>
                  </a:lnTo>
                  <a:lnTo>
                    <a:pt x="2379014" y="0"/>
                  </a:lnTo>
                  <a:lnTo>
                    <a:pt x="2431382" y="0"/>
                  </a:lnTo>
                  <a:lnTo>
                    <a:pt x="2483749" y="0"/>
                  </a:lnTo>
                  <a:lnTo>
                    <a:pt x="2536117" y="0"/>
                  </a:lnTo>
                  <a:lnTo>
                    <a:pt x="2588484" y="0"/>
                  </a:lnTo>
                  <a:lnTo>
                    <a:pt x="2640851" y="0"/>
                  </a:lnTo>
                  <a:lnTo>
                    <a:pt x="2693219" y="0"/>
                  </a:lnTo>
                  <a:lnTo>
                    <a:pt x="2745586" y="0"/>
                  </a:lnTo>
                  <a:lnTo>
                    <a:pt x="2797954" y="0"/>
                  </a:lnTo>
                  <a:lnTo>
                    <a:pt x="2850321" y="0"/>
                  </a:lnTo>
                  <a:lnTo>
                    <a:pt x="2902689" y="0"/>
                  </a:lnTo>
                  <a:lnTo>
                    <a:pt x="2955056" y="0"/>
                  </a:lnTo>
                  <a:lnTo>
                    <a:pt x="3007424" y="0"/>
                  </a:lnTo>
                  <a:lnTo>
                    <a:pt x="3059791" y="0"/>
                  </a:lnTo>
                  <a:lnTo>
                    <a:pt x="3112158" y="0"/>
                  </a:lnTo>
                  <a:lnTo>
                    <a:pt x="3164526" y="0"/>
                  </a:lnTo>
                  <a:lnTo>
                    <a:pt x="3216893" y="0"/>
                  </a:lnTo>
                  <a:lnTo>
                    <a:pt x="3269261" y="0"/>
                  </a:lnTo>
                  <a:lnTo>
                    <a:pt x="3321628" y="0"/>
                  </a:lnTo>
                  <a:lnTo>
                    <a:pt x="3373996" y="0"/>
                  </a:lnTo>
                  <a:lnTo>
                    <a:pt x="3426363" y="0"/>
                  </a:lnTo>
                  <a:lnTo>
                    <a:pt x="3478730" y="0"/>
                  </a:lnTo>
                  <a:lnTo>
                    <a:pt x="3531098" y="0"/>
                  </a:lnTo>
                  <a:lnTo>
                    <a:pt x="3583465" y="0"/>
                  </a:lnTo>
                  <a:lnTo>
                    <a:pt x="3635833" y="0"/>
                  </a:lnTo>
                  <a:lnTo>
                    <a:pt x="3688200" y="0"/>
                  </a:lnTo>
                  <a:lnTo>
                    <a:pt x="3740568" y="0"/>
                  </a:lnTo>
                  <a:lnTo>
                    <a:pt x="3792935" y="0"/>
                  </a:lnTo>
                  <a:lnTo>
                    <a:pt x="3845303" y="0"/>
                  </a:lnTo>
                  <a:lnTo>
                    <a:pt x="3897670" y="0"/>
                  </a:lnTo>
                  <a:lnTo>
                    <a:pt x="3950037" y="0"/>
                  </a:lnTo>
                  <a:lnTo>
                    <a:pt x="4002405" y="0"/>
                  </a:lnTo>
                  <a:lnTo>
                    <a:pt x="4054772" y="0"/>
                  </a:lnTo>
                  <a:lnTo>
                    <a:pt x="4107140" y="0"/>
                  </a:lnTo>
                  <a:lnTo>
                    <a:pt x="4149766" y="0"/>
                  </a:lnTo>
                  <a:lnTo>
                    <a:pt x="4149766" y="0"/>
                  </a:lnTo>
                </a:path>
              </a:pathLst>
            </a:custGeom>
            <a:ln w="13550" cap="rnd">
              <a:solidFill>
                <a:srgbClr val="F0F8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2301906" y="1796770"/>
              <a:ext cx="4149766" cy="0"/>
            </a:xfrm>
            <a:custGeom>
              <a:avLst/>
              <a:pathLst>
                <a:path w="4149766" h="0">
                  <a:moveTo>
                    <a:pt x="0" y="0"/>
                  </a:moveTo>
                  <a:lnTo>
                    <a:pt x="22479" y="0"/>
                  </a:lnTo>
                  <a:lnTo>
                    <a:pt x="74847" y="0"/>
                  </a:lnTo>
                  <a:lnTo>
                    <a:pt x="127214" y="0"/>
                  </a:lnTo>
                  <a:lnTo>
                    <a:pt x="179582" y="0"/>
                  </a:lnTo>
                  <a:lnTo>
                    <a:pt x="231949" y="0"/>
                  </a:lnTo>
                  <a:lnTo>
                    <a:pt x="284316" y="0"/>
                  </a:lnTo>
                  <a:lnTo>
                    <a:pt x="336684" y="0"/>
                  </a:lnTo>
                  <a:lnTo>
                    <a:pt x="389051" y="0"/>
                  </a:lnTo>
                  <a:lnTo>
                    <a:pt x="441419" y="0"/>
                  </a:lnTo>
                  <a:lnTo>
                    <a:pt x="493786" y="0"/>
                  </a:lnTo>
                  <a:lnTo>
                    <a:pt x="546154" y="0"/>
                  </a:lnTo>
                  <a:lnTo>
                    <a:pt x="598521" y="0"/>
                  </a:lnTo>
                  <a:lnTo>
                    <a:pt x="650889" y="0"/>
                  </a:lnTo>
                  <a:lnTo>
                    <a:pt x="703256" y="0"/>
                  </a:lnTo>
                  <a:lnTo>
                    <a:pt x="755623" y="0"/>
                  </a:lnTo>
                  <a:lnTo>
                    <a:pt x="807991" y="0"/>
                  </a:lnTo>
                  <a:lnTo>
                    <a:pt x="860358" y="0"/>
                  </a:lnTo>
                  <a:lnTo>
                    <a:pt x="912726" y="0"/>
                  </a:lnTo>
                  <a:lnTo>
                    <a:pt x="965093" y="0"/>
                  </a:lnTo>
                  <a:lnTo>
                    <a:pt x="1017461" y="0"/>
                  </a:lnTo>
                  <a:lnTo>
                    <a:pt x="1069828" y="0"/>
                  </a:lnTo>
                  <a:lnTo>
                    <a:pt x="1122196" y="0"/>
                  </a:lnTo>
                  <a:lnTo>
                    <a:pt x="1174563" y="0"/>
                  </a:lnTo>
                  <a:lnTo>
                    <a:pt x="1226930" y="0"/>
                  </a:lnTo>
                  <a:lnTo>
                    <a:pt x="1279298" y="0"/>
                  </a:lnTo>
                  <a:lnTo>
                    <a:pt x="1331665" y="0"/>
                  </a:lnTo>
                  <a:lnTo>
                    <a:pt x="1384033" y="0"/>
                  </a:lnTo>
                  <a:lnTo>
                    <a:pt x="1436400" y="0"/>
                  </a:lnTo>
                  <a:lnTo>
                    <a:pt x="1488768" y="0"/>
                  </a:lnTo>
                  <a:lnTo>
                    <a:pt x="1541135" y="0"/>
                  </a:lnTo>
                  <a:lnTo>
                    <a:pt x="1593503" y="0"/>
                  </a:lnTo>
                  <a:lnTo>
                    <a:pt x="1645870" y="0"/>
                  </a:lnTo>
                  <a:lnTo>
                    <a:pt x="1698237" y="0"/>
                  </a:lnTo>
                  <a:lnTo>
                    <a:pt x="1750605" y="0"/>
                  </a:lnTo>
                  <a:lnTo>
                    <a:pt x="1802972" y="0"/>
                  </a:lnTo>
                  <a:lnTo>
                    <a:pt x="1855340" y="0"/>
                  </a:lnTo>
                  <a:lnTo>
                    <a:pt x="1907707" y="0"/>
                  </a:lnTo>
                  <a:lnTo>
                    <a:pt x="1960075" y="0"/>
                  </a:lnTo>
                  <a:lnTo>
                    <a:pt x="2012442" y="0"/>
                  </a:lnTo>
                  <a:lnTo>
                    <a:pt x="2064810" y="0"/>
                  </a:lnTo>
                  <a:lnTo>
                    <a:pt x="2117177" y="0"/>
                  </a:lnTo>
                  <a:lnTo>
                    <a:pt x="2169544" y="0"/>
                  </a:lnTo>
                  <a:lnTo>
                    <a:pt x="2221912" y="0"/>
                  </a:lnTo>
                  <a:lnTo>
                    <a:pt x="2274279" y="0"/>
                  </a:lnTo>
                  <a:lnTo>
                    <a:pt x="2326647" y="0"/>
                  </a:lnTo>
                  <a:lnTo>
                    <a:pt x="2379014" y="0"/>
                  </a:lnTo>
                  <a:lnTo>
                    <a:pt x="2431382" y="0"/>
                  </a:lnTo>
                  <a:lnTo>
                    <a:pt x="2483749" y="0"/>
                  </a:lnTo>
                  <a:lnTo>
                    <a:pt x="2536117" y="0"/>
                  </a:lnTo>
                  <a:lnTo>
                    <a:pt x="2588484" y="0"/>
                  </a:lnTo>
                  <a:lnTo>
                    <a:pt x="2640851" y="0"/>
                  </a:lnTo>
                  <a:lnTo>
                    <a:pt x="2693219" y="0"/>
                  </a:lnTo>
                  <a:lnTo>
                    <a:pt x="2745586" y="0"/>
                  </a:lnTo>
                  <a:lnTo>
                    <a:pt x="2797954" y="0"/>
                  </a:lnTo>
                  <a:lnTo>
                    <a:pt x="2850321" y="0"/>
                  </a:lnTo>
                  <a:lnTo>
                    <a:pt x="2902689" y="0"/>
                  </a:lnTo>
                  <a:lnTo>
                    <a:pt x="2955056" y="0"/>
                  </a:lnTo>
                  <a:lnTo>
                    <a:pt x="3007424" y="0"/>
                  </a:lnTo>
                  <a:lnTo>
                    <a:pt x="3059791" y="0"/>
                  </a:lnTo>
                  <a:lnTo>
                    <a:pt x="3112158" y="0"/>
                  </a:lnTo>
                  <a:lnTo>
                    <a:pt x="3164526" y="0"/>
                  </a:lnTo>
                  <a:lnTo>
                    <a:pt x="3216893" y="0"/>
                  </a:lnTo>
                  <a:lnTo>
                    <a:pt x="3269261" y="0"/>
                  </a:lnTo>
                  <a:lnTo>
                    <a:pt x="3321628" y="0"/>
                  </a:lnTo>
                  <a:lnTo>
                    <a:pt x="3373996" y="0"/>
                  </a:lnTo>
                  <a:lnTo>
                    <a:pt x="3426363" y="0"/>
                  </a:lnTo>
                  <a:lnTo>
                    <a:pt x="3478730" y="0"/>
                  </a:lnTo>
                  <a:lnTo>
                    <a:pt x="3531098" y="0"/>
                  </a:lnTo>
                  <a:lnTo>
                    <a:pt x="3583465" y="0"/>
                  </a:lnTo>
                  <a:lnTo>
                    <a:pt x="3635833" y="0"/>
                  </a:lnTo>
                  <a:lnTo>
                    <a:pt x="3688200" y="0"/>
                  </a:lnTo>
                  <a:lnTo>
                    <a:pt x="3740568" y="0"/>
                  </a:lnTo>
                  <a:lnTo>
                    <a:pt x="3792935" y="0"/>
                  </a:lnTo>
                  <a:lnTo>
                    <a:pt x="3845303" y="0"/>
                  </a:lnTo>
                  <a:lnTo>
                    <a:pt x="3897670" y="0"/>
                  </a:lnTo>
                  <a:lnTo>
                    <a:pt x="3950037" y="0"/>
                  </a:lnTo>
                  <a:lnTo>
                    <a:pt x="4002405" y="0"/>
                  </a:lnTo>
                  <a:lnTo>
                    <a:pt x="4054772" y="0"/>
                  </a:lnTo>
                  <a:lnTo>
                    <a:pt x="4107140" y="0"/>
                  </a:lnTo>
                  <a:lnTo>
                    <a:pt x="4149766" y="0"/>
                  </a:lnTo>
                  <a:lnTo>
                    <a:pt x="4149766" y="0"/>
                  </a:lnTo>
                </a:path>
              </a:pathLst>
            </a:custGeom>
            <a:ln w="13550" cap="rnd">
              <a:solidFill>
                <a:srgbClr val="F0F8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g17"/>
            <p:cNvSpPr/>
            <p:nvPr/>
          </p:nvSpPr>
          <p:spPr>
            <a:xfrm>
              <a:off x="4171236" y="1756539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41A4AA">
                <a:alpha val="100000"/>
              </a:srgbClr>
            </a:solidFill>
            <a:ln w="5420" cap="flat">
              <a:solidFill>
                <a:srgbClr val="41A4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g18"/>
            <p:cNvSpPr/>
            <p:nvPr/>
          </p:nvSpPr>
          <p:spPr>
            <a:xfrm>
              <a:off x="4252673" y="1756539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40A3AA">
                <a:alpha val="100000"/>
              </a:srgbClr>
            </a:solidFill>
            <a:ln w="5420" cap="flat">
              <a:solidFill>
                <a:srgbClr val="40A3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g19"/>
            <p:cNvSpPr/>
            <p:nvPr/>
          </p:nvSpPr>
          <p:spPr>
            <a:xfrm>
              <a:off x="4334110" y="1756539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EA1AA">
                <a:alpha val="100000"/>
              </a:srgbClr>
            </a:solidFill>
            <a:ln w="5420" cap="flat">
              <a:solidFill>
                <a:srgbClr val="3EA1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g20"/>
            <p:cNvSpPr/>
            <p:nvPr/>
          </p:nvSpPr>
          <p:spPr>
            <a:xfrm>
              <a:off x="4415547" y="1756539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C9FAA">
                <a:alpha val="100000"/>
              </a:srgbClr>
            </a:solidFill>
            <a:ln w="5420" cap="flat">
              <a:solidFill>
                <a:srgbClr val="3C9F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g21"/>
            <p:cNvSpPr/>
            <p:nvPr/>
          </p:nvSpPr>
          <p:spPr>
            <a:xfrm>
              <a:off x="4496984" y="1756539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B9DA9">
                <a:alpha val="100000"/>
              </a:srgbClr>
            </a:solidFill>
            <a:ln w="5420" cap="flat">
              <a:solidFill>
                <a:srgbClr val="3B9D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g22"/>
            <p:cNvSpPr/>
            <p:nvPr/>
          </p:nvSpPr>
          <p:spPr>
            <a:xfrm>
              <a:off x="4578421" y="1756539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99BA9">
                <a:alpha val="100000"/>
              </a:srgbClr>
            </a:solidFill>
            <a:ln w="5420" cap="flat">
              <a:solidFill>
                <a:srgbClr val="399B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pg23"/>
            <p:cNvSpPr/>
            <p:nvPr/>
          </p:nvSpPr>
          <p:spPr>
            <a:xfrm>
              <a:off x="4659858" y="1756539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699A9">
                <a:alpha val="100000"/>
              </a:srgbClr>
            </a:solidFill>
            <a:ln w="5420" cap="flat">
              <a:solidFill>
                <a:srgbClr val="3699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g24"/>
            <p:cNvSpPr/>
            <p:nvPr/>
          </p:nvSpPr>
          <p:spPr>
            <a:xfrm>
              <a:off x="5067044" y="1756539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78CA7">
                <a:alpha val="100000"/>
              </a:srgbClr>
            </a:solidFill>
            <a:ln w="5420" cap="flat">
              <a:solidFill>
                <a:srgbClr val="378C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g25"/>
            <p:cNvSpPr/>
            <p:nvPr/>
          </p:nvSpPr>
          <p:spPr>
            <a:xfrm>
              <a:off x="5148481" y="1756539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888A6">
                <a:alpha val="100000"/>
              </a:srgbClr>
            </a:solidFill>
            <a:ln w="5420" cap="flat">
              <a:solidFill>
                <a:srgbClr val="3888A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" name="pg26"/>
            <p:cNvSpPr/>
            <p:nvPr/>
          </p:nvSpPr>
          <p:spPr>
            <a:xfrm>
              <a:off x="5229918" y="1756539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985A5">
                <a:alpha val="100000"/>
              </a:srgbClr>
            </a:solidFill>
            <a:ln w="5420" cap="flat">
              <a:solidFill>
                <a:srgbClr val="3985A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" name="pg27"/>
            <p:cNvSpPr/>
            <p:nvPr/>
          </p:nvSpPr>
          <p:spPr>
            <a:xfrm>
              <a:off x="5311355" y="1756539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983A5">
                <a:alpha val="100000"/>
              </a:srgbClr>
            </a:solidFill>
            <a:ln w="5420" cap="flat">
              <a:solidFill>
                <a:srgbClr val="3983A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" name="pg28"/>
            <p:cNvSpPr/>
            <p:nvPr/>
          </p:nvSpPr>
          <p:spPr>
            <a:xfrm>
              <a:off x="5392793" y="1756539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A80A4">
                <a:alpha val="100000"/>
              </a:srgbClr>
            </a:solidFill>
            <a:ln w="5420" cap="flat">
              <a:solidFill>
                <a:srgbClr val="3A80A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" name="pg29"/>
            <p:cNvSpPr/>
            <p:nvPr/>
          </p:nvSpPr>
          <p:spPr>
            <a:xfrm>
              <a:off x="4089798" y="1859855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44A7AA">
                <a:alpha val="100000"/>
              </a:srgbClr>
            </a:solidFill>
            <a:ln w="5420" cap="flat">
              <a:solidFill>
                <a:srgbClr val="44A7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" name="pg30"/>
            <p:cNvSpPr/>
            <p:nvPr/>
          </p:nvSpPr>
          <p:spPr>
            <a:xfrm>
              <a:off x="4171236" y="1859855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44A7AA">
                <a:alpha val="100000"/>
              </a:srgbClr>
            </a:solidFill>
            <a:ln w="5420" cap="flat">
              <a:solidFill>
                <a:srgbClr val="44A7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" name="pg31"/>
            <p:cNvSpPr/>
            <p:nvPr/>
          </p:nvSpPr>
          <p:spPr>
            <a:xfrm>
              <a:off x="4252673" y="1859855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43A7AA">
                <a:alpha val="100000"/>
              </a:srgbClr>
            </a:solidFill>
            <a:ln w="5420" cap="flat">
              <a:solidFill>
                <a:srgbClr val="43A7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" name="pg32"/>
            <p:cNvSpPr/>
            <p:nvPr/>
          </p:nvSpPr>
          <p:spPr>
            <a:xfrm>
              <a:off x="4334110" y="1859855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41A4AA">
                <a:alpha val="100000"/>
              </a:srgbClr>
            </a:solidFill>
            <a:ln w="5420" cap="flat">
              <a:solidFill>
                <a:srgbClr val="41A4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" name="pg33"/>
            <p:cNvSpPr/>
            <p:nvPr/>
          </p:nvSpPr>
          <p:spPr>
            <a:xfrm>
              <a:off x="4415547" y="1859855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40A2AA">
                <a:alpha val="100000"/>
              </a:srgbClr>
            </a:solidFill>
            <a:ln w="5420" cap="flat">
              <a:solidFill>
                <a:srgbClr val="40A2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" name="pg34"/>
            <p:cNvSpPr/>
            <p:nvPr/>
          </p:nvSpPr>
          <p:spPr>
            <a:xfrm>
              <a:off x="4496984" y="1859855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EA0AA">
                <a:alpha val="100000"/>
              </a:srgbClr>
            </a:solidFill>
            <a:ln w="5420" cap="flat">
              <a:solidFill>
                <a:srgbClr val="3EA0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" name="pg35"/>
            <p:cNvSpPr/>
            <p:nvPr/>
          </p:nvSpPr>
          <p:spPr>
            <a:xfrm>
              <a:off x="4578421" y="1859855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C9EAA">
                <a:alpha val="100000"/>
              </a:srgbClr>
            </a:solidFill>
            <a:ln w="5420" cap="flat">
              <a:solidFill>
                <a:srgbClr val="3C9E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" name="pg36"/>
            <p:cNvSpPr/>
            <p:nvPr/>
          </p:nvSpPr>
          <p:spPr>
            <a:xfrm>
              <a:off x="4659858" y="1859855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99CA9">
                <a:alpha val="100000"/>
              </a:srgbClr>
            </a:solidFill>
            <a:ln w="5420" cap="flat">
              <a:solidFill>
                <a:srgbClr val="399C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" name="pg37"/>
            <p:cNvSpPr/>
            <p:nvPr/>
          </p:nvSpPr>
          <p:spPr>
            <a:xfrm>
              <a:off x="5067044" y="1859855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690A7">
                <a:alpha val="100000"/>
              </a:srgbClr>
            </a:solidFill>
            <a:ln w="5420" cap="flat">
              <a:solidFill>
                <a:srgbClr val="3690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" name="pg38"/>
            <p:cNvSpPr/>
            <p:nvPr/>
          </p:nvSpPr>
          <p:spPr>
            <a:xfrm>
              <a:off x="5148481" y="1859855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88BA6">
                <a:alpha val="100000"/>
              </a:srgbClr>
            </a:solidFill>
            <a:ln w="5420" cap="flat">
              <a:solidFill>
                <a:srgbClr val="388BA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" name="pg39"/>
            <p:cNvSpPr/>
            <p:nvPr/>
          </p:nvSpPr>
          <p:spPr>
            <a:xfrm>
              <a:off x="5229918" y="1859855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888A6">
                <a:alpha val="100000"/>
              </a:srgbClr>
            </a:solidFill>
            <a:ln w="5420" cap="flat">
              <a:solidFill>
                <a:srgbClr val="3888A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" name="pg40"/>
            <p:cNvSpPr/>
            <p:nvPr/>
          </p:nvSpPr>
          <p:spPr>
            <a:xfrm>
              <a:off x="5311355" y="1859855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986A5">
                <a:alpha val="100000"/>
              </a:srgbClr>
            </a:solidFill>
            <a:ln w="5420" cap="flat">
              <a:solidFill>
                <a:srgbClr val="3986A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" name="pg41"/>
            <p:cNvSpPr/>
            <p:nvPr/>
          </p:nvSpPr>
          <p:spPr>
            <a:xfrm>
              <a:off x="5392793" y="1859855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983A5">
                <a:alpha val="100000"/>
              </a:srgbClr>
            </a:solidFill>
            <a:ln w="5420" cap="flat">
              <a:solidFill>
                <a:srgbClr val="3983A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" name="pg42"/>
            <p:cNvSpPr/>
            <p:nvPr/>
          </p:nvSpPr>
          <p:spPr>
            <a:xfrm>
              <a:off x="3682613" y="1963171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43A6AA">
                <a:alpha val="100000"/>
              </a:srgbClr>
            </a:solidFill>
            <a:ln w="5420" cap="flat">
              <a:solidFill>
                <a:srgbClr val="43A6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" name="pg43"/>
            <p:cNvSpPr/>
            <p:nvPr/>
          </p:nvSpPr>
          <p:spPr>
            <a:xfrm>
              <a:off x="3764050" y="1963171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43A7AA">
                <a:alpha val="100000"/>
              </a:srgbClr>
            </a:solidFill>
            <a:ln w="5420" cap="flat">
              <a:solidFill>
                <a:srgbClr val="43A7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" name="pg44"/>
            <p:cNvSpPr/>
            <p:nvPr/>
          </p:nvSpPr>
          <p:spPr>
            <a:xfrm>
              <a:off x="3845487" y="1963171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44A8AA">
                <a:alpha val="100000"/>
              </a:srgbClr>
            </a:solidFill>
            <a:ln w="5420" cap="flat">
              <a:solidFill>
                <a:srgbClr val="44A8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" name="pg45"/>
            <p:cNvSpPr/>
            <p:nvPr/>
          </p:nvSpPr>
          <p:spPr>
            <a:xfrm>
              <a:off x="3926924" y="1963171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46A9AA">
                <a:alpha val="100000"/>
              </a:srgbClr>
            </a:solidFill>
            <a:ln w="5420" cap="flat">
              <a:solidFill>
                <a:srgbClr val="46A9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" name="pg46"/>
            <p:cNvSpPr/>
            <p:nvPr/>
          </p:nvSpPr>
          <p:spPr>
            <a:xfrm>
              <a:off x="4008361" y="1963171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47ABAA">
                <a:alpha val="100000"/>
              </a:srgbClr>
            </a:solidFill>
            <a:ln w="5420" cap="flat">
              <a:solidFill>
                <a:srgbClr val="47AB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" name="pg47"/>
            <p:cNvSpPr/>
            <p:nvPr/>
          </p:nvSpPr>
          <p:spPr>
            <a:xfrm>
              <a:off x="4089798" y="1963171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47ABAA">
                <a:alpha val="100000"/>
              </a:srgbClr>
            </a:solidFill>
            <a:ln w="5420" cap="flat">
              <a:solidFill>
                <a:srgbClr val="47AB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" name="pg48"/>
            <p:cNvSpPr/>
            <p:nvPr/>
          </p:nvSpPr>
          <p:spPr>
            <a:xfrm>
              <a:off x="4171236" y="1963171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47ABAA">
                <a:alpha val="100000"/>
              </a:srgbClr>
            </a:solidFill>
            <a:ln w="5420" cap="flat">
              <a:solidFill>
                <a:srgbClr val="47AB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" name="pg49"/>
            <p:cNvSpPr/>
            <p:nvPr/>
          </p:nvSpPr>
          <p:spPr>
            <a:xfrm>
              <a:off x="4252673" y="1963171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47ABAA">
                <a:alpha val="100000"/>
              </a:srgbClr>
            </a:solidFill>
            <a:ln w="5420" cap="flat">
              <a:solidFill>
                <a:srgbClr val="47AB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" name="pg50"/>
            <p:cNvSpPr/>
            <p:nvPr/>
          </p:nvSpPr>
          <p:spPr>
            <a:xfrm>
              <a:off x="4334110" y="1963171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44A8AA">
                <a:alpha val="100000"/>
              </a:srgbClr>
            </a:solidFill>
            <a:ln w="5420" cap="flat">
              <a:solidFill>
                <a:srgbClr val="44A8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" name="pg51"/>
            <p:cNvSpPr/>
            <p:nvPr/>
          </p:nvSpPr>
          <p:spPr>
            <a:xfrm>
              <a:off x="4415547" y="1963171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43A6AA">
                <a:alpha val="100000"/>
              </a:srgbClr>
            </a:solidFill>
            <a:ln w="5420" cap="flat">
              <a:solidFill>
                <a:srgbClr val="43A6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" name="pg52"/>
            <p:cNvSpPr/>
            <p:nvPr/>
          </p:nvSpPr>
          <p:spPr>
            <a:xfrm>
              <a:off x="4496984" y="1963171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40A3AA">
                <a:alpha val="100000"/>
              </a:srgbClr>
            </a:solidFill>
            <a:ln w="5420" cap="flat">
              <a:solidFill>
                <a:srgbClr val="40A3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" name="pg53"/>
            <p:cNvSpPr/>
            <p:nvPr/>
          </p:nvSpPr>
          <p:spPr>
            <a:xfrm>
              <a:off x="4578421" y="1963171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EA1AA">
                <a:alpha val="100000"/>
              </a:srgbClr>
            </a:solidFill>
            <a:ln w="5420" cap="flat">
              <a:solidFill>
                <a:srgbClr val="3EA1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" name="pg54"/>
            <p:cNvSpPr/>
            <p:nvPr/>
          </p:nvSpPr>
          <p:spPr>
            <a:xfrm>
              <a:off x="4985607" y="1963171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595A9">
                <a:alpha val="100000"/>
              </a:srgbClr>
            </a:solidFill>
            <a:ln w="5420" cap="flat">
              <a:solidFill>
                <a:srgbClr val="3595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" name="pg55"/>
            <p:cNvSpPr/>
            <p:nvPr/>
          </p:nvSpPr>
          <p:spPr>
            <a:xfrm>
              <a:off x="5067044" y="1963171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692A8">
                <a:alpha val="100000"/>
              </a:srgbClr>
            </a:solidFill>
            <a:ln w="5420" cap="flat">
              <a:solidFill>
                <a:srgbClr val="3692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" name="pg56"/>
            <p:cNvSpPr/>
            <p:nvPr/>
          </p:nvSpPr>
          <p:spPr>
            <a:xfrm>
              <a:off x="5148481" y="1963171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78EA7">
                <a:alpha val="100000"/>
              </a:srgbClr>
            </a:solidFill>
            <a:ln w="5420" cap="flat">
              <a:solidFill>
                <a:srgbClr val="378E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" name="pg57"/>
            <p:cNvSpPr/>
            <p:nvPr/>
          </p:nvSpPr>
          <p:spPr>
            <a:xfrm>
              <a:off x="5229918" y="1963171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88BA6">
                <a:alpha val="100000"/>
              </a:srgbClr>
            </a:solidFill>
            <a:ln w="5420" cap="flat">
              <a:solidFill>
                <a:srgbClr val="388BA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" name="pg58"/>
            <p:cNvSpPr/>
            <p:nvPr/>
          </p:nvSpPr>
          <p:spPr>
            <a:xfrm>
              <a:off x="5311355" y="1963171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889A6">
                <a:alpha val="100000"/>
              </a:srgbClr>
            </a:solidFill>
            <a:ln w="5420" cap="flat">
              <a:solidFill>
                <a:srgbClr val="3889A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" name="pg59"/>
            <p:cNvSpPr/>
            <p:nvPr/>
          </p:nvSpPr>
          <p:spPr>
            <a:xfrm>
              <a:off x="5392793" y="1963171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986A5">
                <a:alpha val="100000"/>
              </a:srgbClr>
            </a:solidFill>
            <a:ln w="5420" cap="flat">
              <a:solidFill>
                <a:srgbClr val="3986A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" name="pg60"/>
            <p:cNvSpPr/>
            <p:nvPr/>
          </p:nvSpPr>
          <p:spPr>
            <a:xfrm>
              <a:off x="3601176" y="2066487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43A6AA">
                <a:alpha val="100000"/>
              </a:srgbClr>
            </a:solidFill>
            <a:ln w="5420" cap="flat">
              <a:solidFill>
                <a:srgbClr val="43A6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" name="pg61"/>
            <p:cNvSpPr/>
            <p:nvPr/>
          </p:nvSpPr>
          <p:spPr>
            <a:xfrm>
              <a:off x="3682613" y="2066487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44A7AA">
                <a:alpha val="100000"/>
              </a:srgbClr>
            </a:solidFill>
            <a:ln w="5420" cap="flat">
              <a:solidFill>
                <a:srgbClr val="44A7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" name="pg62"/>
            <p:cNvSpPr/>
            <p:nvPr/>
          </p:nvSpPr>
          <p:spPr>
            <a:xfrm>
              <a:off x="3764050" y="2066487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45A8AA">
                <a:alpha val="100000"/>
              </a:srgbClr>
            </a:solidFill>
            <a:ln w="5420" cap="flat">
              <a:solidFill>
                <a:srgbClr val="45A8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" name="pg63"/>
            <p:cNvSpPr/>
            <p:nvPr/>
          </p:nvSpPr>
          <p:spPr>
            <a:xfrm>
              <a:off x="3845487" y="2066487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46AAAA">
                <a:alpha val="100000"/>
              </a:srgbClr>
            </a:solidFill>
            <a:ln w="5420" cap="flat">
              <a:solidFill>
                <a:srgbClr val="46AA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" name="pg64"/>
            <p:cNvSpPr/>
            <p:nvPr/>
          </p:nvSpPr>
          <p:spPr>
            <a:xfrm>
              <a:off x="3926924" y="2066487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48ACAA">
                <a:alpha val="100000"/>
              </a:srgbClr>
            </a:solidFill>
            <a:ln w="5420" cap="flat">
              <a:solidFill>
                <a:srgbClr val="48AC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" name="pg65"/>
            <p:cNvSpPr/>
            <p:nvPr/>
          </p:nvSpPr>
          <p:spPr>
            <a:xfrm>
              <a:off x="4008361" y="2066487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49ADAB">
                <a:alpha val="100000"/>
              </a:srgbClr>
            </a:solidFill>
            <a:ln w="5420" cap="flat">
              <a:solidFill>
                <a:srgbClr val="49AD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" name="pg66"/>
            <p:cNvSpPr/>
            <p:nvPr/>
          </p:nvSpPr>
          <p:spPr>
            <a:xfrm>
              <a:off x="4089798" y="2066487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4AAFAB">
                <a:alpha val="100000"/>
              </a:srgbClr>
            </a:solidFill>
            <a:ln w="5420" cap="flat">
              <a:solidFill>
                <a:srgbClr val="4AAF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" name="pg67"/>
            <p:cNvSpPr/>
            <p:nvPr/>
          </p:nvSpPr>
          <p:spPr>
            <a:xfrm>
              <a:off x="4171236" y="2066487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4BAFAB">
                <a:alpha val="100000"/>
              </a:srgbClr>
            </a:solidFill>
            <a:ln w="5420" cap="flat">
              <a:solidFill>
                <a:srgbClr val="4BAF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" name="pg68"/>
            <p:cNvSpPr/>
            <p:nvPr/>
          </p:nvSpPr>
          <p:spPr>
            <a:xfrm>
              <a:off x="4252673" y="2066487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4AAFAB">
                <a:alpha val="100000"/>
              </a:srgbClr>
            </a:solidFill>
            <a:ln w="5420" cap="flat">
              <a:solidFill>
                <a:srgbClr val="4AAF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" name="pg69"/>
            <p:cNvSpPr/>
            <p:nvPr/>
          </p:nvSpPr>
          <p:spPr>
            <a:xfrm>
              <a:off x="4334110" y="2066487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47ABAA">
                <a:alpha val="100000"/>
              </a:srgbClr>
            </a:solidFill>
            <a:ln w="5420" cap="flat">
              <a:solidFill>
                <a:srgbClr val="47AB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" name="pg70"/>
            <p:cNvSpPr/>
            <p:nvPr/>
          </p:nvSpPr>
          <p:spPr>
            <a:xfrm>
              <a:off x="4415547" y="2066487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45A8AA">
                <a:alpha val="100000"/>
              </a:srgbClr>
            </a:solidFill>
            <a:ln w="5420" cap="flat">
              <a:solidFill>
                <a:srgbClr val="45A8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" name="pg71"/>
            <p:cNvSpPr/>
            <p:nvPr/>
          </p:nvSpPr>
          <p:spPr>
            <a:xfrm>
              <a:off x="4496984" y="2066487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42A5AA">
                <a:alpha val="100000"/>
              </a:srgbClr>
            </a:solidFill>
            <a:ln w="5420" cap="flat">
              <a:solidFill>
                <a:srgbClr val="42A5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" name="pg72"/>
            <p:cNvSpPr/>
            <p:nvPr/>
          </p:nvSpPr>
          <p:spPr>
            <a:xfrm>
              <a:off x="4904170" y="2066487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699A9">
                <a:alpha val="100000"/>
              </a:srgbClr>
            </a:solidFill>
            <a:ln w="5420" cap="flat">
              <a:solidFill>
                <a:srgbClr val="3699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" name="pg73"/>
            <p:cNvSpPr/>
            <p:nvPr/>
          </p:nvSpPr>
          <p:spPr>
            <a:xfrm>
              <a:off x="4985607" y="2066487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497A9">
                <a:alpha val="100000"/>
              </a:srgbClr>
            </a:solidFill>
            <a:ln w="5420" cap="flat">
              <a:solidFill>
                <a:srgbClr val="3497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" name="pg74"/>
            <p:cNvSpPr/>
            <p:nvPr/>
          </p:nvSpPr>
          <p:spPr>
            <a:xfrm>
              <a:off x="5067044" y="2066487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595A8">
                <a:alpha val="100000"/>
              </a:srgbClr>
            </a:solidFill>
            <a:ln w="5420" cap="flat">
              <a:solidFill>
                <a:srgbClr val="3595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" name="pg75"/>
            <p:cNvSpPr/>
            <p:nvPr/>
          </p:nvSpPr>
          <p:spPr>
            <a:xfrm>
              <a:off x="5148481" y="2066487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690A8">
                <a:alpha val="100000"/>
              </a:srgbClr>
            </a:solidFill>
            <a:ln w="5420" cap="flat">
              <a:solidFill>
                <a:srgbClr val="3690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" name="pg76"/>
            <p:cNvSpPr/>
            <p:nvPr/>
          </p:nvSpPr>
          <p:spPr>
            <a:xfrm>
              <a:off x="5229918" y="2066487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78DA7">
                <a:alpha val="100000"/>
              </a:srgbClr>
            </a:solidFill>
            <a:ln w="5420" cap="flat">
              <a:solidFill>
                <a:srgbClr val="378D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" name="pg77"/>
            <p:cNvSpPr/>
            <p:nvPr/>
          </p:nvSpPr>
          <p:spPr>
            <a:xfrm>
              <a:off x="5311355" y="2066487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88BA6">
                <a:alpha val="100000"/>
              </a:srgbClr>
            </a:solidFill>
            <a:ln w="5420" cap="flat">
              <a:solidFill>
                <a:srgbClr val="388BA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" name="pg78"/>
            <p:cNvSpPr/>
            <p:nvPr/>
          </p:nvSpPr>
          <p:spPr>
            <a:xfrm>
              <a:off x="5392793" y="2066487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889A6">
                <a:alpha val="100000"/>
              </a:srgbClr>
            </a:solidFill>
            <a:ln w="5420" cap="flat">
              <a:solidFill>
                <a:srgbClr val="3889A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" name="pg79"/>
            <p:cNvSpPr/>
            <p:nvPr/>
          </p:nvSpPr>
          <p:spPr>
            <a:xfrm>
              <a:off x="3438301" y="2169803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43A6AA">
                <a:alpha val="100000"/>
              </a:srgbClr>
            </a:solidFill>
            <a:ln w="5420" cap="flat">
              <a:solidFill>
                <a:srgbClr val="43A6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" name="pg80"/>
            <p:cNvSpPr/>
            <p:nvPr/>
          </p:nvSpPr>
          <p:spPr>
            <a:xfrm>
              <a:off x="3519738" y="2169803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44A7AA">
                <a:alpha val="100000"/>
              </a:srgbClr>
            </a:solidFill>
            <a:ln w="5420" cap="flat">
              <a:solidFill>
                <a:srgbClr val="44A7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" name="pg81"/>
            <p:cNvSpPr/>
            <p:nvPr/>
          </p:nvSpPr>
          <p:spPr>
            <a:xfrm>
              <a:off x="3601176" y="2169803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45A8AA">
                <a:alpha val="100000"/>
              </a:srgbClr>
            </a:solidFill>
            <a:ln w="5420" cap="flat">
              <a:solidFill>
                <a:srgbClr val="45A8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" name="pg82"/>
            <p:cNvSpPr/>
            <p:nvPr/>
          </p:nvSpPr>
          <p:spPr>
            <a:xfrm>
              <a:off x="3682613" y="2169803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46A9AA">
                <a:alpha val="100000"/>
              </a:srgbClr>
            </a:solidFill>
            <a:ln w="5420" cap="flat">
              <a:solidFill>
                <a:srgbClr val="46A9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" name="pg83"/>
            <p:cNvSpPr/>
            <p:nvPr/>
          </p:nvSpPr>
          <p:spPr>
            <a:xfrm>
              <a:off x="3764050" y="2169803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47ABAA">
                <a:alpha val="100000"/>
              </a:srgbClr>
            </a:solidFill>
            <a:ln w="5420" cap="flat">
              <a:solidFill>
                <a:srgbClr val="47AB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" name="pg84"/>
            <p:cNvSpPr/>
            <p:nvPr/>
          </p:nvSpPr>
          <p:spPr>
            <a:xfrm>
              <a:off x="3845487" y="2169803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49ADAB">
                <a:alpha val="100000"/>
              </a:srgbClr>
            </a:solidFill>
            <a:ln w="5420" cap="flat">
              <a:solidFill>
                <a:srgbClr val="49AD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" name="pg85"/>
            <p:cNvSpPr/>
            <p:nvPr/>
          </p:nvSpPr>
          <p:spPr>
            <a:xfrm>
              <a:off x="3926924" y="2169803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4BB0AB">
                <a:alpha val="100000"/>
              </a:srgbClr>
            </a:solidFill>
            <a:ln w="5420" cap="flat">
              <a:solidFill>
                <a:srgbClr val="4BB0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" name="pg86"/>
            <p:cNvSpPr/>
            <p:nvPr/>
          </p:nvSpPr>
          <p:spPr>
            <a:xfrm>
              <a:off x="4008361" y="2169803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4DB2AB">
                <a:alpha val="100000"/>
              </a:srgbClr>
            </a:solidFill>
            <a:ln w="5420" cap="flat">
              <a:solidFill>
                <a:srgbClr val="4DB2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" name="pg87"/>
            <p:cNvSpPr/>
            <p:nvPr/>
          </p:nvSpPr>
          <p:spPr>
            <a:xfrm>
              <a:off x="4089798" y="2169803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4FB4AB">
                <a:alpha val="100000"/>
              </a:srgbClr>
            </a:solidFill>
            <a:ln w="5420" cap="flat">
              <a:solidFill>
                <a:srgbClr val="4FB4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" name="pg88"/>
            <p:cNvSpPr/>
            <p:nvPr/>
          </p:nvSpPr>
          <p:spPr>
            <a:xfrm>
              <a:off x="4171236" y="2169803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50B6AB">
                <a:alpha val="100000"/>
              </a:srgbClr>
            </a:solidFill>
            <a:ln w="5420" cap="flat">
              <a:solidFill>
                <a:srgbClr val="50B6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" name="pg89"/>
            <p:cNvSpPr/>
            <p:nvPr/>
          </p:nvSpPr>
          <p:spPr>
            <a:xfrm>
              <a:off x="4252673" y="2169803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50B6AB">
                <a:alpha val="100000"/>
              </a:srgbClr>
            </a:solidFill>
            <a:ln w="5420" cap="flat">
              <a:solidFill>
                <a:srgbClr val="50B6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" name="pg90"/>
            <p:cNvSpPr/>
            <p:nvPr/>
          </p:nvSpPr>
          <p:spPr>
            <a:xfrm>
              <a:off x="4334110" y="2169803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4BB0AB">
                <a:alpha val="100000"/>
              </a:srgbClr>
            </a:solidFill>
            <a:ln w="5420" cap="flat">
              <a:solidFill>
                <a:srgbClr val="4BB0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" name="pg91"/>
            <p:cNvSpPr/>
            <p:nvPr/>
          </p:nvSpPr>
          <p:spPr>
            <a:xfrm>
              <a:off x="4822733" y="2169803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A9DA9">
                <a:alpha val="100000"/>
              </a:srgbClr>
            </a:solidFill>
            <a:ln w="5420" cap="flat">
              <a:solidFill>
                <a:srgbClr val="3A9D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" name="pg92"/>
            <p:cNvSpPr/>
            <p:nvPr/>
          </p:nvSpPr>
          <p:spPr>
            <a:xfrm>
              <a:off x="4904170" y="2169803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89BA9">
                <a:alpha val="100000"/>
              </a:srgbClr>
            </a:solidFill>
            <a:ln w="5420" cap="flat">
              <a:solidFill>
                <a:srgbClr val="389B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" name="pg93"/>
            <p:cNvSpPr/>
            <p:nvPr/>
          </p:nvSpPr>
          <p:spPr>
            <a:xfrm>
              <a:off x="4985607" y="2169803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699A9">
                <a:alpha val="100000"/>
              </a:srgbClr>
            </a:solidFill>
            <a:ln w="5420" cap="flat">
              <a:solidFill>
                <a:srgbClr val="3699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" name="pg94"/>
            <p:cNvSpPr/>
            <p:nvPr/>
          </p:nvSpPr>
          <p:spPr>
            <a:xfrm>
              <a:off x="5067044" y="2169803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497A9">
                <a:alpha val="100000"/>
              </a:srgbClr>
            </a:solidFill>
            <a:ln w="5420" cap="flat">
              <a:solidFill>
                <a:srgbClr val="3497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" name="pg95"/>
            <p:cNvSpPr/>
            <p:nvPr/>
          </p:nvSpPr>
          <p:spPr>
            <a:xfrm>
              <a:off x="5148481" y="2169803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593A8">
                <a:alpha val="100000"/>
              </a:srgbClr>
            </a:solidFill>
            <a:ln w="5420" cap="flat">
              <a:solidFill>
                <a:srgbClr val="3593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" name="pg96"/>
            <p:cNvSpPr/>
            <p:nvPr/>
          </p:nvSpPr>
          <p:spPr>
            <a:xfrm>
              <a:off x="5229918" y="2169803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691A8">
                <a:alpha val="100000"/>
              </a:srgbClr>
            </a:solidFill>
            <a:ln w="5420" cap="flat">
              <a:solidFill>
                <a:srgbClr val="3691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7" name="pg97"/>
            <p:cNvSpPr/>
            <p:nvPr/>
          </p:nvSpPr>
          <p:spPr>
            <a:xfrm>
              <a:off x="3275427" y="2273120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43A6AA">
                <a:alpha val="100000"/>
              </a:srgbClr>
            </a:solidFill>
            <a:ln w="5420" cap="flat">
              <a:solidFill>
                <a:srgbClr val="43A6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8" name="pg98"/>
            <p:cNvSpPr/>
            <p:nvPr/>
          </p:nvSpPr>
          <p:spPr>
            <a:xfrm>
              <a:off x="3356864" y="2273120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43A7AA">
                <a:alpha val="100000"/>
              </a:srgbClr>
            </a:solidFill>
            <a:ln w="5420" cap="flat">
              <a:solidFill>
                <a:srgbClr val="43A7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9" name="pg99"/>
            <p:cNvSpPr/>
            <p:nvPr/>
          </p:nvSpPr>
          <p:spPr>
            <a:xfrm>
              <a:off x="3438301" y="2273120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44A7AA">
                <a:alpha val="100000"/>
              </a:srgbClr>
            </a:solidFill>
            <a:ln w="5420" cap="flat">
              <a:solidFill>
                <a:srgbClr val="44A7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0" name="pg100"/>
            <p:cNvSpPr/>
            <p:nvPr/>
          </p:nvSpPr>
          <p:spPr>
            <a:xfrm>
              <a:off x="3519738" y="2273120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45A8AA">
                <a:alpha val="100000"/>
              </a:srgbClr>
            </a:solidFill>
            <a:ln w="5420" cap="flat">
              <a:solidFill>
                <a:srgbClr val="45A8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1" name="pg101"/>
            <p:cNvSpPr/>
            <p:nvPr/>
          </p:nvSpPr>
          <p:spPr>
            <a:xfrm>
              <a:off x="3601176" y="2273120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45A9AA">
                <a:alpha val="100000"/>
              </a:srgbClr>
            </a:solidFill>
            <a:ln w="5420" cap="flat">
              <a:solidFill>
                <a:srgbClr val="45A9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2" name="pg102"/>
            <p:cNvSpPr/>
            <p:nvPr/>
          </p:nvSpPr>
          <p:spPr>
            <a:xfrm>
              <a:off x="3682613" y="2273120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46AAAA">
                <a:alpha val="100000"/>
              </a:srgbClr>
            </a:solidFill>
            <a:ln w="5420" cap="flat">
              <a:solidFill>
                <a:srgbClr val="46AA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3" name="pg103"/>
            <p:cNvSpPr/>
            <p:nvPr/>
          </p:nvSpPr>
          <p:spPr>
            <a:xfrm>
              <a:off x="3764050" y="2273120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48ACAA">
                <a:alpha val="100000"/>
              </a:srgbClr>
            </a:solidFill>
            <a:ln w="5420" cap="flat">
              <a:solidFill>
                <a:srgbClr val="48AC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4" name="pg104"/>
            <p:cNvSpPr/>
            <p:nvPr/>
          </p:nvSpPr>
          <p:spPr>
            <a:xfrm>
              <a:off x="3845487" y="2273120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49ADAB">
                <a:alpha val="100000"/>
              </a:srgbClr>
            </a:solidFill>
            <a:ln w="5420" cap="flat">
              <a:solidFill>
                <a:srgbClr val="49AD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5" name="pg105"/>
            <p:cNvSpPr/>
            <p:nvPr/>
          </p:nvSpPr>
          <p:spPr>
            <a:xfrm>
              <a:off x="3926924" y="2273120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4BB0AB">
                <a:alpha val="100000"/>
              </a:srgbClr>
            </a:solidFill>
            <a:ln w="5420" cap="flat">
              <a:solidFill>
                <a:srgbClr val="4BB0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6" name="pg106"/>
            <p:cNvSpPr/>
            <p:nvPr/>
          </p:nvSpPr>
          <p:spPr>
            <a:xfrm>
              <a:off x="4008361" y="2273120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4DB2AB">
                <a:alpha val="100000"/>
              </a:srgbClr>
            </a:solidFill>
            <a:ln w="5420" cap="flat">
              <a:solidFill>
                <a:srgbClr val="4DB2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7" name="pg107"/>
            <p:cNvSpPr/>
            <p:nvPr/>
          </p:nvSpPr>
          <p:spPr>
            <a:xfrm>
              <a:off x="4089798" y="2273120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4FB5AB">
                <a:alpha val="100000"/>
              </a:srgbClr>
            </a:solidFill>
            <a:ln w="5420" cap="flat">
              <a:solidFill>
                <a:srgbClr val="4FB5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8" name="pg108"/>
            <p:cNvSpPr/>
            <p:nvPr/>
          </p:nvSpPr>
          <p:spPr>
            <a:xfrm>
              <a:off x="4171236" y="2273120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50B6AB">
                <a:alpha val="100000"/>
              </a:srgbClr>
            </a:solidFill>
            <a:ln w="5420" cap="flat">
              <a:solidFill>
                <a:srgbClr val="50B6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9" name="pg109"/>
            <p:cNvSpPr/>
            <p:nvPr/>
          </p:nvSpPr>
          <p:spPr>
            <a:xfrm>
              <a:off x="4252673" y="2273120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50B6AB">
                <a:alpha val="100000"/>
              </a:srgbClr>
            </a:solidFill>
            <a:ln w="5420" cap="flat">
              <a:solidFill>
                <a:srgbClr val="50B6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0" name="pg110"/>
            <p:cNvSpPr/>
            <p:nvPr/>
          </p:nvSpPr>
          <p:spPr>
            <a:xfrm>
              <a:off x="4334110" y="2273120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4BAFAB">
                <a:alpha val="100000"/>
              </a:srgbClr>
            </a:solidFill>
            <a:ln w="5420" cap="flat">
              <a:solidFill>
                <a:srgbClr val="4BAF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1" name="pg111"/>
            <p:cNvSpPr/>
            <p:nvPr/>
          </p:nvSpPr>
          <p:spPr>
            <a:xfrm>
              <a:off x="4415547" y="2273120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46AAAA">
                <a:alpha val="100000"/>
              </a:srgbClr>
            </a:solidFill>
            <a:ln w="5420" cap="flat">
              <a:solidFill>
                <a:srgbClr val="46AA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2" name="pg112"/>
            <p:cNvSpPr/>
            <p:nvPr/>
          </p:nvSpPr>
          <p:spPr>
            <a:xfrm>
              <a:off x="4496984" y="2273120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42A5AA">
                <a:alpha val="100000"/>
              </a:srgbClr>
            </a:solidFill>
            <a:ln w="5420" cap="flat">
              <a:solidFill>
                <a:srgbClr val="42A5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3" name="pg113"/>
            <p:cNvSpPr/>
            <p:nvPr/>
          </p:nvSpPr>
          <p:spPr>
            <a:xfrm>
              <a:off x="4578421" y="2273120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FA2AA">
                <a:alpha val="100000"/>
              </a:srgbClr>
            </a:solidFill>
            <a:ln w="5420" cap="flat">
              <a:solidFill>
                <a:srgbClr val="3FA2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4" name="pg114"/>
            <p:cNvSpPr/>
            <p:nvPr/>
          </p:nvSpPr>
          <p:spPr>
            <a:xfrm>
              <a:off x="4741296" y="2273120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B9EAA">
                <a:alpha val="100000"/>
              </a:srgbClr>
            </a:solidFill>
            <a:ln w="5420" cap="flat">
              <a:solidFill>
                <a:srgbClr val="3B9E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5" name="pg115"/>
            <p:cNvSpPr/>
            <p:nvPr/>
          </p:nvSpPr>
          <p:spPr>
            <a:xfrm>
              <a:off x="4822733" y="2273120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A9CA9">
                <a:alpha val="100000"/>
              </a:srgbClr>
            </a:solidFill>
            <a:ln w="5420" cap="flat">
              <a:solidFill>
                <a:srgbClr val="3A9C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6" name="pg116"/>
            <p:cNvSpPr/>
            <p:nvPr/>
          </p:nvSpPr>
          <p:spPr>
            <a:xfrm>
              <a:off x="4904170" y="2273120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99BA9">
                <a:alpha val="100000"/>
              </a:srgbClr>
            </a:solidFill>
            <a:ln w="5420" cap="flat">
              <a:solidFill>
                <a:srgbClr val="399B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7" name="pg117"/>
            <p:cNvSpPr/>
            <p:nvPr/>
          </p:nvSpPr>
          <p:spPr>
            <a:xfrm>
              <a:off x="4985607" y="2273120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79AA9">
                <a:alpha val="100000"/>
              </a:srgbClr>
            </a:solidFill>
            <a:ln w="5420" cap="flat">
              <a:solidFill>
                <a:srgbClr val="379A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8" name="pg118"/>
            <p:cNvSpPr/>
            <p:nvPr/>
          </p:nvSpPr>
          <p:spPr>
            <a:xfrm>
              <a:off x="5067044" y="2273120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598A9">
                <a:alpha val="100000"/>
              </a:srgbClr>
            </a:solidFill>
            <a:ln w="5420" cap="flat">
              <a:solidFill>
                <a:srgbClr val="3598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9" name="pg119"/>
            <p:cNvSpPr/>
            <p:nvPr/>
          </p:nvSpPr>
          <p:spPr>
            <a:xfrm>
              <a:off x="5148481" y="2273120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594A8">
                <a:alpha val="100000"/>
              </a:srgbClr>
            </a:solidFill>
            <a:ln w="5420" cap="flat">
              <a:solidFill>
                <a:srgbClr val="3594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0" name="pg120"/>
            <p:cNvSpPr/>
            <p:nvPr/>
          </p:nvSpPr>
          <p:spPr>
            <a:xfrm>
              <a:off x="5229918" y="2273120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693A8">
                <a:alpha val="100000"/>
              </a:srgbClr>
            </a:solidFill>
            <a:ln w="5420" cap="flat">
              <a:solidFill>
                <a:srgbClr val="3693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1" name="pg121"/>
            <p:cNvSpPr/>
            <p:nvPr/>
          </p:nvSpPr>
          <p:spPr>
            <a:xfrm>
              <a:off x="3275427" y="2376436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45A8AA">
                <a:alpha val="100000"/>
              </a:srgbClr>
            </a:solidFill>
            <a:ln w="5420" cap="flat">
              <a:solidFill>
                <a:srgbClr val="45A8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2" name="pg122"/>
            <p:cNvSpPr/>
            <p:nvPr/>
          </p:nvSpPr>
          <p:spPr>
            <a:xfrm>
              <a:off x="3356864" y="2376436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45A8AA">
                <a:alpha val="100000"/>
              </a:srgbClr>
            </a:solidFill>
            <a:ln w="5420" cap="flat">
              <a:solidFill>
                <a:srgbClr val="45A8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3" name="pg123"/>
            <p:cNvSpPr/>
            <p:nvPr/>
          </p:nvSpPr>
          <p:spPr>
            <a:xfrm>
              <a:off x="3438301" y="2376436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45A9AA">
                <a:alpha val="100000"/>
              </a:srgbClr>
            </a:solidFill>
            <a:ln w="5420" cap="flat">
              <a:solidFill>
                <a:srgbClr val="45A9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4" name="pg124"/>
            <p:cNvSpPr/>
            <p:nvPr/>
          </p:nvSpPr>
          <p:spPr>
            <a:xfrm>
              <a:off x="3519738" y="2376436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46A9AA">
                <a:alpha val="100000"/>
              </a:srgbClr>
            </a:solidFill>
            <a:ln w="5420" cap="flat">
              <a:solidFill>
                <a:srgbClr val="46A9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5" name="pg125"/>
            <p:cNvSpPr/>
            <p:nvPr/>
          </p:nvSpPr>
          <p:spPr>
            <a:xfrm>
              <a:off x="3601176" y="2376436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46AAAA">
                <a:alpha val="100000"/>
              </a:srgbClr>
            </a:solidFill>
            <a:ln w="5420" cap="flat">
              <a:solidFill>
                <a:srgbClr val="46AA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6" name="pg126"/>
            <p:cNvSpPr/>
            <p:nvPr/>
          </p:nvSpPr>
          <p:spPr>
            <a:xfrm>
              <a:off x="3682613" y="2376436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47AAAA">
                <a:alpha val="100000"/>
              </a:srgbClr>
            </a:solidFill>
            <a:ln w="5420" cap="flat">
              <a:solidFill>
                <a:srgbClr val="47AA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7" name="pg127"/>
            <p:cNvSpPr/>
            <p:nvPr/>
          </p:nvSpPr>
          <p:spPr>
            <a:xfrm>
              <a:off x="3764050" y="2376436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48ABAA">
                <a:alpha val="100000"/>
              </a:srgbClr>
            </a:solidFill>
            <a:ln w="5420" cap="flat">
              <a:solidFill>
                <a:srgbClr val="48AB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8" name="pg128"/>
            <p:cNvSpPr/>
            <p:nvPr/>
          </p:nvSpPr>
          <p:spPr>
            <a:xfrm>
              <a:off x="3845487" y="2376436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49ADAB">
                <a:alpha val="100000"/>
              </a:srgbClr>
            </a:solidFill>
            <a:ln w="5420" cap="flat">
              <a:solidFill>
                <a:srgbClr val="49AD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9" name="pg129"/>
            <p:cNvSpPr/>
            <p:nvPr/>
          </p:nvSpPr>
          <p:spPr>
            <a:xfrm>
              <a:off x="3926924" y="2376436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4AAFAB">
                <a:alpha val="100000"/>
              </a:srgbClr>
            </a:solidFill>
            <a:ln w="5420" cap="flat">
              <a:solidFill>
                <a:srgbClr val="4AAF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0" name="pg130"/>
            <p:cNvSpPr/>
            <p:nvPr/>
          </p:nvSpPr>
          <p:spPr>
            <a:xfrm>
              <a:off x="4008361" y="2376436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4CB1AB">
                <a:alpha val="100000"/>
              </a:srgbClr>
            </a:solidFill>
            <a:ln w="5420" cap="flat">
              <a:solidFill>
                <a:srgbClr val="4CB1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1" name="pg131"/>
            <p:cNvSpPr/>
            <p:nvPr/>
          </p:nvSpPr>
          <p:spPr>
            <a:xfrm>
              <a:off x="4089798" y="2376436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4DB2AB">
                <a:alpha val="100000"/>
              </a:srgbClr>
            </a:solidFill>
            <a:ln w="5420" cap="flat">
              <a:solidFill>
                <a:srgbClr val="4DB2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2" name="pg132"/>
            <p:cNvSpPr/>
            <p:nvPr/>
          </p:nvSpPr>
          <p:spPr>
            <a:xfrm>
              <a:off x="4171236" y="2376436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4EB4AB">
                <a:alpha val="100000"/>
              </a:srgbClr>
            </a:solidFill>
            <a:ln w="5420" cap="flat">
              <a:solidFill>
                <a:srgbClr val="4EB4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3" name="pg133"/>
            <p:cNvSpPr/>
            <p:nvPr/>
          </p:nvSpPr>
          <p:spPr>
            <a:xfrm>
              <a:off x="4252673" y="2376436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4EB3AB">
                <a:alpha val="100000"/>
              </a:srgbClr>
            </a:solidFill>
            <a:ln w="5420" cap="flat">
              <a:solidFill>
                <a:srgbClr val="4EB3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4" name="pg134"/>
            <p:cNvSpPr/>
            <p:nvPr/>
          </p:nvSpPr>
          <p:spPr>
            <a:xfrm>
              <a:off x="4334110" y="2376436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48ACAA">
                <a:alpha val="100000"/>
              </a:srgbClr>
            </a:solidFill>
            <a:ln w="5420" cap="flat">
              <a:solidFill>
                <a:srgbClr val="48AC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5" name="pg135"/>
            <p:cNvSpPr/>
            <p:nvPr/>
          </p:nvSpPr>
          <p:spPr>
            <a:xfrm>
              <a:off x="4415547" y="2376436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43A6AA">
                <a:alpha val="100000"/>
              </a:srgbClr>
            </a:solidFill>
            <a:ln w="5420" cap="flat">
              <a:solidFill>
                <a:srgbClr val="43A6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6" name="pg136"/>
            <p:cNvSpPr/>
            <p:nvPr/>
          </p:nvSpPr>
          <p:spPr>
            <a:xfrm>
              <a:off x="4496984" y="2376436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FA2AA">
                <a:alpha val="100000"/>
              </a:srgbClr>
            </a:solidFill>
            <a:ln w="5420" cap="flat">
              <a:solidFill>
                <a:srgbClr val="3FA2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7" name="pg137"/>
            <p:cNvSpPr/>
            <p:nvPr/>
          </p:nvSpPr>
          <p:spPr>
            <a:xfrm>
              <a:off x="4578421" y="2376436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C9FAA">
                <a:alpha val="100000"/>
              </a:srgbClr>
            </a:solidFill>
            <a:ln w="5420" cap="flat">
              <a:solidFill>
                <a:srgbClr val="3C9F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8" name="pg138"/>
            <p:cNvSpPr/>
            <p:nvPr/>
          </p:nvSpPr>
          <p:spPr>
            <a:xfrm>
              <a:off x="4659858" y="2376436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B9EAA">
                <a:alpha val="100000"/>
              </a:srgbClr>
            </a:solidFill>
            <a:ln w="5420" cap="flat">
              <a:solidFill>
                <a:srgbClr val="3B9E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9" name="pg139"/>
            <p:cNvSpPr/>
            <p:nvPr/>
          </p:nvSpPr>
          <p:spPr>
            <a:xfrm>
              <a:off x="4741296" y="2376436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A9DA9">
                <a:alpha val="100000"/>
              </a:srgbClr>
            </a:solidFill>
            <a:ln w="5420" cap="flat">
              <a:solidFill>
                <a:srgbClr val="3A9D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0" name="pg140"/>
            <p:cNvSpPr/>
            <p:nvPr/>
          </p:nvSpPr>
          <p:spPr>
            <a:xfrm>
              <a:off x="4822733" y="2376436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99CA9">
                <a:alpha val="100000"/>
              </a:srgbClr>
            </a:solidFill>
            <a:ln w="5420" cap="flat">
              <a:solidFill>
                <a:srgbClr val="399C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1" name="pg141"/>
            <p:cNvSpPr/>
            <p:nvPr/>
          </p:nvSpPr>
          <p:spPr>
            <a:xfrm>
              <a:off x="4904170" y="2376436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99BA9">
                <a:alpha val="100000"/>
              </a:srgbClr>
            </a:solidFill>
            <a:ln w="5420" cap="flat">
              <a:solidFill>
                <a:srgbClr val="399B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2" name="pg142"/>
            <p:cNvSpPr/>
            <p:nvPr/>
          </p:nvSpPr>
          <p:spPr>
            <a:xfrm>
              <a:off x="4985607" y="2376436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79AA9">
                <a:alpha val="100000"/>
              </a:srgbClr>
            </a:solidFill>
            <a:ln w="5420" cap="flat">
              <a:solidFill>
                <a:srgbClr val="379A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3" name="pg143"/>
            <p:cNvSpPr/>
            <p:nvPr/>
          </p:nvSpPr>
          <p:spPr>
            <a:xfrm>
              <a:off x="5067044" y="2376436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699A9">
                <a:alpha val="100000"/>
              </a:srgbClr>
            </a:solidFill>
            <a:ln w="5420" cap="flat">
              <a:solidFill>
                <a:srgbClr val="3699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4" name="pg144"/>
            <p:cNvSpPr/>
            <p:nvPr/>
          </p:nvSpPr>
          <p:spPr>
            <a:xfrm>
              <a:off x="5148481" y="2376436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496A9">
                <a:alpha val="100000"/>
              </a:srgbClr>
            </a:solidFill>
            <a:ln w="5420" cap="flat">
              <a:solidFill>
                <a:srgbClr val="3496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5" name="pg145"/>
            <p:cNvSpPr/>
            <p:nvPr/>
          </p:nvSpPr>
          <p:spPr>
            <a:xfrm>
              <a:off x="3275427" y="2479752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47AAAA">
                <a:alpha val="100000"/>
              </a:srgbClr>
            </a:solidFill>
            <a:ln w="5420" cap="flat">
              <a:solidFill>
                <a:srgbClr val="47AA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6" name="pg146"/>
            <p:cNvSpPr/>
            <p:nvPr/>
          </p:nvSpPr>
          <p:spPr>
            <a:xfrm>
              <a:off x="3356864" y="2479752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47AAAA">
                <a:alpha val="100000"/>
              </a:srgbClr>
            </a:solidFill>
            <a:ln w="5420" cap="flat">
              <a:solidFill>
                <a:srgbClr val="47AA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7" name="pg147"/>
            <p:cNvSpPr/>
            <p:nvPr/>
          </p:nvSpPr>
          <p:spPr>
            <a:xfrm>
              <a:off x="3438301" y="2479752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47ABAA">
                <a:alpha val="100000"/>
              </a:srgbClr>
            </a:solidFill>
            <a:ln w="5420" cap="flat">
              <a:solidFill>
                <a:srgbClr val="47AB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8" name="pg148"/>
            <p:cNvSpPr/>
            <p:nvPr/>
          </p:nvSpPr>
          <p:spPr>
            <a:xfrm>
              <a:off x="3519738" y="2479752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47AAAA">
                <a:alpha val="100000"/>
              </a:srgbClr>
            </a:solidFill>
            <a:ln w="5420" cap="flat">
              <a:solidFill>
                <a:srgbClr val="47AA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9" name="pg149"/>
            <p:cNvSpPr/>
            <p:nvPr/>
          </p:nvSpPr>
          <p:spPr>
            <a:xfrm>
              <a:off x="3601176" y="2479752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47ABAA">
                <a:alpha val="100000"/>
              </a:srgbClr>
            </a:solidFill>
            <a:ln w="5420" cap="flat">
              <a:solidFill>
                <a:srgbClr val="47AB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0" name="pg150"/>
            <p:cNvSpPr/>
            <p:nvPr/>
          </p:nvSpPr>
          <p:spPr>
            <a:xfrm>
              <a:off x="3682613" y="2479752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47ABAA">
                <a:alpha val="100000"/>
              </a:srgbClr>
            </a:solidFill>
            <a:ln w="5420" cap="flat">
              <a:solidFill>
                <a:srgbClr val="47AB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1" name="pg151"/>
            <p:cNvSpPr/>
            <p:nvPr/>
          </p:nvSpPr>
          <p:spPr>
            <a:xfrm>
              <a:off x="3764050" y="2479752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47ABAA">
                <a:alpha val="100000"/>
              </a:srgbClr>
            </a:solidFill>
            <a:ln w="5420" cap="flat">
              <a:solidFill>
                <a:srgbClr val="47AB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2" name="pg152"/>
            <p:cNvSpPr/>
            <p:nvPr/>
          </p:nvSpPr>
          <p:spPr>
            <a:xfrm>
              <a:off x="3845487" y="2479752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48ACAA">
                <a:alpha val="100000"/>
              </a:srgbClr>
            </a:solidFill>
            <a:ln w="5420" cap="flat">
              <a:solidFill>
                <a:srgbClr val="48AC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3" name="pg153"/>
            <p:cNvSpPr/>
            <p:nvPr/>
          </p:nvSpPr>
          <p:spPr>
            <a:xfrm>
              <a:off x="3926924" y="2479752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49ADAB">
                <a:alpha val="100000"/>
              </a:srgbClr>
            </a:solidFill>
            <a:ln w="5420" cap="flat">
              <a:solidFill>
                <a:srgbClr val="49AD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4" name="pg154"/>
            <p:cNvSpPr/>
            <p:nvPr/>
          </p:nvSpPr>
          <p:spPr>
            <a:xfrm>
              <a:off x="4008361" y="2479752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4AAEAB">
                <a:alpha val="100000"/>
              </a:srgbClr>
            </a:solidFill>
            <a:ln w="5420" cap="flat">
              <a:solidFill>
                <a:srgbClr val="4AAE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5" name="pg155"/>
            <p:cNvSpPr/>
            <p:nvPr/>
          </p:nvSpPr>
          <p:spPr>
            <a:xfrm>
              <a:off x="4089798" y="2479752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4BAFAB">
                <a:alpha val="100000"/>
              </a:srgbClr>
            </a:solidFill>
            <a:ln w="5420" cap="flat">
              <a:solidFill>
                <a:srgbClr val="4BAF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6" name="pg156"/>
            <p:cNvSpPr/>
            <p:nvPr/>
          </p:nvSpPr>
          <p:spPr>
            <a:xfrm>
              <a:off x="4171236" y="2479752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4AAFAB">
                <a:alpha val="100000"/>
              </a:srgbClr>
            </a:solidFill>
            <a:ln w="5420" cap="flat">
              <a:solidFill>
                <a:srgbClr val="4AAF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7" name="pg157"/>
            <p:cNvSpPr/>
            <p:nvPr/>
          </p:nvSpPr>
          <p:spPr>
            <a:xfrm>
              <a:off x="4252673" y="2479752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49AEAB">
                <a:alpha val="100000"/>
              </a:srgbClr>
            </a:solidFill>
            <a:ln w="5420" cap="flat">
              <a:solidFill>
                <a:srgbClr val="49AE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8" name="pg158"/>
            <p:cNvSpPr/>
            <p:nvPr/>
          </p:nvSpPr>
          <p:spPr>
            <a:xfrm>
              <a:off x="4334110" y="2479752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43A7AA">
                <a:alpha val="100000"/>
              </a:srgbClr>
            </a:solidFill>
            <a:ln w="5420" cap="flat">
              <a:solidFill>
                <a:srgbClr val="43A7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9" name="pg159"/>
            <p:cNvSpPr/>
            <p:nvPr/>
          </p:nvSpPr>
          <p:spPr>
            <a:xfrm>
              <a:off x="4415547" y="2479752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FA2AA">
                <a:alpha val="100000"/>
              </a:srgbClr>
            </a:solidFill>
            <a:ln w="5420" cap="flat">
              <a:solidFill>
                <a:srgbClr val="3FA2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0" name="pg160"/>
            <p:cNvSpPr/>
            <p:nvPr/>
          </p:nvSpPr>
          <p:spPr>
            <a:xfrm>
              <a:off x="4496984" y="2479752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C9EAA">
                <a:alpha val="100000"/>
              </a:srgbClr>
            </a:solidFill>
            <a:ln w="5420" cap="flat">
              <a:solidFill>
                <a:srgbClr val="3C9E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1" name="pg161"/>
            <p:cNvSpPr/>
            <p:nvPr/>
          </p:nvSpPr>
          <p:spPr>
            <a:xfrm>
              <a:off x="4578421" y="2479752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A9CA9">
                <a:alpha val="100000"/>
              </a:srgbClr>
            </a:solidFill>
            <a:ln w="5420" cap="flat">
              <a:solidFill>
                <a:srgbClr val="3A9C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2" name="pg162"/>
            <p:cNvSpPr/>
            <p:nvPr/>
          </p:nvSpPr>
          <p:spPr>
            <a:xfrm>
              <a:off x="4659858" y="2479752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99CA9">
                <a:alpha val="100000"/>
              </a:srgbClr>
            </a:solidFill>
            <a:ln w="5420" cap="flat">
              <a:solidFill>
                <a:srgbClr val="399C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3" name="pg163"/>
            <p:cNvSpPr/>
            <p:nvPr/>
          </p:nvSpPr>
          <p:spPr>
            <a:xfrm>
              <a:off x="4741296" y="2479752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99CA9">
                <a:alpha val="100000"/>
              </a:srgbClr>
            </a:solidFill>
            <a:ln w="5420" cap="flat">
              <a:solidFill>
                <a:srgbClr val="399C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4" name="pg164"/>
            <p:cNvSpPr/>
            <p:nvPr/>
          </p:nvSpPr>
          <p:spPr>
            <a:xfrm>
              <a:off x="4822733" y="2479752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99CA9">
                <a:alpha val="100000"/>
              </a:srgbClr>
            </a:solidFill>
            <a:ln w="5420" cap="flat">
              <a:solidFill>
                <a:srgbClr val="399C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5" name="pg165"/>
            <p:cNvSpPr/>
            <p:nvPr/>
          </p:nvSpPr>
          <p:spPr>
            <a:xfrm>
              <a:off x="4904170" y="2479752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89BA9">
                <a:alpha val="100000"/>
              </a:srgbClr>
            </a:solidFill>
            <a:ln w="5420" cap="flat">
              <a:solidFill>
                <a:srgbClr val="389B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6" name="pg166"/>
            <p:cNvSpPr/>
            <p:nvPr/>
          </p:nvSpPr>
          <p:spPr>
            <a:xfrm>
              <a:off x="4985607" y="2479752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79AA9">
                <a:alpha val="100000"/>
              </a:srgbClr>
            </a:solidFill>
            <a:ln w="5420" cap="flat">
              <a:solidFill>
                <a:srgbClr val="379A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7" name="pg167"/>
            <p:cNvSpPr/>
            <p:nvPr/>
          </p:nvSpPr>
          <p:spPr>
            <a:xfrm>
              <a:off x="5067044" y="2479752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699A9">
                <a:alpha val="100000"/>
              </a:srgbClr>
            </a:solidFill>
            <a:ln w="5420" cap="flat">
              <a:solidFill>
                <a:srgbClr val="3699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8" name="pg168"/>
            <p:cNvSpPr/>
            <p:nvPr/>
          </p:nvSpPr>
          <p:spPr>
            <a:xfrm>
              <a:off x="3031116" y="2583068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48ACAA">
                <a:alpha val="100000"/>
              </a:srgbClr>
            </a:solidFill>
            <a:ln w="5420" cap="flat">
              <a:solidFill>
                <a:srgbClr val="48AC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9" name="pg169"/>
            <p:cNvSpPr/>
            <p:nvPr/>
          </p:nvSpPr>
          <p:spPr>
            <a:xfrm>
              <a:off x="3112553" y="2583068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48ADAB">
                <a:alpha val="100000"/>
              </a:srgbClr>
            </a:solidFill>
            <a:ln w="5420" cap="flat">
              <a:solidFill>
                <a:srgbClr val="48AD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0" name="pg170"/>
            <p:cNvSpPr/>
            <p:nvPr/>
          </p:nvSpPr>
          <p:spPr>
            <a:xfrm>
              <a:off x="3275427" y="2583068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49ADAB">
                <a:alpha val="100000"/>
              </a:srgbClr>
            </a:solidFill>
            <a:ln w="5420" cap="flat">
              <a:solidFill>
                <a:srgbClr val="49AD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1" name="pg171"/>
            <p:cNvSpPr/>
            <p:nvPr/>
          </p:nvSpPr>
          <p:spPr>
            <a:xfrm>
              <a:off x="3356864" y="2583068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49ADAB">
                <a:alpha val="100000"/>
              </a:srgbClr>
            </a:solidFill>
            <a:ln w="5420" cap="flat">
              <a:solidFill>
                <a:srgbClr val="49AD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2" name="pg172"/>
            <p:cNvSpPr/>
            <p:nvPr/>
          </p:nvSpPr>
          <p:spPr>
            <a:xfrm>
              <a:off x="3438301" y="2583068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49ADAB">
                <a:alpha val="100000"/>
              </a:srgbClr>
            </a:solidFill>
            <a:ln w="5420" cap="flat">
              <a:solidFill>
                <a:srgbClr val="49AD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3" name="pg173"/>
            <p:cNvSpPr/>
            <p:nvPr/>
          </p:nvSpPr>
          <p:spPr>
            <a:xfrm>
              <a:off x="3519738" y="2583068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48ACAA">
                <a:alpha val="100000"/>
              </a:srgbClr>
            </a:solidFill>
            <a:ln w="5420" cap="flat">
              <a:solidFill>
                <a:srgbClr val="48AC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4" name="pg174"/>
            <p:cNvSpPr/>
            <p:nvPr/>
          </p:nvSpPr>
          <p:spPr>
            <a:xfrm>
              <a:off x="3601176" y="2583068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48ACAA">
                <a:alpha val="100000"/>
              </a:srgbClr>
            </a:solidFill>
            <a:ln w="5420" cap="flat">
              <a:solidFill>
                <a:srgbClr val="48AC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5" name="pg175"/>
            <p:cNvSpPr/>
            <p:nvPr/>
          </p:nvSpPr>
          <p:spPr>
            <a:xfrm>
              <a:off x="3682613" y="2583068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48ABAA">
                <a:alpha val="100000"/>
              </a:srgbClr>
            </a:solidFill>
            <a:ln w="5420" cap="flat">
              <a:solidFill>
                <a:srgbClr val="48AB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6" name="pg176"/>
            <p:cNvSpPr/>
            <p:nvPr/>
          </p:nvSpPr>
          <p:spPr>
            <a:xfrm>
              <a:off x="3764050" y="2583068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47ABAA">
                <a:alpha val="100000"/>
              </a:srgbClr>
            </a:solidFill>
            <a:ln w="5420" cap="flat">
              <a:solidFill>
                <a:srgbClr val="47AB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7" name="pg177"/>
            <p:cNvSpPr/>
            <p:nvPr/>
          </p:nvSpPr>
          <p:spPr>
            <a:xfrm>
              <a:off x="3845487" y="2583068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47ABAA">
                <a:alpha val="100000"/>
              </a:srgbClr>
            </a:solidFill>
            <a:ln w="5420" cap="flat">
              <a:solidFill>
                <a:srgbClr val="47AB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8" name="pg178"/>
            <p:cNvSpPr/>
            <p:nvPr/>
          </p:nvSpPr>
          <p:spPr>
            <a:xfrm>
              <a:off x="4089798" y="2583068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47ABAA">
                <a:alpha val="100000"/>
              </a:srgbClr>
            </a:solidFill>
            <a:ln w="5420" cap="flat">
              <a:solidFill>
                <a:srgbClr val="47AB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9" name="pg179"/>
            <p:cNvSpPr/>
            <p:nvPr/>
          </p:nvSpPr>
          <p:spPr>
            <a:xfrm>
              <a:off x="4171236" y="2583068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47ABAA">
                <a:alpha val="100000"/>
              </a:srgbClr>
            </a:solidFill>
            <a:ln w="5420" cap="flat">
              <a:solidFill>
                <a:srgbClr val="47AB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0" name="pg180"/>
            <p:cNvSpPr/>
            <p:nvPr/>
          </p:nvSpPr>
          <p:spPr>
            <a:xfrm>
              <a:off x="4252673" y="2583068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45A9AA">
                <a:alpha val="100000"/>
              </a:srgbClr>
            </a:solidFill>
            <a:ln w="5420" cap="flat">
              <a:solidFill>
                <a:srgbClr val="45A9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1" name="pg181"/>
            <p:cNvSpPr/>
            <p:nvPr/>
          </p:nvSpPr>
          <p:spPr>
            <a:xfrm>
              <a:off x="4334110" y="2583068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40A3AA">
                <a:alpha val="100000"/>
              </a:srgbClr>
            </a:solidFill>
            <a:ln w="5420" cap="flat">
              <a:solidFill>
                <a:srgbClr val="40A3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2" name="pg182"/>
            <p:cNvSpPr/>
            <p:nvPr/>
          </p:nvSpPr>
          <p:spPr>
            <a:xfrm>
              <a:off x="4415547" y="2583068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C9FAA">
                <a:alpha val="100000"/>
              </a:srgbClr>
            </a:solidFill>
            <a:ln w="5420" cap="flat">
              <a:solidFill>
                <a:srgbClr val="3C9F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3" name="pg183"/>
            <p:cNvSpPr/>
            <p:nvPr/>
          </p:nvSpPr>
          <p:spPr>
            <a:xfrm>
              <a:off x="4496984" y="2583068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A9CA9">
                <a:alpha val="100000"/>
              </a:srgbClr>
            </a:solidFill>
            <a:ln w="5420" cap="flat">
              <a:solidFill>
                <a:srgbClr val="3A9C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4" name="pg184"/>
            <p:cNvSpPr/>
            <p:nvPr/>
          </p:nvSpPr>
          <p:spPr>
            <a:xfrm>
              <a:off x="4578421" y="2583068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99BA9">
                <a:alpha val="100000"/>
              </a:srgbClr>
            </a:solidFill>
            <a:ln w="5420" cap="flat">
              <a:solidFill>
                <a:srgbClr val="399B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5" name="pg185"/>
            <p:cNvSpPr/>
            <p:nvPr/>
          </p:nvSpPr>
          <p:spPr>
            <a:xfrm>
              <a:off x="4659858" y="2583068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89BA9">
                <a:alpha val="100000"/>
              </a:srgbClr>
            </a:solidFill>
            <a:ln w="5420" cap="flat">
              <a:solidFill>
                <a:srgbClr val="389B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6" name="pg186"/>
            <p:cNvSpPr/>
            <p:nvPr/>
          </p:nvSpPr>
          <p:spPr>
            <a:xfrm>
              <a:off x="4741296" y="2583068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99BA9">
                <a:alpha val="100000"/>
              </a:srgbClr>
            </a:solidFill>
            <a:ln w="5420" cap="flat">
              <a:solidFill>
                <a:srgbClr val="399B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7" name="pg187"/>
            <p:cNvSpPr/>
            <p:nvPr/>
          </p:nvSpPr>
          <p:spPr>
            <a:xfrm>
              <a:off x="4822733" y="2583068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99BA9">
                <a:alpha val="100000"/>
              </a:srgbClr>
            </a:solidFill>
            <a:ln w="5420" cap="flat">
              <a:solidFill>
                <a:srgbClr val="399B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8" name="pg188"/>
            <p:cNvSpPr/>
            <p:nvPr/>
          </p:nvSpPr>
          <p:spPr>
            <a:xfrm>
              <a:off x="4904170" y="2583068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89BA9">
                <a:alpha val="100000"/>
              </a:srgbClr>
            </a:solidFill>
            <a:ln w="5420" cap="flat">
              <a:solidFill>
                <a:srgbClr val="389B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9" name="pg189"/>
            <p:cNvSpPr/>
            <p:nvPr/>
          </p:nvSpPr>
          <p:spPr>
            <a:xfrm>
              <a:off x="4985607" y="2583068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79AA9">
                <a:alpha val="100000"/>
              </a:srgbClr>
            </a:solidFill>
            <a:ln w="5420" cap="flat">
              <a:solidFill>
                <a:srgbClr val="379A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0" name="pg190"/>
            <p:cNvSpPr/>
            <p:nvPr/>
          </p:nvSpPr>
          <p:spPr>
            <a:xfrm>
              <a:off x="2949678" y="2686384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49AEAB">
                <a:alpha val="100000"/>
              </a:srgbClr>
            </a:solidFill>
            <a:ln w="5420" cap="flat">
              <a:solidFill>
                <a:srgbClr val="49AE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1" name="pg191"/>
            <p:cNvSpPr/>
            <p:nvPr/>
          </p:nvSpPr>
          <p:spPr>
            <a:xfrm>
              <a:off x="3031116" y="2686384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4AAFAB">
                <a:alpha val="100000"/>
              </a:srgbClr>
            </a:solidFill>
            <a:ln w="5420" cap="flat">
              <a:solidFill>
                <a:srgbClr val="4AAF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2" name="pg192"/>
            <p:cNvSpPr/>
            <p:nvPr/>
          </p:nvSpPr>
          <p:spPr>
            <a:xfrm>
              <a:off x="3112553" y="2686384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4BAFAB">
                <a:alpha val="100000"/>
              </a:srgbClr>
            </a:solidFill>
            <a:ln w="5420" cap="flat">
              <a:solidFill>
                <a:srgbClr val="4BAF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3" name="pg193"/>
            <p:cNvSpPr/>
            <p:nvPr/>
          </p:nvSpPr>
          <p:spPr>
            <a:xfrm>
              <a:off x="3193990" y="2686384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4BB0AB">
                <a:alpha val="100000"/>
              </a:srgbClr>
            </a:solidFill>
            <a:ln w="5420" cap="flat">
              <a:solidFill>
                <a:srgbClr val="4BB0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4" name="pg194"/>
            <p:cNvSpPr/>
            <p:nvPr/>
          </p:nvSpPr>
          <p:spPr>
            <a:xfrm>
              <a:off x="3275427" y="2686384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4BB0AB">
                <a:alpha val="100000"/>
              </a:srgbClr>
            </a:solidFill>
            <a:ln w="5420" cap="flat">
              <a:solidFill>
                <a:srgbClr val="4BB0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5" name="pg195"/>
            <p:cNvSpPr/>
            <p:nvPr/>
          </p:nvSpPr>
          <p:spPr>
            <a:xfrm>
              <a:off x="3356864" y="2686384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4BB0AB">
                <a:alpha val="100000"/>
              </a:srgbClr>
            </a:solidFill>
            <a:ln w="5420" cap="flat">
              <a:solidFill>
                <a:srgbClr val="4BB0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6" name="pg196"/>
            <p:cNvSpPr/>
            <p:nvPr/>
          </p:nvSpPr>
          <p:spPr>
            <a:xfrm>
              <a:off x="3438301" y="2686384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4BAFAB">
                <a:alpha val="100000"/>
              </a:srgbClr>
            </a:solidFill>
            <a:ln w="5420" cap="flat">
              <a:solidFill>
                <a:srgbClr val="4BAF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7" name="pg197"/>
            <p:cNvSpPr/>
            <p:nvPr/>
          </p:nvSpPr>
          <p:spPr>
            <a:xfrm>
              <a:off x="3519738" y="2686384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4AAEAB">
                <a:alpha val="100000"/>
              </a:srgbClr>
            </a:solidFill>
            <a:ln w="5420" cap="flat">
              <a:solidFill>
                <a:srgbClr val="4AAE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8" name="pg198"/>
            <p:cNvSpPr/>
            <p:nvPr/>
          </p:nvSpPr>
          <p:spPr>
            <a:xfrm>
              <a:off x="3601176" y="2686384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49AEAB">
                <a:alpha val="100000"/>
              </a:srgbClr>
            </a:solidFill>
            <a:ln w="5420" cap="flat">
              <a:solidFill>
                <a:srgbClr val="49AE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9" name="pg199"/>
            <p:cNvSpPr/>
            <p:nvPr/>
          </p:nvSpPr>
          <p:spPr>
            <a:xfrm>
              <a:off x="3682613" y="2686384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49ADAB">
                <a:alpha val="100000"/>
              </a:srgbClr>
            </a:solidFill>
            <a:ln w="5420" cap="flat">
              <a:solidFill>
                <a:srgbClr val="49AD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0" name="pg200"/>
            <p:cNvSpPr/>
            <p:nvPr/>
          </p:nvSpPr>
          <p:spPr>
            <a:xfrm>
              <a:off x="3764050" y="2686384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48ACAA">
                <a:alpha val="100000"/>
              </a:srgbClr>
            </a:solidFill>
            <a:ln w="5420" cap="flat">
              <a:solidFill>
                <a:srgbClr val="48AC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1" name="pg201"/>
            <p:cNvSpPr/>
            <p:nvPr/>
          </p:nvSpPr>
          <p:spPr>
            <a:xfrm>
              <a:off x="3845487" y="2686384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47ABAA">
                <a:alpha val="100000"/>
              </a:srgbClr>
            </a:solidFill>
            <a:ln w="5420" cap="flat">
              <a:solidFill>
                <a:srgbClr val="47AB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2" name="pg202"/>
            <p:cNvSpPr/>
            <p:nvPr/>
          </p:nvSpPr>
          <p:spPr>
            <a:xfrm>
              <a:off x="4171236" y="2686384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44A8AA">
                <a:alpha val="100000"/>
              </a:srgbClr>
            </a:solidFill>
            <a:ln w="5420" cap="flat">
              <a:solidFill>
                <a:srgbClr val="44A8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3" name="pg203"/>
            <p:cNvSpPr/>
            <p:nvPr/>
          </p:nvSpPr>
          <p:spPr>
            <a:xfrm>
              <a:off x="4252673" y="2686384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43A6AA">
                <a:alpha val="100000"/>
              </a:srgbClr>
            </a:solidFill>
            <a:ln w="5420" cap="flat">
              <a:solidFill>
                <a:srgbClr val="43A6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4" name="pg204"/>
            <p:cNvSpPr/>
            <p:nvPr/>
          </p:nvSpPr>
          <p:spPr>
            <a:xfrm>
              <a:off x="4334110" y="2686384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EA1AA">
                <a:alpha val="100000"/>
              </a:srgbClr>
            </a:solidFill>
            <a:ln w="5420" cap="flat">
              <a:solidFill>
                <a:srgbClr val="3EA1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5" name="pg205"/>
            <p:cNvSpPr/>
            <p:nvPr/>
          </p:nvSpPr>
          <p:spPr>
            <a:xfrm>
              <a:off x="4415547" y="2686384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B9EAA">
                <a:alpha val="100000"/>
              </a:srgbClr>
            </a:solidFill>
            <a:ln w="5420" cap="flat">
              <a:solidFill>
                <a:srgbClr val="3B9E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6" name="pg206"/>
            <p:cNvSpPr/>
            <p:nvPr/>
          </p:nvSpPr>
          <p:spPr>
            <a:xfrm>
              <a:off x="4496984" y="2686384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A9CA9">
                <a:alpha val="100000"/>
              </a:srgbClr>
            </a:solidFill>
            <a:ln w="5420" cap="flat">
              <a:solidFill>
                <a:srgbClr val="3A9C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7" name="pg207"/>
            <p:cNvSpPr/>
            <p:nvPr/>
          </p:nvSpPr>
          <p:spPr>
            <a:xfrm>
              <a:off x="4578421" y="2686384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99BA9">
                <a:alpha val="100000"/>
              </a:srgbClr>
            </a:solidFill>
            <a:ln w="5420" cap="flat">
              <a:solidFill>
                <a:srgbClr val="399B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8" name="pg208"/>
            <p:cNvSpPr/>
            <p:nvPr/>
          </p:nvSpPr>
          <p:spPr>
            <a:xfrm>
              <a:off x="4659858" y="2686384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99BA9">
                <a:alpha val="100000"/>
              </a:srgbClr>
            </a:solidFill>
            <a:ln w="5420" cap="flat">
              <a:solidFill>
                <a:srgbClr val="399B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9" name="pg209"/>
            <p:cNvSpPr/>
            <p:nvPr/>
          </p:nvSpPr>
          <p:spPr>
            <a:xfrm>
              <a:off x="4741296" y="2686384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99BA9">
                <a:alpha val="100000"/>
              </a:srgbClr>
            </a:solidFill>
            <a:ln w="5420" cap="flat">
              <a:solidFill>
                <a:srgbClr val="399B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0" name="pg210"/>
            <p:cNvSpPr/>
            <p:nvPr/>
          </p:nvSpPr>
          <p:spPr>
            <a:xfrm>
              <a:off x="4822733" y="2686384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89BA9">
                <a:alpha val="100000"/>
              </a:srgbClr>
            </a:solidFill>
            <a:ln w="5420" cap="flat">
              <a:solidFill>
                <a:srgbClr val="389B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1" name="pg211"/>
            <p:cNvSpPr/>
            <p:nvPr/>
          </p:nvSpPr>
          <p:spPr>
            <a:xfrm>
              <a:off x="4904170" y="2686384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89BA9">
                <a:alpha val="100000"/>
              </a:srgbClr>
            </a:solidFill>
            <a:ln w="5420" cap="flat">
              <a:solidFill>
                <a:srgbClr val="389B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2" name="pg212"/>
            <p:cNvSpPr/>
            <p:nvPr/>
          </p:nvSpPr>
          <p:spPr>
            <a:xfrm>
              <a:off x="2868241" y="2789700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4BB0AB">
                <a:alpha val="100000"/>
              </a:srgbClr>
            </a:solidFill>
            <a:ln w="5420" cap="flat">
              <a:solidFill>
                <a:srgbClr val="4BB0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3" name="pg213"/>
            <p:cNvSpPr/>
            <p:nvPr/>
          </p:nvSpPr>
          <p:spPr>
            <a:xfrm>
              <a:off x="2949678" y="2789700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4CB1AB">
                <a:alpha val="100000"/>
              </a:srgbClr>
            </a:solidFill>
            <a:ln w="5420" cap="flat">
              <a:solidFill>
                <a:srgbClr val="4CB1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4" name="pg214"/>
            <p:cNvSpPr/>
            <p:nvPr/>
          </p:nvSpPr>
          <p:spPr>
            <a:xfrm>
              <a:off x="3031116" y="2789700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4DB2AB">
                <a:alpha val="100000"/>
              </a:srgbClr>
            </a:solidFill>
            <a:ln w="5420" cap="flat">
              <a:solidFill>
                <a:srgbClr val="4DB2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5" name="pg215"/>
            <p:cNvSpPr/>
            <p:nvPr/>
          </p:nvSpPr>
          <p:spPr>
            <a:xfrm>
              <a:off x="3112553" y="2789700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4DB2AB">
                <a:alpha val="100000"/>
              </a:srgbClr>
            </a:solidFill>
            <a:ln w="5420" cap="flat">
              <a:solidFill>
                <a:srgbClr val="4DB2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6" name="pg216"/>
            <p:cNvSpPr/>
            <p:nvPr/>
          </p:nvSpPr>
          <p:spPr>
            <a:xfrm>
              <a:off x="3193990" y="2789700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4DB3AB">
                <a:alpha val="100000"/>
              </a:srgbClr>
            </a:solidFill>
            <a:ln w="5420" cap="flat">
              <a:solidFill>
                <a:srgbClr val="4DB3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7" name="pg217"/>
            <p:cNvSpPr/>
            <p:nvPr/>
          </p:nvSpPr>
          <p:spPr>
            <a:xfrm>
              <a:off x="3275427" y="2789700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4EB3AB">
                <a:alpha val="100000"/>
              </a:srgbClr>
            </a:solidFill>
            <a:ln w="5420" cap="flat">
              <a:solidFill>
                <a:srgbClr val="4EB3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8" name="pg218"/>
            <p:cNvSpPr/>
            <p:nvPr/>
          </p:nvSpPr>
          <p:spPr>
            <a:xfrm>
              <a:off x="3356864" y="2789700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4EB3AB">
                <a:alpha val="100000"/>
              </a:srgbClr>
            </a:solidFill>
            <a:ln w="5420" cap="flat">
              <a:solidFill>
                <a:srgbClr val="4EB3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9" name="pg219"/>
            <p:cNvSpPr/>
            <p:nvPr/>
          </p:nvSpPr>
          <p:spPr>
            <a:xfrm>
              <a:off x="3438301" y="2789700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4DB3AB">
                <a:alpha val="100000"/>
              </a:srgbClr>
            </a:solidFill>
            <a:ln w="5420" cap="flat">
              <a:solidFill>
                <a:srgbClr val="4DB3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0" name="pg220"/>
            <p:cNvSpPr/>
            <p:nvPr/>
          </p:nvSpPr>
          <p:spPr>
            <a:xfrm>
              <a:off x="3519738" y="2789700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4CB1AB">
                <a:alpha val="100000"/>
              </a:srgbClr>
            </a:solidFill>
            <a:ln w="5420" cap="flat">
              <a:solidFill>
                <a:srgbClr val="4CB1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1" name="pg221"/>
            <p:cNvSpPr/>
            <p:nvPr/>
          </p:nvSpPr>
          <p:spPr>
            <a:xfrm>
              <a:off x="3601176" y="2789700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4BB0AB">
                <a:alpha val="100000"/>
              </a:srgbClr>
            </a:solidFill>
            <a:ln w="5420" cap="flat">
              <a:solidFill>
                <a:srgbClr val="4BB0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2" name="pg222"/>
            <p:cNvSpPr/>
            <p:nvPr/>
          </p:nvSpPr>
          <p:spPr>
            <a:xfrm>
              <a:off x="3682613" y="2789700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4AAFAB">
                <a:alpha val="100000"/>
              </a:srgbClr>
            </a:solidFill>
            <a:ln w="5420" cap="flat">
              <a:solidFill>
                <a:srgbClr val="4AAF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3" name="pg223"/>
            <p:cNvSpPr/>
            <p:nvPr/>
          </p:nvSpPr>
          <p:spPr>
            <a:xfrm>
              <a:off x="3764050" y="2789700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49ADAB">
                <a:alpha val="100000"/>
              </a:srgbClr>
            </a:solidFill>
            <a:ln w="5420" cap="flat">
              <a:solidFill>
                <a:srgbClr val="49AD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4" name="pg224"/>
            <p:cNvSpPr/>
            <p:nvPr/>
          </p:nvSpPr>
          <p:spPr>
            <a:xfrm>
              <a:off x="3845487" y="2789700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48ACAA">
                <a:alpha val="100000"/>
              </a:srgbClr>
            </a:solidFill>
            <a:ln w="5420" cap="flat">
              <a:solidFill>
                <a:srgbClr val="48AC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5" name="pg225"/>
            <p:cNvSpPr/>
            <p:nvPr/>
          </p:nvSpPr>
          <p:spPr>
            <a:xfrm>
              <a:off x="4171236" y="2789700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42A6AA">
                <a:alpha val="100000"/>
              </a:srgbClr>
            </a:solidFill>
            <a:ln w="5420" cap="flat">
              <a:solidFill>
                <a:srgbClr val="42A6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6" name="pg226"/>
            <p:cNvSpPr/>
            <p:nvPr/>
          </p:nvSpPr>
          <p:spPr>
            <a:xfrm>
              <a:off x="4252673" y="2789700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41A4AA">
                <a:alpha val="100000"/>
              </a:srgbClr>
            </a:solidFill>
            <a:ln w="5420" cap="flat">
              <a:solidFill>
                <a:srgbClr val="41A4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7" name="pg227"/>
            <p:cNvSpPr/>
            <p:nvPr/>
          </p:nvSpPr>
          <p:spPr>
            <a:xfrm>
              <a:off x="4334110" y="2789700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DA0AA">
                <a:alpha val="100000"/>
              </a:srgbClr>
            </a:solidFill>
            <a:ln w="5420" cap="flat">
              <a:solidFill>
                <a:srgbClr val="3DA0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8" name="pg228"/>
            <p:cNvSpPr/>
            <p:nvPr/>
          </p:nvSpPr>
          <p:spPr>
            <a:xfrm>
              <a:off x="4415547" y="2789700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B9EAA">
                <a:alpha val="100000"/>
              </a:srgbClr>
            </a:solidFill>
            <a:ln w="5420" cap="flat">
              <a:solidFill>
                <a:srgbClr val="3B9E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9" name="pg229"/>
            <p:cNvSpPr/>
            <p:nvPr/>
          </p:nvSpPr>
          <p:spPr>
            <a:xfrm>
              <a:off x="4496984" y="2789700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A9DA9">
                <a:alpha val="100000"/>
              </a:srgbClr>
            </a:solidFill>
            <a:ln w="5420" cap="flat">
              <a:solidFill>
                <a:srgbClr val="3A9D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0" name="pg230"/>
            <p:cNvSpPr/>
            <p:nvPr/>
          </p:nvSpPr>
          <p:spPr>
            <a:xfrm>
              <a:off x="4578421" y="2789700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99CA9">
                <a:alpha val="100000"/>
              </a:srgbClr>
            </a:solidFill>
            <a:ln w="5420" cap="flat">
              <a:solidFill>
                <a:srgbClr val="399C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1" name="pg231"/>
            <p:cNvSpPr/>
            <p:nvPr/>
          </p:nvSpPr>
          <p:spPr>
            <a:xfrm>
              <a:off x="4659858" y="2789700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99BA9">
                <a:alpha val="100000"/>
              </a:srgbClr>
            </a:solidFill>
            <a:ln w="5420" cap="flat">
              <a:solidFill>
                <a:srgbClr val="399B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2" name="pg232"/>
            <p:cNvSpPr/>
            <p:nvPr/>
          </p:nvSpPr>
          <p:spPr>
            <a:xfrm>
              <a:off x="4741296" y="2789700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99BA9">
                <a:alpha val="100000"/>
              </a:srgbClr>
            </a:solidFill>
            <a:ln w="5420" cap="flat">
              <a:solidFill>
                <a:srgbClr val="399B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3" name="pg233"/>
            <p:cNvSpPr/>
            <p:nvPr/>
          </p:nvSpPr>
          <p:spPr>
            <a:xfrm>
              <a:off x="4822733" y="2789700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89BA9">
                <a:alpha val="100000"/>
              </a:srgbClr>
            </a:solidFill>
            <a:ln w="5420" cap="flat">
              <a:solidFill>
                <a:srgbClr val="389B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4" name="pg234"/>
            <p:cNvSpPr/>
            <p:nvPr/>
          </p:nvSpPr>
          <p:spPr>
            <a:xfrm>
              <a:off x="2786804" y="2893016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4CB1AB">
                <a:alpha val="100000"/>
              </a:srgbClr>
            </a:solidFill>
            <a:ln w="5420" cap="flat">
              <a:solidFill>
                <a:srgbClr val="4CB1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5" name="pg235"/>
            <p:cNvSpPr/>
            <p:nvPr/>
          </p:nvSpPr>
          <p:spPr>
            <a:xfrm>
              <a:off x="2868241" y="2893016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4DB2AB">
                <a:alpha val="100000"/>
              </a:srgbClr>
            </a:solidFill>
            <a:ln w="5420" cap="flat">
              <a:solidFill>
                <a:srgbClr val="4DB2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6" name="pg236"/>
            <p:cNvSpPr/>
            <p:nvPr/>
          </p:nvSpPr>
          <p:spPr>
            <a:xfrm>
              <a:off x="2949678" y="2893016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4EB4AB">
                <a:alpha val="100000"/>
              </a:srgbClr>
            </a:solidFill>
            <a:ln w="5420" cap="flat">
              <a:solidFill>
                <a:srgbClr val="4EB4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7" name="pg237"/>
            <p:cNvSpPr/>
            <p:nvPr/>
          </p:nvSpPr>
          <p:spPr>
            <a:xfrm>
              <a:off x="3031116" y="2893016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4FB5AB">
                <a:alpha val="100000"/>
              </a:srgbClr>
            </a:solidFill>
            <a:ln w="5420" cap="flat">
              <a:solidFill>
                <a:srgbClr val="4FB5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8" name="pg238"/>
            <p:cNvSpPr/>
            <p:nvPr/>
          </p:nvSpPr>
          <p:spPr>
            <a:xfrm>
              <a:off x="3112553" y="2893016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50B6AB">
                <a:alpha val="100000"/>
              </a:srgbClr>
            </a:solidFill>
            <a:ln w="5420" cap="flat">
              <a:solidFill>
                <a:srgbClr val="50B6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9" name="pg239"/>
            <p:cNvSpPr/>
            <p:nvPr/>
          </p:nvSpPr>
          <p:spPr>
            <a:xfrm>
              <a:off x="3193990" y="2893016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50B6AB">
                <a:alpha val="100000"/>
              </a:srgbClr>
            </a:solidFill>
            <a:ln w="5420" cap="flat">
              <a:solidFill>
                <a:srgbClr val="50B6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0" name="pg240"/>
            <p:cNvSpPr/>
            <p:nvPr/>
          </p:nvSpPr>
          <p:spPr>
            <a:xfrm>
              <a:off x="3275427" y="2893016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50B7AB">
                <a:alpha val="100000"/>
              </a:srgbClr>
            </a:solidFill>
            <a:ln w="5420" cap="flat">
              <a:solidFill>
                <a:srgbClr val="50B7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1" name="pg241"/>
            <p:cNvSpPr/>
            <p:nvPr/>
          </p:nvSpPr>
          <p:spPr>
            <a:xfrm>
              <a:off x="3356864" y="2893016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50B7AB">
                <a:alpha val="100000"/>
              </a:srgbClr>
            </a:solidFill>
            <a:ln w="5420" cap="flat">
              <a:solidFill>
                <a:srgbClr val="50B7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2" name="pg242"/>
            <p:cNvSpPr/>
            <p:nvPr/>
          </p:nvSpPr>
          <p:spPr>
            <a:xfrm>
              <a:off x="3438301" y="2893016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50B6AB">
                <a:alpha val="100000"/>
              </a:srgbClr>
            </a:solidFill>
            <a:ln w="5420" cap="flat">
              <a:solidFill>
                <a:srgbClr val="50B6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3" name="pg243"/>
            <p:cNvSpPr/>
            <p:nvPr/>
          </p:nvSpPr>
          <p:spPr>
            <a:xfrm>
              <a:off x="3519738" y="2893016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4FB5AB">
                <a:alpha val="100000"/>
              </a:srgbClr>
            </a:solidFill>
            <a:ln w="5420" cap="flat">
              <a:solidFill>
                <a:srgbClr val="4FB5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4" name="pg244"/>
            <p:cNvSpPr/>
            <p:nvPr/>
          </p:nvSpPr>
          <p:spPr>
            <a:xfrm>
              <a:off x="3601176" y="2893016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4EB3AB">
                <a:alpha val="100000"/>
              </a:srgbClr>
            </a:solidFill>
            <a:ln w="5420" cap="flat">
              <a:solidFill>
                <a:srgbClr val="4EB3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5" name="pg245"/>
            <p:cNvSpPr/>
            <p:nvPr/>
          </p:nvSpPr>
          <p:spPr>
            <a:xfrm>
              <a:off x="3682613" y="2893016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4CB1AB">
                <a:alpha val="100000"/>
              </a:srgbClr>
            </a:solidFill>
            <a:ln w="5420" cap="flat">
              <a:solidFill>
                <a:srgbClr val="4CB1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6" name="pg246"/>
            <p:cNvSpPr/>
            <p:nvPr/>
          </p:nvSpPr>
          <p:spPr>
            <a:xfrm>
              <a:off x="3764050" y="2893016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4BB0AB">
                <a:alpha val="100000"/>
              </a:srgbClr>
            </a:solidFill>
            <a:ln w="5420" cap="flat">
              <a:solidFill>
                <a:srgbClr val="4BB0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7" name="pg247"/>
            <p:cNvSpPr/>
            <p:nvPr/>
          </p:nvSpPr>
          <p:spPr>
            <a:xfrm>
              <a:off x="3845487" y="2893016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49ADAB">
                <a:alpha val="100000"/>
              </a:srgbClr>
            </a:solidFill>
            <a:ln w="5420" cap="flat">
              <a:solidFill>
                <a:srgbClr val="49AD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8" name="pg248"/>
            <p:cNvSpPr/>
            <p:nvPr/>
          </p:nvSpPr>
          <p:spPr>
            <a:xfrm>
              <a:off x="3926924" y="2893016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48ACAA">
                <a:alpha val="100000"/>
              </a:srgbClr>
            </a:solidFill>
            <a:ln w="5420" cap="flat">
              <a:solidFill>
                <a:srgbClr val="48AC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9" name="pg249"/>
            <p:cNvSpPr/>
            <p:nvPr/>
          </p:nvSpPr>
          <p:spPr>
            <a:xfrm>
              <a:off x="4252673" y="2893016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40A3AA">
                <a:alpha val="100000"/>
              </a:srgbClr>
            </a:solidFill>
            <a:ln w="5420" cap="flat">
              <a:solidFill>
                <a:srgbClr val="40A3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0" name="pg250"/>
            <p:cNvSpPr/>
            <p:nvPr/>
          </p:nvSpPr>
          <p:spPr>
            <a:xfrm>
              <a:off x="4334110" y="2893016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DA0AA">
                <a:alpha val="100000"/>
              </a:srgbClr>
            </a:solidFill>
            <a:ln w="5420" cap="flat">
              <a:solidFill>
                <a:srgbClr val="3DA0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1" name="pg251"/>
            <p:cNvSpPr/>
            <p:nvPr/>
          </p:nvSpPr>
          <p:spPr>
            <a:xfrm>
              <a:off x="4415547" y="2893016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B9EAA">
                <a:alpha val="100000"/>
              </a:srgbClr>
            </a:solidFill>
            <a:ln w="5420" cap="flat">
              <a:solidFill>
                <a:srgbClr val="3B9E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2" name="pg252"/>
            <p:cNvSpPr/>
            <p:nvPr/>
          </p:nvSpPr>
          <p:spPr>
            <a:xfrm>
              <a:off x="4496984" y="2893016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A9DA9">
                <a:alpha val="100000"/>
              </a:srgbClr>
            </a:solidFill>
            <a:ln w="5420" cap="flat">
              <a:solidFill>
                <a:srgbClr val="3A9D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3" name="pg253"/>
            <p:cNvSpPr/>
            <p:nvPr/>
          </p:nvSpPr>
          <p:spPr>
            <a:xfrm>
              <a:off x="4578421" y="2893016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99CA9">
                <a:alpha val="100000"/>
              </a:srgbClr>
            </a:solidFill>
            <a:ln w="5420" cap="flat">
              <a:solidFill>
                <a:srgbClr val="399C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4" name="pg254"/>
            <p:cNvSpPr/>
            <p:nvPr/>
          </p:nvSpPr>
          <p:spPr>
            <a:xfrm>
              <a:off x="4659858" y="2893016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99BA9">
                <a:alpha val="100000"/>
              </a:srgbClr>
            </a:solidFill>
            <a:ln w="5420" cap="flat">
              <a:solidFill>
                <a:srgbClr val="399B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5" name="pg255"/>
            <p:cNvSpPr/>
            <p:nvPr/>
          </p:nvSpPr>
          <p:spPr>
            <a:xfrm>
              <a:off x="4741296" y="2893016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89BA9">
                <a:alpha val="100000"/>
              </a:srgbClr>
            </a:solidFill>
            <a:ln w="5420" cap="flat">
              <a:solidFill>
                <a:srgbClr val="389B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6" name="pg256"/>
            <p:cNvSpPr/>
            <p:nvPr/>
          </p:nvSpPr>
          <p:spPr>
            <a:xfrm>
              <a:off x="2786804" y="2996333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4DB3AB">
                <a:alpha val="100000"/>
              </a:srgbClr>
            </a:solidFill>
            <a:ln w="5420" cap="flat">
              <a:solidFill>
                <a:srgbClr val="4DB3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7" name="pg257"/>
            <p:cNvSpPr/>
            <p:nvPr/>
          </p:nvSpPr>
          <p:spPr>
            <a:xfrm>
              <a:off x="2868241" y="2996333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4FB5AB">
                <a:alpha val="100000"/>
              </a:srgbClr>
            </a:solidFill>
            <a:ln w="5420" cap="flat">
              <a:solidFill>
                <a:srgbClr val="4FB5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8" name="pg258"/>
            <p:cNvSpPr/>
            <p:nvPr/>
          </p:nvSpPr>
          <p:spPr>
            <a:xfrm>
              <a:off x="2949678" y="2996333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50B7AB">
                <a:alpha val="100000"/>
              </a:srgbClr>
            </a:solidFill>
            <a:ln w="5420" cap="flat">
              <a:solidFill>
                <a:srgbClr val="50B7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9" name="pg259"/>
            <p:cNvSpPr/>
            <p:nvPr/>
          </p:nvSpPr>
          <p:spPr>
            <a:xfrm>
              <a:off x="3031116" y="2996333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51B8AB">
                <a:alpha val="100000"/>
              </a:srgbClr>
            </a:solidFill>
            <a:ln w="5420" cap="flat">
              <a:solidFill>
                <a:srgbClr val="51B8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0" name="pg260"/>
            <p:cNvSpPr/>
            <p:nvPr/>
          </p:nvSpPr>
          <p:spPr>
            <a:xfrm>
              <a:off x="3112553" y="2996333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52B9AB">
                <a:alpha val="100000"/>
              </a:srgbClr>
            </a:solidFill>
            <a:ln w="5420" cap="flat">
              <a:solidFill>
                <a:srgbClr val="52B9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1" name="pg261"/>
            <p:cNvSpPr/>
            <p:nvPr/>
          </p:nvSpPr>
          <p:spPr>
            <a:xfrm>
              <a:off x="3193990" y="2996333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53BAAB">
                <a:alpha val="100000"/>
              </a:srgbClr>
            </a:solidFill>
            <a:ln w="5420" cap="flat">
              <a:solidFill>
                <a:srgbClr val="53BA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2" name="pg262"/>
            <p:cNvSpPr/>
            <p:nvPr/>
          </p:nvSpPr>
          <p:spPr>
            <a:xfrm>
              <a:off x="3275427" y="2996333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53BAAB">
                <a:alpha val="100000"/>
              </a:srgbClr>
            </a:solidFill>
            <a:ln w="5420" cap="flat">
              <a:solidFill>
                <a:srgbClr val="53BA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3" name="pg263"/>
            <p:cNvSpPr/>
            <p:nvPr/>
          </p:nvSpPr>
          <p:spPr>
            <a:xfrm>
              <a:off x="3356864" y="2996333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53BBAB">
                <a:alpha val="100000"/>
              </a:srgbClr>
            </a:solidFill>
            <a:ln w="5420" cap="flat">
              <a:solidFill>
                <a:srgbClr val="53BB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4" name="pg264"/>
            <p:cNvSpPr/>
            <p:nvPr/>
          </p:nvSpPr>
          <p:spPr>
            <a:xfrm>
              <a:off x="3438301" y="2996333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53BAAB">
                <a:alpha val="100000"/>
              </a:srgbClr>
            </a:solidFill>
            <a:ln w="5420" cap="flat">
              <a:solidFill>
                <a:srgbClr val="53BA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5" name="pg265"/>
            <p:cNvSpPr/>
            <p:nvPr/>
          </p:nvSpPr>
          <p:spPr>
            <a:xfrm>
              <a:off x="3519738" y="2996333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52B9AB">
                <a:alpha val="100000"/>
              </a:srgbClr>
            </a:solidFill>
            <a:ln w="5420" cap="flat">
              <a:solidFill>
                <a:srgbClr val="52B9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6" name="pg266"/>
            <p:cNvSpPr/>
            <p:nvPr/>
          </p:nvSpPr>
          <p:spPr>
            <a:xfrm>
              <a:off x="3601176" y="2996333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51B7AB">
                <a:alpha val="100000"/>
              </a:srgbClr>
            </a:solidFill>
            <a:ln w="5420" cap="flat">
              <a:solidFill>
                <a:srgbClr val="51B7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7" name="pg267"/>
            <p:cNvSpPr/>
            <p:nvPr/>
          </p:nvSpPr>
          <p:spPr>
            <a:xfrm>
              <a:off x="3682613" y="2996333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4FB5AB">
                <a:alpha val="100000"/>
              </a:srgbClr>
            </a:solidFill>
            <a:ln w="5420" cap="flat">
              <a:solidFill>
                <a:srgbClr val="4FB5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8" name="pg268"/>
            <p:cNvSpPr/>
            <p:nvPr/>
          </p:nvSpPr>
          <p:spPr>
            <a:xfrm>
              <a:off x="3764050" y="2996333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4DB3AB">
                <a:alpha val="100000"/>
              </a:srgbClr>
            </a:solidFill>
            <a:ln w="5420" cap="flat">
              <a:solidFill>
                <a:srgbClr val="4DB3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9" name="pg269"/>
            <p:cNvSpPr/>
            <p:nvPr/>
          </p:nvSpPr>
          <p:spPr>
            <a:xfrm>
              <a:off x="3845487" y="2996333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4BB0AB">
                <a:alpha val="100000"/>
              </a:srgbClr>
            </a:solidFill>
            <a:ln w="5420" cap="flat">
              <a:solidFill>
                <a:srgbClr val="4BB0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0" name="pg270"/>
            <p:cNvSpPr/>
            <p:nvPr/>
          </p:nvSpPr>
          <p:spPr>
            <a:xfrm>
              <a:off x="3926924" y="2996333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49ADAB">
                <a:alpha val="100000"/>
              </a:srgbClr>
            </a:solidFill>
            <a:ln w="5420" cap="flat">
              <a:solidFill>
                <a:srgbClr val="49AD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1" name="pg271"/>
            <p:cNvSpPr/>
            <p:nvPr/>
          </p:nvSpPr>
          <p:spPr>
            <a:xfrm>
              <a:off x="4252673" y="2996333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FA2AA">
                <a:alpha val="100000"/>
              </a:srgbClr>
            </a:solidFill>
            <a:ln w="5420" cap="flat">
              <a:solidFill>
                <a:srgbClr val="3FA2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2" name="pg272"/>
            <p:cNvSpPr/>
            <p:nvPr/>
          </p:nvSpPr>
          <p:spPr>
            <a:xfrm>
              <a:off x="4334110" y="2996333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D9FAA">
                <a:alpha val="100000"/>
              </a:srgbClr>
            </a:solidFill>
            <a:ln w="5420" cap="flat">
              <a:solidFill>
                <a:srgbClr val="3D9F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3" name="pg273"/>
            <p:cNvSpPr/>
            <p:nvPr/>
          </p:nvSpPr>
          <p:spPr>
            <a:xfrm>
              <a:off x="4415547" y="2996333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B9EAA">
                <a:alpha val="100000"/>
              </a:srgbClr>
            </a:solidFill>
            <a:ln w="5420" cap="flat">
              <a:solidFill>
                <a:srgbClr val="3B9E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4" name="pg274"/>
            <p:cNvSpPr/>
            <p:nvPr/>
          </p:nvSpPr>
          <p:spPr>
            <a:xfrm>
              <a:off x="4496984" y="2996333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A9DA9">
                <a:alpha val="100000"/>
              </a:srgbClr>
            </a:solidFill>
            <a:ln w="5420" cap="flat">
              <a:solidFill>
                <a:srgbClr val="3A9D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5" name="pg275"/>
            <p:cNvSpPr/>
            <p:nvPr/>
          </p:nvSpPr>
          <p:spPr>
            <a:xfrm>
              <a:off x="4578421" y="2996333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99CA9">
                <a:alpha val="100000"/>
              </a:srgbClr>
            </a:solidFill>
            <a:ln w="5420" cap="flat">
              <a:solidFill>
                <a:srgbClr val="399C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6" name="pg276"/>
            <p:cNvSpPr/>
            <p:nvPr/>
          </p:nvSpPr>
          <p:spPr>
            <a:xfrm>
              <a:off x="4659858" y="2996333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89BA9">
                <a:alpha val="100000"/>
              </a:srgbClr>
            </a:solidFill>
            <a:ln w="5420" cap="flat">
              <a:solidFill>
                <a:srgbClr val="389B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7" name="pg277"/>
            <p:cNvSpPr/>
            <p:nvPr/>
          </p:nvSpPr>
          <p:spPr>
            <a:xfrm>
              <a:off x="2705367" y="3099649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4DB3AB">
                <a:alpha val="100000"/>
              </a:srgbClr>
            </a:solidFill>
            <a:ln w="5420" cap="flat">
              <a:solidFill>
                <a:srgbClr val="4DB3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8" name="pg278"/>
            <p:cNvSpPr/>
            <p:nvPr/>
          </p:nvSpPr>
          <p:spPr>
            <a:xfrm>
              <a:off x="2786804" y="3099649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4FB5AB">
                <a:alpha val="100000"/>
              </a:srgbClr>
            </a:solidFill>
            <a:ln w="5420" cap="flat">
              <a:solidFill>
                <a:srgbClr val="4FB5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9" name="pg279"/>
            <p:cNvSpPr/>
            <p:nvPr/>
          </p:nvSpPr>
          <p:spPr>
            <a:xfrm>
              <a:off x="2868241" y="3099649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51B8AB">
                <a:alpha val="100000"/>
              </a:srgbClr>
            </a:solidFill>
            <a:ln w="5420" cap="flat">
              <a:solidFill>
                <a:srgbClr val="51B8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0" name="pg280"/>
            <p:cNvSpPr/>
            <p:nvPr/>
          </p:nvSpPr>
          <p:spPr>
            <a:xfrm>
              <a:off x="2949678" y="3099649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52BAAB">
                <a:alpha val="100000"/>
              </a:srgbClr>
            </a:solidFill>
            <a:ln w="5420" cap="flat">
              <a:solidFill>
                <a:srgbClr val="52BA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1" name="pg281"/>
            <p:cNvSpPr/>
            <p:nvPr/>
          </p:nvSpPr>
          <p:spPr>
            <a:xfrm>
              <a:off x="3031116" y="3099649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53BBAB">
                <a:alpha val="100000"/>
              </a:srgbClr>
            </a:solidFill>
            <a:ln w="5420" cap="flat">
              <a:solidFill>
                <a:srgbClr val="53BB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2" name="pg282"/>
            <p:cNvSpPr/>
            <p:nvPr/>
          </p:nvSpPr>
          <p:spPr>
            <a:xfrm>
              <a:off x="3112553" y="3099649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54BCAB">
                <a:alpha val="100000"/>
              </a:srgbClr>
            </a:solidFill>
            <a:ln w="5420" cap="flat">
              <a:solidFill>
                <a:srgbClr val="54BC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3" name="pg283"/>
            <p:cNvSpPr/>
            <p:nvPr/>
          </p:nvSpPr>
          <p:spPr>
            <a:xfrm>
              <a:off x="3193990" y="3099649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55BDAB">
                <a:alpha val="100000"/>
              </a:srgbClr>
            </a:solidFill>
            <a:ln w="5420" cap="flat">
              <a:solidFill>
                <a:srgbClr val="55BD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4" name="pg284"/>
            <p:cNvSpPr/>
            <p:nvPr/>
          </p:nvSpPr>
          <p:spPr>
            <a:xfrm>
              <a:off x="3275427" y="3099649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55BEAB">
                <a:alpha val="100000"/>
              </a:srgbClr>
            </a:solidFill>
            <a:ln w="5420" cap="flat">
              <a:solidFill>
                <a:srgbClr val="55BE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5" name="pg285"/>
            <p:cNvSpPr/>
            <p:nvPr/>
          </p:nvSpPr>
          <p:spPr>
            <a:xfrm>
              <a:off x="3356864" y="3099649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56BEAB">
                <a:alpha val="100000"/>
              </a:srgbClr>
            </a:solidFill>
            <a:ln w="5420" cap="flat">
              <a:solidFill>
                <a:srgbClr val="56BE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6" name="pg286"/>
            <p:cNvSpPr/>
            <p:nvPr/>
          </p:nvSpPr>
          <p:spPr>
            <a:xfrm>
              <a:off x="3438301" y="3099649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56BFAB">
                <a:alpha val="100000"/>
              </a:srgbClr>
            </a:solidFill>
            <a:ln w="5420" cap="flat">
              <a:solidFill>
                <a:srgbClr val="56BF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7" name="pg287"/>
            <p:cNvSpPr/>
            <p:nvPr/>
          </p:nvSpPr>
          <p:spPr>
            <a:xfrm>
              <a:off x="3519738" y="3099649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56BEAB">
                <a:alpha val="100000"/>
              </a:srgbClr>
            </a:solidFill>
            <a:ln w="5420" cap="flat">
              <a:solidFill>
                <a:srgbClr val="56BE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8" name="pg288"/>
            <p:cNvSpPr/>
            <p:nvPr/>
          </p:nvSpPr>
          <p:spPr>
            <a:xfrm>
              <a:off x="3601176" y="3099649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54BCAB">
                <a:alpha val="100000"/>
              </a:srgbClr>
            </a:solidFill>
            <a:ln w="5420" cap="flat">
              <a:solidFill>
                <a:srgbClr val="54BC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9" name="pg289"/>
            <p:cNvSpPr/>
            <p:nvPr/>
          </p:nvSpPr>
          <p:spPr>
            <a:xfrm>
              <a:off x="3682613" y="3099649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52BAAB">
                <a:alpha val="100000"/>
              </a:srgbClr>
            </a:solidFill>
            <a:ln w="5420" cap="flat">
              <a:solidFill>
                <a:srgbClr val="52BA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0" name="pg290"/>
            <p:cNvSpPr/>
            <p:nvPr/>
          </p:nvSpPr>
          <p:spPr>
            <a:xfrm>
              <a:off x="3764050" y="3099649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50B6AB">
                <a:alpha val="100000"/>
              </a:srgbClr>
            </a:solidFill>
            <a:ln w="5420" cap="flat">
              <a:solidFill>
                <a:srgbClr val="50B6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1" name="pg291"/>
            <p:cNvSpPr/>
            <p:nvPr/>
          </p:nvSpPr>
          <p:spPr>
            <a:xfrm>
              <a:off x="3845487" y="3099649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4DB3AB">
                <a:alpha val="100000"/>
              </a:srgbClr>
            </a:solidFill>
            <a:ln w="5420" cap="flat">
              <a:solidFill>
                <a:srgbClr val="4DB3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2" name="pg292"/>
            <p:cNvSpPr/>
            <p:nvPr/>
          </p:nvSpPr>
          <p:spPr>
            <a:xfrm>
              <a:off x="3926924" y="3099649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4BAFAB">
                <a:alpha val="100000"/>
              </a:srgbClr>
            </a:solidFill>
            <a:ln w="5420" cap="flat">
              <a:solidFill>
                <a:srgbClr val="4BAF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3" name="pg293"/>
            <p:cNvSpPr/>
            <p:nvPr/>
          </p:nvSpPr>
          <p:spPr>
            <a:xfrm>
              <a:off x="4008361" y="3099649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48ACAA">
                <a:alpha val="100000"/>
              </a:srgbClr>
            </a:solidFill>
            <a:ln w="5420" cap="flat">
              <a:solidFill>
                <a:srgbClr val="48AC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4" name="pg294"/>
            <p:cNvSpPr/>
            <p:nvPr/>
          </p:nvSpPr>
          <p:spPr>
            <a:xfrm>
              <a:off x="4252673" y="3099649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FA2AA">
                <a:alpha val="100000"/>
              </a:srgbClr>
            </a:solidFill>
            <a:ln w="5420" cap="flat">
              <a:solidFill>
                <a:srgbClr val="3FA2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5" name="pg295"/>
            <p:cNvSpPr/>
            <p:nvPr/>
          </p:nvSpPr>
          <p:spPr>
            <a:xfrm>
              <a:off x="4334110" y="3099649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C9FAA">
                <a:alpha val="100000"/>
              </a:srgbClr>
            </a:solidFill>
            <a:ln w="5420" cap="flat">
              <a:solidFill>
                <a:srgbClr val="3C9F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6" name="pg296"/>
            <p:cNvSpPr/>
            <p:nvPr/>
          </p:nvSpPr>
          <p:spPr>
            <a:xfrm>
              <a:off x="4415547" y="3099649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A9DA9">
                <a:alpha val="100000"/>
              </a:srgbClr>
            </a:solidFill>
            <a:ln w="5420" cap="flat">
              <a:solidFill>
                <a:srgbClr val="3A9D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7" name="pg297"/>
            <p:cNvSpPr/>
            <p:nvPr/>
          </p:nvSpPr>
          <p:spPr>
            <a:xfrm>
              <a:off x="4496984" y="3099649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99CA9">
                <a:alpha val="100000"/>
              </a:srgbClr>
            </a:solidFill>
            <a:ln w="5420" cap="flat">
              <a:solidFill>
                <a:srgbClr val="399C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8" name="pg298"/>
            <p:cNvSpPr/>
            <p:nvPr/>
          </p:nvSpPr>
          <p:spPr>
            <a:xfrm>
              <a:off x="4578421" y="3099649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89BA9">
                <a:alpha val="100000"/>
              </a:srgbClr>
            </a:solidFill>
            <a:ln w="5420" cap="flat">
              <a:solidFill>
                <a:srgbClr val="389B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9" name="pg299"/>
            <p:cNvSpPr/>
            <p:nvPr/>
          </p:nvSpPr>
          <p:spPr>
            <a:xfrm>
              <a:off x="4659858" y="3099649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79AA9">
                <a:alpha val="100000"/>
              </a:srgbClr>
            </a:solidFill>
            <a:ln w="5420" cap="flat">
              <a:solidFill>
                <a:srgbClr val="379A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0" name="pg300"/>
            <p:cNvSpPr/>
            <p:nvPr/>
          </p:nvSpPr>
          <p:spPr>
            <a:xfrm>
              <a:off x="2705367" y="3202965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4FB5AB">
                <a:alpha val="100000"/>
              </a:srgbClr>
            </a:solidFill>
            <a:ln w="5420" cap="flat">
              <a:solidFill>
                <a:srgbClr val="4FB5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1" name="pg301"/>
            <p:cNvSpPr/>
            <p:nvPr/>
          </p:nvSpPr>
          <p:spPr>
            <a:xfrm>
              <a:off x="2786804" y="3202965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51B8AB">
                <a:alpha val="100000"/>
              </a:srgbClr>
            </a:solidFill>
            <a:ln w="5420" cap="flat">
              <a:solidFill>
                <a:srgbClr val="51B8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2" name="pg302"/>
            <p:cNvSpPr/>
            <p:nvPr/>
          </p:nvSpPr>
          <p:spPr>
            <a:xfrm>
              <a:off x="2868241" y="3202965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53BBAB">
                <a:alpha val="100000"/>
              </a:srgbClr>
            </a:solidFill>
            <a:ln w="5420" cap="flat">
              <a:solidFill>
                <a:srgbClr val="53BB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3" name="pg303"/>
            <p:cNvSpPr/>
            <p:nvPr/>
          </p:nvSpPr>
          <p:spPr>
            <a:xfrm>
              <a:off x="2949678" y="3202965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55BDAB">
                <a:alpha val="100000"/>
              </a:srgbClr>
            </a:solidFill>
            <a:ln w="5420" cap="flat">
              <a:solidFill>
                <a:srgbClr val="55BD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4" name="pg304"/>
            <p:cNvSpPr/>
            <p:nvPr/>
          </p:nvSpPr>
          <p:spPr>
            <a:xfrm>
              <a:off x="3031116" y="3202965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55BEAB">
                <a:alpha val="100000"/>
              </a:srgbClr>
            </a:solidFill>
            <a:ln w="5420" cap="flat">
              <a:solidFill>
                <a:srgbClr val="55BE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5" name="pg305"/>
            <p:cNvSpPr/>
            <p:nvPr/>
          </p:nvSpPr>
          <p:spPr>
            <a:xfrm>
              <a:off x="3112553" y="3202965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56BEAB">
                <a:alpha val="100000"/>
              </a:srgbClr>
            </a:solidFill>
            <a:ln w="5420" cap="flat">
              <a:solidFill>
                <a:srgbClr val="56BE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6" name="pg306"/>
            <p:cNvSpPr/>
            <p:nvPr/>
          </p:nvSpPr>
          <p:spPr>
            <a:xfrm>
              <a:off x="3193990" y="3202965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56BFAB">
                <a:alpha val="100000"/>
              </a:srgbClr>
            </a:solidFill>
            <a:ln w="5420" cap="flat">
              <a:solidFill>
                <a:srgbClr val="56BF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7" name="pg307"/>
            <p:cNvSpPr/>
            <p:nvPr/>
          </p:nvSpPr>
          <p:spPr>
            <a:xfrm>
              <a:off x="3275427" y="3202965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58C2AC">
                <a:alpha val="100000"/>
              </a:srgbClr>
            </a:solidFill>
            <a:ln w="5420" cap="flat">
              <a:solidFill>
                <a:srgbClr val="58C2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8" name="pg308"/>
            <p:cNvSpPr/>
            <p:nvPr/>
          </p:nvSpPr>
          <p:spPr>
            <a:xfrm>
              <a:off x="3356864" y="3202965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5BC7AC">
                <a:alpha val="100000"/>
              </a:srgbClr>
            </a:solidFill>
            <a:ln w="5420" cap="flat">
              <a:solidFill>
                <a:srgbClr val="5BC7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9" name="pg309"/>
            <p:cNvSpPr/>
            <p:nvPr/>
          </p:nvSpPr>
          <p:spPr>
            <a:xfrm>
              <a:off x="3438301" y="3202965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5ECBAC">
                <a:alpha val="100000"/>
              </a:srgbClr>
            </a:solidFill>
            <a:ln w="5420" cap="flat">
              <a:solidFill>
                <a:srgbClr val="5ECB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0" name="pg310"/>
            <p:cNvSpPr/>
            <p:nvPr/>
          </p:nvSpPr>
          <p:spPr>
            <a:xfrm>
              <a:off x="3519738" y="3202965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5FCDAC">
                <a:alpha val="100000"/>
              </a:srgbClr>
            </a:solidFill>
            <a:ln w="5420" cap="flat">
              <a:solidFill>
                <a:srgbClr val="5FCD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1" name="pg311"/>
            <p:cNvSpPr/>
            <p:nvPr/>
          </p:nvSpPr>
          <p:spPr>
            <a:xfrm>
              <a:off x="3601176" y="3202965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5ECBAC">
                <a:alpha val="100000"/>
              </a:srgbClr>
            </a:solidFill>
            <a:ln w="5420" cap="flat">
              <a:solidFill>
                <a:srgbClr val="5ECB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2" name="pg312"/>
            <p:cNvSpPr/>
            <p:nvPr/>
          </p:nvSpPr>
          <p:spPr>
            <a:xfrm>
              <a:off x="3682613" y="3202965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5BC6AC">
                <a:alpha val="100000"/>
              </a:srgbClr>
            </a:solidFill>
            <a:ln w="5420" cap="flat">
              <a:solidFill>
                <a:srgbClr val="5BC6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3" name="pg313"/>
            <p:cNvSpPr/>
            <p:nvPr/>
          </p:nvSpPr>
          <p:spPr>
            <a:xfrm>
              <a:off x="3764050" y="3202965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57C0AC">
                <a:alpha val="100000"/>
              </a:srgbClr>
            </a:solidFill>
            <a:ln w="5420" cap="flat">
              <a:solidFill>
                <a:srgbClr val="57C0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4" name="pg314"/>
            <p:cNvSpPr/>
            <p:nvPr/>
          </p:nvSpPr>
          <p:spPr>
            <a:xfrm>
              <a:off x="3845487" y="3202965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53BAAB">
                <a:alpha val="100000"/>
              </a:srgbClr>
            </a:solidFill>
            <a:ln w="5420" cap="flat">
              <a:solidFill>
                <a:srgbClr val="53BA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5" name="pg315"/>
            <p:cNvSpPr/>
            <p:nvPr/>
          </p:nvSpPr>
          <p:spPr>
            <a:xfrm>
              <a:off x="3926924" y="3202965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4EB4AB">
                <a:alpha val="100000"/>
              </a:srgbClr>
            </a:solidFill>
            <a:ln w="5420" cap="flat">
              <a:solidFill>
                <a:srgbClr val="4EB4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6" name="pg316"/>
            <p:cNvSpPr/>
            <p:nvPr/>
          </p:nvSpPr>
          <p:spPr>
            <a:xfrm>
              <a:off x="4008361" y="3202965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4AAEAB">
                <a:alpha val="100000"/>
              </a:srgbClr>
            </a:solidFill>
            <a:ln w="5420" cap="flat">
              <a:solidFill>
                <a:srgbClr val="4AAE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7" name="pg317"/>
            <p:cNvSpPr/>
            <p:nvPr/>
          </p:nvSpPr>
          <p:spPr>
            <a:xfrm>
              <a:off x="4089798" y="3202965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45A9AA">
                <a:alpha val="100000"/>
              </a:srgbClr>
            </a:solidFill>
            <a:ln w="5420" cap="flat">
              <a:solidFill>
                <a:srgbClr val="45A9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8" name="pg318"/>
            <p:cNvSpPr/>
            <p:nvPr/>
          </p:nvSpPr>
          <p:spPr>
            <a:xfrm>
              <a:off x="4334110" y="3202965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99CA9">
                <a:alpha val="100000"/>
              </a:srgbClr>
            </a:solidFill>
            <a:ln w="5420" cap="flat">
              <a:solidFill>
                <a:srgbClr val="399C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9" name="pg319"/>
            <p:cNvSpPr/>
            <p:nvPr/>
          </p:nvSpPr>
          <p:spPr>
            <a:xfrm>
              <a:off x="4415547" y="3202965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79AA9">
                <a:alpha val="100000"/>
              </a:srgbClr>
            </a:solidFill>
            <a:ln w="5420" cap="flat">
              <a:solidFill>
                <a:srgbClr val="379A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0" name="pg320"/>
            <p:cNvSpPr/>
            <p:nvPr/>
          </p:nvSpPr>
          <p:spPr>
            <a:xfrm>
              <a:off x="4496984" y="3202965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699A9">
                <a:alpha val="100000"/>
              </a:srgbClr>
            </a:solidFill>
            <a:ln w="5420" cap="flat">
              <a:solidFill>
                <a:srgbClr val="3699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1" name="pg321"/>
            <p:cNvSpPr/>
            <p:nvPr/>
          </p:nvSpPr>
          <p:spPr>
            <a:xfrm>
              <a:off x="4578421" y="3202965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597A9">
                <a:alpha val="100000"/>
              </a:srgbClr>
            </a:solidFill>
            <a:ln w="5420" cap="flat">
              <a:solidFill>
                <a:srgbClr val="3597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2" name="pg322"/>
            <p:cNvSpPr/>
            <p:nvPr/>
          </p:nvSpPr>
          <p:spPr>
            <a:xfrm>
              <a:off x="4659858" y="3202965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496A9">
                <a:alpha val="100000"/>
              </a:srgbClr>
            </a:solidFill>
            <a:ln w="5420" cap="flat">
              <a:solidFill>
                <a:srgbClr val="3496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3" name="pg323"/>
            <p:cNvSpPr/>
            <p:nvPr/>
          </p:nvSpPr>
          <p:spPr>
            <a:xfrm>
              <a:off x="2705367" y="3306281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4FB4AB">
                <a:alpha val="100000"/>
              </a:srgbClr>
            </a:solidFill>
            <a:ln w="5420" cap="flat">
              <a:solidFill>
                <a:srgbClr val="4FB4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4" name="pg324"/>
            <p:cNvSpPr/>
            <p:nvPr/>
          </p:nvSpPr>
          <p:spPr>
            <a:xfrm>
              <a:off x="2786804" y="3306281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51B8AB">
                <a:alpha val="100000"/>
              </a:srgbClr>
            </a:solidFill>
            <a:ln w="5420" cap="flat">
              <a:solidFill>
                <a:srgbClr val="51B8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5" name="pg325"/>
            <p:cNvSpPr/>
            <p:nvPr/>
          </p:nvSpPr>
          <p:spPr>
            <a:xfrm>
              <a:off x="2868241" y="3306281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53BBAB">
                <a:alpha val="100000"/>
              </a:srgbClr>
            </a:solidFill>
            <a:ln w="5420" cap="flat">
              <a:solidFill>
                <a:srgbClr val="53BB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6" name="pg326"/>
            <p:cNvSpPr/>
            <p:nvPr/>
          </p:nvSpPr>
          <p:spPr>
            <a:xfrm>
              <a:off x="2949678" y="3306281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55BDAB">
                <a:alpha val="100000"/>
              </a:srgbClr>
            </a:solidFill>
            <a:ln w="5420" cap="flat">
              <a:solidFill>
                <a:srgbClr val="55BD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7" name="pg327"/>
            <p:cNvSpPr/>
            <p:nvPr/>
          </p:nvSpPr>
          <p:spPr>
            <a:xfrm>
              <a:off x="3031116" y="3306281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56BEAB">
                <a:alpha val="100000"/>
              </a:srgbClr>
            </a:solidFill>
            <a:ln w="5420" cap="flat">
              <a:solidFill>
                <a:srgbClr val="56BE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8" name="pg328"/>
            <p:cNvSpPr/>
            <p:nvPr/>
          </p:nvSpPr>
          <p:spPr>
            <a:xfrm>
              <a:off x="3112553" y="3306281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56BEAB">
                <a:alpha val="100000"/>
              </a:srgbClr>
            </a:solidFill>
            <a:ln w="5420" cap="flat">
              <a:solidFill>
                <a:srgbClr val="56BE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9" name="pg329"/>
            <p:cNvSpPr/>
            <p:nvPr/>
          </p:nvSpPr>
          <p:spPr>
            <a:xfrm>
              <a:off x="3193990" y="3306281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57C0AC">
                <a:alpha val="100000"/>
              </a:srgbClr>
            </a:solidFill>
            <a:ln w="5420" cap="flat">
              <a:solidFill>
                <a:srgbClr val="57C0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0" name="pg330"/>
            <p:cNvSpPr/>
            <p:nvPr/>
          </p:nvSpPr>
          <p:spPr>
            <a:xfrm>
              <a:off x="3275427" y="3306281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5BC6AC">
                <a:alpha val="100000"/>
              </a:srgbClr>
            </a:solidFill>
            <a:ln w="5420" cap="flat">
              <a:solidFill>
                <a:srgbClr val="5BC6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1" name="pg331"/>
            <p:cNvSpPr/>
            <p:nvPr/>
          </p:nvSpPr>
          <p:spPr>
            <a:xfrm>
              <a:off x="3356864" y="3306281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60CEAC">
                <a:alpha val="100000"/>
              </a:srgbClr>
            </a:solidFill>
            <a:ln w="5420" cap="flat">
              <a:solidFill>
                <a:srgbClr val="60CE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2" name="pg332"/>
            <p:cNvSpPr/>
            <p:nvPr/>
          </p:nvSpPr>
          <p:spPr>
            <a:xfrm>
              <a:off x="3438301" y="3306281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73D3B3">
                <a:alpha val="100000"/>
              </a:srgbClr>
            </a:solidFill>
            <a:ln w="5420" cap="flat">
              <a:solidFill>
                <a:srgbClr val="73D3B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3" name="pg333"/>
            <p:cNvSpPr/>
            <p:nvPr/>
          </p:nvSpPr>
          <p:spPr>
            <a:xfrm>
              <a:off x="3519738" y="3306281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7BD5B6">
                <a:alpha val="100000"/>
              </a:srgbClr>
            </a:solidFill>
            <a:ln w="5420" cap="flat">
              <a:solidFill>
                <a:srgbClr val="7BD5B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4" name="pg334"/>
            <p:cNvSpPr/>
            <p:nvPr/>
          </p:nvSpPr>
          <p:spPr>
            <a:xfrm>
              <a:off x="3601176" y="3306281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72D3B3">
                <a:alpha val="100000"/>
              </a:srgbClr>
            </a:solidFill>
            <a:ln w="5420" cap="flat">
              <a:solidFill>
                <a:srgbClr val="72D3B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5" name="pg335"/>
            <p:cNvSpPr/>
            <p:nvPr/>
          </p:nvSpPr>
          <p:spPr>
            <a:xfrm>
              <a:off x="3682613" y="3306281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61CEAC">
                <a:alpha val="100000"/>
              </a:srgbClr>
            </a:solidFill>
            <a:ln w="5420" cap="flat">
              <a:solidFill>
                <a:srgbClr val="61CE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6" name="pg336"/>
            <p:cNvSpPr/>
            <p:nvPr/>
          </p:nvSpPr>
          <p:spPr>
            <a:xfrm>
              <a:off x="3764050" y="3306281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5BC6AC">
                <a:alpha val="100000"/>
              </a:srgbClr>
            </a:solidFill>
            <a:ln w="5420" cap="flat">
              <a:solidFill>
                <a:srgbClr val="5BC6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7" name="pg337"/>
            <p:cNvSpPr/>
            <p:nvPr/>
          </p:nvSpPr>
          <p:spPr>
            <a:xfrm>
              <a:off x="3845487" y="3306281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55BEAB">
                <a:alpha val="100000"/>
              </a:srgbClr>
            </a:solidFill>
            <a:ln w="5420" cap="flat">
              <a:solidFill>
                <a:srgbClr val="55BE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8" name="pg338"/>
            <p:cNvSpPr/>
            <p:nvPr/>
          </p:nvSpPr>
          <p:spPr>
            <a:xfrm>
              <a:off x="3926924" y="3306281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4FB5AB">
                <a:alpha val="100000"/>
              </a:srgbClr>
            </a:solidFill>
            <a:ln w="5420" cap="flat">
              <a:solidFill>
                <a:srgbClr val="4FB5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9" name="pg339"/>
            <p:cNvSpPr/>
            <p:nvPr/>
          </p:nvSpPr>
          <p:spPr>
            <a:xfrm>
              <a:off x="4008361" y="3306281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4AAEAB">
                <a:alpha val="100000"/>
              </a:srgbClr>
            </a:solidFill>
            <a:ln w="5420" cap="flat">
              <a:solidFill>
                <a:srgbClr val="4AAE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0" name="pg340"/>
            <p:cNvSpPr/>
            <p:nvPr/>
          </p:nvSpPr>
          <p:spPr>
            <a:xfrm>
              <a:off x="4089798" y="3306281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44A8AA">
                <a:alpha val="100000"/>
              </a:srgbClr>
            </a:solidFill>
            <a:ln w="5420" cap="flat">
              <a:solidFill>
                <a:srgbClr val="44A8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1" name="pg341"/>
            <p:cNvSpPr/>
            <p:nvPr/>
          </p:nvSpPr>
          <p:spPr>
            <a:xfrm>
              <a:off x="4252673" y="3306281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B9EAA">
                <a:alpha val="100000"/>
              </a:srgbClr>
            </a:solidFill>
            <a:ln w="5420" cap="flat">
              <a:solidFill>
                <a:srgbClr val="3B9E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2" name="pg342"/>
            <p:cNvSpPr/>
            <p:nvPr/>
          </p:nvSpPr>
          <p:spPr>
            <a:xfrm>
              <a:off x="4334110" y="3306281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699A9">
                <a:alpha val="100000"/>
              </a:srgbClr>
            </a:solidFill>
            <a:ln w="5420" cap="flat">
              <a:solidFill>
                <a:srgbClr val="3699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3" name="pg343"/>
            <p:cNvSpPr/>
            <p:nvPr/>
          </p:nvSpPr>
          <p:spPr>
            <a:xfrm>
              <a:off x="4415547" y="3306281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497A9">
                <a:alpha val="100000"/>
              </a:srgbClr>
            </a:solidFill>
            <a:ln w="5420" cap="flat">
              <a:solidFill>
                <a:srgbClr val="3497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4" name="pg344"/>
            <p:cNvSpPr/>
            <p:nvPr/>
          </p:nvSpPr>
          <p:spPr>
            <a:xfrm>
              <a:off x="4496984" y="3306281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496A9">
                <a:alpha val="100000"/>
              </a:srgbClr>
            </a:solidFill>
            <a:ln w="5420" cap="flat">
              <a:solidFill>
                <a:srgbClr val="3496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5" name="pg345"/>
            <p:cNvSpPr/>
            <p:nvPr/>
          </p:nvSpPr>
          <p:spPr>
            <a:xfrm>
              <a:off x="4578421" y="3306281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595A9">
                <a:alpha val="100000"/>
              </a:srgbClr>
            </a:solidFill>
            <a:ln w="5420" cap="flat">
              <a:solidFill>
                <a:srgbClr val="3595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6" name="pg346"/>
            <p:cNvSpPr/>
            <p:nvPr/>
          </p:nvSpPr>
          <p:spPr>
            <a:xfrm>
              <a:off x="4659858" y="3306281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594A8">
                <a:alpha val="100000"/>
              </a:srgbClr>
            </a:solidFill>
            <a:ln w="5420" cap="flat">
              <a:solidFill>
                <a:srgbClr val="3594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7" name="pg347"/>
            <p:cNvSpPr/>
            <p:nvPr/>
          </p:nvSpPr>
          <p:spPr>
            <a:xfrm>
              <a:off x="2786804" y="3409597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50B7AB">
                <a:alpha val="100000"/>
              </a:srgbClr>
            </a:solidFill>
            <a:ln w="5420" cap="flat">
              <a:solidFill>
                <a:srgbClr val="50B7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8" name="pg348"/>
            <p:cNvSpPr/>
            <p:nvPr/>
          </p:nvSpPr>
          <p:spPr>
            <a:xfrm>
              <a:off x="2868241" y="3409597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53BAAB">
                <a:alpha val="100000"/>
              </a:srgbClr>
            </a:solidFill>
            <a:ln w="5420" cap="flat">
              <a:solidFill>
                <a:srgbClr val="53BA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9" name="pg349"/>
            <p:cNvSpPr/>
            <p:nvPr/>
          </p:nvSpPr>
          <p:spPr>
            <a:xfrm>
              <a:off x="2949678" y="3409597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55BDAB">
                <a:alpha val="100000"/>
              </a:srgbClr>
            </a:solidFill>
            <a:ln w="5420" cap="flat">
              <a:solidFill>
                <a:srgbClr val="55BD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0" name="pg350"/>
            <p:cNvSpPr/>
            <p:nvPr/>
          </p:nvSpPr>
          <p:spPr>
            <a:xfrm>
              <a:off x="3031116" y="3409597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56BFAB">
                <a:alpha val="100000"/>
              </a:srgbClr>
            </a:solidFill>
            <a:ln w="5420" cap="flat">
              <a:solidFill>
                <a:srgbClr val="56BF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1" name="pg351"/>
            <p:cNvSpPr/>
            <p:nvPr/>
          </p:nvSpPr>
          <p:spPr>
            <a:xfrm>
              <a:off x="3112553" y="3409597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58C1AC">
                <a:alpha val="100000"/>
              </a:srgbClr>
            </a:solidFill>
            <a:ln w="5420" cap="flat">
              <a:solidFill>
                <a:srgbClr val="58C1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2" name="pg352"/>
            <p:cNvSpPr/>
            <p:nvPr/>
          </p:nvSpPr>
          <p:spPr>
            <a:xfrm>
              <a:off x="3193990" y="3409597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5BC6AC">
                <a:alpha val="100000"/>
              </a:srgbClr>
            </a:solidFill>
            <a:ln w="5420" cap="flat">
              <a:solidFill>
                <a:srgbClr val="5BC6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3" name="pg353"/>
            <p:cNvSpPr/>
            <p:nvPr/>
          </p:nvSpPr>
          <p:spPr>
            <a:xfrm>
              <a:off x="3275427" y="3409597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62CEAD">
                <a:alpha val="100000"/>
              </a:srgbClr>
            </a:solidFill>
            <a:ln w="5420" cap="flat">
              <a:solidFill>
                <a:srgbClr val="62CEA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4" name="pg354"/>
            <p:cNvSpPr/>
            <p:nvPr/>
          </p:nvSpPr>
          <p:spPr>
            <a:xfrm>
              <a:off x="3356864" y="3409597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7FD7B8">
                <a:alpha val="100000"/>
              </a:srgbClr>
            </a:solidFill>
            <a:ln w="5420" cap="flat">
              <a:solidFill>
                <a:srgbClr val="7FD7B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5" name="pg355"/>
            <p:cNvSpPr/>
            <p:nvPr/>
          </p:nvSpPr>
          <p:spPr>
            <a:xfrm>
              <a:off x="3438301" y="3409597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94DDC1">
                <a:alpha val="100000"/>
              </a:srgbClr>
            </a:solidFill>
            <a:ln w="5420" cap="flat">
              <a:solidFill>
                <a:srgbClr val="94DDC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6" name="pg356"/>
            <p:cNvSpPr/>
            <p:nvPr/>
          </p:nvSpPr>
          <p:spPr>
            <a:xfrm>
              <a:off x="3519738" y="3409597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9BDFC4">
                <a:alpha val="100000"/>
              </a:srgbClr>
            </a:solidFill>
            <a:ln w="5420" cap="flat">
              <a:solidFill>
                <a:srgbClr val="9BDFC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7" name="pg357"/>
            <p:cNvSpPr/>
            <p:nvPr/>
          </p:nvSpPr>
          <p:spPr>
            <a:xfrm>
              <a:off x="3601176" y="3409597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8DDBBE">
                <a:alpha val="100000"/>
              </a:srgbClr>
            </a:solidFill>
            <a:ln w="5420" cap="flat">
              <a:solidFill>
                <a:srgbClr val="8DDBB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8" name="pg358"/>
            <p:cNvSpPr/>
            <p:nvPr/>
          </p:nvSpPr>
          <p:spPr>
            <a:xfrm>
              <a:off x="3682613" y="3409597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77D4B5">
                <a:alpha val="100000"/>
              </a:srgbClr>
            </a:solidFill>
            <a:ln w="5420" cap="flat">
              <a:solidFill>
                <a:srgbClr val="77D4B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9" name="pg359"/>
            <p:cNvSpPr/>
            <p:nvPr/>
          </p:nvSpPr>
          <p:spPr>
            <a:xfrm>
              <a:off x="3764050" y="3409597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5ECBAC">
                <a:alpha val="100000"/>
              </a:srgbClr>
            </a:solidFill>
            <a:ln w="5420" cap="flat">
              <a:solidFill>
                <a:srgbClr val="5ECB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0" name="pg360"/>
            <p:cNvSpPr/>
            <p:nvPr/>
          </p:nvSpPr>
          <p:spPr>
            <a:xfrm>
              <a:off x="3845487" y="3409597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57C0AC">
                <a:alpha val="100000"/>
              </a:srgbClr>
            </a:solidFill>
            <a:ln w="5420" cap="flat">
              <a:solidFill>
                <a:srgbClr val="57C0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1" name="pg361"/>
            <p:cNvSpPr/>
            <p:nvPr/>
          </p:nvSpPr>
          <p:spPr>
            <a:xfrm>
              <a:off x="3926924" y="3409597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4FB5AB">
                <a:alpha val="100000"/>
              </a:srgbClr>
            </a:solidFill>
            <a:ln w="5420" cap="flat">
              <a:solidFill>
                <a:srgbClr val="4FB5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2" name="pg362"/>
            <p:cNvSpPr/>
            <p:nvPr/>
          </p:nvSpPr>
          <p:spPr>
            <a:xfrm>
              <a:off x="4008361" y="3409597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48ACAA">
                <a:alpha val="100000"/>
              </a:srgbClr>
            </a:solidFill>
            <a:ln w="5420" cap="flat">
              <a:solidFill>
                <a:srgbClr val="48AC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3" name="pg363"/>
            <p:cNvSpPr/>
            <p:nvPr/>
          </p:nvSpPr>
          <p:spPr>
            <a:xfrm>
              <a:off x="4089798" y="3409597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41A4AA">
                <a:alpha val="100000"/>
              </a:srgbClr>
            </a:solidFill>
            <a:ln w="5420" cap="flat">
              <a:solidFill>
                <a:srgbClr val="41A4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4" name="pg364"/>
            <p:cNvSpPr/>
            <p:nvPr/>
          </p:nvSpPr>
          <p:spPr>
            <a:xfrm>
              <a:off x="4171236" y="3409597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C9EAA">
                <a:alpha val="100000"/>
              </a:srgbClr>
            </a:solidFill>
            <a:ln w="5420" cap="flat">
              <a:solidFill>
                <a:srgbClr val="3C9E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5" name="pg365"/>
            <p:cNvSpPr/>
            <p:nvPr/>
          </p:nvSpPr>
          <p:spPr>
            <a:xfrm>
              <a:off x="4252673" y="3409597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89AA9">
                <a:alpha val="100000"/>
              </a:srgbClr>
            </a:solidFill>
            <a:ln w="5420" cap="flat">
              <a:solidFill>
                <a:srgbClr val="389A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6" name="pg366"/>
            <p:cNvSpPr/>
            <p:nvPr/>
          </p:nvSpPr>
          <p:spPr>
            <a:xfrm>
              <a:off x="4334110" y="3409597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595A9">
                <a:alpha val="100000"/>
              </a:srgbClr>
            </a:solidFill>
            <a:ln w="5420" cap="flat">
              <a:solidFill>
                <a:srgbClr val="3595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7" name="pg367"/>
            <p:cNvSpPr/>
            <p:nvPr/>
          </p:nvSpPr>
          <p:spPr>
            <a:xfrm>
              <a:off x="4415547" y="3409597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593A8">
                <a:alpha val="100000"/>
              </a:srgbClr>
            </a:solidFill>
            <a:ln w="5420" cap="flat">
              <a:solidFill>
                <a:srgbClr val="3593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8" name="pg368"/>
            <p:cNvSpPr/>
            <p:nvPr/>
          </p:nvSpPr>
          <p:spPr>
            <a:xfrm>
              <a:off x="4496984" y="3409597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692A8">
                <a:alpha val="100000"/>
              </a:srgbClr>
            </a:solidFill>
            <a:ln w="5420" cap="flat">
              <a:solidFill>
                <a:srgbClr val="3692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9" name="pg369"/>
            <p:cNvSpPr/>
            <p:nvPr/>
          </p:nvSpPr>
          <p:spPr>
            <a:xfrm>
              <a:off x="4578421" y="3409597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692A8">
                <a:alpha val="100000"/>
              </a:srgbClr>
            </a:solidFill>
            <a:ln w="5420" cap="flat">
              <a:solidFill>
                <a:srgbClr val="3692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0" name="pg370"/>
            <p:cNvSpPr/>
            <p:nvPr/>
          </p:nvSpPr>
          <p:spPr>
            <a:xfrm>
              <a:off x="4659858" y="3409597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692A8">
                <a:alpha val="100000"/>
              </a:srgbClr>
            </a:solidFill>
            <a:ln w="5420" cap="flat">
              <a:solidFill>
                <a:srgbClr val="3692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1" name="pg371"/>
            <p:cNvSpPr/>
            <p:nvPr/>
          </p:nvSpPr>
          <p:spPr>
            <a:xfrm>
              <a:off x="2868241" y="3512913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52B9AB">
                <a:alpha val="100000"/>
              </a:srgbClr>
            </a:solidFill>
            <a:ln w="5420" cap="flat">
              <a:solidFill>
                <a:srgbClr val="52B9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2" name="pg372"/>
            <p:cNvSpPr/>
            <p:nvPr/>
          </p:nvSpPr>
          <p:spPr>
            <a:xfrm>
              <a:off x="2949678" y="3512913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54BCAB">
                <a:alpha val="100000"/>
              </a:srgbClr>
            </a:solidFill>
            <a:ln w="5420" cap="flat">
              <a:solidFill>
                <a:srgbClr val="54BC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3" name="pg373"/>
            <p:cNvSpPr/>
            <p:nvPr/>
          </p:nvSpPr>
          <p:spPr>
            <a:xfrm>
              <a:off x="3031116" y="3512913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57C0AC">
                <a:alpha val="100000"/>
              </a:srgbClr>
            </a:solidFill>
            <a:ln w="5420" cap="flat">
              <a:solidFill>
                <a:srgbClr val="57C0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4" name="pg374"/>
            <p:cNvSpPr/>
            <p:nvPr/>
          </p:nvSpPr>
          <p:spPr>
            <a:xfrm>
              <a:off x="3112553" y="3512913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5AC5AC">
                <a:alpha val="100000"/>
              </a:srgbClr>
            </a:solidFill>
            <a:ln w="5420" cap="flat">
              <a:solidFill>
                <a:srgbClr val="5AC5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5" name="pg375"/>
            <p:cNvSpPr/>
            <p:nvPr/>
          </p:nvSpPr>
          <p:spPr>
            <a:xfrm>
              <a:off x="3193990" y="3512913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60CDAC">
                <a:alpha val="100000"/>
              </a:srgbClr>
            </a:solidFill>
            <a:ln w="5420" cap="flat">
              <a:solidFill>
                <a:srgbClr val="60CD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6" name="pg376"/>
            <p:cNvSpPr/>
            <p:nvPr/>
          </p:nvSpPr>
          <p:spPr>
            <a:xfrm>
              <a:off x="3275427" y="3512913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7DD6B7">
                <a:alpha val="100000"/>
              </a:srgbClr>
            </a:solidFill>
            <a:ln w="5420" cap="flat">
              <a:solidFill>
                <a:srgbClr val="7DD6B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7" name="pg377"/>
            <p:cNvSpPr/>
            <p:nvPr/>
          </p:nvSpPr>
          <p:spPr>
            <a:xfrm>
              <a:off x="3356864" y="3512913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9DE0C5">
                <a:alpha val="100000"/>
              </a:srgbClr>
            </a:solidFill>
            <a:ln w="5420" cap="flat">
              <a:solidFill>
                <a:srgbClr val="9DE0C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8" name="pg378"/>
            <p:cNvSpPr/>
            <p:nvPr/>
          </p:nvSpPr>
          <p:spPr>
            <a:xfrm>
              <a:off x="3438301" y="3512913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B4E7D0">
                <a:alpha val="100000"/>
              </a:srgbClr>
            </a:solidFill>
            <a:ln w="5420" cap="flat">
              <a:solidFill>
                <a:srgbClr val="B4E7D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9" name="pg379"/>
            <p:cNvSpPr/>
            <p:nvPr/>
          </p:nvSpPr>
          <p:spPr>
            <a:xfrm>
              <a:off x="3519738" y="3512913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B8E8D2">
                <a:alpha val="100000"/>
              </a:srgbClr>
            </a:solidFill>
            <a:ln w="5420" cap="flat">
              <a:solidFill>
                <a:srgbClr val="B8E8D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0" name="pg380"/>
            <p:cNvSpPr/>
            <p:nvPr/>
          </p:nvSpPr>
          <p:spPr>
            <a:xfrm>
              <a:off x="3601176" y="3512913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A4E2C9">
                <a:alpha val="100000"/>
              </a:srgbClr>
            </a:solidFill>
            <a:ln w="5420" cap="flat">
              <a:solidFill>
                <a:srgbClr val="A4E2C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1" name="pg381"/>
            <p:cNvSpPr/>
            <p:nvPr/>
          </p:nvSpPr>
          <p:spPr>
            <a:xfrm>
              <a:off x="3682613" y="3512913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87D9BB">
                <a:alpha val="100000"/>
              </a:srgbClr>
            </a:solidFill>
            <a:ln w="5420" cap="flat">
              <a:solidFill>
                <a:srgbClr val="87D9B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2" name="pg382"/>
            <p:cNvSpPr/>
            <p:nvPr/>
          </p:nvSpPr>
          <p:spPr>
            <a:xfrm>
              <a:off x="3764050" y="3512913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61CEAC">
                <a:alpha val="100000"/>
              </a:srgbClr>
            </a:solidFill>
            <a:ln w="5420" cap="flat">
              <a:solidFill>
                <a:srgbClr val="61CE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3" name="pg383"/>
            <p:cNvSpPr/>
            <p:nvPr/>
          </p:nvSpPr>
          <p:spPr>
            <a:xfrm>
              <a:off x="3845487" y="3512913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56BFAB">
                <a:alpha val="100000"/>
              </a:srgbClr>
            </a:solidFill>
            <a:ln w="5420" cap="flat">
              <a:solidFill>
                <a:srgbClr val="56BF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4" name="pg384"/>
            <p:cNvSpPr/>
            <p:nvPr/>
          </p:nvSpPr>
          <p:spPr>
            <a:xfrm>
              <a:off x="3926924" y="3512913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4CB2AB">
                <a:alpha val="100000"/>
              </a:srgbClr>
            </a:solidFill>
            <a:ln w="5420" cap="flat">
              <a:solidFill>
                <a:srgbClr val="4CB2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5" name="pg385"/>
            <p:cNvSpPr/>
            <p:nvPr/>
          </p:nvSpPr>
          <p:spPr>
            <a:xfrm>
              <a:off x="4008361" y="3512913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43A6AA">
                <a:alpha val="100000"/>
              </a:srgbClr>
            </a:solidFill>
            <a:ln w="5420" cap="flat">
              <a:solidFill>
                <a:srgbClr val="43A6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6" name="pg386"/>
            <p:cNvSpPr/>
            <p:nvPr/>
          </p:nvSpPr>
          <p:spPr>
            <a:xfrm>
              <a:off x="4089798" y="3512913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B9EAA">
                <a:alpha val="100000"/>
              </a:srgbClr>
            </a:solidFill>
            <a:ln w="5420" cap="flat">
              <a:solidFill>
                <a:srgbClr val="3B9E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7" name="pg387"/>
            <p:cNvSpPr/>
            <p:nvPr/>
          </p:nvSpPr>
          <p:spPr>
            <a:xfrm>
              <a:off x="4171236" y="3512913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598A9">
                <a:alpha val="100000"/>
              </a:srgbClr>
            </a:solidFill>
            <a:ln w="5420" cap="flat">
              <a:solidFill>
                <a:srgbClr val="3598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8" name="pg388"/>
            <p:cNvSpPr/>
            <p:nvPr/>
          </p:nvSpPr>
          <p:spPr>
            <a:xfrm>
              <a:off x="4252673" y="3512913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594A8">
                <a:alpha val="100000"/>
              </a:srgbClr>
            </a:solidFill>
            <a:ln w="5420" cap="flat">
              <a:solidFill>
                <a:srgbClr val="3594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9" name="pg389"/>
            <p:cNvSpPr/>
            <p:nvPr/>
          </p:nvSpPr>
          <p:spPr>
            <a:xfrm>
              <a:off x="4334110" y="3512913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78FA7">
                <a:alpha val="100000"/>
              </a:srgbClr>
            </a:solidFill>
            <a:ln w="5420" cap="flat">
              <a:solidFill>
                <a:srgbClr val="378F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0" name="pg390"/>
            <p:cNvSpPr/>
            <p:nvPr/>
          </p:nvSpPr>
          <p:spPr>
            <a:xfrm>
              <a:off x="4415547" y="3512913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78EA7">
                <a:alpha val="100000"/>
              </a:srgbClr>
            </a:solidFill>
            <a:ln w="5420" cap="flat">
              <a:solidFill>
                <a:srgbClr val="378E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1" name="pg391"/>
            <p:cNvSpPr/>
            <p:nvPr/>
          </p:nvSpPr>
          <p:spPr>
            <a:xfrm>
              <a:off x="4496984" y="3512913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78EA7">
                <a:alpha val="100000"/>
              </a:srgbClr>
            </a:solidFill>
            <a:ln w="5420" cap="flat">
              <a:solidFill>
                <a:srgbClr val="378E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2" name="pg392"/>
            <p:cNvSpPr/>
            <p:nvPr/>
          </p:nvSpPr>
          <p:spPr>
            <a:xfrm>
              <a:off x="4578421" y="3512913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78EA7">
                <a:alpha val="100000"/>
              </a:srgbClr>
            </a:solidFill>
            <a:ln w="5420" cap="flat">
              <a:solidFill>
                <a:srgbClr val="378E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3" name="pg393"/>
            <p:cNvSpPr/>
            <p:nvPr/>
          </p:nvSpPr>
          <p:spPr>
            <a:xfrm>
              <a:off x="2868241" y="3616229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50B6AB">
                <a:alpha val="100000"/>
              </a:srgbClr>
            </a:solidFill>
            <a:ln w="5420" cap="flat">
              <a:solidFill>
                <a:srgbClr val="50B6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4" name="pg394"/>
            <p:cNvSpPr/>
            <p:nvPr/>
          </p:nvSpPr>
          <p:spPr>
            <a:xfrm>
              <a:off x="2949678" y="3616229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52BAAB">
                <a:alpha val="100000"/>
              </a:srgbClr>
            </a:solidFill>
            <a:ln w="5420" cap="flat">
              <a:solidFill>
                <a:srgbClr val="52BA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5" name="pg395"/>
            <p:cNvSpPr/>
            <p:nvPr/>
          </p:nvSpPr>
          <p:spPr>
            <a:xfrm>
              <a:off x="3031116" y="3616229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56BFAB">
                <a:alpha val="100000"/>
              </a:srgbClr>
            </a:solidFill>
            <a:ln w="5420" cap="flat">
              <a:solidFill>
                <a:srgbClr val="56BF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6" name="pg396"/>
            <p:cNvSpPr/>
            <p:nvPr/>
          </p:nvSpPr>
          <p:spPr>
            <a:xfrm>
              <a:off x="3112553" y="3616229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5BC7AC">
                <a:alpha val="100000"/>
              </a:srgbClr>
            </a:solidFill>
            <a:ln w="5420" cap="flat">
              <a:solidFill>
                <a:srgbClr val="5BC7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7" name="pg397"/>
            <p:cNvSpPr/>
            <p:nvPr/>
          </p:nvSpPr>
          <p:spPr>
            <a:xfrm>
              <a:off x="3193990" y="3616229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68D0AF">
                <a:alpha val="100000"/>
              </a:srgbClr>
            </a:solidFill>
            <a:ln w="5420" cap="flat">
              <a:solidFill>
                <a:srgbClr val="68D0A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8" name="pg398"/>
            <p:cNvSpPr/>
            <p:nvPr/>
          </p:nvSpPr>
          <p:spPr>
            <a:xfrm>
              <a:off x="3275427" y="3616229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89DABC">
                <a:alpha val="100000"/>
              </a:srgbClr>
            </a:solidFill>
            <a:ln w="5420" cap="flat">
              <a:solidFill>
                <a:srgbClr val="89DAB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9" name="pg399"/>
            <p:cNvSpPr/>
            <p:nvPr/>
          </p:nvSpPr>
          <p:spPr>
            <a:xfrm>
              <a:off x="3356864" y="3616229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ABE4CB">
                <a:alpha val="100000"/>
              </a:srgbClr>
            </a:solidFill>
            <a:ln w="5420" cap="flat">
              <a:solidFill>
                <a:srgbClr val="ABE4C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0" name="pg400"/>
            <p:cNvSpPr/>
            <p:nvPr/>
          </p:nvSpPr>
          <p:spPr>
            <a:xfrm>
              <a:off x="3438301" y="3616229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C4EDD8">
                <a:alpha val="100000"/>
              </a:srgbClr>
            </a:solidFill>
            <a:ln w="5420" cap="flat">
              <a:solidFill>
                <a:srgbClr val="C4EDD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1" name="pg401"/>
            <p:cNvSpPr/>
            <p:nvPr/>
          </p:nvSpPr>
          <p:spPr>
            <a:xfrm>
              <a:off x="3519738" y="3616229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C7EDD9">
                <a:alpha val="100000"/>
              </a:srgbClr>
            </a:solidFill>
            <a:ln w="5420" cap="flat">
              <a:solidFill>
                <a:srgbClr val="C7EDD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2" name="pg402"/>
            <p:cNvSpPr/>
            <p:nvPr/>
          </p:nvSpPr>
          <p:spPr>
            <a:xfrm>
              <a:off x="3601176" y="3616229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AEE5CD">
                <a:alpha val="100000"/>
              </a:srgbClr>
            </a:solidFill>
            <a:ln w="5420" cap="flat">
              <a:solidFill>
                <a:srgbClr val="AEE5C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3" name="pg403"/>
            <p:cNvSpPr/>
            <p:nvPr/>
          </p:nvSpPr>
          <p:spPr>
            <a:xfrm>
              <a:off x="3682613" y="3616229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89DABC">
                <a:alpha val="100000"/>
              </a:srgbClr>
            </a:solidFill>
            <a:ln w="5420" cap="flat">
              <a:solidFill>
                <a:srgbClr val="89DAB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4" name="pg404"/>
            <p:cNvSpPr/>
            <p:nvPr/>
          </p:nvSpPr>
          <p:spPr>
            <a:xfrm>
              <a:off x="3764050" y="3616229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5FCCAC">
                <a:alpha val="100000"/>
              </a:srgbClr>
            </a:solidFill>
            <a:ln w="5420" cap="flat">
              <a:solidFill>
                <a:srgbClr val="5FCC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5" name="pg405"/>
            <p:cNvSpPr/>
            <p:nvPr/>
          </p:nvSpPr>
          <p:spPr>
            <a:xfrm>
              <a:off x="3845487" y="3616229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52B9AB">
                <a:alpha val="100000"/>
              </a:srgbClr>
            </a:solidFill>
            <a:ln w="5420" cap="flat">
              <a:solidFill>
                <a:srgbClr val="52B9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6" name="pg406"/>
            <p:cNvSpPr/>
            <p:nvPr/>
          </p:nvSpPr>
          <p:spPr>
            <a:xfrm>
              <a:off x="3926924" y="3616229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46A9AA">
                <a:alpha val="100000"/>
              </a:srgbClr>
            </a:solidFill>
            <a:ln w="5420" cap="flat">
              <a:solidFill>
                <a:srgbClr val="46A9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7" name="pg407"/>
            <p:cNvSpPr/>
            <p:nvPr/>
          </p:nvSpPr>
          <p:spPr>
            <a:xfrm>
              <a:off x="4008361" y="3616229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A9CA9">
                <a:alpha val="100000"/>
              </a:srgbClr>
            </a:solidFill>
            <a:ln w="5420" cap="flat">
              <a:solidFill>
                <a:srgbClr val="3A9C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8" name="pg408"/>
            <p:cNvSpPr/>
            <p:nvPr/>
          </p:nvSpPr>
          <p:spPr>
            <a:xfrm>
              <a:off x="4089798" y="3616229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593A8">
                <a:alpha val="100000"/>
              </a:srgbClr>
            </a:solidFill>
            <a:ln w="5420" cap="flat">
              <a:solidFill>
                <a:srgbClr val="3593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9" name="pg409"/>
            <p:cNvSpPr/>
            <p:nvPr/>
          </p:nvSpPr>
          <p:spPr>
            <a:xfrm>
              <a:off x="4171236" y="3616229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78DA7">
                <a:alpha val="100000"/>
              </a:srgbClr>
            </a:solidFill>
            <a:ln w="5420" cap="flat">
              <a:solidFill>
                <a:srgbClr val="378D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0" name="pg410"/>
            <p:cNvSpPr/>
            <p:nvPr/>
          </p:nvSpPr>
          <p:spPr>
            <a:xfrm>
              <a:off x="4252673" y="3616229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88AA6">
                <a:alpha val="100000"/>
              </a:srgbClr>
            </a:solidFill>
            <a:ln w="5420" cap="flat">
              <a:solidFill>
                <a:srgbClr val="388AA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1" name="pg411"/>
            <p:cNvSpPr/>
            <p:nvPr/>
          </p:nvSpPr>
          <p:spPr>
            <a:xfrm>
              <a:off x="4334110" y="3616229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888A6">
                <a:alpha val="100000"/>
              </a:srgbClr>
            </a:solidFill>
            <a:ln w="5420" cap="flat">
              <a:solidFill>
                <a:srgbClr val="3888A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2" name="pg412"/>
            <p:cNvSpPr/>
            <p:nvPr/>
          </p:nvSpPr>
          <p:spPr>
            <a:xfrm>
              <a:off x="4415547" y="3616229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889A6">
                <a:alpha val="100000"/>
              </a:srgbClr>
            </a:solidFill>
            <a:ln w="5420" cap="flat">
              <a:solidFill>
                <a:srgbClr val="3889A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3" name="pg413"/>
            <p:cNvSpPr/>
            <p:nvPr/>
          </p:nvSpPr>
          <p:spPr>
            <a:xfrm>
              <a:off x="4496984" y="3616229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88AA6">
                <a:alpha val="100000"/>
              </a:srgbClr>
            </a:solidFill>
            <a:ln w="5420" cap="flat">
              <a:solidFill>
                <a:srgbClr val="388AA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4" name="pg414"/>
            <p:cNvSpPr/>
            <p:nvPr/>
          </p:nvSpPr>
          <p:spPr>
            <a:xfrm>
              <a:off x="3031116" y="3719546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53BBAB">
                <a:alpha val="100000"/>
              </a:srgbClr>
            </a:solidFill>
            <a:ln w="5420" cap="flat">
              <a:solidFill>
                <a:srgbClr val="53BB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5" name="pg415"/>
            <p:cNvSpPr/>
            <p:nvPr/>
          </p:nvSpPr>
          <p:spPr>
            <a:xfrm>
              <a:off x="3112553" y="3719546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58C2AC">
                <a:alpha val="100000"/>
              </a:srgbClr>
            </a:solidFill>
            <a:ln w="5420" cap="flat">
              <a:solidFill>
                <a:srgbClr val="58C2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6" name="pg416"/>
            <p:cNvSpPr/>
            <p:nvPr/>
          </p:nvSpPr>
          <p:spPr>
            <a:xfrm>
              <a:off x="3193990" y="3719546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5FCCAC">
                <a:alpha val="100000"/>
              </a:srgbClr>
            </a:solidFill>
            <a:ln w="5420" cap="flat">
              <a:solidFill>
                <a:srgbClr val="5FCC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7" name="pg417"/>
            <p:cNvSpPr/>
            <p:nvPr/>
          </p:nvSpPr>
          <p:spPr>
            <a:xfrm>
              <a:off x="3275427" y="3719546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7ED6B8">
                <a:alpha val="100000"/>
              </a:srgbClr>
            </a:solidFill>
            <a:ln w="5420" cap="flat">
              <a:solidFill>
                <a:srgbClr val="7ED6B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8" name="pg418"/>
            <p:cNvSpPr/>
            <p:nvPr/>
          </p:nvSpPr>
          <p:spPr>
            <a:xfrm>
              <a:off x="3356864" y="3719546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9FE0C6">
                <a:alpha val="100000"/>
              </a:srgbClr>
            </a:solidFill>
            <a:ln w="5420" cap="flat">
              <a:solidFill>
                <a:srgbClr val="9FE0C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9" name="pg419"/>
            <p:cNvSpPr/>
            <p:nvPr/>
          </p:nvSpPr>
          <p:spPr>
            <a:xfrm>
              <a:off x="3438301" y="3719546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B9E9D2">
                <a:alpha val="100000"/>
              </a:srgbClr>
            </a:solidFill>
            <a:ln w="5420" cap="flat">
              <a:solidFill>
                <a:srgbClr val="B9E9D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0" name="pg420"/>
            <p:cNvSpPr/>
            <p:nvPr/>
          </p:nvSpPr>
          <p:spPr>
            <a:xfrm>
              <a:off x="3519738" y="3719546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BBE9D3">
                <a:alpha val="100000"/>
              </a:srgbClr>
            </a:solidFill>
            <a:ln w="5420" cap="flat">
              <a:solidFill>
                <a:srgbClr val="BBE9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1" name="pg421"/>
            <p:cNvSpPr/>
            <p:nvPr/>
          </p:nvSpPr>
          <p:spPr>
            <a:xfrm>
              <a:off x="3601176" y="3719546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9FE1C6">
                <a:alpha val="100000"/>
              </a:srgbClr>
            </a:solidFill>
            <a:ln w="5420" cap="flat">
              <a:solidFill>
                <a:srgbClr val="9FE1C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2" name="pg422"/>
            <p:cNvSpPr/>
            <p:nvPr/>
          </p:nvSpPr>
          <p:spPr>
            <a:xfrm>
              <a:off x="3682613" y="3719546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75D4B4">
                <a:alpha val="100000"/>
              </a:srgbClr>
            </a:solidFill>
            <a:ln w="5420" cap="flat">
              <a:solidFill>
                <a:srgbClr val="75D4B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3" name="pg423"/>
            <p:cNvSpPr/>
            <p:nvPr/>
          </p:nvSpPr>
          <p:spPr>
            <a:xfrm>
              <a:off x="3764050" y="3719546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58C1AC">
                <a:alpha val="100000"/>
              </a:srgbClr>
            </a:solidFill>
            <a:ln w="5420" cap="flat">
              <a:solidFill>
                <a:srgbClr val="58C1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4" name="pg424"/>
            <p:cNvSpPr/>
            <p:nvPr/>
          </p:nvSpPr>
          <p:spPr>
            <a:xfrm>
              <a:off x="3845487" y="3719546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49ADAB">
                <a:alpha val="100000"/>
              </a:srgbClr>
            </a:solidFill>
            <a:ln w="5420" cap="flat">
              <a:solidFill>
                <a:srgbClr val="49AD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5" name="pg425"/>
            <p:cNvSpPr/>
            <p:nvPr/>
          </p:nvSpPr>
          <p:spPr>
            <a:xfrm>
              <a:off x="3926924" y="3719546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89BA9">
                <a:alpha val="100000"/>
              </a:srgbClr>
            </a:solidFill>
            <a:ln w="5420" cap="flat">
              <a:solidFill>
                <a:srgbClr val="389B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6" name="pg426"/>
            <p:cNvSpPr/>
            <p:nvPr/>
          </p:nvSpPr>
          <p:spPr>
            <a:xfrm>
              <a:off x="4008361" y="3719546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78CA7">
                <a:alpha val="100000"/>
              </a:srgbClr>
            </a:solidFill>
            <a:ln w="5420" cap="flat">
              <a:solidFill>
                <a:srgbClr val="378C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7" name="pg427"/>
            <p:cNvSpPr/>
            <p:nvPr/>
          </p:nvSpPr>
          <p:spPr>
            <a:xfrm>
              <a:off x="4089798" y="3719546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982A5">
                <a:alpha val="100000"/>
              </a:srgbClr>
            </a:solidFill>
            <a:ln w="5420" cap="flat">
              <a:solidFill>
                <a:srgbClr val="3982A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8" name="pg428"/>
            <p:cNvSpPr/>
            <p:nvPr/>
          </p:nvSpPr>
          <p:spPr>
            <a:xfrm>
              <a:off x="4171236" y="3719546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A7EA4">
                <a:alpha val="100000"/>
              </a:srgbClr>
            </a:solidFill>
            <a:ln w="5420" cap="flat">
              <a:solidFill>
                <a:srgbClr val="3A7EA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9" name="pg429"/>
            <p:cNvSpPr/>
            <p:nvPr/>
          </p:nvSpPr>
          <p:spPr>
            <a:xfrm>
              <a:off x="4252673" y="3719546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A7DA3">
                <a:alpha val="100000"/>
              </a:srgbClr>
            </a:solidFill>
            <a:ln w="5420" cap="flat">
              <a:solidFill>
                <a:srgbClr val="3A7DA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0" name="pg430"/>
            <p:cNvSpPr/>
            <p:nvPr/>
          </p:nvSpPr>
          <p:spPr>
            <a:xfrm>
              <a:off x="4334110" y="3719546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A80A4">
                <a:alpha val="100000"/>
              </a:srgbClr>
            </a:solidFill>
            <a:ln w="5420" cap="flat">
              <a:solidFill>
                <a:srgbClr val="3A80A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1" name="pg431"/>
            <p:cNvSpPr/>
            <p:nvPr/>
          </p:nvSpPr>
          <p:spPr>
            <a:xfrm>
              <a:off x="4415547" y="3719546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983A5">
                <a:alpha val="100000"/>
              </a:srgbClr>
            </a:solidFill>
            <a:ln w="5420" cap="flat">
              <a:solidFill>
                <a:srgbClr val="3983A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2" name="pg432"/>
            <p:cNvSpPr/>
            <p:nvPr/>
          </p:nvSpPr>
          <p:spPr>
            <a:xfrm>
              <a:off x="3112553" y="3822862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51B7AB">
                <a:alpha val="100000"/>
              </a:srgbClr>
            </a:solidFill>
            <a:ln w="5420" cap="flat">
              <a:solidFill>
                <a:srgbClr val="51B7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3" name="pg433"/>
            <p:cNvSpPr/>
            <p:nvPr/>
          </p:nvSpPr>
          <p:spPr>
            <a:xfrm>
              <a:off x="3193990" y="3822862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57C0AB">
                <a:alpha val="100000"/>
              </a:srgbClr>
            </a:solidFill>
            <a:ln w="5420" cap="flat">
              <a:solidFill>
                <a:srgbClr val="57C0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4" name="pg434"/>
            <p:cNvSpPr/>
            <p:nvPr/>
          </p:nvSpPr>
          <p:spPr>
            <a:xfrm>
              <a:off x="3275427" y="3822862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5DCAAC">
                <a:alpha val="100000"/>
              </a:srgbClr>
            </a:solidFill>
            <a:ln w="5420" cap="flat">
              <a:solidFill>
                <a:srgbClr val="5DCA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5" name="pg435"/>
            <p:cNvSpPr/>
            <p:nvPr/>
          </p:nvSpPr>
          <p:spPr>
            <a:xfrm>
              <a:off x="3356864" y="3822862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74D3B3">
                <a:alpha val="100000"/>
              </a:srgbClr>
            </a:solidFill>
            <a:ln w="5420" cap="flat">
              <a:solidFill>
                <a:srgbClr val="74D3B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6" name="pg436"/>
            <p:cNvSpPr/>
            <p:nvPr/>
          </p:nvSpPr>
          <p:spPr>
            <a:xfrm>
              <a:off x="3438301" y="3822862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8ADABD">
                <a:alpha val="100000"/>
              </a:srgbClr>
            </a:solidFill>
            <a:ln w="5420" cap="flat">
              <a:solidFill>
                <a:srgbClr val="8ADAB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7" name="pg437"/>
            <p:cNvSpPr/>
            <p:nvPr/>
          </p:nvSpPr>
          <p:spPr>
            <a:xfrm>
              <a:off x="3519738" y="3822862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8ADABD">
                <a:alpha val="100000"/>
              </a:srgbClr>
            </a:solidFill>
            <a:ln w="5420" cap="flat">
              <a:solidFill>
                <a:srgbClr val="8ADAB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8" name="pg438"/>
            <p:cNvSpPr/>
            <p:nvPr/>
          </p:nvSpPr>
          <p:spPr>
            <a:xfrm>
              <a:off x="3601176" y="3822862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6ED2B1">
                <a:alpha val="100000"/>
              </a:srgbClr>
            </a:solidFill>
            <a:ln w="5420" cap="flat">
              <a:solidFill>
                <a:srgbClr val="6ED2B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9" name="pg439"/>
            <p:cNvSpPr/>
            <p:nvPr/>
          </p:nvSpPr>
          <p:spPr>
            <a:xfrm>
              <a:off x="3682613" y="3822862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58C2AC">
                <a:alpha val="100000"/>
              </a:srgbClr>
            </a:solidFill>
            <a:ln w="5420" cap="flat">
              <a:solidFill>
                <a:srgbClr val="58C2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0" name="pg440"/>
            <p:cNvSpPr/>
            <p:nvPr/>
          </p:nvSpPr>
          <p:spPr>
            <a:xfrm>
              <a:off x="3764050" y="3822862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4AAFAB">
                <a:alpha val="100000"/>
              </a:srgbClr>
            </a:solidFill>
            <a:ln w="5420" cap="flat">
              <a:solidFill>
                <a:srgbClr val="4AAF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1" name="pg441"/>
            <p:cNvSpPr/>
            <p:nvPr/>
          </p:nvSpPr>
          <p:spPr>
            <a:xfrm>
              <a:off x="3845487" y="3822862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89BA9">
                <a:alpha val="100000"/>
              </a:srgbClr>
            </a:solidFill>
            <a:ln w="5420" cap="flat">
              <a:solidFill>
                <a:srgbClr val="389B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2" name="pg442"/>
            <p:cNvSpPr/>
            <p:nvPr/>
          </p:nvSpPr>
          <p:spPr>
            <a:xfrm>
              <a:off x="3926924" y="3822862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986A5">
                <a:alpha val="100000"/>
              </a:srgbClr>
            </a:solidFill>
            <a:ln w="5420" cap="flat">
              <a:solidFill>
                <a:srgbClr val="3986A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3" name="pg443"/>
            <p:cNvSpPr/>
            <p:nvPr/>
          </p:nvSpPr>
          <p:spPr>
            <a:xfrm>
              <a:off x="4008361" y="3822862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A76A2">
                <a:alpha val="100000"/>
              </a:srgbClr>
            </a:solidFill>
            <a:ln w="5420" cap="flat">
              <a:solidFill>
                <a:srgbClr val="3A76A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4" name="pg444"/>
            <p:cNvSpPr/>
            <p:nvPr/>
          </p:nvSpPr>
          <p:spPr>
            <a:xfrm>
              <a:off x="4089798" y="3822862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A6EA0">
                <a:alpha val="100000"/>
              </a:srgbClr>
            </a:solidFill>
            <a:ln w="5420" cap="flat">
              <a:solidFill>
                <a:srgbClr val="3A6EA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5" name="pg445"/>
            <p:cNvSpPr/>
            <p:nvPr/>
          </p:nvSpPr>
          <p:spPr>
            <a:xfrm>
              <a:off x="4171236" y="3822862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A6DA0">
                <a:alpha val="100000"/>
              </a:srgbClr>
            </a:solidFill>
            <a:ln w="5420" cap="flat">
              <a:solidFill>
                <a:srgbClr val="3A6DA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6" name="pg446"/>
            <p:cNvSpPr/>
            <p:nvPr/>
          </p:nvSpPr>
          <p:spPr>
            <a:xfrm>
              <a:off x="4252673" y="3822862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B70A0">
                <a:alpha val="100000"/>
              </a:srgbClr>
            </a:solidFill>
            <a:ln w="5420" cap="flat">
              <a:solidFill>
                <a:srgbClr val="3B70A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7" name="pg447"/>
            <p:cNvSpPr/>
            <p:nvPr/>
          </p:nvSpPr>
          <p:spPr>
            <a:xfrm>
              <a:off x="4334110" y="3822862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A79A2">
                <a:alpha val="100000"/>
              </a:srgbClr>
            </a:solidFill>
            <a:ln w="5420" cap="flat">
              <a:solidFill>
                <a:srgbClr val="3A79A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8" name="pg448"/>
            <p:cNvSpPr/>
            <p:nvPr/>
          </p:nvSpPr>
          <p:spPr>
            <a:xfrm>
              <a:off x="3193990" y="3926178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48ACAB">
                <a:alpha val="100000"/>
              </a:srgbClr>
            </a:solidFill>
            <a:ln w="5420" cap="flat">
              <a:solidFill>
                <a:srgbClr val="48AC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9" name="pg449"/>
            <p:cNvSpPr/>
            <p:nvPr/>
          </p:nvSpPr>
          <p:spPr>
            <a:xfrm>
              <a:off x="3275427" y="3926178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4DB2AB">
                <a:alpha val="100000"/>
              </a:srgbClr>
            </a:solidFill>
            <a:ln w="5420" cap="flat">
              <a:solidFill>
                <a:srgbClr val="4DB2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0" name="pg450"/>
            <p:cNvSpPr/>
            <p:nvPr/>
          </p:nvSpPr>
          <p:spPr>
            <a:xfrm>
              <a:off x="3356864" y="3926178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51B8AB">
                <a:alpha val="100000"/>
              </a:srgbClr>
            </a:solidFill>
            <a:ln w="5420" cap="flat">
              <a:solidFill>
                <a:srgbClr val="51B8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1" name="pg451"/>
            <p:cNvSpPr/>
            <p:nvPr/>
          </p:nvSpPr>
          <p:spPr>
            <a:xfrm>
              <a:off x="3438301" y="3926178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55BDAB">
                <a:alpha val="100000"/>
              </a:srgbClr>
            </a:solidFill>
            <a:ln w="5420" cap="flat">
              <a:solidFill>
                <a:srgbClr val="55BD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2" name="pg452"/>
            <p:cNvSpPr/>
            <p:nvPr/>
          </p:nvSpPr>
          <p:spPr>
            <a:xfrm>
              <a:off x="3519738" y="3926178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54BCAB">
                <a:alpha val="100000"/>
              </a:srgbClr>
            </a:solidFill>
            <a:ln w="5420" cap="flat">
              <a:solidFill>
                <a:srgbClr val="54BC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3" name="pg453"/>
            <p:cNvSpPr/>
            <p:nvPr/>
          </p:nvSpPr>
          <p:spPr>
            <a:xfrm>
              <a:off x="3601176" y="3926178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4FB5AB">
                <a:alpha val="100000"/>
              </a:srgbClr>
            </a:solidFill>
            <a:ln w="5420" cap="flat">
              <a:solidFill>
                <a:srgbClr val="4FB5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4" name="pg454"/>
            <p:cNvSpPr/>
            <p:nvPr/>
          </p:nvSpPr>
          <p:spPr>
            <a:xfrm>
              <a:off x="3682613" y="3926178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46AAAA">
                <a:alpha val="100000"/>
              </a:srgbClr>
            </a:solidFill>
            <a:ln w="5420" cap="flat">
              <a:solidFill>
                <a:srgbClr val="46AA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5" name="pg455"/>
            <p:cNvSpPr/>
            <p:nvPr/>
          </p:nvSpPr>
          <p:spPr>
            <a:xfrm>
              <a:off x="3764050" y="3926178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89BA9">
                <a:alpha val="100000"/>
              </a:srgbClr>
            </a:solidFill>
            <a:ln w="5420" cap="flat">
              <a:solidFill>
                <a:srgbClr val="389B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6" name="pg456"/>
            <p:cNvSpPr/>
            <p:nvPr/>
          </p:nvSpPr>
          <p:spPr>
            <a:xfrm>
              <a:off x="3845487" y="3926178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888A6">
                <a:alpha val="100000"/>
              </a:srgbClr>
            </a:solidFill>
            <a:ln w="5420" cap="flat">
              <a:solidFill>
                <a:srgbClr val="3888A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7" name="pg457"/>
            <p:cNvSpPr/>
            <p:nvPr/>
          </p:nvSpPr>
          <p:spPr>
            <a:xfrm>
              <a:off x="3926924" y="3926178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A74A1">
                <a:alpha val="100000"/>
              </a:srgbClr>
            </a:solidFill>
            <a:ln w="5420" cap="flat">
              <a:solidFill>
                <a:srgbClr val="3A74A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8" name="pg458"/>
            <p:cNvSpPr/>
            <p:nvPr/>
          </p:nvSpPr>
          <p:spPr>
            <a:xfrm>
              <a:off x="4008361" y="3926178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A649E">
                <a:alpha val="100000"/>
              </a:srgbClr>
            </a:solidFill>
            <a:ln w="5420" cap="flat">
              <a:solidFill>
                <a:srgbClr val="3A64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9" name="pg459"/>
            <p:cNvSpPr/>
            <p:nvPr/>
          </p:nvSpPr>
          <p:spPr>
            <a:xfrm>
              <a:off x="4089798" y="3926178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95D9C">
                <a:alpha val="100000"/>
              </a:srgbClr>
            </a:solidFill>
            <a:ln w="5420" cap="flat">
              <a:solidFill>
                <a:srgbClr val="395D9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0" name="pg460"/>
            <p:cNvSpPr/>
            <p:nvPr/>
          </p:nvSpPr>
          <p:spPr>
            <a:xfrm>
              <a:off x="4171236" y="3926178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95F9C">
                <a:alpha val="100000"/>
              </a:srgbClr>
            </a:solidFill>
            <a:ln w="5420" cap="flat">
              <a:solidFill>
                <a:srgbClr val="395F9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1" name="pg461"/>
            <p:cNvSpPr/>
            <p:nvPr/>
          </p:nvSpPr>
          <p:spPr>
            <a:xfrm>
              <a:off x="4252673" y="3926178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A659E">
                <a:alpha val="100000"/>
              </a:srgbClr>
            </a:solidFill>
            <a:ln w="5420" cap="flat">
              <a:solidFill>
                <a:srgbClr val="3A65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2" name="pg462"/>
            <p:cNvSpPr/>
            <p:nvPr/>
          </p:nvSpPr>
          <p:spPr>
            <a:xfrm>
              <a:off x="4334110" y="3926178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B72A1">
                <a:alpha val="100000"/>
              </a:srgbClr>
            </a:solidFill>
            <a:ln w="5420" cap="flat">
              <a:solidFill>
                <a:srgbClr val="3B72A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3" name="pg463"/>
            <p:cNvSpPr/>
            <p:nvPr/>
          </p:nvSpPr>
          <p:spPr>
            <a:xfrm>
              <a:off x="2868241" y="4029494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690A8">
                <a:alpha val="100000"/>
              </a:srgbClr>
            </a:solidFill>
            <a:ln w="5420" cap="flat">
              <a:solidFill>
                <a:srgbClr val="3690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4" name="pg464"/>
            <p:cNvSpPr/>
            <p:nvPr/>
          </p:nvSpPr>
          <p:spPr>
            <a:xfrm>
              <a:off x="2949678" y="4029494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690A8">
                <a:alpha val="100000"/>
              </a:srgbClr>
            </a:solidFill>
            <a:ln w="5420" cap="flat">
              <a:solidFill>
                <a:srgbClr val="3690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5" name="pg465"/>
            <p:cNvSpPr/>
            <p:nvPr/>
          </p:nvSpPr>
          <p:spPr>
            <a:xfrm>
              <a:off x="3031116" y="4029494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78FA7">
                <a:alpha val="100000"/>
              </a:srgbClr>
            </a:solidFill>
            <a:ln w="5420" cap="flat">
              <a:solidFill>
                <a:srgbClr val="378F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6" name="pg466"/>
            <p:cNvSpPr/>
            <p:nvPr/>
          </p:nvSpPr>
          <p:spPr>
            <a:xfrm>
              <a:off x="3112553" y="4029494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595A9">
                <a:alpha val="100000"/>
              </a:srgbClr>
            </a:solidFill>
            <a:ln w="5420" cap="flat">
              <a:solidFill>
                <a:srgbClr val="3595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7" name="pg467"/>
            <p:cNvSpPr/>
            <p:nvPr/>
          </p:nvSpPr>
          <p:spPr>
            <a:xfrm>
              <a:off x="3193990" y="4029494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497A9">
                <a:alpha val="100000"/>
              </a:srgbClr>
            </a:solidFill>
            <a:ln w="5420" cap="flat">
              <a:solidFill>
                <a:srgbClr val="3497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8" name="pg468"/>
            <p:cNvSpPr/>
            <p:nvPr/>
          </p:nvSpPr>
          <p:spPr>
            <a:xfrm>
              <a:off x="3275427" y="4029494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598A9">
                <a:alpha val="100000"/>
              </a:srgbClr>
            </a:solidFill>
            <a:ln w="5420" cap="flat">
              <a:solidFill>
                <a:srgbClr val="3598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9" name="pg469"/>
            <p:cNvSpPr/>
            <p:nvPr/>
          </p:nvSpPr>
          <p:spPr>
            <a:xfrm>
              <a:off x="3356864" y="4029494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699A9">
                <a:alpha val="100000"/>
              </a:srgbClr>
            </a:solidFill>
            <a:ln w="5420" cap="flat">
              <a:solidFill>
                <a:srgbClr val="3699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0" name="pg470"/>
            <p:cNvSpPr/>
            <p:nvPr/>
          </p:nvSpPr>
          <p:spPr>
            <a:xfrm>
              <a:off x="3438301" y="4029494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79AA9">
                <a:alpha val="100000"/>
              </a:srgbClr>
            </a:solidFill>
            <a:ln w="5420" cap="flat">
              <a:solidFill>
                <a:srgbClr val="379A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1" name="pg471"/>
            <p:cNvSpPr/>
            <p:nvPr/>
          </p:nvSpPr>
          <p:spPr>
            <a:xfrm>
              <a:off x="3519738" y="4029494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79AA9">
                <a:alpha val="100000"/>
              </a:srgbClr>
            </a:solidFill>
            <a:ln w="5420" cap="flat">
              <a:solidFill>
                <a:srgbClr val="379A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2" name="pg472"/>
            <p:cNvSpPr/>
            <p:nvPr/>
          </p:nvSpPr>
          <p:spPr>
            <a:xfrm>
              <a:off x="3601176" y="4029494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598A9">
                <a:alpha val="100000"/>
              </a:srgbClr>
            </a:solidFill>
            <a:ln w="5420" cap="flat">
              <a:solidFill>
                <a:srgbClr val="3598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3" name="pg473"/>
            <p:cNvSpPr/>
            <p:nvPr/>
          </p:nvSpPr>
          <p:spPr>
            <a:xfrm>
              <a:off x="3682613" y="4029494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692A8">
                <a:alpha val="100000"/>
              </a:srgbClr>
            </a:solidFill>
            <a:ln w="5420" cap="flat">
              <a:solidFill>
                <a:srgbClr val="3692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4" name="pg474"/>
            <p:cNvSpPr/>
            <p:nvPr/>
          </p:nvSpPr>
          <p:spPr>
            <a:xfrm>
              <a:off x="3764050" y="4029494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889A6">
                <a:alpha val="100000"/>
              </a:srgbClr>
            </a:solidFill>
            <a:ln w="5420" cap="flat">
              <a:solidFill>
                <a:srgbClr val="3889A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5" name="pg475"/>
            <p:cNvSpPr/>
            <p:nvPr/>
          </p:nvSpPr>
          <p:spPr>
            <a:xfrm>
              <a:off x="3845487" y="4029494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A7CA3">
                <a:alpha val="100000"/>
              </a:srgbClr>
            </a:solidFill>
            <a:ln w="5420" cap="flat">
              <a:solidFill>
                <a:srgbClr val="3A7CA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6" name="pg476"/>
            <p:cNvSpPr/>
            <p:nvPr/>
          </p:nvSpPr>
          <p:spPr>
            <a:xfrm>
              <a:off x="3926924" y="4029494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A6B9F">
                <a:alpha val="100000"/>
              </a:srgbClr>
            </a:solidFill>
            <a:ln w="5420" cap="flat">
              <a:solidFill>
                <a:srgbClr val="3A6B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7" name="pg477"/>
            <p:cNvSpPr/>
            <p:nvPr/>
          </p:nvSpPr>
          <p:spPr>
            <a:xfrm>
              <a:off x="4008361" y="4029494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95D9C">
                <a:alpha val="100000"/>
              </a:srgbClr>
            </a:solidFill>
            <a:ln w="5420" cap="flat">
              <a:solidFill>
                <a:srgbClr val="395D9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8" name="pg478"/>
            <p:cNvSpPr/>
            <p:nvPr/>
          </p:nvSpPr>
          <p:spPr>
            <a:xfrm>
              <a:off x="4089798" y="4029494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A5895">
                <a:alpha val="100000"/>
              </a:srgbClr>
            </a:solidFill>
            <a:ln w="5420" cap="flat">
              <a:solidFill>
                <a:srgbClr val="3A589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9" name="pg479"/>
            <p:cNvSpPr/>
            <p:nvPr/>
          </p:nvSpPr>
          <p:spPr>
            <a:xfrm>
              <a:off x="4171236" y="4029494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95B99">
                <a:alpha val="100000"/>
              </a:srgbClr>
            </a:solidFill>
            <a:ln w="5420" cap="flat">
              <a:solidFill>
                <a:srgbClr val="395B9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0" name="pg480"/>
            <p:cNvSpPr/>
            <p:nvPr/>
          </p:nvSpPr>
          <p:spPr>
            <a:xfrm>
              <a:off x="4252673" y="4029494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A629D">
                <a:alpha val="100000"/>
              </a:srgbClr>
            </a:solidFill>
            <a:ln w="5420" cap="flat">
              <a:solidFill>
                <a:srgbClr val="3A62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1" name="pg481"/>
            <p:cNvSpPr/>
            <p:nvPr/>
          </p:nvSpPr>
          <p:spPr>
            <a:xfrm>
              <a:off x="2786804" y="4132810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88AA6">
                <a:alpha val="100000"/>
              </a:srgbClr>
            </a:solidFill>
            <a:ln w="5420" cap="flat">
              <a:solidFill>
                <a:srgbClr val="388AA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2" name="pg482"/>
            <p:cNvSpPr/>
            <p:nvPr/>
          </p:nvSpPr>
          <p:spPr>
            <a:xfrm>
              <a:off x="2868241" y="4132810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889A6">
                <a:alpha val="100000"/>
              </a:srgbClr>
            </a:solidFill>
            <a:ln w="5420" cap="flat">
              <a:solidFill>
                <a:srgbClr val="3889A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3" name="pg483"/>
            <p:cNvSpPr/>
            <p:nvPr/>
          </p:nvSpPr>
          <p:spPr>
            <a:xfrm>
              <a:off x="2949678" y="4132810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888A6">
                <a:alpha val="100000"/>
              </a:srgbClr>
            </a:solidFill>
            <a:ln w="5420" cap="flat">
              <a:solidFill>
                <a:srgbClr val="3888A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4" name="pg484"/>
            <p:cNvSpPr/>
            <p:nvPr/>
          </p:nvSpPr>
          <p:spPr>
            <a:xfrm>
              <a:off x="3031116" y="4132810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986A5">
                <a:alpha val="100000"/>
              </a:srgbClr>
            </a:solidFill>
            <a:ln w="5420" cap="flat">
              <a:solidFill>
                <a:srgbClr val="3986A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5" name="pg485"/>
            <p:cNvSpPr/>
            <p:nvPr/>
          </p:nvSpPr>
          <p:spPr>
            <a:xfrm>
              <a:off x="3112553" y="4132810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984A5">
                <a:alpha val="100000"/>
              </a:srgbClr>
            </a:solidFill>
            <a:ln w="5420" cap="flat">
              <a:solidFill>
                <a:srgbClr val="3984A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6" name="pg486"/>
            <p:cNvSpPr/>
            <p:nvPr/>
          </p:nvSpPr>
          <p:spPr>
            <a:xfrm>
              <a:off x="3193990" y="4132810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981A4">
                <a:alpha val="100000"/>
              </a:srgbClr>
            </a:solidFill>
            <a:ln w="5420" cap="flat">
              <a:solidFill>
                <a:srgbClr val="3981A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7" name="pg487"/>
            <p:cNvSpPr/>
            <p:nvPr/>
          </p:nvSpPr>
          <p:spPr>
            <a:xfrm>
              <a:off x="3275427" y="4132810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A7EA4">
                <a:alpha val="100000"/>
              </a:srgbClr>
            </a:solidFill>
            <a:ln w="5420" cap="flat">
              <a:solidFill>
                <a:srgbClr val="3A7EA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8" name="pg488"/>
            <p:cNvSpPr/>
            <p:nvPr/>
          </p:nvSpPr>
          <p:spPr>
            <a:xfrm>
              <a:off x="3356864" y="4132810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A7CA3">
                <a:alpha val="100000"/>
              </a:srgbClr>
            </a:solidFill>
            <a:ln w="5420" cap="flat">
              <a:solidFill>
                <a:srgbClr val="3A7CA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9" name="pg489"/>
            <p:cNvSpPr/>
            <p:nvPr/>
          </p:nvSpPr>
          <p:spPr>
            <a:xfrm>
              <a:off x="3438301" y="4132810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A7AA3">
                <a:alpha val="100000"/>
              </a:srgbClr>
            </a:solidFill>
            <a:ln w="5420" cap="flat">
              <a:solidFill>
                <a:srgbClr val="3A7AA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0" name="pg490"/>
            <p:cNvSpPr/>
            <p:nvPr/>
          </p:nvSpPr>
          <p:spPr>
            <a:xfrm>
              <a:off x="3519738" y="4132810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A7CA3">
                <a:alpha val="100000"/>
              </a:srgbClr>
            </a:solidFill>
            <a:ln w="5420" cap="flat">
              <a:solidFill>
                <a:srgbClr val="3A7CA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1" name="pg491"/>
            <p:cNvSpPr/>
            <p:nvPr/>
          </p:nvSpPr>
          <p:spPr>
            <a:xfrm>
              <a:off x="3601176" y="4132810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A7EA4">
                <a:alpha val="100000"/>
              </a:srgbClr>
            </a:solidFill>
            <a:ln w="5420" cap="flat">
              <a:solidFill>
                <a:srgbClr val="3A7EA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2" name="pg492"/>
            <p:cNvSpPr/>
            <p:nvPr/>
          </p:nvSpPr>
          <p:spPr>
            <a:xfrm>
              <a:off x="3682613" y="4132810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A7FA4">
                <a:alpha val="100000"/>
              </a:srgbClr>
            </a:solidFill>
            <a:ln w="5420" cap="flat">
              <a:solidFill>
                <a:srgbClr val="3A7FA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3" name="pg493"/>
            <p:cNvSpPr/>
            <p:nvPr/>
          </p:nvSpPr>
          <p:spPr>
            <a:xfrm>
              <a:off x="3764050" y="4132810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A7CA3">
                <a:alpha val="100000"/>
              </a:srgbClr>
            </a:solidFill>
            <a:ln w="5420" cap="flat">
              <a:solidFill>
                <a:srgbClr val="3A7CA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4" name="pg494"/>
            <p:cNvSpPr/>
            <p:nvPr/>
          </p:nvSpPr>
          <p:spPr>
            <a:xfrm>
              <a:off x="3845487" y="4132810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A75A2">
                <a:alpha val="100000"/>
              </a:srgbClr>
            </a:solidFill>
            <a:ln w="5420" cap="flat">
              <a:solidFill>
                <a:srgbClr val="3A75A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5" name="pg495"/>
            <p:cNvSpPr/>
            <p:nvPr/>
          </p:nvSpPr>
          <p:spPr>
            <a:xfrm>
              <a:off x="3926924" y="4132810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A6CA0">
                <a:alpha val="100000"/>
              </a:srgbClr>
            </a:solidFill>
            <a:ln w="5420" cap="flat">
              <a:solidFill>
                <a:srgbClr val="3A6CA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6" name="pg496"/>
            <p:cNvSpPr/>
            <p:nvPr/>
          </p:nvSpPr>
          <p:spPr>
            <a:xfrm>
              <a:off x="4008361" y="4132810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A639D">
                <a:alpha val="100000"/>
              </a:srgbClr>
            </a:solidFill>
            <a:ln w="5420" cap="flat">
              <a:solidFill>
                <a:srgbClr val="3A63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7" name="pg497"/>
            <p:cNvSpPr/>
            <p:nvPr/>
          </p:nvSpPr>
          <p:spPr>
            <a:xfrm>
              <a:off x="4089798" y="4132810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95E9C">
                <a:alpha val="100000"/>
              </a:srgbClr>
            </a:solidFill>
            <a:ln w="5420" cap="flat">
              <a:solidFill>
                <a:srgbClr val="395E9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8" name="pg498"/>
            <p:cNvSpPr/>
            <p:nvPr/>
          </p:nvSpPr>
          <p:spPr>
            <a:xfrm>
              <a:off x="4171236" y="4132810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9609D">
                <a:alpha val="100000"/>
              </a:srgbClr>
            </a:solidFill>
            <a:ln w="5420" cap="flat">
              <a:solidFill>
                <a:srgbClr val="3960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9" name="pg499"/>
            <p:cNvSpPr/>
            <p:nvPr/>
          </p:nvSpPr>
          <p:spPr>
            <a:xfrm>
              <a:off x="4252673" y="4132810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A649E">
                <a:alpha val="100000"/>
              </a:srgbClr>
            </a:solidFill>
            <a:ln w="5420" cap="flat">
              <a:solidFill>
                <a:srgbClr val="3A64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0" name="pg500"/>
            <p:cNvSpPr/>
            <p:nvPr/>
          </p:nvSpPr>
          <p:spPr>
            <a:xfrm>
              <a:off x="2786804" y="4236126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A7AA3">
                <a:alpha val="100000"/>
              </a:srgbClr>
            </a:solidFill>
            <a:ln w="5420" cap="flat">
              <a:solidFill>
                <a:srgbClr val="3A7AA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1" name="pg501"/>
            <p:cNvSpPr/>
            <p:nvPr/>
          </p:nvSpPr>
          <p:spPr>
            <a:xfrm>
              <a:off x="2868241" y="4236126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A77A2">
                <a:alpha val="100000"/>
              </a:srgbClr>
            </a:solidFill>
            <a:ln w="5420" cap="flat">
              <a:solidFill>
                <a:srgbClr val="3A77A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2" name="pg502"/>
            <p:cNvSpPr/>
            <p:nvPr/>
          </p:nvSpPr>
          <p:spPr>
            <a:xfrm>
              <a:off x="2949678" y="4236126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B73A1">
                <a:alpha val="100000"/>
              </a:srgbClr>
            </a:solidFill>
            <a:ln w="5420" cap="flat">
              <a:solidFill>
                <a:srgbClr val="3B73A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3" name="pg503"/>
            <p:cNvSpPr/>
            <p:nvPr/>
          </p:nvSpPr>
          <p:spPr>
            <a:xfrm>
              <a:off x="3031116" y="4236126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A6EA0">
                <a:alpha val="100000"/>
              </a:srgbClr>
            </a:solidFill>
            <a:ln w="5420" cap="flat">
              <a:solidFill>
                <a:srgbClr val="3A6EA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4" name="pg504"/>
            <p:cNvSpPr/>
            <p:nvPr/>
          </p:nvSpPr>
          <p:spPr>
            <a:xfrm>
              <a:off x="3112553" y="4236126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A699F">
                <a:alpha val="100000"/>
              </a:srgbClr>
            </a:solidFill>
            <a:ln w="5420" cap="flat">
              <a:solidFill>
                <a:srgbClr val="3A69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5" name="pg505"/>
            <p:cNvSpPr/>
            <p:nvPr/>
          </p:nvSpPr>
          <p:spPr>
            <a:xfrm>
              <a:off x="3193990" y="4236126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A649E">
                <a:alpha val="100000"/>
              </a:srgbClr>
            </a:solidFill>
            <a:ln w="5420" cap="flat">
              <a:solidFill>
                <a:srgbClr val="3A64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6" name="pg506"/>
            <p:cNvSpPr/>
            <p:nvPr/>
          </p:nvSpPr>
          <p:spPr>
            <a:xfrm>
              <a:off x="3275427" y="4236126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9609D">
                <a:alpha val="100000"/>
              </a:srgbClr>
            </a:solidFill>
            <a:ln w="5420" cap="flat">
              <a:solidFill>
                <a:srgbClr val="3960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7" name="pg507"/>
            <p:cNvSpPr/>
            <p:nvPr/>
          </p:nvSpPr>
          <p:spPr>
            <a:xfrm>
              <a:off x="3356864" y="4236126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9609D">
                <a:alpha val="100000"/>
              </a:srgbClr>
            </a:solidFill>
            <a:ln w="5420" cap="flat">
              <a:solidFill>
                <a:srgbClr val="3960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8" name="pg508"/>
            <p:cNvSpPr/>
            <p:nvPr/>
          </p:nvSpPr>
          <p:spPr>
            <a:xfrm>
              <a:off x="3438301" y="4236126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A629D">
                <a:alpha val="100000"/>
              </a:srgbClr>
            </a:solidFill>
            <a:ln w="5420" cap="flat">
              <a:solidFill>
                <a:srgbClr val="3A62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9" name="pg509"/>
            <p:cNvSpPr/>
            <p:nvPr/>
          </p:nvSpPr>
          <p:spPr>
            <a:xfrm>
              <a:off x="3519738" y="4236126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A639D">
                <a:alpha val="100000"/>
              </a:srgbClr>
            </a:solidFill>
            <a:ln w="5420" cap="flat">
              <a:solidFill>
                <a:srgbClr val="3A63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0" name="pg510"/>
            <p:cNvSpPr/>
            <p:nvPr/>
          </p:nvSpPr>
          <p:spPr>
            <a:xfrm>
              <a:off x="3601176" y="4236126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A649E">
                <a:alpha val="100000"/>
              </a:srgbClr>
            </a:solidFill>
            <a:ln w="5420" cap="flat">
              <a:solidFill>
                <a:srgbClr val="3A64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1" name="pg511"/>
            <p:cNvSpPr/>
            <p:nvPr/>
          </p:nvSpPr>
          <p:spPr>
            <a:xfrm>
              <a:off x="3682613" y="4236126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A679E">
                <a:alpha val="100000"/>
              </a:srgbClr>
            </a:solidFill>
            <a:ln w="5420" cap="flat">
              <a:solidFill>
                <a:srgbClr val="3A67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2" name="pg512"/>
            <p:cNvSpPr/>
            <p:nvPr/>
          </p:nvSpPr>
          <p:spPr>
            <a:xfrm>
              <a:off x="3764050" y="4236126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A6B9F">
                <a:alpha val="100000"/>
              </a:srgbClr>
            </a:solidFill>
            <a:ln w="5420" cap="flat">
              <a:solidFill>
                <a:srgbClr val="3A6B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3" name="pg513"/>
            <p:cNvSpPr/>
            <p:nvPr/>
          </p:nvSpPr>
          <p:spPr>
            <a:xfrm>
              <a:off x="3845487" y="4236126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A6DA0">
                <a:alpha val="100000"/>
              </a:srgbClr>
            </a:solidFill>
            <a:ln w="5420" cap="flat">
              <a:solidFill>
                <a:srgbClr val="3A6DA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4" name="pg514"/>
            <p:cNvSpPr/>
            <p:nvPr/>
          </p:nvSpPr>
          <p:spPr>
            <a:xfrm>
              <a:off x="3926924" y="4236126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A6DA0">
                <a:alpha val="100000"/>
              </a:srgbClr>
            </a:solidFill>
            <a:ln w="5420" cap="flat">
              <a:solidFill>
                <a:srgbClr val="3A6DA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5" name="pg515"/>
            <p:cNvSpPr/>
            <p:nvPr/>
          </p:nvSpPr>
          <p:spPr>
            <a:xfrm>
              <a:off x="4008361" y="4236126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A6DA0">
                <a:alpha val="100000"/>
              </a:srgbClr>
            </a:solidFill>
            <a:ln w="5420" cap="flat">
              <a:solidFill>
                <a:srgbClr val="3A6DA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6" name="pg516"/>
            <p:cNvSpPr/>
            <p:nvPr/>
          </p:nvSpPr>
          <p:spPr>
            <a:xfrm>
              <a:off x="4089798" y="4236126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A6CA0">
                <a:alpha val="100000"/>
              </a:srgbClr>
            </a:solidFill>
            <a:ln w="5420" cap="flat">
              <a:solidFill>
                <a:srgbClr val="3A6CA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7" name="pg517"/>
            <p:cNvSpPr/>
            <p:nvPr/>
          </p:nvSpPr>
          <p:spPr>
            <a:xfrm>
              <a:off x="4171236" y="4236126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A6C9F">
                <a:alpha val="100000"/>
              </a:srgbClr>
            </a:solidFill>
            <a:ln w="5420" cap="flat">
              <a:solidFill>
                <a:srgbClr val="3A6C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8" name="pg518"/>
            <p:cNvSpPr/>
            <p:nvPr/>
          </p:nvSpPr>
          <p:spPr>
            <a:xfrm>
              <a:off x="2786804" y="4339442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A74A1">
                <a:alpha val="100000"/>
              </a:srgbClr>
            </a:solidFill>
            <a:ln w="5420" cap="flat">
              <a:solidFill>
                <a:srgbClr val="3A74A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9" name="pg519"/>
            <p:cNvSpPr/>
            <p:nvPr/>
          </p:nvSpPr>
          <p:spPr>
            <a:xfrm>
              <a:off x="2868241" y="4339442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B70A0">
                <a:alpha val="100000"/>
              </a:srgbClr>
            </a:solidFill>
            <a:ln w="5420" cap="flat">
              <a:solidFill>
                <a:srgbClr val="3B70A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0" name="pg520"/>
            <p:cNvSpPr/>
            <p:nvPr/>
          </p:nvSpPr>
          <p:spPr>
            <a:xfrm>
              <a:off x="2949678" y="4339442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A6B9F">
                <a:alpha val="100000"/>
              </a:srgbClr>
            </a:solidFill>
            <a:ln w="5420" cap="flat">
              <a:solidFill>
                <a:srgbClr val="3A6B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1" name="pg521"/>
            <p:cNvSpPr/>
            <p:nvPr/>
          </p:nvSpPr>
          <p:spPr>
            <a:xfrm>
              <a:off x="3031116" y="4339442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A659E">
                <a:alpha val="100000"/>
              </a:srgbClr>
            </a:solidFill>
            <a:ln w="5420" cap="flat">
              <a:solidFill>
                <a:srgbClr val="3A65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2" name="pg522"/>
            <p:cNvSpPr/>
            <p:nvPr/>
          </p:nvSpPr>
          <p:spPr>
            <a:xfrm>
              <a:off x="3112553" y="4339442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95F9D">
                <a:alpha val="100000"/>
              </a:srgbClr>
            </a:solidFill>
            <a:ln w="5420" cap="flat">
              <a:solidFill>
                <a:srgbClr val="395F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3" name="pg523"/>
            <p:cNvSpPr/>
            <p:nvPr/>
          </p:nvSpPr>
          <p:spPr>
            <a:xfrm>
              <a:off x="3193990" y="4339442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A5997">
                <a:alpha val="100000"/>
              </a:srgbClr>
            </a:solidFill>
            <a:ln w="5420" cap="flat">
              <a:solidFill>
                <a:srgbClr val="3A599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4" name="pg524"/>
            <p:cNvSpPr/>
            <p:nvPr/>
          </p:nvSpPr>
          <p:spPr>
            <a:xfrm>
              <a:off x="3275427" y="4339442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B5590">
                <a:alpha val="100000"/>
              </a:srgbClr>
            </a:solidFill>
            <a:ln w="5420" cap="flat">
              <a:solidFill>
                <a:srgbClr val="3B559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5" name="pg525"/>
            <p:cNvSpPr/>
            <p:nvPr/>
          </p:nvSpPr>
          <p:spPr>
            <a:xfrm>
              <a:off x="3356864" y="4339442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B538E">
                <a:alpha val="100000"/>
              </a:srgbClr>
            </a:solidFill>
            <a:ln w="5420" cap="flat">
              <a:solidFill>
                <a:srgbClr val="3B538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6" name="pg526"/>
            <p:cNvSpPr/>
            <p:nvPr/>
          </p:nvSpPr>
          <p:spPr>
            <a:xfrm>
              <a:off x="3438301" y="4339442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A5996">
                <a:alpha val="100000"/>
              </a:srgbClr>
            </a:solidFill>
            <a:ln w="5420" cap="flat">
              <a:solidFill>
                <a:srgbClr val="3A599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7" name="pg527"/>
            <p:cNvSpPr/>
            <p:nvPr/>
          </p:nvSpPr>
          <p:spPr>
            <a:xfrm>
              <a:off x="3519738" y="4339442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95D9C">
                <a:alpha val="100000"/>
              </a:srgbClr>
            </a:solidFill>
            <a:ln w="5420" cap="flat">
              <a:solidFill>
                <a:srgbClr val="395D9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8" name="pg528"/>
            <p:cNvSpPr/>
            <p:nvPr/>
          </p:nvSpPr>
          <p:spPr>
            <a:xfrm>
              <a:off x="3601176" y="4339442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95D9C">
                <a:alpha val="100000"/>
              </a:srgbClr>
            </a:solidFill>
            <a:ln w="5420" cap="flat">
              <a:solidFill>
                <a:srgbClr val="395D9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9" name="pg529"/>
            <p:cNvSpPr/>
            <p:nvPr/>
          </p:nvSpPr>
          <p:spPr>
            <a:xfrm>
              <a:off x="3682613" y="4339442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A619D">
                <a:alpha val="100000"/>
              </a:srgbClr>
            </a:solidFill>
            <a:ln w="5420" cap="flat">
              <a:solidFill>
                <a:srgbClr val="3A61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0" name="pg530"/>
            <p:cNvSpPr/>
            <p:nvPr/>
          </p:nvSpPr>
          <p:spPr>
            <a:xfrm>
              <a:off x="3764050" y="4339442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A659E">
                <a:alpha val="100000"/>
              </a:srgbClr>
            </a:solidFill>
            <a:ln w="5420" cap="flat">
              <a:solidFill>
                <a:srgbClr val="3A65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1" name="pg531"/>
            <p:cNvSpPr/>
            <p:nvPr/>
          </p:nvSpPr>
          <p:spPr>
            <a:xfrm>
              <a:off x="3845487" y="4339442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A699F">
                <a:alpha val="100000"/>
              </a:srgbClr>
            </a:solidFill>
            <a:ln w="5420" cap="flat">
              <a:solidFill>
                <a:srgbClr val="3A69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2" name="pg532"/>
            <p:cNvSpPr/>
            <p:nvPr/>
          </p:nvSpPr>
          <p:spPr>
            <a:xfrm>
              <a:off x="3926924" y="4339442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A6B9F">
                <a:alpha val="100000"/>
              </a:srgbClr>
            </a:solidFill>
            <a:ln w="5420" cap="flat">
              <a:solidFill>
                <a:srgbClr val="3A6B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3" name="pg533"/>
            <p:cNvSpPr/>
            <p:nvPr/>
          </p:nvSpPr>
          <p:spPr>
            <a:xfrm>
              <a:off x="4008361" y="4339442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A6CA0">
                <a:alpha val="100000"/>
              </a:srgbClr>
            </a:solidFill>
            <a:ln w="5420" cap="flat">
              <a:solidFill>
                <a:srgbClr val="3A6CA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4" name="pg534"/>
            <p:cNvSpPr/>
            <p:nvPr/>
          </p:nvSpPr>
          <p:spPr>
            <a:xfrm>
              <a:off x="4089798" y="4339442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A6DA0">
                <a:alpha val="100000"/>
              </a:srgbClr>
            </a:solidFill>
            <a:ln w="5420" cap="flat">
              <a:solidFill>
                <a:srgbClr val="3A6DA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5" name="pg535"/>
            <p:cNvSpPr/>
            <p:nvPr/>
          </p:nvSpPr>
          <p:spPr>
            <a:xfrm>
              <a:off x="2868241" y="4442758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A6B9F">
                <a:alpha val="100000"/>
              </a:srgbClr>
            </a:solidFill>
            <a:ln w="5420" cap="flat">
              <a:solidFill>
                <a:srgbClr val="3A6B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6" name="pg536"/>
            <p:cNvSpPr/>
            <p:nvPr/>
          </p:nvSpPr>
          <p:spPr>
            <a:xfrm>
              <a:off x="2949678" y="4442758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A659E">
                <a:alpha val="100000"/>
              </a:srgbClr>
            </a:solidFill>
            <a:ln w="5420" cap="flat">
              <a:solidFill>
                <a:srgbClr val="3A65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7" name="pg537"/>
            <p:cNvSpPr/>
            <p:nvPr/>
          </p:nvSpPr>
          <p:spPr>
            <a:xfrm>
              <a:off x="3031116" y="4442758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95F9D">
                <a:alpha val="100000"/>
              </a:srgbClr>
            </a:solidFill>
            <a:ln w="5420" cap="flat">
              <a:solidFill>
                <a:srgbClr val="395F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8" name="pg538"/>
            <p:cNvSpPr/>
            <p:nvPr/>
          </p:nvSpPr>
          <p:spPr>
            <a:xfrm>
              <a:off x="3112553" y="4442758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A5896">
                <a:alpha val="100000"/>
              </a:srgbClr>
            </a:solidFill>
            <a:ln w="5420" cap="flat">
              <a:solidFill>
                <a:srgbClr val="3A589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9" name="pg539"/>
            <p:cNvSpPr/>
            <p:nvPr/>
          </p:nvSpPr>
          <p:spPr>
            <a:xfrm>
              <a:off x="3193990" y="4442758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B518A">
                <a:alpha val="100000"/>
              </a:srgbClr>
            </a:solidFill>
            <a:ln w="5420" cap="flat">
              <a:solidFill>
                <a:srgbClr val="3B518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0" name="pg540"/>
            <p:cNvSpPr/>
            <p:nvPr/>
          </p:nvSpPr>
          <p:spPr>
            <a:xfrm>
              <a:off x="3275427" y="4442758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C477D">
                <a:alpha val="100000"/>
              </a:srgbClr>
            </a:solidFill>
            <a:ln w="5420" cap="flat">
              <a:solidFill>
                <a:srgbClr val="3C477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1" name="pg541"/>
            <p:cNvSpPr/>
            <p:nvPr/>
          </p:nvSpPr>
          <p:spPr>
            <a:xfrm>
              <a:off x="3356864" y="4442758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B3969">
                <a:alpha val="100000"/>
              </a:srgbClr>
            </a:solidFill>
            <a:ln w="5420" cap="flat">
              <a:solidFill>
                <a:srgbClr val="3B396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2" name="pg542"/>
            <p:cNvSpPr/>
            <p:nvPr/>
          </p:nvSpPr>
          <p:spPr>
            <a:xfrm>
              <a:off x="3438301" y="4442758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92E5A">
                <a:alpha val="100000"/>
              </a:srgbClr>
            </a:solidFill>
            <a:ln w="5420" cap="flat">
              <a:solidFill>
                <a:srgbClr val="392E5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3" name="pg543"/>
            <p:cNvSpPr/>
            <p:nvPr/>
          </p:nvSpPr>
          <p:spPr>
            <a:xfrm>
              <a:off x="3519738" y="4442758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B4E86">
                <a:alpha val="100000"/>
              </a:srgbClr>
            </a:solidFill>
            <a:ln w="5420" cap="flat">
              <a:solidFill>
                <a:srgbClr val="3B4E8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4" name="pg544"/>
            <p:cNvSpPr/>
            <p:nvPr/>
          </p:nvSpPr>
          <p:spPr>
            <a:xfrm>
              <a:off x="3601176" y="4442758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B5691">
                <a:alpha val="100000"/>
              </a:srgbClr>
            </a:solidFill>
            <a:ln w="5420" cap="flat">
              <a:solidFill>
                <a:srgbClr val="3B569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5" name="pg545"/>
            <p:cNvSpPr/>
            <p:nvPr/>
          </p:nvSpPr>
          <p:spPr>
            <a:xfrm>
              <a:off x="3682613" y="4442758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95B99">
                <a:alpha val="100000"/>
              </a:srgbClr>
            </a:solidFill>
            <a:ln w="5420" cap="flat">
              <a:solidFill>
                <a:srgbClr val="395B9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6" name="pg546"/>
            <p:cNvSpPr/>
            <p:nvPr/>
          </p:nvSpPr>
          <p:spPr>
            <a:xfrm>
              <a:off x="3764050" y="4442758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9609D">
                <a:alpha val="100000"/>
              </a:srgbClr>
            </a:solidFill>
            <a:ln w="5420" cap="flat">
              <a:solidFill>
                <a:srgbClr val="3960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7" name="pg547"/>
            <p:cNvSpPr/>
            <p:nvPr/>
          </p:nvSpPr>
          <p:spPr>
            <a:xfrm>
              <a:off x="3845487" y="4442758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A659E">
                <a:alpha val="100000"/>
              </a:srgbClr>
            </a:solidFill>
            <a:ln w="5420" cap="flat">
              <a:solidFill>
                <a:srgbClr val="3A65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8" name="pg548"/>
            <p:cNvSpPr/>
            <p:nvPr/>
          </p:nvSpPr>
          <p:spPr>
            <a:xfrm>
              <a:off x="3926924" y="4442758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A689F">
                <a:alpha val="100000"/>
              </a:srgbClr>
            </a:solidFill>
            <a:ln w="5420" cap="flat">
              <a:solidFill>
                <a:srgbClr val="3A68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9" name="pg549"/>
            <p:cNvSpPr/>
            <p:nvPr/>
          </p:nvSpPr>
          <p:spPr>
            <a:xfrm>
              <a:off x="4008361" y="4442758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A6B9F">
                <a:alpha val="100000"/>
              </a:srgbClr>
            </a:solidFill>
            <a:ln w="5420" cap="flat">
              <a:solidFill>
                <a:srgbClr val="3A6B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0" name="pg550"/>
            <p:cNvSpPr/>
            <p:nvPr/>
          </p:nvSpPr>
          <p:spPr>
            <a:xfrm>
              <a:off x="3112553" y="4546075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B5591">
                <a:alpha val="100000"/>
              </a:srgbClr>
            </a:solidFill>
            <a:ln w="5420" cap="flat">
              <a:solidFill>
                <a:srgbClr val="3B559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1" name="pg551"/>
            <p:cNvSpPr/>
            <p:nvPr/>
          </p:nvSpPr>
          <p:spPr>
            <a:xfrm>
              <a:off x="3193990" y="4546075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C4D85">
                <a:alpha val="100000"/>
              </a:srgbClr>
            </a:solidFill>
            <a:ln w="5420" cap="flat">
              <a:solidFill>
                <a:srgbClr val="3C4D8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2" name="pg552"/>
            <p:cNvSpPr/>
            <p:nvPr/>
          </p:nvSpPr>
          <p:spPr>
            <a:xfrm>
              <a:off x="3275427" y="4546075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C4276">
                <a:alpha val="100000"/>
              </a:srgbClr>
            </a:solidFill>
            <a:ln w="5420" cap="flat">
              <a:solidFill>
                <a:srgbClr val="3C427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3" name="pg553"/>
            <p:cNvSpPr/>
            <p:nvPr/>
          </p:nvSpPr>
          <p:spPr>
            <a:xfrm>
              <a:off x="3356864" y="4546075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A3563">
                <a:alpha val="100000"/>
              </a:srgbClr>
            </a:solidFill>
            <a:ln w="5420" cap="flat">
              <a:solidFill>
                <a:srgbClr val="3A356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4" name="pg554"/>
            <p:cNvSpPr/>
            <p:nvPr/>
          </p:nvSpPr>
          <p:spPr>
            <a:xfrm>
              <a:off x="3438301" y="4546075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82C57">
                <a:alpha val="100000"/>
              </a:srgbClr>
            </a:solidFill>
            <a:ln w="5420" cap="flat">
              <a:solidFill>
                <a:srgbClr val="382C5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5" name="pg555"/>
            <p:cNvSpPr/>
            <p:nvPr/>
          </p:nvSpPr>
          <p:spPr>
            <a:xfrm>
              <a:off x="3519738" y="4546075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C457A">
                <a:alpha val="100000"/>
              </a:srgbClr>
            </a:solidFill>
            <a:ln w="5420" cap="flat">
              <a:solidFill>
                <a:srgbClr val="3C457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6" name="pg556"/>
            <p:cNvSpPr/>
            <p:nvPr/>
          </p:nvSpPr>
          <p:spPr>
            <a:xfrm>
              <a:off x="3601176" y="4546075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B508A">
                <a:alpha val="100000"/>
              </a:srgbClr>
            </a:solidFill>
            <a:ln w="5420" cap="flat">
              <a:solidFill>
                <a:srgbClr val="3B508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7" name="pg557"/>
            <p:cNvSpPr/>
            <p:nvPr/>
          </p:nvSpPr>
          <p:spPr>
            <a:xfrm>
              <a:off x="3682613" y="4546075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A5894">
                <a:alpha val="100000"/>
              </a:srgbClr>
            </a:solidFill>
            <a:ln w="5420" cap="flat">
              <a:solidFill>
                <a:srgbClr val="3A589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8" name="pg558"/>
            <p:cNvSpPr/>
            <p:nvPr/>
          </p:nvSpPr>
          <p:spPr>
            <a:xfrm>
              <a:off x="3764050" y="4546075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95D9C">
                <a:alpha val="100000"/>
              </a:srgbClr>
            </a:solidFill>
            <a:ln w="5420" cap="flat">
              <a:solidFill>
                <a:srgbClr val="395D9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9" name="pg559"/>
            <p:cNvSpPr/>
            <p:nvPr/>
          </p:nvSpPr>
          <p:spPr>
            <a:xfrm>
              <a:off x="3845487" y="4546075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A629D">
                <a:alpha val="100000"/>
              </a:srgbClr>
            </a:solidFill>
            <a:ln w="5420" cap="flat">
              <a:solidFill>
                <a:srgbClr val="3A62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0" name="pg560"/>
            <p:cNvSpPr/>
            <p:nvPr/>
          </p:nvSpPr>
          <p:spPr>
            <a:xfrm>
              <a:off x="3926924" y="4546075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A669E">
                <a:alpha val="100000"/>
              </a:srgbClr>
            </a:solidFill>
            <a:ln w="5420" cap="flat">
              <a:solidFill>
                <a:srgbClr val="3A66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1" name="pg561"/>
            <p:cNvSpPr/>
            <p:nvPr/>
          </p:nvSpPr>
          <p:spPr>
            <a:xfrm>
              <a:off x="4008361" y="4546075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A699F">
                <a:alpha val="100000"/>
              </a:srgbClr>
            </a:solidFill>
            <a:ln w="5420" cap="flat">
              <a:solidFill>
                <a:srgbClr val="3A69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2" name="pg562"/>
            <p:cNvSpPr/>
            <p:nvPr/>
          </p:nvSpPr>
          <p:spPr>
            <a:xfrm>
              <a:off x="3275427" y="4649391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C467C">
                <a:alpha val="100000"/>
              </a:srgbClr>
            </a:solidFill>
            <a:ln w="5420" cap="flat">
              <a:solidFill>
                <a:srgbClr val="3C467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3" name="pg563"/>
            <p:cNvSpPr/>
            <p:nvPr/>
          </p:nvSpPr>
          <p:spPr>
            <a:xfrm>
              <a:off x="3356864" y="4649391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B4072">
                <a:alpha val="100000"/>
              </a:srgbClr>
            </a:solidFill>
            <a:ln w="5420" cap="flat">
              <a:solidFill>
                <a:srgbClr val="3B407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4" name="pg564"/>
            <p:cNvSpPr/>
            <p:nvPr/>
          </p:nvSpPr>
          <p:spPr>
            <a:xfrm>
              <a:off x="3438301" y="4649391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B3D6E">
                <a:alpha val="100000"/>
              </a:srgbClr>
            </a:solidFill>
            <a:ln w="5420" cap="flat">
              <a:solidFill>
                <a:srgbClr val="3B3D6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5" name="pg565"/>
            <p:cNvSpPr/>
            <p:nvPr/>
          </p:nvSpPr>
          <p:spPr>
            <a:xfrm>
              <a:off x="3519738" y="4649391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C487E">
                <a:alpha val="100000"/>
              </a:srgbClr>
            </a:solidFill>
            <a:ln w="5420" cap="flat">
              <a:solidFill>
                <a:srgbClr val="3C487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6" name="pg566"/>
            <p:cNvSpPr/>
            <p:nvPr/>
          </p:nvSpPr>
          <p:spPr>
            <a:xfrm>
              <a:off x="3601176" y="4649391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B508A">
                <a:alpha val="100000"/>
              </a:srgbClr>
            </a:solidFill>
            <a:ln w="5420" cap="flat">
              <a:solidFill>
                <a:srgbClr val="3B508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7" name="pg567"/>
            <p:cNvSpPr/>
            <p:nvPr/>
          </p:nvSpPr>
          <p:spPr>
            <a:xfrm>
              <a:off x="3682613" y="4649391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A5793">
                <a:alpha val="100000"/>
              </a:srgbClr>
            </a:solidFill>
            <a:ln w="5420" cap="flat">
              <a:solidFill>
                <a:srgbClr val="3A579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8" name="pg568"/>
            <p:cNvSpPr/>
            <p:nvPr/>
          </p:nvSpPr>
          <p:spPr>
            <a:xfrm>
              <a:off x="3764050" y="4649391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95C9B">
                <a:alpha val="100000"/>
              </a:srgbClr>
            </a:solidFill>
            <a:ln w="5420" cap="flat">
              <a:solidFill>
                <a:srgbClr val="395C9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9" name="pg569"/>
            <p:cNvSpPr/>
            <p:nvPr/>
          </p:nvSpPr>
          <p:spPr>
            <a:xfrm>
              <a:off x="3845487" y="4649391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A619D">
                <a:alpha val="100000"/>
              </a:srgbClr>
            </a:solidFill>
            <a:ln w="5420" cap="flat">
              <a:solidFill>
                <a:srgbClr val="3A61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0" name="pg570"/>
            <p:cNvSpPr/>
            <p:nvPr/>
          </p:nvSpPr>
          <p:spPr>
            <a:xfrm>
              <a:off x="3926924" y="4649391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A659E">
                <a:alpha val="100000"/>
              </a:srgbClr>
            </a:solidFill>
            <a:ln w="5420" cap="flat">
              <a:solidFill>
                <a:srgbClr val="3A65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1" name="pg571"/>
            <p:cNvSpPr/>
            <p:nvPr/>
          </p:nvSpPr>
          <p:spPr>
            <a:xfrm>
              <a:off x="4008361" y="4649391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A689F">
                <a:alpha val="100000"/>
              </a:srgbClr>
            </a:solidFill>
            <a:ln w="5420" cap="flat">
              <a:solidFill>
                <a:srgbClr val="3A68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2" name="pg572"/>
            <p:cNvSpPr/>
            <p:nvPr/>
          </p:nvSpPr>
          <p:spPr>
            <a:xfrm>
              <a:off x="3356864" y="4752707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C4980">
                <a:alpha val="100000"/>
              </a:srgbClr>
            </a:solidFill>
            <a:ln w="5420" cap="flat">
              <a:solidFill>
                <a:srgbClr val="3C498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3" name="pg573"/>
            <p:cNvSpPr/>
            <p:nvPr/>
          </p:nvSpPr>
          <p:spPr>
            <a:xfrm>
              <a:off x="3438301" y="4752707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C487F">
                <a:alpha val="100000"/>
              </a:srgbClr>
            </a:solidFill>
            <a:ln w="5420" cap="flat">
              <a:solidFill>
                <a:srgbClr val="3C487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4" name="pg574"/>
            <p:cNvSpPr/>
            <p:nvPr/>
          </p:nvSpPr>
          <p:spPr>
            <a:xfrm>
              <a:off x="3519738" y="4752707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B4E87">
                <a:alpha val="100000"/>
              </a:srgbClr>
            </a:solidFill>
            <a:ln w="5420" cap="flat">
              <a:solidFill>
                <a:srgbClr val="3B4E8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5" name="pg575"/>
            <p:cNvSpPr/>
            <p:nvPr/>
          </p:nvSpPr>
          <p:spPr>
            <a:xfrm>
              <a:off x="3601176" y="4752707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B538E">
                <a:alpha val="100000"/>
              </a:srgbClr>
            </a:solidFill>
            <a:ln w="5420" cap="flat">
              <a:solidFill>
                <a:srgbClr val="3B538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6" name="pg576"/>
            <p:cNvSpPr/>
            <p:nvPr/>
          </p:nvSpPr>
          <p:spPr>
            <a:xfrm>
              <a:off x="3682613" y="4752707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A5895">
                <a:alpha val="100000"/>
              </a:srgbClr>
            </a:solidFill>
            <a:ln w="5420" cap="flat">
              <a:solidFill>
                <a:srgbClr val="3A589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7" name="pg577"/>
            <p:cNvSpPr/>
            <p:nvPr/>
          </p:nvSpPr>
          <p:spPr>
            <a:xfrm>
              <a:off x="3764050" y="4752707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95D9C">
                <a:alpha val="100000"/>
              </a:srgbClr>
            </a:solidFill>
            <a:ln w="5420" cap="flat">
              <a:solidFill>
                <a:srgbClr val="395D9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8" name="pg578"/>
            <p:cNvSpPr/>
            <p:nvPr/>
          </p:nvSpPr>
          <p:spPr>
            <a:xfrm>
              <a:off x="3845487" y="4752707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A619D">
                <a:alpha val="100000"/>
              </a:srgbClr>
            </a:solidFill>
            <a:ln w="5420" cap="flat">
              <a:solidFill>
                <a:srgbClr val="3A61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9" name="pg579"/>
            <p:cNvSpPr/>
            <p:nvPr/>
          </p:nvSpPr>
          <p:spPr>
            <a:xfrm>
              <a:off x="3926924" y="4752707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A659E">
                <a:alpha val="100000"/>
              </a:srgbClr>
            </a:solidFill>
            <a:ln w="5420" cap="flat">
              <a:solidFill>
                <a:srgbClr val="3A65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0" name="pg580"/>
            <p:cNvSpPr/>
            <p:nvPr/>
          </p:nvSpPr>
          <p:spPr>
            <a:xfrm>
              <a:off x="4008361" y="4752707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A689F">
                <a:alpha val="100000"/>
              </a:srgbClr>
            </a:solidFill>
            <a:ln w="5420" cap="flat">
              <a:solidFill>
                <a:srgbClr val="3A68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1" name="pg581"/>
            <p:cNvSpPr/>
            <p:nvPr/>
          </p:nvSpPr>
          <p:spPr>
            <a:xfrm>
              <a:off x="3438301" y="4856023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B508A">
                <a:alpha val="100000"/>
              </a:srgbClr>
            </a:solidFill>
            <a:ln w="5420" cap="flat">
              <a:solidFill>
                <a:srgbClr val="3B508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2" name="pg582"/>
            <p:cNvSpPr/>
            <p:nvPr/>
          </p:nvSpPr>
          <p:spPr>
            <a:xfrm>
              <a:off x="3519738" y="4856023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B548F">
                <a:alpha val="100000"/>
              </a:srgbClr>
            </a:solidFill>
            <a:ln w="5420" cap="flat">
              <a:solidFill>
                <a:srgbClr val="3B548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3" name="pg583"/>
            <p:cNvSpPr/>
            <p:nvPr/>
          </p:nvSpPr>
          <p:spPr>
            <a:xfrm>
              <a:off x="3601176" y="4856023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A5793">
                <a:alpha val="100000"/>
              </a:srgbClr>
            </a:solidFill>
            <a:ln w="5420" cap="flat">
              <a:solidFill>
                <a:srgbClr val="3A579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4" name="pg584"/>
            <p:cNvSpPr/>
            <p:nvPr/>
          </p:nvSpPr>
          <p:spPr>
            <a:xfrm>
              <a:off x="3682613" y="4856023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A5B99">
                <a:alpha val="100000"/>
              </a:srgbClr>
            </a:solidFill>
            <a:ln w="5420" cap="flat">
              <a:solidFill>
                <a:srgbClr val="3A5B9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5" name="pg585"/>
            <p:cNvSpPr/>
            <p:nvPr/>
          </p:nvSpPr>
          <p:spPr>
            <a:xfrm>
              <a:off x="3764050" y="4856023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95E9C">
                <a:alpha val="100000"/>
              </a:srgbClr>
            </a:solidFill>
            <a:ln w="5420" cap="flat">
              <a:solidFill>
                <a:srgbClr val="395E9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6" name="pg586"/>
            <p:cNvSpPr/>
            <p:nvPr/>
          </p:nvSpPr>
          <p:spPr>
            <a:xfrm>
              <a:off x="3845487" y="4856023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A629D">
                <a:alpha val="100000"/>
              </a:srgbClr>
            </a:solidFill>
            <a:ln w="5420" cap="flat">
              <a:solidFill>
                <a:srgbClr val="3A62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7" name="pg587"/>
            <p:cNvSpPr/>
            <p:nvPr/>
          </p:nvSpPr>
          <p:spPr>
            <a:xfrm>
              <a:off x="3926924" y="4856023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A659E">
                <a:alpha val="100000"/>
              </a:srgbClr>
            </a:solidFill>
            <a:ln w="5420" cap="flat">
              <a:solidFill>
                <a:srgbClr val="3A65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8" name="pg588"/>
            <p:cNvSpPr/>
            <p:nvPr/>
          </p:nvSpPr>
          <p:spPr>
            <a:xfrm>
              <a:off x="4008361" y="4856023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A689F">
                <a:alpha val="100000"/>
              </a:srgbClr>
            </a:solidFill>
            <a:ln w="5420" cap="flat">
              <a:solidFill>
                <a:srgbClr val="3A68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9" name="pg589"/>
            <p:cNvSpPr/>
            <p:nvPr/>
          </p:nvSpPr>
          <p:spPr>
            <a:xfrm>
              <a:off x="4089798" y="4856023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A6A9F">
                <a:alpha val="100000"/>
              </a:srgbClr>
            </a:solidFill>
            <a:ln w="5420" cap="flat">
              <a:solidFill>
                <a:srgbClr val="3A6A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0" name="pg590"/>
            <p:cNvSpPr/>
            <p:nvPr/>
          </p:nvSpPr>
          <p:spPr>
            <a:xfrm>
              <a:off x="3682613" y="4959339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95D9C">
                <a:alpha val="100000"/>
              </a:srgbClr>
            </a:solidFill>
            <a:ln w="5420" cap="flat">
              <a:solidFill>
                <a:srgbClr val="395D9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1" name="pg591"/>
            <p:cNvSpPr/>
            <p:nvPr/>
          </p:nvSpPr>
          <p:spPr>
            <a:xfrm>
              <a:off x="3764050" y="4959339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9609D">
                <a:alpha val="100000"/>
              </a:srgbClr>
            </a:solidFill>
            <a:ln w="5420" cap="flat">
              <a:solidFill>
                <a:srgbClr val="3960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2" name="pg592"/>
            <p:cNvSpPr/>
            <p:nvPr/>
          </p:nvSpPr>
          <p:spPr>
            <a:xfrm>
              <a:off x="3845487" y="4959339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A639D">
                <a:alpha val="100000"/>
              </a:srgbClr>
            </a:solidFill>
            <a:ln w="5420" cap="flat">
              <a:solidFill>
                <a:srgbClr val="3A63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3" name="pg593"/>
            <p:cNvSpPr/>
            <p:nvPr/>
          </p:nvSpPr>
          <p:spPr>
            <a:xfrm>
              <a:off x="3926924" y="4959339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A659E">
                <a:alpha val="100000"/>
              </a:srgbClr>
            </a:solidFill>
            <a:ln w="5420" cap="flat">
              <a:solidFill>
                <a:srgbClr val="3A65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4" name="pg594"/>
            <p:cNvSpPr/>
            <p:nvPr/>
          </p:nvSpPr>
          <p:spPr>
            <a:xfrm>
              <a:off x="4008361" y="4959339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A689F">
                <a:alpha val="100000"/>
              </a:srgbClr>
            </a:solidFill>
            <a:ln w="5420" cap="flat">
              <a:solidFill>
                <a:srgbClr val="3A68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5" name="pg595"/>
            <p:cNvSpPr/>
            <p:nvPr/>
          </p:nvSpPr>
          <p:spPr>
            <a:xfrm>
              <a:off x="4089798" y="4959339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A6A9F">
                <a:alpha val="100000"/>
              </a:srgbClr>
            </a:solidFill>
            <a:ln w="5420" cap="flat">
              <a:solidFill>
                <a:srgbClr val="3A6A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6" name="pg596"/>
            <p:cNvSpPr/>
            <p:nvPr/>
          </p:nvSpPr>
          <p:spPr>
            <a:xfrm>
              <a:off x="3275427" y="5062655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95D9C">
                <a:alpha val="100000"/>
              </a:srgbClr>
            </a:solidFill>
            <a:ln w="5420" cap="flat">
              <a:solidFill>
                <a:srgbClr val="395D9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7" name="pg597"/>
            <p:cNvSpPr/>
            <p:nvPr/>
          </p:nvSpPr>
          <p:spPr>
            <a:xfrm>
              <a:off x="3601176" y="5062655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95F9C">
                <a:alpha val="100000"/>
              </a:srgbClr>
            </a:solidFill>
            <a:ln w="5420" cap="flat">
              <a:solidFill>
                <a:srgbClr val="395F9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8" name="pg598"/>
            <p:cNvSpPr/>
            <p:nvPr/>
          </p:nvSpPr>
          <p:spPr>
            <a:xfrm>
              <a:off x="3682613" y="5062655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9609D">
                <a:alpha val="100000"/>
              </a:srgbClr>
            </a:solidFill>
            <a:ln w="5420" cap="flat">
              <a:solidFill>
                <a:srgbClr val="3960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9" name="pg599"/>
            <p:cNvSpPr/>
            <p:nvPr/>
          </p:nvSpPr>
          <p:spPr>
            <a:xfrm>
              <a:off x="3764050" y="5062655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A629D">
                <a:alpha val="100000"/>
              </a:srgbClr>
            </a:solidFill>
            <a:ln w="5420" cap="flat">
              <a:solidFill>
                <a:srgbClr val="3A62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0" name="pg600"/>
            <p:cNvSpPr/>
            <p:nvPr/>
          </p:nvSpPr>
          <p:spPr>
            <a:xfrm>
              <a:off x="3845487" y="5062655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A649E">
                <a:alpha val="100000"/>
              </a:srgbClr>
            </a:solidFill>
            <a:ln w="5420" cap="flat">
              <a:solidFill>
                <a:srgbClr val="3A64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1" name="pg601"/>
            <p:cNvSpPr/>
            <p:nvPr/>
          </p:nvSpPr>
          <p:spPr>
            <a:xfrm>
              <a:off x="3926924" y="5062655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A669E">
                <a:alpha val="100000"/>
              </a:srgbClr>
            </a:solidFill>
            <a:ln w="5420" cap="flat">
              <a:solidFill>
                <a:srgbClr val="3A66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2" name="pg602"/>
            <p:cNvSpPr/>
            <p:nvPr/>
          </p:nvSpPr>
          <p:spPr>
            <a:xfrm>
              <a:off x="4008361" y="5062655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A689F">
                <a:alpha val="100000"/>
              </a:srgbClr>
            </a:solidFill>
            <a:ln w="5420" cap="flat">
              <a:solidFill>
                <a:srgbClr val="3A68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3" name="pg603"/>
            <p:cNvSpPr/>
            <p:nvPr/>
          </p:nvSpPr>
          <p:spPr>
            <a:xfrm>
              <a:off x="4089798" y="5062655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A6A9F">
                <a:alpha val="100000"/>
              </a:srgbClr>
            </a:solidFill>
            <a:ln w="5420" cap="flat">
              <a:solidFill>
                <a:srgbClr val="3A6A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4" name="pg604"/>
            <p:cNvSpPr/>
            <p:nvPr/>
          </p:nvSpPr>
          <p:spPr>
            <a:xfrm>
              <a:off x="3193990" y="5165971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9609D">
                <a:alpha val="100000"/>
              </a:srgbClr>
            </a:solidFill>
            <a:ln w="5420" cap="flat">
              <a:solidFill>
                <a:srgbClr val="3960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5" name="pg605"/>
            <p:cNvSpPr/>
            <p:nvPr/>
          </p:nvSpPr>
          <p:spPr>
            <a:xfrm>
              <a:off x="3275427" y="5165971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95F9C">
                <a:alpha val="100000"/>
              </a:srgbClr>
            </a:solidFill>
            <a:ln w="5420" cap="flat">
              <a:solidFill>
                <a:srgbClr val="395F9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6" name="pg606"/>
            <p:cNvSpPr/>
            <p:nvPr/>
          </p:nvSpPr>
          <p:spPr>
            <a:xfrm>
              <a:off x="3356864" y="5165971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95E9C">
                <a:alpha val="100000"/>
              </a:srgbClr>
            </a:solidFill>
            <a:ln w="5420" cap="flat">
              <a:solidFill>
                <a:srgbClr val="395E9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7" name="pg607"/>
            <p:cNvSpPr/>
            <p:nvPr/>
          </p:nvSpPr>
          <p:spPr>
            <a:xfrm>
              <a:off x="3438301" y="5165971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95F9C">
                <a:alpha val="100000"/>
              </a:srgbClr>
            </a:solidFill>
            <a:ln w="5420" cap="flat">
              <a:solidFill>
                <a:srgbClr val="395F9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8" name="pg608"/>
            <p:cNvSpPr/>
            <p:nvPr/>
          </p:nvSpPr>
          <p:spPr>
            <a:xfrm>
              <a:off x="3519738" y="5165971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9609D">
                <a:alpha val="100000"/>
              </a:srgbClr>
            </a:solidFill>
            <a:ln w="5420" cap="flat">
              <a:solidFill>
                <a:srgbClr val="3960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9" name="pg609"/>
            <p:cNvSpPr/>
            <p:nvPr/>
          </p:nvSpPr>
          <p:spPr>
            <a:xfrm>
              <a:off x="3601176" y="5165971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9619D">
                <a:alpha val="100000"/>
              </a:srgbClr>
            </a:solidFill>
            <a:ln w="5420" cap="flat">
              <a:solidFill>
                <a:srgbClr val="3961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0" name="pg610"/>
            <p:cNvSpPr/>
            <p:nvPr/>
          </p:nvSpPr>
          <p:spPr>
            <a:xfrm>
              <a:off x="3682613" y="5165971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A629D">
                <a:alpha val="100000"/>
              </a:srgbClr>
            </a:solidFill>
            <a:ln w="5420" cap="flat">
              <a:solidFill>
                <a:srgbClr val="3A62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1" name="pg611"/>
            <p:cNvSpPr/>
            <p:nvPr/>
          </p:nvSpPr>
          <p:spPr>
            <a:xfrm>
              <a:off x="3764050" y="5165971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A649E">
                <a:alpha val="100000"/>
              </a:srgbClr>
            </a:solidFill>
            <a:ln w="5420" cap="flat">
              <a:solidFill>
                <a:srgbClr val="3A64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2" name="pg612"/>
            <p:cNvSpPr/>
            <p:nvPr/>
          </p:nvSpPr>
          <p:spPr>
            <a:xfrm>
              <a:off x="3845487" y="5165971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A659E">
                <a:alpha val="100000"/>
              </a:srgbClr>
            </a:solidFill>
            <a:ln w="5420" cap="flat">
              <a:solidFill>
                <a:srgbClr val="3A65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3" name="pg613"/>
            <p:cNvSpPr/>
            <p:nvPr/>
          </p:nvSpPr>
          <p:spPr>
            <a:xfrm>
              <a:off x="3926924" y="5165971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A679E">
                <a:alpha val="100000"/>
              </a:srgbClr>
            </a:solidFill>
            <a:ln w="5420" cap="flat">
              <a:solidFill>
                <a:srgbClr val="3A67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4" name="pg614"/>
            <p:cNvSpPr/>
            <p:nvPr/>
          </p:nvSpPr>
          <p:spPr>
            <a:xfrm>
              <a:off x="4008361" y="5165971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A689F">
                <a:alpha val="100000"/>
              </a:srgbClr>
            </a:solidFill>
            <a:ln w="5420" cap="flat">
              <a:solidFill>
                <a:srgbClr val="3A68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5" name="pg615"/>
            <p:cNvSpPr/>
            <p:nvPr/>
          </p:nvSpPr>
          <p:spPr>
            <a:xfrm>
              <a:off x="4089798" y="5165971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A6A9F">
                <a:alpha val="100000"/>
              </a:srgbClr>
            </a:solidFill>
            <a:ln w="5420" cap="flat">
              <a:solidFill>
                <a:srgbClr val="3A6A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6" name="pg616"/>
            <p:cNvSpPr/>
            <p:nvPr/>
          </p:nvSpPr>
          <p:spPr>
            <a:xfrm>
              <a:off x="3112553" y="5269288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A639D">
                <a:alpha val="100000"/>
              </a:srgbClr>
            </a:solidFill>
            <a:ln w="5420" cap="flat">
              <a:solidFill>
                <a:srgbClr val="3A63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7" name="pg617"/>
            <p:cNvSpPr/>
            <p:nvPr/>
          </p:nvSpPr>
          <p:spPr>
            <a:xfrm>
              <a:off x="3193990" y="5269288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A639D">
                <a:alpha val="100000"/>
              </a:srgbClr>
            </a:solidFill>
            <a:ln w="5420" cap="flat">
              <a:solidFill>
                <a:srgbClr val="3A63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8" name="pg618"/>
            <p:cNvSpPr/>
            <p:nvPr/>
          </p:nvSpPr>
          <p:spPr>
            <a:xfrm>
              <a:off x="3275427" y="5269288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A629D">
                <a:alpha val="100000"/>
              </a:srgbClr>
            </a:solidFill>
            <a:ln w="5420" cap="flat">
              <a:solidFill>
                <a:srgbClr val="3A62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9" name="pg619"/>
            <p:cNvSpPr/>
            <p:nvPr/>
          </p:nvSpPr>
          <p:spPr>
            <a:xfrm>
              <a:off x="3356864" y="5269288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A629D">
                <a:alpha val="100000"/>
              </a:srgbClr>
            </a:solidFill>
            <a:ln w="5420" cap="flat">
              <a:solidFill>
                <a:srgbClr val="3A62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0" name="pg620"/>
            <p:cNvSpPr/>
            <p:nvPr/>
          </p:nvSpPr>
          <p:spPr>
            <a:xfrm>
              <a:off x="3438301" y="5269288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A629D">
                <a:alpha val="100000"/>
              </a:srgbClr>
            </a:solidFill>
            <a:ln w="5420" cap="flat">
              <a:solidFill>
                <a:srgbClr val="3A62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1" name="pg621"/>
            <p:cNvSpPr/>
            <p:nvPr/>
          </p:nvSpPr>
          <p:spPr>
            <a:xfrm>
              <a:off x="3519738" y="5269288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A639D">
                <a:alpha val="100000"/>
              </a:srgbClr>
            </a:solidFill>
            <a:ln w="5420" cap="flat">
              <a:solidFill>
                <a:srgbClr val="3A63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2" name="pg622"/>
            <p:cNvSpPr/>
            <p:nvPr/>
          </p:nvSpPr>
          <p:spPr>
            <a:xfrm>
              <a:off x="3601176" y="5269288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A649E">
                <a:alpha val="100000"/>
              </a:srgbClr>
            </a:solidFill>
            <a:ln w="5420" cap="flat">
              <a:solidFill>
                <a:srgbClr val="3A64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3" name="pg623"/>
            <p:cNvSpPr/>
            <p:nvPr/>
          </p:nvSpPr>
          <p:spPr>
            <a:xfrm>
              <a:off x="3682613" y="5269288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A659E">
                <a:alpha val="100000"/>
              </a:srgbClr>
            </a:solidFill>
            <a:ln w="5420" cap="flat">
              <a:solidFill>
                <a:srgbClr val="3A65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4" name="pg624"/>
            <p:cNvSpPr/>
            <p:nvPr/>
          </p:nvSpPr>
          <p:spPr>
            <a:xfrm>
              <a:off x="3764050" y="5269288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A669E">
                <a:alpha val="100000"/>
              </a:srgbClr>
            </a:solidFill>
            <a:ln w="5420" cap="flat">
              <a:solidFill>
                <a:srgbClr val="3A66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5" name="pg625"/>
            <p:cNvSpPr/>
            <p:nvPr/>
          </p:nvSpPr>
          <p:spPr>
            <a:xfrm>
              <a:off x="3845487" y="5269288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A679E">
                <a:alpha val="100000"/>
              </a:srgbClr>
            </a:solidFill>
            <a:ln w="5420" cap="flat">
              <a:solidFill>
                <a:srgbClr val="3A67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6" name="pg626"/>
            <p:cNvSpPr/>
            <p:nvPr/>
          </p:nvSpPr>
          <p:spPr>
            <a:xfrm>
              <a:off x="3926924" y="5269288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A689F">
                <a:alpha val="100000"/>
              </a:srgbClr>
            </a:solidFill>
            <a:ln w="5420" cap="flat">
              <a:solidFill>
                <a:srgbClr val="3A68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7" name="pg627"/>
            <p:cNvSpPr/>
            <p:nvPr/>
          </p:nvSpPr>
          <p:spPr>
            <a:xfrm>
              <a:off x="4008361" y="5269288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A699F">
                <a:alpha val="100000"/>
              </a:srgbClr>
            </a:solidFill>
            <a:ln w="5420" cap="flat">
              <a:solidFill>
                <a:srgbClr val="3A69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8" name="pg628"/>
            <p:cNvSpPr/>
            <p:nvPr/>
          </p:nvSpPr>
          <p:spPr>
            <a:xfrm>
              <a:off x="4089798" y="5269288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A6A9F">
                <a:alpha val="100000"/>
              </a:srgbClr>
            </a:solidFill>
            <a:ln w="5420" cap="flat">
              <a:solidFill>
                <a:srgbClr val="3A6A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9" name="pg629"/>
            <p:cNvSpPr/>
            <p:nvPr/>
          </p:nvSpPr>
          <p:spPr>
            <a:xfrm>
              <a:off x="4171236" y="5269288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A6B9F">
                <a:alpha val="100000"/>
              </a:srgbClr>
            </a:solidFill>
            <a:ln w="5420" cap="flat">
              <a:solidFill>
                <a:srgbClr val="3A6B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0" name="pg630"/>
            <p:cNvSpPr/>
            <p:nvPr/>
          </p:nvSpPr>
          <p:spPr>
            <a:xfrm>
              <a:off x="3112553" y="5372604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A639E">
                <a:alpha val="100000"/>
              </a:srgbClr>
            </a:solidFill>
            <a:ln w="5420" cap="flat">
              <a:solidFill>
                <a:srgbClr val="3A63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1" name="pg631"/>
            <p:cNvSpPr/>
            <p:nvPr/>
          </p:nvSpPr>
          <p:spPr>
            <a:xfrm>
              <a:off x="3193990" y="5372604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A639E">
                <a:alpha val="100000"/>
              </a:srgbClr>
            </a:solidFill>
            <a:ln w="5420" cap="flat">
              <a:solidFill>
                <a:srgbClr val="3A63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2" name="pg632"/>
            <p:cNvSpPr/>
            <p:nvPr/>
          </p:nvSpPr>
          <p:spPr>
            <a:xfrm>
              <a:off x="3275427" y="5372604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A639D">
                <a:alpha val="100000"/>
              </a:srgbClr>
            </a:solidFill>
            <a:ln w="5420" cap="flat">
              <a:solidFill>
                <a:srgbClr val="3A63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3" name="pg633"/>
            <p:cNvSpPr/>
            <p:nvPr/>
          </p:nvSpPr>
          <p:spPr>
            <a:xfrm>
              <a:off x="3356864" y="5372604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A639D">
                <a:alpha val="100000"/>
              </a:srgbClr>
            </a:solidFill>
            <a:ln w="5420" cap="flat">
              <a:solidFill>
                <a:srgbClr val="3A63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4" name="pg634"/>
            <p:cNvSpPr/>
            <p:nvPr/>
          </p:nvSpPr>
          <p:spPr>
            <a:xfrm>
              <a:off x="3438301" y="5372604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A639E">
                <a:alpha val="100000"/>
              </a:srgbClr>
            </a:solidFill>
            <a:ln w="5420" cap="flat">
              <a:solidFill>
                <a:srgbClr val="3A63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5" name="pg635"/>
            <p:cNvSpPr/>
            <p:nvPr/>
          </p:nvSpPr>
          <p:spPr>
            <a:xfrm>
              <a:off x="3519738" y="5372604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A649E">
                <a:alpha val="100000"/>
              </a:srgbClr>
            </a:solidFill>
            <a:ln w="5420" cap="flat">
              <a:solidFill>
                <a:srgbClr val="3A64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6" name="pg636"/>
            <p:cNvSpPr/>
            <p:nvPr/>
          </p:nvSpPr>
          <p:spPr>
            <a:xfrm>
              <a:off x="3601176" y="5372604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A659E">
                <a:alpha val="100000"/>
              </a:srgbClr>
            </a:solidFill>
            <a:ln w="5420" cap="flat">
              <a:solidFill>
                <a:srgbClr val="3A65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7" name="pg637"/>
            <p:cNvSpPr/>
            <p:nvPr/>
          </p:nvSpPr>
          <p:spPr>
            <a:xfrm>
              <a:off x="3682613" y="5372604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A659E">
                <a:alpha val="100000"/>
              </a:srgbClr>
            </a:solidFill>
            <a:ln w="5420" cap="flat">
              <a:solidFill>
                <a:srgbClr val="3A65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8" name="pg638"/>
            <p:cNvSpPr/>
            <p:nvPr/>
          </p:nvSpPr>
          <p:spPr>
            <a:xfrm>
              <a:off x="3764050" y="5372604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A669E">
                <a:alpha val="100000"/>
              </a:srgbClr>
            </a:solidFill>
            <a:ln w="5420" cap="flat">
              <a:solidFill>
                <a:srgbClr val="3A66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9" name="pg639"/>
            <p:cNvSpPr/>
            <p:nvPr/>
          </p:nvSpPr>
          <p:spPr>
            <a:xfrm>
              <a:off x="3845487" y="5372604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A679E">
                <a:alpha val="100000"/>
              </a:srgbClr>
            </a:solidFill>
            <a:ln w="5420" cap="flat">
              <a:solidFill>
                <a:srgbClr val="3A67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0" name="pg640"/>
            <p:cNvSpPr/>
            <p:nvPr/>
          </p:nvSpPr>
          <p:spPr>
            <a:xfrm>
              <a:off x="3926924" y="5372604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A689F">
                <a:alpha val="100000"/>
              </a:srgbClr>
            </a:solidFill>
            <a:ln w="5420" cap="flat">
              <a:solidFill>
                <a:srgbClr val="3A68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1" name="pg641"/>
            <p:cNvSpPr/>
            <p:nvPr/>
          </p:nvSpPr>
          <p:spPr>
            <a:xfrm>
              <a:off x="4008361" y="5372604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A699F">
                <a:alpha val="100000"/>
              </a:srgbClr>
            </a:solidFill>
            <a:ln w="5420" cap="flat">
              <a:solidFill>
                <a:srgbClr val="3A69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2" name="pg642"/>
            <p:cNvSpPr/>
            <p:nvPr/>
          </p:nvSpPr>
          <p:spPr>
            <a:xfrm>
              <a:off x="4089798" y="5372604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A6A9F">
                <a:alpha val="100000"/>
              </a:srgbClr>
            </a:solidFill>
            <a:ln w="5420" cap="flat">
              <a:solidFill>
                <a:srgbClr val="3A6A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3" name="pg643"/>
            <p:cNvSpPr/>
            <p:nvPr/>
          </p:nvSpPr>
          <p:spPr>
            <a:xfrm>
              <a:off x="4171236" y="5372604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A6B9F">
                <a:alpha val="100000"/>
              </a:srgbClr>
            </a:solidFill>
            <a:ln w="5420" cap="flat">
              <a:solidFill>
                <a:srgbClr val="3A6B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4" name="pg644"/>
            <p:cNvSpPr/>
            <p:nvPr/>
          </p:nvSpPr>
          <p:spPr>
            <a:xfrm>
              <a:off x="4252673" y="5372604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A6C9F">
                <a:alpha val="100000"/>
              </a:srgbClr>
            </a:solidFill>
            <a:ln w="5420" cap="flat">
              <a:solidFill>
                <a:srgbClr val="3A6C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5" name="pg645"/>
            <p:cNvSpPr/>
            <p:nvPr/>
          </p:nvSpPr>
          <p:spPr>
            <a:xfrm>
              <a:off x="3112553" y="5475920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A639D">
                <a:alpha val="100000"/>
              </a:srgbClr>
            </a:solidFill>
            <a:ln w="5420" cap="flat">
              <a:solidFill>
                <a:srgbClr val="3A63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6" name="pg646"/>
            <p:cNvSpPr/>
            <p:nvPr/>
          </p:nvSpPr>
          <p:spPr>
            <a:xfrm>
              <a:off x="3193990" y="5475920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A639D">
                <a:alpha val="100000"/>
              </a:srgbClr>
            </a:solidFill>
            <a:ln w="5420" cap="flat">
              <a:solidFill>
                <a:srgbClr val="3A63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7" name="pg647"/>
            <p:cNvSpPr/>
            <p:nvPr/>
          </p:nvSpPr>
          <p:spPr>
            <a:xfrm>
              <a:off x="3275427" y="5475920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A639E">
                <a:alpha val="100000"/>
              </a:srgbClr>
            </a:solidFill>
            <a:ln w="5420" cap="flat">
              <a:solidFill>
                <a:srgbClr val="3A63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8" name="pg648"/>
            <p:cNvSpPr/>
            <p:nvPr/>
          </p:nvSpPr>
          <p:spPr>
            <a:xfrm>
              <a:off x="3356864" y="5475920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A639E">
                <a:alpha val="100000"/>
              </a:srgbClr>
            </a:solidFill>
            <a:ln w="5420" cap="flat">
              <a:solidFill>
                <a:srgbClr val="3A63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9" name="pg649"/>
            <p:cNvSpPr/>
            <p:nvPr/>
          </p:nvSpPr>
          <p:spPr>
            <a:xfrm>
              <a:off x="3438301" y="5475920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A649E">
                <a:alpha val="100000"/>
              </a:srgbClr>
            </a:solidFill>
            <a:ln w="5420" cap="flat">
              <a:solidFill>
                <a:srgbClr val="3A64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0" name="pg650"/>
            <p:cNvSpPr/>
            <p:nvPr/>
          </p:nvSpPr>
          <p:spPr>
            <a:xfrm>
              <a:off x="3519738" y="5475920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A649E">
                <a:alpha val="100000"/>
              </a:srgbClr>
            </a:solidFill>
            <a:ln w="5420" cap="flat">
              <a:solidFill>
                <a:srgbClr val="3A64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1" name="pg651"/>
            <p:cNvSpPr/>
            <p:nvPr/>
          </p:nvSpPr>
          <p:spPr>
            <a:xfrm>
              <a:off x="3601176" y="5475920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A659E">
                <a:alpha val="100000"/>
              </a:srgbClr>
            </a:solidFill>
            <a:ln w="5420" cap="flat">
              <a:solidFill>
                <a:srgbClr val="3A65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2" name="pg652"/>
            <p:cNvSpPr/>
            <p:nvPr/>
          </p:nvSpPr>
          <p:spPr>
            <a:xfrm>
              <a:off x="3682613" y="5475920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A669E">
                <a:alpha val="100000"/>
              </a:srgbClr>
            </a:solidFill>
            <a:ln w="5420" cap="flat">
              <a:solidFill>
                <a:srgbClr val="3A66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3" name="pg653"/>
            <p:cNvSpPr/>
            <p:nvPr/>
          </p:nvSpPr>
          <p:spPr>
            <a:xfrm>
              <a:off x="3764050" y="5475920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A669E">
                <a:alpha val="100000"/>
              </a:srgbClr>
            </a:solidFill>
            <a:ln w="5420" cap="flat">
              <a:solidFill>
                <a:srgbClr val="3A66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4" name="pg654"/>
            <p:cNvSpPr/>
            <p:nvPr/>
          </p:nvSpPr>
          <p:spPr>
            <a:xfrm>
              <a:off x="3845487" y="5475920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A679E">
                <a:alpha val="100000"/>
              </a:srgbClr>
            </a:solidFill>
            <a:ln w="5420" cap="flat">
              <a:solidFill>
                <a:srgbClr val="3A67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5" name="pg655"/>
            <p:cNvSpPr/>
            <p:nvPr/>
          </p:nvSpPr>
          <p:spPr>
            <a:xfrm>
              <a:off x="3926924" y="5475920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A689F">
                <a:alpha val="100000"/>
              </a:srgbClr>
            </a:solidFill>
            <a:ln w="5420" cap="flat">
              <a:solidFill>
                <a:srgbClr val="3A68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6" name="pg656"/>
            <p:cNvSpPr/>
            <p:nvPr/>
          </p:nvSpPr>
          <p:spPr>
            <a:xfrm>
              <a:off x="4008361" y="5475920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A699F">
                <a:alpha val="100000"/>
              </a:srgbClr>
            </a:solidFill>
            <a:ln w="5420" cap="flat">
              <a:solidFill>
                <a:srgbClr val="3A69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7" name="pg657"/>
            <p:cNvSpPr/>
            <p:nvPr/>
          </p:nvSpPr>
          <p:spPr>
            <a:xfrm>
              <a:off x="4089798" y="5475920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A6A9F">
                <a:alpha val="100000"/>
              </a:srgbClr>
            </a:solidFill>
            <a:ln w="5420" cap="flat">
              <a:solidFill>
                <a:srgbClr val="3A6A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8" name="pg658"/>
            <p:cNvSpPr/>
            <p:nvPr/>
          </p:nvSpPr>
          <p:spPr>
            <a:xfrm>
              <a:off x="4171236" y="5475920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A6A9F">
                <a:alpha val="100000"/>
              </a:srgbClr>
            </a:solidFill>
            <a:ln w="5420" cap="flat">
              <a:solidFill>
                <a:srgbClr val="3A6A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9" name="pg659"/>
            <p:cNvSpPr/>
            <p:nvPr/>
          </p:nvSpPr>
          <p:spPr>
            <a:xfrm>
              <a:off x="4252673" y="5475920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A6B9F">
                <a:alpha val="100000"/>
              </a:srgbClr>
            </a:solidFill>
            <a:ln w="5420" cap="flat">
              <a:solidFill>
                <a:srgbClr val="3A6B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0" name="pg660"/>
            <p:cNvSpPr/>
            <p:nvPr/>
          </p:nvSpPr>
          <p:spPr>
            <a:xfrm>
              <a:off x="5284534" y="1853932"/>
              <a:ext cx="27605" cy="141906"/>
            </a:xfrm>
            <a:custGeom>
              <a:avLst/>
              <a:pathLst>
                <a:path w="27605" h="141906">
                  <a:moveTo>
                    <a:pt x="25965" y="15142"/>
                  </a:moveTo>
                  <a:lnTo>
                    <a:pt x="3001" y="141906"/>
                  </a:lnTo>
                  <a:lnTo>
                    <a:pt x="0" y="103414"/>
                  </a:lnTo>
                  <a:lnTo>
                    <a:pt x="9634" y="0"/>
                  </a:lnTo>
                  <a:lnTo>
                    <a:pt x="27605" y="0"/>
                  </a:lnTo>
                  <a:close/>
                </a:path>
              </a:pathLst>
            </a:custGeom>
            <a:solidFill>
              <a:srgbClr val="FFEFDB">
                <a:alpha val="100000"/>
              </a:srgbClr>
            </a:solidFill>
            <a:ln w="5420" cap="flat">
              <a:solidFill>
                <a:srgbClr val="5959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1" name="pg661"/>
            <p:cNvSpPr/>
            <p:nvPr/>
          </p:nvSpPr>
          <p:spPr>
            <a:xfrm>
              <a:off x="4217860" y="1853932"/>
              <a:ext cx="1042192" cy="937770"/>
            </a:xfrm>
            <a:custGeom>
              <a:avLst/>
              <a:pathLst>
                <a:path w="1042192" h="937770">
                  <a:moveTo>
                    <a:pt x="1041757" y="966"/>
                  </a:moveTo>
                  <a:lnTo>
                    <a:pt x="998433" y="199714"/>
                  </a:lnTo>
                  <a:lnTo>
                    <a:pt x="938872" y="305648"/>
                  </a:lnTo>
                  <a:lnTo>
                    <a:pt x="884012" y="378917"/>
                  </a:lnTo>
                  <a:lnTo>
                    <a:pt x="827417" y="366805"/>
                  </a:lnTo>
                  <a:lnTo>
                    <a:pt x="840146" y="425026"/>
                  </a:lnTo>
                  <a:lnTo>
                    <a:pt x="824596" y="455352"/>
                  </a:lnTo>
                  <a:lnTo>
                    <a:pt x="811288" y="518619"/>
                  </a:lnTo>
                  <a:lnTo>
                    <a:pt x="777548" y="560552"/>
                  </a:lnTo>
                  <a:lnTo>
                    <a:pt x="745832" y="556515"/>
                  </a:lnTo>
                  <a:lnTo>
                    <a:pt x="700266" y="585419"/>
                  </a:lnTo>
                  <a:lnTo>
                    <a:pt x="682293" y="607532"/>
                  </a:lnTo>
                  <a:lnTo>
                    <a:pt x="680955" y="649879"/>
                  </a:lnTo>
                  <a:lnTo>
                    <a:pt x="650470" y="687132"/>
                  </a:lnTo>
                  <a:lnTo>
                    <a:pt x="540461" y="880650"/>
                  </a:lnTo>
                  <a:lnTo>
                    <a:pt x="444953" y="937770"/>
                  </a:lnTo>
                  <a:lnTo>
                    <a:pt x="422098" y="929465"/>
                  </a:lnTo>
                  <a:lnTo>
                    <a:pt x="447268" y="838120"/>
                  </a:lnTo>
                  <a:lnTo>
                    <a:pt x="464518" y="745766"/>
                  </a:lnTo>
                  <a:lnTo>
                    <a:pt x="406548" y="705576"/>
                  </a:lnTo>
                  <a:lnTo>
                    <a:pt x="351073" y="684334"/>
                  </a:lnTo>
                  <a:lnTo>
                    <a:pt x="287426" y="687132"/>
                  </a:lnTo>
                  <a:lnTo>
                    <a:pt x="217124" y="615332"/>
                  </a:lnTo>
                  <a:lnTo>
                    <a:pt x="126499" y="563121"/>
                  </a:lnTo>
                  <a:lnTo>
                    <a:pt x="0" y="421860"/>
                  </a:lnTo>
                  <a:lnTo>
                    <a:pt x="3688" y="382679"/>
                  </a:lnTo>
                  <a:lnTo>
                    <a:pt x="506" y="316935"/>
                  </a:lnTo>
                  <a:lnTo>
                    <a:pt x="38947" y="213064"/>
                  </a:lnTo>
                  <a:lnTo>
                    <a:pt x="75798" y="140438"/>
                  </a:lnTo>
                  <a:lnTo>
                    <a:pt x="126680" y="102817"/>
                  </a:lnTo>
                  <a:lnTo>
                    <a:pt x="274335" y="64508"/>
                  </a:lnTo>
                  <a:lnTo>
                    <a:pt x="311366" y="6884"/>
                  </a:lnTo>
                  <a:lnTo>
                    <a:pt x="314479" y="0"/>
                  </a:lnTo>
                  <a:lnTo>
                    <a:pt x="1042192" y="0"/>
                  </a:lnTo>
                  <a:close/>
                </a:path>
              </a:pathLst>
            </a:custGeom>
            <a:solidFill>
              <a:srgbClr val="FFEFDB">
                <a:alpha val="100000"/>
              </a:srgbClr>
            </a:solidFill>
            <a:ln w="5420" cap="flat">
              <a:solidFill>
                <a:srgbClr val="5959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2" name="pg662"/>
            <p:cNvSpPr/>
            <p:nvPr/>
          </p:nvSpPr>
          <p:spPr>
            <a:xfrm>
              <a:off x="2490532" y="1853932"/>
              <a:ext cx="2088998" cy="3682871"/>
            </a:xfrm>
            <a:custGeom>
              <a:avLst/>
              <a:pathLst>
                <a:path w="2088998" h="3682871">
                  <a:moveTo>
                    <a:pt x="1987487" y="41706"/>
                  </a:moveTo>
                  <a:lnTo>
                    <a:pt x="1877912" y="69968"/>
                  </a:lnTo>
                  <a:lnTo>
                    <a:pt x="1818858" y="101074"/>
                  </a:lnTo>
                  <a:lnTo>
                    <a:pt x="1771628" y="148650"/>
                  </a:lnTo>
                  <a:lnTo>
                    <a:pt x="1743674" y="208385"/>
                  </a:lnTo>
                  <a:lnTo>
                    <a:pt x="1680388" y="280369"/>
                  </a:lnTo>
                  <a:lnTo>
                    <a:pt x="1684836" y="328588"/>
                  </a:lnTo>
                  <a:lnTo>
                    <a:pt x="1695432" y="362859"/>
                  </a:lnTo>
                  <a:lnTo>
                    <a:pt x="1690550" y="434293"/>
                  </a:lnTo>
                  <a:lnTo>
                    <a:pt x="1730583" y="503937"/>
                  </a:lnTo>
                  <a:lnTo>
                    <a:pt x="1809961" y="618039"/>
                  </a:lnTo>
                  <a:lnTo>
                    <a:pt x="1825114" y="795269"/>
                  </a:lnTo>
                  <a:lnTo>
                    <a:pt x="1885687" y="913867"/>
                  </a:lnTo>
                  <a:lnTo>
                    <a:pt x="1978519" y="1052146"/>
                  </a:lnTo>
                  <a:lnTo>
                    <a:pt x="2049905" y="1091464"/>
                  </a:lnTo>
                  <a:lnTo>
                    <a:pt x="2053377" y="1142895"/>
                  </a:lnTo>
                  <a:lnTo>
                    <a:pt x="2020432" y="1227817"/>
                  </a:lnTo>
                  <a:lnTo>
                    <a:pt x="1977000" y="1266630"/>
                  </a:lnTo>
                  <a:lnTo>
                    <a:pt x="2033487" y="1258877"/>
                  </a:lnTo>
                  <a:lnTo>
                    <a:pt x="2061622" y="1278284"/>
                  </a:lnTo>
                  <a:lnTo>
                    <a:pt x="2088998" y="1349121"/>
                  </a:lnTo>
                  <a:lnTo>
                    <a:pt x="2086864" y="1421426"/>
                  </a:lnTo>
                  <a:lnTo>
                    <a:pt x="2077606" y="1462167"/>
                  </a:lnTo>
                  <a:lnTo>
                    <a:pt x="2060501" y="1478408"/>
                  </a:lnTo>
                  <a:lnTo>
                    <a:pt x="2061224" y="1436796"/>
                  </a:lnTo>
                  <a:lnTo>
                    <a:pt x="2049110" y="1422344"/>
                  </a:lnTo>
                  <a:lnTo>
                    <a:pt x="2029111" y="1440374"/>
                  </a:lnTo>
                  <a:lnTo>
                    <a:pt x="2016165" y="1460928"/>
                  </a:lnTo>
                  <a:lnTo>
                    <a:pt x="2010776" y="1541905"/>
                  </a:lnTo>
                  <a:lnTo>
                    <a:pt x="1997071" y="1582370"/>
                  </a:lnTo>
                  <a:lnTo>
                    <a:pt x="1948612" y="1594390"/>
                  </a:lnTo>
                  <a:lnTo>
                    <a:pt x="1899466" y="1700646"/>
                  </a:lnTo>
                  <a:lnTo>
                    <a:pt x="1853755" y="1760931"/>
                  </a:lnTo>
                  <a:lnTo>
                    <a:pt x="1673879" y="2168566"/>
                  </a:lnTo>
                  <a:lnTo>
                    <a:pt x="1680750" y="2236697"/>
                  </a:lnTo>
                  <a:lnTo>
                    <a:pt x="1647841" y="2258627"/>
                  </a:lnTo>
                  <a:lnTo>
                    <a:pt x="1598008" y="2276474"/>
                  </a:lnTo>
                  <a:lnTo>
                    <a:pt x="1547596" y="2317214"/>
                  </a:lnTo>
                  <a:lnTo>
                    <a:pt x="1514145" y="2362130"/>
                  </a:lnTo>
                  <a:lnTo>
                    <a:pt x="1483081" y="2482929"/>
                  </a:lnTo>
                  <a:lnTo>
                    <a:pt x="1423556" y="2618915"/>
                  </a:lnTo>
                  <a:lnTo>
                    <a:pt x="1386416" y="2562254"/>
                  </a:lnTo>
                  <a:lnTo>
                    <a:pt x="1376905" y="2513760"/>
                  </a:lnTo>
                  <a:lnTo>
                    <a:pt x="1393432" y="2387272"/>
                  </a:lnTo>
                  <a:lnTo>
                    <a:pt x="1457803" y="2179898"/>
                  </a:lnTo>
                  <a:lnTo>
                    <a:pt x="1528719" y="2050978"/>
                  </a:lnTo>
                  <a:lnTo>
                    <a:pt x="1582819" y="1989868"/>
                  </a:lnTo>
                  <a:lnTo>
                    <a:pt x="1627300" y="1865306"/>
                  </a:lnTo>
                  <a:lnTo>
                    <a:pt x="1571103" y="1846725"/>
                  </a:lnTo>
                  <a:lnTo>
                    <a:pt x="1485432" y="1848744"/>
                  </a:lnTo>
                  <a:lnTo>
                    <a:pt x="1501560" y="1791257"/>
                  </a:lnTo>
                  <a:lnTo>
                    <a:pt x="1526549" y="1740607"/>
                  </a:lnTo>
                  <a:lnTo>
                    <a:pt x="1481888" y="1690140"/>
                  </a:lnTo>
                  <a:lnTo>
                    <a:pt x="1455452" y="1683717"/>
                  </a:lnTo>
                  <a:lnTo>
                    <a:pt x="1428221" y="1663025"/>
                  </a:lnTo>
                  <a:lnTo>
                    <a:pt x="1460153" y="1621000"/>
                  </a:lnTo>
                  <a:lnTo>
                    <a:pt x="1475740" y="1576589"/>
                  </a:lnTo>
                  <a:lnTo>
                    <a:pt x="1466229" y="1522544"/>
                  </a:lnTo>
                  <a:lnTo>
                    <a:pt x="1479609" y="1481849"/>
                  </a:lnTo>
                  <a:lnTo>
                    <a:pt x="1457296" y="1487997"/>
                  </a:lnTo>
                  <a:lnTo>
                    <a:pt x="1421422" y="1531077"/>
                  </a:lnTo>
                  <a:lnTo>
                    <a:pt x="1399110" y="1548282"/>
                  </a:lnTo>
                  <a:lnTo>
                    <a:pt x="1385512" y="1510156"/>
                  </a:lnTo>
                  <a:lnTo>
                    <a:pt x="1369998" y="1518782"/>
                  </a:lnTo>
                  <a:lnTo>
                    <a:pt x="1359909" y="1544979"/>
                  </a:lnTo>
                  <a:lnTo>
                    <a:pt x="1337017" y="1559385"/>
                  </a:lnTo>
                  <a:lnTo>
                    <a:pt x="1288667" y="1523553"/>
                  </a:lnTo>
                  <a:lnTo>
                    <a:pt x="1218184" y="1482537"/>
                  </a:lnTo>
                  <a:lnTo>
                    <a:pt x="1178947" y="1411975"/>
                  </a:lnTo>
                  <a:lnTo>
                    <a:pt x="1156562" y="1357287"/>
                  </a:lnTo>
                  <a:lnTo>
                    <a:pt x="1179309" y="1258326"/>
                  </a:lnTo>
                  <a:lnTo>
                    <a:pt x="1228021" y="1240755"/>
                  </a:lnTo>
                  <a:lnTo>
                    <a:pt x="1291307" y="1256812"/>
                  </a:lnTo>
                  <a:lnTo>
                    <a:pt x="1374265" y="1256675"/>
                  </a:lnTo>
                  <a:lnTo>
                    <a:pt x="1362404" y="1234699"/>
                  </a:lnTo>
                  <a:lnTo>
                    <a:pt x="1332786" y="1238323"/>
                  </a:lnTo>
                  <a:lnTo>
                    <a:pt x="1245343" y="1158035"/>
                  </a:lnTo>
                  <a:lnTo>
                    <a:pt x="1217208" y="1109541"/>
                  </a:lnTo>
                  <a:lnTo>
                    <a:pt x="1168821" y="1096236"/>
                  </a:lnTo>
                  <a:lnTo>
                    <a:pt x="1146762" y="1142849"/>
                  </a:lnTo>
                  <a:lnTo>
                    <a:pt x="1122279" y="1155236"/>
                  </a:lnTo>
                  <a:lnTo>
                    <a:pt x="1152512" y="1053247"/>
                  </a:lnTo>
                  <a:lnTo>
                    <a:pt x="1192038" y="1049072"/>
                  </a:lnTo>
                  <a:lnTo>
                    <a:pt x="1250406" y="1020811"/>
                  </a:lnTo>
                  <a:lnTo>
                    <a:pt x="1233445" y="961764"/>
                  </a:lnTo>
                  <a:lnTo>
                    <a:pt x="1196595" y="935934"/>
                  </a:lnTo>
                  <a:lnTo>
                    <a:pt x="1130054" y="968325"/>
                  </a:lnTo>
                  <a:lnTo>
                    <a:pt x="1130850" y="926804"/>
                  </a:lnTo>
                  <a:lnTo>
                    <a:pt x="1143326" y="873631"/>
                  </a:lnTo>
                  <a:lnTo>
                    <a:pt x="1193485" y="873814"/>
                  </a:lnTo>
                  <a:lnTo>
                    <a:pt x="1237423" y="891156"/>
                  </a:lnTo>
                  <a:lnTo>
                    <a:pt x="1274816" y="805271"/>
                  </a:lnTo>
                  <a:lnTo>
                    <a:pt x="1276480" y="766916"/>
                  </a:lnTo>
                  <a:lnTo>
                    <a:pt x="1214351" y="822659"/>
                  </a:lnTo>
                  <a:lnTo>
                    <a:pt x="1200392" y="702410"/>
                  </a:lnTo>
                  <a:lnTo>
                    <a:pt x="1261544" y="586428"/>
                  </a:lnTo>
                  <a:lnTo>
                    <a:pt x="1319876" y="535869"/>
                  </a:lnTo>
                  <a:lnTo>
                    <a:pt x="1392745" y="537337"/>
                  </a:lnTo>
                  <a:lnTo>
                    <a:pt x="1466807" y="529171"/>
                  </a:lnTo>
                  <a:lnTo>
                    <a:pt x="1420338" y="507929"/>
                  </a:lnTo>
                  <a:lnTo>
                    <a:pt x="1372638" y="496413"/>
                  </a:lnTo>
                  <a:lnTo>
                    <a:pt x="1408476" y="450580"/>
                  </a:lnTo>
                  <a:lnTo>
                    <a:pt x="1439034" y="442368"/>
                  </a:lnTo>
                  <a:lnTo>
                    <a:pt x="1469050" y="402407"/>
                  </a:lnTo>
                  <a:lnTo>
                    <a:pt x="1396868" y="408326"/>
                  </a:lnTo>
                  <a:lnTo>
                    <a:pt x="1405366" y="332717"/>
                  </a:lnTo>
                  <a:lnTo>
                    <a:pt x="1370287" y="348086"/>
                  </a:lnTo>
                  <a:lnTo>
                    <a:pt x="1328302" y="355198"/>
                  </a:lnTo>
                  <a:lnTo>
                    <a:pt x="1311956" y="387267"/>
                  </a:lnTo>
                  <a:lnTo>
                    <a:pt x="1315175" y="440533"/>
                  </a:lnTo>
                  <a:lnTo>
                    <a:pt x="1302915" y="475492"/>
                  </a:lnTo>
                  <a:lnTo>
                    <a:pt x="1270260" y="503570"/>
                  </a:lnTo>
                  <a:lnTo>
                    <a:pt x="1215111" y="525455"/>
                  </a:lnTo>
                  <a:lnTo>
                    <a:pt x="1209758" y="487513"/>
                  </a:lnTo>
                  <a:lnTo>
                    <a:pt x="1191532" y="470308"/>
                  </a:lnTo>
                  <a:lnTo>
                    <a:pt x="1184733" y="551560"/>
                  </a:lnTo>
                  <a:lnTo>
                    <a:pt x="1170268" y="579179"/>
                  </a:lnTo>
                  <a:lnTo>
                    <a:pt x="1129946" y="502928"/>
                  </a:lnTo>
                  <a:lnTo>
                    <a:pt x="1117831" y="518298"/>
                  </a:lnTo>
                  <a:lnTo>
                    <a:pt x="1119386" y="539952"/>
                  </a:lnTo>
                  <a:lnTo>
                    <a:pt x="1109080" y="577390"/>
                  </a:lnTo>
                  <a:lnTo>
                    <a:pt x="1074507" y="596888"/>
                  </a:lnTo>
                  <a:lnTo>
                    <a:pt x="1076641" y="644878"/>
                  </a:lnTo>
                  <a:lnTo>
                    <a:pt x="1063225" y="671029"/>
                  </a:lnTo>
                  <a:lnTo>
                    <a:pt x="952492" y="629371"/>
                  </a:lnTo>
                  <a:lnTo>
                    <a:pt x="949889" y="643501"/>
                  </a:lnTo>
                  <a:lnTo>
                    <a:pt x="1012524" y="733333"/>
                  </a:lnTo>
                  <a:lnTo>
                    <a:pt x="1058270" y="764026"/>
                  </a:lnTo>
                  <a:lnTo>
                    <a:pt x="1063839" y="813024"/>
                  </a:lnTo>
                  <a:lnTo>
                    <a:pt x="1024566" y="853673"/>
                  </a:lnTo>
                  <a:lnTo>
                    <a:pt x="970393" y="818576"/>
                  </a:lnTo>
                  <a:lnTo>
                    <a:pt x="961280" y="821145"/>
                  </a:lnTo>
                  <a:lnTo>
                    <a:pt x="990717" y="881338"/>
                  </a:lnTo>
                  <a:lnTo>
                    <a:pt x="1009269" y="933916"/>
                  </a:lnTo>
                  <a:lnTo>
                    <a:pt x="990175" y="977960"/>
                  </a:lnTo>
                  <a:lnTo>
                    <a:pt x="993140" y="1032189"/>
                  </a:lnTo>
                  <a:lnTo>
                    <a:pt x="989017" y="1081371"/>
                  </a:lnTo>
                  <a:lnTo>
                    <a:pt x="977337" y="1124268"/>
                  </a:lnTo>
                  <a:lnTo>
                    <a:pt x="1003663" y="1322006"/>
                  </a:lnTo>
                  <a:lnTo>
                    <a:pt x="1035379" y="1375777"/>
                  </a:lnTo>
                  <a:lnTo>
                    <a:pt x="1066552" y="1427207"/>
                  </a:lnTo>
                  <a:lnTo>
                    <a:pt x="1083078" y="1475334"/>
                  </a:lnTo>
                  <a:lnTo>
                    <a:pt x="1049989" y="1482354"/>
                  </a:lnTo>
                  <a:lnTo>
                    <a:pt x="997299" y="1442760"/>
                  </a:lnTo>
                  <a:lnTo>
                    <a:pt x="951010" y="1412572"/>
                  </a:lnTo>
                  <a:lnTo>
                    <a:pt x="895861" y="1316042"/>
                  </a:lnTo>
                  <a:lnTo>
                    <a:pt x="886747" y="1277504"/>
                  </a:lnTo>
                  <a:lnTo>
                    <a:pt x="873295" y="1247040"/>
                  </a:lnTo>
                  <a:lnTo>
                    <a:pt x="879804" y="1317006"/>
                  </a:lnTo>
                  <a:lnTo>
                    <a:pt x="899477" y="1395138"/>
                  </a:lnTo>
                  <a:lnTo>
                    <a:pt x="1072193" y="1569983"/>
                  </a:lnTo>
                  <a:lnTo>
                    <a:pt x="1104089" y="1637058"/>
                  </a:lnTo>
                  <a:lnTo>
                    <a:pt x="1128391" y="1689773"/>
                  </a:lnTo>
                  <a:lnTo>
                    <a:pt x="1122279" y="1740286"/>
                  </a:lnTo>
                  <a:lnTo>
                    <a:pt x="1077256" y="1704546"/>
                  </a:lnTo>
                  <a:lnTo>
                    <a:pt x="1038416" y="1658988"/>
                  </a:lnTo>
                  <a:lnTo>
                    <a:pt x="935315" y="1607512"/>
                  </a:lnTo>
                  <a:lnTo>
                    <a:pt x="805308" y="1574983"/>
                  </a:lnTo>
                  <a:lnTo>
                    <a:pt x="732004" y="1455331"/>
                  </a:lnTo>
                  <a:lnTo>
                    <a:pt x="732258" y="1505247"/>
                  </a:lnTo>
                  <a:lnTo>
                    <a:pt x="715984" y="1547594"/>
                  </a:lnTo>
                  <a:lnTo>
                    <a:pt x="671178" y="1495980"/>
                  </a:lnTo>
                  <a:lnTo>
                    <a:pt x="642934" y="1451936"/>
                  </a:lnTo>
                  <a:lnTo>
                    <a:pt x="633459" y="1403671"/>
                  </a:lnTo>
                  <a:lnTo>
                    <a:pt x="577515" y="1406974"/>
                  </a:lnTo>
                  <a:lnTo>
                    <a:pt x="518858" y="1448908"/>
                  </a:lnTo>
                  <a:lnTo>
                    <a:pt x="462117" y="1438952"/>
                  </a:lnTo>
                  <a:lnTo>
                    <a:pt x="455391" y="1357104"/>
                  </a:lnTo>
                  <a:lnTo>
                    <a:pt x="470724" y="1313748"/>
                  </a:lnTo>
                  <a:lnTo>
                    <a:pt x="534408" y="1211209"/>
                  </a:lnTo>
                  <a:lnTo>
                    <a:pt x="594403" y="1158861"/>
                  </a:lnTo>
                  <a:lnTo>
                    <a:pt x="620875" y="1091281"/>
                  </a:lnTo>
                  <a:lnTo>
                    <a:pt x="611834" y="986493"/>
                  </a:lnTo>
                  <a:lnTo>
                    <a:pt x="600551" y="1093116"/>
                  </a:lnTo>
                  <a:lnTo>
                    <a:pt x="566268" y="1145969"/>
                  </a:lnTo>
                  <a:lnTo>
                    <a:pt x="512384" y="1186342"/>
                  </a:lnTo>
                  <a:lnTo>
                    <a:pt x="441468" y="1258280"/>
                  </a:lnTo>
                  <a:lnTo>
                    <a:pt x="424146" y="1324805"/>
                  </a:lnTo>
                  <a:lnTo>
                    <a:pt x="402014" y="1449367"/>
                  </a:lnTo>
                  <a:lnTo>
                    <a:pt x="431957" y="1491529"/>
                  </a:lnTo>
                  <a:lnTo>
                    <a:pt x="462551" y="1502540"/>
                  </a:lnTo>
                  <a:lnTo>
                    <a:pt x="552924" y="1474279"/>
                  </a:lnTo>
                  <a:lnTo>
                    <a:pt x="599683" y="1486896"/>
                  </a:lnTo>
                  <a:lnTo>
                    <a:pt x="703689" y="1636874"/>
                  </a:lnTo>
                  <a:lnTo>
                    <a:pt x="897343" y="1696196"/>
                  </a:lnTo>
                  <a:lnTo>
                    <a:pt x="967970" y="1733266"/>
                  </a:lnTo>
                  <a:lnTo>
                    <a:pt x="1025542" y="1811536"/>
                  </a:lnTo>
                  <a:lnTo>
                    <a:pt x="1112081" y="1856589"/>
                  </a:lnTo>
                  <a:lnTo>
                    <a:pt x="1179237" y="1922058"/>
                  </a:lnTo>
                  <a:lnTo>
                    <a:pt x="1181045" y="1964772"/>
                  </a:lnTo>
                  <a:lnTo>
                    <a:pt x="1157792" y="2015285"/>
                  </a:lnTo>
                  <a:lnTo>
                    <a:pt x="1148606" y="2083644"/>
                  </a:lnTo>
                  <a:lnTo>
                    <a:pt x="1120073" y="2126771"/>
                  </a:lnTo>
                  <a:lnTo>
                    <a:pt x="1051580" y="2131726"/>
                  </a:lnTo>
                  <a:lnTo>
                    <a:pt x="1010209" y="2120623"/>
                  </a:lnTo>
                  <a:lnTo>
                    <a:pt x="787804" y="1880308"/>
                  </a:lnTo>
                  <a:lnTo>
                    <a:pt x="761261" y="1858195"/>
                  </a:lnTo>
                  <a:lnTo>
                    <a:pt x="678772" y="1732349"/>
                  </a:lnTo>
                  <a:lnTo>
                    <a:pt x="581999" y="1664952"/>
                  </a:lnTo>
                  <a:lnTo>
                    <a:pt x="552056" y="1666374"/>
                  </a:lnTo>
                  <a:lnTo>
                    <a:pt x="689802" y="1791028"/>
                  </a:lnTo>
                  <a:lnTo>
                    <a:pt x="746036" y="1878198"/>
                  </a:lnTo>
                  <a:lnTo>
                    <a:pt x="845087" y="2000420"/>
                  </a:lnTo>
                  <a:lnTo>
                    <a:pt x="915895" y="2052171"/>
                  </a:lnTo>
                  <a:lnTo>
                    <a:pt x="968006" y="2132918"/>
                  </a:lnTo>
                  <a:lnTo>
                    <a:pt x="1016429" y="2170769"/>
                  </a:lnTo>
                  <a:lnTo>
                    <a:pt x="1148642" y="2224676"/>
                  </a:lnTo>
                  <a:lnTo>
                    <a:pt x="1102679" y="2263398"/>
                  </a:lnTo>
                  <a:lnTo>
                    <a:pt x="1176054" y="2296385"/>
                  </a:lnTo>
                  <a:lnTo>
                    <a:pt x="1186542" y="2357037"/>
                  </a:lnTo>
                  <a:lnTo>
                    <a:pt x="1179815" y="2426177"/>
                  </a:lnTo>
                  <a:lnTo>
                    <a:pt x="1077979" y="2398833"/>
                  </a:lnTo>
                  <a:lnTo>
                    <a:pt x="1074652" y="2449759"/>
                  </a:lnTo>
                  <a:lnTo>
                    <a:pt x="1083765" y="2479810"/>
                  </a:lnTo>
                  <a:lnTo>
                    <a:pt x="1038778" y="2504630"/>
                  </a:lnTo>
                  <a:lnTo>
                    <a:pt x="976216" y="2470955"/>
                  </a:lnTo>
                  <a:lnTo>
                    <a:pt x="813770" y="2286751"/>
                  </a:lnTo>
                  <a:lnTo>
                    <a:pt x="815144" y="2311388"/>
                  </a:lnTo>
                  <a:lnTo>
                    <a:pt x="828307" y="2339970"/>
                  </a:lnTo>
                  <a:lnTo>
                    <a:pt x="922513" y="2458568"/>
                  </a:lnTo>
                  <a:lnTo>
                    <a:pt x="1006593" y="2529680"/>
                  </a:lnTo>
                  <a:lnTo>
                    <a:pt x="1077871" y="2561796"/>
                  </a:lnTo>
                  <a:lnTo>
                    <a:pt x="1132803" y="2621392"/>
                  </a:lnTo>
                  <a:lnTo>
                    <a:pt x="1152186" y="2657453"/>
                  </a:lnTo>
                  <a:lnTo>
                    <a:pt x="1165133" y="2712141"/>
                  </a:lnTo>
                  <a:lnTo>
                    <a:pt x="1124413" y="2749303"/>
                  </a:lnTo>
                  <a:lnTo>
                    <a:pt x="1078051" y="2769811"/>
                  </a:lnTo>
                  <a:lnTo>
                    <a:pt x="1032775" y="2732741"/>
                  </a:lnTo>
                  <a:lnTo>
                    <a:pt x="999577" y="2693698"/>
                  </a:lnTo>
                  <a:lnTo>
                    <a:pt x="928878" y="2627403"/>
                  </a:lnTo>
                  <a:lnTo>
                    <a:pt x="907686" y="2553308"/>
                  </a:lnTo>
                  <a:lnTo>
                    <a:pt x="853911" y="2557116"/>
                  </a:lnTo>
                  <a:lnTo>
                    <a:pt x="629156" y="2463156"/>
                  </a:lnTo>
                  <a:lnTo>
                    <a:pt x="448520" y="2452328"/>
                  </a:lnTo>
                  <a:lnTo>
                    <a:pt x="466168" y="2471230"/>
                  </a:lnTo>
                  <a:lnTo>
                    <a:pt x="489023" y="2483801"/>
                  </a:lnTo>
                  <a:lnTo>
                    <a:pt x="632881" y="2506970"/>
                  </a:lnTo>
                  <a:lnTo>
                    <a:pt x="689730" y="2550234"/>
                  </a:lnTo>
                  <a:lnTo>
                    <a:pt x="808056" y="2588635"/>
                  </a:lnTo>
                  <a:lnTo>
                    <a:pt x="877345" y="2599141"/>
                  </a:lnTo>
                  <a:lnTo>
                    <a:pt x="905444" y="2717096"/>
                  </a:lnTo>
                  <a:lnTo>
                    <a:pt x="1001204" y="2798256"/>
                  </a:lnTo>
                  <a:lnTo>
                    <a:pt x="1013645" y="2858403"/>
                  </a:lnTo>
                  <a:lnTo>
                    <a:pt x="1079028" y="2865148"/>
                  </a:lnTo>
                  <a:lnTo>
                    <a:pt x="1194063" y="2806147"/>
                  </a:lnTo>
                  <a:lnTo>
                    <a:pt x="1268307" y="2826839"/>
                  </a:lnTo>
                  <a:lnTo>
                    <a:pt x="1375386" y="2843722"/>
                  </a:lnTo>
                  <a:lnTo>
                    <a:pt x="1399869" y="2891345"/>
                  </a:lnTo>
                  <a:lnTo>
                    <a:pt x="1418240" y="2981956"/>
                  </a:lnTo>
                  <a:lnTo>
                    <a:pt x="1456103" y="3083899"/>
                  </a:lnTo>
                  <a:lnTo>
                    <a:pt x="1554287" y="3485845"/>
                  </a:lnTo>
                  <a:lnTo>
                    <a:pt x="1642687" y="3682871"/>
                  </a:lnTo>
                  <a:lnTo>
                    <a:pt x="1615976" y="3682871"/>
                  </a:lnTo>
                  <a:lnTo>
                    <a:pt x="1576238" y="3603800"/>
                  </a:lnTo>
                  <a:lnTo>
                    <a:pt x="1515845" y="3446573"/>
                  </a:lnTo>
                  <a:lnTo>
                    <a:pt x="1453789" y="3168959"/>
                  </a:lnTo>
                  <a:lnTo>
                    <a:pt x="1435779" y="3106793"/>
                  </a:lnTo>
                  <a:lnTo>
                    <a:pt x="1414588" y="3081972"/>
                  </a:lnTo>
                  <a:lnTo>
                    <a:pt x="1400629" y="3102159"/>
                  </a:lnTo>
                  <a:lnTo>
                    <a:pt x="1394625" y="3137532"/>
                  </a:lnTo>
                  <a:lnTo>
                    <a:pt x="1404751" y="3164692"/>
                  </a:lnTo>
                  <a:lnTo>
                    <a:pt x="1380305" y="3256083"/>
                  </a:lnTo>
                  <a:lnTo>
                    <a:pt x="1390901" y="3298016"/>
                  </a:lnTo>
                  <a:lnTo>
                    <a:pt x="1430608" y="3341372"/>
                  </a:lnTo>
                  <a:lnTo>
                    <a:pt x="1473751" y="3449555"/>
                  </a:lnTo>
                  <a:lnTo>
                    <a:pt x="1508214" y="3595221"/>
                  </a:lnTo>
                  <a:lnTo>
                    <a:pt x="1461600" y="3536174"/>
                  </a:lnTo>
                  <a:lnTo>
                    <a:pt x="1411839" y="3504885"/>
                  </a:lnTo>
                  <a:lnTo>
                    <a:pt x="1334413" y="3480890"/>
                  </a:lnTo>
                  <a:lnTo>
                    <a:pt x="1265450" y="3438819"/>
                  </a:lnTo>
                  <a:lnTo>
                    <a:pt x="1270477" y="3499150"/>
                  </a:lnTo>
                  <a:lnTo>
                    <a:pt x="1263859" y="3564298"/>
                  </a:lnTo>
                  <a:lnTo>
                    <a:pt x="1210699" y="3544433"/>
                  </a:lnTo>
                  <a:lnTo>
                    <a:pt x="1174535" y="3522824"/>
                  </a:lnTo>
                  <a:lnTo>
                    <a:pt x="1206540" y="3592239"/>
                  </a:lnTo>
                  <a:lnTo>
                    <a:pt x="1137070" y="3571410"/>
                  </a:lnTo>
                  <a:lnTo>
                    <a:pt x="1090781" y="3575768"/>
                  </a:lnTo>
                  <a:lnTo>
                    <a:pt x="1060693" y="3637384"/>
                  </a:lnTo>
                  <a:lnTo>
                    <a:pt x="1020335" y="3674775"/>
                  </a:lnTo>
                  <a:lnTo>
                    <a:pt x="980297" y="3682871"/>
                  </a:lnTo>
                  <a:lnTo>
                    <a:pt x="954427" y="3682871"/>
                  </a:lnTo>
                  <a:lnTo>
                    <a:pt x="872137" y="3630502"/>
                  </a:lnTo>
                  <a:lnTo>
                    <a:pt x="843460" y="3562096"/>
                  </a:lnTo>
                  <a:lnTo>
                    <a:pt x="831598" y="3485937"/>
                  </a:lnTo>
                  <a:lnTo>
                    <a:pt x="826861" y="3575997"/>
                  </a:lnTo>
                  <a:lnTo>
                    <a:pt x="842628" y="3669774"/>
                  </a:lnTo>
                  <a:lnTo>
                    <a:pt x="841612" y="3682871"/>
                  </a:lnTo>
                  <a:lnTo>
                    <a:pt x="0" y="3682871"/>
                  </a:lnTo>
                  <a:lnTo>
                    <a:pt x="0" y="0"/>
                  </a:lnTo>
                  <a:lnTo>
                    <a:pt x="2024089" y="0"/>
                  </a:lnTo>
                  <a:close/>
                </a:path>
              </a:pathLst>
            </a:custGeom>
            <a:solidFill>
              <a:srgbClr val="FFEFDB">
                <a:alpha val="100000"/>
              </a:srgbClr>
            </a:solidFill>
            <a:ln w="5420" cap="flat">
              <a:solidFill>
                <a:srgbClr val="5959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3" name="pg663"/>
            <p:cNvSpPr/>
            <p:nvPr/>
          </p:nvSpPr>
          <p:spPr>
            <a:xfrm>
              <a:off x="5159228" y="2035019"/>
              <a:ext cx="108453" cy="203932"/>
            </a:xfrm>
            <a:custGeom>
              <a:avLst/>
              <a:pathLst>
                <a:path w="108453" h="203932">
                  <a:moveTo>
                    <a:pt x="1988" y="203932"/>
                  </a:moveTo>
                  <a:lnTo>
                    <a:pt x="0" y="176588"/>
                  </a:lnTo>
                  <a:lnTo>
                    <a:pt x="108453" y="0"/>
                  </a:lnTo>
                  <a:lnTo>
                    <a:pt x="88853" y="61707"/>
                  </a:lnTo>
                  <a:close/>
                </a:path>
              </a:pathLst>
            </a:custGeom>
            <a:solidFill>
              <a:srgbClr val="FFEFDB">
                <a:alpha val="100000"/>
              </a:srgbClr>
            </a:solidFill>
            <a:ln w="5420" cap="flat">
              <a:solidFill>
                <a:srgbClr val="5959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4" name="pg664"/>
            <p:cNvSpPr/>
            <p:nvPr/>
          </p:nvSpPr>
          <p:spPr>
            <a:xfrm>
              <a:off x="4325772" y="3395883"/>
              <a:ext cx="207830" cy="400294"/>
            </a:xfrm>
            <a:custGeom>
              <a:avLst/>
              <a:pathLst>
                <a:path w="207830" h="400294">
                  <a:moveTo>
                    <a:pt x="0" y="400294"/>
                  </a:moveTo>
                  <a:lnTo>
                    <a:pt x="112974" y="212144"/>
                  </a:lnTo>
                  <a:lnTo>
                    <a:pt x="178574" y="54504"/>
                  </a:lnTo>
                  <a:lnTo>
                    <a:pt x="207830" y="0"/>
                  </a:lnTo>
                  <a:lnTo>
                    <a:pt x="179442" y="110476"/>
                  </a:lnTo>
                  <a:lnTo>
                    <a:pt x="129826" y="212052"/>
                  </a:lnTo>
                  <a:lnTo>
                    <a:pt x="33668" y="385062"/>
                  </a:lnTo>
                  <a:close/>
                </a:path>
              </a:pathLst>
            </a:custGeom>
            <a:solidFill>
              <a:srgbClr val="FFEFDB">
                <a:alpha val="100000"/>
              </a:srgbClr>
            </a:solidFill>
            <a:ln w="5420" cap="flat">
              <a:solidFill>
                <a:srgbClr val="5959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5" name="pt665"/>
            <p:cNvSpPr/>
            <p:nvPr/>
          </p:nvSpPr>
          <p:spPr>
            <a:xfrm>
              <a:off x="3396934" y="3568029"/>
              <a:ext cx="252911" cy="252911"/>
            </a:xfrm>
            <a:prstGeom prst="ellipse">
              <a:avLst/>
            </a:prstGeom>
            <a:solidFill>
              <a:srgbClr val="C5EDD8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6" name="pt666"/>
            <p:cNvSpPr/>
            <p:nvPr/>
          </p:nvSpPr>
          <p:spPr>
            <a:xfrm>
              <a:off x="3369184" y="4256773"/>
              <a:ext cx="252911" cy="252911"/>
            </a:xfrm>
            <a:prstGeom prst="ellipse">
              <a:avLst/>
            </a:prstGeom>
            <a:solidFill>
              <a:srgbClr val="3A699F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7" name="pt667"/>
            <p:cNvSpPr/>
            <p:nvPr/>
          </p:nvSpPr>
          <p:spPr>
            <a:xfrm>
              <a:off x="3156157" y="4290865"/>
              <a:ext cx="252911" cy="252911"/>
            </a:xfrm>
            <a:prstGeom prst="ellipse">
              <a:avLst/>
            </a:prstGeom>
            <a:solidFill>
              <a:srgbClr val="312447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8" name="pl668"/>
            <p:cNvSpPr/>
            <p:nvPr/>
          </p:nvSpPr>
          <p:spPr>
            <a:xfrm>
              <a:off x="3536580" y="3232310"/>
              <a:ext cx="1087870" cy="456638"/>
            </a:xfrm>
            <a:custGeom>
              <a:avLst/>
              <a:pathLst>
                <a:path w="1087870" h="456638">
                  <a:moveTo>
                    <a:pt x="1087870" y="0"/>
                  </a:moveTo>
                  <a:lnTo>
                    <a:pt x="0" y="456638"/>
                  </a:lnTo>
                </a:path>
              </a:pathLst>
            </a:custGeom>
            <a:ln w="1355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9" name="pl669"/>
            <p:cNvSpPr/>
            <p:nvPr/>
          </p:nvSpPr>
          <p:spPr>
            <a:xfrm>
              <a:off x="3509366" y="4164276"/>
              <a:ext cx="717243" cy="214841"/>
            </a:xfrm>
            <a:custGeom>
              <a:avLst/>
              <a:pathLst>
                <a:path w="717243" h="214841">
                  <a:moveTo>
                    <a:pt x="717243" y="0"/>
                  </a:moveTo>
                  <a:lnTo>
                    <a:pt x="0" y="214841"/>
                  </a:lnTo>
                </a:path>
              </a:pathLst>
            </a:custGeom>
            <a:ln w="1355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0" name="pl670"/>
            <p:cNvSpPr/>
            <p:nvPr/>
          </p:nvSpPr>
          <p:spPr>
            <a:xfrm>
              <a:off x="3295742" y="3747468"/>
              <a:ext cx="1537307" cy="664180"/>
            </a:xfrm>
            <a:custGeom>
              <a:avLst/>
              <a:pathLst>
                <a:path w="1537307" h="664180">
                  <a:moveTo>
                    <a:pt x="1537307" y="0"/>
                  </a:moveTo>
                  <a:lnTo>
                    <a:pt x="0" y="664180"/>
                  </a:lnTo>
                </a:path>
              </a:pathLst>
            </a:custGeom>
            <a:ln w="1355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1" name="pg671"/>
            <p:cNvSpPr/>
            <p:nvPr/>
          </p:nvSpPr>
          <p:spPr>
            <a:xfrm>
              <a:off x="4624451" y="3062385"/>
              <a:ext cx="1500987" cy="324612"/>
            </a:xfrm>
            <a:custGeom>
              <a:avLst/>
              <a:pathLst>
                <a:path w="1500987" h="324612">
                  <a:moveTo>
                    <a:pt x="27432" y="324612"/>
                  </a:moveTo>
                  <a:lnTo>
                    <a:pt x="1473555" y="324612"/>
                  </a:lnTo>
                  <a:lnTo>
                    <a:pt x="1472451" y="324589"/>
                  </a:lnTo>
                  <a:lnTo>
                    <a:pt x="1476862" y="324411"/>
                  </a:lnTo>
                  <a:lnTo>
                    <a:pt x="1481187" y="323528"/>
                  </a:lnTo>
                  <a:lnTo>
                    <a:pt x="1485315" y="321963"/>
                  </a:lnTo>
                  <a:lnTo>
                    <a:pt x="1489138" y="319756"/>
                  </a:lnTo>
                  <a:lnTo>
                    <a:pt x="1492558" y="316964"/>
                  </a:lnTo>
                  <a:lnTo>
                    <a:pt x="1495485" y="313659"/>
                  </a:lnTo>
                  <a:lnTo>
                    <a:pt x="1497845" y="309928"/>
                  </a:lnTo>
                  <a:lnTo>
                    <a:pt x="1499575" y="305866"/>
                  </a:lnTo>
                  <a:lnTo>
                    <a:pt x="1500632" y="301580"/>
                  </a:lnTo>
                  <a:lnTo>
                    <a:pt x="1500987" y="297179"/>
                  </a:lnTo>
                  <a:lnTo>
                    <a:pt x="1500987" y="27432"/>
                  </a:lnTo>
                  <a:lnTo>
                    <a:pt x="1500632" y="23031"/>
                  </a:lnTo>
                  <a:lnTo>
                    <a:pt x="1499575" y="18745"/>
                  </a:lnTo>
                  <a:lnTo>
                    <a:pt x="1497845" y="14683"/>
                  </a:lnTo>
                  <a:lnTo>
                    <a:pt x="1495485" y="10952"/>
                  </a:lnTo>
                  <a:lnTo>
                    <a:pt x="1492558" y="7647"/>
                  </a:lnTo>
                  <a:lnTo>
                    <a:pt x="1489138" y="4855"/>
                  </a:lnTo>
                  <a:lnTo>
                    <a:pt x="1485315" y="2648"/>
                  </a:lnTo>
                  <a:lnTo>
                    <a:pt x="1481187" y="1083"/>
                  </a:lnTo>
                  <a:lnTo>
                    <a:pt x="1476862" y="200"/>
                  </a:lnTo>
                  <a:lnTo>
                    <a:pt x="1473555" y="0"/>
                  </a:lnTo>
                  <a:lnTo>
                    <a:pt x="27432" y="0"/>
                  </a:lnTo>
                  <a:lnTo>
                    <a:pt x="30738" y="200"/>
                  </a:lnTo>
                  <a:lnTo>
                    <a:pt x="26327" y="22"/>
                  </a:lnTo>
                  <a:lnTo>
                    <a:pt x="21944" y="554"/>
                  </a:lnTo>
                  <a:lnTo>
                    <a:pt x="17704" y="1782"/>
                  </a:lnTo>
                  <a:lnTo>
                    <a:pt x="13716" y="3675"/>
                  </a:lnTo>
                  <a:lnTo>
                    <a:pt x="10082" y="6183"/>
                  </a:lnTo>
                  <a:lnTo>
                    <a:pt x="6898" y="9241"/>
                  </a:lnTo>
                  <a:lnTo>
                    <a:pt x="4246" y="12770"/>
                  </a:lnTo>
                  <a:lnTo>
                    <a:pt x="2195" y="16679"/>
                  </a:lnTo>
                  <a:lnTo>
                    <a:pt x="797" y="20867"/>
                  </a:lnTo>
                  <a:lnTo>
                    <a:pt x="88" y="25224"/>
                  </a:lnTo>
                  <a:lnTo>
                    <a:pt x="0" y="27432"/>
                  </a:lnTo>
                  <a:lnTo>
                    <a:pt x="0" y="297179"/>
                  </a:lnTo>
                  <a:lnTo>
                    <a:pt x="88" y="294972"/>
                  </a:lnTo>
                  <a:lnTo>
                    <a:pt x="88" y="299387"/>
                  </a:lnTo>
                  <a:lnTo>
                    <a:pt x="797" y="303744"/>
                  </a:lnTo>
                  <a:lnTo>
                    <a:pt x="2195" y="307932"/>
                  </a:lnTo>
                  <a:lnTo>
                    <a:pt x="4246" y="311841"/>
                  </a:lnTo>
                  <a:lnTo>
                    <a:pt x="6898" y="315370"/>
                  </a:lnTo>
                  <a:lnTo>
                    <a:pt x="10082" y="318428"/>
                  </a:lnTo>
                  <a:lnTo>
                    <a:pt x="13716" y="320936"/>
                  </a:lnTo>
                  <a:lnTo>
                    <a:pt x="17704" y="322829"/>
                  </a:lnTo>
                  <a:lnTo>
                    <a:pt x="21944" y="324057"/>
                  </a:lnTo>
                  <a:lnTo>
                    <a:pt x="26327" y="324589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6775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2" name="tx672"/>
            <p:cNvSpPr/>
            <p:nvPr/>
          </p:nvSpPr>
          <p:spPr>
            <a:xfrm>
              <a:off x="4670171" y="3108105"/>
              <a:ext cx="1409547" cy="23317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256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256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S1_LOLA</a:t>
              </a:r>
            </a:p>
          </p:txBody>
        </p:sp>
        <p:sp>
          <p:nvSpPr>
            <p:cNvPr id="673" name="pg673"/>
            <p:cNvSpPr/>
            <p:nvPr/>
          </p:nvSpPr>
          <p:spPr>
            <a:xfrm>
              <a:off x="4226610" y="3995015"/>
              <a:ext cx="1554937" cy="324611"/>
            </a:xfrm>
            <a:custGeom>
              <a:avLst/>
              <a:pathLst>
                <a:path w="1554937" h="324611">
                  <a:moveTo>
                    <a:pt x="27432" y="324611"/>
                  </a:moveTo>
                  <a:lnTo>
                    <a:pt x="1527505" y="324611"/>
                  </a:lnTo>
                  <a:lnTo>
                    <a:pt x="1526400" y="324589"/>
                  </a:lnTo>
                  <a:lnTo>
                    <a:pt x="1530811" y="324411"/>
                  </a:lnTo>
                  <a:lnTo>
                    <a:pt x="1535137" y="323528"/>
                  </a:lnTo>
                  <a:lnTo>
                    <a:pt x="1539265" y="321963"/>
                  </a:lnTo>
                  <a:lnTo>
                    <a:pt x="1543088" y="319756"/>
                  </a:lnTo>
                  <a:lnTo>
                    <a:pt x="1546508" y="316964"/>
                  </a:lnTo>
                  <a:lnTo>
                    <a:pt x="1549435" y="313659"/>
                  </a:lnTo>
                  <a:lnTo>
                    <a:pt x="1551795" y="309928"/>
                  </a:lnTo>
                  <a:lnTo>
                    <a:pt x="1553525" y="305866"/>
                  </a:lnTo>
                  <a:lnTo>
                    <a:pt x="1554581" y="301580"/>
                  </a:lnTo>
                  <a:lnTo>
                    <a:pt x="1554937" y="297179"/>
                  </a:lnTo>
                  <a:lnTo>
                    <a:pt x="1554937" y="27431"/>
                  </a:lnTo>
                  <a:lnTo>
                    <a:pt x="1554581" y="23031"/>
                  </a:lnTo>
                  <a:lnTo>
                    <a:pt x="1553525" y="18745"/>
                  </a:lnTo>
                  <a:lnTo>
                    <a:pt x="1551795" y="14683"/>
                  </a:lnTo>
                  <a:lnTo>
                    <a:pt x="1549435" y="10952"/>
                  </a:lnTo>
                  <a:lnTo>
                    <a:pt x="1546508" y="7647"/>
                  </a:lnTo>
                  <a:lnTo>
                    <a:pt x="1543088" y="4855"/>
                  </a:lnTo>
                  <a:lnTo>
                    <a:pt x="1539265" y="2648"/>
                  </a:lnTo>
                  <a:lnTo>
                    <a:pt x="1535137" y="1083"/>
                  </a:lnTo>
                  <a:lnTo>
                    <a:pt x="1530811" y="200"/>
                  </a:lnTo>
                  <a:lnTo>
                    <a:pt x="1527505" y="0"/>
                  </a:lnTo>
                  <a:lnTo>
                    <a:pt x="27432" y="0"/>
                  </a:lnTo>
                  <a:lnTo>
                    <a:pt x="30738" y="200"/>
                  </a:lnTo>
                  <a:lnTo>
                    <a:pt x="26327" y="22"/>
                  </a:lnTo>
                  <a:lnTo>
                    <a:pt x="21944" y="554"/>
                  </a:lnTo>
                  <a:lnTo>
                    <a:pt x="17704" y="1782"/>
                  </a:lnTo>
                  <a:lnTo>
                    <a:pt x="13715" y="3675"/>
                  </a:lnTo>
                  <a:lnTo>
                    <a:pt x="10082" y="6183"/>
                  </a:lnTo>
                  <a:lnTo>
                    <a:pt x="6898" y="9241"/>
                  </a:lnTo>
                  <a:lnTo>
                    <a:pt x="4246" y="12770"/>
                  </a:lnTo>
                  <a:lnTo>
                    <a:pt x="2195" y="16679"/>
                  </a:lnTo>
                  <a:lnTo>
                    <a:pt x="797" y="20867"/>
                  </a:lnTo>
                  <a:lnTo>
                    <a:pt x="88" y="25224"/>
                  </a:lnTo>
                  <a:lnTo>
                    <a:pt x="0" y="27431"/>
                  </a:lnTo>
                  <a:lnTo>
                    <a:pt x="0" y="297179"/>
                  </a:lnTo>
                  <a:lnTo>
                    <a:pt x="88" y="294972"/>
                  </a:lnTo>
                  <a:lnTo>
                    <a:pt x="88" y="299387"/>
                  </a:lnTo>
                  <a:lnTo>
                    <a:pt x="797" y="303744"/>
                  </a:lnTo>
                  <a:lnTo>
                    <a:pt x="2195" y="307932"/>
                  </a:lnTo>
                  <a:lnTo>
                    <a:pt x="4246" y="311841"/>
                  </a:lnTo>
                  <a:lnTo>
                    <a:pt x="6898" y="315370"/>
                  </a:lnTo>
                  <a:lnTo>
                    <a:pt x="10082" y="318428"/>
                  </a:lnTo>
                  <a:lnTo>
                    <a:pt x="13715" y="320936"/>
                  </a:lnTo>
                  <a:lnTo>
                    <a:pt x="17704" y="322829"/>
                  </a:lnTo>
                  <a:lnTo>
                    <a:pt x="21944" y="324057"/>
                  </a:lnTo>
                  <a:lnTo>
                    <a:pt x="26327" y="324589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6775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4" name="tx674"/>
            <p:cNvSpPr/>
            <p:nvPr/>
          </p:nvSpPr>
          <p:spPr>
            <a:xfrm>
              <a:off x="4272330" y="4040735"/>
              <a:ext cx="1463497" cy="23317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256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256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S2_DEBY</a:t>
              </a:r>
            </a:p>
          </p:txBody>
        </p:sp>
        <p:sp>
          <p:nvSpPr>
            <p:cNvPr id="675" name="pg675"/>
            <p:cNvSpPr/>
            <p:nvPr/>
          </p:nvSpPr>
          <p:spPr>
            <a:xfrm>
              <a:off x="4833050" y="3579358"/>
              <a:ext cx="1193383" cy="324612"/>
            </a:xfrm>
            <a:custGeom>
              <a:avLst/>
              <a:pathLst>
                <a:path w="1193383" h="324612">
                  <a:moveTo>
                    <a:pt x="27431" y="324612"/>
                  </a:moveTo>
                  <a:lnTo>
                    <a:pt x="1165951" y="324612"/>
                  </a:lnTo>
                  <a:lnTo>
                    <a:pt x="1164846" y="324589"/>
                  </a:lnTo>
                  <a:lnTo>
                    <a:pt x="1169258" y="324411"/>
                  </a:lnTo>
                  <a:lnTo>
                    <a:pt x="1173583" y="323528"/>
                  </a:lnTo>
                  <a:lnTo>
                    <a:pt x="1177711" y="321963"/>
                  </a:lnTo>
                  <a:lnTo>
                    <a:pt x="1181534" y="319756"/>
                  </a:lnTo>
                  <a:lnTo>
                    <a:pt x="1184954" y="316964"/>
                  </a:lnTo>
                  <a:lnTo>
                    <a:pt x="1187881" y="313659"/>
                  </a:lnTo>
                  <a:lnTo>
                    <a:pt x="1190241" y="309928"/>
                  </a:lnTo>
                  <a:lnTo>
                    <a:pt x="1191971" y="305866"/>
                  </a:lnTo>
                  <a:lnTo>
                    <a:pt x="1193028" y="301580"/>
                  </a:lnTo>
                  <a:lnTo>
                    <a:pt x="1193383" y="297180"/>
                  </a:lnTo>
                  <a:lnTo>
                    <a:pt x="1193383" y="27432"/>
                  </a:lnTo>
                  <a:lnTo>
                    <a:pt x="1193028" y="23031"/>
                  </a:lnTo>
                  <a:lnTo>
                    <a:pt x="1191971" y="18745"/>
                  </a:lnTo>
                  <a:lnTo>
                    <a:pt x="1190241" y="14683"/>
                  </a:lnTo>
                  <a:lnTo>
                    <a:pt x="1187881" y="10952"/>
                  </a:lnTo>
                  <a:lnTo>
                    <a:pt x="1184954" y="7647"/>
                  </a:lnTo>
                  <a:lnTo>
                    <a:pt x="1181534" y="4855"/>
                  </a:lnTo>
                  <a:lnTo>
                    <a:pt x="1177711" y="2648"/>
                  </a:lnTo>
                  <a:lnTo>
                    <a:pt x="1173583" y="1083"/>
                  </a:lnTo>
                  <a:lnTo>
                    <a:pt x="1169258" y="200"/>
                  </a:lnTo>
                  <a:lnTo>
                    <a:pt x="1165951" y="0"/>
                  </a:lnTo>
                  <a:lnTo>
                    <a:pt x="27431" y="0"/>
                  </a:lnTo>
                  <a:lnTo>
                    <a:pt x="30738" y="200"/>
                  </a:lnTo>
                  <a:lnTo>
                    <a:pt x="26327" y="22"/>
                  </a:lnTo>
                  <a:lnTo>
                    <a:pt x="21944" y="554"/>
                  </a:lnTo>
                  <a:lnTo>
                    <a:pt x="17704" y="1782"/>
                  </a:lnTo>
                  <a:lnTo>
                    <a:pt x="13715" y="3675"/>
                  </a:lnTo>
                  <a:lnTo>
                    <a:pt x="10082" y="6183"/>
                  </a:lnTo>
                  <a:lnTo>
                    <a:pt x="6898" y="9241"/>
                  </a:lnTo>
                  <a:lnTo>
                    <a:pt x="4246" y="12770"/>
                  </a:lnTo>
                  <a:lnTo>
                    <a:pt x="2195" y="16679"/>
                  </a:lnTo>
                  <a:lnTo>
                    <a:pt x="797" y="20867"/>
                  </a:lnTo>
                  <a:lnTo>
                    <a:pt x="88" y="25224"/>
                  </a:lnTo>
                  <a:lnTo>
                    <a:pt x="0" y="27432"/>
                  </a:lnTo>
                  <a:lnTo>
                    <a:pt x="0" y="297180"/>
                  </a:lnTo>
                  <a:lnTo>
                    <a:pt x="88" y="294972"/>
                  </a:lnTo>
                  <a:lnTo>
                    <a:pt x="88" y="299387"/>
                  </a:lnTo>
                  <a:lnTo>
                    <a:pt x="797" y="303744"/>
                  </a:lnTo>
                  <a:lnTo>
                    <a:pt x="2195" y="307932"/>
                  </a:lnTo>
                  <a:lnTo>
                    <a:pt x="4246" y="311841"/>
                  </a:lnTo>
                  <a:lnTo>
                    <a:pt x="6898" y="315370"/>
                  </a:lnTo>
                  <a:lnTo>
                    <a:pt x="10082" y="318428"/>
                  </a:lnTo>
                  <a:lnTo>
                    <a:pt x="13715" y="320936"/>
                  </a:lnTo>
                  <a:lnTo>
                    <a:pt x="17704" y="322829"/>
                  </a:lnTo>
                  <a:lnTo>
                    <a:pt x="21944" y="324057"/>
                  </a:lnTo>
                  <a:lnTo>
                    <a:pt x="26327" y="324589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6775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6" name="tx676"/>
            <p:cNvSpPr/>
            <p:nvPr/>
          </p:nvSpPr>
          <p:spPr>
            <a:xfrm>
              <a:off x="4878770" y="3625078"/>
              <a:ext cx="1101943" cy="23317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256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256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W4_VA</a:t>
              </a:r>
            </a:p>
          </p:txBody>
        </p:sp>
        <p:sp>
          <p:nvSpPr>
            <p:cNvPr id="677" name="rc677"/>
            <p:cNvSpPr/>
            <p:nvPr/>
          </p:nvSpPr>
          <p:spPr>
            <a:xfrm>
              <a:off x="2301906" y="1669789"/>
              <a:ext cx="4149766" cy="4051159"/>
            </a:xfrm>
            <a:prstGeom prst="rect">
              <a:avLst/>
            </a:prstGeom>
            <a:ln w="13550" cap="rnd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8" name="tx678"/>
            <p:cNvSpPr/>
            <p:nvPr/>
          </p:nvSpPr>
          <p:spPr>
            <a:xfrm>
              <a:off x="1989553" y="5514078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36</a:t>
              </a:r>
            </a:p>
          </p:txBody>
        </p:sp>
        <p:sp>
          <p:nvSpPr>
            <p:cNvPr id="679" name="tx679"/>
            <p:cNvSpPr/>
            <p:nvPr/>
          </p:nvSpPr>
          <p:spPr>
            <a:xfrm>
              <a:off x="2113912" y="5495698"/>
              <a:ext cx="44714" cy="9848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Symbol"/>
                  <a:cs typeface="Symbol"/>
                </a:rPr>
                <a:t>°</a:t>
              </a:r>
            </a:p>
          </p:txBody>
        </p:sp>
        <p:sp>
          <p:nvSpPr>
            <p:cNvPr id="680" name="tx680"/>
            <p:cNvSpPr/>
            <p:nvPr/>
          </p:nvSpPr>
          <p:spPr>
            <a:xfrm>
              <a:off x="2158626" y="5514078"/>
              <a:ext cx="80650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N</a:t>
              </a:r>
            </a:p>
          </p:txBody>
        </p:sp>
        <p:sp>
          <p:nvSpPr>
            <p:cNvPr id="681" name="tx681"/>
            <p:cNvSpPr/>
            <p:nvPr/>
          </p:nvSpPr>
          <p:spPr>
            <a:xfrm>
              <a:off x="1989553" y="4574475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37</a:t>
              </a:r>
            </a:p>
          </p:txBody>
        </p:sp>
        <p:sp>
          <p:nvSpPr>
            <p:cNvPr id="682" name="tx682"/>
            <p:cNvSpPr/>
            <p:nvPr/>
          </p:nvSpPr>
          <p:spPr>
            <a:xfrm>
              <a:off x="2113912" y="4556096"/>
              <a:ext cx="44714" cy="9848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Symbol"/>
                  <a:cs typeface="Symbol"/>
                </a:rPr>
                <a:t>°</a:t>
              </a:r>
            </a:p>
          </p:txBody>
        </p:sp>
        <p:sp>
          <p:nvSpPr>
            <p:cNvPr id="683" name="tx683"/>
            <p:cNvSpPr/>
            <p:nvPr/>
          </p:nvSpPr>
          <p:spPr>
            <a:xfrm>
              <a:off x="2158626" y="4574475"/>
              <a:ext cx="80650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N</a:t>
              </a:r>
            </a:p>
          </p:txBody>
        </p:sp>
        <p:sp>
          <p:nvSpPr>
            <p:cNvPr id="684" name="tx684"/>
            <p:cNvSpPr/>
            <p:nvPr/>
          </p:nvSpPr>
          <p:spPr>
            <a:xfrm>
              <a:off x="1989553" y="3634827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38</a:t>
              </a:r>
            </a:p>
          </p:txBody>
        </p:sp>
        <p:sp>
          <p:nvSpPr>
            <p:cNvPr id="685" name="tx685"/>
            <p:cNvSpPr/>
            <p:nvPr/>
          </p:nvSpPr>
          <p:spPr>
            <a:xfrm>
              <a:off x="2113912" y="3616447"/>
              <a:ext cx="44714" cy="9848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Symbol"/>
                  <a:cs typeface="Symbol"/>
                </a:rPr>
                <a:t>°</a:t>
              </a:r>
            </a:p>
          </p:txBody>
        </p:sp>
        <p:sp>
          <p:nvSpPr>
            <p:cNvPr id="686" name="tx686"/>
            <p:cNvSpPr/>
            <p:nvPr/>
          </p:nvSpPr>
          <p:spPr>
            <a:xfrm>
              <a:off x="2158626" y="3634827"/>
              <a:ext cx="80650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N</a:t>
              </a:r>
            </a:p>
          </p:txBody>
        </p:sp>
        <p:sp>
          <p:nvSpPr>
            <p:cNvPr id="687" name="tx687"/>
            <p:cNvSpPr/>
            <p:nvPr/>
          </p:nvSpPr>
          <p:spPr>
            <a:xfrm>
              <a:off x="1989553" y="2695270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39</a:t>
              </a:r>
            </a:p>
          </p:txBody>
        </p:sp>
        <p:sp>
          <p:nvSpPr>
            <p:cNvPr id="688" name="tx688"/>
            <p:cNvSpPr/>
            <p:nvPr/>
          </p:nvSpPr>
          <p:spPr>
            <a:xfrm>
              <a:off x="2113912" y="2676890"/>
              <a:ext cx="44714" cy="9848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Symbol"/>
                  <a:cs typeface="Symbol"/>
                </a:rPr>
                <a:t>°</a:t>
              </a:r>
            </a:p>
          </p:txBody>
        </p:sp>
        <p:sp>
          <p:nvSpPr>
            <p:cNvPr id="689" name="tx689"/>
            <p:cNvSpPr/>
            <p:nvPr/>
          </p:nvSpPr>
          <p:spPr>
            <a:xfrm>
              <a:off x="2158626" y="2695270"/>
              <a:ext cx="80650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N</a:t>
              </a:r>
            </a:p>
          </p:txBody>
        </p:sp>
        <p:sp>
          <p:nvSpPr>
            <p:cNvPr id="690" name="tx690"/>
            <p:cNvSpPr/>
            <p:nvPr/>
          </p:nvSpPr>
          <p:spPr>
            <a:xfrm>
              <a:off x="1989553" y="1755667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40</a:t>
              </a:r>
            </a:p>
          </p:txBody>
        </p:sp>
        <p:sp>
          <p:nvSpPr>
            <p:cNvPr id="691" name="tx691"/>
            <p:cNvSpPr/>
            <p:nvPr/>
          </p:nvSpPr>
          <p:spPr>
            <a:xfrm>
              <a:off x="2113912" y="1737288"/>
              <a:ext cx="44714" cy="9848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Symbol"/>
                  <a:cs typeface="Symbol"/>
                </a:rPr>
                <a:t>°</a:t>
              </a:r>
            </a:p>
          </p:txBody>
        </p:sp>
        <p:sp>
          <p:nvSpPr>
            <p:cNvPr id="692" name="tx692"/>
            <p:cNvSpPr/>
            <p:nvPr/>
          </p:nvSpPr>
          <p:spPr>
            <a:xfrm>
              <a:off x="2158626" y="1755667"/>
              <a:ext cx="80650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N</a:t>
              </a:r>
            </a:p>
          </p:txBody>
        </p:sp>
        <p:sp>
          <p:nvSpPr>
            <p:cNvPr id="693" name="pl693"/>
            <p:cNvSpPr/>
            <p:nvPr/>
          </p:nvSpPr>
          <p:spPr>
            <a:xfrm>
              <a:off x="2267112" y="5555180"/>
              <a:ext cx="34794" cy="0"/>
            </a:xfrm>
            <a:custGeom>
              <a:avLst/>
              <a:pathLst>
                <a:path w="34794" h="0">
                  <a:moveTo>
                    <a:pt x="0" y="0"/>
                  </a:moveTo>
                  <a:lnTo>
                    <a:pt x="34794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4" name="pl694"/>
            <p:cNvSpPr/>
            <p:nvPr/>
          </p:nvSpPr>
          <p:spPr>
            <a:xfrm>
              <a:off x="2267112" y="4615577"/>
              <a:ext cx="34794" cy="0"/>
            </a:xfrm>
            <a:custGeom>
              <a:avLst/>
              <a:pathLst>
                <a:path w="34794" h="0">
                  <a:moveTo>
                    <a:pt x="0" y="0"/>
                  </a:moveTo>
                  <a:lnTo>
                    <a:pt x="34794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5" name="pl695"/>
            <p:cNvSpPr/>
            <p:nvPr/>
          </p:nvSpPr>
          <p:spPr>
            <a:xfrm>
              <a:off x="2267112" y="3675975"/>
              <a:ext cx="34794" cy="0"/>
            </a:xfrm>
            <a:custGeom>
              <a:avLst/>
              <a:pathLst>
                <a:path w="34794" h="0">
                  <a:moveTo>
                    <a:pt x="0" y="0"/>
                  </a:moveTo>
                  <a:lnTo>
                    <a:pt x="34794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6" name="pl696"/>
            <p:cNvSpPr/>
            <p:nvPr/>
          </p:nvSpPr>
          <p:spPr>
            <a:xfrm>
              <a:off x="2267112" y="2736372"/>
              <a:ext cx="34794" cy="0"/>
            </a:xfrm>
            <a:custGeom>
              <a:avLst/>
              <a:pathLst>
                <a:path w="34794" h="0">
                  <a:moveTo>
                    <a:pt x="0" y="0"/>
                  </a:moveTo>
                  <a:lnTo>
                    <a:pt x="34794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7" name="pl697"/>
            <p:cNvSpPr/>
            <p:nvPr/>
          </p:nvSpPr>
          <p:spPr>
            <a:xfrm>
              <a:off x="2267112" y="1796770"/>
              <a:ext cx="34794" cy="0"/>
            </a:xfrm>
            <a:custGeom>
              <a:avLst/>
              <a:pathLst>
                <a:path w="34794" h="0">
                  <a:moveTo>
                    <a:pt x="0" y="0"/>
                  </a:moveTo>
                  <a:lnTo>
                    <a:pt x="34794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8" name="pl698"/>
            <p:cNvSpPr/>
            <p:nvPr/>
          </p:nvSpPr>
          <p:spPr>
            <a:xfrm>
              <a:off x="2384234" y="5720948"/>
              <a:ext cx="0" cy="34794"/>
            </a:xfrm>
            <a:custGeom>
              <a:avLst/>
              <a:pathLst>
                <a:path w="0" h="34794">
                  <a:moveTo>
                    <a:pt x="0" y="34794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9" name="pl699"/>
            <p:cNvSpPr/>
            <p:nvPr/>
          </p:nvSpPr>
          <p:spPr>
            <a:xfrm>
              <a:off x="3124860" y="5720948"/>
              <a:ext cx="0" cy="34794"/>
            </a:xfrm>
            <a:custGeom>
              <a:avLst/>
              <a:pathLst>
                <a:path w="0" h="34794">
                  <a:moveTo>
                    <a:pt x="0" y="34794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0" name="pl700"/>
            <p:cNvSpPr/>
            <p:nvPr/>
          </p:nvSpPr>
          <p:spPr>
            <a:xfrm>
              <a:off x="3865485" y="5720948"/>
              <a:ext cx="0" cy="34794"/>
            </a:xfrm>
            <a:custGeom>
              <a:avLst/>
              <a:pathLst>
                <a:path w="0" h="34794">
                  <a:moveTo>
                    <a:pt x="0" y="34794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1" name="pl701"/>
            <p:cNvSpPr/>
            <p:nvPr/>
          </p:nvSpPr>
          <p:spPr>
            <a:xfrm>
              <a:off x="4606110" y="5720948"/>
              <a:ext cx="0" cy="34794"/>
            </a:xfrm>
            <a:custGeom>
              <a:avLst/>
              <a:pathLst>
                <a:path w="0" h="34794">
                  <a:moveTo>
                    <a:pt x="0" y="34794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2" name="pl702"/>
            <p:cNvSpPr/>
            <p:nvPr/>
          </p:nvSpPr>
          <p:spPr>
            <a:xfrm>
              <a:off x="5346735" y="5720948"/>
              <a:ext cx="0" cy="34794"/>
            </a:xfrm>
            <a:custGeom>
              <a:avLst/>
              <a:pathLst>
                <a:path w="0" h="34794">
                  <a:moveTo>
                    <a:pt x="0" y="34794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3" name="pl703"/>
            <p:cNvSpPr/>
            <p:nvPr/>
          </p:nvSpPr>
          <p:spPr>
            <a:xfrm>
              <a:off x="6087361" y="5720948"/>
              <a:ext cx="0" cy="34794"/>
            </a:xfrm>
            <a:custGeom>
              <a:avLst/>
              <a:pathLst>
                <a:path w="0" h="34794">
                  <a:moveTo>
                    <a:pt x="0" y="34794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4" name="tx704"/>
            <p:cNvSpPr/>
            <p:nvPr/>
          </p:nvSpPr>
          <p:spPr>
            <a:xfrm>
              <a:off x="2246983" y="5783578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78</a:t>
              </a:r>
            </a:p>
          </p:txBody>
        </p:sp>
        <p:sp>
          <p:nvSpPr>
            <p:cNvPr id="705" name="tx705"/>
            <p:cNvSpPr/>
            <p:nvPr/>
          </p:nvSpPr>
          <p:spPr>
            <a:xfrm>
              <a:off x="2371341" y="5765198"/>
              <a:ext cx="44714" cy="9848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Symbol"/>
                  <a:cs typeface="Symbol"/>
                </a:rPr>
                <a:t>°</a:t>
              </a:r>
            </a:p>
          </p:txBody>
        </p:sp>
        <p:sp>
          <p:nvSpPr>
            <p:cNvPr id="706" name="tx706"/>
            <p:cNvSpPr/>
            <p:nvPr/>
          </p:nvSpPr>
          <p:spPr>
            <a:xfrm>
              <a:off x="2416055" y="5783578"/>
              <a:ext cx="105430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W</a:t>
              </a:r>
            </a:p>
          </p:txBody>
        </p:sp>
        <p:sp>
          <p:nvSpPr>
            <p:cNvPr id="707" name="tx707"/>
            <p:cNvSpPr/>
            <p:nvPr/>
          </p:nvSpPr>
          <p:spPr>
            <a:xfrm>
              <a:off x="2987608" y="5783578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77</a:t>
              </a:r>
            </a:p>
          </p:txBody>
        </p:sp>
        <p:sp>
          <p:nvSpPr>
            <p:cNvPr id="708" name="tx708"/>
            <p:cNvSpPr/>
            <p:nvPr/>
          </p:nvSpPr>
          <p:spPr>
            <a:xfrm>
              <a:off x="3111967" y="5765198"/>
              <a:ext cx="44714" cy="9848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Symbol"/>
                  <a:cs typeface="Symbol"/>
                </a:rPr>
                <a:t>°</a:t>
              </a:r>
            </a:p>
          </p:txBody>
        </p:sp>
        <p:sp>
          <p:nvSpPr>
            <p:cNvPr id="709" name="tx709"/>
            <p:cNvSpPr/>
            <p:nvPr/>
          </p:nvSpPr>
          <p:spPr>
            <a:xfrm>
              <a:off x="3156681" y="5783578"/>
              <a:ext cx="105430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W</a:t>
              </a:r>
            </a:p>
          </p:txBody>
        </p:sp>
        <p:sp>
          <p:nvSpPr>
            <p:cNvPr id="710" name="tx710"/>
            <p:cNvSpPr/>
            <p:nvPr/>
          </p:nvSpPr>
          <p:spPr>
            <a:xfrm>
              <a:off x="3728233" y="5783578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76</a:t>
              </a:r>
            </a:p>
          </p:txBody>
        </p:sp>
        <p:sp>
          <p:nvSpPr>
            <p:cNvPr id="711" name="tx711"/>
            <p:cNvSpPr/>
            <p:nvPr/>
          </p:nvSpPr>
          <p:spPr>
            <a:xfrm>
              <a:off x="3852592" y="5765198"/>
              <a:ext cx="44714" cy="9848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Symbol"/>
                  <a:cs typeface="Symbol"/>
                </a:rPr>
                <a:t>°</a:t>
              </a:r>
            </a:p>
          </p:txBody>
        </p:sp>
        <p:sp>
          <p:nvSpPr>
            <p:cNvPr id="712" name="tx712"/>
            <p:cNvSpPr/>
            <p:nvPr/>
          </p:nvSpPr>
          <p:spPr>
            <a:xfrm>
              <a:off x="3897306" y="5783578"/>
              <a:ext cx="105430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W</a:t>
              </a:r>
            </a:p>
          </p:txBody>
        </p:sp>
        <p:sp>
          <p:nvSpPr>
            <p:cNvPr id="713" name="tx713"/>
            <p:cNvSpPr/>
            <p:nvPr/>
          </p:nvSpPr>
          <p:spPr>
            <a:xfrm>
              <a:off x="4468859" y="5783578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75</a:t>
              </a:r>
            </a:p>
          </p:txBody>
        </p:sp>
        <p:sp>
          <p:nvSpPr>
            <p:cNvPr id="714" name="tx714"/>
            <p:cNvSpPr/>
            <p:nvPr/>
          </p:nvSpPr>
          <p:spPr>
            <a:xfrm>
              <a:off x="4593217" y="5765198"/>
              <a:ext cx="44714" cy="9848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Symbol"/>
                  <a:cs typeface="Symbol"/>
                </a:rPr>
                <a:t>°</a:t>
              </a:r>
            </a:p>
          </p:txBody>
        </p:sp>
        <p:sp>
          <p:nvSpPr>
            <p:cNvPr id="715" name="tx715"/>
            <p:cNvSpPr/>
            <p:nvPr/>
          </p:nvSpPr>
          <p:spPr>
            <a:xfrm>
              <a:off x="4637931" y="5783578"/>
              <a:ext cx="105430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W</a:t>
              </a:r>
            </a:p>
          </p:txBody>
        </p:sp>
        <p:sp>
          <p:nvSpPr>
            <p:cNvPr id="716" name="tx716"/>
            <p:cNvSpPr/>
            <p:nvPr/>
          </p:nvSpPr>
          <p:spPr>
            <a:xfrm>
              <a:off x="5209484" y="5783578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74</a:t>
              </a:r>
            </a:p>
          </p:txBody>
        </p:sp>
        <p:sp>
          <p:nvSpPr>
            <p:cNvPr id="717" name="tx717"/>
            <p:cNvSpPr/>
            <p:nvPr/>
          </p:nvSpPr>
          <p:spPr>
            <a:xfrm>
              <a:off x="5333842" y="5765198"/>
              <a:ext cx="44714" cy="9848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Symbol"/>
                  <a:cs typeface="Symbol"/>
                </a:rPr>
                <a:t>°</a:t>
              </a:r>
            </a:p>
          </p:txBody>
        </p:sp>
        <p:sp>
          <p:nvSpPr>
            <p:cNvPr id="718" name="tx718"/>
            <p:cNvSpPr/>
            <p:nvPr/>
          </p:nvSpPr>
          <p:spPr>
            <a:xfrm>
              <a:off x="5378557" y="5783578"/>
              <a:ext cx="105430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W</a:t>
              </a:r>
            </a:p>
          </p:txBody>
        </p:sp>
        <p:sp>
          <p:nvSpPr>
            <p:cNvPr id="719" name="tx719"/>
            <p:cNvSpPr/>
            <p:nvPr/>
          </p:nvSpPr>
          <p:spPr>
            <a:xfrm>
              <a:off x="5950109" y="5783578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73</a:t>
              </a:r>
            </a:p>
          </p:txBody>
        </p:sp>
        <p:sp>
          <p:nvSpPr>
            <p:cNvPr id="720" name="tx720"/>
            <p:cNvSpPr/>
            <p:nvPr/>
          </p:nvSpPr>
          <p:spPr>
            <a:xfrm>
              <a:off x="6074468" y="5765198"/>
              <a:ext cx="44714" cy="9848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Symbol"/>
                  <a:cs typeface="Symbol"/>
                </a:rPr>
                <a:t>°</a:t>
              </a:r>
            </a:p>
          </p:txBody>
        </p:sp>
        <p:sp>
          <p:nvSpPr>
            <p:cNvPr id="721" name="tx721"/>
            <p:cNvSpPr/>
            <p:nvPr/>
          </p:nvSpPr>
          <p:spPr>
            <a:xfrm>
              <a:off x="6119182" y="5783578"/>
              <a:ext cx="105430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W</a:t>
              </a:r>
            </a:p>
          </p:txBody>
        </p:sp>
        <p:sp>
          <p:nvSpPr>
            <p:cNvPr id="722" name="tx722"/>
            <p:cNvSpPr/>
            <p:nvPr/>
          </p:nvSpPr>
          <p:spPr>
            <a:xfrm>
              <a:off x="3801860" y="5925448"/>
              <a:ext cx="1149858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Longitude_manual</a:t>
              </a:r>
            </a:p>
          </p:txBody>
        </p:sp>
        <p:sp>
          <p:nvSpPr>
            <p:cNvPr id="723" name="tx723"/>
            <p:cNvSpPr/>
            <p:nvPr/>
          </p:nvSpPr>
          <p:spPr>
            <a:xfrm rot="-5400000">
              <a:off x="1357153" y="3645259"/>
              <a:ext cx="1033180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Latitude_manual</a:t>
              </a:r>
            </a:p>
          </p:txBody>
        </p:sp>
        <p:sp>
          <p:nvSpPr>
            <p:cNvPr id="724" name="rc724"/>
            <p:cNvSpPr/>
            <p:nvPr/>
          </p:nvSpPr>
          <p:spPr>
            <a:xfrm>
              <a:off x="6590850" y="2976782"/>
              <a:ext cx="729514" cy="143717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25" name="tx725"/>
            <p:cNvSpPr/>
            <p:nvPr/>
          </p:nvSpPr>
          <p:spPr>
            <a:xfrm>
              <a:off x="6660439" y="3061824"/>
              <a:ext cx="590336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var1.pred</a:t>
              </a:r>
            </a:p>
          </p:txBody>
        </p:sp>
        <p:pic>
          <p:nvPicPr>
            <p:cNvPr id="726" name="pic726"/>
            <p:cNvPicPr/>
            <p:nvPr/>
          </p:nvPicPr>
          <p:blipFill>
            <a:blip r:embed="rId2" cstate="print"/>
            <a:stretch>
              <a:fillRect/>
            </a:stretch>
          </p:blipFill>
          <p:spPr>
            <a:xfrm>
              <a:off x="6660439" y="3247085"/>
              <a:ext cx="219455" cy="1097280"/>
            </a:xfrm>
            <a:prstGeom prst="rect">
              <a:avLst/>
            </a:prstGeom>
          </p:spPr>
        </p:pic>
        <p:sp>
          <p:nvSpPr>
            <p:cNvPr id="727" name="pl727"/>
            <p:cNvSpPr/>
            <p:nvPr/>
          </p:nvSpPr>
          <p:spPr>
            <a:xfrm>
              <a:off x="6836004" y="4342536"/>
              <a:ext cx="43891" cy="0"/>
            </a:xfrm>
            <a:custGeom>
              <a:avLst/>
              <a:pathLst>
                <a:path w="43891" h="0">
                  <a:moveTo>
                    <a:pt x="0" y="0"/>
                  </a:moveTo>
                  <a:lnTo>
                    <a:pt x="43891" y="0"/>
                  </a:lnTo>
                </a:path>
              </a:pathLst>
            </a:custGeom>
            <a:ln w="4762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8" name="pl728"/>
            <p:cNvSpPr/>
            <p:nvPr/>
          </p:nvSpPr>
          <p:spPr>
            <a:xfrm>
              <a:off x="6836004" y="4160266"/>
              <a:ext cx="43891" cy="0"/>
            </a:xfrm>
            <a:custGeom>
              <a:avLst/>
              <a:pathLst>
                <a:path w="43891" h="0">
                  <a:moveTo>
                    <a:pt x="0" y="0"/>
                  </a:moveTo>
                  <a:lnTo>
                    <a:pt x="43891" y="0"/>
                  </a:lnTo>
                </a:path>
              </a:pathLst>
            </a:custGeom>
            <a:ln w="4762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9" name="pl729"/>
            <p:cNvSpPr/>
            <p:nvPr/>
          </p:nvSpPr>
          <p:spPr>
            <a:xfrm>
              <a:off x="6836004" y="3977995"/>
              <a:ext cx="43891" cy="0"/>
            </a:xfrm>
            <a:custGeom>
              <a:avLst/>
              <a:pathLst>
                <a:path w="43891" h="0">
                  <a:moveTo>
                    <a:pt x="0" y="0"/>
                  </a:moveTo>
                  <a:lnTo>
                    <a:pt x="43891" y="0"/>
                  </a:lnTo>
                </a:path>
              </a:pathLst>
            </a:custGeom>
            <a:ln w="4762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0" name="pl730"/>
            <p:cNvSpPr/>
            <p:nvPr/>
          </p:nvSpPr>
          <p:spPr>
            <a:xfrm>
              <a:off x="6836004" y="3795725"/>
              <a:ext cx="43891" cy="0"/>
            </a:xfrm>
            <a:custGeom>
              <a:avLst/>
              <a:pathLst>
                <a:path w="43891" h="0">
                  <a:moveTo>
                    <a:pt x="0" y="0"/>
                  </a:moveTo>
                  <a:lnTo>
                    <a:pt x="43891" y="0"/>
                  </a:lnTo>
                </a:path>
              </a:pathLst>
            </a:custGeom>
            <a:ln w="4762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1" name="pl731"/>
            <p:cNvSpPr/>
            <p:nvPr/>
          </p:nvSpPr>
          <p:spPr>
            <a:xfrm>
              <a:off x="6836004" y="3613455"/>
              <a:ext cx="43891" cy="0"/>
            </a:xfrm>
            <a:custGeom>
              <a:avLst/>
              <a:pathLst>
                <a:path w="43891" h="0">
                  <a:moveTo>
                    <a:pt x="0" y="0"/>
                  </a:moveTo>
                  <a:lnTo>
                    <a:pt x="43891" y="0"/>
                  </a:lnTo>
                </a:path>
              </a:pathLst>
            </a:custGeom>
            <a:ln w="4762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2" name="pl732"/>
            <p:cNvSpPr/>
            <p:nvPr/>
          </p:nvSpPr>
          <p:spPr>
            <a:xfrm>
              <a:off x="6836004" y="3431184"/>
              <a:ext cx="43891" cy="0"/>
            </a:xfrm>
            <a:custGeom>
              <a:avLst/>
              <a:pathLst>
                <a:path w="43891" h="0">
                  <a:moveTo>
                    <a:pt x="0" y="0"/>
                  </a:moveTo>
                  <a:lnTo>
                    <a:pt x="43891" y="0"/>
                  </a:lnTo>
                </a:path>
              </a:pathLst>
            </a:custGeom>
            <a:ln w="4762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3" name="pl733"/>
            <p:cNvSpPr/>
            <p:nvPr/>
          </p:nvSpPr>
          <p:spPr>
            <a:xfrm>
              <a:off x="6836004" y="3248914"/>
              <a:ext cx="43891" cy="0"/>
            </a:xfrm>
            <a:custGeom>
              <a:avLst/>
              <a:pathLst>
                <a:path w="43891" h="0">
                  <a:moveTo>
                    <a:pt x="0" y="0"/>
                  </a:moveTo>
                  <a:lnTo>
                    <a:pt x="43891" y="0"/>
                  </a:lnTo>
                </a:path>
              </a:pathLst>
            </a:custGeom>
            <a:ln w="4762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4" name="pl734"/>
            <p:cNvSpPr/>
            <p:nvPr/>
          </p:nvSpPr>
          <p:spPr>
            <a:xfrm>
              <a:off x="6660439" y="4342536"/>
              <a:ext cx="43891" cy="0"/>
            </a:xfrm>
            <a:custGeom>
              <a:avLst/>
              <a:pathLst>
                <a:path w="43891" h="0">
                  <a:moveTo>
                    <a:pt x="43891" y="0"/>
                  </a:moveTo>
                  <a:lnTo>
                    <a:pt x="0" y="0"/>
                  </a:lnTo>
                </a:path>
              </a:pathLst>
            </a:custGeom>
            <a:ln w="4762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5" name="pl735"/>
            <p:cNvSpPr/>
            <p:nvPr/>
          </p:nvSpPr>
          <p:spPr>
            <a:xfrm>
              <a:off x="6660439" y="4160266"/>
              <a:ext cx="43891" cy="0"/>
            </a:xfrm>
            <a:custGeom>
              <a:avLst/>
              <a:pathLst>
                <a:path w="43891" h="0">
                  <a:moveTo>
                    <a:pt x="43891" y="0"/>
                  </a:moveTo>
                  <a:lnTo>
                    <a:pt x="0" y="0"/>
                  </a:lnTo>
                </a:path>
              </a:pathLst>
            </a:custGeom>
            <a:ln w="4762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6" name="pl736"/>
            <p:cNvSpPr/>
            <p:nvPr/>
          </p:nvSpPr>
          <p:spPr>
            <a:xfrm>
              <a:off x="6660439" y="3977995"/>
              <a:ext cx="43891" cy="0"/>
            </a:xfrm>
            <a:custGeom>
              <a:avLst/>
              <a:pathLst>
                <a:path w="43891" h="0">
                  <a:moveTo>
                    <a:pt x="43891" y="0"/>
                  </a:moveTo>
                  <a:lnTo>
                    <a:pt x="0" y="0"/>
                  </a:lnTo>
                </a:path>
              </a:pathLst>
            </a:custGeom>
            <a:ln w="4762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7" name="pl737"/>
            <p:cNvSpPr/>
            <p:nvPr/>
          </p:nvSpPr>
          <p:spPr>
            <a:xfrm>
              <a:off x="6660439" y="3795725"/>
              <a:ext cx="43891" cy="0"/>
            </a:xfrm>
            <a:custGeom>
              <a:avLst/>
              <a:pathLst>
                <a:path w="43891" h="0">
                  <a:moveTo>
                    <a:pt x="43891" y="0"/>
                  </a:moveTo>
                  <a:lnTo>
                    <a:pt x="0" y="0"/>
                  </a:lnTo>
                </a:path>
              </a:pathLst>
            </a:custGeom>
            <a:ln w="4762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8" name="pl738"/>
            <p:cNvSpPr/>
            <p:nvPr/>
          </p:nvSpPr>
          <p:spPr>
            <a:xfrm>
              <a:off x="6660439" y="3613455"/>
              <a:ext cx="43891" cy="0"/>
            </a:xfrm>
            <a:custGeom>
              <a:avLst/>
              <a:pathLst>
                <a:path w="43891" h="0">
                  <a:moveTo>
                    <a:pt x="43891" y="0"/>
                  </a:moveTo>
                  <a:lnTo>
                    <a:pt x="0" y="0"/>
                  </a:lnTo>
                </a:path>
              </a:pathLst>
            </a:custGeom>
            <a:ln w="4762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9" name="pl739"/>
            <p:cNvSpPr/>
            <p:nvPr/>
          </p:nvSpPr>
          <p:spPr>
            <a:xfrm>
              <a:off x="6660439" y="3431184"/>
              <a:ext cx="43891" cy="0"/>
            </a:xfrm>
            <a:custGeom>
              <a:avLst/>
              <a:pathLst>
                <a:path w="43891" h="0">
                  <a:moveTo>
                    <a:pt x="43891" y="0"/>
                  </a:moveTo>
                  <a:lnTo>
                    <a:pt x="0" y="0"/>
                  </a:lnTo>
                </a:path>
              </a:pathLst>
            </a:custGeom>
            <a:ln w="4762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0" name="pl740"/>
            <p:cNvSpPr/>
            <p:nvPr/>
          </p:nvSpPr>
          <p:spPr>
            <a:xfrm>
              <a:off x="6660439" y="3248914"/>
              <a:ext cx="43891" cy="0"/>
            </a:xfrm>
            <a:custGeom>
              <a:avLst/>
              <a:pathLst>
                <a:path w="43891" h="0">
                  <a:moveTo>
                    <a:pt x="43891" y="0"/>
                  </a:moveTo>
                  <a:lnTo>
                    <a:pt x="0" y="0"/>
                  </a:lnTo>
                </a:path>
              </a:pathLst>
            </a:custGeom>
            <a:ln w="4762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1" name="tx741"/>
            <p:cNvSpPr/>
            <p:nvPr/>
          </p:nvSpPr>
          <p:spPr>
            <a:xfrm>
              <a:off x="6949485" y="4302486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742" name="tx742"/>
            <p:cNvSpPr/>
            <p:nvPr/>
          </p:nvSpPr>
          <p:spPr>
            <a:xfrm>
              <a:off x="6949485" y="412021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743" name="tx743"/>
            <p:cNvSpPr/>
            <p:nvPr/>
          </p:nvSpPr>
          <p:spPr>
            <a:xfrm>
              <a:off x="6949485" y="393794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744" name="tx744"/>
            <p:cNvSpPr/>
            <p:nvPr/>
          </p:nvSpPr>
          <p:spPr>
            <a:xfrm>
              <a:off x="6949485" y="3755674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745" name="tx745"/>
            <p:cNvSpPr/>
            <p:nvPr/>
          </p:nvSpPr>
          <p:spPr>
            <a:xfrm>
              <a:off x="6949485" y="3573404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746" name="tx746"/>
            <p:cNvSpPr/>
            <p:nvPr/>
          </p:nvSpPr>
          <p:spPr>
            <a:xfrm>
              <a:off x="6949485" y="3391134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5</a:t>
              </a:r>
            </a:p>
          </p:txBody>
        </p:sp>
        <p:sp>
          <p:nvSpPr>
            <p:cNvPr id="747" name="tx747"/>
            <p:cNvSpPr/>
            <p:nvPr/>
          </p:nvSpPr>
          <p:spPr>
            <a:xfrm>
              <a:off x="6949485" y="3208863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6</a:t>
              </a:r>
            </a:p>
          </p:txBody>
        </p:sp>
      </p:grp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rc4"/>
            <p:cNvSpPr/>
            <p:nvPr/>
          </p:nvSpPr>
          <p:spPr>
            <a:xfrm>
              <a:off x="1487040" y="1600200"/>
              <a:ext cx="6169918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13550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rc5"/>
            <p:cNvSpPr/>
            <p:nvPr/>
          </p:nvSpPr>
          <p:spPr>
            <a:xfrm>
              <a:off x="2034901" y="2354586"/>
              <a:ext cx="4342247" cy="3366361"/>
            </a:xfrm>
            <a:prstGeom prst="rect">
              <a:avLst/>
            </a:prstGeom>
            <a:solidFill>
              <a:srgbClr val="F0F8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2443946" y="2354586"/>
              <a:ext cx="0" cy="3366361"/>
            </a:xfrm>
            <a:custGeom>
              <a:avLst/>
              <a:pathLst>
                <a:path w="0" h="3366361">
                  <a:moveTo>
                    <a:pt x="0" y="3366361"/>
                  </a:moveTo>
                  <a:lnTo>
                    <a:pt x="0" y="3348846"/>
                  </a:lnTo>
                  <a:lnTo>
                    <a:pt x="0" y="3309435"/>
                  </a:lnTo>
                  <a:lnTo>
                    <a:pt x="0" y="3270024"/>
                  </a:lnTo>
                  <a:lnTo>
                    <a:pt x="0" y="3230613"/>
                  </a:lnTo>
                  <a:lnTo>
                    <a:pt x="0" y="3191202"/>
                  </a:lnTo>
                  <a:lnTo>
                    <a:pt x="0" y="3151791"/>
                  </a:lnTo>
                  <a:lnTo>
                    <a:pt x="0" y="3112380"/>
                  </a:lnTo>
                  <a:lnTo>
                    <a:pt x="0" y="3072969"/>
                  </a:lnTo>
                  <a:lnTo>
                    <a:pt x="0" y="3033559"/>
                  </a:lnTo>
                  <a:lnTo>
                    <a:pt x="0" y="2994148"/>
                  </a:lnTo>
                  <a:lnTo>
                    <a:pt x="0" y="2954737"/>
                  </a:lnTo>
                  <a:lnTo>
                    <a:pt x="0" y="2915326"/>
                  </a:lnTo>
                  <a:lnTo>
                    <a:pt x="0" y="2875915"/>
                  </a:lnTo>
                  <a:lnTo>
                    <a:pt x="0" y="2836504"/>
                  </a:lnTo>
                  <a:lnTo>
                    <a:pt x="0" y="2797093"/>
                  </a:lnTo>
                  <a:lnTo>
                    <a:pt x="0" y="2757682"/>
                  </a:lnTo>
                  <a:lnTo>
                    <a:pt x="0" y="2718271"/>
                  </a:lnTo>
                  <a:lnTo>
                    <a:pt x="0" y="2678860"/>
                  </a:lnTo>
                  <a:lnTo>
                    <a:pt x="0" y="2639450"/>
                  </a:lnTo>
                  <a:lnTo>
                    <a:pt x="0" y="2600039"/>
                  </a:lnTo>
                  <a:lnTo>
                    <a:pt x="0" y="2560628"/>
                  </a:lnTo>
                  <a:lnTo>
                    <a:pt x="0" y="2521217"/>
                  </a:lnTo>
                  <a:lnTo>
                    <a:pt x="0" y="2481806"/>
                  </a:lnTo>
                  <a:lnTo>
                    <a:pt x="0" y="2442395"/>
                  </a:lnTo>
                  <a:lnTo>
                    <a:pt x="0" y="2402984"/>
                  </a:lnTo>
                  <a:lnTo>
                    <a:pt x="0" y="2363573"/>
                  </a:lnTo>
                  <a:lnTo>
                    <a:pt x="0" y="2324162"/>
                  </a:lnTo>
                  <a:lnTo>
                    <a:pt x="0" y="2284751"/>
                  </a:lnTo>
                  <a:lnTo>
                    <a:pt x="0" y="2245340"/>
                  </a:lnTo>
                  <a:lnTo>
                    <a:pt x="0" y="2205930"/>
                  </a:lnTo>
                  <a:lnTo>
                    <a:pt x="0" y="2166519"/>
                  </a:lnTo>
                  <a:lnTo>
                    <a:pt x="0" y="2127108"/>
                  </a:lnTo>
                  <a:lnTo>
                    <a:pt x="0" y="2087697"/>
                  </a:lnTo>
                  <a:lnTo>
                    <a:pt x="0" y="2048286"/>
                  </a:lnTo>
                  <a:lnTo>
                    <a:pt x="0" y="2008875"/>
                  </a:lnTo>
                  <a:lnTo>
                    <a:pt x="0" y="1969464"/>
                  </a:lnTo>
                  <a:lnTo>
                    <a:pt x="0" y="1930053"/>
                  </a:lnTo>
                  <a:lnTo>
                    <a:pt x="0" y="1890642"/>
                  </a:lnTo>
                  <a:lnTo>
                    <a:pt x="0" y="1851231"/>
                  </a:lnTo>
                  <a:lnTo>
                    <a:pt x="0" y="1811821"/>
                  </a:lnTo>
                  <a:lnTo>
                    <a:pt x="0" y="1772410"/>
                  </a:lnTo>
                  <a:lnTo>
                    <a:pt x="0" y="1732999"/>
                  </a:lnTo>
                  <a:lnTo>
                    <a:pt x="0" y="1693588"/>
                  </a:lnTo>
                  <a:lnTo>
                    <a:pt x="0" y="1654177"/>
                  </a:lnTo>
                  <a:lnTo>
                    <a:pt x="0" y="1614766"/>
                  </a:lnTo>
                  <a:lnTo>
                    <a:pt x="0" y="1575355"/>
                  </a:lnTo>
                  <a:lnTo>
                    <a:pt x="0" y="1535944"/>
                  </a:lnTo>
                  <a:lnTo>
                    <a:pt x="0" y="1496533"/>
                  </a:lnTo>
                  <a:lnTo>
                    <a:pt x="0" y="1457122"/>
                  </a:lnTo>
                  <a:lnTo>
                    <a:pt x="0" y="1417711"/>
                  </a:lnTo>
                  <a:lnTo>
                    <a:pt x="0" y="1378301"/>
                  </a:lnTo>
                  <a:lnTo>
                    <a:pt x="0" y="1338890"/>
                  </a:lnTo>
                  <a:lnTo>
                    <a:pt x="0" y="1299479"/>
                  </a:lnTo>
                  <a:lnTo>
                    <a:pt x="0" y="1260068"/>
                  </a:lnTo>
                  <a:lnTo>
                    <a:pt x="0" y="1220657"/>
                  </a:lnTo>
                  <a:lnTo>
                    <a:pt x="0" y="1181246"/>
                  </a:lnTo>
                  <a:lnTo>
                    <a:pt x="0" y="1141835"/>
                  </a:lnTo>
                  <a:lnTo>
                    <a:pt x="0" y="1102424"/>
                  </a:lnTo>
                  <a:lnTo>
                    <a:pt x="0" y="1063013"/>
                  </a:lnTo>
                  <a:lnTo>
                    <a:pt x="0" y="1023602"/>
                  </a:lnTo>
                  <a:lnTo>
                    <a:pt x="0" y="984192"/>
                  </a:lnTo>
                  <a:lnTo>
                    <a:pt x="0" y="944781"/>
                  </a:lnTo>
                  <a:lnTo>
                    <a:pt x="0" y="905370"/>
                  </a:lnTo>
                  <a:lnTo>
                    <a:pt x="0" y="865959"/>
                  </a:lnTo>
                  <a:lnTo>
                    <a:pt x="0" y="826548"/>
                  </a:lnTo>
                  <a:lnTo>
                    <a:pt x="0" y="787137"/>
                  </a:lnTo>
                  <a:lnTo>
                    <a:pt x="0" y="747726"/>
                  </a:lnTo>
                  <a:lnTo>
                    <a:pt x="0" y="708315"/>
                  </a:lnTo>
                  <a:lnTo>
                    <a:pt x="0" y="668904"/>
                  </a:lnTo>
                  <a:lnTo>
                    <a:pt x="0" y="629493"/>
                  </a:lnTo>
                  <a:lnTo>
                    <a:pt x="0" y="590082"/>
                  </a:lnTo>
                  <a:lnTo>
                    <a:pt x="0" y="550672"/>
                  </a:lnTo>
                  <a:lnTo>
                    <a:pt x="0" y="511261"/>
                  </a:lnTo>
                  <a:lnTo>
                    <a:pt x="0" y="471850"/>
                  </a:lnTo>
                  <a:lnTo>
                    <a:pt x="0" y="432439"/>
                  </a:lnTo>
                  <a:lnTo>
                    <a:pt x="0" y="393028"/>
                  </a:lnTo>
                  <a:lnTo>
                    <a:pt x="0" y="353617"/>
                  </a:lnTo>
                  <a:lnTo>
                    <a:pt x="0" y="314206"/>
                  </a:lnTo>
                  <a:lnTo>
                    <a:pt x="0" y="274795"/>
                  </a:lnTo>
                  <a:lnTo>
                    <a:pt x="0" y="235384"/>
                  </a:lnTo>
                  <a:lnTo>
                    <a:pt x="0" y="195973"/>
                  </a:lnTo>
                  <a:lnTo>
                    <a:pt x="0" y="156563"/>
                  </a:lnTo>
                  <a:lnTo>
                    <a:pt x="0" y="117152"/>
                  </a:lnTo>
                  <a:lnTo>
                    <a:pt x="0" y="77741"/>
                  </a:lnTo>
                  <a:lnTo>
                    <a:pt x="0" y="38330"/>
                  </a:ln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rnd">
              <a:solidFill>
                <a:srgbClr val="F0F8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2973121" y="2354586"/>
              <a:ext cx="0" cy="3366361"/>
            </a:xfrm>
            <a:custGeom>
              <a:avLst/>
              <a:pathLst>
                <a:path w="0" h="3366361">
                  <a:moveTo>
                    <a:pt x="0" y="3366361"/>
                  </a:moveTo>
                  <a:lnTo>
                    <a:pt x="0" y="3348846"/>
                  </a:lnTo>
                  <a:lnTo>
                    <a:pt x="0" y="3309435"/>
                  </a:lnTo>
                  <a:lnTo>
                    <a:pt x="0" y="3270024"/>
                  </a:lnTo>
                  <a:lnTo>
                    <a:pt x="0" y="3230613"/>
                  </a:lnTo>
                  <a:lnTo>
                    <a:pt x="0" y="3191202"/>
                  </a:lnTo>
                  <a:lnTo>
                    <a:pt x="0" y="3151791"/>
                  </a:lnTo>
                  <a:lnTo>
                    <a:pt x="0" y="3112380"/>
                  </a:lnTo>
                  <a:lnTo>
                    <a:pt x="0" y="3072969"/>
                  </a:lnTo>
                  <a:lnTo>
                    <a:pt x="0" y="3033559"/>
                  </a:lnTo>
                  <a:lnTo>
                    <a:pt x="0" y="2994148"/>
                  </a:lnTo>
                  <a:lnTo>
                    <a:pt x="0" y="2954737"/>
                  </a:lnTo>
                  <a:lnTo>
                    <a:pt x="0" y="2915326"/>
                  </a:lnTo>
                  <a:lnTo>
                    <a:pt x="0" y="2875915"/>
                  </a:lnTo>
                  <a:lnTo>
                    <a:pt x="0" y="2836504"/>
                  </a:lnTo>
                  <a:lnTo>
                    <a:pt x="0" y="2797093"/>
                  </a:lnTo>
                  <a:lnTo>
                    <a:pt x="0" y="2757682"/>
                  </a:lnTo>
                  <a:lnTo>
                    <a:pt x="0" y="2718271"/>
                  </a:lnTo>
                  <a:lnTo>
                    <a:pt x="0" y="2678860"/>
                  </a:lnTo>
                  <a:lnTo>
                    <a:pt x="0" y="2639450"/>
                  </a:lnTo>
                  <a:lnTo>
                    <a:pt x="0" y="2600039"/>
                  </a:lnTo>
                  <a:lnTo>
                    <a:pt x="0" y="2560628"/>
                  </a:lnTo>
                  <a:lnTo>
                    <a:pt x="0" y="2521217"/>
                  </a:lnTo>
                  <a:lnTo>
                    <a:pt x="0" y="2481806"/>
                  </a:lnTo>
                  <a:lnTo>
                    <a:pt x="0" y="2442395"/>
                  </a:lnTo>
                  <a:lnTo>
                    <a:pt x="0" y="2402984"/>
                  </a:lnTo>
                  <a:lnTo>
                    <a:pt x="0" y="2363573"/>
                  </a:lnTo>
                  <a:lnTo>
                    <a:pt x="0" y="2324162"/>
                  </a:lnTo>
                  <a:lnTo>
                    <a:pt x="0" y="2284751"/>
                  </a:lnTo>
                  <a:lnTo>
                    <a:pt x="0" y="2245340"/>
                  </a:lnTo>
                  <a:lnTo>
                    <a:pt x="0" y="2205930"/>
                  </a:lnTo>
                  <a:lnTo>
                    <a:pt x="0" y="2166519"/>
                  </a:lnTo>
                  <a:lnTo>
                    <a:pt x="0" y="2127108"/>
                  </a:lnTo>
                  <a:lnTo>
                    <a:pt x="0" y="2087697"/>
                  </a:lnTo>
                  <a:lnTo>
                    <a:pt x="0" y="2048286"/>
                  </a:lnTo>
                  <a:lnTo>
                    <a:pt x="0" y="2008875"/>
                  </a:lnTo>
                  <a:lnTo>
                    <a:pt x="0" y="1969464"/>
                  </a:lnTo>
                  <a:lnTo>
                    <a:pt x="0" y="1930053"/>
                  </a:lnTo>
                  <a:lnTo>
                    <a:pt x="0" y="1890642"/>
                  </a:lnTo>
                  <a:lnTo>
                    <a:pt x="0" y="1851231"/>
                  </a:lnTo>
                  <a:lnTo>
                    <a:pt x="0" y="1811821"/>
                  </a:lnTo>
                  <a:lnTo>
                    <a:pt x="0" y="1772410"/>
                  </a:lnTo>
                  <a:lnTo>
                    <a:pt x="0" y="1732999"/>
                  </a:lnTo>
                  <a:lnTo>
                    <a:pt x="0" y="1693588"/>
                  </a:lnTo>
                  <a:lnTo>
                    <a:pt x="0" y="1654177"/>
                  </a:lnTo>
                  <a:lnTo>
                    <a:pt x="0" y="1614766"/>
                  </a:lnTo>
                  <a:lnTo>
                    <a:pt x="0" y="1575355"/>
                  </a:lnTo>
                  <a:lnTo>
                    <a:pt x="0" y="1535944"/>
                  </a:lnTo>
                  <a:lnTo>
                    <a:pt x="0" y="1496533"/>
                  </a:lnTo>
                  <a:lnTo>
                    <a:pt x="0" y="1457122"/>
                  </a:lnTo>
                  <a:lnTo>
                    <a:pt x="0" y="1417711"/>
                  </a:lnTo>
                  <a:lnTo>
                    <a:pt x="0" y="1378301"/>
                  </a:lnTo>
                  <a:lnTo>
                    <a:pt x="0" y="1338890"/>
                  </a:lnTo>
                  <a:lnTo>
                    <a:pt x="0" y="1299479"/>
                  </a:lnTo>
                  <a:lnTo>
                    <a:pt x="0" y="1260068"/>
                  </a:lnTo>
                  <a:lnTo>
                    <a:pt x="0" y="1220657"/>
                  </a:lnTo>
                  <a:lnTo>
                    <a:pt x="0" y="1181246"/>
                  </a:lnTo>
                  <a:lnTo>
                    <a:pt x="0" y="1141835"/>
                  </a:lnTo>
                  <a:lnTo>
                    <a:pt x="0" y="1102424"/>
                  </a:lnTo>
                  <a:lnTo>
                    <a:pt x="0" y="1063013"/>
                  </a:lnTo>
                  <a:lnTo>
                    <a:pt x="0" y="1023602"/>
                  </a:lnTo>
                  <a:lnTo>
                    <a:pt x="0" y="984192"/>
                  </a:lnTo>
                  <a:lnTo>
                    <a:pt x="0" y="944781"/>
                  </a:lnTo>
                  <a:lnTo>
                    <a:pt x="0" y="905370"/>
                  </a:lnTo>
                  <a:lnTo>
                    <a:pt x="0" y="865959"/>
                  </a:lnTo>
                  <a:lnTo>
                    <a:pt x="0" y="826548"/>
                  </a:lnTo>
                  <a:lnTo>
                    <a:pt x="0" y="787137"/>
                  </a:lnTo>
                  <a:lnTo>
                    <a:pt x="0" y="747726"/>
                  </a:lnTo>
                  <a:lnTo>
                    <a:pt x="0" y="708315"/>
                  </a:lnTo>
                  <a:lnTo>
                    <a:pt x="0" y="668904"/>
                  </a:lnTo>
                  <a:lnTo>
                    <a:pt x="0" y="629493"/>
                  </a:lnTo>
                  <a:lnTo>
                    <a:pt x="0" y="590082"/>
                  </a:lnTo>
                  <a:lnTo>
                    <a:pt x="0" y="550672"/>
                  </a:lnTo>
                  <a:lnTo>
                    <a:pt x="0" y="511261"/>
                  </a:lnTo>
                  <a:lnTo>
                    <a:pt x="0" y="471850"/>
                  </a:lnTo>
                  <a:lnTo>
                    <a:pt x="0" y="432439"/>
                  </a:lnTo>
                  <a:lnTo>
                    <a:pt x="0" y="393028"/>
                  </a:lnTo>
                  <a:lnTo>
                    <a:pt x="0" y="353617"/>
                  </a:lnTo>
                  <a:lnTo>
                    <a:pt x="0" y="314206"/>
                  </a:lnTo>
                  <a:lnTo>
                    <a:pt x="0" y="274795"/>
                  </a:lnTo>
                  <a:lnTo>
                    <a:pt x="0" y="235384"/>
                  </a:lnTo>
                  <a:lnTo>
                    <a:pt x="0" y="195973"/>
                  </a:lnTo>
                  <a:lnTo>
                    <a:pt x="0" y="156563"/>
                  </a:lnTo>
                  <a:lnTo>
                    <a:pt x="0" y="117152"/>
                  </a:lnTo>
                  <a:lnTo>
                    <a:pt x="0" y="77741"/>
                  </a:lnTo>
                  <a:lnTo>
                    <a:pt x="0" y="38330"/>
                  </a:ln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rnd">
              <a:solidFill>
                <a:srgbClr val="F0F8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3502296" y="2354586"/>
              <a:ext cx="0" cy="3366361"/>
            </a:xfrm>
            <a:custGeom>
              <a:avLst/>
              <a:pathLst>
                <a:path w="0" h="3366361">
                  <a:moveTo>
                    <a:pt x="0" y="3366361"/>
                  </a:moveTo>
                  <a:lnTo>
                    <a:pt x="0" y="3348846"/>
                  </a:lnTo>
                  <a:lnTo>
                    <a:pt x="0" y="3309435"/>
                  </a:lnTo>
                  <a:lnTo>
                    <a:pt x="0" y="3270024"/>
                  </a:lnTo>
                  <a:lnTo>
                    <a:pt x="0" y="3230613"/>
                  </a:lnTo>
                  <a:lnTo>
                    <a:pt x="0" y="3191202"/>
                  </a:lnTo>
                  <a:lnTo>
                    <a:pt x="0" y="3151791"/>
                  </a:lnTo>
                  <a:lnTo>
                    <a:pt x="0" y="3112380"/>
                  </a:lnTo>
                  <a:lnTo>
                    <a:pt x="0" y="3072969"/>
                  </a:lnTo>
                  <a:lnTo>
                    <a:pt x="0" y="3033559"/>
                  </a:lnTo>
                  <a:lnTo>
                    <a:pt x="0" y="2994148"/>
                  </a:lnTo>
                  <a:lnTo>
                    <a:pt x="0" y="2954737"/>
                  </a:lnTo>
                  <a:lnTo>
                    <a:pt x="0" y="2915326"/>
                  </a:lnTo>
                  <a:lnTo>
                    <a:pt x="0" y="2875915"/>
                  </a:lnTo>
                  <a:lnTo>
                    <a:pt x="0" y="2836504"/>
                  </a:lnTo>
                  <a:lnTo>
                    <a:pt x="0" y="2797093"/>
                  </a:lnTo>
                  <a:lnTo>
                    <a:pt x="0" y="2757682"/>
                  </a:lnTo>
                  <a:lnTo>
                    <a:pt x="0" y="2718271"/>
                  </a:lnTo>
                  <a:lnTo>
                    <a:pt x="0" y="2678860"/>
                  </a:lnTo>
                  <a:lnTo>
                    <a:pt x="0" y="2639450"/>
                  </a:lnTo>
                  <a:lnTo>
                    <a:pt x="0" y="2600039"/>
                  </a:lnTo>
                  <a:lnTo>
                    <a:pt x="0" y="2560628"/>
                  </a:lnTo>
                  <a:lnTo>
                    <a:pt x="0" y="2521217"/>
                  </a:lnTo>
                  <a:lnTo>
                    <a:pt x="0" y="2481806"/>
                  </a:lnTo>
                  <a:lnTo>
                    <a:pt x="0" y="2442395"/>
                  </a:lnTo>
                  <a:lnTo>
                    <a:pt x="0" y="2402984"/>
                  </a:lnTo>
                  <a:lnTo>
                    <a:pt x="0" y="2363573"/>
                  </a:lnTo>
                  <a:lnTo>
                    <a:pt x="0" y="2324162"/>
                  </a:lnTo>
                  <a:lnTo>
                    <a:pt x="0" y="2284751"/>
                  </a:lnTo>
                  <a:lnTo>
                    <a:pt x="0" y="2245340"/>
                  </a:lnTo>
                  <a:lnTo>
                    <a:pt x="0" y="2205930"/>
                  </a:lnTo>
                  <a:lnTo>
                    <a:pt x="0" y="2166519"/>
                  </a:lnTo>
                  <a:lnTo>
                    <a:pt x="0" y="2127108"/>
                  </a:lnTo>
                  <a:lnTo>
                    <a:pt x="0" y="2087697"/>
                  </a:lnTo>
                  <a:lnTo>
                    <a:pt x="0" y="2048286"/>
                  </a:lnTo>
                  <a:lnTo>
                    <a:pt x="0" y="2008875"/>
                  </a:lnTo>
                  <a:lnTo>
                    <a:pt x="0" y="1969464"/>
                  </a:lnTo>
                  <a:lnTo>
                    <a:pt x="0" y="1930053"/>
                  </a:lnTo>
                  <a:lnTo>
                    <a:pt x="0" y="1890642"/>
                  </a:lnTo>
                  <a:lnTo>
                    <a:pt x="0" y="1851231"/>
                  </a:lnTo>
                  <a:lnTo>
                    <a:pt x="0" y="1811821"/>
                  </a:lnTo>
                  <a:lnTo>
                    <a:pt x="0" y="1772410"/>
                  </a:lnTo>
                  <a:lnTo>
                    <a:pt x="0" y="1732999"/>
                  </a:lnTo>
                  <a:lnTo>
                    <a:pt x="0" y="1693588"/>
                  </a:lnTo>
                  <a:lnTo>
                    <a:pt x="0" y="1654177"/>
                  </a:lnTo>
                  <a:lnTo>
                    <a:pt x="0" y="1614766"/>
                  </a:lnTo>
                  <a:lnTo>
                    <a:pt x="0" y="1575355"/>
                  </a:lnTo>
                  <a:lnTo>
                    <a:pt x="0" y="1535944"/>
                  </a:lnTo>
                  <a:lnTo>
                    <a:pt x="0" y="1496533"/>
                  </a:lnTo>
                  <a:lnTo>
                    <a:pt x="0" y="1457122"/>
                  </a:lnTo>
                  <a:lnTo>
                    <a:pt x="0" y="1417711"/>
                  </a:lnTo>
                  <a:lnTo>
                    <a:pt x="0" y="1378301"/>
                  </a:lnTo>
                  <a:lnTo>
                    <a:pt x="0" y="1338890"/>
                  </a:lnTo>
                  <a:lnTo>
                    <a:pt x="0" y="1299479"/>
                  </a:lnTo>
                  <a:lnTo>
                    <a:pt x="0" y="1260068"/>
                  </a:lnTo>
                  <a:lnTo>
                    <a:pt x="0" y="1220657"/>
                  </a:lnTo>
                  <a:lnTo>
                    <a:pt x="0" y="1181246"/>
                  </a:lnTo>
                  <a:lnTo>
                    <a:pt x="0" y="1141835"/>
                  </a:lnTo>
                  <a:lnTo>
                    <a:pt x="0" y="1102424"/>
                  </a:lnTo>
                  <a:lnTo>
                    <a:pt x="0" y="1063013"/>
                  </a:lnTo>
                  <a:lnTo>
                    <a:pt x="0" y="1023602"/>
                  </a:lnTo>
                  <a:lnTo>
                    <a:pt x="0" y="984192"/>
                  </a:lnTo>
                  <a:lnTo>
                    <a:pt x="0" y="944781"/>
                  </a:lnTo>
                  <a:lnTo>
                    <a:pt x="0" y="905370"/>
                  </a:lnTo>
                  <a:lnTo>
                    <a:pt x="0" y="865959"/>
                  </a:lnTo>
                  <a:lnTo>
                    <a:pt x="0" y="826548"/>
                  </a:lnTo>
                  <a:lnTo>
                    <a:pt x="0" y="787137"/>
                  </a:lnTo>
                  <a:lnTo>
                    <a:pt x="0" y="747726"/>
                  </a:lnTo>
                  <a:lnTo>
                    <a:pt x="0" y="708315"/>
                  </a:lnTo>
                  <a:lnTo>
                    <a:pt x="0" y="668904"/>
                  </a:lnTo>
                  <a:lnTo>
                    <a:pt x="0" y="629493"/>
                  </a:lnTo>
                  <a:lnTo>
                    <a:pt x="0" y="590082"/>
                  </a:lnTo>
                  <a:lnTo>
                    <a:pt x="0" y="550672"/>
                  </a:lnTo>
                  <a:lnTo>
                    <a:pt x="0" y="511261"/>
                  </a:lnTo>
                  <a:lnTo>
                    <a:pt x="0" y="471850"/>
                  </a:lnTo>
                  <a:lnTo>
                    <a:pt x="0" y="432439"/>
                  </a:lnTo>
                  <a:lnTo>
                    <a:pt x="0" y="393028"/>
                  </a:lnTo>
                  <a:lnTo>
                    <a:pt x="0" y="353617"/>
                  </a:lnTo>
                  <a:lnTo>
                    <a:pt x="0" y="314206"/>
                  </a:lnTo>
                  <a:lnTo>
                    <a:pt x="0" y="274795"/>
                  </a:lnTo>
                  <a:lnTo>
                    <a:pt x="0" y="235384"/>
                  </a:lnTo>
                  <a:lnTo>
                    <a:pt x="0" y="195973"/>
                  </a:lnTo>
                  <a:lnTo>
                    <a:pt x="0" y="156563"/>
                  </a:lnTo>
                  <a:lnTo>
                    <a:pt x="0" y="117152"/>
                  </a:lnTo>
                  <a:lnTo>
                    <a:pt x="0" y="77741"/>
                  </a:lnTo>
                  <a:lnTo>
                    <a:pt x="0" y="38330"/>
                  </a:ln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rnd">
              <a:solidFill>
                <a:srgbClr val="F0F8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4031471" y="2354586"/>
              <a:ext cx="0" cy="3366361"/>
            </a:xfrm>
            <a:custGeom>
              <a:avLst/>
              <a:pathLst>
                <a:path w="0" h="3366361">
                  <a:moveTo>
                    <a:pt x="0" y="3366361"/>
                  </a:moveTo>
                  <a:lnTo>
                    <a:pt x="0" y="3348846"/>
                  </a:lnTo>
                  <a:lnTo>
                    <a:pt x="0" y="3309435"/>
                  </a:lnTo>
                  <a:lnTo>
                    <a:pt x="0" y="3270024"/>
                  </a:lnTo>
                  <a:lnTo>
                    <a:pt x="0" y="3230613"/>
                  </a:lnTo>
                  <a:lnTo>
                    <a:pt x="0" y="3191202"/>
                  </a:lnTo>
                  <a:lnTo>
                    <a:pt x="0" y="3151791"/>
                  </a:lnTo>
                  <a:lnTo>
                    <a:pt x="0" y="3112380"/>
                  </a:lnTo>
                  <a:lnTo>
                    <a:pt x="0" y="3072969"/>
                  </a:lnTo>
                  <a:lnTo>
                    <a:pt x="0" y="3033559"/>
                  </a:lnTo>
                  <a:lnTo>
                    <a:pt x="0" y="2994148"/>
                  </a:lnTo>
                  <a:lnTo>
                    <a:pt x="0" y="2954737"/>
                  </a:lnTo>
                  <a:lnTo>
                    <a:pt x="0" y="2915326"/>
                  </a:lnTo>
                  <a:lnTo>
                    <a:pt x="0" y="2875915"/>
                  </a:lnTo>
                  <a:lnTo>
                    <a:pt x="0" y="2836504"/>
                  </a:lnTo>
                  <a:lnTo>
                    <a:pt x="0" y="2797093"/>
                  </a:lnTo>
                  <a:lnTo>
                    <a:pt x="0" y="2757682"/>
                  </a:lnTo>
                  <a:lnTo>
                    <a:pt x="0" y="2718271"/>
                  </a:lnTo>
                  <a:lnTo>
                    <a:pt x="0" y="2678860"/>
                  </a:lnTo>
                  <a:lnTo>
                    <a:pt x="0" y="2639450"/>
                  </a:lnTo>
                  <a:lnTo>
                    <a:pt x="0" y="2600039"/>
                  </a:lnTo>
                  <a:lnTo>
                    <a:pt x="0" y="2560628"/>
                  </a:lnTo>
                  <a:lnTo>
                    <a:pt x="0" y="2521217"/>
                  </a:lnTo>
                  <a:lnTo>
                    <a:pt x="0" y="2481806"/>
                  </a:lnTo>
                  <a:lnTo>
                    <a:pt x="0" y="2442395"/>
                  </a:lnTo>
                  <a:lnTo>
                    <a:pt x="0" y="2402984"/>
                  </a:lnTo>
                  <a:lnTo>
                    <a:pt x="0" y="2363573"/>
                  </a:lnTo>
                  <a:lnTo>
                    <a:pt x="0" y="2324162"/>
                  </a:lnTo>
                  <a:lnTo>
                    <a:pt x="0" y="2284751"/>
                  </a:lnTo>
                  <a:lnTo>
                    <a:pt x="0" y="2245340"/>
                  </a:lnTo>
                  <a:lnTo>
                    <a:pt x="0" y="2205930"/>
                  </a:lnTo>
                  <a:lnTo>
                    <a:pt x="0" y="2166519"/>
                  </a:lnTo>
                  <a:lnTo>
                    <a:pt x="0" y="2127108"/>
                  </a:lnTo>
                  <a:lnTo>
                    <a:pt x="0" y="2087697"/>
                  </a:lnTo>
                  <a:lnTo>
                    <a:pt x="0" y="2048286"/>
                  </a:lnTo>
                  <a:lnTo>
                    <a:pt x="0" y="2008875"/>
                  </a:lnTo>
                  <a:lnTo>
                    <a:pt x="0" y="1969464"/>
                  </a:lnTo>
                  <a:lnTo>
                    <a:pt x="0" y="1930053"/>
                  </a:lnTo>
                  <a:lnTo>
                    <a:pt x="0" y="1890642"/>
                  </a:lnTo>
                  <a:lnTo>
                    <a:pt x="0" y="1851231"/>
                  </a:lnTo>
                  <a:lnTo>
                    <a:pt x="0" y="1811821"/>
                  </a:lnTo>
                  <a:lnTo>
                    <a:pt x="0" y="1772410"/>
                  </a:lnTo>
                  <a:lnTo>
                    <a:pt x="0" y="1732999"/>
                  </a:lnTo>
                  <a:lnTo>
                    <a:pt x="0" y="1693588"/>
                  </a:lnTo>
                  <a:lnTo>
                    <a:pt x="0" y="1654177"/>
                  </a:lnTo>
                  <a:lnTo>
                    <a:pt x="0" y="1614766"/>
                  </a:lnTo>
                  <a:lnTo>
                    <a:pt x="0" y="1575355"/>
                  </a:lnTo>
                  <a:lnTo>
                    <a:pt x="0" y="1535944"/>
                  </a:lnTo>
                  <a:lnTo>
                    <a:pt x="0" y="1496533"/>
                  </a:lnTo>
                  <a:lnTo>
                    <a:pt x="0" y="1457122"/>
                  </a:lnTo>
                  <a:lnTo>
                    <a:pt x="0" y="1417711"/>
                  </a:lnTo>
                  <a:lnTo>
                    <a:pt x="0" y="1378301"/>
                  </a:lnTo>
                  <a:lnTo>
                    <a:pt x="0" y="1338890"/>
                  </a:lnTo>
                  <a:lnTo>
                    <a:pt x="0" y="1299479"/>
                  </a:lnTo>
                  <a:lnTo>
                    <a:pt x="0" y="1260068"/>
                  </a:lnTo>
                  <a:lnTo>
                    <a:pt x="0" y="1220657"/>
                  </a:lnTo>
                  <a:lnTo>
                    <a:pt x="0" y="1181246"/>
                  </a:lnTo>
                  <a:lnTo>
                    <a:pt x="0" y="1141835"/>
                  </a:lnTo>
                  <a:lnTo>
                    <a:pt x="0" y="1102424"/>
                  </a:lnTo>
                  <a:lnTo>
                    <a:pt x="0" y="1063013"/>
                  </a:lnTo>
                  <a:lnTo>
                    <a:pt x="0" y="1023602"/>
                  </a:lnTo>
                  <a:lnTo>
                    <a:pt x="0" y="984192"/>
                  </a:lnTo>
                  <a:lnTo>
                    <a:pt x="0" y="944781"/>
                  </a:lnTo>
                  <a:lnTo>
                    <a:pt x="0" y="905370"/>
                  </a:lnTo>
                  <a:lnTo>
                    <a:pt x="0" y="865959"/>
                  </a:lnTo>
                  <a:lnTo>
                    <a:pt x="0" y="826548"/>
                  </a:lnTo>
                  <a:lnTo>
                    <a:pt x="0" y="787137"/>
                  </a:lnTo>
                  <a:lnTo>
                    <a:pt x="0" y="747726"/>
                  </a:lnTo>
                  <a:lnTo>
                    <a:pt x="0" y="708315"/>
                  </a:lnTo>
                  <a:lnTo>
                    <a:pt x="0" y="668904"/>
                  </a:lnTo>
                  <a:lnTo>
                    <a:pt x="0" y="629493"/>
                  </a:lnTo>
                  <a:lnTo>
                    <a:pt x="0" y="590082"/>
                  </a:lnTo>
                  <a:lnTo>
                    <a:pt x="0" y="550672"/>
                  </a:lnTo>
                  <a:lnTo>
                    <a:pt x="0" y="511261"/>
                  </a:lnTo>
                  <a:lnTo>
                    <a:pt x="0" y="471850"/>
                  </a:lnTo>
                  <a:lnTo>
                    <a:pt x="0" y="432439"/>
                  </a:lnTo>
                  <a:lnTo>
                    <a:pt x="0" y="393028"/>
                  </a:lnTo>
                  <a:lnTo>
                    <a:pt x="0" y="353617"/>
                  </a:lnTo>
                  <a:lnTo>
                    <a:pt x="0" y="314206"/>
                  </a:lnTo>
                  <a:lnTo>
                    <a:pt x="0" y="274795"/>
                  </a:lnTo>
                  <a:lnTo>
                    <a:pt x="0" y="235384"/>
                  </a:lnTo>
                  <a:lnTo>
                    <a:pt x="0" y="195973"/>
                  </a:lnTo>
                  <a:lnTo>
                    <a:pt x="0" y="156563"/>
                  </a:lnTo>
                  <a:lnTo>
                    <a:pt x="0" y="117152"/>
                  </a:lnTo>
                  <a:lnTo>
                    <a:pt x="0" y="77741"/>
                  </a:lnTo>
                  <a:lnTo>
                    <a:pt x="0" y="38330"/>
                  </a:ln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rnd">
              <a:solidFill>
                <a:srgbClr val="F0F8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4560646" y="2354586"/>
              <a:ext cx="0" cy="3366361"/>
            </a:xfrm>
            <a:custGeom>
              <a:avLst/>
              <a:pathLst>
                <a:path w="0" h="3366361">
                  <a:moveTo>
                    <a:pt x="0" y="3366361"/>
                  </a:moveTo>
                  <a:lnTo>
                    <a:pt x="0" y="3348846"/>
                  </a:lnTo>
                  <a:lnTo>
                    <a:pt x="0" y="3309435"/>
                  </a:lnTo>
                  <a:lnTo>
                    <a:pt x="0" y="3270024"/>
                  </a:lnTo>
                  <a:lnTo>
                    <a:pt x="0" y="3230613"/>
                  </a:lnTo>
                  <a:lnTo>
                    <a:pt x="0" y="3191202"/>
                  </a:lnTo>
                  <a:lnTo>
                    <a:pt x="0" y="3151791"/>
                  </a:lnTo>
                  <a:lnTo>
                    <a:pt x="0" y="3112380"/>
                  </a:lnTo>
                  <a:lnTo>
                    <a:pt x="0" y="3072969"/>
                  </a:lnTo>
                  <a:lnTo>
                    <a:pt x="0" y="3033559"/>
                  </a:lnTo>
                  <a:lnTo>
                    <a:pt x="0" y="2994148"/>
                  </a:lnTo>
                  <a:lnTo>
                    <a:pt x="0" y="2954737"/>
                  </a:lnTo>
                  <a:lnTo>
                    <a:pt x="0" y="2915326"/>
                  </a:lnTo>
                  <a:lnTo>
                    <a:pt x="0" y="2875915"/>
                  </a:lnTo>
                  <a:lnTo>
                    <a:pt x="0" y="2836504"/>
                  </a:lnTo>
                  <a:lnTo>
                    <a:pt x="0" y="2797093"/>
                  </a:lnTo>
                  <a:lnTo>
                    <a:pt x="0" y="2757682"/>
                  </a:lnTo>
                  <a:lnTo>
                    <a:pt x="0" y="2718271"/>
                  </a:lnTo>
                  <a:lnTo>
                    <a:pt x="0" y="2678860"/>
                  </a:lnTo>
                  <a:lnTo>
                    <a:pt x="0" y="2639450"/>
                  </a:lnTo>
                  <a:lnTo>
                    <a:pt x="0" y="2600039"/>
                  </a:lnTo>
                  <a:lnTo>
                    <a:pt x="0" y="2560628"/>
                  </a:lnTo>
                  <a:lnTo>
                    <a:pt x="0" y="2521217"/>
                  </a:lnTo>
                  <a:lnTo>
                    <a:pt x="0" y="2481806"/>
                  </a:lnTo>
                  <a:lnTo>
                    <a:pt x="0" y="2442395"/>
                  </a:lnTo>
                  <a:lnTo>
                    <a:pt x="0" y="2402984"/>
                  </a:lnTo>
                  <a:lnTo>
                    <a:pt x="0" y="2363573"/>
                  </a:lnTo>
                  <a:lnTo>
                    <a:pt x="0" y="2324162"/>
                  </a:lnTo>
                  <a:lnTo>
                    <a:pt x="0" y="2284751"/>
                  </a:lnTo>
                  <a:lnTo>
                    <a:pt x="0" y="2245340"/>
                  </a:lnTo>
                  <a:lnTo>
                    <a:pt x="0" y="2205930"/>
                  </a:lnTo>
                  <a:lnTo>
                    <a:pt x="0" y="2166519"/>
                  </a:lnTo>
                  <a:lnTo>
                    <a:pt x="0" y="2127108"/>
                  </a:lnTo>
                  <a:lnTo>
                    <a:pt x="0" y="2087697"/>
                  </a:lnTo>
                  <a:lnTo>
                    <a:pt x="0" y="2048286"/>
                  </a:lnTo>
                  <a:lnTo>
                    <a:pt x="0" y="2008875"/>
                  </a:lnTo>
                  <a:lnTo>
                    <a:pt x="0" y="1969464"/>
                  </a:lnTo>
                  <a:lnTo>
                    <a:pt x="0" y="1930053"/>
                  </a:lnTo>
                  <a:lnTo>
                    <a:pt x="0" y="1890642"/>
                  </a:lnTo>
                  <a:lnTo>
                    <a:pt x="0" y="1851231"/>
                  </a:lnTo>
                  <a:lnTo>
                    <a:pt x="0" y="1811821"/>
                  </a:lnTo>
                  <a:lnTo>
                    <a:pt x="0" y="1772410"/>
                  </a:lnTo>
                  <a:lnTo>
                    <a:pt x="0" y="1732999"/>
                  </a:lnTo>
                  <a:lnTo>
                    <a:pt x="0" y="1693588"/>
                  </a:lnTo>
                  <a:lnTo>
                    <a:pt x="0" y="1654177"/>
                  </a:lnTo>
                  <a:lnTo>
                    <a:pt x="0" y="1614766"/>
                  </a:lnTo>
                  <a:lnTo>
                    <a:pt x="0" y="1575355"/>
                  </a:lnTo>
                  <a:lnTo>
                    <a:pt x="0" y="1535944"/>
                  </a:lnTo>
                  <a:lnTo>
                    <a:pt x="0" y="1496533"/>
                  </a:lnTo>
                  <a:lnTo>
                    <a:pt x="0" y="1457122"/>
                  </a:lnTo>
                  <a:lnTo>
                    <a:pt x="0" y="1417711"/>
                  </a:lnTo>
                  <a:lnTo>
                    <a:pt x="0" y="1378301"/>
                  </a:lnTo>
                  <a:lnTo>
                    <a:pt x="0" y="1338890"/>
                  </a:lnTo>
                  <a:lnTo>
                    <a:pt x="0" y="1299479"/>
                  </a:lnTo>
                  <a:lnTo>
                    <a:pt x="0" y="1260068"/>
                  </a:lnTo>
                  <a:lnTo>
                    <a:pt x="0" y="1220657"/>
                  </a:lnTo>
                  <a:lnTo>
                    <a:pt x="0" y="1181246"/>
                  </a:lnTo>
                  <a:lnTo>
                    <a:pt x="0" y="1141835"/>
                  </a:lnTo>
                  <a:lnTo>
                    <a:pt x="0" y="1102424"/>
                  </a:lnTo>
                  <a:lnTo>
                    <a:pt x="0" y="1063013"/>
                  </a:lnTo>
                  <a:lnTo>
                    <a:pt x="0" y="1023602"/>
                  </a:lnTo>
                  <a:lnTo>
                    <a:pt x="0" y="984192"/>
                  </a:lnTo>
                  <a:lnTo>
                    <a:pt x="0" y="944781"/>
                  </a:lnTo>
                  <a:lnTo>
                    <a:pt x="0" y="905370"/>
                  </a:lnTo>
                  <a:lnTo>
                    <a:pt x="0" y="865959"/>
                  </a:lnTo>
                  <a:lnTo>
                    <a:pt x="0" y="826548"/>
                  </a:lnTo>
                  <a:lnTo>
                    <a:pt x="0" y="787137"/>
                  </a:lnTo>
                  <a:lnTo>
                    <a:pt x="0" y="747726"/>
                  </a:lnTo>
                  <a:lnTo>
                    <a:pt x="0" y="708315"/>
                  </a:lnTo>
                  <a:lnTo>
                    <a:pt x="0" y="668904"/>
                  </a:lnTo>
                  <a:lnTo>
                    <a:pt x="0" y="629493"/>
                  </a:lnTo>
                  <a:lnTo>
                    <a:pt x="0" y="590082"/>
                  </a:lnTo>
                  <a:lnTo>
                    <a:pt x="0" y="550672"/>
                  </a:lnTo>
                  <a:lnTo>
                    <a:pt x="0" y="511261"/>
                  </a:lnTo>
                  <a:lnTo>
                    <a:pt x="0" y="471850"/>
                  </a:lnTo>
                  <a:lnTo>
                    <a:pt x="0" y="432439"/>
                  </a:lnTo>
                  <a:lnTo>
                    <a:pt x="0" y="393028"/>
                  </a:lnTo>
                  <a:lnTo>
                    <a:pt x="0" y="353617"/>
                  </a:lnTo>
                  <a:lnTo>
                    <a:pt x="0" y="314206"/>
                  </a:lnTo>
                  <a:lnTo>
                    <a:pt x="0" y="274795"/>
                  </a:lnTo>
                  <a:lnTo>
                    <a:pt x="0" y="235384"/>
                  </a:lnTo>
                  <a:lnTo>
                    <a:pt x="0" y="195973"/>
                  </a:lnTo>
                  <a:lnTo>
                    <a:pt x="0" y="156563"/>
                  </a:lnTo>
                  <a:lnTo>
                    <a:pt x="0" y="117152"/>
                  </a:lnTo>
                  <a:lnTo>
                    <a:pt x="0" y="77741"/>
                  </a:lnTo>
                  <a:lnTo>
                    <a:pt x="0" y="38330"/>
                  </a:ln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rnd">
              <a:solidFill>
                <a:srgbClr val="F0F8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5089822" y="2354586"/>
              <a:ext cx="0" cy="3366361"/>
            </a:xfrm>
            <a:custGeom>
              <a:avLst/>
              <a:pathLst>
                <a:path w="0" h="3366361">
                  <a:moveTo>
                    <a:pt x="0" y="3366361"/>
                  </a:moveTo>
                  <a:lnTo>
                    <a:pt x="0" y="3348846"/>
                  </a:lnTo>
                  <a:lnTo>
                    <a:pt x="0" y="3309435"/>
                  </a:lnTo>
                  <a:lnTo>
                    <a:pt x="0" y="3270024"/>
                  </a:lnTo>
                  <a:lnTo>
                    <a:pt x="0" y="3230613"/>
                  </a:lnTo>
                  <a:lnTo>
                    <a:pt x="0" y="3191202"/>
                  </a:lnTo>
                  <a:lnTo>
                    <a:pt x="0" y="3151791"/>
                  </a:lnTo>
                  <a:lnTo>
                    <a:pt x="0" y="3112380"/>
                  </a:lnTo>
                  <a:lnTo>
                    <a:pt x="0" y="3072969"/>
                  </a:lnTo>
                  <a:lnTo>
                    <a:pt x="0" y="3033559"/>
                  </a:lnTo>
                  <a:lnTo>
                    <a:pt x="0" y="2994148"/>
                  </a:lnTo>
                  <a:lnTo>
                    <a:pt x="0" y="2954737"/>
                  </a:lnTo>
                  <a:lnTo>
                    <a:pt x="0" y="2915326"/>
                  </a:lnTo>
                  <a:lnTo>
                    <a:pt x="0" y="2875915"/>
                  </a:lnTo>
                  <a:lnTo>
                    <a:pt x="0" y="2836504"/>
                  </a:lnTo>
                  <a:lnTo>
                    <a:pt x="0" y="2797093"/>
                  </a:lnTo>
                  <a:lnTo>
                    <a:pt x="0" y="2757682"/>
                  </a:lnTo>
                  <a:lnTo>
                    <a:pt x="0" y="2718271"/>
                  </a:lnTo>
                  <a:lnTo>
                    <a:pt x="0" y="2678860"/>
                  </a:lnTo>
                  <a:lnTo>
                    <a:pt x="0" y="2639450"/>
                  </a:lnTo>
                  <a:lnTo>
                    <a:pt x="0" y="2600039"/>
                  </a:lnTo>
                  <a:lnTo>
                    <a:pt x="0" y="2560628"/>
                  </a:lnTo>
                  <a:lnTo>
                    <a:pt x="0" y="2521217"/>
                  </a:lnTo>
                  <a:lnTo>
                    <a:pt x="0" y="2481806"/>
                  </a:lnTo>
                  <a:lnTo>
                    <a:pt x="0" y="2442395"/>
                  </a:lnTo>
                  <a:lnTo>
                    <a:pt x="0" y="2402984"/>
                  </a:lnTo>
                  <a:lnTo>
                    <a:pt x="0" y="2363573"/>
                  </a:lnTo>
                  <a:lnTo>
                    <a:pt x="0" y="2324162"/>
                  </a:lnTo>
                  <a:lnTo>
                    <a:pt x="0" y="2284751"/>
                  </a:lnTo>
                  <a:lnTo>
                    <a:pt x="0" y="2245340"/>
                  </a:lnTo>
                  <a:lnTo>
                    <a:pt x="0" y="2205930"/>
                  </a:lnTo>
                  <a:lnTo>
                    <a:pt x="0" y="2166519"/>
                  </a:lnTo>
                  <a:lnTo>
                    <a:pt x="0" y="2127108"/>
                  </a:lnTo>
                  <a:lnTo>
                    <a:pt x="0" y="2087697"/>
                  </a:lnTo>
                  <a:lnTo>
                    <a:pt x="0" y="2048286"/>
                  </a:lnTo>
                  <a:lnTo>
                    <a:pt x="0" y="2008875"/>
                  </a:lnTo>
                  <a:lnTo>
                    <a:pt x="0" y="1969464"/>
                  </a:lnTo>
                  <a:lnTo>
                    <a:pt x="0" y="1930053"/>
                  </a:lnTo>
                  <a:lnTo>
                    <a:pt x="0" y="1890642"/>
                  </a:lnTo>
                  <a:lnTo>
                    <a:pt x="0" y="1851231"/>
                  </a:lnTo>
                  <a:lnTo>
                    <a:pt x="0" y="1811821"/>
                  </a:lnTo>
                  <a:lnTo>
                    <a:pt x="0" y="1772410"/>
                  </a:lnTo>
                  <a:lnTo>
                    <a:pt x="0" y="1732999"/>
                  </a:lnTo>
                  <a:lnTo>
                    <a:pt x="0" y="1693588"/>
                  </a:lnTo>
                  <a:lnTo>
                    <a:pt x="0" y="1654177"/>
                  </a:lnTo>
                  <a:lnTo>
                    <a:pt x="0" y="1614766"/>
                  </a:lnTo>
                  <a:lnTo>
                    <a:pt x="0" y="1575355"/>
                  </a:lnTo>
                  <a:lnTo>
                    <a:pt x="0" y="1535944"/>
                  </a:lnTo>
                  <a:lnTo>
                    <a:pt x="0" y="1496533"/>
                  </a:lnTo>
                  <a:lnTo>
                    <a:pt x="0" y="1457122"/>
                  </a:lnTo>
                  <a:lnTo>
                    <a:pt x="0" y="1417711"/>
                  </a:lnTo>
                  <a:lnTo>
                    <a:pt x="0" y="1378301"/>
                  </a:lnTo>
                  <a:lnTo>
                    <a:pt x="0" y="1338890"/>
                  </a:lnTo>
                  <a:lnTo>
                    <a:pt x="0" y="1299479"/>
                  </a:lnTo>
                  <a:lnTo>
                    <a:pt x="0" y="1260068"/>
                  </a:lnTo>
                  <a:lnTo>
                    <a:pt x="0" y="1220657"/>
                  </a:lnTo>
                  <a:lnTo>
                    <a:pt x="0" y="1181246"/>
                  </a:lnTo>
                  <a:lnTo>
                    <a:pt x="0" y="1141835"/>
                  </a:lnTo>
                  <a:lnTo>
                    <a:pt x="0" y="1102424"/>
                  </a:lnTo>
                  <a:lnTo>
                    <a:pt x="0" y="1063013"/>
                  </a:lnTo>
                  <a:lnTo>
                    <a:pt x="0" y="1023602"/>
                  </a:lnTo>
                  <a:lnTo>
                    <a:pt x="0" y="984192"/>
                  </a:lnTo>
                  <a:lnTo>
                    <a:pt x="0" y="944781"/>
                  </a:lnTo>
                  <a:lnTo>
                    <a:pt x="0" y="905370"/>
                  </a:lnTo>
                  <a:lnTo>
                    <a:pt x="0" y="865959"/>
                  </a:lnTo>
                  <a:lnTo>
                    <a:pt x="0" y="826548"/>
                  </a:lnTo>
                  <a:lnTo>
                    <a:pt x="0" y="787137"/>
                  </a:lnTo>
                  <a:lnTo>
                    <a:pt x="0" y="747726"/>
                  </a:lnTo>
                  <a:lnTo>
                    <a:pt x="0" y="708315"/>
                  </a:lnTo>
                  <a:lnTo>
                    <a:pt x="0" y="668904"/>
                  </a:lnTo>
                  <a:lnTo>
                    <a:pt x="0" y="629493"/>
                  </a:lnTo>
                  <a:lnTo>
                    <a:pt x="0" y="590082"/>
                  </a:lnTo>
                  <a:lnTo>
                    <a:pt x="0" y="550672"/>
                  </a:lnTo>
                  <a:lnTo>
                    <a:pt x="0" y="511261"/>
                  </a:lnTo>
                  <a:lnTo>
                    <a:pt x="0" y="471850"/>
                  </a:lnTo>
                  <a:lnTo>
                    <a:pt x="0" y="432439"/>
                  </a:lnTo>
                  <a:lnTo>
                    <a:pt x="0" y="393028"/>
                  </a:lnTo>
                  <a:lnTo>
                    <a:pt x="0" y="353617"/>
                  </a:lnTo>
                  <a:lnTo>
                    <a:pt x="0" y="314206"/>
                  </a:lnTo>
                  <a:lnTo>
                    <a:pt x="0" y="274795"/>
                  </a:lnTo>
                  <a:lnTo>
                    <a:pt x="0" y="235384"/>
                  </a:lnTo>
                  <a:lnTo>
                    <a:pt x="0" y="195973"/>
                  </a:lnTo>
                  <a:lnTo>
                    <a:pt x="0" y="156563"/>
                  </a:lnTo>
                  <a:lnTo>
                    <a:pt x="0" y="117152"/>
                  </a:lnTo>
                  <a:lnTo>
                    <a:pt x="0" y="77741"/>
                  </a:lnTo>
                  <a:lnTo>
                    <a:pt x="0" y="38330"/>
                  </a:ln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rnd">
              <a:solidFill>
                <a:srgbClr val="F0F8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5618997" y="2354586"/>
              <a:ext cx="0" cy="3366361"/>
            </a:xfrm>
            <a:custGeom>
              <a:avLst/>
              <a:pathLst>
                <a:path w="0" h="3366361">
                  <a:moveTo>
                    <a:pt x="0" y="3366361"/>
                  </a:moveTo>
                  <a:lnTo>
                    <a:pt x="0" y="3348846"/>
                  </a:lnTo>
                  <a:lnTo>
                    <a:pt x="0" y="3309435"/>
                  </a:lnTo>
                  <a:lnTo>
                    <a:pt x="0" y="3270024"/>
                  </a:lnTo>
                  <a:lnTo>
                    <a:pt x="0" y="3230613"/>
                  </a:lnTo>
                  <a:lnTo>
                    <a:pt x="0" y="3191202"/>
                  </a:lnTo>
                  <a:lnTo>
                    <a:pt x="0" y="3151791"/>
                  </a:lnTo>
                  <a:lnTo>
                    <a:pt x="0" y="3112380"/>
                  </a:lnTo>
                  <a:lnTo>
                    <a:pt x="0" y="3072969"/>
                  </a:lnTo>
                  <a:lnTo>
                    <a:pt x="0" y="3033559"/>
                  </a:lnTo>
                  <a:lnTo>
                    <a:pt x="0" y="2994148"/>
                  </a:lnTo>
                  <a:lnTo>
                    <a:pt x="0" y="2954737"/>
                  </a:lnTo>
                  <a:lnTo>
                    <a:pt x="0" y="2915326"/>
                  </a:lnTo>
                  <a:lnTo>
                    <a:pt x="0" y="2875915"/>
                  </a:lnTo>
                  <a:lnTo>
                    <a:pt x="0" y="2836504"/>
                  </a:lnTo>
                  <a:lnTo>
                    <a:pt x="0" y="2797093"/>
                  </a:lnTo>
                  <a:lnTo>
                    <a:pt x="0" y="2757682"/>
                  </a:lnTo>
                  <a:lnTo>
                    <a:pt x="0" y="2718271"/>
                  </a:lnTo>
                  <a:lnTo>
                    <a:pt x="0" y="2678860"/>
                  </a:lnTo>
                  <a:lnTo>
                    <a:pt x="0" y="2639450"/>
                  </a:lnTo>
                  <a:lnTo>
                    <a:pt x="0" y="2600039"/>
                  </a:lnTo>
                  <a:lnTo>
                    <a:pt x="0" y="2560628"/>
                  </a:lnTo>
                  <a:lnTo>
                    <a:pt x="0" y="2521217"/>
                  </a:lnTo>
                  <a:lnTo>
                    <a:pt x="0" y="2481806"/>
                  </a:lnTo>
                  <a:lnTo>
                    <a:pt x="0" y="2442395"/>
                  </a:lnTo>
                  <a:lnTo>
                    <a:pt x="0" y="2402984"/>
                  </a:lnTo>
                  <a:lnTo>
                    <a:pt x="0" y="2363573"/>
                  </a:lnTo>
                  <a:lnTo>
                    <a:pt x="0" y="2324162"/>
                  </a:lnTo>
                  <a:lnTo>
                    <a:pt x="0" y="2284751"/>
                  </a:lnTo>
                  <a:lnTo>
                    <a:pt x="0" y="2245340"/>
                  </a:lnTo>
                  <a:lnTo>
                    <a:pt x="0" y="2205930"/>
                  </a:lnTo>
                  <a:lnTo>
                    <a:pt x="0" y="2166519"/>
                  </a:lnTo>
                  <a:lnTo>
                    <a:pt x="0" y="2127108"/>
                  </a:lnTo>
                  <a:lnTo>
                    <a:pt x="0" y="2087697"/>
                  </a:lnTo>
                  <a:lnTo>
                    <a:pt x="0" y="2048286"/>
                  </a:lnTo>
                  <a:lnTo>
                    <a:pt x="0" y="2008875"/>
                  </a:lnTo>
                  <a:lnTo>
                    <a:pt x="0" y="1969464"/>
                  </a:lnTo>
                  <a:lnTo>
                    <a:pt x="0" y="1930053"/>
                  </a:lnTo>
                  <a:lnTo>
                    <a:pt x="0" y="1890642"/>
                  </a:lnTo>
                  <a:lnTo>
                    <a:pt x="0" y="1851231"/>
                  </a:lnTo>
                  <a:lnTo>
                    <a:pt x="0" y="1811821"/>
                  </a:lnTo>
                  <a:lnTo>
                    <a:pt x="0" y="1772410"/>
                  </a:lnTo>
                  <a:lnTo>
                    <a:pt x="0" y="1732999"/>
                  </a:lnTo>
                  <a:lnTo>
                    <a:pt x="0" y="1693588"/>
                  </a:lnTo>
                  <a:lnTo>
                    <a:pt x="0" y="1654177"/>
                  </a:lnTo>
                  <a:lnTo>
                    <a:pt x="0" y="1614766"/>
                  </a:lnTo>
                  <a:lnTo>
                    <a:pt x="0" y="1575355"/>
                  </a:lnTo>
                  <a:lnTo>
                    <a:pt x="0" y="1535944"/>
                  </a:lnTo>
                  <a:lnTo>
                    <a:pt x="0" y="1496533"/>
                  </a:lnTo>
                  <a:lnTo>
                    <a:pt x="0" y="1457122"/>
                  </a:lnTo>
                  <a:lnTo>
                    <a:pt x="0" y="1417711"/>
                  </a:lnTo>
                  <a:lnTo>
                    <a:pt x="0" y="1378301"/>
                  </a:lnTo>
                  <a:lnTo>
                    <a:pt x="0" y="1338890"/>
                  </a:lnTo>
                  <a:lnTo>
                    <a:pt x="0" y="1299479"/>
                  </a:lnTo>
                  <a:lnTo>
                    <a:pt x="0" y="1260068"/>
                  </a:lnTo>
                  <a:lnTo>
                    <a:pt x="0" y="1220657"/>
                  </a:lnTo>
                  <a:lnTo>
                    <a:pt x="0" y="1181246"/>
                  </a:lnTo>
                  <a:lnTo>
                    <a:pt x="0" y="1141835"/>
                  </a:lnTo>
                  <a:lnTo>
                    <a:pt x="0" y="1102424"/>
                  </a:lnTo>
                  <a:lnTo>
                    <a:pt x="0" y="1063013"/>
                  </a:lnTo>
                  <a:lnTo>
                    <a:pt x="0" y="1023602"/>
                  </a:lnTo>
                  <a:lnTo>
                    <a:pt x="0" y="984192"/>
                  </a:lnTo>
                  <a:lnTo>
                    <a:pt x="0" y="944781"/>
                  </a:lnTo>
                  <a:lnTo>
                    <a:pt x="0" y="905370"/>
                  </a:lnTo>
                  <a:lnTo>
                    <a:pt x="0" y="865959"/>
                  </a:lnTo>
                  <a:lnTo>
                    <a:pt x="0" y="826548"/>
                  </a:lnTo>
                  <a:lnTo>
                    <a:pt x="0" y="787137"/>
                  </a:lnTo>
                  <a:lnTo>
                    <a:pt x="0" y="747726"/>
                  </a:lnTo>
                  <a:lnTo>
                    <a:pt x="0" y="708315"/>
                  </a:lnTo>
                  <a:lnTo>
                    <a:pt x="0" y="668904"/>
                  </a:lnTo>
                  <a:lnTo>
                    <a:pt x="0" y="629493"/>
                  </a:lnTo>
                  <a:lnTo>
                    <a:pt x="0" y="590082"/>
                  </a:lnTo>
                  <a:lnTo>
                    <a:pt x="0" y="550672"/>
                  </a:lnTo>
                  <a:lnTo>
                    <a:pt x="0" y="511261"/>
                  </a:lnTo>
                  <a:lnTo>
                    <a:pt x="0" y="471850"/>
                  </a:lnTo>
                  <a:lnTo>
                    <a:pt x="0" y="432439"/>
                  </a:lnTo>
                  <a:lnTo>
                    <a:pt x="0" y="393028"/>
                  </a:lnTo>
                  <a:lnTo>
                    <a:pt x="0" y="353617"/>
                  </a:lnTo>
                  <a:lnTo>
                    <a:pt x="0" y="314206"/>
                  </a:lnTo>
                  <a:lnTo>
                    <a:pt x="0" y="274795"/>
                  </a:lnTo>
                  <a:lnTo>
                    <a:pt x="0" y="235384"/>
                  </a:lnTo>
                  <a:lnTo>
                    <a:pt x="0" y="195973"/>
                  </a:lnTo>
                  <a:lnTo>
                    <a:pt x="0" y="156563"/>
                  </a:lnTo>
                  <a:lnTo>
                    <a:pt x="0" y="117152"/>
                  </a:lnTo>
                  <a:lnTo>
                    <a:pt x="0" y="77741"/>
                  </a:lnTo>
                  <a:lnTo>
                    <a:pt x="0" y="38330"/>
                  </a:ln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rnd">
              <a:solidFill>
                <a:srgbClr val="F0F8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6148172" y="2354586"/>
              <a:ext cx="0" cy="3366361"/>
            </a:xfrm>
            <a:custGeom>
              <a:avLst/>
              <a:pathLst>
                <a:path w="0" h="3366361">
                  <a:moveTo>
                    <a:pt x="0" y="3366361"/>
                  </a:moveTo>
                  <a:lnTo>
                    <a:pt x="0" y="3348846"/>
                  </a:lnTo>
                  <a:lnTo>
                    <a:pt x="0" y="3309435"/>
                  </a:lnTo>
                  <a:lnTo>
                    <a:pt x="0" y="3270024"/>
                  </a:lnTo>
                  <a:lnTo>
                    <a:pt x="0" y="3230613"/>
                  </a:lnTo>
                  <a:lnTo>
                    <a:pt x="0" y="3191202"/>
                  </a:lnTo>
                  <a:lnTo>
                    <a:pt x="0" y="3151791"/>
                  </a:lnTo>
                  <a:lnTo>
                    <a:pt x="0" y="3112380"/>
                  </a:lnTo>
                  <a:lnTo>
                    <a:pt x="0" y="3072969"/>
                  </a:lnTo>
                  <a:lnTo>
                    <a:pt x="0" y="3033559"/>
                  </a:lnTo>
                  <a:lnTo>
                    <a:pt x="0" y="2994148"/>
                  </a:lnTo>
                  <a:lnTo>
                    <a:pt x="0" y="2954737"/>
                  </a:lnTo>
                  <a:lnTo>
                    <a:pt x="0" y="2915326"/>
                  </a:lnTo>
                  <a:lnTo>
                    <a:pt x="0" y="2875915"/>
                  </a:lnTo>
                  <a:lnTo>
                    <a:pt x="0" y="2836504"/>
                  </a:lnTo>
                  <a:lnTo>
                    <a:pt x="0" y="2797093"/>
                  </a:lnTo>
                  <a:lnTo>
                    <a:pt x="0" y="2757682"/>
                  </a:lnTo>
                  <a:lnTo>
                    <a:pt x="0" y="2718271"/>
                  </a:lnTo>
                  <a:lnTo>
                    <a:pt x="0" y="2678860"/>
                  </a:lnTo>
                  <a:lnTo>
                    <a:pt x="0" y="2639450"/>
                  </a:lnTo>
                  <a:lnTo>
                    <a:pt x="0" y="2600039"/>
                  </a:lnTo>
                  <a:lnTo>
                    <a:pt x="0" y="2560628"/>
                  </a:lnTo>
                  <a:lnTo>
                    <a:pt x="0" y="2521217"/>
                  </a:lnTo>
                  <a:lnTo>
                    <a:pt x="0" y="2481806"/>
                  </a:lnTo>
                  <a:lnTo>
                    <a:pt x="0" y="2442395"/>
                  </a:lnTo>
                  <a:lnTo>
                    <a:pt x="0" y="2402984"/>
                  </a:lnTo>
                  <a:lnTo>
                    <a:pt x="0" y="2363573"/>
                  </a:lnTo>
                  <a:lnTo>
                    <a:pt x="0" y="2324162"/>
                  </a:lnTo>
                  <a:lnTo>
                    <a:pt x="0" y="2284751"/>
                  </a:lnTo>
                  <a:lnTo>
                    <a:pt x="0" y="2245340"/>
                  </a:lnTo>
                  <a:lnTo>
                    <a:pt x="0" y="2205930"/>
                  </a:lnTo>
                  <a:lnTo>
                    <a:pt x="0" y="2166519"/>
                  </a:lnTo>
                  <a:lnTo>
                    <a:pt x="0" y="2127108"/>
                  </a:lnTo>
                  <a:lnTo>
                    <a:pt x="0" y="2087697"/>
                  </a:lnTo>
                  <a:lnTo>
                    <a:pt x="0" y="2048286"/>
                  </a:lnTo>
                  <a:lnTo>
                    <a:pt x="0" y="2008875"/>
                  </a:lnTo>
                  <a:lnTo>
                    <a:pt x="0" y="1969464"/>
                  </a:lnTo>
                  <a:lnTo>
                    <a:pt x="0" y="1930053"/>
                  </a:lnTo>
                  <a:lnTo>
                    <a:pt x="0" y="1890642"/>
                  </a:lnTo>
                  <a:lnTo>
                    <a:pt x="0" y="1851231"/>
                  </a:lnTo>
                  <a:lnTo>
                    <a:pt x="0" y="1811821"/>
                  </a:lnTo>
                  <a:lnTo>
                    <a:pt x="0" y="1772410"/>
                  </a:lnTo>
                  <a:lnTo>
                    <a:pt x="0" y="1732999"/>
                  </a:lnTo>
                  <a:lnTo>
                    <a:pt x="0" y="1693588"/>
                  </a:lnTo>
                  <a:lnTo>
                    <a:pt x="0" y="1654177"/>
                  </a:lnTo>
                  <a:lnTo>
                    <a:pt x="0" y="1614766"/>
                  </a:lnTo>
                  <a:lnTo>
                    <a:pt x="0" y="1575355"/>
                  </a:lnTo>
                  <a:lnTo>
                    <a:pt x="0" y="1535944"/>
                  </a:lnTo>
                  <a:lnTo>
                    <a:pt x="0" y="1496533"/>
                  </a:lnTo>
                  <a:lnTo>
                    <a:pt x="0" y="1457122"/>
                  </a:lnTo>
                  <a:lnTo>
                    <a:pt x="0" y="1417711"/>
                  </a:lnTo>
                  <a:lnTo>
                    <a:pt x="0" y="1378301"/>
                  </a:lnTo>
                  <a:lnTo>
                    <a:pt x="0" y="1338890"/>
                  </a:lnTo>
                  <a:lnTo>
                    <a:pt x="0" y="1299479"/>
                  </a:lnTo>
                  <a:lnTo>
                    <a:pt x="0" y="1260068"/>
                  </a:lnTo>
                  <a:lnTo>
                    <a:pt x="0" y="1220657"/>
                  </a:lnTo>
                  <a:lnTo>
                    <a:pt x="0" y="1181246"/>
                  </a:lnTo>
                  <a:lnTo>
                    <a:pt x="0" y="1141835"/>
                  </a:lnTo>
                  <a:lnTo>
                    <a:pt x="0" y="1102424"/>
                  </a:lnTo>
                  <a:lnTo>
                    <a:pt x="0" y="1063013"/>
                  </a:lnTo>
                  <a:lnTo>
                    <a:pt x="0" y="1023602"/>
                  </a:lnTo>
                  <a:lnTo>
                    <a:pt x="0" y="984192"/>
                  </a:lnTo>
                  <a:lnTo>
                    <a:pt x="0" y="944781"/>
                  </a:lnTo>
                  <a:lnTo>
                    <a:pt x="0" y="905370"/>
                  </a:lnTo>
                  <a:lnTo>
                    <a:pt x="0" y="865959"/>
                  </a:lnTo>
                  <a:lnTo>
                    <a:pt x="0" y="826548"/>
                  </a:lnTo>
                  <a:lnTo>
                    <a:pt x="0" y="787137"/>
                  </a:lnTo>
                  <a:lnTo>
                    <a:pt x="0" y="747726"/>
                  </a:lnTo>
                  <a:lnTo>
                    <a:pt x="0" y="708315"/>
                  </a:lnTo>
                  <a:lnTo>
                    <a:pt x="0" y="668904"/>
                  </a:lnTo>
                  <a:lnTo>
                    <a:pt x="0" y="629493"/>
                  </a:lnTo>
                  <a:lnTo>
                    <a:pt x="0" y="590082"/>
                  </a:lnTo>
                  <a:lnTo>
                    <a:pt x="0" y="550672"/>
                  </a:lnTo>
                  <a:lnTo>
                    <a:pt x="0" y="511261"/>
                  </a:lnTo>
                  <a:lnTo>
                    <a:pt x="0" y="471850"/>
                  </a:lnTo>
                  <a:lnTo>
                    <a:pt x="0" y="432439"/>
                  </a:lnTo>
                  <a:lnTo>
                    <a:pt x="0" y="393028"/>
                  </a:lnTo>
                  <a:lnTo>
                    <a:pt x="0" y="353617"/>
                  </a:lnTo>
                  <a:lnTo>
                    <a:pt x="0" y="314206"/>
                  </a:lnTo>
                  <a:lnTo>
                    <a:pt x="0" y="274795"/>
                  </a:lnTo>
                  <a:lnTo>
                    <a:pt x="0" y="235384"/>
                  </a:lnTo>
                  <a:lnTo>
                    <a:pt x="0" y="195973"/>
                  </a:lnTo>
                  <a:lnTo>
                    <a:pt x="0" y="156563"/>
                  </a:lnTo>
                  <a:lnTo>
                    <a:pt x="0" y="117152"/>
                  </a:lnTo>
                  <a:lnTo>
                    <a:pt x="0" y="77741"/>
                  </a:lnTo>
                  <a:lnTo>
                    <a:pt x="0" y="38330"/>
                  </a:ln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rnd">
              <a:solidFill>
                <a:srgbClr val="F0F8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2034901" y="5407850"/>
              <a:ext cx="4342247" cy="0"/>
            </a:xfrm>
            <a:custGeom>
              <a:avLst/>
              <a:pathLst>
                <a:path w="4342247" h="0">
                  <a:moveTo>
                    <a:pt x="0" y="0"/>
                  </a:moveTo>
                  <a:lnTo>
                    <a:pt x="24190" y="0"/>
                  </a:lnTo>
                  <a:lnTo>
                    <a:pt x="72297" y="0"/>
                  </a:lnTo>
                  <a:lnTo>
                    <a:pt x="120403" y="0"/>
                  </a:lnTo>
                  <a:lnTo>
                    <a:pt x="168510" y="0"/>
                  </a:lnTo>
                  <a:lnTo>
                    <a:pt x="216617" y="0"/>
                  </a:lnTo>
                  <a:lnTo>
                    <a:pt x="264724" y="0"/>
                  </a:lnTo>
                  <a:lnTo>
                    <a:pt x="312831" y="0"/>
                  </a:lnTo>
                  <a:lnTo>
                    <a:pt x="360938" y="0"/>
                  </a:lnTo>
                  <a:lnTo>
                    <a:pt x="409044" y="0"/>
                  </a:lnTo>
                  <a:lnTo>
                    <a:pt x="457151" y="0"/>
                  </a:lnTo>
                  <a:lnTo>
                    <a:pt x="505258" y="0"/>
                  </a:lnTo>
                  <a:lnTo>
                    <a:pt x="553365" y="0"/>
                  </a:lnTo>
                  <a:lnTo>
                    <a:pt x="601472" y="0"/>
                  </a:lnTo>
                  <a:lnTo>
                    <a:pt x="649579" y="0"/>
                  </a:lnTo>
                  <a:lnTo>
                    <a:pt x="697685" y="0"/>
                  </a:lnTo>
                  <a:lnTo>
                    <a:pt x="745792" y="0"/>
                  </a:lnTo>
                  <a:lnTo>
                    <a:pt x="793899" y="0"/>
                  </a:lnTo>
                  <a:lnTo>
                    <a:pt x="842006" y="0"/>
                  </a:lnTo>
                  <a:lnTo>
                    <a:pt x="890113" y="0"/>
                  </a:lnTo>
                  <a:lnTo>
                    <a:pt x="938219" y="0"/>
                  </a:lnTo>
                  <a:lnTo>
                    <a:pt x="986326" y="0"/>
                  </a:lnTo>
                  <a:lnTo>
                    <a:pt x="1034433" y="0"/>
                  </a:lnTo>
                  <a:lnTo>
                    <a:pt x="1082540" y="0"/>
                  </a:lnTo>
                  <a:lnTo>
                    <a:pt x="1130647" y="0"/>
                  </a:lnTo>
                  <a:lnTo>
                    <a:pt x="1178754" y="0"/>
                  </a:lnTo>
                  <a:lnTo>
                    <a:pt x="1226860" y="0"/>
                  </a:lnTo>
                  <a:lnTo>
                    <a:pt x="1274967" y="0"/>
                  </a:lnTo>
                  <a:lnTo>
                    <a:pt x="1323074" y="0"/>
                  </a:lnTo>
                  <a:lnTo>
                    <a:pt x="1371181" y="0"/>
                  </a:lnTo>
                  <a:lnTo>
                    <a:pt x="1419288" y="0"/>
                  </a:lnTo>
                  <a:lnTo>
                    <a:pt x="1467394" y="0"/>
                  </a:lnTo>
                  <a:lnTo>
                    <a:pt x="1515501" y="0"/>
                  </a:lnTo>
                  <a:lnTo>
                    <a:pt x="1563608" y="0"/>
                  </a:lnTo>
                  <a:lnTo>
                    <a:pt x="1611715" y="0"/>
                  </a:lnTo>
                  <a:lnTo>
                    <a:pt x="1659822" y="0"/>
                  </a:lnTo>
                  <a:lnTo>
                    <a:pt x="1707929" y="0"/>
                  </a:lnTo>
                  <a:lnTo>
                    <a:pt x="1756035" y="0"/>
                  </a:lnTo>
                  <a:lnTo>
                    <a:pt x="1804142" y="0"/>
                  </a:lnTo>
                  <a:lnTo>
                    <a:pt x="1852249" y="0"/>
                  </a:lnTo>
                  <a:lnTo>
                    <a:pt x="1900356" y="0"/>
                  </a:lnTo>
                  <a:lnTo>
                    <a:pt x="1948463" y="0"/>
                  </a:lnTo>
                  <a:lnTo>
                    <a:pt x="1996570" y="0"/>
                  </a:lnTo>
                  <a:lnTo>
                    <a:pt x="2044676" y="0"/>
                  </a:lnTo>
                  <a:lnTo>
                    <a:pt x="2092783" y="0"/>
                  </a:lnTo>
                  <a:lnTo>
                    <a:pt x="2140890" y="0"/>
                  </a:lnTo>
                  <a:lnTo>
                    <a:pt x="2188997" y="0"/>
                  </a:lnTo>
                  <a:lnTo>
                    <a:pt x="2237104" y="0"/>
                  </a:lnTo>
                  <a:lnTo>
                    <a:pt x="2285210" y="0"/>
                  </a:lnTo>
                  <a:lnTo>
                    <a:pt x="2333317" y="0"/>
                  </a:lnTo>
                  <a:lnTo>
                    <a:pt x="2381424" y="0"/>
                  </a:lnTo>
                  <a:lnTo>
                    <a:pt x="2429531" y="0"/>
                  </a:lnTo>
                  <a:lnTo>
                    <a:pt x="2477638" y="0"/>
                  </a:lnTo>
                  <a:lnTo>
                    <a:pt x="2525745" y="0"/>
                  </a:lnTo>
                  <a:lnTo>
                    <a:pt x="2573851" y="0"/>
                  </a:lnTo>
                  <a:lnTo>
                    <a:pt x="2621958" y="0"/>
                  </a:lnTo>
                  <a:lnTo>
                    <a:pt x="2670065" y="0"/>
                  </a:lnTo>
                  <a:lnTo>
                    <a:pt x="2718172" y="0"/>
                  </a:lnTo>
                  <a:lnTo>
                    <a:pt x="2766279" y="0"/>
                  </a:lnTo>
                  <a:lnTo>
                    <a:pt x="2814386" y="0"/>
                  </a:lnTo>
                  <a:lnTo>
                    <a:pt x="2862492" y="0"/>
                  </a:lnTo>
                  <a:lnTo>
                    <a:pt x="2910599" y="0"/>
                  </a:lnTo>
                  <a:lnTo>
                    <a:pt x="2958706" y="0"/>
                  </a:lnTo>
                  <a:lnTo>
                    <a:pt x="3006813" y="0"/>
                  </a:lnTo>
                  <a:lnTo>
                    <a:pt x="3054920" y="0"/>
                  </a:lnTo>
                  <a:lnTo>
                    <a:pt x="3103026" y="0"/>
                  </a:lnTo>
                  <a:lnTo>
                    <a:pt x="3151133" y="0"/>
                  </a:lnTo>
                  <a:lnTo>
                    <a:pt x="3199240" y="0"/>
                  </a:lnTo>
                  <a:lnTo>
                    <a:pt x="3247347" y="0"/>
                  </a:lnTo>
                  <a:lnTo>
                    <a:pt x="3295454" y="0"/>
                  </a:lnTo>
                  <a:lnTo>
                    <a:pt x="3343561" y="0"/>
                  </a:lnTo>
                  <a:lnTo>
                    <a:pt x="3391667" y="0"/>
                  </a:lnTo>
                  <a:lnTo>
                    <a:pt x="3439774" y="0"/>
                  </a:lnTo>
                  <a:lnTo>
                    <a:pt x="3487881" y="0"/>
                  </a:lnTo>
                  <a:lnTo>
                    <a:pt x="3535988" y="0"/>
                  </a:lnTo>
                  <a:lnTo>
                    <a:pt x="3584095" y="0"/>
                  </a:lnTo>
                  <a:lnTo>
                    <a:pt x="3632202" y="0"/>
                  </a:lnTo>
                  <a:lnTo>
                    <a:pt x="3680308" y="0"/>
                  </a:lnTo>
                  <a:lnTo>
                    <a:pt x="3728415" y="0"/>
                  </a:lnTo>
                  <a:lnTo>
                    <a:pt x="3776522" y="0"/>
                  </a:lnTo>
                  <a:lnTo>
                    <a:pt x="3824629" y="0"/>
                  </a:lnTo>
                  <a:lnTo>
                    <a:pt x="3872736" y="0"/>
                  </a:lnTo>
                  <a:lnTo>
                    <a:pt x="3920842" y="0"/>
                  </a:lnTo>
                  <a:lnTo>
                    <a:pt x="3968949" y="0"/>
                  </a:lnTo>
                  <a:lnTo>
                    <a:pt x="4017056" y="0"/>
                  </a:lnTo>
                  <a:lnTo>
                    <a:pt x="4065163" y="0"/>
                  </a:lnTo>
                  <a:lnTo>
                    <a:pt x="4113270" y="0"/>
                  </a:lnTo>
                  <a:lnTo>
                    <a:pt x="4161377" y="0"/>
                  </a:lnTo>
                  <a:lnTo>
                    <a:pt x="4209483" y="0"/>
                  </a:lnTo>
                  <a:lnTo>
                    <a:pt x="4257590" y="0"/>
                  </a:lnTo>
                  <a:lnTo>
                    <a:pt x="4305697" y="0"/>
                  </a:lnTo>
                  <a:lnTo>
                    <a:pt x="4342247" y="0"/>
                  </a:lnTo>
                  <a:lnTo>
                    <a:pt x="4342247" y="0"/>
                  </a:lnTo>
                </a:path>
              </a:pathLst>
            </a:custGeom>
            <a:ln w="13550" cap="rnd">
              <a:solidFill>
                <a:srgbClr val="F0F8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2034901" y="4757570"/>
              <a:ext cx="4342247" cy="0"/>
            </a:xfrm>
            <a:custGeom>
              <a:avLst/>
              <a:pathLst>
                <a:path w="4342247" h="0">
                  <a:moveTo>
                    <a:pt x="0" y="0"/>
                  </a:moveTo>
                  <a:lnTo>
                    <a:pt x="24190" y="0"/>
                  </a:lnTo>
                  <a:lnTo>
                    <a:pt x="72297" y="0"/>
                  </a:lnTo>
                  <a:lnTo>
                    <a:pt x="120403" y="0"/>
                  </a:lnTo>
                  <a:lnTo>
                    <a:pt x="168510" y="0"/>
                  </a:lnTo>
                  <a:lnTo>
                    <a:pt x="216617" y="0"/>
                  </a:lnTo>
                  <a:lnTo>
                    <a:pt x="264724" y="0"/>
                  </a:lnTo>
                  <a:lnTo>
                    <a:pt x="312831" y="0"/>
                  </a:lnTo>
                  <a:lnTo>
                    <a:pt x="360938" y="0"/>
                  </a:lnTo>
                  <a:lnTo>
                    <a:pt x="409044" y="0"/>
                  </a:lnTo>
                  <a:lnTo>
                    <a:pt x="457151" y="0"/>
                  </a:lnTo>
                  <a:lnTo>
                    <a:pt x="505258" y="0"/>
                  </a:lnTo>
                  <a:lnTo>
                    <a:pt x="553365" y="0"/>
                  </a:lnTo>
                  <a:lnTo>
                    <a:pt x="601472" y="0"/>
                  </a:lnTo>
                  <a:lnTo>
                    <a:pt x="649579" y="0"/>
                  </a:lnTo>
                  <a:lnTo>
                    <a:pt x="697685" y="0"/>
                  </a:lnTo>
                  <a:lnTo>
                    <a:pt x="745792" y="0"/>
                  </a:lnTo>
                  <a:lnTo>
                    <a:pt x="793899" y="0"/>
                  </a:lnTo>
                  <a:lnTo>
                    <a:pt x="842006" y="0"/>
                  </a:lnTo>
                  <a:lnTo>
                    <a:pt x="890113" y="0"/>
                  </a:lnTo>
                  <a:lnTo>
                    <a:pt x="938219" y="0"/>
                  </a:lnTo>
                  <a:lnTo>
                    <a:pt x="986326" y="0"/>
                  </a:lnTo>
                  <a:lnTo>
                    <a:pt x="1034433" y="0"/>
                  </a:lnTo>
                  <a:lnTo>
                    <a:pt x="1082540" y="0"/>
                  </a:lnTo>
                  <a:lnTo>
                    <a:pt x="1130647" y="0"/>
                  </a:lnTo>
                  <a:lnTo>
                    <a:pt x="1178754" y="0"/>
                  </a:lnTo>
                  <a:lnTo>
                    <a:pt x="1226860" y="0"/>
                  </a:lnTo>
                  <a:lnTo>
                    <a:pt x="1274967" y="0"/>
                  </a:lnTo>
                  <a:lnTo>
                    <a:pt x="1323074" y="0"/>
                  </a:lnTo>
                  <a:lnTo>
                    <a:pt x="1371181" y="0"/>
                  </a:lnTo>
                  <a:lnTo>
                    <a:pt x="1419288" y="0"/>
                  </a:lnTo>
                  <a:lnTo>
                    <a:pt x="1467394" y="0"/>
                  </a:lnTo>
                  <a:lnTo>
                    <a:pt x="1515501" y="0"/>
                  </a:lnTo>
                  <a:lnTo>
                    <a:pt x="1563608" y="0"/>
                  </a:lnTo>
                  <a:lnTo>
                    <a:pt x="1611715" y="0"/>
                  </a:lnTo>
                  <a:lnTo>
                    <a:pt x="1659822" y="0"/>
                  </a:lnTo>
                  <a:lnTo>
                    <a:pt x="1707929" y="0"/>
                  </a:lnTo>
                  <a:lnTo>
                    <a:pt x="1756035" y="0"/>
                  </a:lnTo>
                  <a:lnTo>
                    <a:pt x="1804142" y="0"/>
                  </a:lnTo>
                  <a:lnTo>
                    <a:pt x="1852249" y="0"/>
                  </a:lnTo>
                  <a:lnTo>
                    <a:pt x="1900356" y="0"/>
                  </a:lnTo>
                  <a:lnTo>
                    <a:pt x="1948463" y="0"/>
                  </a:lnTo>
                  <a:lnTo>
                    <a:pt x="1996570" y="0"/>
                  </a:lnTo>
                  <a:lnTo>
                    <a:pt x="2044676" y="0"/>
                  </a:lnTo>
                  <a:lnTo>
                    <a:pt x="2092783" y="0"/>
                  </a:lnTo>
                  <a:lnTo>
                    <a:pt x="2140890" y="0"/>
                  </a:lnTo>
                  <a:lnTo>
                    <a:pt x="2188997" y="0"/>
                  </a:lnTo>
                  <a:lnTo>
                    <a:pt x="2237104" y="0"/>
                  </a:lnTo>
                  <a:lnTo>
                    <a:pt x="2285210" y="0"/>
                  </a:lnTo>
                  <a:lnTo>
                    <a:pt x="2333317" y="0"/>
                  </a:lnTo>
                  <a:lnTo>
                    <a:pt x="2381424" y="0"/>
                  </a:lnTo>
                  <a:lnTo>
                    <a:pt x="2429531" y="0"/>
                  </a:lnTo>
                  <a:lnTo>
                    <a:pt x="2477638" y="0"/>
                  </a:lnTo>
                  <a:lnTo>
                    <a:pt x="2525745" y="0"/>
                  </a:lnTo>
                  <a:lnTo>
                    <a:pt x="2573851" y="0"/>
                  </a:lnTo>
                  <a:lnTo>
                    <a:pt x="2621958" y="0"/>
                  </a:lnTo>
                  <a:lnTo>
                    <a:pt x="2670065" y="0"/>
                  </a:lnTo>
                  <a:lnTo>
                    <a:pt x="2718172" y="0"/>
                  </a:lnTo>
                  <a:lnTo>
                    <a:pt x="2766279" y="0"/>
                  </a:lnTo>
                  <a:lnTo>
                    <a:pt x="2814386" y="0"/>
                  </a:lnTo>
                  <a:lnTo>
                    <a:pt x="2862492" y="0"/>
                  </a:lnTo>
                  <a:lnTo>
                    <a:pt x="2910599" y="0"/>
                  </a:lnTo>
                  <a:lnTo>
                    <a:pt x="2958706" y="0"/>
                  </a:lnTo>
                  <a:lnTo>
                    <a:pt x="3006813" y="0"/>
                  </a:lnTo>
                  <a:lnTo>
                    <a:pt x="3054920" y="0"/>
                  </a:lnTo>
                  <a:lnTo>
                    <a:pt x="3103026" y="0"/>
                  </a:lnTo>
                  <a:lnTo>
                    <a:pt x="3151133" y="0"/>
                  </a:lnTo>
                  <a:lnTo>
                    <a:pt x="3199240" y="0"/>
                  </a:lnTo>
                  <a:lnTo>
                    <a:pt x="3247347" y="0"/>
                  </a:lnTo>
                  <a:lnTo>
                    <a:pt x="3295454" y="0"/>
                  </a:lnTo>
                  <a:lnTo>
                    <a:pt x="3343561" y="0"/>
                  </a:lnTo>
                  <a:lnTo>
                    <a:pt x="3391667" y="0"/>
                  </a:lnTo>
                  <a:lnTo>
                    <a:pt x="3439774" y="0"/>
                  </a:lnTo>
                  <a:lnTo>
                    <a:pt x="3487881" y="0"/>
                  </a:lnTo>
                  <a:lnTo>
                    <a:pt x="3535988" y="0"/>
                  </a:lnTo>
                  <a:lnTo>
                    <a:pt x="3584095" y="0"/>
                  </a:lnTo>
                  <a:lnTo>
                    <a:pt x="3632202" y="0"/>
                  </a:lnTo>
                  <a:lnTo>
                    <a:pt x="3680308" y="0"/>
                  </a:lnTo>
                  <a:lnTo>
                    <a:pt x="3728415" y="0"/>
                  </a:lnTo>
                  <a:lnTo>
                    <a:pt x="3776522" y="0"/>
                  </a:lnTo>
                  <a:lnTo>
                    <a:pt x="3824629" y="0"/>
                  </a:lnTo>
                  <a:lnTo>
                    <a:pt x="3872736" y="0"/>
                  </a:lnTo>
                  <a:lnTo>
                    <a:pt x="3920842" y="0"/>
                  </a:lnTo>
                  <a:lnTo>
                    <a:pt x="3968949" y="0"/>
                  </a:lnTo>
                  <a:lnTo>
                    <a:pt x="4017056" y="0"/>
                  </a:lnTo>
                  <a:lnTo>
                    <a:pt x="4065163" y="0"/>
                  </a:lnTo>
                  <a:lnTo>
                    <a:pt x="4113270" y="0"/>
                  </a:lnTo>
                  <a:lnTo>
                    <a:pt x="4161377" y="0"/>
                  </a:lnTo>
                  <a:lnTo>
                    <a:pt x="4209483" y="0"/>
                  </a:lnTo>
                  <a:lnTo>
                    <a:pt x="4257590" y="0"/>
                  </a:lnTo>
                  <a:lnTo>
                    <a:pt x="4305697" y="0"/>
                  </a:lnTo>
                  <a:lnTo>
                    <a:pt x="4342247" y="0"/>
                  </a:lnTo>
                  <a:lnTo>
                    <a:pt x="4342247" y="0"/>
                  </a:lnTo>
                </a:path>
              </a:pathLst>
            </a:custGeom>
            <a:ln w="13550" cap="rnd">
              <a:solidFill>
                <a:srgbClr val="F0F8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2034901" y="4107291"/>
              <a:ext cx="4342247" cy="0"/>
            </a:xfrm>
            <a:custGeom>
              <a:avLst/>
              <a:pathLst>
                <a:path w="4342247" h="0">
                  <a:moveTo>
                    <a:pt x="0" y="0"/>
                  </a:moveTo>
                  <a:lnTo>
                    <a:pt x="24190" y="0"/>
                  </a:lnTo>
                  <a:lnTo>
                    <a:pt x="72297" y="0"/>
                  </a:lnTo>
                  <a:lnTo>
                    <a:pt x="120403" y="0"/>
                  </a:lnTo>
                  <a:lnTo>
                    <a:pt x="168510" y="0"/>
                  </a:lnTo>
                  <a:lnTo>
                    <a:pt x="216617" y="0"/>
                  </a:lnTo>
                  <a:lnTo>
                    <a:pt x="264724" y="0"/>
                  </a:lnTo>
                  <a:lnTo>
                    <a:pt x="312831" y="0"/>
                  </a:lnTo>
                  <a:lnTo>
                    <a:pt x="360938" y="0"/>
                  </a:lnTo>
                  <a:lnTo>
                    <a:pt x="409044" y="0"/>
                  </a:lnTo>
                  <a:lnTo>
                    <a:pt x="457151" y="0"/>
                  </a:lnTo>
                  <a:lnTo>
                    <a:pt x="505258" y="0"/>
                  </a:lnTo>
                  <a:lnTo>
                    <a:pt x="553365" y="0"/>
                  </a:lnTo>
                  <a:lnTo>
                    <a:pt x="601472" y="0"/>
                  </a:lnTo>
                  <a:lnTo>
                    <a:pt x="649579" y="0"/>
                  </a:lnTo>
                  <a:lnTo>
                    <a:pt x="697685" y="0"/>
                  </a:lnTo>
                  <a:lnTo>
                    <a:pt x="745792" y="0"/>
                  </a:lnTo>
                  <a:lnTo>
                    <a:pt x="793899" y="0"/>
                  </a:lnTo>
                  <a:lnTo>
                    <a:pt x="842006" y="0"/>
                  </a:lnTo>
                  <a:lnTo>
                    <a:pt x="890113" y="0"/>
                  </a:lnTo>
                  <a:lnTo>
                    <a:pt x="938219" y="0"/>
                  </a:lnTo>
                  <a:lnTo>
                    <a:pt x="986326" y="0"/>
                  </a:lnTo>
                  <a:lnTo>
                    <a:pt x="1034433" y="0"/>
                  </a:lnTo>
                  <a:lnTo>
                    <a:pt x="1082540" y="0"/>
                  </a:lnTo>
                  <a:lnTo>
                    <a:pt x="1130647" y="0"/>
                  </a:lnTo>
                  <a:lnTo>
                    <a:pt x="1178754" y="0"/>
                  </a:lnTo>
                  <a:lnTo>
                    <a:pt x="1226860" y="0"/>
                  </a:lnTo>
                  <a:lnTo>
                    <a:pt x="1274967" y="0"/>
                  </a:lnTo>
                  <a:lnTo>
                    <a:pt x="1323074" y="0"/>
                  </a:lnTo>
                  <a:lnTo>
                    <a:pt x="1371181" y="0"/>
                  </a:lnTo>
                  <a:lnTo>
                    <a:pt x="1419288" y="0"/>
                  </a:lnTo>
                  <a:lnTo>
                    <a:pt x="1467394" y="0"/>
                  </a:lnTo>
                  <a:lnTo>
                    <a:pt x="1515501" y="0"/>
                  </a:lnTo>
                  <a:lnTo>
                    <a:pt x="1563608" y="0"/>
                  </a:lnTo>
                  <a:lnTo>
                    <a:pt x="1611715" y="0"/>
                  </a:lnTo>
                  <a:lnTo>
                    <a:pt x="1659822" y="0"/>
                  </a:lnTo>
                  <a:lnTo>
                    <a:pt x="1707929" y="0"/>
                  </a:lnTo>
                  <a:lnTo>
                    <a:pt x="1756035" y="0"/>
                  </a:lnTo>
                  <a:lnTo>
                    <a:pt x="1804142" y="0"/>
                  </a:lnTo>
                  <a:lnTo>
                    <a:pt x="1852249" y="0"/>
                  </a:lnTo>
                  <a:lnTo>
                    <a:pt x="1900356" y="0"/>
                  </a:lnTo>
                  <a:lnTo>
                    <a:pt x="1948463" y="0"/>
                  </a:lnTo>
                  <a:lnTo>
                    <a:pt x="1996570" y="0"/>
                  </a:lnTo>
                  <a:lnTo>
                    <a:pt x="2044676" y="0"/>
                  </a:lnTo>
                  <a:lnTo>
                    <a:pt x="2092783" y="0"/>
                  </a:lnTo>
                  <a:lnTo>
                    <a:pt x="2140890" y="0"/>
                  </a:lnTo>
                  <a:lnTo>
                    <a:pt x="2188997" y="0"/>
                  </a:lnTo>
                  <a:lnTo>
                    <a:pt x="2237104" y="0"/>
                  </a:lnTo>
                  <a:lnTo>
                    <a:pt x="2285210" y="0"/>
                  </a:lnTo>
                  <a:lnTo>
                    <a:pt x="2333317" y="0"/>
                  </a:lnTo>
                  <a:lnTo>
                    <a:pt x="2381424" y="0"/>
                  </a:lnTo>
                  <a:lnTo>
                    <a:pt x="2429531" y="0"/>
                  </a:lnTo>
                  <a:lnTo>
                    <a:pt x="2477638" y="0"/>
                  </a:lnTo>
                  <a:lnTo>
                    <a:pt x="2525745" y="0"/>
                  </a:lnTo>
                  <a:lnTo>
                    <a:pt x="2573851" y="0"/>
                  </a:lnTo>
                  <a:lnTo>
                    <a:pt x="2621958" y="0"/>
                  </a:lnTo>
                  <a:lnTo>
                    <a:pt x="2670065" y="0"/>
                  </a:lnTo>
                  <a:lnTo>
                    <a:pt x="2718172" y="0"/>
                  </a:lnTo>
                  <a:lnTo>
                    <a:pt x="2766279" y="0"/>
                  </a:lnTo>
                  <a:lnTo>
                    <a:pt x="2814386" y="0"/>
                  </a:lnTo>
                  <a:lnTo>
                    <a:pt x="2862492" y="0"/>
                  </a:lnTo>
                  <a:lnTo>
                    <a:pt x="2910599" y="0"/>
                  </a:lnTo>
                  <a:lnTo>
                    <a:pt x="2958706" y="0"/>
                  </a:lnTo>
                  <a:lnTo>
                    <a:pt x="3006813" y="0"/>
                  </a:lnTo>
                  <a:lnTo>
                    <a:pt x="3054920" y="0"/>
                  </a:lnTo>
                  <a:lnTo>
                    <a:pt x="3103026" y="0"/>
                  </a:lnTo>
                  <a:lnTo>
                    <a:pt x="3151133" y="0"/>
                  </a:lnTo>
                  <a:lnTo>
                    <a:pt x="3199240" y="0"/>
                  </a:lnTo>
                  <a:lnTo>
                    <a:pt x="3247347" y="0"/>
                  </a:lnTo>
                  <a:lnTo>
                    <a:pt x="3295454" y="0"/>
                  </a:lnTo>
                  <a:lnTo>
                    <a:pt x="3343561" y="0"/>
                  </a:lnTo>
                  <a:lnTo>
                    <a:pt x="3391667" y="0"/>
                  </a:lnTo>
                  <a:lnTo>
                    <a:pt x="3439774" y="0"/>
                  </a:lnTo>
                  <a:lnTo>
                    <a:pt x="3487881" y="0"/>
                  </a:lnTo>
                  <a:lnTo>
                    <a:pt x="3535988" y="0"/>
                  </a:lnTo>
                  <a:lnTo>
                    <a:pt x="3584095" y="0"/>
                  </a:lnTo>
                  <a:lnTo>
                    <a:pt x="3632202" y="0"/>
                  </a:lnTo>
                  <a:lnTo>
                    <a:pt x="3680308" y="0"/>
                  </a:lnTo>
                  <a:lnTo>
                    <a:pt x="3728415" y="0"/>
                  </a:lnTo>
                  <a:lnTo>
                    <a:pt x="3776522" y="0"/>
                  </a:lnTo>
                  <a:lnTo>
                    <a:pt x="3824629" y="0"/>
                  </a:lnTo>
                  <a:lnTo>
                    <a:pt x="3872736" y="0"/>
                  </a:lnTo>
                  <a:lnTo>
                    <a:pt x="3920842" y="0"/>
                  </a:lnTo>
                  <a:lnTo>
                    <a:pt x="3968949" y="0"/>
                  </a:lnTo>
                  <a:lnTo>
                    <a:pt x="4017056" y="0"/>
                  </a:lnTo>
                  <a:lnTo>
                    <a:pt x="4065163" y="0"/>
                  </a:lnTo>
                  <a:lnTo>
                    <a:pt x="4113270" y="0"/>
                  </a:lnTo>
                  <a:lnTo>
                    <a:pt x="4161377" y="0"/>
                  </a:lnTo>
                  <a:lnTo>
                    <a:pt x="4209483" y="0"/>
                  </a:lnTo>
                  <a:lnTo>
                    <a:pt x="4257590" y="0"/>
                  </a:lnTo>
                  <a:lnTo>
                    <a:pt x="4305697" y="0"/>
                  </a:lnTo>
                  <a:lnTo>
                    <a:pt x="4342247" y="0"/>
                  </a:lnTo>
                  <a:lnTo>
                    <a:pt x="4342247" y="0"/>
                  </a:lnTo>
                </a:path>
              </a:pathLst>
            </a:custGeom>
            <a:ln w="13550" cap="rnd">
              <a:solidFill>
                <a:srgbClr val="F0F8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2034901" y="3457011"/>
              <a:ext cx="4342247" cy="0"/>
            </a:xfrm>
            <a:custGeom>
              <a:avLst/>
              <a:pathLst>
                <a:path w="4342247" h="0">
                  <a:moveTo>
                    <a:pt x="0" y="0"/>
                  </a:moveTo>
                  <a:lnTo>
                    <a:pt x="24190" y="0"/>
                  </a:lnTo>
                  <a:lnTo>
                    <a:pt x="72297" y="0"/>
                  </a:lnTo>
                  <a:lnTo>
                    <a:pt x="120403" y="0"/>
                  </a:lnTo>
                  <a:lnTo>
                    <a:pt x="168510" y="0"/>
                  </a:lnTo>
                  <a:lnTo>
                    <a:pt x="216617" y="0"/>
                  </a:lnTo>
                  <a:lnTo>
                    <a:pt x="264724" y="0"/>
                  </a:lnTo>
                  <a:lnTo>
                    <a:pt x="312831" y="0"/>
                  </a:lnTo>
                  <a:lnTo>
                    <a:pt x="360938" y="0"/>
                  </a:lnTo>
                  <a:lnTo>
                    <a:pt x="409044" y="0"/>
                  </a:lnTo>
                  <a:lnTo>
                    <a:pt x="457151" y="0"/>
                  </a:lnTo>
                  <a:lnTo>
                    <a:pt x="505258" y="0"/>
                  </a:lnTo>
                  <a:lnTo>
                    <a:pt x="553365" y="0"/>
                  </a:lnTo>
                  <a:lnTo>
                    <a:pt x="601472" y="0"/>
                  </a:lnTo>
                  <a:lnTo>
                    <a:pt x="649579" y="0"/>
                  </a:lnTo>
                  <a:lnTo>
                    <a:pt x="697685" y="0"/>
                  </a:lnTo>
                  <a:lnTo>
                    <a:pt x="745792" y="0"/>
                  </a:lnTo>
                  <a:lnTo>
                    <a:pt x="793899" y="0"/>
                  </a:lnTo>
                  <a:lnTo>
                    <a:pt x="842006" y="0"/>
                  </a:lnTo>
                  <a:lnTo>
                    <a:pt x="890113" y="0"/>
                  </a:lnTo>
                  <a:lnTo>
                    <a:pt x="938219" y="0"/>
                  </a:lnTo>
                  <a:lnTo>
                    <a:pt x="986326" y="0"/>
                  </a:lnTo>
                  <a:lnTo>
                    <a:pt x="1034433" y="0"/>
                  </a:lnTo>
                  <a:lnTo>
                    <a:pt x="1082540" y="0"/>
                  </a:lnTo>
                  <a:lnTo>
                    <a:pt x="1130647" y="0"/>
                  </a:lnTo>
                  <a:lnTo>
                    <a:pt x="1178754" y="0"/>
                  </a:lnTo>
                  <a:lnTo>
                    <a:pt x="1226860" y="0"/>
                  </a:lnTo>
                  <a:lnTo>
                    <a:pt x="1274967" y="0"/>
                  </a:lnTo>
                  <a:lnTo>
                    <a:pt x="1323074" y="0"/>
                  </a:lnTo>
                  <a:lnTo>
                    <a:pt x="1371181" y="0"/>
                  </a:lnTo>
                  <a:lnTo>
                    <a:pt x="1419288" y="0"/>
                  </a:lnTo>
                  <a:lnTo>
                    <a:pt x="1467394" y="0"/>
                  </a:lnTo>
                  <a:lnTo>
                    <a:pt x="1515501" y="0"/>
                  </a:lnTo>
                  <a:lnTo>
                    <a:pt x="1563608" y="0"/>
                  </a:lnTo>
                  <a:lnTo>
                    <a:pt x="1611715" y="0"/>
                  </a:lnTo>
                  <a:lnTo>
                    <a:pt x="1659822" y="0"/>
                  </a:lnTo>
                  <a:lnTo>
                    <a:pt x="1707929" y="0"/>
                  </a:lnTo>
                  <a:lnTo>
                    <a:pt x="1756035" y="0"/>
                  </a:lnTo>
                  <a:lnTo>
                    <a:pt x="1804142" y="0"/>
                  </a:lnTo>
                  <a:lnTo>
                    <a:pt x="1852249" y="0"/>
                  </a:lnTo>
                  <a:lnTo>
                    <a:pt x="1900356" y="0"/>
                  </a:lnTo>
                  <a:lnTo>
                    <a:pt x="1948463" y="0"/>
                  </a:lnTo>
                  <a:lnTo>
                    <a:pt x="1996570" y="0"/>
                  </a:lnTo>
                  <a:lnTo>
                    <a:pt x="2044676" y="0"/>
                  </a:lnTo>
                  <a:lnTo>
                    <a:pt x="2092783" y="0"/>
                  </a:lnTo>
                  <a:lnTo>
                    <a:pt x="2140890" y="0"/>
                  </a:lnTo>
                  <a:lnTo>
                    <a:pt x="2188997" y="0"/>
                  </a:lnTo>
                  <a:lnTo>
                    <a:pt x="2237104" y="0"/>
                  </a:lnTo>
                  <a:lnTo>
                    <a:pt x="2285210" y="0"/>
                  </a:lnTo>
                  <a:lnTo>
                    <a:pt x="2333317" y="0"/>
                  </a:lnTo>
                  <a:lnTo>
                    <a:pt x="2381424" y="0"/>
                  </a:lnTo>
                  <a:lnTo>
                    <a:pt x="2429531" y="0"/>
                  </a:lnTo>
                  <a:lnTo>
                    <a:pt x="2477638" y="0"/>
                  </a:lnTo>
                  <a:lnTo>
                    <a:pt x="2525745" y="0"/>
                  </a:lnTo>
                  <a:lnTo>
                    <a:pt x="2573851" y="0"/>
                  </a:lnTo>
                  <a:lnTo>
                    <a:pt x="2621958" y="0"/>
                  </a:lnTo>
                  <a:lnTo>
                    <a:pt x="2670065" y="0"/>
                  </a:lnTo>
                  <a:lnTo>
                    <a:pt x="2718172" y="0"/>
                  </a:lnTo>
                  <a:lnTo>
                    <a:pt x="2766279" y="0"/>
                  </a:lnTo>
                  <a:lnTo>
                    <a:pt x="2814386" y="0"/>
                  </a:lnTo>
                  <a:lnTo>
                    <a:pt x="2862492" y="0"/>
                  </a:lnTo>
                  <a:lnTo>
                    <a:pt x="2910599" y="0"/>
                  </a:lnTo>
                  <a:lnTo>
                    <a:pt x="2958706" y="0"/>
                  </a:lnTo>
                  <a:lnTo>
                    <a:pt x="3006813" y="0"/>
                  </a:lnTo>
                  <a:lnTo>
                    <a:pt x="3054920" y="0"/>
                  </a:lnTo>
                  <a:lnTo>
                    <a:pt x="3103026" y="0"/>
                  </a:lnTo>
                  <a:lnTo>
                    <a:pt x="3151133" y="0"/>
                  </a:lnTo>
                  <a:lnTo>
                    <a:pt x="3199240" y="0"/>
                  </a:lnTo>
                  <a:lnTo>
                    <a:pt x="3247347" y="0"/>
                  </a:lnTo>
                  <a:lnTo>
                    <a:pt x="3295454" y="0"/>
                  </a:lnTo>
                  <a:lnTo>
                    <a:pt x="3343561" y="0"/>
                  </a:lnTo>
                  <a:lnTo>
                    <a:pt x="3391667" y="0"/>
                  </a:lnTo>
                  <a:lnTo>
                    <a:pt x="3439774" y="0"/>
                  </a:lnTo>
                  <a:lnTo>
                    <a:pt x="3487881" y="0"/>
                  </a:lnTo>
                  <a:lnTo>
                    <a:pt x="3535988" y="0"/>
                  </a:lnTo>
                  <a:lnTo>
                    <a:pt x="3584095" y="0"/>
                  </a:lnTo>
                  <a:lnTo>
                    <a:pt x="3632202" y="0"/>
                  </a:lnTo>
                  <a:lnTo>
                    <a:pt x="3680308" y="0"/>
                  </a:lnTo>
                  <a:lnTo>
                    <a:pt x="3728415" y="0"/>
                  </a:lnTo>
                  <a:lnTo>
                    <a:pt x="3776522" y="0"/>
                  </a:lnTo>
                  <a:lnTo>
                    <a:pt x="3824629" y="0"/>
                  </a:lnTo>
                  <a:lnTo>
                    <a:pt x="3872736" y="0"/>
                  </a:lnTo>
                  <a:lnTo>
                    <a:pt x="3920842" y="0"/>
                  </a:lnTo>
                  <a:lnTo>
                    <a:pt x="3968949" y="0"/>
                  </a:lnTo>
                  <a:lnTo>
                    <a:pt x="4017056" y="0"/>
                  </a:lnTo>
                  <a:lnTo>
                    <a:pt x="4065163" y="0"/>
                  </a:lnTo>
                  <a:lnTo>
                    <a:pt x="4113270" y="0"/>
                  </a:lnTo>
                  <a:lnTo>
                    <a:pt x="4161377" y="0"/>
                  </a:lnTo>
                  <a:lnTo>
                    <a:pt x="4209483" y="0"/>
                  </a:lnTo>
                  <a:lnTo>
                    <a:pt x="4257590" y="0"/>
                  </a:lnTo>
                  <a:lnTo>
                    <a:pt x="4305697" y="0"/>
                  </a:lnTo>
                  <a:lnTo>
                    <a:pt x="4342247" y="0"/>
                  </a:lnTo>
                  <a:lnTo>
                    <a:pt x="4342247" y="0"/>
                  </a:lnTo>
                </a:path>
              </a:pathLst>
            </a:custGeom>
            <a:ln w="13550" cap="rnd">
              <a:solidFill>
                <a:srgbClr val="F0F8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2034901" y="2806731"/>
              <a:ext cx="4342247" cy="0"/>
            </a:xfrm>
            <a:custGeom>
              <a:avLst/>
              <a:pathLst>
                <a:path w="4342247" h="0">
                  <a:moveTo>
                    <a:pt x="0" y="0"/>
                  </a:moveTo>
                  <a:lnTo>
                    <a:pt x="24190" y="0"/>
                  </a:lnTo>
                  <a:lnTo>
                    <a:pt x="72297" y="0"/>
                  </a:lnTo>
                  <a:lnTo>
                    <a:pt x="120403" y="0"/>
                  </a:lnTo>
                  <a:lnTo>
                    <a:pt x="168510" y="0"/>
                  </a:lnTo>
                  <a:lnTo>
                    <a:pt x="216617" y="0"/>
                  </a:lnTo>
                  <a:lnTo>
                    <a:pt x="264724" y="0"/>
                  </a:lnTo>
                  <a:lnTo>
                    <a:pt x="312831" y="0"/>
                  </a:lnTo>
                  <a:lnTo>
                    <a:pt x="360938" y="0"/>
                  </a:lnTo>
                  <a:lnTo>
                    <a:pt x="409044" y="0"/>
                  </a:lnTo>
                  <a:lnTo>
                    <a:pt x="457151" y="0"/>
                  </a:lnTo>
                  <a:lnTo>
                    <a:pt x="505258" y="0"/>
                  </a:lnTo>
                  <a:lnTo>
                    <a:pt x="553365" y="0"/>
                  </a:lnTo>
                  <a:lnTo>
                    <a:pt x="601472" y="0"/>
                  </a:lnTo>
                  <a:lnTo>
                    <a:pt x="649579" y="0"/>
                  </a:lnTo>
                  <a:lnTo>
                    <a:pt x="697685" y="0"/>
                  </a:lnTo>
                  <a:lnTo>
                    <a:pt x="745792" y="0"/>
                  </a:lnTo>
                  <a:lnTo>
                    <a:pt x="793899" y="0"/>
                  </a:lnTo>
                  <a:lnTo>
                    <a:pt x="842006" y="0"/>
                  </a:lnTo>
                  <a:lnTo>
                    <a:pt x="890113" y="0"/>
                  </a:lnTo>
                  <a:lnTo>
                    <a:pt x="938219" y="0"/>
                  </a:lnTo>
                  <a:lnTo>
                    <a:pt x="986326" y="0"/>
                  </a:lnTo>
                  <a:lnTo>
                    <a:pt x="1034433" y="0"/>
                  </a:lnTo>
                  <a:lnTo>
                    <a:pt x="1082540" y="0"/>
                  </a:lnTo>
                  <a:lnTo>
                    <a:pt x="1130647" y="0"/>
                  </a:lnTo>
                  <a:lnTo>
                    <a:pt x="1178754" y="0"/>
                  </a:lnTo>
                  <a:lnTo>
                    <a:pt x="1226860" y="0"/>
                  </a:lnTo>
                  <a:lnTo>
                    <a:pt x="1274967" y="0"/>
                  </a:lnTo>
                  <a:lnTo>
                    <a:pt x="1323074" y="0"/>
                  </a:lnTo>
                  <a:lnTo>
                    <a:pt x="1371181" y="0"/>
                  </a:lnTo>
                  <a:lnTo>
                    <a:pt x="1419288" y="0"/>
                  </a:lnTo>
                  <a:lnTo>
                    <a:pt x="1467394" y="0"/>
                  </a:lnTo>
                  <a:lnTo>
                    <a:pt x="1515501" y="0"/>
                  </a:lnTo>
                  <a:lnTo>
                    <a:pt x="1563608" y="0"/>
                  </a:lnTo>
                  <a:lnTo>
                    <a:pt x="1611715" y="0"/>
                  </a:lnTo>
                  <a:lnTo>
                    <a:pt x="1659822" y="0"/>
                  </a:lnTo>
                  <a:lnTo>
                    <a:pt x="1707929" y="0"/>
                  </a:lnTo>
                  <a:lnTo>
                    <a:pt x="1756035" y="0"/>
                  </a:lnTo>
                  <a:lnTo>
                    <a:pt x="1804142" y="0"/>
                  </a:lnTo>
                  <a:lnTo>
                    <a:pt x="1852249" y="0"/>
                  </a:lnTo>
                  <a:lnTo>
                    <a:pt x="1900356" y="0"/>
                  </a:lnTo>
                  <a:lnTo>
                    <a:pt x="1948463" y="0"/>
                  </a:lnTo>
                  <a:lnTo>
                    <a:pt x="1996570" y="0"/>
                  </a:lnTo>
                  <a:lnTo>
                    <a:pt x="2044676" y="0"/>
                  </a:lnTo>
                  <a:lnTo>
                    <a:pt x="2092783" y="0"/>
                  </a:lnTo>
                  <a:lnTo>
                    <a:pt x="2140890" y="0"/>
                  </a:lnTo>
                  <a:lnTo>
                    <a:pt x="2188997" y="0"/>
                  </a:lnTo>
                  <a:lnTo>
                    <a:pt x="2237104" y="0"/>
                  </a:lnTo>
                  <a:lnTo>
                    <a:pt x="2285210" y="0"/>
                  </a:lnTo>
                  <a:lnTo>
                    <a:pt x="2333317" y="0"/>
                  </a:lnTo>
                  <a:lnTo>
                    <a:pt x="2381424" y="0"/>
                  </a:lnTo>
                  <a:lnTo>
                    <a:pt x="2429531" y="0"/>
                  </a:lnTo>
                  <a:lnTo>
                    <a:pt x="2477638" y="0"/>
                  </a:lnTo>
                  <a:lnTo>
                    <a:pt x="2525745" y="0"/>
                  </a:lnTo>
                  <a:lnTo>
                    <a:pt x="2573851" y="0"/>
                  </a:lnTo>
                  <a:lnTo>
                    <a:pt x="2621958" y="0"/>
                  </a:lnTo>
                  <a:lnTo>
                    <a:pt x="2670065" y="0"/>
                  </a:lnTo>
                  <a:lnTo>
                    <a:pt x="2718172" y="0"/>
                  </a:lnTo>
                  <a:lnTo>
                    <a:pt x="2766279" y="0"/>
                  </a:lnTo>
                  <a:lnTo>
                    <a:pt x="2814386" y="0"/>
                  </a:lnTo>
                  <a:lnTo>
                    <a:pt x="2862492" y="0"/>
                  </a:lnTo>
                  <a:lnTo>
                    <a:pt x="2910599" y="0"/>
                  </a:lnTo>
                  <a:lnTo>
                    <a:pt x="2958706" y="0"/>
                  </a:lnTo>
                  <a:lnTo>
                    <a:pt x="3006813" y="0"/>
                  </a:lnTo>
                  <a:lnTo>
                    <a:pt x="3054920" y="0"/>
                  </a:lnTo>
                  <a:lnTo>
                    <a:pt x="3103026" y="0"/>
                  </a:lnTo>
                  <a:lnTo>
                    <a:pt x="3151133" y="0"/>
                  </a:lnTo>
                  <a:lnTo>
                    <a:pt x="3199240" y="0"/>
                  </a:lnTo>
                  <a:lnTo>
                    <a:pt x="3247347" y="0"/>
                  </a:lnTo>
                  <a:lnTo>
                    <a:pt x="3295454" y="0"/>
                  </a:lnTo>
                  <a:lnTo>
                    <a:pt x="3343561" y="0"/>
                  </a:lnTo>
                  <a:lnTo>
                    <a:pt x="3391667" y="0"/>
                  </a:lnTo>
                  <a:lnTo>
                    <a:pt x="3439774" y="0"/>
                  </a:lnTo>
                  <a:lnTo>
                    <a:pt x="3487881" y="0"/>
                  </a:lnTo>
                  <a:lnTo>
                    <a:pt x="3535988" y="0"/>
                  </a:lnTo>
                  <a:lnTo>
                    <a:pt x="3584095" y="0"/>
                  </a:lnTo>
                  <a:lnTo>
                    <a:pt x="3632202" y="0"/>
                  </a:lnTo>
                  <a:lnTo>
                    <a:pt x="3680308" y="0"/>
                  </a:lnTo>
                  <a:lnTo>
                    <a:pt x="3728415" y="0"/>
                  </a:lnTo>
                  <a:lnTo>
                    <a:pt x="3776522" y="0"/>
                  </a:lnTo>
                  <a:lnTo>
                    <a:pt x="3824629" y="0"/>
                  </a:lnTo>
                  <a:lnTo>
                    <a:pt x="3872736" y="0"/>
                  </a:lnTo>
                  <a:lnTo>
                    <a:pt x="3920842" y="0"/>
                  </a:lnTo>
                  <a:lnTo>
                    <a:pt x="3968949" y="0"/>
                  </a:lnTo>
                  <a:lnTo>
                    <a:pt x="4017056" y="0"/>
                  </a:lnTo>
                  <a:lnTo>
                    <a:pt x="4065163" y="0"/>
                  </a:lnTo>
                  <a:lnTo>
                    <a:pt x="4113270" y="0"/>
                  </a:lnTo>
                  <a:lnTo>
                    <a:pt x="4161377" y="0"/>
                  </a:lnTo>
                  <a:lnTo>
                    <a:pt x="4209483" y="0"/>
                  </a:lnTo>
                  <a:lnTo>
                    <a:pt x="4257590" y="0"/>
                  </a:lnTo>
                  <a:lnTo>
                    <a:pt x="4305697" y="0"/>
                  </a:lnTo>
                  <a:lnTo>
                    <a:pt x="4342247" y="0"/>
                  </a:lnTo>
                  <a:lnTo>
                    <a:pt x="4342247" y="0"/>
                  </a:lnTo>
                </a:path>
              </a:pathLst>
            </a:custGeom>
            <a:ln w="13550" cap="rnd">
              <a:solidFill>
                <a:srgbClr val="F0F8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g19"/>
            <p:cNvSpPr/>
            <p:nvPr/>
          </p:nvSpPr>
          <p:spPr>
            <a:xfrm>
              <a:off x="5504809" y="250760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508A">
                <a:alpha val="100000"/>
              </a:srgbClr>
            </a:solidFill>
            <a:ln w="5420" cap="flat">
              <a:solidFill>
                <a:srgbClr val="3B508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g20"/>
            <p:cNvSpPr/>
            <p:nvPr/>
          </p:nvSpPr>
          <p:spPr>
            <a:xfrm>
              <a:off x="5516446" y="250760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5089">
                <a:alpha val="100000"/>
              </a:srgbClr>
            </a:solidFill>
            <a:ln w="5420" cap="flat">
              <a:solidFill>
                <a:srgbClr val="3B508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g21"/>
            <p:cNvSpPr/>
            <p:nvPr/>
          </p:nvSpPr>
          <p:spPr>
            <a:xfrm>
              <a:off x="5528083" y="250760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5089">
                <a:alpha val="100000"/>
              </a:srgbClr>
            </a:solidFill>
            <a:ln w="5420" cap="flat">
              <a:solidFill>
                <a:srgbClr val="3B508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g22"/>
            <p:cNvSpPr/>
            <p:nvPr/>
          </p:nvSpPr>
          <p:spPr>
            <a:xfrm>
              <a:off x="5551358" y="250760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4F89">
                <a:alpha val="100000"/>
              </a:srgbClr>
            </a:solidFill>
            <a:ln w="5420" cap="flat">
              <a:solidFill>
                <a:srgbClr val="3B4F8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pg23"/>
            <p:cNvSpPr/>
            <p:nvPr/>
          </p:nvSpPr>
          <p:spPr>
            <a:xfrm>
              <a:off x="5562995" y="250760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4F88">
                <a:alpha val="100000"/>
              </a:srgbClr>
            </a:solidFill>
            <a:ln w="5420" cap="flat">
              <a:solidFill>
                <a:srgbClr val="3B4F8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g24"/>
            <p:cNvSpPr/>
            <p:nvPr/>
          </p:nvSpPr>
          <p:spPr>
            <a:xfrm>
              <a:off x="5574633" y="250760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4F88">
                <a:alpha val="100000"/>
              </a:srgbClr>
            </a:solidFill>
            <a:ln w="5420" cap="flat">
              <a:solidFill>
                <a:srgbClr val="3B4F8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g25"/>
            <p:cNvSpPr/>
            <p:nvPr/>
          </p:nvSpPr>
          <p:spPr>
            <a:xfrm>
              <a:off x="6109950" y="250760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4E87">
                <a:alpha val="100000"/>
              </a:srgbClr>
            </a:solidFill>
            <a:ln w="5420" cap="flat">
              <a:solidFill>
                <a:srgbClr val="3B4E8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" name="pg26"/>
            <p:cNvSpPr/>
            <p:nvPr/>
          </p:nvSpPr>
          <p:spPr>
            <a:xfrm>
              <a:off x="6121587" y="250760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4E87">
                <a:alpha val="100000"/>
              </a:srgbClr>
            </a:solidFill>
            <a:ln w="5420" cap="flat">
              <a:solidFill>
                <a:srgbClr val="3B4E8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" name="pg27"/>
            <p:cNvSpPr/>
            <p:nvPr/>
          </p:nvSpPr>
          <p:spPr>
            <a:xfrm>
              <a:off x="6133224" y="250760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4E87">
                <a:alpha val="100000"/>
              </a:srgbClr>
            </a:solidFill>
            <a:ln w="5420" cap="flat">
              <a:solidFill>
                <a:srgbClr val="3B4E8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" name="pg28"/>
            <p:cNvSpPr/>
            <p:nvPr/>
          </p:nvSpPr>
          <p:spPr>
            <a:xfrm>
              <a:off x="5481534" y="252190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508A">
                <a:alpha val="100000"/>
              </a:srgbClr>
            </a:solidFill>
            <a:ln w="5420" cap="flat">
              <a:solidFill>
                <a:srgbClr val="3B508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" name="pg29"/>
            <p:cNvSpPr/>
            <p:nvPr/>
          </p:nvSpPr>
          <p:spPr>
            <a:xfrm>
              <a:off x="5493171" y="252190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508A">
                <a:alpha val="100000"/>
              </a:srgbClr>
            </a:solidFill>
            <a:ln w="5420" cap="flat">
              <a:solidFill>
                <a:srgbClr val="3B508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" name="pg30"/>
            <p:cNvSpPr/>
            <p:nvPr/>
          </p:nvSpPr>
          <p:spPr>
            <a:xfrm>
              <a:off x="5504809" y="252190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5089">
                <a:alpha val="100000"/>
              </a:srgbClr>
            </a:solidFill>
            <a:ln w="5420" cap="flat">
              <a:solidFill>
                <a:srgbClr val="3B508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" name="pg31"/>
            <p:cNvSpPr/>
            <p:nvPr/>
          </p:nvSpPr>
          <p:spPr>
            <a:xfrm>
              <a:off x="5516446" y="252190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5089">
                <a:alpha val="100000"/>
              </a:srgbClr>
            </a:solidFill>
            <a:ln w="5420" cap="flat">
              <a:solidFill>
                <a:srgbClr val="3B508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" name="pg32"/>
            <p:cNvSpPr/>
            <p:nvPr/>
          </p:nvSpPr>
          <p:spPr>
            <a:xfrm>
              <a:off x="5528083" y="252190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4F89">
                <a:alpha val="100000"/>
              </a:srgbClr>
            </a:solidFill>
            <a:ln w="5420" cap="flat">
              <a:solidFill>
                <a:srgbClr val="3B4F8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" name="pg33"/>
            <p:cNvSpPr/>
            <p:nvPr/>
          </p:nvSpPr>
          <p:spPr>
            <a:xfrm>
              <a:off x="5539721" y="252190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4F88">
                <a:alpha val="100000"/>
              </a:srgbClr>
            </a:solidFill>
            <a:ln w="5420" cap="flat">
              <a:solidFill>
                <a:srgbClr val="3B4F8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" name="pg34"/>
            <p:cNvSpPr/>
            <p:nvPr/>
          </p:nvSpPr>
          <p:spPr>
            <a:xfrm>
              <a:off x="5551358" y="252190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4F88">
                <a:alpha val="100000"/>
              </a:srgbClr>
            </a:solidFill>
            <a:ln w="5420" cap="flat">
              <a:solidFill>
                <a:srgbClr val="3B4F8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" name="pg35"/>
            <p:cNvSpPr/>
            <p:nvPr/>
          </p:nvSpPr>
          <p:spPr>
            <a:xfrm>
              <a:off x="5562995" y="252190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4F88">
                <a:alpha val="100000"/>
              </a:srgbClr>
            </a:solidFill>
            <a:ln w="5420" cap="flat">
              <a:solidFill>
                <a:srgbClr val="3B4F8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" name="pg36"/>
            <p:cNvSpPr/>
            <p:nvPr/>
          </p:nvSpPr>
          <p:spPr>
            <a:xfrm>
              <a:off x="5574633" y="252190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4F88">
                <a:alpha val="100000"/>
              </a:srgbClr>
            </a:solidFill>
            <a:ln w="5420" cap="flat">
              <a:solidFill>
                <a:srgbClr val="3B4F8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" name="pg37"/>
            <p:cNvSpPr/>
            <p:nvPr/>
          </p:nvSpPr>
          <p:spPr>
            <a:xfrm>
              <a:off x="6098312" y="252190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4E86">
                <a:alpha val="100000"/>
              </a:srgbClr>
            </a:solidFill>
            <a:ln w="5420" cap="flat">
              <a:solidFill>
                <a:srgbClr val="3B4E8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" name="pg38"/>
            <p:cNvSpPr/>
            <p:nvPr/>
          </p:nvSpPr>
          <p:spPr>
            <a:xfrm>
              <a:off x="6109950" y="252190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4E86">
                <a:alpha val="100000"/>
              </a:srgbClr>
            </a:solidFill>
            <a:ln w="5420" cap="flat">
              <a:solidFill>
                <a:srgbClr val="3B4E8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" name="pg39"/>
            <p:cNvSpPr/>
            <p:nvPr/>
          </p:nvSpPr>
          <p:spPr>
            <a:xfrm>
              <a:off x="6121587" y="252190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4E86">
                <a:alpha val="100000"/>
              </a:srgbClr>
            </a:solidFill>
            <a:ln w="5420" cap="flat">
              <a:solidFill>
                <a:srgbClr val="3B4E8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" name="pg40"/>
            <p:cNvSpPr/>
            <p:nvPr/>
          </p:nvSpPr>
          <p:spPr>
            <a:xfrm>
              <a:off x="6133224" y="252190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4E87">
                <a:alpha val="100000"/>
              </a:srgbClr>
            </a:solidFill>
            <a:ln w="5420" cap="flat">
              <a:solidFill>
                <a:srgbClr val="3B4E8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" name="pg41"/>
            <p:cNvSpPr/>
            <p:nvPr/>
          </p:nvSpPr>
          <p:spPr>
            <a:xfrm>
              <a:off x="6144862" y="252190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4E87">
                <a:alpha val="100000"/>
              </a:srgbClr>
            </a:solidFill>
            <a:ln w="5420" cap="flat">
              <a:solidFill>
                <a:srgbClr val="3B4E8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" name="pg42"/>
            <p:cNvSpPr/>
            <p:nvPr/>
          </p:nvSpPr>
          <p:spPr>
            <a:xfrm>
              <a:off x="5469897" y="253620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508A">
                <a:alpha val="100000"/>
              </a:srgbClr>
            </a:solidFill>
            <a:ln w="5420" cap="flat">
              <a:solidFill>
                <a:srgbClr val="3B508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" name="pg43"/>
            <p:cNvSpPr/>
            <p:nvPr/>
          </p:nvSpPr>
          <p:spPr>
            <a:xfrm>
              <a:off x="5481534" y="253620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5089">
                <a:alpha val="100000"/>
              </a:srgbClr>
            </a:solidFill>
            <a:ln w="5420" cap="flat">
              <a:solidFill>
                <a:srgbClr val="3B508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" name="pg44"/>
            <p:cNvSpPr/>
            <p:nvPr/>
          </p:nvSpPr>
          <p:spPr>
            <a:xfrm>
              <a:off x="5493171" y="253620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5089">
                <a:alpha val="100000"/>
              </a:srgbClr>
            </a:solidFill>
            <a:ln w="5420" cap="flat">
              <a:solidFill>
                <a:srgbClr val="3B508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" name="pg45"/>
            <p:cNvSpPr/>
            <p:nvPr/>
          </p:nvSpPr>
          <p:spPr>
            <a:xfrm>
              <a:off x="5504809" y="253620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5089">
                <a:alpha val="100000"/>
              </a:srgbClr>
            </a:solidFill>
            <a:ln w="5420" cap="flat">
              <a:solidFill>
                <a:srgbClr val="3B508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" name="pg46"/>
            <p:cNvSpPr/>
            <p:nvPr/>
          </p:nvSpPr>
          <p:spPr>
            <a:xfrm>
              <a:off x="5516446" y="253620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4F88">
                <a:alpha val="100000"/>
              </a:srgbClr>
            </a:solidFill>
            <a:ln w="5420" cap="flat">
              <a:solidFill>
                <a:srgbClr val="3B4F8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" name="pg47"/>
            <p:cNvSpPr/>
            <p:nvPr/>
          </p:nvSpPr>
          <p:spPr>
            <a:xfrm>
              <a:off x="5528083" y="253620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4F88">
                <a:alpha val="100000"/>
              </a:srgbClr>
            </a:solidFill>
            <a:ln w="5420" cap="flat">
              <a:solidFill>
                <a:srgbClr val="3B4F8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" name="pg48"/>
            <p:cNvSpPr/>
            <p:nvPr/>
          </p:nvSpPr>
          <p:spPr>
            <a:xfrm>
              <a:off x="5539721" y="253620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4F88">
                <a:alpha val="100000"/>
              </a:srgbClr>
            </a:solidFill>
            <a:ln w="5420" cap="flat">
              <a:solidFill>
                <a:srgbClr val="3B4F8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" name="pg49"/>
            <p:cNvSpPr/>
            <p:nvPr/>
          </p:nvSpPr>
          <p:spPr>
            <a:xfrm>
              <a:off x="5551358" y="253620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4F88">
                <a:alpha val="100000"/>
              </a:srgbClr>
            </a:solidFill>
            <a:ln w="5420" cap="flat">
              <a:solidFill>
                <a:srgbClr val="3B4F8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" name="pg50"/>
            <p:cNvSpPr/>
            <p:nvPr/>
          </p:nvSpPr>
          <p:spPr>
            <a:xfrm>
              <a:off x="5562995" y="253620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4F87">
                <a:alpha val="100000"/>
              </a:srgbClr>
            </a:solidFill>
            <a:ln w="5420" cap="flat">
              <a:solidFill>
                <a:srgbClr val="3B4F8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" name="pg51"/>
            <p:cNvSpPr/>
            <p:nvPr/>
          </p:nvSpPr>
          <p:spPr>
            <a:xfrm>
              <a:off x="5574633" y="253620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4E87">
                <a:alpha val="100000"/>
              </a:srgbClr>
            </a:solidFill>
            <a:ln w="5420" cap="flat">
              <a:solidFill>
                <a:srgbClr val="3B4E8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" name="pg52"/>
            <p:cNvSpPr/>
            <p:nvPr/>
          </p:nvSpPr>
          <p:spPr>
            <a:xfrm>
              <a:off x="5586270" y="253620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4E87">
                <a:alpha val="100000"/>
              </a:srgbClr>
            </a:solidFill>
            <a:ln w="5420" cap="flat">
              <a:solidFill>
                <a:srgbClr val="3B4E8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" name="pg53"/>
            <p:cNvSpPr/>
            <p:nvPr/>
          </p:nvSpPr>
          <p:spPr>
            <a:xfrm>
              <a:off x="6098312" y="253620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4D86">
                <a:alpha val="100000"/>
              </a:srgbClr>
            </a:solidFill>
            <a:ln w="5420" cap="flat">
              <a:solidFill>
                <a:srgbClr val="3B4D8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" name="pg54"/>
            <p:cNvSpPr/>
            <p:nvPr/>
          </p:nvSpPr>
          <p:spPr>
            <a:xfrm>
              <a:off x="6109950" y="253620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4E86">
                <a:alpha val="100000"/>
              </a:srgbClr>
            </a:solidFill>
            <a:ln w="5420" cap="flat">
              <a:solidFill>
                <a:srgbClr val="3B4E8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" name="pg55"/>
            <p:cNvSpPr/>
            <p:nvPr/>
          </p:nvSpPr>
          <p:spPr>
            <a:xfrm>
              <a:off x="6121587" y="253620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4E86">
                <a:alpha val="100000"/>
              </a:srgbClr>
            </a:solidFill>
            <a:ln w="5420" cap="flat">
              <a:solidFill>
                <a:srgbClr val="3B4E8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" name="pg56"/>
            <p:cNvSpPr/>
            <p:nvPr/>
          </p:nvSpPr>
          <p:spPr>
            <a:xfrm>
              <a:off x="6133224" y="253620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4E86">
                <a:alpha val="100000"/>
              </a:srgbClr>
            </a:solidFill>
            <a:ln w="5420" cap="flat">
              <a:solidFill>
                <a:srgbClr val="3B4E8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" name="pg57"/>
            <p:cNvSpPr/>
            <p:nvPr/>
          </p:nvSpPr>
          <p:spPr>
            <a:xfrm>
              <a:off x="6144862" y="253620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4E86">
                <a:alpha val="100000"/>
              </a:srgbClr>
            </a:solidFill>
            <a:ln w="5420" cap="flat">
              <a:solidFill>
                <a:srgbClr val="3B4E8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" name="pg58"/>
            <p:cNvSpPr/>
            <p:nvPr/>
          </p:nvSpPr>
          <p:spPr>
            <a:xfrm>
              <a:off x="5411710" y="255050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518B">
                <a:alpha val="100000"/>
              </a:srgbClr>
            </a:solidFill>
            <a:ln w="5420" cap="flat">
              <a:solidFill>
                <a:srgbClr val="3B518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" name="pg59"/>
            <p:cNvSpPr/>
            <p:nvPr/>
          </p:nvSpPr>
          <p:spPr>
            <a:xfrm>
              <a:off x="5423347" y="255050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518B">
                <a:alpha val="100000"/>
              </a:srgbClr>
            </a:solidFill>
            <a:ln w="5420" cap="flat">
              <a:solidFill>
                <a:srgbClr val="3B518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" name="pg60"/>
            <p:cNvSpPr/>
            <p:nvPr/>
          </p:nvSpPr>
          <p:spPr>
            <a:xfrm>
              <a:off x="5434985" y="255050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518A">
                <a:alpha val="100000"/>
              </a:srgbClr>
            </a:solidFill>
            <a:ln w="5420" cap="flat">
              <a:solidFill>
                <a:srgbClr val="3B518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" name="pg61"/>
            <p:cNvSpPr/>
            <p:nvPr/>
          </p:nvSpPr>
          <p:spPr>
            <a:xfrm>
              <a:off x="5446622" y="255050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508A">
                <a:alpha val="100000"/>
              </a:srgbClr>
            </a:solidFill>
            <a:ln w="5420" cap="flat">
              <a:solidFill>
                <a:srgbClr val="3B508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" name="pg62"/>
            <p:cNvSpPr/>
            <p:nvPr/>
          </p:nvSpPr>
          <p:spPr>
            <a:xfrm>
              <a:off x="5458259" y="255050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508A">
                <a:alpha val="100000"/>
              </a:srgbClr>
            </a:solidFill>
            <a:ln w="5420" cap="flat">
              <a:solidFill>
                <a:srgbClr val="3B508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" name="pg63"/>
            <p:cNvSpPr/>
            <p:nvPr/>
          </p:nvSpPr>
          <p:spPr>
            <a:xfrm>
              <a:off x="5469897" y="255050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5089">
                <a:alpha val="100000"/>
              </a:srgbClr>
            </a:solidFill>
            <a:ln w="5420" cap="flat">
              <a:solidFill>
                <a:srgbClr val="3B508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" name="pg64"/>
            <p:cNvSpPr/>
            <p:nvPr/>
          </p:nvSpPr>
          <p:spPr>
            <a:xfrm>
              <a:off x="5481534" y="255050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5089">
                <a:alpha val="100000"/>
              </a:srgbClr>
            </a:solidFill>
            <a:ln w="5420" cap="flat">
              <a:solidFill>
                <a:srgbClr val="3B508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" name="pg65"/>
            <p:cNvSpPr/>
            <p:nvPr/>
          </p:nvSpPr>
          <p:spPr>
            <a:xfrm>
              <a:off x="5493171" y="255050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5089">
                <a:alpha val="100000"/>
              </a:srgbClr>
            </a:solidFill>
            <a:ln w="5420" cap="flat">
              <a:solidFill>
                <a:srgbClr val="3B508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" name="pg66"/>
            <p:cNvSpPr/>
            <p:nvPr/>
          </p:nvSpPr>
          <p:spPr>
            <a:xfrm>
              <a:off x="5504809" y="255050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4F88">
                <a:alpha val="100000"/>
              </a:srgbClr>
            </a:solidFill>
            <a:ln w="5420" cap="flat">
              <a:solidFill>
                <a:srgbClr val="3B4F8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" name="pg67"/>
            <p:cNvSpPr/>
            <p:nvPr/>
          </p:nvSpPr>
          <p:spPr>
            <a:xfrm>
              <a:off x="5516446" y="255050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4F88">
                <a:alpha val="100000"/>
              </a:srgbClr>
            </a:solidFill>
            <a:ln w="5420" cap="flat">
              <a:solidFill>
                <a:srgbClr val="3B4F8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" name="pg68"/>
            <p:cNvSpPr/>
            <p:nvPr/>
          </p:nvSpPr>
          <p:spPr>
            <a:xfrm>
              <a:off x="5528083" y="255050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4F88">
                <a:alpha val="100000"/>
              </a:srgbClr>
            </a:solidFill>
            <a:ln w="5420" cap="flat">
              <a:solidFill>
                <a:srgbClr val="3B4F8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" name="pg69"/>
            <p:cNvSpPr/>
            <p:nvPr/>
          </p:nvSpPr>
          <p:spPr>
            <a:xfrm>
              <a:off x="5539721" y="255050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4F87">
                <a:alpha val="100000"/>
              </a:srgbClr>
            </a:solidFill>
            <a:ln w="5420" cap="flat">
              <a:solidFill>
                <a:srgbClr val="3B4F8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" name="pg70"/>
            <p:cNvSpPr/>
            <p:nvPr/>
          </p:nvSpPr>
          <p:spPr>
            <a:xfrm>
              <a:off x="5551358" y="255050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4E87">
                <a:alpha val="100000"/>
              </a:srgbClr>
            </a:solidFill>
            <a:ln w="5420" cap="flat">
              <a:solidFill>
                <a:srgbClr val="3B4E8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" name="pg71"/>
            <p:cNvSpPr/>
            <p:nvPr/>
          </p:nvSpPr>
          <p:spPr>
            <a:xfrm>
              <a:off x="5562995" y="255050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4E87">
                <a:alpha val="100000"/>
              </a:srgbClr>
            </a:solidFill>
            <a:ln w="5420" cap="flat">
              <a:solidFill>
                <a:srgbClr val="3B4E8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" name="pg72"/>
            <p:cNvSpPr/>
            <p:nvPr/>
          </p:nvSpPr>
          <p:spPr>
            <a:xfrm>
              <a:off x="5574633" y="255050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4E87">
                <a:alpha val="100000"/>
              </a:srgbClr>
            </a:solidFill>
            <a:ln w="5420" cap="flat">
              <a:solidFill>
                <a:srgbClr val="3B4E8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" name="pg73"/>
            <p:cNvSpPr/>
            <p:nvPr/>
          </p:nvSpPr>
          <p:spPr>
            <a:xfrm>
              <a:off x="6109950" y="255050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4D86">
                <a:alpha val="100000"/>
              </a:srgbClr>
            </a:solidFill>
            <a:ln w="5420" cap="flat">
              <a:solidFill>
                <a:srgbClr val="3B4D8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" name="pg74"/>
            <p:cNvSpPr/>
            <p:nvPr/>
          </p:nvSpPr>
          <p:spPr>
            <a:xfrm>
              <a:off x="6121587" y="255050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4D86">
                <a:alpha val="100000"/>
              </a:srgbClr>
            </a:solidFill>
            <a:ln w="5420" cap="flat">
              <a:solidFill>
                <a:srgbClr val="3B4D8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" name="pg75"/>
            <p:cNvSpPr/>
            <p:nvPr/>
          </p:nvSpPr>
          <p:spPr>
            <a:xfrm>
              <a:off x="6133224" y="255050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4D86">
                <a:alpha val="100000"/>
              </a:srgbClr>
            </a:solidFill>
            <a:ln w="5420" cap="flat">
              <a:solidFill>
                <a:srgbClr val="3B4D8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" name="pg76"/>
            <p:cNvSpPr/>
            <p:nvPr/>
          </p:nvSpPr>
          <p:spPr>
            <a:xfrm>
              <a:off x="5376798" y="256480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528C">
                <a:alpha val="100000"/>
              </a:srgbClr>
            </a:solidFill>
            <a:ln w="5420" cap="flat">
              <a:solidFill>
                <a:srgbClr val="3B528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" name="pg77"/>
            <p:cNvSpPr/>
            <p:nvPr/>
          </p:nvSpPr>
          <p:spPr>
            <a:xfrm>
              <a:off x="5388435" y="256480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528C">
                <a:alpha val="100000"/>
              </a:srgbClr>
            </a:solidFill>
            <a:ln w="5420" cap="flat">
              <a:solidFill>
                <a:srgbClr val="3B528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" name="pg78"/>
            <p:cNvSpPr/>
            <p:nvPr/>
          </p:nvSpPr>
          <p:spPr>
            <a:xfrm>
              <a:off x="5400073" y="256480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518B">
                <a:alpha val="100000"/>
              </a:srgbClr>
            </a:solidFill>
            <a:ln w="5420" cap="flat">
              <a:solidFill>
                <a:srgbClr val="3B518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" name="pg79"/>
            <p:cNvSpPr/>
            <p:nvPr/>
          </p:nvSpPr>
          <p:spPr>
            <a:xfrm>
              <a:off x="5411710" y="256480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518B">
                <a:alpha val="100000"/>
              </a:srgbClr>
            </a:solidFill>
            <a:ln w="5420" cap="flat">
              <a:solidFill>
                <a:srgbClr val="3B518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" name="pg80"/>
            <p:cNvSpPr/>
            <p:nvPr/>
          </p:nvSpPr>
          <p:spPr>
            <a:xfrm>
              <a:off x="5423347" y="256480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518A">
                <a:alpha val="100000"/>
              </a:srgbClr>
            </a:solidFill>
            <a:ln w="5420" cap="flat">
              <a:solidFill>
                <a:srgbClr val="3B518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" name="pg81"/>
            <p:cNvSpPr/>
            <p:nvPr/>
          </p:nvSpPr>
          <p:spPr>
            <a:xfrm>
              <a:off x="5434985" y="256480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508A">
                <a:alpha val="100000"/>
              </a:srgbClr>
            </a:solidFill>
            <a:ln w="5420" cap="flat">
              <a:solidFill>
                <a:srgbClr val="3B508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" name="pg82"/>
            <p:cNvSpPr/>
            <p:nvPr/>
          </p:nvSpPr>
          <p:spPr>
            <a:xfrm>
              <a:off x="5446622" y="256480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508A">
                <a:alpha val="100000"/>
              </a:srgbClr>
            </a:solidFill>
            <a:ln w="5420" cap="flat">
              <a:solidFill>
                <a:srgbClr val="3B508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" name="pg83"/>
            <p:cNvSpPr/>
            <p:nvPr/>
          </p:nvSpPr>
          <p:spPr>
            <a:xfrm>
              <a:off x="5458259" y="256480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5089">
                <a:alpha val="100000"/>
              </a:srgbClr>
            </a:solidFill>
            <a:ln w="5420" cap="flat">
              <a:solidFill>
                <a:srgbClr val="3B508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" name="pg84"/>
            <p:cNvSpPr/>
            <p:nvPr/>
          </p:nvSpPr>
          <p:spPr>
            <a:xfrm>
              <a:off x="5469897" y="256480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5089">
                <a:alpha val="100000"/>
              </a:srgbClr>
            </a:solidFill>
            <a:ln w="5420" cap="flat">
              <a:solidFill>
                <a:srgbClr val="3B508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" name="pg85"/>
            <p:cNvSpPr/>
            <p:nvPr/>
          </p:nvSpPr>
          <p:spPr>
            <a:xfrm>
              <a:off x="5481534" y="256480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4F89">
                <a:alpha val="100000"/>
              </a:srgbClr>
            </a:solidFill>
            <a:ln w="5420" cap="flat">
              <a:solidFill>
                <a:srgbClr val="3B4F8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" name="pg86"/>
            <p:cNvSpPr/>
            <p:nvPr/>
          </p:nvSpPr>
          <p:spPr>
            <a:xfrm>
              <a:off x="5493171" y="256480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4F88">
                <a:alpha val="100000"/>
              </a:srgbClr>
            </a:solidFill>
            <a:ln w="5420" cap="flat">
              <a:solidFill>
                <a:srgbClr val="3B4F8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" name="pg87"/>
            <p:cNvSpPr/>
            <p:nvPr/>
          </p:nvSpPr>
          <p:spPr>
            <a:xfrm>
              <a:off x="5504809" y="256480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4F88">
                <a:alpha val="100000"/>
              </a:srgbClr>
            </a:solidFill>
            <a:ln w="5420" cap="flat">
              <a:solidFill>
                <a:srgbClr val="3B4F8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" name="pg88"/>
            <p:cNvSpPr/>
            <p:nvPr/>
          </p:nvSpPr>
          <p:spPr>
            <a:xfrm>
              <a:off x="5516446" y="256480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4F87">
                <a:alpha val="100000"/>
              </a:srgbClr>
            </a:solidFill>
            <a:ln w="5420" cap="flat">
              <a:solidFill>
                <a:srgbClr val="3B4F8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" name="pg89"/>
            <p:cNvSpPr/>
            <p:nvPr/>
          </p:nvSpPr>
          <p:spPr>
            <a:xfrm>
              <a:off x="5528083" y="256480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4E87">
                <a:alpha val="100000"/>
              </a:srgbClr>
            </a:solidFill>
            <a:ln w="5420" cap="flat">
              <a:solidFill>
                <a:srgbClr val="3B4E8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" name="pg90"/>
            <p:cNvSpPr/>
            <p:nvPr/>
          </p:nvSpPr>
          <p:spPr>
            <a:xfrm>
              <a:off x="5539721" y="256480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4E87">
                <a:alpha val="100000"/>
              </a:srgbClr>
            </a:solidFill>
            <a:ln w="5420" cap="flat">
              <a:solidFill>
                <a:srgbClr val="3B4E8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" name="pg91"/>
            <p:cNvSpPr/>
            <p:nvPr/>
          </p:nvSpPr>
          <p:spPr>
            <a:xfrm>
              <a:off x="5551358" y="256480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4E87">
                <a:alpha val="100000"/>
              </a:srgbClr>
            </a:solidFill>
            <a:ln w="5420" cap="flat">
              <a:solidFill>
                <a:srgbClr val="3B4E8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" name="pg92"/>
            <p:cNvSpPr/>
            <p:nvPr/>
          </p:nvSpPr>
          <p:spPr>
            <a:xfrm>
              <a:off x="5562995" y="256480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4E86">
                <a:alpha val="100000"/>
              </a:srgbClr>
            </a:solidFill>
            <a:ln w="5420" cap="flat">
              <a:solidFill>
                <a:srgbClr val="3B4E8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" name="pg93"/>
            <p:cNvSpPr/>
            <p:nvPr/>
          </p:nvSpPr>
          <p:spPr>
            <a:xfrm>
              <a:off x="6121587" y="256480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4D85">
                <a:alpha val="100000"/>
              </a:srgbClr>
            </a:solidFill>
            <a:ln w="5420" cap="flat">
              <a:solidFill>
                <a:srgbClr val="3B4D8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" name="pg94"/>
            <p:cNvSpPr/>
            <p:nvPr/>
          </p:nvSpPr>
          <p:spPr>
            <a:xfrm>
              <a:off x="5365161" y="257910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528C">
                <a:alpha val="100000"/>
              </a:srgbClr>
            </a:solidFill>
            <a:ln w="5420" cap="flat">
              <a:solidFill>
                <a:srgbClr val="3B528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" name="pg95"/>
            <p:cNvSpPr/>
            <p:nvPr/>
          </p:nvSpPr>
          <p:spPr>
            <a:xfrm>
              <a:off x="5376798" y="257910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528C">
                <a:alpha val="100000"/>
              </a:srgbClr>
            </a:solidFill>
            <a:ln w="5420" cap="flat">
              <a:solidFill>
                <a:srgbClr val="3B528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" name="pg96"/>
            <p:cNvSpPr/>
            <p:nvPr/>
          </p:nvSpPr>
          <p:spPr>
            <a:xfrm>
              <a:off x="5388435" y="257910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518C">
                <a:alpha val="100000"/>
              </a:srgbClr>
            </a:solidFill>
            <a:ln w="5420" cap="flat">
              <a:solidFill>
                <a:srgbClr val="3B518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7" name="pg97"/>
            <p:cNvSpPr/>
            <p:nvPr/>
          </p:nvSpPr>
          <p:spPr>
            <a:xfrm>
              <a:off x="5400073" y="257910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518B">
                <a:alpha val="100000"/>
              </a:srgbClr>
            </a:solidFill>
            <a:ln w="5420" cap="flat">
              <a:solidFill>
                <a:srgbClr val="3B518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8" name="pg98"/>
            <p:cNvSpPr/>
            <p:nvPr/>
          </p:nvSpPr>
          <p:spPr>
            <a:xfrm>
              <a:off x="5411710" y="257910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518A">
                <a:alpha val="100000"/>
              </a:srgbClr>
            </a:solidFill>
            <a:ln w="5420" cap="flat">
              <a:solidFill>
                <a:srgbClr val="3B518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9" name="pg99"/>
            <p:cNvSpPr/>
            <p:nvPr/>
          </p:nvSpPr>
          <p:spPr>
            <a:xfrm>
              <a:off x="5423347" y="257910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508A">
                <a:alpha val="100000"/>
              </a:srgbClr>
            </a:solidFill>
            <a:ln w="5420" cap="flat">
              <a:solidFill>
                <a:srgbClr val="3B508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0" name="pg100"/>
            <p:cNvSpPr/>
            <p:nvPr/>
          </p:nvSpPr>
          <p:spPr>
            <a:xfrm>
              <a:off x="5434985" y="257910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508A">
                <a:alpha val="100000"/>
              </a:srgbClr>
            </a:solidFill>
            <a:ln w="5420" cap="flat">
              <a:solidFill>
                <a:srgbClr val="3B508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1" name="pg101"/>
            <p:cNvSpPr/>
            <p:nvPr/>
          </p:nvSpPr>
          <p:spPr>
            <a:xfrm>
              <a:off x="5446622" y="257910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5089">
                <a:alpha val="100000"/>
              </a:srgbClr>
            </a:solidFill>
            <a:ln w="5420" cap="flat">
              <a:solidFill>
                <a:srgbClr val="3B508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2" name="pg102"/>
            <p:cNvSpPr/>
            <p:nvPr/>
          </p:nvSpPr>
          <p:spPr>
            <a:xfrm>
              <a:off x="5458259" y="257910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5089">
                <a:alpha val="100000"/>
              </a:srgbClr>
            </a:solidFill>
            <a:ln w="5420" cap="flat">
              <a:solidFill>
                <a:srgbClr val="3B508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3" name="pg103"/>
            <p:cNvSpPr/>
            <p:nvPr/>
          </p:nvSpPr>
          <p:spPr>
            <a:xfrm>
              <a:off x="5469897" y="257910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4F89">
                <a:alpha val="100000"/>
              </a:srgbClr>
            </a:solidFill>
            <a:ln w="5420" cap="flat">
              <a:solidFill>
                <a:srgbClr val="3B4F8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4" name="pg104"/>
            <p:cNvSpPr/>
            <p:nvPr/>
          </p:nvSpPr>
          <p:spPr>
            <a:xfrm>
              <a:off x="5481534" y="257910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4F88">
                <a:alpha val="100000"/>
              </a:srgbClr>
            </a:solidFill>
            <a:ln w="5420" cap="flat">
              <a:solidFill>
                <a:srgbClr val="3B4F8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5" name="pg105"/>
            <p:cNvSpPr/>
            <p:nvPr/>
          </p:nvSpPr>
          <p:spPr>
            <a:xfrm>
              <a:off x="5493171" y="257910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4F88">
                <a:alpha val="100000"/>
              </a:srgbClr>
            </a:solidFill>
            <a:ln w="5420" cap="flat">
              <a:solidFill>
                <a:srgbClr val="3B4F8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6" name="pg106"/>
            <p:cNvSpPr/>
            <p:nvPr/>
          </p:nvSpPr>
          <p:spPr>
            <a:xfrm>
              <a:off x="5504809" y="257910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4F88">
                <a:alpha val="100000"/>
              </a:srgbClr>
            </a:solidFill>
            <a:ln w="5420" cap="flat">
              <a:solidFill>
                <a:srgbClr val="3B4F8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7" name="pg107"/>
            <p:cNvSpPr/>
            <p:nvPr/>
          </p:nvSpPr>
          <p:spPr>
            <a:xfrm>
              <a:off x="5516446" y="257910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4E87">
                <a:alpha val="100000"/>
              </a:srgbClr>
            </a:solidFill>
            <a:ln w="5420" cap="flat">
              <a:solidFill>
                <a:srgbClr val="3B4E8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8" name="pg108"/>
            <p:cNvSpPr/>
            <p:nvPr/>
          </p:nvSpPr>
          <p:spPr>
            <a:xfrm>
              <a:off x="5528083" y="257910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4E87">
                <a:alpha val="100000"/>
              </a:srgbClr>
            </a:solidFill>
            <a:ln w="5420" cap="flat">
              <a:solidFill>
                <a:srgbClr val="3B4E8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9" name="pg109"/>
            <p:cNvSpPr/>
            <p:nvPr/>
          </p:nvSpPr>
          <p:spPr>
            <a:xfrm>
              <a:off x="5341886" y="259340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528D">
                <a:alpha val="100000"/>
              </a:srgbClr>
            </a:solidFill>
            <a:ln w="5420" cap="flat">
              <a:solidFill>
                <a:srgbClr val="3B528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0" name="pg110"/>
            <p:cNvSpPr/>
            <p:nvPr/>
          </p:nvSpPr>
          <p:spPr>
            <a:xfrm>
              <a:off x="5353523" y="259340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528C">
                <a:alpha val="100000"/>
              </a:srgbClr>
            </a:solidFill>
            <a:ln w="5420" cap="flat">
              <a:solidFill>
                <a:srgbClr val="3B528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1" name="pg111"/>
            <p:cNvSpPr/>
            <p:nvPr/>
          </p:nvSpPr>
          <p:spPr>
            <a:xfrm>
              <a:off x="5365161" y="259340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528C">
                <a:alpha val="100000"/>
              </a:srgbClr>
            </a:solidFill>
            <a:ln w="5420" cap="flat">
              <a:solidFill>
                <a:srgbClr val="3B528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2" name="pg112"/>
            <p:cNvSpPr/>
            <p:nvPr/>
          </p:nvSpPr>
          <p:spPr>
            <a:xfrm>
              <a:off x="5376798" y="259340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528C">
                <a:alpha val="100000"/>
              </a:srgbClr>
            </a:solidFill>
            <a:ln w="5420" cap="flat">
              <a:solidFill>
                <a:srgbClr val="3B528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3" name="pg113"/>
            <p:cNvSpPr/>
            <p:nvPr/>
          </p:nvSpPr>
          <p:spPr>
            <a:xfrm>
              <a:off x="5388435" y="259340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518B">
                <a:alpha val="100000"/>
              </a:srgbClr>
            </a:solidFill>
            <a:ln w="5420" cap="flat">
              <a:solidFill>
                <a:srgbClr val="3B518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4" name="pg114"/>
            <p:cNvSpPr/>
            <p:nvPr/>
          </p:nvSpPr>
          <p:spPr>
            <a:xfrm>
              <a:off x="5400073" y="259340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518A">
                <a:alpha val="100000"/>
              </a:srgbClr>
            </a:solidFill>
            <a:ln w="5420" cap="flat">
              <a:solidFill>
                <a:srgbClr val="3B518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5" name="pg115"/>
            <p:cNvSpPr/>
            <p:nvPr/>
          </p:nvSpPr>
          <p:spPr>
            <a:xfrm>
              <a:off x="5411710" y="259340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508A">
                <a:alpha val="100000"/>
              </a:srgbClr>
            </a:solidFill>
            <a:ln w="5420" cap="flat">
              <a:solidFill>
                <a:srgbClr val="3B508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6" name="pg116"/>
            <p:cNvSpPr/>
            <p:nvPr/>
          </p:nvSpPr>
          <p:spPr>
            <a:xfrm>
              <a:off x="5423347" y="259340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508A">
                <a:alpha val="100000"/>
              </a:srgbClr>
            </a:solidFill>
            <a:ln w="5420" cap="flat">
              <a:solidFill>
                <a:srgbClr val="3B508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7" name="pg117"/>
            <p:cNvSpPr/>
            <p:nvPr/>
          </p:nvSpPr>
          <p:spPr>
            <a:xfrm>
              <a:off x="5434985" y="259340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5089">
                <a:alpha val="100000"/>
              </a:srgbClr>
            </a:solidFill>
            <a:ln w="5420" cap="flat">
              <a:solidFill>
                <a:srgbClr val="3B508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8" name="pg118"/>
            <p:cNvSpPr/>
            <p:nvPr/>
          </p:nvSpPr>
          <p:spPr>
            <a:xfrm>
              <a:off x="5446622" y="259340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5089">
                <a:alpha val="100000"/>
              </a:srgbClr>
            </a:solidFill>
            <a:ln w="5420" cap="flat">
              <a:solidFill>
                <a:srgbClr val="3B508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9" name="pg119"/>
            <p:cNvSpPr/>
            <p:nvPr/>
          </p:nvSpPr>
          <p:spPr>
            <a:xfrm>
              <a:off x="5458259" y="259340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4F88">
                <a:alpha val="100000"/>
              </a:srgbClr>
            </a:solidFill>
            <a:ln w="5420" cap="flat">
              <a:solidFill>
                <a:srgbClr val="3B4F8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0" name="pg120"/>
            <p:cNvSpPr/>
            <p:nvPr/>
          </p:nvSpPr>
          <p:spPr>
            <a:xfrm>
              <a:off x="5469897" y="259340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4F88">
                <a:alpha val="100000"/>
              </a:srgbClr>
            </a:solidFill>
            <a:ln w="5420" cap="flat">
              <a:solidFill>
                <a:srgbClr val="3B4F8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1" name="pg121"/>
            <p:cNvSpPr/>
            <p:nvPr/>
          </p:nvSpPr>
          <p:spPr>
            <a:xfrm>
              <a:off x="5481534" y="259340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4F88">
                <a:alpha val="100000"/>
              </a:srgbClr>
            </a:solidFill>
            <a:ln w="5420" cap="flat">
              <a:solidFill>
                <a:srgbClr val="3B4F8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2" name="pg122"/>
            <p:cNvSpPr/>
            <p:nvPr/>
          </p:nvSpPr>
          <p:spPr>
            <a:xfrm>
              <a:off x="5493171" y="259340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4F87">
                <a:alpha val="100000"/>
              </a:srgbClr>
            </a:solidFill>
            <a:ln w="5420" cap="flat">
              <a:solidFill>
                <a:srgbClr val="3B4F8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3" name="pg123"/>
            <p:cNvSpPr/>
            <p:nvPr/>
          </p:nvSpPr>
          <p:spPr>
            <a:xfrm>
              <a:off x="5306974" y="260770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538E">
                <a:alpha val="100000"/>
              </a:srgbClr>
            </a:solidFill>
            <a:ln w="5420" cap="flat">
              <a:solidFill>
                <a:srgbClr val="3B538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4" name="pg124"/>
            <p:cNvSpPr/>
            <p:nvPr/>
          </p:nvSpPr>
          <p:spPr>
            <a:xfrm>
              <a:off x="5318611" y="260770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538D">
                <a:alpha val="100000"/>
              </a:srgbClr>
            </a:solidFill>
            <a:ln w="5420" cap="flat">
              <a:solidFill>
                <a:srgbClr val="3B538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5" name="pg125"/>
            <p:cNvSpPr/>
            <p:nvPr/>
          </p:nvSpPr>
          <p:spPr>
            <a:xfrm>
              <a:off x="5330249" y="260770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538D">
                <a:alpha val="100000"/>
              </a:srgbClr>
            </a:solidFill>
            <a:ln w="5420" cap="flat">
              <a:solidFill>
                <a:srgbClr val="3B538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6" name="pg126"/>
            <p:cNvSpPr/>
            <p:nvPr/>
          </p:nvSpPr>
          <p:spPr>
            <a:xfrm>
              <a:off x="5341886" y="260770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528D">
                <a:alpha val="100000"/>
              </a:srgbClr>
            </a:solidFill>
            <a:ln w="5420" cap="flat">
              <a:solidFill>
                <a:srgbClr val="3B528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7" name="pg127"/>
            <p:cNvSpPr/>
            <p:nvPr/>
          </p:nvSpPr>
          <p:spPr>
            <a:xfrm>
              <a:off x="5353523" y="260770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528C">
                <a:alpha val="100000"/>
              </a:srgbClr>
            </a:solidFill>
            <a:ln w="5420" cap="flat">
              <a:solidFill>
                <a:srgbClr val="3B528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8" name="pg128"/>
            <p:cNvSpPr/>
            <p:nvPr/>
          </p:nvSpPr>
          <p:spPr>
            <a:xfrm>
              <a:off x="5365161" y="260770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528C">
                <a:alpha val="100000"/>
              </a:srgbClr>
            </a:solidFill>
            <a:ln w="5420" cap="flat">
              <a:solidFill>
                <a:srgbClr val="3B528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9" name="pg129"/>
            <p:cNvSpPr/>
            <p:nvPr/>
          </p:nvSpPr>
          <p:spPr>
            <a:xfrm>
              <a:off x="5376798" y="260770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518B">
                <a:alpha val="100000"/>
              </a:srgbClr>
            </a:solidFill>
            <a:ln w="5420" cap="flat">
              <a:solidFill>
                <a:srgbClr val="3B518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0" name="pg130"/>
            <p:cNvSpPr/>
            <p:nvPr/>
          </p:nvSpPr>
          <p:spPr>
            <a:xfrm>
              <a:off x="5388435" y="260770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518B">
                <a:alpha val="100000"/>
              </a:srgbClr>
            </a:solidFill>
            <a:ln w="5420" cap="flat">
              <a:solidFill>
                <a:srgbClr val="3B518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1" name="pg131"/>
            <p:cNvSpPr/>
            <p:nvPr/>
          </p:nvSpPr>
          <p:spPr>
            <a:xfrm>
              <a:off x="5400073" y="260770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508A">
                <a:alpha val="100000"/>
              </a:srgbClr>
            </a:solidFill>
            <a:ln w="5420" cap="flat">
              <a:solidFill>
                <a:srgbClr val="3B508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2" name="pg132"/>
            <p:cNvSpPr/>
            <p:nvPr/>
          </p:nvSpPr>
          <p:spPr>
            <a:xfrm>
              <a:off x="5411710" y="260770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508A">
                <a:alpha val="100000"/>
              </a:srgbClr>
            </a:solidFill>
            <a:ln w="5420" cap="flat">
              <a:solidFill>
                <a:srgbClr val="3B508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3" name="pg133"/>
            <p:cNvSpPr/>
            <p:nvPr/>
          </p:nvSpPr>
          <p:spPr>
            <a:xfrm>
              <a:off x="5423347" y="260770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5089">
                <a:alpha val="100000"/>
              </a:srgbClr>
            </a:solidFill>
            <a:ln w="5420" cap="flat">
              <a:solidFill>
                <a:srgbClr val="3B508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4" name="pg134"/>
            <p:cNvSpPr/>
            <p:nvPr/>
          </p:nvSpPr>
          <p:spPr>
            <a:xfrm>
              <a:off x="5434985" y="260770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5089">
                <a:alpha val="100000"/>
              </a:srgbClr>
            </a:solidFill>
            <a:ln w="5420" cap="flat">
              <a:solidFill>
                <a:srgbClr val="3B508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5" name="pg135"/>
            <p:cNvSpPr/>
            <p:nvPr/>
          </p:nvSpPr>
          <p:spPr>
            <a:xfrm>
              <a:off x="5446622" y="260770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4F88">
                <a:alpha val="100000"/>
              </a:srgbClr>
            </a:solidFill>
            <a:ln w="5420" cap="flat">
              <a:solidFill>
                <a:srgbClr val="3B4F8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6" name="pg136"/>
            <p:cNvSpPr/>
            <p:nvPr/>
          </p:nvSpPr>
          <p:spPr>
            <a:xfrm>
              <a:off x="5458259" y="260770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4F88">
                <a:alpha val="100000"/>
              </a:srgbClr>
            </a:solidFill>
            <a:ln w="5420" cap="flat">
              <a:solidFill>
                <a:srgbClr val="3B4F8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7" name="pg137"/>
            <p:cNvSpPr/>
            <p:nvPr/>
          </p:nvSpPr>
          <p:spPr>
            <a:xfrm>
              <a:off x="5283699" y="262200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548E">
                <a:alpha val="100000"/>
              </a:srgbClr>
            </a:solidFill>
            <a:ln w="5420" cap="flat">
              <a:solidFill>
                <a:srgbClr val="3B548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8" name="pg138"/>
            <p:cNvSpPr/>
            <p:nvPr/>
          </p:nvSpPr>
          <p:spPr>
            <a:xfrm>
              <a:off x="5295337" y="262200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538E">
                <a:alpha val="100000"/>
              </a:srgbClr>
            </a:solidFill>
            <a:ln w="5420" cap="flat">
              <a:solidFill>
                <a:srgbClr val="3B538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9" name="pg139"/>
            <p:cNvSpPr/>
            <p:nvPr/>
          </p:nvSpPr>
          <p:spPr>
            <a:xfrm>
              <a:off x="5306974" y="262200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538E">
                <a:alpha val="100000"/>
              </a:srgbClr>
            </a:solidFill>
            <a:ln w="5420" cap="flat">
              <a:solidFill>
                <a:srgbClr val="3B538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0" name="pg140"/>
            <p:cNvSpPr/>
            <p:nvPr/>
          </p:nvSpPr>
          <p:spPr>
            <a:xfrm>
              <a:off x="5318611" y="262200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538D">
                <a:alpha val="100000"/>
              </a:srgbClr>
            </a:solidFill>
            <a:ln w="5420" cap="flat">
              <a:solidFill>
                <a:srgbClr val="3B538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1" name="pg141"/>
            <p:cNvSpPr/>
            <p:nvPr/>
          </p:nvSpPr>
          <p:spPr>
            <a:xfrm>
              <a:off x="5330249" y="262200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528D">
                <a:alpha val="100000"/>
              </a:srgbClr>
            </a:solidFill>
            <a:ln w="5420" cap="flat">
              <a:solidFill>
                <a:srgbClr val="3B528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2" name="pg142"/>
            <p:cNvSpPr/>
            <p:nvPr/>
          </p:nvSpPr>
          <p:spPr>
            <a:xfrm>
              <a:off x="5341886" y="262200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528C">
                <a:alpha val="100000"/>
              </a:srgbClr>
            </a:solidFill>
            <a:ln w="5420" cap="flat">
              <a:solidFill>
                <a:srgbClr val="3B528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3" name="pg143"/>
            <p:cNvSpPr/>
            <p:nvPr/>
          </p:nvSpPr>
          <p:spPr>
            <a:xfrm>
              <a:off x="5353523" y="262200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528C">
                <a:alpha val="100000"/>
              </a:srgbClr>
            </a:solidFill>
            <a:ln w="5420" cap="flat">
              <a:solidFill>
                <a:srgbClr val="3B528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4" name="pg144"/>
            <p:cNvSpPr/>
            <p:nvPr/>
          </p:nvSpPr>
          <p:spPr>
            <a:xfrm>
              <a:off x="5365161" y="262200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518B">
                <a:alpha val="100000"/>
              </a:srgbClr>
            </a:solidFill>
            <a:ln w="5420" cap="flat">
              <a:solidFill>
                <a:srgbClr val="3B518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5" name="pg145"/>
            <p:cNvSpPr/>
            <p:nvPr/>
          </p:nvSpPr>
          <p:spPr>
            <a:xfrm>
              <a:off x="5376798" y="262200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518B">
                <a:alpha val="100000"/>
              </a:srgbClr>
            </a:solidFill>
            <a:ln w="5420" cap="flat">
              <a:solidFill>
                <a:srgbClr val="3B518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6" name="pg146"/>
            <p:cNvSpPr/>
            <p:nvPr/>
          </p:nvSpPr>
          <p:spPr>
            <a:xfrm>
              <a:off x="5388435" y="262200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518B">
                <a:alpha val="100000"/>
              </a:srgbClr>
            </a:solidFill>
            <a:ln w="5420" cap="flat">
              <a:solidFill>
                <a:srgbClr val="3B518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7" name="pg147"/>
            <p:cNvSpPr/>
            <p:nvPr/>
          </p:nvSpPr>
          <p:spPr>
            <a:xfrm>
              <a:off x="5400073" y="262200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508A">
                <a:alpha val="100000"/>
              </a:srgbClr>
            </a:solidFill>
            <a:ln w="5420" cap="flat">
              <a:solidFill>
                <a:srgbClr val="3B508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8" name="pg148"/>
            <p:cNvSpPr/>
            <p:nvPr/>
          </p:nvSpPr>
          <p:spPr>
            <a:xfrm>
              <a:off x="5411710" y="262200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5089">
                <a:alpha val="100000"/>
              </a:srgbClr>
            </a:solidFill>
            <a:ln w="5420" cap="flat">
              <a:solidFill>
                <a:srgbClr val="3B508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9" name="pg149"/>
            <p:cNvSpPr/>
            <p:nvPr/>
          </p:nvSpPr>
          <p:spPr>
            <a:xfrm>
              <a:off x="5272062" y="263630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548F">
                <a:alpha val="100000"/>
              </a:srgbClr>
            </a:solidFill>
            <a:ln w="5420" cap="flat">
              <a:solidFill>
                <a:srgbClr val="3B548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0" name="pg150"/>
            <p:cNvSpPr/>
            <p:nvPr/>
          </p:nvSpPr>
          <p:spPr>
            <a:xfrm>
              <a:off x="5283699" y="263630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538E">
                <a:alpha val="100000"/>
              </a:srgbClr>
            </a:solidFill>
            <a:ln w="5420" cap="flat">
              <a:solidFill>
                <a:srgbClr val="3B538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1" name="pg151"/>
            <p:cNvSpPr/>
            <p:nvPr/>
          </p:nvSpPr>
          <p:spPr>
            <a:xfrm>
              <a:off x="5295337" y="263630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538E">
                <a:alpha val="100000"/>
              </a:srgbClr>
            </a:solidFill>
            <a:ln w="5420" cap="flat">
              <a:solidFill>
                <a:srgbClr val="3B538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2" name="pg152"/>
            <p:cNvSpPr/>
            <p:nvPr/>
          </p:nvSpPr>
          <p:spPr>
            <a:xfrm>
              <a:off x="5306974" y="263630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538D">
                <a:alpha val="100000"/>
              </a:srgbClr>
            </a:solidFill>
            <a:ln w="5420" cap="flat">
              <a:solidFill>
                <a:srgbClr val="3B538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3" name="pg153"/>
            <p:cNvSpPr/>
            <p:nvPr/>
          </p:nvSpPr>
          <p:spPr>
            <a:xfrm>
              <a:off x="5318611" y="263630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538D">
                <a:alpha val="100000"/>
              </a:srgbClr>
            </a:solidFill>
            <a:ln w="5420" cap="flat">
              <a:solidFill>
                <a:srgbClr val="3B538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4" name="pg154"/>
            <p:cNvSpPr/>
            <p:nvPr/>
          </p:nvSpPr>
          <p:spPr>
            <a:xfrm>
              <a:off x="5330249" y="263630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528D">
                <a:alpha val="100000"/>
              </a:srgbClr>
            </a:solidFill>
            <a:ln w="5420" cap="flat">
              <a:solidFill>
                <a:srgbClr val="3B528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5" name="pg155"/>
            <p:cNvSpPr/>
            <p:nvPr/>
          </p:nvSpPr>
          <p:spPr>
            <a:xfrm>
              <a:off x="5341886" y="263630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528C">
                <a:alpha val="100000"/>
              </a:srgbClr>
            </a:solidFill>
            <a:ln w="5420" cap="flat">
              <a:solidFill>
                <a:srgbClr val="3B528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6" name="pg156"/>
            <p:cNvSpPr/>
            <p:nvPr/>
          </p:nvSpPr>
          <p:spPr>
            <a:xfrm>
              <a:off x="5353523" y="263630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528C">
                <a:alpha val="100000"/>
              </a:srgbClr>
            </a:solidFill>
            <a:ln w="5420" cap="flat">
              <a:solidFill>
                <a:srgbClr val="3B528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7" name="pg157"/>
            <p:cNvSpPr/>
            <p:nvPr/>
          </p:nvSpPr>
          <p:spPr>
            <a:xfrm>
              <a:off x="5365161" y="263630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518B">
                <a:alpha val="100000"/>
              </a:srgbClr>
            </a:solidFill>
            <a:ln w="5420" cap="flat">
              <a:solidFill>
                <a:srgbClr val="3B518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8" name="pg158"/>
            <p:cNvSpPr/>
            <p:nvPr/>
          </p:nvSpPr>
          <p:spPr>
            <a:xfrm>
              <a:off x="5376798" y="263630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518B">
                <a:alpha val="100000"/>
              </a:srgbClr>
            </a:solidFill>
            <a:ln w="5420" cap="flat">
              <a:solidFill>
                <a:srgbClr val="3B518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9" name="pg159"/>
            <p:cNvSpPr/>
            <p:nvPr/>
          </p:nvSpPr>
          <p:spPr>
            <a:xfrm>
              <a:off x="5388435" y="263630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518A">
                <a:alpha val="100000"/>
              </a:srgbClr>
            </a:solidFill>
            <a:ln w="5420" cap="flat">
              <a:solidFill>
                <a:srgbClr val="3B518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0" name="pg160"/>
            <p:cNvSpPr/>
            <p:nvPr/>
          </p:nvSpPr>
          <p:spPr>
            <a:xfrm>
              <a:off x="5260425" y="265060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548F">
                <a:alpha val="100000"/>
              </a:srgbClr>
            </a:solidFill>
            <a:ln w="5420" cap="flat">
              <a:solidFill>
                <a:srgbClr val="3B548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1" name="pg161"/>
            <p:cNvSpPr/>
            <p:nvPr/>
          </p:nvSpPr>
          <p:spPr>
            <a:xfrm>
              <a:off x="5272062" y="265060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548F">
                <a:alpha val="100000"/>
              </a:srgbClr>
            </a:solidFill>
            <a:ln w="5420" cap="flat">
              <a:solidFill>
                <a:srgbClr val="3B548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2" name="pg162"/>
            <p:cNvSpPr/>
            <p:nvPr/>
          </p:nvSpPr>
          <p:spPr>
            <a:xfrm>
              <a:off x="5283699" y="265060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538E">
                <a:alpha val="100000"/>
              </a:srgbClr>
            </a:solidFill>
            <a:ln w="5420" cap="flat">
              <a:solidFill>
                <a:srgbClr val="3B538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3" name="pg163"/>
            <p:cNvSpPr/>
            <p:nvPr/>
          </p:nvSpPr>
          <p:spPr>
            <a:xfrm>
              <a:off x="5295337" y="265060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538E">
                <a:alpha val="100000"/>
              </a:srgbClr>
            </a:solidFill>
            <a:ln w="5420" cap="flat">
              <a:solidFill>
                <a:srgbClr val="3B538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4" name="pg164"/>
            <p:cNvSpPr/>
            <p:nvPr/>
          </p:nvSpPr>
          <p:spPr>
            <a:xfrm>
              <a:off x="5306974" y="265060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538D">
                <a:alpha val="100000"/>
              </a:srgbClr>
            </a:solidFill>
            <a:ln w="5420" cap="flat">
              <a:solidFill>
                <a:srgbClr val="3B538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5" name="pg165"/>
            <p:cNvSpPr/>
            <p:nvPr/>
          </p:nvSpPr>
          <p:spPr>
            <a:xfrm>
              <a:off x="5318611" y="265060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528D">
                <a:alpha val="100000"/>
              </a:srgbClr>
            </a:solidFill>
            <a:ln w="5420" cap="flat">
              <a:solidFill>
                <a:srgbClr val="3B528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6" name="pg166"/>
            <p:cNvSpPr/>
            <p:nvPr/>
          </p:nvSpPr>
          <p:spPr>
            <a:xfrm>
              <a:off x="5330249" y="265060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528C">
                <a:alpha val="100000"/>
              </a:srgbClr>
            </a:solidFill>
            <a:ln w="5420" cap="flat">
              <a:solidFill>
                <a:srgbClr val="3B528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7" name="pg167"/>
            <p:cNvSpPr/>
            <p:nvPr/>
          </p:nvSpPr>
          <p:spPr>
            <a:xfrm>
              <a:off x="5341886" y="265060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528C">
                <a:alpha val="100000"/>
              </a:srgbClr>
            </a:solidFill>
            <a:ln w="5420" cap="flat">
              <a:solidFill>
                <a:srgbClr val="3B528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8" name="pg168"/>
            <p:cNvSpPr/>
            <p:nvPr/>
          </p:nvSpPr>
          <p:spPr>
            <a:xfrm>
              <a:off x="5353523" y="265060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518B">
                <a:alpha val="100000"/>
              </a:srgbClr>
            </a:solidFill>
            <a:ln w="5420" cap="flat">
              <a:solidFill>
                <a:srgbClr val="3B518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9" name="pg169"/>
            <p:cNvSpPr/>
            <p:nvPr/>
          </p:nvSpPr>
          <p:spPr>
            <a:xfrm>
              <a:off x="5365161" y="265060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518B">
                <a:alpha val="100000"/>
              </a:srgbClr>
            </a:solidFill>
            <a:ln w="5420" cap="flat">
              <a:solidFill>
                <a:srgbClr val="3B518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0" name="pg170"/>
            <p:cNvSpPr/>
            <p:nvPr/>
          </p:nvSpPr>
          <p:spPr>
            <a:xfrm>
              <a:off x="5248787" y="266490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5490">
                <a:alpha val="100000"/>
              </a:srgbClr>
            </a:solidFill>
            <a:ln w="5420" cap="flat">
              <a:solidFill>
                <a:srgbClr val="3B549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1" name="pg171"/>
            <p:cNvSpPr/>
            <p:nvPr/>
          </p:nvSpPr>
          <p:spPr>
            <a:xfrm>
              <a:off x="5260425" y="266490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548F">
                <a:alpha val="100000"/>
              </a:srgbClr>
            </a:solidFill>
            <a:ln w="5420" cap="flat">
              <a:solidFill>
                <a:srgbClr val="3B548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2" name="pg172"/>
            <p:cNvSpPr/>
            <p:nvPr/>
          </p:nvSpPr>
          <p:spPr>
            <a:xfrm>
              <a:off x="5272062" y="266490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548F">
                <a:alpha val="100000"/>
              </a:srgbClr>
            </a:solidFill>
            <a:ln w="5420" cap="flat">
              <a:solidFill>
                <a:srgbClr val="3B548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3" name="pg173"/>
            <p:cNvSpPr/>
            <p:nvPr/>
          </p:nvSpPr>
          <p:spPr>
            <a:xfrm>
              <a:off x="5283699" y="266490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538E">
                <a:alpha val="100000"/>
              </a:srgbClr>
            </a:solidFill>
            <a:ln w="5420" cap="flat">
              <a:solidFill>
                <a:srgbClr val="3B538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4" name="pg174"/>
            <p:cNvSpPr/>
            <p:nvPr/>
          </p:nvSpPr>
          <p:spPr>
            <a:xfrm>
              <a:off x="5295337" y="266490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538D">
                <a:alpha val="100000"/>
              </a:srgbClr>
            </a:solidFill>
            <a:ln w="5420" cap="flat">
              <a:solidFill>
                <a:srgbClr val="3B538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5" name="pg175"/>
            <p:cNvSpPr/>
            <p:nvPr/>
          </p:nvSpPr>
          <p:spPr>
            <a:xfrm>
              <a:off x="5306974" y="266490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528D">
                <a:alpha val="100000"/>
              </a:srgbClr>
            </a:solidFill>
            <a:ln w="5420" cap="flat">
              <a:solidFill>
                <a:srgbClr val="3B528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6" name="pg176"/>
            <p:cNvSpPr/>
            <p:nvPr/>
          </p:nvSpPr>
          <p:spPr>
            <a:xfrm>
              <a:off x="5318611" y="266490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528C">
                <a:alpha val="100000"/>
              </a:srgbClr>
            </a:solidFill>
            <a:ln w="5420" cap="flat">
              <a:solidFill>
                <a:srgbClr val="3B528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7" name="pg177"/>
            <p:cNvSpPr/>
            <p:nvPr/>
          </p:nvSpPr>
          <p:spPr>
            <a:xfrm>
              <a:off x="5330249" y="266490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528C">
                <a:alpha val="100000"/>
              </a:srgbClr>
            </a:solidFill>
            <a:ln w="5420" cap="flat">
              <a:solidFill>
                <a:srgbClr val="3B528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8" name="pg178"/>
            <p:cNvSpPr/>
            <p:nvPr/>
          </p:nvSpPr>
          <p:spPr>
            <a:xfrm>
              <a:off x="5341886" y="266490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528C">
                <a:alpha val="100000"/>
              </a:srgbClr>
            </a:solidFill>
            <a:ln w="5420" cap="flat">
              <a:solidFill>
                <a:srgbClr val="3B528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9" name="pg179"/>
            <p:cNvSpPr/>
            <p:nvPr/>
          </p:nvSpPr>
          <p:spPr>
            <a:xfrm>
              <a:off x="5213875" y="267921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5591">
                <a:alpha val="100000"/>
              </a:srgbClr>
            </a:solidFill>
            <a:ln w="5420" cap="flat">
              <a:solidFill>
                <a:srgbClr val="3B559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0" name="pg180"/>
            <p:cNvSpPr/>
            <p:nvPr/>
          </p:nvSpPr>
          <p:spPr>
            <a:xfrm>
              <a:off x="5225513" y="267921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5591">
                <a:alpha val="100000"/>
              </a:srgbClr>
            </a:solidFill>
            <a:ln w="5420" cap="flat">
              <a:solidFill>
                <a:srgbClr val="3B559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1" name="pg181"/>
            <p:cNvSpPr/>
            <p:nvPr/>
          </p:nvSpPr>
          <p:spPr>
            <a:xfrm>
              <a:off x="5237150" y="267921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5590">
                <a:alpha val="100000"/>
              </a:srgbClr>
            </a:solidFill>
            <a:ln w="5420" cap="flat">
              <a:solidFill>
                <a:srgbClr val="3B559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2" name="pg182"/>
            <p:cNvSpPr/>
            <p:nvPr/>
          </p:nvSpPr>
          <p:spPr>
            <a:xfrm>
              <a:off x="5248787" y="267921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5490">
                <a:alpha val="100000"/>
              </a:srgbClr>
            </a:solidFill>
            <a:ln w="5420" cap="flat">
              <a:solidFill>
                <a:srgbClr val="3B549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3" name="pg183"/>
            <p:cNvSpPr/>
            <p:nvPr/>
          </p:nvSpPr>
          <p:spPr>
            <a:xfrm>
              <a:off x="5260425" y="267921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548F">
                <a:alpha val="100000"/>
              </a:srgbClr>
            </a:solidFill>
            <a:ln w="5420" cap="flat">
              <a:solidFill>
                <a:srgbClr val="3B548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4" name="pg184"/>
            <p:cNvSpPr/>
            <p:nvPr/>
          </p:nvSpPr>
          <p:spPr>
            <a:xfrm>
              <a:off x="5272062" y="267921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548F">
                <a:alpha val="100000"/>
              </a:srgbClr>
            </a:solidFill>
            <a:ln w="5420" cap="flat">
              <a:solidFill>
                <a:srgbClr val="3B548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5" name="pg185"/>
            <p:cNvSpPr/>
            <p:nvPr/>
          </p:nvSpPr>
          <p:spPr>
            <a:xfrm>
              <a:off x="5283699" y="267921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538E">
                <a:alpha val="100000"/>
              </a:srgbClr>
            </a:solidFill>
            <a:ln w="5420" cap="flat">
              <a:solidFill>
                <a:srgbClr val="3B538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6" name="pg186"/>
            <p:cNvSpPr/>
            <p:nvPr/>
          </p:nvSpPr>
          <p:spPr>
            <a:xfrm>
              <a:off x="5295337" y="267921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538D">
                <a:alpha val="100000"/>
              </a:srgbClr>
            </a:solidFill>
            <a:ln w="5420" cap="flat">
              <a:solidFill>
                <a:srgbClr val="3B538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7" name="pg187"/>
            <p:cNvSpPr/>
            <p:nvPr/>
          </p:nvSpPr>
          <p:spPr>
            <a:xfrm>
              <a:off x="5306974" y="267921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528D">
                <a:alpha val="100000"/>
              </a:srgbClr>
            </a:solidFill>
            <a:ln w="5420" cap="flat">
              <a:solidFill>
                <a:srgbClr val="3B528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8" name="pg188"/>
            <p:cNvSpPr/>
            <p:nvPr/>
          </p:nvSpPr>
          <p:spPr>
            <a:xfrm>
              <a:off x="5318611" y="267921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528C">
                <a:alpha val="100000"/>
              </a:srgbClr>
            </a:solidFill>
            <a:ln w="5420" cap="flat">
              <a:solidFill>
                <a:srgbClr val="3B528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9" name="pg189"/>
            <p:cNvSpPr/>
            <p:nvPr/>
          </p:nvSpPr>
          <p:spPr>
            <a:xfrm>
              <a:off x="5202238" y="269351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5692">
                <a:alpha val="100000"/>
              </a:srgbClr>
            </a:solidFill>
            <a:ln w="5420" cap="flat">
              <a:solidFill>
                <a:srgbClr val="3B569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0" name="pg190"/>
            <p:cNvSpPr/>
            <p:nvPr/>
          </p:nvSpPr>
          <p:spPr>
            <a:xfrm>
              <a:off x="5213875" y="269351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5591">
                <a:alpha val="100000"/>
              </a:srgbClr>
            </a:solidFill>
            <a:ln w="5420" cap="flat">
              <a:solidFill>
                <a:srgbClr val="3B559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1" name="pg191"/>
            <p:cNvSpPr/>
            <p:nvPr/>
          </p:nvSpPr>
          <p:spPr>
            <a:xfrm>
              <a:off x="5225513" y="269351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5591">
                <a:alpha val="100000"/>
              </a:srgbClr>
            </a:solidFill>
            <a:ln w="5420" cap="flat">
              <a:solidFill>
                <a:srgbClr val="3B559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2" name="pg192"/>
            <p:cNvSpPr/>
            <p:nvPr/>
          </p:nvSpPr>
          <p:spPr>
            <a:xfrm>
              <a:off x="5237150" y="269351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5590">
                <a:alpha val="100000"/>
              </a:srgbClr>
            </a:solidFill>
            <a:ln w="5420" cap="flat">
              <a:solidFill>
                <a:srgbClr val="3B559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3" name="pg193"/>
            <p:cNvSpPr/>
            <p:nvPr/>
          </p:nvSpPr>
          <p:spPr>
            <a:xfrm>
              <a:off x="5248787" y="269351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5490">
                <a:alpha val="100000"/>
              </a:srgbClr>
            </a:solidFill>
            <a:ln w="5420" cap="flat">
              <a:solidFill>
                <a:srgbClr val="3B549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4" name="pg194"/>
            <p:cNvSpPr/>
            <p:nvPr/>
          </p:nvSpPr>
          <p:spPr>
            <a:xfrm>
              <a:off x="5260425" y="269351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548F">
                <a:alpha val="100000"/>
              </a:srgbClr>
            </a:solidFill>
            <a:ln w="5420" cap="flat">
              <a:solidFill>
                <a:srgbClr val="3B548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5" name="pg195"/>
            <p:cNvSpPr/>
            <p:nvPr/>
          </p:nvSpPr>
          <p:spPr>
            <a:xfrm>
              <a:off x="5272062" y="269351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548F">
                <a:alpha val="100000"/>
              </a:srgbClr>
            </a:solidFill>
            <a:ln w="5420" cap="flat">
              <a:solidFill>
                <a:srgbClr val="3B548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6" name="pg196"/>
            <p:cNvSpPr/>
            <p:nvPr/>
          </p:nvSpPr>
          <p:spPr>
            <a:xfrm>
              <a:off x="5283699" y="269351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538E">
                <a:alpha val="100000"/>
              </a:srgbClr>
            </a:solidFill>
            <a:ln w="5420" cap="flat">
              <a:solidFill>
                <a:srgbClr val="3B538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7" name="pg197"/>
            <p:cNvSpPr/>
            <p:nvPr/>
          </p:nvSpPr>
          <p:spPr>
            <a:xfrm>
              <a:off x="5295337" y="269351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538D">
                <a:alpha val="100000"/>
              </a:srgbClr>
            </a:solidFill>
            <a:ln w="5420" cap="flat">
              <a:solidFill>
                <a:srgbClr val="3B538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8" name="pg198"/>
            <p:cNvSpPr/>
            <p:nvPr/>
          </p:nvSpPr>
          <p:spPr>
            <a:xfrm>
              <a:off x="6144862" y="269351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A81">
                <a:alpha val="100000"/>
              </a:srgbClr>
            </a:solidFill>
            <a:ln w="5420" cap="flat">
              <a:solidFill>
                <a:srgbClr val="3C4A8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9" name="pg199"/>
            <p:cNvSpPr/>
            <p:nvPr/>
          </p:nvSpPr>
          <p:spPr>
            <a:xfrm>
              <a:off x="5144051" y="270781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5894">
                <a:alpha val="100000"/>
              </a:srgbClr>
            </a:solidFill>
            <a:ln w="5420" cap="flat">
              <a:solidFill>
                <a:srgbClr val="3A589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0" name="pg200"/>
            <p:cNvSpPr/>
            <p:nvPr/>
          </p:nvSpPr>
          <p:spPr>
            <a:xfrm>
              <a:off x="5155689" y="270781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5794">
                <a:alpha val="100000"/>
              </a:srgbClr>
            </a:solidFill>
            <a:ln w="5420" cap="flat">
              <a:solidFill>
                <a:srgbClr val="3A579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1" name="pg201"/>
            <p:cNvSpPr/>
            <p:nvPr/>
          </p:nvSpPr>
          <p:spPr>
            <a:xfrm>
              <a:off x="5167326" y="270781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5793">
                <a:alpha val="100000"/>
              </a:srgbClr>
            </a:solidFill>
            <a:ln w="5420" cap="flat">
              <a:solidFill>
                <a:srgbClr val="3A579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2" name="pg202"/>
            <p:cNvSpPr/>
            <p:nvPr/>
          </p:nvSpPr>
          <p:spPr>
            <a:xfrm>
              <a:off x="5178963" y="270781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5693">
                <a:alpha val="100000"/>
              </a:srgbClr>
            </a:solidFill>
            <a:ln w="5420" cap="flat">
              <a:solidFill>
                <a:srgbClr val="3A569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3" name="pg203"/>
            <p:cNvSpPr/>
            <p:nvPr/>
          </p:nvSpPr>
          <p:spPr>
            <a:xfrm>
              <a:off x="5190601" y="270781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5692">
                <a:alpha val="100000"/>
              </a:srgbClr>
            </a:solidFill>
            <a:ln w="5420" cap="flat">
              <a:solidFill>
                <a:srgbClr val="3A569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4" name="pg204"/>
            <p:cNvSpPr/>
            <p:nvPr/>
          </p:nvSpPr>
          <p:spPr>
            <a:xfrm>
              <a:off x="5202238" y="270781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5692">
                <a:alpha val="100000"/>
              </a:srgbClr>
            </a:solidFill>
            <a:ln w="5420" cap="flat">
              <a:solidFill>
                <a:srgbClr val="3B569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5" name="pg205"/>
            <p:cNvSpPr/>
            <p:nvPr/>
          </p:nvSpPr>
          <p:spPr>
            <a:xfrm>
              <a:off x="5213875" y="270781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5591">
                <a:alpha val="100000"/>
              </a:srgbClr>
            </a:solidFill>
            <a:ln w="5420" cap="flat">
              <a:solidFill>
                <a:srgbClr val="3B559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6" name="pg206"/>
            <p:cNvSpPr/>
            <p:nvPr/>
          </p:nvSpPr>
          <p:spPr>
            <a:xfrm>
              <a:off x="5225513" y="270781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5591">
                <a:alpha val="100000"/>
              </a:srgbClr>
            </a:solidFill>
            <a:ln w="5420" cap="flat">
              <a:solidFill>
                <a:srgbClr val="3B559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7" name="pg207"/>
            <p:cNvSpPr/>
            <p:nvPr/>
          </p:nvSpPr>
          <p:spPr>
            <a:xfrm>
              <a:off x="5237150" y="270781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5590">
                <a:alpha val="100000"/>
              </a:srgbClr>
            </a:solidFill>
            <a:ln w="5420" cap="flat">
              <a:solidFill>
                <a:srgbClr val="3B559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8" name="pg208"/>
            <p:cNvSpPr/>
            <p:nvPr/>
          </p:nvSpPr>
          <p:spPr>
            <a:xfrm>
              <a:off x="5248787" y="270781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5490">
                <a:alpha val="100000"/>
              </a:srgbClr>
            </a:solidFill>
            <a:ln w="5420" cap="flat">
              <a:solidFill>
                <a:srgbClr val="3B549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9" name="pg209"/>
            <p:cNvSpPr/>
            <p:nvPr/>
          </p:nvSpPr>
          <p:spPr>
            <a:xfrm>
              <a:off x="5260425" y="270781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548F">
                <a:alpha val="100000"/>
              </a:srgbClr>
            </a:solidFill>
            <a:ln w="5420" cap="flat">
              <a:solidFill>
                <a:srgbClr val="3B548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0" name="pg210"/>
            <p:cNvSpPr/>
            <p:nvPr/>
          </p:nvSpPr>
          <p:spPr>
            <a:xfrm>
              <a:off x="5272062" y="270781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548F">
                <a:alpha val="100000"/>
              </a:srgbClr>
            </a:solidFill>
            <a:ln w="5420" cap="flat">
              <a:solidFill>
                <a:srgbClr val="3B548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1" name="pg211"/>
            <p:cNvSpPr/>
            <p:nvPr/>
          </p:nvSpPr>
          <p:spPr>
            <a:xfrm>
              <a:off x="5283699" y="270781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538E">
                <a:alpha val="100000"/>
              </a:srgbClr>
            </a:solidFill>
            <a:ln w="5420" cap="flat">
              <a:solidFill>
                <a:srgbClr val="3B538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2" name="pg212"/>
            <p:cNvSpPr/>
            <p:nvPr/>
          </p:nvSpPr>
          <p:spPr>
            <a:xfrm>
              <a:off x="6109950" y="270781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980">
                <a:alpha val="100000"/>
              </a:srgbClr>
            </a:solidFill>
            <a:ln w="5420" cap="flat">
              <a:solidFill>
                <a:srgbClr val="3C498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3" name="pg213"/>
            <p:cNvSpPr/>
            <p:nvPr/>
          </p:nvSpPr>
          <p:spPr>
            <a:xfrm>
              <a:off x="6121587" y="270781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980">
                <a:alpha val="100000"/>
              </a:srgbClr>
            </a:solidFill>
            <a:ln w="5420" cap="flat">
              <a:solidFill>
                <a:srgbClr val="3C498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4" name="pg214"/>
            <p:cNvSpPr/>
            <p:nvPr/>
          </p:nvSpPr>
          <p:spPr>
            <a:xfrm>
              <a:off x="6133224" y="270781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980">
                <a:alpha val="100000"/>
              </a:srgbClr>
            </a:solidFill>
            <a:ln w="5420" cap="flat">
              <a:solidFill>
                <a:srgbClr val="3C498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5" name="pg215"/>
            <p:cNvSpPr/>
            <p:nvPr/>
          </p:nvSpPr>
          <p:spPr>
            <a:xfrm>
              <a:off x="6144862" y="270781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A80">
                <a:alpha val="100000"/>
              </a:srgbClr>
            </a:solidFill>
            <a:ln w="5420" cap="flat">
              <a:solidFill>
                <a:srgbClr val="3C4A8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6" name="pg216"/>
            <p:cNvSpPr/>
            <p:nvPr/>
          </p:nvSpPr>
          <p:spPr>
            <a:xfrm>
              <a:off x="6156499" y="270781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A81">
                <a:alpha val="100000"/>
              </a:srgbClr>
            </a:solidFill>
            <a:ln w="5420" cap="flat">
              <a:solidFill>
                <a:srgbClr val="3C4A8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7" name="pg217"/>
            <p:cNvSpPr/>
            <p:nvPr/>
          </p:nvSpPr>
          <p:spPr>
            <a:xfrm>
              <a:off x="5132414" y="272211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5895">
                <a:alpha val="100000"/>
              </a:srgbClr>
            </a:solidFill>
            <a:ln w="5420" cap="flat">
              <a:solidFill>
                <a:srgbClr val="3A589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8" name="pg218"/>
            <p:cNvSpPr/>
            <p:nvPr/>
          </p:nvSpPr>
          <p:spPr>
            <a:xfrm>
              <a:off x="5144051" y="272211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5894">
                <a:alpha val="100000"/>
              </a:srgbClr>
            </a:solidFill>
            <a:ln w="5420" cap="flat">
              <a:solidFill>
                <a:srgbClr val="3A589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9" name="pg219"/>
            <p:cNvSpPr/>
            <p:nvPr/>
          </p:nvSpPr>
          <p:spPr>
            <a:xfrm>
              <a:off x="5155689" y="272211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5794">
                <a:alpha val="100000"/>
              </a:srgbClr>
            </a:solidFill>
            <a:ln w="5420" cap="flat">
              <a:solidFill>
                <a:srgbClr val="3A579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0" name="pg220"/>
            <p:cNvSpPr/>
            <p:nvPr/>
          </p:nvSpPr>
          <p:spPr>
            <a:xfrm>
              <a:off x="5167326" y="272211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5793">
                <a:alpha val="100000"/>
              </a:srgbClr>
            </a:solidFill>
            <a:ln w="5420" cap="flat">
              <a:solidFill>
                <a:srgbClr val="3A579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1" name="pg221"/>
            <p:cNvSpPr/>
            <p:nvPr/>
          </p:nvSpPr>
          <p:spPr>
            <a:xfrm>
              <a:off x="5178963" y="272211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5693">
                <a:alpha val="100000"/>
              </a:srgbClr>
            </a:solidFill>
            <a:ln w="5420" cap="flat">
              <a:solidFill>
                <a:srgbClr val="3A569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2" name="pg222"/>
            <p:cNvSpPr/>
            <p:nvPr/>
          </p:nvSpPr>
          <p:spPr>
            <a:xfrm>
              <a:off x="5190601" y="272211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5692">
                <a:alpha val="100000"/>
              </a:srgbClr>
            </a:solidFill>
            <a:ln w="5420" cap="flat">
              <a:solidFill>
                <a:srgbClr val="3A569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3" name="pg223"/>
            <p:cNvSpPr/>
            <p:nvPr/>
          </p:nvSpPr>
          <p:spPr>
            <a:xfrm>
              <a:off x="5202238" y="272211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5692">
                <a:alpha val="100000"/>
              </a:srgbClr>
            </a:solidFill>
            <a:ln w="5420" cap="flat">
              <a:solidFill>
                <a:srgbClr val="3B569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4" name="pg224"/>
            <p:cNvSpPr/>
            <p:nvPr/>
          </p:nvSpPr>
          <p:spPr>
            <a:xfrm>
              <a:off x="5213875" y="272211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5591">
                <a:alpha val="100000"/>
              </a:srgbClr>
            </a:solidFill>
            <a:ln w="5420" cap="flat">
              <a:solidFill>
                <a:srgbClr val="3B559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5" name="pg225"/>
            <p:cNvSpPr/>
            <p:nvPr/>
          </p:nvSpPr>
          <p:spPr>
            <a:xfrm>
              <a:off x="5225513" y="272211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5591">
                <a:alpha val="100000"/>
              </a:srgbClr>
            </a:solidFill>
            <a:ln w="5420" cap="flat">
              <a:solidFill>
                <a:srgbClr val="3B559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6" name="pg226"/>
            <p:cNvSpPr/>
            <p:nvPr/>
          </p:nvSpPr>
          <p:spPr>
            <a:xfrm>
              <a:off x="5237150" y="272211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5590">
                <a:alpha val="100000"/>
              </a:srgbClr>
            </a:solidFill>
            <a:ln w="5420" cap="flat">
              <a:solidFill>
                <a:srgbClr val="3B559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7" name="pg227"/>
            <p:cNvSpPr/>
            <p:nvPr/>
          </p:nvSpPr>
          <p:spPr>
            <a:xfrm>
              <a:off x="5248787" y="272211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5490">
                <a:alpha val="100000"/>
              </a:srgbClr>
            </a:solidFill>
            <a:ln w="5420" cap="flat">
              <a:solidFill>
                <a:srgbClr val="3B549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8" name="pg228"/>
            <p:cNvSpPr/>
            <p:nvPr/>
          </p:nvSpPr>
          <p:spPr>
            <a:xfrm>
              <a:off x="5260425" y="272211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548F">
                <a:alpha val="100000"/>
              </a:srgbClr>
            </a:solidFill>
            <a:ln w="5420" cap="flat">
              <a:solidFill>
                <a:srgbClr val="3B548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9" name="pg229"/>
            <p:cNvSpPr/>
            <p:nvPr/>
          </p:nvSpPr>
          <p:spPr>
            <a:xfrm>
              <a:off x="5272062" y="272211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548F">
                <a:alpha val="100000"/>
              </a:srgbClr>
            </a:solidFill>
            <a:ln w="5420" cap="flat">
              <a:solidFill>
                <a:srgbClr val="3B548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0" name="pg230"/>
            <p:cNvSpPr/>
            <p:nvPr/>
          </p:nvSpPr>
          <p:spPr>
            <a:xfrm>
              <a:off x="6016851" y="272211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87E">
                <a:alpha val="100000"/>
              </a:srgbClr>
            </a:solidFill>
            <a:ln w="5420" cap="flat">
              <a:solidFill>
                <a:srgbClr val="3C487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1" name="pg231"/>
            <p:cNvSpPr/>
            <p:nvPr/>
          </p:nvSpPr>
          <p:spPr>
            <a:xfrm>
              <a:off x="6028488" y="272211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87E">
                <a:alpha val="100000"/>
              </a:srgbClr>
            </a:solidFill>
            <a:ln w="5420" cap="flat">
              <a:solidFill>
                <a:srgbClr val="3C487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2" name="pg232"/>
            <p:cNvSpPr/>
            <p:nvPr/>
          </p:nvSpPr>
          <p:spPr>
            <a:xfrm>
              <a:off x="6040126" y="272211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87E">
                <a:alpha val="100000"/>
              </a:srgbClr>
            </a:solidFill>
            <a:ln w="5420" cap="flat">
              <a:solidFill>
                <a:srgbClr val="3C487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3" name="pg233"/>
            <p:cNvSpPr/>
            <p:nvPr/>
          </p:nvSpPr>
          <p:spPr>
            <a:xfrm>
              <a:off x="6051763" y="272211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87E">
                <a:alpha val="100000"/>
              </a:srgbClr>
            </a:solidFill>
            <a:ln w="5420" cap="flat">
              <a:solidFill>
                <a:srgbClr val="3C487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4" name="pg234"/>
            <p:cNvSpPr/>
            <p:nvPr/>
          </p:nvSpPr>
          <p:spPr>
            <a:xfrm>
              <a:off x="6086675" y="272211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87F">
                <a:alpha val="100000"/>
              </a:srgbClr>
            </a:solidFill>
            <a:ln w="5420" cap="flat">
              <a:solidFill>
                <a:srgbClr val="3C487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5" name="pg235"/>
            <p:cNvSpPr/>
            <p:nvPr/>
          </p:nvSpPr>
          <p:spPr>
            <a:xfrm>
              <a:off x="6098312" y="272211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97F">
                <a:alpha val="100000"/>
              </a:srgbClr>
            </a:solidFill>
            <a:ln w="5420" cap="flat">
              <a:solidFill>
                <a:srgbClr val="3C497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6" name="pg236"/>
            <p:cNvSpPr/>
            <p:nvPr/>
          </p:nvSpPr>
          <p:spPr>
            <a:xfrm>
              <a:off x="6109950" y="272211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97F">
                <a:alpha val="100000"/>
              </a:srgbClr>
            </a:solidFill>
            <a:ln w="5420" cap="flat">
              <a:solidFill>
                <a:srgbClr val="3C497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7" name="pg237"/>
            <p:cNvSpPr/>
            <p:nvPr/>
          </p:nvSpPr>
          <p:spPr>
            <a:xfrm>
              <a:off x="6121587" y="272211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97F">
                <a:alpha val="100000"/>
              </a:srgbClr>
            </a:solidFill>
            <a:ln w="5420" cap="flat">
              <a:solidFill>
                <a:srgbClr val="3C497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8" name="pg238"/>
            <p:cNvSpPr/>
            <p:nvPr/>
          </p:nvSpPr>
          <p:spPr>
            <a:xfrm>
              <a:off x="6133224" y="272211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980">
                <a:alpha val="100000"/>
              </a:srgbClr>
            </a:solidFill>
            <a:ln w="5420" cap="flat">
              <a:solidFill>
                <a:srgbClr val="3C498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9" name="pg239"/>
            <p:cNvSpPr/>
            <p:nvPr/>
          </p:nvSpPr>
          <p:spPr>
            <a:xfrm>
              <a:off x="6144862" y="272211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980">
                <a:alpha val="100000"/>
              </a:srgbClr>
            </a:solidFill>
            <a:ln w="5420" cap="flat">
              <a:solidFill>
                <a:srgbClr val="3C498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0" name="pg240"/>
            <p:cNvSpPr/>
            <p:nvPr/>
          </p:nvSpPr>
          <p:spPr>
            <a:xfrm>
              <a:off x="6156499" y="272211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980">
                <a:alpha val="100000"/>
              </a:srgbClr>
            </a:solidFill>
            <a:ln w="5420" cap="flat">
              <a:solidFill>
                <a:srgbClr val="3C498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1" name="pg241"/>
            <p:cNvSpPr/>
            <p:nvPr/>
          </p:nvSpPr>
          <p:spPr>
            <a:xfrm>
              <a:off x="6168136" y="272211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980">
                <a:alpha val="100000"/>
              </a:srgbClr>
            </a:solidFill>
            <a:ln w="5420" cap="flat">
              <a:solidFill>
                <a:srgbClr val="3C498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2" name="pg242"/>
            <p:cNvSpPr/>
            <p:nvPr/>
          </p:nvSpPr>
          <p:spPr>
            <a:xfrm>
              <a:off x="5132414" y="273641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5895">
                <a:alpha val="100000"/>
              </a:srgbClr>
            </a:solidFill>
            <a:ln w="5420" cap="flat">
              <a:solidFill>
                <a:srgbClr val="3A589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3" name="pg243"/>
            <p:cNvSpPr/>
            <p:nvPr/>
          </p:nvSpPr>
          <p:spPr>
            <a:xfrm>
              <a:off x="5144051" y="273641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5895">
                <a:alpha val="100000"/>
              </a:srgbClr>
            </a:solidFill>
            <a:ln w="5420" cap="flat">
              <a:solidFill>
                <a:srgbClr val="3A589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4" name="pg244"/>
            <p:cNvSpPr/>
            <p:nvPr/>
          </p:nvSpPr>
          <p:spPr>
            <a:xfrm>
              <a:off x="5155689" y="273641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5894">
                <a:alpha val="100000"/>
              </a:srgbClr>
            </a:solidFill>
            <a:ln w="5420" cap="flat">
              <a:solidFill>
                <a:srgbClr val="3A589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5" name="pg245"/>
            <p:cNvSpPr/>
            <p:nvPr/>
          </p:nvSpPr>
          <p:spPr>
            <a:xfrm>
              <a:off x="5167326" y="273641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5793">
                <a:alpha val="100000"/>
              </a:srgbClr>
            </a:solidFill>
            <a:ln w="5420" cap="flat">
              <a:solidFill>
                <a:srgbClr val="3A579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6" name="pg246"/>
            <p:cNvSpPr/>
            <p:nvPr/>
          </p:nvSpPr>
          <p:spPr>
            <a:xfrm>
              <a:off x="5178963" y="273641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5793">
                <a:alpha val="100000"/>
              </a:srgbClr>
            </a:solidFill>
            <a:ln w="5420" cap="flat">
              <a:solidFill>
                <a:srgbClr val="3A579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7" name="pg247"/>
            <p:cNvSpPr/>
            <p:nvPr/>
          </p:nvSpPr>
          <p:spPr>
            <a:xfrm>
              <a:off x="5190601" y="273641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5692">
                <a:alpha val="100000"/>
              </a:srgbClr>
            </a:solidFill>
            <a:ln w="5420" cap="flat">
              <a:solidFill>
                <a:srgbClr val="3A569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8" name="pg248"/>
            <p:cNvSpPr/>
            <p:nvPr/>
          </p:nvSpPr>
          <p:spPr>
            <a:xfrm>
              <a:off x="5202238" y="273641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5692">
                <a:alpha val="100000"/>
              </a:srgbClr>
            </a:solidFill>
            <a:ln w="5420" cap="flat">
              <a:solidFill>
                <a:srgbClr val="3A569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9" name="pg249"/>
            <p:cNvSpPr/>
            <p:nvPr/>
          </p:nvSpPr>
          <p:spPr>
            <a:xfrm>
              <a:off x="5213875" y="273641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5691">
                <a:alpha val="100000"/>
              </a:srgbClr>
            </a:solidFill>
            <a:ln w="5420" cap="flat">
              <a:solidFill>
                <a:srgbClr val="3B569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0" name="pg250"/>
            <p:cNvSpPr/>
            <p:nvPr/>
          </p:nvSpPr>
          <p:spPr>
            <a:xfrm>
              <a:off x="5225513" y="273641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5591">
                <a:alpha val="100000"/>
              </a:srgbClr>
            </a:solidFill>
            <a:ln w="5420" cap="flat">
              <a:solidFill>
                <a:srgbClr val="3B559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1" name="pg251"/>
            <p:cNvSpPr/>
            <p:nvPr/>
          </p:nvSpPr>
          <p:spPr>
            <a:xfrm>
              <a:off x="5237150" y="273641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5590">
                <a:alpha val="100000"/>
              </a:srgbClr>
            </a:solidFill>
            <a:ln w="5420" cap="flat">
              <a:solidFill>
                <a:srgbClr val="3B559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2" name="pg252"/>
            <p:cNvSpPr/>
            <p:nvPr/>
          </p:nvSpPr>
          <p:spPr>
            <a:xfrm>
              <a:off x="5248787" y="273641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5490">
                <a:alpha val="100000"/>
              </a:srgbClr>
            </a:solidFill>
            <a:ln w="5420" cap="flat">
              <a:solidFill>
                <a:srgbClr val="3B549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3" name="pg253"/>
            <p:cNvSpPr/>
            <p:nvPr/>
          </p:nvSpPr>
          <p:spPr>
            <a:xfrm>
              <a:off x="5260425" y="273641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548F">
                <a:alpha val="100000"/>
              </a:srgbClr>
            </a:solidFill>
            <a:ln w="5420" cap="flat">
              <a:solidFill>
                <a:srgbClr val="3B548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4" name="pg254"/>
            <p:cNvSpPr/>
            <p:nvPr/>
          </p:nvSpPr>
          <p:spPr>
            <a:xfrm>
              <a:off x="6005214" y="273641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77D">
                <a:alpha val="100000"/>
              </a:srgbClr>
            </a:solidFill>
            <a:ln w="5420" cap="flat">
              <a:solidFill>
                <a:srgbClr val="3C477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5" name="pg255"/>
            <p:cNvSpPr/>
            <p:nvPr/>
          </p:nvSpPr>
          <p:spPr>
            <a:xfrm>
              <a:off x="6016851" y="273641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87D">
                <a:alpha val="100000"/>
              </a:srgbClr>
            </a:solidFill>
            <a:ln w="5420" cap="flat">
              <a:solidFill>
                <a:srgbClr val="3C487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6" name="pg256"/>
            <p:cNvSpPr/>
            <p:nvPr/>
          </p:nvSpPr>
          <p:spPr>
            <a:xfrm>
              <a:off x="6028488" y="273641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87D">
                <a:alpha val="100000"/>
              </a:srgbClr>
            </a:solidFill>
            <a:ln w="5420" cap="flat">
              <a:solidFill>
                <a:srgbClr val="3C487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7" name="pg257"/>
            <p:cNvSpPr/>
            <p:nvPr/>
          </p:nvSpPr>
          <p:spPr>
            <a:xfrm>
              <a:off x="6040126" y="273641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87E">
                <a:alpha val="100000"/>
              </a:srgbClr>
            </a:solidFill>
            <a:ln w="5420" cap="flat">
              <a:solidFill>
                <a:srgbClr val="3C487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8" name="pg258"/>
            <p:cNvSpPr/>
            <p:nvPr/>
          </p:nvSpPr>
          <p:spPr>
            <a:xfrm>
              <a:off x="6051763" y="273641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87E">
                <a:alpha val="100000"/>
              </a:srgbClr>
            </a:solidFill>
            <a:ln w="5420" cap="flat">
              <a:solidFill>
                <a:srgbClr val="3C487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9" name="pg259"/>
            <p:cNvSpPr/>
            <p:nvPr/>
          </p:nvSpPr>
          <p:spPr>
            <a:xfrm>
              <a:off x="6063400" y="273641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87E">
                <a:alpha val="100000"/>
              </a:srgbClr>
            </a:solidFill>
            <a:ln w="5420" cap="flat">
              <a:solidFill>
                <a:srgbClr val="3C487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0" name="pg260"/>
            <p:cNvSpPr/>
            <p:nvPr/>
          </p:nvSpPr>
          <p:spPr>
            <a:xfrm>
              <a:off x="6075038" y="273641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87E">
                <a:alpha val="100000"/>
              </a:srgbClr>
            </a:solidFill>
            <a:ln w="5420" cap="flat">
              <a:solidFill>
                <a:srgbClr val="3C487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1" name="pg261"/>
            <p:cNvSpPr/>
            <p:nvPr/>
          </p:nvSpPr>
          <p:spPr>
            <a:xfrm>
              <a:off x="6086675" y="273641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87E">
                <a:alpha val="100000"/>
              </a:srgbClr>
            </a:solidFill>
            <a:ln w="5420" cap="flat">
              <a:solidFill>
                <a:srgbClr val="3C487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2" name="pg262"/>
            <p:cNvSpPr/>
            <p:nvPr/>
          </p:nvSpPr>
          <p:spPr>
            <a:xfrm>
              <a:off x="6098312" y="273641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87E">
                <a:alpha val="100000"/>
              </a:srgbClr>
            </a:solidFill>
            <a:ln w="5420" cap="flat">
              <a:solidFill>
                <a:srgbClr val="3C487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3" name="pg263"/>
            <p:cNvSpPr/>
            <p:nvPr/>
          </p:nvSpPr>
          <p:spPr>
            <a:xfrm>
              <a:off x="6109950" y="273641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87F">
                <a:alpha val="100000"/>
              </a:srgbClr>
            </a:solidFill>
            <a:ln w="5420" cap="flat">
              <a:solidFill>
                <a:srgbClr val="3C487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4" name="pg264"/>
            <p:cNvSpPr/>
            <p:nvPr/>
          </p:nvSpPr>
          <p:spPr>
            <a:xfrm>
              <a:off x="6121587" y="273641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87F">
                <a:alpha val="100000"/>
              </a:srgbClr>
            </a:solidFill>
            <a:ln w="5420" cap="flat">
              <a:solidFill>
                <a:srgbClr val="3C487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5" name="pg265"/>
            <p:cNvSpPr/>
            <p:nvPr/>
          </p:nvSpPr>
          <p:spPr>
            <a:xfrm>
              <a:off x="6133224" y="273641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97F">
                <a:alpha val="100000"/>
              </a:srgbClr>
            </a:solidFill>
            <a:ln w="5420" cap="flat">
              <a:solidFill>
                <a:srgbClr val="3C497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6" name="pg266"/>
            <p:cNvSpPr/>
            <p:nvPr/>
          </p:nvSpPr>
          <p:spPr>
            <a:xfrm>
              <a:off x="6144862" y="273641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97F">
                <a:alpha val="100000"/>
              </a:srgbClr>
            </a:solidFill>
            <a:ln w="5420" cap="flat">
              <a:solidFill>
                <a:srgbClr val="3C497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7" name="pg267"/>
            <p:cNvSpPr/>
            <p:nvPr/>
          </p:nvSpPr>
          <p:spPr>
            <a:xfrm>
              <a:off x="6156499" y="273641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97F">
                <a:alpha val="100000"/>
              </a:srgbClr>
            </a:solidFill>
            <a:ln w="5420" cap="flat">
              <a:solidFill>
                <a:srgbClr val="3C497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8" name="pg268"/>
            <p:cNvSpPr/>
            <p:nvPr/>
          </p:nvSpPr>
          <p:spPr>
            <a:xfrm>
              <a:off x="5132414" y="275071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5895">
                <a:alpha val="100000"/>
              </a:srgbClr>
            </a:solidFill>
            <a:ln w="5420" cap="flat">
              <a:solidFill>
                <a:srgbClr val="3A589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9" name="pg269"/>
            <p:cNvSpPr/>
            <p:nvPr/>
          </p:nvSpPr>
          <p:spPr>
            <a:xfrm>
              <a:off x="5144051" y="275071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5895">
                <a:alpha val="100000"/>
              </a:srgbClr>
            </a:solidFill>
            <a:ln w="5420" cap="flat">
              <a:solidFill>
                <a:srgbClr val="3A589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0" name="pg270"/>
            <p:cNvSpPr/>
            <p:nvPr/>
          </p:nvSpPr>
          <p:spPr>
            <a:xfrm>
              <a:off x="5155689" y="275071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5894">
                <a:alpha val="100000"/>
              </a:srgbClr>
            </a:solidFill>
            <a:ln w="5420" cap="flat">
              <a:solidFill>
                <a:srgbClr val="3A589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1" name="pg271"/>
            <p:cNvSpPr/>
            <p:nvPr/>
          </p:nvSpPr>
          <p:spPr>
            <a:xfrm>
              <a:off x="5167326" y="275071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5793">
                <a:alpha val="100000"/>
              </a:srgbClr>
            </a:solidFill>
            <a:ln w="5420" cap="flat">
              <a:solidFill>
                <a:srgbClr val="3A579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2" name="pg272"/>
            <p:cNvSpPr/>
            <p:nvPr/>
          </p:nvSpPr>
          <p:spPr>
            <a:xfrm>
              <a:off x="5178963" y="275071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5793">
                <a:alpha val="100000"/>
              </a:srgbClr>
            </a:solidFill>
            <a:ln w="5420" cap="flat">
              <a:solidFill>
                <a:srgbClr val="3A579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3" name="pg273"/>
            <p:cNvSpPr/>
            <p:nvPr/>
          </p:nvSpPr>
          <p:spPr>
            <a:xfrm>
              <a:off x="5190601" y="275071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5692">
                <a:alpha val="100000"/>
              </a:srgbClr>
            </a:solidFill>
            <a:ln w="5420" cap="flat">
              <a:solidFill>
                <a:srgbClr val="3A569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4" name="pg274"/>
            <p:cNvSpPr/>
            <p:nvPr/>
          </p:nvSpPr>
          <p:spPr>
            <a:xfrm>
              <a:off x="5202238" y="275071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5692">
                <a:alpha val="100000"/>
              </a:srgbClr>
            </a:solidFill>
            <a:ln w="5420" cap="flat">
              <a:solidFill>
                <a:srgbClr val="3A569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5" name="pg275"/>
            <p:cNvSpPr/>
            <p:nvPr/>
          </p:nvSpPr>
          <p:spPr>
            <a:xfrm>
              <a:off x="5213875" y="275071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5691">
                <a:alpha val="100000"/>
              </a:srgbClr>
            </a:solidFill>
            <a:ln w="5420" cap="flat">
              <a:solidFill>
                <a:srgbClr val="3B569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6" name="pg276"/>
            <p:cNvSpPr/>
            <p:nvPr/>
          </p:nvSpPr>
          <p:spPr>
            <a:xfrm>
              <a:off x="5225513" y="275071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5591">
                <a:alpha val="100000"/>
              </a:srgbClr>
            </a:solidFill>
            <a:ln w="5420" cap="flat">
              <a:solidFill>
                <a:srgbClr val="3B559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7" name="pg277"/>
            <p:cNvSpPr/>
            <p:nvPr/>
          </p:nvSpPr>
          <p:spPr>
            <a:xfrm>
              <a:off x="5237150" y="275071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5590">
                <a:alpha val="100000"/>
              </a:srgbClr>
            </a:solidFill>
            <a:ln w="5420" cap="flat">
              <a:solidFill>
                <a:srgbClr val="3B559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8" name="pg278"/>
            <p:cNvSpPr/>
            <p:nvPr/>
          </p:nvSpPr>
          <p:spPr>
            <a:xfrm>
              <a:off x="5248787" y="275071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5490">
                <a:alpha val="100000"/>
              </a:srgbClr>
            </a:solidFill>
            <a:ln w="5420" cap="flat">
              <a:solidFill>
                <a:srgbClr val="3B549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9" name="pg279"/>
            <p:cNvSpPr/>
            <p:nvPr/>
          </p:nvSpPr>
          <p:spPr>
            <a:xfrm>
              <a:off x="5260425" y="275071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548F">
                <a:alpha val="100000"/>
              </a:srgbClr>
            </a:solidFill>
            <a:ln w="5420" cap="flat">
              <a:solidFill>
                <a:srgbClr val="3B548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0" name="pg280"/>
            <p:cNvSpPr/>
            <p:nvPr/>
          </p:nvSpPr>
          <p:spPr>
            <a:xfrm>
              <a:off x="5912115" y="275071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67C">
                <a:alpha val="100000"/>
              </a:srgbClr>
            </a:solidFill>
            <a:ln w="5420" cap="flat">
              <a:solidFill>
                <a:srgbClr val="3C467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1" name="pg281"/>
            <p:cNvSpPr/>
            <p:nvPr/>
          </p:nvSpPr>
          <p:spPr>
            <a:xfrm>
              <a:off x="5923753" y="275071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67C">
                <a:alpha val="100000"/>
              </a:srgbClr>
            </a:solidFill>
            <a:ln w="5420" cap="flat">
              <a:solidFill>
                <a:srgbClr val="3C467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2" name="pg282"/>
            <p:cNvSpPr/>
            <p:nvPr/>
          </p:nvSpPr>
          <p:spPr>
            <a:xfrm>
              <a:off x="5935390" y="275071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77C">
                <a:alpha val="100000"/>
              </a:srgbClr>
            </a:solidFill>
            <a:ln w="5420" cap="flat">
              <a:solidFill>
                <a:srgbClr val="3C477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3" name="pg283"/>
            <p:cNvSpPr/>
            <p:nvPr/>
          </p:nvSpPr>
          <p:spPr>
            <a:xfrm>
              <a:off x="5947027" y="275071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77C">
                <a:alpha val="100000"/>
              </a:srgbClr>
            </a:solidFill>
            <a:ln w="5420" cap="flat">
              <a:solidFill>
                <a:srgbClr val="3C477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4" name="pg284"/>
            <p:cNvSpPr/>
            <p:nvPr/>
          </p:nvSpPr>
          <p:spPr>
            <a:xfrm>
              <a:off x="5981939" y="275071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77C">
                <a:alpha val="100000"/>
              </a:srgbClr>
            </a:solidFill>
            <a:ln w="5420" cap="flat">
              <a:solidFill>
                <a:srgbClr val="3C477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5" name="pg285"/>
            <p:cNvSpPr/>
            <p:nvPr/>
          </p:nvSpPr>
          <p:spPr>
            <a:xfrm>
              <a:off x="5993577" y="275071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77D">
                <a:alpha val="100000"/>
              </a:srgbClr>
            </a:solidFill>
            <a:ln w="5420" cap="flat">
              <a:solidFill>
                <a:srgbClr val="3C477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6" name="pg286"/>
            <p:cNvSpPr/>
            <p:nvPr/>
          </p:nvSpPr>
          <p:spPr>
            <a:xfrm>
              <a:off x="6005214" y="275071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77D">
                <a:alpha val="100000"/>
              </a:srgbClr>
            </a:solidFill>
            <a:ln w="5420" cap="flat">
              <a:solidFill>
                <a:srgbClr val="3C477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7" name="pg287"/>
            <p:cNvSpPr/>
            <p:nvPr/>
          </p:nvSpPr>
          <p:spPr>
            <a:xfrm>
              <a:off x="6016851" y="275071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77D">
                <a:alpha val="100000"/>
              </a:srgbClr>
            </a:solidFill>
            <a:ln w="5420" cap="flat">
              <a:solidFill>
                <a:srgbClr val="3C477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8" name="pg288"/>
            <p:cNvSpPr/>
            <p:nvPr/>
          </p:nvSpPr>
          <p:spPr>
            <a:xfrm>
              <a:off x="6028488" y="275071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77D">
                <a:alpha val="100000"/>
              </a:srgbClr>
            </a:solidFill>
            <a:ln w="5420" cap="flat">
              <a:solidFill>
                <a:srgbClr val="3C477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9" name="pg289"/>
            <p:cNvSpPr/>
            <p:nvPr/>
          </p:nvSpPr>
          <p:spPr>
            <a:xfrm>
              <a:off x="6040126" y="275071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77D">
                <a:alpha val="100000"/>
              </a:srgbClr>
            </a:solidFill>
            <a:ln w="5420" cap="flat">
              <a:solidFill>
                <a:srgbClr val="3C477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0" name="pg290"/>
            <p:cNvSpPr/>
            <p:nvPr/>
          </p:nvSpPr>
          <p:spPr>
            <a:xfrm>
              <a:off x="6051763" y="275071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77D">
                <a:alpha val="100000"/>
              </a:srgbClr>
            </a:solidFill>
            <a:ln w="5420" cap="flat">
              <a:solidFill>
                <a:srgbClr val="3C477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1" name="pg291"/>
            <p:cNvSpPr/>
            <p:nvPr/>
          </p:nvSpPr>
          <p:spPr>
            <a:xfrm>
              <a:off x="6063400" y="275071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77D">
                <a:alpha val="100000"/>
              </a:srgbClr>
            </a:solidFill>
            <a:ln w="5420" cap="flat">
              <a:solidFill>
                <a:srgbClr val="3C477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2" name="pg292"/>
            <p:cNvSpPr/>
            <p:nvPr/>
          </p:nvSpPr>
          <p:spPr>
            <a:xfrm>
              <a:off x="6075038" y="275071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77D">
                <a:alpha val="100000"/>
              </a:srgbClr>
            </a:solidFill>
            <a:ln w="5420" cap="flat">
              <a:solidFill>
                <a:srgbClr val="3C477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3" name="pg293"/>
            <p:cNvSpPr/>
            <p:nvPr/>
          </p:nvSpPr>
          <p:spPr>
            <a:xfrm>
              <a:off x="6086675" y="275071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87D">
                <a:alpha val="100000"/>
              </a:srgbClr>
            </a:solidFill>
            <a:ln w="5420" cap="flat">
              <a:solidFill>
                <a:srgbClr val="3C487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4" name="pg294"/>
            <p:cNvSpPr/>
            <p:nvPr/>
          </p:nvSpPr>
          <p:spPr>
            <a:xfrm>
              <a:off x="6098312" y="275071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87E">
                <a:alpha val="100000"/>
              </a:srgbClr>
            </a:solidFill>
            <a:ln w="5420" cap="flat">
              <a:solidFill>
                <a:srgbClr val="3C487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5" name="pg295"/>
            <p:cNvSpPr/>
            <p:nvPr/>
          </p:nvSpPr>
          <p:spPr>
            <a:xfrm>
              <a:off x="6109950" y="275071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87E">
                <a:alpha val="100000"/>
              </a:srgbClr>
            </a:solidFill>
            <a:ln w="5420" cap="flat">
              <a:solidFill>
                <a:srgbClr val="3C487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6" name="pg296"/>
            <p:cNvSpPr/>
            <p:nvPr/>
          </p:nvSpPr>
          <p:spPr>
            <a:xfrm>
              <a:off x="6121587" y="275071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87E">
                <a:alpha val="100000"/>
              </a:srgbClr>
            </a:solidFill>
            <a:ln w="5420" cap="flat">
              <a:solidFill>
                <a:srgbClr val="3C487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7" name="pg297"/>
            <p:cNvSpPr/>
            <p:nvPr/>
          </p:nvSpPr>
          <p:spPr>
            <a:xfrm>
              <a:off x="6133224" y="275071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87E">
                <a:alpha val="100000"/>
              </a:srgbClr>
            </a:solidFill>
            <a:ln w="5420" cap="flat">
              <a:solidFill>
                <a:srgbClr val="3C487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8" name="pg298"/>
            <p:cNvSpPr/>
            <p:nvPr/>
          </p:nvSpPr>
          <p:spPr>
            <a:xfrm>
              <a:off x="6144862" y="275071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87F">
                <a:alpha val="100000"/>
              </a:srgbClr>
            </a:solidFill>
            <a:ln w="5420" cap="flat">
              <a:solidFill>
                <a:srgbClr val="3C487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9" name="pg299"/>
            <p:cNvSpPr/>
            <p:nvPr/>
          </p:nvSpPr>
          <p:spPr>
            <a:xfrm>
              <a:off x="6156499" y="275071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97F">
                <a:alpha val="100000"/>
              </a:srgbClr>
            </a:solidFill>
            <a:ln w="5420" cap="flat">
              <a:solidFill>
                <a:srgbClr val="3C497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0" name="pg300"/>
            <p:cNvSpPr/>
            <p:nvPr/>
          </p:nvSpPr>
          <p:spPr>
            <a:xfrm>
              <a:off x="5120777" y="276501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5996">
                <a:alpha val="100000"/>
              </a:srgbClr>
            </a:solidFill>
            <a:ln w="5420" cap="flat">
              <a:solidFill>
                <a:srgbClr val="3A599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1" name="pg301"/>
            <p:cNvSpPr/>
            <p:nvPr/>
          </p:nvSpPr>
          <p:spPr>
            <a:xfrm>
              <a:off x="5132414" y="276501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5895">
                <a:alpha val="100000"/>
              </a:srgbClr>
            </a:solidFill>
            <a:ln w="5420" cap="flat">
              <a:solidFill>
                <a:srgbClr val="3A589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2" name="pg302"/>
            <p:cNvSpPr/>
            <p:nvPr/>
          </p:nvSpPr>
          <p:spPr>
            <a:xfrm>
              <a:off x="5144051" y="276501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5895">
                <a:alpha val="100000"/>
              </a:srgbClr>
            </a:solidFill>
            <a:ln w="5420" cap="flat">
              <a:solidFill>
                <a:srgbClr val="3A589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3" name="pg303"/>
            <p:cNvSpPr/>
            <p:nvPr/>
          </p:nvSpPr>
          <p:spPr>
            <a:xfrm>
              <a:off x="5155689" y="276501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5894">
                <a:alpha val="100000"/>
              </a:srgbClr>
            </a:solidFill>
            <a:ln w="5420" cap="flat">
              <a:solidFill>
                <a:srgbClr val="3A589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4" name="pg304"/>
            <p:cNvSpPr/>
            <p:nvPr/>
          </p:nvSpPr>
          <p:spPr>
            <a:xfrm>
              <a:off x="5167326" y="276501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5793">
                <a:alpha val="100000"/>
              </a:srgbClr>
            </a:solidFill>
            <a:ln w="5420" cap="flat">
              <a:solidFill>
                <a:srgbClr val="3A579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5" name="pg305"/>
            <p:cNvSpPr/>
            <p:nvPr/>
          </p:nvSpPr>
          <p:spPr>
            <a:xfrm>
              <a:off x="5178963" y="276501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5793">
                <a:alpha val="100000"/>
              </a:srgbClr>
            </a:solidFill>
            <a:ln w="5420" cap="flat">
              <a:solidFill>
                <a:srgbClr val="3A579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6" name="pg306"/>
            <p:cNvSpPr/>
            <p:nvPr/>
          </p:nvSpPr>
          <p:spPr>
            <a:xfrm>
              <a:off x="5190601" y="276501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5692">
                <a:alpha val="100000"/>
              </a:srgbClr>
            </a:solidFill>
            <a:ln w="5420" cap="flat">
              <a:solidFill>
                <a:srgbClr val="3A569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7" name="pg307"/>
            <p:cNvSpPr/>
            <p:nvPr/>
          </p:nvSpPr>
          <p:spPr>
            <a:xfrm>
              <a:off x="5202238" y="276501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5692">
                <a:alpha val="100000"/>
              </a:srgbClr>
            </a:solidFill>
            <a:ln w="5420" cap="flat">
              <a:solidFill>
                <a:srgbClr val="3A569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8" name="pg308"/>
            <p:cNvSpPr/>
            <p:nvPr/>
          </p:nvSpPr>
          <p:spPr>
            <a:xfrm>
              <a:off x="5213875" y="276501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5691">
                <a:alpha val="100000"/>
              </a:srgbClr>
            </a:solidFill>
            <a:ln w="5420" cap="flat">
              <a:solidFill>
                <a:srgbClr val="3B569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9" name="pg309"/>
            <p:cNvSpPr/>
            <p:nvPr/>
          </p:nvSpPr>
          <p:spPr>
            <a:xfrm>
              <a:off x="5225513" y="276501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5591">
                <a:alpha val="100000"/>
              </a:srgbClr>
            </a:solidFill>
            <a:ln w="5420" cap="flat">
              <a:solidFill>
                <a:srgbClr val="3B559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0" name="pg310"/>
            <p:cNvSpPr/>
            <p:nvPr/>
          </p:nvSpPr>
          <p:spPr>
            <a:xfrm>
              <a:off x="5237150" y="276501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5590">
                <a:alpha val="100000"/>
              </a:srgbClr>
            </a:solidFill>
            <a:ln w="5420" cap="flat">
              <a:solidFill>
                <a:srgbClr val="3B559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1" name="pg311"/>
            <p:cNvSpPr/>
            <p:nvPr/>
          </p:nvSpPr>
          <p:spPr>
            <a:xfrm>
              <a:off x="5248787" y="276501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5490">
                <a:alpha val="100000"/>
              </a:srgbClr>
            </a:solidFill>
            <a:ln w="5420" cap="flat">
              <a:solidFill>
                <a:srgbClr val="3B549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2" name="pg312"/>
            <p:cNvSpPr/>
            <p:nvPr/>
          </p:nvSpPr>
          <p:spPr>
            <a:xfrm>
              <a:off x="5900478" y="276501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67B">
                <a:alpha val="100000"/>
              </a:srgbClr>
            </a:solidFill>
            <a:ln w="5420" cap="flat">
              <a:solidFill>
                <a:srgbClr val="3C467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3" name="pg313"/>
            <p:cNvSpPr/>
            <p:nvPr/>
          </p:nvSpPr>
          <p:spPr>
            <a:xfrm>
              <a:off x="5912115" y="276501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67B">
                <a:alpha val="100000"/>
              </a:srgbClr>
            </a:solidFill>
            <a:ln w="5420" cap="flat">
              <a:solidFill>
                <a:srgbClr val="3C467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4" name="pg314"/>
            <p:cNvSpPr/>
            <p:nvPr/>
          </p:nvSpPr>
          <p:spPr>
            <a:xfrm>
              <a:off x="5923753" y="276501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67B">
                <a:alpha val="100000"/>
              </a:srgbClr>
            </a:solidFill>
            <a:ln w="5420" cap="flat">
              <a:solidFill>
                <a:srgbClr val="3C467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5" name="pg315"/>
            <p:cNvSpPr/>
            <p:nvPr/>
          </p:nvSpPr>
          <p:spPr>
            <a:xfrm>
              <a:off x="5935390" y="276501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67B">
                <a:alpha val="100000"/>
              </a:srgbClr>
            </a:solidFill>
            <a:ln w="5420" cap="flat">
              <a:solidFill>
                <a:srgbClr val="3C467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6" name="pg316"/>
            <p:cNvSpPr/>
            <p:nvPr/>
          </p:nvSpPr>
          <p:spPr>
            <a:xfrm>
              <a:off x="5947027" y="276501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67C">
                <a:alpha val="100000"/>
              </a:srgbClr>
            </a:solidFill>
            <a:ln w="5420" cap="flat">
              <a:solidFill>
                <a:srgbClr val="3C467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7" name="pg317"/>
            <p:cNvSpPr/>
            <p:nvPr/>
          </p:nvSpPr>
          <p:spPr>
            <a:xfrm>
              <a:off x="5958665" y="276501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67C">
                <a:alpha val="100000"/>
              </a:srgbClr>
            </a:solidFill>
            <a:ln w="5420" cap="flat">
              <a:solidFill>
                <a:srgbClr val="3C467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8" name="pg318"/>
            <p:cNvSpPr/>
            <p:nvPr/>
          </p:nvSpPr>
          <p:spPr>
            <a:xfrm>
              <a:off x="5970302" y="276501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67C">
                <a:alpha val="100000"/>
              </a:srgbClr>
            </a:solidFill>
            <a:ln w="5420" cap="flat">
              <a:solidFill>
                <a:srgbClr val="3C467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9" name="pg319"/>
            <p:cNvSpPr/>
            <p:nvPr/>
          </p:nvSpPr>
          <p:spPr>
            <a:xfrm>
              <a:off x="5981939" y="276501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67C">
                <a:alpha val="100000"/>
              </a:srgbClr>
            </a:solidFill>
            <a:ln w="5420" cap="flat">
              <a:solidFill>
                <a:srgbClr val="3C467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0" name="pg320"/>
            <p:cNvSpPr/>
            <p:nvPr/>
          </p:nvSpPr>
          <p:spPr>
            <a:xfrm>
              <a:off x="5993577" y="276501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77C">
                <a:alpha val="100000"/>
              </a:srgbClr>
            </a:solidFill>
            <a:ln w="5420" cap="flat">
              <a:solidFill>
                <a:srgbClr val="3C477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1" name="pg321"/>
            <p:cNvSpPr/>
            <p:nvPr/>
          </p:nvSpPr>
          <p:spPr>
            <a:xfrm>
              <a:off x="6005214" y="276501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77C">
                <a:alpha val="100000"/>
              </a:srgbClr>
            </a:solidFill>
            <a:ln w="5420" cap="flat">
              <a:solidFill>
                <a:srgbClr val="3C477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2" name="pg322"/>
            <p:cNvSpPr/>
            <p:nvPr/>
          </p:nvSpPr>
          <p:spPr>
            <a:xfrm>
              <a:off x="6016851" y="276501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77C">
                <a:alpha val="100000"/>
              </a:srgbClr>
            </a:solidFill>
            <a:ln w="5420" cap="flat">
              <a:solidFill>
                <a:srgbClr val="3C477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3" name="pg323"/>
            <p:cNvSpPr/>
            <p:nvPr/>
          </p:nvSpPr>
          <p:spPr>
            <a:xfrm>
              <a:off x="6028488" y="276501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77C">
                <a:alpha val="100000"/>
              </a:srgbClr>
            </a:solidFill>
            <a:ln w="5420" cap="flat">
              <a:solidFill>
                <a:srgbClr val="3C477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4" name="pg324"/>
            <p:cNvSpPr/>
            <p:nvPr/>
          </p:nvSpPr>
          <p:spPr>
            <a:xfrm>
              <a:off x="6040126" y="276501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77C">
                <a:alpha val="100000"/>
              </a:srgbClr>
            </a:solidFill>
            <a:ln w="5420" cap="flat">
              <a:solidFill>
                <a:srgbClr val="3C477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5" name="pg325"/>
            <p:cNvSpPr/>
            <p:nvPr/>
          </p:nvSpPr>
          <p:spPr>
            <a:xfrm>
              <a:off x="6051763" y="276501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77C">
                <a:alpha val="100000"/>
              </a:srgbClr>
            </a:solidFill>
            <a:ln w="5420" cap="flat">
              <a:solidFill>
                <a:srgbClr val="3C477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6" name="pg326"/>
            <p:cNvSpPr/>
            <p:nvPr/>
          </p:nvSpPr>
          <p:spPr>
            <a:xfrm>
              <a:off x="6063400" y="276501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77C">
                <a:alpha val="100000"/>
              </a:srgbClr>
            </a:solidFill>
            <a:ln w="5420" cap="flat">
              <a:solidFill>
                <a:srgbClr val="3C477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7" name="pg327"/>
            <p:cNvSpPr/>
            <p:nvPr/>
          </p:nvSpPr>
          <p:spPr>
            <a:xfrm>
              <a:off x="6075038" y="276501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77D">
                <a:alpha val="100000"/>
              </a:srgbClr>
            </a:solidFill>
            <a:ln w="5420" cap="flat">
              <a:solidFill>
                <a:srgbClr val="3C477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8" name="pg328"/>
            <p:cNvSpPr/>
            <p:nvPr/>
          </p:nvSpPr>
          <p:spPr>
            <a:xfrm>
              <a:off x="6086675" y="276501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77D">
                <a:alpha val="100000"/>
              </a:srgbClr>
            </a:solidFill>
            <a:ln w="5420" cap="flat">
              <a:solidFill>
                <a:srgbClr val="3C477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9" name="pg329"/>
            <p:cNvSpPr/>
            <p:nvPr/>
          </p:nvSpPr>
          <p:spPr>
            <a:xfrm>
              <a:off x="6098312" y="276501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77D">
                <a:alpha val="100000"/>
              </a:srgbClr>
            </a:solidFill>
            <a:ln w="5420" cap="flat">
              <a:solidFill>
                <a:srgbClr val="3C477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0" name="pg330"/>
            <p:cNvSpPr/>
            <p:nvPr/>
          </p:nvSpPr>
          <p:spPr>
            <a:xfrm>
              <a:off x="6109950" y="276501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77D">
                <a:alpha val="100000"/>
              </a:srgbClr>
            </a:solidFill>
            <a:ln w="5420" cap="flat">
              <a:solidFill>
                <a:srgbClr val="3C477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1" name="pg331"/>
            <p:cNvSpPr/>
            <p:nvPr/>
          </p:nvSpPr>
          <p:spPr>
            <a:xfrm>
              <a:off x="6121587" y="276501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87D">
                <a:alpha val="100000"/>
              </a:srgbClr>
            </a:solidFill>
            <a:ln w="5420" cap="flat">
              <a:solidFill>
                <a:srgbClr val="3C487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2" name="pg332"/>
            <p:cNvSpPr/>
            <p:nvPr/>
          </p:nvSpPr>
          <p:spPr>
            <a:xfrm>
              <a:off x="6133224" y="276501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87E">
                <a:alpha val="100000"/>
              </a:srgbClr>
            </a:solidFill>
            <a:ln w="5420" cap="flat">
              <a:solidFill>
                <a:srgbClr val="3C487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3" name="pg333"/>
            <p:cNvSpPr/>
            <p:nvPr/>
          </p:nvSpPr>
          <p:spPr>
            <a:xfrm>
              <a:off x="6144862" y="276501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87E">
                <a:alpha val="100000"/>
              </a:srgbClr>
            </a:solidFill>
            <a:ln w="5420" cap="flat">
              <a:solidFill>
                <a:srgbClr val="3C487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4" name="pg334"/>
            <p:cNvSpPr/>
            <p:nvPr/>
          </p:nvSpPr>
          <p:spPr>
            <a:xfrm>
              <a:off x="6156499" y="276501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87E">
                <a:alpha val="100000"/>
              </a:srgbClr>
            </a:solidFill>
            <a:ln w="5420" cap="flat">
              <a:solidFill>
                <a:srgbClr val="3C487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5" name="pg335"/>
            <p:cNvSpPr/>
            <p:nvPr/>
          </p:nvSpPr>
          <p:spPr>
            <a:xfrm>
              <a:off x="5097502" y="277931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5997">
                <a:alpha val="100000"/>
              </a:srgbClr>
            </a:solidFill>
            <a:ln w="5420" cap="flat">
              <a:solidFill>
                <a:srgbClr val="3A599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6" name="pg336"/>
            <p:cNvSpPr/>
            <p:nvPr/>
          </p:nvSpPr>
          <p:spPr>
            <a:xfrm>
              <a:off x="5109139" y="277931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5996">
                <a:alpha val="100000"/>
              </a:srgbClr>
            </a:solidFill>
            <a:ln w="5420" cap="flat">
              <a:solidFill>
                <a:srgbClr val="3A599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7" name="pg337"/>
            <p:cNvSpPr/>
            <p:nvPr/>
          </p:nvSpPr>
          <p:spPr>
            <a:xfrm>
              <a:off x="5120777" y="277931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5996">
                <a:alpha val="100000"/>
              </a:srgbClr>
            </a:solidFill>
            <a:ln w="5420" cap="flat">
              <a:solidFill>
                <a:srgbClr val="3A599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8" name="pg338"/>
            <p:cNvSpPr/>
            <p:nvPr/>
          </p:nvSpPr>
          <p:spPr>
            <a:xfrm>
              <a:off x="5132414" y="277931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5896">
                <a:alpha val="100000"/>
              </a:srgbClr>
            </a:solidFill>
            <a:ln w="5420" cap="flat">
              <a:solidFill>
                <a:srgbClr val="3A589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9" name="pg339"/>
            <p:cNvSpPr/>
            <p:nvPr/>
          </p:nvSpPr>
          <p:spPr>
            <a:xfrm>
              <a:off x="5144051" y="277931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5895">
                <a:alpha val="100000"/>
              </a:srgbClr>
            </a:solidFill>
            <a:ln w="5420" cap="flat">
              <a:solidFill>
                <a:srgbClr val="3A589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0" name="pg340"/>
            <p:cNvSpPr/>
            <p:nvPr/>
          </p:nvSpPr>
          <p:spPr>
            <a:xfrm>
              <a:off x="5155689" y="277931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5895">
                <a:alpha val="100000"/>
              </a:srgbClr>
            </a:solidFill>
            <a:ln w="5420" cap="flat">
              <a:solidFill>
                <a:srgbClr val="3A589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1" name="pg341"/>
            <p:cNvSpPr/>
            <p:nvPr/>
          </p:nvSpPr>
          <p:spPr>
            <a:xfrm>
              <a:off x="5167326" y="277931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5794">
                <a:alpha val="100000"/>
              </a:srgbClr>
            </a:solidFill>
            <a:ln w="5420" cap="flat">
              <a:solidFill>
                <a:srgbClr val="3A579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2" name="pg342"/>
            <p:cNvSpPr/>
            <p:nvPr/>
          </p:nvSpPr>
          <p:spPr>
            <a:xfrm>
              <a:off x="5178963" y="277931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5793">
                <a:alpha val="100000"/>
              </a:srgbClr>
            </a:solidFill>
            <a:ln w="5420" cap="flat">
              <a:solidFill>
                <a:srgbClr val="3A579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3" name="pg343"/>
            <p:cNvSpPr/>
            <p:nvPr/>
          </p:nvSpPr>
          <p:spPr>
            <a:xfrm>
              <a:off x="5190601" y="277931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5693">
                <a:alpha val="100000"/>
              </a:srgbClr>
            </a:solidFill>
            <a:ln w="5420" cap="flat">
              <a:solidFill>
                <a:srgbClr val="3A569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4" name="pg344"/>
            <p:cNvSpPr/>
            <p:nvPr/>
          </p:nvSpPr>
          <p:spPr>
            <a:xfrm>
              <a:off x="5202238" y="277931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5692">
                <a:alpha val="100000"/>
              </a:srgbClr>
            </a:solidFill>
            <a:ln w="5420" cap="flat">
              <a:solidFill>
                <a:srgbClr val="3A569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5" name="pg345"/>
            <p:cNvSpPr/>
            <p:nvPr/>
          </p:nvSpPr>
          <p:spPr>
            <a:xfrm>
              <a:off x="5213875" y="277931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5692">
                <a:alpha val="100000"/>
              </a:srgbClr>
            </a:solidFill>
            <a:ln w="5420" cap="flat">
              <a:solidFill>
                <a:srgbClr val="3B569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6" name="pg346"/>
            <p:cNvSpPr/>
            <p:nvPr/>
          </p:nvSpPr>
          <p:spPr>
            <a:xfrm>
              <a:off x="5900478" y="277931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67A">
                <a:alpha val="100000"/>
              </a:srgbClr>
            </a:solidFill>
            <a:ln w="5420" cap="flat">
              <a:solidFill>
                <a:srgbClr val="3C467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7" name="pg347"/>
            <p:cNvSpPr/>
            <p:nvPr/>
          </p:nvSpPr>
          <p:spPr>
            <a:xfrm>
              <a:off x="5912115" y="277931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67B">
                <a:alpha val="100000"/>
              </a:srgbClr>
            </a:solidFill>
            <a:ln w="5420" cap="flat">
              <a:solidFill>
                <a:srgbClr val="3C467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8" name="pg348"/>
            <p:cNvSpPr/>
            <p:nvPr/>
          </p:nvSpPr>
          <p:spPr>
            <a:xfrm>
              <a:off x="5923753" y="277931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67B">
                <a:alpha val="100000"/>
              </a:srgbClr>
            </a:solidFill>
            <a:ln w="5420" cap="flat">
              <a:solidFill>
                <a:srgbClr val="3C467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9" name="pg349"/>
            <p:cNvSpPr/>
            <p:nvPr/>
          </p:nvSpPr>
          <p:spPr>
            <a:xfrm>
              <a:off x="5935390" y="277931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67B">
                <a:alpha val="100000"/>
              </a:srgbClr>
            </a:solidFill>
            <a:ln w="5420" cap="flat">
              <a:solidFill>
                <a:srgbClr val="3C467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0" name="pg350"/>
            <p:cNvSpPr/>
            <p:nvPr/>
          </p:nvSpPr>
          <p:spPr>
            <a:xfrm>
              <a:off x="5947027" y="277931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67B">
                <a:alpha val="100000"/>
              </a:srgbClr>
            </a:solidFill>
            <a:ln w="5420" cap="flat">
              <a:solidFill>
                <a:srgbClr val="3C467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1" name="pg351"/>
            <p:cNvSpPr/>
            <p:nvPr/>
          </p:nvSpPr>
          <p:spPr>
            <a:xfrm>
              <a:off x="5958665" y="277931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67B">
                <a:alpha val="100000"/>
              </a:srgbClr>
            </a:solidFill>
            <a:ln w="5420" cap="flat">
              <a:solidFill>
                <a:srgbClr val="3C467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2" name="pg352"/>
            <p:cNvSpPr/>
            <p:nvPr/>
          </p:nvSpPr>
          <p:spPr>
            <a:xfrm>
              <a:off x="5970302" y="277931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67B">
                <a:alpha val="100000"/>
              </a:srgbClr>
            </a:solidFill>
            <a:ln w="5420" cap="flat">
              <a:solidFill>
                <a:srgbClr val="3C467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3" name="pg353"/>
            <p:cNvSpPr/>
            <p:nvPr/>
          </p:nvSpPr>
          <p:spPr>
            <a:xfrm>
              <a:off x="5981939" y="277931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67B">
                <a:alpha val="100000"/>
              </a:srgbClr>
            </a:solidFill>
            <a:ln w="5420" cap="flat">
              <a:solidFill>
                <a:srgbClr val="3C467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4" name="pg354"/>
            <p:cNvSpPr/>
            <p:nvPr/>
          </p:nvSpPr>
          <p:spPr>
            <a:xfrm>
              <a:off x="5993577" y="277931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67B">
                <a:alpha val="100000"/>
              </a:srgbClr>
            </a:solidFill>
            <a:ln w="5420" cap="flat">
              <a:solidFill>
                <a:srgbClr val="3C467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5" name="pg355"/>
            <p:cNvSpPr/>
            <p:nvPr/>
          </p:nvSpPr>
          <p:spPr>
            <a:xfrm>
              <a:off x="6005214" y="277931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67B">
                <a:alpha val="100000"/>
              </a:srgbClr>
            </a:solidFill>
            <a:ln w="5420" cap="flat">
              <a:solidFill>
                <a:srgbClr val="3C467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6" name="pg356"/>
            <p:cNvSpPr/>
            <p:nvPr/>
          </p:nvSpPr>
          <p:spPr>
            <a:xfrm>
              <a:off x="6016851" y="277931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67B">
                <a:alpha val="100000"/>
              </a:srgbClr>
            </a:solidFill>
            <a:ln w="5420" cap="flat">
              <a:solidFill>
                <a:srgbClr val="3C467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7" name="pg357"/>
            <p:cNvSpPr/>
            <p:nvPr/>
          </p:nvSpPr>
          <p:spPr>
            <a:xfrm>
              <a:off x="6028488" y="277931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67B">
                <a:alpha val="100000"/>
              </a:srgbClr>
            </a:solidFill>
            <a:ln w="5420" cap="flat">
              <a:solidFill>
                <a:srgbClr val="3C467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8" name="pg358"/>
            <p:cNvSpPr/>
            <p:nvPr/>
          </p:nvSpPr>
          <p:spPr>
            <a:xfrm>
              <a:off x="6040126" y="277931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67B">
                <a:alpha val="100000"/>
              </a:srgbClr>
            </a:solidFill>
            <a:ln w="5420" cap="flat">
              <a:solidFill>
                <a:srgbClr val="3C467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9" name="pg359"/>
            <p:cNvSpPr/>
            <p:nvPr/>
          </p:nvSpPr>
          <p:spPr>
            <a:xfrm>
              <a:off x="6051763" y="277931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67C">
                <a:alpha val="100000"/>
              </a:srgbClr>
            </a:solidFill>
            <a:ln w="5420" cap="flat">
              <a:solidFill>
                <a:srgbClr val="3C467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0" name="pg360"/>
            <p:cNvSpPr/>
            <p:nvPr/>
          </p:nvSpPr>
          <p:spPr>
            <a:xfrm>
              <a:off x="6063400" y="277931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67C">
                <a:alpha val="100000"/>
              </a:srgbClr>
            </a:solidFill>
            <a:ln w="5420" cap="flat">
              <a:solidFill>
                <a:srgbClr val="3C467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1" name="pg361"/>
            <p:cNvSpPr/>
            <p:nvPr/>
          </p:nvSpPr>
          <p:spPr>
            <a:xfrm>
              <a:off x="6075038" y="277931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67C">
                <a:alpha val="100000"/>
              </a:srgbClr>
            </a:solidFill>
            <a:ln w="5420" cap="flat">
              <a:solidFill>
                <a:srgbClr val="3C467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2" name="pg362"/>
            <p:cNvSpPr/>
            <p:nvPr/>
          </p:nvSpPr>
          <p:spPr>
            <a:xfrm>
              <a:off x="6086675" y="277931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77C">
                <a:alpha val="100000"/>
              </a:srgbClr>
            </a:solidFill>
            <a:ln w="5420" cap="flat">
              <a:solidFill>
                <a:srgbClr val="3C477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3" name="pg363"/>
            <p:cNvSpPr/>
            <p:nvPr/>
          </p:nvSpPr>
          <p:spPr>
            <a:xfrm>
              <a:off x="6098312" y="277931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77C">
                <a:alpha val="100000"/>
              </a:srgbClr>
            </a:solidFill>
            <a:ln w="5420" cap="flat">
              <a:solidFill>
                <a:srgbClr val="3C477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4" name="pg364"/>
            <p:cNvSpPr/>
            <p:nvPr/>
          </p:nvSpPr>
          <p:spPr>
            <a:xfrm>
              <a:off x="6109950" y="277931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77D">
                <a:alpha val="100000"/>
              </a:srgbClr>
            </a:solidFill>
            <a:ln w="5420" cap="flat">
              <a:solidFill>
                <a:srgbClr val="3C477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5" name="pg365"/>
            <p:cNvSpPr/>
            <p:nvPr/>
          </p:nvSpPr>
          <p:spPr>
            <a:xfrm>
              <a:off x="6121587" y="277931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77D">
                <a:alpha val="100000"/>
              </a:srgbClr>
            </a:solidFill>
            <a:ln w="5420" cap="flat">
              <a:solidFill>
                <a:srgbClr val="3C477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6" name="pg366"/>
            <p:cNvSpPr/>
            <p:nvPr/>
          </p:nvSpPr>
          <p:spPr>
            <a:xfrm>
              <a:off x="6133224" y="277931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77D">
                <a:alpha val="100000"/>
              </a:srgbClr>
            </a:solidFill>
            <a:ln w="5420" cap="flat">
              <a:solidFill>
                <a:srgbClr val="3C477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7" name="pg367"/>
            <p:cNvSpPr/>
            <p:nvPr/>
          </p:nvSpPr>
          <p:spPr>
            <a:xfrm>
              <a:off x="6144862" y="277931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77D">
                <a:alpha val="100000"/>
              </a:srgbClr>
            </a:solidFill>
            <a:ln w="5420" cap="flat">
              <a:solidFill>
                <a:srgbClr val="3C477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8" name="pg368"/>
            <p:cNvSpPr/>
            <p:nvPr/>
          </p:nvSpPr>
          <p:spPr>
            <a:xfrm>
              <a:off x="6156499" y="277931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87E">
                <a:alpha val="100000"/>
              </a:srgbClr>
            </a:solidFill>
            <a:ln w="5420" cap="flat">
              <a:solidFill>
                <a:srgbClr val="3C487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9" name="pg369"/>
            <p:cNvSpPr/>
            <p:nvPr/>
          </p:nvSpPr>
          <p:spPr>
            <a:xfrm>
              <a:off x="5097502" y="279361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5A97">
                <a:alpha val="100000"/>
              </a:srgbClr>
            </a:solidFill>
            <a:ln w="5420" cap="flat">
              <a:solidFill>
                <a:srgbClr val="3A5A9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0" name="pg370"/>
            <p:cNvSpPr/>
            <p:nvPr/>
          </p:nvSpPr>
          <p:spPr>
            <a:xfrm>
              <a:off x="5109139" y="279361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5997">
                <a:alpha val="100000"/>
              </a:srgbClr>
            </a:solidFill>
            <a:ln w="5420" cap="flat">
              <a:solidFill>
                <a:srgbClr val="3A599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1" name="pg371"/>
            <p:cNvSpPr/>
            <p:nvPr/>
          </p:nvSpPr>
          <p:spPr>
            <a:xfrm>
              <a:off x="5120777" y="279361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5996">
                <a:alpha val="100000"/>
              </a:srgbClr>
            </a:solidFill>
            <a:ln w="5420" cap="flat">
              <a:solidFill>
                <a:srgbClr val="3A599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2" name="pg372"/>
            <p:cNvSpPr/>
            <p:nvPr/>
          </p:nvSpPr>
          <p:spPr>
            <a:xfrm>
              <a:off x="5132414" y="279361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5996">
                <a:alpha val="100000"/>
              </a:srgbClr>
            </a:solidFill>
            <a:ln w="5420" cap="flat">
              <a:solidFill>
                <a:srgbClr val="3A599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3" name="pg373"/>
            <p:cNvSpPr/>
            <p:nvPr/>
          </p:nvSpPr>
          <p:spPr>
            <a:xfrm>
              <a:off x="5144051" y="279361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5895">
                <a:alpha val="100000"/>
              </a:srgbClr>
            </a:solidFill>
            <a:ln w="5420" cap="flat">
              <a:solidFill>
                <a:srgbClr val="3A589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4" name="pg374"/>
            <p:cNvSpPr/>
            <p:nvPr/>
          </p:nvSpPr>
          <p:spPr>
            <a:xfrm>
              <a:off x="5155689" y="279361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5895">
                <a:alpha val="100000"/>
              </a:srgbClr>
            </a:solidFill>
            <a:ln w="5420" cap="flat">
              <a:solidFill>
                <a:srgbClr val="3A589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5" name="pg375"/>
            <p:cNvSpPr/>
            <p:nvPr/>
          </p:nvSpPr>
          <p:spPr>
            <a:xfrm>
              <a:off x="5167326" y="279361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5794">
                <a:alpha val="100000"/>
              </a:srgbClr>
            </a:solidFill>
            <a:ln w="5420" cap="flat">
              <a:solidFill>
                <a:srgbClr val="3A579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6" name="pg376"/>
            <p:cNvSpPr/>
            <p:nvPr/>
          </p:nvSpPr>
          <p:spPr>
            <a:xfrm>
              <a:off x="5178963" y="279361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5793">
                <a:alpha val="100000"/>
              </a:srgbClr>
            </a:solidFill>
            <a:ln w="5420" cap="flat">
              <a:solidFill>
                <a:srgbClr val="3A579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7" name="pg377"/>
            <p:cNvSpPr/>
            <p:nvPr/>
          </p:nvSpPr>
          <p:spPr>
            <a:xfrm>
              <a:off x="5190601" y="279361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5793">
                <a:alpha val="100000"/>
              </a:srgbClr>
            </a:solidFill>
            <a:ln w="5420" cap="flat">
              <a:solidFill>
                <a:srgbClr val="3A579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8" name="pg378"/>
            <p:cNvSpPr/>
            <p:nvPr/>
          </p:nvSpPr>
          <p:spPr>
            <a:xfrm>
              <a:off x="5900478" y="279361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579">
                <a:alpha val="100000"/>
              </a:srgbClr>
            </a:solidFill>
            <a:ln w="5420" cap="flat">
              <a:solidFill>
                <a:srgbClr val="3C457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9" name="pg379"/>
            <p:cNvSpPr/>
            <p:nvPr/>
          </p:nvSpPr>
          <p:spPr>
            <a:xfrm>
              <a:off x="5912115" y="279361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57A">
                <a:alpha val="100000"/>
              </a:srgbClr>
            </a:solidFill>
            <a:ln w="5420" cap="flat">
              <a:solidFill>
                <a:srgbClr val="3C457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0" name="pg380"/>
            <p:cNvSpPr/>
            <p:nvPr/>
          </p:nvSpPr>
          <p:spPr>
            <a:xfrm>
              <a:off x="5923753" y="279361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57A">
                <a:alpha val="100000"/>
              </a:srgbClr>
            </a:solidFill>
            <a:ln w="5420" cap="flat">
              <a:solidFill>
                <a:srgbClr val="3C457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1" name="pg381"/>
            <p:cNvSpPr/>
            <p:nvPr/>
          </p:nvSpPr>
          <p:spPr>
            <a:xfrm>
              <a:off x="5935390" y="279361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57A">
                <a:alpha val="100000"/>
              </a:srgbClr>
            </a:solidFill>
            <a:ln w="5420" cap="flat">
              <a:solidFill>
                <a:srgbClr val="3C457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2" name="pg382"/>
            <p:cNvSpPr/>
            <p:nvPr/>
          </p:nvSpPr>
          <p:spPr>
            <a:xfrm>
              <a:off x="5947027" y="279361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57A">
                <a:alpha val="100000"/>
              </a:srgbClr>
            </a:solidFill>
            <a:ln w="5420" cap="flat">
              <a:solidFill>
                <a:srgbClr val="3C457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3" name="pg383"/>
            <p:cNvSpPr/>
            <p:nvPr/>
          </p:nvSpPr>
          <p:spPr>
            <a:xfrm>
              <a:off x="5958665" y="279361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57A">
                <a:alpha val="100000"/>
              </a:srgbClr>
            </a:solidFill>
            <a:ln w="5420" cap="flat">
              <a:solidFill>
                <a:srgbClr val="3C457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4" name="pg384"/>
            <p:cNvSpPr/>
            <p:nvPr/>
          </p:nvSpPr>
          <p:spPr>
            <a:xfrm>
              <a:off x="5970302" y="279361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57A">
                <a:alpha val="100000"/>
              </a:srgbClr>
            </a:solidFill>
            <a:ln w="5420" cap="flat">
              <a:solidFill>
                <a:srgbClr val="3C457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5" name="pg385"/>
            <p:cNvSpPr/>
            <p:nvPr/>
          </p:nvSpPr>
          <p:spPr>
            <a:xfrm>
              <a:off x="5981939" y="279361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57A">
                <a:alpha val="100000"/>
              </a:srgbClr>
            </a:solidFill>
            <a:ln w="5420" cap="flat">
              <a:solidFill>
                <a:srgbClr val="3C457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6" name="pg386"/>
            <p:cNvSpPr/>
            <p:nvPr/>
          </p:nvSpPr>
          <p:spPr>
            <a:xfrm>
              <a:off x="5993577" y="279361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57A">
                <a:alpha val="100000"/>
              </a:srgbClr>
            </a:solidFill>
            <a:ln w="5420" cap="flat">
              <a:solidFill>
                <a:srgbClr val="3C457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7" name="pg387"/>
            <p:cNvSpPr/>
            <p:nvPr/>
          </p:nvSpPr>
          <p:spPr>
            <a:xfrm>
              <a:off x="6005214" y="279361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57A">
                <a:alpha val="100000"/>
              </a:srgbClr>
            </a:solidFill>
            <a:ln w="5420" cap="flat">
              <a:solidFill>
                <a:srgbClr val="3C457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8" name="pg388"/>
            <p:cNvSpPr/>
            <p:nvPr/>
          </p:nvSpPr>
          <p:spPr>
            <a:xfrm>
              <a:off x="6016851" y="279361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57A">
                <a:alpha val="100000"/>
              </a:srgbClr>
            </a:solidFill>
            <a:ln w="5420" cap="flat">
              <a:solidFill>
                <a:srgbClr val="3C457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9" name="pg389"/>
            <p:cNvSpPr/>
            <p:nvPr/>
          </p:nvSpPr>
          <p:spPr>
            <a:xfrm>
              <a:off x="6028488" y="279361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57A">
                <a:alpha val="100000"/>
              </a:srgbClr>
            </a:solidFill>
            <a:ln w="5420" cap="flat">
              <a:solidFill>
                <a:srgbClr val="3C457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0" name="pg390"/>
            <p:cNvSpPr/>
            <p:nvPr/>
          </p:nvSpPr>
          <p:spPr>
            <a:xfrm>
              <a:off x="6040126" y="279361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57A">
                <a:alpha val="100000"/>
              </a:srgbClr>
            </a:solidFill>
            <a:ln w="5420" cap="flat">
              <a:solidFill>
                <a:srgbClr val="3C457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1" name="pg391"/>
            <p:cNvSpPr/>
            <p:nvPr/>
          </p:nvSpPr>
          <p:spPr>
            <a:xfrm>
              <a:off x="6051763" y="279361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57A">
                <a:alpha val="100000"/>
              </a:srgbClr>
            </a:solidFill>
            <a:ln w="5420" cap="flat">
              <a:solidFill>
                <a:srgbClr val="3C457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2" name="pg392"/>
            <p:cNvSpPr/>
            <p:nvPr/>
          </p:nvSpPr>
          <p:spPr>
            <a:xfrm>
              <a:off x="6063400" y="279361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57A">
                <a:alpha val="100000"/>
              </a:srgbClr>
            </a:solidFill>
            <a:ln w="5420" cap="flat">
              <a:solidFill>
                <a:srgbClr val="3C457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3" name="pg393"/>
            <p:cNvSpPr/>
            <p:nvPr/>
          </p:nvSpPr>
          <p:spPr>
            <a:xfrm>
              <a:off x="6075038" y="279361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57A">
                <a:alpha val="100000"/>
              </a:srgbClr>
            </a:solidFill>
            <a:ln w="5420" cap="flat">
              <a:solidFill>
                <a:srgbClr val="3C457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4" name="pg394"/>
            <p:cNvSpPr/>
            <p:nvPr/>
          </p:nvSpPr>
          <p:spPr>
            <a:xfrm>
              <a:off x="6086675" y="279361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57A">
                <a:alpha val="100000"/>
              </a:srgbClr>
            </a:solidFill>
            <a:ln w="5420" cap="flat">
              <a:solidFill>
                <a:srgbClr val="3C457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5" name="pg395"/>
            <p:cNvSpPr/>
            <p:nvPr/>
          </p:nvSpPr>
          <p:spPr>
            <a:xfrm>
              <a:off x="6098312" y="279361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67B">
                <a:alpha val="100000"/>
              </a:srgbClr>
            </a:solidFill>
            <a:ln w="5420" cap="flat">
              <a:solidFill>
                <a:srgbClr val="3C467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6" name="pg396"/>
            <p:cNvSpPr/>
            <p:nvPr/>
          </p:nvSpPr>
          <p:spPr>
            <a:xfrm>
              <a:off x="6109950" y="279361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67B">
                <a:alpha val="100000"/>
              </a:srgbClr>
            </a:solidFill>
            <a:ln w="5420" cap="flat">
              <a:solidFill>
                <a:srgbClr val="3C467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7" name="pg397"/>
            <p:cNvSpPr/>
            <p:nvPr/>
          </p:nvSpPr>
          <p:spPr>
            <a:xfrm>
              <a:off x="6121587" y="279361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67B">
                <a:alpha val="100000"/>
              </a:srgbClr>
            </a:solidFill>
            <a:ln w="5420" cap="flat">
              <a:solidFill>
                <a:srgbClr val="3C467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8" name="pg398"/>
            <p:cNvSpPr/>
            <p:nvPr/>
          </p:nvSpPr>
          <p:spPr>
            <a:xfrm>
              <a:off x="6133224" y="279361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67C">
                <a:alpha val="100000"/>
              </a:srgbClr>
            </a:solidFill>
            <a:ln w="5420" cap="flat">
              <a:solidFill>
                <a:srgbClr val="3C467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9" name="pg399"/>
            <p:cNvSpPr/>
            <p:nvPr/>
          </p:nvSpPr>
          <p:spPr>
            <a:xfrm>
              <a:off x="6144862" y="279361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77C">
                <a:alpha val="100000"/>
              </a:srgbClr>
            </a:solidFill>
            <a:ln w="5420" cap="flat">
              <a:solidFill>
                <a:srgbClr val="3C477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0" name="pg400"/>
            <p:cNvSpPr/>
            <p:nvPr/>
          </p:nvSpPr>
          <p:spPr>
            <a:xfrm>
              <a:off x="6156499" y="279361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77C">
                <a:alpha val="100000"/>
              </a:srgbClr>
            </a:solidFill>
            <a:ln w="5420" cap="flat">
              <a:solidFill>
                <a:srgbClr val="3C477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1" name="pg401"/>
            <p:cNvSpPr/>
            <p:nvPr/>
          </p:nvSpPr>
          <p:spPr>
            <a:xfrm>
              <a:off x="6168136" y="279361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77D">
                <a:alpha val="100000"/>
              </a:srgbClr>
            </a:solidFill>
            <a:ln w="5420" cap="flat">
              <a:solidFill>
                <a:srgbClr val="3C477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2" name="pg402"/>
            <p:cNvSpPr/>
            <p:nvPr/>
          </p:nvSpPr>
          <p:spPr>
            <a:xfrm>
              <a:off x="5097502" y="280791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5A98">
                <a:alpha val="100000"/>
              </a:srgbClr>
            </a:solidFill>
            <a:ln w="5420" cap="flat">
              <a:solidFill>
                <a:srgbClr val="3A5A9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3" name="pg403"/>
            <p:cNvSpPr/>
            <p:nvPr/>
          </p:nvSpPr>
          <p:spPr>
            <a:xfrm>
              <a:off x="5109139" y="280791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5A97">
                <a:alpha val="100000"/>
              </a:srgbClr>
            </a:solidFill>
            <a:ln w="5420" cap="flat">
              <a:solidFill>
                <a:srgbClr val="3A5A9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4" name="pg404"/>
            <p:cNvSpPr/>
            <p:nvPr/>
          </p:nvSpPr>
          <p:spPr>
            <a:xfrm>
              <a:off x="5120777" y="280791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5997">
                <a:alpha val="100000"/>
              </a:srgbClr>
            </a:solidFill>
            <a:ln w="5420" cap="flat">
              <a:solidFill>
                <a:srgbClr val="3A599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5" name="pg405"/>
            <p:cNvSpPr/>
            <p:nvPr/>
          </p:nvSpPr>
          <p:spPr>
            <a:xfrm>
              <a:off x="5132414" y="280791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5996">
                <a:alpha val="100000"/>
              </a:srgbClr>
            </a:solidFill>
            <a:ln w="5420" cap="flat">
              <a:solidFill>
                <a:srgbClr val="3A599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6" name="pg406"/>
            <p:cNvSpPr/>
            <p:nvPr/>
          </p:nvSpPr>
          <p:spPr>
            <a:xfrm>
              <a:off x="5144051" y="280791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5996">
                <a:alpha val="100000"/>
              </a:srgbClr>
            </a:solidFill>
            <a:ln w="5420" cap="flat">
              <a:solidFill>
                <a:srgbClr val="3A599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7" name="pg407"/>
            <p:cNvSpPr/>
            <p:nvPr/>
          </p:nvSpPr>
          <p:spPr>
            <a:xfrm>
              <a:off x="5155689" y="280791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5895">
                <a:alpha val="100000"/>
              </a:srgbClr>
            </a:solidFill>
            <a:ln w="5420" cap="flat">
              <a:solidFill>
                <a:srgbClr val="3A589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8" name="pg408"/>
            <p:cNvSpPr/>
            <p:nvPr/>
          </p:nvSpPr>
          <p:spPr>
            <a:xfrm>
              <a:off x="5888841" y="280791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479">
                <a:alpha val="100000"/>
              </a:srgbClr>
            </a:solidFill>
            <a:ln w="5420" cap="flat">
              <a:solidFill>
                <a:srgbClr val="3C447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9" name="pg409"/>
            <p:cNvSpPr/>
            <p:nvPr/>
          </p:nvSpPr>
          <p:spPr>
            <a:xfrm>
              <a:off x="5900478" y="280791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479">
                <a:alpha val="100000"/>
              </a:srgbClr>
            </a:solidFill>
            <a:ln w="5420" cap="flat">
              <a:solidFill>
                <a:srgbClr val="3C447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0" name="pg410"/>
            <p:cNvSpPr/>
            <p:nvPr/>
          </p:nvSpPr>
          <p:spPr>
            <a:xfrm>
              <a:off x="5912115" y="280791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579">
                <a:alpha val="100000"/>
              </a:srgbClr>
            </a:solidFill>
            <a:ln w="5420" cap="flat">
              <a:solidFill>
                <a:srgbClr val="3C457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1" name="pg411"/>
            <p:cNvSpPr/>
            <p:nvPr/>
          </p:nvSpPr>
          <p:spPr>
            <a:xfrm>
              <a:off x="5923753" y="280791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579">
                <a:alpha val="100000"/>
              </a:srgbClr>
            </a:solidFill>
            <a:ln w="5420" cap="flat">
              <a:solidFill>
                <a:srgbClr val="3C457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2" name="pg412"/>
            <p:cNvSpPr/>
            <p:nvPr/>
          </p:nvSpPr>
          <p:spPr>
            <a:xfrm>
              <a:off x="5935390" y="280791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579">
                <a:alpha val="100000"/>
              </a:srgbClr>
            </a:solidFill>
            <a:ln w="5420" cap="flat">
              <a:solidFill>
                <a:srgbClr val="3C457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3" name="pg413"/>
            <p:cNvSpPr/>
            <p:nvPr/>
          </p:nvSpPr>
          <p:spPr>
            <a:xfrm>
              <a:off x="5947027" y="280791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579">
                <a:alpha val="100000"/>
              </a:srgbClr>
            </a:solidFill>
            <a:ln w="5420" cap="flat">
              <a:solidFill>
                <a:srgbClr val="3C457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4" name="pg414"/>
            <p:cNvSpPr/>
            <p:nvPr/>
          </p:nvSpPr>
          <p:spPr>
            <a:xfrm>
              <a:off x="5958665" y="280791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579">
                <a:alpha val="100000"/>
              </a:srgbClr>
            </a:solidFill>
            <a:ln w="5420" cap="flat">
              <a:solidFill>
                <a:srgbClr val="3C457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5" name="pg415"/>
            <p:cNvSpPr/>
            <p:nvPr/>
          </p:nvSpPr>
          <p:spPr>
            <a:xfrm>
              <a:off x="5970302" y="280791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579">
                <a:alpha val="100000"/>
              </a:srgbClr>
            </a:solidFill>
            <a:ln w="5420" cap="flat">
              <a:solidFill>
                <a:srgbClr val="3C457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6" name="pg416"/>
            <p:cNvSpPr/>
            <p:nvPr/>
          </p:nvSpPr>
          <p:spPr>
            <a:xfrm>
              <a:off x="5981939" y="280791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579">
                <a:alpha val="100000"/>
              </a:srgbClr>
            </a:solidFill>
            <a:ln w="5420" cap="flat">
              <a:solidFill>
                <a:srgbClr val="3C457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7" name="pg417"/>
            <p:cNvSpPr/>
            <p:nvPr/>
          </p:nvSpPr>
          <p:spPr>
            <a:xfrm>
              <a:off x="5993577" y="280791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579">
                <a:alpha val="100000"/>
              </a:srgbClr>
            </a:solidFill>
            <a:ln w="5420" cap="flat">
              <a:solidFill>
                <a:srgbClr val="3C457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8" name="pg418"/>
            <p:cNvSpPr/>
            <p:nvPr/>
          </p:nvSpPr>
          <p:spPr>
            <a:xfrm>
              <a:off x="6005214" y="280791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579">
                <a:alpha val="100000"/>
              </a:srgbClr>
            </a:solidFill>
            <a:ln w="5420" cap="flat">
              <a:solidFill>
                <a:srgbClr val="3C457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9" name="pg419"/>
            <p:cNvSpPr/>
            <p:nvPr/>
          </p:nvSpPr>
          <p:spPr>
            <a:xfrm>
              <a:off x="6063400" y="280791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579">
                <a:alpha val="100000"/>
              </a:srgbClr>
            </a:solidFill>
            <a:ln w="5420" cap="flat">
              <a:solidFill>
                <a:srgbClr val="3C457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0" name="pg420"/>
            <p:cNvSpPr/>
            <p:nvPr/>
          </p:nvSpPr>
          <p:spPr>
            <a:xfrm>
              <a:off x="6075038" y="280791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579">
                <a:alpha val="100000"/>
              </a:srgbClr>
            </a:solidFill>
            <a:ln w="5420" cap="flat">
              <a:solidFill>
                <a:srgbClr val="3C457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1" name="pg421"/>
            <p:cNvSpPr/>
            <p:nvPr/>
          </p:nvSpPr>
          <p:spPr>
            <a:xfrm>
              <a:off x="6086675" y="280791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57A">
                <a:alpha val="100000"/>
              </a:srgbClr>
            </a:solidFill>
            <a:ln w="5420" cap="flat">
              <a:solidFill>
                <a:srgbClr val="3C457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2" name="pg422"/>
            <p:cNvSpPr/>
            <p:nvPr/>
          </p:nvSpPr>
          <p:spPr>
            <a:xfrm>
              <a:off x="6098312" y="280791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57A">
                <a:alpha val="100000"/>
              </a:srgbClr>
            </a:solidFill>
            <a:ln w="5420" cap="flat">
              <a:solidFill>
                <a:srgbClr val="3C457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3" name="pg423"/>
            <p:cNvSpPr/>
            <p:nvPr/>
          </p:nvSpPr>
          <p:spPr>
            <a:xfrm>
              <a:off x="6109950" y="280791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57A">
                <a:alpha val="100000"/>
              </a:srgbClr>
            </a:solidFill>
            <a:ln w="5420" cap="flat">
              <a:solidFill>
                <a:srgbClr val="3C457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4" name="pg424"/>
            <p:cNvSpPr/>
            <p:nvPr/>
          </p:nvSpPr>
          <p:spPr>
            <a:xfrm>
              <a:off x="6121587" y="280791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67B">
                <a:alpha val="100000"/>
              </a:srgbClr>
            </a:solidFill>
            <a:ln w="5420" cap="flat">
              <a:solidFill>
                <a:srgbClr val="3C467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5" name="pg425"/>
            <p:cNvSpPr/>
            <p:nvPr/>
          </p:nvSpPr>
          <p:spPr>
            <a:xfrm>
              <a:off x="6133224" y="280791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67B">
                <a:alpha val="100000"/>
              </a:srgbClr>
            </a:solidFill>
            <a:ln w="5420" cap="flat">
              <a:solidFill>
                <a:srgbClr val="3C467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6" name="pg426"/>
            <p:cNvSpPr/>
            <p:nvPr/>
          </p:nvSpPr>
          <p:spPr>
            <a:xfrm>
              <a:off x="6144862" y="280791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67B">
                <a:alpha val="100000"/>
              </a:srgbClr>
            </a:solidFill>
            <a:ln w="5420" cap="flat">
              <a:solidFill>
                <a:srgbClr val="3C467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7" name="pg427"/>
            <p:cNvSpPr/>
            <p:nvPr/>
          </p:nvSpPr>
          <p:spPr>
            <a:xfrm>
              <a:off x="6156499" y="280791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67C">
                <a:alpha val="100000"/>
              </a:srgbClr>
            </a:solidFill>
            <a:ln w="5420" cap="flat">
              <a:solidFill>
                <a:srgbClr val="3C467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8" name="pg428"/>
            <p:cNvSpPr/>
            <p:nvPr/>
          </p:nvSpPr>
          <p:spPr>
            <a:xfrm>
              <a:off x="5097502" y="282221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5A98">
                <a:alpha val="100000"/>
              </a:srgbClr>
            </a:solidFill>
            <a:ln w="5420" cap="flat">
              <a:solidFill>
                <a:srgbClr val="3A5A9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9" name="pg429"/>
            <p:cNvSpPr/>
            <p:nvPr/>
          </p:nvSpPr>
          <p:spPr>
            <a:xfrm>
              <a:off x="5109139" y="282221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5A97">
                <a:alpha val="100000"/>
              </a:srgbClr>
            </a:solidFill>
            <a:ln w="5420" cap="flat">
              <a:solidFill>
                <a:srgbClr val="3A5A9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0" name="pg430"/>
            <p:cNvSpPr/>
            <p:nvPr/>
          </p:nvSpPr>
          <p:spPr>
            <a:xfrm>
              <a:off x="5120777" y="282221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5997">
                <a:alpha val="100000"/>
              </a:srgbClr>
            </a:solidFill>
            <a:ln w="5420" cap="flat">
              <a:solidFill>
                <a:srgbClr val="3A599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1" name="pg431"/>
            <p:cNvSpPr/>
            <p:nvPr/>
          </p:nvSpPr>
          <p:spPr>
            <a:xfrm>
              <a:off x="5132414" y="282221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5996">
                <a:alpha val="100000"/>
              </a:srgbClr>
            </a:solidFill>
            <a:ln w="5420" cap="flat">
              <a:solidFill>
                <a:srgbClr val="3A599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2" name="pg432"/>
            <p:cNvSpPr/>
            <p:nvPr/>
          </p:nvSpPr>
          <p:spPr>
            <a:xfrm>
              <a:off x="5842291" y="282221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276">
                <a:alpha val="100000"/>
              </a:srgbClr>
            </a:solidFill>
            <a:ln w="5420" cap="flat">
              <a:solidFill>
                <a:srgbClr val="3C427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3" name="pg433"/>
            <p:cNvSpPr/>
            <p:nvPr/>
          </p:nvSpPr>
          <p:spPr>
            <a:xfrm>
              <a:off x="5853929" y="282221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377">
                <a:alpha val="100000"/>
              </a:srgbClr>
            </a:solidFill>
            <a:ln w="5420" cap="flat">
              <a:solidFill>
                <a:srgbClr val="3C437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4" name="pg434"/>
            <p:cNvSpPr/>
            <p:nvPr/>
          </p:nvSpPr>
          <p:spPr>
            <a:xfrm>
              <a:off x="5865566" y="282221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478">
                <a:alpha val="100000"/>
              </a:srgbClr>
            </a:solidFill>
            <a:ln w="5420" cap="flat">
              <a:solidFill>
                <a:srgbClr val="3C447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5" name="pg435"/>
            <p:cNvSpPr/>
            <p:nvPr/>
          </p:nvSpPr>
          <p:spPr>
            <a:xfrm>
              <a:off x="5877203" y="282221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478">
                <a:alpha val="100000"/>
              </a:srgbClr>
            </a:solidFill>
            <a:ln w="5420" cap="flat">
              <a:solidFill>
                <a:srgbClr val="3C447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6" name="pg436"/>
            <p:cNvSpPr/>
            <p:nvPr/>
          </p:nvSpPr>
          <p:spPr>
            <a:xfrm>
              <a:off x="5888841" y="282221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478">
                <a:alpha val="100000"/>
              </a:srgbClr>
            </a:solidFill>
            <a:ln w="5420" cap="flat">
              <a:solidFill>
                <a:srgbClr val="3C447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7" name="pg437"/>
            <p:cNvSpPr/>
            <p:nvPr/>
          </p:nvSpPr>
          <p:spPr>
            <a:xfrm>
              <a:off x="5900478" y="282221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479">
                <a:alpha val="100000"/>
              </a:srgbClr>
            </a:solidFill>
            <a:ln w="5420" cap="flat">
              <a:solidFill>
                <a:srgbClr val="3C447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8" name="pg438"/>
            <p:cNvSpPr/>
            <p:nvPr/>
          </p:nvSpPr>
          <p:spPr>
            <a:xfrm>
              <a:off x="5912115" y="282221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479">
                <a:alpha val="100000"/>
              </a:srgbClr>
            </a:solidFill>
            <a:ln w="5420" cap="flat">
              <a:solidFill>
                <a:srgbClr val="3C447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9" name="pg439"/>
            <p:cNvSpPr/>
            <p:nvPr/>
          </p:nvSpPr>
          <p:spPr>
            <a:xfrm>
              <a:off x="5923753" y="282221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479">
                <a:alpha val="100000"/>
              </a:srgbClr>
            </a:solidFill>
            <a:ln w="5420" cap="flat">
              <a:solidFill>
                <a:srgbClr val="3C447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0" name="pg440"/>
            <p:cNvSpPr/>
            <p:nvPr/>
          </p:nvSpPr>
          <p:spPr>
            <a:xfrm>
              <a:off x="5935390" y="282221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479">
                <a:alpha val="100000"/>
              </a:srgbClr>
            </a:solidFill>
            <a:ln w="5420" cap="flat">
              <a:solidFill>
                <a:srgbClr val="3C447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1" name="pg441"/>
            <p:cNvSpPr/>
            <p:nvPr/>
          </p:nvSpPr>
          <p:spPr>
            <a:xfrm>
              <a:off x="5947027" y="282221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479">
                <a:alpha val="100000"/>
              </a:srgbClr>
            </a:solidFill>
            <a:ln w="5420" cap="flat">
              <a:solidFill>
                <a:srgbClr val="3C447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2" name="pg442"/>
            <p:cNvSpPr/>
            <p:nvPr/>
          </p:nvSpPr>
          <p:spPr>
            <a:xfrm>
              <a:off x="6040126" y="282221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478">
                <a:alpha val="100000"/>
              </a:srgbClr>
            </a:solidFill>
            <a:ln w="5420" cap="flat">
              <a:solidFill>
                <a:srgbClr val="3C447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3" name="pg443"/>
            <p:cNvSpPr/>
            <p:nvPr/>
          </p:nvSpPr>
          <p:spPr>
            <a:xfrm>
              <a:off x="6051763" y="282221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478">
                <a:alpha val="100000"/>
              </a:srgbClr>
            </a:solidFill>
            <a:ln w="5420" cap="flat">
              <a:solidFill>
                <a:srgbClr val="3C447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4" name="pg444"/>
            <p:cNvSpPr/>
            <p:nvPr/>
          </p:nvSpPr>
          <p:spPr>
            <a:xfrm>
              <a:off x="6063400" y="282221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478">
                <a:alpha val="100000"/>
              </a:srgbClr>
            </a:solidFill>
            <a:ln w="5420" cap="flat">
              <a:solidFill>
                <a:srgbClr val="3C447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5" name="pg445"/>
            <p:cNvSpPr/>
            <p:nvPr/>
          </p:nvSpPr>
          <p:spPr>
            <a:xfrm>
              <a:off x="6075038" y="282221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479">
                <a:alpha val="100000"/>
              </a:srgbClr>
            </a:solidFill>
            <a:ln w="5420" cap="flat">
              <a:solidFill>
                <a:srgbClr val="3C447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6" name="pg446"/>
            <p:cNvSpPr/>
            <p:nvPr/>
          </p:nvSpPr>
          <p:spPr>
            <a:xfrm>
              <a:off x="6086675" y="282221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479">
                <a:alpha val="100000"/>
              </a:srgbClr>
            </a:solidFill>
            <a:ln w="5420" cap="flat">
              <a:solidFill>
                <a:srgbClr val="3C447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7" name="pg447"/>
            <p:cNvSpPr/>
            <p:nvPr/>
          </p:nvSpPr>
          <p:spPr>
            <a:xfrm>
              <a:off x="6098312" y="282221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579">
                <a:alpha val="100000"/>
              </a:srgbClr>
            </a:solidFill>
            <a:ln w="5420" cap="flat">
              <a:solidFill>
                <a:srgbClr val="3C457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8" name="pg448"/>
            <p:cNvSpPr/>
            <p:nvPr/>
          </p:nvSpPr>
          <p:spPr>
            <a:xfrm>
              <a:off x="6109950" y="282221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579">
                <a:alpha val="100000"/>
              </a:srgbClr>
            </a:solidFill>
            <a:ln w="5420" cap="flat">
              <a:solidFill>
                <a:srgbClr val="3C457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9" name="pg449"/>
            <p:cNvSpPr/>
            <p:nvPr/>
          </p:nvSpPr>
          <p:spPr>
            <a:xfrm>
              <a:off x="6121587" y="282221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57A">
                <a:alpha val="100000"/>
              </a:srgbClr>
            </a:solidFill>
            <a:ln w="5420" cap="flat">
              <a:solidFill>
                <a:srgbClr val="3C457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0" name="pg450"/>
            <p:cNvSpPr/>
            <p:nvPr/>
          </p:nvSpPr>
          <p:spPr>
            <a:xfrm>
              <a:off x="6133224" y="282221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57A">
                <a:alpha val="100000"/>
              </a:srgbClr>
            </a:solidFill>
            <a:ln w="5420" cap="flat">
              <a:solidFill>
                <a:srgbClr val="3C457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1" name="pg451"/>
            <p:cNvSpPr/>
            <p:nvPr/>
          </p:nvSpPr>
          <p:spPr>
            <a:xfrm>
              <a:off x="6144862" y="282221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67B">
                <a:alpha val="100000"/>
              </a:srgbClr>
            </a:solidFill>
            <a:ln w="5420" cap="flat">
              <a:solidFill>
                <a:srgbClr val="3C467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2" name="pg452"/>
            <p:cNvSpPr/>
            <p:nvPr/>
          </p:nvSpPr>
          <p:spPr>
            <a:xfrm>
              <a:off x="5725918" y="283651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3B6C">
                <a:alpha val="100000"/>
              </a:srgbClr>
            </a:solidFill>
            <a:ln w="5420" cap="flat">
              <a:solidFill>
                <a:srgbClr val="3B3B6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3" name="pg453"/>
            <p:cNvSpPr/>
            <p:nvPr/>
          </p:nvSpPr>
          <p:spPr>
            <a:xfrm>
              <a:off x="5737555" y="283651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3C6D">
                <a:alpha val="100000"/>
              </a:srgbClr>
            </a:solidFill>
            <a:ln w="5420" cap="flat">
              <a:solidFill>
                <a:srgbClr val="3B3C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4" name="pg454"/>
            <p:cNvSpPr/>
            <p:nvPr/>
          </p:nvSpPr>
          <p:spPr>
            <a:xfrm>
              <a:off x="5749193" y="283651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3D6F">
                <a:alpha val="100000"/>
              </a:srgbClr>
            </a:solidFill>
            <a:ln w="5420" cap="flat">
              <a:solidFill>
                <a:srgbClr val="3B3D6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5" name="pg455"/>
            <p:cNvSpPr/>
            <p:nvPr/>
          </p:nvSpPr>
          <p:spPr>
            <a:xfrm>
              <a:off x="5760830" y="283651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3E70">
                <a:alpha val="100000"/>
              </a:srgbClr>
            </a:solidFill>
            <a:ln w="5420" cap="flat">
              <a:solidFill>
                <a:srgbClr val="3B3E7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6" name="pg456"/>
            <p:cNvSpPr/>
            <p:nvPr/>
          </p:nvSpPr>
          <p:spPr>
            <a:xfrm>
              <a:off x="5772467" y="283651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3F71">
                <a:alpha val="100000"/>
              </a:srgbClr>
            </a:solidFill>
            <a:ln w="5420" cap="flat">
              <a:solidFill>
                <a:srgbClr val="3B3F7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7" name="pg457"/>
            <p:cNvSpPr/>
            <p:nvPr/>
          </p:nvSpPr>
          <p:spPr>
            <a:xfrm>
              <a:off x="5784105" y="283651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3F72">
                <a:alpha val="100000"/>
              </a:srgbClr>
            </a:solidFill>
            <a:ln w="5420" cap="flat">
              <a:solidFill>
                <a:srgbClr val="3B3F7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8" name="pg458"/>
            <p:cNvSpPr/>
            <p:nvPr/>
          </p:nvSpPr>
          <p:spPr>
            <a:xfrm>
              <a:off x="5795742" y="283651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4073">
                <a:alpha val="100000"/>
              </a:srgbClr>
            </a:solidFill>
            <a:ln w="5420" cap="flat">
              <a:solidFill>
                <a:srgbClr val="3B407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9" name="pg459"/>
            <p:cNvSpPr/>
            <p:nvPr/>
          </p:nvSpPr>
          <p:spPr>
            <a:xfrm>
              <a:off x="5807379" y="283651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173">
                <a:alpha val="100000"/>
              </a:srgbClr>
            </a:solidFill>
            <a:ln w="5420" cap="flat">
              <a:solidFill>
                <a:srgbClr val="3C417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0" name="pg460"/>
            <p:cNvSpPr/>
            <p:nvPr/>
          </p:nvSpPr>
          <p:spPr>
            <a:xfrm>
              <a:off x="5819017" y="283651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174">
                <a:alpha val="100000"/>
              </a:srgbClr>
            </a:solidFill>
            <a:ln w="5420" cap="flat">
              <a:solidFill>
                <a:srgbClr val="3C417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1" name="pg461"/>
            <p:cNvSpPr/>
            <p:nvPr/>
          </p:nvSpPr>
          <p:spPr>
            <a:xfrm>
              <a:off x="5830654" y="283651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275">
                <a:alpha val="100000"/>
              </a:srgbClr>
            </a:solidFill>
            <a:ln w="5420" cap="flat">
              <a:solidFill>
                <a:srgbClr val="3C427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2" name="pg462"/>
            <p:cNvSpPr/>
            <p:nvPr/>
          </p:nvSpPr>
          <p:spPr>
            <a:xfrm>
              <a:off x="5842291" y="283651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276">
                <a:alpha val="100000"/>
              </a:srgbClr>
            </a:solidFill>
            <a:ln w="5420" cap="flat">
              <a:solidFill>
                <a:srgbClr val="3C427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3" name="pg463"/>
            <p:cNvSpPr/>
            <p:nvPr/>
          </p:nvSpPr>
          <p:spPr>
            <a:xfrm>
              <a:off x="5853929" y="283651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376">
                <a:alpha val="100000"/>
              </a:srgbClr>
            </a:solidFill>
            <a:ln w="5420" cap="flat">
              <a:solidFill>
                <a:srgbClr val="3C437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4" name="pg464"/>
            <p:cNvSpPr/>
            <p:nvPr/>
          </p:nvSpPr>
          <p:spPr>
            <a:xfrm>
              <a:off x="5865566" y="283651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377">
                <a:alpha val="100000"/>
              </a:srgbClr>
            </a:solidFill>
            <a:ln w="5420" cap="flat">
              <a:solidFill>
                <a:srgbClr val="3C437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5" name="pg465"/>
            <p:cNvSpPr/>
            <p:nvPr/>
          </p:nvSpPr>
          <p:spPr>
            <a:xfrm>
              <a:off x="5877203" y="283651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478">
                <a:alpha val="100000"/>
              </a:srgbClr>
            </a:solidFill>
            <a:ln w="5420" cap="flat">
              <a:solidFill>
                <a:srgbClr val="3C447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6" name="pg466"/>
            <p:cNvSpPr/>
            <p:nvPr/>
          </p:nvSpPr>
          <p:spPr>
            <a:xfrm>
              <a:off x="5888841" y="283651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478">
                <a:alpha val="100000"/>
              </a:srgbClr>
            </a:solidFill>
            <a:ln w="5420" cap="flat">
              <a:solidFill>
                <a:srgbClr val="3C447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7" name="pg467"/>
            <p:cNvSpPr/>
            <p:nvPr/>
          </p:nvSpPr>
          <p:spPr>
            <a:xfrm>
              <a:off x="5900478" y="283651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478">
                <a:alpha val="100000"/>
              </a:srgbClr>
            </a:solidFill>
            <a:ln w="5420" cap="flat">
              <a:solidFill>
                <a:srgbClr val="3C447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8" name="pg468"/>
            <p:cNvSpPr/>
            <p:nvPr/>
          </p:nvSpPr>
          <p:spPr>
            <a:xfrm>
              <a:off x="5912115" y="283651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478">
                <a:alpha val="100000"/>
              </a:srgbClr>
            </a:solidFill>
            <a:ln w="5420" cap="flat">
              <a:solidFill>
                <a:srgbClr val="3C447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9" name="pg469"/>
            <p:cNvSpPr/>
            <p:nvPr/>
          </p:nvSpPr>
          <p:spPr>
            <a:xfrm>
              <a:off x="5923753" y="283651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478">
                <a:alpha val="100000"/>
              </a:srgbClr>
            </a:solidFill>
            <a:ln w="5420" cap="flat">
              <a:solidFill>
                <a:srgbClr val="3C447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0" name="pg470"/>
            <p:cNvSpPr/>
            <p:nvPr/>
          </p:nvSpPr>
          <p:spPr>
            <a:xfrm>
              <a:off x="5935390" y="283651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478">
                <a:alpha val="100000"/>
              </a:srgbClr>
            </a:solidFill>
            <a:ln w="5420" cap="flat">
              <a:solidFill>
                <a:srgbClr val="3C447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1" name="pg471"/>
            <p:cNvSpPr/>
            <p:nvPr/>
          </p:nvSpPr>
          <p:spPr>
            <a:xfrm>
              <a:off x="5947027" y="283651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478">
                <a:alpha val="100000"/>
              </a:srgbClr>
            </a:solidFill>
            <a:ln w="5420" cap="flat">
              <a:solidFill>
                <a:srgbClr val="3C447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2" name="pg472"/>
            <p:cNvSpPr/>
            <p:nvPr/>
          </p:nvSpPr>
          <p:spPr>
            <a:xfrm>
              <a:off x="6016851" y="283651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378">
                <a:alpha val="100000"/>
              </a:srgbClr>
            </a:solidFill>
            <a:ln w="5420" cap="flat">
              <a:solidFill>
                <a:srgbClr val="3C437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3" name="pg473"/>
            <p:cNvSpPr/>
            <p:nvPr/>
          </p:nvSpPr>
          <p:spPr>
            <a:xfrm>
              <a:off x="6028488" y="283651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378">
                <a:alpha val="100000"/>
              </a:srgbClr>
            </a:solidFill>
            <a:ln w="5420" cap="flat">
              <a:solidFill>
                <a:srgbClr val="3C437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4" name="pg474"/>
            <p:cNvSpPr/>
            <p:nvPr/>
          </p:nvSpPr>
          <p:spPr>
            <a:xfrm>
              <a:off x="6040126" y="283651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377">
                <a:alpha val="100000"/>
              </a:srgbClr>
            </a:solidFill>
            <a:ln w="5420" cap="flat">
              <a:solidFill>
                <a:srgbClr val="3C437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5" name="pg475"/>
            <p:cNvSpPr/>
            <p:nvPr/>
          </p:nvSpPr>
          <p:spPr>
            <a:xfrm>
              <a:off x="6051763" y="283651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377">
                <a:alpha val="100000"/>
              </a:srgbClr>
            </a:solidFill>
            <a:ln w="5420" cap="flat">
              <a:solidFill>
                <a:srgbClr val="3C437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6" name="pg476"/>
            <p:cNvSpPr/>
            <p:nvPr/>
          </p:nvSpPr>
          <p:spPr>
            <a:xfrm>
              <a:off x="6063400" y="283651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378">
                <a:alpha val="100000"/>
              </a:srgbClr>
            </a:solidFill>
            <a:ln w="5420" cap="flat">
              <a:solidFill>
                <a:srgbClr val="3C437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7" name="pg477"/>
            <p:cNvSpPr/>
            <p:nvPr/>
          </p:nvSpPr>
          <p:spPr>
            <a:xfrm>
              <a:off x="6075038" y="283651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478">
                <a:alpha val="100000"/>
              </a:srgbClr>
            </a:solidFill>
            <a:ln w="5420" cap="flat">
              <a:solidFill>
                <a:srgbClr val="3C447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8" name="pg478"/>
            <p:cNvSpPr/>
            <p:nvPr/>
          </p:nvSpPr>
          <p:spPr>
            <a:xfrm>
              <a:off x="6086675" y="283651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478">
                <a:alpha val="100000"/>
              </a:srgbClr>
            </a:solidFill>
            <a:ln w="5420" cap="flat">
              <a:solidFill>
                <a:srgbClr val="3C447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9" name="pg479"/>
            <p:cNvSpPr/>
            <p:nvPr/>
          </p:nvSpPr>
          <p:spPr>
            <a:xfrm>
              <a:off x="6098312" y="283651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478">
                <a:alpha val="100000"/>
              </a:srgbClr>
            </a:solidFill>
            <a:ln w="5420" cap="flat">
              <a:solidFill>
                <a:srgbClr val="3C447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0" name="pg480"/>
            <p:cNvSpPr/>
            <p:nvPr/>
          </p:nvSpPr>
          <p:spPr>
            <a:xfrm>
              <a:off x="6109950" y="283651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479">
                <a:alpha val="100000"/>
              </a:srgbClr>
            </a:solidFill>
            <a:ln w="5420" cap="flat">
              <a:solidFill>
                <a:srgbClr val="3C447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1" name="pg481"/>
            <p:cNvSpPr/>
            <p:nvPr/>
          </p:nvSpPr>
          <p:spPr>
            <a:xfrm>
              <a:off x="6121587" y="283651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579">
                <a:alpha val="100000"/>
              </a:srgbClr>
            </a:solidFill>
            <a:ln w="5420" cap="flat">
              <a:solidFill>
                <a:srgbClr val="3C457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2" name="pg482"/>
            <p:cNvSpPr/>
            <p:nvPr/>
          </p:nvSpPr>
          <p:spPr>
            <a:xfrm>
              <a:off x="5714281" y="285081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3969">
                <a:alpha val="100000"/>
              </a:srgbClr>
            </a:solidFill>
            <a:ln w="5420" cap="flat">
              <a:solidFill>
                <a:srgbClr val="3B396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3" name="pg483"/>
            <p:cNvSpPr/>
            <p:nvPr/>
          </p:nvSpPr>
          <p:spPr>
            <a:xfrm>
              <a:off x="5725918" y="285081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3A6A">
                <a:alpha val="100000"/>
              </a:srgbClr>
            </a:solidFill>
            <a:ln w="5420" cap="flat">
              <a:solidFill>
                <a:srgbClr val="3B3A6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4" name="pg484"/>
            <p:cNvSpPr/>
            <p:nvPr/>
          </p:nvSpPr>
          <p:spPr>
            <a:xfrm>
              <a:off x="5737555" y="285081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3B6B">
                <a:alpha val="100000"/>
              </a:srgbClr>
            </a:solidFill>
            <a:ln w="5420" cap="flat">
              <a:solidFill>
                <a:srgbClr val="3B3B6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5" name="pg485"/>
            <p:cNvSpPr/>
            <p:nvPr/>
          </p:nvSpPr>
          <p:spPr>
            <a:xfrm>
              <a:off x="5749193" y="285081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3C6D">
                <a:alpha val="100000"/>
              </a:srgbClr>
            </a:solidFill>
            <a:ln w="5420" cap="flat">
              <a:solidFill>
                <a:srgbClr val="3B3C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6" name="pg486"/>
            <p:cNvSpPr/>
            <p:nvPr/>
          </p:nvSpPr>
          <p:spPr>
            <a:xfrm>
              <a:off x="5760830" y="285081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3D6E">
                <a:alpha val="100000"/>
              </a:srgbClr>
            </a:solidFill>
            <a:ln w="5420" cap="flat">
              <a:solidFill>
                <a:srgbClr val="3B3D6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7" name="pg487"/>
            <p:cNvSpPr/>
            <p:nvPr/>
          </p:nvSpPr>
          <p:spPr>
            <a:xfrm>
              <a:off x="5772467" y="285081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3E70">
                <a:alpha val="100000"/>
              </a:srgbClr>
            </a:solidFill>
            <a:ln w="5420" cap="flat">
              <a:solidFill>
                <a:srgbClr val="3B3E7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8" name="pg488"/>
            <p:cNvSpPr/>
            <p:nvPr/>
          </p:nvSpPr>
          <p:spPr>
            <a:xfrm>
              <a:off x="5784105" y="285081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3F71">
                <a:alpha val="100000"/>
              </a:srgbClr>
            </a:solidFill>
            <a:ln w="5420" cap="flat">
              <a:solidFill>
                <a:srgbClr val="3B3F7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9" name="pg489"/>
            <p:cNvSpPr/>
            <p:nvPr/>
          </p:nvSpPr>
          <p:spPr>
            <a:xfrm>
              <a:off x="5795742" y="285081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3F72">
                <a:alpha val="100000"/>
              </a:srgbClr>
            </a:solidFill>
            <a:ln w="5420" cap="flat">
              <a:solidFill>
                <a:srgbClr val="3B3F7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0" name="pg490"/>
            <p:cNvSpPr/>
            <p:nvPr/>
          </p:nvSpPr>
          <p:spPr>
            <a:xfrm>
              <a:off x="5807379" y="285081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073">
                <a:alpha val="100000"/>
              </a:srgbClr>
            </a:solidFill>
            <a:ln w="5420" cap="flat">
              <a:solidFill>
                <a:srgbClr val="3C407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1" name="pg491"/>
            <p:cNvSpPr/>
            <p:nvPr/>
          </p:nvSpPr>
          <p:spPr>
            <a:xfrm>
              <a:off x="5819017" y="285081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174">
                <a:alpha val="100000"/>
              </a:srgbClr>
            </a:solidFill>
            <a:ln w="5420" cap="flat">
              <a:solidFill>
                <a:srgbClr val="3C417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2" name="pg492"/>
            <p:cNvSpPr/>
            <p:nvPr/>
          </p:nvSpPr>
          <p:spPr>
            <a:xfrm>
              <a:off x="5830654" y="285081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174">
                <a:alpha val="100000"/>
              </a:srgbClr>
            </a:solidFill>
            <a:ln w="5420" cap="flat">
              <a:solidFill>
                <a:srgbClr val="3C417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3" name="pg493"/>
            <p:cNvSpPr/>
            <p:nvPr/>
          </p:nvSpPr>
          <p:spPr>
            <a:xfrm>
              <a:off x="5842291" y="285081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275">
                <a:alpha val="100000"/>
              </a:srgbClr>
            </a:solidFill>
            <a:ln w="5420" cap="flat">
              <a:solidFill>
                <a:srgbClr val="3C427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4" name="pg494"/>
            <p:cNvSpPr/>
            <p:nvPr/>
          </p:nvSpPr>
          <p:spPr>
            <a:xfrm>
              <a:off x="5853929" y="285081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276">
                <a:alpha val="100000"/>
              </a:srgbClr>
            </a:solidFill>
            <a:ln w="5420" cap="flat">
              <a:solidFill>
                <a:srgbClr val="3C427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5" name="pg495"/>
            <p:cNvSpPr/>
            <p:nvPr/>
          </p:nvSpPr>
          <p:spPr>
            <a:xfrm>
              <a:off x="5865566" y="285081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377">
                <a:alpha val="100000"/>
              </a:srgbClr>
            </a:solidFill>
            <a:ln w="5420" cap="flat">
              <a:solidFill>
                <a:srgbClr val="3C437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6" name="pg496"/>
            <p:cNvSpPr/>
            <p:nvPr/>
          </p:nvSpPr>
          <p:spPr>
            <a:xfrm>
              <a:off x="5877203" y="285081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377">
                <a:alpha val="100000"/>
              </a:srgbClr>
            </a:solidFill>
            <a:ln w="5420" cap="flat">
              <a:solidFill>
                <a:srgbClr val="3C437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7" name="pg497"/>
            <p:cNvSpPr/>
            <p:nvPr/>
          </p:nvSpPr>
          <p:spPr>
            <a:xfrm>
              <a:off x="5888841" y="285081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378">
                <a:alpha val="100000"/>
              </a:srgbClr>
            </a:solidFill>
            <a:ln w="5420" cap="flat">
              <a:solidFill>
                <a:srgbClr val="3C437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8" name="pg498"/>
            <p:cNvSpPr/>
            <p:nvPr/>
          </p:nvSpPr>
          <p:spPr>
            <a:xfrm>
              <a:off x="5900478" y="285081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478">
                <a:alpha val="100000"/>
              </a:srgbClr>
            </a:solidFill>
            <a:ln w="5420" cap="flat">
              <a:solidFill>
                <a:srgbClr val="3C447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9" name="pg499"/>
            <p:cNvSpPr/>
            <p:nvPr/>
          </p:nvSpPr>
          <p:spPr>
            <a:xfrm>
              <a:off x="5912115" y="285081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478">
                <a:alpha val="100000"/>
              </a:srgbClr>
            </a:solidFill>
            <a:ln w="5420" cap="flat">
              <a:solidFill>
                <a:srgbClr val="3C447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0" name="pg500"/>
            <p:cNvSpPr/>
            <p:nvPr/>
          </p:nvSpPr>
          <p:spPr>
            <a:xfrm>
              <a:off x="5923753" y="285081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478">
                <a:alpha val="100000"/>
              </a:srgbClr>
            </a:solidFill>
            <a:ln w="5420" cap="flat">
              <a:solidFill>
                <a:srgbClr val="3C447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1" name="pg501"/>
            <p:cNvSpPr/>
            <p:nvPr/>
          </p:nvSpPr>
          <p:spPr>
            <a:xfrm>
              <a:off x="5935390" y="285081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478">
                <a:alpha val="100000"/>
              </a:srgbClr>
            </a:solidFill>
            <a:ln w="5420" cap="flat">
              <a:solidFill>
                <a:srgbClr val="3C447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2" name="pg502"/>
            <p:cNvSpPr/>
            <p:nvPr/>
          </p:nvSpPr>
          <p:spPr>
            <a:xfrm>
              <a:off x="6005214" y="285081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377">
                <a:alpha val="100000"/>
              </a:srgbClr>
            </a:solidFill>
            <a:ln w="5420" cap="flat">
              <a:solidFill>
                <a:srgbClr val="3C437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3" name="pg503"/>
            <p:cNvSpPr/>
            <p:nvPr/>
          </p:nvSpPr>
          <p:spPr>
            <a:xfrm>
              <a:off x="6016851" y="285081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377">
                <a:alpha val="100000"/>
              </a:srgbClr>
            </a:solidFill>
            <a:ln w="5420" cap="flat">
              <a:solidFill>
                <a:srgbClr val="3C437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4" name="pg504"/>
            <p:cNvSpPr/>
            <p:nvPr/>
          </p:nvSpPr>
          <p:spPr>
            <a:xfrm>
              <a:off x="6028488" y="285081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377">
                <a:alpha val="100000"/>
              </a:srgbClr>
            </a:solidFill>
            <a:ln w="5420" cap="flat">
              <a:solidFill>
                <a:srgbClr val="3C437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5" name="pg505"/>
            <p:cNvSpPr/>
            <p:nvPr/>
          </p:nvSpPr>
          <p:spPr>
            <a:xfrm>
              <a:off x="6040126" y="285081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377">
                <a:alpha val="100000"/>
              </a:srgbClr>
            </a:solidFill>
            <a:ln w="5420" cap="flat">
              <a:solidFill>
                <a:srgbClr val="3C437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6" name="pg506"/>
            <p:cNvSpPr/>
            <p:nvPr/>
          </p:nvSpPr>
          <p:spPr>
            <a:xfrm>
              <a:off x="6051763" y="285081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377">
                <a:alpha val="100000"/>
              </a:srgbClr>
            </a:solidFill>
            <a:ln w="5420" cap="flat">
              <a:solidFill>
                <a:srgbClr val="3C437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7" name="pg507"/>
            <p:cNvSpPr/>
            <p:nvPr/>
          </p:nvSpPr>
          <p:spPr>
            <a:xfrm>
              <a:off x="6063400" y="285081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377">
                <a:alpha val="100000"/>
              </a:srgbClr>
            </a:solidFill>
            <a:ln w="5420" cap="flat">
              <a:solidFill>
                <a:srgbClr val="3C437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8" name="pg508"/>
            <p:cNvSpPr/>
            <p:nvPr/>
          </p:nvSpPr>
          <p:spPr>
            <a:xfrm>
              <a:off x="6075038" y="285081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377">
                <a:alpha val="100000"/>
              </a:srgbClr>
            </a:solidFill>
            <a:ln w="5420" cap="flat">
              <a:solidFill>
                <a:srgbClr val="3C437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9" name="pg509"/>
            <p:cNvSpPr/>
            <p:nvPr/>
          </p:nvSpPr>
          <p:spPr>
            <a:xfrm>
              <a:off x="6086675" y="285081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377">
                <a:alpha val="100000"/>
              </a:srgbClr>
            </a:solidFill>
            <a:ln w="5420" cap="flat">
              <a:solidFill>
                <a:srgbClr val="3C437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0" name="pg510"/>
            <p:cNvSpPr/>
            <p:nvPr/>
          </p:nvSpPr>
          <p:spPr>
            <a:xfrm>
              <a:off x="6098312" y="285081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378">
                <a:alpha val="100000"/>
              </a:srgbClr>
            </a:solidFill>
            <a:ln w="5420" cap="flat">
              <a:solidFill>
                <a:srgbClr val="3C437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1" name="pg511"/>
            <p:cNvSpPr/>
            <p:nvPr/>
          </p:nvSpPr>
          <p:spPr>
            <a:xfrm>
              <a:off x="6109950" y="285081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478">
                <a:alpha val="100000"/>
              </a:srgbClr>
            </a:solidFill>
            <a:ln w="5420" cap="flat">
              <a:solidFill>
                <a:srgbClr val="3C447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2" name="pg512"/>
            <p:cNvSpPr/>
            <p:nvPr/>
          </p:nvSpPr>
          <p:spPr>
            <a:xfrm>
              <a:off x="5702643" y="286511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3766">
                <a:alpha val="100000"/>
              </a:srgbClr>
            </a:solidFill>
            <a:ln w="5420" cap="flat">
              <a:solidFill>
                <a:srgbClr val="3B37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3" name="pg513"/>
            <p:cNvSpPr/>
            <p:nvPr/>
          </p:nvSpPr>
          <p:spPr>
            <a:xfrm>
              <a:off x="5714281" y="286511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3767">
                <a:alpha val="100000"/>
              </a:srgbClr>
            </a:solidFill>
            <a:ln w="5420" cap="flat">
              <a:solidFill>
                <a:srgbClr val="3B376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4" name="pg514"/>
            <p:cNvSpPr/>
            <p:nvPr/>
          </p:nvSpPr>
          <p:spPr>
            <a:xfrm>
              <a:off x="5725918" y="286511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3868">
                <a:alpha val="100000"/>
              </a:srgbClr>
            </a:solidFill>
            <a:ln w="5420" cap="flat">
              <a:solidFill>
                <a:srgbClr val="3B386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5" name="pg515"/>
            <p:cNvSpPr/>
            <p:nvPr/>
          </p:nvSpPr>
          <p:spPr>
            <a:xfrm>
              <a:off x="5737555" y="286511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3969">
                <a:alpha val="100000"/>
              </a:srgbClr>
            </a:solidFill>
            <a:ln w="5420" cap="flat">
              <a:solidFill>
                <a:srgbClr val="3B396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6" name="pg516"/>
            <p:cNvSpPr/>
            <p:nvPr/>
          </p:nvSpPr>
          <p:spPr>
            <a:xfrm>
              <a:off x="5749193" y="286511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3B6C">
                <a:alpha val="100000"/>
              </a:srgbClr>
            </a:solidFill>
            <a:ln w="5420" cap="flat">
              <a:solidFill>
                <a:srgbClr val="3B3B6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7" name="pg517"/>
            <p:cNvSpPr/>
            <p:nvPr/>
          </p:nvSpPr>
          <p:spPr>
            <a:xfrm>
              <a:off x="5760830" y="286511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3C6D">
                <a:alpha val="100000"/>
              </a:srgbClr>
            </a:solidFill>
            <a:ln w="5420" cap="flat">
              <a:solidFill>
                <a:srgbClr val="3B3C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8" name="pg518"/>
            <p:cNvSpPr/>
            <p:nvPr/>
          </p:nvSpPr>
          <p:spPr>
            <a:xfrm>
              <a:off x="5772467" y="286511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3D6F">
                <a:alpha val="100000"/>
              </a:srgbClr>
            </a:solidFill>
            <a:ln w="5420" cap="flat">
              <a:solidFill>
                <a:srgbClr val="3B3D6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9" name="pg519"/>
            <p:cNvSpPr/>
            <p:nvPr/>
          </p:nvSpPr>
          <p:spPr>
            <a:xfrm>
              <a:off x="5784105" y="286511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3E70">
                <a:alpha val="100000"/>
              </a:srgbClr>
            </a:solidFill>
            <a:ln w="5420" cap="flat">
              <a:solidFill>
                <a:srgbClr val="3B3E7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0" name="pg520"/>
            <p:cNvSpPr/>
            <p:nvPr/>
          </p:nvSpPr>
          <p:spPr>
            <a:xfrm>
              <a:off x="5795742" y="286511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3F71">
                <a:alpha val="100000"/>
              </a:srgbClr>
            </a:solidFill>
            <a:ln w="5420" cap="flat">
              <a:solidFill>
                <a:srgbClr val="3B3F7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1" name="pg521"/>
            <p:cNvSpPr/>
            <p:nvPr/>
          </p:nvSpPr>
          <p:spPr>
            <a:xfrm>
              <a:off x="5807379" y="286511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4072">
                <a:alpha val="100000"/>
              </a:srgbClr>
            </a:solidFill>
            <a:ln w="5420" cap="flat">
              <a:solidFill>
                <a:srgbClr val="3B407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2" name="pg522"/>
            <p:cNvSpPr/>
            <p:nvPr/>
          </p:nvSpPr>
          <p:spPr>
            <a:xfrm>
              <a:off x="5819017" y="286511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073">
                <a:alpha val="100000"/>
              </a:srgbClr>
            </a:solidFill>
            <a:ln w="5420" cap="flat">
              <a:solidFill>
                <a:srgbClr val="3C407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3" name="pg523"/>
            <p:cNvSpPr/>
            <p:nvPr/>
          </p:nvSpPr>
          <p:spPr>
            <a:xfrm>
              <a:off x="5830654" y="286511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174">
                <a:alpha val="100000"/>
              </a:srgbClr>
            </a:solidFill>
            <a:ln w="5420" cap="flat">
              <a:solidFill>
                <a:srgbClr val="3C417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4" name="pg524"/>
            <p:cNvSpPr/>
            <p:nvPr/>
          </p:nvSpPr>
          <p:spPr>
            <a:xfrm>
              <a:off x="5842291" y="286511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275">
                <a:alpha val="100000"/>
              </a:srgbClr>
            </a:solidFill>
            <a:ln w="5420" cap="flat">
              <a:solidFill>
                <a:srgbClr val="3C427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5" name="pg525"/>
            <p:cNvSpPr/>
            <p:nvPr/>
          </p:nvSpPr>
          <p:spPr>
            <a:xfrm>
              <a:off x="5853929" y="286511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276">
                <a:alpha val="100000"/>
              </a:srgbClr>
            </a:solidFill>
            <a:ln w="5420" cap="flat">
              <a:solidFill>
                <a:srgbClr val="3C427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6" name="pg526"/>
            <p:cNvSpPr/>
            <p:nvPr/>
          </p:nvSpPr>
          <p:spPr>
            <a:xfrm>
              <a:off x="5865566" y="286511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377">
                <a:alpha val="100000"/>
              </a:srgbClr>
            </a:solidFill>
            <a:ln w="5420" cap="flat">
              <a:solidFill>
                <a:srgbClr val="3C437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7" name="pg527"/>
            <p:cNvSpPr/>
            <p:nvPr/>
          </p:nvSpPr>
          <p:spPr>
            <a:xfrm>
              <a:off x="5877203" y="286511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377">
                <a:alpha val="100000"/>
              </a:srgbClr>
            </a:solidFill>
            <a:ln w="5420" cap="flat">
              <a:solidFill>
                <a:srgbClr val="3C437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8" name="pg528"/>
            <p:cNvSpPr/>
            <p:nvPr/>
          </p:nvSpPr>
          <p:spPr>
            <a:xfrm>
              <a:off x="5888841" y="286511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377">
                <a:alpha val="100000"/>
              </a:srgbClr>
            </a:solidFill>
            <a:ln w="5420" cap="flat">
              <a:solidFill>
                <a:srgbClr val="3C437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9" name="pg529"/>
            <p:cNvSpPr/>
            <p:nvPr/>
          </p:nvSpPr>
          <p:spPr>
            <a:xfrm>
              <a:off x="5900478" y="286511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378">
                <a:alpha val="100000"/>
              </a:srgbClr>
            </a:solidFill>
            <a:ln w="5420" cap="flat">
              <a:solidFill>
                <a:srgbClr val="3C437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0" name="pg530"/>
            <p:cNvSpPr/>
            <p:nvPr/>
          </p:nvSpPr>
          <p:spPr>
            <a:xfrm>
              <a:off x="5912115" y="286511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478">
                <a:alpha val="100000"/>
              </a:srgbClr>
            </a:solidFill>
            <a:ln w="5420" cap="flat">
              <a:solidFill>
                <a:srgbClr val="3C447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1" name="pg531"/>
            <p:cNvSpPr/>
            <p:nvPr/>
          </p:nvSpPr>
          <p:spPr>
            <a:xfrm>
              <a:off x="5923753" y="286511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478">
                <a:alpha val="100000"/>
              </a:srgbClr>
            </a:solidFill>
            <a:ln w="5420" cap="flat">
              <a:solidFill>
                <a:srgbClr val="3C447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2" name="pg532"/>
            <p:cNvSpPr/>
            <p:nvPr/>
          </p:nvSpPr>
          <p:spPr>
            <a:xfrm>
              <a:off x="6005214" y="286511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276">
                <a:alpha val="100000"/>
              </a:srgbClr>
            </a:solidFill>
            <a:ln w="5420" cap="flat">
              <a:solidFill>
                <a:srgbClr val="3C427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3" name="pg533"/>
            <p:cNvSpPr/>
            <p:nvPr/>
          </p:nvSpPr>
          <p:spPr>
            <a:xfrm>
              <a:off x="6016851" y="286511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276">
                <a:alpha val="100000"/>
              </a:srgbClr>
            </a:solidFill>
            <a:ln w="5420" cap="flat">
              <a:solidFill>
                <a:srgbClr val="3C427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4" name="pg534"/>
            <p:cNvSpPr/>
            <p:nvPr/>
          </p:nvSpPr>
          <p:spPr>
            <a:xfrm>
              <a:off x="6028488" y="286511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276">
                <a:alpha val="100000"/>
              </a:srgbClr>
            </a:solidFill>
            <a:ln w="5420" cap="flat">
              <a:solidFill>
                <a:srgbClr val="3C427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5" name="pg535"/>
            <p:cNvSpPr/>
            <p:nvPr/>
          </p:nvSpPr>
          <p:spPr>
            <a:xfrm>
              <a:off x="6040126" y="286511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276">
                <a:alpha val="100000"/>
              </a:srgbClr>
            </a:solidFill>
            <a:ln w="5420" cap="flat">
              <a:solidFill>
                <a:srgbClr val="3C427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6" name="pg536"/>
            <p:cNvSpPr/>
            <p:nvPr/>
          </p:nvSpPr>
          <p:spPr>
            <a:xfrm>
              <a:off x="6051763" y="286511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276">
                <a:alpha val="100000"/>
              </a:srgbClr>
            </a:solidFill>
            <a:ln w="5420" cap="flat">
              <a:solidFill>
                <a:srgbClr val="3C427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7" name="pg537"/>
            <p:cNvSpPr/>
            <p:nvPr/>
          </p:nvSpPr>
          <p:spPr>
            <a:xfrm>
              <a:off x="6063400" y="286511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276">
                <a:alpha val="100000"/>
              </a:srgbClr>
            </a:solidFill>
            <a:ln w="5420" cap="flat">
              <a:solidFill>
                <a:srgbClr val="3C427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8" name="pg538"/>
            <p:cNvSpPr/>
            <p:nvPr/>
          </p:nvSpPr>
          <p:spPr>
            <a:xfrm>
              <a:off x="6075038" y="286511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276">
                <a:alpha val="100000"/>
              </a:srgbClr>
            </a:solidFill>
            <a:ln w="5420" cap="flat">
              <a:solidFill>
                <a:srgbClr val="3C427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9" name="pg539"/>
            <p:cNvSpPr/>
            <p:nvPr/>
          </p:nvSpPr>
          <p:spPr>
            <a:xfrm>
              <a:off x="6086675" y="286511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276">
                <a:alpha val="100000"/>
              </a:srgbClr>
            </a:solidFill>
            <a:ln w="5420" cap="flat">
              <a:solidFill>
                <a:srgbClr val="3C427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0" name="pg540"/>
            <p:cNvSpPr/>
            <p:nvPr/>
          </p:nvSpPr>
          <p:spPr>
            <a:xfrm>
              <a:off x="5702643" y="287941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3563">
                <a:alpha val="100000"/>
              </a:srgbClr>
            </a:solidFill>
            <a:ln w="5420" cap="flat">
              <a:solidFill>
                <a:srgbClr val="3A356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1" name="pg541"/>
            <p:cNvSpPr/>
            <p:nvPr/>
          </p:nvSpPr>
          <p:spPr>
            <a:xfrm>
              <a:off x="5714281" y="287941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3664">
                <a:alpha val="100000"/>
              </a:srgbClr>
            </a:solidFill>
            <a:ln w="5420" cap="flat">
              <a:solidFill>
                <a:srgbClr val="3A366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2" name="pg542"/>
            <p:cNvSpPr/>
            <p:nvPr/>
          </p:nvSpPr>
          <p:spPr>
            <a:xfrm>
              <a:off x="5725918" y="287941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3766">
                <a:alpha val="100000"/>
              </a:srgbClr>
            </a:solidFill>
            <a:ln w="5420" cap="flat">
              <a:solidFill>
                <a:srgbClr val="3B37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3" name="pg543"/>
            <p:cNvSpPr/>
            <p:nvPr/>
          </p:nvSpPr>
          <p:spPr>
            <a:xfrm>
              <a:off x="5737555" y="287941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3867">
                <a:alpha val="100000"/>
              </a:srgbClr>
            </a:solidFill>
            <a:ln w="5420" cap="flat">
              <a:solidFill>
                <a:srgbClr val="3B386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4" name="pg544"/>
            <p:cNvSpPr/>
            <p:nvPr/>
          </p:nvSpPr>
          <p:spPr>
            <a:xfrm>
              <a:off x="5749193" y="287941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3A6B">
                <a:alpha val="100000"/>
              </a:srgbClr>
            </a:solidFill>
            <a:ln w="5420" cap="flat">
              <a:solidFill>
                <a:srgbClr val="3B3A6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5" name="pg545"/>
            <p:cNvSpPr/>
            <p:nvPr/>
          </p:nvSpPr>
          <p:spPr>
            <a:xfrm>
              <a:off x="5760830" y="287941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3B6C">
                <a:alpha val="100000"/>
              </a:srgbClr>
            </a:solidFill>
            <a:ln w="5420" cap="flat">
              <a:solidFill>
                <a:srgbClr val="3B3B6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6" name="pg546"/>
            <p:cNvSpPr/>
            <p:nvPr/>
          </p:nvSpPr>
          <p:spPr>
            <a:xfrm>
              <a:off x="5772467" y="287941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3C6E">
                <a:alpha val="100000"/>
              </a:srgbClr>
            </a:solidFill>
            <a:ln w="5420" cap="flat">
              <a:solidFill>
                <a:srgbClr val="3B3C6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7" name="pg547"/>
            <p:cNvSpPr/>
            <p:nvPr/>
          </p:nvSpPr>
          <p:spPr>
            <a:xfrm>
              <a:off x="5784105" y="287941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3D6F">
                <a:alpha val="100000"/>
              </a:srgbClr>
            </a:solidFill>
            <a:ln w="5420" cap="flat">
              <a:solidFill>
                <a:srgbClr val="3B3D6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8" name="pg548"/>
            <p:cNvSpPr/>
            <p:nvPr/>
          </p:nvSpPr>
          <p:spPr>
            <a:xfrm>
              <a:off x="5795742" y="287941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3E70">
                <a:alpha val="100000"/>
              </a:srgbClr>
            </a:solidFill>
            <a:ln w="5420" cap="flat">
              <a:solidFill>
                <a:srgbClr val="3B3E7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9" name="pg549"/>
            <p:cNvSpPr/>
            <p:nvPr/>
          </p:nvSpPr>
          <p:spPr>
            <a:xfrm>
              <a:off x="5807379" y="287941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3F72">
                <a:alpha val="100000"/>
              </a:srgbClr>
            </a:solidFill>
            <a:ln w="5420" cap="flat">
              <a:solidFill>
                <a:srgbClr val="3B3F7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0" name="pg550"/>
            <p:cNvSpPr/>
            <p:nvPr/>
          </p:nvSpPr>
          <p:spPr>
            <a:xfrm>
              <a:off x="5819017" y="287941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073">
                <a:alpha val="100000"/>
              </a:srgbClr>
            </a:solidFill>
            <a:ln w="5420" cap="flat">
              <a:solidFill>
                <a:srgbClr val="3C407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1" name="pg551"/>
            <p:cNvSpPr/>
            <p:nvPr/>
          </p:nvSpPr>
          <p:spPr>
            <a:xfrm>
              <a:off x="5830654" y="287941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174">
                <a:alpha val="100000"/>
              </a:srgbClr>
            </a:solidFill>
            <a:ln w="5420" cap="flat">
              <a:solidFill>
                <a:srgbClr val="3C417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2" name="pg552"/>
            <p:cNvSpPr/>
            <p:nvPr/>
          </p:nvSpPr>
          <p:spPr>
            <a:xfrm>
              <a:off x="5842291" y="287941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175">
                <a:alpha val="100000"/>
              </a:srgbClr>
            </a:solidFill>
            <a:ln w="5420" cap="flat">
              <a:solidFill>
                <a:srgbClr val="3C417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3" name="pg553"/>
            <p:cNvSpPr/>
            <p:nvPr/>
          </p:nvSpPr>
          <p:spPr>
            <a:xfrm>
              <a:off x="5853929" y="287941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275">
                <a:alpha val="100000"/>
              </a:srgbClr>
            </a:solidFill>
            <a:ln w="5420" cap="flat">
              <a:solidFill>
                <a:srgbClr val="3C427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4" name="pg554"/>
            <p:cNvSpPr/>
            <p:nvPr/>
          </p:nvSpPr>
          <p:spPr>
            <a:xfrm>
              <a:off x="5865566" y="287941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376">
                <a:alpha val="100000"/>
              </a:srgbClr>
            </a:solidFill>
            <a:ln w="5420" cap="flat">
              <a:solidFill>
                <a:srgbClr val="3C437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5" name="pg555"/>
            <p:cNvSpPr/>
            <p:nvPr/>
          </p:nvSpPr>
          <p:spPr>
            <a:xfrm>
              <a:off x="5877203" y="287941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377">
                <a:alpha val="100000"/>
              </a:srgbClr>
            </a:solidFill>
            <a:ln w="5420" cap="flat">
              <a:solidFill>
                <a:srgbClr val="3C437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6" name="pg556"/>
            <p:cNvSpPr/>
            <p:nvPr/>
          </p:nvSpPr>
          <p:spPr>
            <a:xfrm>
              <a:off x="6005214" y="287941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275">
                <a:alpha val="100000"/>
              </a:srgbClr>
            </a:solidFill>
            <a:ln w="5420" cap="flat">
              <a:solidFill>
                <a:srgbClr val="3C427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7" name="pg557"/>
            <p:cNvSpPr/>
            <p:nvPr/>
          </p:nvSpPr>
          <p:spPr>
            <a:xfrm>
              <a:off x="6016851" y="287941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275">
                <a:alpha val="100000"/>
              </a:srgbClr>
            </a:solidFill>
            <a:ln w="5420" cap="flat">
              <a:solidFill>
                <a:srgbClr val="3C427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8" name="pg558"/>
            <p:cNvSpPr/>
            <p:nvPr/>
          </p:nvSpPr>
          <p:spPr>
            <a:xfrm>
              <a:off x="6028488" y="287941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275">
                <a:alpha val="100000"/>
              </a:srgbClr>
            </a:solidFill>
            <a:ln w="5420" cap="flat">
              <a:solidFill>
                <a:srgbClr val="3C427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9" name="pg559"/>
            <p:cNvSpPr/>
            <p:nvPr/>
          </p:nvSpPr>
          <p:spPr>
            <a:xfrm>
              <a:off x="6040126" y="287941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175">
                <a:alpha val="100000"/>
              </a:srgbClr>
            </a:solidFill>
            <a:ln w="5420" cap="flat">
              <a:solidFill>
                <a:srgbClr val="3C417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0" name="pg560"/>
            <p:cNvSpPr/>
            <p:nvPr/>
          </p:nvSpPr>
          <p:spPr>
            <a:xfrm>
              <a:off x="6051763" y="287941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175">
                <a:alpha val="100000"/>
              </a:srgbClr>
            </a:solidFill>
            <a:ln w="5420" cap="flat">
              <a:solidFill>
                <a:srgbClr val="3C417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1" name="pg561"/>
            <p:cNvSpPr/>
            <p:nvPr/>
          </p:nvSpPr>
          <p:spPr>
            <a:xfrm>
              <a:off x="6063400" y="287941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275">
                <a:alpha val="100000"/>
              </a:srgbClr>
            </a:solidFill>
            <a:ln w="5420" cap="flat">
              <a:solidFill>
                <a:srgbClr val="3C427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2" name="pg562"/>
            <p:cNvSpPr/>
            <p:nvPr/>
          </p:nvSpPr>
          <p:spPr>
            <a:xfrm>
              <a:off x="5691006" y="289371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315E">
                <a:alpha val="100000"/>
              </a:srgbClr>
            </a:solidFill>
            <a:ln w="5420" cap="flat">
              <a:solidFill>
                <a:srgbClr val="3A315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3" name="pg563"/>
            <p:cNvSpPr/>
            <p:nvPr/>
          </p:nvSpPr>
          <p:spPr>
            <a:xfrm>
              <a:off x="5702643" y="289371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3360">
                <a:alpha val="100000"/>
              </a:srgbClr>
            </a:solidFill>
            <a:ln w="5420" cap="flat">
              <a:solidFill>
                <a:srgbClr val="3A336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4" name="pg564"/>
            <p:cNvSpPr/>
            <p:nvPr/>
          </p:nvSpPr>
          <p:spPr>
            <a:xfrm>
              <a:off x="5714281" y="289371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3462">
                <a:alpha val="100000"/>
              </a:srgbClr>
            </a:solidFill>
            <a:ln w="5420" cap="flat">
              <a:solidFill>
                <a:srgbClr val="3A346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5" name="pg565"/>
            <p:cNvSpPr/>
            <p:nvPr/>
          </p:nvSpPr>
          <p:spPr>
            <a:xfrm>
              <a:off x="5725918" y="289371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3564">
                <a:alpha val="100000"/>
              </a:srgbClr>
            </a:solidFill>
            <a:ln w="5420" cap="flat">
              <a:solidFill>
                <a:srgbClr val="3A356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6" name="pg566"/>
            <p:cNvSpPr/>
            <p:nvPr/>
          </p:nvSpPr>
          <p:spPr>
            <a:xfrm>
              <a:off x="5737555" y="289371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3766">
                <a:alpha val="100000"/>
              </a:srgbClr>
            </a:solidFill>
            <a:ln w="5420" cap="flat">
              <a:solidFill>
                <a:srgbClr val="3B37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7" name="pg567"/>
            <p:cNvSpPr/>
            <p:nvPr/>
          </p:nvSpPr>
          <p:spPr>
            <a:xfrm>
              <a:off x="5749193" y="289371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3A6A">
                <a:alpha val="100000"/>
              </a:srgbClr>
            </a:solidFill>
            <a:ln w="5420" cap="flat">
              <a:solidFill>
                <a:srgbClr val="3B3A6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8" name="pg568"/>
            <p:cNvSpPr/>
            <p:nvPr/>
          </p:nvSpPr>
          <p:spPr>
            <a:xfrm>
              <a:off x="5760830" y="289371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3B6B">
                <a:alpha val="100000"/>
              </a:srgbClr>
            </a:solidFill>
            <a:ln w="5420" cap="flat">
              <a:solidFill>
                <a:srgbClr val="3B3B6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9" name="pg569"/>
            <p:cNvSpPr/>
            <p:nvPr/>
          </p:nvSpPr>
          <p:spPr>
            <a:xfrm>
              <a:off x="5772467" y="289371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3C6D">
                <a:alpha val="100000"/>
              </a:srgbClr>
            </a:solidFill>
            <a:ln w="5420" cap="flat">
              <a:solidFill>
                <a:srgbClr val="3B3C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0" name="pg570"/>
            <p:cNvSpPr/>
            <p:nvPr/>
          </p:nvSpPr>
          <p:spPr>
            <a:xfrm>
              <a:off x="5784105" y="289371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3D6F">
                <a:alpha val="100000"/>
              </a:srgbClr>
            </a:solidFill>
            <a:ln w="5420" cap="flat">
              <a:solidFill>
                <a:srgbClr val="3B3D6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1" name="pg571"/>
            <p:cNvSpPr/>
            <p:nvPr/>
          </p:nvSpPr>
          <p:spPr>
            <a:xfrm>
              <a:off x="5795742" y="289371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3E70">
                <a:alpha val="100000"/>
              </a:srgbClr>
            </a:solidFill>
            <a:ln w="5420" cap="flat">
              <a:solidFill>
                <a:srgbClr val="3B3E7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2" name="pg572"/>
            <p:cNvSpPr/>
            <p:nvPr/>
          </p:nvSpPr>
          <p:spPr>
            <a:xfrm>
              <a:off x="5807379" y="289371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3F71">
                <a:alpha val="100000"/>
              </a:srgbClr>
            </a:solidFill>
            <a:ln w="5420" cap="flat">
              <a:solidFill>
                <a:srgbClr val="3B3F7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3" name="pg573"/>
            <p:cNvSpPr/>
            <p:nvPr/>
          </p:nvSpPr>
          <p:spPr>
            <a:xfrm>
              <a:off x="5819017" y="289371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4072">
                <a:alpha val="100000"/>
              </a:srgbClr>
            </a:solidFill>
            <a:ln w="5420" cap="flat">
              <a:solidFill>
                <a:srgbClr val="3B407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4" name="pg574"/>
            <p:cNvSpPr/>
            <p:nvPr/>
          </p:nvSpPr>
          <p:spPr>
            <a:xfrm>
              <a:off x="5830654" y="289371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173">
                <a:alpha val="100000"/>
              </a:srgbClr>
            </a:solidFill>
            <a:ln w="5420" cap="flat">
              <a:solidFill>
                <a:srgbClr val="3C417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5" name="pg575"/>
            <p:cNvSpPr/>
            <p:nvPr/>
          </p:nvSpPr>
          <p:spPr>
            <a:xfrm>
              <a:off x="5842291" y="289371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174">
                <a:alpha val="100000"/>
              </a:srgbClr>
            </a:solidFill>
            <a:ln w="5420" cap="flat">
              <a:solidFill>
                <a:srgbClr val="3C417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6" name="pg576"/>
            <p:cNvSpPr/>
            <p:nvPr/>
          </p:nvSpPr>
          <p:spPr>
            <a:xfrm>
              <a:off x="5993577" y="289371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175">
                <a:alpha val="100000"/>
              </a:srgbClr>
            </a:solidFill>
            <a:ln w="5420" cap="flat">
              <a:solidFill>
                <a:srgbClr val="3C417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7" name="pg577"/>
            <p:cNvSpPr/>
            <p:nvPr/>
          </p:nvSpPr>
          <p:spPr>
            <a:xfrm>
              <a:off x="6005214" y="289371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174">
                <a:alpha val="100000"/>
              </a:srgbClr>
            </a:solidFill>
            <a:ln w="5420" cap="flat">
              <a:solidFill>
                <a:srgbClr val="3C417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8" name="pg578"/>
            <p:cNvSpPr/>
            <p:nvPr/>
          </p:nvSpPr>
          <p:spPr>
            <a:xfrm>
              <a:off x="6016851" y="289371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174">
                <a:alpha val="100000"/>
              </a:srgbClr>
            </a:solidFill>
            <a:ln w="5420" cap="flat">
              <a:solidFill>
                <a:srgbClr val="3C417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9" name="pg579"/>
            <p:cNvSpPr/>
            <p:nvPr/>
          </p:nvSpPr>
          <p:spPr>
            <a:xfrm>
              <a:off x="6028488" y="289371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174">
                <a:alpha val="100000"/>
              </a:srgbClr>
            </a:solidFill>
            <a:ln w="5420" cap="flat">
              <a:solidFill>
                <a:srgbClr val="3C417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0" name="pg580"/>
            <p:cNvSpPr/>
            <p:nvPr/>
          </p:nvSpPr>
          <p:spPr>
            <a:xfrm>
              <a:off x="6040126" y="289371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174">
                <a:alpha val="100000"/>
              </a:srgbClr>
            </a:solidFill>
            <a:ln w="5420" cap="flat">
              <a:solidFill>
                <a:srgbClr val="3C417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1" name="pg581"/>
            <p:cNvSpPr/>
            <p:nvPr/>
          </p:nvSpPr>
          <p:spPr>
            <a:xfrm>
              <a:off x="6051763" y="289371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174">
                <a:alpha val="100000"/>
              </a:srgbClr>
            </a:solidFill>
            <a:ln w="5420" cap="flat">
              <a:solidFill>
                <a:srgbClr val="3C417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2" name="pg582"/>
            <p:cNvSpPr/>
            <p:nvPr/>
          </p:nvSpPr>
          <p:spPr>
            <a:xfrm>
              <a:off x="5632819" y="290801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325F">
                <a:alpha val="100000"/>
              </a:srgbClr>
            </a:solidFill>
            <a:ln w="5420" cap="flat">
              <a:solidFill>
                <a:srgbClr val="3A325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3" name="pg583"/>
            <p:cNvSpPr/>
            <p:nvPr/>
          </p:nvSpPr>
          <p:spPr>
            <a:xfrm>
              <a:off x="5644457" y="290801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2F5B">
                <a:alpha val="100000"/>
              </a:srgbClr>
            </a:solidFill>
            <a:ln w="5420" cap="flat">
              <a:solidFill>
                <a:srgbClr val="392F5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4" name="pg584"/>
            <p:cNvSpPr/>
            <p:nvPr/>
          </p:nvSpPr>
          <p:spPr>
            <a:xfrm>
              <a:off x="5656094" y="290801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2D58">
                <a:alpha val="100000"/>
              </a:srgbClr>
            </a:solidFill>
            <a:ln w="5420" cap="flat">
              <a:solidFill>
                <a:srgbClr val="392D5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5" name="pg585"/>
            <p:cNvSpPr/>
            <p:nvPr/>
          </p:nvSpPr>
          <p:spPr>
            <a:xfrm>
              <a:off x="5667731" y="290801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2C57">
                <a:alpha val="100000"/>
              </a:srgbClr>
            </a:solidFill>
            <a:ln w="5420" cap="flat">
              <a:solidFill>
                <a:srgbClr val="392C5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6" name="pg586"/>
            <p:cNvSpPr/>
            <p:nvPr/>
          </p:nvSpPr>
          <p:spPr>
            <a:xfrm>
              <a:off x="5679369" y="290801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2D59">
                <a:alpha val="100000"/>
              </a:srgbClr>
            </a:solidFill>
            <a:ln w="5420" cap="flat">
              <a:solidFill>
                <a:srgbClr val="392D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7" name="pg587"/>
            <p:cNvSpPr/>
            <p:nvPr/>
          </p:nvSpPr>
          <p:spPr>
            <a:xfrm>
              <a:off x="5691006" y="290801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2F5B">
                <a:alpha val="100000"/>
              </a:srgbClr>
            </a:solidFill>
            <a:ln w="5420" cap="flat">
              <a:solidFill>
                <a:srgbClr val="392F5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8" name="pg588"/>
            <p:cNvSpPr/>
            <p:nvPr/>
          </p:nvSpPr>
          <p:spPr>
            <a:xfrm>
              <a:off x="5702643" y="290801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315D">
                <a:alpha val="100000"/>
              </a:srgbClr>
            </a:solidFill>
            <a:ln w="5420" cap="flat">
              <a:solidFill>
                <a:srgbClr val="39315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9" name="pg589"/>
            <p:cNvSpPr/>
            <p:nvPr/>
          </p:nvSpPr>
          <p:spPr>
            <a:xfrm>
              <a:off x="5714281" y="290801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3260">
                <a:alpha val="100000"/>
              </a:srgbClr>
            </a:solidFill>
            <a:ln w="5420" cap="flat">
              <a:solidFill>
                <a:srgbClr val="3A326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0" name="pg590"/>
            <p:cNvSpPr/>
            <p:nvPr/>
          </p:nvSpPr>
          <p:spPr>
            <a:xfrm>
              <a:off x="5725918" y="290801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3462">
                <a:alpha val="100000"/>
              </a:srgbClr>
            </a:solidFill>
            <a:ln w="5420" cap="flat">
              <a:solidFill>
                <a:srgbClr val="3A346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1" name="pg591"/>
            <p:cNvSpPr/>
            <p:nvPr/>
          </p:nvSpPr>
          <p:spPr>
            <a:xfrm>
              <a:off x="5737555" y="290801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3665">
                <a:alpha val="100000"/>
              </a:srgbClr>
            </a:solidFill>
            <a:ln w="5420" cap="flat">
              <a:solidFill>
                <a:srgbClr val="3A366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2" name="pg592"/>
            <p:cNvSpPr/>
            <p:nvPr/>
          </p:nvSpPr>
          <p:spPr>
            <a:xfrm>
              <a:off x="5749193" y="290801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3969">
                <a:alpha val="100000"/>
              </a:srgbClr>
            </a:solidFill>
            <a:ln w="5420" cap="flat">
              <a:solidFill>
                <a:srgbClr val="3B396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3" name="pg593"/>
            <p:cNvSpPr/>
            <p:nvPr/>
          </p:nvSpPr>
          <p:spPr>
            <a:xfrm>
              <a:off x="5760830" y="290801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3B6B">
                <a:alpha val="100000"/>
              </a:srgbClr>
            </a:solidFill>
            <a:ln w="5420" cap="flat">
              <a:solidFill>
                <a:srgbClr val="3B3B6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4" name="pg594"/>
            <p:cNvSpPr/>
            <p:nvPr/>
          </p:nvSpPr>
          <p:spPr>
            <a:xfrm>
              <a:off x="5772467" y="290801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3C6D">
                <a:alpha val="100000"/>
              </a:srgbClr>
            </a:solidFill>
            <a:ln w="5420" cap="flat">
              <a:solidFill>
                <a:srgbClr val="3B3C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5" name="pg595"/>
            <p:cNvSpPr/>
            <p:nvPr/>
          </p:nvSpPr>
          <p:spPr>
            <a:xfrm>
              <a:off x="5784105" y="290801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3D6E">
                <a:alpha val="100000"/>
              </a:srgbClr>
            </a:solidFill>
            <a:ln w="5420" cap="flat">
              <a:solidFill>
                <a:srgbClr val="3B3D6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6" name="pg596"/>
            <p:cNvSpPr/>
            <p:nvPr/>
          </p:nvSpPr>
          <p:spPr>
            <a:xfrm>
              <a:off x="5807379" y="290801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3F71">
                <a:alpha val="100000"/>
              </a:srgbClr>
            </a:solidFill>
            <a:ln w="5420" cap="flat">
              <a:solidFill>
                <a:srgbClr val="3B3F7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7" name="pg597"/>
            <p:cNvSpPr/>
            <p:nvPr/>
          </p:nvSpPr>
          <p:spPr>
            <a:xfrm>
              <a:off x="5819017" y="290801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4072">
                <a:alpha val="100000"/>
              </a:srgbClr>
            </a:solidFill>
            <a:ln w="5420" cap="flat">
              <a:solidFill>
                <a:srgbClr val="3B407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8" name="pg598"/>
            <p:cNvSpPr/>
            <p:nvPr/>
          </p:nvSpPr>
          <p:spPr>
            <a:xfrm>
              <a:off x="5830654" y="290801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173">
                <a:alpha val="100000"/>
              </a:srgbClr>
            </a:solidFill>
            <a:ln w="5420" cap="flat">
              <a:solidFill>
                <a:srgbClr val="3C417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9" name="pg599"/>
            <p:cNvSpPr/>
            <p:nvPr/>
          </p:nvSpPr>
          <p:spPr>
            <a:xfrm>
              <a:off x="5993577" y="290801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174">
                <a:alpha val="100000"/>
              </a:srgbClr>
            </a:solidFill>
            <a:ln w="5420" cap="flat">
              <a:solidFill>
                <a:srgbClr val="3C417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0" name="pg600"/>
            <p:cNvSpPr/>
            <p:nvPr/>
          </p:nvSpPr>
          <p:spPr>
            <a:xfrm>
              <a:off x="6005214" y="290801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174">
                <a:alpha val="100000"/>
              </a:srgbClr>
            </a:solidFill>
            <a:ln w="5420" cap="flat">
              <a:solidFill>
                <a:srgbClr val="3C417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1" name="pg601"/>
            <p:cNvSpPr/>
            <p:nvPr/>
          </p:nvSpPr>
          <p:spPr>
            <a:xfrm>
              <a:off x="6016851" y="290801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173">
                <a:alpha val="100000"/>
              </a:srgbClr>
            </a:solidFill>
            <a:ln w="5420" cap="flat">
              <a:solidFill>
                <a:srgbClr val="3C417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2" name="pg602"/>
            <p:cNvSpPr/>
            <p:nvPr/>
          </p:nvSpPr>
          <p:spPr>
            <a:xfrm>
              <a:off x="6028488" y="290801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073">
                <a:alpha val="100000"/>
              </a:srgbClr>
            </a:solidFill>
            <a:ln w="5420" cap="flat">
              <a:solidFill>
                <a:srgbClr val="3C407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3" name="pg603"/>
            <p:cNvSpPr/>
            <p:nvPr/>
          </p:nvSpPr>
          <p:spPr>
            <a:xfrm>
              <a:off x="6040126" y="290801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073">
                <a:alpha val="100000"/>
              </a:srgbClr>
            </a:solidFill>
            <a:ln w="5420" cap="flat">
              <a:solidFill>
                <a:srgbClr val="3C407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4" name="pg604"/>
            <p:cNvSpPr/>
            <p:nvPr/>
          </p:nvSpPr>
          <p:spPr>
            <a:xfrm>
              <a:off x="5597907" y="292232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073">
                <a:alpha val="100000"/>
              </a:srgbClr>
            </a:solidFill>
            <a:ln w="5420" cap="flat">
              <a:solidFill>
                <a:srgbClr val="3C407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5" name="pg605"/>
            <p:cNvSpPr/>
            <p:nvPr/>
          </p:nvSpPr>
          <p:spPr>
            <a:xfrm>
              <a:off x="5609545" y="292232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3F72">
                <a:alpha val="100000"/>
              </a:srgbClr>
            </a:solidFill>
            <a:ln w="5420" cap="flat">
              <a:solidFill>
                <a:srgbClr val="3B3F7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6" name="pg606"/>
            <p:cNvSpPr/>
            <p:nvPr/>
          </p:nvSpPr>
          <p:spPr>
            <a:xfrm>
              <a:off x="5621182" y="292232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3D6E">
                <a:alpha val="100000"/>
              </a:srgbClr>
            </a:solidFill>
            <a:ln w="5420" cap="flat">
              <a:solidFill>
                <a:srgbClr val="3B3D6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7" name="pg607"/>
            <p:cNvSpPr/>
            <p:nvPr/>
          </p:nvSpPr>
          <p:spPr>
            <a:xfrm>
              <a:off x="5632819" y="292232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325F">
                <a:alpha val="100000"/>
              </a:srgbClr>
            </a:solidFill>
            <a:ln w="5420" cap="flat">
              <a:solidFill>
                <a:srgbClr val="3A325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8" name="pg608"/>
            <p:cNvSpPr/>
            <p:nvPr/>
          </p:nvSpPr>
          <p:spPr>
            <a:xfrm>
              <a:off x="5644457" y="292232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2C57">
                <a:alpha val="100000"/>
              </a:srgbClr>
            </a:solidFill>
            <a:ln w="5420" cap="flat">
              <a:solidFill>
                <a:srgbClr val="392C5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9" name="pg609"/>
            <p:cNvSpPr/>
            <p:nvPr/>
          </p:nvSpPr>
          <p:spPr>
            <a:xfrm>
              <a:off x="5656094" y="292232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2953">
                <a:alpha val="100000"/>
              </a:srgbClr>
            </a:solidFill>
            <a:ln w="5420" cap="flat">
              <a:solidFill>
                <a:srgbClr val="37295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0" name="pg610"/>
            <p:cNvSpPr/>
            <p:nvPr/>
          </p:nvSpPr>
          <p:spPr>
            <a:xfrm>
              <a:off x="5667731" y="292232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2952">
                <a:alpha val="100000"/>
              </a:srgbClr>
            </a:solidFill>
            <a:ln w="5420" cap="flat">
              <a:solidFill>
                <a:srgbClr val="37295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1" name="pg611"/>
            <p:cNvSpPr/>
            <p:nvPr/>
          </p:nvSpPr>
          <p:spPr>
            <a:xfrm>
              <a:off x="5679369" y="292232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82B55">
                <a:alpha val="100000"/>
              </a:srgbClr>
            </a:solidFill>
            <a:ln w="5420" cap="flat">
              <a:solidFill>
                <a:srgbClr val="382B5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2" name="pg612"/>
            <p:cNvSpPr/>
            <p:nvPr/>
          </p:nvSpPr>
          <p:spPr>
            <a:xfrm>
              <a:off x="5691006" y="292232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2D58">
                <a:alpha val="100000"/>
              </a:srgbClr>
            </a:solidFill>
            <a:ln w="5420" cap="flat">
              <a:solidFill>
                <a:srgbClr val="392D5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3" name="pg613"/>
            <p:cNvSpPr/>
            <p:nvPr/>
          </p:nvSpPr>
          <p:spPr>
            <a:xfrm>
              <a:off x="5702643" y="292232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2F5C">
                <a:alpha val="100000"/>
              </a:srgbClr>
            </a:solidFill>
            <a:ln w="5420" cap="flat">
              <a:solidFill>
                <a:srgbClr val="392F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4" name="pg614"/>
            <p:cNvSpPr/>
            <p:nvPr/>
          </p:nvSpPr>
          <p:spPr>
            <a:xfrm>
              <a:off x="5714281" y="292232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325F">
                <a:alpha val="100000"/>
              </a:srgbClr>
            </a:solidFill>
            <a:ln w="5420" cap="flat">
              <a:solidFill>
                <a:srgbClr val="3A325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5" name="pg615"/>
            <p:cNvSpPr/>
            <p:nvPr/>
          </p:nvSpPr>
          <p:spPr>
            <a:xfrm>
              <a:off x="5725918" y="292232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3462">
                <a:alpha val="100000"/>
              </a:srgbClr>
            </a:solidFill>
            <a:ln w="5420" cap="flat">
              <a:solidFill>
                <a:srgbClr val="3A346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6" name="pg616"/>
            <p:cNvSpPr/>
            <p:nvPr/>
          </p:nvSpPr>
          <p:spPr>
            <a:xfrm>
              <a:off x="5737555" y="292232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3664">
                <a:alpha val="100000"/>
              </a:srgbClr>
            </a:solidFill>
            <a:ln w="5420" cap="flat">
              <a:solidFill>
                <a:srgbClr val="3A366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7" name="pg617"/>
            <p:cNvSpPr/>
            <p:nvPr/>
          </p:nvSpPr>
          <p:spPr>
            <a:xfrm>
              <a:off x="5760830" y="292232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3A6B">
                <a:alpha val="100000"/>
              </a:srgbClr>
            </a:solidFill>
            <a:ln w="5420" cap="flat">
              <a:solidFill>
                <a:srgbClr val="3B3A6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8" name="pg618"/>
            <p:cNvSpPr/>
            <p:nvPr/>
          </p:nvSpPr>
          <p:spPr>
            <a:xfrm>
              <a:off x="5772467" y="292232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3C6D">
                <a:alpha val="100000"/>
              </a:srgbClr>
            </a:solidFill>
            <a:ln w="5420" cap="flat">
              <a:solidFill>
                <a:srgbClr val="3B3C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9" name="pg619"/>
            <p:cNvSpPr/>
            <p:nvPr/>
          </p:nvSpPr>
          <p:spPr>
            <a:xfrm>
              <a:off x="5993577" y="292232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174">
                <a:alpha val="100000"/>
              </a:srgbClr>
            </a:solidFill>
            <a:ln w="5420" cap="flat">
              <a:solidFill>
                <a:srgbClr val="3C417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0" name="pg620"/>
            <p:cNvSpPr/>
            <p:nvPr/>
          </p:nvSpPr>
          <p:spPr>
            <a:xfrm>
              <a:off x="6005214" y="292232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073">
                <a:alpha val="100000"/>
              </a:srgbClr>
            </a:solidFill>
            <a:ln w="5420" cap="flat">
              <a:solidFill>
                <a:srgbClr val="3C407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1" name="pg621"/>
            <p:cNvSpPr/>
            <p:nvPr/>
          </p:nvSpPr>
          <p:spPr>
            <a:xfrm>
              <a:off x="6016851" y="292232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073">
                <a:alpha val="100000"/>
              </a:srgbClr>
            </a:solidFill>
            <a:ln w="5420" cap="flat">
              <a:solidFill>
                <a:srgbClr val="3C407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2" name="pg622"/>
            <p:cNvSpPr/>
            <p:nvPr/>
          </p:nvSpPr>
          <p:spPr>
            <a:xfrm>
              <a:off x="6028488" y="292232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4073">
                <a:alpha val="100000"/>
              </a:srgbClr>
            </a:solidFill>
            <a:ln w="5420" cap="flat">
              <a:solidFill>
                <a:srgbClr val="3B407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3" name="pg623"/>
            <p:cNvSpPr/>
            <p:nvPr/>
          </p:nvSpPr>
          <p:spPr>
            <a:xfrm>
              <a:off x="6040126" y="292232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4072">
                <a:alpha val="100000"/>
              </a:srgbClr>
            </a:solidFill>
            <a:ln w="5420" cap="flat">
              <a:solidFill>
                <a:srgbClr val="3B407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4" name="pg624"/>
            <p:cNvSpPr/>
            <p:nvPr/>
          </p:nvSpPr>
          <p:spPr>
            <a:xfrm>
              <a:off x="5586270" y="293662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478">
                <a:alpha val="100000"/>
              </a:srgbClr>
            </a:solidFill>
            <a:ln w="5420" cap="flat">
              <a:solidFill>
                <a:srgbClr val="3C447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5" name="pg625"/>
            <p:cNvSpPr/>
            <p:nvPr/>
          </p:nvSpPr>
          <p:spPr>
            <a:xfrm>
              <a:off x="5597907" y="293662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479">
                <a:alpha val="100000"/>
              </a:srgbClr>
            </a:solidFill>
            <a:ln w="5420" cap="flat">
              <a:solidFill>
                <a:srgbClr val="3C447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6" name="pg626"/>
            <p:cNvSpPr/>
            <p:nvPr/>
          </p:nvSpPr>
          <p:spPr>
            <a:xfrm>
              <a:off x="5609545" y="293662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57A">
                <a:alpha val="100000"/>
              </a:srgbClr>
            </a:solidFill>
            <a:ln w="5420" cap="flat">
              <a:solidFill>
                <a:srgbClr val="3C457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7" name="pg627"/>
            <p:cNvSpPr/>
            <p:nvPr/>
          </p:nvSpPr>
          <p:spPr>
            <a:xfrm>
              <a:off x="5621182" y="293662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67B">
                <a:alpha val="100000"/>
              </a:srgbClr>
            </a:solidFill>
            <a:ln w="5420" cap="flat">
              <a:solidFill>
                <a:srgbClr val="3C467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8" name="pg628"/>
            <p:cNvSpPr/>
            <p:nvPr/>
          </p:nvSpPr>
          <p:spPr>
            <a:xfrm>
              <a:off x="5632819" y="293662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3F71">
                <a:alpha val="100000"/>
              </a:srgbClr>
            </a:solidFill>
            <a:ln w="5420" cap="flat">
              <a:solidFill>
                <a:srgbClr val="3B3F7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9" name="pg629"/>
            <p:cNvSpPr/>
            <p:nvPr/>
          </p:nvSpPr>
          <p:spPr>
            <a:xfrm>
              <a:off x="5644457" y="293662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3564">
                <a:alpha val="100000"/>
              </a:srgbClr>
            </a:solidFill>
            <a:ln w="5420" cap="flat">
              <a:solidFill>
                <a:srgbClr val="3A356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0" name="pg630"/>
            <p:cNvSpPr/>
            <p:nvPr/>
          </p:nvSpPr>
          <p:spPr>
            <a:xfrm>
              <a:off x="5656094" y="293662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2F5A">
                <a:alpha val="100000"/>
              </a:srgbClr>
            </a:solidFill>
            <a:ln w="5420" cap="flat">
              <a:solidFill>
                <a:srgbClr val="392F5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1" name="pg631"/>
            <p:cNvSpPr/>
            <p:nvPr/>
          </p:nvSpPr>
          <p:spPr>
            <a:xfrm>
              <a:off x="5667731" y="293662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2D58">
                <a:alpha val="100000"/>
              </a:srgbClr>
            </a:solidFill>
            <a:ln w="5420" cap="flat">
              <a:solidFill>
                <a:srgbClr val="392D5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2" name="pg632"/>
            <p:cNvSpPr/>
            <p:nvPr/>
          </p:nvSpPr>
          <p:spPr>
            <a:xfrm>
              <a:off x="5679369" y="293662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2E59">
                <a:alpha val="100000"/>
              </a:srgbClr>
            </a:solidFill>
            <a:ln w="5420" cap="flat">
              <a:solidFill>
                <a:srgbClr val="392E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3" name="pg633"/>
            <p:cNvSpPr/>
            <p:nvPr/>
          </p:nvSpPr>
          <p:spPr>
            <a:xfrm>
              <a:off x="5691006" y="293662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2F5C">
                <a:alpha val="100000"/>
              </a:srgbClr>
            </a:solidFill>
            <a:ln w="5420" cap="flat">
              <a:solidFill>
                <a:srgbClr val="392F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4" name="pg634"/>
            <p:cNvSpPr/>
            <p:nvPr/>
          </p:nvSpPr>
          <p:spPr>
            <a:xfrm>
              <a:off x="5702643" y="293662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315E">
                <a:alpha val="100000"/>
              </a:srgbClr>
            </a:solidFill>
            <a:ln w="5420" cap="flat">
              <a:solidFill>
                <a:srgbClr val="3A315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5" name="pg635"/>
            <p:cNvSpPr/>
            <p:nvPr/>
          </p:nvSpPr>
          <p:spPr>
            <a:xfrm>
              <a:off x="5714281" y="293662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3361">
                <a:alpha val="100000"/>
              </a:srgbClr>
            </a:solidFill>
            <a:ln w="5420" cap="flat">
              <a:solidFill>
                <a:srgbClr val="3A336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6" name="pg636"/>
            <p:cNvSpPr/>
            <p:nvPr/>
          </p:nvSpPr>
          <p:spPr>
            <a:xfrm>
              <a:off x="5725918" y="293662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3563">
                <a:alpha val="100000"/>
              </a:srgbClr>
            </a:solidFill>
            <a:ln w="5420" cap="flat">
              <a:solidFill>
                <a:srgbClr val="3A356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7" name="pg637"/>
            <p:cNvSpPr/>
            <p:nvPr/>
          </p:nvSpPr>
          <p:spPr>
            <a:xfrm>
              <a:off x="5993577" y="293662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073">
                <a:alpha val="100000"/>
              </a:srgbClr>
            </a:solidFill>
            <a:ln w="5420" cap="flat">
              <a:solidFill>
                <a:srgbClr val="3C407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8" name="pg638"/>
            <p:cNvSpPr/>
            <p:nvPr/>
          </p:nvSpPr>
          <p:spPr>
            <a:xfrm>
              <a:off x="6005214" y="293662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4072">
                <a:alpha val="100000"/>
              </a:srgbClr>
            </a:solidFill>
            <a:ln w="5420" cap="flat">
              <a:solidFill>
                <a:srgbClr val="3B407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9" name="pg639"/>
            <p:cNvSpPr/>
            <p:nvPr/>
          </p:nvSpPr>
          <p:spPr>
            <a:xfrm>
              <a:off x="6016851" y="293662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3F72">
                <a:alpha val="100000"/>
              </a:srgbClr>
            </a:solidFill>
            <a:ln w="5420" cap="flat">
              <a:solidFill>
                <a:srgbClr val="3B3F7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0" name="pg640"/>
            <p:cNvSpPr/>
            <p:nvPr/>
          </p:nvSpPr>
          <p:spPr>
            <a:xfrm>
              <a:off x="6028488" y="293662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3F72">
                <a:alpha val="100000"/>
              </a:srgbClr>
            </a:solidFill>
            <a:ln w="5420" cap="flat">
              <a:solidFill>
                <a:srgbClr val="3B3F7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1" name="pg641"/>
            <p:cNvSpPr/>
            <p:nvPr/>
          </p:nvSpPr>
          <p:spPr>
            <a:xfrm>
              <a:off x="6040126" y="293662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3F72">
                <a:alpha val="100000"/>
              </a:srgbClr>
            </a:solidFill>
            <a:ln w="5420" cap="flat">
              <a:solidFill>
                <a:srgbClr val="3B3F7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2" name="pg642"/>
            <p:cNvSpPr/>
            <p:nvPr/>
          </p:nvSpPr>
          <p:spPr>
            <a:xfrm>
              <a:off x="6051763" y="293662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3F72">
                <a:alpha val="100000"/>
              </a:srgbClr>
            </a:solidFill>
            <a:ln w="5420" cap="flat">
              <a:solidFill>
                <a:srgbClr val="3B3F7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3" name="pg643"/>
            <p:cNvSpPr/>
            <p:nvPr/>
          </p:nvSpPr>
          <p:spPr>
            <a:xfrm>
              <a:off x="6063400" y="293662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3F72">
                <a:alpha val="100000"/>
              </a:srgbClr>
            </a:solidFill>
            <a:ln w="5420" cap="flat">
              <a:solidFill>
                <a:srgbClr val="3B3F7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4" name="pg644"/>
            <p:cNvSpPr/>
            <p:nvPr/>
          </p:nvSpPr>
          <p:spPr>
            <a:xfrm>
              <a:off x="6109950" y="293662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174">
                <a:alpha val="100000"/>
              </a:srgbClr>
            </a:solidFill>
            <a:ln w="5420" cap="flat">
              <a:solidFill>
                <a:srgbClr val="3C417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5" name="pg645"/>
            <p:cNvSpPr/>
            <p:nvPr/>
          </p:nvSpPr>
          <p:spPr>
            <a:xfrm>
              <a:off x="6121587" y="293662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174">
                <a:alpha val="100000"/>
              </a:srgbClr>
            </a:solidFill>
            <a:ln w="5420" cap="flat">
              <a:solidFill>
                <a:srgbClr val="3C417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6" name="pg646"/>
            <p:cNvSpPr/>
            <p:nvPr/>
          </p:nvSpPr>
          <p:spPr>
            <a:xfrm>
              <a:off x="6133224" y="293662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275">
                <a:alpha val="100000"/>
              </a:srgbClr>
            </a:solidFill>
            <a:ln w="5420" cap="flat">
              <a:solidFill>
                <a:srgbClr val="3C427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7" name="pg647"/>
            <p:cNvSpPr/>
            <p:nvPr/>
          </p:nvSpPr>
          <p:spPr>
            <a:xfrm>
              <a:off x="6144862" y="293662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276">
                <a:alpha val="100000"/>
              </a:srgbClr>
            </a:solidFill>
            <a:ln w="5420" cap="flat">
              <a:solidFill>
                <a:srgbClr val="3C427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8" name="pg648"/>
            <p:cNvSpPr/>
            <p:nvPr/>
          </p:nvSpPr>
          <p:spPr>
            <a:xfrm>
              <a:off x="6156499" y="293662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377">
                <a:alpha val="100000"/>
              </a:srgbClr>
            </a:solidFill>
            <a:ln w="5420" cap="flat">
              <a:solidFill>
                <a:srgbClr val="3C437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9" name="pg649"/>
            <p:cNvSpPr/>
            <p:nvPr/>
          </p:nvSpPr>
          <p:spPr>
            <a:xfrm>
              <a:off x="5574633" y="295092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57A">
                <a:alpha val="100000"/>
              </a:srgbClr>
            </a:solidFill>
            <a:ln w="5420" cap="flat">
              <a:solidFill>
                <a:srgbClr val="3C457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0" name="pg650"/>
            <p:cNvSpPr/>
            <p:nvPr/>
          </p:nvSpPr>
          <p:spPr>
            <a:xfrm>
              <a:off x="5586270" y="295092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57A">
                <a:alpha val="100000"/>
              </a:srgbClr>
            </a:solidFill>
            <a:ln w="5420" cap="flat">
              <a:solidFill>
                <a:srgbClr val="3C457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1" name="pg651"/>
            <p:cNvSpPr/>
            <p:nvPr/>
          </p:nvSpPr>
          <p:spPr>
            <a:xfrm>
              <a:off x="5597907" y="295092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57A">
                <a:alpha val="100000"/>
              </a:srgbClr>
            </a:solidFill>
            <a:ln w="5420" cap="flat">
              <a:solidFill>
                <a:srgbClr val="3C457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2" name="pg652"/>
            <p:cNvSpPr/>
            <p:nvPr/>
          </p:nvSpPr>
          <p:spPr>
            <a:xfrm>
              <a:off x="5609545" y="295092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67B">
                <a:alpha val="100000"/>
              </a:srgbClr>
            </a:solidFill>
            <a:ln w="5420" cap="flat">
              <a:solidFill>
                <a:srgbClr val="3C467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3" name="pg653"/>
            <p:cNvSpPr/>
            <p:nvPr/>
          </p:nvSpPr>
          <p:spPr>
            <a:xfrm>
              <a:off x="5621182" y="295092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77D">
                <a:alpha val="100000"/>
              </a:srgbClr>
            </a:solidFill>
            <a:ln w="5420" cap="flat">
              <a:solidFill>
                <a:srgbClr val="3C477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4" name="pg654"/>
            <p:cNvSpPr/>
            <p:nvPr/>
          </p:nvSpPr>
          <p:spPr>
            <a:xfrm>
              <a:off x="5632819" y="295092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377">
                <a:alpha val="100000"/>
              </a:srgbClr>
            </a:solidFill>
            <a:ln w="5420" cap="flat">
              <a:solidFill>
                <a:srgbClr val="3C437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5" name="pg655"/>
            <p:cNvSpPr/>
            <p:nvPr/>
          </p:nvSpPr>
          <p:spPr>
            <a:xfrm>
              <a:off x="5644457" y="295092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3D6E">
                <a:alpha val="100000"/>
              </a:srgbClr>
            </a:solidFill>
            <a:ln w="5420" cap="flat">
              <a:solidFill>
                <a:srgbClr val="3B3D6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6" name="pg656"/>
            <p:cNvSpPr/>
            <p:nvPr/>
          </p:nvSpPr>
          <p:spPr>
            <a:xfrm>
              <a:off x="5656094" y="295092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3766">
                <a:alpha val="100000"/>
              </a:srgbClr>
            </a:solidFill>
            <a:ln w="5420" cap="flat">
              <a:solidFill>
                <a:srgbClr val="3B37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7" name="pg657"/>
            <p:cNvSpPr/>
            <p:nvPr/>
          </p:nvSpPr>
          <p:spPr>
            <a:xfrm>
              <a:off x="5667731" y="295092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3462">
                <a:alpha val="100000"/>
              </a:srgbClr>
            </a:solidFill>
            <a:ln w="5420" cap="flat">
              <a:solidFill>
                <a:srgbClr val="3A346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8" name="pg658"/>
            <p:cNvSpPr/>
            <p:nvPr/>
          </p:nvSpPr>
          <p:spPr>
            <a:xfrm>
              <a:off x="5679369" y="295092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3360">
                <a:alpha val="100000"/>
              </a:srgbClr>
            </a:solidFill>
            <a:ln w="5420" cap="flat">
              <a:solidFill>
                <a:srgbClr val="3A336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9" name="pg659"/>
            <p:cNvSpPr/>
            <p:nvPr/>
          </p:nvSpPr>
          <p:spPr>
            <a:xfrm>
              <a:off x="5691006" y="295092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3361">
                <a:alpha val="100000"/>
              </a:srgbClr>
            </a:solidFill>
            <a:ln w="5420" cap="flat">
              <a:solidFill>
                <a:srgbClr val="3A336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0" name="pg660"/>
            <p:cNvSpPr/>
            <p:nvPr/>
          </p:nvSpPr>
          <p:spPr>
            <a:xfrm>
              <a:off x="5702643" y="295092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3462">
                <a:alpha val="100000"/>
              </a:srgbClr>
            </a:solidFill>
            <a:ln w="5420" cap="flat">
              <a:solidFill>
                <a:srgbClr val="3A346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1" name="pg661"/>
            <p:cNvSpPr/>
            <p:nvPr/>
          </p:nvSpPr>
          <p:spPr>
            <a:xfrm>
              <a:off x="5714281" y="295092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3564">
                <a:alpha val="100000"/>
              </a:srgbClr>
            </a:solidFill>
            <a:ln w="5420" cap="flat">
              <a:solidFill>
                <a:srgbClr val="3A356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2" name="pg662"/>
            <p:cNvSpPr/>
            <p:nvPr/>
          </p:nvSpPr>
          <p:spPr>
            <a:xfrm>
              <a:off x="6005214" y="295092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4072">
                <a:alpha val="100000"/>
              </a:srgbClr>
            </a:solidFill>
            <a:ln w="5420" cap="flat">
              <a:solidFill>
                <a:srgbClr val="3B407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3" name="pg663"/>
            <p:cNvSpPr/>
            <p:nvPr/>
          </p:nvSpPr>
          <p:spPr>
            <a:xfrm>
              <a:off x="6016851" y="295092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3F72">
                <a:alpha val="100000"/>
              </a:srgbClr>
            </a:solidFill>
            <a:ln w="5420" cap="flat">
              <a:solidFill>
                <a:srgbClr val="3B3F7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4" name="pg664"/>
            <p:cNvSpPr/>
            <p:nvPr/>
          </p:nvSpPr>
          <p:spPr>
            <a:xfrm>
              <a:off x="6028488" y="295092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3F72">
                <a:alpha val="100000"/>
              </a:srgbClr>
            </a:solidFill>
            <a:ln w="5420" cap="flat">
              <a:solidFill>
                <a:srgbClr val="3B3F7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5" name="pg665"/>
            <p:cNvSpPr/>
            <p:nvPr/>
          </p:nvSpPr>
          <p:spPr>
            <a:xfrm>
              <a:off x="6040126" y="295092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3F71">
                <a:alpha val="100000"/>
              </a:srgbClr>
            </a:solidFill>
            <a:ln w="5420" cap="flat">
              <a:solidFill>
                <a:srgbClr val="3B3F7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6" name="pg666"/>
            <p:cNvSpPr/>
            <p:nvPr/>
          </p:nvSpPr>
          <p:spPr>
            <a:xfrm>
              <a:off x="6051763" y="295092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3F71">
                <a:alpha val="100000"/>
              </a:srgbClr>
            </a:solidFill>
            <a:ln w="5420" cap="flat">
              <a:solidFill>
                <a:srgbClr val="3B3F7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7" name="pg667"/>
            <p:cNvSpPr/>
            <p:nvPr/>
          </p:nvSpPr>
          <p:spPr>
            <a:xfrm>
              <a:off x="6063400" y="295092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3F72">
                <a:alpha val="100000"/>
              </a:srgbClr>
            </a:solidFill>
            <a:ln w="5420" cap="flat">
              <a:solidFill>
                <a:srgbClr val="3B3F7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8" name="pg668"/>
            <p:cNvSpPr/>
            <p:nvPr/>
          </p:nvSpPr>
          <p:spPr>
            <a:xfrm>
              <a:off x="6075038" y="295092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3F72">
                <a:alpha val="100000"/>
              </a:srgbClr>
            </a:solidFill>
            <a:ln w="5420" cap="flat">
              <a:solidFill>
                <a:srgbClr val="3B3F7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9" name="pg669"/>
            <p:cNvSpPr/>
            <p:nvPr/>
          </p:nvSpPr>
          <p:spPr>
            <a:xfrm>
              <a:off x="6098312" y="295092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073">
                <a:alpha val="100000"/>
              </a:srgbClr>
            </a:solidFill>
            <a:ln w="5420" cap="flat">
              <a:solidFill>
                <a:srgbClr val="3C407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0" name="pg670"/>
            <p:cNvSpPr/>
            <p:nvPr/>
          </p:nvSpPr>
          <p:spPr>
            <a:xfrm>
              <a:off x="6109950" y="295092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174">
                <a:alpha val="100000"/>
              </a:srgbClr>
            </a:solidFill>
            <a:ln w="5420" cap="flat">
              <a:solidFill>
                <a:srgbClr val="3C417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1" name="pg671"/>
            <p:cNvSpPr/>
            <p:nvPr/>
          </p:nvSpPr>
          <p:spPr>
            <a:xfrm>
              <a:off x="6121587" y="295092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174">
                <a:alpha val="100000"/>
              </a:srgbClr>
            </a:solidFill>
            <a:ln w="5420" cap="flat">
              <a:solidFill>
                <a:srgbClr val="3C417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2" name="pg672"/>
            <p:cNvSpPr/>
            <p:nvPr/>
          </p:nvSpPr>
          <p:spPr>
            <a:xfrm>
              <a:off x="6133224" y="295092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275">
                <a:alpha val="100000"/>
              </a:srgbClr>
            </a:solidFill>
            <a:ln w="5420" cap="flat">
              <a:solidFill>
                <a:srgbClr val="3C427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3" name="pg673"/>
            <p:cNvSpPr/>
            <p:nvPr/>
          </p:nvSpPr>
          <p:spPr>
            <a:xfrm>
              <a:off x="6144862" y="295092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276">
                <a:alpha val="100000"/>
              </a:srgbClr>
            </a:solidFill>
            <a:ln w="5420" cap="flat">
              <a:solidFill>
                <a:srgbClr val="3C427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4" name="pg674"/>
            <p:cNvSpPr/>
            <p:nvPr/>
          </p:nvSpPr>
          <p:spPr>
            <a:xfrm>
              <a:off x="6156499" y="295092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377">
                <a:alpha val="100000"/>
              </a:srgbClr>
            </a:solidFill>
            <a:ln w="5420" cap="flat">
              <a:solidFill>
                <a:srgbClr val="3C437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5" name="pg675"/>
            <p:cNvSpPr/>
            <p:nvPr/>
          </p:nvSpPr>
          <p:spPr>
            <a:xfrm>
              <a:off x="6168136" y="295092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377">
                <a:alpha val="100000"/>
              </a:srgbClr>
            </a:solidFill>
            <a:ln w="5420" cap="flat">
              <a:solidFill>
                <a:srgbClr val="3C437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6" name="pg676"/>
            <p:cNvSpPr/>
            <p:nvPr/>
          </p:nvSpPr>
          <p:spPr>
            <a:xfrm>
              <a:off x="5562995" y="296522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77D">
                <a:alpha val="100000"/>
              </a:srgbClr>
            </a:solidFill>
            <a:ln w="5420" cap="flat">
              <a:solidFill>
                <a:srgbClr val="3C477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7" name="pg677"/>
            <p:cNvSpPr/>
            <p:nvPr/>
          </p:nvSpPr>
          <p:spPr>
            <a:xfrm>
              <a:off x="5574633" y="296522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67B">
                <a:alpha val="100000"/>
              </a:srgbClr>
            </a:solidFill>
            <a:ln w="5420" cap="flat">
              <a:solidFill>
                <a:srgbClr val="3C467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8" name="pg678"/>
            <p:cNvSpPr/>
            <p:nvPr/>
          </p:nvSpPr>
          <p:spPr>
            <a:xfrm>
              <a:off x="5586270" y="296522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67B">
                <a:alpha val="100000"/>
              </a:srgbClr>
            </a:solidFill>
            <a:ln w="5420" cap="flat">
              <a:solidFill>
                <a:srgbClr val="3C467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9" name="pg679"/>
            <p:cNvSpPr/>
            <p:nvPr/>
          </p:nvSpPr>
          <p:spPr>
            <a:xfrm>
              <a:off x="5597907" y="296522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57A">
                <a:alpha val="100000"/>
              </a:srgbClr>
            </a:solidFill>
            <a:ln w="5420" cap="flat">
              <a:solidFill>
                <a:srgbClr val="3C457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0" name="pg680"/>
            <p:cNvSpPr/>
            <p:nvPr/>
          </p:nvSpPr>
          <p:spPr>
            <a:xfrm>
              <a:off x="5609545" y="296522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57A">
                <a:alpha val="100000"/>
              </a:srgbClr>
            </a:solidFill>
            <a:ln w="5420" cap="flat">
              <a:solidFill>
                <a:srgbClr val="3C457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1" name="pg681"/>
            <p:cNvSpPr/>
            <p:nvPr/>
          </p:nvSpPr>
          <p:spPr>
            <a:xfrm>
              <a:off x="5621182" y="296522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67B">
                <a:alpha val="100000"/>
              </a:srgbClr>
            </a:solidFill>
            <a:ln w="5420" cap="flat">
              <a:solidFill>
                <a:srgbClr val="3C467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2" name="pg682"/>
            <p:cNvSpPr/>
            <p:nvPr/>
          </p:nvSpPr>
          <p:spPr>
            <a:xfrm>
              <a:off x="5632819" y="296522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377">
                <a:alpha val="100000"/>
              </a:srgbClr>
            </a:solidFill>
            <a:ln w="5420" cap="flat">
              <a:solidFill>
                <a:srgbClr val="3C437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3" name="pg683"/>
            <p:cNvSpPr/>
            <p:nvPr/>
          </p:nvSpPr>
          <p:spPr>
            <a:xfrm>
              <a:off x="5644457" y="296522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3F72">
                <a:alpha val="100000"/>
              </a:srgbClr>
            </a:solidFill>
            <a:ln w="5420" cap="flat">
              <a:solidFill>
                <a:srgbClr val="3B3F7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4" name="pg684"/>
            <p:cNvSpPr/>
            <p:nvPr/>
          </p:nvSpPr>
          <p:spPr>
            <a:xfrm>
              <a:off x="5656094" y="296522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3C6D">
                <a:alpha val="100000"/>
              </a:srgbClr>
            </a:solidFill>
            <a:ln w="5420" cap="flat">
              <a:solidFill>
                <a:srgbClr val="3B3C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5" name="pg685"/>
            <p:cNvSpPr/>
            <p:nvPr/>
          </p:nvSpPr>
          <p:spPr>
            <a:xfrm>
              <a:off x="5667731" y="296522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3969">
                <a:alpha val="100000"/>
              </a:srgbClr>
            </a:solidFill>
            <a:ln w="5420" cap="flat">
              <a:solidFill>
                <a:srgbClr val="3B396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6" name="pg686"/>
            <p:cNvSpPr/>
            <p:nvPr/>
          </p:nvSpPr>
          <p:spPr>
            <a:xfrm>
              <a:off x="5679369" y="296522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3766">
                <a:alpha val="100000"/>
              </a:srgbClr>
            </a:solidFill>
            <a:ln w="5420" cap="flat">
              <a:solidFill>
                <a:srgbClr val="3B37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7" name="pg687"/>
            <p:cNvSpPr/>
            <p:nvPr/>
          </p:nvSpPr>
          <p:spPr>
            <a:xfrm>
              <a:off x="6005214" y="296522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4072">
                <a:alpha val="100000"/>
              </a:srgbClr>
            </a:solidFill>
            <a:ln w="5420" cap="flat">
              <a:solidFill>
                <a:srgbClr val="3B407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8" name="pg688"/>
            <p:cNvSpPr/>
            <p:nvPr/>
          </p:nvSpPr>
          <p:spPr>
            <a:xfrm>
              <a:off x="6016851" y="296522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4072">
                <a:alpha val="100000"/>
              </a:srgbClr>
            </a:solidFill>
            <a:ln w="5420" cap="flat">
              <a:solidFill>
                <a:srgbClr val="3B407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9" name="pg689"/>
            <p:cNvSpPr/>
            <p:nvPr/>
          </p:nvSpPr>
          <p:spPr>
            <a:xfrm>
              <a:off x="6028488" y="296522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3F72">
                <a:alpha val="100000"/>
              </a:srgbClr>
            </a:solidFill>
            <a:ln w="5420" cap="flat">
              <a:solidFill>
                <a:srgbClr val="3B3F7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0" name="pg690"/>
            <p:cNvSpPr/>
            <p:nvPr/>
          </p:nvSpPr>
          <p:spPr>
            <a:xfrm>
              <a:off x="6040126" y="296522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3F72">
                <a:alpha val="100000"/>
              </a:srgbClr>
            </a:solidFill>
            <a:ln w="5420" cap="flat">
              <a:solidFill>
                <a:srgbClr val="3B3F7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1" name="pg691"/>
            <p:cNvSpPr/>
            <p:nvPr/>
          </p:nvSpPr>
          <p:spPr>
            <a:xfrm>
              <a:off x="6051763" y="296522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3F72">
                <a:alpha val="100000"/>
              </a:srgbClr>
            </a:solidFill>
            <a:ln w="5420" cap="flat">
              <a:solidFill>
                <a:srgbClr val="3B3F7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2" name="pg692"/>
            <p:cNvSpPr/>
            <p:nvPr/>
          </p:nvSpPr>
          <p:spPr>
            <a:xfrm>
              <a:off x="6063400" y="296522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3F72">
                <a:alpha val="100000"/>
              </a:srgbClr>
            </a:solidFill>
            <a:ln w="5420" cap="flat">
              <a:solidFill>
                <a:srgbClr val="3B3F7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3" name="pg693"/>
            <p:cNvSpPr/>
            <p:nvPr/>
          </p:nvSpPr>
          <p:spPr>
            <a:xfrm>
              <a:off x="6075038" y="296522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3F72">
                <a:alpha val="100000"/>
              </a:srgbClr>
            </a:solidFill>
            <a:ln w="5420" cap="flat">
              <a:solidFill>
                <a:srgbClr val="3B3F7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4" name="pg694"/>
            <p:cNvSpPr/>
            <p:nvPr/>
          </p:nvSpPr>
          <p:spPr>
            <a:xfrm>
              <a:off x="6086675" y="296522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4072">
                <a:alpha val="100000"/>
              </a:srgbClr>
            </a:solidFill>
            <a:ln w="5420" cap="flat">
              <a:solidFill>
                <a:srgbClr val="3B407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5" name="pg695"/>
            <p:cNvSpPr/>
            <p:nvPr/>
          </p:nvSpPr>
          <p:spPr>
            <a:xfrm>
              <a:off x="6098312" y="296522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073">
                <a:alpha val="100000"/>
              </a:srgbClr>
            </a:solidFill>
            <a:ln w="5420" cap="flat">
              <a:solidFill>
                <a:srgbClr val="3C407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6" name="pg696"/>
            <p:cNvSpPr/>
            <p:nvPr/>
          </p:nvSpPr>
          <p:spPr>
            <a:xfrm>
              <a:off x="6109950" y="296522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174">
                <a:alpha val="100000"/>
              </a:srgbClr>
            </a:solidFill>
            <a:ln w="5420" cap="flat">
              <a:solidFill>
                <a:srgbClr val="3C417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7" name="pg697"/>
            <p:cNvSpPr/>
            <p:nvPr/>
          </p:nvSpPr>
          <p:spPr>
            <a:xfrm>
              <a:off x="6121587" y="296522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175">
                <a:alpha val="100000"/>
              </a:srgbClr>
            </a:solidFill>
            <a:ln w="5420" cap="flat">
              <a:solidFill>
                <a:srgbClr val="3C417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8" name="pg698"/>
            <p:cNvSpPr/>
            <p:nvPr/>
          </p:nvSpPr>
          <p:spPr>
            <a:xfrm>
              <a:off x="6133224" y="296522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275">
                <a:alpha val="100000"/>
              </a:srgbClr>
            </a:solidFill>
            <a:ln w="5420" cap="flat">
              <a:solidFill>
                <a:srgbClr val="3C427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9" name="pg699"/>
            <p:cNvSpPr/>
            <p:nvPr/>
          </p:nvSpPr>
          <p:spPr>
            <a:xfrm>
              <a:off x="6144862" y="296522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276">
                <a:alpha val="100000"/>
              </a:srgbClr>
            </a:solidFill>
            <a:ln w="5420" cap="flat">
              <a:solidFill>
                <a:srgbClr val="3C427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0" name="pg700"/>
            <p:cNvSpPr/>
            <p:nvPr/>
          </p:nvSpPr>
          <p:spPr>
            <a:xfrm>
              <a:off x="6156499" y="296522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377">
                <a:alpha val="100000"/>
              </a:srgbClr>
            </a:solidFill>
            <a:ln w="5420" cap="flat">
              <a:solidFill>
                <a:srgbClr val="3C437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1" name="pg701"/>
            <p:cNvSpPr/>
            <p:nvPr/>
          </p:nvSpPr>
          <p:spPr>
            <a:xfrm>
              <a:off x="6168136" y="296522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377">
                <a:alpha val="100000"/>
              </a:srgbClr>
            </a:solidFill>
            <a:ln w="5420" cap="flat">
              <a:solidFill>
                <a:srgbClr val="3C437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2" name="pg702"/>
            <p:cNvSpPr/>
            <p:nvPr/>
          </p:nvSpPr>
          <p:spPr>
            <a:xfrm>
              <a:off x="5551358" y="297952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A81">
                <a:alpha val="100000"/>
              </a:srgbClr>
            </a:solidFill>
            <a:ln w="5420" cap="flat">
              <a:solidFill>
                <a:srgbClr val="3C4A8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3" name="pg703"/>
            <p:cNvSpPr/>
            <p:nvPr/>
          </p:nvSpPr>
          <p:spPr>
            <a:xfrm>
              <a:off x="5562995" y="297952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97F">
                <a:alpha val="100000"/>
              </a:srgbClr>
            </a:solidFill>
            <a:ln w="5420" cap="flat">
              <a:solidFill>
                <a:srgbClr val="3C497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4" name="pg704"/>
            <p:cNvSpPr/>
            <p:nvPr/>
          </p:nvSpPr>
          <p:spPr>
            <a:xfrm>
              <a:off x="5574633" y="297952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87D">
                <a:alpha val="100000"/>
              </a:srgbClr>
            </a:solidFill>
            <a:ln w="5420" cap="flat">
              <a:solidFill>
                <a:srgbClr val="3C487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5" name="pg705"/>
            <p:cNvSpPr/>
            <p:nvPr/>
          </p:nvSpPr>
          <p:spPr>
            <a:xfrm>
              <a:off x="5586270" y="297952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77C">
                <a:alpha val="100000"/>
              </a:srgbClr>
            </a:solidFill>
            <a:ln w="5420" cap="flat">
              <a:solidFill>
                <a:srgbClr val="3C477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6" name="pg706"/>
            <p:cNvSpPr/>
            <p:nvPr/>
          </p:nvSpPr>
          <p:spPr>
            <a:xfrm>
              <a:off x="5597907" y="297952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67B">
                <a:alpha val="100000"/>
              </a:srgbClr>
            </a:solidFill>
            <a:ln w="5420" cap="flat">
              <a:solidFill>
                <a:srgbClr val="3C467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7" name="pg707"/>
            <p:cNvSpPr/>
            <p:nvPr/>
          </p:nvSpPr>
          <p:spPr>
            <a:xfrm>
              <a:off x="5609545" y="297952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57A">
                <a:alpha val="100000"/>
              </a:srgbClr>
            </a:solidFill>
            <a:ln w="5420" cap="flat">
              <a:solidFill>
                <a:srgbClr val="3C457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8" name="pg708"/>
            <p:cNvSpPr/>
            <p:nvPr/>
          </p:nvSpPr>
          <p:spPr>
            <a:xfrm>
              <a:off x="5621182" y="297952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579">
                <a:alpha val="100000"/>
              </a:srgbClr>
            </a:solidFill>
            <a:ln w="5420" cap="flat">
              <a:solidFill>
                <a:srgbClr val="3C457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9" name="pg709"/>
            <p:cNvSpPr/>
            <p:nvPr/>
          </p:nvSpPr>
          <p:spPr>
            <a:xfrm>
              <a:off x="5632819" y="297952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276">
                <a:alpha val="100000"/>
              </a:srgbClr>
            </a:solidFill>
            <a:ln w="5420" cap="flat">
              <a:solidFill>
                <a:srgbClr val="3C427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0" name="pg710"/>
            <p:cNvSpPr/>
            <p:nvPr/>
          </p:nvSpPr>
          <p:spPr>
            <a:xfrm>
              <a:off x="5644457" y="297952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073">
                <a:alpha val="100000"/>
              </a:srgbClr>
            </a:solidFill>
            <a:ln w="5420" cap="flat">
              <a:solidFill>
                <a:srgbClr val="3C407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1" name="pg711"/>
            <p:cNvSpPr/>
            <p:nvPr/>
          </p:nvSpPr>
          <p:spPr>
            <a:xfrm>
              <a:off x="6016851" y="297952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4072">
                <a:alpha val="100000"/>
              </a:srgbClr>
            </a:solidFill>
            <a:ln w="5420" cap="flat">
              <a:solidFill>
                <a:srgbClr val="3B407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2" name="pg712"/>
            <p:cNvSpPr/>
            <p:nvPr/>
          </p:nvSpPr>
          <p:spPr>
            <a:xfrm>
              <a:off x="6028488" y="297952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4072">
                <a:alpha val="100000"/>
              </a:srgbClr>
            </a:solidFill>
            <a:ln w="5420" cap="flat">
              <a:solidFill>
                <a:srgbClr val="3B407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3" name="pg713"/>
            <p:cNvSpPr/>
            <p:nvPr/>
          </p:nvSpPr>
          <p:spPr>
            <a:xfrm>
              <a:off x="6040126" y="297952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4072">
                <a:alpha val="100000"/>
              </a:srgbClr>
            </a:solidFill>
            <a:ln w="5420" cap="flat">
              <a:solidFill>
                <a:srgbClr val="3B407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4" name="pg714"/>
            <p:cNvSpPr/>
            <p:nvPr/>
          </p:nvSpPr>
          <p:spPr>
            <a:xfrm>
              <a:off x="6051763" y="297952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4072">
                <a:alpha val="100000"/>
              </a:srgbClr>
            </a:solidFill>
            <a:ln w="5420" cap="flat">
              <a:solidFill>
                <a:srgbClr val="3B407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5" name="pg715"/>
            <p:cNvSpPr/>
            <p:nvPr/>
          </p:nvSpPr>
          <p:spPr>
            <a:xfrm>
              <a:off x="6063400" y="297952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4072">
                <a:alpha val="100000"/>
              </a:srgbClr>
            </a:solidFill>
            <a:ln w="5420" cap="flat">
              <a:solidFill>
                <a:srgbClr val="3B407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6" name="pg716"/>
            <p:cNvSpPr/>
            <p:nvPr/>
          </p:nvSpPr>
          <p:spPr>
            <a:xfrm>
              <a:off x="6075038" y="297952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4072">
                <a:alpha val="100000"/>
              </a:srgbClr>
            </a:solidFill>
            <a:ln w="5420" cap="flat">
              <a:solidFill>
                <a:srgbClr val="3B407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7" name="pg717"/>
            <p:cNvSpPr/>
            <p:nvPr/>
          </p:nvSpPr>
          <p:spPr>
            <a:xfrm>
              <a:off x="6086675" y="297952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073">
                <a:alpha val="100000"/>
              </a:srgbClr>
            </a:solidFill>
            <a:ln w="5420" cap="flat">
              <a:solidFill>
                <a:srgbClr val="3C407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8" name="pg718"/>
            <p:cNvSpPr/>
            <p:nvPr/>
          </p:nvSpPr>
          <p:spPr>
            <a:xfrm>
              <a:off x="6098312" y="297952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174">
                <a:alpha val="100000"/>
              </a:srgbClr>
            </a:solidFill>
            <a:ln w="5420" cap="flat">
              <a:solidFill>
                <a:srgbClr val="3C417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9" name="pg719"/>
            <p:cNvSpPr/>
            <p:nvPr/>
          </p:nvSpPr>
          <p:spPr>
            <a:xfrm>
              <a:off x="6109950" y="297952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174">
                <a:alpha val="100000"/>
              </a:srgbClr>
            </a:solidFill>
            <a:ln w="5420" cap="flat">
              <a:solidFill>
                <a:srgbClr val="3C417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0" name="pg720"/>
            <p:cNvSpPr/>
            <p:nvPr/>
          </p:nvSpPr>
          <p:spPr>
            <a:xfrm>
              <a:off x="6121587" y="297952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275">
                <a:alpha val="100000"/>
              </a:srgbClr>
            </a:solidFill>
            <a:ln w="5420" cap="flat">
              <a:solidFill>
                <a:srgbClr val="3C427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1" name="pg721"/>
            <p:cNvSpPr/>
            <p:nvPr/>
          </p:nvSpPr>
          <p:spPr>
            <a:xfrm>
              <a:off x="6133224" y="297952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276">
                <a:alpha val="100000"/>
              </a:srgbClr>
            </a:solidFill>
            <a:ln w="5420" cap="flat">
              <a:solidFill>
                <a:srgbClr val="3C427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2" name="pg722"/>
            <p:cNvSpPr/>
            <p:nvPr/>
          </p:nvSpPr>
          <p:spPr>
            <a:xfrm>
              <a:off x="6144862" y="297952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376">
                <a:alpha val="100000"/>
              </a:srgbClr>
            </a:solidFill>
            <a:ln w="5420" cap="flat">
              <a:solidFill>
                <a:srgbClr val="3C437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3" name="pg723"/>
            <p:cNvSpPr/>
            <p:nvPr/>
          </p:nvSpPr>
          <p:spPr>
            <a:xfrm>
              <a:off x="6156499" y="297952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377">
                <a:alpha val="100000"/>
              </a:srgbClr>
            </a:solidFill>
            <a:ln w="5420" cap="flat">
              <a:solidFill>
                <a:srgbClr val="3C437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4" name="pg724"/>
            <p:cNvSpPr/>
            <p:nvPr/>
          </p:nvSpPr>
          <p:spPr>
            <a:xfrm>
              <a:off x="5539721" y="299382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4E86">
                <a:alpha val="100000"/>
              </a:srgbClr>
            </a:solidFill>
            <a:ln w="5420" cap="flat">
              <a:solidFill>
                <a:srgbClr val="3B4E8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5" name="pg725"/>
            <p:cNvSpPr/>
            <p:nvPr/>
          </p:nvSpPr>
          <p:spPr>
            <a:xfrm>
              <a:off x="5551358" y="299382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C84">
                <a:alpha val="100000"/>
              </a:srgbClr>
            </a:solidFill>
            <a:ln w="5420" cap="flat">
              <a:solidFill>
                <a:srgbClr val="3C4C8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6" name="pg726"/>
            <p:cNvSpPr/>
            <p:nvPr/>
          </p:nvSpPr>
          <p:spPr>
            <a:xfrm>
              <a:off x="5562995" y="299382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B82">
                <a:alpha val="100000"/>
              </a:srgbClr>
            </a:solidFill>
            <a:ln w="5420" cap="flat">
              <a:solidFill>
                <a:srgbClr val="3C4B8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7" name="pg727"/>
            <p:cNvSpPr/>
            <p:nvPr/>
          </p:nvSpPr>
          <p:spPr>
            <a:xfrm>
              <a:off x="5574633" y="299382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A80">
                <a:alpha val="100000"/>
              </a:srgbClr>
            </a:solidFill>
            <a:ln w="5420" cap="flat">
              <a:solidFill>
                <a:srgbClr val="3C4A8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8" name="pg728"/>
            <p:cNvSpPr/>
            <p:nvPr/>
          </p:nvSpPr>
          <p:spPr>
            <a:xfrm>
              <a:off x="5586270" y="299382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87E">
                <a:alpha val="100000"/>
              </a:srgbClr>
            </a:solidFill>
            <a:ln w="5420" cap="flat">
              <a:solidFill>
                <a:srgbClr val="3C487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9" name="pg729"/>
            <p:cNvSpPr/>
            <p:nvPr/>
          </p:nvSpPr>
          <p:spPr>
            <a:xfrm>
              <a:off x="5597907" y="299382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77D">
                <a:alpha val="100000"/>
              </a:srgbClr>
            </a:solidFill>
            <a:ln w="5420" cap="flat">
              <a:solidFill>
                <a:srgbClr val="3C477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0" name="pg730"/>
            <p:cNvSpPr/>
            <p:nvPr/>
          </p:nvSpPr>
          <p:spPr>
            <a:xfrm>
              <a:off x="5609545" y="299382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67B">
                <a:alpha val="100000"/>
              </a:srgbClr>
            </a:solidFill>
            <a:ln w="5420" cap="flat">
              <a:solidFill>
                <a:srgbClr val="3C467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1" name="pg731"/>
            <p:cNvSpPr/>
            <p:nvPr/>
          </p:nvSpPr>
          <p:spPr>
            <a:xfrm>
              <a:off x="6028488" y="299382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073">
                <a:alpha val="100000"/>
              </a:srgbClr>
            </a:solidFill>
            <a:ln w="5420" cap="flat">
              <a:solidFill>
                <a:srgbClr val="3C407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2" name="pg732"/>
            <p:cNvSpPr/>
            <p:nvPr/>
          </p:nvSpPr>
          <p:spPr>
            <a:xfrm>
              <a:off x="6040126" y="299382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073">
                <a:alpha val="100000"/>
              </a:srgbClr>
            </a:solidFill>
            <a:ln w="5420" cap="flat">
              <a:solidFill>
                <a:srgbClr val="3C407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3" name="pg733"/>
            <p:cNvSpPr/>
            <p:nvPr/>
          </p:nvSpPr>
          <p:spPr>
            <a:xfrm>
              <a:off x="6051763" y="299382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073">
                <a:alpha val="100000"/>
              </a:srgbClr>
            </a:solidFill>
            <a:ln w="5420" cap="flat">
              <a:solidFill>
                <a:srgbClr val="3C407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4" name="pg734"/>
            <p:cNvSpPr/>
            <p:nvPr/>
          </p:nvSpPr>
          <p:spPr>
            <a:xfrm>
              <a:off x="6063400" y="299382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073">
                <a:alpha val="100000"/>
              </a:srgbClr>
            </a:solidFill>
            <a:ln w="5420" cap="flat">
              <a:solidFill>
                <a:srgbClr val="3C407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5" name="pg735"/>
            <p:cNvSpPr/>
            <p:nvPr/>
          </p:nvSpPr>
          <p:spPr>
            <a:xfrm>
              <a:off x="6075038" y="299382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073">
                <a:alpha val="100000"/>
              </a:srgbClr>
            </a:solidFill>
            <a:ln w="5420" cap="flat">
              <a:solidFill>
                <a:srgbClr val="3C407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6" name="pg736"/>
            <p:cNvSpPr/>
            <p:nvPr/>
          </p:nvSpPr>
          <p:spPr>
            <a:xfrm>
              <a:off x="6086675" y="299382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073">
                <a:alpha val="100000"/>
              </a:srgbClr>
            </a:solidFill>
            <a:ln w="5420" cap="flat">
              <a:solidFill>
                <a:srgbClr val="3C407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7" name="pg737"/>
            <p:cNvSpPr/>
            <p:nvPr/>
          </p:nvSpPr>
          <p:spPr>
            <a:xfrm>
              <a:off x="6098312" y="299382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174">
                <a:alpha val="100000"/>
              </a:srgbClr>
            </a:solidFill>
            <a:ln w="5420" cap="flat">
              <a:solidFill>
                <a:srgbClr val="3C417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8" name="pg738"/>
            <p:cNvSpPr/>
            <p:nvPr/>
          </p:nvSpPr>
          <p:spPr>
            <a:xfrm>
              <a:off x="6109950" y="299382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175">
                <a:alpha val="100000"/>
              </a:srgbClr>
            </a:solidFill>
            <a:ln w="5420" cap="flat">
              <a:solidFill>
                <a:srgbClr val="3C417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9" name="pg739"/>
            <p:cNvSpPr/>
            <p:nvPr/>
          </p:nvSpPr>
          <p:spPr>
            <a:xfrm>
              <a:off x="6121587" y="299382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275">
                <a:alpha val="100000"/>
              </a:srgbClr>
            </a:solidFill>
            <a:ln w="5420" cap="flat">
              <a:solidFill>
                <a:srgbClr val="3C427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0" name="pg740"/>
            <p:cNvSpPr/>
            <p:nvPr/>
          </p:nvSpPr>
          <p:spPr>
            <a:xfrm>
              <a:off x="6133224" y="299382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276">
                <a:alpha val="100000"/>
              </a:srgbClr>
            </a:solidFill>
            <a:ln w="5420" cap="flat">
              <a:solidFill>
                <a:srgbClr val="3C427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1" name="pg741"/>
            <p:cNvSpPr/>
            <p:nvPr/>
          </p:nvSpPr>
          <p:spPr>
            <a:xfrm>
              <a:off x="6144862" y="299382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377">
                <a:alpha val="100000"/>
              </a:srgbClr>
            </a:solidFill>
            <a:ln w="5420" cap="flat">
              <a:solidFill>
                <a:srgbClr val="3C437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2" name="pg742"/>
            <p:cNvSpPr/>
            <p:nvPr/>
          </p:nvSpPr>
          <p:spPr>
            <a:xfrm>
              <a:off x="5539721" y="300812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5089">
                <a:alpha val="100000"/>
              </a:srgbClr>
            </a:solidFill>
            <a:ln w="5420" cap="flat">
              <a:solidFill>
                <a:srgbClr val="3B508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3" name="pg743"/>
            <p:cNvSpPr/>
            <p:nvPr/>
          </p:nvSpPr>
          <p:spPr>
            <a:xfrm>
              <a:off x="5551358" y="300812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4F88">
                <a:alpha val="100000"/>
              </a:srgbClr>
            </a:solidFill>
            <a:ln w="5420" cap="flat">
              <a:solidFill>
                <a:srgbClr val="3B4F8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4" name="pg744"/>
            <p:cNvSpPr/>
            <p:nvPr/>
          </p:nvSpPr>
          <p:spPr>
            <a:xfrm>
              <a:off x="5562995" y="300812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4D86">
                <a:alpha val="100000"/>
              </a:srgbClr>
            </a:solidFill>
            <a:ln w="5420" cap="flat">
              <a:solidFill>
                <a:srgbClr val="3B4D8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5" name="pg745"/>
            <p:cNvSpPr/>
            <p:nvPr/>
          </p:nvSpPr>
          <p:spPr>
            <a:xfrm>
              <a:off x="5574633" y="300812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C83">
                <a:alpha val="100000"/>
              </a:srgbClr>
            </a:solidFill>
            <a:ln w="5420" cap="flat">
              <a:solidFill>
                <a:srgbClr val="3C4C8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6" name="pg746"/>
            <p:cNvSpPr/>
            <p:nvPr/>
          </p:nvSpPr>
          <p:spPr>
            <a:xfrm>
              <a:off x="5586270" y="300812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A81">
                <a:alpha val="100000"/>
              </a:srgbClr>
            </a:solidFill>
            <a:ln w="5420" cap="flat">
              <a:solidFill>
                <a:srgbClr val="3C4A8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7" name="pg747"/>
            <p:cNvSpPr/>
            <p:nvPr/>
          </p:nvSpPr>
          <p:spPr>
            <a:xfrm>
              <a:off x="5597907" y="300812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97F">
                <a:alpha val="100000"/>
              </a:srgbClr>
            </a:solidFill>
            <a:ln w="5420" cap="flat">
              <a:solidFill>
                <a:srgbClr val="3C497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8" name="pg748"/>
            <p:cNvSpPr/>
            <p:nvPr/>
          </p:nvSpPr>
          <p:spPr>
            <a:xfrm>
              <a:off x="6051763" y="300812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174">
                <a:alpha val="100000"/>
              </a:srgbClr>
            </a:solidFill>
            <a:ln w="5420" cap="flat">
              <a:solidFill>
                <a:srgbClr val="3C417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9" name="pg749"/>
            <p:cNvSpPr/>
            <p:nvPr/>
          </p:nvSpPr>
          <p:spPr>
            <a:xfrm>
              <a:off x="6063400" y="300812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174">
                <a:alpha val="100000"/>
              </a:srgbClr>
            </a:solidFill>
            <a:ln w="5420" cap="flat">
              <a:solidFill>
                <a:srgbClr val="3C417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0" name="pg750"/>
            <p:cNvSpPr/>
            <p:nvPr/>
          </p:nvSpPr>
          <p:spPr>
            <a:xfrm>
              <a:off x="6075038" y="300812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174">
                <a:alpha val="100000"/>
              </a:srgbClr>
            </a:solidFill>
            <a:ln w="5420" cap="flat">
              <a:solidFill>
                <a:srgbClr val="3C417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1" name="pg751"/>
            <p:cNvSpPr/>
            <p:nvPr/>
          </p:nvSpPr>
          <p:spPr>
            <a:xfrm>
              <a:off x="6086675" y="300812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174">
                <a:alpha val="100000"/>
              </a:srgbClr>
            </a:solidFill>
            <a:ln w="5420" cap="flat">
              <a:solidFill>
                <a:srgbClr val="3C417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2" name="pg752"/>
            <p:cNvSpPr/>
            <p:nvPr/>
          </p:nvSpPr>
          <p:spPr>
            <a:xfrm>
              <a:off x="6098312" y="300812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275">
                <a:alpha val="100000"/>
              </a:srgbClr>
            </a:solidFill>
            <a:ln w="5420" cap="flat">
              <a:solidFill>
                <a:srgbClr val="3C427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3" name="pg753"/>
            <p:cNvSpPr/>
            <p:nvPr/>
          </p:nvSpPr>
          <p:spPr>
            <a:xfrm>
              <a:off x="6109950" y="300812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276">
                <a:alpha val="100000"/>
              </a:srgbClr>
            </a:solidFill>
            <a:ln w="5420" cap="flat">
              <a:solidFill>
                <a:srgbClr val="3C427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4" name="pg754"/>
            <p:cNvSpPr/>
            <p:nvPr/>
          </p:nvSpPr>
          <p:spPr>
            <a:xfrm>
              <a:off x="6121587" y="300812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276">
                <a:alpha val="100000"/>
              </a:srgbClr>
            </a:solidFill>
            <a:ln w="5420" cap="flat">
              <a:solidFill>
                <a:srgbClr val="3C427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5" name="pg755"/>
            <p:cNvSpPr/>
            <p:nvPr/>
          </p:nvSpPr>
          <p:spPr>
            <a:xfrm>
              <a:off x="5528083" y="302242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538D">
                <a:alpha val="100000"/>
              </a:srgbClr>
            </a:solidFill>
            <a:ln w="5420" cap="flat">
              <a:solidFill>
                <a:srgbClr val="3B538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6" name="pg756"/>
            <p:cNvSpPr/>
            <p:nvPr/>
          </p:nvSpPr>
          <p:spPr>
            <a:xfrm>
              <a:off x="5539721" y="302242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528C">
                <a:alpha val="100000"/>
              </a:srgbClr>
            </a:solidFill>
            <a:ln w="5420" cap="flat">
              <a:solidFill>
                <a:srgbClr val="3B528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7" name="pg757"/>
            <p:cNvSpPr/>
            <p:nvPr/>
          </p:nvSpPr>
          <p:spPr>
            <a:xfrm>
              <a:off x="5551358" y="302242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518B">
                <a:alpha val="100000"/>
              </a:srgbClr>
            </a:solidFill>
            <a:ln w="5420" cap="flat">
              <a:solidFill>
                <a:srgbClr val="3B518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8" name="pg758"/>
            <p:cNvSpPr/>
            <p:nvPr/>
          </p:nvSpPr>
          <p:spPr>
            <a:xfrm>
              <a:off x="5562995" y="302242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5089">
                <a:alpha val="100000"/>
              </a:srgbClr>
            </a:solidFill>
            <a:ln w="5420" cap="flat">
              <a:solidFill>
                <a:srgbClr val="3B508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9" name="pg759"/>
            <p:cNvSpPr/>
            <p:nvPr/>
          </p:nvSpPr>
          <p:spPr>
            <a:xfrm>
              <a:off x="5574633" y="302242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4E87">
                <a:alpha val="100000"/>
              </a:srgbClr>
            </a:solidFill>
            <a:ln w="5420" cap="flat">
              <a:solidFill>
                <a:srgbClr val="3B4E8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0" name="pg760"/>
            <p:cNvSpPr/>
            <p:nvPr/>
          </p:nvSpPr>
          <p:spPr>
            <a:xfrm>
              <a:off x="5586270" y="302242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C84">
                <a:alpha val="100000"/>
              </a:srgbClr>
            </a:solidFill>
            <a:ln w="5420" cap="flat">
              <a:solidFill>
                <a:srgbClr val="3C4C8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1" name="pg761"/>
            <p:cNvSpPr/>
            <p:nvPr/>
          </p:nvSpPr>
          <p:spPr>
            <a:xfrm>
              <a:off x="6075038" y="302242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175">
                <a:alpha val="100000"/>
              </a:srgbClr>
            </a:solidFill>
            <a:ln w="5420" cap="flat">
              <a:solidFill>
                <a:srgbClr val="3C417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2" name="pg762"/>
            <p:cNvSpPr/>
            <p:nvPr/>
          </p:nvSpPr>
          <p:spPr>
            <a:xfrm>
              <a:off x="6086675" y="302242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275">
                <a:alpha val="100000"/>
              </a:srgbClr>
            </a:solidFill>
            <a:ln w="5420" cap="flat">
              <a:solidFill>
                <a:srgbClr val="3C427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3" name="pg763"/>
            <p:cNvSpPr/>
            <p:nvPr/>
          </p:nvSpPr>
          <p:spPr>
            <a:xfrm>
              <a:off x="6098312" y="302242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276">
                <a:alpha val="100000"/>
              </a:srgbClr>
            </a:solidFill>
            <a:ln w="5420" cap="flat">
              <a:solidFill>
                <a:srgbClr val="3C427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4" name="pg764"/>
            <p:cNvSpPr/>
            <p:nvPr/>
          </p:nvSpPr>
          <p:spPr>
            <a:xfrm>
              <a:off x="5516446" y="303672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548F">
                <a:alpha val="100000"/>
              </a:srgbClr>
            </a:solidFill>
            <a:ln w="5420" cap="flat">
              <a:solidFill>
                <a:srgbClr val="3B548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5" name="pg765"/>
            <p:cNvSpPr/>
            <p:nvPr/>
          </p:nvSpPr>
          <p:spPr>
            <a:xfrm>
              <a:off x="5528083" y="303672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548F">
                <a:alpha val="100000"/>
              </a:srgbClr>
            </a:solidFill>
            <a:ln w="5420" cap="flat">
              <a:solidFill>
                <a:srgbClr val="3B548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6" name="pg766"/>
            <p:cNvSpPr/>
            <p:nvPr/>
          </p:nvSpPr>
          <p:spPr>
            <a:xfrm>
              <a:off x="5539721" y="303672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538E">
                <a:alpha val="100000"/>
              </a:srgbClr>
            </a:solidFill>
            <a:ln w="5420" cap="flat">
              <a:solidFill>
                <a:srgbClr val="3B538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7" name="pg767"/>
            <p:cNvSpPr/>
            <p:nvPr/>
          </p:nvSpPr>
          <p:spPr>
            <a:xfrm>
              <a:off x="5551358" y="303672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528D">
                <a:alpha val="100000"/>
              </a:srgbClr>
            </a:solidFill>
            <a:ln w="5420" cap="flat">
              <a:solidFill>
                <a:srgbClr val="3B528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8" name="pg768"/>
            <p:cNvSpPr/>
            <p:nvPr/>
          </p:nvSpPr>
          <p:spPr>
            <a:xfrm>
              <a:off x="5562995" y="303672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518B">
                <a:alpha val="100000"/>
              </a:srgbClr>
            </a:solidFill>
            <a:ln w="5420" cap="flat">
              <a:solidFill>
                <a:srgbClr val="3B518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9" name="pg769"/>
            <p:cNvSpPr/>
            <p:nvPr/>
          </p:nvSpPr>
          <p:spPr>
            <a:xfrm>
              <a:off x="5574633" y="303672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5089">
                <a:alpha val="100000"/>
              </a:srgbClr>
            </a:solidFill>
            <a:ln w="5420" cap="flat">
              <a:solidFill>
                <a:srgbClr val="3B508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0" name="pg770"/>
            <p:cNvSpPr/>
            <p:nvPr/>
          </p:nvSpPr>
          <p:spPr>
            <a:xfrm>
              <a:off x="5516446" y="305102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5490">
                <a:alpha val="100000"/>
              </a:srgbClr>
            </a:solidFill>
            <a:ln w="5420" cap="flat">
              <a:solidFill>
                <a:srgbClr val="3B549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1" name="pg771"/>
            <p:cNvSpPr/>
            <p:nvPr/>
          </p:nvSpPr>
          <p:spPr>
            <a:xfrm>
              <a:off x="5528083" y="305102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548F">
                <a:alpha val="100000"/>
              </a:srgbClr>
            </a:solidFill>
            <a:ln w="5420" cap="flat">
              <a:solidFill>
                <a:srgbClr val="3B548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2" name="pg772"/>
            <p:cNvSpPr/>
            <p:nvPr/>
          </p:nvSpPr>
          <p:spPr>
            <a:xfrm>
              <a:off x="5539721" y="305102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548F">
                <a:alpha val="100000"/>
              </a:srgbClr>
            </a:solidFill>
            <a:ln w="5420" cap="flat">
              <a:solidFill>
                <a:srgbClr val="3B548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3" name="pg773"/>
            <p:cNvSpPr/>
            <p:nvPr/>
          </p:nvSpPr>
          <p:spPr>
            <a:xfrm>
              <a:off x="5551358" y="305102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538E">
                <a:alpha val="100000"/>
              </a:srgbClr>
            </a:solidFill>
            <a:ln w="5420" cap="flat">
              <a:solidFill>
                <a:srgbClr val="3B538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4" name="pg774"/>
            <p:cNvSpPr/>
            <p:nvPr/>
          </p:nvSpPr>
          <p:spPr>
            <a:xfrm>
              <a:off x="5562995" y="305102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538D">
                <a:alpha val="100000"/>
              </a:srgbClr>
            </a:solidFill>
            <a:ln w="5420" cap="flat">
              <a:solidFill>
                <a:srgbClr val="3B538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5" name="pg775"/>
            <p:cNvSpPr/>
            <p:nvPr/>
          </p:nvSpPr>
          <p:spPr>
            <a:xfrm>
              <a:off x="5504809" y="306532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5590">
                <a:alpha val="100000"/>
              </a:srgbClr>
            </a:solidFill>
            <a:ln w="5420" cap="flat">
              <a:solidFill>
                <a:srgbClr val="3B559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6" name="pg776"/>
            <p:cNvSpPr/>
            <p:nvPr/>
          </p:nvSpPr>
          <p:spPr>
            <a:xfrm>
              <a:off x="5516446" y="306532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5590">
                <a:alpha val="100000"/>
              </a:srgbClr>
            </a:solidFill>
            <a:ln w="5420" cap="flat">
              <a:solidFill>
                <a:srgbClr val="3B559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7" name="pg777"/>
            <p:cNvSpPr/>
            <p:nvPr/>
          </p:nvSpPr>
          <p:spPr>
            <a:xfrm>
              <a:off x="5528083" y="306532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5590">
                <a:alpha val="100000"/>
              </a:srgbClr>
            </a:solidFill>
            <a:ln w="5420" cap="flat">
              <a:solidFill>
                <a:srgbClr val="3B559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8" name="pg778"/>
            <p:cNvSpPr/>
            <p:nvPr/>
          </p:nvSpPr>
          <p:spPr>
            <a:xfrm>
              <a:off x="5539721" y="306532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5590">
                <a:alpha val="100000"/>
              </a:srgbClr>
            </a:solidFill>
            <a:ln w="5420" cap="flat">
              <a:solidFill>
                <a:srgbClr val="3B559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9" name="pg779"/>
            <p:cNvSpPr/>
            <p:nvPr/>
          </p:nvSpPr>
          <p:spPr>
            <a:xfrm>
              <a:off x="5551358" y="306532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5490">
                <a:alpha val="100000"/>
              </a:srgbClr>
            </a:solidFill>
            <a:ln w="5420" cap="flat">
              <a:solidFill>
                <a:srgbClr val="3B549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0" name="pg780"/>
            <p:cNvSpPr/>
            <p:nvPr/>
          </p:nvSpPr>
          <p:spPr>
            <a:xfrm>
              <a:off x="5562995" y="306532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548F">
                <a:alpha val="100000"/>
              </a:srgbClr>
            </a:solidFill>
            <a:ln w="5420" cap="flat">
              <a:solidFill>
                <a:srgbClr val="3B548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1" name="pg781"/>
            <p:cNvSpPr/>
            <p:nvPr/>
          </p:nvSpPr>
          <p:spPr>
            <a:xfrm>
              <a:off x="5504809" y="307962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5793">
                <a:alpha val="100000"/>
              </a:srgbClr>
            </a:solidFill>
            <a:ln w="5420" cap="flat">
              <a:solidFill>
                <a:srgbClr val="3A579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2" name="pg782"/>
            <p:cNvSpPr/>
            <p:nvPr/>
          </p:nvSpPr>
          <p:spPr>
            <a:xfrm>
              <a:off x="5516446" y="307962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5895">
                <a:alpha val="100000"/>
              </a:srgbClr>
            </a:solidFill>
            <a:ln w="5420" cap="flat">
              <a:solidFill>
                <a:srgbClr val="3A589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3" name="pg783"/>
            <p:cNvSpPr/>
            <p:nvPr/>
          </p:nvSpPr>
          <p:spPr>
            <a:xfrm>
              <a:off x="5528083" y="307962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5894">
                <a:alpha val="100000"/>
              </a:srgbClr>
            </a:solidFill>
            <a:ln w="5420" cap="flat">
              <a:solidFill>
                <a:srgbClr val="3A589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4" name="pg784"/>
            <p:cNvSpPr/>
            <p:nvPr/>
          </p:nvSpPr>
          <p:spPr>
            <a:xfrm>
              <a:off x="5539721" y="307962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5793">
                <a:alpha val="100000"/>
              </a:srgbClr>
            </a:solidFill>
            <a:ln w="5420" cap="flat">
              <a:solidFill>
                <a:srgbClr val="3A579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5" name="pg785"/>
            <p:cNvSpPr/>
            <p:nvPr/>
          </p:nvSpPr>
          <p:spPr>
            <a:xfrm>
              <a:off x="5551358" y="307962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5692">
                <a:alpha val="100000"/>
              </a:srgbClr>
            </a:solidFill>
            <a:ln w="5420" cap="flat">
              <a:solidFill>
                <a:srgbClr val="3A569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6" name="pg786"/>
            <p:cNvSpPr/>
            <p:nvPr/>
          </p:nvSpPr>
          <p:spPr>
            <a:xfrm>
              <a:off x="5562995" y="307962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5591">
                <a:alpha val="100000"/>
              </a:srgbClr>
            </a:solidFill>
            <a:ln w="5420" cap="flat">
              <a:solidFill>
                <a:srgbClr val="3B559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7" name="pg787"/>
            <p:cNvSpPr/>
            <p:nvPr/>
          </p:nvSpPr>
          <p:spPr>
            <a:xfrm>
              <a:off x="5504809" y="309392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5793">
                <a:alpha val="100000"/>
              </a:srgbClr>
            </a:solidFill>
            <a:ln w="5420" cap="flat">
              <a:solidFill>
                <a:srgbClr val="3A579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8" name="pg788"/>
            <p:cNvSpPr/>
            <p:nvPr/>
          </p:nvSpPr>
          <p:spPr>
            <a:xfrm>
              <a:off x="5516446" y="309392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5895">
                <a:alpha val="100000"/>
              </a:srgbClr>
            </a:solidFill>
            <a:ln w="5420" cap="flat">
              <a:solidFill>
                <a:srgbClr val="3A589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9" name="pg789"/>
            <p:cNvSpPr/>
            <p:nvPr/>
          </p:nvSpPr>
          <p:spPr>
            <a:xfrm>
              <a:off x="5528083" y="309392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5895">
                <a:alpha val="100000"/>
              </a:srgbClr>
            </a:solidFill>
            <a:ln w="5420" cap="flat">
              <a:solidFill>
                <a:srgbClr val="3A589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0" name="pg790"/>
            <p:cNvSpPr/>
            <p:nvPr/>
          </p:nvSpPr>
          <p:spPr>
            <a:xfrm>
              <a:off x="5539721" y="309392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5794">
                <a:alpha val="100000"/>
              </a:srgbClr>
            </a:solidFill>
            <a:ln w="5420" cap="flat">
              <a:solidFill>
                <a:srgbClr val="3A579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1" name="pg791"/>
            <p:cNvSpPr/>
            <p:nvPr/>
          </p:nvSpPr>
          <p:spPr>
            <a:xfrm>
              <a:off x="5551358" y="309392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5693">
                <a:alpha val="100000"/>
              </a:srgbClr>
            </a:solidFill>
            <a:ln w="5420" cap="flat">
              <a:solidFill>
                <a:srgbClr val="3A569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2" name="pg792"/>
            <p:cNvSpPr/>
            <p:nvPr/>
          </p:nvSpPr>
          <p:spPr>
            <a:xfrm>
              <a:off x="5562995" y="309392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5591">
                <a:alpha val="100000"/>
              </a:srgbClr>
            </a:solidFill>
            <a:ln w="5420" cap="flat">
              <a:solidFill>
                <a:srgbClr val="3B559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3" name="pg793"/>
            <p:cNvSpPr/>
            <p:nvPr/>
          </p:nvSpPr>
          <p:spPr>
            <a:xfrm>
              <a:off x="5504809" y="310822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5692">
                <a:alpha val="100000"/>
              </a:srgbClr>
            </a:solidFill>
            <a:ln w="5420" cap="flat">
              <a:solidFill>
                <a:srgbClr val="3A569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4" name="pg794"/>
            <p:cNvSpPr/>
            <p:nvPr/>
          </p:nvSpPr>
          <p:spPr>
            <a:xfrm>
              <a:off x="5516446" y="310822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5794">
                <a:alpha val="100000"/>
              </a:srgbClr>
            </a:solidFill>
            <a:ln w="5420" cap="flat">
              <a:solidFill>
                <a:srgbClr val="3A579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5" name="pg795"/>
            <p:cNvSpPr/>
            <p:nvPr/>
          </p:nvSpPr>
          <p:spPr>
            <a:xfrm>
              <a:off x="5528083" y="310822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5794">
                <a:alpha val="100000"/>
              </a:srgbClr>
            </a:solidFill>
            <a:ln w="5420" cap="flat">
              <a:solidFill>
                <a:srgbClr val="3A579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6" name="pg796"/>
            <p:cNvSpPr/>
            <p:nvPr/>
          </p:nvSpPr>
          <p:spPr>
            <a:xfrm>
              <a:off x="5539721" y="310822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5793">
                <a:alpha val="100000"/>
              </a:srgbClr>
            </a:solidFill>
            <a:ln w="5420" cap="flat">
              <a:solidFill>
                <a:srgbClr val="3A579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7" name="pg797"/>
            <p:cNvSpPr/>
            <p:nvPr/>
          </p:nvSpPr>
          <p:spPr>
            <a:xfrm>
              <a:off x="5551358" y="310822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5692">
                <a:alpha val="100000"/>
              </a:srgbClr>
            </a:solidFill>
            <a:ln w="5420" cap="flat">
              <a:solidFill>
                <a:srgbClr val="3A569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8" name="pg798"/>
            <p:cNvSpPr/>
            <p:nvPr/>
          </p:nvSpPr>
          <p:spPr>
            <a:xfrm>
              <a:off x="5562995" y="310822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5591">
                <a:alpha val="100000"/>
              </a:srgbClr>
            </a:solidFill>
            <a:ln w="5420" cap="flat">
              <a:solidFill>
                <a:srgbClr val="3B559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9" name="pg799"/>
            <p:cNvSpPr/>
            <p:nvPr/>
          </p:nvSpPr>
          <p:spPr>
            <a:xfrm>
              <a:off x="5574633" y="310822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5490">
                <a:alpha val="100000"/>
              </a:srgbClr>
            </a:solidFill>
            <a:ln w="5420" cap="flat">
              <a:solidFill>
                <a:srgbClr val="3B549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0" name="pg800"/>
            <p:cNvSpPr/>
            <p:nvPr/>
          </p:nvSpPr>
          <p:spPr>
            <a:xfrm>
              <a:off x="5493171" y="312252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5590">
                <a:alpha val="100000"/>
              </a:srgbClr>
            </a:solidFill>
            <a:ln w="5420" cap="flat">
              <a:solidFill>
                <a:srgbClr val="3B559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1" name="pg801"/>
            <p:cNvSpPr/>
            <p:nvPr/>
          </p:nvSpPr>
          <p:spPr>
            <a:xfrm>
              <a:off x="5504809" y="312252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5591">
                <a:alpha val="100000"/>
              </a:srgbClr>
            </a:solidFill>
            <a:ln w="5420" cap="flat">
              <a:solidFill>
                <a:srgbClr val="3B559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2" name="pg802"/>
            <p:cNvSpPr/>
            <p:nvPr/>
          </p:nvSpPr>
          <p:spPr>
            <a:xfrm>
              <a:off x="5516446" y="312252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5692">
                <a:alpha val="100000"/>
              </a:srgbClr>
            </a:solidFill>
            <a:ln w="5420" cap="flat">
              <a:solidFill>
                <a:srgbClr val="3A569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3" name="pg803"/>
            <p:cNvSpPr/>
            <p:nvPr/>
          </p:nvSpPr>
          <p:spPr>
            <a:xfrm>
              <a:off x="5528083" y="312252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5692">
                <a:alpha val="100000"/>
              </a:srgbClr>
            </a:solidFill>
            <a:ln w="5420" cap="flat">
              <a:solidFill>
                <a:srgbClr val="3A569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4" name="pg804"/>
            <p:cNvSpPr/>
            <p:nvPr/>
          </p:nvSpPr>
          <p:spPr>
            <a:xfrm>
              <a:off x="5539721" y="312252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5692">
                <a:alpha val="100000"/>
              </a:srgbClr>
            </a:solidFill>
            <a:ln w="5420" cap="flat">
              <a:solidFill>
                <a:srgbClr val="3B569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5" name="pg805"/>
            <p:cNvSpPr/>
            <p:nvPr/>
          </p:nvSpPr>
          <p:spPr>
            <a:xfrm>
              <a:off x="5551358" y="312252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5591">
                <a:alpha val="100000"/>
              </a:srgbClr>
            </a:solidFill>
            <a:ln w="5420" cap="flat">
              <a:solidFill>
                <a:srgbClr val="3B559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6" name="pg806"/>
            <p:cNvSpPr/>
            <p:nvPr/>
          </p:nvSpPr>
          <p:spPr>
            <a:xfrm>
              <a:off x="5562995" y="312252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5590">
                <a:alpha val="100000"/>
              </a:srgbClr>
            </a:solidFill>
            <a:ln w="5420" cap="flat">
              <a:solidFill>
                <a:srgbClr val="3B559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7" name="pg807"/>
            <p:cNvSpPr/>
            <p:nvPr/>
          </p:nvSpPr>
          <p:spPr>
            <a:xfrm>
              <a:off x="5481534" y="313682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538E">
                <a:alpha val="100000"/>
              </a:srgbClr>
            </a:solidFill>
            <a:ln w="5420" cap="flat">
              <a:solidFill>
                <a:srgbClr val="3B538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8" name="pg808"/>
            <p:cNvSpPr/>
            <p:nvPr/>
          </p:nvSpPr>
          <p:spPr>
            <a:xfrm>
              <a:off x="5493171" y="313682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548F">
                <a:alpha val="100000"/>
              </a:srgbClr>
            </a:solidFill>
            <a:ln w="5420" cap="flat">
              <a:solidFill>
                <a:srgbClr val="3B548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9" name="pg809"/>
            <p:cNvSpPr/>
            <p:nvPr/>
          </p:nvSpPr>
          <p:spPr>
            <a:xfrm>
              <a:off x="5504809" y="313682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548F">
                <a:alpha val="100000"/>
              </a:srgbClr>
            </a:solidFill>
            <a:ln w="5420" cap="flat">
              <a:solidFill>
                <a:srgbClr val="3B548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0" name="pg810"/>
            <p:cNvSpPr/>
            <p:nvPr/>
          </p:nvSpPr>
          <p:spPr>
            <a:xfrm>
              <a:off x="5516446" y="313682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5590">
                <a:alpha val="100000"/>
              </a:srgbClr>
            </a:solidFill>
            <a:ln w="5420" cap="flat">
              <a:solidFill>
                <a:srgbClr val="3B559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1" name="pg811"/>
            <p:cNvSpPr/>
            <p:nvPr/>
          </p:nvSpPr>
          <p:spPr>
            <a:xfrm>
              <a:off x="5528083" y="313682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5590">
                <a:alpha val="100000"/>
              </a:srgbClr>
            </a:solidFill>
            <a:ln w="5420" cap="flat">
              <a:solidFill>
                <a:srgbClr val="3B559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2" name="pg812"/>
            <p:cNvSpPr/>
            <p:nvPr/>
          </p:nvSpPr>
          <p:spPr>
            <a:xfrm>
              <a:off x="5539721" y="313682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5590">
                <a:alpha val="100000"/>
              </a:srgbClr>
            </a:solidFill>
            <a:ln w="5420" cap="flat">
              <a:solidFill>
                <a:srgbClr val="3B559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3" name="pg813"/>
            <p:cNvSpPr/>
            <p:nvPr/>
          </p:nvSpPr>
          <p:spPr>
            <a:xfrm>
              <a:off x="5551358" y="313682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548F">
                <a:alpha val="100000"/>
              </a:srgbClr>
            </a:solidFill>
            <a:ln w="5420" cap="flat">
              <a:solidFill>
                <a:srgbClr val="3B548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4" name="pg814"/>
            <p:cNvSpPr/>
            <p:nvPr/>
          </p:nvSpPr>
          <p:spPr>
            <a:xfrm>
              <a:off x="5481534" y="315112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528C">
                <a:alpha val="100000"/>
              </a:srgbClr>
            </a:solidFill>
            <a:ln w="5420" cap="flat">
              <a:solidFill>
                <a:srgbClr val="3B528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5" name="pg815"/>
            <p:cNvSpPr/>
            <p:nvPr/>
          </p:nvSpPr>
          <p:spPr>
            <a:xfrm>
              <a:off x="5493171" y="315112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528D">
                <a:alpha val="100000"/>
              </a:srgbClr>
            </a:solidFill>
            <a:ln w="5420" cap="flat">
              <a:solidFill>
                <a:srgbClr val="3B528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6" name="pg816"/>
            <p:cNvSpPr/>
            <p:nvPr/>
          </p:nvSpPr>
          <p:spPr>
            <a:xfrm>
              <a:off x="5504809" y="315112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538D">
                <a:alpha val="100000"/>
              </a:srgbClr>
            </a:solidFill>
            <a:ln w="5420" cap="flat">
              <a:solidFill>
                <a:srgbClr val="3B538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7" name="pg817"/>
            <p:cNvSpPr/>
            <p:nvPr/>
          </p:nvSpPr>
          <p:spPr>
            <a:xfrm>
              <a:off x="5516446" y="315112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538E">
                <a:alpha val="100000"/>
              </a:srgbClr>
            </a:solidFill>
            <a:ln w="5420" cap="flat">
              <a:solidFill>
                <a:srgbClr val="3B538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8" name="pg818"/>
            <p:cNvSpPr/>
            <p:nvPr/>
          </p:nvSpPr>
          <p:spPr>
            <a:xfrm>
              <a:off x="5528083" y="315112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538E">
                <a:alpha val="100000"/>
              </a:srgbClr>
            </a:solidFill>
            <a:ln w="5420" cap="flat">
              <a:solidFill>
                <a:srgbClr val="3B538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9" name="pg819"/>
            <p:cNvSpPr/>
            <p:nvPr/>
          </p:nvSpPr>
          <p:spPr>
            <a:xfrm>
              <a:off x="5539721" y="315112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538E">
                <a:alpha val="100000"/>
              </a:srgbClr>
            </a:solidFill>
            <a:ln w="5420" cap="flat">
              <a:solidFill>
                <a:srgbClr val="3B538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0" name="pg820"/>
            <p:cNvSpPr/>
            <p:nvPr/>
          </p:nvSpPr>
          <p:spPr>
            <a:xfrm>
              <a:off x="5551358" y="315112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538E">
                <a:alpha val="100000"/>
              </a:srgbClr>
            </a:solidFill>
            <a:ln w="5420" cap="flat">
              <a:solidFill>
                <a:srgbClr val="3B538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1" name="pg821"/>
            <p:cNvSpPr/>
            <p:nvPr/>
          </p:nvSpPr>
          <p:spPr>
            <a:xfrm>
              <a:off x="5574633" y="315112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528D">
                <a:alpha val="100000"/>
              </a:srgbClr>
            </a:solidFill>
            <a:ln w="5420" cap="flat">
              <a:solidFill>
                <a:srgbClr val="3B528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2" name="pg822"/>
            <p:cNvSpPr/>
            <p:nvPr/>
          </p:nvSpPr>
          <p:spPr>
            <a:xfrm>
              <a:off x="5586270" y="315112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528C">
                <a:alpha val="100000"/>
              </a:srgbClr>
            </a:solidFill>
            <a:ln w="5420" cap="flat">
              <a:solidFill>
                <a:srgbClr val="3B528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3" name="pg823"/>
            <p:cNvSpPr/>
            <p:nvPr/>
          </p:nvSpPr>
          <p:spPr>
            <a:xfrm>
              <a:off x="5597907" y="315112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528C">
                <a:alpha val="100000"/>
              </a:srgbClr>
            </a:solidFill>
            <a:ln w="5420" cap="flat">
              <a:solidFill>
                <a:srgbClr val="3B528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4" name="pg824"/>
            <p:cNvSpPr/>
            <p:nvPr/>
          </p:nvSpPr>
          <p:spPr>
            <a:xfrm>
              <a:off x="5609545" y="315112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518B">
                <a:alpha val="100000"/>
              </a:srgbClr>
            </a:solidFill>
            <a:ln w="5420" cap="flat">
              <a:solidFill>
                <a:srgbClr val="3B518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5" name="pg825"/>
            <p:cNvSpPr/>
            <p:nvPr/>
          </p:nvSpPr>
          <p:spPr>
            <a:xfrm>
              <a:off x="5481534" y="316543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508A">
                <a:alpha val="100000"/>
              </a:srgbClr>
            </a:solidFill>
            <a:ln w="5420" cap="flat">
              <a:solidFill>
                <a:srgbClr val="3B508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6" name="pg826"/>
            <p:cNvSpPr/>
            <p:nvPr/>
          </p:nvSpPr>
          <p:spPr>
            <a:xfrm>
              <a:off x="5493171" y="316543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508A">
                <a:alpha val="100000"/>
              </a:srgbClr>
            </a:solidFill>
            <a:ln w="5420" cap="flat">
              <a:solidFill>
                <a:srgbClr val="3B508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7" name="pg827"/>
            <p:cNvSpPr/>
            <p:nvPr/>
          </p:nvSpPr>
          <p:spPr>
            <a:xfrm>
              <a:off x="5504809" y="316543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518A">
                <a:alpha val="100000"/>
              </a:srgbClr>
            </a:solidFill>
            <a:ln w="5420" cap="flat">
              <a:solidFill>
                <a:srgbClr val="3B518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8" name="pg828"/>
            <p:cNvSpPr/>
            <p:nvPr/>
          </p:nvSpPr>
          <p:spPr>
            <a:xfrm>
              <a:off x="5516446" y="316543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518B">
                <a:alpha val="100000"/>
              </a:srgbClr>
            </a:solidFill>
            <a:ln w="5420" cap="flat">
              <a:solidFill>
                <a:srgbClr val="3B518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9" name="pg829"/>
            <p:cNvSpPr/>
            <p:nvPr/>
          </p:nvSpPr>
          <p:spPr>
            <a:xfrm>
              <a:off x="5528083" y="316543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528C">
                <a:alpha val="100000"/>
              </a:srgbClr>
            </a:solidFill>
            <a:ln w="5420" cap="flat">
              <a:solidFill>
                <a:srgbClr val="3B528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0" name="pg830"/>
            <p:cNvSpPr/>
            <p:nvPr/>
          </p:nvSpPr>
          <p:spPr>
            <a:xfrm>
              <a:off x="5539721" y="316543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528C">
                <a:alpha val="100000"/>
              </a:srgbClr>
            </a:solidFill>
            <a:ln w="5420" cap="flat">
              <a:solidFill>
                <a:srgbClr val="3B528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1" name="pg831"/>
            <p:cNvSpPr/>
            <p:nvPr/>
          </p:nvSpPr>
          <p:spPr>
            <a:xfrm>
              <a:off x="5551358" y="316543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528C">
                <a:alpha val="100000"/>
              </a:srgbClr>
            </a:solidFill>
            <a:ln w="5420" cap="flat">
              <a:solidFill>
                <a:srgbClr val="3B528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2" name="pg832"/>
            <p:cNvSpPr/>
            <p:nvPr/>
          </p:nvSpPr>
          <p:spPr>
            <a:xfrm>
              <a:off x="5562995" y="316543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528C">
                <a:alpha val="100000"/>
              </a:srgbClr>
            </a:solidFill>
            <a:ln w="5420" cap="flat">
              <a:solidFill>
                <a:srgbClr val="3B528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3" name="pg833"/>
            <p:cNvSpPr/>
            <p:nvPr/>
          </p:nvSpPr>
          <p:spPr>
            <a:xfrm>
              <a:off x="5574633" y="316543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528C">
                <a:alpha val="100000"/>
              </a:srgbClr>
            </a:solidFill>
            <a:ln w="5420" cap="flat">
              <a:solidFill>
                <a:srgbClr val="3B528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4" name="pg834"/>
            <p:cNvSpPr/>
            <p:nvPr/>
          </p:nvSpPr>
          <p:spPr>
            <a:xfrm>
              <a:off x="5586270" y="316543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528C">
                <a:alpha val="100000"/>
              </a:srgbClr>
            </a:solidFill>
            <a:ln w="5420" cap="flat">
              <a:solidFill>
                <a:srgbClr val="3B528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5" name="pg835"/>
            <p:cNvSpPr/>
            <p:nvPr/>
          </p:nvSpPr>
          <p:spPr>
            <a:xfrm>
              <a:off x="5597907" y="316543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518B">
                <a:alpha val="100000"/>
              </a:srgbClr>
            </a:solidFill>
            <a:ln w="5420" cap="flat">
              <a:solidFill>
                <a:srgbClr val="3B518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6" name="pg836"/>
            <p:cNvSpPr/>
            <p:nvPr/>
          </p:nvSpPr>
          <p:spPr>
            <a:xfrm>
              <a:off x="5609545" y="316543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518B">
                <a:alpha val="100000"/>
              </a:srgbClr>
            </a:solidFill>
            <a:ln w="5420" cap="flat">
              <a:solidFill>
                <a:srgbClr val="3B518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7" name="pg837"/>
            <p:cNvSpPr/>
            <p:nvPr/>
          </p:nvSpPr>
          <p:spPr>
            <a:xfrm>
              <a:off x="5621182" y="316543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518B">
                <a:alpha val="100000"/>
              </a:srgbClr>
            </a:solidFill>
            <a:ln w="5420" cap="flat">
              <a:solidFill>
                <a:srgbClr val="3B518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8" name="pg838"/>
            <p:cNvSpPr/>
            <p:nvPr/>
          </p:nvSpPr>
          <p:spPr>
            <a:xfrm>
              <a:off x="5504809" y="317973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4E87">
                <a:alpha val="100000"/>
              </a:srgbClr>
            </a:solidFill>
            <a:ln w="5420" cap="flat">
              <a:solidFill>
                <a:srgbClr val="3B4E8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9" name="pg839"/>
            <p:cNvSpPr/>
            <p:nvPr/>
          </p:nvSpPr>
          <p:spPr>
            <a:xfrm>
              <a:off x="5516446" y="317973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5089">
                <a:alpha val="100000"/>
              </a:srgbClr>
            </a:solidFill>
            <a:ln w="5420" cap="flat">
              <a:solidFill>
                <a:srgbClr val="3B508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0" name="pg840"/>
            <p:cNvSpPr/>
            <p:nvPr/>
          </p:nvSpPr>
          <p:spPr>
            <a:xfrm>
              <a:off x="5528083" y="317973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5089">
                <a:alpha val="100000"/>
              </a:srgbClr>
            </a:solidFill>
            <a:ln w="5420" cap="flat">
              <a:solidFill>
                <a:srgbClr val="3B508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1" name="pg841"/>
            <p:cNvSpPr/>
            <p:nvPr/>
          </p:nvSpPr>
          <p:spPr>
            <a:xfrm>
              <a:off x="5539721" y="317973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508A">
                <a:alpha val="100000"/>
              </a:srgbClr>
            </a:solidFill>
            <a:ln w="5420" cap="flat">
              <a:solidFill>
                <a:srgbClr val="3B508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2" name="pg842"/>
            <p:cNvSpPr/>
            <p:nvPr/>
          </p:nvSpPr>
          <p:spPr>
            <a:xfrm>
              <a:off x="5551358" y="317973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518A">
                <a:alpha val="100000"/>
              </a:srgbClr>
            </a:solidFill>
            <a:ln w="5420" cap="flat">
              <a:solidFill>
                <a:srgbClr val="3B518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3" name="pg843"/>
            <p:cNvSpPr/>
            <p:nvPr/>
          </p:nvSpPr>
          <p:spPr>
            <a:xfrm>
              <a:off x="5562995" y="317973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518B">
                <a:alpha val="100000"/>
              </a:srgbClr>
            </a:solidFill>
            <a:ln w="5420" cap="flat">
              <a:solidFill>
                <a:srgbClr val="3B518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4" name="pg844"/>
            <p:cNvSpPr/>
            <p:nvPr/>
          </p:nvSpPr>
          <p:spPr>
            <a:xfrm>
              <a:off x="5574633" y="317973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518B">
                <a:alpha val="100000"/>
              </a:srgbClr>
            </a:solidFill>
            <a:ln w="5420" cap="flat">
              <a:solidFill>
                <a:srgbClr val="3B518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5" name="pg845"/>
            <p:cNvSpPr/>
            <p:nvPr/>
          </p:nvSpPr>
          <p:spPr>
            <a:xfrm>
              <a:off x="5586270" y="317973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518B">
                <a:alpha val="100000"/>
              </a:srgbClr>
            </a:solidFill>
            <a:ln w="5420" cap="flat">
              <a:solidFill>
                <a:srgbClr val="3B518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6" name="pg846"/>
            <p:cNvSpPr/>
            <p:nvPr/>
          </p:nvSpPr>
          <p:spPr>
            <a:xfrm>
              <a:off x="5597907" y="317973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518B">
                <a:alpha val="100000"/>
              </a:srgbClr>
            </a:solidFill>
            <a:ln w="5420" cap="flat">
              <a:solidFill>
                <a:srgbClr val="3B518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7" name="pg847"/>
            <p:cNvSpPr/>
            <p:nvPr/>
          </p:nvSpPr>
          <p:spPr>
            <a:xfrm>
              <a:off x="5609545" y="317973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518A">
                <a:alpha val="100000"/>
              </a:srgbClr>
            </a:solidFill>
            <a:ln w="5420" cap="flat">
              <a:solidFill>
                <a:srgbClr val="3B518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8" name="pg848"/>
            <p:cNvSpPr/>
            <p:nvPr/>
          </p:nvSpPr>
          <p:spPr>
            <a:xfrm>
              <a:off x="5621182" y="317973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518A">
                <a:alpha val="100000"/>
              </a:srgbClr>
            </a:solidFill>
            <a:ln w="5420" cap="flat">
              <a:solidFill>
                <a:srgbClr val="3B518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9" name="pg849"/>
            <p:cNvSpPr/>
            <p:nvPr/>
          </p:nvSpPr>
          <p:spPr>
            <a:xfrm>
              <a:off x="5632819" y="317973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508A">
                <a:alpha val="100000"/>
              </a:srgbClr>
            </a:solidFill>
            <a:ln w="5420" cap="flat">
              <a:solidFill>
                <a:srgbClr val="3B508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0" name="pg850"/>
            <p:cNvSpPr/>
            <p:nvPr/>
          </p:nvSpPr>
          <p:spPr>
            <a:xfrm>
              <a:off x="5458259" y="319403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980">
                <a:alpha val="100000"/>
              </a:srgbClr>
            </a:solidFill>
            <a:ln w="5420" cap="flat">
              <a:solidFill>
                <a:srgbClr val="3C498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1" name="pg851"/>
            <p:cNvSpPr/>
            <p:nvPr/>
          </p:nvSpPr>
          <p:spPr>
            <a:xfrm>
              <a:off x="5469897" y="319403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980">
                <a:alpha val="100000"/>
              </a:srgbClr>
            </a:solidFill>
            <a:ln w="5420" cap="flat">
              <a:solidFill>
                <a:srgbClr val="3C498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2" name="pg852"/>
            <p:cNvSpPr/>
            <p:nvPr/>
          </p:nvSpPr>
          <p:spPr>
            <a:xfrm>
              <a:off x="5481534" y="319403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980">
                <a:alpha val="100000"/>
              </a:srgbClr>
            </a:solidFill>
            <a:ln w="5420" cap="flat">
              <a:solidFill>
                <a:srgbClr val="3C498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3" name="pg853"/>
            <p:cNvSpPr/>
            <p:nvPr/>
          </p:nvSpPr>
          <p:spPr>
            <a:xfrm>
              <a:off x="5493171" y="319403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A81">
                <a:alpha val="100000"/>
              </a:srgbClr>
            </a:solidFill>
            <a:ln w="5420" cap="flat">
              <a:solidFill>
                <a:srgbClr val="3C4A8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4" name="pg854"/>
            <p:cNvSpPr/>
            <p:nvPr/>
          </p:nvSpPr>
          <p:spPr>
            <a:xfrm>
              <a:off x="5528083" y="319403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4E87">
                <a:alpha val="100000"/>
              </a:srgbClr>
            </a:solidFill>
            <a:ln w="5420" cap="flat">
              <a:solidFill>
                <a:srgbClr val="3B4E8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5" name="pg855"/>
            <p:cNvSpPr/>
            <p:nvPr/>
          </p:nvSpPr>
          <p:spPr>
            <a:xfrm>
              <a:off x="5539721" y="319403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4F88">
                <a:alpha val="100000"/>
              </a:srgbClr>
            </a:solidFill>
            <a:ln w="5420" cap="flat">
              <a:solidFill>
                <a:srgbClr val="3B4F8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6" name="pg856"/>
            <p:cNvSpPr/>
            <p:nvPr/>
          </p:nvSpPr>
          <p:spPr>
            <a:xfrm>
              <a:off x="5551358" y="319403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4F89">
                <a:alpha val="100000"/>
              </a:srgbClr>
            </a:solidFill>
            <a:ln w="5420" cap="flat">
              <a:solidFill>
                <a:srgbClr val="3B4F8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7" name="pg857"/>
            <p:cNvSpPr/>
            <p:nvPr/>
          </p:nvSpPr>
          <p:spPr>
            <a:xfrm>
              <a:off x="5562995" y="319403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5089">
                <a:alpha val="100000"/>
              </a:srgbClr>
            </a:solidFill>
            <a:ln w="5420" cap="flat">
              <a:solidFill>
                <a:srgbClr val="3B508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8" name="pg858"/>
            <p:cNvSpPr/>
            <p:nvPr/>
          </p:nvSpPr>
          <p:spPr>
            <a:xfrm>
              <a:off x="5574633" y="319403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508A">
                <a:alpha val="100000"/>
              </a:srgbClr>
            </a:solidFill>
            <a:ln w="5420" cap="flat">
              <a:solidFill>
                <a:srgbClr val="3B508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9" name="pg859"/>
            <p:cNvSpPr/>
            <p:nvPr/>
          </p:nvSpPr>
          <p:spPr>
            <a:xfrm>
              <a:off x="5586270" y="319403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508A">
                <a:alpha val="100000"/>
              </a:srgbClr>
            </a:solidFill>
            <a:ln w="5420" cap="flat">
              <a:solidFill>
                <a:srgbClr val="3B508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0" name="pg860"/>
            <p:cNvSpPr/>
            <p:nvPr/>
          </p:nvSpPr>
          <p:spPr>
            <a:xfrm>
              <a:off x="5597907" y="319403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508A">
                <a:alpha val="100000"/>
              </a:srgbClr>
            </a:solidFill>
            <a:ln w="5420" cap="flat">
              <a:solidFill>
                <a:srgbClr val="3B508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1" name="pg861"/>
            <p:cNvSpPr/>
            <p:nvPr/>
          </p:nvSpPr>
          <p:spPr>
            <a:xfrm>
              <a:off x="5609545" y="319403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508A">
                <a:alpha val="100000"/>
              </a:srgbClr>
            </a:solidFill>
            <a:ln w="5420" cap="flat">
              <a:solidFill>
                <a:srgbClr val="3B508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2" name="pg862"/>
            <p:cNvSpPr/>
            <p:nvPr/>
          </p:nvSpPr>
          <p:spPr>
            <a:xfrm>
              <a:off x="5621182" y="319403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508A">
                <a:alpha val="100000"/>
              </a:srgbClr>
            </a:solidFill>
            <a:ln w="5420" cap="flat">
              <a:solidFill>
                <a:srgbClr val="3B508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3" name="pg863"/>
            <p:cNvSpPr/>
            <p:nvPr/>
          </p:nvSpPr>
          <p:spPr>
            <a:xfrm>
              <a:off x="5632819" y="319403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508A">
                <a:alpha val="100000"/>
              </a:srgbClr>
            </a:solidFill>
            <a:ln w="5420" cap="flat">
              <a:solidFill>
                <a:srgbClr val="3B508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4" name="pg864"/>
            <p:cNvSpPr/>
            <p:nvPr/>
          </p:nvSpPr>
          <p:spPr>
            <a:xfrm>
              <a:off x="5446622" y="320833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67C">
                <a:alpha val="100000"/>
              </a:srgbClr>
            </a:solidFill>
            <a:ln w="5420" cap="flat">
              <a:solidFill>
                <a:srgbClr val="3C467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5" name="pg865"/>
            <p:cNvSpPr/>
            <p:nvPr/>
          </p:nvSpPr>
          <p:spPr>
            <a:xfrm>
              <a:off x="5458259" y="320833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67B">
                <a:alpha val="100000"/>
              </a:srgbClr>
            </a:solidFill>
            <a:ln w="5420" cap="flat">
              <a:solidFill>
                <a:srgbClr val="3C467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6" name="pg866"/>
            <p:cNvSpPr/>
            <p:nvPr/>
          </p:nvSpPr>
          <p:spPr>
            <a:xfrm>
              <a:off x="5469897" y="320833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67B">
                <a:alpha val="100000"/>
              </a:srgbClr>
            </a:solidFill>
            <a:ln w="5420" cap="flat">
              <a:solidFill>
                <a:srgbClr val="3C467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7" name="pg867"/>
            <p:cNvSpPr/>
            <p:nvPr/>
          </p:nvSpPr>
          <p:spPr>
            <a:xfrm>
              <a:off x="5481534" y="320833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77C">
                <a:alpha val="100000"/>
              </a:srgbClr>
            </a:solidFill>
            <a:ln w="5420" cap="flat">
              <a:solidFill>
                <a:srgbClr val="3C477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8" name="pg868"/>
            <p:cNvSpPr/>
            <p:nvPr/>
          </p:nvSpPr>
          <p:spPr>
            <a:xfrm>
              <a:off x="5493171" y="320833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87D">
                <a:alpha val="100000"/>
              </a:srgbClr>
            </a:solidFill>
            <a:ln w="5420" cap="flat">
              <a:solidFill>
                <a:srgbClr val="3C487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9" name="pg869"/>
            <p:cNvSpPr/>
            <p:nvPr/>
          </p:nvSpPr>
          <p:spPr>
            <a:xfrm>
              <a:off x="5504809" y="320833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97F">
                <a:alpha val="100000"/>
              </a:srgbClr>
            </a:solidFill>
            <a:ln w="5420" cap="flat">
              <a:solidFill>
                <a:srgbClr val="3C497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0" name="pg870"/>
            <p:cNvSpPr/>
            <p:nvPr/>
          </p:nvSpPr>
          <p:spPr>
            <a:xfrm>
              <a:off x="5516446" y="320833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B83">
                <a:alpha val="100000"/>
              </a:srgbClr>
            </a:solidFill>
            <a:ln w="5420" cap="flat">
              <a:solidFill>
                <a:srgbClr val="3C4B8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1" name="pg871"/>
            <p:cNvSpPr/>
            <p:nvPr/>
          </p:nvSpPr>
          <p:spPr>
            <a:xfrm>
              <a:off x="5528083" y="320833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C84">
                <a:alpha val="100000"/>
              </a:srgbClr>
            </a:solidFill>
            <a:ln w="5420" cap="flat">
              <a:solidFill>
                <a:srgbClr val="3C4C8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2" name="pg872"/>
            <p:cNvSpPr/>
            <p:nvPr/>
          </p:nvSpPr>
          <p:spPr>
            <a:xfrm>
              <a:off x="5539721" y="320833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4D86">
                <a:alpha val="100000"/>
              </a:srgbClr>
            </a:solidFill>
            <a:ln w="5420" cap="flat">
              <a:solidFill>
                <a:srgbClr val="3B4D8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3" name="pg873"/>
            <p:cNvSpPr/>
            <p:nvPr/>
          </p:nvSpPr>
          <p:spPr>
            <a:xfrm>
              <a:off x="5551358" y="320833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4E87">
                <a:alpha val="100000"/>
              </a:srgbClr>
            </a:solidFill>
            <a:ln w="5420" cap="flat">
              <a:solidFill>
                <a:srgbClr val="3B4E8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4" name="pg874"/>
            <p:cNvSpPr/>
            <p:nvPr/>
          </p:nvSpPr>
          <p:spPr>
            <a:xfrm>
              <a:off x="5562995" y="320833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4F88">
                <a:alpha val="100000"/>
              </a:srgbClr>
            </a:solidFill>
            <a:ln w="5420" cap="flat">
              <a:solidFill>
                <a:srgbClr val="3B4F8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5" name="pg875"/>
            <p:cNvSpPr/>
            <p:nvPr/>
          </p:nvSpPr>
          <p:spPr>
            <a:xfrm>
              <a:off x="5574633" y="320833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4F88">
                <a:alpha val="100000"/>
              </a:srgbClr>
            </a:solidFill>
            <a:ln w="5420" cap="flat">
              <a:solidFill>
                <a:srgbClr val="3B4F8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6" name="pg876"/>
            <p:cNvSpPr/>
            <p:nvPr/>
          </p:nvSpPr>
          <p:spPr>
            <a:xfrm>
              <a:off x="5586270" y="320833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5089">
                <a:alpha val="100000"/>
              </a:srgbClr>
            </a:solidFill>
            <a:ln w="5420" cap="flat">
              <a:solidFill>
                <a:srgbClr val="3B508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7" name="pg877"/>
            <p:cNvSpPr/>
            <p:nvPr/>
          </p:nvSpPr>
          <p:spPr>
            <a:xfrm>
              <a:off x="5597907" y="320833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5089">
                <a:alpha val="100000"/>
              </a:srgbClr>
            </a:solidFill>
            <a:ln w="5420" cap="flat">
              <a:solidFill>
                <a:srgbClr val="3B508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8" name="pg878"/>
            <p:cNvSpPr/>
            <p:nvPr/>
          </p:nvSpPr>
          <p:spPr>
            <a:xfrm>
              <a:off x="5609545" y="320833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508A">
                <a:alpha val="100000"/>
              </a:srgbClr>
            </a:solidFill>
            <a:ln w="5420" cap="flat">
              <a:solidFill>
                <a:srgbClr val="3B508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9" name="pg879"/>
            <p:cNvSpPr/>
            <p:nvPr/>
          </p:nvSpPr>
          <p:spPr>
            <a:xfrm>
              <a:off x="5621182" y="320833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508A">
                <a:alpha val="100000"/>
              </a:srgbClr>
            </a:solidFill>
            <a:ln w="5420" cap="flat">
              <a:solidFill>
                <a:srgbClr val="3B508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0" name="pg880"/>
            <p:cNvSpPr/>
            <p:nvPr/>
          </p:nvSpPr>
          <p:spPr>
            <a:xfrm>
              <a:off x="5632819" y="320833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508A">
                <a:alpha val="100000"/>
              </a:srgbClr>
            </a:solidFill>
            <a:ln w="5420" cap="flat">
              <a:solidFill>
                <a:srgbClr val="3B508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1" name="pg881"/>
            <p:cNvSpPr/>
            <p:nvPr/>
          </p:nvSpPr>
          <p:spPr>
            <a:xfrm>
              <a:off x="5644457" y="320833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508A">
                <a:alpha val="100000"/>
              </a:srgbClr>
            </a:solidFill>
            <a:ln w="5420" cap="flat">
              <a:solidFill>
                <a:srgbClr val="3B508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2" name="pg882"/>
            <p:cNvSpPr/>
            <p:nvPr/>
          </p:nvSpPr>
          <p:spPr>
            <a:xfrm>
              <a:off x="5446622" y="322263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174">
                <a:alpha val="100000"/>
              </a:srgbClr>
            </a:solidFill>
            <a:ln w="5420" cap="flat">
              <a:solidFill>
                <a:srgbClr val="3C417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3" name="pg883"/>
            <p:cNvSpPr/>
            <p:nvPr/>
          </p:nvSpPr>
          <p:spPr>
            <a:xfrm>
              <a:off x="5458259" y="322263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073">
                <a:alpha val="100000"/>
              </a:srgbClr>
            </a:solidFill>
            <a:ln w="5420" cap="flat">
              <a:solidFill>
                <a:srgbClr val="3C407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4" name="pg884"/>
            <p:cNvSpPr/>
            <p:nvPr/>
          </p:nvSpPr>
          <p:spPr>
            <a:xfrm>
              <a:off x="5469897" y="322263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073">
                <a:alpha val="100000"/>
              </a:srgbClr>
            </a:solidFill>
            <a:ln w="5420" cap="flat">
              <a:solidFill>
                <a:srgbClr val="3C407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5" name="pg885"/>
            <p:cNvSpPr/>
            <p:nvPr/>
          </p:nvSpPr>
          <p:spPr>
            <a:xfrm>
              <a:off x="5481534" y="322263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174">
                <a:alpha val="100000"/>
              </a:srgbClr>
            </a:solidFill>
            <a:ln w="5420" cap="flat">
              <a:solidFill>
                <a:srgbClr val="3C417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6" name="pg886"/>
            <p:cNvSpPr/>
            <p:nvPr/>
          </p:nvSpPr>
          <p:spPr>
            <a:xfrm>
              <a:off x="5493171" y="322263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276">
                <a:alpha val="100000"/>
              </a:srgbClr>
            </a:solidFill>
            <a:ln w="5420" cap="flat">
              <a:solidFill>
                <a:srgbClr val="3C427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7" name="pg887"/>
            <p:cNvSpPr/>
            <p:nvPr/>
          </p:nvSpPr>
          <p:spPr>
            <a:xfrm>
              <a:off x="5504809" y="322263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479">
                <a:alpha val="100000"/>
              </a:srgbClr>
            </a:solidFill>
            <a:ln w="5420" cap="flat">
              <a:solidFill>
                <a:srgbClr val="3C447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8" name="pg888"/>
            <p:cNvSpPr/>
            <p:nvPr/>
          </p:nvSpPr>
          <p:spPr>
            <a:xfrm>
              <a:off x="5516446" y="322263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87E">
                <a:alpha val="100000"/>
              </a:srgbClr>
            </a:solidFill>
            <a:ln w="5420" cap="flat">
              <a:solidFill>
                <a:srgbClr val="3C487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9" name="pg889"/>
            <p:cNvSpPr/>
            <p:nvPr/>
          </p:nvSpPr>
          <p:spPr>
            <a:xfrm>
              <a:off x="5528083" y="322263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A80">
                <a:alpha val="100000"/>
              </a:srgbClr>
            </a:solidFill>
            <a:ln w="5420" cap="flat">
              <a:solidFill>
                <a:srgbClr val="3C4A8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0" name="pg890"/>
            <p:cNvSpPr/>
            <p:nvPr/>
          </p:nvSpPr>
          <p:spPr>
            <a:xfrm>
              <a:off x="5539721" y="322263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B82">
                <a:alpha val="100000"/>
              </a:srgbClr>
            </a:solidFill>
            <a:ln w="5420" cap="flat">
              <a:solidFill>
                <a:srgbClr val="3C4B8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1" name="pg891"/>
            <p:cNvSpPr/>
            <p:nvPr/>
          </p:nvSpPr>
          <p:spPr>
            <a:xfrm>
              <a:off x="5551358" y="322263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C84">
                <a:alpha val="100000"/>
              </a:srgbClr>
            </a:solidFill>
            <a:ln w="5420" cap="flat">
              <a:solidFill>
                <a:srgbClr val="3C4C8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2" name="pg892"/>
            <p:cNvSpPr/>
            <p:nvPr/>
          </p:nvSpPr>
          <p:spPr>
            <a:xfrm>
              <a:off x="5562995" y="322263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4D85">
                <a:alpha val="100000"/>
              </a:srgbClr>
            </a:solidFill>
            <a:ln w="5420" cap="flat">
              <a:solidFill>
                <a:srgbClr val="3B4D8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3" name="pg893"/>
            <p:cNvSpPr/>
            <p:nvPr/>
          </p:nvSpPr>
          <p:spPr>
            <a:xfrm>
              <a:off x="5574633" y="322263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4E87">
                <a:alpha val="100000"/>
              </a:srgbClr>
            </a:solidFill>
            <a:ln w="5420" cap="flat">
              <a:solidFill>
                <a:srgbClr val="3B4E8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4" name="pg894"/>
            <p:cNvSpPr/>
            <p:nvPr/>
          </p:nvSpPr>
          <p:spPr>
            <a:xfrm>
              <a:off x="5586270" y="322263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4F88">
                <a:alpha val="100000"/>
              </a:srgbClr>
            </a:solidFill>
            <a:ln w="5420" cap="flat">
              <a:solidFill>
                <a:srgbClr val="3B4F8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5" name="pg895"/>
            <p:cNvSpPr/>
            <p:nvPr/>
          </p:nvSpPr>
          <p:spPr>
            <a:xfrm>
              <a:off x="5597907" y="322263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4F88">
                <a:alpha val="100000"/>
              </a:srgbClr>
            </a:solidFill>
            <a:ln w="5420" cap="flat">
              <a:solidFill>
                <a:srgbClr val="3B4F8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6" name="pg896"/>
            <p:cNvSpPr/>
            <p:nvPr/>
          </p:nvSpPr>
          <p:spPr>
            <a:xfrm>
              <a:off x="5609545" y="322263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5089">
                <a:alpha val="100000"/>
              </a:srgbClr>
            </a:solidFill>
            <a:ln w="5420" cap="flat">
              <a:solidFill>
                <a:srgbClr val="3B508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7" name="pg897"/>
            <p:cNvSpPr/>
            <p:nvPr/>
          </p:nvSpPr>
          <p:spPr>
            <a:xfrm>
              <a:off x="5621182" y="322263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5089">
                <a:alpha val="100000"/>
              </a:srgbClr>
            </a:solidFill>
            <a:ln w="5420" cap="flat">
              <a:solidFill>
                <a:srgbClr val="3B508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8" name="pg898"/>
            <p:cNvSpPr/>
            <p:nvPr/>
          </p:nvSpPr>
          <p:spPr>
            <a:xfrm>
              <a:off x="5632819" y="322263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508A">
                <a:alpha val="100000"/>
              </a:srgbClr>
            </a:solidFill>
            <a:ln w="5420" cap="flat">
              <a:solidFill>
                <a:srgbClr val="3B508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9" name="pg899"/>
            <p:cNvSpPr/>
            <p:nvPr/>
          </p:nvSpPr>
          <p:spPr>
            <a:xfrm>
              <a:off x="5644457" y="322263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518A">
                <a:alpha val="100000"/>
              </a:srgbClr>
            </a:solidFill>
            <a:ln w="5420" cap="flat">
              <a:solidFill>
                <a:srgbClr val="3B518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0" name="pg900"/>
            <p:cNvSpPr/>
            <p:nvPr/>
          </p:nvSpPr>
          <p:spPr>
            <a:xfrm>
              <a:off x="5446622" y="323693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3F72">
                <a:alpha val="100000"/>
              </a:srgbClr>
            </a:solidFill>
            <a:ln w="5420" cap="flat">
              <a:solidFill>
                <a:srgbClr val="3B3F7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1" name="pg901"/>
            <p:cNvSpPr/>
            <p:nvPr/>
          </p:nvSpPr>
          <p:spPr>
            <a:xfrm>
              <a:off x="5458259" y="323693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3F71">
                <a:alpha val="100000"/>
              </a:srgbClr>
            </a:solidFill>
            <a:ln w="5420" cap="flat">
              <a:solidFill>
                <a:srgbClr val="3B3F7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2" name="pg902"/>
            <p:cNvSpPr/>
            <p:nvPr/>
          </p:nvSpPr>
          <p:spPr>
            <a:xfrm>
              <a:off x="5469897" y="323693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3F71">
                <a:alpha val="100000"/>
              </a:srgbClr>
            </a:solidFill>
            <a:ln w="5420" cap="flat">
              <a:solidFill>
                <a:srgbClr val="3B3F7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3" name="pg903"/>
            <p:cNvSpPr/>
            <p:nvPr/>
          </p:nvSpPr>
          <p:spPr>
            <a:xfrm>
              <a:off x="5481534" y="323693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4072">
                <a:alpha val="100000"/>
              </a:srgbClr>
            </a:solidFill>
            <a:ln w="5420" cap="flat">
              <a:solidFill>
                <a:srgbClr val="3B407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4" name="pg904"/>
            <p:cNvSpPr/>
            <p:nvPr/>
          </p:nvSpPr>
          <p:spPr>
            <a:xfrm>
              <a:off x="5493171" y="323693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174">
                <a:alpha val="100000"/>
              </a:srgbClr>
            </a:solidFill>
            <a:ln w="5420" cap="flat">
              <a:solidFill>
                <a:srgbClr val="3C417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5" name="pg905"/>
            <p:cNvSpPr/>
            <p:nvPr/>
          </p:nvSpPr>
          <p:spPr>
            <a:xfrm>
              <a:off x="5504809" y="323693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377">
                <a:alpha val="100000"/>
              </a:srgbClr>
            </a:solidFill>
            <a:ln w="5420" cap="flat">
              <a:solidFill>
                <a:srgbClr val="3C437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6" name="pg906"/>
            <p:cNvSpPr/>
            <p:nvPr/>
          </p:nvSpPr>
          <p:spPr>
            <a:xfrm>
              <a:off x="5516446" y="323693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77D">
                <a:alpha val="100000"/>
              </a:srgbClr>
            </a:solidFill>
            <a:ln w="5420" cap="flat">
              <a:solidFill>
                <a:srgbClr val="3C477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7" name="pg907"/>
            <p:cNvSpPr/>
            <p:nvPr/>
          </p:nvSpPr>
          <p:spPr>
            <a:xfrm>
              <a:off x="5528083" y="323693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97F">
                <a:alpha val="100000"/>
              </a:srgbClr>
            </a:solidFill>
            <a:ln w="5420" cap="flat">
              <a:solidFill>
                <a:srgbClr val="3C497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8" name="pg908"/>
            <p:cNvSpPr/>
            <p:nvPr/>
          </p:nvSpPr>
          <p:spPr>
            <a:xfrm>
              <a:off x="5539721" y="323693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A81">
                <a:alpha val="100000"/>
              </a:srgbClr>
            </a:solidFill>
            <a:ln w="5420" cap="flat">
              <a:solidFill>
                <a:srgbClr val="3C4A8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9" name="pg909"/>
            <p:cNvSpPr/>
            <p:nvPr/>
          </p:nvSpPr>
          <p:spPr>
            <a:xfrm>
              <a:off x="5551358" y="323693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C83">
                <a:alpha val="100000"/>
              </a:srgbClr>
            </a:solidFill>
            <a:ln w="5420" cap="flat">
              <a:solidFill>
                <a:srgbClr val="3C4C8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0" name="pg910"/>
            <p:cNvSpPr/>
            <p:nvPr/>
          </p:nvSpPr>
          <p:spPr>
            <a:xfrm>
              <a:off x="5562995" y="323693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D85">
                <a:alpha val="100000"/>
              </a:srgbClr>
            </a:solidFill>
            <a:ln w="5420" cap="flat">
              <a:solidFill>
                <a:srgbClr val="3C4D8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1" name="pg911"/>
            <p:cNvSpPr/>
            <p:nvPr/>
          </p:nvSpPr>
          <p:spPr>
            <a:xfrm>
              <a:off x="5574633" y="323693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4E86">
                <a:alpha val="100000"/>
              </a:srgbClr>
            </a:solidFill>
            <a:ln w="5420" cap="flat">
              <a:solidFill>
                <a:srgbClr val="3B4E8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2" name="pg912"/>
            <p:cNvSpPr/>
            <p:nvPr/>
          </p:nvSpPr>
          <p:spPr>
            <a:xfrm>
              <a:off x="5586270" y="323693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4F87">
                <a:alpha val="100000"/>
              </a:srgbClr>
            </a:solidFill>
            <a:ln w="5420" cap="flat">
              <a:solidFill>
                <a:srgbClr val="3B4F8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3" name="pg913"/>
            <p:cNvSpPr/>
            <p:nvPr/>
          </p:nvSpPr>
          <p:spPr>
            <a:xfrm>
              <a:off x="5597907" y="323693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4F88">
                <a:alpha val="100000"/>
              </a:srgbClr>
            </a:solidFill>
            <a:ln w="5420" cap="flat">
              <a:solidFill>
                <a:srgbClr val="3B4F8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4" name="pg914"/>
            <p:cNvSpPr/>
            <p:nvPr/>
          </p:nvSpPr>
          <p:spPr>
            <a:xfrm>
              <a:off x="5609545" y="323693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5089">
                <a:alpha val="100000"/>
              </a:srgbClr>
            </a:solidFill>
            <a:ln w="5420" cap="flat">
              <a:solidFill>
                <a:srgbClr val="3B508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5" name="pg915"/>
            <p:cNvSpPr/>
            <p:nvPr/>
          </p:nvSpPr>
          <p:spPr>
            <a:xfrm>
              <a:off x="5621182" y="323693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5089">
                <a:alpha val="100000"/>
              </a:srgbClr>
            </a:solidFill>
            <a:ln w="5420" cap="flat">
              <a:solidFill>
                <a:srgbClr val="3B508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6" name="pg916"/>
            <p:cNvSpPr/>
            <p:nvPr/>
          </p:nvSpPr>
          <p:spPr>
            <a:xfrm>
              <a:off x="5632819" y="323693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518A">
                <a:alpha val="100000"/>
              </a:srgbClr>
            </a:solidFill>
            <a:ln w="5420" cap="flat">
              <a:solidFill>
                <a:srgbClr val="3B518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7" name="pg917"/>
            <p:cNvSpPr/>
            <p:nvPr/>
          </p:nvSpPr>
          <p:spPr>
            <a:xfrm>
              <a:off x="5644457" y="323693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518A">
                <a:alpha val="100000"/>
              </a:srgbClr>
            </a:solidFill>
            <a:ln w="5420" cap="flat">
              <a:solidFill>
                <a:srgbClr val="3B518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8" name="pg918"/>
            <p:cNvSpPr/>
            <p:nvPr/>
          </p:nvSpPr>
          <p:spPr>
            <a:xfrm>
              <a:off x="5306974" y="325123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73A1">
                <a:alpha val="100000"/>
              </a:srgbClr>
            </a:solidFill>
            <a:ln w="5420" cap="flat">
              <a:solidFill>
                <a:srgbClr val="3B73A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9" name="pg919"/>
            <p:cNvSpPr/>
            <p:nvPr/>
          </p:nvSpPr>
          <p:spPr>
            <a:xfrm>
              <a:off x="5353523" y="325123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19D">
                <a:alpha val="100000"/>
              </a:srgbClr>
            </a:solidFill>
            <a:ln w="5420" cap="flat">
              <a:solidFill>
                <a:srgbClr val="3A61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0" name="pg920"/>
            <p:cNvSpPr/>
            <p:nvPr/>
          </p:nvSpPr>
          <p:spPr>
            <a:xfrm>
              <a:off x="5365161" y="325123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5C9B">
                <a:alpha val="100000"/>
              </a:srgbClr>
            </a:solidFill>
            <a:ln w="5420" cap="flat">
              <a:solidFill>
                <a:srgbClr val="395C9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1" name="pg921"/>
            <p:cNvSpPr/>
            <p:nvPr/>
          </p:nvSpPr>
          <p:spPr>
            <a:xfrm>
              <a:off x="5376798" y="325123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5894">
                <a:alpha val="100000"/>
              </a:srgbClr>
            </a:solidFill>
            <a:ln w="5420" cap="flat">
              <a:solidFill>
                <a:srgbClr val="3A589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2" name="pg922"/>
            <p:cNvSpPr/>
            <p:nvPr/>
          </p:nvSpPr>
          <p:spPr>
            <a:xfrm>
              <a:off x="5388435" y="325123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538E">
                <a:alpha val="100000"/>
              </a:srgbClr>
            </a:solidFill>
            <a:ln w="5420" cap="flat">
              <a:solidFill>
                <a:srgbClr val="3B538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3" name="pg923"/>
            <p:cNvSpPr/>
            <p:nvPr/>
          </p:nvSpPr>
          <p:spPr>
            <a:xfrm>
              <a:off x="5400073" y="325123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A81">
                <a:alpha val="100000"/>
              </a:srgbClr>
            </a:solidFill>
            <a:ln w="5420" cap="flat">
              <a:solidFill>
                <a:srgbClr val="3C4A8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4" name="pg924"/>
            <p:cNvSpPr/>
            <p:nvPr/>
          </p:nvSpPr>
          <p:spPr>
            <a:xfrm>
              <a:off x="5411710" y="325123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77C">
                <a:alpha val="100000"/>
              </a:srgbClr>
            </a:solidFill>
            <a:ln w="5420" cap="flat">
              <a:solidFill>
                <a:srgbClr val="3C477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5" name="pg925"/>
            <p:cNvSpPr/>
            <p:nvPr/>
          </p:nvSpPr>
          <p:spPr>
            <a:xfrm>
              <a:off x="5423347" y="325123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478">
                <a:alpha val="100000"/>
              </a:srgbClr>
            </a:solidFill>
            <a:ln w="5420" cap="flat">
              <a:solidFill>
                <a:srgbClr val="3C447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6" name="pg926"/>
            <p:cNvSpPr/>
            <p:nvPr/>
          </p:nvSpPr>
          <p:spPr>
            <a:xfrm>
              <a:off x="5434985" y="325123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174">
                <a:alpha val="100000"/>
              </a:srgbClr>
            </a:solidFill>
            <a:ln w="5420" cap="flat">
              <a:solidFill>
                <a:srgbClr val="3C417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7" name="pg927"/>
            <p:cNvSpPr/>
            <p:nvPr/>
          </p:nvSpPr>
          <p:spPr>
            <a:xfrm>
              <a:off x="5446622" y="325123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4072">
                <a:alpha val="100000"/>
              </a:srgbClr>
            </a:solidFill>
            <a:ln w="5420" cap="flat">
              <a:solidFill>
                <a:srgbClr val="3B407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8" name="pg928"/>
            <p:cNvSpPr/>
            <p:nvPr/>
          </p:nvSpPr>
          <p:spPr>
            <a:xfrm>
              <a:off x="5458259" y="325123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3F71">
                <a:alpha val="100000"/>
              </a:srgbClr>
            </a:solidFill>
            <a:ln w="5420" cap="flat">
              <a:solidFill>
                <a:srgbClr val="3B3F7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9" name="pg929"/>
            <p:cNvSpPr/>
            <p:nvPr/>
          </p:nvSpPr>
          <p:spPr>
            <a:xfrm>
              <a:off x="5469897" y="325123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3F71">
                <a:alpha val="100000"/>
              </a:srgbClr>
            </a:solidFill>
            <a:ln w="5420" cap="flat">
              <a:solidFill>
                <a:srgbClr val="3B3F7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0" name="pg930"/>
            <p:cNvSpPr/>
            <p:nvPr/>
          </p:nvSpPr>
          <p:spPr>
            <a:xfrm>
              <a:off x="5481534" y="325123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4072">
                <a:alpha val="100000"/>
              </a:srgbClr>
            </a:solidFill>
            <a:ln w="5420" cap="flat">
              <a:solidFill>
                <a:srgbClr val="3B407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1" name="pg931"/>
            <p:cNvSpPr/>
            <p:nvPr/>
          </p:nvSpPr>
          <p:spPr>
            <a:xfrm>
              <a:off x="5493171" y="325123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174">
                <a:alpha val="100000"/>
              </a:srgbClr>
            </a:solidFill>
            <a:ln w="5420" cap="flat">
              <a:solidFill>
                <a:srgbClr val="3C417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2" name="pg932"/>
            <p:cNvSpPr/>
            <p:nvPr/>
          </p:nvSpPr>
          <p:spPr>
            <a:xfrm>
              <a:off x="5504809" y="325123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377">
                <a:alpha val="100000"/>
              </a:srgbClr>
            </a:solidFill>
            <a:ln w="5420" cap="flat">
              <a:solidFill>
                <a:srgbClr val="3C437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3" name="pg933"/>
            <p:cNvSpPr/>
            <p:nvPr/>
          </p:nvSpPr>
          <p:spPr>
            <a:xfrm>
              <a:off x="5516446" y="325123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77C">
                <a:alpha val="100000"/>
              </a:srgbClr>
            </a:solidFill>
            <a:ln w="5420" cap="flat">
              <a:solidFill>
                <a:srgbClr val="3C477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4" name="pg934"/>
            <p:cNvSpPr/>
            <p:nvPr/>
          </p:nvSpPr>
          <p:spPr>
            <a:xfrm>
              <a:off x="5528083" y="325123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97F">
                <a:alpha val="100000"/>
              </a:srgbClr>
            </a:solidFill>
            <a:ln w="5420" cap="flat">
              <a:solidFill>
                <a:srgbClr val="3C497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5" name="pg935"/>
            <p:cNvSpPr/>
            <p:nvPr/>
          </p:nvSpPr>
          <p:spPr>
            <a:xfrm>
              <a:off x="5539721" y="325123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A81">
                <a:alpha val="100000"/>
              </a:srgbClr>
            </a:solidFill>
            <a:ln w="5420" cap="flat">
              <a:solidFill>
                <a:srgbClr val="3C4A8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6" name="pg936"/>
            <p:cNvSpPr/>
            <p:nvPr/>
          </p:nvSpPr>
          <p:spPr>
            <a:xfrm>
              <a:off x="5551358" y="325123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C83">
                <a:alpha val="100000"/>
              </a:srgbClr>
            </a:solidFill>
            <a:ln w="5420" cap="flat">
              <a:solidFill>
                <a:srgbClr val="3C4C8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7" name="pg937"/>
            <p:cNvSpPr/>
            <p:nvPr/>
          </p:nvSpPr>
          <p:spPr>
            <a:xfrm>
              <a:off x="5562995" y="325123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D85">
                <a:alpha val="100000"/>
              </a:srgbClr>
            </a:solidFill>
            <a:ln w="5420" cap="flat">
              <a:solidFill>
                <a:srgbClr val="3C4D8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8" name="pg938"/>
            <p:cNvSpPr/>
            <p:nvPr/>
          </p:nvSpPr>
          <p:spPr>
            <a:xfrm>
              <a:off x="5574633" y="325123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4E86">
                <a:alpha val="100000"/>
              </a:srgbClr>
            </a:solidFill>
            <a:ln w="5420" cap="flat">
              <a:solidFill>
                <a:srgbClr val="3B4E8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9" name="pg939"/>
            <p:cNvSpPr/>
            <p:nvPr/>
          </p:nvSpPr>
          <p:spPr>
            <a:xfrm>
              <a:off x="5586270" y="325123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4F87">
                <a:alpha val="100000"/>
              </a:srgbClr>
            </a:solidFill>
            <a:ln w="5420" cap="flat">
              <a:solidFill>
                <a:srgbClr val="3B4F8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0" name="pg940"/>
            <p:cNvSpPr/>
            <p:nvPr/>
          </p:nvSpPr>
          <p:spPr>
            <a:xfrm>
              <a:off x="5597907" y="325123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4F88">
                <a:alpha val="100000"/>
              </a:srgbClr>
            </a:solidFill>
            <a:ln w="5420" cap="flat">
              <a:solidFill>
                <a:srgbClr val="3B4F8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1" name="pg941"/>
            <p:cNvSpPr/>
            <p:nvPr/>
          </p:nvSpPr>
          <p:spPr>
            <a:xfrm>
              <a:off x="5609545" y="325123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5089">
                <a:alpha val="100000"/>
              </a:srgbClr>
            </a:solidFill>
            <a:ln w="5420" cap="flat">
              <a:solidFill>
                <a:srgbClr val="3B508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2" name="pg942"/>
            <p:cNvSpPr/>
            <p:nvPr/>
          </p:nvSpPr>
          <p:spPr>
            <a:xfrm>
              <a:off x="5621182" y="325123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508A">
                <a:alpha val="100000"/>
              </a:srgbClr>
            </a:solidFill>
            <a:ln w="5420" cap="flat">
              <a:solidFill>
                <a:srgbClr val="3B508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3" name="pg943"/>
            <p:cNvSpPr/>
            <p:nvPr/>
          </p:nvSpPr>
          <p:spPr>
            <a:xfrm>
              <a:off x="5632819" y="325123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518A">
                <a:alpha val="100000"/>
              </a:srgbClr>
            </a:solidFill>
            <a:ln w="5420" cap="flat">
              <a:solidFill>
                <a:srgbClr val="3B518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4" name="pg944"/>
            <p:cNvSpPr/>
            <p:nvPr/>
          </p:nvSpPr>
          <p:spPr>
            <a:xfrm>
              <a:off x="5178963" y="326553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72A1">
                <a:alpha val="100000"/>
              </a:srgbClr>
            </a:solidFill>
            <a:ln w="5420" cap="flat">
              <a:solidFill>
                <a:srgbClr val="3B72A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5" name="pg945"/>
            <p:cNvSpPr/>
            <p:nvPr/>
          </p:nvSpPr>
          <p:spPr>
            <a:xfrm>
              <a:off x="5190601" y="326553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4A1">
                <a:alpha val="100000"/>
              </a:srgbClr>
            </a:solidFill>
            <a:ln w="5420" cap="flat">
              <a:solidFill>
                <a:srgbClr val="3A74A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6" name="pg946"/>
            <p:cNvSpPr/>
            <p:nvPr/>
          </p:nvSpPr>
          <p:spPr>
            <a:xfrm>
              <a:off x="5202238" y="326553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5A2">
                <a:alpha val="100000"/>
              </a:srgbClr>
            </a:solidFill>
            <a:ln w="5420" cap="flat">
              <a:solidFill>
                <a:srgbClr val="3A75A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7" name="pg947"/>
            <p:cNvSpPr/>
            <p:nvPr/>
          </p:nvSpPr>
          <p:spPr>
            <a:xfrm>
              <a:off x="5272062" y="326553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DA4">
                <a:alpha val="100000"/>
              </a:srgbClr>
            </a:solidFill>
            <a:ln w="5420" cap="flat">
              <a:solidFill>
                <a:srgbClr val="3A7DA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8" name="pg948"/>
            <p:cNvSpPr/>
            <p:nvPr/>
          </p:nvSpPr>
          <p:spPr>
            <a:xfrm>
              <a:off x="5283699" y="326553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BA3">
                <a:alpha val="100000"/>
              </a:srgbClr>
            </a:solidFill>
            <a:ln w="5420" cap="flat">
              <a:solidFill>
                <a:srgbClr val="3A7BA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9" name="pg949"/>
            <p:cNvSpPr/>
            <p:nvPr/>
          </p:nvSpPr>
          <p:spPr>
            <a:xfrm>
              <a:off x="5295337" y="326553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9A3">
                <a:alpha val="100000"/>
              </a:srgbClr>
            </a:solidFill>
            <a:ln w="5420" cap="flat">
              <a:solidFill>
                <a:srgbClr val="3A79A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0" name="pg950"/>
            <p:cNvSpPr/>
            <p:nvPr/>
          </p:nvSpPr>
          <p:spPr>
            <a:xfrm>
              <a:off x="5306974" y="326553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6A2">
                <a:alpha val="100000"/>
              </a:srgbClr>
            </a:solidFill>
            <a:ln w="5420" cap="flat">
              <a:solidFill>
                <a:srgbClr val="3A76A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1" name="pg951"/>
            <p:cNvSpPr/>
            <p:nvPr/>
          </p:nvSpPr>
          <p:spPr>
            <a:xfrm>
              <a:off x="5318611" y="326553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72A1">
                <a:alpha val="100000"/>
              </a:srgbClr>
            </a:solidFill>
            <a:ln w="5420" cap="flat">
              <a:solidFill>
                <a:srgbClr val="3B72A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2" name="pg952"/>
            <p:cNvSpPr/>
            <p:nvPr/>
          </p:nvSpPr>
          <p:spPr>
            <a:xfrm>
              <a:off x="5330249" y="326553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EA0">
                <a:alpha val="100000"/>
              </a:srgbClr>
            </a:solidFill>
            <a:ln w="5420" cap="flat">
              <a:solidFill>
                <a:srgbClr val="3A6EA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3" name="pg953"/>
            <p:cNvSpPr/>
            <p:nvPr/>
          </p:nvSpPr>
          <p:spPr>
            <a:xfrm>
              <a:off x="5341886" y="326553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99F">
                <a:alpha val="100000"/>
              </a:srgbClr>
            </a:solidFill>
            <a:ln w="5420" cap="flat">
              <a:solidFill>
                <a:srgbClr val="3A69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4" name="pg954"/>
            <p:cNvSpPr/>
            <p:nvPr/>
          </p:nvSpPr>
          <p:spPr>
            <a:xfrm>
              <a:off x="5353523" y="326553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49E">
                <a:alpha val="100000"/>
              </a:srgbClr>
            </a:solidFill>
            <a:ln w="5420" cap="flat">
              <a:solidFill>
                <a:srgbClr val="3A64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5" name="pg955"/>
            <p:cNvSpPr/>
            <p:nvPr/>
          </p:nvSpPr>
          <p:spPr>
            <a:xfrm>
              <a:off x="5365161" y="326553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5E9C">
                <a:alpha val="100000"/>
              </a:srgbClr>
            </a:solidFill>
            <a:ln w="5420" cap="flat">
              <a:solidFill>
                <a:srgbClr val="395E9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6" name="pg956"/>
            <p:cNvSpPr/>
            <p:nvPr/>
          </p:nvSpPr>
          <p:spPr>
            <a:xfrm>
              <a:off x="5376798" y="326553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5997">
                <a:alpha val="100000"/>
              </a:srgbClr>
            </a:solidFill>
            <a:ln w="5420" cap="flat">
              <a:solidFill>
                <a:srgbClr val="3A599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7" name="pg957"/>
            <p:cNvSpPr/>
            <p:nvPr/>
          </p:nvSpPr>
          <p:spPr>
            <a:xfrm>
              <a:off x="5388435" y="326553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5590">
                <a:alpha val="100000"/>
              </a:srgbClr>
            </a:solidFill>
            <a:ln w="5420" cap="flat">
              <a:solidFill>
                <a:srgbClr val="3B559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8" name="pg958"/>
            <p:cNvSpPr/>
            <p:nvPr/>
          </p:nvSpPr>
          <p:spPr>
            <a:xfrm>
              <a:off x="5400073" y="326553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C84">
                <a:alpha val="100000"/>
              </a:srgbClr>
            </a:solidFill>
            <a:ln w="5420" cap="flat">
              <a:solidFill>
                <a:srgbClr val="3C4C8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9" name="pg959"/>
            <p:cNvSpPr/>
            <p:nvPr/>
          </p:nvSpPr>
          <p:spPr>
            <a:xfrm>
              <a:off x="5411710" y="326553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87E">
                <a:alpha val="100000"/>
              </a:srgbClr>
            </a:solidFill>
            <a:ln w="5420" cap="flat">
              <a:solidFill>
                <a:srgbClr val="3C487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0" name="pg960"/>
            <p:cNvSpPr/>
            <p:nvPr/>
          </p:nvSpPr>
          <p:spPr>
            <a:xfrm>
              <a:off x="5423347" y="326553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57A">
                <a:alpha val="100000"/>
              </a:srgbClr>
            </a:solidFill>
            <a:ln w="5420" cap="flat">
              <a:solidFill>
                <a:srgbClr val="3C457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1" name="pg961"/>
            <p:cNvSpPr/>
            <p:nvPr/>
          </p:nvSpPr>
          <p:spPr>
            <a:xfrm>
              <a:off x="5434985" y="326553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376">
                <a:alpha val="100000"/>
              </a:srgbClr>
            </a:solidFill>
            <a:ln w="5420" cap="flat">
              <a:solidFill>
                <a:srgbClr val="3C437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2" name="pg962"/>
            <p:cNvSpPr/>
            <p:nvPr/>
          </p:nvSpPr>
          <p:spPr>
            <a:xfrm>
              <a:off x="5446622" y="326553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174">
                <a:alpha val="100000"/>
              </a:srgbClr>
            </a:solidFill>
            <a:ln w="5420" cap="flat">
              <a:solidFill>
                <a:srgbClr val="3C417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3" name="pg963"/>
            <p:cNvSpPr/>
            <p:nvPr/>
          </p:nvSpPr>
          <p:spPr>
            <a:xfrm>
              <a:off x="5458259" y="326553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073">
                <a:alpha val="100000"/>
              </a:srgbClr>
            </a:solidFill>
            <a:ln w="5420" cap="flat">
              <a:solidFill>
                <a:srgbClr val="3C407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4" name="pg964"/>
            <p:cNvSpPr/>
            <p:nvPr/>
          </p:nvSpPr>
          <p:spPr>
            <a:xfrm>
              <a:off x="5469897" y="326553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073">
                <a:alpha val="100000"/>
              </a:srgbClr>
            </a:solidFill>
            <a:ln w="5420" cap="flat">
              <a:solidFill>
                <a:srgbClr val="3C407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5" name="pg965"/>
            <p:cNvSpPr/>
            <p:nvPr/>
          </p:nvSpPr>
          <p:spPr>
            <a:xfrm>
              <a:off x="5481534" y="326553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174">
                <a:alpha val="100000"/>
              </a:srgbClr>
            </a:solidFill>
            <a:ln w="5420" cap="flat">
              <a:solidFill>
                <a:srgbClr val="3C417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6" name="pg966"/>
            <p:cNvSpPr/>
            <p:nvPr/>
          </p:nvSpPr>
          <p:spPr>
            <a:xfrm>
              <a:off x="5493171" y="326553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276">
                <a:alpha val="100000"/>
              </a:srgbClr>
            </a:solidFill>
            <a:ln w="5420" cap="flat">
              <a:solidFill>
                <a:srgbClr val="3C427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7" name="pg967"/>
            <p:cNvSpPr/>
            <p:nvPr/>
          </p:nvSpPr>
          <p:spPr>
            <a:xfrm>
              <a:off x="5504809" y="326553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478">
                <a:alpha val="100000"/>
              </a:srgbClr>
            </a:solidFill>
            <a:ln w="5420" cap="flat">
              <a:solidFill>
                <a:srgbClr val="3C447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8" name="pg968"/>
            <p:cNvSpPr/>
            <p:nvPr/>
          </p:nvSpPr>
          <p:spPr>
            <a:xfrm>
              <a:off x="5516446" y="326553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77D">
                <a:alpha val="100000"/>
              </a:srgbClr>
            </a:solidFill>
            <a:ln w="5420" cap="flat">
              <a:solidFill>
                <a:srgbClr val="3C477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9" name="pg969"/>
            <p:cNvSpPr/>
            <p:nvPr/>
          </p:nvSpPr>
          <p:spPr>
            <a:xfrm>
              <a:off x="5528083" y="326553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97F">
                <a:alpha val="100000"/>
              </a:srgbClr>
            </a:solidFill>
            <a:ln w="5420" cap="flat">
              <a:solidFill>
                <a:srgbClr val="3C497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70" name="pg970"/>
            <p:cNvSpPr/>
            <p:nvPr/>
          </p:nvSpPr>
          <p:spPr>
            <a:xfrm>
              <a:off x="5539721" y="326553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A82">
                <a:alpha val="100000"/>
              </a:srgbClr>
            </a:solidFill>
            <a:ln w="5420" cap="flat">
              <a:solidFill>
                <a:srgbClr val="3C4A8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71" name="pg971"/>
            <p:cNvSpPr/>
            <p:nvPr/>
          </p:nvSpPr>
          <p:spPr>
            <a:xfrm>
              <a:off x="5551358" y="326553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C83">
                <a:alpha val="100000"/>
              </a:srgbClr>
            </a:solidFill>
            <a:ln w="5420" cap="flat">
              <a:solidFill>
                <a:srgbClr val="3C4C8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72" name="pg972"/>
            <p:cNvSpPr/>
            <p:nvPr/>
          </p:nvSpPr>
          <p:spPr>
            <a:xfrm>
              <a:off x="5562995" y="326553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D85">
                <a:alpha val="100000"/>
              </a:srgbClr>
            </a:solidFill>
            <a:ln w="5420" cap="flat">
              <a:solidFill>
                <a:srgbClr val="3C4D8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73" name="pg973"/>
            <p:cNvSpPr/>
            <p:nvPr/>
          </p:nvSpPr>
          <p:spPr>
            <a:xfrm>
              <a:off x="5574633" y="326553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4E86">
                <a:alpha val="100000"/>
              </a:srgbClr>
            </a:solidFill>
            <a:ln w="5420" cap="flat">
              <a:solidFill>
                <a:srgbClr val="3B4E8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74" name="pg974"/>
            <p:cNvSpPr/>
            <p:nvPr/>
          </p:nvSpPr>
          <p:spPr>
            <a:xfrm>
              <a:off x="5586270" y="326553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4F87">
                <a:alpha val="100000"/>
              </a:srgbClr>
            </a:solidFill>
            <a:ln w="5420" cap="flat">
              <a:solidFill>
                <a:srgbClr val="3B4F8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75" name="pg975"/>
            <p:cNvSpPr/>
            <p:nvPr/>
          </p:nvSpPr>
          <p:spPr>
            <a:xfrm>
              <a:off x="5597907" y="326553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4F88">
                <a:alpha val="100000"/>
              </a:srgbClr>
            </a:solidFill>
            <a:ln w="5420" cap="flat">
              <a:solidFill>
                <a:srgbClr val="3B4F8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76" name="pg976"/>
            <p:cNvSpPr/>
            <p:nvPr/>
          </p:nvSpPr>
          <p:spPr>
            <a:xfrm>
              <a:off x="5167326" y="327983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72A1">
                <a:alpha val="100000"/>
              </a:srgbClr>
            </a:solidFill>
            <a:ln w="5420" cap="flat">
              <a:solidFill>
                <a:srgbClr val="3B72A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77" name="pg977"/>
            <p:cNvSpPr/>
            <p:nvPr/>
          </p:nvSpPr>
          <p:spPr>
            <a:xfrm>
              <a:off x="5178963" y="327983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3A1">
                <a:alpha val="100000"/>
              </a:srgbClr>
            </a:solidFill>
            <a:ln w="5420" cap="flat">
              <a:solidFill>
                <a:srgbClr val="3A73A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78" name="pg978"/>
            <p:cNvSpPr/>
            <p:nvPr/>
          </p:nvSpPr>
          <p:spPr>
            <a:xfrm>
              <a:off x="5190601" y="327983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5A2">
                <a:alpha val="100000"/>
              </a:srgbClr>
            </a:solidFill>
            <a:ln w="5420" cap="flat">
              <a:solidFill>
                <a:srgbClr val="3A75A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79" name="pg979"/>
            <p:cNvSpPr/>
            <p:nvPr/>
          </p:nvSpPr>
          <p:spPr>
            <a:xfrm>
              <a:off x="5202238" y="327983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7A2">
                <a:alpha val="100000"/>
              </a:srgbClr>
            </a:solidFill>
            <a:ln w="5420" cap="flat">
              <a:solidFill>
                <a:srgbClr val="3A77A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80" name="pg980"/>
            <p:cNvSpPr/>
            <p:nvPr/>
          </p:nvSpPr>
          <p:spPr>
            <a:xfrm>
              <a:off x="5213875" y="327983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9A2">
                <a:alpha val="100000"/>
              </a:srgbClr>
            </a:solidFill>
            <a:ln w="5420" cap="flat">
              <a:solidFill>
                <a:srgbClr val="3A79A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81" name="pg981"/>
            <p:cNvSpPr/>
            <p:nvPr/>
          </p:nvSpPr>
          <p:spPr>
            <a:xfrm>
              <a:off x="5248787" y="327983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EA4">
                <a:alpha val="100000"/>
              </a:srgbClr>
            </a:solidFill>
            <a:ln w="5420" cap="flat">
              <a:solidFill>
                <a:srgbClr val="3A7EA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82" name="pg982"/>
            <p:cNvSpPr/>
            <p:nvPr/>
          </p:nvSpPr>
          <p:spPr>
            <a:xfrm>
              <a:off x="5260425" y="327983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FA4">
                <a:alpha val="100000"/>
              </a:srgbClr>
            </a:solidFill>
            <a:ln w="5420" cap="flat">
              <a:solidFill>
                <a:srgbClr val="3A7FA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83" name="pg983"/>
            <p:cNvSpPr/>
            <p:nvPr/>
          </p:nvSpPr>
          <p:spPr>
            <a:xfrm>
              <a:off x="5272062" y="327983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80A4">
                <a:alpha val="100000"/>
              </a:srgbClr>
            </a:solidFill>
            <a:ln w="5420" cap="flat">
              <a:solidFill>
                <a:srgbClr val="3A80A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84" name="pg984"/>
            <p:cNvSpPr/>
            <p:nvPr/>
          </p:nvSpPr>
          <p:spPr>
            <a:xfrm>
              <a:off x="5283699" y="327983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EA4">
                <a:alpha val="100000"/>
              </a:srgbClr>
            </a:solidFill>
            <a:ln w="5420" cap="flat">
              <a:solidFill>
                <a:srgbClr val="3A7EA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85" name="pg985"/>
            <p:cNvSpPr/>
            <p:nvPr/>
          </p:nvSpPr>
          <p:spPr>
            <a:xfrm>
              <a:off x="5295337" y="327983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CA3">
                <a:alpha val="100000"/>
              </a:srgbClr>
            </a:solidFill>
            <a:ln w="5420" cap="flat">
              <a:solidFill>
                <a:srgbClr val="3A7CA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86" name="pg986"/>
            <p:cNvSpPr/>
            <p:nvPr/>
          </p:nvSpPr>
          <p:spPr>
            <a:xfrm>
              <a:off x="5306974" y="327983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9A3">
                <a:alpha val="100000"/>
              </a:srgbClr>
            </a:solidFill>
            <a:ln w="5420" cap="flat">
              <a:solidFill>
                <a:srgbClr val="3A79A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87" name="pg987"/>
            <p:cNvSpPr/>
            <p:nvPr/>
          </p:nvSpPr>
          <p:spPr>
            <a:xfrm>
              <a:off x="5318611" y="327983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5A2">
                <a:alpha val="100000"/>
              </a:srgbClr>
            </a:solidFill>
            <a:ln w="5420" cap="flat">
              <a:solidFill>
                <a:srgbClr val="3A75A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88" name="pg988"/>
            <p:cNvSpPr/>
            <p:nvPr/>
          </p:nvSpPr>
          <p:spPr>
            <a:xfrm>
              <a:off x="5330249" y="327983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70A1">
                <a:alpha val="100000"/>
              </a:srgbClr>
            </a:solidFill>
            <a:ln w="5420" cap="flat">
              <a:solidFill>
                <a:srgbClr val="3B70A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89" name="pg989"/>
            <p:cNvSpPr/>
            <p:nvPr/>
          </p:nvSpPr>
          <p:spPr>
            <a:xfrm>
              <a:off x="5341886" y="327983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B9F">
                <a:alpha val="100000"/>
              </a:srgbClr>
            </a:solidFill>
            <a:ln w="5420" cap="flat">
              <a:solidFill>
                <a:srgbClr val="3A6B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90" name="pg990"/>
            <p:cNvSpPr/>
            <p:nvPr/>
          </p:nvSpPr>
          <p:spPr>
            <a:xfrm>
              <a:off x="5353523" y="327983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69E">
                <a:alpha val="100000"/>
              </a:srgbClr>
            </a:solidFill>
            <a:ln w="5420" cap="flat">
              <a:solidFill>
                <a:srgbClr val="3A66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91" name="pg991"/>
            <p:cNvSpPr/>
            <p:nvPr/>
          </p:nvSpPr>
          <p:spPr>
            <a:xfrm>
              <a:off x="5365161" y="327983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19D">
                <a:alpha val="100000"/>
              </a:srgbClr>
            </a:solidFill>
            <a:ln w="5420" cap="flat">
              <a:solidFill>
                <a:srgbClr val="3A61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92" name="pg992"/>
            <p:cNvSpPr/>
            <p:nvPr/>
          </p:nvSpPr>
          <p:spPr>
            <a:xfrm>
              <a:off x="5376798" y="327983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5B9A">
                <a:alpha val="100000"/>
              </a:srgbClr>
            </a:solidFill>
            <a:ln w="5420" cap="flat">
              <a:solidFill>
                <a:srgbClr val="395B9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93" name="pg993"/>
            <p:cNvSpPr/>
            <p:nvPr/>
          </p:nvSpPr>
          <p:spPr>
            <a:xfrm>
              <a:off x="5388435" y="327983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5793">
                <a:alpha val="100000"/>
              </a:srgbClr>
            </a:solidFill>
            <a:ln w="5420" cap="flat">
              <a:solidFill>
                <a:srgbClr val="3A579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94" name="pg994"/>
            <p:cNvSpPr/>
            <p:nvPr/>
          </p:nvSpPr>
          <p:spPr>
            <a:xfrm>
              <a:off x="5400073" y="327983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4E87">
                <a:alpha val="100000"/>
              </a:srgbClr>
            </a:solidFill>
            <a:ln w="5420" cap="flat">
              <a:solidFill>
                <a:srgbClr val="3B4E8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95" name="pg995"/>
            <p:cNvSpPr/>
            <p:nvPr/>
          </p:nvSpPr>
          <p:spPr>
            <a:xfrm>
              <a:off x="5411710" y="327983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B82">
                <a:alpha val="100000"/>
              </a:srgbClr>
            </a:solidFill>
            <a:ln w="5420" cap="flat">
              <a:solidFill>
                <a:srgbClr val="3C4B8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96" name="pg996"/>
            <p:cNvSpPr/>
            <p:nvPr/>
          </p:nvSpPr>
          <p:spPr>
            <a:xfrm>
              <a:off x="5423347" y="327983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87D">
                <a:alpha val="100000"/>
              </a:srgbClr>
            </a:solidFill>
            <a:ln w="5420" cap="flat">
              <a:solidFill>
                <a:srgbClr val="3C487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97" name="pg997"/>
            <p:cNvSpPr/>
            <p:nvPr/>
          </p:nvSpPr>
          <p:spPr>
            <a:xfrm>
              <a:off x="5434985" y="327983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57A">
                <a:alpha val="100000"/>
              </a:srgbClr>
            </a:solidFill>
            <a:ln w="5420" cap="flat">
              <a:solidFill>
                <a:srgbClr val="3C457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98" name="pg998"/>
            <p:cNvSpPr/>
            <p:nvPr/>
          </p:nvSpPr>
          <p:spPr>
            <a:xfrm>
              <a:off x="5446622" y="327983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478">
                <a:alpha val="100000"/>
              </a:srgbClr>
            </a:solidFill>
            <a:ln w="5420" cap="flat">
              <a:solidFill>
                <a:srgbClr val="3C447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99" name="pg999"/>
            <p:cNvSpPr/>
            <p:nvPr/>
          </p:nvSpPr>
          <p:spPr>
            <a:xfrm>
              <a:off x="5458259" y="327983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377">
                <a:alpha val="100000"/>
              </a:srgbClr>
            </a:solidFill>
            <a:ln w="5420" cap="flat">
              <a:solidFill>
                <a:srgbClr val="3C437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00" name="pg1000"/>
            <p:cNvSpPr/>
            <p:nvPr/>
          </p:nvSpPr>
          <p:spPr>
            <a:xfrm>
              <a:off x="5469897" y="327983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377">
                <a:alpha val="100000"/>
              </a:srgbClr>
            </a:solidFill>
            <a:ln w="5420" cap="flat">
              <a:solidFill>
                <a:srgbClr val="3C437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01" name="pg1001"/>
            <p:cNvSpPr/>
            <p:nvPr/>
          </p:nvSpPr>
          <p:spPr>
            <a:xfrm>
              <a:off x="5481534" y="327983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377">
                <a:alpha val="100000"/>
              </a:srgbClr>
            </a:solidFill>
            <a:ln w="5420" cap="flat">
              <a:solidFill>
                <a:srgbClr val="3C437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02" name="pg1002"/>
            <p:cNvSpPr/>
            <p:nvPr/>
          </p:nvSpPr>
          <p:spPr>
            <a:xfrm>
              <a:off x="5493171" y="327983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479">
                <a:alpha val="100000"/>
              </a:srgbClr>
            </a:solidFill>
            <a:ln w="5420" cap="flat">
              <a:solidFill>
                <a:srgbClr val="3C447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03" name="pg1003"/>
            <p:cNvSpPr/>
            <p:nvPr/>
          </p:nvSpPr>
          <p:spPr>
            <a:xfrm>
              <a:off x="5504809" y="327983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57A">
                <a:alpha val="100000"/>
              </a:srgbClr>
            </a:solidFill>
            <a:ln w="5420" cap="flat">
              <a:solidFill>
                <a:srgbClr val="3C457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04" name="pg1004"/>
            <p:cNvSpPr/>
            <p:nvPr/>
          </p:nvSpPr>
          <p:spPr>
            <a:xfrm>
              <a:off x="5516446" y="327983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87E">
                <a:alpha val="100000"/>
              </a:srgbClr>
            </a:solidFill>
            <a:ln w="5420" cap="flat">
              <a:solidFill>
                <a:srgbClr val="3C487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05" name="pg1005"/>
            <p:cNvSpPr/>
            <p:nvPr/>
          </p:nvSpPr>
          <p:spPr>
            <a:xfrm>
              <a:off x="5539721" y="327983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B82">
                <a:alpha val="100000"/>
              </a:srgbClr>
            </a:solidFill>
            <a:ln w="5420" cap="flat">
              <a:solidFill>
                <a:srgbClr val="3C4B8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06" name="pg1006"/>
            <p:cNvSpPr/>
            <p:nvPr/>
          </p:nvSpPr>
          <p:spPr>
            <a:xfrm>
              <a:off x="5551358" y="327983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C84">
                <a:alpha val="100000"/>
              </a:srgbClr>
            </a:solidFill>
            <a:ln w="5420" cap="flat">
              <a:solidFill>
                <a:srgbClr val="3C4C8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07" name="pg1007"/>
            <p:cNvSpPr/>
            <p:nvPr/>
          </p:nvSpPr>
          <p:spPr>
            <a:xfrm>
              <a:off x="5167326" y="329413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72A1">
                <a:alpha val="100000"/>
              </a:srgbClr>
            </a:solidFill>
            <a:ln w="5420" cap="flat">
              <a:solidFill>
                <a:srgbClr val="3B72A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08" name="pg1008"/>
            <p:cNvSpPr/>
            <p:nvPr/>
          </p:nvSpPr>
          <p:spPr>
            <a:xfrm>
              <a:off x="5178963" y="329413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4A1">
                <a:alpha val="100000"/>
              </a:srgbClr>
            </a:solidFill>
            <a:ln w="5420" cap="flat">
              <a:solidFill>
                <a:srgbClr val="3A74A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09" name="pg1009"/>
            <p:cNvSpPr/>
            <p:nvPr/>
          </p:nvSpPr>
          <p:spPr>
            <a:xfrm>
              <a:off x="5190601" y="329413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6A2">
                <a:alpha val="100000"/>
              </a:srgbClr>
            </a:solidFill>
            <a:ln w="5420" cap="flat">
              <a:solidFill>
                <a:srgbClr val="3A76A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10" name="pg1010"/>
            <p:cNvSpPr/>
            <p:nvPr/>
          </p:nvSpPr>
          <p:spPr>
            <a:xfrm>
              <a:off x="5202238" y="329413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7A2">
                <a:alpha val="100000"/>
              </a:srgbClr>
            </a:solidFill>
            <a:ln w="5420" cap="flat">
              <a:solidFill>
                <a:srgbClr val="3A77A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11" name="pg1011"/>
            <p:cNvSpPr/>
            <p:nvPr/>
          </p:nvSpPr>
          <p:spPr>
            <a:xfrm>
              <a:off x="5213875" y="329413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9A3">
                <a:alpha val="100000"/>
              </a:srgbClr>
            </a:solidFill>
            <a:ln w="5420" cap="flat">
              <a:solidFill>
                <a:srgbClr val="3A79A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12" name="pg1012"/>
            <p:cNvSpPr/>
            <p:nvPr/>
          </p:nvSpPr>
          <p:spPr>
            <a:xfrm>
              <a:off x="5225513" y="329413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BA3">
                <a:alpha val="100000"/>
              </a:srgbClr>
            </a:solidFill>
            <a:ln w="5420" cap="flat">
              <a:solidFill>
                <a:srgbClr val="3A7BA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13" name="pg1013"/>
            <p:cNvSpPr/>
            <p:nvPr/>
          </p:nvSpPr>
          <p:spPr>
            <a:xfrm>
              <a:off x="5237150" y="329413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DA4">
                <a:alpha val="100000"/>
              </a:srgbClr>
            </a:solidFill>
            <a:ln w="5420" cap="flat">
              <a:solidFill>
                <a:srgbClr val="3A7DA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14" name="pg1014"/>
            <p:cNvSpPr/>
            <p:nvPr/>
          </p:nvSpPr>
          <p:spPr>
            <a:xfrm>
              <a:off x="5248787" y="329413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FA4">
                <a:alpha val="100000"/>
              </a:srgbClr>
            </a:solidFill>
            <a:ln w="5420" cap="flat">
              <a:solidFill>
                <a:srgbClr val="3A7FA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15" name="pg1015"/>
            <p:cNvSpPr/>
            <p:nvPr/>
          </p:nvSpPr>
          <p:spPr>
            <a:xfrm>
              <a:off x="5260425" y="329413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80A4">
                <a:alpha val="100000"/>
              </a:srgbClr>
            </a:solidFill>
            <a:ln w="5420" cap="flat">
              <a:solidFill>
                <a:srgbClr val="3A80A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16" name="pg1016"/>
            <p:cNvSpPr/>
            <p:nvPr/>
          </p:nvSpPr>
          <p:spPr>
            <a:xfrm>
              <a:off x="5272062" y="329413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81A4">
                <a:alpha val="100000"/>
              </a:srgbClr>
            </a:solidFill>
            <a:ln w="5420" cap="flat">
              <a:solidFill>
                <a:srgbClr val="3981A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17" name="pg1017"/>
            <p:cNvSpPr/>
            <p:nvPr/>
          </p:nvSpPr>
          <p:spPr>
            <a:xfrm>
              <a:off x="5283699" y="329413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80A4">
                <a:alpha val="100000"/>
              </a:srgbClr>
            </a:solidFill>
            <a:ln w="5420" cap="flat">
              <a:solidFill>
                <a:srgbClr val="3A80A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18" name="pg1018"/>
            <p:cNvSpPr/>
            <p:nvPr/>
          </p:nvSpPr>
          <p:spPr>
            <a:xfrm>
              <a:off x="5295337" y="329413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EA4">
                <a:alpha val="100000"/>
              </a:srgbClr>
            </a:solidFill>
            <a:ln w="5420" cap="flat">
              <a:solidFill>
                <a:srgbClr val="3A7EA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19" name="pg1019"/>
            <p:cNvSpPr/>
            <p:nvPr/>
          </p:nvSpPr>
          <p:spPr>
            <a:xfrm>
              <a:off x="5306974" y="329413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BA3">
                <a:alpha val="100000"/>
              </a:srgbClr>
            </a:solidFill>
            <a:ln w="5420" cap="flat">
              <a:solidFill>
                <a:srgbClr val="3A7BA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20" name="pg1020"/>
            <p:cNvSpPr/>
            <p:nvPr/>
          </p:nvSpPr>
          <p:spPr>
            <a:xfrm>
              <a:off x="5318611" y="329413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7A2">
                <a:alpha val="100000"/>
              </a:srgbClr>
            </a:solidFill>
            <a:ln w="5420" cap="flat">
              <a:solidFill>
                <a:srgbClr val="3A77A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21" name="pg1021"/>
            <p:cNvSpPr/>
            <p:nvPr/>
          </p:nvSpPr>
          <p:spPr>
            <a:xfrm>
              <a:off x="5330249" y="329413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72A1">
                <a:alpha val="100000"/>
              </a:srgbClr>
            </a:solidFill>
            <a:ln w="5420" cap="flat">
              <a:solidFill>
                <a:srgbClr val="3B72A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22" name="pg1022"/>
            <p:cNvSpPr/>
            <p:nvPr/>
          </p:nvSpPr>
          <p:spPr>
            <a:xfrm>
              <a:off x="5341886" y="329413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DA0">
                <a:alpha val="100000"/>
              </a:srgbClr>
            </a:solidFill>
            <a:ln w="5420" cap="flat">
              <a:solidFill>
                <a:srgbClr val="3A6DA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23" name="pg1023"/>
            <p:cNvSpPr/>
            <p:nvPr/>
          </p:nvSpPr>
          <p:spPr>
            <a:xfrm>
              <a:off x="5353523" y="329413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89F">
                <a:alpha val="100000"/>
              </a:srgbClr>
            </a:solidFill>
            <a:ln w="5420" cap="flat">
              <a:solidFill>
                <a:srgbClr val="3A68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24" name="pg1024"/>
            <p:cNvSpPr/>
            <p:nvPr/>
          </p:nvSpPr>
          <p:spPr>
            <a:xfrm>
              <a:off x="5365161" y="329413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39D">
                <a:alpha val="100000"/>
              </a:srgbClr>
            </a:solidFill>
            <a:ln w="5420" cap="flat">
              <a:solidFill>
                <a:srgbClr val="3A63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25" name="pg1025"/>
            <p:cNvSpPr/>
            <p:nvPr/>
          </p:nvSpPr>
          <p:spPr>
            <a:xfrm>
              <a:off x="5376798" y="329413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5E9C">
                <a:alpha val="100000"/>
              </a:srgbClr>
            </a:solidFill>
            <a:ln w="5420" cap="flat">
              <a:solidFill>
                <a:srgbClr val="395E9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26" name="pg1026"/>
            <p:cNvSpPr/>
            <p:nvPr/>
          </p:nvSpPr>
          <p:spPr>
            <a:xfrm>
              <a:off x="5388435" y="329413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5996">
                <a:alpha val="100000"/>
              </a:srgbClr>
            </a:solidFill>
            <a:ln w="5420" cap="flat">
              <a:solidFill>
                <a:srgbClr val="3A599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27" name="pg1027"/>
            <p:cNvSpPr/>
            <p:nvPr/>
          </p:nvSpPr>
          <p:spPr>
            <a:xfrm>
              <a:off x="5400073" y="329413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518B">
                <a:alpha val="100000"/>
              </a:srgbClr>
            </a:solidFill>
            <a:ln w="5420" cap="flat">
              <a:solidFill>
                <a:srgbClr val="3B518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28" name="pg1028"/>
            <p:cNvSpPr/>
            <p:nvPr/>
          </p:nvSpPr>
          <p:spPr>
            <a:xfrm>
              <a:off x="5411710" y="329413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4E86">
                <a:alpha val="100000"/>
              </a:srgbClr>
            </a:solidFill>
            <a:ln w="5420" cap="flat">
              <a:solidFill>
                <a:srgbClr val="3B4E8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29" name="pg1029"/>
            <p:cNvSpPr/>
            <p:nvPr/>
          </p:nvSpPr>
          <p:spPr>
            <a:xfrm>
              <a:off x="5423347" y="329413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B82">
                <a:alpha val="100000"/>
              </a:srgbClr>
            </a:solidFill>
            <a:ln w="5420" cap="flat">
              <a:solidFill>
                <a:srgbClr val="3C4B8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30" name="pg1030"/>
            <p:cNvSpPr/>
            <p:nvPr/>
          </p:nvSpPr>
          <p:spPr>
            <a:xfrm>
              <a:off x="5434985" y="329413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97F">
                <a:alpha val="100000"/>
              </a:srgbClr>
            </a:solidFill>
            <a:ln w="5420" cap="flat">
              <a:solidFill>
                <a:srgbClr val="3C497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31" name="pg1031"/>
            <p:cNvSpPr/>
            <p:nvPr/>
          </p:nvSpPr>
          <p:spPr>
            <a:xfrm>
              <a:off x="5446622" y="329413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77D">
                <a:alpha val="100000"/>
              </a:srgbClr>
            </a:solidFill>
            <a:ln w="5420" cap="flat">
              <a:solidFill>
                <a:srgbClr val="3C477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32" name="pg1032"/>
            <p:cNvSpPr/>
            <p:nvPr/>
          </p:nvSpPr>
          <p:spPr>
            <a:xfrm>
              <a:off x="5458259" y="329413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67B">
                <a:alpha val="100000"/>
              </a:srgbClr>
            </a:solidFill>
            <a:ln w="5420" cap="flat">
              <a:solidFill>
                <a:srgbClr val="3C467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33" name="pg1033"/>
            <p:cNvSpPr/>
            <p:nvPr/>
          </p:nvSpPr>
          <p:spPr>
            <a:xfrm>
              <a:off x="5469897" y="329413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57A">
                <a:alpha val="100000"/>
              </a:srgbClr>
            </a:solidFill>
            <a:ln w="5420" cap="flat">
              <a:solidFill>
                <a:srgbClr val="3C457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34" name="pg1034"/>
            <p:cNvSpPr/>
            <p:nvPr/>
          </p:nvSpPr>
          <p:spPr>
            <a:xfrm>
              <a:off x="5178963" y="330843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4A1">
                <a:alpha val="100000"/>
              </a:srgbClr>
            </a:solidFill>
            <a:ln w="5420" cap="flat">
              <a:solidFill>
                <a:srgbClr val="3A74A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35" name="pg1035"/>
            <p:cNvSpPr/>
            <p:nvPr/>
          </p:nvSpPr>
          <p:spPr>
            <a:xfrm>
              <a:off x="5190601" y="330843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6A2">
                <a:alpha val="100000"/>
              </a:srgbClr>
            </a:solidFill>
            <a:ln w="5420" cap="flat">
              <a:solidFill>
                <a:srgbClr val="3A76A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36" name="pg1036"/>
            <p:cNvSpPr/>
            <p:nvPr/>
          </p:nvSpPr>
          <p:spPr>
            <a:xfrm>
              <a:off x="5202238" y="330843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8A2">
                <a:alpha val="100000"/>
              </a:srgbClr>
            </a:solidFill>
            <a:ln w="5420" cap="flat">
              <a:solidFill>
                <a:srgbClr val="3A78A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37" name="pg1037"/>
            <p:cNvSpPr/>
            <p:nvPr/>
          </p:nvSpPr>
          <p:spPr>
            <a:xfrm>
              <a:off x="5213875" y="330843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AA3">
                <a:alpha val="100000"/>
              </a:srgbClr>
            </a:solidFill>
            <a:ln w="5420" cap="flat">
              <a:solidFill>
                <a:srgbClr val="3A7AA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38" name="pg1038"/>
            <p:cNvSpPr/>
            <p:nvPr/>
          </p:nvSpPr>
          <p:spPr>
            <a:xfrm>
              <a:off x="5225513" y="330843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CA3">
                <a:alpha val="100000"/>
              </a:srgbClr>
            </a:solidFill>
            <a:ln w="5420" cap="flat">
              <a:solidFill>
                <a:srgbClr val="3A7CA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39" name="pg1039"/>
            <p:cNvSpPr/>
            <p:nvPr/>
          </p:nvSpPr>
          <p:spPr>
            <a:xfrm>
              <a:off x="5237150" y="330843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EA4">
                <a:alpha val="100000"/>
              </a:srgbClr>
            </a:solidFill>
            <a:ln w="5420" cap="flat">
              <a:solidFill>
                <a:srgbClr val="3A7EA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40" name="pg1040"/>
            <p:cNvSpPr/>
            <p:nvPr/>
          </p:nvSpPr>
          <p:spPr>
            <a:xfrm>
              <a:off x="5248787" y="330843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FA4">
                <a:alpha val="100000"/>
              </a:srgbClr>
            </a:solidFill>
            <a:ln w="5420" cap="flat">
              <a:solidFill>
                <a:srgbClr val="3A7FA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41" name="pg1041"/>
            <p:cNvSpPr/>
            <p:nvPr/>
          </p:nvSpPr>
          <p:spPr>
            <a:xfrm>
              <a:off x="5260425" y="330843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81A4">
                <a:alpha val="100000"/>
              </a:srgbClr>
            </a:solidFill>
            <a:ln w="5420" cap="flat">
              <a:solidFill>
                <a:srgbClr val="3A81A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42" name="pg1042"/>
            <p:cNvSpPr/>
            <p:nvPr/>
          </p:nvSpPr>
          <p:spPr>
            <a:xfrm>
              <a:off x="5272062" y="330843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81A4">
                <a:alpha val="100000"/>
              </a:srgbClr>
            </a:solidFill>
            <a:ln w="5420" cap="flat">
              <a:solidFill>
                <a:srgbClr val="3981A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43" name="pg1043"/>
            <p:cNvSpPr/>
            <p:nvPr/>
          </p:nvSpPr>
          <p:spPr>
            <a:xfrm>
              <a:off x="5283699" y="330843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80A4">
                <a:alpha val="100000"/>
              </a:srgbClr>
            </a:solidFill>
            <a:ln w="5420" cap="flat">
              <a:solidFill>
                <a:srgbClr val="3A80A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44" name="pg1044"/>
            <p:cNvSpPr/>
            <p:nvPr/>
          </p:nvSpPr>
          <p:spPr>
            <a:xfrm>
              <a:off x="5295337" y="330843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EA4">
                <a:alpha val="100000"/>
              </a:srgbClr>
            </a:solidFill>
            <a:ln w="5420" cap="flat">
              <a:solidFill>
                <a:srgbClr val="3A7EA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45" name="pg1045"/>
            <p:cNvSpPr/>
            <p:nvPr/>
          </p:nvSpPr>
          <p:spPr>
            <a:xfrm>
              <a:off x="5306974" y="330843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BA3">
                <a:alpha val="100000"/>
              </a:srgbClr>
            </a:solidFill>
            <a:ln w="5420" cap="flat">
              <a:solidFill>
                <a:srgbClr val="3A7BA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46" name="pg1046"/>
            <p:cNvSpPr/>
            <p:nvPr/>
          </p:nvSpPr>
          <p:spPr>
            <a:xfrm>
              <a:off x="5318611" y="330843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7A2">
                <a:alpha val="100000"/>
              </a:srgbClr>
            </a:solidFill>
            <a:ln w="5420" cap="flat">
              <a:solidFill>
                <a:srgbClr val="3A77A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47" name="pg1047"/>
            <p:cNvSpPr/>
            <p:nvPr/>
          </p:nvSpPr>
          <p:spPr>
            <a:xfrm>
              <a:off x="5330249" y="330843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3A1">
                <a:alpha val="100000"/>
              </a:srgbClr>
            </a:solidFill>
            <a:ln w="5420" cap="flat">
              <a:solidFill>
                <a:srgbClr val="3A73A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48" name="pg1048"/>
            <p:cNvSpPr/>
            <p:nvPr/>
          </p:nvSpPr>
          <p:spPr>
            <a:xfrm>
              <a:off x="5341886" y="330843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EA0">
                <a:alpha val="100000"/>
              </a:srgbClr>
            </a:solidFill>
            <a:ln w="5420" cap="flat">
              <a:solidFill>
                <a:srgbClr val="3A6EA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49" name="pg1049"/>
            <p:cNvSpPr/>
            <p:nvPr/>
          </p:nvSpPr>
          <p:spPr>
            <a:xfrm>
              <a:off x="5353523" y="330843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A9F">
                <a:alpha val="100000"/>
              </a:srgbClr>
            </a:solidFill>
            <a:ln w="5420" cap="flat">
              <a:solidFill>
                <a:srgbClr val="3A6A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50" name="pg1050"/>
            <p:cNvSpPr/>
            <p:nvPr/>
          </p:nvSpPr>
          <p:spPr>
            <a:xfrm>
              <a:off x="5365161" y="330843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59E">
                <a:alpha val="100000"/>
              </a:srgbClr>
            </a:solidFill>
            <a:ln w="5420" cap="flat">
              <a:solidFill>
                <a:srgbClr val="3A65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51" name="pg1051"/>
            <p:cNvSpPr/>
            <p:nvPr/>
          </p:nvSpPr>
          <p:spPr>
            <a:xfrm>
              <a:off x="5376798" y="330843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609D">
                <a:alpha val="100000"/>
              </a:srgbClr>
            </a:solidFill>
            <a:ln w="5420" cap="flat">
              <a:solidFill>
                <a:srgbClr val="3960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52" name="pg1052"/>
            <p:cNvSpPr/>
            <p:nvPr/>
          </p:nvSpPr>
          <p:spPr>
            <a:xfrm>
              <a:off x="5388435" y="330843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5B9A">
                <a:alpha val="100000"/>
              </a:srgbClr>
            </a:solidFill>
            <a:ln w="5420" cap="flat">
              <a:solidFill>
                <a:srgbClr val="395B9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53" name="pg1053"/>
            <p:cNvSpPr/>
            <p:nvPr/>
          </p:nvSpPr>
          <p:spPr>
            <a:xfrm>
              <a:off x="5400073" y="330843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538E">
                <a:alpha val="100000"/>
              </a:srgbClr>
            </a:solidFill>
            <a:ln w="5420" cap="flat">
              <a:solidFill>
                <a:srgbClr val="3B538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54" name="pg1054"/>
            <p:cNvSpPr/>
            <p:nvPr/>
          </p:nvSpPr>
          <p:spPr>
            <a:xfrm>
              <a:off x="5423347" y="330843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4D86">
                <a:alpha val="100000"/>
              </a:srgbClr>
            </a:solidFill>
            <a:ln w="5420" cap="flat">
              <a:solidFill>
                <a:srgbClr val="3B4D8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55" name="pg1055"/>
            <p:cNvSpPr/>
            <p:nvPr/>
          </p:nvSpPr>
          <p:spPr>
            <a:xfrm>
              <a:off x="5178963" y="332273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4A1">
                <a:alpha val="100000"/>
              </a:srgbClr>
            </a:solidFill>
            <a:ln w="5420" cap="flat">
              <a:solidFill>
                <a:srgbClr val="3A74A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56" name="pg1056"/>
            <p:cNvSpPr/>
            <p:nvPr/>
          </p:nvSpPr>
          <p:spPr>
            <a:xfrm>
              <a:off x="5190601" y="332273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5A2">
                <a:alpha val="100000"/>
              </a:srgbClr>
            </a:solidFill>
            <a:ln w="5420" cap="flat">
              <a:solidFill>
                <a:srgbClr val="3A75A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57" name="pg1057"/>
            <p:cNvSpPr/>
            <p:nvPr/>
          </p:nvSpPr>
          <p:spPr>
            <a:xfrm>
              <a:off x="5202238" y="332273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7A2">
                <a:alpha val="100000"/>
              </a:srgbClr>
            </a:solidFill>
            <a:ln w="5420" cap="flat">
              <a:solidFill>
                <a:srgbClr val="3A77A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58" name="pg1058"/>
            <p:cNvSpPr/>
            <p:nvPr/>
          </p:nvSpPr>
          <p:spPr>
            <a:xfrm>
              <a:off x="5213875" y="332273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9A3">
                <a:alpha val="100000"/>
              </a:srgbClr>
            </a:solidFill>
            <a:ln w="5420" cap="flat">
              <a:solidFill>
                <a:srgbClr val="3A79A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59" name="pg1059"/>
            <p:cNvSpPr/>
            <p:nvPr/>
          </p:nvSpPr>
          <p:spPr>
            <a:xfrm>
              <a:off x="5225513" y="332273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BA3">
                <a:alpha val="100000"/>
              </a:srgbClr>
            </a:solidFill>
            <a:ln w="5420" cap="flat">
              <a:solidFill>
                <a:srgbClr val="3A7BA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60" name="pg1060"/>
            <p:cNvSpPr/>
            <p:nvPr/>
          </p:nvSpPr>
          <p:spPr>
            <a:xfrm>
              <a:off x="5237150" y="332273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DA3">
                <a:alpha val="100000"/>
              </a:srgbClr>
            </a:solidFill>
            <a:ln w="5420" cap="flat">
              <a:solidFill>
                <a:srgbClr val="3A7DA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61" name="pg1061"/>
            <p:cNvSpPr/>
            <p:nvPr/>
          </p:nvSpPr>
          <p:spPr>
            <a:xfrm>
              <a:off x="5248787" y="332273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EA4">
                <a:alpha val="100000"/>
              </a:srgbClr>
            </a:solidFill>
            <a:ln w="5420" cap="flat">
              <a:solidFill>
                <a:srgbClr val="3A7EA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62" name="pg1062"/>
            <p:cNvSpPr/>
            <p:nvPr/>
          </p:nvSpPr>
          <p:spPr>
            <a:xfrm>
              <a:off x="5260425" y="332273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FA4">
                <a:alpha val="100000"/>
              </a:srgbClr>
            </a:solidFill>
            <a:ln w="5420" cap="flat">
              <a:solidFill>
                <a:srgbClr val="3A7FA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63" name="pg1063"/>
            <p:cNvSpPr/>
            <p:nvPr/>
          </p:nvSpPr>
          <p:spPr>
            <a:xfrm>
              <a:off x="5272062" y="332273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80A4">
                <a:alpha val="100000"/>
              </a:srgbClr>
            </a:solidFill>
            <a:ln w="5420" cap="flat">
              <a:solidFill>
                <a:srgbClr val="3A80A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64" name="pg1064"/>
            <p:cNvSpPr/>
            <p:nvPr/>
          </p:nvSpPr>
          <p:spPr>
            <a:xfrm>
              <a:off x="5283699" y="332273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FA4">
                <a:alpha val="100000"/>
              </a:srgbClr>
            </a:solidFill>
            <a:ln w="5420" cap="flat">
              <a:solidFill>
                <a:srgbClr val="3A7FA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65" name="pg1065"/>
            <p:cNvSpPr/>
            <p:nvPr/>
          </p:nvSpPr>
          <p:spPr>
            <a:xfrm>
              <a:off x="5295337" y="332273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DA3">
                <a:alpha val="100000"/>
              </a:srgbClr>
            </a:solidFill>
            <a:ln w="5420" cap="flat">
              <a:solidFill>
                <a:srgbClr val="3A7DA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66" name="pg1066"/>
            <p:cNvSpPr/>
            <p:nvPr/>
          </p:nvSpPr>
          <p:spPr>
            <a:xfrm>
              <a:off x="5167326" y="333703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72A1">
                <a:alpha val="100000"/>
              </a:srgbClr>
            </a:solidFill>
            <a:ln w="5420" cap="flat">
              <a:solidFill>
                <a:srgbClr val="3B72A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67" name="pg1067"/>
            <p:cNvSpPr/>
            <p:nvPr/>
          </p:nvSpPr>
          <p:spPr>
            <a:xfrm>
              <a:off x="5178963" y="333703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3A1">
                <a:alpha val="100000"/>
              </a:srgbClr>
            </a:solidFill>
            <a:ln w="5420" cap="flat">
              <a:solidFill>
                <a:srgbClr val="3A73A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68" name="pg1068"/>
            <p:cNvSpPr/>
            <p:nvPr/>
          </p:nvSpPr>
          <p:spPr>
            <a:xfrm>
              <a:off x="5190601" y="333703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4A1">
                <a:alpha val="100000"/>
              </a:srgbClr>
            </a:solidFill>
            <a:ln w="5420" cap="flat">
              <a:solidFill>
                <a:srgbClr val="3A74A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69" name="pg1069"/>
            <p:cNvSpPr/>
            <p:nvPr/>
          </p:nvSpPr>
          <p:spPr>
            <a:xfrm>
              <a:off x="5202238" y="333703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6A2">
                <a:alpha val="100000"/>
              </a:srgbClr>
            </a:solidFill>
            <a:ln w="5420" cap="flat">
              <a:solidFill>
                <a:srgbClr val="3A76A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70" name="pg1070"/>
            <p:cNvSpPr/>
            <p:nvPr/>
          </p:nvSpPr>
          <p:spPr>
            <a:xfrm>
              <a:off x="5213875" y="333703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8A2">
                <a:alpha val="100000"/>
              </a:srgbClr>
            </a:solidFill>
            <a:ln w="5420" cap="flat">
              <a:solidFill>
                <a:srgbClr val="3A78A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71" name="pg1071"/>
            <p:cNvSpPr/>
            <p:nvPr/>
          </p:nvSpPr>
          <p:spPr>
            <a:xfrm>
              <a:off x="5225513" y="333703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9A3">
                <a:alpha val="100000"/>
              </a:srgbClr>
            </a:solidFill>
            <a:ln w="5420" cap="flat">
              <a:solidFill>
                <a:srgbClr val="3A79A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72" name="pg1072"/>
            <p:cNvSpPr/>
            <p:nvPr/>
          </p:nvSpPr>
          <p:spPr>
            <a:xfrm>
              <a:off x="5237150" y="333703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BA3">
                <a:alpha val="100000"/>
              </a:srgbClr>
            </a:solidFill>
            <a:ln w="5420" cap="flat">
              <a:solidFill>
                <a:srgbClr val="3A7BA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73" name="pg1073"/>
            <p:cNvSpPr/>
            <p:nvPr/>
          </p:nvSpPr>
          <p:spPr>
            <a:xfrm>
              <a:off x="5248787" y="333703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CA3">
                <a:alpha val="100000"/>
              </a:srgbClr>
            </a:solidFill>
            <a:ln w="5420" cap="flat">
              <a:solidFill>
                <a:srgbClr val="3A7CA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74" name="pg1074"/>
            <p:cNvSpPr/>
            <p:nvPr/>
          </p:nvSpPr>
          <p:spPr>
            <a:xfrm>
              <a:off x="5260425" y="333703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DA3">
                <a:alpha val="100000"/>
              </a:srgbClr>
            </a:solidFill>
            <a:ln w="5420" cap="flat">
              <a:solidFill>
                <a:srgbClr val="3A7DA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75" name="pg1075"/>
            <p:cNvSpPr/>
            <p:nvPr/>
          </p:nvSpPr>
          <p:spPr>
            <a:xfrm>
              <a:off x="5155689" y="335133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FA0">
                <a:alpha val="100000"/>
              </a:srgbClr>
            </a:solidFill>
            <a:ln w="5420" cap="flat">
              <a:solidFill>
                <a:srgbClr val="3A6FA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76" name="pg1076"/>
            <p:cNvSpPr/>
            <p:nvPr/>
          </p:nvSpPr>
          <p:spPr>
            <a:xfrm>
              <a:off x="5167326" y="335133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71A1">
                <a:alpha val="100000"/>
              </a:srgbClr>
            </a:solidFill>
            <a:ln w="5420" cap="flat">
              <a:solidFill>
                <a:srgbClr val="3B71A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77" name="pg1077"/>
            <p:cNvSpPr/>
            <p:nvPr/>
          </p:nvSpPr>
          <p:spPr>
            <a:xfrm>
              <a:off x="5178963" y="335133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72A1">
                <a:alpha val="100000"/>
              </a:srgbClr>
            </a:solidFill>
            <a:ln w="5420" cap="flat">
              <a:solidFill>
                <a:srgbClr val="3B72A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78" name="pg1078"/>
            <p:cNvSpPr/>
            <p:nvPr/>
          </p:nvSpPr>
          <p:spPr>
            <a:xfrm>
              <a:off x="5190601" y="335133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3A1">
                <a:alpha val="100000"/>
              </a:srgbClr>
            </a:solidFill>
            <a:ln w="5420" cap="flat">
              <a:solidFill>
                <a:srgbClr val="3A73A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79" name="pg1079"/>
            <p:cNvSpPr/>
            <p:nvPr/>
          </p:nvSpPr>
          <p:spPr>
            <a:xfrm>
              <a:off x="5202238" y="335133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5A2">
                <a:alpha val="100000"/>
              </a:srgbClr>
            </a:solidFill>
            <a:ln w="5420" cap="flat">
              <a:solidFill>
                <a:srgbClr val="3A75A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80" name="pg1080"/>
            <p:cNvSpPr/>
            <p:nvPr/>
          </p:nvSpPr>
          <p:spPr>
            <a:xfrm>
              <a:off x="5213875" y="335133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6A2">
                <a:alpha val="100000"/>
              </a:srgbClr>
            </a:solidFill>
            <a:ln w="5420" cap="flat">
              <a:solidFill>
                <a:srgbClr val="3A76A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81" name="pg1081"/>
            <p:cNvSpPr/>
            <p:nvPr/>
          </p:nvSpPr>
          <p:spPr>
            <a:xfrm>
              <a:off x="5225513" y="335133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8A2">
                <a:alpha val="100000"/>
              </a:srgbClr>
            </a:solidFill>
            <a:ln w="5420" cap="flat">
              <a:solidFill>
                <a:srgbClr val="3A78A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82" name="pg1082"/>
            <p:cNvSpPr/>
            <p:nvPr/>
          </p:nvSpPr>
          <p:spPr>
            <a:xfrm>
              <a:off x="5237150" y="335133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9A2">
                <a:alpha val="100000"/>
              </a:srgbClr>
            </a:solidFill>
            <a:ln w="5420" cap="flat">
              <a:solidFill>
                <a:srgbClr val="3A79A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83" name="pg1083"/>
            <p:cNvSpPr/>
            <p:nvPr/>
          </p:nvSpPr>
          <p:spPr>
            <a:xfrm>
              <a:off x="5144051" y="336563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DA0">
                <a:alpha val="100000"/>
              </a:srgbClr>
            </a:solidFill>
            <a:ln w="5420" cap="flat">
              <a:solidFill>
                <a:srgbClr val="3A6DA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84" name="pg1084"/>
            <p:cNvSpPr/>
            <p:nvPr/>
          </p:nvSpPr>
          <p:spPr>
            <a:xfrm>
              <a:off x="5155689" y="336563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EA0">
                <a:alpha val="100000"/>
              </a:srgbClr>
            </a:solidFill>
            <a:ln w="5420" cap="flat">
              <a:solidFill>
                <a:srgbClr val="3A6EA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85" name="pg1085"/>
            <p:cNvSpPr/>
            <p:nvPr/>
          </p:nvSpPr>
          <p:spPr>
            <a:xfrm>
              <a:off x="5167326" y="336563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FA0">
                <a:alpha val="100000"/>
              </a:srgbClr>
            </a:solidFill>
            <a:ln w="5420" cap="flat">
              <a:solidFill>
                <a:srgbClr val="3A6FA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86" name="pg1086"/>
            <p:cNvSpPr/>
            <p:nvPr/>
          </p:nvSpPr>
          <p:spPr>
            <a:xfrm>
              <a:off x="5178963" y="336563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70A0">
                <a:alpha val="100000"/>
              </a:srgbClr>
            </a:solidFill>
            <a:ln w="5420" cap="flat">
              <a:solidFill>
                <a:srgbClr val="3B70A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87" name="pg1087"/>
            <p:cNvSpPr/>
            <p:nvPr/>
          </p:nvSpPr>
          <p:spPr>
            <a:xfrm>
              <a:off x="5190601" y="336563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71A1">
                <a:alpha val="100000"/>
              </a:srgbClr>
            </a:solidFill>
            <a:ln w="5420" cap="flat">
              <a:solidFill>
                <a:srgbClr val="3B71A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88" name="pg1088"/>
            <p:cNvSpPr/>
            <p:nvPr/>
          </p:nvSpPr>
          <p:spPr>
            <a:xfrm>
              <a:off x="5202238" y="336563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72A1">
                <a:alpha val="100000"/>
              </a:srgbClr>
            </a:solidFill>
            <a:ln w="5420" cap="flat">
              <a:solidFill>
                <a:srgbClr val="3B72A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89" name="pg1089"/>
            <p:cNvSpPr/>
            <p:nvPr/>
          </p:nvSpPr>
          <p:spPr>
            <a:xfrm>
              <a:off x="5213875" y="336563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73A1">
                <a:alpha val="100000"/>
              </a:srgbClr>
            </a:solidFill>
            <a:ln w="5420" cap="flat">
              <a:solidFill>
                <a:srgbClr val="3B73A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90" name="pg1090"/>
            <p:cNvSpPr/>
            <p:nvPr/>
          </p:nvSpPr>
          <p:spPr>
            <a:xfrm>
              <a:off x="5144051" y="337993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CA0">
                <a:alpha val="100000"/>
              </a:srgbClr>
            </a:solidFill>
            <a:ln w="5420" cap="flat">
              <a:solidFill>
                <a:srgbClr val="3A6CA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91" name="pg1091"/>
            <p:cNvSpPr/>
            <p:nvPr/>
          </p:nvSpPr>
          <p:spPr>
            <a:xfrm>
              <a:off x="5155689" y="337993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DA0">
                <a:alpha val="100000"/>
              </a:srgbClr>
            </a:solidFill>
            <a:ln w="5420" cap="flat">
              <a:solidFill>
                <a:srgbClr val="3A6DA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92" name="pg1092"/>
            <p:cNvSpPr/>
            <p:nvPr/>
          </p:nvSpPr>
          <p:spPr>
            <a:xfrm>
              <a:off x="5167326" y="337993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EA0">
                <a:alpha val="100000"/>
              </a:srgbClr>
            </a:solidFill>
            <a:ln w="5420" cap="flat">
              <a:solidFill>
                <a:srgbClr val="3A6EA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93" name="pg1093"/>
            <p:cNvSpPr/>
            <p:nvPr/>
          </p:nvSpPr>
          <p:spPr>
            <a:xfrm>
              <a:off x="5178963" y="337993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FA0">
                <a:alpha val="100000"/>
              </a:srgbClr>
            </a:solidFill>
            <a:ln w="5420" cap="flat">
              <a:solidFill>
                <a:srgbClr val="3A6FA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94" name="pg1094"/>
            <p:cNvSpPr/>
            <p:nvPr/>
          </p:nvSpPr>
          <p:spPr>
            <a:xfrm>
              <a:off x="5190601" y="337993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70A0">
                <a:alpha val="100000"/>
              </a:srgbClr>
            </a:solidFill>
            <a:ln w="5420" cap="flat">
              <a:solidFill>
                <a:srgbClr val="3B70A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95" name="pg1095"/>
            <p:cNvSpPr/>
            <p:nvPr/>
          </p:nvSpPr>
          <p:spPr>
            <a:xfrm>
              <a:off x="5202238" y="337993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70A1">
                <a:alpha val="100000"/>
              </a:srgbClr>
            </a:solidFill>
            <a:ln w="5420" cap="flat">
              <a:solidFill>
                <a:srgbClr val="3B70A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96" name="pg1096"/>
            <p:cNvSpPr/>
            <p:nvPr/>
          </p:nvSpPr>
          <p:spPr>
            <a:xfrm>
              <a:off x="5213875" y="337993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71A1">
                <a:alpha val="100000"/>
              </a:srgbClr>
            </a:solidFill>
            <a:ln w="5420" cap="flat">
              <a:solidFill>
                <a:srgbClr val="3B71A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97" name="pg1097"/>
            <p:cNvSpPr/>
            <p:nvPr/>
          </p:nvSpPr>
          <p:spPr>
            <a:xfrm>
              <a:off x="5144051" y="339424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C9F">
                <a:alpha val="100000"/>
              </a:srgbClr>
            </a:solidFill>
            <a:ln w="5420" cap="flat">
              <a:solidFill>
                <a:srgbClr val="3A6C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98" name="pg1098"/>
            <p:cNvSpPr/>
            <p:nvPr/>
          </p:nvSpPr>
          <p:spPr>
            <a:xfrm>
              <a:off x="5155689" y="339424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CA0">
                <a:alpha val="100000"/>
              </a:srgbClr>
            </a:solidFill>
            <a:ln w="5420" cap="flat">
              <a:solidFill>
                <a:srgbClr val="3A6CA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99" name="pg1099"/>
            <p:cNvSpPr/>
            <p:nvPr/>
          </p:nvSpPr>
          <p:spPr>
            <a:xfrm>
              <a:off x="5167326" y="339424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DA0">
                <a:alpha val="100000"/>
              </a:srgbClr>
            </a:solidFill>
            <a:ln w="5420" cap="flat">
              <a:solidFill>
                <a:srgbClr val="3A6DA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00" name="pg1100"/>
            <p:cNvSpPr/>
            <p:nvPr/>
          </p:nvSpPr>
          <p:spPr>
            <a:xfrm>
              <a:off x="5178963" y="339424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EA0">
                <a:alpha val="100000"/>
              </a:srgbClr>
            </a:solidFill>
            <a:ln w="5420" cap="flat">
              <a:solidFill>
                <a:srgbClr val="3A6EA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01" name="pg1101"/>
            <p:cNvSpPr/>
            <p:nvPr/>
          </p:nvSpPr>
          <p:spPr>
            <a:xfrm>
              <a:off x="5190601" y="339424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FA0">
                <a:alpha val="100000"/>
              </a:srgbClr>
            </a:solidFill>
            <a:ln w="5420" cap="flat">
              <a:solidFill>
                <a:srgbClr val="3A6FA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02" name="pg1102"/>
            <p:cNvSpPr/>
            <p:nvPr/>
          </p:nvSpPr>
          <p:spPr>
            <a:xfrm>
              <a:off x="5202238" y="339424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FA0">
                <a:alpha val="100000"/>
              </a:srgbClr>
            </a:solidFill>
            <a:ln w="5420" cap="flat">
              <a:solidFill>
                <a:srgbClr val="3A6FA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03" name="pg1103"/>
            <p:cNvSpPr/>
            <p:nvPr/>
          </p:nvSpPr>
          <p:spPr>
            <a:xfrm>
              <a:off x="5213875" y="339424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70A0">
                <a:alpha val="100000"/>
              </a:srgbClr>
            </a:solidFill>
            <a:ln w="5420" cap="flat">
              <a:solidFill>
                <a:srgbClr val="3B70A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04" name="pg1104"/>
            <p:cNvSpPr/>
            <p:nvPr/>
          </p:nvSpPr>
          <p:spPr>
            <a:xfrm>
              <a:off x="5144051" y="340854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B9F">
                <a:alpha val="100000"/>
              </a:srgbClr>
            </a:solidFill>
            <a:ln w="5420" cap="flat">
              <a:solidFill>
                <a:srgbClr val="3A6B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05" name="pg1105"/>
            <p:cNvSpPr/>
            <p:nvPr/>
          </p:nvSpPr>
          <p:spPr>
            <a:xfrm>
              <a:off x="5155689" y="340854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C9F">
                <a:alpha val="100000"/>
              </a:srgbClr>
            </a:solidFill>
            <a:ln w="5420" cap="flat">
              <a:solidFill>
                <a:srgbClr val="3A6C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06" name="pg1106"/>
            <p:cNvSpPr/>
            <p:nvPr/>
          </p:nvSpPr>
          <p:spPr>
            <a:xfrm>
              <a:off x="5167326" y="340854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DA0">
                <a:alpha val="100000"/>
              </a:srgbClr>
            </a:solidFill>
            <a:ln w="5420" cap="flat">
              <a:solidFill>
                <a:srgbClr val="3A6DA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07" name="pg1107"/>
            <p:cNvSpPr/>
            <p:nvPr/>
          </p:nvSpPr>
          <p:spPr>
            <a:xfrm>
              <a:off x="5178963" y="340854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DA0">
                <a:alpha val="100000"/>
              </a:srgbClr>
            </a:solidFill>
            <a:ln w="5420" cap="flat">
              <a:solidFill>
                <a:srgbClr val="3A6DA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08" name="pg1108"/>
            <p:cNvSpPr/>
            <p:nvPr/>
          </p:nvSpPr>
          <p:spPr>
            <a:xfrm>
              <a:off x="5190601" y="340854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EA0">
                <a:alpha val="100000"/>
              </a:srgbClr>
            </a:solidFill>
            <a:ln w="5420" cap="flat">
              <a:solidFill>
                <a:srgbClr val="3A6EA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09" name="pg1109"/>
            <p:cNvSpPr/>
            <p:nvPr/>
          </p:nvSpPr>
          <p:spPr>
            <a:xfrm>
              <a:off x="5202238" y="340854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EA0">
                <a:alpha val="100000"/>
              </a:srgbClr>
            </a:solidFill>
            <a:ln w="5420" cap="flat">
              <a:solidFill>
                <a:srgbClr val="3A6EA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10" name="pg1110"/>
            <p:cNvSpPr/>
            <p:nvPr/>
          </p:nvSpPr>
          <p:spPr>
            <a:xfrm>
              <a:off x="5213875" y="340854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FA0">
                <a:alpha val="100000"/>
              </a:srgbClr>
            </a:solidFill>
            <a:ln w="5420" cap="flat">
              <a:solidFill>
                <a:srgbClr val="3A6FA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11" name="pg1111"/>
            <p:cNvSpPr/>
            <p:nvPr/>
          </p:nvSpPr>
          <p:spPr>
            <a:xfrm>
              <a:off x="5074227" y="342284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79E">
                <a:alpha val="100000"/>
              </a:srgbClr>
            </a:solidFill>
            <a:ln w="5420" cap="flat">
              <a:solidFill>
                <a:srgbClr val="3A67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12" name="pg1112"/>
            <p:cNvSpPr/>
            <p:nvPr/>
          </p:nvSpPr>
          <p:spPr>
            <a:xfrm>
              <a:off x="5085865" y="342284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79E">
                <a:alpha val="100000"/>
              </a:srgbClr>
            </a:solidFill>
            <a:ln w="5420" cap="flat">
              <a:solidFill>
                <a:srgbClr val="3A67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13" name="pg1113"/>
            <p:cNvSpPr/>
            <p:nvPr/>
          </p:nvSpPr>
          <p:spPr>
            <a:xfrm>
              <a:off x="5167326" y="342284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CA0">
                <a:alpha val="100000"/>
              </a:srgbClr>
            </a:solidFill>
            <a:ln w="5420" cap="flat">
              <a:solidFill>
                <a:srgbClr val="3A6CA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14" name="pg1114"/>
            <p:cNvSpPr/>
            <p:nvPr/>
          </p:nvSpPr>
          <p:spPr>
            <a:xfrm>
              <a:off x="5178963" y="342284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DA0">
                <a:alpha val="100000"/>
              </a:srgbClr>
            </a:solidFill>
            <a:ln w="5420" cap="flat">
              <a:solidFill>
                <a:srgbClr val="3A6DA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15" name="pg1115"/>
            <p:cNvSpPr/>
            <p:nvPr/>
          </p:nvSpPr>
          <p:spPr>
            <a:xfrm>
              <a:off x="5190601" y="342284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DA0">
                <a:alpha val="100000"/>
              </a:srgbClr>
            </a:solidFill>
            <a:ln w="5420" cap="flat">
              <a:solidFill>
                <a:srgbClr val="3A6DA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16" name="pg1116"/>
            <p:cNvSpPr/>
            <p:nvPr/>
          </p:nvSpPr>
          <p:spPr>
            <a:xfrm>
              <a:off x="5202238" y="342284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EA0">
                <a:alpha val="100000"/>
              </a:srgbClr>
            </a:solidFill>
            <a:ln w="5420" cap="flat">
              <a:solidFill>
                <a:srgbClr val="3A6EA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17" name="pg1117"/>
            <p:cNvSpPr/>
            <p:nvPr/>
          </p:nvSpPr>
          <p:spPr>
            <a:xfrm>
              <a:off x="5213875" y="342284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EA0">
                <a:alpha val="100000"/>
              </a:srgbClr>
            </a:solidFill>
            <a:ln w="5420" cap="flat">
              <a:solidFill>
                <a:srgbClr val="3A6EA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18" name="pg1118"/>
            <p:cNvSpPr/>
            <p:nvPr/>
          </p:nvSpPr>
          <p:spPr>
            <a:xfrm>
              <a:off x="5050953" y="343714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49E">
                <a:alpha val="100000"/>
              </a:srgbClr>
            </a:solidFill>
            <a:ln w="5420" cap="flat">
              <a:solidFill>
                <a:srgbClr val="3A64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19" name="pg1119"/>
            <p:cNvSpPr/>
            <p:nvPr/>
          </p:nvSpPr>
          <p:spPr>
            <a:xfrm>
              <a:off x="5062590" y="343714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59E">
                <a:alpha val="100000"/>
              </a:srgbClr>
            </a:solidFill>
            <a:ln w="5420" cap="flat">
              <a:solidFill>
                <a:srgbClr val="3A65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20" name="pg1120"/>
            <p:cNvSpPr/>
            <p:nvPr/>
          </p:nvSpPr>
          <p:spPr>
            <a:xfrm>
              <a:off x="5074227" y="343714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59E">
                <a:alpha val="100000"/>
              </a:srgbClr>
            </a:solidFill>
            <a:ln w="5420" cap="flat">
              <a:solidFill>
                <a:srgbClr val="3A65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21" name="pg1121"/>
            <p:cNvSpPr/>
            <p:nvPr/>
          </p:nvSpPr>
          <p:spPr>
            <a:xfrm>
              <a:off x="5085865" y="343714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69E">
                <a:alpha val="100000"/>
              </a:srgbClr>
            </a:solidFill>
            <a:ln w="5420" cap="flat">
              <a:solidFill>
                <a:srgbClr val="3A66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22" name="pg1122"/>
            <p:cNvSpPr/>
            <p:nvPr/>
          </p:nvSpPr>
          <p:spPr>
            <a:xfrm>
              <a:off x="5097502" y="343714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79E">
                <a:alpha val="100000"/>
              </a:srgbClr>
            </a:solidFill>
            <a:ln w="5420" cap="flat">
              <a:solidFill>
                <a:srgbClr val="3A67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23" name="pg1123"/>
            <p:cNvSpPr/>
            <p:nvPr/>
          </p:nvSpPr>
          <p:spPr>
            <a:xfrm>
              <a:off x="5167326" y="343714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CA0">
                <a:alpha val="100000"/>
              </a:srgbClr>
            </a:solidFill>
            <a:ln w="5420" cap="flat">
              <a:solidFill>
                <a:srgbClr val="3A6CA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24" name="pg1124"/>
            <p:cNvSpPr/>
            <p:nvPr/>
          </p:nvSpPr>
          <p:spPr>
            <a:xfrm>
              <a:off x="5178963" y="343714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CA0">
                <a:alpha val="100000"/>
              </a:srgbClr>
            </a:solidFill>
            <a:ln w="5420" cap="flat">
              <a:solidFill>
                <a:srgbClr val="3A6CA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25" name="pg1125"/>
            <p:cNvSpPr/>
            <p:nvPr/>
          </p:nvSpPr>
          <p:spPr>
            <a:xfrm>
              <a:off x="5190601" y="343714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DA0">
                <a:alpha val="100000"/>
              </a:srgbClr>
            </a:solidFill>
            <a:ln w="5420" cap="flat">
              <a:solidFill>
                <a:srgbClr val="3A6DA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26" name="pg1126"/>
            <p:cNvSpPr/>
            <p:nvPr/>
          </p:nvSpPr>
          <p:spPr>
            <a:xfrm>
              <a:off x="5202238" y="343714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DA0">
                <a:alpha val="100000"/>
              </a:srgbClr>
            </a:solidFill>
            <a:ln w="5420" cap="flat">
              <a:solidFill>
                <a:srgbClr val="3A6DA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27" name="pg1127"/>
            <p:cNvSpPr/>
            <p:nvPr/>
          </p:nvSpPr>
          <p:spPr>
            <a:xfrm>
              <a:off x="5213875" y="343714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DA0">
                <a:alpha val="100000"/>
              </a:srgbClr>
            </a:solidFill>
            <a:ln w="5420" cap="flat">
              <a:solidFill>
                <a:srgbClr val="3A6DA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28" name="pg1128"/>
            <p:cNvSpPr/>
            <p:nvPr/>
          </p:nvSpPr>
          <p:spPr>
            <a:xfrm>
              <a:off x="5027678" y="345144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19D">
                <a:alpha val="100000"/>
              </a:srgbClr>
            </a:solidFill>
            <a:ln w="5420" cap="flat">
              <a:solidFill>
                <a:srgbClr val="3A61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29" name="pg1129"/>
            <p:cNvSpPr/>
            <p:nvPr/>
          </p:nvSpPr>
          <p:spPr>
            <a:xfrm>
              <a:off x="5039315" y="345144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19D">
                <a:alpha val="100000"/>
              </a:srgbClr>
            </a:solidFill>
            <a:ln w="5420" cap="flat">
              <a:solidFill>
                <a:srgbClr val="3A61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30" name="pg1130"/>
            <p:cNvSpPr/>
            <p:nvPr/>
          </p:nvSpPr>
          <p:spPr>
            <a:xfrm>
              <a:off x="5050953" y="345144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29D">
                <a:alpha val="100000"/>
              </a:srgbClr>
            </a:solidFill>
            <a:ln w="5420" cap="flat">
              <a:solidFill>
                <a:srgbClr val="3A62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31" name="pg1131"/>
            <p:cNvSpPr/>
            <p:nvPr/>
          </p:nvSpPr>
          <p:spPr>
            <a:xfrm>
              <a:off x="5062590" y="345144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39D">
                <a:alpha val="100000"/>
              </a:srgbClr>
            </a:solidFill>
            <a:ln w="5420" cap="flat">
              <a:solidFill>
                <a:srgbClr val="3A63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32" name="pg1132"/>
            <p:cNvSpPr/>
            <p:nvPr/>
          </p:nvSpPr>
          <p:spPr>
            <a:xfrm>
              <a:off x="5074227" y="345144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49E">
                <a:alpha val="100000"/>
              </a:srgbClr>
            </a:solidFill>
            <a:ln w="5420" cap="flat">
              <a:solidFill>
                <a:srgbClr val="3A64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33" name="pg1133"/>
            <p:cNvSpPr/>
            <p:nvPr/>
          </p:nvSpPr>
          <p:spPr>
            <a:xfrm>
              <a:off x="5085865" y="345144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59E">
                <a:alpha val="100000"/>
              </a:srgbClr>
            </a:solidFill>
            <a:ln w="5420" cap="flat">
              <a:solidFill>
                <a:srgbClr val="3A65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34" name="pg1134"/>
            <p:cNvSpPr/>
            <p:nvPr/>
          </p:nvSpPr>
          <p:spPr>
            <a:xfrm>
              <a:off x="5097502" y="345144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69E">
                <a:alpha val="100000"/>
              </a:srgbClr>
            </a:solidFill>
            <a:ln w="5420" cap="flat">
              <a:solidFill>
                <a:srgbClr val="3A66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35" name="pg1135"/>
            <p:cNvSpPr/>
            <p:nvPr/>
          </p:nvSpPr>
          <p:spPr>
            <a:xfrm>
              <a:off x="5155689" y="345144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B9F">
                <a:alpha val="100000"/>
              </a:srgbClr>
            </a:solidFill>
            <a:ln w="5420" cap="flat">
              <a:solidFill>
                <a:srgbClr val="3A6B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36" name="pg1136"/>
            <p:cNvSpPr/>
            <p:nvPr/>
          </p:nvSpPr>
          <p:spPr>
            <a:xfrm>
              <a:off x="5167326" y="345144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C9F">
                <a:alpha val="100000"/>
              </a:srgbClr>
            </a:solidFill>
            <a:ln w="5420" cap="flat">
              <a:solidFill>
                <a:srgbClr val="3A6C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37" name="pg1137"/>
            <p:cNvSpPr/>
            <p:nvPr/>
          </p:nvSpPr>
          <p:spPr>
            <a:xfrm>
              <a:off x="5178963" y="345144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CA0">
                <a:alpha val="100000"/>
              </a:srgbClr>
            </a:solidFill>
            <a:ln w="5420" cap="flat">
              <a:solidFill>
                <a:srgbClr val="3A6CA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38" name="pg1138"/>
            <p:cNvSpPr/>
            <p:nvPr/>
          </p:nvSpPr>
          <p:spPr>
            <a:xfrm>
              <a:off x="5190601" y="345144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CA0">
                <a:alpha val="100000"/>
              </a:srgbClr>
            </a:solidFill>
            <a:ln w="5420" cap="flat">
              <a:solidFill>
                <a:srgbClr val="3A6CA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39" name="pg1139"/>
            <p:cNvSpPr/>
            <p:nvPr/>
          </p:nvSpPr>
          <p:spPr>
            <a:xfrm>
              <a:off x="5202238" y="345144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DA0">
                <a:alpha val="100000"/>
              </a:srgbClr>
            </a:solidFill>
            <a:ln w="5420" cap="flat">
              <a:solidFill>
                <a:srgbClr val="3A6DA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40" name="pg1140"/>
            <p:cNvSpPr/>
            <p:nvPr/>
          </p:nvSpPr>
          <p:spPr>
            <a:xfrm>
              <a:off x="5016041" y="346574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5E9C">
                <a:alpha val="100000"/>
              </a:srgbClr>
            </a:solidFill>
            <a:ln w="5420" cap="flat">
              <a:solidFill>
                <a:srgbClr val="395E9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41" name="pg1141"/>
            <p:cNvSpPr/>
            <p:nvPr/>
          </p:nvSpPr>
          <p:spPr>
            <a:xfrm>
              <a:off x="5027678" y="346574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5E9C">
                <a:alpha val="100000"/>
              </a:srgbClr>
            </a:solidFill>
            <a:ln w="5420" cap="flat">
              <a:solidFill>
                <a:srgbClr val="395E9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42" name="pg1142"/>
            <p:cNvSpPr/>
            <p:nvPr/>
          </p:nvSpPr>
          <p:spPr>
            <a:xfrm>
              <a:off x="5039315" y="346574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5F9C">
                <a:alpha val="100000"/>
              </a:srgbClr>
            </a:solidFill>
            <a:ln w="5420" cap="flat">
              <a:solidFill>
                <a:srgbClr val="395F9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43" name="pg1143"/>
            <p:cNvSpPr/>
            <p:nvPr/>
          </p:nvSpPr>
          <p:spPr>
            <a:xfrm>
              <a:off x="5050953" y="346574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609D">
                <a:alpha val="100000"/>
              </a:srgbClr>
            </a:solidFill>
            <a:ln w="5420" cap="flat">
              <a:solidFill>
                <a:srgbClr val="3960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44" name="pg1144"/>
            <p:cNvSpPr/>
            <p:nvPr/>
          </p:nvSpPr>
          <p:spPr>
            <a:xfrm>
              <a:off x="5062590" y="346574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29D">
                <a:alpha val="100000"/>
              </a:srgbClr>
            </a:solidFill>
            <a:ln w="5420" cap="flat">
              <a:solidFill>
                <a:srgbClr val="3A62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45" name="pg1145"/>
            <p:cNvSpPr/>
            <p:nvPr/>
          </p:nvSpPr>
          <p:spPr>
            <a:xfrm>
              <a:off x="5074227" y="346574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39D">
                <a:alpha val="100000"/>
              </a:srgbClr>
            </a:solidFill>
            <a:ln w="5420" cap="flat">
              <a:solidFill>
                <a:srgbClr val="3A63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46" name="pg1146"/>
            <p:cNvSpPr/>
            <p:nvPr/>
          </p:nvSpPr>
          <p:spPr>
            <a:xfrm>
              <a:off x="5085865" y="346574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49E">
                <a:alpha val="100000"/>
              </a:srgbClr>
            </a:solidFill>
            <a:ln w="5420" cap="flat">
              <a:solidFill>
                <a:srgbClr val="3A64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47" name="pg1147"/>
            <p:cNvSpPr/>
            <p:nvPr/>
          </p:nvSpPr>
          <p:spPr>
            <a:xfrm>
              <a:off x="5097502" y="346574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69E">
                <a:alpha val="100000"/>
              </a:srgbClr>
            </a:solidFill>
            <a:ln w="5420" cap="flat">
              <a:solidFill>
                <a:srgbClr val="3A66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48" name="pg1148"/>
            <p:cNvSpPr/>
            <p:nvPr/>
          </p:nvSpPr>
          <p:spPr>
            <a:xfrm>
              <a:off x="5155689" y="346574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B9F">
                <a:alpha val="100000"/>
              </a:srgbClr>
            </a:solidFill>
            <a:ln w="5420" cap="flat">
              <a:solidFill>
                <a:srgbClr val="3A6B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49" name="pg1149"/>
            <p:cNvSpPr/>
            <p:nvPr/>
          </p:nvSpPr>
          <p:spPr>
            <a:xfrm>
              <a:off x="5167326" y="346574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C9F">
                <a:alpha val="100000"/>
              </a:srgbClr>
            </a:solidFill>
            <a:ln w="5420" cap="flat">
              <a:solidFill>
                <a:srgbClr val="3A6C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50" name="pg1150"/>
            <p:cNvSpPr/>
            <p:nvPr/>
          </p:nvSpPr>
          <p:spPr>
            <a:xfrm>
              <a:off x="5178963" y="346574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CA0">
                <a:alpha val="100000"/>
              </a:srgbClr>
            </a:solidFill>
            <a:ln w="5420" cap="flat">
              <a:solidFill>
                <a:srgbClr val="3A6CA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51" name="pg1151"/>
            <p:cNvSpPr/>
            <p:nvPr/>
          </p:nvSpPr>
          <p:spPr>
            <a:xfrm>
              <a:off x="5190601" y="346574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CA0">
                <a:alpha val="100000"/>
              </a:srgbClr>
            </a:solidFill>
            <a:ln w="5420" cap="flat">
              <a:solidFill>
                <a:srgbClr val="3A6CA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52" name="pg1152"/>
            <p:cNvSpPr/>
            <p:nvPr/>
          </p:nvSpPr>
          <p:spPr>
            <a:xfrm>
              <a:off x="5202238" y="346574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DA0">
                <a:alpha val="100000"/>
              </a:srgbClr>
            </a:solidFill>
            <a:ln w="5420" cap="flat">
              <a:solidFill>
                <a:srgbClr val="3A6DA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53" name="pg1153"/>
            <p:cNvSpPr/>
            <p:nvPr/>
          </p:nvSpPr>
          <p:spPr>
            <a:xfrm>
              <a:off x="4957854" y="348004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39D">
                <a:alpha val="100000"/>
              </a:srgbClr>
            </a:solidFill>
            <a:ln w="5420" cap="flat">
              <a:solidFill>
                <a:srgbClr val="3A63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54" name="pg1154"/>
            <p:cNvSpPr/>
            <p:nvPr/>
          </p:nvSpPr>
          <p:spPr>
            <a:xfrm>
              <a:off x="4969492" y="348004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19D">
                <a:alpha val="100000"/>
              </a:srgbClr>
            </a:solidFill>
            <a:ln w="5420" cap="flat">
              <a:solidFill>
                <a:srgbClr val="3A61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55" name="pg1155"/>
            <p:cNvSpPr/>
            <p:nvPr/>
          </p:nvSpPr>
          <p:spPr>
            <a:xfrm>
              <a:off x="4981129" y="348004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609D">
                <a:alpha val="100000"/>
              </a:srgbClr>
            </a:solidFill>
            <a:ln w="5420" cap="flat">
              <a:solidFill>
                <a:srgbClr val="3960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56" name="pg1156"/>
            <p:cNvSpPr/>
            <p:nvPr/>
          </p:nvSpPr>
          <p:spPr>
            <a:xfrm>
              <a:off x="4992766" y="348004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5E9C">
                <a:alpha val="100000"/>
              </a:srgbClr>
            </a:solidFill>
            <a:ln w="5420" cap="flat">
              <a:solidFill>
                <a:srgbClr val="395E9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57" name="pg1157"/>
            <p:cNvSpPr/>
            <p:nvPr/>
          </p:nvSpPr>
          <p:spPr>
            <a:xfrm>
              <a:off x="5004403" y="348004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5C9B">
                <a:alpha val="100000"/>
              </a:srgbClr>
            </a:solidFill>
            <a:ln w="5420" cap="flat">
              <a:solidFill>
                <a:srgbClr val="395C9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58" name="pg1158"/>
            <p:cNvSpPr/>
            <p:nvPr/>
          </p:nvSpPr>
          <p:spPr>
            <a:xfrm>
              <a:off x="5016041" y="348004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5C9A">
                <a:alpha val="100000"/>
              </a:srgbClr>
            </a:solidFill>
            <a:ln w="5420" cap="flat">
              <a:solidFill>
                <a:srgbClr val="395C9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59" name="pg1159"/>
            <p:cNvSpPr/>
            <p:nvPr/>
          </p:nvSpPr>
          <p:spPr>
            <a:xfrm>
              <a:off x="5027678" y="348004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5B9A">
                <a:alpha val="100000"/>
              </a:srgbClr>
            </a:solidFill>
            <a:ln w="5420" cap="flat">
              <a:solidFill>
                <a:srgbClr val="395B9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60" name="pg1160"/>
            <p:cNvSpPr/>
            <p:nvPr/>
          </p:nvSpPr>
          <p:spPr>
            <a:xfrm>
              <a:off x="5039315" y="348004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5C9A">
                <a:alpha val="100000"/>
              </a:srgbClr>
            </a:solidFill>
            <a:ln w="5420" cap="flat">
              <a:solidFill>
                <a:srgbClr val="395C9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61" name="pg1161"/>
            <p:cNvSpPr/>
            <p:nvPr/>
          </p:nvSpPr>
          <p:spPr>
            <a:xfrm>
              <a:off x="5050953" y="348004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5E9C">
                <a:alpha val="100000"/>
              </a:srgbClr>
            </a:solidFill>
            <a:ln w="5420" cap="flat">
              <a:solidFill>
                <a:srgbClr val="395E9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62" name="pg1162"/>
            <p:cNvSpPr/>
            <p:nvPr/>
          </p:nvSpPr>
          <p:spPr>
            <a:xfrm>
              <a:off x="5062590" y="348004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609D">
                <a:alpha val="100000"/>
              </a:srgbClr>
            </a:solidFill>
            <a:ln w="5420" cap="flat">
              <a:solidFill>
                <a:srgbClr val="3960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63" name="pg1163"/>
            <p:cNvSpPr/>
            <p:nvPr/>
          </p:nvSpPr>
          <p:spPr>
            <a:xfrm>
              <a:off x="5074227" y="348004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29D">
                <a:alpha val="100000"/>
              </a:srgbClr>
            </a:solidFill>
            <a:ln w="5420" cap="flat">
              <a:solidFill>
                <a:srgbClr val="3A62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64" name="pg1164"/>
            <p:cNvSpPr/>
            <p:nvPr/>
          </p:nvSpPr>
          <p:spPr>
            <a:xfrm>
              <a:off x="5085865" y="348004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49E">
                <a:alpha val="100000"/>
              </a:srgbClr>
            </a:solidFill>
            <a:ln w="5420" cap="flat">
              <a:solidFill>
                <a:srgbClr val="3A64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65" name="pg1165"/>
            <p:cNvSpPr/>
            <p:nvPr/>
          </p:nvSpPr>
          <p:spPr>
            <a:xfrm>
              <a:off x="5144051" y="348004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A9F">
                <a:alpha val="100000"/>
              </a:srgbClr>
            </a:solidFill>
            <a:ln w="5420" cap="flat">
              <a:solidFill>
                <a:srgbClr val="3A6A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66" name="pg1166"/>
            <p:cNvSpPr/>
            <p:nvPr/>
          </p:nvSpPr>
          <p:spPr>
            <a:xfrm>
              <a:off x="5155689" y="348004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B9F">
                <a:alpha val="100000"/>
              </a:srgbClr>
            </a:solidFill>
            <a:ln w="5420" cap="flat">
              <a:solidFill>
                <a:srgbClr val="3A6B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67" name="pg1167"/>
            <p:cNvSpPr/>
            <p:nvPr/>
          </p:nvSpPr>
          <p:spPr>
            <a:xfrm>
              <a:off x="5167326" y="348004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C9F">
                <a:alpha val="100000"/>
              </a:srgbClr>
            </a:solidFill>
            <a:ln w="5420" cap="flat">
              <a:solidFill>
                <a:srgbClr val="3A6C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68" name="pg1168"/>
            <p:cNvSpPr/>
            <p:nvPr/>
          </p:nvSpPr>
          <p:spPr>
            <a:xfrm>
              <a:off x="5178963" y="348004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CA0">
                <a:alpha val="100000"/>
              </a:srgbClr>
            </a:solidFill>
            <a:ln w="5420" cap="flat">
              <a:solidFill>
                <a:srgbClr val="3A6CA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69" name="pg1169"/>
            <p:cNvSpPr/>
            <p:nvPr/>
          </p:nvSpPr>
          <p:spPr>
            <a:xfrm>
              <a:off x="5190601" y="348004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CA0">
                <a:alpha val="100000"/>
              </a:srgbClr>
            </a:solidFill>
            <a:ln w="5420" cap="flat">
              <a:solidFill>
                <a:srgbClr val="3A6CA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70" name="pg1170"/>
            <p:cNvSpPr/>
            <p:nvPr/>
          </p:nvSpPr>
          <p:spPr>
            <a:xfrm>
              <a:off x="5202238" y="348004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DA0">
                <a:alpha val="100000"/>
              </a:srgbClr>
            </a:solidFill>
            <a:ln w="5420" cap="flat">
              <a:solidFill>
                <a:srgbClr val="3A6DA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71" name="pg1171"/>
            <p:cNvSpPr/>
            <p:nvPr/>
          </p:nvSpPr>
          <p:spPr>
            <a:xfrm>
              <a:off x="4946217" y="349434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49E">
                <a:alpha val="100000"/>
              </a:srgbClr>
            </a:solidFill>
            <a:ln w="5420" cap="flat">
              <a:solidFill>
                <a:srgbClr val="3A64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72" name="pg1172"/>
            <p:cNvSpPr/>
            <p:nvPr/>
          </p:nvSpPr>
          <p:spPr>
            <a:xfrm>
              <a:off x="4957854" y="349434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39D">
                <a:alpha val="100000"/>
              </a:srgbClr>
            </a:solidFill>
            <a:ln w="5420" cap="flat">
              <a:solidFill>
                <a:srgbClr val="3A63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73" name="pg1173"/>
            <p:cNvSpPr/>
            <p:nvPr/>
          </p:nvSpPr>
          <p:spPr>
            <a:xfrm>
              <a:off x="4969492" y="349434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609D">
                <a:alpha val="100000"/>
              </a:srgbClr>
            </a:solidFill>
            <a:ln w="5420" cap="flat">
              <a:solidFill>
                <a:srgbClr val="3960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74" name="pg1174"/>
            <p:cNvSpPr/>
            <p:nvPr/>
          </p:nvSpPr>
          <p:spPr>
            <a:xfrm>
              <a:off x="4981129" y="349434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5E9C">
                <a:alpha val="100000"/>
              </a:srgbClr>
            </a:solidFill>
            <a:ln w="5420" cap="flat">
              <a:solidFill>
                <a:srgbClr val="395E9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75" name="pg1175"/>
            <p:cNvSpPr/>
            <p:nvPr/>
          </p:nvSpPr>
          <p:spPr>
            <a:xfrm>
              <a:off x="4992766" y="349434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5C9B">
                <a:alpha val="100000"/>
              </a:srgbClr>
            </a:solidFill>
            <a:ln w="5420" cap="flat">
              <a:solidFill>
                <a:srgbClr val="395C9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76" name="pg1176"/>
            <p:cNvSpPr/>
            <p:nvPr/>
          </p:nvSpPr>
          <p:spPr>
            <a:xfrm>
              <a:off x="5004403" y="349434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5A98">
                <a:alpha val="100000"/>
              </a:srgbClr>
            </a:solidFill>
            <a:ln w="5420" cap="flat">
              <a:solidFill>
                <a:srgbClr val="3A5A9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77" name="pg1177"/>
            <p:cNvSpPr/>
            <p:nvPr/>
          </p:nvSpPr>
          <p:spPr>
            <a:xfrm>
              <a:off x="5016041" y="349434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5996">
                <a:alpha val="100000"/>
              </a:srgbClr>
            </a:solidFill>
            <a:ln w="5420" cap="flat">
              <a:solidFill>
                <a:srgbClr val="3A599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78" name="pg1178"/>
            <p:cNvSpPr/>
            <p:nvPr/>
          </p:nvSpPr>
          <p:spPr>
            <a:xfrm>
              <a:off x="5027678" y="349434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5895">
                <a:alpha val="100000"/>
              </a:srgbClr>
            </a:solidFill>
            <a:ln w="5420" cap="flat">
              <a:solidFill>
                <a:srgbClr val="3A589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79" name="pg1179"/>
            <p:cNvSpPr/>
            <p:nvPr/>
          </p:nvSpPr>
          <p:spPr>
            <a:xfrm>
              <a:off x="5039315" y="349434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5895">
                <a:alpha val="100000"/>
              </a:srgbClr>
            </a:solidFill>
            <a:ln w="5420" cap="flat">
              <a:solidFill>
                <a:srgbClr val="3A589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80" name="pg1180"/>
            <p:cNvSpPr/>
            <p:nvPr/>
          </p:nvSpPr>
          <p:spPr>
            <a:xfrm>
              <a:off x="5050953" y="349434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5B9A">
                <a:alpha val="100000"/>
              </a:srgbClr>
            </a:solidFill>
            <a:ln w="5420" cap="flat">
              <a:solidFill>
                <a:srgbClr val="395B9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81" name="pg1181"/>
            <p:cNvSpPr/>
            <p:nvPr/>
          </p:nvSpPr>
          <p:spPr>
            <a:xfrm>
              <a:off x="5062590" y="349434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5E9C">
                <a:alpha val="100000"/>
              </a:srgbClr>
            </a:solidFill>
            <a:ln w="5420" cap="flat">
              <a:solidFill>
                <a:srgbClr val="395E9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82" name="pg1182"/>
            <p:cNvSpPr/>
            <p:nvPr/>
          </p:nvSpPr>
          <p:spPr>
            <a:xfrm>
              <a:off x="5074227" y="349434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619D">
                <a:alpha val="100000"/>
              </a:srgbClr>
            </a:solidFill>
            <a:ln w="5420" cap="flat">
              <a:solidFill>
                <a:srgbClr val="3961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83" name="pg1183"/>
            <p:cNvSpPr/>
            <p:nvPr/>
          </p:nvSpPr>
          <p:spPr>
            <a:xfrm>
              <a:off x="5132414" y="349434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A9F">
                <a:alpha val="100000"/>
              </a:srgbClr>
            </a:solidFill>
            <a:ln w="5420" cap="flat">
              <a:solidFill>
                <a:srgbClr val="3A6A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84" name="pg1184"/>
            <p:cNvSpPr/>
            <p:nvPr/>
          </p:nvSpPr>
          <p:spPr>
            <a:xfrm>
              <a:off x="5144051" y="349434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A9F">
                <a:alpha val="100000"/>
              </a:srgbClr>
            </a:solidFill>
            <a:ln w="5420" cap="flat">
              <a:solidFill>
                <a:srgbClr val="3A6A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85" name="pg1185"/>
            <p:cNvSpPr/>
            <p:nvPr/>
          </p:nvSpPr>
          <p:spPr>
            <a:xfrm>
              <a:off x="5155689" y="349434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B9F">
                <a:alpha val="100000"/>
              </a:srgbClr>
            </a:solidFill>
            <a:ln w="5420" cap="flat">
              <a:solidFill>
                <a:srgbClr val="3A6B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86" name="pg1186"/>
            <p:cNvSpPr/>
            <p:nvPr/>
          </p:nvSpPr>
          <p:spPr>
            <a:xfrm>
              <a:off x="5167326" y="349434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CA0">
                <a:alpha val="100000"/>
              </a:srgbClr>
            </a:solidFill>
            <a:ln w="5420" cap="flat">
              <a:solidFill>
                <a:srgbClr val="3A6CA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87" name="pg1187"/>
            <p:cNvSpPr/>
            <p:nvPr/>
          </p:nvSpPr>
          <p:spPr>
            <a:xfrm>
              <a:off x="5178963" y="349434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CA0">
                <a:alpha val="100000"/>
              </a:srgbClr>
            </a:solidFill>
            <a:ln w="5420" cap="flat">
              <a:solidFill>
                <a:srgbClr val="3A6CA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88" name="pg1188"/>
            <p:cNvSpPr/>
            <p:nvPr/>
          </p:nvSpPr>
          <p:spPr>
            <a:xfrm>
              <a:off x="5190601" y="349434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DA0">
                <a:alpha val="100000"/>
              </a:srgbClr>
            </a:solidFill>
            <a:ln w="5420" cap="flat">
              <a:solidFill>
                <a:srgbClr val="3A6DA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89" name="pg1189"/>
            <p:cNvSpPr/>
            <p:nvPr/>
          </p:nvSpPr>
          <p:spPr>
            <a:xfrm>
              <a:off x="5202238" y="349434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DA0">
                <a:alpha val="100000"/>
              </a:srgbClr>
            </a:solidFill>
            <a:ln w="5420" cap="flat">
              <a:solidFill>
                <a:srgbClr val="3A6DA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90" name="pg1190"/>
            <p:cNvSpPr/>
            <p:nvPr/>
          </p:nvSpPr>
          <p:spPr>
            <a:xfrm>
              <a:off x="4922942" y="350864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99F">
                <a:alpha val="100000"/>
              </a:srgbClr>
            </a:solidFill>
            <a:ln w="5420" cap="flat">
              <a:solidFill>
                <a:srgbClr val="3A69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91" name="pg1191"/>
            <p:cNvSpPr/>
            <p:nvPr/>
          </p:nvSpPr>
          <p:spPr>
            <a:xfrm>
              <a:off x="4934580" y="350864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69E">
                <a:alpha val="100000"/>
              </a:srgbClr>
            </a:solidFill>
            <a:ln w="5420" cap="flat">
              <a:solidFill>
                <a:srgbClr val="3A66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92" name="pg1192"/>
            <p:cNvSpPr/>
            <p:nvPr/>
          </p:nvSpPr>
          <p:spPr>
            <a:xfrm>
              <a:off x="4946217" y="350864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49E">
                <a:alpha val="100000"/>
              </a:srgbClr>
            </a:solidFill>
            <a:ln w="5420" cap="flat">
              <a:solidFill>
                <a:srgbClr val="3A64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93" name="pg1193"/>
            <p:cNvSpPr/>
            <p:nvPr/>
          </p:nvSpPr>
          <p:spPr>
            <a:xfrm>
              <a:off x="4957854" y="350864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29D">
                <a:alpha val="100000"/>
              </a:srgbClr>
            </a:solidFill>
            <a:ln w="5420" cap="flat">
              <a:solidFill>
                <a:srgbClr val="3A62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94" name="pg1194"/>
            <p:cNvSpPr/>
            <p:nvPr/>
          </p:nvSpPr>
          <p:spPr>
            <a:xfrm>
              <a:off x="4969492" y="350864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5F9D">
                <a:alpha val="100000"/>
              </a:srgbClr>
            </a:solidFill>
            <a:ln w="5420" cap="flat">
              <a:solidFill>
                <a:srgbClr val="395F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95" name="pg1195"/>
            <p:cNvSpPr/>
            <p:nvPr/>
          </p:nvSpPr>
          <p:spPr>
            <a:xfrm>
              <a:off x="4981129" y="350864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5C9B">
                <a:alpha val="100000"/>
              </a:srgbClr>
            </a:solidFill>
            <a:ln w="5420" cap="flat">
              <a:solidFill>
                <a:srgbClr val="395C9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96" name="pg1196"/>
            <p:cNvSpPr/>
            <p:nvPr/>
          </p:nvSpPr>
          <p:spPr>
            <a:xfrm>
              <a:off x="4992766" y="350864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5997">
                <a:alpha val="100000"/>
              </a:srgbClr>
            </a:solidFill>
            <a:ln w="5420" cap="flat">
              <a:solidFill>
                <a:srgbClr val="3A599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97" name="pg1197"/>
            <p:cNvSpPr/>
            <p:nvPr/>
          </p:nvSpPr>
          <p:spPr>
            <a:xfrm>
              <a:off x="5004403" y="350864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5692">
                <a:alpha val="100000"/>
              </a:srgbClr>
            </a:solidFill>
            <a:ln w="5420" cap="flat">
              <a:solidFill>
                <a:srgbClr val="3A569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98" name="pg1198"/>
            <p:cNvSpPr/>
            <p:nvPr/>
          </p:nvSpPr>
          <p:spPr>
            <a:xfrm>
              <a:off x="5016041" y="350864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548F">
                <a:alpha val="100000"/>
              </a:srgbClr>
            </a:solidFill>
            <a:ln w="5420" cap="flat">
              <a:solidFill>
                <a:srgbClr val="3B548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99" name="pg1199"/>
            <p:cNvSpPr/>
            <p:nvPr/>
          </p:nvSpPr>
          <p:spPr>
            <a:xfrm>
              <a:off x="5027678" y="350864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528D">
                <a:alpha val="100000"/>
              </a:srgbClr>
            </a:solidFill>
            <a:ln w="5420" cap="flat">
              <a:solidFill>
                <a:srgbClr val="3B528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00" name="pg1200"/>
            <p:cNvSpPr/>
            <p:nvPr/>
          </p:nvSpPr>
          <p:spPr>
            <a:xfrm>
              <a:off x="5039315" y="350864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528D">
                <a:alpha val="100000"/>
              </a:srgbClr>
            </a:solidFill>
            <a:ln w="5420" cap="flat">
              <a:solidFill>
                <a:srgbClr val="3B528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01" name="pg1201"/>
            <p:cNvSpPr/>
            <p:nvPr/>
          </p:nvSpPr>
          <p:spPr>
            <a:xfrm>
              <a:off x="5050953" y="350864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5895">
                <a:alpha val="100000"/>
              </a:srgbClr>
            </a:solidFill>
            <a:ln w="5420" cap="flat">
              <a:solidFill>
                <a:srgbClr val="3A589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02" name="pg1202"/>
            <p:cNvSpPr/>
            <p:nvPr/>
          </p:nvSpPr>
          <p:spPr>
            <a:xfrm>
              <a:off x="5120777" y="350864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B9F">
                <a:alpha val="100000"/>
              </a:srgbClr>
            </a:solidFill>
            <a:ln w="5420" cap="flat">
              <a:solidFill>
                <a:srgbClr val="3A6B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03" name="pg1203"/>
            <p:cNvSpPr/>
            <p:nvPr/>
          </p:nvSpPr>
          <p:spPr>
            <a:xfrm>
              <a:off x="5132414" y="350864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C9F">
                <a:alpha val="100000"/>
              </a:srgbClr>
            </a:solidFill>
            <a:ln w="5420" cap="flat">
              <a:solidFill>
                <a:srgbClr val="3A6C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04" name="pg1204"/>
            <p:cNvSpPr/>
            <p:nvPr/>
          </p:nvSpPr>
          <p:spPr>
            <a:xfrm>
              <a:off x="5144051" y="350864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CA0">
                <a:alpha val="100000"/>
              </a:srgbClr>
            </a:solidFill>
            <a:ln w="5420" cap="flat">
              <a:solidFill>
                <a:srgbClr val="3A6CA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05" name="pg1205"/>
            <p:cNvSpPr/>
            <p:nvPr/>
          </p:nvSpPr>
          <p:spPr>
            <a:xfrm>
              <a:off x="5155689" y="350864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CA0">
                <a:alpha val="100000"/>
              </a:srgbClr>
            </a:solidFill>
            <a:ln w="5420" cap="flat">
              <a:solidFill>
                <a:srgbClr val="3A6CA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06" name="pg1206"/>
            <p:cNvSpPr/>
            <p:nvPr/>
          </p:nvSpPr>
          <p:spPr>
            <a:xfrm>
              <a:off x="5167326" y="350864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DA0">
                <a:alpha val="100000"/>
              </a:srgbClr>
            </a:solidFill>
            <a:ln w="5420" cap="flat">
              <a:solidFill>
                <a:srgbClr val="3A6DA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07" name="pg1207"/>
            <p:cNvSpPr/>
            <p:nvPr/>
          </p:nvSpPr>
          <p:spPr>
            <a:xfrm>
              <a:off x="5178963" y="350864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DA0">
                <a:alpha val="100000"/>
              </a:srgbClr>
            </a:solidFill>
            <a:ln w="5420" cap="flat">
              <a:solidFill>
                <a:srgbClr val="3A6DA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08" name="pg1208"/>
            <p:cNvSpPr/>
            <p:nvPr/>
          </p:nvSpPr>
          <p:spPr>
            <a:xfrm>
              <a:off x="4899668" y="352294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CA0">
                <a:alpha val="100000"/>
              </a:srgbClr>
            </a:solidFill>
            <a:ln w="5420" cap="flat">
              <a:solidFill>
                <a:srgbClr val="3A6CA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09" name="pg1209"/>
            <p:cNvSpPr/>
            <p:nvPr/>
          </p:nvSpPr>
          <p:spPr>
            <a:xfrm>
              <a:off x="4911305" y="352294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B9F">
                <a:alpha val="100000"/>
              </a:srgbClr>
            </a:solidFill>
            <a:ln w="5420" cap="flat">
              <a:solidFill>
                <a:srgbClr val="3A6B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10" name="pg1210"/>
            <p:cNvSpPr/>
            <p:nvPr/>
          </p:nvSpPr>
          <p:spPr>
            <a:xfrm>
              <a:off x="4922942" y="352294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A9F">
                <a:alpha val="100000"/>
              </a:srgbClr>
            </a:solidFill>
            <a:ln w="5420" cap="flat">
              <a:solidFill>
                <a:srgbClr val="3A6A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11" name="pg1211"/>
            <p:cNvSpPr/>
            <p:nvPr/>
          </p:nvSpPr>
          <p:spPr>
            <a:xfrm>
              <a:off x="4934580" y="352294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79E">
                <a:alpha val="100000"/>
              </a:srgbClr>
            </a:solidFill>
            <a:ln w="5420" cap="flat">
              <a:solidFill>
                <a:srgbClr val="3A67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12" name="pg1212"/>
            <p:cNvSpPr/>
            <p:nvPr/>
          </p:nvSpPr>
          <p:spPr>
            <a:xfrm>
              <a:off x="4946217" y="352294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59E">
                <a:alpha val="100000"/>
              </a:srgbClr>
            </a:solidFill>
            <a:ln w="5420" cap="flat">
              <a:solidFill>
                <a:srgbClr val="3A65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13" name="pg1213"/>
            <p:cNvSpPr/>
            <p:nvPr/>
          </p:nvSpPr>
          <p:spPr>
            <a:xfrm>
              <a:off x="4957854" y="352294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39D">
                <a:alpha val="100000"/>
              </a:srgbClr>
            </a:solidFill>
            <a:ln w="5420" cap="flat">
              <a:solidFill>
                <a:srgbClr val="3A63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14" name="pg1214"/>
            <p:cNvSpPr/>
            <p:nvPr/>
          </p:nvSpPr>
          <p:spPr>
            <a:xfrm>
              <a:off x="4969492" y="352294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609D">
                <a:alpha val="100000"/>
              </a:srgbClr>
            </a:solidFill>
            <a:ln w="5420" cap="flat">
              <a:solidFill>
                <a:srgbClr val="3960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15" name="pg1215"/>
            <p:cNvSpPr/>
            <p:nvPr/>
          </p:nvSpPr>
          <p:spPr>
            <a:xfrm>
              <a:off x="4981129" y="352294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5D9C">
                <a:alpha val="100000"/>
              </a:srgbClr>
            </a:solidFill>
            <a:ln w="5420" cap="flat">
              <a:solidFill>
                <a:srgbClr val="395D9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16" name="pg1216"/>
            <p:cNvSpPr/>
            <p:nvPr/>
          </p:nvSpPr>
          <p:spPr>
            <a:xfrm>
              <a:off x="4992766" y="352294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5A97">
                <a:alpha val="100000"/>
              </a:srgbClr>
            </a:solidFill>
            <a:ln w="5420" cap="flat">
              <a:solidFill>
                <a:srgbClr val="3A5A9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17" name="pg1217"/>
            <p:cNvSpPr/>
            <p:nvPr/>
          </p:nvSpPr>
          <p:spPr>
            <a:xfrm>
              <a:off x="5004403" y="352294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5693">
                <a:alpha val="100000"/>
              </a:srgbClr>
            </a:solidFill>
            <a:ln w="5420" cap="flat">
              <a:solidFill>
                <a:srgbClr val="3A569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18" name="pg1218"/>
            <p:cNvSpPr/>
            <p:nvPr/>
          </p:nvSpPr>
          <p:spPr>
            <a:xfrm>
              <a:off x="5016041" y="352294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548F">
                <a:alpha val="100000"/>
              </a:srgbClr>
            </a:solidFill>
            <a:ln w="5420" cap="flat">
              <a:solidFill>
                <a:srgbClr val="3B548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19" name="pg1219"/>
            <p:cNvSpPr/>
            <p:nvPr/>
          </p:nvSpPr>
          <p:spPr>
            <a:xfrm>
              <a:off x="5027678" y="352294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528C">
                <a:alpha val="100000"/>
              </a:srgbClr>
            </a:solidFill>
            <a:ln w="5420" cap="flat">
              <a:solidFill>
                <a:srgbClr val="3B528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20" name="pg1220"/>
            <p:cNvSpPr/>
            <p:nvPr/>
          </p:nvSpPr>
          <p:spPr>
            <a:xfrm>
              <a:off x="5039315" y="352294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528C">
                <a:alpha val="100000"/>
              </a:srgbClr>
            </a:solidFill>
            <a:ln w="5420" cap="flat">
              <a:solidFill>
                <a:srgbClr val="3B528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21" name="pg1221"/>
            <p:cNvSpPr/>
            <p:nvPr/>
          </p:nvSpPr>
          <p:spPr>
            <a:xfrm>
              <a:off x="5050953" y="352294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5996">
                <a:alpha val="100000"/>
              </a:srgbClr>
            </a:solidFill>
            <a:ln w="5420" cap="flat">
              <a:solidFill>
                <a:srgbClr val="3A599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22" name="pg1222"/>
            <p:cNvSpPr/>
            <p:nvPr/>
          </p:nvSpPr>
          <p:spPr>
            <a:xfrm>
              <a:off x="5062590" y="352294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5F9C">
                <a:alpha val="100000"/>
              </a:srgbClr>
            </a:solidFill>
            <a:ln w="5420" cap="flat">
              <a:solidFill>
                <a:srgbClr val="395F9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23" name="pg1223"/>
            <p:cNvSpPr/>
            <p:nvPr/>
          </p:nvSpPr>
          <p:spPr>
            <a:xfrm>
              <a:off x="5074227" y="352294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49E">
                <a:alpha val="100000"/>
              </a:srgbClr>
            </a:solidFill>
            <a:ln w="5420" cap="flat">
              <a:solidFill>
                <a:srgbClr val="3A64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24" name="pg1224"/>
            <p:cNvSpPr/>
            <p:nvPr/>
          </p:nvSpPr>
          <p:spPr>
            <a:xfrm>
              <a:off x="5085865" y="352294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89F">
                <a:alpha val="100000"/>
              </a:srgbClr>
            </a:solidFill>
            <a:ln w="5420" cap="flat">
              <a:solidFill>
                <a:srgbClr val="3A68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25" name="pg1225"/>
            <p:cNvSpPr/>
            <p:nvPr/>
          </p:nvSpPr>
          <p:spPr>
            <a:xfrm>
              <a:off x="5109139" y="352294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CA0">
                <a:alpha val="100000"/>
              </a:srgbClr>
            </a:solidFill>
            <a:ln w="5420" cap="flat">
              <a:solidFill>
                <a:srgbClr val="3A6CA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26" name="pg1226"/>
            <p:cNvSpPr/>
            <p:nvPr/>
          </p:nvSpPr>
          <p:spPr>
            <a:xfrm>
              <a:off x="5120777" y="352294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DA0">
                <a:alpha val="100000"/>
              </a:srgbClr>
            </a:solidFill>
            <a:ln w="5420" cap="flat">
              <a:solidFill>
                <a:srgbClr val="3A6DA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27" name="pg1227"/>
            <p:cNvSpPr/>
            <p:nvPr/>
          </p:nvSpPr>
          <p:spPr>
            <a:xfrm>
              <a:off x="5132414" y="352294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DA0">
                <a:alpha val="100000"/>
              </a:srgbClr>
            </a:solidFill>
            <a:ln w="5420" cap="flat">
              <a:solidFill>
                <a:srgbClr val="3A6DA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28" name="pg1228"/>
            <p:cNvSpPr/>
            <p:nvPr/>
          </p:nvSpPr>
          <p:spPr>
            <a:xfrm>
              <a:off x="5144051" y="352294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DA0">
                <a:alpha val="100000"/>
              </a:srgbClr>
            </a:solidFill>
            <a:ln w="5420" cap="flat">
              <a:solidFill>
                <a:srgbClr val="3A6DA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29" name="pg1229"/>
            <p:cNvSpPr/>
            <p:nvPr/>
          </p:nvSpPr>
          <p:spPr>
            <a:xfrm>
              <a:off x="5155689" y="352294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DA0">
                <a:alpha val="100000"/>
              </a:srgbClr>
            </a:solidFill>
            <a:ln w="5420" cap="flat">
              <a:solidFill>
                <a:srgbClr val="3A6DA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30" name="pg1230"/>
            <p:cNvSpPr/>
            <p:nvPr/>
          </p:nvSpPr>
          <p:spPr>
            <a:xfrm>
              <a:off x="5167326" y="352294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EA0">
                <a:alpha val="100000"/>
              </a:srgbClr>
            </a:solidFill>
            <a:ln w="5420" cap="flat">
              <a:solidFill>
                <a:srgbClr val="3A6EA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31" name="pg1231"/>
            <p:cNvSpPr/>
            <p:nvPr/>
          </p:nvSpPr>
          <p:spPr>
            <a:xfrm>
              <a:off x="5178963" y="352294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DA0">
                <a:alpha val="100000"/>
              </a:srgbClr>
            </a:solidFill>
            <a:ln w="5420" cap="flat">
              <a:solidFill>
                <a:srgbClr val="3A6DA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32" name="pg1232"/>
            <p:cNvSpPr/>
            <p:nvPr/>
          </p:nvSpPr>
          <p:spPr>
            <a:xfrm>
              <a:off x="4899668" y="353724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CA0">
                <a:alpha val="100000"/>
              </a:srgbClr>
            </a:solidFill>
            <a:ln w="5420" cap="flat">
              <a:solidFill>
                <a:srgbClr val="3A6CA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33" name="pg1233"/>
            <p:cNvSpPr/>
            <p:nvPr/>
          </p:nvSpPr>
          <p:spPr>
            <a:xfrm>
              <a:off x="4911305" y="353724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C9F">
                <a:alpha val="100000"/>
              </a:srgbClr>
            </a:solidFill>
            <a:ln w="5420" cap="flat">
              <a:solidFill>
                <a:srgbClr val="3A6C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34" name="pg1234"/>
            <p:cNvSpPr/>
            <p:nvPr/>
          </p:nvSpPr>
          <p:spPr>
            <a:xfrm>
              <a:off x="4922942" y="353724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B9F">
                <a:alpha val="100000"/>
              </a:srgbClr>
            </a:solidFill>
            <a:ln w="5420" cap="flat">
              <a:solidFill>
                <a:srgbClr val="3A6B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35" name="pg1235"/>
            <p:cNvSpPr/>
            <p:nvPr/>
          </p:nvSpPr>
          <p:spPr>
            <a:xfrm>
              <a:off x="4934580" y="353724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89F">
                <a:alpha val="100000"/>
              </a:srgbClr>
            </a:solidFill>
            <a:ln w="5420" cap="flat">
              <a:solidFill>
                <a:srgbClr val="3A68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36" name="pg1236"/>
            <p:cNvSpPr/>
            <p:nvPr/>
          </p:nvSpPr>
          <p:spPr>
            <a:xfrm>
              <a:off x="4946217" y="353724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69E">
                <a:alpha val="100000"/>
              </a:srgbClr>
            </a:solidFill>
            <a:ln w="5420" cap="flat">
              <a:solidFill>
                <a:srgbClr val="3A66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37" name="pg1237"/>
            <p:cNvSpPr/>
            <p:nvPr/>
          </p:nvSpPr>
          <p:spPr>
            <a:xfrm>
              <a:off x="4957854" y="353724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49E">
                <a:alpha val="100000"/>
              </a:srgbClr>
            </a:solidFill>
            <a:ln w="5420" cap="flat">
              <a:solidFill>
                <a:srgbClr val="3A64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38" name="pg1238"/>
            <p:cNvSpPr/>
            <p:nvPr/>
          </p:nvSpPr>
          <p:spPr>
            <a:xfrm>
              <a:off x="4969492" y="353724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29D">
                <a:alpha val="100000"/>
              </a:srgbClr>
            </a:solidFill>
            <a:ln w="5420" cap="flat">
              <a:solidFill>
                <a:srgbClr val="3A62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39" name="pg1239"/>
            <p:cNvSpPr/>
            <p:nvPr/>
          </p:nvSpPr>
          <p:spPr>
            <a:xfrm>
              <a:off x="4981129" y="353724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5F9C">
                <a:alpha val="100000"/>
              </a:srgbClr>
            </a:solidFill>
            <a:ln w="5420" cap="flat">
              <a:solidFill>
                <a:srgbClr val="395F9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40" name="pg1240"/>
            <p:cNvSpPr/>
            <p:nvPr/>
          </p:nvSpPr>
          <p:spPr>
            <a:xfrm>
              <a:off x="4992766" y="353724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5C9A">
                <a:alpha val="100000"/>
              </a:srgbClr>
            </a:solidFill>
            <a:ln w="5420" cap="flat">
              <a:solidFill>
                <a:srgbClr val="395C9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41" name="pg1241"/>
            <p:cNvSpPr/>
            <p:nvPr/>
          </p:nvSpPr>
          <p:spPr>
            <a:xfrm>
              <a:off x="5004403" y="353724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5996">
                <a:alpha val="100000"/>
              </a:srgbClr>
            </a:solidFill>
            <a:ln w="5420" cap="flat">
              <a:solidFill>
                <a:srgbClr val="3A599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42" name="pg1242"/>
            <p:cNvSpPr/>
            <p:nvPr/>
          </p:nvSpPr>
          <p:spPr>
            <a:xfrm>
              <a:off x="5016041" y="353724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5692">
                <a:alpha val="100000"/>
              </a:srgbClr>
            </a:solidFill>
            <a:ln w="5420" cap="flat">
              <a:solidFill>
                <a:srgbClr val="3A569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43" name="pg1243"/>
            <p:cNvSpPr/>
            <p:nvPr/>
          </p:nvSpPr>
          <p:spPr>
            <a:xfrm>
              <a:off x="5027678" y="353724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5590">
                <a:alpha val="100000"/>
              </a:srgbClr>
            </a:solidFill>
            <a:ln w="5420" cap="flat">
              <a:solidFill>
                <a:srgbClr val="3B559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44" name="pg1244"/>
            <p:cNvSpPr/>
            <p:nvPr/>
          </p:nvSpPr>
          <p:spPr>
            <a:xfrm>
              <a:off x="5039315" y="353724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5591">
                <a:alpha val="100000"/>
              </a:srgbClr>
            </a:solidFill>
            <a:ln w="5420" cap="flat">
              <a:solidFill>
                <a:srgbClr val="3B559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45" name="pg1245"/>
            <p:cNvSpPr/>
            <p:nvPr/>
          </p:nvSpPr>
          <p:spPr>
            <a:xfrm>
              <a:off x="5050953" y="353724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5D9C">
                <a:alpha val="100000"/>
              </a:srgbClr>
            </a:solidFill>
            <a:ln w="5420" cap="flat">
              <a:solidFill>
                <a:srgbClr val="395D9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46" name="pg1246"/>
            <p:cNvSpPr/>
            <p:nvPr/>
          </p:nvSpPr>
          <p:spPr>
            <a:xfrm>
              <a:off x="5062590" y="353724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49E">
                <a:alpha val="100000"/>
              </a:srgbClr>
            </a:solidFill>
            <a:ln w="5420" cap="flat">
              <a:solidFill>
                <a:srgbClr val="3A64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47" name="pg1247"/>
            <p:cNvSpPr/>
            <p:nvPr/>
          </p:nvSpPr>
          <p:spPr>
            <a:xfrm>
              <a:off x="5074227" y="353724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99F">
                <a:alpha val="100000"/>
              </a:srgbClr>
            </a:solidFill>
            <a:ln w="5420" cap="flat">
              <a:solidFill>
                <a:srgbClr val="3A69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48" name="pg1248"/>
            <p:cNvSpPr/>
            <p:nvPr/>
          </p:nvSpPr>
          <p:spPr>
            <a:xfrm>
              <a:off x="5085865" y="353724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DA0">
                <a:alpha val="100000"/>
              </a:srgbClr>
            </a:solidFill>
            <a:ln w="5420" cap="flat">
              <a:solidFill>
                <a:srgbClr val="3A6DA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49" name="pg1249"/>
            <p:cNvSpPr/>
            <p:nvPr/>
          </p:nvSpPr>
          <p:spPr>
            <a:xfrm>
              <a:off x="5097502" y="353724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EA0">
                <a:alpha val="100000"/>
              </a:srgbClr>
            </a:solidFill>
            <a:ln w="5420" cap="flat">
              <a:solidFill>
                <a:srgbClr val="3A6EA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50" name="pg1250"/>
            <p:cNvSpPr/>
            <p:nvPr/>
          </p:nvSpPr>
          <p:spPr>
            <a:xfrm>
              <a:off x="5109139" y="353724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FA0">
                <a:alpha val="100000"/>
              </a:srgbClr>
            </a:solidFill>
            <a:ln w="5420" cap="flat">
              <a:solidFill>
                <a:srgbClr val="3A6FA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51" name="pg1251"/>
            <p:cNvSpPr/>
            <p:nvPr/>
          </p:nvSpPr>
          <p:spPr>
            <a:xfrm>
              <a:off x="5120777" y="353724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FA0">
                <a:alpha val="100000"/>
              </a:srgbClr>
            </a:solidFill>
            <a:ln w="5420" cap="flat">
              <a:solidFill>
                <a:srgbClr val="3A6FA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52" name="pg1252"/>
            <p:cNvSpPr/>
            <p:nvPr/>
          </p:nvSpPr>
          <p:spPr>
            <a:xfrm>
              <a:off x="5132414" y="353724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FA0">
                <a:alpha val="100000"/>
              </a:srgbClr>
            </a:solidFill>
            <a:ln w="5420" cap="flat">
              <a:solidFill>
                <a:srgbClr val="3A6FA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53" name="pg1253"/>
            <p:cNvSpPr/>
            <p:nvPr/>
          </p:nvSpPr>
          <p:spPr>
            <a:xfrm>
              <a:off x="5144051" y="353724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EA0">
                <a:alpha val="100000"/>
              </a:srgbClr>
            </a:solidFill>
            <a:ln w="5420" cap="flat">
              <a:solidFill>
                <a:srgbClr val="3A6EA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54" name="pg1254"/>
            <p:cNvSpPr/>
            <p:nvPr/>
          </p:nvSpPr>
          <p:spPr>
            <a:xfrm>
              <a:off x="5155689" y="353724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EA0">
                <a:alpha val="100000"/>
              </a:srgbClr>
            </a:solidFill>
            <a:ln w="5420" cap="flat">
              <a:solidFill>
                <a:srgbClr val="3A6EA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55" name="pg1255"/>
            <p:cNvSpPr/>
            <p:nvPr/>
          </p:nvSpPr>
          <p:spPr>
            <a:xfrm>
              <a:off x="5167326" y="353724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EA0">
                <a:alpha val="100000"/>
              </a:srgbClr>
            </a:solidFill>
            <a:ln w="5420" cap="flat">
              <a:solidFill>
                <a:srgbClr val="3A6EA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56" name="pg1256"/>
            <p:cNvSpPr/>
            <p:nvPr/>
          </p:nvSpPr>
          <p:spPr>
            <a:xfrm>
              <a:off x="4899668" y="355154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DA0">
                <a:alpha val="100000"/>
              </a:srgbClr>
            </a:solidFill>
            <a:ln w="5420" cap="flat">
              <a:solidFill>
                <a:srgbClr val="3A6DA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57" name="pg1257"/>
            <p:cNvSpPr/>
            <p:nvPr/>
          </p:nvSpPr>
          <p:spPr>
            <a:xfrm>
              <a:off x="4911305" y="355154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CA0">
                <a:alpha val="100000"/>
              </a:srgbClr>
            </a:solidFill>
            <a:ln w="5420" cap="flat">
              <a:solidFill>
                <a:srgbClr val="3A6CA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58" name="pg1258"/>
            <p:cNvSpPr/>
            <p:nvPr/>
          </p:nvSpPr>
          <p:spPr>
            <a:xfrm>
              <a:off x="4922942" y="355154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B9F">
                <a:alpha val="100000"/>
              </a:srgbClr>
            </a:solidFill>
            <a:ln w="5420" cap="flat">
              <a:solidFill>
                <a:srgbClr val="3A6B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59" name="pg1259"/>
            <p:cNvSpPr/>
            <p:nvPr/>
          </p:nvSpPr>
          <p:spPr>
            <a:xfrm>
              <a:off x="4934580" y="355154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99F">
                <a:alpha val="100000"/>
              </a:srgbClr>
            </a:solidFill>
            <a:ln w="5420" cap="flat">
              <a:solidFill>
                <a:srgbClr val="3A69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60" name="pg1260"/>
            <p:cNvSpPr/>
            <p:nvPr/>
          </p:nvSpPr>
          <p:spPr>
            <a:xfrm>
              <a:off x="4946217" y="355154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89F">
                <a:alpha val="100000"/>
              </a:srgbClr>
            </a:solidFill>
            <a:ln w="5420" cap="flat">
              <a:solidFill>
                <a:srgbClr val="3A68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61" name="pg1261"/>
            <p:cNvSpPr/>
            <p:nvPr/>
          </p:nvSpPr>
          <p:spPr>
            <a:xfrm>
              <a:off x="4957854" y="355154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69E">
                <a:alpha val="100000"/>
              </a:srgbClr>
            </a:solidFill>
            <a:ln w="5420" cap="flat">
              <a:solidFill>
                <a:srgbClr val="3A66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62" name="pg1262"/>
            <p:cNvSpPr/>
            <p:nvPr/>
          </p:nvSpPr>
          <p:spPr>
            <a:xfrm>
              <a:off x="4969492" y="355154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49E">
                <a:alpha val="100000"/>
              </a:srgbClr>
            </a:solidFill>
            <a:ln w="5420" cap="flat">
              <a:solidFill>
                <a:srgbClr val="3A64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63" name="pg1263"/>
            <p:cNvSpPr/>
            <p:nvPr/>
          </p:nvSpPr>
          <p:spPr>
            <a:xfrm>
              <a:off x="4981129" y="355154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29D">
                <a:alpha val="100000"/>
              </a:srgbClr>
            </a:solidFill>
            <a:ln w="5420" cap="flat">
              <a:solidFill>
                <a:srgbClr val="3A62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64" name="pg1264"/>
            <p:cNvSpPr/>
            <p:nvPr/>
          </p:nvSpPr>
          <p:spPr>
            <a:xfrm>
              <a:off x="4992766" y="355154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5F9C">
                <a:alpha val="100000"/>
              </a:srgbClr>
            </a:solidFill>
            <a:ln w="5420" cap="flat">
              <a:solidFill>
                <a:srgbClr val="395F9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65" name="pg1265"/>
            <p:cNvSpPr/>
            <p:nvPr/>
          </p:nvSpPr>
          <p:spPr>
            <a:xfrm>
              <a:off x="5004403" y="355154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5D9B">
                <a:alpha val="100000"/>
              </a:srgbClr>
            </a:solidFill>
            <a:ln w="5420" cap="flat">
              <a:solidFill>
                <a:srgbClr val="395D9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66" name="pg1266"/>
            <p:cNvSpPr/>
            <p:nvPr/>
          </p:nvSpPr>
          <p:spPr>
            <a:xfrm>
              <a:off x="5016041" y="355154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5A98">
                <a:alpha val="100000"/>
              </a:srgbClr>
            </a:solidFill>
            <a:ln w="5420" cap="flat">
              <a:solidFill>
                <a:srgbClr val="3A5A9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67" name="pg1267"/>
            <p:cNvSpPr/>
            <p:nvPr/>
          </p:nvSpPr>
          <p:spPr>
            <a:xfrm>
              <a:off x="5027678" y="355154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5B99">
                <a:alpha val="100000"/>
              </a:srgbClr>
            </a:solidFill>
            <a:ln w="5420" cap="flat">
              <a:solidFill>
                <a:srgbClr val="3A5B9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68" name="pg1268"/>
            <p:cNvSpPr/>
            <p:nvPr/>
          </p:nvSpPr>
          <p:spPr>
            <a:xfrm>
              <a:off x="5039315" y="355154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5C9A">
                <a:alpha val="100000"/>
              </a:srgbClr>
            </a:solidFill>
            <a:ln w="5420" cap="flat">
              <a:solidFill>
                <a:srgbClr val="395C9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69" name="pg1269"/>
            <p:cNvSpPr/>
            <p:nvPr/>
          </p:nvSpPr>
          <p:spPr>
            <a:xfrm>
              <a:off x="5050953" y="355154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49E">
                <a:alpha val="100000"/>
              </a:srgbClr>
            </a:solidFill>
            <a:ln w="5420" cap="flat">
              <a:solidFill>
                <a:srgbClr val="3A64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70" name="pg1270"/>
            <p:cNvSpPr/>
            <p:nvPr/>
          </p:nvSpPr>
          <p:spPr>
            <a:xfrm>
              <a:off x="5062590" y="355154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A9F">
                <a:alpha val="100000"/>
              </a:srgbClr>
            </a:solidFill>
            <a:ln w="5420" cap="flat">
              <a:solidFill>
                <a:srgbClr val="3A6A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71" name="pg1271"/>
            <p:cNvSpPr/>
            <p:nvPr/>
          </p:nvSpPr>
          <p:spPr>
            <a:xfrm>
              <a:off x="5074227" y="355154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EA0">
                <a:alpha val="100000"/>
              </a:srgbClr>
            </a:solidFill>
            <a:ln w="5420" cap="flat">
              <a:solidFill>
                <a:srgbClr val="3A6EA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72" name="pg1272"/>
            <p:cNvSpPr/>
            <p:nvPr/>
          </p:nvSpPr>
          <p:spPr>
            <a:xfrm>
              <a:off x="5085865" y="355154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71A1">
                <a:alpha val="100000"/>
              </a:srgbClr>
            </a:solidFill>
            <a:ln w="5420" cap="flat">
              <a:solidFill>
                <a:srgbClr val="3B71A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73" name="pg1273"/>
            <p:cNvSpPr/>
            <p:nvPr/>
          </p:nvSpPr>
          <p:spPr>
            <a:xfrm>
              <a:off x="5097502" y="355154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71A1">
                <a:alpha val="100000"/>
              </a:srgbClr>
            </a:solidFill>
            <a:ln w="5420" cap="flat">
              <a:solidFill>
                <a:srgbClr val="3B71A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74" name="pg1274"/>
            <p:cNvSpPr/>
            <p:nvPr/>
          </p:nvSpPr>
          <p:spPr>
            <a:xfrm>
              <a:off x="5109139" y="355154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71A1">
                <a:alpha val="100000"/>
              </a:srgbClr>
            </a:solidFill>
            <a:ln w="5420" cap="flat">
              <a:solidFill>
                <a:srgbClr val="3B71A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75" name="pg1275"/>
            <p:cNvSpPr/>
            <p:nvPr/>
          </p:nvSpPr>
          <p:spPr>
            <a:xfrm>
              <a:off x="5120777" y="355154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70A1">
                <a:alpha val="100000"/>
              </a:srgbClr>
            </a:solidFill>
            <a:ln w="5420" cap="flat">
              <a:solidFill>
                <a:srgbClr val="3B70A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76" name="pg1276"/>
            <p:cNvSpPr/>
            <p:nvPr/>
          </p:nvSpPr>
          <p:spPr>
            <a:xfrm>
              <a:off x="5132414" y="355154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70A0">
                <a:alpha val="100000"/>
              </a:srgbClr>
            </a:solidFill>
            <a:ln w="5420" cap="flat">
              <a:solidFill>
                <a:srgbClr val="3B70A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77" name="pg1277"/>
            <p:cNvSpPr/>
            <p:nvPr/>
          </p:nvSpPr>
          <p:spPr>
            <a:xfrm>
              <a:off x="5144051" y="355154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6FA0">
                <a:alpha val="100000"/>
              </a:srgbClr>
            </a:solidFill>
            <a:ln w="5420" cap="flat">
              <a:solidFill>
                <a:srgbClr val="3B6FA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78" name="pg1278"/>
            <p:cNvSpPr/>
            <p:nvPr/>
          </p:nvSpPr>
          <p:spPr>
            <a:xfrm>
              <a:off x="5155689" y="355154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FA0">
                <a:alpha val="100000"/>
              </a:srgbClr>
            </a:solidFill>
            <a:ln w="5420" cap="flat">
              <a:solidFill>
                <a:srgbClr val="3A6FA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79" name="pg1279"/>
            <p:cNvSpPr/>
            <p:nvPr/>
          </p:nvSpPr>
          <p:spPr>
            <a:xfrm>
              <a:off x="4864756" y="356584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EA0">
                <a:alpha val="100000"/>
              </a:srgbClr>
            </a:solidFill>
            <a:ln w="5420" cap="flat">
              <a:solidFill>
                <a:srgbClr val="3A6EA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80" name="pg1280"/>
            <p:cNvSpPr/>
            <p:nvPr/>
          </p:nvSpPr>
          <p:spPr>
            <a:xfrm>
              <a:off x="4876393" y="356584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EA0">
                <a:alpha val="100000"/>
              </a:srgbClr>
            </a:solidFill>
            <a:ln w="5420" cap="flat">
              <a:solidFill>
                <a:srgbClr val="3A6EA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81" name="pg1281"/>
            <p:cNvSpPr/>
            <p:nvPr/>
          </p:nvSpPr>
          <p:spPr>
            <a:xfrm>
              <a:off x="4899668" y="356584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DA0">
                <a:alpha val="100000"/>
              </a:srgbClr>
            </a:solidFill>
            <a:ln w="5420" cap="flat">
              <a:solidFill>
                <a:srgbClr val="3A6DA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82" name="pg1282"/>
            <p:cNvSpPr/>
            <p:nvPr/>
          </p:nvSpPr>
          <p:spPr>
            <a:xfrm>
              <a:off x="4911305" y="356584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CA0">
                <a:alpha val="100000"/>
              </a:srgbClr>
            </a:solidFill>
            <a:ln w="5420" cap="flat">
              <a:solidFill>
                <a:srgbClr val="3A6CA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83" name="pg1283"/>
            <p:cNvSpPr/>
            <p:nvPr/>
          </p:nvSpPr>
          <p:spPr>
            <a:xfrm>
              <a:off x="4922942" y="356584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CA0">
                <a:alpha val="100000"/>
              </a:srgbClr>
            </a:solidFill>
            <a:ln w="5420" cap="flat">
              <a:solidFill>
                <a:srgbClr val="3A6CA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84" name="pg1284"/>
            <p:cNvSpPr/>
            <p:nvPr/>
          </p:nvSpPr>
          <p:spPr>
            <a:xfrm>
              <a:off x="4934580" y="356584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A9F">
                <a:alpha val="100000"/>
              </a:srgbClr>
            </a:solidFill>
            <a:ln w="5420" cap="flat">
              <a:solidFill>
                <a:srgbClr val="3A6A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85" name="pg1285"/>
            <p:cNvSpPr/>
            <p:nvPr/>
          </p:nvSpPr>
          <p:spPr>
            <a:xfrm>
              <a:off x="4946217" y="356584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99F">
                <a:alpha val="100000"/>
              </a:srgbClr>
            </a:solidFill>
            <a:ln w="5420" cap="flat">
              <a:solidFill>
                <a:srgbClr val="3A69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86" name="pg1286"/>
            <p:cNvSpPr/>
            <p:nvPr/>
          </p:nvSpPr>
          <p:spPr>
            <a:xfrm>
              <a:off x="4957854" y="356584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89F">
                <a:alpha val="100000"/>
              </a:srgbClr>
            </a:solidFill>
            <a:ln w="5420" cap="flat">
              <a:solidFill>
                <a:srgbClr val="3A68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87" name="pg1287"/>
            <p:cNvSpPr/>
            <p:nvPr/>
          </p:nvSpPr>
          <p:spPr>
            <a:xfrm>
              <a:off x="4969492" y="356584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79E">
                <a:alpha val="100000"/>
              </a:srgbClr>
            </a:solidFill>
            <a:ln w="5420" cap="flat">
              <a:solidFill>
                <a:srgbClr val="3A67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88" name="pg1288"/>
            <p:cNvSpPr/>
            <p:nvPr/>
          </p:nvSpPr>
          <p:spPr>
            <a:xfrm>
              <a:off x="4981129" y="356584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59E">
                <a:alpha val="100000"/>
              </a:srgbClr>
            </a:solidFill>
            <a:ln w="5420" cap="flat">
              <a:solidFill>
                <a:srgbClr val="3A65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89" name="pg1289"/>
            <p:cNvSpPr/>
            <p:nvPr/>
          </p:nvSpPr>
          <p:spPr>
            <a:xfrm>
              <a:off x="5016041" y="356584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609D">
                <a:alpha val="100000"/>
              </a:srgbClr>
            </a:solidFill>
            <a:ln w="5420" cap="flat">
              <a:solidFill>
                <a:srgbClr val="3960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90" name="pg1290"/>
            <p:cNvSpPr/>
            <p:nvPr/>
          </p:nvSpPr>
          <p:spPr>
            <a:xfrm>
              <a:off x="5027678" y="356584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19D">
                <a:alpha val="100000"/>
              </a:srgbClr>
            </a:solidFill>
            <a:ln w="5420" cap="flat">
              <a:solidFill>
                <a:srgbClr val="3A61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91" name="pg1291"/>
            <p:cNvSpPr/>
            <p:nvPr/>
          </p:nvSpPr>
          <p:spPr>
            <a:xfrm>
              <a:off x="5039315" y="356584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29D">
                <a:alpha val="100000"/>
              </a:srgbClr>
            </a:solidFill>
            <a:ln w="5420" cap="flat">
              <a:solidFill>
                <a:srgbClr val="3A62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92" name="pg1292"/>
            <p:cNvSpPr/>
            <p:nvPr/>
          </p:nvSpPr>
          <p:spPr>
            <a:xfrm>
              <a:off x="5050953" y="356584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99F">
                <a:alpha val="100000"/>
              </a:srgbClr>
            </a:solidFill>
            <a:ln w="5420" cap="flat">
              <a:solidFill>
                <a:srgbClr val="3A69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93" name="pg1293"/>
            <p:cNvSpPr/>
            <p:nvPr/>
          </p:nvSpPr>
          <p:spPr>
            <a:xfrm>
              <a:off x="5062590" y="356584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EA0">
                <a:alpha val="100000"/>
              </a:srgbClr>
            </a:solidFill>
            <a:ln w="5420" cap="flat">
              <a:solidFill>
                <a:srgbClr val="3A6EA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94" name="pg1294"/>
            <p:cNvSpPr/>
            <p:nvPr/>
          </p:nvSpPr>
          <p:spPr>
            <a:xfrm>
              <a:off x="5074227" y="356584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71A1">
                <a:alpha val="100000"/>
              </a:srgbClr>
            </a:solidFill>
            <a:ln w="5420" cap="flat">
              <a:solidFill>
                <a:srgbClr val="3B71A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95" name="pg1295"/>
            <p:cNvSpPr/>
            <p:nvPr/>
          </p:nvSpPr>
          <p:spPr>
            <a:xfrm>
              <a:off x="5085865" y="356584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73A1">
                <a:alpha val="100000"/>
              </a:srgbClr>
            </a:solidFill>
            <a:ln w="5420" cap="flat">
              <a:solidFill>
                <a:srgbClr val="3B73A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96" name="pg1296"/>
            <p:cNvSpPr/>
            <p:nvPr/>
          </p:nvSpPr>
          <p:spPr>
            <a:xfrm>
              <a:off x="5097502" y="356584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3A1">
                <a:alpha val="100000"/>
              </a:srgbClr>
            </a:solidFill>
            <a:ln w="5420" cap="flat">
              <a:solidFill>
                <a:srgbClr val="3A73A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97" name="pg1297"/>
            <p:cNvSpPr/>
            <p:nvPr/>
          </p:nvSpPr>
          <p:spPr>
            <a:xfrm>
              <a:off x="5109139" y="356584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72A1">
                <a:alpha val="100000"/>
              </a:srgbClr>
            </a:solidFill>
            <a:ln w="5420" cap="flat">
              <a:solidFill>
                <a:srgbClr val="3B72A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98" name="pg1298"/>
            <p:cNvSpPr/>
            <p:nvPr/>
          </p:nvSpPr>
          <p:spPr>
            <a:xfrm>
              <a:off x="5120777" y="356584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71A1">
                <a:alpha val="100000"/>
              </a:srgbClr>
            </a:solidFill>
            <a:ln w="5420" cap="flat">
              <a:solidFill>
                <a:srgbClr val="3B71A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99" name="pg1299"/>
            <p:cNvSpPr/>
            <p:nvPr/>
          </p:nvSpPr>
          <p:spPr>
            <a:xfrm>
              <a:off x="5132414" y="356584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71A1">
                <a:alpha val="100000"/>
              </a:srgbClr>
            </a:solidFill>
            <a:ln w="5420" cap="flat">
              <a:solidFill>
                <a:srgbClr val="3B71A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00" name="pg1300"/>
            <p:cNvSpPr/>
            <p:nvPr/>
          </p:nvSpPr>
          <p:spPr>
            <a:xfrm>
              <a:off x="5144051" y="356584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70A1">
                <a:alpha val="100000"/>
              </a:srgbClr>
            </a:solidFill>
            <a:ln w="5420" cap="flat">
              <a:solidFill>
                <a:srgbClr val="3B70A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01" name="pg1301"/>
            <p:cNvSpPr/>
            <p:nvPr/>
          </p:nvSpPr>
          <p:spPr>
            <a:xfrm>
              <a:off x="4853118" y="358014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EA0">
                <a:alpha val="100000"/>
              </a:srgbClr>
            </a:solidFill>
            <a:ln w="5420" cap="flat">
              <a:solidFill>
                <a:srgbClr val="3A6EA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02" name="pg1302"/>
            <p:cNvSpPr/>
            <p:nvPr/>
          </p:nvSpPr>
          <p:spPr>
            <a:xfrm>
              <a:off x="4864756" y="358014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DA0">
                <a:alpha val="100000"/>
              </a:srgbClr>
            </a:solidFill>
            <a:ln w="5420" cap="flat">
              <a:solidFill>
                <a:srgbClr val="3A6DA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03" name="pg1303"/>
            <p:cNvSpPr/>
            <p:nvPr/>
          </p:nvSpPr>
          <p:spPr>
            <a:xfrm>
              <a:off x="4876393" y="358014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DA0">
                <a:alpha val="100000"/>
              </a:srgbClr>
            </a:solidFill>
            <a:ln w="5420" cap="flat">
              <a:solidFill>
                <a:srgbClr val="3A6DA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04" name="pg1304"/>
            <p:cNvSpPr/>
            <p:nvPr/>
          </p:nvSpPr>
          <p:spPr>
            <a:xfrm>
              <a:off x="4888030" y="358014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DA0">
                <a:alpha val="100000"/>
              </a:srgbClr>
            </a:solidFill>
            <a:ln w="5420" cap="flat">
              <a:solidFill>
                <a:srgbClr val="3A6DA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05" name="pg1305"/>
            <p:cNvSpPr/>
            <p:nvPr/>
          </p:nvSpPr>
          <p:spPr>
            <a:xfrm>
              <a:off x="4899668" y="358014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DA0">
                <a:alpha val="100000"/>
              </a:srgbClr>
            </a:solidFill>
            <a:ln w="5420" cap="flat">
              <a:solidFill>
                <a:srgbClr val="3A6DA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06" name="pg1306"/>
            <p:cNvSpPr/>
            <p:nvPr/>
          </p:nvSpPr>
          <p:spPr>
            <a:xfrm>
              <a:off x="4911305" y="358014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CA0">
                <a:alpha val="100000"/>
              </a:srgbClr>
            </a:solidFill>
            <a:ln w="5420" cap="flat">
              <a:solidFill>
                <a:srgbClr val="3A6CA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07" name="pg1307"/>
            <p:cNvSpPr/>
            <p:nvPr/>
          </p:nvSpPr>
          <p:spPr>
            <a:xfrm>
              <a:off x="4922942" y="358014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CA0">
                <a:alpha val="100000"/>
              </a:srgbClr>
            </a:solidFill>
            <a:ln w="5420" cap="flat">
              <a:solidFill>
                <a:srgbClr val="3A6CA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08" name="pg1308"/>
            <p:cNvSpPr/>
            <p:nvPr/>
          </p:nvSpPr>
          <p:spPr>
            <a:xfrm>
              <a:off x="4934580" y="358014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C9F">
                <a:alpha val="100000"/>
              </a:srgbClr>
            </a:solidFill>
            <a:ln w="5420" cap="flat">
              <a:solidFill>
                <a:srgbClr val="3A6C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09" name="pg1309"/>
            <p:cNvSpPr/>
            <p:nvPr/>
          </p:nvSpPr>
          <p:spPr>
            <a:xfrm>
              <a:off x="4946217" y="358014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B9F">
                <a:alpha val="100000"/>
              </a:srgbClr>
            </a:solidFill>
            <a:ln w="5420" cap="flat">
              <a:solidFill>
                <a:srgbClr val="3A6B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10" name="pg1310"/>
            <p:cNvSpPr/>
            <p:nvPr/>
          </p:nvSpPr>
          <p:spPr>
            <a:xfrm>
              <a:off x="4957854" y="358014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A9F">
                <a:alpha val="100000"/>
              </a:srgbClr>
            </a:solidFill>
            <a:ln w="5420" cap="flat">
              <a:solidFill>
                <a:srgbClr val="3A6A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11" name="pg1311"/>
            <p:cNvSpPr/>
            <p:nvPr/>
          </p:nvSpPr>
          <p:spPr>
            <a:xfrm>
              <a:off x="4969492" y="358014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99F">
                <a:alpha val="100000"/>
              </a:srgbClr>
            </a:solidFill>
            <a:ln w="5420" cap="flat">
              <a:solidFill>
                <a:srgbClr val="3A69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12" name="pg1312"/>
            <p:cNvSpPr/>
            <p:nvPr/>
          </p:nvSpPr>
          <p:spPr>
            <a:xfrm>
              <a:off x="4981129" y="358014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89F">
                <a:alpha val="100000"/>
              </a:srgbClr>
            </a:solidFill>
            <a:ln w="5420" cap="flat">
              <a:solidFill>
                <a:srgbClr val="3A68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13" name="pg1313"/>
            <p:cNvSpPr/>
            <p:nvPr/>
          </p:nvSpPr>
          <p:spPr>
            <a:xfrm>
              <a:off x="5027678" y="358014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69E">
                <a:alpha val="100000"/>
              </a:srgbClr>
            </a:solidFill>
            <a:ln w="5420" cap="flat">
              <a:solidFill>
                <a:srgbClr val="3A66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14" name="pg1314"/>
            <p:cNvSpPr/>
            <p:nvPr/>
          </p:nvSpPr>
          <p:spPr>
            <a:xfrm>
              <a:off x="5039315" y="358014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79E">
                <a:alpha val="100000"/>
              </a:srgbClr>
            </a:solidFill>
            <a:ln w="5420" cap="flat">
              <a:solidFill>
                <a:srgbClr val="3A67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15" name="pg1315"/>
            <p:cNvSpPr/>
            <p:nvPr/>
          </p:nvSpPr>
          <p:spPr>
            <a:xfrm>
              <a:off x="5050953" y="358014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CA0">
                <a:alpha val="100000"/>
              </a:srgbClr>
            </a:solidFill>
            <a:ln w="5420" cap="flat">
              <a:solidFill>
                <a:srgbClr val="3A6CA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16" name="pg1316"/>
            <p:cNvSpPr/>
            <p:nvPr/>
          </p:nvSpPr>
          <p:spPr>
            <a:xfrm>
              <a:off x="5062590" y="358014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FA0">
                <a:alpha val="100000"/>
              </a:srgbClr>
            </a:solidFill>
            <a:ln w="5420" cap="flat">
              <a:solidFill>
                <a:srgbClr val="3A6FA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17" name="pg1317"/>
            <p:cNvSpPr/>
            <p:nvPr/>
          </p:nvSpPr>
          <p:spPr>
            <a:xfrm>
              <a:off x="5074227" y="358014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71A1">
                <a:alpha val="100000"/>
              </a:srgbClr>
            </a:solidFill>
            <a:ln w="5420" cap="flat">
              <a:solidFill>
                <a:srgbClr val="3B71A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18" name="pg1318"/>
            <p:cNvSpPr/>
            <p:nvPr/>
          </p:nvSpPr>
          <p:spPr>
            <a:xfrm>
              <a:off x="5085865" y="358014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72A1">
                <a:alpha val="100000"/>
              </a:srgbClr>
            </a:solidFill>
            <a:ln w="5420" cap="flat">
              <a:solidFill>
                <a:srgbClr val="3B72A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19" name="pg1319"/>
            <p:cNvSpPr/>
            <p:nvPr/>
          </p:nvSpPr>
          <p:spPr>
            <a:xfrm>
              <a:off x="5097502" y="358014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73A1">
                <a:alpha val="100000"/>
              </a:srgbClr>
            </a:solidFill>
            <a:ln w="5420" cap="flat">
              <a:solidFill>
                <a:srgbClr val="3B73A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20" name="pg1320"/>
            <p:cNvSpPr/>
            <p:nvPr/>
          </p:nvSpPr>
          <p:spPr>
            <a:xfrm>
              <a:off x="5109139" y="358014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72A1">
                <a:alpha val="100000"/>
              </a:srgbClr>
            </a:solidFill>
            <a:ln w="5420" cap="flat">
              <a:solidFill>
                <a:srgbClr val="3B72A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21" name="pg1321"/>
            <p:cNvSpPr/>
            <p:nvPr/>
          </p:nvSpPr>
          <p:spPr>
            <a:xfrm>
              <a:off x="5120777" y="358014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72A1">
                <a:alpha val="100000"/>
              </a:srgbClr>
            </a:solidFill>
            <a:ln w="5420" cap="flat">
              <a:solidFill>
                <a:srgbClr val="3B72A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22" name="pg1322"/>
            <p:cNvSpPr/>
            <p:nvPr/>
          </p:nvSpPr>
          <p:spPr>
            <a:xfrm>
              <a:off x="5132414" y="358014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71A1">
                <a:alpha val="100000"/>
              </a:srgbClr>
            </a:solidFill>
            <a:ln w="5420" cap="flat">
              <a:solidFill>
                <a:srgbClr val="3B71A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23" name="pg1323"/>
            <p:cNvSpPr/>
            <p:nvPr/>
          </p:nvSpPr>
          <p:spPr>
            <a:xfrm>
              <a:off x="4841481" y="359444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DA0">
                <a:alpha val="100000"/>
              </a:srgbClr>
            </a:solidFill>
            <a:ln w="5420" cap="flat">
              <a:solidFill>
                <a:srgbClr val="3A6DA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24" name="pg1324"/>
            <p:cNvSpPr/>
            <p:nvPr/>
          </p:nvSpPr>
          <p:spPr>
            <a:xfrm>
              <a:off x="4853118" y="359444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DA0">
                <a:alpha val="100000"/>
              </a:srgbClr>
            </a:solidFill>
            <a:ln w="5420" cap="flat">
              <a:solidFill>
                <a:srgbClr val="3A6DA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25" name="pg1325"/>
            <p:cNvSpPr/>
            <p:nvPr/>
          </p:nvSpPr>
          <p:spPr>
            <a:xfrm>
              <a:off x="4864756" y="359444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CA0">
                <a:alpha val="100000"/>
              </a:srgbClr>
            </a:solidFill>
            <a:ln w="5420" cap="flat">
              <a:solidFill>
                <a:srgbClr val="3A6CA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26" name="pg1326"/>
            <p:cNvSpPr/>
            <p:nvPr/>
          </p:nvSpPr>
          <p:spPr>
            <a:xfrm>
              <a:off x="4876393" y="359444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CA0">
                <a:alpha val="100000"/>
              </a:srgbClr>
            </a:solidFill>
            <a:ln w="5420" cap="flat">
              <a:solidFill>
                <a:srgbClr val="3A6CA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27" name="pg1327"/>
            <p:cNvSpPr/>
            <p:nvPr/>
          </p:nvSpPr>
          <p:spPr>
            <a:xfrm>
              <a:off x="4888030" y="359444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CA0">
                <a:alpha val="100000"/>
              </a:srgbClr>
            </a:solidFill>
            <a:ln w="5420" cap="flat">
              <a:solidFill>
                <a:srgbClr val="3A6CA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28" name="pg1328"/>
            <p:cNvSpPr/>
            <p:nvPr/>
          </p:nvSpPr>
          <p:spPr>
            <a:xfrm>
              <a:off x="4899668" y="359444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CA0">
                <a:alpha val="100000"/>
              </a:srgbClr>
            </a:solidFill>
            <a:ln w="5420" cap="flat">
              <a:solidFill>
                <a:srgbClr val="3A6CA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29" name="pg1329"/>
            <p:cNvSpPr/>
            <p:nvPr/>
          </p:nvSpPr>
          <p:spPr>
            <a:xfrm>
              <a:off x="4911305" y="359444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CA0">
                <a:alpha val="100000"/>
              </a:srgbClr>
            </a:solidFill>
            <a:ln w="5420" cap="flat">
              <a:solidFill>
                <a:srgbClr val="3A6CA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30" name="pg1330"/>
            <p:cNvSpPr/>
            <p:nvPr/>
          </p:nvSpPr>
          <p:spPr>
            <a:xfrm>
              <a:off x="4922942" y="359444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CA0">
                <a:alpha val="100000"/>
              </a:srgbClr>
            </a:solidFill>
            <a:ln w="5420" cap="flat">
              <a:solidFill>
                <a:srgbClr val="3A6CA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31" name="pg1331"/>
            <p:cNvSpPr/>
            <p:nvPr/>
          </p:nvSpPr>
          <p:spPr>
            <a:xfrm>
              <a:off x="4934580" y="359444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CA0">
                <a:alpha val="100000"/>
              </a:srgbClr>
            </a:solidFill>
            <a:ln w="5420" cap="flat">
              <a:solidFill>
                <a:srgbClr val="3A6CA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32" name="pg1332"/>
            <p:cNvSpPr/>
            <p:nvPr/>
          </p:nvSpPr>
          <p:spPr>
            <a:xfrm>
              <a:off x="4946217" y="359444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CA0">
                <a:alpha val="100000"/>
              </a:srgbClr>
            </a:solidFill>
            <a:ln w="5420" cap="flat">
              <a:solidFill>
                <a:srgbClr val="3A6CA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33" name="pg1333"/>
            <p:cNvSpPr/>
            <p:nvPr/>
          </p:nvSpPr>
          <p:spPr>
            <a:xfrm>
              <a:off x="4957854" y="359444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C9F">
                <a:alpha val="100000"/>
              </a:srgbClr>
            </a:solidFill>
            <a:ln w="5420" cap="flat">
              <a:solidFill>
                <a:srgbClr val="3A6C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34" name="pg1334"/>
            <p:cNvSpPr/>
            <p:nvPr/>
          </p:nvSpPr>
          <p:spPr>
            <a:xfrm>
              <a:off x="4969492" y="359444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B9F">
                <a:alpha val="100000"/>
              </a:srgbClr>
            </a:solidFill>
            <a:ln w="5420" cap="flat">
              <a:solidFill>
                <a:srgbClr val="3A6B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35" name="pg1335"/>
            <p:cNvSpPr/>
            <p:nvPr/>
          </p:nvSpPr>
          <p:spPr>
            <a:xfrm>
              <a:off x="4981129" y="359444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B9F">
                <a:alpha val="100000"/>
              </a:srgbClr>
            </a:solidFill>
            <a:ln w="5420" cap="flat">
              <a:solidFill>
                <a:srgbClr val="3A6B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36" name="pg1336"/>
            <p:cNvSpPr/>
            <p:nvPr/>
          </p:nvSpPr>
          <p:spPr>
            <a:xfrm>
              <a:off x="5027678" y="359444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99F">
                <a:alpha val="100000"/>
              </a:srgbClr>
            </a:solidFill>
            <a:ln w="5420" cap="flat">
              <a:solidFill>
                <a:srgbClr val="3A69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37" name="pg1337"/>
            <p:cNvSpPr/>
            <p:nvPr/>
          </p:nvSpPr>
          <p:spPr>
            <a:xfrm>
              <a:off x="5039315" y="359444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A9F">
                <a:alpha val="100000"/>
              </a:srgbClr>
            </a:solidFill>
            <a:ln w="5420" cap="flat">
              <a:solidFill>
                <a:srgbClr val="3A6A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38" name="pg1338"/>
            <p:cNvSpPr/>
            <p:nvPr/>
          </p:nvSpPr>
          <p:spPr>
            <a:xfrm>
              <a:off x="5050953" y="359444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DA0">
                <a:alpha val="100000"/>
              </a:srgbClr>
            </a:solidFill>
            <a:ln w="5420" cap="flat">
              <a:solidFill>
                <a:srgbClr val="3A6DA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39" name="pg1339"/>
            <p:cNvSpPr/>
            <p:nvPr/>
          </p:nvSpPr>
          <p:spPr>
            <a:xfrm>
              <a:off x="5062590" y="359444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FA0">
                <a:alpha val="100000"/>
              </a:srgbClr>
            </a:solidFill>
            <a:ln w="5420" cap="flat">
              <a:solidFill>
                <a:srgbClr val="3A6FA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40" name="pg1340"/>
            <p:cNvSpPr/>
            <p:nvPr/>
          </p:nvSpPr>
          <p:spPr>
            <a:xfrm>
              <a:off x="5074227" y="359444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71A1">
                <a:alpha val="100000"/>
              </a:srgbClr>
            </a:solidFill>
            <a:ln w="5420" cap="flat">
              <a:solidFill>
                <a:srgbClr val="3B71A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41" name="pg1341"/>
            <p:cNvSpPr/>
            <p:nvPr/>
          </p:nvSpPr>
          <p:spPr>
            <a:xfrm>
              <a:off x="5085865" y="359444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72A1">
                <a:alpha val="100000"/>
              </a:srgbClr>
            </a:solidFill>
            <a:ln w="5420" cap="flat">
              <a:solidFill>
                <a:srgbClr val="3B72A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42" name="pg1342"/>
            <p:cNvSpPr/>
            <p:nvPr/>
          </p:nvSpPr>
          <p:spPr>
            <a:xfrm>
              <a:off x="5097502" y="359444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72A1">
                <a:alpha val="100000"/>
              </a:srgbClr>
            </a:solidFill>
            <a:ln w="5420" cap="flat">
              <a:solidFill>
                <a:srgbClr val="3B72A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43" name="pg1343"/>
            <p:cNvSpPr/>
            <p:nvPr/>
          </p:nvSpPr>
          <p:spPr>
            <a:xfrm>
              <a:off x="5109139" y="359444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72A1">
                <a:alpha val="100000"/>
              </a:srgbClr>
            </a:solidFill>
            <a:ln w="5420" cap="flat">
              <a:solidFill>
                <a:srgbClr val="3B72A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44" name="pg1344"/>
            <p:cNvSpPr/>
            <p:nvPr/>
          </p:nvSpPr>
          <p:spPr>
            <a:xfrm>
              <a:off x="5120777" y="359444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71A1">
                <a:alpha val="100000"/>
              </a:srgbClr>
            </a:solidFill>
            <a:ln w="5420" cap="flat">
              <a:solidFill>
                <a:srgbClr val="3B71A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45" name="pg1345"/>
            <p:cNvSpPr/>
            <p:nvPr/>
          </p:nvSpPr>
          <p:spPr>
            <a:xfrm>
              <a:off x="4829844" y="360874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DA0">
                <a:alpha val="100000"/>
              </a:srgbClr>
            </a:solidFill>
            <a:ln w="5420" cap="flat">
              <a:solidFill>
                <a:srgbClr val="3A6DA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46" name="pg1346"/>
            <p:cNvSpPr/>
            <p:nvPr/>
          </p:nvSpPr>
          <p:spPr>
            <a:xfrm>
              <a:off x="4841481" y="360874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CA0">
                <a:alpha val="100000"/>
              </a:srgbClr>
            </a:solidFill>
            <a:ln w="5420" cap="flat">
              <a:solidFill>
                <a:srgbClr val="3A6CA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47" name="pg1347"/>
            <p:cNvSpPr/>
            <p:nvPr/>
          </p:nvSpPr>
          <p:spPr>
            <a:xfrm>
              <a:off x="4853118" y="360874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B9F">
                <a:alpha val="100000"/>
              </a:srgbClr>
            </a:solidFill>
            <a:ln w="5420" cap="flat">
              <a:solidFill>
                <a:srgbClr val="3A6B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48" name="pg1348"/>
            <p:cNvSpPr/>
            <p:nvPr/>
          </p:nvSpPr>
          <p:spPr>
            <a:xfrm>
              <a:off x="4864756" y="360874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A9F">
                <a:alpha val="100000"/>
              </a:srgbClr>
            </a:solidFill>
            <a:ln w="5420" cap="flat">
              <a:solidFill>
                <a:srgbClr val="3A6A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49" name="pg1349"/>
            <p:cNvSpPr/>
            <p:nvPr/>
          </p:nvSpPr>
          <p:spPr>
            <a:xfrm>
              <a:off x="4876393" y="360874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A9F">
                <a:alpha val="100000"/>
              </a:srgbClr>
            </a:solidFill>
            <a:ln w="5420" cap="flat">
              <a:solidFill>
                <a:srgbClr val="3A6A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50" name="pg1350"/>
            <p:cNvSpPr/>
            <p:nvPr/>
          </p:nvSpPr>
          <p:spPr>
            <a:xfrm>
              <a:off x="4888030" y="360874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A9F">
                <a:alpha val="100000"/>
              </a:srgbClr>
            </a:solidFill>
            <a:ln w="5420" cap="flat">
              <a:solidFill>
                <a:srgbClr val="3A6A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51" name="pg1351"/>
            <p:cNvSpPr/>
            <p:nvPr/>
          </p:nvSpPr>
          <p:spPr>
            <a:xfrm>
              <a:off x="4899668" y="360874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B9F">
                <a:alpha val="100000"/>
              </a:srgbClr>
            </a:solidFill>
            <a:ln w="5420" cap="flat">
              <a:solidFill>
                <a:srgbClr val="3A6B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52" name="pg1352"/>
            <p:cNvSpPr/>
            <p:nvPr/>
          </p:nvSpPr>
          <p:spPr>
            <a:xfrm>
              <a:off x="4911305" y="360874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B9F">
                <a:alpha val="100000"/>
              </a:srgbClr>
            </a:solidFill>
            <a:ln w="5420" cap="flat">
              <a:solidFill>
                <a:srgbClr val="3A6B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53" name="pg1353"/>
            <p:cNvSpPr/>
            <p:nvPr/>
          </p:nvSpPr>
          <p:spPr>
            <a:xfrm>
              <a:off x="4922942" y="360874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CA0">
                <a:alpha val="100000"/>
              </a:srgbClr>
            </a:solidFill>
            <a:ln w="5420" cap="flat">
              <a:solidFill>
                <a:srgbClr val="3A6CA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54" name="pg1354"/>
            <p:cNvSpPr/>
            <p:nvPr/>
          </p:nvSpPr>
          <p:spPr>
            <a:xfrm>
              <a:off x="4934580" y="360874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DA0">
                <a:alpha val="100000"/>
              </a:srgbClr>
            </a:solidFill>
            <a:ln w="5420" cap="flat">
              <a:solidFill>
                <a:srgbClr val="3A6DA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55" name="pg1355"/>
            <p:cNvSpPr/>
            <p:nvPr/>
          </p:nvSpPr>
          <p:spPr>
            <a:xfrm>
              <a:off x="4946217" y="360874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DA0">
                <a:alpha val="100000"/>
              </a:srgbClr>
            </a:solidFill>
            <a:ln w="5420" cap="flat">
              <a:solidFill>
                <a:srgbClr val="3A6DA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56" name="pg1356"/>
            <p:cNvSpPr/>
            <p:nvPr/>
          </p:nvSpPr>
          <p:spPr>
            <a:xfrm>
              <a:off x="4957854" y="360874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DA0">
                <a:alpha val="100000"/>
              </a:srgbClr>
            </a:solidFill>
            <a:ln w="5420" cap="flat">
              <a:solidFill>
                <a:srgbClr val="3A6DA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57" name="pg1357"/>
            <p:cNvSpPr/>
            <p:nvPr/>
          </p:nvSpPr>
          <p:spPr>
            <a:xfrm>
              <a:off x="4969492" y="360874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DA0">
                <a:alpha val="100000"/>
              </a:srgbClr>
            </a:solidFill>
            <a:ln w="5420" cap="flat">
              <a:solidFill>
                <a:srgbClr val="3A6DA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58" name="pg1358"/>
            <p:cNvSpPr/>
            <p:nvPr/>
          </p:nvSpPr>
          <p:spPr>
            <a:xfrm>
              <a:off x="4981129" y="360874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DA0">
                <a:alpha val="100000"/>
              </a:srgbClr>
            </a:solidFill>
            <a:ln w="5420" cap="flat">
              <a:solidFill>
                <a:srgbClr val="3A6DA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59" name="pg1359"/>
            <p:cNvSpPr/>
            <p:nvPr/>
          </p:nvSpPr>
          <p:spPr>
            <a:xfrm>
              <a:off x="4992766" y="360874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DA0">
                <a:alpha val="100000"/>
              </a:srgbClr>
            </a:solidFill>
            <a:ln w="5420" cap="flat">
              <a:solidFill>
                <a:srgbClr val="3A6DA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60" name="pg1360"/>
            <p:cNvSpPr/>
            <p:nvPr/>
          </p:nvSpPr>
          <p:spPr>
            <a:xfrm>
              <a:off x="5039315" y="360874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DA0">
                <a:alpha val="100000"/>
              </a:srgbClr>
            </a:solidFill>
            <a:ln w="5420" cap="flat">
              <a:solidFill>
                <a:srgbClr val="3A6DA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61" name="pg1361"/>
            <p:cNvSpPr/>
            <p:nvPr/>
          </p:nvSpPr>
          <p:spPr>
            <a:xfrm>
              <a:off x="5050953" y="360874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EA0">
                <a:alpha val="100000"/>
              </a:srgbClr>
            </a:solidFill>
            <a:ln w="5420" cap="flat">
              <a:solidFill>
                <a:srgbClr val="3A6EA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62" name="pg1362"/>
            <p:cNvSpPr/>
            <p:nvPr/>
          </p:nvSpPr>
          <p:spPr>
            <a:xfrm>
              <a:off x="5062590" y="360874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6FA0">
                <a:alpha val="100000"/>
              </a:srgbClr>
            </a:solidFill>
            <a:ln w="5420" cap="flat">
              <a:solidFill>
                <a:srgbClr val="3B6FA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63" name="pg1363"/>
            <p:cNvSpPr/>
            <p:nvPr/>
          </p:nvSpPr>
          <p:spPr>
            <a:xfrm>
              <a:off x="5074227" y="360874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70A1">
                <a:alpha val="100000"/>
              </a:srgbClr>
            </a:solidFill>
            <a:ln w="5420" cap="flat">
              <a:solidFill>
                <a:srgbClr val="3B70A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64" name="pg1364"/>
            <p:cNvSpPr/>
            <p:nvPr/>
          </p:nvSpPr>
          <p:spPr>
            <a:xfrm>
              <a:off x="5085865" y="360874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71A1">
                <a:alpha val="100000"/>
              </a:srgbClr>
            </a:solidFill>
            <a:ln w="5420" cap="flat">
              <a:solidFill>
                <a:srgbClr val="3B71A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65" name="pg1365"/>
            <p:cNvSpPr/>
            <p:nvPr/>
          </p:nvSpPr>
          <p:spPr>
            <a:xfrm>
              <a:off x="5097502" y="360874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71A1">
                <a:alpha val="100000"/>
              </a:srgbClr>
            </a:solidFill>
            <a:ln w="5420" cap="flat">
              <a:solidFill>
                <a:srgbClr val="3B71A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66" name="pg1366"/>
            <p:cNvSpPr/>
            <p:nvPr/>
          </p:nvSpPr>
          <p:spPr>
            <a:xfrm>
              <a:off x="5109139" y="360874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71A1">
                <a:alpha val="100000"/>
              </a:srgbClr>
            </a:solidFill>
            <a:ln w="5420" cap="flat">
              <a:solidFill>
                <a:srgbClr val="3B71A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67" name="pg1367"/>
            <p:cNvSpPr/>
            <p:nvPr/>
          </p:nvSpPr>
          <p:spPr>
            <a:xfrm>
              <a:off x="4829844" y="362304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C9F">
                <a:alpha val="100000"/>
              </a:srgbClr>
            </a:solidFill>
            <a:ln w="5420" cap="flat">
              <a:solidFill>
                <a:srgbClr val="3A6C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68" name="pg1368"/>
            <p:cNvSpPr/>
            <p:nvPr/>
          </p:nvSpPr>
          <p:spPr>
            <a:xfrm>
              <a:off x="4841481" y="362304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A9F">
                <a:alpha val="100000"/>
              </a:srgbClr>
            </a:solidFill>
            <a:ln w="5420" cap="flat">
              <a:solidFill>
                <a:srgbClr val="3A6A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69" name="pg1369"/>
            <p:cNvSpPr/>
            <p:nvPr/>
          </p:nvSpPr>
          <p:spPr>
            <a:xfrm>
              <a:off x="4853118" y="362304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99F">
                <a:alpha val="100000"/>
              </a:srgbClr>
            </a:solidFill>
            <a:ln w="5420" cap="flat">
              <a:solidFill>
                <a:srgbClr val="3A69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70" name="pg1370"/>
            <p:cNvSpPr/>
            <p:nvPr/>
          </p:nvSpPr>
          <p:spPr>
            <a:xfrm>
              <a:off x="4864756" y="362304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89F">
                <a:alpha val="100000"/>
              </a:srgbClr>
            </a:solidFill>
            <a:ln w="5420" cap="flat">
              <a:solidFill>
                <a:srgbClr val="3A68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71" name="pg1371"/>
            <p:cNvSpPr/>
            <p:nvPr/>
          </p:nvSpPr>
          <p:spPr>
            <a:xfrm>
              <a:off x="4876393" y="362304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89F">
                <a:alpha val="100000"/>
              </a:srgbClr>
            </a:solidFill>
            <a:ln w="5420" cap="flat">
              <a:solidFill>
                <a:srgbClr val="3A68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72" name="pg1372"/>
            <p:cNvSpPr/>
            <p:nvPr/>
          </p:nvSpPr>
          <p:spPr>
            <a:xfrm>
              <a:off x="4888030" y="362304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89F">
                <a:alpha val="100000"/>
              </a:srgbClr>
            </a:solidFill>
            <a:ln w="5420" cap="flat">
              <a:solidFill>
                <a:srgbClr val="3A68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73" name="pg1373"/>
            <p:cNvSpPr/>
            <p:nvPr/>
          </p:nvSpPr>
          <p:spPr>
            <a:xfrm>
              <a:off x="4899668" y="362304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99F">
                <a:alpha val="100000"/>
              </a:srgbClr>
            </a:solidFill>
            <a:ln w="5420" cap="flat">
              <a:solidFill>
                <a:srgbClr val="3A69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74" name="pg1374"/>
            <p:cNvSpPr/>
            <p:nvPr/>
          </p:nvSpPr>
          <p:spPr>
            <a:xfrm>
              <a:off x="4911305" y="362304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A9F">
                <a:alpha val="100000"/>
              </a:srgbClr>
            </a:solidFill>
            <a:ln w="5420" cap="flat">
              <a:solidFill>
                <a:srgbClr val="3A6A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75" name="pg1375"/>
            <p:cNvSpPr/>
            <p:nvPr/>
          </p:nvSpPr>
          <p:spPr>
            <a:xfrm>
              <a:off x="4922942" y="362304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B9F">
                <a:alpha val="100000"/>
              </a:srgbClr>
            </a:solidFill>
            <a:ln w="5420" cap="flat">
              <a:solidFill>
                <a:srgbClr val="3A6B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76" name="pg1376"/>
            <p:cNvSpPr/>
            <p:nvPr/>
          </p:nvSpPr>
          <p:spPr>
            <a:xfrm>
              <a:off x="4934580" y="362304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DA0">
                <a:alpha val="100000"/>
              </a:srgbClr>
            </a:solidFill>
            <a:ln w="5420" cap="flat">
              <a:solidFill>
                <a:srgbClr val="3A6DA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77" name="pg1377"/>
            <p:cNvSpPr/>
            <p:nvPr/>
          </p:nvSpPr>
          <p:spPr>
            <a:xfrm>
              <a:off x="4946217" y="362304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DA0">
                <a:alpha val="100000"/>
              </a:srgbClr>
            </a:solidFill>
            <a:ln w="5420" cap="flat">
              <a:solidFill>
                <a:srgbClr val="3A6DA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78" name="pg1378"/>
            <p:cNvSpPr/>
            <p:nvPr/>
          </p:nvSpPr>
          <p:spPr>
            <a:xfrm>
              <a:off x="4957854" y="362304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EA0">
                <a:alpha val="100000"/>
              </a:srgbClr>
            </a:solidFill>
            <a:ln w="5420" cap="flat">
              <a:solidFill>
                <a:srgbClr val="3A6EA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79" name="pg1379"/>
            <p:cNvSpPr/>
            <p:nvPr/>
          </p:nvSpPr>
          <p:spPr>
            <a:xfrm>
              <a:off x="4969492" y="362304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EA0">
                <a:alpha val="100000"/>
              </a:srgbClr>
            </a:solidFill>
            <a:ln w="5420" cap="flat">
              <a:solidFill>
                <a:srgbClr val="3A6EA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80" name="pg1380"/>
            <p:cNvSpPr/>
            <p:nvPr/>
          </p:nvSpPr>
          <p:spPr>
            <a:xfrm>
              <a:off x="4981129" y="362304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EA0">
                <a:alpha val="100000"/>
              </a:srgbClr>
            </a:solidFill>
            <a:ln w="5420" cap="flat">
              <a:solidFill>
                <a:srgbClr val="3A6EA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81" name="pg1381"/>
            <p:cNvSpPr/>
            <p:nvPr/>
          </p:nvSpPr>
          <p:spPr>
            <a:xfrm>
              <a:off x="4992766" y="362304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EA0">
                <a:alpha val="100000"/>
              </a:srgbClr>
            </a:solidFill>
            <a:ln w="5420" cap="flat">
              <a:solidFill>
                <a:srgbClr val="3A6EA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82" name="pg1382"/>
            <p:cNvSpPr/>
            <p:nvPr/>
          </p:nvSpPr>
          <p:spPr>
            <a:xfrm>
              <a:off x="5039315" y="362304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FA0">
                <a:alpha val="100000"/>
              </a:srgbClr>
            </a:solidFill>
            <a:ln w="5420" cap="flat">
              <a:solidFill>
                <a:srgbClr val="3A6FA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83" name="pg1383"/>
            <p:cNvSpPr/>
            <p:nvPr/>
          </p:nvSpPr>
          <p:spPr>
            <a:xfrm>
              <a:off x="5050953" y="362304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70A0">
                <a:alpha val="100000"/>
              </a:srgbClr>
            </a:solidFill>
            <a:ln w="5420" cap="flat">
              <a:solidFill>
                <a:srgbClr val="3B70A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84" name="pg1384"/>
            <p:cNvSpPr/>
            <p:nvPr/>
          </p:nvSpPr>
          <p:spPr>
            <a:xfrm>
              <a:off x="5062590" y="362304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70A0">
                <a:alpha val="100000"/>
              </a:srgbClr>
            </a:solidFill>
            <a:ln w="5420" cap="flat">
              <a:solidFill>
                <a:srgbClr val="3B70A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85" name="pg1385"/>
            <p:cNvSpPr/>
            <p:nvPr/>
          </p:nvSpPr>
          <p:spPr>
            <a:xfrm>
              <a:off x="5074227" y="362304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71A1">
                <a:alpha val="100000"/>
              </a:srgbClr>
            </a:solidFill>
            <a:ln w="5420" cap="flat">
              <a:solidFill>
                <a:srgbClr val="3B71A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86" name="pg1386"/>
            <p:cNvSpPr/>
            <p:nvPr/>
          </p:nvSpPr>
          <p:spPr>
            <a:xfrm>
              <a:off x="5085865" y="362304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71A1">
                <a:alpha val="100000"/>
              </a:srgbClr>
            </a:solidFill>
            <a:ln w="5420" cap="flat">
              <a:solidFill>
                <a:srgbClr val="3B71A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87" name="pg1387"/>
            <p:cNvSpPr/>
            <p:nvPr/>
          </p:nvSpPr>
          <p:spPr>
            <a:xfrm>
              <a:off x="5097502" y="362304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71A1">
                <a:alpha val="100000"/>
              </a:srgbClr>
            </a:solidFill>
            <a:ln w="5420" cap="flat">
              <a:solidFill>
                <a:srgbClr val="3B71A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88" name="pg1388"/>
            <p:cNvSpPr/>
            <p:nvPr/>
          </p:nvSpPr>
          <p:spPr>
            <a:xfrm>
              <a:off x="4818206" y="363735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CA0">
                <a:alpha val="100000"/>
              </a:srgbClr>
            </a:solidFill>
            <a:ln w="5420" cap="flat">
              <a:solidFill>
                <a:srgbClr val="3A6CA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89" name="pg1389"/>
            <p:cNvSpPr/>
            <p:nvPr/>
          </p:nvSpPr>
          <p:spPr>
            <a:xfrm>
              <a:off x="4829844" y="363735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A9F">
                <a:alpha val="100000"/>
              </a:srgbClr>
            </a:solidFill>
            <a:ln w="5420" cap="flat">
              <a:solidFill>
                <a:srgbClr val="3A6A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90" name="pg1390"/>
            <p:cNvSpPr/>
            <p:nvPr/>
          </p:nvSpPr>
          <p:spPr>
            <a:xfrm>
              <a:off x="4841481" y="363735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89F">
                <a:alpha val="100000"/>
              </a:srgbClr>
            </a:solidFill>
            <a:ln w="5420" cap="flat">
              <a:solidFill>
                <a:srgbClr val="3A68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91" name="pg1391"/>
            <p:cNvSpPr/>
            <p:nvPr/>
          </p:nvSpPr>
          <p:spPr>
            <a:xfrm>
              <a:off x="4853118" y="363735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69E">
                <a:alpha val="100000"/>
              </a:srgbClr>
            </a:solidFill>
            <a:ln w="5420" cap="flat">
              <a:solidFill>
                <a:srgbClr val="3A66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92" name="pg1392"/>
            <p:cNvSpPr/>
            <p:nvPr/>
          </p:nvSpPr>
          <p:spPr>
            <a:xfrm>
              <a:off x="4864756" y="363735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49E">
                <a:alpha val="100000"/>
              </a:srgbClr>
            </a:solidFill>
            <a:ln w="5420" cap="flat">
              <a:solidFill>
                <a:srgbClr val="3A64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93" name="pg1393"/>
            <p:cNvSpPr/>
            <p:nvPr/>
          </p:nvSpPr>
          <p:spPr>
            <a:xfrm>
              <a:off x="4876393" y="363735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49E">
                <a:alpha val="100000"/>
              </a:srgbClr>
            </a:solidFill>
            <a:ln w="5420" cap="flat">
              <a:solidFill>
                <a:srgbClr val="3A64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94" name="pg1394"/>
            <p:cNvSpPr/>
            <p:nvPr/>
          </p:nvSpPr>
          <p:spPr>
            <a:xfrm>
              <a:off x="4888030" y="363735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59E">
                <a:alpha val="100000"/>
              </a:srgbClr>
            </a:solidFill>
            <a:ln w="5420" cap="flat">
              <a:solidFill>
                <a:srgbClr val="3A65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95" name="pg1395"/>
            <p:cNvSpPr/>
            <p:nvPr/>
          </p:nvSpPr>
          <p:spPr>
            <a:xfrm>
              <a:off x="4899668" y="363735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69E">
                <a:alpha val="100000"/>
              </a:srgbClr>
            </a:solidFill>
            <a:ln w="5420" cap="flat">
              <a:solidFill>
                <a:srgbClr val="3A66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96" name="pg1396"/>
            <p:cNvSpPr/>
            <p:nvPr/>
          </p:nvSpPr>
          <p:spPr>
            <a:xfrm>
              <a:off x="4911305" y="363735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89F">
                <a:alpha val="100000"/>
              </a:srgbClr>
            </a:solidFill>
            <a:ln w="5420" cap="flat">
              <a:solidFill>
                <a:srgbClr val="3A68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97" name="pg1397"/>
            <p:cNvSpPr/>
            <p:nvPr/>
          </p:nvSpPr>
          <p:spPr>
            <a:xfrm>
              <a:off x="4922942" y="363735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A9F">
                <a:alpha val="100000"/>
              </a:srgbClr>
            </a:solidFill>
            <a:ln w="5420" cap="flat">
              <a:solidFill>
                <a:srgbClr val="3A6A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98" name="pg1398"/>
            <p:cNvSpPr/>
            <p:nvPr/>
          </p:nvSpPr>
          <p:spPr>
            <a:xfrm>
              <a:off x="4934580" y="363735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DA0">
                <a:alpha val="100000"/>
              </a:srgbClr>
            </a:solidFill>
            <a:ln w="5420" cap="flat">
              <a:solidFill>
                <a:srgbClr val="3A6DA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99" name="pg1399"/>
            <p:cNvSpPr/>
            <p:nvPr/>
          </p:nvSpPr>
          <p:spPr>
            <a:xfrm>
              <a:off x="4946217" y="363735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EA0">
                <a:alpha val="100000"/>
              </a:srgbClr>
            </a:solidFill>
            <a:ln w="5420" cap="flat">
              <a:solidFill>
                <a:srgbClr val="3A6EA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00" name="pg1400"/>
            <p:cNvSpPr/>
            <p:nvPr/>
          </p:nvSpPr>
          <p:spPr>
            <a:xfrm>
              <a:off x="4957854" y="363735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EA0">
                <a:alpha val="100000"/>
              </a:srgbClr>
            </a:solidFill>
            <a:ln w="5420" cap="flat">
              <a:solidFill>
                <a:srgbClr val="3A6EA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01" name="pg1401"/>
            <p:cNvSpPr/>
            <p:nvPr/>
          </p:nvSpPr>
          <p:spPr>
            <a:xfrm>
              <a:off x="4969492" y="363735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FA0">
                <a:alpha val="100000"/>
              </a:srgbClr>
            </a:solidFill>
            <a:ln w="5420" cap="flat">
              <a:solidFill>
                <a:srgbClr val="3A6FA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02" name="pg1402"/>
            <p:cNvSpPr/>
            <p:nvPr/>
          </p:nvSpPr>
          <p:spPr>
            <a:xfrm>
              <a:off x="4981129" y="363735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6FA0">
                <a:alpha val="100000"/>
              </a:srgbClr>
            </a:solidFill>
            <a:ln w="5420" cap="flat">
              <a:solidFill>
                <a:srgbClr val="3B6FA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03" name="pg1403"/>
            <p:cNvSpPr/>
            <p:nvPr/>
          </p:nvSpPr>
          <p:spPr>
            <a:xfrm>
              <a:off x="4992766" y="363735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70A0">
                <a:alpha val="100000"/>
              </a:srgbClr>
            </a:solidFill>
            <a:ln w="5420" cap="flat">
              <a:solidFill>
                <a:srgbClr val="3B70A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04" name="pg1404"/>
            <p:cNvSpPr/>
            <p:nvPr/>
          </p:nvSpPr>
          <p:spPr>
            <a:xfrm>
              <a:off x="5004403" y="363735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70A0">
                <a:alpha val="100000"/>
              </a:srgbClr>
            </a:solidFill>
            <a:ln w="5420" cap="flat">
              <a:solidFill>
                <a:srgbClr val="3B70A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05" name="pg1405"/>
            <p:cNvSpPr/>
            <p:nvPr/>
          </p:nvSpPr>
          <p:spPr>
            <a:xfrm>
              <a:off x="5039315" y="363735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70A1">
                <a:alpha val="100000"/>
              </a:srgbClr>
            </a:solidFill>
            <a:ln w="5420" cap="flat">
              <a:solidFill>
                <a:srgbClr val="3B70A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06" name="pg1406"/>
            <p:cNvSpPr/>
            <p:nvPr/>
          </p:nvSpPr>
          <p:spPr>
            <a:xfrm>
              <a:off x="5050953" y="363735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71A1">
                <a:alpha val="100000"/>
              </a:srgbClr>
            </a:solidFill>
            <a:ln w="5420" cap="flat">
              <a:solidFill>
                <a:srgbClr val="3B71A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07" name="pg1407"/>
            <p:cNvSpPr/>
            <p:nvPr/>
          </p:nvSpPr>
          <p:spPr>
            <a:xfrm>
              <a:off x="5062590" y="363735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71A1">
                <a:alpha val="100000"/>
              </a:srgbClr>
            </a:solidFill>
            <a:ln w="5420" cap="flat">
              <a:solidFill>
                <a:srgbClr val="3B71A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08" name="pg1408"/>
            <p:cNvSpPr/>
            <p:nvPr/>
          </p:nvSpPr>
          <p:spPr>
            <a:xfrm>
              <a:off x="5074227" y="363735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71A1">
                <a:alpha val="100000"/>
              </a:srgbClr>
            </a:solidFill>
            <a:ln w="5420" cap="flat">
              <a:solidFill>
                <a:srgbClr val="3B71A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09" name="pg1409"/>
            <p:cNvSpPr/>
            <p:nvPr/>
          </p:nvSpPr>
          <p:spPr>
            <a:xfrm>
              <a:off x="5085865" y="363735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72A1">
                <a:alpha val="100000"/>
              </a:srgbClr>
            </a:solidFill>
            <a:ln w="5420" cap="flat">
              <a:solidFill>
                <a:srgbClr val="3B72A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10" name="pg1410"/>
            <p:cNvSpPr/>
            <p:nvPr/>
          </p:nvSpPr>
          <p:spPr>
            <a:xfrm>
              <a:off x="5097502" y="363735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72A1">
                <a:alpha val="100000"/>
              </a:srgbClr>
            </a:solidFill>
            <a:ln w="5420" cap="flat">
              <a:solidFill>
                <a:srgbClr val="3B72A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11" name="pg1411"/>
            <p:cNvSpPr/>
            <p:nvPr/>
          </p:nvSpPr>
          <p:spPr>
            <a:xfrm>
              <a:off x="4818206" y="365165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CA0">
                <a:alpha val="100000"/>
              </a:srgbClr>
            </a:solidFill>
            <a:ln w="5420" cap="flat">
              <a:solidFill>
                <a:srgbClr val="3A6CA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12" name="pg1412"/>
            <p:cNvSpPr/>
            <p:nvPr/>
          </p:nvSpPr>
          <p:spPr>
            <a:xfrm>
              <a:off x="4829844" y="365165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89F">
                <a:alpha val="100000"/>
              </a:srgbClr>
            </a:solidFill>
            <a:ln w="5420" cap="flat">
              <a:solidFill>
                <a:srgbClr val="3A68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13" name="pg1413"/>
            <p:cNvSpPr/>
            <p:nvPr/>
          </p:nvSpPr>
          <p:spPr>
            <a:xfrm>
              <a:off x="4841481" y="365165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49E">
                <a:alpha val="100000"/>
              </a:srgbClr>
            </a:solidFill>
            <a:ln w="5420" cap="flat">
              <a:solidFill>
                <a:srgbClr val="3A64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14" name="pg1414"/>
            <p:cNvSpPr/>
            <p:nvPr/>
          </p:nvSpPr>
          <p:spPr>
            <a:xfrm>
              <a:off x="4853118" y="365165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609D">
                <a:alpha val="100000"/>
              </a:srgbClr>
            </a:solidFill>
            <a:ln w="5420" cap="flat">
              <a:solidFill>
                <a:srgbClr val="3960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15" name="pg1415"/>
            <p:cNvSpPr/>
            <p:nvPr/>
          </p:nvSpPr>
          <p:spPr>
            <a:xfrm>
              <a:off x="4864756" y="365165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5D9C">
                <a:alpha val="100000"/>
              </a:srgbClr>
            </a:solidFill>
            <a:ln w="5420" cap="flat">
              <a:solidFill>
                <a:srgbClr val="395D9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16" name="pg1416"/>
            <p:cNvSpPr/>
            <p:nvPr/>
          </p:nvSpPr>
          <p:spPr>
            <a:xfrm>
              <a:off x="4876393" y="365165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5C9A">
                <a:alpha val="100000"/>
              </a:srgbClr>
            </a:solidFill>
            <a:ln w="5420" cap="flat">
              <a:solidFill>
                <a:srgbClr val="395C9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17" name="pg1417"/>
            <p:cNvSpPr/>
            <p:nvPr/>
          </p:nvSpPr>
          <p:spPr>
            <a:xfrm>
              <a:off x="4888030" y="365165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5D9C">
                <a:alpha val="100000"/>
              </a:srgbClr>
            </a:solidFill>
            <a:ln w="5420" cap="flat">
              <a:solidFill>
                <a:srgbClr val="395D9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18" name="pg1418"/>
            <p:cNvSpPr/>
            <p:nvPr/>
          </p:nvSpPr>
          <p:spPr>
            <a:xfrm>
              <a:off x="4899668" y="365165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19D">
                <a:alpha val="100000"/>
              </a:srgbClr>
            </a:solidFill>
            <a:ln w="5420" cap="flat">
              <a:solidFill>
                <a:srgbClr val="3A61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19" name="pg1419"/>
            <p:cNvSpPr/>
            <p:nvPr/>
          </p:nvSpPr>
          <p:spPr>
            <a:xfrm>
              <a:off x="4911305" y="365165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59E">
                <a:alpha val="100000"/>
              </a:srgbClr>
            </a:solidFill>
            <a:ln w="5420" cap="flat">
              <a:solidFill>
                <a:srgbClr val="3A65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20" name="pg1420"/>
            <p:cNvSpPr/>
            <p:nvPr/>
          </p:nvSpPr>
          <p:spPr>
            <a:xfrm>
              <a:off x="4922942" y="365165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89F">
                <a:alpha val="100000"/>
              </a:srgbClr>
            </a:solidFill>
            <a:ln w="5420" cap="flat">
              <a:solidFill>
                <a:srgbClr val="3A68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21" name="pg1421"/>
            <p:cNvSpPr/>
            <p:nvPr/>
          </p:nvSpPr>
          <p:spPr>
            <a:xfrm>
              <a:off x="4934580" y="365165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B9F">
                <a:alpha val="100000"/>
              </a:srgbClr>
            </a:solidFill>
            <a:ln w="5420" cap="flat">
              <a:solidFill>
                <a:srgbClr val="3A6B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22" name="pg1422"/>
            <p:cNvSpPr/>
            <p:nvPr/>
          </p:nvSpPr>
          <p:spPr>
            <a:xfrm>
              <a:off x="4946217" y="365165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CA0">
                <a:alpha val="100000"/>
              </a:srgbClr>
            </a:solidFill>
            <a:ln w="5420" cap="flat">
              <a:solidFill>
                <a:srgbClr val="3A6CA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23" name="pg1423"/>
            <p:cNvSpPr/>
            <p:nvPr/>
          </p:nvSpPr>
          <p:spPr>
            <a:xfrm>
              <a:off x="4957854" y="365165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EA0">
                <a:alpha val="100000"/>
              </a:srgbClr>
            </a:solidFill>
            <a:ln w="5420" cap="flat">
              <a:solidFill>
                <a:srgbClr val="3A6EA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24" name="pg1424"/>
            <p:cNvSpPr/>
            <p:nvPr/>
          </p:nvSpPr>
          <p:spPr>
            <a:xfrm>
              <a:off x="4969492" y="365165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FA0">
                <a:alpha val="100000"/>
              </a:srgbClr>
            </a:solidFill>
            <a:ln w="5420" cap="flat">
              <a:solidFill>
                <a:srgbClr val="3A6FA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25" name="pg1425"/>
            <p:cNvSpPr/>
            <p:nvPr/>
          </p:nvSpPr>
          <p:spPr>
            <a:xfrm>
              <a:off x="4981129" y="365165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70A1">
                <a:alpha val="100000"/>
              </a:srgbClr>
            </a:solidFill>
            <a:ln w="5420" cap="flat">
              <a:solidFill>
                <a:srgbClr val="3B70A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26" name="pg1426"/>
            <p:cNvSpPr/>
            <p:nvPr/>
          </p:nvSpPr>
          <p:spPr>
            <a:xfrm>
              <a:off x="4992766" y="365165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71A1">
                <a:alpha val="100000"/>
              </a:srgbClr>
            </a:solidFill>
            <a:ln w="5420" cap="flat">
              <a:solidFill>
                <a:srgbClr val="3B71A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27" name="pg1427"/>
            <p:cNvSpPr/>
            <p:nvPr/>
          </p:nvSpPr>
          <p:spPr>
            <a:xfrm>
              <a:off x="5004403" y="365165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72A1">
                <a:alpha val="100000"/>
              </a:srgbClr>
            </a:solidFill>
            <a:ln w="5420" cap="flat">
              <a:solidFill>
                <a:srgbClr val="3B72A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28" name="pg1428"/>
            <p:cNvSpPr/>
            <p:nvPr/>
          </p:nvSpPr>
          <p:spPr>
            <a:xfrm>
              <a:off x="5016041" y="365165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72A1">
                <a:alpha val="100000"/>
              </a:srgbClr>
            </a:solidFill>
            <a:ln w="5420" cap="flat">
              <a:solidFill>
                <a:srgbClr val="3B72A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29" name="pg1429"/>
            <p:cNvSpPr/>
            <p:nvPr/>
          </p:nvSpPr>
          <p:spPr>
            <a:xfrm>
              <a:off x="5050953" y="365165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3A1">
                <a:alpha val="100000"/>
              </a:srgbClr>
            </a:solidFill>
            <a:ln w="5420" cap="flat">
              <a:solidFill>
                <a:srgbClr val="3A73A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30" name="pg1430"/>
            <p:cNvSpPr/>
            <p:nvPr/>
          </p:nvSpPr>
          <p:spPr>
            <a:xfrm>
              <a:off x="5062590" y="365165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3A1">
                <a:alpha val="100000"/>
              </a:srgbClr>
            </a:solidFill>
            <a:ln w="5420" cap="flat">
              <a:solidFill>
                <a:srgbClr val="3A73A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31" name="pg1431"/>
            <p:cNvSpPr/>
            <p:nvPr/>
          </p:nvSpPr>
          <p:spPr>
            <a:xfrm>
              <a:off x="5074227" y="365165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3A1">
                <a:alpha val="100000"/>
              </a:srgbClr>
            </a:solidFill>
            <a:ln w="5420" cap="flat">
              <a:solidFill>
                <a:srgbClr val="3A73A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32" name="pg1432"/>
            <p:cNvSpPr/>
            <p:nvPr/>
          </p:nvSpPr>
          <p:spPr>
            <a:xfrm>
              <a:off x="5085865" y="365165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3A1">
                <a:alpha val="100000"/>
              </a:srgbClr>
            </a:solidFill>
            <a:ln w="5420" cap="flat">
              <a:solidFill>
                <a:srgbClr val="3A73A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33" name="pg1433"/>
            <p:cNvSpPr/>
            <p:nvPr/>
          </p:nvSpPr>
          <p:spPr>
            <a:xfrm>
              <a:off x="5097502" y="365165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4A1">
                <a:alpha val="100000"/>
              </a:srgbClr>
            </a:solidFill>
            <a:ln w="5420" cap="flat">
              <a:solidFill>
                <a:srgbClr val="3A74A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34" name="pg1434"/>
            <p:cNvSpPr/>
            <p:nvPr/>
          </p:nvSpPr>
          <p:spPr>
            <a:xfrm>
              <a:off x="4818206" y="366595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DA0">
                <a:alpha val="100000"/>
              </a:srgbClr>
            </a:solidFill>
            <a:ln w="5420" cap="flat">
              <a:solidFill>
                <a:srgbClr val="3A6DA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35" name="pg1435"/>
            <p:cNvSpPr/>
            <p:nvPr/>
          </p:nvSpPr>
          <p:spPr>
            <a:xfrm>
              <a:off x="4829844" y="366595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A9F">
                <a:alpha val="100000"/>
              </a:srgbClr>
            </a:solidFill>
            <a:ln w="5420" cap="flat">
              <a:solidFill>
                <a:srgbClr val="3A6A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36" name="pg1436"/>
            <p:cNvSpPr/>
            <p:nvPr/>
          </p:nvSpPr>
          <p:spPr>
            <a:xfrm>
              <a:off x="4841481" y="366595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59E">
                <a:alpha val="100000"/>
              </a:srgbClr>
            </a:solidFill>
            <a:ln w="5420" cap="flat">
              <a:solidFill>
                <a:srgbClr val="3A65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37" name="pg1437"/>
            <p:cNvSpPr/>
            <p:nvPr/>
          </p:nvSpPr>
          <p:spPr>
            <a:xfrm>
              <a:off x="4853118" y="366595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609D">
                <a:alpha val="100000"/>
              </a:srgbClr>
            </a:solidFill>
            <a:ln w="5420" cap="flat">
              <a:solidFill>
                <a:srgbClr val="3960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38" name="pg1438"/>
            <p:cNvSpPr/>
            <p:nvPr/>
          </p:nvSpPr>
          <p:spPr>
            <a:xfrm>
              <a:off x="4864756" y="366595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5D9B">
                <a:alpha val="100000"/>
              </a:srgbClr>
            </a:solidFill>
            <a:ln w="5420" cap="flat">
              <a:solidFill>
                <a:srgbClr val="395D9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39" name="pg1439"/>
            <p:cNvSpPr/>
            <p:nvPr/>
          </p:nvSpPr>
          <p:spPr>
            <a:xfrm>
              <a:off x="4876393" y="366595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5B9A">
                <a:alpha val="100000"/>
              </a:srgbClr>
            </a:solidFill>
            <a:ln w="5420" cap="flat">
              <a:solidFill>
                <a:srgbClr val="395B9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40" name="pg1440"/>
            <p:cNvSpPr/>
            <p:nvPr/>
          </p:nvSpPr>
          <p:spPr>
            <a:xfrm>
              <a:off x="4888030" y="366595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5D9C">
                <a:alpha val="100000"/>
              </a:srgbClr>
            </a:solidFill>
            <a:ln w="5420" cap="flat">
              <a:solidFill>
                <a:srgbClr val="395D9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41" name="pg1441"/>
            <p:cNvSpPr/>
            <p:nvPr/>
          </p:nvSpPr>
          <p:spPr>
            <a:xfrm>
              <a:off x="4899668" y="366595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29D">
                <a:alpha val="100000"/>
              </a:srgbClr>
            </a:solidFill>
            <a:ln w="5420" cap="flat">
              <a:solidFill>
                <a:srgbClr val="3A62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42" name="pg1442"/>
            <p:cNvSpPr/>
            <p:nvPr/>
          </p:nvSpPr>
          <p:spPr>
            <a:xfrm>
              <a:off x="4911305" y="366595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69E">
                <a:alpha val="100000"/>
              </a:srgbClr>
            </a:solidFill>
            <a:ln w="5420" cap="flat">
              <a:solidFill>
                <a:srgbClr val="3A66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43" name="pg1443"/>
            <p:cNvSpPr/>
            <p:nvPr/>
          </p:nvSpPr>
          <p:spPr>
            <a:xfrm>
              <a:off x="4922942" y="366595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89F">
                <a:alpha val="100000"/>
              </a:srgbClr>
            </a:solidFill>
            <a:ln w="5420" cap="flat">
              <a:solidFill>
                <a:srgbClr val="3A68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44" name="pg1444"/>
            <p:cNvSpPr/>
            <p:nvPr/>
          </p:nvSpPr>
          <p:spPr>
            <a:xfrm>
              <a:off x="4934580" y="366595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A9F">
                <a:alpha val="100000"/>
              </a:srgbClr>
            </a:solidFill>
            <a:ln w="5420" cap="flat">
              <a:solidFill>
                <a:srgbClr val="3A6A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45" name="pg1445"/>
            <p:cNvSpPr/>
            <p:nvPr/>
          </p:nvSpPr>
          <p:spPr>
            <a:xfrm>
              <a:off x="4946217" y="366595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B9F">
                <a:alpha val="100000"/>
              </a:srgbClr>
            </a:solidFill>
            <a:ln w="5420" cap="flat">
              <a:solidFill>
                <a:srgbClr val="3A6B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46" name="pg1446"/>
            <p:cNvSpPr/>
            <p:nvPr/>
          </p:nvSpPr>
          <p:spPr>
            <a:xfrm>
              <a:off x="4957854" y="366595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DA0">
                <a:alpha val="100000"/>
              </a:srgbClr>
            </a:solidFill>
            <a:ln w="5420" cap="flat">
              <a:solidFill>
                <a:srgbClr val="3A6DA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47" name="pg1447"/>
            <p:cNvSpPr/>
            <p:nvPr/>
          </p:nvSpPr>
          <p:spPr>
            <a:xfrm>
              <a:off x="4969492" y="366595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FA0">
                <a:alpha val="100000"/>
              </a:srgbClr>
            </a:solidFill>
            <a:ln w="5420" cap="flat">
              <a:solidFill>
                <a:srgbClr val="3A6FA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48" name="pg1448"/>
            <p:cNvSpPr/>
            <p:nvPr/>
          </p:nvSpPr>
          <p:spPr>
            <a:xfrm>
              <a:off x="4981129" y="366595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70A1">
                <a:alpha val="100000"/>
              </a:srgbClr>
            </a:solidFill>
            <a:ln w="5420" cap="flat">
              <a:solidFill>
                <a:srgbClr val="3B70A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49" name="pg1449"/>
            <p:cNvSpPr/>
            <p:nvPr/>
          </p:nvSpPr>
          <p:spPr>
            <a:xfrm>
              <a:off x="4992766" y="366595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71A1">
                <a:alpha val="100000"/>
              </a:srgbClr>
            </a:solidFill>
            <a:ln w="5420" cap="flat">
              <a:solidFill>
                <a:srgbClr val="3B71A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50" name="pg1450"/>
            <p:cNvSpPr/>
            <p:nvPr/>
          </p:nvSpPr>
          <p:spPr>
            <a:xfrm>
              <a:off x="5004403" y="366595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72A1">
                <a:alpha val="100000"/>
              </a:srgbClr>
            </a:solidFill>
            <a:ln w="5420" cap="flat">
              <a:solidFill>
                <a:srgbClr val="3B72A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51" name="pg1451"/>
            <p:cNvSpPr/>
            <p:nvPr/>
          </p:nvSpPr>
          <p:spPr>
            <a:xfrm>
              <a:off x="5016041" y="366595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3A1">
                <a:alpha val="100000"/>
              </a:srgbClr>
            </a:solidFill>
            <a:ln w="5420" cap="flat">
              <a:solidFill>
                <a:srgbClr val="3A73A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52" name="pg1452"/>
            <p:cNvSpPr/>
            <p:nvPr/>
          </p:nvSpPr>
          <p:spPr>
            <a:xfrm>
              <a:off x="5039315" y="366595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4A1">
                <a:alpha val="100000"/>
              </a:srgbClr>
            </a:solidFill>
            <a:ln w="5420" cap="flat">
              <a:solidFill>
                <a:srgbClr val="3A74A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53" name="pg1453"/>
            <p:cNvSpPr/>
            <p:nvPr/>
          </p:nvSpPr>
          <p:spPr>
            <a:xfrm>
              <a:off x="5050953" y="366595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4A1">
                <a:alpha val="100000"/>
              </a:srgbClr>
            </a:solidFill>
            <a:ln w="5420" cap="flat">
              <a:solidFill>
                <a:srgbClr val="3A74A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54" name="pg1454"/>
            <p:cNvSpPr/>
            <p:nvPr/>
          </p:nvSpPr>
          <p:spPr>
            <a:xfrm>
              <a:off x="5062590" y="366595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4A1">
                <a:alpha val="100000"/>
              </a:srgbClr>
            </a:solidFill>
            <a:ln w="5420" cap="flat">
              <a:solidFill>
                <a:srgbClr val="3A74A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55" name="pg1455"/>
            <p:cNvSpPr/>
            <p:nvPr/>
          </p:nvSpPr>
          <p:spPr>
            <a:xfrm>
              <a:off x="5074227" y="366595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4A1">
                <a:alpha val="100000"/>
              </a:srgbClr>
            </a:solidFill>
            <a:ln w="5420" cap="flat">
              <a:solidFill>
                <a:srgbClr val="3A74A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56" name="pg1456"/>
            <p:cNvSpPr/>
            <p:nvPr/>
          </p:nvSpPr>
          <p:spPr>
            <a:xfrm>
              <a:off x="5085865" y="366595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4A1">
                <a:alpha val="100000"/>
              </a:srgbClr>
            </a:solidFill>
            <a:ln w="5420" cap="flat">
              <a:solidFill>
                <a:srgbClr val="3A74A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57" name="pg1457"/>
            <p:cNvSpPr/>
            <p:nvPr/>
          </p:nvSpPr>
          <p:spPr>
            <a:xfrm>
              <a:off x="5097502" y="366595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5A2">
                <a:alpha val="100000"/>
              </a:srgbClr>
            </a:solidFill>
            <a:ln w="5420" cap="flat">
              <a:solidFill>
                <a:srgbClr val="3A75A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58" name="pg1458"/>
            <p:cNvSpPr/>
            <p:nvPr/>
          </p:nvSpPr>
          <p:spPr>
            <a:xfrm>
              <a:off x="4829844" y="368025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DA0">
                <a:alpha val="100000"/>
              </a:srgbClr>
            </a:solidFill>
            <a:ln w="5420" cap="flat">
              <a:solidFill>
                <a:srgbClr val="3A6DA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59" name="pg1459"/>
            <p:cNvSpPr/>
            <p:nvPr/>
          </p:nvSpPr>
          <p:spPr>
            <a:xfrm>
              <a:off x="4841481" y="368025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99F">
                <a:alpha val="100000"/>
              </a:srgbClr>
            </a:solidFill>
            <a:ln w="5420" cap="flat">
              <a:solidFill>
                <a:srgbClr val="3A69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60" name="pg1460"/>
            <p:cNvSpPr/>
            <p:nvPr/>
          </p:nvSpPr>
          <p:spPr>
            <a:xfrm>
              <a:off x="4853118" y="368025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59E">
                <a:alpha val="100000"/>
              </a:srgbClr>
            </a:solidFill>
            <a:ln w="5420" cap="flat">
              <a:solidFill>
                <a:srgbClr val="3A65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61" name="pg1461"/>
            <p:cNvSpPr/>
            <p:nvPr/>
          </p:nvSpPr>
          <p:spPr>
            <a:xfrm>
              <a:off x="4864756" y="368025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29D">
                <a:alpha val="100000"/>
              </a:srgbClr>
            </a:solidFill>
            <a:ln w="5420" cap="flat">
              <a:solidFill>
                <a:srgbClr val="3A62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62" name="pg1462"/>
            <p:cNvSpPr/>
            <p:nvPr/>
          </p:nvSpPr>
          <p:spPr>
            <a:xfrm>
              <a:off x="4876393" y="368025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619D">
                <a:alpha val="100000"/>
              </a:srgbClr>
            </a:solidFill>
            <a:ln w="5420" cap="flat">
              <a:solidFill>
                <a:srgbClr val="3961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63" name="pg1463"/>
            <p:cNvSpPr/>
            <p:nvPr/>
          </p:nvSpPr>
          <p:spPr>
            <a:xfrm>
              <a:off x="4888030" y="368025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29D">
                <a:alpha val="100000"/>
              </a:srgbClr>
            </a:solidFill>
            <a:ln w="5420" cap="flat">
              <a:solidFill>
                <a:srgbClr val="3A62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64" name="pg1464"/>
            <p:cNvSpPr/>
            <p:nvPr/>
          </p:nvSpPr>
          <p:spPr>
            <a:xfrm>
              <a:off x="4899668" y="368025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59E">
                <a:alpha val="100000"/>
              </a:srgbClr>
            </a:solidFill>
            <a:ln w="5420" cap="flat">
              <a:solidFill>
                <a:srgbClr val="3A65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65" name="pg1465"/>
            <p:cNvSpPr/>
            <p:nvPr/>
          </p:nvSpPr>
          <p:spPr>
            <a:xfrm>
              <a:off x="4911305" y="368025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69E">
                <a:alpha val="100000"/>
              </a:srgbClr>
            </a:solidFill>
            <a:ln w="5420" cap="flat">
              <a:solidFill>
                <a:srgbClr val="3A66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66" name="pg1466"/>
            <p:cNvSpPr/>
            <p:nvPr/>
          </p:nvSpPr>
          <p:spPr>
            <a:xfrm>
              <a:off x="4922942" y="368025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69E">
                <a:alpha val="100000"/>
              </a:srgbClr>
            </a:solidFill>
            <a:ln w="5420" cap="flat">
              <a:solidFill>
                <a:srgbClr val="3A66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67" name="pg1467"/>
            <p:cNvSpPr/>
            <p:nvPr/>
          </p:nvSpPr>
          <p:spPr>
            <a:xfrm>
              <a:off x="4934580" y="368025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79E">
                <a:alpha val="100000"/>
              </a:srgbClr>
            </a:solidFill>
            <a:ln w="5420" cap="flat">
              <a:solidFill>
                <a:srgbClr val="3A67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68" name="pg1468"/>
            <p:cNvSpPr/>
            <p:nvPr/>
          </p:nvSpPr>
          <p:spPr>
            <a:xfrm>
              <a:off x="4946217" y="368025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99F">
                <a:alpha val="100000"/>
              </a:srgbClr>
            </a:solidFill>
            <a:ln w="5420" cap="flat">
              <a:solidFill>
                <a:srgbClr val="3A69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69" name="pg1469"/>
            <p:cNvSpPr/>
            <p:nvPr/>
          </p:nvSpPr>
          <p:spPr>
            <a:xfrm>
              <a:off x="4957854" y="368025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C9F">
                <a:alpha val="100000"/>
              </a:srgbClr>
            </a:solidFill>
            <a:ln w="5420" cap="flat">
              <a:solidFill>
                <a:srgbClr val="3A6C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70" name="pg1470"/>
            <p:cNvSpPr/>
            <p:nvPr/>
          </p:nvSpPr>
          <p:spPr>
            <a:xfrm>
              <a:off x="4969492" y="368025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EA0">
                <a:alpha val="100000"/>
              </a:srgbClr>
            </a:solidFill>
            <a:ln w="5420" cap="flat">
              <a:solidFill>
                <a:srgbClr val="3A6EA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71" name="pg1471"/>
            <p:cNvSpPr/>
            <p:nvPr/>
          </p:nvSpPr>
          <p:spPr>
            <a:xfrm>
              <a:off x="4981129" y="368025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70A1">
                <a:alpha val="100000"/>
              </a:srgbClr>
            </a:solidFill>
            <a:ln w="5420" cap="flat">
              <a:solidFill>
                <a:srgbClr val="3B70A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72" name="pg1472"/>
            <p:cNvSpPr/>
            <p:nvPr/>
          </p:nvSpPr>
          <p:spPr>
            <a:xfrm>
              <a:off x="4992766" y="368025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72A1">
                <a:alpha val="100000"/>
              </a:srgbClr>
            </a:solidFill>
            <a:ln w="5420" cap="flat">
              <a:solidFill>
                <a:srgbClr val="3B72A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73" name="pg1473"/>
            <p:cNvSpPr/>
            <p:nvPr/>
          </p:nvSpPr>
          <p:spPr>
            <a:xfrm>
              <a:off x="5004403" y="368025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73A1">
                <a:alpha val="100000"/>
              </a:srgbClr>
            </a:solidFill>
            <a:ln w="5420" cap="flat">
              <a:solidFill>
                <a:srgbClr val="3B73A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74" name="pg1474"/>
            <p:cNvSpPr/>
            <p:nvPr/>
          </p:nvSpPr>
          <p:spPr>
            <a:xfrm>
              <a:off x="5016041" y="368025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3A1">
                <a:alpha val="100000"/>
              </a:srgbClr>
            </a:solidFill>
            <a:ln w="5420" cap="flat">
              <a:solidFill>
                <a:srgbClr val="3A73A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75" name="pg1475"/>
            <p:cNvSpPr/>
            <p:nvPr/>
          </p:nvSpPr>
          <p:spPr>
            <a:xfrm>
              <a:off x="5027678" y="368025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3A1">
                <a:alpha val="100000"/>
              </a:srgbClr>
            </a:solidFill>
            <a:ln w="5420" cap="flat">
              <a:solidFill>
                <a:srgbClr val="3A73A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76" name="pg1476"/>
            <p:cNvSpPr/>
            <p:nvPr/>
          </p:nvSpPr>
          <p:spPr>
            <a:xfrm>
              <a:off x="5039315" y="368025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4A1">
                <a:alpha val="100000"/>
              </a:srgbClr>
            </a:solidFill>
            <a:ln w="5420" cap="flat">
              <a:solidFill>
                <a:srgbClr val="3A74A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77" name="pg1477"/>
            <p:cNvSpPr/>
            <p:nvPr/>
          </p:nvSpPr>
          <p:spPr>
            <a:xfrm>
              <a:off x="5050953" y="368025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4A1">
                <a:alpha val="100000"/>
              </a:srgbClr>
            </a:solidFill>
            <a:ln w="5420" cap="flat">
              <a:solidFill>
                <a:srgbClr val="3A74A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78" name="pg1478"/>
            <p:cNvSpPr/>
            <p:nvPr/>
          </p:nvSpPr>
          <p:spPr>
            <a:xfrm>
              <a:off x="5062590" y="368025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5A2">
                <a:alpha val="100000"/>
              </a:srgbClr>
            </a:solidFill>
            <a:ln w="5420" cap="flat">
              <a:solidFill>
                <a:srgbClr val="3A75A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79" name="pg1479"/>
            <p:cNvSpPr/>
            <p:nvPr/>
          </p:nvSpPr>
          <p:spPr>
            <a:xfrm>
              <a:off x="5074227" y="368025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5A2">
                <a:alpha val="100000"/>
              </a:srgbClr>
            </a:solidFill>
            <a:ln w="5420" cap="flat">
              <a:solidFill>
                <a:srgbClr val="3A75A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80" name="pg1480"/>
            <p:cNvSpPr/>
            <p:nvPr/>
          </p:nvSpPr>
          <p:spPr>
            <a:xfrm>
              <a:off x="5085865" y="368025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5A2">
                <a:alpha val="100000"/>
              </a:srgbClr>
            </a:solidFill>
            <a:ln w="5420" cap="flat">
              <a:solidFill>
                <a:srgbClr val="3A75A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81" name="pg1481"/>
            <p:cNvSpPr/>
            <p:nvPr/>
          </p:nvSpPr>
          <p:spPr>
            <a:xfrm>
              <a:off x="5097502" y="368025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5A2">
                <a:alpha val="100000"/>
              </a:srgbClr>
            </a:solidFill>
            <a:ln w="5420" cap="flat">
              <a:solidFill>
                <a:srgbClr val="3A75A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82" name="pg1482"/>
            <p:cNvSpPr/>
            <p:nvPr/>
          </p:nvSpPr>
          <p:spPr>
            <a:xfrm>
              <a:off x="4841481" y="369455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FA0">
                <a:alpha val="100000"/>
              </a:srgbClr>
            </a:solidFill>
            <a:ln w="5420" cap="flat">
              <a:solidFill>
                <a:srgbClr val="3A6FA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83" name="pg1483"/>
            <p:cNvSpPr/>
            <p:nvPr/>
          </p:nvSpPr>
          <p:spPr>
            <a:xfrm>
              <a:off x="4853118" y="369455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CA0">
                <a:alpha val="100000"/>
              </a:srgbClr>
            </a:solidFill>
            <a:ln w="5420" cap="flat">
              <a:solidFill>
                <a:srgbClr val="3A6CA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84" name="pg1484"/>
            <p:cNvSpPr/>
            <p:nvPr/>
          </p:nvSpPr>
          <p:spPr>
            <a:xfrm>
              <a:off x="4864756" y="369455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A9F">
                <a:alpha val="100000"/>
              </a:srgbClr>
            </a:solidFill>
            <a:ln w="5420" cap="flat">
              <a:solidFill>
                <a:srgbClr val="3A6A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85" name="pg1485"/>
            <p:cNvSpPr/>
            <p:nvPr/>
          </p:nvSpPr>
          <p:spPr>
            <a:xfrm>
              <a:off x="4876393" y="369455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99F">
                <a:alpha val="100000"/>
              </a:srgbClr>
            </a:solidFill>
            <a:ln w="5420" cap="flat">
              <a:solidFill>
                <a:srgbClr val="3A69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86" name="pg1486"/>
            <p:cNvSpPr/>
            <p:nvPr/>
          </p:nvSpPr>
          <p:spPr>
            <a:xfrm>
              <a:off x="4888030" y="369455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99F">
                <a:alpha val="100000"/>
              </a:srgbClr>
            </a:solidFill>
            <a:ln w="5420" cap="flat">
              <a:solidFill>
                <a:srgbClr val="3A69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87" name="pg1487"/>
            <p:cNvSpPr/>
            <p:nvPr/>
          </p:nvSpPr>
          <p:spPr>
            <a:xfrm>
              <a:off x="4899668" y="369455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89F">
                <a:alpha val="100000"/>
              </a:srgbClr>
            </a:solidFill>
            <a:ln w="5420" cap="flat">
              <a:solidFill>
                <a:srgbClr val="3A68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88" name="pg1488"/>
            <p:cNvSpPr/>
            <p:nvPr/>
          </p:nvSpPr>
          <p:spPr>
            <a:xfrm>
              <a:off x="4911305" y="369455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69E">
                <a:alpha val="100000"/>
              </a:srgbClr>
            </a:solidFill>
            <a:ln w="5420" cap="flat">
              <a:solidFill>
                <a:srgbClr val="3A66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89" name="pg1489"/>
            <p:cNvSpPr/>
            <p:nvPr/>
          </p:nvSpPr>
          <p:spPr>
            <a:xfrm>
              <a:off x="4922942" y="369455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49E">
                <a:alpha val="100000"/>
              </a:srgbClr>
            </a:solidFill>
            <a:ln w="5420" cap="flat">
              <a:solidFill>
                <a:srgbClr val="3A64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90" name="pg1490"/>
            <p:cNvSpPr/>
            <p:nvPr/>
          </p:nvSpPr>
          <p:spPr>
            <a:xfrm>
              <a:off x="4934580" y="369455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49E">
                <a:alpha val="100000"/>
              </a:srgbClr>
            </a:solidFill>
            <a:ln w="5420" cap="flat">
              <a:solidFill>
                <a:srgbClr val="3A64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91" name="pg1491"/>
            <p:cNvSpPr/>
            <p:nvPr/>
          </p:nvSpPr>
          <p:spPr>
            <a:xfrm>
              <a:off x="4946217" y="369455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79E">
                <a:alpha val="100000"/>
              </a:srgbClr>
            </a:solidFill>
            <a:ln w="5420" cap="flat">
              <a:solidFill>
                <a:srgbClr val="3A67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92" name="pg1492"/>
            <p:cNvSpPr/>
            <p:nvPr/>
          </p:nvSpPr>
          <p:spPr>
            <a:xfrm>
              <a:off x="4957854" y="369455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A9F">
                <a:alpha val="100000"/>
              </a:srgbClr>
            </a:solidFill>
            <a:ln w="5420" cap="flat">
              <a:solidFill>
                <a:srgbClr val="3A6A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93" name="pg1493"/>
            <p:cNvSpPr/>
            <p:nvPr/>
          </p:nvSpPr>
          <p:spPr>
            <a:xfrm>
              <a:off x="4969492" y="369455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EA0">
                <a:alpha val="100000"/>
              </a:srgbClr>
            </a:solidFill>
            <a:ln w="5420" cap="flat">
              <a:solidFill>
                <a:srgbClr val="3A6EA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94" name="pg1494"/>
            <p:cNvSpPr/>
            <p:nvPr/>
          </p:nvSpPr>
          <p:spPr>
            <a:xfrm>
              <a:off x="4981129" y="369455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70A1">
                <a:alpha val="100000"/>
              </a:srgbClr>
            </a:solidFill>
            <a:ln w="5420" cap="flat">
              <a:solidFill>
                <a:srgbClr val="3B70A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95" name="pg1495"/>
            <p:cNvSpPr/>
            <p:nvPr/>
          </p:nvSpPr>
          <p:spPr>
            <a:xfrm>
              <a:off x="4992766" y="369455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72A1">
                <a:alpha val="100000"/>
              </a:srgbClr>
            </a:solidFill>
            <a:ln w="5420" cap="flat">
              <a:solidFill>
                <a:srgbClr val="3B72A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96" name="pg1496"/>
            <p:cNvSpPr/>
            <p:nvPr/>
          </p:nvSpPr>
          <p:spPr>
            <a:xfrm>
              <a:off x="5004403" y="369455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73A1">
                <a:alpha val="100000"/>
              </a:srgbClr>
            </a:solidFill>
            <a:ln w="5420" cap="flat">
              <a:solidFill>
                <a:srgbClr val="3B73A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97" name="pg1497"/>
            <p:cNvSpPr/>
            <p:nvPr/>
          </p:nvSpPr>
          <p:spPr>
            <a:xfrm>
              <a:off x="5016041" y="369455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3A1">
                <a:alpha val="100000"/>
              </a:srgbClr>
            </a:solidFill>
            <a:ln w="5420" cap="flat">
              <a:solidFill>
                <a:srgbClr val="3A73A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98" name="pg1498"/>
            <p:cNvSpPr/>
            <p:nvPr/>
          </p:nvSpPr>
          <p:spPr>
            <a:xfrm>
              <a:off x="5027678" y="369455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3A1">
                <a:alpha val="100000"/>
              </a:srgbClr>
            </a:solidFill>
            <a:ln w="5420" cap="flat">
              <a:solidFill>
                <a:srgbClr val="3A73A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99" name="pg1499"/>
            <p:cNvSpPr/>
            <p:nvPr/>
          </p:nvSpPr>
          <p:spPr>
            <a:xfrm>
              <a:off x="5039315" y="369455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3A1">
                <a:alpha val="100000"/>
              </a:srgbClr>
            </a:solidFill>
            <a:ln w="5420" cap="flat">
              <a:solidFill>
                <a:srgbClr val="3A73A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00" name="pg1500"/>
            <p:cNvSpPr/>
            <p:nvPr/>
          </p:nvSpPr>
          <p:spPr>
            <a:xfrm>
              <a:off x="5050953" y="369455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4A1">
                <a:alpha val="100000"/>
              </a:srgbClr>
            </a:solidFill>
            <a:ln w="5420" cap="flat">
              <a:solidFill>
                <a:srgbClr val="3A74A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01" name="pg1501"/>
            <p:cNvSpPr/>
            <p:nvPr/>
          </p:nvSpPr>
          <p:spPr>
            <a:xfrm>
              <a:off x="5062590" y="369455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5A2">
                <a:alpha val="100000"/>
              </a:srgbClr>
            </a:solidFill>
            <a:ln w="5420" cap="flat">
              <a:solidFill>
                <a:srgbClr val="3A75A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02" name="pg1502"/>
            <p:cNvSpPr/>
            <p:nvPr/>
          </p:nvSpPr>
          <p:spPr>
            <a:xfrm>
              <a:off x="5074227" y="369455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5A2">
                <a:alpha val="100000"/>
              </a:srgbClr>
            </a:solidFill>
            <a:ln w="5420" cap="flat">
              <a:solidFill>
                <a:srgbClr val="3A75A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03" name="pg1503"/>
            <p:cNvSpPr/>
            <p:nvPr/>
          </p:nvSpPr>
          <p:spPr>
            <a:xfrm>
              <a:off x="5085865" y="369455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6A2">
                <a:alpha val="100000"/>
              </a:srgbClr>
            </a:solidFill>
            <a:ln w="5420" cap="flat">
              <a:solidFill>
                <a:srgbClr val="3A76A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04" name="pg1504"/>
            <p:cNvSpPr/>
            <p:nvPr/>
          </p:nvSpPr>
          <p:spPr>
            <a:xfrm>
              <a:off x="4841481" y="370885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5A2">
                <a:alpha val="100000"/>
              </a:srgbClr>
            </a:solidFill>
            <a:ln w="5420" cap="flat">
              <a:solidFill>
                <a:srgbClr val="3A75A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05" name="pg1505"/>
            <p:cNvSpPr/>
            <p:nvPr/>
          </p:nvSpPr>
          <p:spPr>
            <a:xfrm>
              <a:off x="4853118" y="370885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4A1">
                <a:alpha val="100000"/>
              </a:srgbClr>
            </a:solidFill>
            <a:ln w="5420" cap="flat">
              <a:solidFill>
                <a:srgbClr val="3A74A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06" name="pg1506"/>
            <p:cNvSpPr/>
            <p:nvPr/>
          </p:nvSpPr>
          <p:spPr>
            <a:xfrm>
              <a:off x="4864756" y="370885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72A1">
                <a:alpha val="100000"/>
              </a:srgbClr>
            </a:solidFill>
            <a:ln w="5420" cap="flat">
              <a:solidFill>
                <a:srgbClr val="3B72A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07" name="pg1507"/>
            <p:cNvSpPr/>
            <p:nvPr/>
          </p:nvSpPr>
          <p:spPr>
            <a:xfrm>
              <a:off x="4876393" y="370885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70A1">
                <a:alpha val="100000"/>
              </a:srgbClr>
            </a:solidFill>
            <a:ln w="5420" cap="flat">
              <a:solidFill>
                <a:srgbClr val="3B70A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08" name="pg1508"/>
            <p:cNvSpPr/>
            <p:nvPr/>
          </p:nvSpPr>
          <p:spPr>
            <a:xfrm>
              <a:off x="4888030" y="370885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EA0">
                <a:alpha val="100000"/>
              </a:srgbClr>
            </a:solidFill>
            <a:ln w="5420" cap="flat">
              <a:solidFill>
                <a:srgbClr val="3A6EA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09" name="pg1509"/>
            <p:cNvSpPr/>
            <p:nvPr/>
          </p:nvSpPr>
          <p:spPr>
            <a:xfrm>
              <a:off x="4899668" y="370885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B9F">
                <a:alpha val="100000"/>
              </a:srgbClr>
            </a:solidFill>
            <a:ln w="5420" cap="flat">
              <a:solidFill>
                <a:srgbClr val="3A6B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10" name="pg1510"/>
            <p:cNvSpPr/>
            <p:nvPr/>
          </p:nvSpPr>
          <p:spPr>
            <a:xfrm>
              <a:off x="4911305" y="370885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69E">
                <a:alpha val="100000"/>
              </a:srgbClr>
            </a:solidFill>
            <a:ln w="5420" cap="flat">
              <a:solidFill>
                <a:srgbClr val="3A66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11" name="pg1511"/>
            <p:cNvSpPr/>
            <p:nvPr/>
          </p:nvSpPr>
          <p:spPr>
            <a:xfrm>
              <a:off x="4922942" y="370885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29D">
                <a:alpha val="100000"/>
              </a:srgbClr>
            </a:solidFill>
            <a:ln w="5420" cap="flat">
              <a:solidFill>
                <a:srgbClr val="3A62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12" name="pg1512"/>
            <p:cNvSpPr/>
            <p:nvPr/>
          </p:nvSpPr>
          <p:spPr>
            <a:xfrm>
              <a:off x="4934580" y="370885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29D">
                <a:alpha val="100000"/>
              </a:srgbClr>
            </a:solidFill>
            <a:ln w="5420" cap="flat">
              <a:solidFill>
                <a:srgbClr val="3A62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13" name="pg1513"/>
            <p:cNvSpPr/>
            <p:nvPr/>
          </p:nvSpPr>
          <p:spPr>
            <a:xfrm>
              <a:off x="4946217" y="370885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69E">
                <a:alpha val="100000"/>
              </a:srgbClr>
            </a:solidFill>
            <a:ln w="5420" cap="flat">
              <a:solidFill>
                <a:srgbClr val="3A66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14" name="pg1514"/>
            <p:cNvSpPr/>
            <p:nvPr/>
          </p:nvSpPr>
          <p:spPr>
            <a:xfrm>
              <a:off x="4957854" y="370885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B9F">
                <a:alpha val="100000"/>
              </a:srgbClr>
            </a:solidFill>
            <a:ln w="5420" cap="flat">
              <a:solidFill>
                <a:srgbClr val="3A6B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15" name="pg1515"/>
            <p:cNvSpPr/>
            <p:nvPr/>
          </p:nvSpPr>
          <p:spPr>
            <a:xfrm>
              <a:off x="4969492" y="370885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FA0">
                <a:alpha val="100000"/>
              </a:srgbClr>
            </a:solidFill>
            <a:ln w="5420" cap="flat">
              <a:solidFill>
                <a:srgbClr val="3A6FA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16" name="pg1516"/>
            <p:cNvSpPr/>
            <p:nvPr/>
          </p:nvSpPr>
          <p:spPr>
            <a:xfrm>
              <a:off x="4981129" y="370885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71A1">
                <a:alpha val="100000"/>
              </a:srgbClr>
            </a:solidFill>
            <a:ln w="5420" cap="flat">
              <a:solidFill>
                <a:srgbClr val="3B71A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17" name="pg1517"/>
            <p:cNvSpPr/>
            <p:nvPr/>
          </p:nvSpPr>
          <p:spPr>
            <a:xfrm>
              <a:off x="4992766" y="370885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72A1">
                <a:alpha val="100000"/>
              </a:srgbClr>
            </a:solidFill>
            <a:ln w="5420" cap="flat">
              <a:solidFill>
                <a:srgbClr val="3B72A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18" name="pg1518"/>
            <p:cNvSpPr/>
            <p:nvPr/>
          </p:nvSpPr>
          <p:spPr>
            <a:xfrm>
              <a:off x="5004403" y="370885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72A1">
                <a:alpha val="100000"/>
              </a:srgbClr>
            </a:solidFill>
            <a:ln w="5420" cap="flat">
              <a:solidFill>
                <a:srgbClr val="3B72A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19" name="pg1519"/>
            <p:cNvSpPr/>
            <p:nvPr/>
          </p:nvSpPr>
          <p:spPr>
            <a:xfrm>
              <a:off x="5016041" y="370885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71A1">
                <a:alpha val="100000"/>
              </a:srgbClr>
            </a:solidFill>
            <a:ln w="5420" cap="flat">
              <a:solidFill>
                <a:srgbClr val="3B71A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20" name="pg1520"/>
            <p:cNvSpPr/>
            <p:nvPr/>
          </p:nvSpPr>
          <p:spPr>
            <a:xfrm>
              <a:off x="5027678" y="370885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71A1">
                <a:alpha val="100000"/>
              </a:srgbClr>
            </a:solidFill>
            <a:ln w="5420" cap="flat">
              <a:solidFill>
                <a:srgbClr val="3B71A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21" name="pg1521"/>
            <p:cNvSpPr/>
            <p:nvPr/>
          </p:nvSpPr>
          <p:spPr>
            <a:xfrm>
              <a:off x="5039315" y="370885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72A1">
                <a:alpha val="100000"/>
              </a:srgbClr>
            </a:solidFill>
            <a:ln w="5420" cap="flat">
              <a:solidFill>
                <a:srgbClr val="3B72A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22" name="pg1522"/>
            <p:cNvSpPr/>
            <p:nvPr/>
          </p:nvSpPr>
          <p:spPr>
            <a:xfrm>
              <a:off x="5050953" y="370885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3A1">
                <a:alpha val="100000"/>
              </a:srgbClr>
            </a:solidFill>
            <a:ln w="5420" cap="flat">
              <a:solidFill>
                <a:srgbClr val="3A73A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23" name="pg1523"/>
            <p:cNvSpPr/>
            <p:nvPr/>
          </p:nvSpPr>
          <p:spPr>
            <a:xfrm>
              <a:off x="5062590" y="370885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5A2">
                <a:alpha val="100000"/>
              </a:srgbClr>
            </a:solidFill>
            <a:ln w="5420" cap="flat">
              <a:solidFill>
                <a:srgbClr val="3A75A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24" name="pg1524"/>
            <p:cNvSpPr/>
            <p:nvPr/>
          </p:nvSpPr>
          <p:spPr>
            <a:xfrm>
              <a:off x="5074227" y="370885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5A2">
                <a:alpha val="100000"/>
              </a:srgbClr>
            </a:solidFill>
            <a:ln w="5420" cap="flat">
              <a:solidFill>
                <a:srgbClr val="3A75A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25" name="pg1525"/>
            <p:cNvSpPr/>
            <p:nvPr/>
          </p:nvSpPr>
          <p:spPr>
            <a:xfrm>
              <a:off x="4864756" y="372315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BA3">
                <a:alpha val="100000"/>
              </a:srgbClr>
            </a:solidFill>
            <a:ln w="5420" cap="flat">
              <a:solidFill>
                <a:srgbClr val="3A7BA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26" name="pg1526"/>
            <p:cNvSpPr/>
            <p:nvPr/>
          </p:nvSpPr>
          <p:spPr>
            <a:xfrm>
              <a:off x="4876393" y="372315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9A2">
                <a:alpha val="100000"/>
              </a:srgbClr>
            </a:solidFill>
            <a:ln w="5420" cap="flat">
              <a:solidFill>
                <a:srgbClr val="3A79A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27" name="pg1527"/>
            <p:cNvSpPr/>
            <p:nvPr/>
          </p:nvSpPr>
          <p:spPr>
            <a:xfrm>
              <a:off x="4888030" y="372315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6A2">
                <a:alpha val="100000"/>
              </a:srgbClr>
            </a:solidFill>
            <a:ln w="5420" cap="flat">
              <a:solidFill>
                <a:srgbClr val="3A76A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28" name="pg1528"/>
            <p:cNvSpPr/>
            <p:nvPr/>
          </p:nvSpPr>
          <p:spPr>
            <a:xfrm>
              <a:off x="4899668" y="372315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71A1">
                <a:alpha val="100000"/>
              </a:srgbClr>
            </a:solidFill>
            <a:ln w="5420" cap="flat">
              <a:solidFill>
                <a:srgbClr val="3B71A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29" name="pg1529"/>
            <p:cNvSpPr/>
            <p:nvPr/>
          </p:nvSpPr>
          <p:spPr>
            <a:xfrm>
              <a:off x="4911305" y="372315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B9F">
                <a:alpha val="100000"/>
              </a:srgbClr>
            </a:solidFill>
            <a:ln w="5420" cap="flat">
              <a:solidFill>
                <a:srgbClr val="3A6B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30" name="pg1530"/>
            <p:cNvSpPr/>
            <p:nvPr/>
          </p:nvSpPr>
          <p:spPr>
            <a:xfrm>
              <a:off x="4922942" y="372315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59E">
                <a:alpha val="100000"/>
              </a:srgbClr>
            </a:solidFill>
            <a:ln w="5420" cap="flat">
              <a:solidFill>
                <a:srgbClr val="3A65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31" name="pg1531"/>
            <p:cNvSpPr/>
            <p:nvPr/>
          </p:nvSpPr>
          <p:spPr>
            <a:xfrm>
              <a:off x="4934580" y="372315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59E">
                <a:alpha val="100000"/>
              </a:srgbClr>
            </a:solidFill>
            <a:ln w="5420" cap="flat">
              <a:solidFill>
                <a:srgbClr val="3A65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32" name="pg1532"/>
            <p:cNvSpPr/>
            <p:nvPr/>
          </p:nvSpPr>
          <p:spPr>
            <a:xfrm>
              <a:off x="4946217" y="372315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99F">
                <a:alpha val="100000"/>
              </a:srgbClr>
            </a:solidFill>
            <a:ln w="5420" cap="flat">
              <a:solidFill>
                <a:srgbClr val="3A69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33" name="pg1533"/>
            <p:cNvSpPr/>
            <p:nvPr/>
          </p:nvSpPr>
          <p:spPr>
            <a:xfrm>
              <a:off x="4957854" y="372315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FA0">
                <a:alpha val="100000"/>
              </a:srgbClr>
            </a:solidFill>
            <a:ln w="5420" cap="flat">
              <a:solidFill>
                <a:srgbClr val="3A6FA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34" name="pg1534"/>
            <p:cNvSpPr/>
            <p:nvPr/>
          </p:nvSpPr>
          <p:spPr>
            <a:xfrm>
              <a:off x="4969492" y="372315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72A1">
                <a:alpha val="100000"/>
              </a:srgbClr>
            </a:solidFill>
            <a:ln w="5420" cap="flat">
              <a:solidFill>
                <a:srgbClr val="3B72A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35" name="pg1535"/>
            <p:cNvSpPr/>
            <p:nvPr/>
          </p:nvSpPr>
          <p:spPr>
            <a:xfrm>
              <a:off x="4981129" y="372315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3A1">
                <a:alpha val="100000"/>
              </a:srgbClr>
            </a:solidFill>
            <a:ln w="5420" cap="flat">
              <a:solidFill>
                <a:srgbClr val="3A73A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36" name="pg1536"/>
            <p:cNvSpPr/>
            <p:nvPr/>
          </p:nvSpPr>
          <p:spPr>
            <a:xfrm>
              <a:off x="4992766" y="372315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72A1">
                <a:alpha val="100000"/>
              </a:srgbClr>
            </a:solidFill>
            <a:ln w="5420" cap="flat">
              <a:solidFill>
                <a:srgbClr val="3B72A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37" name="pg1537"/>
            <p:cNvSpPr/>
            <p:nvPr/>
          </p:nvSpPr>
          <p:spPr>
            <a:xfrm>
              <a:off x="5004403" y="372315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6FA0">
                <a:alpha val="100000"/>
              </a:srgbClr>
            </a:solidFill>
            <a:ln w="5420" cap="flat">
              <a:solidFill>
                <a:srgbClr val="3B6FA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38" name="pg1538"/>
            <p:cNvSpPr/>
            <p:nvPr/>
          </p:nvSpPr>
          <p:spPr>
            <a:xfrm>
              <a:off x="5016041" y="372315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DA0">
                <a:alpha val="100000"/>
              </a:srgbClr>
            </a:solidFill>
            <a:ln w="5420" cap="flat">
              <a:solidFill>
                <a:srgbClr val="3A6DA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39" name="pg1539"/>
            <p:cNvSpPr/>
            <p:nvPr/>
          </p:nvSpPr>
          <p:spPr>
            <a:xfrm>
              <a:off x="5027678" y="372315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DA0">
                <a:alpha val="100000"/>
              </a:srgbClr>
            </a:solidFill>
            <a:ln w="5420" cap="flat">
              <a:solidFill>
                <a:srgbClr val="3A6DA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40" name="pg1540"/>
            <p:cNvSpPr/>
            <p:nvPr/>
          </p:nvSpPr>
          <p:spPr>
            <a:xfrm>
              <a:off x="5039315" y="372315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EA0">
                <a:alpha val="100000"/>
              </a:srgbClr>
            </a:solidFill>
            <a:ln w="5420" cap="flat">
              <a:solidFill>
                <a:srgbClr val="3A6EA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41" name="pg1541"/>
            <p:cNvSpPr/>
            <p:nvPr/>
          </p:nvSpPr>
          <p:spPr>
            <a:xfrm>
              <a:off x="5050953" y="372315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72A1">
                <a:alpha val="100000"/>
              </a:srgbClr>
            </a:solidFill>
            <a:ln w="5420" cap="flat">
              <a:solidFill>
                <a:srgbClr val="3B72A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42" name="pg1542"/>
            <p:cNvSpPr/>
            <p:nvPr/>
          </p:nvSpPr>
          <p:spPr>
            <a:xfrm>
              <a:off x="5062590" y="372315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4A1">
                <a:alpha val="100000"/>
              </a:srgbClr>
            </a:solidFill>
            <a:ln w="5420" cap="flat">
              <a:solidFill>
                <a:srgbClr val="3A74A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43" name="pg1543"/>
            <p:cNvSpPr/>
            <p:nvPr/>
          </p:nvSpPr>
          <p:spPr>
            <a:xfrm>
              <a:off x="4876393" y="373745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84A5">
                <a:alpha val="100000"/>
              </a:srgbClr>
            </a:solidFill>
            <a:ln w="5420" cap="flat">
              <a:solidFill>
                <a:srgbClr val="3984A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44" name="pg1544"/>
            <p:cNvSpPr/>
            <p:nvPr/>
          </p:nvSpPr>
          <p:spPr>
            <a:xfrm>
              <a:off x="4888030" y="373745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81A4">
                <a:alpha val="100000"/>
              </a:srgbClr>
            </a:solidFill>
            <a:ln w="5420" cap="flat">
              <a:solidFill>
                <a:srgbClr val="3A81A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45" name="pg1545"/>
            <p:cNvSpPr/>
            <p:nvPr/>
          </p:nvSpPr>
          <p:spPr>
            <a:xfrm>
              <a:off x="4899668" y="373745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CA3">
                <a:alpha val="100000"/>
              </a:srgbClr>
            </a:solidFill>
            <a:ln w="5420" cap="flat">
              <a:solidFill>
                <a:srgbClr val="3A7CA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46" name="pg1546"/>
            <p:cNvSpPr/>
            <p:nvPr/>
          </p:nvSpPr>
          <p:spPr>
            <a:xfrm>
              <a:off x="4911305" y="373745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7A2">
                <a:alpha val="100000"/>
              </a:srgbClr>
            </a:solidFill>
            <a:ln w="5420" cap="flat">
              <a:solidFill>
                <a:srgbClr val="3A77A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47" name="pg1547"/>
            <p:cNvSpPr/>
            <p:nvPr/>
          </p:nvSpPr>
          <p:spPr>
            <a:xfrm>
              <a:off x="4922942" y="373745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72A1">
                <a:alpha val="100000"/>
              </a:srgbClr>
            </a:solidFill>
            <a:ln w="5420" cap="flat">
              <a:solidFill>
                <a:srgbClr val="3B72A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48" name="pg1548"/>
            <p:cNvSpPr/>
            <p:nvPr/>
          </p:nvSpPr>
          <p:spPr>
            <a:xfrm>
              <a:off x="4934580" y="373745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70A1">
                <a:alpha val="100000"/>
              </a:srgbClr>
            </a:solidFill>
            <a:ln w="5420" cap="flat">
              <a:solidFill>
                <a:srgbClr val="3B70A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49" name="pg1549"/>
            <p:cNvSpPr/>
            <p:nvPr/>
          </p:nvSpPr>
          <p:spPr>
            <a:xfrm>
              <a:off x="4946217" y="373745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4A1">
                <a:alpha val="100000"/>
              </a:srgbClr>
            </a:solidFill>
            <a:ln w="5420" cap="flat">
              <a:solidFill>
                <a:srgbClr val="3A74A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50" name="pg1550"/>
            <p:cNvSpPr/>
            <p:nvPr/>
          </p:nvSpPr>
          <p:spPr>
            <a:xfrm>
              <a:off x="4957854" y="373745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7A2">
                <a:alpha val="100000"/>
              </a:srgbClr>
            </a:solidFill>
            <a:ln w="5420" cap="flat">
              <a:solidFill>
                <a:srgbClr val="3A77A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51" name="pg1551"/>
            <p:cNvSpPr/>
            <p:nvPr/>
          </p:nvSpPr>
          <p:spPr>
            <a:xfrm>
              <a:off x="4969492" y="373745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8A2">
                <a:alpha val="100000"/>
              </a:srgbClr>
            </a:solidFill>
            <a:ln w="5420" cap="flat">
              <a:solidFill>
                <a:srgbClr val="3A78A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52" name="pg1552"/>
            <p:cNvSpPr/>
            <p:nvPr/>
          </p:nvSpPr>
          <p:spPr>
            <a:xfrm>
              <a:off x="4981129" y="373745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5A2">
                <a:alpha val="100000"/>
              </a:srgbClr>
            </a:solidFill>
            <a:ln w="5420" cap="flat">
              <a:solidFill>
                <a:srgbClr val="3A75A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53" name="pg1553"/>
            <p:cNvSpPr/>
            <p:nvPr/>
          </p:nvSpPr>
          <p:spPr>
            <a:xfrm>
              <a:off x="4992766" y="373745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70A0">
                <a:alpha val="100000"/>
              </a:srgbClr>
            </a:solidFill>
            <a:ln w="5420" cap="flat">
              <a:solidFill>
                <a:srgbClr val="3B70A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54" name="pg1554"/>
            <p:cNvSpPr/>
            <p:nvPr/>
          </p:nvSpPr>
          <p:spPr>
            <a:xfrm>
              <a:off x="5004403" y="373745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A9F">
                <a:alpha val="100000"/>
              </a:srgbClr>
            </a:solidFill>
            <a:ln w="5420" cap="flat">
              <a:solidFill>
                <a:srgbClr val="3A6A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55" name="pg1555"/>
            <p:cNvSpPr/>
            <p:nvPr/>
          </p:nvSpPr>
          <p:spPr>
            <a:xfrm>
              <a:off x="5016041" y="373745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69E">
                <a:alpha val="100000"/>
              </a:srgbClr>
            </a:solidFill>
            <a:ln w="5420" cap="flat">
              <a:solidFill>
                <a:srgbClr val="3A66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56" name="pg1556"/>
            <p:cNvSpPr/>
            <p:nvPr/>
          </p:nvSpPr>
          <p:spPr>
            <a:xfrm>
              <a:off x="5027678" y="373745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69E">
                <a:alpha val="100000"/>
              </a:srgbClr>
            </a:solidFill>
            <a:ln w="5420" cap="flat">
              <a:solidFill>
                <a:srgbClr val="3A66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57" name="pg1557"/>
            <p:cNvSpPr/>
            <p:nvPr/>
          </p:nvSpPr>
          <p:spPr>
            <a:xfrm>
              <a:off x="5039315" y="373745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99F">
                <a:alpha val="100000"/>
              </a:srgbClr>
            </a:solidFill>
            <a:ln w="5420" cap="flat">
              <a:solidFill>
                <a:srgbClr val="3A69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58" name="pg1558"/>
            <p:cNvSpPr/>
            <p:nvPr/>
          </p:nvSpPr>
          <p:spPr>
            <a:xfrm>
              <a:off x="5050953" y="373745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70A0">
                <a:alpha val="100000"/>
              </a:srgbClr>
            </a:solidFill>
            <a:ln w="5420" cap="flat">
              <a:solidFill>
                <a:srgbClr val="3B70A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59" name="pg1559"/>
            <p:cNvSpPr/>
            <p:nvPr/>
          </p:nvSpPr>
          <p:spPr>
            <a:xfrm>
              <a:off x="4888030" y="375175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691A8">
                <a:alpha val="100000"/>
              </a:srgbClr>
            </a:solidFill>
            <a:ln w="5420" cap="flat">
              <a:solidFill>
                <a:srgbClr val="3691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60" name="pg1560"/>
            <p:cNvSpPr/>
            <p:nvPr/>
          </p:nvSpPr>
          <p:spPr>
            <a:xfrm>
              <a:off x="4899668" y="375175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8FA7">
                <a:alpha val="100000"/>
              </a:srgbClr>
            </a:solidFill>
            <a:ln w="5420" cap="flat">
              <a:solidFill>
                <a:srgbClr val="378F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61" name="pg1561"/>
            <p:cNvSpPr/>
            <p:nvPr/>
          </p:nvSpPr>
          <p:spPr>
            <a:xfrm>
              <a:off x="4911305" y="375175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8CA7">
                <a:alpha val="100000"/>
              </a:srgbClr>
            </a:solidFill>
            <a:ln w="5420" cap="flat">
              <a:solidFill>
                <a:srgbClr val="378C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62" name="pg1562"/>
            <p:cNvSpPr/>
            <p:nvPr/>
          </p:nvSpPr>
          <p:spPr>
            <a:xfrm>
              <a:off x="4922942" y="375175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889A6">
                <a:alpha val="100000"/>
              </a:srgbClr>
            </a:solidFill>
            <a:ln w="5420" cap="flat">
              <a:solidFill>
                <a:srgbClr val="3889A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63" name="pg1563"/>
            <p:cNvSpPr/>
            <p:nvPr/>
          </p:nvSpPr>
          <p:spPr>
            <a:xfrm>
              <a:off x="4934580" y="375175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87A6">
                <a:alpha val="100000"/>
              </a:srgbClr>
            </a:solidFill>
            <a:ln w="5420" cap="flat">
              <a:solidFill>
                <a:srgbClr val="3987A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64" name="pg1564"/>
            <p:cNvSpPr/>
            <p:nvPr/>
          </p:nvSpPr>
          <p:spPr>
            <a:xfrm>
              <a:off x="4946217" y="375175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87A6">
                <a:alpha val="100000"/>
              </a:srgbClr>
            </a:solidFill>
            <a:ln w="5420" cap="flat">
              <a:solidFill>
                <a:srgbClr val="3987A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65" name="pg1565"/>
            <p:cNvSpPr/>
            <p:nvPr/>
          </p:nvSpPr>
          <p:spPr>
            <a:xfrm>
              <a:off x="4957854" y="375175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85A5">
                <a:alpha val="100000"/>
              </a:srgbClr>
            </a:solidFill>
            <a:ln w="5420" cap="flat">
              <a:solidFill>
                <a:srgbClr val="3985A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66" name="pg1566"/>
            <p:cNvSpPr/>
            <p:nvPr/>
          </p:nvSpPr>
          <p:spPr>
            <a:xfrm>
              <a:off x="4969492" y="375175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81A4">
                <a:alpha val="100000"/>
              </a:srgbClr>
            </a:solidFill>
            <a:ln w="5420" cap="flat">
              <a:solidFill>
                <a:srgbClr val="3981A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67" name="pg1567"/>
            <p:cNvSpPr/>
            <p:nvPr/>
          </p:nvSpPr>
          <p:spPr>
            <a:xfrm>
              <a:off x="4981129" y="375175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8A2">
                <a:alpha val="100000"/>
              </a:srgbClr>
            </a:solidFill>
            <a:ln w="5420" cap="flat">
              <a:solidFill>
                <a:srgbClr val="3A78A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68" name="pg1568"/>
            <p:cNvSpPr/>
            <p:nvPr/>
          </p:nvSpPr>
          <p:spPr>
            <a:xfrm>
              <a:off x="4992766" y="375175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CA0">
                <a:alpha val="100000"/>
              </a:srgbClr>
            </a:solidFill>
            <a:ln w="5420" cap="flat">
              <a:solidFill>
                <a:srgbClr val="3A6CA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69" name="pg1569"/>
            <p:cNvSpPr/>
            <p:nvPr/>
          </p:nvSpPr>
          <p:spPr>
            <a:xfrm>
              <a:off x="5004403" y="375175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29D">
                <a:alpha val="100000"/>
              </a:srgbClr>
            </a:solidFill>
            <a:ln w="5420" cap="flat">
              <a:solidFill>
                <a:srgbClr val="3A62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70" name="pg1570"/>
            <p:cNvSpPr/>
            <p:nvPr/>
          </p:nvSpPr>
          <p:spPr>
            <a:xfrm>
              <a:off x="5016041" y="375175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5D9C">
                <a:alpha val="100000"/>
              </a:srgbClr>
            </a:solidFill>
            <a:ln w="5420" cap="flat">
              <a:solidFill>
                <a:srgbClr val="395D9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71" name="pg1571"/>
            <p:cNvSpPr/>
            <p:nvPr/>
          </p:nvSpPr>
          <p:spPr>
            <a:xfrm>
              <a:off x="5027678" y="375175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5F9C">
                <a:alpha val="100000"/>
              </a:srgbClr>
            </a:solidFill>
            <a:ln w="5420" cap="flat">
              <a:solidFill>
                <a:srgbClr val="395F9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72" name="pg1572"/>
            <p:cNvSpPr/>
            <p:nvPr/>
          </p:nvSpPr>
          <p:spPr>
            <a:xfrm>
              <a:off x="5039315" y="375175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49E">
                <a:alpha val="100000"/>
              </a:srgbClr>
            </a:solidFill>
            <a:ln w="5420" cap="flat">
              <a:solidFill>
                <a:srgbClr val="3A64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73" name="pg1573"/>
            <p:cNvSpPr/>
            <p:nvPr/>
          </p:nvSpPr>
          <p:spPr>
            <a:xfrm>
              <a:off x="5050953" y="375175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EA0">
                <a:alpha val="100000"/>
              </a:srgbClr>
            </a:solidFill>
            <a:ln w="5420" cap="flat">
              <a:solidFill>
                <a:srgbClr val="3A6EA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74" name="pg1574"/>
            <p:cNvSpPr/>
            <p:nvPr/>
          </p:nvSpPr>
          <p:spPr>
            <a:xfrm>
              <a:off x="4841481" y="376605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9CA9">
                <a:alpha val="100000"/>
              </a:srgbClr>
            </a:solidFill>
            <a:ln w="5420" cap="flat">
              <a:solidFill>
                <a:srgbClr val="3A9C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75" name="pg1575"/>
            <p:cNvSpPr/>
            <p:nvPr/>
          </p:nvSpPr>
          <p:spPr>
            <a:xfrm>
              <a:off x="4853118" y="376605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D9FAA">
                <a:alpha val="100000"/>
              </a:srgbClr>
            </a:solidFill>
            <a:ln w="5420" cap="flat">
              <a:solidFill>
                <a:srgbClr val="3D9F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76" name="pg1576"/>
            <p:cNvSpPr/>
            <p:nvPr/>
          </p:nvSpPr>
          <p:spPr>
            <a:xfrm>
              <a:off x="4864756" y="376605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0A3AA">
                <a:alpha val="100000"/>
              </a:srgbClr>
            </a:solidFill>
            <a:ln w="5420" cap="flat">
              <a:solidFill>
                <a:srgbClr val="40A3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77" name="pg1577"/>
            <p:cNvSpPr/>
            <p:nvPr/>
          </p:nvSpPr>
          <p:spPr>
            <a:xfrm>
              <a:off x="4876393" y="376605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FA2AA">
                <a:alpha val="100000"/>
              </a:srgbClr>
            </a:solidFill>
            <a:ln w="5420" cap="flat">
              <a:solidFill>
                <a:srgbClr val="3FA2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78" name="pg1578"/>
            <p:cNvSpPr/>
            <p:nvPr/>
          </p:nvSpPr>
          <p:spPr>
            <a:xfrm>
              <a:off x="4888030" y="376605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1A4AA">
                <a:alpha val="100000"/>
              </a:srgbClr>
            </a:solidFill>
            <a:ln w="5420" cap="flat">
              <a:solidFill>
                <a:srgbClr val="41A4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79" name="pg1579"/>
            <p:cNvSpPr/>
            <p:nvPr/>
          </p:nvSpPr>
          <p:spPr>
            <a:xfrm>
              <a:off x="4899668" y="376605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3A6AA">
                <a:alpha val="100000"/>
              </a:srgbClr>
            </a:solidFill>
            <a:ln w="5420" cap="flat">
              <a:solidFill>
                <a:srgbClr val="43A6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80" name="pg1580"/>
            <p:cNvSpPr/>
            <p:nvPr/>
          </p:nvSpPr>
          <p:spPr>
            <a:xfrm>
              <a:off x="4911305" y="376605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4A7AA">
                <a:alpha val="100000"/>
              </a:srgbClr>
            </a:solidFill>
            <a:ln w="5420" cap="flat">
              <a:solidFill>
                <a:srgbClr val="44A7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81" name="pg1581"/>
            <p:cNvSpPr/>
            <p:nvPr/>
          </p:nvSpPr>
          <p:spPr>
            <a:xfrm>
              <a:off x="4922942" y="376605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4A8AA">
                <a:alpha val="100000"/>
              </a:srgbClr>
            </a:solidFill>
            <a:ln w="5420" cap="flat">
              <a:solidFill>
                <a:srgbClr val="44A8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82" name="pg1582"/>
            <p:cNvSpPr/>
            <p:nvPr/>
          </p:nvSpPr>
          <p:spPr>
            <a:xfrm>
              <a:off x="4934580" y="376605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1A4AA">
                <a:alpha val="100000"/>
              </a:srgbClr>
            </a:solidFill>
            <a:ln w="5420" cap="flat">
              <a:solidFill>
                <a:srgbClr val="41A4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83" name="pg1583"/>
            <p:cNvSpPr/>
            <p:nvPr/>
          </p:nvSpPr>
          <p:spPr>
            <a:xfrm>
              <a:off x="4946217" y="376605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9FAA">
                <a:alpha val="100000"/>
              </a:srgbClr>
            </a:solidFill>
            <a:ln w="5420" cap="flat">
              <a:solidFill>
                <a:srgbClr val="3C9F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84" name="pg1584"/>
            <p:cNvSpPr/>
            <p:nvPr/>
          </p:nvSpPr>
          <p:spPr>
            <a:xfrm>
              <a:off x="4957854" y="376605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598A9">
                <a:alpha val="100000"/>
              </a:srgbClr>
            </a:solidFill>
            <a:ln w="5420" cap="flat">
              <a:solidFill>
                <a:srgbClr val="3598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85" name="pg1585"/>
            <p:cNvSpPr/>
            <p:nvPr/>
          </p:nvSpPr>
          <p:spPr>
            <a:xfrm>
              <a:off x="4969492" y="376605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8DA7">
                <a:alpha val="100000"/>
              </a:srgbClr>
            </a:solidFill>
            <a:ln w="5420" cap="flat">
              <a:solidFill>
                <a:srgbClr val="378D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86" name="pg1586"/>
            <p:cNvSpPr/>
            <p:nvPr/>
          </p:nvSpPr>
          <p:spPr>
            <a:xfrm>
              <a:off x="4981129" y="376605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EA4">
                <a:alpha val="100000"/>
              </a:srgbClr>
            </a:solidFill>
            <a:ln w="5420" cap="flat">
              <a:solidFill>
                <a:srgbClr val="3A7EA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87" name="pg1587"/>
            <p:cNvSpPr/>
            <p:nvPr/>
          </p:nvSpPr>
          <p:spPr>
            <a:xfrm>
              <a:off x="4992766" y="376605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DA0">
                <a:alpha val="100000"/>
              </a:srgbClr>
            </a:solidFill>
            <a:ln w="5420" cap="flat">
              <a:solidFill>
                <a:srgbClr val="3A6DA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88" name="pg1588"/>
            <p:cNvSpPr/>
            <p:nvPr/>
          </p:nvSpPr>
          <p:spPr>
            <a:xfrm>
              <a:off x="5004403" y="376605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5F9C">
                <a:alpha val="100000"/>
              </a:srgbClr>
            </a:solidFill>
            <a:ln w="5420" cap="flat">
              <a:solidFill>
                <a:srgbClr val="395F9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89" name="pg1589"/>
            <p:cNvSpPr/>
            <p:nvPr/>
          </p:nvSpPr>
          <p:spPr>
            <a:xfrm>
              <a:off x="5016041" y="376605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5A97">
                <a:alpha val="100000"/>
              </a:srgbClr>
            </a:solidFill>
            <a:ln w="5420" cap="flat">
              <a:solidFill>
                <a:srgbClr val="3A5A9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90" name="pg1590"/>
            <p:cNvSpPr/>
            <p:nvPr/>
          </p:nvSpPr>
          <p:spPr>
            <a:xfrm>
              <a:off x="5027678" y="376605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5C9B">
                <a:alpha val="100000"/>
              </a:srgbClr>
            </a:solidFill>
            <a:ln w="5420" cap="flat">
              <a:solidFill>
                <a:srgbClr val="395C9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91" name="pg1591"/>
            <p:cNvSpPr/>
            <p:nvPr/>
          </p:nvSpPr>
          <p:spPr>
            <a:xfrm>
              <a:off x="5039315" y="376605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39D">
                <a:alpha val="100000"/>
              </a:srgbClr>
            </a:solidFill>
            <a:ln w="5420" cap="flat">
              <a:solidFill>
                <a:srgbClr val="3A63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92" name="pg1592"/>
            <p:cNvSpPr/>
            <p:nvPr/>
          </p:nvSpPr>
          <p:spPr>
            <a:xfrm>
              <a:off x="4829844" y="378035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9EAA">
                <a:alpha val="100000"/>
              </a:srgbClr>
            </a:solidFill>
            <a:ln w="5420" cap="flat">
              <a:solidFill>
                <a:srgbClr val="3C9E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93" name="pg1593"/>
            <p:cNvSpPr/>
            <p:nvPr/>
          </p:nvSpPr>
          <p:spPr>
            <a:xfrm>
              <a:off x="4841481" y="378035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FA1AA">
                <a:alpha val="100000"/>
              </a:srgbClr>
            </a:solidFill>
            <a:ln w="5420" cap="flat">
              <a:solidFill>
                <a:srgbClr val="3FA1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94" name="pg1594"/>
            <p:cNvSpPr/>
            <p:nvPr/>
          </p:nvSpPr>
          <p:spPr>
            <a:xfrm>
              <a:off x="4853118" y="378035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2A5AA">
                <a:alpha val="100000"/>
              </a:srgbClr>
            </a:solidFill>
            <a:ln w="5420" cap="flat">
              <a:solidFill>
                <a:srgbClr val="42A5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95" name="pg1595"/>
            <p:cNvSpPr/>
            <p:nvPr/>
          </p:nvSpPr>
          <p:spPr>
            <a:xfrm>
              <a:off x="4864756" y="378035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6AAAA">
                <a:alpha val="100000"/>
              </a:srgbClr>
            </a:solidFill>
            <a:ln w="5420" cap="flat">
              <a:solidFill>
                <a:srgbClr val="46AA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96" name="pg1596"/>
            <p:cNvSpPr/>
            <p:nvPr/>
          </p:nvSpPr>
          <p:spPr>
            <a:xfrm>
              <a:off x="4876393" y="378035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BAFAB">
                <a:alpha val="100000"/>
              </a:srgbClr>
            </a:solidFill>
            <a:ln w="5420" cap="flat">
              <a:solidFill>
                <a:srgbClr val="4BAF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97" name="pg1597"/>
            <p:cNvSpPr/>
            <p:nvPr/>
          </p:nvSpPr>
          <p:spPr>
            <a:xfrm>
              <a:off x="4888030" y="378035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FB6AB">
                <a:alpha val="100000"/>
              </a:srgbClr>
            </a:solidFill>
            <a:ln w="5420" cap="flat">
              <a:solidFill>
                <a:srgbClr val="4FB6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98" name="pg1598"/>
            <p:cNvSpPr/>
            <p:nvPr/>
          </p:nvSpPr>
          <p:spPr>
            <a:xfrm>
              <a:off x="4899668" y="378035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4BCAB">
                <a:alpha val="100000"/>
              </a:srgbClr>
            </a:solidFill>
            <a:ln w="5420" cap="flat">
              <a:solidFill>
                <a:srgbClr val="54BC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99" name="pg1599"/>
            <p:cNvSpPr/>
            <p:nvPr/>
          </p:nvSpPr>
          <p:spPr>
            <a:xfrm>
              <a:off x="4911305" y="378035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9C3AC">
                <a:alpha val="100000"/>
              </a:srgbClr>
            </a:solidFill>
            <a:ln w="5420" cap="flat">
              <a:solidFill>
                <a:srgbClr val="59C3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00" name="pg1600"/>
            <p:cNvSpPr/>
            <p:nvPr/>
          </p:nvSpPr>
          <p:spPr>
            <a:xfrm>
              <a:off x="4922942" y="378035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CC7AC">
                <a:alpha val="100000"/>
              </a:srgbClr>
            </a:solidFill>
            <a:ln w="5420" cap="flat">
              <a:solidFill>
                <a:srgbClr val="5CC7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01" name="pg1601"/>
            <p:cNvSpPr/>
            <p:nvPr/>
          </p:nvSpPr>
          <p:spPr>
            <a:xfrm>
              <a:off x="4934580" y="378035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8C2AC">
                <a:alpha val="100000"/>
              </a:srgbClr>
            </a:solidFill>
            <a:ln w="5420" cap="flat">
              <a:solidFill>
                <a:srgbClr val="58C2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02" name="pg1602"/>
            <p:cNvSpPr/>
            <p:nvPr/>
          </p:nvSpPr>
          <p:spPr>
            <a:xfrm>
              <a:off x="4946217" y="378035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1B8AB">
                <a:alpha val="100000"/>
              </a:srgbClr>
            </a:solidFill>
            <a:ln w="5420" cap="flat">
              <a:solidFill>
                <a:srgbClr val="51B8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03" name="pg1603"/>
            <p:cNvSpPr/>
            <p:nvPr/>
          </p:nvSpPr>
          <p:spPr>
            <a:xfrm>
              <a:off x="4957854" y="378035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7ABAA">
                <a:alpha val="100000"/>
              </a:srgbClr>
            </a:solidFill>
            <a:ln w="5420" cap="flat">
              <a:solidFill>
                <a:srgbClr val="47AB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04" name="pg1604"/>
            <p:cNvSpPr/>
            <p:nvPr/>
          </p:nvSpPr>
          <p:spPr>
            <a:xfrm>
              <a:off x="4969492" y="378035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9DA9">
                <a:alpha val="100000"/>
              </a:srgbClr>
            </a:solidFill>
            <a:ln w="5420" cap="flat">
              <a:solidFill>
                <a:srgbClr val="3A9D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05" name="pg1605"/>
            <p:cNvSpPr/>
            <p:nvPr/>
          </p:nvSpPr>
          <p:spPr>
            <a:xfrm>
              <a:off x="4981129" y="378035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88BA6">
                <a:alpha val="100000"/>
              </a:srgbClr>
            </a:solidFill>
            <a:ln w="5420" cap="flat">
              <a:solidFill>
                <a:srgbClr val="388BA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06" name="pg1606"/>
            <p:cNvSpPr/>
            <p:nvPr/>
          </p:nvSpPr>
          <p:spPr>
            <a:xfrm>
              <a:off x="4992766" y="378035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8A2">
                <a:alpha val="100000"/>
              </a:srgbClr>
            </a:solidFill>
            <a:ln w="5420" cap="flat">
              <a:solidFill>
                <a:srgbClr val="3A78A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07" name="pg1607"/>
            <p:cNvSpPr/>
            <p:nvPr/>
          </p:nvSpPr>
          <p:spPr>
            <a:xfrm>
              <a:off x="5004403" y="378035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99F">
                <a:alpha val="100000"/>
              </a:srgbClr>
            </a:solidFill>
            <a:ln w="5420" cap="flat">
              <a:solidFill>
                <a:srgbClr val="3A69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08" name="pg1608"/>
            <p:cNvSpPr/>
            <p:nvPr/>
          </p:nvSpPr>
          <p:spPr>
            <a:xfrm>
              <a:off x="5016041" y="378035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29D">
                <a:alpha val="100000"/>
              </a:srgbClr>
            </a:solidFill>
            <a:ln w="5420" cap="flat">
              <a:solidFill>
                <a:srgbClr val="3A62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09" name="pg1609"/>
            <p:cNvSpPr/>
            <p:nvPr/>
          </p:nvSpPr>
          <p:spPr>
            <a:xfrm>
              <a:off x="5027678" y="378035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39E">
                <a:alpha val="100000"/>
              </a:srgbClr>
            </a:solidFill>
            <a:ln w="5420" cap="flat">
              <a:solidFill>
                <a:srgbClr val="3A63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10" name="pg1610"/>
            <p:cNvSpPr/>
            <p:nvPr/>
          </p:nvSpPr>
          <p:spPr>
            <a:xfrm>
              <a:off x="5039315" y="378035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89F">
                <a:alpha val="100000"/>
              </a:srgbClr>
            </a:solidFill>
            <a:ln w="5420" cap="flat">
              <a:solidFill>
                <a:srgbClr val="3A68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11" name="pg1611"/>
            <p:cNvSpPr/>
            <p:nvPr/>
          </p:nvSpPr>
          <p:spPr>
            <a:xfrm>
              <a:off x="4829844" y="379465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5A8AA">
                <a:alpha val="100000"/>
              </a:srgbClr>
            </a:solidFill>
            <a:ln w="5420" cap="flat">
              <a:solidFill>
                <a:srgbClr val="45A8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12" name="pg1612"/>
            <p:cNvSpPr/>
            <p:nvPr/>
          </p:nvSpPr>
          <p:spPr>
            <a:xfrm>
              <a:off x="4841481" y="379465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9ADAB">
                <a:alpha val="100000"/>
              </a:srgbClr>
            </a:solidFill>
            <a:ln w="5420" cap="flat">
              <a:solidFill>
                <a:srgbClr val="49AD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13" name="pg1613"/>
            <p:cNvSpPr/>
            <p:nvPr/>
          </p:nvSpPr>
          <p:spPr>
            <a:xfrm>
              <a:off x="4853118" y="379465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DB3AB">
                <a:alpha val="100000"/>
              </a:srgbClr>
            </a:solidFill>
            <a:ln w="5420" cap="flat">
              <a:solidFill>
                <a:srgbClr val="4DB3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14" name="pg1614"/>
            <p:cNvSpPr/>
            <p:nvPr/>
          </p:nvSpPr>
          <p:spPr>
            <a:xfrm>
              <a:off x="4864756" y="379465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2B9AB">
                <a:alpha val="100000"/>
              </a:srgbClr>
            </a:solidFill>
            <a:ln w="5420" cap="flat">
              <a:solidFill>
                <a:srgbClr val="52B9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15" name="pg1615"/>
            <p:cNvSpPr/>
            <p:nvPr/>
          </p:nvSpPr>
          <p:spPr>
            <a:xfrm>
              <a:off x="4876393" y="379465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8C1AC">
                <a:alpha val="100000"/>
              </a:srgbClr>
            </a:solidFill>
            <a:ln w="5420" cap="flat">
              <a:solidFill>
                <a:srgbClr val="58C1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16" name="pg1616"/>
            <p:cNvSpPr/>
            <p:nvPr/>
          </p:nvSpPr>
          <p:spPr>
            <a:xfrm>
              <a:off x="4888030" y="379465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ECAAC">
                <a:alpha val="100000"/>
              </a:srgbClr>
            </a:solidFill>
            <a:ln w="5420" cap="flat">
              <a:solidFill>
                <a:srgbClr val="5ECA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17" name="pg1617"/>
            <p:cNvSpPr/>
            <p:nvPr/>
          </p:nvSpPr>
          <p:spPr>
            <a:xfrm>
              <a:off x="4899668" y="379465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4D4B4">
                <a:alpha val="100000"/>
              </a:srgbClr>
            </a:solidFill>
            <a:ln w="5420" cap="flat">
              <a:solidFill>
                <a:srgbClr val="74D4B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18" name="pg1618"/>
            <p:cNvSpPr/>
            <p:nvPr/>
          </p:nvSpPr>
          <p:spPr>
            <a:xfrm>
              <a:off x="4911305" y="379465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96DEC2">
                <a:alpha val="100000"/>
              </a:srgbClr>
            </a:solidFill>
            <a:ln w="5420" cap="flat">
              <a:solidFill>
                <a:srgbClr val="96DEC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19" name="pg1619"/>
            <p:cNvSpPr/>
            <p:nvPr/>
          </p:nvSpPr>
          <p:spPr>
            <a:xfrm>
              <a:off x="4922942" y="379465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B3E7D0">
                <a:alpha val="100000"/>
              </a:srgbClr>
            </a:solidFill>
            <a:ln w="5420" cap="flat">
              <a:solidFill>
                <a:srgbClr val="B3E7D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20" name="pg1620"/>
            <p:cNvSpPr/>
            <p:nvPr/>
          </p:nvSpPr>
          <p:spPr>
            <a:xfrm>
              <a:off x="4934580" y="379465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A5E2C9">
                <a:alpha val="100000"/>
              </a:srgbClr>
            </a:solidFill>
            <a:ln w="5420" cap="flat">
              <a:solidFill>
                <a:srgbClr val="A5E2C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21" name="pg1621"/>
            <p:cNvSpPr/>
            <p:nvPr/>
          </p:nvSpPr>
          <p:spPr>
            <a:xfrm>
              <a:off x="4946217" y="379465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82D8B9">
                <a:alpha val="100000"/>
              </a:srgbClr>
            </a:solidFill>
            <a:ln w="5420" cap="flat">
              <a:solidFill>
                <a:srgbClr val="82D8B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22" name="pg1622"/>
            <p:cNvSpPr/>
            <p:nvPr/>
          </p:nvSpPr>
          <p:spPr>
            <a:xfrm>
              <a:off x="4957854" y="379465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ECBAC">
                <a:alpha val="100000"/>
              </a:srgbClr>
            </a:solidFill>
            <a:ln w="5420" cap="flat">
              <a:solidFill>
                <a:srgbClr val="5ECB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23" name="pg1623"/>
            <p:cNvSpPr/>
            <p:nvPr/>
          </p:nvSpPr>
          <p:spPr>
            <a:xfrm>
              <a:off x="4969492" y="379465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2BAAB">
                <a:alpha val="100000"/>
              </a:srgbClr>
            </a:solidFill>
            <a:ln w="5420" cap="flat">
              <a:solidFill>
                <a:srgbClr val="52BA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24" name="pg1624"/>
            <p:cNvSpPr/>
            <p:nvPr/>
          </p:nvSpPr>
          <p:spPr>
            <a:xfrm>
              <a:off x="4981129" y="379465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6A9AA">
                <a:alpha val="100000"/>
              </a:srgbClr>
            </a:solidFill>
            <a:ln w="5420" cap="flat">
              <a:solidFill>
                <a:srgbClr val="46A9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25" name="pg1625"/>
            <p:cNvSpPr/>
            <p:nvPr/>
          </p:nvSpPr>
          <p:spPr>
            <a:xfrm>
              <a:off x="4992766" y="379465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89AA9">
                <a:alpha val="100000"/>
              </a:srgbClr>
            </a:solidFill>
            <a:ln w="5420" cap="flat">
              <a:solidFill>
                <a:srgbClr val="389A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26" name="pg1626"/>
            <p:cNvSpPr/>
            <p:nvPr/>
          </p:nvSpPr>
          <p:spPr>
            <a:xfrm>
              <a:off x="5004403" y="379465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8EA7">
                <a:alpha val="100000"/>
              </a:srgbClr>
            </a:solidFill>
            <a:ln w="5420" cap="flat">
              <a:solidFill>
                <a:srgbClr val="378E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27" name="pg1627"/>
            <p:cNvSpPr/>
            <p:nvPr/>
          </p:nvSpPr>
          <p:spPr>
            <a:xfrm>
              <a:off x="5016041" y="379465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85A5">
                <a:alpha val="100000"/>
              </a:srgbClr>
            </a:solidFill>
            <a:ln w="5420" cap="flat">
              <a:solidFill>
                <a:srgbClr val="3985A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28" name="pg1628"/>
            <p:cNvSpPr/>
            <p:nvPr/>
          </p:nvSpPr>
          <p:spPr>
            <a:xfrm>
              <a:off x="5027678" y="379465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EA4">
                <a:alpha val="100000"/>
              </a:srgbClr>
            </a:solidFill>
            <a:ln w="5420" cap="flat">
              <a:solidFill>
                <a:srgbClr val="3A7EA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29" name="pg1629"/>
            <p:cNvSpPr/>
            <p:nvPr/>
          </p:nvSpPr>
          <p:spPr>
            <a:xfrm>
              <a:off x="4829844" y="380895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7ABAA">
                <a:alpha val="100000"/>
              </a:srgbClr>
            </a:solidFill>
            <a:ln w="5420" cap="flat">
              <a:solidFill>
                <a:srgbClr val="47AB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30" name="pg1630"/>
            <p:cNvSpPr/>
            <p:nvPr/>
          </p:nvSpPr>
          <p:spPr>
            <a:xfrm>
              <a:off x="4841481" y="380895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BB0AB">
                <a:alpha val="100000"/>
              </a:srgbClr>
            </a:solidFill>
            <a:ln w="5420" cap="flat">
              <a:solidFill>
                <a:srgbClr val="4BB0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31" name="pg1631"/>
            <p:cNvSpPr/>
            <p:nvPr/>
          </p:nvSpPr>
          <p:spPr>
            <a:xfrm>
              <a:off x="4853118" y="380895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FB5AB">
                <a:alpha val="100000"/>
              </a:srgbClr>
            </a:solidFill>
            <a:ln w="5420" cap="flat">
              <a:solidFill>
                <a:srgbClr val="4FB5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32" name="pg1632"/>
            <p:cNvSpPr/>
            <p:nvPr/>
          </p:nvSpPr>
          <p:spPr>
            <a:xfrm>
              <a:off x="4864756" y="380895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4BBAB">
                <a:alpha val="100000"/>
              </a:srgbClr>
            </a:solidFill>
            <a:ln w="5420" cap="flat">
              <a:solidFill>
                <a:srgbClr val="54BB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33" name="pg1633"/>
            <p:cNvSpPr/>
            <p:nvPr/>
          </p:nvSpPr>
          <p:spPr>
            <a:xfrm>
              <a:off x="4876393" y="380895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8C2AC">
                <a:alpha val="100000"/>
              </a:srgbClr>
            </a:solidFill>
            <a:ln w="5420" cap="flat">
              <a:solidFill>
                <a:srgbClr val="58C2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34" name="pg1634"/>
            <p:cNvSpPr/>
            <p:nvPr/>
          </p:nvSpPr>
          <p:spPr>
            <a:xfrm>
              <a:off x="4888030" y="380895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DC9AC">
                <a:alpha val="100000"/>
              </a:srgbClr>
            </a:solidFill>
            <a:ln w="5420" cap="flat">
              <a:solidFill>
                <a:srgbClr val="5DC9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35" name="pg1635"/>
            <p:cNvSpPr/>
            <p:nvPr/>
          </p:nvSpPr>
          <p:spPr>
            <a:xfrm>
              <a:off x="4899668" y="380895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6D0AE">
                <a:alpha val="100000"/>
              </a:srgbClr>
            </a:solidFill>
            <a:ln w="5420" cap="flat">
              <a:solidFill>
                <a:srgbClr val="66D0A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36" name="pg1636"/>
            <p:cNvSpPr/>
            <p:nvPr/>
          </p:nvSpPr>
          <p:spPr>
            <a:xfrm>
              <a:off x="4911305" y="380895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ED6B8">
                <a:alpha val="100000"/>
              </a:srgbClr>
            </a:solidFill>
            <a:ln w="5420" cap="flat">
              <a:solidFill>
                <a:srgbClr val="7ED6B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37" name="pg1637"/>
            <p:cNvSpPr/>
            <p:nvPr/>
          </p:nvSpPr>
          <p:spPr>
            <a:xfrm>
              <a:off x="4922942" y="380895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A1E1C7">
                <a:alpha val="100000"/>
              </a:srgbClr>
            </a:solidFill>
            <a:ln w="5420" cap="flat">
              <a:solidFill>
                <a:srgbClr val="A1E1C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38" name="pg1638"/>
            <p:cNvSpPr/>
            <p:nvPr/>
          </p:nvSpPr>
          <p:spPr>
            <a:xfrm>
              <a:off x="4934580" y="380895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9EE0C6">
                <a:alpha val="100000"/>
              </a:srgbClr>
            </a:solidFill>
            <a:ln w="5420" cap="flat">
              <a:solidFill>
                <a:srgbClr val="9EE0C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39" name="pg1639"/>
            <p:cNvSpPr/>
            <p:nvPr/>
          </p:nvSpPr>
          <p:spPr>
            <a:xfrm>
              <a:off x="4946217" y="380895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81D7B9">
                <a:alpha val="100000"/>
              </a:srgbClr>
            </a:solidFill>
            <a:ln w="5420" cap="flat">
              <a:solidFill>
                <a:srgbClr val="81D7B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40" name="pg1640"/>
            <p:cNvSpPr/>
            <p:nvPr/>
          </p:nvSpPr>
          <p:spPr>
            <a:xfrm>
              <a:off x="4957854" y="380895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0CDAC">
                <a:alpha val="100000"/>
              </a:srgbClr>
            </a:solidFill>
            <a:ln w="5420" cap="flat">
              <a:solidFill>
                <a:srgbClr val="60CD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41" name="pg1641"/>
            <p:cNvSpPr/>
            <p:nvPr/>
          </p:nvSpPr>
          <p:spPr>
            <a:xfrm>
              <a:off x="4969492" y="380895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6BFAB">
                <a:alpha val="100000"/>
              </a:srgbClr>
            </a:solidFill>
            <a:ln w="5420" cap="flat">
              <a:solidFill>
                <a:srgbClr val="56BF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42" name="pg1642"/>
            <p:cNvSpPr/>
            <p:nvPr/>
          </p:nvSpPr>
          <p:spPr>
            <a:xfrm>
              <a:off x="4981129" y="380895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DB2AB">
                <a:alpha val="100000"/>
              </a:srgbClr>
            </a:solidFill>
            <a:ln w="5420" cap="flat">
              <a:solidFill>
                <a:srgbClr val="4DB2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43" name="pg1643"/>
            <p:cNvSpPr/>
            <p:nvPr/>
          </p:nvSpPr>
          <p:spPr>
            <a:xfrm>
              <a:off x="4992766" y="380895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2A5AA">
                <a:alpha val="100000"/>
              </a:srgbClr>
            </a:solidFill>
            <a:ln w="5420" cap="flat">
              <a:solidFill>
                <a:srgbClr val="42A5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44" name="pg1644"/>
            <p:cNvSpPr/>
            <p:nvPr/>
          </p:nvSpPr>
          <p:spPr>
            <a:xfrm>
              <a:off x="5004403" y="380895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89BA9">
                <a:alpha val="100000"/>
              </a:srgbClr>
            </a:solidFill>
            <a:ln w="5420" cap="flat">
              <a:solidFill>
                <a:srgbClr val="389B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45" name="pg1645"/>
            <p:cNvSpPr/>
            <p:nvPr/>
          </p:nvSpPr>
          <p:spPr>
            <a:xfrm>
              <a:off x="5016041" y="380895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692A8">
                <a:alpha val="100000"/>
              </a:srgbClr>
            </a:solidFill>
            <a:ln w="5420" cap="flat">
              <a:solidFill>
                <a:srgbClr val="3692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46" name="pg1646"/>
            <p:cNvSpPr/>
            <p:nvPr/>
          </p:nvSpPr>
          <p:spPr>
            <a:xfrm>
              <a:off x="4841481" y="382325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CB1AB">
                <a:alpha val="100000"/>
              </a:srgbClr>
            </a:solidFill>
            <a:ln w="5420" cap="flat">
              <a:solidFill>
                <a:srgbClr val="4CB1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47" name="pg1647"/>
            <p:cNvSpPr/>
            <p:nvPr/>
          </p:nvSpPr>
          <p:spPr>
            <a:xfrm>
              <a:off x="4853118" y="382325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FB6AB">
                <a:alpha val="100000"/>
              </a:srgbClr>
            </a:solidFill>
            <a:ln w="5420" cap="flat">
              <a:solidFill>
                <a:srgbClr val="4FB6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48" name="pg1648"/>
            <p:cNvSpPr/>
            <p:nvPr/>
          </p:nvSpPr>
          <p:spPr>
            <a:xfrm>
              <a:off x="4864756" y="382325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3BBAB">
                <a:alpha val="100000"/>
              </a:srgbClr>
            </a:solidFill>
            <a:ln w="5420" cap="flat">
              <a:solidFill>
                <a:srgbClr val="53BB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49" name="pg1649"/>
            <p:cNvSpPr/>
            <p:nvPr/>
          </p:nvSpPr>
          <p:spPr>
            <a:xfrm>
              <a:off x="4876393" y="382325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6BFAB">
                <a:alpha val="100000"/>
              </a:srgbClr>
            </a:solidFill>
            <a:ln w="5420" cap="flat">
              <a:solidFill>
                <a:srgbClr val="56BF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50" name="pg1650"/>
            <p:cNvSpPr/>
            <p:nvPr/>
          </p:nvSpPr>
          <p:spPr>
            <a:xfrm>
              <a:off x="4888030" y="382325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8C2AC">
                <a:alpha val="100000"/>
              </a:srgbClr>
            </a:solidFill>
            <a:ln w="5420" cap="flat">
              <a:solidFill>
                <a:srgbClr val="58C2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51" name="pg1651"/>
            <p:cNvSpPr/>
            <p:nvPr/>
          </p:nvSpPr>
          <p:spPr>
            <a:xfrm>
              <a:off x="4899668" y="382325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8C2AC">
                <a:alpha val="100000"/>
              </a:srgbClr>
            </a:solidFill>
            <a:ln w="5420" cap="flat">
              <a:solidFill>
                <a:srgbClr val="58C2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52" name="pg1652"/>
            <p:cNvSpPr/>
            <p:nvPr/>
          </p:nvSpPr>
          <p:spPr>
            <a:xfrm>
              <a:off x="4911305" y="382325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3BAAB">
                <a:alpha val="100000"/>
              </a:srgbClr>
            </a:solidFill>
            <a:ln w="5420" cap="flat">
              <a:solidFill>
                <a:srgbClr val="53BA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53" name="pg1653"/>
            <p:cNvSpPr/>
            <p:nvPr/>
          </p:nvSpPr>
          <p:spPr>
            <a:xfrm>
              <a:off x="4922942" y="382325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CB1AB">
                <a:alpha val="100000"/>
              </a:srgbClr>
            </a:solidFill>
            <a:ln w="5420" cap="flat">
              <a:solidFill>
                <a:srgbClr val="4CB1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54" name="pg1654"/>
            <p:cNvSpPr/>
            <p:nvPr/>
          </p:nvSpPr>
          <p:spPr>
            <a:xfrm>
              <a:off x="4934580" y="382325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7D0AE">
                <a:alpha val="100000"/>
              </a:srgbClr>
            </a:solidFill>
            <a:ln w="5420" cap="flat">
              <a:solidFill>
                <a:srgbClr val="67D0A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55" name="pg1655"/>
            <p:cNvSpPr/>
            <p:nvPr/>
          </p:nvSpPr>
          <p:spPr>
            <a:xfrm>
              <a:off x="4946217" y="382325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5CFAE">
                <a:alpha val="100000"/>
              </a:srgbClr>
            </a:solidFill>
            <a:ln w="5420" cap="flat">
              <a:solidFill>
                <a:srgbClr val="65CFA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56" name="pg1656"/>
            <p:cNvSpPr/>
            <p:nvPr/>
          </p:nvSpPr>
          <p:spPr>
            <a:xfrm>
              <a:off x="4957854" y="382325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DC9AC">
                <a:alpha val="100000"/>
              </a:srgbClr>
            </a:solidFill>
            <a:ln w="5420" cap="flat">
              <a:solidFill>
                <a:srgbClr val="5DC9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57" name="pg1657"/>
            <p:cNvSpPr/>
            <p:nvPr/>
          </p:nvSpPr>
          <p:spPr>
            <a:xfrm>
              <a:off x="4969492" y="382325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6BFAB">
                <a:alpha val="100000"/>
              </a:srgbClr>
            </a:solidFill>
            <a:ln w="5420" cap="flat">
              <a:solidFill>
                <a:srgbClr val="56BF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58" name="pg1658"/>
            <p:cNvSpPr/>
            <p:nvPr/>
          </p:nvSpPr>
          <p:spPr>
            <a:xfrm>
              <a:off x="4981129" y="382325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FB5AB">
                <a:alpha val="100000"/>
              </a:srgbClr>
            </a:solidFill>
            <a:ln w="5420" cap="flat">
              <a:solidFill>
                <a:srgbClr val="4FB5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59" name="pg1659"/>
            <p:cNvSpPr/>
            <p:nvPr/>
          </p:nvSpPr>
          <p:spPr>
            <a:xfrm>
              <a:off x="4992766" y="382325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7ABAA">
                <a:alpha val="100000"/>
              </a:srgbClr>
            </a:solidFill>
            <a:ln w="5420" cap="flat">
              <a:solidFill>
                <a:srgbClr val="47AB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60" name="pg1660"/>
            <p:cNvSpPr/>
            <p:nvPr/>
          </p:nvSpPr>
          <p:spPr>
            <a:xfrm>
              <a:off x="5004403" y="382325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FA2AA">
                <a:alpha val="100000"/>
              </a:srgbClr>
            </a:solidFill>
            <a:ln w="5420" cap="flat">
              <a:solidFill>
                <a:srgbClr val="3FA2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61" name="pg1661"/>
            <p:cNvSpPr/>
            <p:nvPr/>
          </p:nvSpPr>
          <p:spPr>
            <a:xfrm>
              <a:off x="4876393" y="383755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4BCAB">
                <a:alpha val="100000"/>
              </a:srgbClr>
            </a:solidFill>
            <a:ln w="5420" cap="flat">
              <a:solidFill>
                <a:srgbClr val="54BC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62" name="pg1662"/>
            <p:cNvSpPr/>
            <p:nvPr/>
          </p:nvSpPr>
          <p:spPr>
            <a:xfrm>
              <a:off x="4888030" y="383755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5BDAB">
                <a:alpha val="100000"/>
              </a:srgbClr>
            </a:solidFill>
            <a:ln w="5420" cap="flat">
              <a:solidFill>
                <a:srgbClr val="55BD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63" name="pg1663"/>
            <p:cNvSpPr/>
            <p:nvPr/>
          </p:nvSpPr>
          <p:spPr>
            <a:xfrm>
              <a:off x="4899668" y="383755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3BAAB">
                <a:alpha val="100000"/>
              </a:srgbClr>
            </a:solidFill>
            <a:ln w="5420" cap="flat">
              <a:solidFill>
                <a:srgbClr val="53BA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64" name="pg1664"/>
            <p:cNvSpPr/>
            <p:nvPr/>
          </p:nvSpPr>
          <p:spPr>
            <a:xfrm>
              <a:off x="4911305" y="383755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DB2AB">
                <a:alpha val="100000"/>
              </a:srgbClr>
            </a:solidFill>
            <a:ln w="5420" cap="flat">
              <a:solidFill>
                <a:srgbClr val="4DB2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65" name="pg1665"/>
            <p:cNvSpPr/>
            <p:nvPr/>
          </p:nvSpPr>
          <p:spPr>
            <a:xfrm>
              <a:off x="4922942" y="383755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7ABAA">
                <a:alpha val="100000"/>
              </a:srgbClr>
            </a:solidFill>
            <a:ln w="5420" cap="flat">
              <a:solidFill>
                <a:srgbClr val="47AB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66" name="pg1666"/>
            <p:cNvSpPr/>
            <p:nvPr/>
          </p:nvSpPr>
          <p:spPr>
            <a:xfrm>
              <a:off x="4934580" y="383755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7C0AC">
                <a:alpha val="100000"/>
              </a:srgbClr>
            </a:solidFill>
            <a:ln w="5420" cap="flat">
              <a:solidFill>
                <a:srgbClr val="57C0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67" name="pg1667"/>
            <p:cNvSpPr/>
            <p:nvPr/>
          </p:nvSpPr>
          <p:spPr>
            <a:xfrm>
              <a:off x="4946217" y="383755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AC4AC">
                <a:alpha val="100000"/>
              </a:srgbClr>
            </a:solidFill>
            <a:ln w="5420" cap="flat">
              <a:solidFill>
                <a:srgbClr val="5AC4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68" name="pg1668"/>
            <p:cNvSpPr/>
            <p:nvPr/>
          </p:nvSpPr>
          <p:spPr>
            <a:xfrm>
              <a:off x="4957854" y="383755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8C2AC">
                <a:alpha val="100000"/>
              </a:srgbClr>
            </a:solidFill>
            <a:ln w="5420" cap="flat">
              <a:solidFill>
                <a:srgbClr val="58C2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69" name="pg1669"/>
            <p:cNvSpPr/>
            <p:nvPr/>
          </p:nvSpPr>
          <p:spPr>
            <a:xfrm>
              <a:off x="4969492" y="383755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4BCAB">
                <a:alpha val="100000"/>
              </a:srgbClr>
            </a:solidFill>
            <a:ln w="5420" cap="flat">
              <a:solidFill>
                <a:srgbClr val="54BC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70" name="pg1670"/>
            <p:cNvSpPr/>
            <p:nvPr/>
          </p:nvSpPr>
          <p:spPr>
            <a:xfrm>
              <a:off x="4981129" y="383755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FB5AB">
                <a:alpha val="100000"/>
              </a:srgbClr>
            </a:solidFill>
            <a:ln w="5420" cap="flat">
              <a:solidFill>
                <a:srgbClr val="4FB5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71" name="pg1671"/>
            <p:cNvSpPr/>
            <p:nvPr/>
          </p:nvSpPr>
          <p:spPr>
            <a:xfrm>
              <a:off x="4992766" y="383755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9ADAB">
                <a:alpha val="100000"/>
              </a:srgbClr>
            </a:solidFill>
            <a:ln w="5420" cap="flat">
              <a:solidFill>
                <a:srgbClr val="49AD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72" name="pg1672"/>
            <p:cNvSpPr/>
            <p:nvPr/>
          </p:nvSpPr>
          <p:spPr>
            <a:xfrm>
              <a:off x="5004403" y="383755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3A6AA">
                <a:alpha val="100000"/>
              </a:srgbClr>
            </a:solidFill>
            <a:ln w="5420" cap="flat">
              <a:solidFill>
                <a:srgbClr val="43A6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73" name="pg1673"/>
            <p:cNvSpPr/>
            <p:nvPr/>
          </p:nvSpPr>
          <p:spPr>
            <a:xfrm>
              <a:off x="4899668" y="385185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2B8AB">
                <a:alpha val="100000"/>
              </a:srgbClr>
            </a:solidFill>
            <a:ln w="5420" cap="flat">
              <a:solidFill>
                <a:srgbClr val="52B8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74" name="pg1674"/>
            <p:cNvSpPr/>
            <p:nvPr/>
          </p:nvSpPr>
          <p:spPr>
            <a:xfrm>
              <a:off x="4911305" y="385185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0B6AB">
                <a:alpha val="100000"/>
              </a:srgbClr>
            </a:solidFill>
            <a:ln w="5420" cap="flat">
              <a:solidFill>
                <a:srgbClr val="50B6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75" name="pg1675"/>
            <p:cNvSpPr/>
            <p:nvPr/>
          </p:nvSpPr>
          <p:spPr>
            <a:xfrm>
              <a:off x="4922942" y="385185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FB5AB">
                <a:alpha val="100000"/>
              </a:srgbClr>
            </a:solidFill>
            <a:ln w="5420" cap="flat">
              <a:solidFill>
                <a:srgbClr val="4FB5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76" name="pg1676"/>
            <p:cNvSpPr/>
            <p:nvPr/>
          </p:nvSpPr>
          <p:spPr>
            <a:xfrm>
              <a:off x="4934580" y="385185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4BCAB">
                <a:alpha val="100000"/>
              </a:srgbClr>
            </a:solidFill>
            <a:ln w="5420" cap="flat">
              <a:solidFill>
                <a:srgbClr val="54BC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77" name="pg1677"/>
            <p:cNvSpPr/>
            <p:nvPr/>
          </p:nvSpPr>
          <p:spPr>
            <a:xfrm>
              <a:off x="4946217" y="385185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5BEAB">
                <a:alpha val="100000"/>
              </a:srgbClr>
            </a:solidFill>
            <a:ln w="5420" cap="flat">
              <a:solidFill>
                <a:srgbClr val="55BE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78" name="pg1678"/>
            <p:cNvSpPr/>
            <p:nvPr/>
          </p:nvSpPr>
          <p:spPr>
            <a:xfrm>
              <a:off x="4957854" y="385185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4BCAB">
                <a:alpha val="100000"/>
              </a:srgbClr>
            </a:solidFill>
            <a:ln w="5420" cap="flat">
              <a:solidFill>
                <a:srgbClr val="54BC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79" name="pg1679"/>
            <p:cNvSpPr/>
            <p:nvPr/>
          </p:nvSpPr>
          <p:spPr>
            <a:xfrm>
              <a:off x="4969492" y="385185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2B8AB">
                <a:alpha val="100000"/>
              </a:srgbClr>
            </a:solidFill>
            <a:ln w="5420" cap="flat">
              <a:solidFill>
                <a:srgbClr val="52B8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80" name="pg1680"/>
            <p:cNvSpPr/>
            <p:nvPr/>
          </p:nvSpPr>
          <p:spPr>
            <a:xfrm>
              <a:off x="4981129" y="385185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EB3AB">
                <a:alpha val="100000"/>
              </a:srgbClr>
            </a:solidFill>
            <a:ln w="5420" cap="flat">
              <a:solidFill>
                <a:srgbClr val="4EB3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81" name="pg1681"/>
            <p:cNvSpPr/>
            <p:nvPr/>
          </p:nvSpPr>
          <p:spPr>
            <a:xfrm>
              <a:off x="4992766" y="385185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9ADAB">
                <a:alpha val="100000"/>
              </a:srgbClr>
            </a:solidFill>
            <a:ln w="5420" cap="flat">
              <a:solidFill>
                <a:srgbClr val="49AD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82" name="pg1682"/>
            <p:cNvSpPr/>
            <p:nvPr/>
          </p:nvSpPr>
          <p:spPr>
            <a:xfrm>
              <a:off x="5004403" y="385185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4A7AA">
                <a:alpha val="100000"/>
              </a:srgbClr>
            </a:solidFill>
            <a:ln w="5420" cap="flat">
              <a:solidFill>
                <a:srgbClr val="44A7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83" name="pg1683"/>
            <p:cNvSpPr/>
            <p:nvPr/>
          </p:nvSpPr>
          <p:spPr>
            <a:xfrm>
              <a:off x="4911305" y="386616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1B7AB">
                <a:alpha val="100000"/>
              </a:srgbClr>
            </a:solidFill>
            <a:ln w="5420" cap="flat">
              <a:solidFill>
                <a:srgbClr val="51B7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84" name="pg1684"/>
            <p:cNvSpPr/>
            <p:nvPr/>
          </p:nvSpPr>
          <p:spPr>
            <a:xfrm>
              <a:off x="4922942" y="386616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1B7AB">
                <a:alpha val="100000"/>
              </a:srgbClr>
            </a:solidFill>
            <a:ln w="5420" cap="flat">
              <a:solidFill>
                <a:srgbClr val="51B7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85" name="pg1685"/>
            <p:cNvSpPr/>
            <p:nvPr/>
          </p:nvSpPr>
          <p:spPr>
            <a:xfrm>
              <a:off x="4934580" y="386616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2B9AB">
                <a:alpha val="100000"/>
              </a:srgbClr>
            </a:solidFill>
            <a:ln w="5420" cap="flat">
              <a:solidFill>
                <a:srgbClr val="52B9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86" name="pg1686"/>
            <p:cNvSpPr/>
            <p:nvPr/>
          </p:nvSpPr>
          <p:spPr>
            <a:xfrm>
              <a:off x="4946217" y="386616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2B9AB">
                <a:alpha val="100000"/>
              </a:srgbClr>
            </a:solidFill>
            <a:ln w="5420" cap="flat">
              <a:solidFill>
                <a:srgbClr val="52B9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87" name="pg1687"/>
            <p:cNvSpPr/>
            <p:nvPr/>
          </p:nvSpPr>
          <p:spPr>
            <a:xfrm>
              <a:off x="4957854" y="386616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1B8AB">
                <a:alpha val="100000"/>
              </a:srgbClr>
            </a:solidFill>
            <a:ln w="5420" cap="flat">
              <a:solidFill>
                <a:srgbClr val="51B8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88" name="pg1688"/>
            <p:cNvSpPr/>
            <p:nvPr/>
          </p:nvSpPr>
          <p:spPr>
            <a:xfrm>
              <a:off x="4969492" y="386616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FB5AB">
                <a:alpha val="100000"/>
              </a:srgbClr>
            </a:solidFill>
            <a:ln w="5420" cap="flat">
              <a:solidFill>
                <a:srgbClr val="4FB5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89" name="pg1689"/>
            <p:cNvSpPr/>
            <p:nvPr/>
          </p:nvSpPr>
          <p:spPr>
            <a:xfrm>
              <a:off x="4981129" y="386616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CB0AB">
                <a:alpha val="100000"/>
              </a:srgbClr>
            </a:solidFill>
            <a:ln w="5420" cap="flat">
              <a:solidFill>
                <a:srgbClr val="4CB0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90" name="pg1690"/>
            <p:cNvSpPr/>
            <p:nvPr/>
          </p:nvSpPr>
          <p:spPr>
            <a:xfrm>
              <a:off x="4992766" y="386616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8ACAA">
                <a:alpha val="100000"/>
              </a:srgbClr>
            </a:solidFill>
            <a:ln w="5420" cap="flat">
              <a:solidFill>
                <a:srgbClr val="48AC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91" name="pg1691"/>
            <p:cNvSpPr/>
            <p:nvPr/>
          </p:nvSpPr>
          <p:spPr>
            <a:xfrm>
              <a:off x="5004403" y="386616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4A7AA">
                <a:alpha val="100000"/>
              </a:srgbClr>
            </a:solidFill>
            <a:ln w="5420" cap="flat">
              <a:solidFill>
                <a:srgbClr val="44A7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92" name="pg1692"/>
            <p:cNvSpPr/>
            <p:nvPr/>
          </p:nvSpPr>
          <p:spPr>
            <a:xfrm>
              <a:off x="4922942" y="388046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0B6AB">
                <a:alpha val="100000"/>
              </a:srgbClr>
            </a:solidFill>
            <a:ln w="5420" cap="flat">
              <a:solidFill>
                <a:srgbClr val="50B6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93" name="pg1693"/>
            <p:cNvSpPr/>
            <p:nvPr/>
          </p:nvSpPr>
          <p:spPr>
            <a:xfrm>
              <a:off x="4934580" y="388046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0B6AB">
                <a:alpha val="100000"/>
              </a:srgbClr>
            </a:solidFill>
            <a:ln w="5420" cap="flat">
              <a:solidFill>
                <a:srgbClr val="50B6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94" name="pg1694"/>
            <p:cNvSpPr/>
            <p:nvPr/>
          </p:nvSpPr>
          <p:spPr>
            <a:xfrm>
              <a:off x="4946217" y="388046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FB6AB">
                <a:alpha val="100000"/>
              </a:srgbClr>
            </a:solidFill>
            <a:ln w="5420" cap="flat">
              <a:solidFill>
                <a:srgbClr val="4FB6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95" name="pg1695"/>
            <p:cNvSpPr/>
            <p:nvPr/>
          </p:nvSpPr>
          <p:spPr>
            <a:xfrm>
              <a:off x="4957854" y="388046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EB3AB">
                <a:alpha val="100000"/>
              </a:srgbClr>
            </a:solidFill>
            <a:ln w="5420" cap="flat">
              <a:solidFill>
                <a:srgbClr val="4EB3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96" name="pg1696"/>
            <p:cNvSpPr/>
            <p:nvPr/>
          </p:nvSpPr>
          <p:spPr>
            <a:xfrm>
              <a:off x="4969492" y="388046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CB1AB">
                <a:alpha val="100000"/>
              </a:srgbClr>
            </a:solidFill>
            <a:ln w="5420" cap="flat">
              <a:solidFill>
                <a:srgbClr val="4CB1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97" name="pg1697"/>
            <p:cNvSpPr/>
            <p:nvPr/>
          </p:nvSpPr>
          <p:spPr>
            <a:xfrm>
              <a:off x="4981129" y="388046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9AEAB">
                <a:alpha val="100000"/>
              </a:srgbClr>
            </a:solidFill>
            <a:ln w="5420" cap="flat">
              <a:solidFill>
                <a:srgbClr val="49AE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98" name="pg1698"/>
            <p:cNvSpPr/>
            <p:nvPr/>
          </p:nvSpPr>
          <p:spPr>
            <a:xfrm>
              <a:off x="4992766" y="388046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6AAAA">
                <a:alpha val="100000"/>
              </a:srgbClr>
            </a:solidFill>
            <a:ln w="5420" cap="flat">
              <a:solidFill>
                <a:srgbClr val="46AA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99" name="pg1699"/>
            <p:cNvSpPr/>
            <p:nvPr/>
          </p:nvSpPr>
          <p:spPr>
            <a:xfrm>
              <a:off x="5004403" y="388046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3A6AA">
                <a:alpha val="100000"/>
              </a:srgbClr>
            </a:solidFill>
            <a:ln w="5420" cap="flat">
              <a:solidFill>
                <a:srgbClr val="43A6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00" name="pg1700"/>
            <p:cNvSpPr/>
            <p:nvPr/>
          </p:nvSpPr>
          <p:spPr>
            <a:xfrm>
              <a:off x="5016041" y="388046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0A2AA">
                <a:alpha val="100000"/>
              </a:srgbClr>
            </a:solidFill>
            <a:ln w="5420" cap="flat">
              <a:solidFill>
                <a:srgbClr val="40A2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01" name="pg1701"/>
            <p:cNvSpPr/>
            <p:nvPr/>
          </p:nvSpPr>
          <p:spPr>
            <a:xfrm>
              <a:off x="4957854" y="389476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BAFAB">
                <a:alpha val="100000"/>
              </a:srgbClr>
            </a:solidFill>
            <a:ln w="5420" cap="flat">
              <a:solidFill>
                <a:srgbClr val="4BAF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02" name="pg1702"/>
            <p:cNvSpPr/>
            <p:nvPr/>
          </p:nvSpPr>
          <p:spPr>
            <a:xfrm>
              <a:off x="4969492" y="389476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9ADAB">
                <a:alpha val="100000"/>
              </a:srgbClr>
            </a:solidFill>
            <a:ln w="5420" cap="flat">
              <a:solidFill>
                <a:srgbClr val="49AD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03" name="pg1703"/>
            <p:cNvSpPr/>
            <p:nvPr/>
          </p:nvSpPr>
          <p:spPr>
            <a:xfrm>
              <a:off x="4981129" y="389476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7AAAA">
                <a:alpha val="100000"/>
              </a:srgbClr>
            </a:solidFill>
            <a:ln w="5420" cap="flat">
              <a:solidFill>
                <a:srgbClr val="47AA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04" name="pg1704"/>
            <p:cNvSpPr/>
            <p:nvPr/>
          </p:nvSpPr>
          <p:spPr>
            <a:xfrm>
              <a:off x="4992766" y="389476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4A7AA">
                <a:alpha val="100000"/>
              </a:srgbClr>
            </a:solidFill>
            <a:ln w="5420" cap="flat">
              <a:solidFill>
                <a:srgbClr val="44A7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05" name="pg1705"/>
            <p:cNvSpPr/>
            <p:nvPr/>
          </p:nvSpPr>
          <p:spPr>
            <a:xfrm>
              <a:off x="5004403" y="389476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1A4AA">
                <a:alpha val="100000"/>
              </a:srgbClr>
            </a:solidFill>
            <a:ln w="5420" cap="flat">
              <a:solidFill>
                <a:srgbClr val="41A4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06" name="pg1706"/>
            <p:cNvSpPr/>
            <p:nvPr/>
          </p:nvSpPr>
          <p:spPr>
            <a:xfrm>
              <a:off x="5016041" y="389476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EA1AA">
                <a:alpha val="100000"/>
              </a:srgbClr>
            </a:solidFill>
            <a:ln w="5420" cap="flat">
              <a:solidFill>
                <a:srgbClr val="3EA1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07" name="pg1707"/>
            <p:cNvSpPr/>
            <p:nvPr/>
          </p:nvSpPr>
          <p:spPr>
            <a:xfrm>
              <a:off x="4899668" y="390906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8ABAA">
                <a:alpha val="100000"/>
              </a:srgbClr>
            </a:solidFill>
            <a:ln w="5420" cap="flat">
              <a:solidFill>
                <a:srgbClr val="48AB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08" name="pg1708"/>
            <p:cNvSpPr/>
            <p:nvPr/>
          </p:nvSpPr>
          <p:spPr>
            <a:xfrm>
              <a:off x="4946217" y="390906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8ACAA">
                <a:alpha val="100000"/>
              </a:srgbClr>
            </a:solidFill>
            <a:ln w="5420" cap="flat">
              <a:solidFill>
                <a:srgbClr val="48AC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09" name="pg1709"/>
            <p:cNvSpPr/>
            <p:nvPr/>
          </p:nvSpPr>
          <p:spPr>
            <a:xfrm>
              <a:off x="4957854" y="390906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7ABAA">
                <a:alpha val="100000"/>
              </a:srgbClr>
            </a:solidFill>
            <a:ln w="5420" cap="flat">
              <a:solidFill>
                <a:srgbClr val="47AB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10" name="pg1710"/>
            <p:cNvSpPr/>
            <p:nvPr/>
          </p:nvSpPr>
          <p:spPr>
            <a:xfrm>
              <a:off x="4969492" y="390906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6A9AA">
                <a:alpha val="100000"/>
              </a:srgbClr>
            </a:solidFill>
            <a:ln w="5420" cap="flat">
              <a:solidFill>
                <a:srgbClr val="46A9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11" name="pg1711"/>
            <p:cNvSpPr/>
            <p:nvPr/>
          </p:nvSpPr>
          <p:spPr>
            <a:xfrm>
              <a:off x="4981129" y="390906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4A7AA">
                <a:alpha val="100000"/>
              </a:srgbClr>
            </a:solidFill>
            <a:ln w="5420" cap="flat">
              <a:solidFill>
                <a:srgbClr val="44A7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12" name="pg1712"/>
            <p:cNvSpPr/>
            <p:nvPr/>
          </p:nvSpPr>
          <p:spPr>
            <a:xfrm>
              <a:off x="4992766" y="390906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2A5AA">
                <a:alpha val="100000"/>
              </a:srgbClr>
            </a:solidFill>
            <a:ln w="5420" cap="flat">
              <a:solidFill>
                <a:srgbClr val="42A5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13" name="pg1713"/>
            <p:cNvSpPr/>
            <p:nvPr/>
          </p:nvSpPr>
          <p:spPr>
            <a:xfrm>
              <a:off x="5004403" y="390906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FA2AA">
                <a:alpha val="100000"/>
              </a:srgbClr>
            </a:solidFill>
            <a:ln w="5420" cap="flat">
              <a:solidFill>
                <a:srgbClr val="3FA2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14" name="pg1714"/>
            <p:cNvSpPr/>
            <p:nvPr/>
          </p:nvSpPr>
          <p:spPr>
            <a:xfrm>
              <a:off x="5016041" y="390906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D9FAA">
                <a:alpha val="100000"/>
              </a:srgbClr>
            </a:solidFill>
            <a:ln w="5420" cap="flat">
              <a:solidFill>
                <a:srgbClr val="3D9F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15" name="pg1715"/>
            <p:cNvSpPr/>
            <p:nvPr/>
          </p:nvSpPr>
          <p:spPr>
            <a:xfrm>
              <a:off x="4888030" y="392336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4A7AA">
                <a:alpha val="100000"/>
              </a:srgbClr>
            </a:solidFill>
            <a:ln w="5420" cap="flat">
              <a:solidFill>
                <a:srgbClr val="44A7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16" name="pg1716"/>
            <p:cNvSpPr/>
            <p:nvPr/>
          </p:nvSpPr>
          <p:spPr>
            <a:xfrm>
              <a:off x="4899668" y="392336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5A9AA">
                <a:alpha val="100000"/>
              </a:srgbClr>
            </a:solidFill>
            <a:ln w="5420" cap="flat">
              <a:solidFill>
                <a:srgbClr val="45A9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17" name="pg1717"/>
            <p:cNvSpPr/>
            <p:nvPr/>
          </p:nvSpPr>
          <p:spPr>
            <a:xfrm>
              <a:off x="4911305" y="392336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6A9AA">
                <a:alpha val="100000"/>
              </a:srgbClr>
            </a:solidFill>
            <a:ln w="5420" cap="flat">
              <a:solidFill>
                <a:srgbClr val="46A9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18" name="pg1718"/>
            <p:cNvSpPr/>
            <p:nvPr/>
          </p:nvSpPr>
          <p:spPr>
            <a:xfrm>
              <a:off x="4922942" y="392336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6A9AA">
                <a:alpha val="100000"/>
              </a:srgbClr>
            </a:solidFill>
            <a:ln w="5420" cap="flat">
              <a:solidFill>
                <a:srgbClr val="46A9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19" name="pg1719"/>
            <p:cNvSpPr/>
            <p:nvPr/>
          </p:nvSpPr>
          <p:spPr>
            <a:xfrm>
              <a:off x="4934580" y="392336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5A9AA">
                <a:alpha val="100000"/>
              </a:srgbClr>
            </a:solidFill>
            <a:ln w="5420" cap="flat">
              <a:solidFill>
                <a:srgbClr val="45A9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20" name="pg1720"/>
            <p:cNvSpPr/>
            <p:nvPr/>
          </p:nvSpPr>
          <p:spPr>
            <a:xfrm>
              <a:off x="4946217" y="392336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5A9AA">
                <a:alpha val="100000"/>
              </a:srgbClr>
            </a:solidFill>
            <a:ln w="5420" cap="flat">
              <a:solidFill>
                <a:srgbClr val="45A9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21" name="pg1721"/>
            <p:cNvSpPr/>
            <p:nvPr/>
          </p:nvSpPr>
          <p:spPr>
            <a:xfrm>
              <a:off x="4957854" y="392336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4A7AA">
                <a:alpha val="100000"/>
              </a:srgbClr>
            </a:solidFill>
            <a:ln w="5420" cap="flat">
              <a:solidFill>
                <a:srgbClr val="44A7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22" name="pg1722"/>
            <p:cNvSpPr/>
            <p:nvPr/>
          </p:nvSpPr>
          <p:spPr>
            <a:xfrm>
              <a:off x="4969492" y="392336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3A6AA">
                <a:alpha val="100000"/>
              </a:srgbClr>
            </a:solidFill>
            <a:ln w="5420" cap="flat">
              <a:solidFill>
                <a:srgbClr val="43A6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23" name="pg1723"/>
            <p:cNvSpPr/>
            <p:nvPr/>
          </p:nvSpPr>
          <p:spPr>
            <a:xfrm>
              <a:off x="4981129" y="392336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1A4AA">
                <a:alpha val="100000"/>
              </a:srgbClr>
            </a:solidFill>
            <a:ln w="5420" cap="flat">
              <a:solidFill>
                <a:srgbClr val="41A4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24" name="pg1724"/>
            <p:cNvSpPr/>
            <p:nvPr/>
          </p:nvSpPr>
          <p:spPr>
            <a:xfrm>
              <a:off x="4992766" y="392336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FA2AA">
                <a:alpha val="100000"/>
              </a:srgbClr>
            </a:solidFill>
            <a:ln w="5420" cap="flat">
              <a:solidFill>
                <a:srgbClr val="3FA2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25" name="pg1725"/>
            <p:cNvSpPr/>
            <p:nvPr/>
          </p:nvSpPr>
          <p:spPr>
            <a:xfrm>
              <a:off x="5004403" y="392336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DA0AA">
                <a:alpha val="100000"/>
              </a:srgbClr>
            </a:solidFill>
            <a:ln w="5420" cap="flat">
              <a:solidFill>
                <a:srgbClr val="3DA0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26" name="pg1726"/>
            <p:cNvSpPr/>
            <p:nvPr/>
          </p:nvSpPr>
          <p:spPr>
            <a:xfrm>
              <a:off x="5016041" y="392336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9DA9">
                <a:alpha val="100000"/>
              </a:srgbClr>
            </a:solidFill>
            <a:ln w="5420" cap="flat">
              <a:solidFill>
                <a:srgbClr val="3B9D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27" name="pg1727"/>
            <p:cNvSpPr/>
            <p:nvPr/>
          </p:nvSpPr>
          <p:spPr>
            <a:xfrm>
              <a:off x="4876393" y="393766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9EAA">
                <a:alpha val="100000"/>
              </a:srgbClr>
            </a:solidFill>
            <a:ln w="5420" cap="flat">
              <a:solidFill>
                <a:srgbClr val="3B9E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28" name="pg1728"/>
            <p:cNvSpPr/>
            <p:nvPr/>
          </p:nvSpPr>
          <p:spPr>
            <a:xfrm>
              <a:off x="4888030" y="393766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9FAA">
                <a:alpha val="100000"/>
              </a:srgbClr>
            </a:solidFill>
            <a:ln w="5420" cap="flat">
              <a:solidFill>
                <a:srgbClr val="3C9F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29" name="pg1729"/>
            <p:cNvSpPr/>
            <p:nvPr/>
          </p:nvSpPr>
          <p:spPr>
            <a:xfrm>
              <a:off x="4899668" y="393766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DA0AA">
                <a:alpha val="100000"/>
              </a:srgbClr>
            </a:solidFill>
            <a:ln w="5420" cap="flat">
              <a:solidFill>
                <a:srgbClr val="3DA0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30" name="pg1730"/>
            <p:cNvSpPr/>
            <p:nvPr/>
          </p:nvSpPr>
          <p:spPr>
            <a:xfrm>
              <a:off x="4911305" y="393766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EA1AA">
                <a:alpha val="100000"/>
              </a:srgbClr>
            </a:solidFill>
            <a:ln w="5420" cap="flat">
              <a:solidFill>
                <a:srgbClr val="3EA1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31" name="pg1731"/>
            <p:cNvSpPr/>
            <p:nvPr/>
          </p:nvSpPr>
          <p:spPr>
            <a:xfrm>
              <a:off x="4922942" y="393766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EA1AA">
                <a:alpha val="100000"/>
              </a:srgbClr>
            </a:solidFill>
            <a:ln w="5420" cap="flat">
              <a:solidFill>
                <a:srgbClr val="3EA1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32" name="pg1732"/>
            <p:cNvSpPr/>
            <p:nvPr/>
          </p:nvSpPr>
          <p:spPr>
            <a:xfrm>
              <a:off x="4934580" y="393766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EA1AA">
                <a:alpha val="100000"/>
              </a:srgbClr>
            </a:solidFill>
            <a:ln w="5420" cap="flat">
              <a:solidFill>
                <a:srgbClr val="3EA1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33" name="pg1733"/>
            <p:cNvSpPr/>
            <p:nvPr/>
          </p:nvSpPr>
          <p:spPr>
            <a:xfrm>
              <a:off x="4946217" y="393766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EA0AA">
                <a:alpha val="100000"/>
              </a:srgbClr>
            </a:solidFill>
            <a:ln w="5420" cap="flat">
              <a:solidFill>
                <a:srgbClr val="3EA0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34" name="pg1734"/>
            <p:cNvSpPr/>
            <p:nvPr/>
          </p:nvSpPr>
          <p:spPr>
            <a:xfrm>
              <a:off x="4957854" y="393766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DA0AA">
                <a:alpha val="100000"/>
              </a:srgbClr>
            </a:solidFill>
            <a:ln w="5420" cap="flat">
              <a:solidFill>
                <a:srgbClr val="3DA0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35" name="pg1735"/>
            <p:cNvSpPr/>
            <p:nvPr/>
          </p:nvSpPr>
          <p:spPr>
            <a:xfrm>
              <a:off x="4969492" y="393766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9EAA">
                <a:alpha val="100000"/>
              </a:srgbClr>
            </a:solidFill>
            <a:ln w="5420" cap="flat">
              <a:solidFill>
                <a:srgbClr val="3C9E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36" name="pg1736"/>
            <p:cNvSpPr/>
            <p:nvPr/>
          </p:nvSpPr>
          <p:spPr>
            <a:xfrm>
              <a:off x="4981129" y="393766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9DA9">
                <a:alpha val="100000"/>
              </a:srgbClr>
            </a:solidFill>
            <a:ln w="5420" cap="flat">
              <a:solidFill>
                <a:srgbClr val="3B9D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37" name="pg1737"/>
            <p:cNvSpPr/>
            <p:nvPr/>
          </p:nvSpPr>
          <p:spPr>
            <a:xfrm>
              <a:off x="4992766" y="393766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9CA9">
                <a:alpha val="100000"/>
              </a:srgbClr>
            </a:solidFill>
            <a:ln w="5420" cap="flat">
              <a:solidFill>
                <a:srgbClr val="399C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38" name="pg1738"/>
            <p:cNvSpPr/>
            <p:nvPr/>
          </p:nvSpPr>
          <p:spPr>
            <a:xfrm>
              <a:off x="5004403" y="393766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89AA9">
                <a:alpha val="100000"/>
              </a:srgbClr>
            </a:solidFill>
            <a:ln w="5420" cap="flat">
              <a:solidFill>
                <a:srgbClr val="389A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39" name="pg1739"/>
            <p:cNvSpPr/>
            <p:nvPr/>
          </p:nvSpPr>
          <p:spPr>
            <a:xfrm>
              <a:off x="5016041" y="393766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699A9">
                <a:alpha val="100000"/>
              </a:srgbClr>
            </a:solidFill>
            <a:ln w="5420" cap="flat">
              <a:solidFill>
                <a:srgbClr val="3699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40" name="pg1740"/>
            <p:cNvSpPr/>
            <p:nvPr/>
          </p:nvSpPr>
          <p:spPr>
            <a:xfrm>
              <a:off x="5027678" y="393766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497A9">
                <a:alpha val="100000"/>
              </a:srgbClr>
            </a:solidFill>
            <a:ln w="5420" cap="flat">
              <a:solidFill>
                <a:srgbClr val="3497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41" name="pg1741"/>
            <p:cNvSpPr/>
            <p:nvPr/>
          </p:nvSpPr>
          <p:spPr>
            <a:xfrm>
              <a:off x="4876393" y="395196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9AA9">
                <a:alpha val="100000"/>
              </a:srgbClr>
            </a:solidFill>
            <a:ln w="5420" cap="flat">
              <a:solidFill>
                <a:srgbClr val="379A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42" name="pg1742"/>
            <p:cNvSpPr/>
            <p:nvPr/>
          </p:nvSpPr>
          <p:spPr>
            <a:xfrm>
              <a:off x="4888030" y="395196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89BA9">
                <a:alpha val="100000"/>
              </a:srgbClr>
            </a:solidFill>
            <a:ln w="5420" cap="flat">
              <a:solidFill>
                <a:srgbClr val="389B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43" name="pg1743"/>
            <p:cNvSpPr/>
            <p:nvPr/>
          </p:nvSpPr>
          <p:spPr>
            <a:xfrm>
              <a:off x="4899668" y="395196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9BA9">
                <a:alpha val="100000"/>
              </a:srgbClr>
            </a:solidFill>
            <a:ln w="5420" cap="flat">
              <a:solidFill>
                <a:srgbClr val="399B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44" name="pg1744"/>
            <p:cNvSpPr/>
            <p:nvPr/>
          </p:nvSpPr>
          <p:spPr>
            <a:xfrm>
              <a:off x="4911305" y="395196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9CA9">
                <a:alpha val="100000"/>
              </a:srgbClr>
            </a:solidFill>
            <a:ln w="5420" cap="flat">
              <a:solidFill>
                <a:srgbClr val="399C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45" name="pg1745"/>
            <p:cNvSpPr/>
            <p:nvPr/>
          </p:nvSpPr>
          <p:spPr>
            <a:xfrm>
              <a:off x="4922942" y="395196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9DA9">
                <a:alpha val="100000"/>
              </a:srgbClr>
            </a:solidFill>
            <a:ln w="5420" cap="flat">
              <a:solidFill>
                <a:srgbClr val="3A9D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46" name="pg1746"/>
            <p:cNvSpPr/>
            <p:nvPr/>
          </p:nvSpPr>
          <p:spPr>
            <a:xfrm>
              <a:off x="4934580" y="395196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9DA9">
                <a:alpha val="100000"/>
              </a:srgbClr>
            </a:solidFill>
            <a:ln w="5420" cap="flat">
              <a:solidFill>
                <a:srgbClr val="3A9D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47" name="pg1747"/>
            <p:cNvSpPr/>
            <p:nvPr/>
          </p:nvSpPr>
          <p:spPr>
            <a:xfrm>
              <a:off x="4946217" y="395196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9CA9">
                <a:alpha val="100000"/>
              </a:srgbClr>
            </a:solidFill>
            <a:ln w="5420" cap="flat">
              <a:solidFill>
                <a:srgbClr val="3A9C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48" name="pg1748"/>
            <p:cNvSpPr/>
            <p:nvPr/>
          </p:nvSpPr>
          <p:spPr>
            <a:xfrm>
              <a:off x="4957854" y="395196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9CA9">
                <a:alpha val="100000"/>
              </a:srgbClr>
            </a:solidFill>
            <a:ln w="5420" cap="flat">
              <a:solidFill>
                <a:srgbClr val="399C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49" name="pg1749"/>
            <p:cNvSpPr/>
            <p:nvPr/>
          </p:nvSpPr>
          <p:spPr>
            <a:xfrm>
              <a:off x="4969492" y="395196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89BA9">
                <a:alpha val="100000"/>
              </a:srgbClr>
            </a:solidFill>
            <a:ln w="5420" cap="flat">
              <a:solidFill>
                <a:srgbClr val="389B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50" name="pg1750"/>
            <p:cNvSpPr/>
            <p:nvPr/>
          </p:nvSpPr>
          <p:spPr>
            <a:xfrm>
              <a:off x="4981129" y="395196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9AA9">
                <a:alpha val="100000"/>
              </a:srgbClr>
            </a:solidFill>
            <a:ln w="5420" cap="flat">
              <a:solidFill>
                <a:srgbClr val="379A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51" name="pg1751"/>
            <p:cNvSpPr/>
            <p:nvPr/>
          </p:nvSpPr>
          <p:spPr>
            <a:xfrm>
              <a:off x="4992766" y="395196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699A9">
                <a:alpha val="100000"/>
              </a:srgbClr>
            </a:solidFill>
            <a:ln w="5420" cap="flat">
              <a:solidFill>
                <a:srgbClr val="3699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52" name="pg1752"/>
            <p:cNvSpPr/>
            <p:nvPr/>
          </p:nvSpPr>
          <p:spPr>
            <a:xfrm>
              <a:off x="5004403" y="395196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598A9">
                <a:alpha val="100000"/>
              </a:srgbClr>
            </a:solidFill>
            <a:ln w="5420" cap="flat">
              <a:solidFill>
                <a:srgbClr val="3598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53" name="pg1753"/>
            <p:cNvSpPr/>
            <p:nvPr/>
          </p:nvSpPr>
          <p:spPr>
            <a:xfrm>
              <a:off x="5016041" y="395196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496A9">
                <a:alpha val="100000"/>
              </a:srgbClr>
            </a:solidFill>
            <a:ln w="5420" cap="flat">
              <a:solidFill>
                <a:srgbClr val="3496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54" name="pg1754"/>
            <p:cNvSpPr/>
            <p:nvPr/>
          </p:nvSpPr>
          <p:spPr>
            <a:xfrm>
              <a:off x="5027678" y="395196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595A8">
                <a:alpha val="100000"/>
              </a:srgbClr>
            </a:solidFill>
            <a:ln w="5420" cap="flat">
              <a:solidFill>
                <a:srgbClr val="3595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55" name="pg1755"/>
            <p:cNvSpPr/>
            <p:nvPr/>
          </p:nvSpPr>
          <p:spPr>
            <a:xfrm>
              <a:off x="5039315" y="395196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593A8">
                <a:alpha val="100000"/>
              </a:srgbClr>
            </a:solidFill>
            <a:ln w="5420" cap="flat">
              <a:solidFill>
                <a:srgbClr val="3593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56" name="pg1756"/>
            <p:cNvSpPr/>
            <p:nvPr/>
          </p:nvSpPr>
          <p:spPr>
            <a:xfrm>
              <a:off x="4876393" y="396626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595A9">
                <a:alpha val="100000"/>
              </a:srgbClr>
            </a:solidFill>
            <a:ln w="5420" cap="flat">
              <a:solidFill>
                <a:srgbClr val="3595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57" name="pg1757"/>
            <p:cNvSpPr/>
            <p:nvPr/>
          </p:nvSpPr>
          <p:spPr>
            <a:xfrm>
              <a:off x="4888030" y="396626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496A9">
                <a:alpha val="100000"/>
              </a:srgbClr>
            </a:solidFill>
            <a:ln w="5420" cap="flat">
              <a:solidFill>
                <a:srgbClr val="3496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58" name="pg1758"/>
            <p:cNvSpPr/>
            <p:nvPr/>
          </p:nvSpPr>
          <p:spPr>
            <a:xfrm>
              <a:off x="4899668" y="396626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497A9">
                <a:alpha val="100000"/>
              </a:srgbClr>
            </a:solidFill>
            <a:ln w="5420" cap="flat">
              <a:solidFill>
                <a:srgbClr val="3497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59" name="pg1759"/>
            <p:cNvSpPr/>
            <p:nvPr/>
          </p:nvSpPr>
          <p:spPr>
            <a:xfrm>
              <a:off x="4911305" y="396626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598A9">
                <a:alpha val="100000"/>
              </a:srgbClr>
            </a:solidFill>
            <a:ln w="5420" cap="flat">
              <a:solidFill>
                <a:srgbClr val="3598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60" name="pg1760"/>
            <p:cNvSpPr/>
            <p:nvPr/>
          </p:nvSpPr>
          <p:spPr>
            <a:xfrm>
              <a:off x="4922942" y="396626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598A9">
                <a:alpha val="100000"/>
              </a:srgbClr>
            </a:solidFill>
            <a:ln w="5420" cap="flat">
              <a:solidFill>
                <a:srgbClr val="3598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61" name="pg1761"/>
            <p:cNvSpPr/>
            <p:nvPr/>
          </p:nvSpPr>
          <p:spPr>
            <a:xfrm>
              <a:off x="4934580" y="396626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699A9">
                <a:alpha val="100000"/>
              </a:srgbClr>
            </a:solidFill>
            <a:ln w="5420" cap="flat">
              <a:solidFill>
                <a:srgbClr val="3699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62" name="pg1762"/>
            <p:cNvSpPr/>
            <p:nvPr/>
          </p:nvSpPr>
          <p:spPr>
            <a:xfrm>
              <a:off x="4946217" y="396626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598A9">
                <a:alpha val="100000"/>
              </a:srgbClr>
            </a:solidFill>
            <a:ln w="5420" cap="flat">
              <a:solidFill>
                <a:srgbClr val="3598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63" name="pg1763"/>
            <p:cNvSpPr/>
            <p:nvPr/>
          </p:nvSpPr>
          <p:spPr>
            <a:xfrm>
              <a:off x="4957854" y="396626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598A9">
                <a:alpha val="100000"/>
              </a:srgbClr>
            </a:solidFill>
            <a:ln w="5420" cap="flat">
              <a:solidFill>
                <a:srgbClr val="3598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64" name="pg1764"/>
            <p:cNvSpPr/>
            <p:nvPr/>
          </p:nvSpPr>
          <p:spPr>
            <a:xfrm>
              <a:off x="4969492" y="396626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497A9">
                <a:alpha val="100000"/>
              </a:srgbClr>
            </a:solidFill>
            <a:ln w="5420" cap="flat">
              <a:solidFill>
                <a:srgbClr val="3497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65" name="pg1765"/>
            <p:cNvSpPr/>
            <p:nvPr/>
          </p:nvSpPr>
          <p:spPr>
            <a:xfrm>
              <a:off x="4981129" y="396626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497A9">
                <a:alpha val="100000"/>
              </a:srgbClr>
            </a:solidFill>
            <a:ln w="5420" cap="flat">
              <a:solidFill>
                <a:srgbClr val="3497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66" name="pg1766"/>
            <p:cNvSpPr/>
            <p:nvPr/>
          </p:nvSpPr>
          <p:spPr>
            <a:xfrm>
              <a:off x="4992766" y="396626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596A9">
                <a:alpha val="100000"/>
              </a:srgbClr>
            </a:solidFill>
            <a:ln w="5420" cap="flat">
              <a:solidFill>
                <a:srgbClr val="3596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67" name="pg1767"/>
            <p:cNvSpPr/>
            <p:nvPr/>
          </p:nvSpPr>
          <p:spPr>
            <a:xfrm>
              <a:off x="5004403" y="396626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594A8">
                <a:alpha val="100000"/>
              </a:srgbClr>
            </a:solidFill>
            <a:ln w="5420" cap="flat">
              <a:solidFill>
                <a:srgbClr val="3594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68" name="pg1768"/>
            <p:cNvSpPr/>
            <p:nvPr/>
          </p:nvSpPr>
          <p:spPr>
            <a:xfrm>
              <a:off x="5016041" y="396626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593A8">
                <a:alpha val="100000"/>
              </a:srgbClr>
            </a:solidFill>
            <a:ln w="5420" cap="flat">
              <a:solidFill>
                <a:srgbClr val="3593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69" name="pg1769"/>
            <p:cNvSpPr/>
            <p:nvPr/>
          </p:nvSpPr>
          <p:spPr>
            <a:xfrm>
              <a:off x="5027678" y="396626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692A8">
                <a:alpha val="100000"/>
              </a:srgbClr>
            </a:solidFill>
            <a:ln w="5420" cap="flat">
              <a:solidFill>
                <a:srgbClr val="3692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70" name="pg1770"/>
            <p:cNvSpPr/>
            <p:nvPr/>
          </p:nvSpPr>
          <p:spPr>
            <a:xfrm>
              <a:off x="5039315" y="396626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691A8">
                <a:alpha val="100000"/>
              </a:srgbClr>
            </a:solidFill>
            <a:ln w="5420" cap="flat">
              <a:solidFill>
                <a:srgbClr val="3691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71" name="pg1771"/>
            <p:cNvSpPr/>
            <p:nvPr/>
          </p:nvSpPr>
          <p:spPr>
            <a:xfrm>
              <a:off x="4876393" y="398056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691A8">
                <a:alpha val="100000"/>
              </a:srgbClr>
            </a:solidFill>
            <a:ln w="5420" cap="flat">
              <a:solidFill>
                <a:srgbClr val="3691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72" name="pg1772"/>
            <p:cNvSpPr/>
            <p:nvPr/>
          </p:nvSpPr>
          <p:spPr>
            <a:xfrm>
              <a:off x="4888030" y="398056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691A8">
                <a:alpha val="100000"/>
              </a:srgbClr>
            </a:solidFill>
            <a:ln w="5420" cap="flat">
              <a:solidFill>
                <a:srgbClr val="3691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73" name="pg1773"/>
            <p:cNvSpPr/>
            <p:nvPr/>
          </p:nvSpPr>
          <p:spPr>
            <a:xfrm>
              <a:off x="4899668" y="398056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692A8">
                <a:alpha val="100000"/>
              </a:srgbClr>
            </a:solidFill>
            <a:ln w="5420" cap="flat">
              <a:solidFill>
                <a:srgbClr val="3692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74" name="pg1774"/>
            <p:cNvSpPr/>
            <p:nvPr/>
          </p:nvSpPr>
          <p:spPr>
            <a:xfrm>
              <a:off x="4911305" y="398056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593A8">
                <a:alpha val="100000"/>
              </a:srgbClr>
            </a:solidFill>
            <a:ln w="5420" cap="flat">
              <a:solidFill>
                <a:srgbClr val="3593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75" name="pg1775"/>
            <p:cNvSpPr/>
            <p:nvPr/>
          </p:nvSpPr>
          <p:spPr>
            <a:xfrm>
              <a:off x="4922942" y="398056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594A8">
                <a:alpha val="100000"/>
              </a:srgbClr>
            </a:solidFill>
            <a:ln w="5420" cap="flat">
              <a:solidFill>
                <a:srgbClr val="3594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76" name="pg1776"/>
            <p:cNvSpPr/>
            <p:nvPr/>
          </p:nvSpPr>
          <p:spPr>
            <a:xfrm>
              <a:off x="4934580" y="398056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594A8">
                <a:alpha val="100000"/>
              </a:srgbClr>
            </a:solidFill>
            <a:ln w="5420" cap="flat">
              <a:solidFill>
                <a:srgbClr val="3594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77" name="pg1777"/>
            <p:cNvSpPr/>
            <p:nvPr/>
          </p:nvSpPr>
          <p:spPr>
            <a:xfrm>
              <a:off x="4946217" y="398056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594A8">
                <a:alpha val="100000"/>
              </a:srgbClr>
            </a:solidFill>
            <a:ln w="5420" cap="flat">
              <a:solidFill>
                <a:srgbClr val="3594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78" name="pg1778"/>
            <p:cNvSpPr/>
            <p:nvPr/>
          </p:nvSpPr>
          <p:spPr>
            <a:xfrm>
              <a:off x="4957854" y="398056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594A8">
                <a:alpha val="100000"/>
              </a:srgbClr>
            </a:solidFill>
            <a:ln w="5420" cap="flat">
              <a:solidFill>
                <a:srgbClr val="3594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79" name="pg1779"/>
            <p:cNvSpPr/>
            <p:nvPr/>
          </p:nvSpPr>
          <p:spPr>
            <a:xfrm>
              <a:off x="4969492" y="398056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593A8">
                <a:alpha val="100000"/>
              </a:srgbClr>
            </a:solidFill>
            <a:ln w="5420" cap="flat">
              <a:solidFill>
                <a:srgbClr val="3593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80" name="pg1780"/>
            <p:cNvSpPr/>
            <p:nvPr/>
          </p:nvSpPr>
          <p:spPr>
            <a:xfrm>
              <a:off x="4981129" y="398056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593A8">
                <a:alpha val="100000"/>
              </a:srgbClr>
            </a:solidFill>
            <a:ln w="5420" cap="flat">
              <a:solidFill>
                <a:srgbClr val="3593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81" name="pg1781"/>
            <p:cNvSpPr/>
            <p:nvPr/>
          </p:nvSpPr>
          <p:spPr>
            <a:xfrm>
              <a:off x="4992766" y="398056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692A8">
                <a:alpha val="100000"/>
              </a:srgbClr>
            </a:solidFill>
            <a:ln w="5420" cap="flat">
              <a:solidFill>
                <a:srgbClr val="3692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82" name="pg1782"/>
            <p:cNvSpPr/>
            <p:nvPr/>
          </p:nvSpPr>
          <p:spPr>
            <a:xfrm>
              <a:off x="5004403" y="398056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691A8">
                <a:alpha val="100000"/>
              </a:srgbClr>
            </a:solidFill>
            <a:ln w="5420" cap="flat">
              <a:solidFill>
                <a:srgbClr val="3691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83" name="pg1783"/>
            <p:cNvSpPr/>
            <p:nvPr/>
          </p:nvSpPr>
          <p:spPr>
            <a:xfrm>
              <a:off x="5016041" y="398056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690A8">
                <a:alpha val="100000"/>
              </a:srgbClr>
            </a:solidFill>
            <a:ln w="5420" cap="flat">
              <a:solidFill>
                <a:srgbClr val="3690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84" name="pg1784"/>
            <p:cNvSpPr/>
            <p:nvPr/>
          </p:nvSpPr>
          <p:spPr>
            <a:xfrm>
              <a:off x="5027678" y="398056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8FA7">
                <a:alpha val="100000"/>
              </a:srgbClr>
            </a:solidFill>
            <a:ln w="5420" cap="flat">
              <a:solidFill>
                <a:srgbClr val="378F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85" name="pg1785"/>
            <p:cNvSpPr/>
            <p:nvPr/>
          </p:nvSpPr>
          <p:spPr>
            <a:xfrm>
              <a:off x="5039315" y="398056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8EA7">
                <a:alpha val="100000"/>
              </a:srgbClr>
            </a:solidFill>
            <a:ln w="5420" cap="flat">
              <a:solidFill>
                <a:srgbClr val="378E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86" name="pg1786"/>
            <p:cNvSpPr/>
            <p:nvPr/>
          </p:nvSpPr>
          <p:spPr>
            <a:xfrm>
              <a:off x="5050953" y="398056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8CA7">
                <a:alpha val="100000"/>
              </a:srgbClr>
            </a:solidFill>
            <a:ln w="5420" cap="flat">
              <a:solidFill>
                <a:srgbClr val="378C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87" name="pg1787"/>
            <p:cNvSpPr/>
            <p:nvPr/>
          </p:nvSpPr>
          <p:spPr>
            <a:xfrm>
              <a:off x="4888030" y="399486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8DA7">
                <a:alpha val="100000"/>
              </a:srgbClr>
            </a:solidFill>
            <a:ln w="5420" cap="flat">
              <a:solidFill>
                <a:srgbClr val="378D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88" name="pg1788"/>
            <p:cNvSpPr/>
            <p:nvPr/>
          </p:nvSpPr>
          <p:spPr>
            <a:xfrm>
              <a:off x="4899668" y="399486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8DA7">
                <a:alpha val="100000"/>
              </a:srgbClr>
            </a:solidFill>
            <a:ln w="5420" cap="flat">
              <a:solidFill>
                <a:srgbClr val="378D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89" name="pg1789"/>
            <p:cNvSpPr/>
            <p:nvPr/>
          </p:nvSpPr>
          <p:spPr>
            <a:xfrm>
              <a:off x="4911305" y="399486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8EA7">
                <a:alpha val="100000"/>
              </a:srgbClr>
            </a:solidFill>
            <a:ln w="5420" cap="flat">
              <a:solidFill>
                <a:srgbClr val="378E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90" name="pg1790"/>
            <p:cNvSpPr/>
            <p:nvPr/>
          </p:nvSpPr>
          <p:spPr>
            <a:xfrm>
              <a:off x="4922942" y="399486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8FA7">
                <a:alpha val="100000"/>
              </a:srgbClr>
            </a:solidFill>
            <a:ln w="5420" cap="flat">
              <a:solidFill>
                <a:srgbClr val="378F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91" name="pg1791"/>
            <p:cNvSpPr/>
            <p:nvPr/>
          </p:nvSpPr>
          <p:spPr>
            <a:xfrm>
              <a:off x="4934580" y="399486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690A7">
                <a:alpha val="100000"/>
              </a:srgbClr>
            </a:solidFill>
            <a:ln w="5420" cap="flat">
              <a:solidFill>
                <a:srgbClr val="3690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92" name="pg1792"/>
            <p:cNvSpPr/>
            <p:nvPr/>
          </p:nvSpPr>
          <p:spPr>
            <a:xfrm>
              <a:off x="4946217" y="399486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690A8">
                <a:alpha val="100000"/>
              </a:srgbClr>
            </a:solidFill>
            <a:ln w="5420" cap="flat">
              <a:solidFill>
                <a:srgbClr val="3690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93" name="pg1793"/>
            <p:cNvSpPr/>
            <p:nvPr/>
          </p:nvSpPr>
          <p:spPr>
            <a:xfrm>
              <a:off x="4957854" y="399486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690A8">
                <a:alpha val="100000"/>
              </a:srgbClr>
            </a:solidFill>
            <a:ln w="5420" cap="flat">
              <a:solidFill>
                <a:srgbClr val="3690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94" name="pg1794"/>
            <p:cNvSpPr/>
            <p:nvPr/>
          </p:nvSpPr>
          <p:spPr>
            <a:xfrm>
              <a:off x="4969492" y="399486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690A7">
                <a:alpha val="100000"/>
              </a:srgbClr>
            </a:solidFill>
            <a:ln w="5420" cap="flat">
              <a:solidFill>
                <a:srgbClr val="3690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95" name="pg1795"/>
            <p:cNvSpPr/>
            <p:nvPr/>
          </p:nvSpPr>
          <p:spPr>
            <a:xfrm>
              <a:off x="4981129" y="399486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8FA7">
                <a:alpha val="100000"/>
              </a:srgbClr>
            </a:solidFill>
            <a:ln w="5420" cap="flat">
              <a:solidFill>
                <a:srgbClr val="378F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96" name="pg1796"/>
            <p:cNvSpPr/>
            <p:nvPr/>
          </p:nvSpPr>
          <p:spPr>
            <a:xfrm>
              <a:off x="4992766" y="399486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8FA7">
                <a:alpha val="100000"/>
              </a:srgbClr>
            </a:solidFill>
            <a:ln w="5420" cap="flat">
              <a:solidFill>
                <a:srgbClr val="378F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97" name="pg1797"/>
            <p:cNvSpPr/>
            <p:nvPr/>
          </p:nvSpPr>
          <p:spPr>
            <a:xfrm>
              <a:off x="5004403" y="399486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8EA7">
                <a:alpha val="100000"/>
              </a:srgbClr>
            </a:solidFill>
            <a:ln w="5420" cap="flat">
              <a:solidFill>
                <a:srgbClr val="378E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98" name="pg1798"/>
            <p:cNvSpPr/>
            <p:nvPr/>
          </p:nvSpPr>
          <p:spPr>
            <a:xfrm>
              <a:off x="5016041" y="399486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8DA7">
                <a:alpha val="100000"/>
              </a:srgbClr>
            </a:solidFill>
            <a:ln w="5420" cap="flat">
              <a:solidFill>
                <a:srgbClr val="378D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99" name="pg1799"/>
            <p:cNvSpPr/>
            <p:nvPr/>
          </p:nvSpPr>
          <p:spPr>
            <a:xfrm>
              <a:off x="5027678" y="399486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8CA7">
                <a:alpha val="100000"/>
              </a:srgbClr>
            </a:solidFill>
            <a:ln w="5420" cap="flat">
              <a:solidFill>
                <a:srgbClr val="378C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00" name="pg1800"/>
            <p:cNvSpPr/>
            <p:nvPr/>
          </p:nvSpPr>
          <p:spPr>
            <a:xfrm>
              <a:off x="5039315" y="399486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88CA7">
                <a:alpha val="100000"/>
              </a:srgbClr>
            </a:solidFill>
            <a:ln w="5420" cap="flat">
              <a:solidFill>
                <a:srgbClr val="388C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01" name="pg1801"/>
            <p:cNvSpPr/>
            <p:nvPr/>
          </p:nvSpPr>
          <p:spPr>
            <a:xfrm>
              <a:off x="5050953" y="399486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88AA6">
                <a:alpha val="100000"/>
              </a:srgbClr>
            </a:solidFill>
            <a:ln w="5420" cap="flat">
              <a:solidFill>
                <a:srgbClr val="388AA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02" name="pg1802"/>
            <p:cNvSpPr/>
            <p:nvPr/>
          </p:nvSpPr>
          <p:spPr>
            <a:xfrm>
              <a:off x="4853118" y="400916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83A5">
                <a:alpha val="100000"/>
              </a:srgbClr>
            </a:solidFill>
            <a:ln w="5420" cap="flat">
              <a:solidFill>
                <a:srgbClr val="3983A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03" name="pg1803"/>
            <p:cNvSpPr/>
            <p:nvPr/>
          </p:nvSpPr>
          <p:spPr>
            <a:xfrm>
              <a:off x="4864756" y="400916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85A5">
                <a:alpha val="100000"/>
              </a:srgbClr>
            </a:solidFill>
            <a:ln w="5420" cap="flat">
              <a:solidFill>
                <a:srgbClr val="3985A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04" name="pg1804"/>
            <p:cNvSpPr/>
            <p:nvPr/>
          </p:nvSpPr>
          <p:spPr>
            <a:xfrm>
              <a:off x="4876393" y="400916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86A5">
                <a:alpha val="100000"/>
              </a:srgbClr>
            </a:solidFill>
            <a:ln w="5420" cap="flat">
              <a:solidFill>
                <a:srgbClr val="3986A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05" name="pg1805"/>
            <p:cNvSpPr/>
            <p:nvPr/>
          </p:nvSpPr>
          <p:spPr>
            <a:xfrm>
              <a:off x="4888030" y="400916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887A6">
                <a:alpha val="100000"/>
              </a:srgbClr>
            </a:solidFill>
            <a:ln w="5420" cap="flat">
              <a:solidFill>
                <a:srgbClr val="3887A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06" name="pg1806"/>
            <p:cNvSpPr/>
            <p:nvPr/>
          </p:nvSpPr>
          <p:spPr>
            <a:xfrm>
              <a:off x="4899668" y="400916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889A6">
                <a:alpha val="100000"/>
              </a:srgbClr>
            </a:solidFill>
            <a:ln w="5420" cap="flat">
              <a:solidFill>
                <a:srgbClr val="3889A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07" name="pg1807"/>
            <p:cNvSpPr/>
            <p:nvPr/>
          </p:nvSpPr>
          <p:spPr>
            <a:xfrm>
              <a:off x="4911305" y="400916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88AA6">
                <a:alpha val="100000"/>
              </a:srgbClr>
            </a:solidFill>
            <a:ln w="5420" cap="flat">
              <a:solidFill>
                <a:srgbClr val="388AA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08" name="pg1808"/>
            <p:cNvSpPr/>
            <p:nvPr/>
          </p:nvSpPr>
          <p:spPr>
            <a:xfrm>
              <a:off x="4922942" y="400916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88AA6">
                <a:alpha val="100000"/>
              </a:srgbClr>
            </a:solidFill>
            <a:ln w="5420" cap="flat">
              <a:solidFill>
                <a:srgbClr val="388AA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09" name="pg1809"/>
            <p:cNvSpPr/>
            <p:nvPr/>
          </p:nvSpPr>
          <p:spPr>
            <a:xfrm>
              <a:off x="4934580" y="400916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88BA7">
                <a:alpha val="100000"/>
              </a:srgbClr>
            </a:solidFill>
            <a:ln w="5420" cap="flat">
              <a:solidFill>
                <a:srgbClr val="388B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10" name="pg1810"/>
            <p:cNvSpPr/>
            <p:nvPr/>
          </p:nvSpPr>
          <p:spPr>
            <a:xfrm>
              <a:off x="4946217" y="400916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8CA7">
                <a:alpha val="100000"/>
              </a:srgbClr>
            </a:solidFill>
            <a:ln w="5420" cap="flat">
              <a:solidFill>
                <a:srgbClr val="378C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11" name="pg1811"/>
            <p:cNvSpPr/>
            <p:nvPr/>
          </p:nvSpPr>
          <p:spPr>
            <a:xfrm>
              <a:off x="4957854" y="400916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8CA7">
                <a:alpha val="100000"/>
              </a:srgbClr>
            </a:solidFill>
            <a:ln w="5420" cap="flat">
              <a:solidFill>
                <a:srgbClr val="378C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12" name="pg1812"/>
            <p:cNvSpPr/>
            <p:nvPr/>
          </p:nvSpPr>
          <p:spPr>
            <a:xfrm>
              <a:off x="4969492" y="400916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8CA7">
                <a:alpha val="100000"/>
              </a:srgbClr>
            </a:solidFill>
            <a:ln w="5420" cap="flat">
              <a:solidFill>
                <a:srgbClr val="378C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13" name="pg1813"/>
            <p:cNvSpPr/>
            <p:nvPr/>
          </p:nvSpPr>
          <p:spPr>
            <a:xfrm>
              <a:off x="4981129" y="400916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88CA7">
                <a:alpha val="100000"/>
              </a:srgbClr>
            </a:solidFill>
            <a:ln w="5420" cap="flat">
              <a:solidFill>
                <a:srgbClr val="388C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14" name="pg1814"/>
            <p:cNvSpPr/>
            <p:nvPr/>
          </p:nvSpPr>
          <p:spPr>
            <a:xfrm>
              <a:off x="4992766" y="400916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88BA7">
                <a:alpha val="100000"/>
              </a:srgbClr>
            </a:solidFill>
            <a:ln w="5420" cap="flat">
              <a:solidFill>
                <a:srgbClr val="388B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15" name="pg1815"/>
            <p:cNvSpPr/>
            <p:nvPr/>
          </p:nvSpPr>
          <p:spPr>
            <a:xfrm>
              <a:off x="5004403" y="400916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88BA6">
                <a:alpha val="100000"/>
              </a:srgbClr>
            </a:solidFill>
            <a:ln w="5420" cap="flat">
              <a:solidFill>
                <a:srgbClr val="388BA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16" name="pg1816"/>
            <p:cNvSpPr/>
            <p:nvPr/>
          </p:nvSpPr>
          <p:spPr>
            <a:xfrm>
              <a:off x="5016041" y="400916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88AA6">
                <a:alpha val="100000"/>
              </a:srgbClr>
            </a:solidFill>
            <a:ln w="5420" cap="flat">
              <a:solidFill>
                <a:srgbClr val="388AA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17" name="pg1817"/>
            <p:cNvSpPr/>
            <p:nvPr/>
          </p:nvSpPr>
          <p:spPr>
            <a:xfrm>
              <a:off x="5027678" y="400916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88AA6">
                <a:alpha val="100000"/>
              </a:srgbClr>
            </a:solidFill>
            <a:ln w="5420" cap="flat">
              <a:solidFill>
                <a:srgbClr val="388AA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18" name="pg1818"/>
            <p:cNvSpPr/>
            <p:nvPr/>
          </p:nvSpPr>
          <p:spPr>
            <a:xfrm>
              <a:off x="5039315" y="400916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889A6">
                <a:alpha val="100000"/>
              </a:srgbClr>
            </a:solidFill>
            <a:ln w="5420" cap="flat">
              <a:solidFill>
                <a:srgbClr val="3889A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19" name="pg1819"/>
            <p:cNvSpPr/>
            <p:nvPr/>
          </p:nvSpPr>
          <p:spPr>
            <a:xfrm>
              <a:off x="4853118" y="402346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FA4">
                <a:alpha val="100000"/>
              </a:srgbClr>
            </a:solidFill>
            <a:ln w="5420" cap="flat">
              <a:solidFill>
                <a:srgbClr val="3A7FA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20" name="pg1820"/>
            <p:cNvSpPr/>
            <p:nvPr/>
          </p:nvSpPr>
          <p:spPr>
            <a:xfrm>
              <a:off x="4864756" y="402346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80A4">
                <a:alpha val="100000"/>
              </a:srgbClr>
            </a:solidFill>
            <a:ln w="5420" cap="flat">
              <a:solidFill>
                <a:srgbClr val="3A80A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21" name="pg1821"/>
            <p:cNvSpPr/>
            <p:nvPr/>
          </p:nvSpPr>
          <p:spPr>
            <a:xfrm>
              <a:off x="4876393" y="402346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81A4">
                <a:alpha val="100000"/>
              </a:srgbClr>
            </a:solidFill>
            <a:ln w="5420" cap="flat">
              <a:solidFill>
                <a:srgbClr val="3981A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22" name="pg1822"/>
            <p:cNvSpPr/>
            <p:nvPr/>
          </p:nvSpPr>
          <p:spPr>
            <a:xfrm>
              <a:off x="4888030" y="402346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83A5">
                <a:alpha val="100000"/>
              </a:srgbClr>
            </a:solidFill>
            <a:ln w="5420" cap="flat">
              <a:solidFill>
                <a:srgbClr val="3983A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23" name="pg1823"/>
            <p:cNvSpPr/>
            <p:nvPr/>
          </p:nvSpPr>
          <p:spPr>
            <a:xfrm>
              <a:off x="4899668" y="402346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84A5">
                <a:alpha val="100000"/>
              </a:srgbClr>
            </a:solidFill>
            <a:ln w="5420" cap="flat">
              <a:solidFill>
                <a:srgbClr val="3984A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24" name="pg1824"/>
            <p:cNvSpPr/>
            <p:nvPr/>
          </p:nvSpPr>
          <p:spPr>
            <a:xfrm>
              <a:off x="4911305" y="402346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85A5">
                <a:alpha val="100000"/>
              </a:srgbClr>
            </a:solidFill>
            <a:ln w="5420" cap="flat">
              <a:solidFill>
                <a:srgbClr val="3985A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25" name="pg1825"/>
            <p:cNvSpPr/>
            <p:nvPr/>
          </p:nvSpPr>
          <p:spPr>
            <a:xfrm>
              <a:off x="4922942" y="402346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86A5">
                <a:alpha val="100000"/>
              </a:srgbClr>
            </a:solidFill>
            <a:ln w="5420" cap="flat">
              <a:solidFill>
                <a:srgbClr val="3986A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26" name="pg1826"/>
            <p:cNvSpPr/>
            <p:nvPr/>
          </p:nvSpPr>
          <p:spPr>
            <a:xfrm>
              <a:off x="4934580" y="402346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887A6">
                <a:alpha val="100000"/>
              </a:srgbClr>
            </a:solidFill>
            <a:ln w="5420" cap="flat">
              <a:solidFill>
                <a:srgbClr val="3887A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27" name="pg1827"/>
            <p:cNvSpPr/>
            <p:nvPr/>
          </p:nvSpPr>
          <p:spPr>
            <a:xfrm>
              <a:off x="4946217" y="402346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888A6">
                <a:alpha val="100000"/>
              </a:srgbClr>
            </a:solidFill>
            <a:ln w="5420" cap="flat">
              <a:solidFill>
                <a:srgbClr val="3888A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28" name="pg1828"/>
            <p:cNvSpPr/>
            <p:nvPr/>
          </p:nvSpPr>
          <p:spPr>
            <a:xfrm>
              <a:off x="4957854" y="402346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888A6">
                <a:alpha val="100000"/>
              </a:srgbClr>
            </a:solidFill>
            <a:ln w="5420" cap="flat">
              <a:solidFill>
                <a:srgbClr val="3888A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29" name="pg1829"/>
            <p:cNvSpPr/>
            <p:nvPr/>
          </p:nvSpPr>
          <p:spPr>
            <a:xfrm>
              <a:off x="4969492" y="402346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888A6">
                <a:alpha val="100000"/>
              </a:srgbClr>
            </a:solidFill>
            <a:ln w="5420" cap="flat">
              <a:solidFill>
                <a:srgbClr val="3888A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30" name="pg1830"/>
            <p:cNvSpPr/>
            <p:nvPr/>
          </p:nvSpPr>
          <p:spPr>
            <a:xfrm>
              <a:off x="4981129" y="402346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888A6">
                <a:alpha val="100000"/>
              </a:srgbClr>
            </a:solidFill>
            <a:ln w="5420" cap="flat">
              <a:solidFill>
                <a:srgbClr val="3888A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31" name="pg1831"/>
            <p:cNvSpPr/>
            <p:nvPr/>
          </p:nvSpPr>
          <p:spPr>
            <a:xfrm>
              <a:off x="4992766" y="402346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888A6">
                <a:alpha val="100000"/>
              </a:srgbClr>
            </a:solidFill>
            <a:ln w="5420" cap="flat">
              <a:solidFill>
                <a:srgbClr val="3888A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32" name="pg1832"/>
            <p:cNvSpPr/>
            <p:nvPr/>
          </p:nvSpPr>
          <p:spPr>
            <a:xfrm>
              <a:off x="5004403" y="402346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888A6">
                <a:alpha val="100000"/>
              </a:srgbClr>
            </a:solidFill>
            <a:ln w="5420" cap="flat">
              <a:solidFill>
                <a:srgbClr val="3888A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33" name="pg1833"/>
            <p:cNvSpPr/>
            <p:nvPr/>
          </p:nvSpPr>
          <p:spPr>
            <a:xfrm>
              <a:off x="5016041" y="402346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887A6">
                <a:alpha val="100000"/>
              </a:srgbClr>
            </a:solidFill>
            <a:ln w="5420" cap="flat">
              <a:solidFill>
                <a:srgbClr val="3887A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34" name="pg1834"/>
            <p:cNvSpPr/>
            <p:nvPr/>
          </p:nvSpPr>
          <p:spPr>
            <a:xfrm>
              <a:off x="5027678" y="402346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887A6">
                <a:alpha val="100000"/>
              </a:srgbClr>
            </a:solidFill>
            <a:ln w="5420" cap="flat">
              <a:solidFill>
                <a:srgbClr val="3887A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35" name="pg1835"/>
            <p:cNvSpPr/>
            <p:nvPr/>
          </p:nvSpPr>
          <p:spPr>
            <a:xfrm>
              <a:off x="4853118" y="403776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AA3">
                <a:alpha val="100000"/>
              </a:srgbClr>
            </a:solidFill>
            <a:ln w="5420" cap="flat">
              <a:solidFill>
                <a:srgbClr val="3A7AA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36" name="pg1836"/>
            <p:cNvSpPr/>
            <p:nvPr/>
          </p:nvSpPr>
          <p:spPr>
            <a:xfrm>
              <a:off x="4864756" y="403776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BA3">
                <a:alpha val="100000"/>
              </a:srgbClr>
            </a:solidFill>
            <a:ln w="5420" cap="flat">
              <a:solidFill>
                <a:srgbClr val="3A7BA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37" name="pg1837"/>
            <p:cNvSpPr/>
            <p:nvPr/>
          </p:nvSpPr>
          <p:spPr>
            <a:xfrm>
              <a:off x="4876393" y="403776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DA3">
                <a:alpha val="100000"/>
              </a:srgbClr>
            </a:solidFill>
            <a:ln w="5420" cap="flat">
              <a:solidFill>
                <a:srgbClr val="3A7DA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38" name="pg1838"/>
            <p:cNvSpPr/>
            <p:nvPr/>
          </p:nvSpPr>
          <p:spPr>
            <a:xfrm>
              <a:off x="4888030" y="403776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EA4">
                <a:alpha val="100000"/>
              </a:srgbClr>
            </a:solidFill>
            <a:ln w="5420" cap="flat">
              <a:solidFill>
                <a:srgbClr val="3A7EA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39" name="pg1839"/>
            <p:cNvSpPr/>
            <p:nvPr/>
          </p:nvSpPr>
          <p:spPr>
            <a:xfrm>
              <a:off x="4899668" y="403776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FA4">
                <a:alpha val="100000"/>
              </a:srgbClr>
            </a:solidFill>
            <a:ln w="5420" cap="flat">
              <a:solidFill>
                <a:srgbClr val="3A7FA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40" name="pg1840"/>
            <p:cNvSpPr/>
            <p:nvPr/>
          </p:nvSpPr>
          <p:spPr>
            <a:xfrm>
              <a:off x="4911305" y="403776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80A4">
                <a:alpha val="100000"/>
              </a:srgbClr>
            </a:solidFill>
            <a:ln w="5420" cap="flat">
              <a:solidFill>
                <a:srgbClr val="3A80A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41" name="pg1841"/>
            <p:cNvSpPr/>
            <p:nvPr/>
          </p:nvSpPr>
          <p:spPr>
            <a:xfrm>
              <a:off x="4922942" y="403776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81A4">
                <a:alpha val="100000"/>
              </a:srgbClr>
            </a:solidFill>
            <a:ln w="5420" cap="flat">
              <a:solidFill>
                <a:srgbClr val="3981A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42" name="pg1842"/>
            <p:cNvSpPr/>
            <p:nvPr/>
          </p:nvSpPr>
          <p:spPr>
            <a:xfrm>
              <a:off x="4934580" y="403776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83A5">
                <a:alpha val="100000"/>
              </a:srgbClr>
            </a:solidFill>
            <a:ln w="5420" cap="flat">
              <a:solidFill>
                <a:srgbClr val="3983A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43" name="pg1843"/>
            <p:cNvSpPr/>
            <p:nvPr/>
          </p:nvSpPr>
          <p:spPr>
            <a:xfrm>
              <a:off x="4946217" y="403776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84A5">
                <a:alpha val="100000"/>
              </a:srgbClr>
            </a:solidFill>
            <a:ln w="5420" cap="flat">
              <a:solidFill>
                <a:srgbClr val="3984A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44" name="pg1844"/>
            <p:cNvSpPr/>
            <p:nvPr/>
          </p:nvSpPr>
          <p:spPr>
            <a:xfrm>
              <a:off x="4957854" y="403776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84A5">
                <a:alpha val="100000"/>
              </a:srgbClr>
            </a:solidFill>
            <a:ln w="5420" cap="flat">
              <a:solidFill>
                <a:srgbClr val="3984A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45" name="pg1845"/>
            <p:cNvSpPr/>
            <p:nvPr/>
          </p:nvSpPr>
          <p:spPr>
            <a:xfrm>
              <a:off x="4969492" y="403776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84A5">
                <a:alpha val="100000"/>
              </a:srgbClr>
            </a:solidFill>
            <a:ln w="5420" cap="flat">
              <a:solidFill>
                <a:srgbClr val="3984A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46" name="pg1846"/>
            <p:cNvSpPr/>
            <p:nvPr/>
          </p:nvSpPr>
          <p:spPr>
            <a:xfrm>
              <a:off x="4981129" y="403776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85A5">
                <a:alpha val="100000"/>
              </a:srgbClr>
            </a:solidFill>
            <a:ln w="5420" cap="flat">
              <a:solidFill>
                <a:srgbClr val="3985A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47" name="pg1847"/>
            <p:cNvSpPr/>
            <p:nvPr/>
          </p:nvSpPr>
          <p:spPr>
            <a:xfrm>
              <a:off x="4992766" y="403776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85A5">
                <a:alpha val="100000"/>
              </a:srgbClr>
            </a:solidFill>
            <a:ln w="5420" cap="flat">
              <a:solidFill>
                <a:srgbClr val="3985A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48" name="pg1848"/>
            <p:cNvSpPr/>
            <p:nvPr/>
          </p:nvSpPr>
          <p:spPr>
            <a:xfrm>
              <a:off x="5004403" y="403776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85A5">
                <a:alpha val="100000"/>
              </a:srgbClr>
            </a:solidFill>
            <a:ln w="5420" cap="flat">
              <a:solidFill>
                <a:srgbClr val="3985A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49" name="pg1849"/>
            <p:cNvSpPr/>
            <p:nvPr/>
          </p:nvSpPr>
          <p:spPr>
            <a:xfrm>
              <a:off x="5016041" y="403776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84A5">
                <a:alpha val="100000"/>
              </a:srgbClr>
            </a:solidFill>
            <a:ln w="5420" cap="flat">
              <a:solidFill>
                <a:srgbClr val="3984A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50" name="pg1850"/>
            <p:cNvSpPr/>
            <p:nvPr/>
          </p:nvSpPr>
          <p:spPr>
            <a:xfrm>
              <a:off x="4853118" y="405206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5A2">
                <a:alpha val="100000"/>
              </a:srgbClr>
            </a:solidFill>
            <a:ln w="5420" cap="flat">
              <a:solidFill>
                <a:srgbClr val="3A75A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51" name="pg1851"/>
            <p:cNvSpPr/>
            <p:nvPr/>
          </p:nvSpPr>
          <p:spPr>
            <a:xfrm>
              <a:off x="4864756" y="405206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6A2">
                <a:alpha val="100000"/>
              </a:srgbClr>
            </a:solidFill>
            <a:ln w="5420" cap="flat">
              <a:solidFill>
                <a:srgbClr val="3A76A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52" name="pg1852"/>
            <p:cNvSpPr/>
            <p:nvPr/>
          </p:nvSpPr>
          <p:spPr>
            <a:xfrm>
              <a:off x="4876393" y="405206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8A2">
                <a:alpha val="100000"/>
              </a:srgbClr>
            </a:solidFill>
            <a:ln w="5420" cap="flat">
              <a:solidFill>
                <a:srgbClr val="3A78A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53" name="pg1853"/>
            <p:cNvSpPr/>
            <p:nvPr/>
          </p:nvSpPr>
          <p:spPr>
            <a:xfrm>
              <a:off x="4888030" y="405206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9A3">
                <a:alpha val="100000"/>
              </a:srgbClr>
            </a:solidFill>
            <a:ln w="5420" cap="flat">
              <a:solidFill>
                <a:srgbClr val="3A79A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54" name="pg1854"/>
            <p:cNvSpPr/>
            <p:nvPr/>
          </p:nvSpPr>
          <p:spPr>
            <a:xfrm>
              <a:off x="4899668" y="405206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BA3">
                <a:alpha val="100000"/>
              </a:srgbClr>
            </a:solidFill>
            <a:ln w="5420" cap="flat">
              <a:solidFill>
                <a:srgbClr val="3A7BA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55" name="pg1855"/>
            <p:cNvSpPr/>
            <p:nvPr/>
          </p:nvSpPr>
          <p:spPr>
            <a:xfrm>
              <a:off x="4911305" y="405206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CA3">
                <a:alpha val="100000"/>
              </a:srgbClr>
            </a:solidFill>
            <a:ln w="5420" cap="flat">
              <a:solidFill>
                <a:srgbClr val="3A7CA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56" name="pg1856"/>
            <p:cNvSpPr/>
            <p:nvPr/>
          </p:nvSpPr>
          <p:spPr>
            <a:xfrm>
              <a:off x="4922942" y="405206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DA3">
                <a:alpha val="100000"/>
              </a:srgbClr>
            </a:solidFill>
            <a:ln w="5420" cap="flat">
              <a:solidFill>
                <a:srgbClr val="3A7DA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57" name="pg1857"/>
            <p:cNvSpPr/>
            <p:nvPr/>
          </p:nvSpPr>
          <p:spPr>
            <a:xfrm>
              <a:off x="4934580" y="405206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FA4">
                <a:alpha val="100000"/>
              </a:srgbClr>
            </a:solidFill>
            <a:ln w="5420" cap="flat">
              <a:solidFill>
                <a:srgbClr val="3A7FA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58" name="pg1858"/>
            <p:cNvSpPr/>
            <p:nvPr/>
          </p:nvSpPr>
          <p:spPr>
            <a:xfrm>
              <a:off x="4946217" y="405206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80A4">
                <a:alpha val="100000"/>
              </a:srgbClr>
            </a:solidFill>
            <a:ln w="5420" cap="flat">
              <a:solidFill>
                <a:srgbClr val="3A80A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59" name="pg1859"/>
            <p:cNvSpPr/>
            <p:nvPr/>
          </p:nvSpPr>
          <p:spPr>
            <a:xfrm>
              <a:off x="4957854" y="405206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80A4">
                <a:alpha val="100000"/>
              </a:srgbClr>
            </a:solidFill>
            <a:ln w="5420" cap="flat">
              <a:solidFill>
                <a:srgbClr val="3A80A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60" name="pg1860"/>
            <p:cNvSpPr/>
            <p:nvPr/>
          </p:nvSpPr>
          <p:spPr>
            <a:xfrm>
              <a:off x="4969492" y="405206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81A4">
                <a:alpha val="100000"/>
              </a:srgbClr>
            </a:solidFill>
            <a:ln w="5420" cap="flat">
              <a:solidFill>
                <a:srgbClr val="3A81A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61" name="pg1861"/>
            <p:cNvSpPr/>
            <p:nvPr/>
          </p:nvSpPr>
          <p:spPr>
            <a:xfrm>
              <a:off x="4981129" y="405206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81A4">
                <a:alpha val="100000"/>
              </a:srgbClr>
            </a:solidFill>
            <a:ln w="5420" cap="flat">
              <a:solidFill>
                <a:srgbClr val="3981A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62" name="pg1862"/>
            <p:cNvSpPr/>
            <p:nvPr/>
          </p:nvSpPr>
          <p:spPr>
            <a:xfrm>
              <a:off x="4992766" y="405206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81A4">
                <a:alpha val="100000"/>
              </a:srgbClr>
            </a:solidFill>
            <a:ln w="5420" cap="flat">
              <a:solidFill>
                <a:srgbClr val="3981A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63" name="pg1863"/>
            <p:cNvSpPr/>
            <p:nvPr/>
          </p:nvSpPr>
          <p:spPr>
            <a:xfrm>
              <a:off x="5004403" y="405206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82A4">
                <a:alpha val="100000"/>
              </a:srgbClr>
            </a:solidFill>
            <a:ln w="5420" cap="flat">
              <a:solidFill>
                <a:srgbClr val="3982A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64" name="pg1864"/>
            <p:cNvSpPr/>
            <p:nvPr/>
          </p:nvSpPr>
          <p:spPr>
            <a:xfrm>
              <a:off x="4841481" y="406636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EA0">
                <a:alpha val="100000"/>
              </a:srgbClr>
            </a:solidFill>
            <a:ln w="5420" cap="flat">
              <a:solidFill>
                <a:srgbClr val="3A6EA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65" name="pg1865"/>
            <p:cNvSpPr/>
            <p:nvPr/>
          </p:nvSpPr>
          <p:spPr>
            <a:xfrm>
              <a:off x="4853118" y="406636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70A0">
                <a:alpha val="100000"/>
              </a:srgbClr>
            </a:solidFill>
            <a:ln w="5420" cap="flat">
              <a:solidFill>
                <a:srgbClr val="3B70A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66" name="pg1866"/>
            <p:cNvSpPr/>
            <p:nvPr/>
          </p:nvSpPr>
          <p:spPr>
            <a:xfrm>
              <a:off x="4864756" y="406636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72A1">
                <a:alpha val="100000"/>
              </a:srgbClr>
            </a:solidFill>
            <a:ln w="5420" cap="flat">
              <a:solidFill>
                <a:srgbClr val="3B72A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67" name="pg1867"/>
            <p:cNvSpPr/>
            <p:nvPr/>
          </p:nvSpPr>
          <p:spPr>
            <a:xfrm>
              <a:off x="4876393" y="406636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3A1">
                <a:alpha val="100000"/>
              </a:srgbClr>
            </a:solidFill>
            <a:ln w="5420" cap="flat">
              <a:solidFill>
                <a:srgbClr val="3A73A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68" name="pg1868"/>
            <p:cNvSpPr/>
            <p:nvPr/>
          </p:nvSpPr>
          <p:spPr>
            <a:xfrm>
              <a:off x="4888030" y="406636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5A2">
                <a:alpha val="100000"/>
              </a:srgbClr>
            </a:solidFill>
            <a:ln w="5420" cap="flat">
              <a:solidFill>
                <a:srgbClr val="3A75A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69" name="pg1869"/>
            <p:cNvSpPr/>
            <p:nvPr/>
          </p:nvSpPr>
          <p:spPr>
            <a:xfrm>
              <a:off x="4899668" y="406636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6A2">
                <a:alpha val="100000"/>
              </a:srgbClr>
            </a:solidFill>
            <a:ln w="5420" cap="flat">
              <a:solidFill>
                <a:srgbClr val="3A76A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70" name="pg1870"/>
            <p:cNvSpPr/>
            <p:nvPr/>
          </p:nvSpPr>
          <p:spPr>
            <a:xfrm>
              <a:off x="4911305" y="406636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7A2">
                <a:alpha val="100000"/>
              </a:srgbClr>
            </a:solidFill>
            <a:ln w="5420" cap="flat">
              <a:solidFill>
                <a:srgbClr val="3A77A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71" name="pg1871"/>
            <p:cNvSpPr/>
            <p:nvPr/>
          </p:nvSpPr>
          <p:spPr>
            <a:xfrm>
              <a:off x="4922942" y="406636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9A2">
                <a:alpha val="100000"/>
              </a:srgbClr>
            </a:solidFill>
            <a:ln w="5420" cap="flat">
              <a:solidFill>
                <a:srgbClr val="3A79A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72" name="pg1872"/>
            <p:cNvSpPr/>
            <p:nvPr/>
          </p:nvSpPr>
          <p:spPr>
            <a:xfrm>
              <a:off x="4934580" y="406636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BA3">
                <a:alpha val="100000"/>
              </a:srgbClr>
            </a:solidFill>
            <a:ln w="5420" cap="flat">
              <a:solidFill>
                <a:srgbClr val="3A7BA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73" name="pg1873"/>
            <p:cNvSpPr/>
            <p:nvPr/>
          </p:nvSpPr>
          <p:spPr>
            <a:xfrm>
              <a:off x="4946217" y="406636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CA3">
                <a:alpha val="100000"/>
              </a:srgbClr>
            </a:solidFill>
            <a:ln w="5420" cap="flat">
              <a:solidFill>
                <a:srgbClr val="3A7CA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74" name="pg1874"/>
            <p:cNvSpPr/>
            <p:nvPr/>
          </p:nvSpPr>
          <p:spPr>
            <a:xfrm>
              <a:off x="4957854" y="406636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DA3">
                <a:alpha val="100000"/>
              </a:srgbClr>
            </a:solidFill>
            <a:ln w="5420" cap="flat">
              <a:solidFill>
                <a:srgbClr val="3A7DA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75" name="pg1875"/>
            <p:cNvSpPr/>
            <p:nvPr/>
          </p:nvSpPr>
          <p:spPr>
            <a:xfrm>
              <a:off x="4969492" y="406636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DA3">
                <a:alpha val="100000"/>
              </a:srgbClr>
            </a:solidFill>
            <a:ln w="5420" cap="flat">
              <a:solidFill>
                <a:srgbClr val="3A7DA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76" name="pg1876"/>
            <p:cNvSpPr/>
            <p:nvPr/>
          </p:nvSpPr>
          <p:spPr>
            <a:xfrm>
              <a:off x="4981129" y="406636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EA4">
                <a:alpha val="100000"/>
              </a:srgbClr>
            </a:solidFill>
            <a:ln w="5420" cap="flat">
              <a:solidFill>
                <a:srgbClr val="3A7EA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77" name="pg1877"/>
            <p:cNvSpPr/>
            <p:nvPr/>
          </p:nvSpPr>
          <p:spPr>
            <a:xfrm>
              <a:off x="4841481" y="408066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59E">
                <a:alpha val="100000"/>
              </a:srgbClr>
            </a:solidFill>
            <a:ln w="5420" cap="flat">
              <a:solidFill>
                <a:srgbClr val="3A65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78" name="pg1878"/>
            <p:cNvSpPr/>
            <p:nvPr/>
          </p:nvSpPr>
          <p:spPr>
            <a:xfrm>
              <a:off x="4853118" y="408066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69E">
                <a:alpha val="100000"/>
              </a:srgbClr>
            </a:solidFill>
            <a:ln w="5420" cap="flat">
              <a:solidFill>
                <a:srgbClr val="3A66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79" name="pg1879"/>
            <p:cNvSpPr/>
            <p:nvPr/>
          </p:nvSpPr>
          <p:spPr>
            <a:xfrm>
              <a:off x="4864756" y="408066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89F">
                <a:alpha val="100000"/>
              </a:srgbClr>
            </a:solidFill>
            <a:ln w="5420" cap="flat">
              <a:solidFill>
                <a:srgbClr val="3A68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80" name="pg1880"/>
            <p:cNvSpPr/>
            <p:nvPr/>
          </p:nvSpPr>
          <p:spPr>
            <a:xfrm>
              <a:off x="4876393" y="408066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A9F">
                <a:alpha val="100000"/>
              </a:srgbClr>
            </a:solidFill>
            <a:ln w="5420" cap="flat">
              <a:solidFill>
                <a:srgbClr val="3A6A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81" name="pg1881"/>
            <p:cNvSpPr/>
            <p:nvPr/>
          </p:nvSpPr>
          <p:spPr>
            <a:xfrm>
              <a:off x="4888030" y="408066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C9F">
                <a:alpha val="100000"/>
              </a:srgbClr>
            </a:solidFill>
            <a:ln w="5420" cap="flat">
              <a:solidFill>
                <a:srgbClr val="3A6C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82" name="pg1882"/>
            <p:cNvSpPr/>
            <p:nvPr/>
          </p:nvSpPr>
          <p:spPr>
            <a:xfrm>
              <a:off x="4899668" y="408066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DA0">
                <a:alpha val="100000"/>
              </a:srgbClr>
            </a:solidFill>
            <a:ln w="5420" cap="flat">
              <a:solidFill>
                <a:srgbClr val="3A6DA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83" name="pg1883"/>
            <p:cNvSpPr/>
            <p:nvPr/>
          </p:nvSpPr>
          <p:spPr>
            <a:xfrm>
              <a:off x="4911305" y="408066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FA0">
                <a:alpha val="100000"/>
              </a:srgbClr>
            </a:solidFill>
            <a:ln w="5420" cap="flat">
              <a:solidFill>
                <a:srgbClr val="3A6FA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84" name="pg1884"/>
            <p:cNvSpPr/>
            <p:nvPr/>
          </p:nvSpPr>
          <p:spPr>
            <a:xfrm>
              <a:off x="4922942" y="408066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71A1">
                <a:alpha val="100000"/>
              </a:srgbClr>
            </a:solidFill>
            <a:ln w="5420" cap="flat">
              <a:solidFill>
                <a:srgbClr val="3B71A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85" name="pg1885"/>
            <p:cNvSpPr/>
            <p:nvPr/>
          </p:nvSpPr>
          <p:spPr>
            <a:xfrm>
              <a:off x="4934580" y="408066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3A1">
                <a:alpha val="100000"/>
              </a:srgbClr>
            </a:solidFill>
            <a:ln w="5420" cap="flat">
              <a:solidFill>
                <a:srgbClr val="3A73A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86" name="pg1886"/>
            <p:cNvSpPr/>
            <p:nvPr/>
          </p:nvSpPr>
          <p:spPr>
            <a:xfrm>
              <a:off x="4946217" y="408066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4A2">
                <a:alpha val="100000"/>
              </a:srgbClr>
            </a:solidFill>
            <a:ln w="5420" cap="flat">
              <a:solidFill>
                <a:srgbClr val="3A74A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87" name="pg1887"/>
            <p:cNvSpPr/>
            <p:nvPr/>
          </p:nvSpPr>
          <p:spPr>
            <a:xfrm>
              <a:off x="4957854" y="408066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6A2">
                <a:alpha val="100000"/>
              </a:srgbClr>
            </a:solidFill>
            <a:ln w="5420" cap="flat">
              <a:solidFill>
                <a:srgbClr val="3A76A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88" name="pg1888"/>
            <p:cNvSpPr/>
            <p:nvPr/>
          </p:nvSpPr>
          <p:spPr>
            <a:xfrm>
              <a:off x="4969492" y="408066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8A2">
                <a:alpha val="100000"/>
              </a:srgbClr>
            </a:solidFill>
            <a:ln w="5420" cap="flat">
              <a:solidFill>
                <a:srgbClr val="3A78A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89" name="pg1889"/>
            <p:cNvSpPr/>
            <p:nvPr/>
          </p:nvSpPr>
          <p:spPr>
            <a:xfrm>
              <a:off x="4841481" y="409496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19D">
                <a:alpha val="100000"/>
              </a:srgbClr>
            </a:solidFill>
            <a:ln w="5420" cap="flat">
              <a:solidFill>
                <a:srgbClr val="3A61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90" name="pg1890"/>
            <p:cNvSpPr/>
            <p:nvPr/>
          </p:nvSpPr>
          <p:spPr>
            <a:xfrm>
              <a:off x="4853118" y="409496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29D">
                <a:alpha val="100000"/>
              </a:srgbClr>
            </a:solidFill>
            <a:ln w="5420" cap="flat">
              <a:solidFill>
                <a:srgbClr val="3A62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91" name="pg1891"/>
            <p:cNvSpPr/>
            <p:nvPr/>
          </p:nvSpPr>
          <p:spPr>
            <a:xfrm>
              <a:off x="4864756" y="409496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49E">
                <a:alpha val="100000"/>
              </a:srgbClr>
            </a:solidFill>
            <a:ln w="5420" cap="flat">
              <a:solidFill>
                <a:srgbClr val="3A64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92" name="pg1892"/>
            <p:cNvSpPr/>
            <p:nvPr/>
          </p:nvSpPr>
          <p:spPr>
            <a:xfrm>
              <a:off x="4876393" y="409496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69E">
                <a:alpha val="100000"/>
              </a:srgbClr>
            </a:solidFill>
            <a:ln w="5420" cap="flat">
              <a:solidFill>
                <a:srgbClr val="3A66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93" name="pg1893"/>
            <p:cNvSpPr/>
            <p:nvPr/>
          </p:nvSpPr>
          <p:spPr>
            <a:xfrm>
              <a:off x="4888030" y="409496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79E">
                <a:alpha val="100000"/>
              </a:srgbClr>
            </a:solidFill>
            <a:ln w="5420" cap="flat">
              <a:solidFill>
                <a:srgbClr val="3A67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94" name="pg1894"/>
            <p:cNvSpPr/>
            <p:nvPr/>
          </p:nvSpPr>
          <p:spPr>
            <a:xfrm>
              <a:off x="4899668" y="409496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99F">
                <a:alpha val="100000"/>
              </a:srgbClr>
            </a:solidFill>
            <a:ln w="5420" cap="flat">
              <a:solidFill>
                <a:srgbClr val="3A69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95" name="pg1895"/>
            <p:cNvSpPr/>
            <p:nvPr/>
          </p:nvSpPr>
          <p:spPr>
            <a:xfrm>
              <a:off x="4911305" y="409496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B9F">
                <a:alpha val="100000"/>
              </a:srgbClr>
            </a:solidFill>
            <a:ln w="5420" cap="flat">
              <a:solidFill>
                <a:srgbClr val="3A6B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96" name="pg1896"/>
            <p:cNvSpPr/>
            <p:nvPr/>
          </p:nvSpPr>
          <p:spPr>
            <a:xfrm>
              <a:off x="4922942" y="409496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DA0">
                <a:alpha val="100000"/>
              </a:srgbClr>
            </a:solidFill>
            <a:ln w="5420" cap="flat">
              <a:solidFill>
                <a:srgbClr val="3A6DA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97" name="pg1897"/>
            <p:cNvSpPr/>
            <p:nvPr/>
          </p:nvSpPr>
          <p:spPr>
            <a:xfrm>
              <a:off x="4934580" y="409496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70A0">
                <a:alpha val="100000"/>
              </a:srgbClr>
            </a:solidFill>
            <a:ln w="5420" cap="flat">
              <a:solidFill>
                <a:srgbClr val="3B70A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98" name="pg1898"/>
            <p:cNvSpPr/>
            <p:nvPr/>
          </p:nvSpPr>
          <p:spPr>
            <a:xfrm>
              <a:off x="4946217" y="409496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71A1">
                <a:alpha val="100000"/>
              </a:srgbClr>
            </a:solidFill>
            <a:ln w="5420" cap="flat">
              <a:solidFill>
                <a:srgbClr val="3B71A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99" name="pg1899"/>
            <p:cNvSpPr/>
            <p:nvPr/>
          </p:nvSpPr>
          <p:spPr>
            <a:xfrm>
              <a:off x="4957854" y="409496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72A1">
                <a:alpha val="100000"/>
              </a:srgbClr>
            </a:solidFill>
            <a:ln w="5420" cap="flat">
              <a:solidFill>
                <a:srgbClr val="3B72A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00" name="pg1900"/>
            <p:cNvSpPr/>
            <p:nvPr/>
          </p:nvSpPr>
          <p:spPr>
            <a:xfrm>
              <a:off x="4818206" y="410927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5996">
                <a:alpha val="100000"/>
              </a:srgbClr>
            </a:solidFill>
            <a:ln w="5420" cap="flat">
              <a:solidFill>
                <a:srgbClr val="3A599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01" name="pg1901"/>
            <p:cNvSpPr/>
            <p:nvPr/>
          </p:nvSpPr>
          <p:spPr>
            <a:xfrm>
              <a:off x="4829844" y="410927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5A98">
                <a:alpha val="100000"/>
              </a:srgbClr>
            </a:solidFill>
            <a:ln w="5420" cap="flat">
              <a:solidFill>
                <a:srgbClr val="3A5A9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02" name="pg1902"/>
            <p:cNvSpPr/>
            <p:nvPr/>
          </p:nvSpPr>
          <p:spPr>
            <a:xfrm>
              <a:off x="4841481" y="410927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5C9A">
                <a:alpha val="100000"/>
              </a:srgbClr>
            </a:solidFill>
            <a:ln w="5420" cap="flat">
              <a:solidFill>
                <a:srgbClr val="395C9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03" name="pg1903"/>
            <p:cNvSpPr/>
            <p:nvPr/>
          </p:nvSpPr>
          <p:spPr>
            <a:xfrm>
              <a:off x="4853118" y="410927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5D9C">
                <a:alpha val="100000"/>
              </a:srgbClr>
            </a:solidFill>
            <a:ln w="5420" cap="flat">
              <a:solidFill>
                <a:srgbClr val="395D9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04" name="pg1904"/>
            <p:cNvSpPr/>
            <p:nvPr/>
          </p:nvSpPr>
          <p:spPr>
            <a:xfrm>
              <a:off x="4864756" y="410927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5F9D">
                <a:alpha val="100000"/>
              </a:srgbClr>
            </a:solidFill>
            <a:ln w="5420" cap="flat">
              <a:solidFill>
                <a:srgbClr val="395F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05" name="pg1905"/>
            <p:cNvSpPr/>
            <p:nvPr/>
          </p:nvSpPr>
          <p:spPr>
            <a:xfrm>
              <a:off x="4876393" y="410927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19D">
                <a:alpha val="100000"/>
              </a:srgbClr>
            </a:solidFill>
            <a:ln w="5420" cap="flat">
              <a:solidFill>
                <a:srgbClr val="3A61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06" name="pg1906"/>
            <p:cNvSpPr/>
            <p:nvPr/>
          </p:nvSpPr>
          <p:spPr>
            <a:xfrm>
              <a:off x="4888030" y="410927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39E">
                <a:alpha val="100000"/>
              </a:srgbClr>
            </a:solidFill>
            <a:ln w="5420" cap="flat">
              <a:solidFill>
                <a:srgbClr val="3A63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07" name="pg1907"/>
            <p:cNvSpPr/>
            <p:nvPr/>
          </p:nvSpPr>
          <p:spPr>
            <a:xfrm>
              <a:off x="4899668" y="410927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59E">
                <a:alpha val="100000"/>
              </a:srgbClr>
            </a:solidFill>
            <a:ln w="5420" cap="flat">
              <a:solidFill>
                <a:srgbClr val="3A65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08" name="pg1908"/>
            <p:cNvSpPr/>
            <p:nvPr/>
          </p:nvSpPr>
          <p:spPr>
            <a:xfrm>
              <a:off x="4911305" y="410927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79E">
                <a:alpha val="100000"/>
              </a:srgbClr>
            </a:solidFill>
            <a:ln w="5420" cap="flat">
              <a:solidFill>
                <a:srgbClr val="3A67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09" name="pg1909"/>
            <p:cNvSpPr/>
            <p:nvPr/>
          </p:nvSpPr>
          <p:spPr>
            <a:xfrm>
              <a:off x="4922942" y="410927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99F">
                <a:alpha val="100000"/>
              </a:srgbClr>
            </a:solidFill>
            <a:ln w="5420" cap="flat">
              <a:solidFill>
                <a:srgbClr val="3A69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10" name="pg1910"/>
            <p:cNvSpPr/>
            <p:nvPr/>
          </p:nvSpPr>
          <p:spPr>
            <a:xfrm>
              <a:off x="4934580" y="410927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CA0">
                <a:alpha val="100000"/>
              </a:srgbClr>
            </a:solidFill>
            <a:ln w="5420" cap="flat">
              <a:solidFill>
                <a:srgbClr val="3A6CA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11" name="pg1911"/>
            <p:cNvSpPr/>
            <p:nvPr/>
          </p:nvSpPr>
          <p:spPr>
            <a:xfrm>
              <a:off x="4946217" y="410927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EA0">
                <a:alpha val="100000"/>
              </a:srgbClr>
            </a:solidFill>
            <a:ln w="5420" cap="flat">
              <a:solidFill>
                <a:srgbClr val="3A6EA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12" name="pg1912"/>
            <p:cNvSpPr/>
            <p:nvPr/>
          </p:nvSpPr>
          <p:spPr>
            <a:xfrm>
              <a:off x="4957854" y="410927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FA0">
                <a:alpha val="100000"/>
              </a:srgbClr>
            </a:solidFill>
            <a:ln w="5420" cap="flat">
              <a:solidFill>
                <a:srgbClr val="3A6FA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13" name="pg1913"/>
            <p:cNvSpPr/>
            <p:nvPr/>
          </p:nvSpPr>
          <p:spPr>
            <a:xfrm>
              <a:off x="4806569" y="412357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528D">
                <a:alpha val="100000"/>
              </a:srgbClr>
            </a:solidFill>
            <a:ln w="5420" cap="flat">
              <a:solidFill>
                <a:srgbClr val="3B528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14" name="pg1914"/>
            <p:cNvSpPr/>
            <p:nvPr/>
          </p:nvSpPr>
          <p:spPr>
            <a:xfrm>
              <a:off x="4818206" y="412357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5590">
                <a:alpha val="100000"/>
              </a:srgbClr>
            </a:solidFill>
            <a:ln w="5420" cap="flat">
              <a:solidFill>
                <a:srgbClr val="3B559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15" name="pg1915"/>
            <p:cNvSpPr/>
            <p:nvPr/>
          </p:nvSpPr>
          <p:spPr>
            <a:xfrm>
              <a:off x="4829844" y="412357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5692">
                <a:alpha val="100000"/>
              </a:srgbClr>
            </a:solidFill>
            <a:ln w="5420" cap="flat">
              <a:solidFill>
                <a:srgbClr val="3A569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16" name="pg1916"/>
            <p:cNvSpPr/>
            <p:nvPr/>
          </p:nvSpPr>
          <p:spPr>
            <a:xfrm>
              <a:off x="4841481" y="412357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5895">
                <a:alpha val="100000"/>
              </a:srgbClr>
            </a:solidFill>
            <a:ln w="5420" cap="flat">
              <a:solidFill>
                <a:srgbClr val="3A589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17" name="pg1917"/>
            <p:cNvSpPr/>
            <p:nvPr/>
          </p:nvSpPr>
          <p:spPr>
            <a:xfrm>
              <a:off x="4853118" y="412357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5A97">
                <a:alpha val="100000"/>
              </a:srgbClr>
            </a:solidFill>
            <a:ln w="5420" cap="flat">
              <a:solidFill>
                <a:srgbClr val="3A5A9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18" name="pg1918"/>
            <p:cNvSpPr/>
            <p:nvPr/>
          </p:nvSpPr>
          <p:spPr>
            <a:xfrm>
              <a:off x="4864756" y="412357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5C9A">
                <a:alpha val="100000"/>
              </a:srgbClr>
            </a:solidFill>
            <a:ln w="5420" cap="flat">
              <a:solidFill>
                <a:srgbClr val="395C9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19" name="pg1919"/>
            <p:cNvSpPr/>
            <p:nvPr/>
          </p:nvSpPr>
          <p:spPr>
            <a:xfrm>
              <a:off x="4876393" y="412357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5E9C">
                <a:alpha val="100000"/>
              </a:srgbClr>
            </a:solidFill>
            <a:ln w="5420" cap="flat">
              <a:solidFill>
                <a:srgbClr val="395E9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20" name="pg1920"/>
            <p:cNvSpPr/>
            <p:nvPr/>
          </p:nvSpPr>
          <p:spPr>
            <a:xfrm>
              <a:off x="4888030" y="412357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609D">
                <a:alpha val="100000"/>
              </a:srgbClr>
            </a:solidFill>
            <a:ln w="5420" cap="flat">
              <a:solidFill>
                <a:srgbClr val="3960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21" name="pg1921"/>
            <p:cNvSpPr/>
            <p:nvPr/>
          </p:nvSpPr>
          <p:spPr>
            <a:xfrm>
              <a:off x="4899668" y="412357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29D">
                <a:alpha val="100000"/>
              </a:srgbClr>
            </a:solidFill>
            <a:ln w="5420" cap="flat">
              <a:solidFill>
                <a:srgbClr val="3A62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22" name="pg1922"/>
            <p:cNvSpPr/>
            <p:nvPr/>
          </p:nvSpPr>
          <p:spPr>
            <a:xfrm>
              <a:off x="4911305" y="412357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49E">
                <a:alpha val="100000"/>
              </a:srgbClr>
            </a:solidFill>
            <a:ln w="5420" cap="flat">
              <a:solidFill>
                <a:srgbClr val="3A64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23" name="pg1923"/>
            <p:cNvSpPr/>
            <p:nvPr/>
          </p:nvSpPr>
          <p:spPr>
            <a:xfrm>
              <a:off x="4922942" y="412357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69E">
                <a:alpha val="100000"/>
              </a:srgbClr>
            </a:solidFill>
            <a:ln w="5420" cap="flat">
              <a:solidFill>
                <a:srgbClr val="3A66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24" name="pg1924"/>
            <p:cNvSpPr/>
            <p:nvPr/>
          </p:nvSpPr>
          <p:spPr>
            <a:xfrm>
              <a:off x="4934580" y="412357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99F">
                <a:alpha val="100000"/>
              </a:srgbClr>
            </a:solidFill>
            <a:ln w="5420" cap="flat">
              <a:solidFill>
                <a:srgbClr val="3A69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25" name="pg1925"/>
            <p:cNvSpPr/>
            <p:nvPr/>
          </p:nvSpPr>
          <p:spPr>
            <a:xfrm>
              <a:off x="4946217" y="412357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B9F">
                <a:alpha val="100000"/>
              </a:srgbClr>
            </a:solidFill>
            <a:ln w="5420" cap="flat">
              <a:solidFill>
                <a:srgbClr val="3A6B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26" name="pg1926"/>
            <p:cNvSpPr/>
            <p:nvPr/>
          </p:nvSpPr>
          <p:spPr>
            <a:xfrm>
              <a:off x="4957854" y="412357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CA0">
                <a:alpha val="100000"/>
              </a:srgbClr>
            </a:solidFill>
            <a:ln w="5420" cap="flat">
              <a:solidFill>
                <a:srgbClr val="3A6CA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27" name="pg1927"/>
            <p:cNvSpPr/>
            <p:nvPr/>
          </p:nvSpPr>
          <p:spPr>
            <a:xfrm>
              <a:off x="4806569" y="413787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4E87">
                <a:alpha val="100000"/>
              </a:srgbClr>
            </a:solidFill>
            <a:ln w="5420" cap="flat">
              <a:solidFill>
                <a:srgbClr val="3B4E8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28" name="pg1928"/>
            <p:cNvSpPr/>
            <p:nvPr/>
          </p:nvSpPr>
          <p:spPr>
            <a:xfrm>
              <a:off x="4818206" y="413787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518A">
                <a:alpha val="100000"/>
              </a:srgbClr>
            </a:solidFill>
            <a:ln w="5420" cap="flat">
              <a:solidFill>
                <a:srgbClr val="3B518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29" name="pg1929"/>
            <p:cNvSpPr/>
            <p:nvPr/>
          </p:nvSpPr>
          <p:spPr>
            <a:xfrm>
              <a:off x="4829844" y="413787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528D">
                <a:alpha val="100000"/>
              </a:srgbClr>
            </a:solidFill>
            <a:ln w="5420" cap="flat">
              <a:solidFill>
                <a:srgbClr val="3B528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30" name="pg1930"/>
            <p:cNvSpPr/>
            <p:nvPr/>
          </p:nvSpPr>
          <p:spPr>
            <a:xfrm>
              <a:off x="4841481" y="413787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548F">
                <a:alpha val="100000"/>
              </a:srgbClr>
            </a:solidFill>
            <a:ln w="5420" cap="flat">
              <a:solidFill>
                <a:srgbClr val="3B548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31" name="pg1931"/>
            <p:cNvSpPr/>
            <p:nvPr/>
          </p:nvSpPr>
          <p:spPr>
            <a:xfrm>
              <a:off x="4853118" y="413787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5692">
                <a:alpha val="100000"/>
              </a:srgbClr>
            </a:solidFill>
            <a:ln w="5420" cap="flat">
              <a:solidFill>
                <a:srgbClr val="3A569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32" name="pg1932"/>
            <p:cNvSpPr/>
            <p:nvPr/>
          </p:nvSpPr>
          <p:spPr>
            <a:xfrm>
              <a:off x="4864756" y="413787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5895">
                <a:alpha val="100000"/>
              </a:srgbClr>
            </a:solidFill>
            <a:ln w="5420" cap="flat">
              <a:solidFill>
                <a:srgbClr val="3A589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33" name="pg1933"/>
            <p:cNvSpPr/>
            <p:nvPr/>
          </p:nvSpPr>
          <p:spPr>
            <a:xfrm>
              <a:off x="4876393" y="413787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5A98">
                <a:alpha val="100000"/>
              </a:srgbClr>
            </a:solidFill>
            <a:ln w="5420" cap="flat">
              <a:solidFill>
                <a:srgbClr val="3A5A9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34" name="pg1934"/>
            <p:cNvSpPr/>
            <p:nvPr/>
          </p:nvSpPr>
          <p:spPr>
            <a:xfrm>
              <a:off x="4888030" y="413787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5C9B">
                <a:alpha val="100000"/>
              </a:srgbClr>
            </a:solidFill>
            <a:ln w="5420" cap="flat">
              <a:solidFill>
                <a:srgbClr val="395C9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35" name="pg1935"/>
            <p:cNvSpPr/>
            <p:nvPr/>
          </p:nvSpPr>
          <p:spPr>
            <a:xfrm>
              <a:off x="4899668" y="413787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5E9C">
                <a:alpha val="100000"/>
              </a:srgbClr>
            </a:solidFill>
            <a:ln w="5420" cap="flat">
              <a:solidFill>
                <a:srgbClr val="395E9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36" name="pg1936"/>
            <p:cNvSpPr/>
            <p:nvPr/>
          </p:nvSpPr>
          <p:spPr>
            <a:xfrm>
              <a:off x="4911305" y="413787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619D">
                <a:alpha val="100000"/>
              </a:srgbClr>
            </a:solidFill>
            <a:ln w="5420" cap="flat">
              <a:solidFill>
                <a:srgbClr val="3961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37" name="pg1937"/>
            <p:cNvSpPr/>
            <p:nvPr/>
          </p:nvSpPr>
          <p:spPr>
            <a:xfrm>
              <a:off x="4922942" y="413787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39D">
                <a:alpha val="100000"/>
              </a:srgbClr>
            </a:solidFill>
            <a:ln w="5420" cap="flat">
              <a:solidFill>
                <a:srgbClr val="3A63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38" name="pg1938"/>
            <p:cNvSpPr/>
            <p:nvPr/>
          </p:nvSpPr>
          <p:spPr>
            <a:xfrm>
              <a:off x="4934580" y="413787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69E">
                <a:alpha val="100000"/>
              </a:srgbClr>
            </a:solidFill>
            <a:ln w="5420" cap="flat">
              <a:solidFill>
                <a:srgbClr val="3A66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39" name="pg1939"/>
            <p:cNvSpPr/>
            <p:nvPr/>
          </p:nvSpPr>
          <p:spPr>
            <a:xfrm>
              <a:off x="4946217" y="413787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89F">
                <a:alpha val="100000"/>
              </a:srgbClr>
            </a:solidFill>
            <a:ln w="5420" cap="flat">
              <a:solidFill>
                <a:srgbClr val="3A68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40" name="pg1940"/>
            <p:cNvSpPr/>
            <p:nvPr/>
          </p:nvSpPr>
          <p:spPr>
            <a:xfrm>
              <a:off x="4794932" y="415217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97F">
                <a:alpha val="100000"/>
              </a:srgbClr>
            </a:solidFill>
            <a:ln w="5420" cap="flat">
              <a:solidFill>
                <a:srgbClr val="3C497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41" name="pg1941"/>
            <p:cNvSpPr/>
            <p:nvPr/>
          </p:nvSpPr>
          <p:spPr>
            <a:xfrm>
              <a:off x="4806569" y="415217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A81">
                <a:alpha val="100000"/>
              </a:srgbClr>
            </a:solidFill>
            <a:ln w="5420" cap="flat">
              <a:solidFill>
                <a:srgbClr val="3C4A8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42" name="pg1942"/>
            <p:cNvSpPr/>
            <p:nvPr/>
          </p:nvSpPr>
          <p:spPr>
            <a:xfrm>
              <a:off x="4818206" y="415217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4D85">
                <a:alpha val="100000"/>
              </a:srgbClr>
            </a:solidFill>
            <a:ln w="5420" cap="flat">
              <a:solidFill>
                <a:srgbClr val="3B4D8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43" name="pg1943"/>
            <p:cNvSpPr/>
            <p:nvPr/>
          </p:nvSpPr>
          <p:spPr>
            <a:xfrm>
              <a:off x="4829844" y="415217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4F88">
                <a:alpha val="100000"/>
              </a:srgbClr>
            </a:solidFill>
            <a:ln w="5420" cap="flat">
              <a:solidFill>
                <a:srgbClr val="3B4F8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44" name="pg1944"/>
            <p:cNvSpPr/>
            <p:nvPr/>
          </p:nvSpPr>
          <p:spPr>
            <a:xfrm>
              <a:off x="4841481" y="415217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518B">
                <a:alpha val="100000"/>
              </a:srgbClr>
            </a:solidFill>
            <a:ln w="5420" cap="flat">
              <a:solidFill>
                <a:srgbClr val="3B518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45" name="pg1945"/>
            <p:cNvSpPr/>
            <p:nvPr/>
          </p:nvSpPr>
          <p:spPr>
            <a:xfrm>
              <a:off x="4853118" y="415217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538E">
                <a:alpha val="100000"/>
              </a:srgbClr>
            </a:solidFill>
            <a:ln w="5420" cap="flat">
              <a:solidFill>
                <a:srgbClr val="3B538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46" name="pg1946"/>
            <p:cNvSpPr/>
            <p:nvPr/>
          </p:nvSpPr>
          <p:spPr>
            <a:xfrm>
              <a:off x="4864756" y="415217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5591">
                <a:alpha val="100000"/>
              </a:srgbClr>
            </a:solidFill>
            <a:ln w="5420" cap="flat">
              <a:solidFill>
                <a:srgbClr val="3B559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47" name="pg1947"/>
            <p:cNvSpPr/>
            <p:nvPr/>
          </p:nvSpPr>
          <p:spPr>
            <a:xfrm>
              <a:off x="4876393" y="415217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5794">
                <a:alpha val="100000"/>
              </a:srgbClr>
            </a:solidFill>
            <a:ln w="5420" cap="flat">
              <a:solidFill>
                <a:srgbClr val="3A579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48" name="pg1948"/>
            <p:cNvSpPr/>
            <p:nvPr/>
          </p:nvSpPr>
          <p:spPr>
            <a:xfrm>
              <a:off x="4888030" y="415217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5A97">
                <a:alpha val="100000"/>
              </a:srgbClr>
            </a:solidFill>
            <a:ln w="5420" cap="flat">
              <a:solidFill>
                <a:srgbClr val="3A5A9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49" name="pg1949"/>
            <p:cNvSpPr/>
            <p:nvPr/>
          </p:nvSpPr>
          <p:spPr>
            <a:xfrm>
              <a:off x="4899668" y="415217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5C9A">
                <a:alpha val="100000"/>
              </a:srgbClr>
            </a:solidFill>
            <a:ln w="5420" cap="flat">
              <a:solidFill>
                <a:srgbClr val="395C9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50" name="pg1950"/>
            <p:cNvSpPr/>
            <p:nvPr/>
          </p:nvSpPr>
          <p:spPr>
            <a:xfrm>
              <a:off x="4911305" y="415217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5E9C">
                <a:alpha val="100000"/>
              </a:srgbClr>
            </a:solidFill>
            <a:ln w="5420" cap="flat">
              <a:solidFill>
                <a:srgbClr val="395E9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51" name="pg1951"/>
            <p:cNvSpPr/>
            <p:nvPr/>
          </p:nvSpPr>
          <p:spPr>
            <a:xfrm>
              <a:off x="4922942" y="415217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609D">
                <a:alpha val="100000"/>
              </a:srgbClr>
            </a:solidFill>
            <a:ln w="5420" cap="flat">
              <a:solidFill>
                <a:srgbClr val="3960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52" name="pg1952"/>
            <p:cNvSpPr/>
            <p:nvPr/>
          </p:nvSpPr>
          <p:spPr>
            <a:xfrm>
              <a:off x="4934580" y="415217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49E">
                <a:alpha val="100000"/>
              </a:srgbClr>
            </a:solidFill>
            <a:ln w="5420" cap="flat">
              <a:solidFill>
                <a:srgbClr val="3A64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53" name="pg1953"/>
            <p:cNvSpPr/>
            <p:nvPr/>
          </p:nvSpPr>
          <p:spPr>
            <a:xfrm>
              <a:off x="4783294" y="416647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67B">
                <a:alpha val="100000"/>
              </a:srgbClr>
            </a:solidFill>
            <a:ln w="5420" cap="flat">
              <a:solidFill>
                <a:srgbClr val="3C467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54" name="pg1954"/>
            <p:cNvSpPr/>
            <p:nvPr/>
          </p:nvSpPr>
          <p:spPr>
            <a:xfrm>
              <a:off x="4794932" y="416647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67C">
                <a:alpha val="100000"/>
              </a:srgbClr>
            </a:solidFill>
            <a:ln w="5420" cap="flat">
              <a:solidFill>
                <a:srgbClr val="3C467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55" name="pg1955"/>
            <p:cNvSpPr/>
            <p:nvPr/>
          </p:nvSpPr>
          <p:spPr>
            <a:xfrm>
              <a:off x="4806569" y="416647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77D">
                <a:alpha val="100000"/>
              </a:srgbClr>
            </a:solidFill>
            <a:ln w="5420" cap="flat">
              <a:solidFill>
                <a:srgbClr val="3C477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56" name="pg1956"/>
            <p:cNvSpPr/>
            <p:nvPr/>
          </p:nvSpPr>
          <p:spPr>
            <a:xfrm>
              <a:off x="4818206" y="416647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A81">
                <a:alpha val="100000"/>
              </a:srgbClr>
            </a:solidFill>
            <a:ln w="5420" cap="flat">
              <a:solidFill>
                <a:srgbClr val="3C4A8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57" name="pg1957"/>
            <p:cNvSpPr/>
            <p:nvPr/>
          </p:nvSpPr>
          <p:spPr>
            <a:xfrm>
              <a:off x="4829844" y="416647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C84">
                <a:alpha val="100000"/>
              </a:srgbClr>
            </a:solidFill>
            <a:ln w="5420" cap="flat">
              <a:solidFill>
                <a:srgbClr val="3C4C8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58" name="pg1958"/>
            <p:cNvSpPr/>
            <p:nvPr/>
          </p:nvSpPr>
          <p:spPr>
            <a:xfrm>
              <a:off x="4841481" y="416647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4E87">
                <a:alpha val="100000"/>
              </a:srgbClr>
            </a:solidFill>
            <a:ln w="5420" cap="flat">
              <a:solidFill>
                <a:srgbClr val="3B4E8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59" name="pg1959"/>
            <p:cNvSpPr/>
            <p:nvPr/>
          </p:nvSpPr>
          <p:spPr>
            <a:xfrm>
              <a:off x="4853118" y="416647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508A">
                <a:alpha val="100000"/>
              </a:srgbClr>
            </a:solidFill>
            <a:ln w="5420" cap="flat">
              <a:solidFill>
                <a:srgbClr val="3B508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60" name="pg1960"/>
            <p:cNvSpPr/>
            <p:nvPr/>
          </p:nvSpPr>
          <p:spPr>
            <a:xfrm>
              <a:off x="4864756" y="416647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538D">
                <a:alpha val="100000"/>
              </a:srgbClr>
            </a:solidFill>
            <a:ln w="5420" cap="flat">
              <a:solidFill>
                <a:srgbClr val="3B538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61" name="pg1961"/>
            <p:cNvSpPr/>
            <p:nvPr/>
          </p:nvSpPr>
          <p:spPr>
            <a:xfrm>
              <a:off x="4876393" y="416647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5590">
                <a:alpha val="100000"/>
              </a:srgbClr>
            </a:solidFill>
            <a:ln w="5420" cap="flat">
              <a:solidFill>
                <a:srgbClr val="3B559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62" name="pg1962"/>
            <p:cNvSpPr/>
            <p:nvPr/>
          </p:nvSpPr>
          <p:spPr>
            <a:xfrm>
              <a:off x="4888030" y="416647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5794">
                <a:alpha val="100000"/>
              </a:srgbClr>
            </a:solidFill>
            <a:ln w="5420" cap="flat">
              <a:solidFill>
                <a:srgbClr val="3A579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63" name="pg1963"/>
            <p:cNvSpPr/>
            <p:nvPr/>
          </p:nvSpPr>
          <p:spPr>
            <a:xfrm>
              <a:off x="4899668" y="416647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5997">
                <a:alpha val="100000"/>
              </a:srgbClr>
            </a:solidFill>
            <a:ln w="5420" cap="flat">
              <a:solidFill>
                <a:srgbClr val="3A599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64" name="pg1964"/>
            <p:cNvSpPr/>
            <p:nvPr/>
          </p:nvSpPr>
          <p:spPr>
            <a:xfrm>
              <a:off x="4911305" y="416647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5C9A">
                <a:alpha val="100000"/>
              </a:srgbClr>
            </a:solidFill>
            <a:ln w="5420" cap="flat">
              <a:solidFill>
                <a:srgbClr val="395C9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65" name="pg1965"/>
            <p:cNvSpPr/>
            <p:nvPr/>
          </p:nvSpPr>
          <p:spPr>
            <a:xfrm>
              <a:off x="4760020" y="418077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478">
                <a:alpha val="100000"/>
              </a:srgbClr>
            </a:solidFill>
            <a:ln w="5420" cap="flat">
              <a:solidFill>
                <a:srgbClr val="3C447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66" name="pg1966"/>
            <p:cNvSpPr/>
            <p:nvPr/>
          </p:nvSpPr>
          <p:spPr>
            <a:xfrm>
              <a:off x="4771657" y="418077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377">
                <a:alpha val="100000"/>
              </a:srgbClr>
            </a:solidFill>
            <a:ln w="5420" cap="flat">
              <a:solidFill>
                <a:srgbClr val="3C437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67" name="pg1967"/>
            <p:cNvSpPr/>
            <p:nvPr/>
          </p:nvSpPr>
          <p:spPr>
            <a:xfrm>
              <a:off x="4783294" y="418077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377">
                <a:alpha val="100000"/>
              </a:srgbClr>
            </a:solidFill>
            <a:ln w="5420" cap="flat">
              <a:solidFill>
                <a:srgbClr val="3C437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68" name="pg1968"/>
            <p:cNvSpPr/>
            <p:nvPr/>
          </p:nvSpPr>
          <p:spPr>
            <a:xfrm>
              <a:off x="4794932" y="418077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377">
                <a:alpha val="100000"/>
              </a:srgbClr>
            </a:solidFill>
            <a:ln w="5420" cap="flat">
              <a:solidFill>
                <a:srgbClr val="3C437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69" name="pg1969"/>
            <p:cNvSpPr/>
            <p:nvPr/>
          </p:nvSpPr>
          <p:spPr>
            <a:xfrm>
              <a:off x="4806569" y="418077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479">
                <a:alpha val="100000"/>
              </a:srgbClr>
            </a:solidFill>
            <a:ln w="5420" cap="flat">
              <a:solidFill>
                <a:srgbClr val="3C447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70" name="pg1970"/>
            <p:cNvSpPr/>
            <p:nvPr/>
          </p:nvSpPr>
          <p:spPr>
            <a:xfrm>
              <a:off x="4818206" y="418077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87D">
                <a:alpha val="100000"/>
              </a:srgbClr>
            </a:solidFill>
            <a:ln w="5420" cap="flat">
              <a:solidFill>
                <a:srgbClr val="3C487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71" name="pg1971"/>
            <p:cNvSpPr/>
            <p:nvPr/>
          </p:nvSpPr>
          <p:spPr>
            <a:xfrm>
              <a:off x="4829844" y="418077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A80">
                <a:alpha val="100000"/>
              </a:srgbClr>
            </a:solidFill>
            <a:ln w="5420" cap="flat">
              <a:solidFill>
                <a:srgbClr val="3C4A8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72" name="pg1972"/>
            <p:cNvSpPr/>
            <p:nvPr/>
          </p:nvSpPr>
          <p:spPr>
            <a:xfrm>
              <a:off x="4841481" y="418077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C83">
                <a:alpha val="100000"/>
              </a:srgbClr>
            </a:solidFill>
            <a:ln w="5420" cap="flat">
              <a:solidFill>
                <a:srgbClr val="3C4C8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73" name="pg1973"/>
            <p:cNvSpPr/>
            <p:nvPr/>
          </p:nvSpPr>
          <p:spPr>
            <a:xfrm>
              <a:off x="4853118" y="418077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4E87">
                <a:alpha val="100000"/>
              </a:srgbClr>
            </a:solidFill>
            <a:ln w="5420" cap="flat">
              <a:solidFill>
                <a:srgbClr val="3B4E8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74" name="pg1974"/>
            <p:cNvSpPr/>
            <p:nvPr/>
          </p:nvSpPr>
          <p:spPr>
            <a:xfrm>
              <a:off x="4748382" y="419507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478">
                <a:alpha val="100000"/>
              </a:srgbClr>
            </a:solidFill>
            <a:ln w="5420" cap="flat">
              <a:solidFill>
                <a:srgbClr val="3C447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75" name="pg1975"/>
            <p:cNvSpPr/>
            <p:nvPr/>
          </p:nvSpPr>
          <p:spPr>
            <a:xfrm>
              <a:off x="4760020" y="419507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276">
                <a:alpha val="100000"/>
              </a:srgbClr>
            </a:solidFill>
            <a:ln w="5420" cap="flat">
              <a:solidFill>
                <a:srgbClr val="3C427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76" name="pg1976"/>
            <p:cNvSpPr/>
            <p:nvPr/>
          </p:nvSpPr>
          <p:spPr>
            <a:xfrm>
              <a:off x="4771657" y="419507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174">
                <a:alpha val="100000"/>
              </a:srgbClr>
            </a:solidFill>
            <a:ln w="5420" cap="flat">
              <a:solidFill>
                <a:srgbClr val="3C417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77" name="pg1977"/>
            <p:cNvSpPr/>
            <p:nvPr/>
          </p:nvSpPr>
          <p:spPr>
            <a:xfrm>
              <a:off x="4783294" y="419507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073">
                <a:alpha val="100000"/>
              </a:srgbClr>
            </a:solidFill>
            <a:ln w="5420" cap="flat">
              <a:solidFill>
                <a:srgbClr val="3C407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78" name="pg1978"/>
            <p:cNvSpPr/>
            <p:nvPr/>
          </p:nvSpPr>
          <p:spPr>
            <a:xfrm>
              <a:off x="4794932" y="419507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174">
                <a:alpha val="100000"/>
              </a:srgbClr>
            </a:solidFill>
            <a:ln w="5420" cap="flat">
              <a:solidFill>
                <a:srgbClr val="3C417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79" name="pg1979"/>
            <p:cNvSpPr/>
            <p:nvPr/>
          </p:nvSpPr>
          <p:spPr>
            <a:xfrm>
              <a:off x="4806569" y="419507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275">
                <a:alpha val="100000"/>
              </a:srgbClr>
            </a:solidFill>
            <a:ln w="5420" cap="flat">
              <a:solidFill>
                <a:srgbClr val="3C427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80" name="pg1980"/>
            <p:cNvSpPr/>
            <p:nvPr/>
          </p:nvSpPr>
          <p:spPr>
            <a:xfrm>
              <a:off x="4818206" y="419507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67B">
                <a:alpha val="100000"/>
              </a:srgbClr>
            </a:solidFill>
            <a:ln w="5420" cap="flat">
              <a:solidFill>
                <a:srgbClr val="3C467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81" name="pg1981"/>
            <p:cNvSpPr/>
            <p:nvPr/>
          </p:nvSpPr>
          <p:spPr>
            <a:xfrm>
              <a:off x="4829844" y="419507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87E">
                <a:alpha val="100000"/>
              </a:srgbClr>
            </a:solidFill>
            <a:ln w="5420" cap="flat">
              <a:solidFill>
                <a:srgbClr val="3C487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82" name="pg1982"/>
            <p:cNvSpPr/>
            <p:nvPr/>
          </p:nvSpPr>
          <p:spPr>
            <a:xfrm>
              <a:off x="4725108" y="420937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87E">
                <a:alpha val="100000"/>
              </a:srgbClr>
            </a:solidFill>
            <a:ln w="5420" cap="flat">
              <a:solidFill>
                <a:srgbClr val="3C487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83" name="pg1983"/>
            <p:cNvSpPr/>
            <p:nvPr/>
          </p:nvSpPr>
          <p:spPr>
            <a:xfrm>
              <a:off x="4736745" y="420937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57A">
                <a:alpha val="100000"/>
              </a:srgbClr>
            </a:solidFill>
            <a:ln w="5420" cap="flat">
              <a:solidFill>
                <a:srgbClr val="3C457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84" name="pg1984"/>
            <p:cNvSpPr/>
            <p:nvPr/>
          </p:nvSpPr>
          <p:spPr>
            <a:xfrm>
              <a:off x="4748382" y="420937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377">
                <a:alpha val="100000"/>
              </a:srgbClr>
            </a:solidFill>
            <a:ln w="5420" cap="flat">
              <a:solidFill>
                <a:srgbClr val="3C437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85" name="pg1985"/>
            <p:cNvSpPr/>
            <p:nvPr/>
          </p:nvSpPr>
          <p:spPr>
            <a:xfrm>
              <a:off x="4760020" y="420937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174">
                <a:alpha val="100000"/>
              </a:srgbClr>
            </a:solidFill>
            <a:ln w="5420" cap="flat">
              <a:solidFill>
                <a:srgbClr val="3C417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86" name="pg1986"/>
            <p:cNvSpPr/>
            <p:nvPr/>
          </p:nvSpPr>
          <p:spPr>
            <a:xfrm>
              <a:off x="4771657" y="420937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3F72">
                <a:alpha val="100000"/>
              </a:srgbClr>
            </a:solidFill>
            <a:ln w="5420" cap="flat">
              <a:solidFill>
                <a:srgbClr val="3B3F7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87" name="pg1987"/>
            <p:cNvSpPr/>
            <p:nvPr/>
          </p:nvSpPr>
          <p:spPr>
            <a:xfrm>
              <a:off x="4783294" y="420937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3E70">
                <a:alpha val="100000"/>
              </a:srgbClr>
            </a:solidFill>
            <a:ln w="5420" cap="flat">
              <a:solidFill>
                <a:srgbClr val="3B3E7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88" name="pg1988"/>
            <p:cNvSpPr/>
            <p:nvPr/>
          </p:nvSpPr>
          <p:spPr>
            <a:xfrm>
              <a:off x="4794932" y="420937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3F71">
                <a:alpha val="100000"/>
              </a:srgbClr>
            </a:solidFill>
            <a:ln w="5420" cap="flat">
              <a:solidFill>
                <a:srgbClr val="3B3F7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89" name="pg1989"/>
            <p:cNvSpPr/>
            <p:nvPr/>
          </p:nvSpPr>
          <p:spPr>
            <a:xfrm>
              <a:off x="4806569" y="420937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173">
                <a:alpha val="100000"/>
              </a:srgbClr>
            </a:solidFill>
            <a:ln w="5420" cap="flat">
              <a:solidFill>
                <a:srgbClr val="3C417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90" name="pg1990"/>
            <p:cNvSpPr/>
            <p:nvPr/>
          </p:nvSpPr>
          <p:spPr>
            <a:xfrm>
              <a:off x="4818206" y="420937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479">
                <a:alpha val="100000"/>
              </a:srgbClr>
            </a:solidFill>
            <a:ln w="5420" cap="flat">
              <a:solidFill>
                <a:srgbClr val="3C447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91" name="pg1991"/>
            <p:cNvSpPr/>
            <p:nvPr/>
          </p:nvSpPr>
          <p:spPr>
            <a:xfrm>
              <a:off x="4690196" y="422367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548E">
                <a:alpha val="100000"/>
              </a:srgbClr>
            </a:solidFill>
            <a:ln w="5420" cap="flat">
              <a:solidFill>
                <a:srgbClr val="3B548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92" name="pg1992"/>
            <p:cNvSpPr/>
            <p:nvPr/>
          </p:nvSpPr>
          <p:spPr>
            <a:xfrm>
              <a:off x="4701833" y="422367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4E86">
                <a:alpha val="100000"/>
              </a:srgbClr>
            </a:solidFill>
            <a:ln w="5420" cap="flat">
              <a:solidFill>
                <a:srgbClr val="3B4E8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93" name="pg1993"/>
            <p:cNvSpPr/>
            <p:nvPr/>
          </p:nvSpPr>
          <p:spPr>
            <a:xfrm>
              <a:off x="4713470" y="422367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B82">
                <a:alpha val="100000"/>
              </a:srgbClr>
            </a:solidFill>
            <a:ln w="5420" cap="flat">
              <a:solidFill>
                <a:srgbClr val="3C4B8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94" name="pg1994"/>
            <p:cNvSpPr/>
            <p:nvPr/>
          </p:nvSpPr>
          <p:spPr>
            <a:xfrm>
              <a:off x="4725108" y="422367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87E">
                <a:alpha val="100000"/>
              </a:srgbClr>
            </a:solidFill>
            <a:ln w="5420" cap="flat">
              <a:solidFill>
                <a:srgbClr val="3C487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95" name="pg1995"/>
            <p:cNvSpPr/>
            <p:nvPr/>
          </p:nvSpPr>
          <p:spPr>
            <a:xfrm>
              <a:off x="4736745" y="422367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57A">
                <a:alpha val="100000"/>
              </a:srgbClr>
            </a:solidFill>
            <a:ln w="5420" cap="flat">
              <a:solidFill>
                <a:srgbClr val="3C457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96" name="pg1996"/>
            <p:cNvSpPr/>
            <p:nvPr/>
          </p:nvSpPr>
          <p:spPr>
            <a:xfrm>
              <a:off x="4748382" y="422367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377">
                <a:alpha val="100000"/>
              </a:srgbClr>
            </a:solidFill>
            <a:ln w="5420" cap="flat">
              <a:solidFill>
                <a:srgbClr val="3C437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97" name="pg1997"/>
            <p:cNvSpPr/>
            <p:nvPr/>
          </p:nvSpPr>
          <p:spPr>
            <a:xfrm>
              <a:off x="4760020" y="422367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275">
                <a:alpha val="100000"/>
              </a:srgbClr>
            </a:solidFill>
            <a:ln w="5420" cap="flat">
              <a:solidFill>
                <a:srgbClr val="3C427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98" name="pg1998"/>
            <p:cNvSpPr/>
            <p:nvPr/>
          </p:nvSpPr>
          <p:spPr>
            <a:xfrm>
              <a:off x="4771657" y="422367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4073">
                <a:alpha val="100000"/>
              </a:srgbClr>
            </a:solidFill>
            <a:ln w="5420" cap="flat">
              <a:solidFill>
                <a:srgbClr val="3B407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99" name="pg1999"/>
            <p:cNvSpPr/>
            <p:nvPr/>
          </p:nvSpPr>
          <p:spPr>
            <a:xfrm>
              <a:off x="4783294" y="422367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3E70">
                <a:alpha val="100000"/>
              </a:srgbClr>
            </a:solidFill>
            <a:ln w="5420" cap="flat">
              <a:solidFill>
                <a:srgbClr val="3B3E7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00" name="pg2000"/>
            <p:cNvSpPr/>
            <p:nvPr/>
          </p:nvSpPr>
          <p:spPr>
            <a:xfrm>
              <a:off x="4794932" y="422367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3F71">
                <a:alpha val="100000"/>
              </a:srgbClr>
            </a:solidFill>
            <a:ln w="5420" cap="flat">
              <a:solidFill>
                <a:srgbClr val="3B3F7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01" name="pg2001"/>
            <p:cNvSpPr/>
            <p:nvPr/>
          </p:nvSpPr>
          <p:spPr>
            <a:xfrm>
              <a:off x="4806569" y="422367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174">
                <a:alpha val="100000"/>
              </a:srgbClr>
            </a:solidFill>
            <a:ln w="5420" cap="flat">
              <a:solidFill>
                <a:srgbClr val="3C417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02" name="pg2002"/>
            <p:cNvSpPr/>
            <p:nvPr/>
          </p:nvSpPr>
          <p:spPr>
            <a:xfrm>
              <a:off x="4666921" y="423797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5E9C">
                <a:alpha val="100000"/>
              </a:srgbClr>
            </a:solidFill>
            <a:ln w="5420" cap="flat">
              <a:solidFill>
                <a:srgbClr val="395E9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03" name="pg2003"/>
            <p:cNvSpPr/>
            <p:nvPr/>
          </p:nvSpPr>
          <p:spPr>
            <a:xfrm>
              <a:off x="4678558" y="423797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5B9A">
                <a:alpha val="100000"/>
              </a:srgbClr>
            </a:solidFill>
            <a:ln w="5420" cap="flat">
              <a:solidFill>
                <a:srgbClr val="395B9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04" name="pg2004"/>
            <p:cNvSpPr/>
            <p:nvPr/>
          </p:nvSpPr>
          <p:spPr>
            <a:xfrm>
              <a:off x="4690196" y="423797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5895">
                <a:alpha val="100000"/>
              </a:srgbClr>
            </a:solidFill>
            <a:ln w="5420" cap="flat">
              <a:solidFill>
                <a:srgbClr val="3A589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05" name="pg2005"/>
            <p:cNvSpPr/>
            <p:nvPr/>
          </p:nvSpPr>
          <p:spPr>
            <a:xfrm>
              <a:off x="4701833" y="423797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518B">
                <a:alpha val="100000"/>
              </a:srgbClr>
            </a:solidFill>
            <a:ln w="5420" cap="flat">
              <a:solidFill>
                <a:srgbClr val="3B518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06" name="pg2006"/>
            <p:cNvSpPr/>
            <p:nvPr/>
          </p:nvSpPr>
          <p:spPr>
            <a:xfrm>
              <a:off x="4713470" y="423797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D85">
                <a:alpha val="100000"/>
              </a:srgbClr>
            </a:solidFill>
            <a:ln w="5420" cap="flat">
              <a:solidFill>
                <a:srgbClr val="3C4D8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07" name="pg2007"/>
            <p:cNvSpPr/>
            <p:nvPr/>
          </p:nvSpPr>
          <p:spPr>
            <a:xfrm>
              <a:off x="4725108" y="423797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980">
                <a:alpha val="100000"/>
              </a:srgbClr>
            </a:solidFill>
            <a:ln w="5420" cap="flat">
              <a:solidFill>
                <a:srgbClr val="3C498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08" name="pg2008"/>
            <p:cNvSpPr/>
            <p:nvPr/>
          </p:nvSpPr>
          <p:spPr>
            <a:xfrm>
              <a:off x="4736745" y="423797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77C">
                <a:alpha val="100000"/>
              </a:srgbClr>
            </a:solidFill>
            <a:ln w="5420" cap="flat">
              <a:solidFill>
                <a:srgbClr val="3C477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09" name="pg2009"/>
            <p:cNvSpPr/>
            <p:nvPr/>
          </p:nvSpPr>
          <p:spPr>
            <a:xfrm>
              <a:off x="4748382" y="423797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479">
                <a:alpha val="100000"/>
              </a:srgbClr>
            </a:solidFill>
            <a:ln w="5420" cap="flat">
              <a:solidFill>
                <a:srgbClr val="3C447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10" name="pg2010"/>
            <p:cNvSpPr/>
            <p:nvPr/>
          </p:nvSpPr>
          <p:spPr>
            <a:xfrm>
              <a:off x="4760020" y="423797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377">
                <a:alpha val="100000"/>
              </a:srgbClr>
            </a:solidFill>
            <a:ln w="5420" cap="flat">
              <a:solidFill>
                <a:srgbClr val="3C437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11" name="pg2011"/>
            <p:cNvSpPr/>
            <p:nvPr/>
          </p:nvSpPr>
          <p:spPr>
            <a:xfrm>
              <a:off x="4771657" y="423797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377">
                <a:alpha val="100000"/>
              </a:srgbClr>
            </a:solidFill>
            <a:ln w="5420" cap="flat">
              <a:solidFill>
                <a:srgbClr val="3C437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12" name="pg2012"/>
            <p:cNvSpPr/>
            <p:nvPr/>
          </p:nvSpPr>
          <p:spPr>
            <a:xfrm>
              <a:off x="4783294" y="423797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377">
                <a:alpha val="100000"/>
              </a:srgbClr>
            </a:solidFill>
            <a:ln w="5420" cap="flat">
              <a:solidFill>
                <a:srgbClr val="3C437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13" name="pg2013"/>
            <p:cNvSpPr/>
            <p:nvPr/>
          </p:nvSpPr>
          <p:spPr>
            <a:xfrm>
              <a:off x="4794932" y="423797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377">
                <a:alpha val="100000"/>
              </a:srgbClr>
            </a:solidFill>
            <a:ln w="5420" cap="flat">
              <a:solidFill>
                <a:srgbClr val="3C437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14" name="pg2014"/>
            <p:cNvSpPr/>
            <p:nvPr/>
          </p:nvSpPr>
          <p:spPr>
            <a:xfrm>
              <a:off x="4655284" y="425227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29D">
                <a:alpha val="100000"/>
              </a:srgbClr>
            </a:solidFill>
            <a:ln w="5420" cap="flat">
              <a:solidFill>
                <a:srgbClr val="3A62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15" name="pg2015"/>
            <p:cNvSpPr/>
            <p:nvPr/>
          </p:nvSpPr>
          <p:spPr>
            <a:xfrm>
              <a:off x="4666921" y="425227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19D">
                <a:alpha val="100000"/>
              </a:srgbClr>
            </a:solidFill>
            <a:ln w="5420" cap="flat">
              <a:solidFill>
                <a:srgbClr val="3A61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16" name="pg2016"/>
            <p:cNvSpPr/>
            <p:nvPr/>
          </p:nvSpPr>
          <p:spPr>
            <a:xfrm>
              <a:off x="4678558" y="425227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5F9C">
                <a:alpha val="100000"/>
              </a:srgbClr>
            </a:solidFill>
            <a:ln w="5420" cap="flat">
              <a:solidFill>
                <a:srgbClr val="395F9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17" name="pg2017"/>
            <p:cNvSpPr/>
            <p:nvPr/>
          </p:nvSpPr>
          <p:spPr>
            <a:xfrm>
              <a:off x="4690196" y="425227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5C9A">
                <a:alpha val="100000"/>
              </a:srgbClr>
            </a:solidFill>
            <a:ln w="5420" cap="flat">
              <a:solidFill>
                <a:srgbClr val="395C9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18" name="pg2018"/>
            <p:cNvSpPr/>
            <p:nvPr/>
          </p:nvSpPr>
          <p:spPr>
            <a:xfrm>
              <a:off x="4701833" y="425227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538E">
                <a:alpha val="100000"/>
              </a:srgbClr>
            </a:solidFill>
            <a:ln w="5420" cap="flat">
              <a:solidFill>
                <a:srgbClr val="3B538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19" name="pg2019"/>
            <p:cNvSpPr/>
            <p:nvPr/>
          </p:nvSpPr>
          <p:spPr>
            <a:xfrm>
              <a:off x="4713470" y="425227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4F88">
                <a:alpha val="100000"/>
              </a:srgbClr>
            </a:solidFill>
            <a:ln w="5420" cap="flat">
              <a:solidFill>
                <a:srgbClr val="3B4F8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20" name="pg2020"/>
            <p:cNvSpPr/>
            <p:nvPr/>
          </p:nvSpPr>
          <p:spPr>
            <a:xfrm>
              <a:off x="4725108" y="425227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B83">
                <a:alpha val="100000"/>
              </a:srgbClr>
            </a:solidFill>
            <a:ln w="5420" cap="flat">
              <a:solidFill>
                <a:srgbClr val="3C4B8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21" name="pg2021"/>
            <p:cNvSpPr/>
            <p:nvPr/>
          </p:nvSpPr>
          <p:spPr>
            <a:xfrm>
              <a:off x="4736745" y="425227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87E">
                <a:alpha val="100000"/>
              </a:srgbClr>
            </a:solidFill>
            <a:ln w="5420" cap="flat">
              <a:solidFill>
                <a:srgbClr val="3C487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22" name="pg2022"/>
            <p:cNvSpPr/>
            <p:nvPr/>
          </p:nvSpPr>
          <p:spPr>
            <a:xfrm>
              <a:off x="4748382" y="425227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67B">
                <a:alpha val="100000"/>
              </a:srgbClr>
            </a:solidFill>
            <a:ln w="5420" cap="flat">
              <a:solidFill>
                <a:srgbClr val="3C467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23" name="pg2023"/>
            <p:cNvSpPr/>
            <p:nvPr/>
          </p:nvSpPr>
          <p:spPr>
            <a:xfrm>
              <a:off x="4760020" y="425227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479">
                <a:alpha val="100000"/>
              </a:srgbClr>
            </a:solidFill>
            <a:ln w="5420" cap="flat">
              <a:solidFill>
                <a:srgbClr val="3C447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24" name="pg2024"/>
            <p:cNvSpPr/>
            <p:nvPr/>
          </p:nvSpPr>
          <p:spPr>
            <a:xfrm>
              <a:off x="4771657" y="425227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478">
                <a:alpha val="100000"/>
              </a:srgbClr>
            </a:solidFill>
            <a:ln w="5420" cap="flat">
              <a:solidFill>
                <a:srgbClr val="3C447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25" name="pg2025"/>
            <p:cNvSpPr/>
            <p:nvPr/>
          </p:nvSpPr>
          <p:spPr>
            <a:xfrm>
              <a:off x="4783294" y="425227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478">
                <a:alpha val="100000"/>
              </a:srgbClr>
            </a:solidFill>
            <a:ln w="5420" cap="flat">
              <a:solidFill>
                <a:srgbClr val="3C447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26" name="pg2026"/>
            <p:cNvSpPr/>
            <p:nvPr/>
          </p:nvSpPr>
          <p:spPr>
            <a:xfrm>
              <a:off x="4794932" y="425227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478">
                <a:alpha val="100000"/>
              </a:srgbClr>
            </a:solidFill>
            <a:ln w="5420" cap="flat">
              <a:solidFill>
                <a:srgbClr val="3C447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27" name="pg2027"/>
            <p:cNvSpPr/>
            <p:nvPr/>
          </p:nvSpPr>
          <p:spPr>
            <a:xfrm>
              <a:off x="4643646" y="426657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59E">
                <a:alpha val="100000"/>
              </a:srgbClr>
            </a:solidFill>
            <a:ln w="5420" cap="flat">
              <a:solidFill>
                <a:srgbClr val="3A65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28" name="pg2028"/>
            <p:cNvSpPr/>
            <p:nvPr/>
          </p:nvSpPr>
          <p:spPr>
            <a:xfrm>
              <a:off x="4655284" y="426657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69E">
                <a:alpha val="100000"/>
              </a:srgbClr>
            </a:solidFill>
            <a:ln w="5420" cap="flat">
              <a:solidFill>
                <a:srgbClr val="3A66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29" name="pg2029"/>
            <p:cNvSpPr/>
            <p:nvPr/>
          </p:nvSpPr>
          <p:spPr>
            <a:xfrm>
              <a:off x="4666921" y="426657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59E">
                <a:alpha val="100000"/>
              </a:srgbClr>
            </a:solidFill>
            <a:ln w="5420" cap="flat">
              <a:solidFill>
                <a:srgbClr val="3A65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30" name="pg2030"/>
            <p:cNvSpPr/>
            <p:nvPr/>
          </p:nvSpPr>
          <p:spPr>
            <a:xfrm>
              <a:off x="4678558" y="426657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29D">
                <a:alpha val="100000"/>
              </a:srgbClr>
            </a:solidFill>
            <a:ln w="5420" cap="flat">
              <a:solidFill>
                <a:srgbClr val="3A62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31" name="pg2031"/>
            <p:cNvSpPr/>
            <p:nvPr/>
          </p:nvSpPr>
          <p:spPr>
            <a:xfrm>
              <a:off x="4690196" y="426657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5F9C">
                <a:alpha val="100000"/>
              </a:srgbClr>
            </a:solidFill>
            <a:ln w="5420" cap="flat">
              <a:solidFill>
                <a:srgbClr val="395F9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32" name="pg2032"/>
            <p:cNvSpPr/>
            <p:nvPr/>
          </p:nvSpPr>
          <p:spPr>
            <a:xfrm>
              <a:off x="4701833" y="426657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5692">
                <a:alpha val="100000"/>
              </a:srgbClr>
            </a:solidFill>
            <a:ln w="5420" cap="flat">
              <a:solidFill>
                <a:srgbClr val="3A569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33" name="pg2033"/>
            <p:cNvSpPr/>
            <p:nvPr/>
          </p:nvSpPr>
          <p:spPr>
            <a:xfrm>
              <a:off x="4713470" y="426657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528C">
                <a:alpha val="100000"/>
              </a:srgbClr>
            </a:solidFill>
            <a:ln w="5420" cap="flat">
              <a:solidFill>
                <a:srgbClr val="3B528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34" name="pg2034"/>
            <p:cNvSpPr/>
            <p:nvPr/>
          </p:nvSpPr>
          <p:spPr>
            <a:xfrm>
              <a:off x="4725108" y="426657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4D86">
                <a:alpha val="100000"/>
              </a:srgbClr>
            </a:solidFill>
            <a:ln w="5420" cap="flat">
              <a:solidFill>
                <a:srgbClr val="3B4D8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35" name="pg2035"/>
            <p:cNvSpPr/>
            <p:nvPr/>
          </p:nvSpPr>
          <p:spPr>
            <a:xfrm>
              <a:off x="4736745" y="426657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A81">
                <a:alpha val="100000"/>
              </a:srgbClr>
            </a:solidFill>
            <a:ln w="5420" cap="flat">
              <a:solidFill>
                <a:srgbClr val="3C4A8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36" name="pg2036"/>
            <p:cNvSpPr/>
            <p:nvPr/>
          </p:nvSpPr>
          <p:spPr>
            <a:xfrm>
              <a:off x="4748382" y="426657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87E">
                <a:alpha val="100000"/>
              </a:srgbClr>
            </a:solidFill>
            <a:ln w="5420" cap="flat">
              <a:solidFill>
                <a:srgbClr val="3C487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37" name="pg2037"/>
            <p:cNvSpPr/>
            <p:nvPr/>
          </p:nvSpPr>
          <p:spPr>
            <a:xfrm>
              <a:off x="4760020" y="426657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67C">
                <a:alpha val="100000"/>
              </a:srgbClr>
            </a:solidFill>
            <a:ln w="5420" cap="flat">
              <a:solidFill>
                <a:srgbClr val="3C467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38" name="pg2038"/>
            <p:cNvSpPr/>
            <p:nvPr/>
          </p:nvSpPr>
          <p:spPr>
            <a:xfrm>
              <a:off x="4771657" y="426657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57A">
                <a:alpha val="100000"/>
              </a:srgbClr>
            </a:solidFill>
            <a:ln w="5420" cap="flat">
              <a:solidFill>
                <a:srgbClr val="3C457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39" name="pg2039"/>
            <p:cNvSpPr/>
            <p:nvPr/>
          </p:nvSpPr>
          <p:spPr>
            <a:xfrm>
              <a:off x="4783294" y="426657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57A">
                <a:alpha val="100000"/>
              </a:srgbClr>
            </a:solidFill>
            <a:ln w="5420" cap="flat">
              <a:solidFill>
                <a:srgbClr val="3C457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40" name="pg2040"/>
            <p:cNvSpPr/>
            <p:nvPr/>
          </p:nvSpPr>
          <p:spPr>
            <a:xfrm>
              <a:off x="4632009" y="428087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69E">
                <a:alpha val="100000"/>
              </a:srgbClr>
            </a:solidFill>
            <a:ln w="5420" cap="flat">
              <a:solidFill>
                <a:srgbClr val="3A66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41" name="pg2041"/>
            <p:cNvSpPr/>
            <p:nvPr/>
          </p:nvSpPr>
          <p:spPr>
            <a:xfrm>
              <a:off x="4643646" y="428087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79E">
                <a:alpha val="100000"/>
              </a:srgbClr>
            </a:solidFill>
            <a:ln w="5420" cap="flat">
              <a:solidFill>
                <a:srgbClr val="3A67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42" name="pg2042"/>
            <p:cNvSpPr/>
            <p:nvPr/>
          </p:nvSpPr>
          <p:spPr>
            <a:xfrm>
              <a:off x="4655284" y="428087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89F">
                <a:alpha val="100000"/>
              </a:srgbClr>
            </a:solidFill>
            <a:ln w="5420" cap="flat">
              <a:solidFill>
                <a:srgbClr val="3A68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43" name="pg2043"/>
            <p:cNvSpPr/>
            <p:nvPr/>
          </p:nvSpPr>
          <p:spPr>
            <a:xfrm>
              <a:off x="4666921" y="428087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79E">
                <a:alpha val="100000"/>
              </a:srgbClr>
            </a:solidFill>
            <a:ln w="5420" cap="flat">
              <a:solidFill>
                <a:srgbClr val="3A67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44" name="pg2044"/>
            <p:cNvSpPr/>
            <p:nvPr/>
          </p:nvSpPr>
          <p:spPr>
            <a:xfrm>
              <a:off x="4678558" y="428087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59E">
                <a:alpha val="100000"/>
              </a:srgbClr>
            </a:solidFill>
            <a:ln w="5420" cap="flat">
              <a:solidFill>
                <a:srgbClr val="3A65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45" name="pg2045"/>
            <p:cNvSpPr/>
            <p:nvPr/>
          </p:nvSpPr>
          <p:spPr>
            <a:xfrm>
              <a:off x="4690196" y="428087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19D">
                <a:alpha val="100000"/>
              </a:srgbClr>
            </a:solidFill>
            <a:ln w="5420" cap="flat">
              <a:solidFill>
                <a:srgbClr val="3A61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46" name="pg2046"/>
            <p:cNvSpPr/>
            <p:nvPr/>
          </p:nvSpPr>
          <p:spPr>
            <a:xfrm>
              <a:off x="4701833" y="428087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5895">
                <a:alpha val="100000"/>
              </a:srgbClr>
            </a:solidFill>
            <a:ln w="5420" cap="flat">
              <a:solidFill>
                <a:srgbClr val="3A589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47" name="pg2047"/>
            <p:cNvSpPr/>
            <p:nvPr/>
          </p:nvSpPr>
          <p:spPr>
            <a:xfrm>
              <a:off x="4620372" y="429517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39E">
                <a:alpha val="100000"/>
              </a:srgbClr>
            </a:solidFill>
            <a:ln w="5420" cap="flat">
              <a:solidFill>
                <a:srgbClr val="3A63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48" name="pg2048"/>
            <p:cNvSpPr/>
            <p:nvPr/>
          </p:nvSpPr>
          <p:spPr>
            <a:xfrm>
              <a:off x="4632009" y="429517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69E">
                <a:alpha val="100000"/>
              </a:srgbClr>
            </a:solidFill>
            <a:ln w="5420" cap="flat">
              <a:solidFill>
                <a:srgbClr val="3A66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49" name="pg2049"/>
            <p:cNvSpPr/>
            <p:nvPr/>
          </p:nvSpPr>
          <p:spPr>
            <a:xfrm>
              <a:off x="4643646" y="429517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89F">
                <a:alpha val="100000"/>
              </a:srgbClr>
            </a:solidFill>
            <a:ln w="5420" cap="flat">
              <a:solidFill>
                <a:srgbClr val="3A68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50" name="pg2050"/>
            <p:cNvSpPr/>
            <p:nvPr/>
          </p:nvSpPr>
          <p:spPr>
            <a:xfrm>
              <a:off x="4655284" y="429517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89F">
                <a:alpha val="100000"/>
              </a:srgbClr>
            </a:solidFill>
            <a:ln w="5420" cap="flat">
              <a:solidFill>
                <a:srgbClr val="3A68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51" name="pg2051"/>
            <p:cNvSpPr/>
            <p:nvPr/>
          </p:nvSpPr>
          <p:spPr>
            <a:xfrm>
              <a:off x="4666921" y="429517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89F">
                <a:alpha val="100000"/>
              </a:srgbClr>
            </a:solidFill>
            <a:ln w="5420" cap="flat">
              <a:solidFill>
                <a:srgbClr val="3A68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52" name="pg2052"/>
            <p:cNvSpPr/>
            <p:nvPr/>
          </p:nvSpPr>
          <p:spPr>
            <a:xfrm>
              <a:off x="4678558" y="429517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69E">
                <a:alpha val="100000"/>
              </a:srgbClr>
            </a:solidFill>
            <a:ln w="5420" cap="flat">
              <a:solidFill>
                <a:srgbClr val="3A66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53" name="pg2053"/>
            <p:cNvSpPr/>
            <p:nvPr/>
          </p:nvSpPr>
          <p:spPr>
            <a:xfrm>
              <a:off x="4690196" y="429517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29D">
                <a:alpha val="100000"/>
              </a:srgbClr>
            </a:solidFill>
            <a:ln w="5420" cap="flat">
              <a:solidFill>
                <a:srgbClr val="3A62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54" name="pg2054"/>
            <p:cNvSpPr/>
            <p:nvPr/>
          </p:nvSpPr>
          <p:spPr>
            <a:xfrm>
              <a:off x="4608734" y="430947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609D">
                <a:alpha val="100000"/>
              </a:srgbClr>
            </a:solidFill>
            <a:ln w="5420" cap="flat">
              <a:solidFill>
                <a:srgbClr val="3960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55" name="pg2055"/>
            <p:cNvSpPr/>
            <p:nvPr/>
          </p:nvSpPr>
          <p:spPr>
            <a:xfrm>
              <a:off x="4620372" y="430947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29D">
                <a:alpha val="100000"/>
              </a:srgbClr>
            </a:solidFill>
            <a:ln w="5420" cap="flat">
              <a:solidFill>
                <a:srgbClr val="3A62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56" name="pg2056"/>
            <p:cNvSpPr/>
            <p:nvPr/>
          </p:nvSpPr>
          <p:spPr>
            <a:xfrm>
              <a:off x="4632009" y="430947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59E">
                <a:alpha val="100000"/>
              </a:srgbClr>
            </a:solidFill>
            <a:ln w="5420" cap="flat">
              <a:solidFill>
                <a:srgbClr val="3A65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57" name="pg2057"/>
            <p:cNvSpPr/>
            <p:nvPr/>
          </p:nvSpPr>
          <p:spPr>
            <a:xfrm>
              <a:off x="4643646" y="430947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69E">
                <a:alpha val="100000"/>
              </a:srgbClr>
            </a:solidFill>
            <a:ln w="5420" cap="flat">
              <a:solidFill>
                <a:srgbClr val="3A66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58" name="pg2058"/>
            <p:cNvSpPr/>
            <p:nvPr/>
          </p:nvSpPr>
          <p:spPr>
            <a:xfrm>
              <a:off x="4655284" y="430947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79E">
                <a:alpha val="100000"/>
              </a:srgbClr>
            </a:solidFill>
            <a:ln w="5420" cap="flat">
              <a:solidFill>
                <a:srgbClr val="3A67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59" name="pg2059"/>
            <p:cNvSpPr/>
            <p:nvPr/>
          </p:nvSpPr>
          <p:spPr>
            <a:xfrm>
              <a:off x="4666921" y="430947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69E">
                <a:alpha val="100000"/>
              </a:srgbClr>
            </a:solidFill>
            <a:ln w="5420" cap="flat">
              <a:solidFill>
                <a:srgbClr val="3A66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60" name="pg2060"/>
            <p:cNvSpPr/>
            <p:nvPr/>
          </p:nvSpPr>
          <p:spPr>
            <a:xfrm>
              <a:off x="4678558" y="430947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59E">
                <a:alpha val="100000"/>
              </a:srgbClr>
            </a:solidFill>
            <a:ln w="5420" cap="flat">
              <a:solidFill>
                <a:srgbClr val="3A65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61" name="pg2061"/>
            <p:cNvSpPr/>
            <p:nvPr/>
          </p:nvSpPr>
          <p:spPr>
            <a:xfrm>
              <a:off x="4608734" y="432377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5E9C">
                <a:alpha val="100000"/>
              </a:srgbClr>
            </a:solidFill>
            <a:ln w="5420" cap="flat">
              <a:solidFill>
                <a:srgbClr val="395E9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62" name="pg2062"/>
            <p:cNvSpPr/>
            <p:nvPr/>
          </p:nvSpPr>
          <p:spPr>
            <a:xfrm>
              <a:off x="4620372" y="432377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609D">
                <a:alpha val="100000"/>
              </a:srgbClr>
            </a:solidFill>
            <a:ln w="5420" cap="flat">
              <a:solidFill>
                <a:srgbClr val="3960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63" name="pg2063"/>
            <p:cNvSpPr/>
            <p:nvPr/>
          </p:nvSpPr>
          <p:spPr>
            <a:xfrm>
              <a:off x="4632009" y="432377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29D">
                <a:alpha val="100000"/>
              </a:srgbClr>
            </a:solidFill>
            <a:ln w="5420" cap="flat">
              <a:solidFill>
                <a:srgbClr val="3A62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64" name="pg2064"/>
            <p:cNvSpPr/>
            <p:nvPr/>
          </p:nvSpPr>
          <p:spPr>
            <a:xfrm>
              <a:off x="4643646" y="432377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49E">
                <a:alpha val="100000"/>
              </a:srgbClr>
            </a:solidFill>
            <a:ln w="5420" cap="flat">
              <a:solidFill>
                <a:srgbClr val="3A64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65" name="pg2065"/>
            <p:cNvSpPr/>
            <p:nvPr/>
          </p:nvSpPr>
          <p:spPr>
            <a:xfrm>
              <a:off x="4655284" y="432377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49E">
                <a:alpha val="100000"/>
              </a:srgbClr>
            </a:solidFill>
            <a:ln w="5420" cap="flat">
              <a:solidFill>
                <a:srgbClr val="3A64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66" name="pg2066"/>
            <p:cNvSpPr/>
            <p:nvPr/>
          </p:nvSpPr>
          <p:spPr>
            <a:xfrm>
              <a:off x="4666921" y="432377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49E">
                <a:alpha val="100000"/>
              </a:srgbClr>
            </a:solidFill>
            <a:ln w="5420" cap="flat">
              <a:solidFill>
                <a:srgbClr val="3A64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67" name="pg2067"/>
            <p:cNvSpPr/>
            <p:nvPr/>
          </p:nvSpPr>
          <p:spPr>
            <a:xfrm>
              <a:off x="4585460" y="433807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5997">
                <a:alpha val="100000"/>
              </a:srgbClr>
            </a:solidFill>
            <a:ln w="5420" cap="flat">
              <a:solidFill>
                <a:srgbClr val="3A599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68" name="pg2068"/>
            <p:cNvSpPr/>
            <p:nvPr/>
          </p:nvSpPr>
          <p:spPr>
            <a:xfrm>
              <a:off x="4597097" y="433807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5B98">
                <a:alpha val="100000"/>
              </a:srgbClr>
            </a:solidFill>
            <a:ln w="5420" cap="flat">
              <a:solidFill>
                <a:srgbClr val="3A5B9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69" name="pg2069"/>
            <p:cNvSpPr/>
            <p:nvPr/>
          </p:nvSpPr>
          <p:spPr>
            <a:xfrm>
              <a:off x="4608734" y="433807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5C9B">
                <a:alpha val="100000"/>
              </a:srgbClr>
            </a:solidFill>
            <a:ln w="5420" cap="flat">
              <a:solidFill>
                <a:srgbClr val="395C9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70" name="pg2070"/>
            <p:cNvSpPr/>
            <p:nvPr/>
          </p:nvSpPr>
          <p:spPr>
            <a:xfrm>
              <a:off x="4620372" y="433807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5E9C">
                <a:alpha val="100000"/>
              </a:srgbClr>
            </a:solidFill>
            <a:ln w="5420" cap="flat">
              <a:solidFill>
                <a:srgbClr val="395E9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71" name="pg2071"/>
            <p:cNvSpPr/>
            <p:nvPr/>
          </p:nvSpPr>
          <p:spPr>
            <a:xfrm>
              <a:off x="4632009" y="433807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5F9D">
                <a:alpha val="100000"/>
              </a:srgbClr>
            </a:solidFill>
            <a:ln w="5420" cap="flat">
              <a:solidFill>
                <a:srgbClr val="395F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72" name="pg2072"/>
            <p:cNvSpPr/>
            <p:nvPr/>
          </p:nvSpPr>
          <p:spPr>
            <a:xfrm>
              <a:off x="4643646" y="433807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619D">
                <a:alpha val="100000"/>
              </a:srgbClr>
            </a:solidFill>
            <a:ln w="5420" cap="flat">
              <a:solidFill>
                <a:srgbClr val="3961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73" name="pg2073"/>
            <p:cNvSpPr/>
            <p:nvPr/>
          </p:nvSpPr>
          <p:spPr>
            <a:xfrm>
              <a:off x="4655284" y="433807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19D">
                <a:alpha val="100000"/>
              </a:srgbClr>
            </a:solidFill>
            <a:ln w="5420" cap="flat">
              <a:solidFill>
                <a:srgbClr val="3A61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74" name="pg2074"/>
            <p:cNvSpPr/>
            <p:nvPr/>
          </p:nvSpPr>
          <p:spPr>
            <a:xfrm>
              <a:off x="4573822" y="435238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5793">
                <a:alpha val="100000"/>
              </a:srgbClr>
            </a:solidFill>
            <a:ln w="5420" cap="flat">
              <a:solidFill>
                <a:srgbClr val="3A579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75" name="pg2075"/>
            <p:cNvSpPr/>
            <p:nvPr/>
          </p:nvSpPr>
          <p:spPr>
            <a:xfrm>
              <a:off x="4585460" y="435238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5895">
                <a:alpha val="100000"/>
              </a:srgbClr>
            </a:solidFill>
            <a:ln w="5420" cap="flat">
              <a:solidFill>
                <a:srgbClr val="3A589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76" name="pg2076"/>
            <p:cNvSpPr/>
            <p:nvPr/>
          </p:nvSpPr>
          <p:spPr>
            <a:xfrm>
              <a:off x="4597097" y="435238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5996">
                <a:alpha val="100000"/>
              </a:srgbClr>
            </a:solidFill>
            <a:ln w="5420" cap="flat">
              <a:solidFill>
                <a:srgbClr val="3A599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77" name="pg2077"/>
            <p:cNvSpPr/>
            <p:nvPr/>
          </p:nvSpPr>
          <p:spPr>
            <a:xfrm>
              <a:off x="4608734" y="435238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5A98">
                <a:alpha val="100000"/>
              </a:srgbClr>
            </a:solidFill>
            <a:ln w="5420" cap="flat">
              <a:solidFill>
                <a:srgbClr val="3A5A9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78" name="pg2078"/>
            <p:cNvSpPr/>
            <p:nvPr/>
          </p:nvSpPr>
          <p:spPr>
            <a:xfrm>
              <a:off x="4620372" y="435238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5B9A">
                <a:alpha val="100000"/>
              </a:srgbClr>
            </a:solidFill>
            <a:ln w="5420" cap="flat">
              <a:solidFill>
                <a:srgbClr val="395B9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79" name="pg2079"/>
            <p:cNvSpPr/>
            <p:nvPr/>
          </p:nvSpPr>
          <p:spPr>
            <a:xfrm>
              <a:off x="4632009" y="435238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5D9B">
                <a:alpha val="100000"/>
              </a:srgbClr>
            </a:solidFill>
            <a:ln w="5420" cap="flat">
              <a:solidFill>
                <a:srgbClr val="395D9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80" name="pg2080"/>
            <p:cNvSpPr/>
            <p:nvPr/>
          </p:nvSpPr>
          <p:spPr>
            <a:xfrm>
              <a:off x="4643646" y="435238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5D9C">
                <a:alpha val="100000"/>
              </a:srgbClr>
            </a:solidFill>
            <a:ln w="5420" cap="flat">
              <a:solidFill>
                <a:srgbClr val="395D9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81" name="pg2081"/>
            <p:cNvSpPr/>
            <p:nvPr/>
          </p:nvSpPr>
          <p:spPr>
            <a:xfrm>
              <a:off x="4655284" y="435238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5E9C">
                <a:alpha val="100000"/>
              </a:srgbClr>
            </a:solidFill>
            <a:ln w="5420" cap="flat">
              <a:solidFill>
                <a:srgbClr val="395E9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82" name="pg2082"/>
            <p:cNvSpPr/>
            <p:nvPr/>
          </p:nvSpPr>
          <p:spPr>
            <a:xfrm>
              <a:off x="4550548" y="436668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5692">
                <a:alpha val="100000"/>
              </a:srgbClr>
            </a:solidFill>
            <a:ln w="5420" cap="flat">
              <a:solidFill>
                <a:srgbClr val="3B569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83" name="pg2083"/>
            <p:cNvSpPr/>
            <p:nvPr/>
          </p:nvSpPr>
          <p:spPr>
            <a:xfrm>
              <a:off x="4562185" y="436668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5692">
                <a:alpha val="100000"/>
              </a:srgbClr>
            </a:solidFill>
            <a:ln w="5420" cap="flat">
              <a:solidFill>
                <a:srgbClr val="3A569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84" name="pg2084"/>
            <p:cNvSpPr/>
            <p:nvPr/>
          </p:nvSpPr>
          <p:spPr>
            <a:xfrm>
              <a:off x="4573822" y="436668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5692">
                <a:alpha val="100000"/>
              </a:srgbClr>
            </a:solidFill>
            <a:ln w="5420" cap="flat">
              <a:solidFill>
                <a:srgbClr val="3A569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85" name="pg2085"/>
            <p:cNvSpPr/>
            <p:nvPr/>
          </p:nvSpPr>
          <p:spPr>
            <a:xfrm>
              <a:off x="4585460" y="436668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5793">
                <a:alpha val="100000"/>
              </a:srgbClr>
            </a:solidFill>
            <a:ln w="5420" cap="flat">
              <a:solidFill>
                <a:srgbClr val="3A579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86" name="pg2086"/>
            <p:cNvSpPr/>
            <p:nvPr/>
          </p:nvSpPr>
          <p:spPr>
            <a:xfrm>
              <a:off x="4597097" y="436668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5894">
                <a:alpha val="100000"/>
              </a:srgbClr>
            </a:solidFill>
            <a:ln w="5420" cap="flat">
              <a:solidFill>
                <a:srgbClr val="3A589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87" name="pg2087"/>
            <p:cNvSpPr/>
            <p:nvPr/>
          </p:nvSpPr>
          <p:spPr>
            <a:xfrm>
              <a:off x="4608734" y="436668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5996">
                <a:alpha val="100000"/>
              </a:srgbClr>
            </a:solidFill>
            <a:ln w="5420" cap="flat">
              <a:solidFill>
                <a:srgbClr val="3A599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88" name="pg2088"/>
            <p:cNvSpPr/>
            <p:nvPr/>
          </p:nvSpPr>
          <p:spPr>
            <a:xfrm>
              <a:off x="4620372" y="436668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5997">
                <a:alpha val="100000"/>
              </a:srgbClr>
            </a:solidFill>
            <a:ln w="5420" cap="flat">
              <a:solidFill>
                <a:srgbClr val="3A599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89" name="pg2089"/>
            <p:cNvSpPr/>
            <p:nvPr/>
          </p:nvSpPr>
          <p:spPr>
            <a:xfrm>
              <a:off x="4632009" y="436668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5A98">
                <a:alpha val="100000"/>
              </a:srgbClr>
            </a:solidFill>
            <a:ln w="5420" cap="flat">
              <a:solidFill>
                <a:srgbClr val="3A5A9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90" name="pg2090"/>
            <p:cNvSpPr/>
            <p:nvPr/>
          </p:nvSpPr>
          <p:spPr>
            <a:xfrm>
              <a:off x="4643646" y="436668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5B99">
                <a:alpha val="100000"/>
              </a:srgbClr>
            </a:solidFill>
            <a:ln w="5420" cap="flat">
              <a:solidFill>
                <a:srgbClr val="395B9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91" name="pg2091"/>
            <p:cNvSpPr/>
            <p:nvPr/>
          </p:nvSpPr>
          <p:spPr>
            <a:xfrm>
              <a:off x="4538910" y="438098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5591">
                <a:alpha val="100000"/>
              </a:srgbClr>
            </a:solidFill>
            <a:ln w="5420" cap="flat">
              <a:solidFill>
                <a:srgbClr val="3B559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92" name="pg2092"/>
            <p:cNvSpPr/>
            <p:nvPr/>
          </p:nvSpPr>
          <p:spPr>
            <a:xfrm>
              <a:off x="4550548" y="438098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5692">
                <a:alpha val="100000"/>
              </a:srgbClr>
            </a:solidFill>
            <a:ln w="5420" cap="flat">
              <a:solidFill>
                <a:srgbClr val="3A569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93" name="pg2093"/>
            <p:cNvSpPr/>
            <p:nvPr/>
          </p:nvSpPr>
          <p:spPr>
            <a:xfrm>
              <a:off x="4562185" y="438098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5692">
                <a:alpha val="100000"/>
              </a:srgbClr>
            </a:solidFill>
            <a:ln w="5420" cap="flat">
              <a:solidFill>
                <a:srgbClr val="3A569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94" name="pg2094"/>
            <p:cNvSpPr/>
            <p:nvPr/>
          </p:nvSpPr>
          <p:spPr>
            <a:xfrm>
              <a:off x="4573822" y="438098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5692">
                <a:alpha val="100000"/>
              </a:srgbClr>
            </a:solidFill>
            <a:ln w="5420" cap="flat">
              <a:solidFill>
                <a:srgbClr val="3A569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95" name="pg2095"/>
            <p:cNvSpPr/>
            <p:nvPr/>
          </p:nvSpPr>
          <p:spPr>
            <a:xfrm>
              <a:off x="4585460" y="438098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5692">
                <a:alpha val="100000"/>
              </a:srgbClr>
            </a:solidFill>
            <a:ln w="5420" cap="flat">
              <a:solidFill>
                <a:srgbClr val="3A569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96" name="pg2096"/>
            <p:cNvSpPr/>
            <p:nvPr/>
          </p:nvSpPr>
          <p:spPr>
            <a:xfrm>
              <a:off x="4597097" y="438098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5692">
                <a:alpha val="100000"/>
              </a:srgbClr>
            </a:solidFill>
            <a:ln w="5420" cap="flat">
              <a:solidFill>
                <a:srgbClr val="3A569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97" name="pg2097"/>
            <p:cNvSpPr/>
            <p:nvPr/>
          </p:nvSpPr>
          <p:spPr>
            <a:xfrm>
              <a:off x="4608734" y="438098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5793">
                <a:alpha val="100000"/>
              </a:srgbClr>
            </a:solidFill>
            <a:ln w="5420" cap="flat">
              <a:solidFill>
                <a:srgbClr val="3A579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98" name="pg2098"/>
            <p:cNvSpPr/>
            <p:nvPr/>
          </p:nvSpPr>
          <p:spPr>
            <a:xfrm>
              <a:off x="4620372" y="438098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5794">
                <a:alpha val="100000"/>
              </a:srgbClr>
            </a:solidFill>
            <a:ln w="5420" cap="flat">
              <a:solidFill>
                <a:srgbClr val="3A579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99" name="pg2099"/>
            <p:cNvSpPr/>
            <p:nvPr/>
          </p:nvSpPr>
          <p:spPr>
            <a:xfrm>
              <a:off x="4480724" y="439528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4F88">
                <a:alpha val="100000"/>
              </a:srgbClr>
            </a:solidFill>
            <a:ln w="5420" cap="flat">
              <a:solidFill>
                <a:srgbClr val="3B4F8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00" name="pg2100"/>
            <p:cNvSpPr/>
            <p:nvPr/>
          </p:nvSpPr>
          <p:spPr>
            <a:xfrm>
              <a:off x="4492361" y="439528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5089">
                <a:alpha val="100000"/>
              </a:srgbClr>
            </a:solidFill>
            <a:ln w="5420" cap="flat">
              <a:solidFill>
                <a:srgbClr val="3B508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01" name="pg2101"/>
            <p:cNvSpPr/>
            <p:nvPr/>
          </p:nvSpPr>
          <p:spPr>
            <a:xfrm>
              <a:off x="4503998" y="439528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518B">
                <a:alpha val="100000"/>
              </a:srgbClr>
            </a:solidFill>
            <a:ln w="5420" cap="flat">
              <a:solidFill>
                <a:srgbClr val="3B518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02" name="pg2102"/>
            <p:cNvSpPr/>
            <p:nvPr/>
          </p:nvSpPr>
          <p:spPr>
            <a:xfrm>
              <a:off x="4515636" y="439528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528D">
                <a:alpha val="100000"/>
              </a:srgbClr>
            </a:solidFill>
            <a:ln w="5420" cap="flat">
              <a:solidFill>
                <a:srgbClr val="3B528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03" name="pg2103"/>
            <p:cNvSpPr/>
            <p:nvPr/>
          </p:nvSpPr>
          <p:spPr>
            <a:xfrm>
              <a:off x="4527273" y="439528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548F">
                <a:alpha val="100000"/>
              </a:srgbClr>
            </a:solidFill>
            <a:ln w="5420" cap="flat">
              <a:solidFill>
                <a:srgbClr val="3B548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04" name="pg2104"/>
            <p:cNvSpPr/>
            <p:nvPr/>
          </p:nvSpPr>
          <p:spPr>
            <a:xfrm>
              <a:off x="4538910" y="439528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5590">
                <a:alpha val="100000"/>
              </a:srgbClr>
            </a:solidFill>
            <a:ln w="5420" cap="flat">
              <a:solidFill>
                <a:srgbClr val="3B559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05" name="pg2105"/>
            <p:cNvSpPr/>
            <p:nvPr/>
          </p:nvSpPr>
          <p:spPr>
            <a:xfrm>
              <a:off x="4550548" y="439528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5692">
                <a:alpha val="100000"/>
              </a:srgbClr>
            </a:solidFill>
            <a:ln w="5420" cap="flat">
              <a:solidFill>
                <a:srgbClr val="3B569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06" name="pg2106"/>
            <p:cNvSpPr/>
            <p:nvPr/>
          </p:nvSpPr>
          <p:spPr>
            <a:xfrm>
              <a:off x="4562185" y="439528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5692">
                <a:alpha val="100000"/>
              </a:srgbClr>
            </a:solidFill>
            <a:ln w="5420" cap="flat">
              <a:solidFill>
                <a:srgbClr val="3A569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07" name="pg2107"/>
            <p:cNvSpPr/>
            <p:nvPr/>
          </p:nvSpPr>
          <p:spPr>
            <a:xfrm>
              <a:off x="4573822" y="439528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5692">
                <a:alpha val="100000"/>
              </a:srgbClr>
            </a:solidFill>
            <a:ln w="5420" cap="flat">
              <a:solidFill>
                <a:srgbClr val="3A569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08" name="pg2108"/>
            <p:cNvSpPr/>
            <p:nvPr/>
          </p:nvSpPr>
          <p:spPr>
            <a:xfrm>
              <a:off x="4585460" y="439528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5692">
                <a:alpha val="100000"/>
              </a:srgbClr>
            </a:solidFill>
            <a:ln w="5420" cap="flat">
              <a:solidFill>
                <a:srgbClr val="3A569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09" name="pg2109"/>
            <p:cNvSpPr/>
            <p:nvPr/>
          </p:nvSpPr>
          <p:spPr>
            <a:xfrm>
              <a:off x="4597097" y="439528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5692">
                <a:alpha val="100000"/>
              </a:srgbClr>
            </a:solidFill>
            <a:ln w="5420" cap="flat">
              <a:solidFill>
                <a:srgbClr val="3A569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10" name="pg2110"/>
            <p:cNvSpPr/>
            <p:nvPr/>
          </p:nvSpPr>
          <p:spPr>
            <a:xfrm>
              <a:off x="4608734" y="439528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5692">
                <a:alpha val="100000"/>
              </a:srgbClr>
            </a:solidFill>
            <a:ln w="5420" cap="flat">
              <a:solidFill>
                <a:srgbClr val="3A569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11" name="pg2111"/>
            <p:cNvSpPr/>
            <p:nvPr/>
          </p:nvSpPr>
          <p:spPr>
            <a:xfrm>
              <a:off x="4457449" y="440958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C83">
                <a:alpha val="100000"/>
              </a:srgbClr>
            </a:solidFill>
            <a:ln w="5420" cap="flat">
              <a:solidFill>
                <a:srgbClr val="3C4C8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12" name="pg2112"/>
            <p:cNvSpPr/>
            <p:nvPr/>
          </p:nvSpPr>
          <p:spPr>
            <a:xfrm>
              <a:off x="4469086" y="440958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D85">
                <a:alpha val="100000"/>
              </a:srgbClr>
            </a:solidFill>
            <a:ln w="5420" cap="flat">
              <a:solidFill>
                <a:srgbClr val="3C4D8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13" name="pg2113"/>
            <p:cNvSpPr/>
            <p:nvPr/>
          </p:nvSpPr>
          <p:spPr>
            <a:xfrm>
              <a:off x="4480724" y="440958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4E86">
                <a:alpha val="100000"/>
              </a:srgbClr>
            </a:solidFill>
            <a:ln w="5420" cap="flat">
              <a:solidFill>
                <a:srgbClr val="3B4E8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14" name="pg2114"/>
            <p:cNvSpPr/>
            <p:nvPr/>
          </p:nvSpPr>
          <p:spPr>
            <a:xfrm>
              <a:off x="4492361" y="440958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4F88">
                <a:alpha val="100000"/>
              </a:srgbClr>
            </a:solidFill>
            <a:ln w="5420" cap="flat">
              <a:solidFill>
                <a:srgbClr val="3B4F8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15" name="pg2115"/>
            <p:cNvSpPr/>
            <p:nvPr/>
          </p:nvSpPr>
          <p:spPr>
            <a:xfrm>
              <a:off x="4503998" y="440958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5089">
                <a:alpha val="100000"/>
              </a:srgbClr>
            </a:solidFill>
            <a:ln w="5420" cap="flat">
              <a:solidFill>
                <a:srgbClr val="3B508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16" name="pg2116"/>
            <p:cNvSpPr/>
            <p:nvPr/>
          </p:nvSpPr>
          <p:spPr>
            <a:xfrm>
              <a:off x="4515636" y="440958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518B">
                <a:alpha val="100000"/>
              </a:srgbClr>
            </a:solidFill>
            <a:ln w="5420" cap="flat">
              <a:solidFill>
                <a:srgbClr val="3B518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17" name="pg2117"/>
            <p:cNvSpPr/>
            <p:nvPr/>
          </p:nvSpPr>
          <p:spPr>
            <a:xfrm>
              <a:off x="4527273" y="440958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538D">
                <a:alpha val="100000"/>
              </a:srgbClr>
            </a:solidFill>
            <a:ln w="5420" cap="flat">
              <a:solidFill>
                <a:srgbClr val="3B538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18" name="pg2118"/>
            <p:cNvSpPr/>
            <p:nvPr/>
          </p:nvSpPr>
          <p:spPr>
            <a:xfrm>
              <a:off x="4538910" y="440958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548F">
                <a:alpha val="100000"/>
              </a:srgbClr>
            </a:solidFill>
            <a:ln w="5420" cap="flat">
              <a:solidFill>
                <a:srgbClr val="3B548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19" name="pg2119"/>
            <p:cNvSpPr/>
            <p:nvPr/>
          </p:nvSpPr>
          <p:spPr>
            <a:xfrm>
              <a:off x="4550548" y="440958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5591">
                <a:alpha val="100000"/>
              </a:srgbClr>
            </a:solidFill>
            <a:ln w="5420" cap="flat">
              <a:solidFill>
                <a:srgbClr val="3B559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20" name="pg2120"/>
            <p:cNvSpPr/>
            <p:nvPr/>
          </p:nvSpPr>
          <p:spPr>
            <a:xfrm>
              <a:off x="4562185" y="440958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5691">
                <a:alpha val="100000"/>
              </a:srgbClr>
            </a:solidFill>
            <a:ln w="5420" cap="flat">
              <a:solidFill>
                <a:srgbClr val="3B569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21" name="pg2121"/>
            <p:cNvSpPr/>
            <p:nvPr/>
          </p:nvSpPr>
          <p:spPr>
            <a:xfrm>
              <a:off x="4573822" y="440958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5692">
                <a:alpha val="100000"/>
              </a:srgbClr>
            </a:solidFill>
            <a:ln w="5420" cap="flat">
              <a:solidFill>
                <a:srgbClr val="3B569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22" name="pg2122"/>
            <p:cNvSpPr/>
            <p:nvPr/>
          </p:nvSpPr>
          <p:spPr>
            <a:xfrm>
              <a:off x="4585460" y="440958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5692">
                <a:alpha val="100000"/>
              </a:srgbClr>
            </a:solidFill>
            <a:ln w="5420" cap="flat">
              <a:solidFill>
                <a:srgbClr val="3B569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23" name="pg2123"/>
            <p:cNvSpPr/>
            <p:nvPr/>
          </p:nvSpPr>
          <p:spPr>
            <a:xfrm>
              <a:off x="4597097" y="440958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5692">
                <a:alpha val="100000"/>
              </a:srgbClr>
            </a:solidFill>
            <a:ln w="5420" cap="flat">
              <a:solidFill>
                <a:srgbClr val="3B569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24" name="pg2124"/>
            <p:cNvSpPr/>
            <p:nvPr/>
          </p:nvSpPr>
          <p:spPr>
            <a:xfrm>
              <a:off x="4445812" y="442388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A81">
                <a:alpha val="100000"/>
              </a:srgbClr>
            </a:solidFill>
            <a:ln w="5420" cap="flat">
              <a:solidFill>
                <a:srgbClr val="3C4A8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25" name="pg2125"/>
            <p:cNvSpPr/>
            <p:nvPr/>
          </p:nvSpPr>
          <p:spPr>
            <a:xfrm>
              <a:off x="4457449" y="442388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B82">
                <a:alpha val="100000"/>
              </a:srgbClr>
            </a:solidFill>
            <a:ln w="5420" cap="flat">
              <a:solidFill>
                <a:srgbClr val="3C4B8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26" name="pg2126"/>
            <p:cNvSpPr/>
            <p:nvPr/>
          </p:nvSpPr>
          <p:spPr>
            <a:xfrm>
              <a:off x="4469086" y="442388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C84">
                <a:alpha val="100000"/>
              </a:srgbClr>
            </a:solidFill>
            <a:ln w="5420" cap="flat">
              <a:solidFill>
                <a:srgbClr val="3C4C8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27" name="pg2127"/>
            <p:cNvSpPr/>
            <p:nvPr/>
          </p:nvSpPr>
          <p:spPr>
            <a:xfrm>
              <a:off x="4480724" y="442388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D85">
                <a:alpha val="100000"/>
              </a:srgbClr>
            </a:solidFill>
            <a:ln w="5420" cap="flat">
              <a:solidFill>
                <a:srgbClr val="3C4D8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28" name="pg2128"/>
            <p:cNvSpPr/>
            <p:nvPr/>
          </p:nvSpPr>
          <p:spPr>
            <a:xfrm>
              <a:off x="4492361" y="442388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4E86">
                <a:alpha val="100000"/>
              </a:srgbClr>
            </a:solidFill>
            <a:ln w="5420" cap="flat">
              <a:solidFill>
                <a:srgbClr val="3B4E8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29" name="pg2129"/>
            <p:cNvSpPr/>
            <p:nvPr/>
          </p:nvSpPr>
          <p:spPr>
            <a:xfrm>
              <a:off x="4503998" y="442388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4F88">
                <a:alpha val="100000"/>
              </a:srgbClr>
            </a:solidFill>
            <a:ln w="5420" cap="flat">
              <a:solidFill>
                <a:srgbClr val="3B4F8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30" name="pg2130"/>
            <p:cNvSpPr/>
            <p:nvPr/>
          </p:nvSpPr>
          <p:spPr>
            <a:xfrm>
              <a:off x="4515636" y="442388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508A">
                <a:alpha val="100000"/>
              </a:srgbClr>
            </a:solidFill>
            <a:ln w="5420" cap="flat">
              <a:solidFill>
                <a:srgbClr val="3B508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31" name="pg2131"/>
            <p:cNvSpPr/>
            <p:nvPr/>
          </p:nvSpPr>
          <p:spPr>
            <a:xfrm>
              <a:off x="4527273" y="442388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528C">
                <a:alpha val="100000"/>
              </a:srgbClr>
            </a:solidFill>
            <a:ln w="5420" cap="flat">
              <a:solidFill>
                <a:srgbClr val="3B528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32" name="pg2132"/>
            <p:cNvSpPr/>
            <p:nvPr/>
          </p:nvSpPr>
          <p:spPr>
            <a:xfrm>
              <a:off x="4538910" y="442388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538D">
                <a:alpha val="100000"/>
              </a:srgbClr>
            </a:solidFill>
            <a:ln w="5420" cap="flat">
              <a:solidFill>
                <a:srgbClr val="3B538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33" name="pg2133"/>
            <p:cNvSpPr/>
            <p:nvPr/>
          </p:nvSpPr>
          <p:spPr>
            <a:xfrm>
              <a:off x="4550548" y="442388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548F">
                <a:alpha val="100000"/>
              </a:srgbClr>
            </a:solidFill>
            <a:ln w="5420" cap="flat">
              <a:solidFill>
                <a:srgbClr val="3B548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34" name="pg2134"/>
            <p:cNvSpPr/>
            <p:nvPr/>
          </p:nvSpPr>
          <p:spPr>
            <a:xfrm>
              <a:off x="4562185" y="442388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5590">
                <a:alpha val="100000"/>
              </a:srgbClr>
            </a:solidFill>
            <a:ln w="5420" cap="flat">
              <a:solidFill>
                <a:srgbClr val="3B559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35" name="pg2135"/>
            <p:cNvSpPr/>
            <p:nvPr/>
          </p:nvSpPr>
          <p:spPr>
            <a:xfrm>
              <a:off x="4573822" y="442388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5590">
                <a:alpha val="100000"/>
              </a:srgbClr>
            </a:solidFill>
            <a:ln w="5420" cap="flat">
              <a:solidFill>
                <a:srgbClr val="3B559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36" name="pg2136"/>
            <p:cNvSpPr/>
            <p:nvPr/>
          </p:nvSpPr>
          <p:spPr>
            <a:xfrm>
              <a:off x="4445812" y="443818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A80">
                <a:alpha val="100000"/>
              </a:srgbClr>
            </a:solidFill>
            <a:ln w="5420" cap="flat">
              <a:solidFill>
                <a:srgbClr val="3C4A8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37" name="pg2137"/>
            <p:cNvSpPr/>
            <p:nvPr/>
          </p:nvSpPr>
          <p:spPr>
            <a:xfrm>
              <a:off x="4457449" y="443818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A81">
                <a:alpha val="100000"/>
              </a:srgbClr>
            </a:solidFill>
            <a:ln w="5420" cap="flat">
              <a:solidFill>
                <a:srgbClr val="3C4A8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38" name="pg2138"/>
            <p:cNvSpPr/>
            <p:nvPr/>
          </p:nvSpPr>
          <p:spPr>
            <a:xfrm>
              <a:off x="4469086" y="443818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B83">
                <a:alpha val="100000"/>
              </a:srgbClr>
            </a:solidFill>
            <a:ln w="5420" cap="flat">
              <a:solidFill>
                <a:srgbClr val="3C4B8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39" name="pg2139"/>
            <p:cNvSpPr/>
            <p:nvPr/>
          </p:nvSpPr>
          <p:spPr>
            <a:xfrm>
              <a:off x="4480724" y="443818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C84">
                <a:alpha val="100000"/>
              </a:srgbClr>
            </a:solidFill>
            <a:ln w="5420" cap="flat">
              <a:solidFill>
                <a:srgbClr val="3C4C8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40" name="pg2140"/>
            <p:cNvSpPr/>
            <p:nvPr/>
          </p:nvSpPr>
          <p:spPr>
            <a:xfrm>
              <a:off x="4492361" y="443818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D85">
                <a:alpha val="100000"/>
              </a:srgbClr>
            </a:solidFill>
            <a:ln w="5420" cap="flat">
              <a:solidFill>
                <a:srgbClr val="3C4D8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41" name="pg2141"/>
            <p:cNvSpPr/>
            <p:nvPr/>
          </p:nvSpPr>
          <p:spPr>
            <a:xfrm>
              <a:off x="4503998" y="443818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4E86">
                <a:alpha val="100000"/>
              </a:srgbClr>
            </a:solidFill>
            <a:ln w="5420" cap="flat">
              <a:solidFill>
                <a:srgbClr val="3B4E8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42" name="pg2142"/>
            <p:cNvSpPr/>
            <p:nvPr/>
          </p:nvSpPr>
          <p:spPr>
            <a:xfrm>
              <a:off x="4515636" y="443818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4F88">
                <a:alpha val="100000"/>
              </a:srgbClr>
            </a:solidFill>
            <a:ln w="5420" cap="flat">
              <a:solidFill>
                <a:srgbClr val="3B4F8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43" name="pg2143"/>
            <p:cNvSpPr/>
            <p:nvPr/>
          </p:nvSpPr>
          <p:spPr>
            <a:xfrm>
              <a:off x="4527273" y="443818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508A">
                <a:alpha val="100000"/>
              </a:srgbClr>
            </a:solidFill>
            <a:ln w="5420" cap="flat">
              <a:solidFill>
                <a:srgbClr val="3B508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44" name="pg2144"/>
            <p:cNvSpPr/>
            <p:nvPr/>
          </p:nvSpPr>
          <p:spPr>
            <a:xfrm>
              <a:off x="4538910" y="443818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518B">
                <a:alpha val="100000"/>
              </a:srgbClr>
            </a:solidFill>
            <a:ln w="5420" cap="flat">
              <a:solidFill>
                <a:srgbClr val="3B518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45" name="pg2145"/>
            <p:cNvSpPr/>
            <p:nvPr/>
          </p:nvSpPr>
          <p:spPr>
            <a:xfrm>
              <a:off x="4550548" y="443818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528D">
                <a:alpha val="100000"/>
              </a:srgbClr>
            </a:solidFill>
            <a:ln w="5420" cap="flat">
              <a:solidFill>
                <a:srgbClr val="3B528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46" name="pg2146"/>
            <p:cNvSpPr/>
            <p:nvPr/>
          </p:nvSpPr>
          <p:spPr>
            <a:xfrm>
              <a:off x="4562185" y="443818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538E">
                <a:alpha val="100000"/>
              </a:srgbClr>
            </a:solidFill>
            <a:ln w="5420" cap="flat">
              <a:solidFill>
                <a:srgbClr val="3B538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47" name="pg2147"/>
            <p:cNvSpPr/>
            <p:nvPr/>
          </p:nvSpPr>
          <p:spPr>
            <a:xfrm>
              <a:off x="4445812" y="445248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97F">
                <a:alpha val="100000"/>
              </a:srgbClr>
            </a:solidFill>
            <a:ln w="5420" cap="flat">
              <a:solidFill>
                <a:srgbClr val="3C497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48" name="pg2148"/>
            <p:cNvSpPr/>
            <p:nvPr/>
          </p:nvSpPr>
          <p:spPr>
            <a:xfrm>
              <a:off x="4457449" y="445248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980">
                <a:alpha val="100000"/>
              </a:srgbClr>
            </a:solidFill>
            <a:ln w="5420" cap="flat">
              <a:solidFill>
                <a:srgbClr val="3C498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49" name="pg2149"/>
            <p:cNvSpPr/>
            <p:nvPr/>
          </p:nvSpPr>
          <p:spPr>
            <a:xfrm>
              <a:off x="4469086" y="445248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B82">
                <a:alpha val="100000"/>
              </a:srgbClr>
            </a:solidFill>
            <a:ln w="5420" cap="flat">
              <a:solidFill>
                <a:srgbClr val="3C4B8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50" name="pg2150"/>
            <p:cNvSpPr/>
            <p:nvPr/>
          </p:nvSpPr>
          <p:spPr>
            <a:xfrm>
              <a:off x="4480724" y="445248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B83">
                <a:alpha val="100000"/>
              </a:srgbClr>
            </a:solidFill>
            <a:ln w="5420" cap="flat">
              <a:solidFill>
                <a:srgbClr val="3C4B8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51" name="pg2151"/>
            <p:cNvSpPr/>
            <p:nvPr/>
          </p:nvSpPr>
          <p:spPr>
            <a:xfrm>
              <a:off x="4492361" y="445248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C84">
                <a:alpha val="100000"/>
              </a:srgbClr>
            </a:solidFill>
            <a:ln w="5420" cap="flat">
              <a:solidFill>
                <a:srgbClr val="3C4C8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52" name="pg2152"/>
            <p:cNvSpPr/>
            <p:nvPr/>
          </p:nvSpPr>
          <p:spPr>
            <a:xfrm>
              <a:off x="4503998" y="445248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D85">
                <a:alpha val="100000"/>
              </a:srgbClr>
            </a:solidFill>
            <a:ln w="5420" cap="flat">
              <a:solidFill>
                <a:srgbClr val="3C4D8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53" name="pg2153"/>
            <p:cNvSpPr/>
            <p:nvPr/>
          </p:nvSpPr>
          <p:spPr>
            <a:xfrm>
              <a:off x="4515636" y="445248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4E86">
                <a:alpha val="100000"/>
              </a:srgbClr>
            </a:solidFill>
            <a:ln w="5420" cap="flat">
              <a:solidFill>
                <a:srgbClr val="3B4E8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54" name="pg2154"/>
            <p:cNvSpPr/>
            <p:nvPr/>
          </p:nvSpPr>
          <p:spPr>
            <a:xfrm>
              <a:off x="4527273" y="445248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4F88">
                <a:alpha val="100000"/>
              </a:srgbClr>
            </a:solidFill>
            <a:ln w="5420" cap="flat">
              <a:solidFill>
                <a:srgbClr val="3B4F8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55" name="pg2155"/>
            <p:cNvSpPr/>
            <p:nvPr/>
          </p:nvSpPr>
          <p:spPr>
            <a:xfrm>
              <a:off x="4445812" y="446678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87D">
                <a:alpha val="100000"/>
              </a:srgbClr>
            </a:solidFill>
            <a:ln w="5420" cap="flat">
              <a:solidFill>
                <a:srgbClr val="3C487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56" name="pg2156"/>
            <p:cNvSpPr/>
            <p:nvPr/>
          </p:nvSpPr>
          <p:spPr>
            <a:xfrm>
              <a:off x="4457449" y="446678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980">
                <a:alpha val="100000"/>
              </a:srgbClr>
            </a:solidFill>
            <a:ln w="5420" cap="flat">
              <a:solidFill>
                <a:srgbClr val="3C498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57" name="pg2157"/>
            <p:cNvSpPr/>
            <p:nvPr/>
          </p:nvSpPr>
          <p:spPr>
            <a:xfrm>
              <a:off x="4469086" y="446678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B83">
                <a:alpha val="100000"/>
              </a:srgbClr>
            </a:solidFill>
            <a:ln w="5420" cap="flat">
              <a:solidFill>
                <a:srgbClr val="3C4B8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58" name="pg2158"/>
            <p:cNvSpPr/>
            <p:nvPr/>
          </p:nvSpPr>
          <p:spPr>
            <a:xfrm>
              <a:off x="4480724" y="446678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B83">
                <a:alpha val="100000"/>
              </a:srgbClr>
            </a:solidFill>
            <a:ln w="5420" cap="flat">
              <a:solidFill>
                <a:srgbClr val="3C4B8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59" name="pg2159"/>
            <p:cNvSpPr/>
            <p:nvPr/>
          </p:nvSpPr>
          <p:spPr>
            <a:xfrm>
              <a:off x="4492361" y="446678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C83">
                <a:alpha val="100000"/>
              </a:srgbClr>
            </a:solidFill>
            <a:ln w="5420" cap="flat">
              <a:solidFill>
                <a:srgbClr val="3C4C8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60" name="pg2160"/>
            <p:cNvSpPr/>
            <p:nvPr/>
          </p:nvSpPr>
          <p:spPr>
            <a:xfrm>
              <a:off x="4503998" y="446678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C84">
                <a:alpha val="100000"/>
              </a:srgbClr>
            </a:solidFill>
            <a:ln w="5420" cap="flat">
              <a:solidFill>
                <a:srgbClr val="3C4C8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61" name="pg2161"/>
            <p:cNvSpPr/>
            <p:nvPr/>
          </p:nvSpPr>
          <p:spPr>
            <a:xfrm>
              <a:off x="4515636" y="446678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D85">
                <a:alpha val="100000"/>
              </a:srgbClr>
            </a:solidFill>
            <a:ln w="5420" cap="flat">
              <a:solidFill>
                <a:srgbClr val="3C4D8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62" name="pg2162"/>
            <p:cNvSpPr/>
            <p:nvPr/>
          </p:nvSpPr>
          <p:spPr>
            <a:xfrm>
              <a:off x="4422537" y="448108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579">
                <a:alpha val="100000"/>
              </a:srgbClr>
            </a:solidFill>
            <a:ln w="5420" cap="flat">
              <a:solidFill>
                <a:srgbClr val="3C457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63" name="pg2163"/>
            <p:cNvSpPr/>
            <p:nvPr/>
          </p:nvSpPr>
          <p:spPr>
            <a:xfrm>
              <a:off x="4434174" y="448108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479">
                <a:alpha val="100000"/>
              </a:srgbClr>
            </a:solidFill>
            <a:ln w="5420" cap="flat">
              <a:solidFill>
                <a:srgbClr val="3C447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64" name="pg2164"/>
            <p:cNvSpPr/>
            <p:nvPr/>
          </p:nvSpPr>
          <p:spPr>
            <a:xfrm>
              <a:off x="4445812" y="448108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579">
                <a:alpha val="100000"/>
              </a:srgbClr>
            </a:solidFill>
            <a:ln w="5420" cap="flat">
              <a:solidFill>
                <a:srgbClr val="3C457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65" name="pg2165"/>
            <p:cNvSpPr/>
            <p:nvPr/>
          </p:nvSpPr>
          <p:spPr>
            <a:xfrm>
              <a:off x="4457449" y="448108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A82">
                <a:alpha val="100000"/>
              </a:srgbClr>
            </a:solidFill>
            <a:ln w="5420" cap="flat">
              <a:solidFill>
                <a:srgbClr val="3C4A8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66" name="pg2166"/>
            <p:cNvSpPr/>
            <p:nvPr/>
          </p:nvSpPr>
          <p:spPr>
            <a:xfrm>
              <a:off x="4469086" y="448108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D85">
                <a:alpha val="100000"/>
              </a:srgbClr>
            </a:solidFill>
            <a:ln w="5420" cap="flat">
              <a:solidFill>
                <a:srgbClr val="3C4D8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67" name="pg2167"/>
            <p:cNvSpPr/>
            <p:nvPr/>
          </p:nvSpPr>
          <p:spPr>
            <a:xfrm>
              <a:off x="4480724" y="448108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C83">
                <a:alpha val="100000"/>
              </a:srgbClr>
            </a:solidFill>
            <a:ln w="5420" cap="flat">
              <a:solidFill>
                <a:srgbClr val="3C4C8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68" name="pg2168"/>
            <p:cNvSpPr/>
            <p:nvPr/>
          </p:nvSpPr>
          <p:spPr>
            <a:xfrm>
              <a:off x="4492361" y="448108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B83">
                <a:alpha val="100000"/>
              </a:srgbClr>
            </a:solidFill>
            <a:ln w="5420" cap="flat">
              <a:solidFill>
                <a:srgbClr val="3C4B8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69" name="pg2169"/>
            <p:cNvSpPr/>
            <p:nvPr/>
          </p:nvSpPr>
          <p:spPr>
            <a:xfrm>
              <a:off x="4503998" y="448108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C83">
                <a:alpha val="100000"/>
              </a:srgbClr>
            </a:solidFill>
            <a:ln w="5420" cap="flat">
              <a:solidFill>
                <a:srgbClr val="3C4C8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70" name="pg2170"/>
            <p:cNvSpPr/>
            <p:nvPr/>
          </p:nvSpPr>
          <p:spPr>
            <a:xfrm>
              <a:off x="4422537" y="449538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479">
                <a:alpha val="100000"/>
              </a:srgbClr>
            </a:solidFill>
            <a:ln w="5420" cap="flat">
              <a:solidFill>
                <a:srgbClr val="3C447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71" name="pg2171"/>
            <p:cNvSpPr/>
            <p:nvPr/>
          </p:nvSpPr>
          <p:spPr>
            <a:xfrm>
              <a:off x="4434174" y="449538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276">
                <a:alpha val="100000"/>
              </a:srgbClr>
            </a:solidFill>
            <a:ln w="5420" cap="flat">
              <a:solidFill>
                <a:srgbClr val="3C427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72" name="pg2172"/>
            <p:cNvSpPr/>
            <p:nvPr/>
          </p:nvSpPr>
          <p:spPr>
            <a:xfrm>
              <a:off x="4445812" y="449538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3F71">
                <a:alpha val="100000"/>
              </a:srgbClr>
            </a:solidFill>
            <a:ln w="5420" cap="flat">
              <a:solidFill>
                <a:srgbClr val="3B3F7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73" name="pg2173"/>
            <p:cNvSpPr/>
            <p:nvPr/>
          </p:nvSpPr>
          <p:spPr>
            <a:xfrm>
              <a:off x="4457449" y="449538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87E">
                <a:alpha val="100000"/>
              </a:srgbClr>
            </a:solidFill>
            <a:ln w="5420" cap="flat">
              <a:solidFill>
                <a:srgbClr val="3C487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74" name="pg2174"/>
            <p:cNvSpPr/>
            <p:nvPr/>
          </p:nvSpPr>
          <p:spPr>
            <a:xfrm>
              <a:off x="4469086" y="449538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D85">
                <a:alpha val="100000"/>
              </a:srgbClr>
            </a:solidFill>
            <a:ln w="5420" cap="flat">
              <a:solidFill>
                <a:srgbClr val="3C4D8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75" name="pg2175"/>
            <p:cNvSpPr/>
            <p:nvPr/>
          </p:nvSpPr>
          <p:spPr>
            <a:xfrm>
              <a:off x="4480724" y="449538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C83">
                <a:alpha val="100000"/>
              </a:srgbClr>
            </a:solidFill>
            <a:ln w="5420" cap="flat">
              <a:solidFill>
                <a:srgbClr val="3C4C8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76" name="pg2176"/>
            <p:cNvSpPr/>
            <p:nvPr/>
          </p:nvSpPr>
          <p:spPr>
            <a:xfrm>
              <a:off x="4492361" y="449538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B82">
                <a:alpha val="100000"/>
              </a:srgbClr>
            </a:solidFill>
            <a:ln w="5420" cap="flat">
              <a:solidFill>
                <a:srgbClr val="3C4B8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77" name="pg2177"/>
            <p:cNvSpPr/>
            <p:nvPr/>
          </p:nvSpPr>
          <p:spPr>
            <a:xfrm>
              <a:off x="4410900" y="450968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57A">
                <a:alpha val="100000"/>
              </a:srgbClr>
            </a:solidFill>
            <a:ln w="5420" cap="flat">
              <a:solidFill>
                <a:srgbClr val="3C457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78" name="pg2178"/>
            <p:cNvSpPr/>
            <p:nvPr/>
          </p:nvSpPr>
          <p:spPr>
            <a:xfrm>
              <a:off x="4422537" y="450968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579">
                <a:alpha val="100000"/>
              </a:srgbClr>
            </a:solidFill>
            <a:ln w="5420" cap="flat">
              <a:solidFill>
                <a:srgbClr val="3C457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79" name="pg2179"/>
            <p:cNvSpPr/>
            <p:nvPr/>
          </p:nvSpPr>
          <p:spPr>
            <a:xfrm>
              <a:off x="4434174" y="450968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377">
                <a:alpha val="100000"/>
              </a:srgbClr>
            </a:solidFill>
            <a:ln w="5420" cap="flat">
              <a:solidFill>
                <a:srgbClr val="3C437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80" name="pg2180"/>
            <p:cNvSpPr/>
            <p:nvPr/>
          </p:nvSpPr>
          <p:spPr>
            <a:xfrm>
              <a:off x="4445812" y="450968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275">
                <a:alpha val="100000"/>
              </a:srgbClr>
            </a:solidFill>
            <a:ln w="5420" cap="flat">
              <a:solidFill>
                <a:srgbClr val="3C427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81" name="pg2181"/>
            <p:cNvSpPr/>
            <p:nvPr/>
          </p:nvSpPr>
          <p:spPr>
            <a:xfrm>
              <a:off x="4457449" y="450968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57A">
                <a:alpha val="100000"/>
              </a:srgbClr>
            </a:solidFill>
            <a:ln w="5420" cap="flat">
              <a:solidFill>
                <a:srgbClr val="3C457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82" name="pg2182"/>
            <p:cNvSpPr/>
            <p:nvPr/>
          </p:nvSpPr>
          <p:spPr>
            <a:xfrm>
              <a:off x="4469086" y="450968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B82">
                <a:alpha val="100000"/>
              </a:srgbClr>
            </a:solidFill>
            <a:ln w="5420" cap="flat">
              <a:solidFill>
                <a:srgbClr val="3C4B8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83" name="pg2183"/>
            <p:cNvSpPr/>
            <p:nvPr/>
          </p:nvSpPr>
          <p:spPr>
            <a:xfrm>
              <a:off x="4480724" y="450968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B82">
                <a:alpha val="100000"/>
              </a:srgbClr>
            </a:solidFill>
            <a:ln w="5420" cap="flat">
              <a:solidFill>
                <a:srgbClr val="3C4B8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84" name="pg2184"/>
            <p:cNvSpPr/>
            <p:nvPr/>
          </p:nvSpPr>
          <p:spPr>
            <a:xfrm>
              <a:off x="4410900" y="452398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67B">
                <a:alpha val="100000"/>
              </a:srgbClr>
            </a:solidFill>
            <a:ln w="5420" cap="flat">
              <a:solidFill>
                <a:srgbClr val="3C467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85" name="pg2185"/>
            <p:cNvSpPr/>
            <p:nvPr/>
          </p:nvSpPr>
          <p:spPr>
            <a:xfrm>
              <a:off x="4422537" y="452398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67B">
                <a:alpha val="100000"/>
              </a:srgbClr>
            </a:solidFill>
            <a:ln w="5420" cap="flat">
              <a:solidFill>
                <a:srgbClr val="3C467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86" name="pg2186"/>
            <p:cNvSpPr/>
            <p:nvPr/>
          </p:nvSpPr>
          <p:spPr>
            <a:xfrm>
              <a:off x="4434174" y="452398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67B">
                <a:alpha val="100000"/>
              </a:srgbClr>
            </a:solidFill>
            <a:ln w="5420" cap="flat">
              <a:solidFill>
                <a:srgbClr val="3C467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87" name="pg2187"/>
            <p:cNvSpPr/>
            <p:nvPr/>
          </p:nvSpPr>
          <p:spPr>
            <a:xfrm>
              <a:off x="4445812" y="452398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67B">
                <a:alpha val="100000"/>
              </a:srgbClr>
            </a:solidFill>
            <a:ln w="5420" cap="flat">
              <a:solidFill>
                <a:srgbClr val="3C467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88" name="pg2188"/>
            <p:cNvSpPr/>
            <p:nvPr/>
          </p:nvSpPr>
          <p:spPr>
            <a:xfrm>
              <a:off x="4457449" y="452398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77C">
                <a:alpha val="100000"/>
              </a:srgbClr>
            </a:solidFill>
            <a:ln w="5420" cap="flat">
              <a:solidFill>
                <a:srgbClr val="3C477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89" name="pg2189"/>
            <p:cNvSpPr/>
            <p:nvPr/>
          </p:nvSpPr>
          <p:spPr>
            <a:xfrm>
              <a:off x="4469086" y="452398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87E">
                <a:alpha val="100000"/>
              </a:srgbClr>
            </a:solidFill>
            <a:ln w="5420" cap="flat">
              <a:solidFill>
                <a:srgbClr val="3C487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90" name="pg2190"/>
            <p:cNvSpPr/>
            <p:nvPr/>
          </p:nvSpPr>
          <p:spPr>
            <a:xfrm>
              <a:off x="4399262" y="453828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67B">
                <a:alpha val="100000"/>
              </a:srgbClr>
            </a:solidFill>
            <a:ln w="5420" cap="flat">
              <a:solidFill>
                <a:srgbClr val="3C467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91" name="pg2191"/>
            <p:cNvSpPr/>
            <p:nvPr/>
          </p:nvSpPr>
          <p:spPr>
            <a:xfrm>
              <a:off x="4410900" y="453828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67B">
                <a:alpha val="100000"/>
              </a:srgbClr>
            </a:solidFill>
            <a:ln w="5420" cap="flat">
              <a:solidFill>
                <a:srgbClr val="3C467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92" name="pg2192"/>
            <p:cNvSpPr/>
            <p:nvPr/>
          </p:nvSpPr>
          <p:spPr>
            <a:xfrm>
              <a:off x="4422537" y="453828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67B">
                <a:alpha val="100000"/>
              </a:srgbClr>
            </a:solidFill>
            <a:ln w="5420" cap="flat">
              <a:solidFill>
                <a:srgbClr val="3C467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93" name="pg2193"/>
            <p:cNvSpPr/>
            <p:nvPr/>
          </p:nvSpPr>
          <p:spPr>
            <a:xfrm>
              <a:off x="4434174" y="453828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67C">
                <a:alpha val="100000"/>
              </a:srgbClr>
            </a:solidFill>
            <a:ln w="5420" cap="flat">
              <a:solidFill>
                <a:srgbClr val="3C467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94" name="pg2194"/>
            <p:cNvSpPr/>
            <p:nvPr/>
          </p:nvSpPr>
          <p:spPr>
            <a:xfrm>
              <a:off x="4445812" y="453828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67C">
                <a:alpha val="100000"/>
              </a:srgbClr>
            </a:solidFill>
            <a:ln w="5420" cap="flat">
              <a:solidFill>
                <a:srgbClr val="3C467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95" name="pg2195"/>
            <p:cNvSpPr/>
            <p:nvPr/>
          </p:nvSpPr>
          <p:spPr>
            <a:xfrm>
              <a:off x="4457449" y="453828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77C">
                <a:alpha val="100000"/>
              </a:srgbClr>
            </a:solidFill>
            <a:ln w="5420" cap="flat">
              <a:solidFill>
                <a:srgbClr val="3C477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96" name="pg2196"/>
            <p:cNvSpPr/>
            <p:nvPr/>
          </p:nvSpPr>
          <p:spPr>
            <a:xfrm>
              <a:off x="4399262" y="455258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67B">
                <a:alpha val="100000"/>
              </a:srgbClr>
            </a:solidFill>
            <a:ln w="5420" cap="flat">
              <a:solidFill>
                <a:srgbClr val="3C467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97" name="pg2197"/>
            <p:cNvSpPr/>
            <p:nvPr/>
          </p:nvSpPr>
          <p:spPr>
            <a:xfrm>
              <a:off x="4410900" y="455258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57A">
                <a:alpha val="100000"/>
              </a:srgbClr>
            </a:solidFill>
            <a:ln w="5420" cap="flat">
              <a:solidFill>
                <a:srgbClr val="3C457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98" name="pg2198"/>
            <p:cNvSpPr/>
            <p:nvPr/>
          </p:nvSpPr>
          <p:spPr>
            <a:xfrm>
              <a:off x="4422537" y="455258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67C">
                <a:alpha val="100000"/>
              </a:srgbClr>
            </a:solidFill>
            <a:ln w="5420" cap="flat">
              <a:solidFill>
                <a:srgbClr val="3C467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99" name="pg2199"/>
            <p:cNvSpPr/>
            <p:nvPr/>
          </p:nvSpPr>
          <p:spPr>
            <a:xfrm>
              <a:off x="4434174" y="455258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67C">
                <a:alpha val="100000"/>
              </a:srgbClr>
            </a:solidFill>
            <a:ln w="5420" cap="flat">
              <a:solidFill>
                <a:srgbClr val="3C467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00" name="pg2200"/>
            <p:cNvSpPr/>
            <p:nvPr/>
          </p:nvSpPr>
          <p:spPr>
            <a:xfrm>
              <a:off x="4445812" y="455258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77C">
                <a:alpha val="100000"/>
              </a:srgbClr>
            </a:solidFill>
            <a:ln w="5420" cap="flat">
              <a:solidFill>
                <a:srgbClr val="3C477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01" name="pg2201"/>
            <p:cNvSpPr/>
            <p:nvPr/>
          </p:nvSpPr>
          <p:spPr>
            <a:xfrm>
              <a:off x="4387625" y="456688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67B">
                <a:alpha val="100000"/>
              </a:srgbClr>
            </a:solidFill>
            <a:ln w="5420" cap="flat">
              <a:solidFill>
                <a:srgbClr val="3C467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02" name="pg2202"/>
            <p:cNvSpPr/>
            <p:nvPr/>
          </p:nvSpPr>
          <p:spPr>
            <a:xfrm>
              <a:off x="4399262" y="456688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67B">
                <a:alpha val="100000"/>
              </a:srgbClr>
            </a:solidFill>
            <a:ln w="5420" cap="flat">
              <a:solidFill>
                <a:srgbClr val="3C467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03" name="pg2203"/>
            <p:cNvSpPr/>
            <p:nvPr/>
          </p:nvSpPr>
          <p:spPr>
            <a:xfrm>
              <a:off x="4410900" y="456688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67B">
                <a:alpha val="100000"/>
              </a:srgbClr>
            </a:solidFill>
            <a:ln w="5420" cap="flat">
              <a:solidFill>
                <a:srgbClr val="3C467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04" name="pg2204"/>
            <p:cNvSpPr/>
            <p:nvPr/>
          </p:nvSpPr>
          <p:spPr>
            <a:xfrm>
              <a:off x="4422537" y="456688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77D">
                <a:alpha val="100000"/>
              </a:srgbClr>
            </a:solidFill>
            <a:ln w="5420" cap="flat">
              <a:solidFill>
                <a:srgbClr val="3C477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05" name="pg2205"/>
            <p:cNvSpPr/>
            <p:nvPr/>
          </p:nvSpPr>
          <p:spPr>
            <a:xfrm>
              <a:off x="4434174" y="456688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77C">
                <a:alpha val="100000"/>
              </a:srgbClr>
            </a:solidFill>
            <a:ln w="5420" cap="flat">
              <a:solidFill>
                <a:srgbClr val="3C477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06" name="pg2206"/>
            <p:cNvSpPr/>
            <p:nvPr/>
          </p:nvSpPr>
          <p:spPr>
            <a:xfrm>
              <a:off x="4445812" y="456688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77C">
                <a:alpha val="100000"/>
              </a:srgbClr>
            </a:solidFill>
            <a:ln w="5420" cap="flat">
              <a:solidFill>
                <a:srgbClr val="3C477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07" name="pg2207"/>
            <p:cNvSpPr/>
            <p:nvPr/>
          </p:nvSpPr>
          <p:spPr>
            <a:xfrm>
              <a:off x="4387625" y="458119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67B">
                <a:alpha val="100000"/>
              </a:srgbClr>
            </a:solidFill>
            <a:ln w="5420" cap="flat">
              <a:solidFill>
                <a:srgbClr val="3C467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08" name="pg2208"/>
            <p:cNvSpPr/>
            <p:nvPr/>
          </p:nvSpPr>
          <p:spPr>
            <a:xfrm>
              <a:off x="4399262" y="458119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67B">
                <a:alpha val="100000"/>
              </a:srgbClr>
            </a:solidFill>
            <a:ln w="5420" cap="flat">
              <a:solidFill>
                <a:srgbClr val="3C467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09" name="pg2209"/>
            <p:cNvSpPr/>
            <p:nvPr/>
          </p:nvSpPr>
          <p:spPr>
            <a:xfrm>
              <a:off x="4410900" y="458119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67B">
                <a:alpha val="100000"/>
              </a:srgbClr>
            </a:solidFill>
            <a:ln w="5420" cap="flat">
              <a:solidFill>
                <a:srgbClr val="3C467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10" name="pg2210"/>
            <p:cNvSpPr/>
            <p:nvPr/>
          </p:nvSpPr>
          <p:spPr>
            <a:xfrm>
              <a:off x="4422537" y="458119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77C">
                <a:alpha val="100000"/>
              </a:srgbClr>
            </a:solidFill>
            <a:ln w="5420" cap="flat">
              <a:solidFill>
                <a:srgbClr val="3C477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11" name="pg2211"/>
            <p:cNvSpPr/>
            <p:nvPr/>
          </p:nvSpPr>
          <p:spPr>
            <a:xfrm>
              <a:off x="4434174" y="458119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67C">
                <a:alpha val="100000"/>
              </a:srgbClr>
            </a:solidFill>
            <a:ln w="5420" cap="flat">
              <a:solidFill>
                <a:srgbClr val="3C467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12" name="pg2212"/>
            <p:cNvSpPr/>
            <p:nvPr/>
          </p:nvSpPr>
          <p:spPr>
            <a:xfrm>
              <a:off x="4375988" y="459549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67B">
                <a:alpha val="100000"/>
              </a:srgbClr>
            </a:solidFill>
            <a:ln w="5420" cap="flat">
              <a:solidFill>
                <a:srgbClr val="3C467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13" name="pg2213"/>
            <p:cNvSpPr/>
            <p:nvPr/>
          </p:nvSpPr>
          <p:spPr>
            <a:xfrm>
              <a:off x="4387625" y="459549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67B">
                <a:alpha val="100000"/>
              </a:srgbClr>
            </a:solidFill>
            <a:ln w="5420" cap="flat">
              <a:solidFill>
                <a:srgbClr val="3C467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14" name="pg2214"/>
            <p:cNvSpPr/>
            <p:nvPr/>
          </p:nvSpPr>
          <p:spPr>
            <a:xfrm>
              <a:off x="4399262" y="459549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67B">
                <a:alpha val="100000"/>
              </a:srgbClr>
            </a:solidFill>
            <a:ln w="5420" cap="flat">
              <a:solidFill>
                <a:srgbClr val="3C467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15" name="pg2215"/>
            <p:cNvSpPr/>
            <p:nvPr/>
          </p:nvSpPr>
          <p:spPr>
            <a:xfrm>
              <a:off x="4410900" y="459549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67B">
                <a:alpha val="100000"/>
              </a:srgbClr>
            </a:solidFill>
            <a:ln w="5420" cap="flat">
              <a:solidFill>
                <a:srgbClr val="3C467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16" name="pg2216"/>
            <p:cNvSpPr/>
            <p:nvPr/>
          </p:nvSpPr>
          <p:spPr>
            <a:xfrm>
              <a:off x="4422537" y="459549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67B">
                <a:alpha val="100000"/>
              </a:srgbClr>
            </a:solidFill>
            <a:ln w="5420" cap="flat">
              <a:solidFill>
                <a:srgbClr val="3C467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17" name="pg2217"/>
            <p:cNvSpPr/>
            <p:nvPr/>
          </p:nvSpPr>
          <p:spPr>
            <a:xfrm>
              <a:off x="4434174" y="459549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67B">
                <a:alpha val="100000"/>
              </a:srgbClr>
            </a:solidFill>
            <a:ln w="5420" cap="flat">
              <a:solidFill>
                <a:srgbClr val="3C467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18" name="pg2218"/>
            <p:cNvSpPr/>
            <p:nvPr/>
          </p:nvSpPr>
          <p:spPr>
            <a:xfrm>
              <a:off x="4375988" y="460979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57A">
                <a:alpha val="100000"/>
              </a:srgbClr>
            </a:solidFill>
            <a:ln w="5420" cap="flat">
              <a:solidFill>
                <a:srgbClr val="3C457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19" name="pg2219"/>
            <p:cNvSpPr/>
            <p:nvPr/>
          </p:nvSpPr>
          <p:spPr>
            <a:xfrm>
              <a:off x="4387625" y="460979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57A">
                <a:alpha val="100000"/>
              </a:srgbClr>
            </a:solidFill>
            <a:ln w="5420" cap="flat">
              <a:solidFill>
                <a:srgbClr val="3C457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20" name="pg2220"/>
            <p:cNvSpPr/>
            <p:nvPr/>
          </p:nvSpPr>
          <p:spPr>
            <a:xfrm>
              <a:off x="4399262" y="460979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57A">
                <a:alpha val="100000"/>
              </a:srgbClr>
            </a:solidFill>
            <a:ln w="5420" cap="flat">
              <a:solidFill>
                <a:srgbClr val="3C457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21" name="pg2221"/>
            <p:cNvSpPr/>
            <p:nvPr/>
          </p:nvSpPr>
          <p:spPr>
            <a:xfrm>
              <a:off x="4410900" y="460979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57A">
                <a:alpha val="100000"/>
              </a:srgbClr>
            </a:solidFill>
            <a:ln w="5420" cap="flat">
              <a:solidFill>
                <a:srgbClr val="3C457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22" name="pg2222"/>
            <p:cNvSpPr/>
            <p:nvPr/>
          </p:nvSpPr>
          <p:spPr>
            <a:xfrm>
              <a:off x="4422537" y="460979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57A">
                <a:alpha val="100000"/>
              </a:srgbClr>
            </a:solidFill>
            <a:ln w="5420" cap="flat">
              <a:solidFill>
                <a:srgbClr val="3C457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23" name="pg2223"/>
            <p:cNvSpPr/>
            <p:nvPr/>
          </p:nvSpPr>
          <p:spPr>
            <a:xfrm>
              <a:off x="4434174" y="460979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67B">
                <a:alpha val="100000"/>
              </a:srgbClr>
            </a:solidFill>
            <a:ln w="5420" cap="flat">
              <a:solidFill>
                <a:srgbClr val="3C467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24" name="pg2224"/>
            <p:cNvSpPr/>
            <p:nvPr/>
          </p:nvSpPr>
          <p:spPr>
            <a:xfrm>
              <a:off x="4375988" y="462409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478">
                <a:alpha val="100000"/>
              </a:srgbClr>
            </a:solidFill>
            <a:ln w="5420" cap="flat">
              <a:solidFill>
                <a:srgbClr val="3C447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25" name="pg2225"/>
            <p:cNvSpPr/>
            <p:nvPr/>
          </p:nvSpPr>
          <p:spPr>
            <a:xfrm>
              <a:off x="4387625" y="462409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478">
                <a:alpha val="100000"/>
              </a:srgbClr>
            </a:solidFill>
            <a:ln w="5420" cap="flat">
              <a:solidFill>
                <a:srgbClr val="3C447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26" name="pg2226"/>
            <p:cNvSpPr/>
            <p:nvPr/>
          </p:nvSpPr>
          <p:spPr>
            <a:xfrm>
              <a:off x="4399262" y="462409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478">
                <a:alpha val="100000"/>
              </a:srgbClr>
            </a:solidFill>
            <a:ln w="5420" cap="flat">
              <a:solidFill>
                <a:srgbClr val="3C447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27" name="pg2227"/>
            <p:cNvSpPr/>
            <p:nvPr/>
          </p:nvSpPr>
          <p:spPr>
            <a:xfrm>
              <a:off x="4410900" y="462409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478">
                <a:alpha val="100000"/>
              </a:srgbClr>
            </a:solidFill>
            <a:ln w="5420" cap="flat">
              <a:solidFill>
                <a:srgbClr val="3C447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28" name="pg2228"/>
            <p:cNvSpPr/>
            <p:nvPr/>
          </p:nvSpPr>
          <p:spPr>
            <a:xfrm>
              <a:off x="4422537" y="462409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479">
                <a:alpha val="100000"/>
              </a:srgbClr>
            </a:solidFill>
            <a:ln w="5420" cap="flat">
              <a:solidFill>
                <a:srgbClr val="3C447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29" name="pg2229"/>
            <p:cNvSpPr/>
            <p:nvPr/>
          </p:nvSpPr>
          <p:spPr>
            <a:xfrm>
              <a:off x="3689385" y="463839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5691">
                <a:alpha val="100000"/>
              </a:srgbClr>
            </a:solidFill>
            <a:ln w="5420" cap="flat">
              <a:solidFill>
                <a:srgbClr val="3B569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30" name="pg2230"/>
            <p:cNvSpPr/>
            <p:nvPr/>
          </p:nvSpPr>
          <p:spPr>
            <a:xfrm>
              <a:off x="3701023" y="463839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5591">
                <a:alpha val="100000"/>
              </a:srgbClr>
            </a:solidFill>
            <a:ln w="5420" cap="flat">
              <a:solidFill>
                <a:srgbClr val="3B559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31" name="pg2231"/>
            <p:cNvSpPr/>
            <p:nvPr/>
          </p:nvSpPr>
          <p:spPr>
            <a:xfrm>
              <a:off x="3712660" y="463839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5590">
                <a:alpha val="100000"/>
              </a:srgbClr>
            </a:solidFill>
            <a:ln w="5420" cap="flat">
              <a:solidFill>
                <a:srgbClr val="3B559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32" name="pg2232"/>
            <p:cNvSpPr/>
            <p:nvPr/>
          </p:nvSpPr>
          <p:spPr>
            <a:xfrm>
              <a:off x="3724297" y="463839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5590">
                <a:alpha val="100000"/>
              </a:srgbClr>
            </a:solidFill>
            <a:ln w="5420" cap="flat">
              <a:solidFill>
                <a:srgbClr val="3B559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33" name="pg2233"/>
            <p:cNvSpPr/>
            <p:nvPr/>
          </p:nvSpPr>
          <p:spPr>
            <a:xfrm>
              <a:off x="4375988" y="463839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275">
                <a:alpha val="100000"/>
              </a:srgbClr>
            </a:solidFill>
            <a:ln w="5420" cap="flat">
              <a:solidFill>
                <a:srgbClr val="3C427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34" name="pg2234"/>
            <p:cNvSpPr/>
            <p:nvPr/>
          </p:nvSpPr>
          <p:spPr>
            <a:xfrm>
              <a:off x="4387625" y="463839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275">
                <a:alpha val="100000"/>
              </a:srgbClr>
            </a:solidFill>
            <a:ln w="5420" cap="flat">
              <a:solidFill>
                <a:srgbClr val="3C427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35" name="pg2235"/>
            <p:cNvSpPr/>
            <p:nvPr/>
          </p:nvSpPr>
          <p:spPr>
            <a:xfrm>
              <a:off x="4399262" y="463839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275">
                <a:alpha val="100000"/>
              </a:srgbClr>
            </a:solidFill>
            <a:ln w="5420" cap="flat">
              <a:solidFill>
                <a:srgbClr val="3C427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36" name="pg2236"/>
            <p:cNvSpPr/>
            <p:nvPr/>
          </p:nvSpPr>
          <p:spPr>
            <a:xfrm>
              <a:off x="4410900" y="463839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275">
                <a:alpha val="100000"/>
              </a:srgbClr>
            </a:solidFill>
            <a:ln w="5420" cap="flat">
              <a:solidFill>
                <a:srgbClr val="3C427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37" name="pg2237"/>
            <p:cNvSpPr/>
            <p:nvPr/>
          </p:nvSpPr>
          <p:spPr>
            <a:xfrm>
              <a:off x="3689385" y="465269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5693">
                <a:alpha val="100000"/>
              </a:srgbClr>
            </a:solidFill>
            <a:ln w="5420" cap="flat">
              <a:solidFill>
                <a:srgbClr val="3A569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38" name="pg2238"/>
            <p:cNvSpPr/>
            <p:nvPr/>
          </p:nvSpPr>
          <p:spPr>
            <a:xfrm>
              <a:off x="3701023" y="465269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5692">
                <a:alpha val="100000"/>
              </a:srgbClr>
            </a:solidFill>
            <a:ln w="5420" cap="flat">
              <a:solidFill>
                <a:srgbClr val="3A569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39" name="pg2239"/>
            <p:cNvSpPr/>
            <p:nvPr/>
          </p:nvSpPr>
          <p:spPr>
            <a:xfrm>
              <a:off x="3712660" y="465269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5692">
                <a:alpha val="100000"/>
              </a:srgbClr>
            </a:solidFill>
            <a:ln w="5420" cap="flat">
              <a:solidFill>
                <a:srgbClr val="3B569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40" name="pg2240"/>
            <p:cNvSpPr/>
            <p:nvPr/>
          </p:nvSpPr>
          <p:spPr>
            <a:xfrm>
              <a:off x="3724297" y="465269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5591">
                <a:alpha val="100000"/>
              </a:srgbClr>
            </a:solidFill>
            <a:ln w="5420" cap="flat">
              <a:solidFill>
                <a:srgbClr val="3B559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41" name="pg2241"/>
            <p:cNvSpPr/>
            <p:nvPr/>
          </p:nvSpPr>
          <p:spPr>
            <a:xfrm>
              <a:off x="3735935" y="465269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5590">
                <a:alpha val="100000"/>
              </a:srgbClr>
            </a:solidFill>
            <a:ln w="5420" cap="flat">
              <a:solidFill>
                <a:srgbClr val="3B559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42" name="pg2242"/>
            <p:cNvSpPr/>
            <p:nvPr/>
          </p:nvSpPr>
          <p:spPr>
            <a:xfrm>
              <a:off x="3782484" y="465269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528C">
                <a:alpha val="100000"/>
              </a:srgbClr>
            </a:solidFill>
            <a:ln w="5420" cap="flat">
              <a:solidFill>
                <a:srgbClr val="3B528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43" name="pg2243"/>
            <p:cNvSpPr/>
            <p:nvPr/>
          </p:nvSpPr>
          <p:spPr>
            <a:xfrm>
              <a:off x="3794121" y="465269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518B">
                <a:alpha val="100000"/>
              </a:srgbClr>
            </a:solidFill>
            <a:ln w="5420" cap="flat">
              <a:solidFill>
                <a:srgbClr val="3B518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44" name="pg2244"/>
            <p:cNvSpPr/>
            <p:nvPr/>
          </p:nvSpPr>
          <p:spPr>
            <a:xfrm>
              <a:off x="3805759" y="465269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508A">
                <a:alpha val="100000"/>
              </a:srgbClr>
            </a:solidFill>
            <a:ln w="5420" cap="flat">
              <a:solidFill>
                <a:srgbClr val="3B508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45" name="pg2245"/>
            <p:cNvSpPr/>
            <p:nvPr/>
          </p:nvSpPr>
          <p:spPr>
            <a:xfrm>
              <a:off x="3817396" y="465269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5089">
                <a:alpha val="100000"/>
              </a:srgbClr>
            </a:solidFill>
            <a:ln w="5420" cap="flat">
              <a:solidFill>
                <a:srgbClr val="3B508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46" name="pg2246"/>
            <p:cNvSpPr/>
            <p:nvPr/>
          </p:nvSpPr>
          <p:spPr>
            <a:xfrm>
              <a:off x="3829033" y="465269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5089">
                <a:alpha val="100000"/>
              </a:srgbClr>
            </a:solidFill>
            <a:ln w="5420" cap="flat">
              <a:solidFill>
                <a:srgbClr val="3B508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47" name="pg2247"/>
            <p:cNvSpPr/>
            <p:nvPr/>
          </p:nvSpPr>
          <p:spPr>
            <a:xfrm>
              <a:off x="4375988" y="465269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3F72">
                <a:alpha val="100000"/>
              </a:srgbClr>
            </a:solidFill>
            <a:ln w="5420" cap="flat">
              <a:solidFill>
                <a:srgbClr val="3B3F7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48" name="pg2248"/>
            <p:cNvSpPr/>
            <p:nvPr/>
          </p:nvSpPr>
          <p:spPr>
            <a:xfrm>
              <a:off x="4387625" y="465269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3F71">
                <a:alpha val="100000"/>
              </a:srgbClr>
            </a:solidFill>
            <a:ln w="5420" cap="flat">
              <a:solidFill>
                <a:srgbClr val="3B3F7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49" name="pg2249"/>
            <p:cNvSpPr/>
            <p:nvPr/>
          </p:nvSpPr>
          <p:spPr>
            <a:xfrm>
              <a:off x="4399262" y="465269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3F71">
                <a:alpha val="100000"/>
              </a:srgbClr>
            </a:solidFill>
            <a:ln w="5420" cap="flat">
              <a:solidFill>
                <a:srgbClr val="3B3F7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50" name="pg2250"/>
            <p:cNvSpPr/>
            <p:nvPr/>
          </p:nvSpPr>
          <p:spPr>
            <a:xfrm>
              <a:off x="4410900" y="465269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3F71">
                <a:alpha val="100000"/>
              </a:srgbClr>
            </a:solidFill>
            <a:ln w="5420" cap="flat">
              <a:solidFill>
                <a:srgbClr val="3B3F7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51" name="pg2251"/>
            <p:cNvSpPr/>
            <p:nvPr/>
          </p:nvSpPr>
          <p:spPr>
            <a:xfrm>
              <a:off x="4422537" y="465269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3F72">
                <a:alpha val="100000"/>
              </a:srgbClr>
            </a:solidFill>
            <a:ln w="5420" cap="flat">
              <a:solidFill>
                <a:srgbClr val="3B3F7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52" name="pg2252"/>
            <p:cNvSpPr/>
            <p:nvPr/>
          </p:nvSpPr>
          <p:spPr>
            <a:xfrm>
              <a:off x="3607924" y="466699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528D">
                <a:alpha val="100000"/>
              </a:srgbClr>
            </a:solidFill>
            <a:ln w="5420" cap="flat">
              <a:solidFill>
                <a:srgbClr val="3B528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53" name="pg2253"/>
            <p:cNvSpPr/>
            <p:nvPr/>
          </p:nvSpPr>
          <p:spPr>
            <a:xfrm>
              <a:off x="3619561" y="466699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548F">
                <a:alpha val="100000"/>
              </a:srgbClr>
            </a:solidFill>
            <a:ln w="5420" cap="flat">
              <a:solidFill>
                <a:srgbClr val="3B548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54" name="pg2254"/>
            <p:cNvSpPr/>
            <p:nvPr/>
          </p:nvSpPr>
          <p:spPr>
            <a:xfrm>
              <a:off x="3677748" y="466699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5996">
                <a:alpha val="100000"/>
              </a:srgbClr>
            </a:solidFill>
            <a:ln w="5420" cap="flat">
              <a:solidFill>
                <a:srgbClr val="3A599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55" name="pg2255"/>
            <p:cNvSpPr/>
            <p:nvPr/>
          </p:nvSpPr>
          <p:spPr>
            <a:xfrm>
              <a:off x="3689385" y="466699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5895">
                <a:alpha val="100000"/>
              </a:srgbClr>
            </a:solidFill>
            <a:ln w="5420" cap="flat">
              <a:solidFill>
                <a:srgbClr val="3A589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56" name="pg2256"/>
            <p:cNvSpPr/>
            <p:nvPr/>
          </p:nvSpPr>
          <p:spPr>
            <a:xfrm>
              <a:off x="3701023" y="466699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5895">
                <a:alpha val="100000"/>
              </a:srgbClr>
            </a:solidFill>
            <a:ln w="5420" cap="flat">
              <a:solidFill>
                <a:srgbClr val="3A589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57" name="pg2257"/>
            <p:cNvSpPr/>
            <p:nvPr/>
          </p:nvSpPr>
          <p:spPr>
            <a:xfrm>
              <a:off x="3712660" y="466699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5794">
                <a:alpha val="100000"/>
              </a:srgbClr>
            </a:solidFill>
            <a:ln w="5420" cap="flat">
              <a:solidFill>
                <a:srgbClr val="3A579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58" name="pg2258"/>
            <p:cNvSpPr/>
            <p:nvPr/>
          </p:nvSpPr>
          <p:spPr>
            <a:xfrm>
              <a:off x="3724297" y="466699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5693">
                <a:alpha val="100000"/>
              </a:srgbClr>
            </a:solidFill>
            <a:ln w="5420" cap="flat">
              <a:solidFill>
                <a:srgbClr val="3A569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59" name="pg2259"/>
            <p:cNvSpPr/>
            <p:nvPr/>
          </p:nvSpPr>
          <p:spPr>
            <a:xfrm>
              <a:off x="3735935" y="466699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5691">
                <a:alpha val="100000"/>
              </a:srgbClr>
            </a:solidFill>
            <a:ln w="5420" cap="flat">
              <a:solidFill>
                <a:srgbClr val="3B569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60" name="pg2260"/>
            <p:cNvSpPr/>
            <p:nvPr/>
          </p:nvSpPr>
          <p:spPr>
            <a:xfrm>
              <a:off x="3782484" y="466699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528C">
                <a:alpha val="100000"/>
              </a:srgbClr>
            </a:solidFill>
            <a:ln w="5420" cap="flat">
              <a:solidFill>
                <a:srgbClr val="3B528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61" name="pg2261"/>
            <p:cNvSpPr/>
            <p:nvPr/>
          </p:nvSpPr>
          <p:spPr>
            <a:xfrm>
              <a:off x="3794121" y="466699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518B">
                <a:alpha val="100000"/>
              </a:srgbClr>
            </a:solidFill>
            <a:ln w="5420" cap="flat">
              <a:solidFill>
                <a:srgbClr val="3B518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62" name="pg2262"/>
            <p:cNvSpPr/>
            <p:nvPr/>
          </p:nvSpPr>
          <p:spPr>
            <a:xfrm>
              <a:off x="3805759" y="466699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518A">
                <a:alpha val="100000"/>
              </a:srgbClr>
            </a:solidFill>
            <a:ln w="5420" cap="flat">
              <a:solidFill>
                <a:srgbClr val="3B518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63" name="pg2263"/>
            <p:cNvSpPr/>
            <p:nvPr/>
          </p:nvSpPr>
          <p:spPr>
            <a:xfrm>
              <a:off x="3817396" y="466699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5089">
                <a:alpha val="100000"/>
              </a:srgbClr>
            </a:solidFill>
            <a:ln w="5420" cap="flat">
              <a:solidFill>
                <a:srgbClr val="3B508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64" name="pg2264"/>
            <p:cNvSpPr/>
            <p:nvPr/>
          </p:nvSpPr>
          <p:spPr>
            <a:xfrm>
              <a:off x="3829033" y="466699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4F89">
                <a:alpha val="100000"/>
              </a:srgbClr>
            </a:solidFill>
            <a:ln w="5420" cap="flat">
              <a:solidFill>
                <a:srgbClr val="3B4F8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65" name="pg2265"/>
            <p:cNvSpPr/>
            <p:nvPr/>
          </p:nvSpPr>
          <p:spPr>
            <a:xfrm>
              <a:off x="3840671" y="466699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4F88">
                <a:alpha val="100000"/>
              </a:srgbClr>
            </a:solidFill>
            <a:ln w="5420" cap="flat">
              <a:solidFill>
                <a:srgbClr val="3B4F8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66" name="pg2266"/>
            <p:cNvSpPr/>
            <p:nvPr/>
          </p:nvSpPr>
          <p:spPr>
            <a:xfrm>
              <a:off x="3852308" y="466699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4E87">
                <a:alpha val="100000"/>
              </a:srgbClr>
            </a:solidFill>
            <a:ln w="5420" cap="flat">
              <a:solidFill>
                <a:srgbClr val="3B4E8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67" name="pg2267"/>
            <p:cNvSpPr/>
            <p:nvPr/>
          </p:nvSpPr>
          <p:spPr>
            <a:xfrm>
              <a:off x="3863945" y="466699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4E87">
                <a:alpha val="100000"/>
              </a:srgbClr>
            </a:solidFill>
            <a:ln w="5420" cap="flat">
              <a:solidFill>
                <a:srgbClr val="3B4E8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68" name="pg2268"/>
            <p:cNvSpPr/>
            <p:nvPr/>
          </p:nvSpPr>
          <p:spPr>
            <a:xfrm>
              <a:off x="3875583" y="466699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D85">
                <a:alpha val="100000"/>
              </a:srgbClr>
            </a:solidFill>
            <a:ln w="5420" cap="flat">
              <a:solidFill>
                <a:srgbClr val="3C4D8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69" name="pg2269"/>
            <p:cNvSpPr/>
            <p:nvPr/>
          </p:nvSpPr>
          <p:spPr>
            <a:xfrm>
              <a:off x="3887220" y="466699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D85">
                <a:alpha val="100000"/>
              </a:srgbClr>
            </a:solidFill>
            <a:ln w="5420" cap="flat">
              <a:solidFill>
                <a:srgbClr val="3C4D8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70" name="pg2270"/>
            <p:cNvSpPr/>
            <p:nvPr/>
          </p:nvSpPr>
          <p:spPr>
            <a:xfrm>
              <a:off x="3898857" y="466699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C84">
                <a:alpha val="100000"/>
              </a:srgbClr>
            </a:solidFill>
            <a:ln w="5420" cap="flat">
              <a:solidFill>
                <a:srgbClr val="3C4C8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71" name="pg2271"/>
            <p:cNvSpPr/>
            <p:nvPr/>
          </p:nvSpPr>
          <p:spPr>
            <a:xfrm>
              <a:off x="3910495" y="466699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C84">
                <a:alpha val="100000"/>
              </a:srgbClr>
            </a:solidFill>
            <a:ln w="5420" cap="flat">
              <a:solidFill>
                <a:srgbClr val="3C4C8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72" name="pg2272"/>
            <p:cNvSpPr/>
            <p:nvPr/>
          </p:nvSpPr>
          <p:spPr>
            <a:xfrm>
              <a:off x="4375988" y="466699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3A6B">
                <a:alpha val="100000"/>
              </a:srgbClr>
            </a:solidFill>
            <a:ln w="5420" cap="flat">
              <a:solidFill>
                <a:srgbClr val="3B3A6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73" name="pg2273"/>
            <p:cNvSpPr/>
            <p:nvPr/>
          </p:nvSpPr>
          <p:spPr>
            <a:xfrm>
              <a:off x="4387625" y="466699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3969">
                <a:alpha val="100000"/>
              </a:srgbClr>
            </a:solidFill>
            <a:ln w="5420" cap="flat">
              <a:solidFill>
                <a:srgbClr val="3B396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74" name="pg2274"/>
            <p:cNvSpPr/>
            <p:nvPr/>
          </p:nvSpPr>
          <p:spPr>
            <a:xfrm>
              <a:off x="4399262" y="466699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3868">
                <a:alpha val="100000"/>
              </a:srgbClr>
            </a:solidFill>
            <a:ln w="5420" cap="flat">
              <a:solidFill>
                <a:srgbClr val="3B386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75" name="pg2275"/>
            <p:cNvSpPr/>
            <p:nvPr/>
          </p:nvSpPr>
          <p:spPr>
            <a:xfrm>
              <a:off x="4410900" y="466699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3868">
                <a:alpha val="100000"/>
              </a:srgbClr>
            </a:solidFill>
            <a:ln w="5420" cap="flat">
              <a:solidFill>
                <a:srgbClr val="3B386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76" name="pg2276"/>
            <p:cNvSpPr/>
            <p:nvPr/>
          </p:nvSpPr>
          <p:spPr>
            <a:xfrm>
              <a:off x="4422537" y="466699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3A6A">
                <a:alpha val="100000"/>
              </a:srgbClr>
            </a:solidFill>
            <a:ln w="5420" cap="flat">
              <a:solidFill>
                <a:srgbClr val="3B3A6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77" name="pg2277"/>
            <p:cNvSpPr/>
            <p:nvPr/>
          </p:nvSpPr>
          <p:spPr>
            <a:xfrm>
              <a:off x="3456639" y="468129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B82">
                <a:alpha val="100000"/>
              </a:srgbClr>
            </a:solidFill>
            <a:ln w="5420" cap="flat">
              <a:solidFill>
                <a:srgbClr val="3C4B8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78" name="pg2278"/>
            <p:cNvSpPr/>
            <p:nvPr/>
          </p:nvSpPr>
          <p:spPr>
            <a:xfrm>
              <a:off x="3468276" y="468129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B82">
                <a:alpha val="100000"/>
              </a:srgbClr>
            </a:solidFill>
            <a:ln w="5420" cap="flat">
              <a:solidFill>
                <a:srgbClr val="3C4B8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79" name="pg2279"/>
            <p:cNvSpPr/>
            <p:nvPr/>
          </p:nvSpPr>
          <p:spPr>
            <a:xfrm>
              <a:off x="3479913" y="468129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B82">
                <a:alpha val="100000"/>
              </a:srgbClr>
            </a:solidFill>
            <a:ln w="5420" cap="flat">
              <a:solidFill>
                <a:srgbClr val="3C4B8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80" name="pg2280"/>
            <p:cNvSpPr/>
            <p:nvPr/>
          </p:nvSpPr>
          <p:spPr>
            <a:xfrm>
              <a:off x="3491551" y="468129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B82">
                <a:alpha val="100000"/>
              </a:srgbClr>
            </a:solidFill>
            <a:ln w="5420" cap="flat">
              <a:solidFill>
                <a:srgbClr val="3C4B8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81" name="pg2281"/>
            <p:cNvSpPr/>
            <p:nvPr/>
          </p:nvSpPr>
          <p:spPr>
            <a:xfrm>
              <a:off x="3503188" y="468129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B83">
                <a:alpha val="100000"/>
              </a:srgbClr>
            </a:solidFill>
            <a:ln w="5420" cap="flat">
              <a:solidFill>
                <a:srgbClr val="3C4B8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82" name="pg2282"/>
            <p:cNvSpPr/>
            <p:nvPr/>
          </p:nvSpPr>
          <p:spPr>
            <a:xfrm>
              <a:off x="3561375" y="468129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4E86">
                <a:alpha val="100000"/>
              </a:srgbClr>
            </a:solidFill>
            <a:ln w="5420" cap="flat">
              <a:solidFill>
                <a:srgbClr val="3B4E8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83" name="pg2283"/>
            <p:cNvSpPr/>
            <p:nvPr/>
          </p:nvSpPr>
          <p:spPr>
            <a:xfrm>
              <a:off x="3573012" y="468129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4F88">
                <a:alpha val="100000"/>
              </a:srgbClr>
            </a:solidFill>
            <a:ln w="5420" cap="flat">
              <a:solidFill>
                <a:srgbClr val="3B4F8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84" name="pg2284"/>
            <p:cNvSpPr/>
            <p:nvPr/>
          </p:nvSpPr>
          <p:spPr>
            <a:xfrm>
              <a:off x="3584649" y="468129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5089">
                <a:alpha val="100000"/>
              </a:srgbClr>
            </a:solidFill>
            <a:ln w="5420" cap="flat">
              <a:solidFill>
                <a:srgbClr val="3B508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85" name="pg2285"/>
            <p:cNvSpPr/>
            <p:nvPr/>
          </p:nvSpPr>
          <p:spPr>
            <a:xfrm>
              <a:off x="3596287" y="468129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518B">
                <a:alpha val="100000"/>
              </a:srgbClr>
            </a:solidFill>
            <a:ln w="5420" cap="flat">
              <a:solidFill>
                <a:srgbClr val="3B518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86" name="pg2286"/>
            <p:cNvSpPr/>
            <p:nvPr/>
          </p:nvSpPr>
          <p:spPr>
            <a:xfrm>
              <a:off x="3607924" y="468129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528D">
                <a:alpha val="100000"/>
              </a:srgbClr>
            </a:solidFill>
            <a:ln w="5420" cap="flat">
              <a:solidFill>
                <a:srgbClr val="3B528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87" name="pg2287"/>
            <p:cNvSpPr/>
            <p:nvPr/>
          </p:nvSpPr>
          <p:spPr>
            <a:xfrm>
              <a:off x="3619561" y="468129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548F">
                <a:alpha val="100000"/>
              </a:srgbClr>
            </a:solidFill>
            <a:ln w="5420" cap="flat">
              <a:solidFill>
                <a:srgbClr val="3B548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88" name="pg2288"/>
            <p:cNvSpPr/>
            <p:nvPr/>
          </p:nvSpPr>
          <p:spPr>
            <a:xfrm>
              <a:off x="3631199" y="468129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5591">
                <a:alpha val="100000"/>
              </a:srgbClr>
            </a:solidFill>
            <a:ln w="5420" cap="flat">
              <a:solidFill>
                <a:srgbClr val="3B559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89" name="pg2289"/>
            <p:cNvSpPr/>
            <p:nvPr/>
          </p:nvSpPr>
          <p:spPr>
            <a:xfrm>
              <a:off x="3642836" y="468129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5895">
                <a:alpha val="100000"/>
              </a:srgbClr>
            </a:solidFill>
            <a:ln w="5420" cap="flat">
              <a:solidFill>
                <a:srgbClr val="3A589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90" name="pg2290"/>
            <p:cNvSpPr/>
            <p:nvPr/>
          </p:nvSpPr>
          <p:spPr>
            <a:xfrm>
              <a:off x="3654473" y="468129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5996">
                <a:alpha val="100000"/>
              </a:srgbClr>
            </a:solidFill>
            <a:ln w="5420" cap="flat">
              <a:solidFill>
                <a:srgbClr val="3A599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91" name="pg2291"/>
            <p:cNvSpPr/>
            <p:nvPr/>
          </p:nvSpPr>
          <p:spPr>
            <a:xfrm>
              <a:off x="3666111" y="468129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5997">
                <a:alpha val="100000"/>
              </a:srgbClr>
            </a:solidFill>
            <a:ln w="5420" cap="flat">
              <a:solidFill>
                <a:srgbClr val="3A599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92" name="pg2292"/>
            <p:cNvSpPr/>
            <p:nvPr/>
          </p:nvSpPr>
          <p:spPr>
            <a:xfrm>
              <a:off x="3677748" y="468129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5997">
                <a:alpha val="100000"/>
              </a:srgbClr>
            </a:solidFill>
            <a:ln w="5420" cap="flat">
              <a:solidFill>
                <a:srgbClr val="3A599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93" name="pg2293"/>
            <p:cNvSpPr/>
            <p:nvPr/>
          </p:nvSpPr>
          <p:spPr>
            <a:xfrm>
              <a:off x="3689385" y="468129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5996">
                <a:alpha val="100000"/>
              </a:srgbClr>
            </a:solidFill>
            <a:ln w="5420" cap="flat">
              <a:solidFill>
                <a:srgbClr val="3A599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94" name="pg2294"/>
            <p:cNvSpPr/>
            <p:nvPr/>
          </p:nvSpPr>
          <p:spPr>
            <a:xfrm>
              <a:off x="3701023" y="468129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5895">
                <a:alpha val="100000"/>
              </a:srgbClr>
            </a:solidFill>
            <a:ln w="5420" cap="flat">
              <a:solidFill>
                <a:srgbClr val="3A589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95" name="pg2295"/>
            <p:cNvSpPr/>
            <p:nvPr/>
          </p:nvSpPr>
          <p:spPr>
            <a:xfrm>
              <a:off x="3712660" y="468129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5894">
                <a:alpha val="100000"/>
              </a:srgbClr>
            </a:solidFill>
            <a:ln w="5420" cap="flat">
              <a:solidFill>
                <a:srgbClr val="3A589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96" name="pg2296"/>
            <p:cNvSpPr/>
            <p:nvPr/>
          </p:nvSpPr>
          <p:spPr>
            <a:xfrm>
              <a:off x="3724297" y="468129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5793">
                <a:alpha val="100000"/>
              </a:srgbClr>
            </a:solidFill>
            <a:ln w="5420" cap="flat">
              <a:solidFill>
                <a:srgbClr val="3A579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97" name="pg2297"/>
            <p:cNvSpPr/>
            <p:nvPr/>
          </p:nvSpPr>
          <p:spPr>
            <a:xfrm>
              <a:off x="3735935" y="468129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5692">
                <a:alpha val="100000"/>
              </a:srgbClr>
            </a:solidFill>
            <a:ln w="5420" cap="flat">
              <a:solidFill>
                <a:srgbClr val="3B569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98" name="pg2298"/>
            <p:cNvSpPr/>
            <p:nvPr/>
          </p:nvSpPr>
          <p:spPr>
            <a:xfrm>
              <a:off x="3747572" y="468129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5590">
                <a:alpha val="100000"/>
              </a:srgbClr>
            </a:solidFill>
            <a:ln w="5420" cap="flat">
              <a:solidFill>
                <a:srgbClr val="3B559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99" name="pg2299"/>
            <p:cNvSpPr/>
            <p:nvPr/>
          </p:nvSpPr>
          <p:spPr>
            <a:xfrm>
              <a:off x="3759209" y="468129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538E">
                <a:alpha val="100000"/>
              </a:srgbClr>
            </a:solidFill>
            <a:ln w="5420" cap="flat">
              <a:solidFill>
                <a:srgbClr val="3B538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00" name="pg2300"/>
            <p:cNvSpPr/>
            <p:nvPr/>
          </p:nvSpPr>
          <p:spPr>
            <a:xfrm>
              <a:off x="3770847" y="468129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528D">
                <a:alpha val="100000"/>
              </a:srgbClr>
            </a:solidFill>
            <a:ln w="5420" cap="flat">
              <a:solidFill>
                <a:srgbClr val="3B528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01" name="pg2301"/>
            <p:cNvSpPr/>
            <p:nvPr/>
          </p:nvSpPr>
          <p:spPr>
            <a:xfrm>
              <a:off x="3782484" y="468129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528C">
                <a:alpha val="100000"/>
              </a:srgbClr>
            </a:solidFill>
            <a:ln w="5420" cap="flat">
              <a:solidFill>
                <a:srgbClr val="3B528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02" name="pg2302"/>
            <p:cNvSpPr/>
            <p:nvPr/>
          </p:nvSpPr>
          <p:spPr>
            <a:xfrm>
              <a:off x="3794121" y="468129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518B">
                <a:alpha val="100000"/>
              </a:srgbClr>
            </a:solidFill>
            <a:ln w="5420" cap="flat">
              <a:solidFill>
                <a:srgbClr val="3B518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03" name="pg2303"/>
            <p:cNvSpPr/>
            <p:nvPr/>
          </p:nvSpPr>
          <p:spPr>
            <a:xfrm>
              <a:off x="3805759" y="468129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508A">
                <a:alpha val="100000"/>
              </a:srgbClr>
            </a:solidFill>
            <a:ln w="5420" cap="flat">
              <a:solidFill>
                <a:srgbClr val="3B508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04" name="pg2304"/>
            <p:cNvSpPr/>
            <p:nvPr/>
          </p:nvSpPr>
          <p:spPr>
            <a:xfrm>
              <a:off x="3817396" y="468129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5089">
                <a:alpha val="100000"/>
              </a:srgbClr>
            </a:solidFill>
            <a:ln w="5420" cap="flat">
              <a:solidFill>
                <a:srgbClr val="3B508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05" name="pg2305"/>
            <p:cNvSpPr/>
            <p:nvPr/>
          </p:nvSpPr>
          <p:spPr>
            <a:xfrm>
              <a:off x="3829033" y="468129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4F88">
                <a:alpha val="100000"/>
              </a:srgbClr>
            </a:solidFill>
            <a:ln w="5420" cap="flat">
              <a:solidFill>
                <a:srgbClr val="3B4F8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06" name="pg2306"/>
            <p:cNvSpPr/>
            <p:nvPr/>
          </p:nvSpPr>
          <p:spPr>
            <a:xfrm>
              <a:off x="3840671" y="468129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4F88">
                <a:alpha val="100000"/>
              </a:srgbClr>
            </a:solidFill>
            <a:ln w="5420" cap="flat">
              <a:solidFill>
                <a:srgbClr val="3B4F8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07" name="pg2307"/>
            <p:cNvSpPr/>
            <p:nvPr/>
          </p:nvSpPr>
          <p:spPr>
            <a:xfrm>
              <a:off x="3852308" y="468129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4E87">
                <a:alpha val="100000"/>
              </a:srgbClr>
            </a:solidFill>
            <a:ln w="5420" cap="flat">
              <a:solidFill>
                <a:srgbClr val="3B4E8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08" name="pg2308"/>
            <p:cNvSpPr/>
            <p:nvPr/>
          </p:nvSpPr>
          <p:spPr>
            <a:xfrm>
              <a:off x="3863945" y="468129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4E86">
                <a:alpha val="100000"/>
              </a:srgbClr>
            </a:solidFill>
            <a:ln w="5420" cap="flat">
              <a:solidFill>
                <a:srgbClr val="3B4E8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09" name="pg2309"/>
            <p:cNvSpPr/>
            <p:nvPr/>
          </p:nvSpPr>
          <p:spPr>
            <a:xfrm>
              <a:off x="3875583" y="468129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D85">
                <a:alpha val="100000"/>
              </a:srgbClr>
            </a:solidFill>
            <a:ln w="5420" cap="flat">
              <a:solidFill>
                <a:srgbClr val="3C4D8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10" name="pg2310"/>
            <p:cNvSpPr/>
            <p:nvPr/>
          </p:nvSpPr>
          <p:spPr>
            <a:xfrm>
              <a:off x="3887220" y="468129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D84">
                <a:alpha val="100000"/>
              </a:srgbClr>
            </a:solidFill>
            <a:ln w="5420" cap="flat">
              <a:solidFill>
                <a:srgbClr val="3C4D8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11" name="pg2311"/>
            <p:cNvSpPr/>
            <p:nvPr/>
          </p:nvSpPr>
          <p:spPr>
            <a:xfrm>
              <a:off x="3898857" y="468129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C84">
                <a:alpha val="100000"/>
              </a:srgbClr>
            </a:solidFill>
            <a:ln w="5420" cap="flat">
              <a:solidFill>
                <a:srgbClr val="3C4C8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12" name="pg2312"/>
            <p:cNvSpPr/>
            <p:nvPr/>
          </p:nvSpPr>
          <p:spPr>
            <a:xfrm>
              <a:off x="3910495" y="468129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C83">
                <a:alpha val="100000"/>
              </a:srgbClr>
            </a:solidFill>
            <a:ln w="5420" cap="flat">
              <a:solidFill>
                <a:srgbClr val="3C4C8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13" name="pg2313"/>
            <p:cNvSpPr/>
            <p:nvPr/>
          </p:nvSpPr>
          <p:spPr>
            <a:xfrm>
              <a:off x="3922132" y="468129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B83">
                <a:alpha val="100000"/>
              </a:srgbClr>
            </a:solidFill>
            <a:ln w="5420" cap="flat">
              <a:solidFill>
                <a:srgbClr val="3C4B8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14" name="pg2314"/>
            <p:cNvSpPr/>
            <p:nvPr/>
          </p:nvSpPr>
          <p:spPr>
            <a:xfrm>
              <a:off x="3957044" y="468129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B82">
                <a:alpha val="100000"/>
              </a:srgbClr>
            </a:solidFill>
            <a:ln w="5420" cap="flat">
              <a:solidFill>
                <a:srgbClr val="3C4B8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15" name="pg2315"/>
            <p:cNvSpPr/>
            <p:nvPr/>
          </p:nvSpPr>
          <p:spPr>
            <a:xfrm>
              <a:off x="4375988" y="468129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3968">
                <a:alpha val="100000"/>
              </a:srgbClr>
            </a:solidFill>
            <a:ln w="5420" cap="flat">
              <a:solidFill>
                <a:srgbClr val="3B396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16" name="pg2316"/>
            <p:cNvSpPr/>
            <p:nvPr/>
          </p:nvSpPr>
          <p:spPr>
            <a:xfrm>
              <a:off x="4387625" y="468129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3766">
                <a:alpha val="100000"/>
              </a:srgbClr>
            </a:solidFill>
            <a:ln w="5420" cap="flat">
              <a:solidFill>
                <a:srgbClr val="3B37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17" name="pg2317"/>
            <p:cNvSpPr/>
            <p:nvPr/>
          </p:nvSpPr>
          <p:spPr>
            <a:xfrm>
              <a:off x="4399262" y="468129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3665">
                <a:alpha val="100000"/>
              </a:srgbClr>
            </a:solidFill>
            <a:ln w="5420" cap="flat">
              <a:solidFill>
                <a:srgbClr val="3A366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18" name="pg2318"/>
            <p:cNvSpPr/>
            <p:nvPr/>
          </p:nvSpPr>
          <p:spPr>
            <a:xfrm>
              <a:off x="4410900" y="468129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3766">
                <a:alpha val="100000"/>
              </a:srgbClr>
            </a:solidFill>
            <a:ln w="5420" cap="flat">
              <a:solidFill>
                <a:srgbClr val="3B37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19" name="pg2319"/>
            <p:cNvSpPr/>
            <p:nvPr/>
          </p:nvSpPr>
          <p:spPr>
            <a:xfrm>
              <a:off x="4422537" y="468129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3867">
                <a:alpha val="100000"/>
              </a:srgbClr>
            </a:solidFill>
            <a:ln w="5420" cap="flat">
              <a:solidFill>
                <a:srgbClr val="3B386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20" name="pg2320"/>
            <p:cNvSpPr/>
            <p:nvPr/>
          </p:nvSpPr>
          <p:spPr>
            <a:xfrm>
              <a:off x="3445001" y="469559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A81">
                <a:alpha val="100000"/>
              </a:srgbClr>
            </a:solidFill>
            <a:ln w="5420" cap="flat">
              <a:solidFill>
                <a:srgbClr val="3C4A8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21" name="pg2321"/>
            <p:cNvSpPr/>
            <p:nvPr/>
          </p:nvSpPr>
          <p:spPr>
            <a:xfrm>
              <a:off x="3456639" y="469559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A81">
                <a:alpha val="100000"/>
              </a:srgbClr>
            </a:solidFill>
            <a:ln w="5420" cap="flat">
              <a:solidFill>
                <a:srgbClr val="3C4A8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22" name="pg2322"/>
            <p:cNvSpPr/>
            <p:nvPr/>
          </p:nvSpPr>
          <p:spPr>
            <a:xfrm>
              <a:off x="3468276" y="469559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B82">
                <a:alpha val="100000"/>
              </a:srgbClr>
            </a:solidFill>
            <a:ln w="5420" cap="flat">
              <a:solidFill>
                <a:srgbClr val="3C4B8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23" name="pg2323"/>
            <p:cNvSpPr/>
            <p:nvPr/>
          </p:nvSpPr>
          <p:spPr>
            <a:xfrm>
              <a:off x="3479913" y="469559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B82">
                <a:alpha val="100000"/>
              </a:srgbClr>
            </a:solidFill>
            <a:ln w="5420" cap="flat">
              <a:solidFill>
                <a:srgbClr val="3C4B8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24" name="pg2324"/>
            <p:cNvSpPr/>
            <p:nvPr/>
          </p:nvSpPr>
          <p:spPr>
            <a:xfrm>
              <a:off x="3491551" y="469559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B82">
                <a:alpha val="100000"/>
              </a:srgbClr>
            </a:solidFill>
            <a:ln w="5420" cap="flat">
              <a:solidFill>
                <a:srgbClr val="3C4B8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25" name="pg2325"/>
            <p:cNvSpPr/>
            <p:nvPr/>
          </p:nvSpPr>
          <p:spPr>
            <a:xfrm>
              <a:off x="3503188" y="469559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B82">
                <a:alpha val="100000"/>
              </a:srgbClr>
            </a:solidFill>
            <a:ln w="5420" cap="flat">
              <a:solidFill>
                <a:srgbClr val="3C4B8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26" name="pg2326"/>
            <p:cNvSpPr/>
            <p:nvPr/>
          </p:nvSpPr>
          <p:spPr>
            <a:xfrm>
              <a:off x="3514825" y="469559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B83">
                <a:alpha val="100000"/>
              </a:srgbClr>
            </a:solidFill>
            <a:ln w="5420" cap="flat">
              <a:solidFill>
                <a:srgbClr val="3C4B8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27" name="pg2327"/>
            <p:cNvSpPr/>
            <p:nvPr/>
          </p:nvSpPr>
          <p:spPr>
            <a:xfrm>
              <a:off x="3526463" y="469559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C83">
                <a:alpha val="100000"/>
              </a:srgbClr>
            </a:solidFill>
            <a:ln w="5420" cap="flat">
              <a:solidFill>
                <a:srgbClr val="3C4C8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28" name="pg2328"/>
            <p:cNvSpPr/>
            <p:nvPr/>
          </p:nvSpPr>
          <p:spPr>
            <a:xfrm>
              <a:off x="3538100" y="469559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C84">
                <a:alpha val="100000"/>
              </a:srgbClr>
            </a:solidFill>
            <a:ln w="5420" cap="flat">
              <a:solidFill>
                <a:srgbClr val="3C4C8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29" name="pg2329"/>
            <p:cNvSpPr/>
            <p:nvPr/>
          </p:nvSpPr>
          <p:spPr>
            <a:xfrm>
              <a:off x="3549737" y="469559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D85">
                <a:alpha val="100000"/>
              </a:srgbClr>
            </a:solidFill>
            <a:ln w="5420" cap="flat">
              <a:solidFill>
                <a:srgbClr val="3C4D8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30" name="pg2330"/>
            <p:cNvSpPr/>
            <p:nvPr/>
          </p:nvSpPr>
          <p:spPr>
            <a:xfrm>
              <a:off x="3561375" y="469559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4D85">
                <a:alpha val="100000"/>
              </a:srgbClr>
            </a:solidFill>
            <a:ln w="5420" cap="flat">
              <a:solidFill>
                <a:srgbClr val="3B4D8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31" name="pg2331"/>
            <p:cNvSpPr/>
            <p:nvPr/>
          </p:nvSpPr>
          <p:spPr>
            <a:xfrm>
              <a:off x="3573012" y="469559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4E87">
                <a:alpha val="100000"/>
              </a:srgbClr>
            </a:solidFill>
            <a:ln w="5420" cap="flat">
              <a:solidFill>
                <a:srgbClr val="3B4E8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32" name="pg2332"/>
            <p:cNvSpPr/>
            <p:nvPr/>
          </p:nvSpPr>
          <p:spPr>
            <a:xfrm>
              <a:off x="3584649" y="469559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4F88">
                <a:alpha val="100000"/>
              </a:srgbClr>
            </a:solidFill>
            <a:ln w="5420" cap="flat">
              <a:solidFill>
                <a:srgbClr val="3B4F8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33" name="pg2333"/>
            <p:cNvSpPr/>
            <p:nvPr/>
          </p:nvSpPr>
          <p:spPr>
            <a:xfrm>
              <a:off x="3596287" y="469559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508A">
                <a:alpha val="100000"/>
              </a:srgbClr>
            </a:solidFill>
            <a:ln w="5420" cap="flat">
              <a:solidFill>
                <a:srgbClr val="3B508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34" name="pg2334"/>
            <p:cNvSpPr/>
            <p:nvPr/>
          </p:nvSpPr>
          <p:spPr>
            <a:xfrm>
              <a:off x="3607924" y="469559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528C">
                <a:alpha val="100000"/>
              </a:srgbClr>
            </a:solidFill>
            <a:ln w="5420" cap="flat">
              <a:solidFill>
                <a:srgbClr val="3B528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35" name="pg2335"/>
            <p:cNvSpPr/>
            <p:nvPr/>
          </p:nvSpPr>
          <p:spPr>
            <a:xfrm>
              <a:off x="3619561" y="469559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548F">
                <a:alpha val="100000"/>
              </a:srgbClr>
            </a:solidFill>
            <a:ln w="5420" cap="flat">
              <a:solidFill>
                <a:srgbClr val="3B548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36" name="pg2336"/>
            <p:cNvSpPr/>
            <p:nvPr/>
          </p:nvSpPr>
          <p:spPr>
            <a:xfrm>
              <a:off x="3631199" y="469559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5591">
                <a:alpha val="100000"/>
              </a:srgbClr>
            </a:solidFill>
            <a:ln w="5420" cap="flat">
              <a:solidFill>
                <a:srgbClr val="3B559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37" name="pg2337"/>
            <p:cNvSpPr/>
            <p:nvPr/>
          </p:nvSpPr>
          <p:spPr>
            <a:xfrm>
              <a:off x="3642836" y="469559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5895">
                <a:alpha val="100000"/>
              </a:srgbClr>
            </a:solidFill>
            <a:ln w="5420" cap="flat">
              <a:solidFill>
                <a:srgbClr val="3A589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38" name="pg2338"/>
            <p:cNvSpPr/>
            <p:nvPr/>
          </p:nvSpPr>
          <p:spPr>
            <a:xfrm>
              <a:off x="3654473" y="469559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5997">
                <a:alpha val="100000"/>
              </a:srgbClr>
            </a:solidFill>
            <a:ln w="5420" cap="flat">
              <a:solidFill>
                <a:srgbClr val="3A599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39" name="pg2339"/>
            <p:cNvSpPr/>
            <p:nvPr/>
          </p:nvSpPr>
          <p:spPr>
            <a:xfrm>
              <a:off x="3666111" y="469559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5A97">
                <a:alpha val="100000"/>
              </a:srgbClr>
            </a:solidFill>
            <a:ln w="5420" cap="flat">
              <a:solidFill>
                <a:srgbClr val="3A5A9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40" name="pg2340"/>
            <p:cNvSpPr/>
            <p:nvPr/>
          </p:nvSpPr>
          <p:spPr>
            <a:xfrm>
              <a:off x="3677748" y="469559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5A97">
                <a:alpha val="100000"/>
              </a:srgbClr>
            </a:solidFill>
            <a:ln w="5420" cap="flat">
              <a:solidFill>
                <a:srgbClr val="3A5A9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41" name="pg2341"/>
            <p:cNvSpPr/>
            <p:nvPr/>
          </p:nvSpPr>
          <p:spPr>
            <a:xfrm>
              <a:off x="3689385" y="469559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5997">
                <a:alpha val="100000"/>
              </a:srgbClr>
            </a:solidFill>
            <a:ln w="5420" cap="flat">
              <a:solidFill>
                <a:srgbClr val="3A599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42" name="pg2342"/>
            <p:cNvSpPr/>
            <p:nvPr/>
          </p:nvSpPr>
          <p:spPr>
            <a:xfrm>
              <a:off x="3701023" y="469559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5996">
                <a:alpha val="100000"/>
              </a:srgbClr>
            </a:solidFill>
            <a:ln w="5420" cap="flat">
              <a:solidFill>
                <a:srgbClr val="3A599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43" name="pg2343"/>
            <p:cNvSpPr/>
            <p:nvPr/>
          </p:nvSpPr>
          <p:spPr>
            <a:xfrm>
              <a:off x="3712660" y="469559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5895">
                <a:alpha val="100000"/>
              </a:srgbClr>
            </a:solidFill>
            <a:ln w="5420" cap="flat">
              <a:solidFill>
                <a:srgbClr val="3A589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44" name="pg2344"/>
            <p:cNvSpPr/>
            <p:nvPr/>
          </p:nvSpPr>
          <p:spPr>
            <a:xfrm>
              <a:off x="3724297" y="469559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5793">
                <a:alpha val="100000"/>
              </a:srgbClr>
            </a:solidFill>
            <a:ln w="5420" cap="flat">
              <a:solidFill>
                <a:srgbClr val="3A579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45" name="pg2345"/>
            <p:cNvSpPr/>
            <p:nvPr/>
          </p:nvSpPr>
          <p:spPr>
            <a:xfrm>
              <a:off x="3735935" y="469559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5692">
                <a:alpha val="100000"/>
              </a:srgbClr>
            </a:solidFill>
            <a:ln w="5420" cap="flat">
              <a:solidFill>
                <a:srgbClr val="3A569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46" name="pg2346"/>
            <p:cNvSpPr/>
            <p:nvPr/>
          </p:nvSpPr>
          <p:spPr>
            <a:xfrm>
              <a:off x="3747572" y="469559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5591">
                <a:alpha val="100000"/>
              </a:srgbClr>
            </a:solidFill>
            <a:ln w="5420" cap="flat">
              <a:solidFill>
                <a:srgbClr val="3B559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47" name="pg2347"/>
            <p:cNvSpPr/>
            <p:nvPr/>
          </p:nvSpPr>
          <p:spPr>
            <a:xfrm>
              <a:off x="3759209" y="469559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538E">
                <a:alpha val="100000"/>
              </a:srgbClr>
            </a:solidFill>
            <a:ln w="5420" cap="flat">
              <a:solidFill>
                <a:srgbClr val="3B538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48" name="pg2348"/>
            <p:cNvSpPr/>
            <p:nvPr/>
          </p:nvSpPr>
          <p:spPr>
            <a:xfrm>
              <a:off x="3770847" y="469559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528D">
                <a:alpha val="100000"/>
              </a:srgbClr>
            </a:solidFill>
            <a:ln w="5420" cap="flat">
              <a:solidFill>
                <a:srgbClr val="3B528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49" name="pg2349"/>
            <p:cNvSpPr/>
            <p:nvPr/>
          </p:nvSpPr>
          <p:spPr>
            <a:xfrm>
              <a:off x="3782484" y="469559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528C">
                <a:alpha val="100000"/>
              </a:srgbClr>
            </a:solidFill>
            <a:ln w="5420" cap="flat">
              <a:solidFill>
                <a:srgbClr val="3B528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50" name="pg2350"/>
            <p:cNvSpPr/>
            <p:nvPr/>
          </p:nvSpPr>
          <p:spPr>
            <a:xfrm>
              <a:off x="3794121" y="469559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518B">
                <a:alpha val="100000"/>
              </a:srgbClr>
            </a:solidFill>
            <a:ln w="5420" cap="flat">
              <a:solidFill>
                <a:srgbClr val="3B518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51" name="pg2351"/>
            <p:cNvSpPr/>
            <p:nvPr/>
          </p:nvSpPr>
          <p:spPr>
            <a:xfrm>
              <a:off x="3805759" y="469559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508A">
                <a:alpha val="100000"/>
              </a:srgbClr>
            </a:solidFill>
            <a:ln w="5420" cap="flat">
              <a:solidFill>
                <a:srgbClr val="3B508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52" name="pg2352"/>
            <p:cNvSpPr/>
            <p:nvPr/>
          </p:nvSpPr>
          <p:spPr>
            <a:xfrm>
              <a:off x="3817396" y="469559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5089">
                <a:alpha val="100000"/>
              </a:srgbClr>
            </a:solidFill>
            <a:ln w="5420" cap="flat">
              <a:solidFill>
                <a:srgbClr val="3B508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53" name="pg2353"/>
            <p:cNvSpPr/>
            <p:nvPr/>
          </p:nvSpPr>
          <p:spPr>
            <a:xfrm>
              <a:off x="3829033" y="469559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4F88">
                <a:alpha val="100000"/>
              </a:srgbClr>
            </a:solidFill>
            <a:ln w="5420" cap="flat">
              <a:solidFill>
                <a:srgbClr val="3B4F8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54" name="pg2354"/>
            <p:cNvSpPr/>
            <p:nvPr/>
          </p:nvSpPr>
          <p:spPr>
            <a:xfrm>
              <a:off x="3840671" y="469559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4F87">
                <a:alpha val="100000"/>
              </a:srgbClr>
            </a:solidFill>
            <a:ln w="5420" cap="flat">
              <a:solidFill>
                <a:srgbClr val="3B4F8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55" name="pg2355"/>
            <p:cNvSpPr/>
            <p:nvPr/>
          </p:nvSpPr>
          <p:spPr>
            <a:xfrm>
              <a:off x="3852308" y="469559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4E87">
                <a:alpha val="100000"/>
              </a:srgbClr>
            </a:solidFill>
            <a:ln w="5420" cap="flat">
              <a:solidFill>
                <a:srgbClr val="3B4E8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56" name="pg2356"/>
            <p:cNvSpPr/>
            <p:nvPr/>
          </p:nvSpPr>
          <p:spPr>
            <a:xfrm>
              <a:off x="3863945" y="469559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4E86">
                <a:alpha val="100000"/>
              </a:srgbClr>
            </a:solidFill>
            <a:ln w="5420" cap="flat">
              <a:solidFill>
                <a:srgbClr val="3B4E8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57" name="pg2357"/>
            <p:cNvSpPr/>
            <p:nvPr/>
          </p:nvSpPr>
          <p:spPr>
            <a:xfrm>
              <a:off x="3875583" y="469559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D85">
                <a:alpha val="100000"/>
              </a:srgbClr>
            </a:solidFill>
            <a:ln w="5420" cap="flat">
              <a:solidFill>
                <a:srgbClr val="3C4D8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58" name="pg2358"/>
            <p:cNvSpPr/>
            <p:nvPr/>
          </p:nvSpPr>
          <p:spPr>
            <a:xfrm>
              <a:off x="3887220" y="469559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C84">
                <a:alpha val="100000"/>
              </a:srgbClr>
            </a:solidFill>
            <a:ln w="5420" cap="flat">
              <a:solidFill>
                <a:srgbClr val="3C4C8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59" name="pg2359"/>
            <p:cNvSpPr/>
            <p:nvPr/>
          </p:nvSpPr>
          <p:spPr>
            <a:xfrm>
              <a:off x="3898857" y="469559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C84">
                <a:alpha val="100000"/>
              </a:srgbClr>
            </a:solidFill>
            <a:ln w="5420" cap="flat">
              <a:solidFill>
                <a:srgbClr val="3C4C8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60" name="pg2360"/>
            <p:cNvSpPr/>
            <p:nvPr/>
          </p:nvSpPr>
          <p:spPr>
            <a:xfrm>
              <a:off x="3910495" y="469559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B83">
                <a:alpha val="100000"/>
              </a:srgbClr>
            </a:solidFill>
            <a:ln w="5420" cap="flat">
              <a:solidFill>
                <a:srgbClr val="3C4B8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61" name="pg2361"/>
            <p:cNvSpPr/>
            <p:nvPr/>
          </p:nvSpPr>
          <p:spPr>
            <a:xfrm>
              <a:off x="3922132" y="469559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B82">
                <a:alpha val="100000"/>
              </a:srgbClr>
            </a:solidFill>
            <a:ln w="5420" cap="flat">
              <a:solidFill>
                <a:srgbClr val="3C4B8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62" name="pg2362"/>
            <p:cNvSpPr/>
            <p:nvPr/>
          </p:nvSpPr>
          <p:spPr>
            <a:xfrm>
              <a:off x="3933769" y="469559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B82">
                <a:alpha val="100000"/>
              </a:srgbClr>
            </a:solidFill>
            <a:ln w="5420" cap="flat">
              <a:solidFill>
                <a:srgbClr val="3C4B8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63" name="pg2363"/>
            <p:cNvSpPr/>
            <p:nvPr/>
          </p:nvSpPr>
          <p:spPr>
            <a:xfrm>
              <a:off x="3945407" y="469559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B82">
                <a:alpha val="100000"/>
              </a:srgbClr>
            </a:solidFill>
            <a:ln w="5420" cap="flat">
              <a:solidFill>
                <a:srgbClr val="3C4B8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64" name="pg2364"/>
            <p:cNvSpPr/>
            <p:nvPr/>
          </p:nvSpPr>
          <p:spPr>
            <a:xfrm>
              <a:off x="3957044" y="469559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A81">
                <a:alpha val="100000"/>
              </a:srgbClr>
            </a:solidFill>
            <a:ln w="5420" cap="flat">
              <a:solidFill>
                <a:srgbClr val="3C4A8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65" name="pg2365"/>
            <p:cNvSpPr/>
            <p:nvPr/>
          </p:nvSpPr>
          <p:spPr>
            <a:xfrm>
              <a:off x="3968681" y="469559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A81">
                <a:alpha val="100000"/>
              </a:srgbClr>
            </a:solidFill>
            <a:ln w="5420" cap="flat">
              <a:solidFill>
                <a:srgbClr val="3C4A8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66" name="pg2366"/>
            <p:cNvSpPr/>
            <p:nvPr/>
          </p:nvSpPr>
          <p:spPr>
            <a:xfrm>
              <a:off x="3980318" y="469559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A81">
                <a:alpha val="100000"/>
              </a:srgbClr>
            </a:solidFill>
            <a:ln w="5420" cap="flat">
              <a:solidFill>
                <a:srgbClr val="3C4A8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67" name="pg2367"/>
            <p:cNvSpPr/>
            <p:nvPr/>
          </p:nvSpPr>
          <p:spPr>
            <a:xfrm>
              <a:off x="4387625" y="469559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3766">
                <a:alpha val="100000"/>
              </a:srgbClr>
            </a:solidFill>
            <a:ln w="5420" cap="flat">
              <a:solidFill>
                <a:srgbClr val="3B37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68" name="pg2368"/>
            <p:cNvSpPr/>
            <p:nvPr/>
          </p:nvSpPr>
          <p:spPr>
            <a:xfrm>
              <a:off x="4399262" y="469559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3665">
                <a:alpha val="100000"/>
              </a:srgbClr>
            </a:solidFill>
            <a:ln w="5420" cap="flat">
              <a:solidFill>
                <a:srgbClr val="3A366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69" name="pg2369"/>
            <p:cNvSpPr/>
            <p:nvPr/>
          </p:nvSpPr>
          <p:spPr>
            <a:xfrm>
              <a:off x="4410900" y="469559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3665">
                <a:alpha val="100000"/>
              </a:srgbClr>
            </a:solidFill>
            <a:ln w="5420" cap="flat">
              <a:solidFill>
                <a:srgbClr val="3A366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70" name="pg2370"/>
            <p:cNvSpPr/>
            <p:nvPr/>
          </p:nvSpPr>
          <p:spPr>
            <a:xfrm>
              <a:off x="4422537" y="469559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3867">
                <a:alpha val="100000"/>
              </a:srgbClr>
            </a:solidFill>
            <a:ln w="5420" cap="flat">
              <a:solidFill>
                <a:srgbClr val="3B386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71" name="pg2371"/>
            <p:cNvSpPr/>
            <p:nvPr/>
          </p:nvSpPr>
          <p:spPr>
            <a:xfrm>
              <a:off x="3433364" y="470989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A81">
                <a:alpha val="100000"/>
              </a:srgbClr>
            </a:solidFill>
            <a:ln w="5420" cap="flat">
              <a:solidFill>
                <a:srgbClr val="3C4A8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72" name="pg2372"/>
            <p:cNvSpPr/>
            <p:nvPr/>
          </p:nvSpPr>
          <p:spPr>
            <a:xfrm>
              <a:off x="3445001" y="470989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A81">
                <a:alpha val="100000"/>
              </a:srgbClr>
            </a:solidFill>
            <a:ln w="5420" cap="flat">
              <a:solidFill>
                <a:srgbClr val="3C4A8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73" name="pg2373"/>
            <p:cNvSpPr/>
            <p:nvPr/>
          </p:nvSpPr>
          <p:spPr>
            <a:xfrm>
              <a:off x="3456639" y="470989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A81">
                <a:alpha val="100000"/>
              </a:srgbClr>
            </a:solidFill>
            <a:ln w="5420" cap="flat">
              <a:solidFill>
                <a:srgbClr val="3C4A8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74" name="pg2374"/>
            <p:cNvSpPr/>
            <p:nvPr/>
          </p:nvSpPr>
          <p:spPr>
            <a:xfrm>
              <a:off x="3468276" y="470989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A81">
                <a:alpha val="100000"/>
              </a:srgbClr>
            </a:solidFill>
            <a:ln w="5420" cap="flat">
              <a:solidFill>
                <a:srgbClr val="3C4A8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75" name="pg2375"/>
            <p:cNvSpPr/>
            <p:nvPr/>
          </p:nvSpPr>
          <p:spPr>
            <a:xfrm>
              <a:off x="3479913" y="470989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B82">
                <a:alpha val="100000"/>
              </a:srgbClr>
            </a:solidFill>
            <a:ln w="5420" cap="flat">
              <a:solidFill>
                <a:srgbClr val="3C4B8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76" name="pg2376"/>
            <p:cNvSpPr/>
            <p:nvPr/>
          </p:nvSpPr>
          <p:spPr>
            <a:xfrm>
              <a:off x="3491551" y="470989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B82">
                <a:alpha val="100000"/>
              </a:srgbClr>
            </a:solidFill>
            <a:ln w="5420" cap="flat">
              <a:solidFill>
                <a:srgbClr val="3C4B8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77" name="pg2377"/>
            <p:cNvSpPr/>
            <p:nvPr/>
          </p:nvSpPr>
          <p:spPr>
            <a:xfrm>
              <a:off x="3503188" y="470989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B82">
                <a:alpha val="100000"/>
              </a:srgbClr>
            </a:solidFill>
            <a:ln w="5420" cap="flat">
              <a:solidFill>
                <a:srgbClr val="3C4B8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78" name="pg2378"/>
            <p:cNvSpPr/>
            <p:nvPr/>
          </p:nvSpPr>
          <p:spPr>
            <a:xfrm>
              <a:off x="3514825" y="470989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B82">
                <a:alpha val="100000"/>
              </a:srgbClr>
            </a:solidFill>
            <a:ln w="5420" cap="flat">
              <a:solidFill>
                <a:srgbClr val="3C4B8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79" name="pg2379"/>
            <p:cNvSpPr/>
            <p:nvPr/>
          </p:nvSpPr>
          <p:spPr>
            <a:xfrm>
              <a:off x="3526463" y="470989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B83">
                <a:alpha val="100000"/>
              </a:srgbClr>
            </a:solidFill>
            <a:ln w="5420" cap="flat">
              <a:solidFill>
                <a:srgbClr val="3C4B8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80" name="pg2380"/>
            <p:cNvSpPr/>
            <p:nvPr/>
          </p:nvSpPr>
          <p:spPr>
            <a:xfrm>
              <a:off x="3538100" y="470989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B83">
                <a:alpha val="100000"/>
              </a:srgbClr>
            </a:solidFill>
            <a:ln w="5420" cap="flat">
              <a:solidFill>
                <a:srgbClr val="3C4B8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81" name="pg2381"/>
            <p:cNvSpPr/>
            <p:nvPr/>
          </p:nvSpPr>
          <p:spPr>
            <a:xfrm>
              <a:off x="3549737" y="470989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C84">
                <a:alpha val="100000"/>
              </a:srgbClr>
            </a:solidFill>
            <a:ln w="5420" cap="flat">
              <a:solidFill>
                <a:srgbClr val="3C4C8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82" name="pg2382"/>
            <p:cNvSpPr/>
            <p:nvPr/>
          </p:nvSpPr>
          <p:spPr>
            <a:xfrm>
              <a:off x="3561375" y="470989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D84">
                <a:alpha val="100000"/>
              </a:srgbClr>
            </a:solidFill>
            <a:ln w="5420" cap="flat">
              <a:solidFill>
                <a:srgbClr val="3C4D8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83" name="pg2383"/>
            <p:cNvSpPr/>
            <p:nvPr/>
          </p:nvSpPr>
          <p:spPr>
            <a:xfrm>
              <a:off x="3573012" y="470989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4D86">
                <a:alpha val="100000"/>
              </a:srgbClr>
            </a:solidFill>
            <a:ln w="5420" cap="flat">
              <a:solidFill>
                <a:srgbClr val="3B4D8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84" name="pg2384"/>
            <p:cNvSpPr/>
            <p:nvPr/>
          </p:nvSpPr>
          <p:spPr>
            <a:xfrm>
              <a:off x="3584649" y="470989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4E87">
                <a:alpha val="100000"/>
              </a:srgbClr>
            </a:solidFill>
            <a:ln w="5420" cap="flat">
              <a:solidFill>
                <a:srgbClr val="3B4E8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85" name="pg2385"/>
            <p:cNvSpPr/>
            <p:nvPr/>
          </p:nvSpPr>
          <p:spPr>
            <a:xfrm>
              <a:off x="3596287" y="470989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5089">
                <a:alpha val="100000"/>
              </a:srgbClr>
            </a:solidFill>
            <a:ln w="5420" cap="flat">
              <a:solidFill>
                <a:srgbClr val="3B508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86" name="pg2386"/>
            <p:cNvSpPr/>
            <p:nvPr/>
          </p:nvSpPr>
          <p:spPr>
            <a:xfrm>
              <a:off x="3607924" y="470989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518B">
                <a:alpha val="100000"/>
              </a:srgbClr>
            </a:solidFill>
            <a:ln w="5420" cap="flat">
              <a:solidFill>
                <a:srgbClr val="3B518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87" name="pg2387"/>
            <p:cNvSpPr/>
            <p:nvPr/>
          </p:nvSpPr>
          <p:spPr>
            <a:xfrm>
              <a:off x="3619561" y="470989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538E">
                <a:alpha val="100000"/>
              </a:srgbClr>
            </a:solidFill>
            <a:ln w="5420" cap="flat">
              <a:solidFill>
                <a:srgbClr val="3B538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88" name="pg2388"/>
            <p:cNvSpPr/>
            <p:nvPr/>
          </p:nvSpPr>
          <p:spPr>
            <a:xfrm>
              <a:off x="3631199" y="470989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5590">
                <a:alpha val="100000"/>
              </a:srgbClr>
            </a:solidFill>
            <a:ln w="5420" cap="flat">
              <a:solidFill>
                <a:srgbClr val="3B559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89" name="pg2389"/>
            <p:cNvSpPr/>
            <p:nvPr/>
          </p:nvSpPr>
          <p:spPr>
            <a:xfrm>
              <a:off x="3642836" y="470989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5895">
                <a:alpha val="100000"/>
              </a:srgbClr>
            </a:solidFill>
            <a:ln w="5420" cap="flat">
              <a:solidFill>
                <a:srgbClr val="3A589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90" name="pg2390"/>
            <p:cNvSpPr/>
            <p:nvPr/>
          </p:nvSpPr>
          <p:spPr>
            <a:xfrm>
              <a:off x="3654473" y="470989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5996">
                <a:alpha val="100000"/>
              </a:srgbClr>
            </a:solidFill>
            <a:ln w="5420" cap="flat">
              <a:solidFill>
                <a:srgbClr val="3A599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91" name="pg2391"/>
            <p:cNvSpPr/>
            <p:nvPr/>
          </p:nvSpPr>
          <p:spPr>
            <a:xfrm>
              <a:off x="3666111" y="470989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5A97">
                <a:alpha val="100000"/>
              </a:srgbClr>
            </a:solidFill>
            <a:ln w="5420" cap="flat">
              <a:solidFill>
                <a:srgbClr val="3A5A9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92" name="pg2392"/>
            <p:cNvSpPr/>
            <p:nvPr/>
          </p:nvSpPr>
          <p:spPr>
            <a:xfrm>
              <a:off x="3677748" y="470989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5A97">
                <a:alpha val="100000"/>
              </a:srgbClr>
            </a:solidFill>
            <a:ln w="5420" cap="flat">
              <a:solidFill>
                <a:srgbClr val="3A5A9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93" name="pg2393"/>
            <p:cNvSpPr/>
            <p:nvPr/>
          </p:nvSpPr>
          <p:spPr>
            <a:xfrm>
              <a:off x="3689385" y="470989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5996">
                <a:alpha val="100000"/>
              </a:srgbClr>
            </a:solidFill>
            <a:ln w="5420" cap="flat">
              <a:solidFill>
                <a:srgbClr val="3A599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94" name="pg2394"/>
            <p:cNvSpPr/>
            <p:nvPr/>
          </p:nvSpPr>
          <p:spPr>
            <a:xfrm>
              <a:off x="3701023" y="470989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5896">
                <a:alpha val="100000"/>
              </a:srgbClr>
            </a:solidFill>
            <a:ln w="5420" cap="flat">
              <a:solidFill>
                <a:srgbClr val="3A589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95" name="pg2395"/>
            <p:cNvSpPr/>
            <p:nvPr/>
          </p:nvSpPr>
          <p:spPr>
            <a:xfrm>
              <a:off x="3712660" y="470989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5894">
                <a:alpha val="100000"/>
              </a:srgbClr>
            </a:solidFill>
            <a:ln w="5420" cap="flat">
              <a:solidFill>
                <a:srgbClr val="3A589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96" name="pg2396"/>
            <p:cNvSpPr/>
            <p:nvPr/>
          </p:nvSpPr>
          <p:spPr>
            <a:xfrm>
              <a:off x="3724297" y="470989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5793">
                <a:alpha val="100000"/>
              </a:srgbClr>
            </a:solidFill>
            <a:ln w="5420" cap="flat">
              <a:solidFill>
                <a:srgbClr val="3A579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97" name="pg2397"/>
            <p:cNvSpPr/>
            <p:nvPr/>
          </p:nvSpPr>
          <p:spPr>
            <a:xfrm>
              <a:off x="3735935" y="470989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5692">
                <a:alpha val="100000"/>
              </a:srgbClr>
            </a:solidFill>
            <a:ln w="5420" cap="flat">
              <a:solidFill>
                <a:srgbClr val="3B569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98" name="pg2398"/>
            <p:cNvSpPr/>
            <p:nvPr/>
          </p:nvSpPr>
          <p:spPr>
            <a:xfrm>
              <a:off x="3747572" y="470989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5590">
                <a:alpha val="100000"/>
              </a:srgbClr>
            </a:solidFill>
            <a:ln w="5420" cap="flat">
              <a:solidFill>
                <a:srgbClr val="3B559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99" name="pg2399"/>
            <p:cNvSpPr/>
            <p:nvPr/>
          </p:nvSpPr>
          <p:spPr>
            <a:xfrm>
              <a:off x="3759209" y="470989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538E">
                <a:alpha val="100000"/>
              </a:srgbClr>
            </a:solidFill>
            <a:ln w="5420" cap="flat">
              <a:solidFill>
                <a:srgbClr val="3B538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00" name="pg2400"/>
            <p:cNvSpPr/>
            <p:nvPr/>
          </p:nvSpPr>
          <p:spPr>
            <a:xfrm>
              <a:off x="3770847" y="470989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528D">
                <a:alpha val="100000"/>
              </a:srgbClr>
            </a:solidFill>
            <a:ln w="5420" cap="flat">
              <a:solidFill>
                <a:srgbClr val="3B528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01" name="pg2401"/>
            <p:cNvSpPr/>
            <p:nvPr/>
          </p:nvSpPr>
          <p:spPr>
            <a:xfrm>
              <a:off x="3782484" y="470989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528C">
                <a:alpha val="100000"/>
              </a:srgbClr>
            </a:solidFill>
            <a:ln w="5420" cap="flat">
              <a:solidFill>
                <a:srgbClr val="3B528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02" name="pg2402"/>
            <p:cNvSpPr/>
            <p:nvPr/>
          </p:nvSpPr>
          <p:spPr>
            <a:xfrm>
              <a:off x="3794121" y="470989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518B">
                <a:alpha val="100000"/>
              </a:srgbClr>
            </a:solidFill>
            <a:ln w="5420" cap="flat">
              <a:solidFill>
                <a:srgbClr val="3B518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03" name="pg2403"/>
            <p:cNvSpPr/>
            <p:nvPr/>
          </p:nvSpPr>
          <p:spPr>
            <a:xfrm>
              <a:off x="3805759" y="470989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508A">
                <a:alpha val="100000"/>
              </a:srgbClr>
            </a:solidFill>
            <a:ln w="5420" cap="flat">
              <a:solidFill>
                <a:srgbClr val="3B508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04" name="pg2404"/>
            <p:cNvSpPr/>
            <p:nvPr/>
          </p:nvSpPr>
          <p:spPr>
            <a:xfrm>
              <a:off x="3817396" y="470989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5089">
                <a:alpha val="100000"/>
              </a:srgbClr>
            </a:solidFill>
            <a:ln w="5420" cap="flat">
              <a:solidFill>
                <a:srgbClr val="3B508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05" name="pg2405"/>
            <p:cNvSpPr/>
            <p:nvPr/>
          </p:nvSpPr>
          <p:spPr>
            <a:xfrm>
              <a:off x="3829033" y="470989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4F88">
                <a:alpha val="100000"/>
              </a:srgbClr>
            </a:solidFill>
            <a:ln w="5420" cap="flat">
              <a:solidFill>
                <a:srgbClr val="3B4F8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06" name="pg2406"/>
            <p:cNvSpPr/>
            <p:nvPr/>
          </p:nvSpPr>
          <p:spPr>
            <a:xfrm>
              <a:off x="3840671" y="470989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4E87">
                <a:alpha val="100000"/>
              </a:srgbClr>
            </a:solidFill>
            <a:ln w="5420" cap="flat">
              <a:solidFill>
                <a:srgbClr val="3B4E8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07" name="pg2407"/>
            <p:cNvSpPr/>
            <p:nvPr/>
          </p:nvSpPr>
          <p:spPr>
            <a:xfrm>
              <a:off x="3852308" y="470989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4E86">
                <a:alpha val="100000"/>
              </a:srgbClr>
            </a:solidFill>
            <a:ln w="5420" cap="flat">
              <a:solidFill>
                <a:srgbClr val="3B4E8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08" name="pg2408"/>
            <p:cNvSpPr/>
            <p:nvPr/>
          </p:nvSpPr>
          <p:spPr>
            <a:xfrm>
              <a:off x="3863945" y="470989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4D86">
                <a:alpha val="100000"/>
              </a:srgbClr>
            </a:solidFill>
            <a:ln w="5420" cap="flat">
              <a:solidFill>
                <a:srgbClr val="3B4D8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09" name="pg2409"/>
            <p:cNvSpPr/>
            <p:nvPr/>
          </p:nvSpPr>
          <p:spPr>
            <a:xfrm>
              <a:off x="3875583" y="470989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C84">
                <a:alpha val="100000"/>
              </a:srgbClr>
            </a:solidFill>
            <a:ln w="5420" cap="flat">
              <a:solidFill>
                <a:srgbClr val="3C4C8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10" name="pg2410"/>
            <p:cNvSpPr/>
            <p:nvPr/>
          </p:nvSpPr>
          <p:spPr>
            <a:xfrm>
              <a:off x="3887220" y="470989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C84">
                <a:alpha val="100000"/>
              </a:srgbClr>
            </a:solidFill>
            <a:ln w="5420" cap="flat">
              <a:solidFill>
                <a:srgbClr val="3C4C8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11" name="pg2411"/>
            <p:cNvSpPr/>
            <p:nvPr/>
          </p:nvSpPr>
          <p:spPr>
            <a:xfrm>
              <a:off x="3898857" y="470989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C83">
                <a:alpha val="100000"/>
              </a:srgbClr>
            </a:solidFill>
            <a:ln w="5420" cap="flat">
              <a:solidFill>
                <a:srgbClr val="3C4C8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12" name="pg2412"/>
            <p:cNvSpPr/>
            <p:nvPr/>
          </p:nvSpPr>
          <p:spPr>
            <a:xfrm>
              <a:off x="3910495" y="470989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B83">
                <a:alpha val="100000"/>
              </a:srgbClr>
            </a:solidFill>
            <a:ln w="5420" cap="flat">
              <a:solidFill>
                <a:srgbClr val="3C4B8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13" name="pg2413"/>
            <p:cNvSpPr/>
            <p:nvPr/>
          </p:nvSpPr>
          <p:spPr>
            <a:xfrm>
              <a:off x="3922132" y="470989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B82">
                <a:alpha val="100000"/>
              </a:srgbClr>
            </a:solidFill>
            <a:ln w="5420" cap="flat">
              <a:solidFill>
                <a:srgbClr val="3C4B8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14" name="pg2414"/>
            <p:cNvSpPr/>
            <p:nvPr/>
          </p:nvSpPr>
          <p:spPr>
            <a:xfrm>
              <a:off x="3933769" y="470989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B82">
                <a:alpha val="100000"/>
              </a:srgbClr>
            </a:solidFill>
            <a:ln w="5420" cap="flat">
              <a:solidFill>
                <a:srgbClr val="3C4B8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15" name="pg2415"/>
            <p:cNvSpPr/>
            <p:nvPr/>
          </p:nvSpPr>
          <p:spPr>
            <a:xfrm>
              <a:off x="3945407" y="470989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A81">
                <a:alpha val="100000"/>
              </a:srgbClr>
            </a:solidFill>
            <a:ln w="5420" cap="flat">
              <a:solidFill>
                <a:srgbClr val="3C4A8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16" name="pg2416"/>
            <p:cNvSpPr/>
            <p:nvPr/>
          </p:nvSpPr>
          <p:spPr>
            <a:xfrm>
              <a:off x="3957044" y="470989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A81">
                <a:alpha val="100000"/>
              </a:srgbClr>
            </a:solidFill>
            <a:ln w="5420" cap="flat">
              <a:solidFill>
                <a:srgbClr val="3C4A8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17" name="pg2417"/>
            <p:cNvSpPr/>
            <p:nvPr/>
          </p:nvSpPr>
          <p:spPr>
            <a:xfrm>
              <a:off x="3968681" y="470989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A80">
                <a:alpha val="100000"/>
              </a:srgbClr>
            </a:solidFill>
            <a:ln w="5420" cap="flat">
              <a:solidFill>
                <a:srgbClr val="3C4A8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18" name="pg2418"/>
            <p:cNvSpPr/>
            <p:nvPr/>
          </p:nvSpPr>
          <p:spPr>
            <a:xfrm>
              <a:off x="3980318" y="470989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980">
                <a:alpha val="100000"/>
              </a:srgbClr>
            </a:solidFill>
            <a:ln w="5420" cap="flat">
              <a:solidFill>
                <a:srgbClr val="3C498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19" name="pg2419"/>
            <p:cNvSpPr/>
            <p:nvPr/>
          </p:nvSpPr>
          <p:spPr>
            <a:xfrm>
              <a:off x="4096692" y="470989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980">
                <a:alpha val="100000"/>
              </a:srgbClr>
            </a:solidFill>
            <a:ln w="5420" cap="flat">
              <a:solidFill>
                <a:srgbClr val="3C498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20" name="pg2420"/>
            <p:cNvSpPr/>
            <p:nvPr/>
          </p:nvSpPr>
          <p:spPr>
            <a:xfrm>
              <a:off x="4108329" y="470989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980">
                <a:alpha val="100000"/>
              </a:srgbClr>
            </a:solidFill>
            <a:ln w="5420" cap="flat">
              <a:solidFill>
                <a:srgbClr val="3C498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21" name="pg2421"/>
            <p:cNvSpPr/>
            <p:nvPr/>
          </p:nvSpPr>
          <p:spPr>
            <a:xfrm>
              <a:off x="4119966" y="470989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980">
                <a:alpha val="100000"/>
              </a:srgbClr>
            </a:solidFill>
            <a:ln w="5420" cap="flat">
              <a:solidFill>
                <a:srgbClr val="3C498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22" name="pg2422"/>
            <p:cNvSpPr/>
            <p:nvPr/>
          </p:nvSpPr>
          <p:spPr>
            <a:xfrm>
              <a:off x="4131604" y="470989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980">
                <a:alpha val="100000"/>
              </a:srgbClr>
            </a:solidFill>
            <a:ln w="5420" cap="flat">
              <a:solidFill>
                <a:srgbClr val="3C498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23" name="pg2423"/>
            <p:cNvSpPr/>
            <p:nvPr/>
          </p:nvSpPr>
          <p:spPr>
            <a:xfrm>
              <a:off x="4387625" y="470989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3867">
                <a:alpha val="100000"/>
              </a:srgbClr>
            </a:solidFill>
            <a:ln w="5420" cap="flat">
              <a:solidFill>
                <a:srgbClr val="3B386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24" name="pg2424"/>
            <p:cNvSpPr/>
            <p:nvPr/>
          </p:nvSpPr>
          <p:spPr>
            <a:xfrm>
              <a:off x="4399262" y="470989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3766">
                <a:alpha val="100000"/>
              </a:srgbClr>
            </a:solidFill>
            <a:ln w="5420" cap="flat">
              <a:solidFill>
                <a:srgbClr val="3B37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25" name="pg2425"/>
            <p:cNvSpPr/>
            <p:nvPr/>
          </p:nvSpPr>
          <p:spPr>
            <a:xfrm>
              <a:off x="4410900" y="470989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3767">
                <a:alpha val="100000"/>
              </a:srgbClr>
            </a:solidFill>
            <a:ln w="5420" cap="flat">
              <a:solidFill>
                <a:srgbClr val="3B376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26" name="pg2426"/>
            <p:cNvSpPr/>
            <p:nvPr/>
          </p:nvSpPr>
          <p:spPr>
            <a:xfrm>
              <a:off x="4422537" y="470989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3868">
                <a:alpha val="100000"/>
              </a:srgbClr>
            </a:solidFill>
            <a:ln w="5420" cap="flat">
              <a:solidFill>
                <a:srgbClr val="3B386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27" name="pg2427"/>
            <p:cNvSpPr/>
            <p:nvPr/>
          </p:nvSpPr>
          <p:spPr>
            <a:xfrm>
              <a:off x="4434174" y="470989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3A6A">
                <a:alpha val="100000"/>
              </a:srgbClr>
            </a:solidFill>
            <a:ln w="5420" cap="flat">
              <a:solidFill>
                <a:srgbClr val="3B3A6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28" name="pg2428"/>
            <p:cNvSpPr/>
            <p:nvPr/>
          </p:nvSpPr>
          <p:spPr>
            <a:xfrm>
              <a:off x="3084244" y="472419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4E86">
                <a:alpha val="100000"/>
              </a:srgbClr>
            </a:solidFill>
            <a:ln w="5420" cap="flat">
              <a:solidFill>
                <a:srgbClr val="3B4E8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29" name="pg2429"/>
            <p:cNvSpPr/>
            <p:nvPr/>
          </p:nvSpPr>
          <p:spPr>
            <a:xfrm>
              <a:off x="3095881" y="472419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4E87">
                <a:alpha val="100000"/>
              </a:srgbClr>
            </a:solidFill>
            <a:ln w="5420" cap="flat">
              <a:solidFill>
                <a:srgbClr val="3B4E8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30" name="pg2430"/>
            <p:cNvSpPr/>
            <p:nvPr/>
          </p:nvSpPr>
          <p:spPr>
            <a:xfrm>
              <a:off x="3433364" y="472419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A80">
                <a:alpha val="100000"/>
              </a:srgbClr>
            </a:solidFill>
            <a:ln w="5420" cap="flat">
              <a:solidFill>
                <a:srgbClr val="3C4A8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31" name="pg2431"/>
            <p:cNvSpPr/>
            <p:nvPr/>
          </p:nvSpPr>
          <p:spPr>
            <a:xfrm>
              <a:off x="3445001" y="472419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A81">
                <a:alpha val="100000"/>
              </a:srgbClr>
            </a:solidFill>
            <a:ln w="5420" cap="flat">
              <a:solidFill>
                <a:srgbClr val="3C4A8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32" name="pg2432"/>
            <p:cNvSpPr/>
            <p:nvPr/>
          </p:nvSpPr>
          <p:spPr>
            <a:xfrm>
              <a:off x="3456639" y="472419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A81">
                <a:alpha val="100000"/>
              </a:srgbClr>
            </a:solidFill>
            <a:ln w="5420" cap="flat">
              <a:solidFill>
                <a:srgbClr val="3C4A8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33" name="pg2433"/>
            <p:cNvSpPr/>
            <p:nvPr/>
          </p:nvSpPr>
          <p:spPr>
            <a:xfrm>
              <a:off x="3468276" y="472419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A81">
                <a:alpha val="100000"/>
              </a:srgbClr>
            </a:solidFill>
            <a:ln w="5420" cap="flat">
              <a:solidFill>
                <a:srgbClr val="3C4A8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34" name="pg2434"/>
            <p:cNvSpPr/>
            <p:nvPr/>
          </p:nvSpPr>
          <p:spPr>
            <a:xfrm>
              <a:off x="3479913" y="472419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A81">
                <a:alpha val="100000"/>
              </a:srgbClr>
            </a:solidFill>
            <a:ln w="5420" cap="flat">
              <a:solidFill>
                <a:srgbClr val="3C4A8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35" name="pg2435"/>
            <p:cNvSpPr/>
            <p:nvPr/>
          </p:nvSpPr>
          <p:spPr>
            <a:xfrm>
              <a:off x="3491551" y="472419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A81">
                <a:alpha val="100000"/>
              </a:srgbClr>
            </a:solidFill>
            <a:ln w="5420" cap="flat">
              <a:solidFill>
                <a:srgbClr val="3C4A8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36" name="pg2436"/>
            <p:cNvSpPr/>
            <p:nvPr/>
          </p:nvSpPr>
          <p:spPr>
            <a:xfrm>
              <a:off x="3503188" y="472419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A81">
                <a:alpha val="100000"/>
              </a:srgbClr>
            </a:solidFill>
            <a:ln w="5420" cap="flat">
              <a:solidFill>
                <a:srgbClr val="3C4A8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37" name="pg2437"/>
            <p:cNvSpPr/>
            <p:nvPr/>
          </p:nvSpPr>
          <p:spPr>
            <a:xfrm>
              <a:off x="3514825" y="472419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A82">
                <a:alpha val="100000"/>
              </a:srgbClr>
            </a:solidFill>
            <a:ln w="5420" cap="flat">
              <a:solidFill>
                <a:srgbClr val="3C4A8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38" name="pg2438"/>
            <p:cNvSpPr/>
            <p:nvPr/>
          </p:nvSpPr>
          <p:spPr>
            <a:xfrm>
              <a:off x="3526463" y="472419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B82">
                <a:alpha val="100000"/>
              </a:srgbClr>
            </a:solidFill>
            <a:ln w="5420" cap="flat">
              <a:solidFill>
                <a:srgbClr val="3C4B8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39" name="pg2439"/>
            <p:cNvSpPr/>
            <p:nvPr/>
          </p:nvSpPr>
          <p:spPr>
            <a:xfrm>
              <a:off x="3538100" y="472419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B82">
                <a:alpha val="100000"/>
              </a:srgbClr>
            </a:solidFill>
            <a:ln w="5420" cap="flat">
              <a:solidFill>
                <a:srgbClr val="3C4B8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40" name="pg2440"/>
            <p:cNvSpPr/>
            <p:nvPr/>
          </p:nvSpPr>
          <p:spPr>
            <a:xfrm>
              <a:off x="3549737" y="472419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B82">
                <a:alpha val="100000"/>
              </a:srgbClr>
            </a:solidFill>
            <a:ln w="5420" cap="flat">
              <a:solidFill>
                <a:srgbClr val="3C4B8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41" name="pg2441"/>
            <p:cNvSpPr/>
            <p:nvPr/>
          </p:nvSpPr>
          <p:spPr>
            <a:xfrm>
              <a:off x="3561375" y="472419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C83">
                <a:alpha val="100000"/>
              </a:srgbClr>
            </a:solidFill>
            <a:ln w="5420" cap="flat">
              <a:solidFill>
                <a:srgbClr val="3C4C8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42" name="pg2442"/>
            <p:cNvSpPr/>
            <p:nvPr/>
          </p:nvSpPr>
          <p:spPr>
            <a:xfrm>
              <a:off x="3573012" y="472419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C84">
                <a:alpha val="100000"/>
              </a:srgbClr>
            </a:solidFill>
            <a:ln w="5420" cap="flat">
              <a:solidFill>
                <a:srgbClr val="3C4C8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43" name="pg2443"/>
            <p:cNvSpPr/>
            <p:nvPr/>
          </p:nvSpPr>
          <p:spPr>
            <a:xfrm>
              <a:off x="3584649" y="472419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4D86">
                <a:alpha val="100000"/>
              </a:srgbClr>
            </a:solidFill>
            <a:ln w="5420" cap="flat">
              <a:solidFill>
                <a:srgbClr val="3B4D8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44" name="pg2444"/>
            <p:cNvSpPr/>
            <p:nvPr/>
          </p:nvSpPr>
          <p:spPr>
            <a:xfrm>
              <a:off x="3596287" y="472419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4F88">
                <a:alpha val="100000"/>
              </a:srgbClr>
            </a:solidFill>
            <a:ln w="5420" cap="flat">
              <a:solidFill>
                <a:srgbClr val="3B4F8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45" name="pg2445"/>
            <p:cNvSpPr/>
            <p:nvPr/>
          </p:nvSpPr>
          <p:spPr>
            <a:xfrm>
              <a:off x="3607924" y="472419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508A">
                <a:alpha val="100000"/>
              </a:srgbClr>
            </a:solidFill>
            <a:ln w="5420" cap="flat">
              <a:solidFill>
                <a:srgbClr val="3B508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46" name="pg2446"/>
            <p:cNvSpPr/>
            <p:nvPr/>
          </p:nvSpPr>
          <p:spPr>
            <a:xfrm>
              <a:off x="3619561" y="472419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528D">
                <a:alpha val="100000"/>
              </a:srgbClr>
            </a:solidFill>
            <a:ln w="5420" cap="flat">
              <a:solidFill>
                <a:srgbClr val="3B528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47" name="pg2447"/>
            <p:cNvSpPr/>
            <p:nvPr/>
          </p:nvSpPr>
          <p:spPr>
            <a:xfrm>
              <a:off x="3631199" y="472419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548F">
                <a:alpha val="100000"/>
              </a:srgbClr>
            </a:solidFill>
            <a:ln w="5420" cap="flat">
              <a:solidFill>
                <a:srgbClr val="3B548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48" name="pg2448"/>
            <p:cNvSpPr/>
            <p:nvPr/>
          </p:nvSpPr>
          <p:spPr>
            <a:xfrm>
              <a:off x="3642836" y="472419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5794">
                <a:alpha val="100000"/>
              </a:srgbClr>
            </a:solidFill>
            <a:ln w="5420" cap="flat">
              <a:solidFill>
                <a:srgbClr val="3A579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49" name="pg2449"/>
            <p:cNvSpPr/>
            <p:nvPr/>
          </p:nvSpPr>
          <p:spPr>
            <a:xfrm>
              <a:off x="3654473" y="472419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5895">
                <a:alpha val="100000"/>
              </a:srgbClr>
            </a:solidFill>
            <a:ln w="5420" cap="flat">
              <a:solidFill>
                <a:srgbClr val="3A589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50" name="pg2450"/>
            <p:cNvSpPr/>
            <p:nvPr/>
          </p:nvSpPr>
          <p:spPr>
            <a:xfrm>
              <a:off x="3666111" y="472419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5996">
                <a:alpha val="100000"/>
              </a:srgbClr>
            </a:solidFill>
            <a:ln w="5420" cap="flat">
              <a:solidFill>
                <a:srgbClr val="3A599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51" name="pg2451"/>
            <p:cNvSpPr/>
            <p:nvPr/>
          </p:nvSpPr>
          <p:spPr>
            <a:xfrm>
              <a:off x="3677748" y="472419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5996">
                <a:alpha val="100000"/>
              </a:srgbClr>
            </a:solidFill>
            <a:ln w="5420" cap="flat">
              <a:solidFill>
                <a:srgbClr val="3A599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52" name="pg2452"/>
            <p:cNvSpPr/>
            <p:nvPr/>
          </p:nvSpPr>
          <p:spPr>
            <a:xfrm>
              <a:off x="3689385" y="472419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5896">
                <a:alpha val="100000"/>
              </a:srgbClr>
            </a:solidFill>
            <a:ln w="5420" cap="flat">
              <a:solidFill>
                <a:srgbClr val="3A589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53" name="pg2453"/>
            <p:cNvSpPr/>
            <p:nvPr/>
          </p:nvSpPr>
          <p:spPr>
            <a:xfrm>
              <a:off x="3701023" y="472419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5895">
                <a:alpha val="100000"/>
              </a:srgbClr>
            </a:solidFill>
            <a:ln w="5420" cap="flat">
              <a:solidFill>
                <a:srgbClr val="3A589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54" name="pg2454"/>
            <p:cNvSpPr/>
            <p:nvPr/>
          </p:nvSpPr>
          <p:spPr>
            <a:xfrm>
              <a:off x="3712660" y="472419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5794">
                <a:alpha val="100000"/>
              </a:srgbClr>
            </a:solidFill>
            <a:ln w="5420" cap="flat">
              <a:solidFill>
                <a:srgbClr val="3A579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55" name="pg2455"/>
            <p:cNvSpPr/>
            <p:nvPr/>
          </p:nvSpPr>
          <p:spPr>
            <a:xfrm>
              <a:off x="3724297" y="472419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5692">
                <a:alpha val="100000"/>
              </a:srgbClr>
            </a:solidFill>
            <a:ln w="5420" cap="flat">
              <a:solidFill>
                <a:srgbClr val="3A569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56" name="pg2456"/>
            <p:cNvSpPr/>
            <p:nvPr/>
          </p:nvSpPr>
          <p:spPr>
            <a:xfrm>
              <a:off x="3735935" y="472419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5591">
                <a:alpha val="100000"/>
              </a:srgbClr>
            </a:solidFill>
            <a:ln w="5420" cap="flat">
              <a:solidFill>
                <a:srgbClr val="3B559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57" name="pg2457"/>
            <p:cNvSpPr/>
            <p:nvPr/>
          </p:nvSpPr>
          <p:spPr>
            <a:xfrm>
              <a:off x="3747572" y="472419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5590">
                <a:alpha val="100000"/>
              </a:srgbClr>
            </a:solidFill>
            <a:ln w="5420" cap="flat">
              <a:solidFill>
                <a:srgbClr val="3B559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58" name="pg2458"/>
            <p:cNvSpPr/>
            <p:nvPr/>
          </p:nvSpPr>
          <p:spPr>
            <a:xfrm>
              <a:off x="3759209" y="472419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538D">
                <a:alpha val="100000"/>
              </a:srgbClr>
            </a:solidFill>
            <a:ln w="5420" cap="flat">
              <a:solidFill>
                <a:srgbClr val="3B538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59" name="pg2459"/>
            <p:cNvSpPr/>
            <p:nvPr/>
          </p:nvSpPr>
          <p:spPr>
            <a:xfrm>
              <a:off x="3770847" y="472419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528C">
                <a:alpha val="100000"/>
              </a:srgbClr>
            </a:solidFill>
            <a:ln w="5420" cap="flat">
              <a:solidFill>
                <a:srgbClr val="3B528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60" name="pg2460"/>
            <p:cNvSpPr/>
            <p:nvPr/>
          </p:nvSpPr>
          <p:spPr>
            <a:xfrm>
              <a:off x="3782484" y="472419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518B">
                <a:alpha val="100000"/>
              </a:srgbClr>
            </a:solidFill>
            <a:ln w="5420" cap="flat">
              <a:solidFill>
                <a:srgbClr val="3B518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61" name="pg2461"/>
            <p:cNvSpPr/>
            <p:nvPr/>
          </p:nvSpPr>
          <p:spPr>
            <a:xfrm>
              <a:off x="3794121" y="472419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518A">
                <a:alpha val="100000"/>
              </a:srgbClr>
            </a:solidFill>
            <a:ln w="5420" cap="flat">
              <a:solidFill>
                <a:srgbClr val="3B518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62" name="pg2462"/>
            <p:cNvSpPr/>
            <p:nvPr/>
          </p:nvSpPr>
          <p:spPr>
            <a:xfrm>
              <a:off x="3805759" y="472419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5089">
                <a:alpha val="100000"/>
              </a:srgbClr>
            </a:solidFill>
            <a:ln w="5420" cap="flat">
              <a:solidFill>
                <a:srgbClr val="3B508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63" name="pg2463"/>
            <p:cNvSpPr/>
            <p:nvPr/>
          </p:nvSpPr>
          <p:spPr>
            <a:xfrm>
              <a:off x="3817396" y="472419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4F89">
                <a:alpha val="100000"/>
              </a:srgbClr>
            </a:solidFill>
            <a:ln w="5420" cap="flat">
              <a:solidFill>
                <a:srgbClr val="3B4F8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64" name="pg2464"/>
            <p:cNvSpPr/>
            <p:nvPr/>
          </p:nvSpPr>
          <p:spPr>
            <a:xfrm>
              <a:off x="3829033" y="472419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4F88">
                <a:alpha val="100000"/>
              </a:srgbClr>
            </a:solidFill>
            <a:ln w="5420" cap="flat">
              <a:solidFill>
                <a:srgbClr val="3B4F8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65" name="pg2465"/>
            <p:cNvSpPr/>
            <p:nvPr/>
          </p:nvSpPr>
          <p:spPr>
            <a:xfrm>
              <a:off x="3840671" y="472419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4E87">
                <a:alpha val="100000"/>
              </a:srgbClr>
            </a:solidFill>
            <a:ln w="5420" cap="flat">
              <a:solidFill>
                <a:srgbClr val="3B4E8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66" name="pg2466"/>
            <p:cNvSpPr/>
            <p:nvPr/>
          </p:nvSpPr>
          <p:spPr>
            <a:xfrm>
              <a:off x="3852308" y="472419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4E86">
                <a:alpha val="100000"/>
              </a:srgbClr>
            </a:solidFill>
            <a:ln w="5420" cap="flat">
              <a:solidFill>
                <a:srgbClr val="3B4E8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67" name="pg2467"/>
            <p:cNvSpPr/>
            <p:nvPr/>
          </p:nvSpPr>
          <p:spPr>
            <a:xfrm>
              <a:off x="3863945" y="472419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4D86">
                <a:alpha val="100000"/>
              </a:srgbClr>
            </a:solidFill>
            <a:ln w="5420" cap="flat">
              <a:solidFill>
                <a:srgbClr val="3B4D8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68" name="pg2468"/>
            <p:cNvSpPr/>
            <p:nvPr/>
          </p:nvSpPr>
          <p:spPr>
            <a:xfrm>
              <a:off x="3875583" y="472419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C84">
                <a:alpha val="100000"/>
              </a:srgbClr>
            </a:solidFill>
            <a:ln w="5420" cap="flat">
              <a:solidFill>
                <a:srgbClr val="3C4C8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69" name="pg2469"/>
            <p:cNvSpPr/>
            <p:nvPr/>
          </p:nvSpPr>
          <p:spPr>
            <a:xfrm>
              <a:off x="3887220" y="472419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C83">
                <a:alpha val="100000"/>
              </a:srgbClr>
            </a:solidFill>
            <a:ln w="5420" cap="flat">
              <a:solidFill>
                <a:srgbClr val="3C4C8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70" name="pg2470"/>
            <p:cNvSpPr/>
            <p:nvPr/>
          </p:nvSpPr>
          <p:spPr>
            <a:xfrm>
              <a:off x="3898857" y="472419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B83">
                <a:alpha val="100000"/>
              </a:srgbClr>
            </a:solidFill>
            <a:ln w="5420" cap="flat">
              <a:solidFill>
                <a:srgbClr val="3C4B8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71" name="pg2471"/>
            <p:cNvSpPr/>
            <p:nvPr/>
          </p:nvSpPr>
          <p:spPr>
            <a:xfrm>
              <a:off x="3910495" y="472419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B82">
                <a:alpha val="100000"/>
              </a:srgbClr>
            </a:solidFill>
            <a:ln w="5420" cap="flat">
              <a:solidFill>
                <a:srgbClr val="3C4B8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72" name="pg2472"/>
            <p:cNvSpPr/>
            <p:nvPr/>
          </p:nvSpPr>
          <p:spPr>
            <a:xfrm>
              <a:off x="3922132" y="472419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B82">
                <a:alpha val="100000"/>
              </a:srgbClr>
            </a:solidFill>
            <a:ln w="5420" cap="flat">
              <a:solidFill>
                <a:srgbClr val="3C4B8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73" name="pg2473"/>
            <p:cNvSpPr/>
            <p:nvPr/>
          </p:nvSpPr>
          <p:spPr>
            <a:xfrm>
              <a:off x="3933769" y="472419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A81">
                <a:alpha val="100000"/>
              </a:srgbClr>
            </a:solidFill>
            <a:ln w="5420" cap="flat">
              <a:solidFill>
                <a:srgbClr val="3C4A8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74" name="pg2474"/>
            <p:cNvSpPr/>
            <p:nvPr/>
          </p:nvSpPr>
          <p:spPr>
            <a:xfrm>
              <a:off x="3945407" y="472419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A81">
                <a:alpha val="100000"/>
              </a:srgbClr>
            </a:solidFill>
            <a:ln w="5420" cap="flat">
              <a:solidFill>
                <a:srgbClr val="3C4A8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75" name="pg2475"/>
            <p:cNvSpPr/>
            <p:nvPr/>
          </p:nvSpPr>
          <p:spPr>
            <a:xfrm>
              <a:off x="3957044" y="472419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A80">
                <a:alpha val="100000"/>
              </a:srgbClr>
            </a:solidFill>
            <a:ln w="5420" cap="flat">
              <a:solidFill>
                <a:srgbClr val="3C4A8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76" name="pg2476"/>
            <p:cNvSpPr/>
            <p:nvPr/>
          </p:nvSpPr>
          <p:spPr>
            <a:xfrm>
              <a:off x="3968681" y="472419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980">
                <a:alpha val="100000"/>
              </a:srgbClr>
            </a:solidFill>
            <a:ln w="5420" cap="flat">
              <a:solidFill>
                <a:srgbClr val="3C498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77" name="pg2477"/>
            <p:cNvSpPr/>
            <p:nvPr/>
          </p:nvSpPr>
          <p:spPr>
            <a:xfrm>
              <a:off x="3980318" y="472419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980">
                <a:alpha val="100000"/>
              </a:srgbClr>
            </a:solidFill>
            <a:ln w="5420" cap="flat">
              <a:solidFill>
                <a:srgbClr val="3C498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78" name="pg2478"/>
            <p:cNvSpPr/>
            <p:nvPr/>
          </p:nvSpPr>
          <p:spPr>
            <a:xfrm>
              <a:off x="4085054" y="472419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97F">
                <a:alpha val="100000"/>
              </a:srgbClr>
            </a:solidFill>
            <a:ln w="5420" cap="flat">
              <a:solidFill>
                <a:srgbClr val="3C497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79" name="pg2479"/>
            <p:cNvSpPr/>
            <p:nvPr/>
          </p:nvSpPr>
          <p:spPr>
            <a:xfrm>
              <a:off x="4096692" y="472419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97F">
                <a:alpha val="100000"/>
              </a:srgbClr>
            </a:solidFill>
            <a:ln w="5420" cap="flat">
              <a:solidFill>
                <a:srgbClr val="3C497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80" name="pg2480"/>
            <p:cNvSpPr/>
            <p:nvPr/>
          </p:nvSpPr>
          <p:spPr>
            <a:xfrm>
              <a:off x="4108329" y="472419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97F">
                <a:alpha val="100000"/>
              </a:srgbClr>
            </a:solidFill>
            <a:ln w="5420" cap="flat">
              <a:solidFill>
                <a:srgbClr val="3C497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81" name="pg2481"/>
            <p:cNvSpPr/>
            <p:nvPr/>
          </p:nvSpPr>
          <p:spPr>
            <a:xfrm>
              <a:off x="4119966" y="472419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980">
                <a:alpha val="100000"/>
              </a:srgbClr>
            </a:solidFill>
            <a:ln w="5420" cap="flat">
              <a:solidFill>
                <a:srgbClr val="3C498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82" name="pg2482"/>
            <p:cNvSpPr/>
            <p:nvPr/>
          </p:nvSpPr>
          <p:spPr>
            <a:xfrm>
              <a:off x="4131604" y="472419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980">
                <a:alpha val="100000"/>
              </a:srgbClr>
            </a:solidFill>
            <a:ln w="5420" cap="flat">
              <a:solidFill>
                <a:srgbClr val="3C498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83" name="pg2483"/>
            <p:cNvSpPr/>
            <p:nvPr/>
          </p:nvSpPr>
          <p:spPr>
            <a:xfrm>
              <a:off x="4143241" y="472419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980">
                <a:alpha val="100000"/>
              </a:srgbClr>
            </a:solidFill>
            <a:ln w="5420" cap="flat">
              <a:solidFill>
                <a:srgbClr val="3C498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84" name="pg2484"/>
            <p:cNvSpPr/>
            <p:nvPr/>
          </p:nvSpPr>
          <p:spPr>
            <a:xfrm>
              <a:off x="4154878" y="472419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980">
                <a:alpha val="100000"/>
              </a:srgbClr>
            </a:solidFill>
            <a:ln w="5420" cap="flat">
              <a:solidFill>
                <a:srgbClr val="3C498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85" name="pg2485"/>
            <p:cNvSpPr/>
            <p:nvPr/>
          </p:nvSpPr>
          <p:spPr>
            <a:xfrm>
              <a:off x="4387625" y="472419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3969">
                <a:alpha val="100000"/>
              </a:srgbClr>
            </a:solidFill>
            <a:ln w="5420" cap="flat">
              <a:solidFill>
                <a:srgbClr val="3B396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86" name="pg2486"/>
            <p:cNvSpPr/>
            <p:nvPr/>
          </p:nvSpPr>
          <p:spPr>
            <a:xfrm>
              <a:off x="4399262" y="472419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3969">
                <a:alpha val="100000"/>
              </a:srgbClr>
            </a:solidFill>
            <a:ln w="5420" cap="flat">
              <a:solidFill>
                <a:srgbClr val="3B396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87" name="pg2487"/>
            <p:cNvSpPr/>
            <p:nvPr/>
          </p:nvSpPr>
          <p:spPr>
            <a:xfrm>
              <a:off x="4410900" y="472419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3969">
                <a:alpha val="100000"/>
              </a:srgbClr>
            </a:solidFill>
            <a:ln w="5420" cap="flat">
              <a:solidFill>
                <a:srgbClr val="3B396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88" name="pg2488"/>
            <p:cNvSpPr/>
            <p:nvPr/>
          </p:nvSpPr>
          <p:spPr>
            <a:xfrm>
              <a:off x="4422537" y="472419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3A6A">
                <a:alpha val="100000"/>
              </a:srgbClr>
            </a:solidFill>
            <a:ln w="5420" cap="flat">
              <a:solidFill>
                <a:srgbClr val="3B3A6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89" name="pg2489"/>
            <p:cNvSpPr/>
            <p:nvPr/>
          </p:nvSpPr>
          <p:spPr>
            <a:xfrm>
              <a:off x="4434174" y="472419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3B6B">
                <a:alpha val="100000"/>
              </a:srgbClr>
            </a:solidFill>
            <a:ln w="5420" cap="flat">
              <a:solidFill>
                <a:srgbClr val="3B3B6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90" name="pg2490"/>
            <p:cNvSpPr/>
            <p:nvPr/>
          </p:nvSpPr>
          <p:spPr>
            <a:xfrm>
              <a:off x="3072607" y="473849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4D86">
                <a:alpha val="100000"/>
              </a:srgbClr>
            </a:solidFill>
            <a:ln w="5420" cap="flat">
              <a:solidFill>
                <a:srgbClr val="3B4D8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91" name="pg2491"/>
            <p:cNvSpPr/>
            <p:nvPr/>
          </p:nvSpPr>
          <p:spPr>
            <a:xfrm>
              <a:off x="3084244" y="473849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4D86">
                <a:alpha val="100000"/>
              </a:srgbClr>
            </a:solidFill>
            <a:ln w="5420" cap="flat">
              <a:solidFill>
                <a:srgbClr val="3B4D8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92" name="pg2492"/>
            <p:cNvSpPr/>
            <p:nvPr/>
          </p:nvSpPr>
          <p:spPr>
            <a:xfrm>
              <a:off x="3095881" y="473849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4E87">
                <a:alpha val="100000"/>
              </a:srgbClr>
            </a:solidFill>
            <a:ln w="5420" cap="flat">
              <a:solidFill>
                <a:srgbClr val="3B4E8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93" name="pg2493"/>
            <p:cNvSpPr/>
            <p:nvPr/>
          </p:nvSpPr>
          <p:spPr>
            <a:xfrm>
              <a:off x="3107519" y="473849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4F88">
                <a:alpha val="100000"/>
              </a:srgbClr>
            </a:solidFill>
            <a:ln w="5420" cap="flat">
              <a:solidFill>
                <a:srgbClr val="3B4F8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94" name="pg2494"/>
            <p:cNvSpPr/>
            <p:nvPr/>
          </p:nvSpPr>
          <p:spPr>
            <a:xfrm>
              <a:off x="3119156" y="473849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4F89">
                <a:alpha val="100000"/>
              </a:srgbClr>
            </a:solidFill>
            <a:ln w="5420" cap="flat">
              <a:solidFill>
                <a:srgbClr val="3B4F8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95" name="pg2495"/>
            <p:cNvSpPr/>
            <p:nvPr/>
          </p:nvSpPr>
          <p:spPr>
            <a:xfrm>
              <a:off x="3433364" y="473849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A80">
                <a:alpha val="100000"/>
              </a:srgbClr>
            </a:solidFill>
            <a:ln w="5420" cap="flat">
              <a:solidFill>
                <a:srgbClr val="3C4A8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96" name="pg2496"/>
            <p:cNvSpPr/>
            <p:nvPr/>
          </p:nvSpPr>
          <p:spPr>
            <a:xfrm>
              <a:off x="3445001" y="473849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A81">
                <a:alpha val="100000"/>
              </a:srgbClr>
            </a:solidFill>
            <a:ln w="5420" cap="flat">
              <a:solidFill>
                <a:srgbClr val="3C4A8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97" name="pg2497"/>
            <p:cNvSpPr/>
            <p:nvPr/>
          </p:nvSpPr>
          <p:spPr>
            <a:xfrm>
              <a:off x="3456639" y="473849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A81">
                <a:alpha val="100000"/>
              </a:srgbClr>
            </a:solidFill>
            <a:ln w="5420" cap="flat">
              <a:solidFill>
                <a:srgbClr val="3C4A8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98" name="pg2498"/>
            <p:cNvSpPr/>
            <p:nvPr/>
          </p:nvSpPr>
          <p:spPr>
            <a:xfrm>
              <a:off x="3468276" y="473849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A81">
                <a:alpha val="100000"/>
              </a:srgbClr>
            </a:solidFill>
            <a:ln w="5420" cap="flat">
              <a:solidFill>
                <a:srgbClr val="3C4A8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99" name="pg2499"/>
            <p:cNvSpPr/>
            <p:nvPr/>
          </p:nvSpPr>
          <p:spPr>
            <a:xfrm>
              <a:off x="3479913" y="473849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A81">
                <a:alpha val="100000"/>
              </a:srgbClr>
            </a:solidFill>
            <a:ln w="5420" cap="flat">
              <a:solidFill>
                <a:srgbClr val="3C4A8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00" name="pg2500"/>
            <p:cNvSpPr/>
            <p:nvPr/>
          </p:nvSpPr>
          <p:spPr>
            <a:xfrm>
              <a:off x="3491551" y="473849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A81">
                <a:alpha val="100000"/>
              </a:srgbClr>
            </a:solidFill>
            <a:ln w="5420" cap="flat">
              <a:solidFill>
                <a:srgbClr val="3C4A8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01" name="pg2501"/>
            <p:cNvSpPr/>
            <p:nvPr/>
          </p:nvSpPr>
          <p:spPr>
            <a:xfrm>
              <a:off x="3503188" y="473849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A81">
                <a:alpha val="100000"/>
              </a:srgbClr>
            </a:solidFill>
            <a:ln w="5420" cap="flat">
              <a:solidFill>
                <a:srgbClr val="3C4A8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02" name="pg2502"/>
            <p:cNvSpPr/>
            <p:nvPr/>
          </p:nvSpPr>
          <p:spPr>
            <a:xfrm>
              <a:off x="3514825" y="473849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A81">
                <a:alpha val="100000"/>
              </a:srgbClr>
            </a:solidFill>
            <a:ln w="5420" cap="flat">
              <a:solidFill>
                <a:srgbClr val="3C4A8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03" name="pg2503"/>
            <p:cNvSpPr/>
            <p:nvPr/>
          </p:nvSpPr>
          <p:spPr>
            <a:xfrm>
              <a:off x="3526463" y="473849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A81">
                <a:alpha val="100000"/>
              </a:srgbClr>
            </a:solidFill>
            <a:ln w="5420" cap="flat">
              <a:solidFill>
                <a:srgbClr val="3C4A8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04" name="pg2504"/>
            <p:cNvSpPr/>
            <p:nvPr/>
          </p:nvSpPr>
          <p:spPr>
            <a:xfrm>
              <a:off x="3538100" y="473849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A81">
                <a:alpha val="100000"/>
              </a:srgbClr>
            </a:solidFill>
            <a:ln w="5420" cap="flat">
              <a:solidFill>
                <a:srgbClr val="3C4A8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05" name="pg2505"/>
            <p:cNvSpPr/>
            <p:nvPr/>
          </p:nvSpPr>
          <p:spPr>
            <a:xfrm>
              <a:off x="3549737" y="473849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A81">
                <a:alpha val="100000"/>
              </a:srgbClr>
            </a:solidFill>
            <a:ln w="5420" cap="flat">
              <a:solidFill>
                <a:srgbClr val="3C4A8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06" name="pg2506"/>
            <p:cNvSpPr/>
            <p:nvPr/>
          </p:nvSpPr>
          <p:spPr>
            <a:xfrm>
              <a:off x="3561375" y="473849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B82">
                <a:alpha val="100000"/>
              </a:srgbClr>
            </a:solidFill>
            <a:ln w="5420" cap="flat">
              <a:solidFill>
                <a:srgbClr val="3C4B8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07" name="pg2507"/>
            <p:cNvSpPr/>
            <p:nvPr/>
          </p:nvSpPr>
          <p:spPr>
            <a:xfrm>
              <a:off x="3573012" y="473849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B83">
                <a:alpha val="100000"/>
              </a:srgbClr>
            </a:solidFill>
            <a:ln w="5420" cap="flat">
              <a:solidFill>
                <a:srgbClr val="3C4B8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08" name="pg2508"/>
            <p:cNvSpPr/>
            <p:nvPr/>
          </p:nvSpPr>
          <p:spPr>
            <a:xfrm>
              <a:off x="3584649" y="473849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C84">
                <a:alpha val="100000"/>
              </a:srgbClr>
            </a:solidFill>
            <a:ln w="5420" cap="flat">
              <a:solidFill>
                <a:srgbClr val="3C4C8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09" name="pg2509"/>
            <p:cNvSpPr/>
            <p:nvPr/>
          </p:nvSpPr>
          <p:spPr>
            <a:xfrm>
              <a:off x="3689385" y="473849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5794">
                <a:alpha val="100000"/>
              </a:srgbClr>
            </a:solidFill>
            <a:ln w="5420" cap="flat">
              <a:solidFill>
                <a:srgbClr val="3A579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10" name="pg2510"/>
            <p:cNvSpPr/>
            <p:nvPr/>
          </p:nvSpPr>
          <p:spPr>
            <a:xfrm>
              <a:off x="3701023" y="473849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5793">
                <a:alpha val="100000"/>
              </a:srgbClr>
            </a:solidFill>
            <a:ln w="5420" cap="flat">
              <a:solidFill>
                <a:srgbClr val="3A579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11" name="pg2511"/>
            <p:cNvSpPr/>
            <p:nvPr/>
          </p:nvSpPr>
          <p:spPr>
            <a:xfrm>
              <a:off x="3712660" y="473849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5692">
                <a:alpha val="100000"/>
              </a:srgbClr>
            </a:solidFill>
            <a:ln w="5420" cap="flat">
              <a:solidFill>
                <a:srgbClr val="3A569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12" name="pg2512"/>
            <p:cNvSpPr/>
            <p:nvPr/>
          </p:nvSpPr>
          <p:spPr>
            <a:xfrm>
              <a:off x="3724297" y="473849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5691">
                <a:alpha val="100000"/>
              </a:srgbClr>
            </a:solidFill>
            <a:ln w="5420" cap="flat">
              <a:solidFill>
                <a:srgbClr val="3B569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13" name="pg2513"/>
            <p:cNvSpPr/>
            <p:nvPr/>
          </p:nvSpPr>
          <p:spPr>
            <a:xfrm>
              <a:off x="3735935" y="473849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5590">
                <a:alpha val="100000"/>
              </a:srgbClr>
            </a:solidFill>
            <a:ln w="5420" cap="flat">
              <a:solidFill>
                <a:srgbClr val="3B559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14" name="pg2514"/>
            <p:cNvSpPr/>
            <p:nvPr/>
          </p:nvSpPr>
          <p:spPr>
            <a:xfrm>
              <a:off x="3747572" y="473849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548F">
                <a:alpha val="100000"/>
              </a:srgbClr>
            </a:solidFill>
            <a:ln w="5420" cap="flat">
              <a:solidFill>
                <a:srgbClr val="3B548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15" name="pg2515"/>
            <p:cNvSpPr/>
            <p:nvPr/>
          </p:nvSpPr>
          <p:spPr>
            <a:xfrm>
              <a:off x="3759209" y="473849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528D">
                <a:alpha val="100000"/>
              </a:srgbClr>
            </a:solidFill>
            <a:ln w="5420" cap="flat">
              <a:solidFill>
                <a:srgbClr val="3B528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16" name="pg2516"/>
            <p:cNvSpPr/>
            <p:nvPr/>
          </p:nvSpPr>
          <p:spPr>
            <a:xfrm>
              <a:off x="3770847" y="473849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528C">
                <a:alpha val="100000"/>
              </a:srgbClr>
            </a:solidFill>
            <a:ln w="5420" cap="flat">
              <a:solidFill>
                <a:srgbClr val="3B528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17" name="pg2517"/>
            <p:cNvSpPr/>
            <p:nvPr/>
          </p:nvSpPr>
          <p:spPr>
            <a:xfrm>
              <a:off x="3782484" y="473849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518B">
                <a:alpha val="100000"/>
              </a:srgbClr>
            </a:solidFill>
            <a:ln w="5420" cap="flat">
              <a:solidFill>
                <a:srgbClr val="3B518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18" name="pg2518"/>
            <p:cNvSpPr/>
            <p:nvPr/>
          </p:nvSpPr>
          <p:spPr>
            <a:xfrm>
              <a:off x="3794121" y="473849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518A">
                <a:alpha val="100000"/>
              </a:srgbClr>
            </a:solidFill>
            <a:ln w="5420" cap="flat">
              <a:solidFill>
                <a:srgbClr val="3B518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19" name="pg2519"/>
            <p:cNvSpPr/>
            <p:nvPr/>
          </p:nvSpPr>
          <p:spPr>
            <a:xfrm>
              <a:off x="3898857" y="473849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B83">
                <a:alpha val="100000"/>
              </a:srgbClr>
            </a:solidFill>
            <a:ln w="5420" cap="flat">
              <a:solidFill>
                <a:srgbClr val="3C4B8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20" name="pg2520"/>
            <p:cNvSpPr/>
            <p:nvPr/>
          </p:nvSpPr>
          <p:spPr>
            <a:xfrm>
              <a:off x="3910495" y="473849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B82">
                <a:alpha val="100000"/>
              </a:srgbClr>
            </a:solidFill>
            <a:ln w="5420" cap="flat">
              <a:solidFill>
                <a:srgbClr val="3C4B8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21" name="pg2521"/>
            <p:cNvSpPr/>
            <p:nvPr/>
          </p:nvSpPr>
          <p:spPr>
            <a:xfrm>
              <a:off x="3922132" y="473849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A81">
                <a:alpha val="100000"/>
              </a:srgbClr>
            </a:solidFill>
            <a:ln w="5420" cap="flat">
              <a:solidFill>
                <a:srgbClr val="3C4A8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22" name="pg2522"/>
            <p:cNvSpPr/>
            <p:nvPr/>
          </p:nvSpPr>
          <p:spPr>
            <a:xfrm>
              <a:off x="3933769" y="473849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A81">
                <a:alpha val="100000"/>
              </a:srgbClr>
            </a:solidFill>
            <a:ln w="5420" cap="flat">
              <a:solidFill>
                <a:srgbClr val="3C4A8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23" name="pg2523"/>
            <p:cNvSpPr/>
            <p:nvPr/>
          </p:nvSpPr>
          <p:spPr>
            <a:xfrm>
              <a:off x="3945407" y="473849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A80">
                <a:alpha val="100000"/>
              </a:srgbClr>
            </a:solidFill>
            <a:ln w="5420" cap="flat">
              <a:solidFill>
                <a:srgbClr val="3C4A8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24" name="pg2524"/>
            <p:cNvSpPr/>
            <p:nvPr/>
          </p:nvSpPr>
          <p:spPr>
            <a:xfrm>
              <a:off x="3957044" y="473849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980">
                <a:alpha val="100000"/>
              </a:srgbClr>
            </a:solidFill>
            <a:ln w="5420" cap="flat">
              <a:solidFill>
                <a:srgbClr val="3C498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25" name="pg2525"/>
            <p:cNvSpPr/>
            <p:nvPr/>
          </p:nvSpPr>
          <p:spPr>
            <a:xfrm>
              <a:off x="3968681" y="473849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980">
                <a:alpha val="100000"/>
              </a:srgbClr>
            </a:solidFill>
            <a:ln w="5420" cap="flat">
              <a:solidFill>
                <a:srgbClr val="3C498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26" name="pg2526"/>
            <p:cNvSpPr/>
            <p:nvPr/>
          </p:nvSpPr>
          <p:spPr>
            <a:xfrm>
              <a:off x="3980318" y="473849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97F">
                <a:alpha val="100000"/>
              </a:srgbClr>
            </a:solidFill>
            <a:ln w="5420" cap="flat">
              <a:solidFill>
                <a:srgbClr val="3C497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27" name="pg2527"/>
            <p:cNvSpPr/>
            <p:nvPr/>
          </p:nvSpPr>
          <p:spPr>
            <a:xfrm>
              <a:off x="3991956" y="473849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97F">
                <a:alpha val="100000"/>
              </a:srgbClr>
            </a:solidFill>
            <a:ln w="5420" cap="flat">
              <a:solidFill>
                <a:srgbClr val="3C497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28" name="pg2528"/>
            <p:cNvSpPr/>
            <p:nvPr/>
          </p:nvSpPr>
          <p:spPr>
            <a:xfrm>
              <a:off x="4061780" y="473849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87F">
                <a:alpha val="100000"/>
              </a:srgbClr>
            </a:solidFill>
            <a:ln w="5420" cap="flat">
              <a:solidFill>
                <a:srgbClr val="3C487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29" name="pg2529"/>
            <p:cNvSpPr/>
            <p:nvPr/>
          </p:nvSpPr>
          <p:spPr>
            <a:xfrm>
              <a:off x="4073417" y="473849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97F">
                <a:alpha val="100000"/>
              </a:srgbClr>
            </a:solidFill>
            <a:ln w="5420" cap="flat">
              <a:solidFill>
                <a:srgbClr val="3C497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30" name="pg2530"/>
            <p:cNvSpPr/>
            <p:nvPr/>
          </p:nvSpPr>
          <p:spPr>
            <a:xfrm>
              <a:off x="4085054" y="473849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97F">
                <a:alpha val="100000"/>
              </a:srgbClr>
            </a:solidFill>
            <a:ln w="5420" cap="flat">
              <a:solidFill>
                <a:srgbClr val="3C497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31" name="pg2531"/>
            <p:cNvSpPr/>
            <p:nvPr/>
          </p:nvSpPr>
          <p:spPr>
            <a:xfrm>
              <a:off x="4096692" y="473849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97F">
                <a:alpha val="100000"/>
              </a:srgbClr>
            </a:solidFill>
            <a:ln w="5420" cap="flat">
              <a:solidFill>
                <a:srgbClr val="3C497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32" name="pg2532"/>
            <p:cNvSpPr/>
            <p:nvPr/>
          </p:nvSpPr>
          <p:spPr>
            <a:xfrm>
              <a:off x="4108329" y="473849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97F">
                <a:alpha val="100000"/>
              </a:srgbClr>
            </a:solidFill>
            <a:ln w="5420" cap="flat">
              <a:solidFill>
                <a:srgbClr val="3C497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33" name="pg2533"/>
            <p:cNvSpPr/>
            <p:nvPr/>
          </p:nvSpPr>
          <p:spPr>
            <a:xfrm>
              <a:off x="4119966" y="473849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980">
                <a:alpha val="100000"/>
              </a:srgbClr>
            </a:solidFill>
            <a:ln w="5420" cap="flat">
              <a:solidFill>
                <a:srgbClr val="3C498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34" name="pg2534"/>
            <p:cNvSpPr/>
            <p:nvPr/>
          </p:nvSpPr>
          <p:spPr>
            <a:xfrm>
              <a:off x="4131604" y="473849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980">
                <a:alpha val="100000"/>
              </a:srgbClr>
            </a:solidFill>
            <a:ln w="5420" cap="flat">
              <a:solidFill>
                <a:srgbClr val="3C498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35" name="pg2535"/>
            <p:cNvSpPr/>
            <p:nvPr/>
          </p:nvSpPr>
          <p:spPr>
            <a:xfrm>
              <a:off x="4143241" y="473849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980">
                <a:alpha val="100000"/>
              </a:srgbClr>
            </a:solidFill>
            <a:ln w="5420" cap="flat">
              <a:solidFill>
                <a:srgbClr val="3C498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36" name="pg2536"/>
            <p:cNvSpPr/>
            <p:nvPr/>
          </p:nvSpPr>
          <p:spPr>
            <a:xfrm>
              <a:off x="4154878" y="473849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980">
                <a:alpha val="100000"/>
              </a:srgbClr>
            </a:solidFill>
            <a:ln w="5420" cap="flat">
              <a:solidFill>
                <a:srgbClr val="3C498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37" name="pg2537"/>
            <p:cNvSpPr/>
            <p:nvPr/>
          </p:nvSpPr>
          <p:spPr>
            <a:xfrm>
              <a:off x="4166516" y="473849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980">
                <a:alpha val="100000"/>
              </a:srgbClr>
            </a:solidFill>
            <a:ln w="5420" cap="flat">
              <a:solidFill>
                <a:srgbClr val="3C498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38" name="pg2538"/>
            <p:cNvSpPr/>
            <p:nvPr/>
          </p:nvSpPr>
          <p:spPr>
            <a:xfrm>
              <a:off x="4178153" y="473849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980">
                <a:alpha val="100000"/>
              </a:srgbClr>
            </a:solidFill>
            <a:ln w="5420" cap="flat">
              <a:solidFill>
                <a:srgbClr val="3C498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39" name="pg2539"/>
            <p:cNvSpPr/>
            <p:nvPr/>
          </p:nvSpPr>
          <p:spPr>
            <a:xfrm>
              <a:off x="4387625" y="473849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3B6B">
                <a:alpha val="100000"/>
              </a:srgbClr>
            </a:solidFill>
            <a:ln w="5420" cap="flat">
              <a:solidFill>
                <a:srgbClr val="3B3B6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40" name="pg2540"/>
            <p:cNvSpPr/>
            <p:nvPr/>
          </p:nvSpPr>
          <p:spPr>
            <a:xfrm>
              <a:off x="4399262" y="473849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3B6B">
                <a:alpha val="100000"/>
              </a:srgbClr>
            </a:solidFill>
            <a:ln w="5420" cap="flat">
              <a:solidFill>
                <a:srgbClr val="3B3B6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41" name="pg2541"/>
            <p:cNvSpPr/>
            <p:nvPr/>
          </p:nvSpPr>
          <p:spPr>
            <a:xfrm>
              <a:off x="4410900" y="473849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3B6B">
                <a:alpha val="100000"/>
              </a:srgbClr>
            </a:solidFill>
            <a:ln w="5420" cap="flat">
              <a:solidFill>
                <a:srgbClr val="3B3B6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42" name="pg2542"/>
            <p:cNvSpPr/>
            <p:nvPr/>
          </p:nvSpPr>
          <p:spPr>
            <a:xfrm>
              <a:off x="4422537" y="473849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3B6C">
                <a:alpha val="100000"/>
              </a:srgbClr>
            </a:solidFill>
            <a:ln w="5420" cap="flat">
              <a:solidFill>
                <a:srgbClr val="3B3B6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43" name="pg2543"/>
            <p:cNvSpPr/>
            <p:nvPr/>
          </p:nvSpPr>
          <p:spPr>
            <a:xfrm>
              <a:off x="4434174" y="473849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3C6D">
                <a:alpha val="100000"/>
              </a:srgbClr>
            </a:solidFill>
            <a:ln w="5420" cap="flat">
              <a:solidFill>
                <a:srgbClr val="3B3C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44" name="pg2544"/>
            <p:cNvSpPr/>
            <p:nvPr/>
          </p:nvSpPr>
          <p:spPr>
            <a:xfrm>
              <a:off x="2979508" y="475279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5089">
                <a:alpha val="100000"/>
              </a:srgbClr>
            </a:solidFill>
            <a:ln w="5420" cap="flat">
              <a:solidFill>
                <a:srgbClr val="3B508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45" name="pg2545"/>
            <p:cNvSpPr/>
            <p:nvPr/>
          </p:nvSpPr>
          <p:spPr>
            <a:xfrm>
              <a:off x="2991145" y="475279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5089">
                <a:alpha val="100000"/>
              </a:srgbClr>
            </a:solidFill>
            <a:ln w="5420" cap="flat">
              <a:solidFill>
                <a:srgbClr val="3B508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46" name="pg2546"/>
            <p:cNvSpPr/>
            <p:nvPr/>
          </p:nvSpPr>
          <p:spPr>
            <a:xfrm>
              <a:off x="3002783" y="475279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4F88">
                <a:alpha val="100000"/>
              </a:srgbClr>
            </a:solidFill>
            <a:ln w="5420" cap="flat">
              <a:solidFill>
                <a:srgbClr val="3B4F8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47" name="pg2547"/>
            <p:cNvSpPr/>
            <p:nvPr/>
          </p:nvSpPr>
          <p:spPr>
            <a:xfrm>
              <a:off x="3060969" y="475279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D85">
                <a:alpha val="100000"/>
              </a:srgbClr>
            </a:solidFill>
            <a:ln w="5420" cap="flat">
              <a:solidFill>
                <a:srgbClr val="3C4D8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48" name="pg2548"/>
            <p:cNvSpPr/>
            <p:nvPr/>
          </p:nvSpPr>
          <p:spPr>
            <a:xfrm>
              <a:off x="3072607" y="475279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D85">
                <a:alpha val="100000"/>
              </a:srgbClr>
            </a:solidFill>
            <a:ln w="5420" cap="flat">
              <a:solidFill>
                <a:srgbClr val="3C4D8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49" name="pg2549"/>
            <p:cNvSpPr/>
            <p:nvPr/>
          </p:nvSpPr>
          <p:spPr>
            <a:xfrm>
              <a:off x="3084244" y="475279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D85">
                <a:alpha val="100000"/>
              </a:srgbClr>
            </a:solidFill>
            <a:ln w="5420" cap="flat">
              <a:solidFill>
                <a:srgbClr val="3C4D8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50" name="pg2550"/>
            <p:cNvSpPr/>
            <p:nvPr/>
          </p:nvSpPr>
          <p:spPr>
            <a:xfrm>
              <a:off x="3095881" y="475279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4E86">
                <a:alpha val="100000"/>
              </a:srgbClr>
            </a:solidFill>
            <a:ln w="5420" cap="flat">
              <a:solidFill>
                <a:srgbClr val="3B4E8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51" name="pg2551"/>
            <p:cNvSpPr/>
            <p:nvPr/>
          </p:nvSpPr>
          <p:spPr>
            <a:xfrm>
              <a:off x="3107519" y="475279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4F87">
                <a:alpha val="100000"/>
              </a:srgbClr>
            </a:solidFill>
            <a:ln w="5420" cap="flat">
              <a:solidFill>
                <a:srgbClr val="3B4F8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52" name="pg2552"/>
            <p:cNvSpPr/>
            <p:nvPr/>
          </p:nvSpPr>
          <p:spPr>
            <a:xfrm>
              <a:off x="3119156" y="475279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5089">
                <a:alpha val="100000"/>
              </a:srgbClr>
            </a:solidFill>
            <a:ln w="5420" cap="flat">
              <a:solidFill>
                <a:srgbClr val="3B508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53" name="pg2553"/>
            <p:cNvSpPr/>
            <p:nvPr/>
          </p:nvSpPr>
          <p:spPr>
            <a:xfrm>
              <a:off x="3130793" y="475279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518B">
                <a:alpha val="100000"/>
              </a:srgbClr>
            </a:solidFill>
            <a:ln w="5420" cap="flat">
              <a:solidFill>
                <a:srgbClr val="3B518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54" name="pg2554"/>
            <p:cNvSpPr/>
            <p:nvPr/>
          </p:nvSpPr>
          <p:spPr>
            <a:xfrm>
              <a:off x="3142431" y="475279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528C">
                <a:alpha val="100000"/>
              </a:srgbClr>
            </a:solidFill>
            <a:ln w="5420" cap="flat">
              <a:solidFill>
                <a:srgbClr val="3B528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55" name="pg2555"/>
            <p:cNvSpPr/>
            <p:nvPr/>
          </p:nvSpPr>
          <p:spPr>
            <a:xfrm>
              <a:off x="3154068" y="475279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528C">
                <a:alpha val="100000"/>
              </a:srgbClr>
            </a:solidFill>
            <a:ln w="5420" cap="flat">
              <a:solidFill>
                <a:srgbClr val="3B528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56" name="pg2556"/>
            <p:cNvSpPr/>
            <p:nvPr/>
          </p:nvSpPr>
          <p:spPr>
            <a:xfrm>
              <a:off x="3165705" y="475279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528C">
                <a:alpha val="100000"/>
              </a:srgbClr>
            </a:solidFill>
            <a:ln w="5420" cap="flat">
              <a:solidFill>
                <a:srgbClr val="3B528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57" name="pg2557"/>
            <p:cNvSpPr/>
            <p:nvPr/>
          </p:nvSpPr>
          <p:spPr>
            <a:xfrm>
              <a:off x="3177343" y="475279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508A">
                <a:alpha val="100000"/>
              </a:srgbClr>
            </a:solidFill>
            <a:ln w="5420" cap="flat">
              <a:solidFill>
                <a:srgbClr val="3B508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58" name="pg2558"/>
            <p:cNvSpPr/>
            <p:nvPr/>
          </p:nvSpPr>
          <p:spPr>
            <a:xfrm>
              <a:off x="3270441" y="475279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57A">
                <a:alpha val="100000"/>
              </a:srgbClr>
            </a:solidFill>
            <a:ln w="5420" cap="flat">
              <a:solidFill>
                <a:srgbClr val="3C457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59" name="pg2559"/>
            <p:cNvSpPr/>
            <p:nvPr/>
          </p:nvSpPr>
          <p:spPr>
            <a:xfrm>
              <a:off x="3282079" y="475279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479">
                <a:alpha val="100000"/>
              </a:srgbClr>
            </a:solidFill>
            <a:ln w="5420" cap="flat">
              <a:solidFill>
                <a:srgbClr val="3C447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60" name="pg2560"/>
            <p:cNvSpPr/>
            <p:nvPr/>
          </p:nvSpPr>
          <p:spPr>
            <a:xfrm>
              <a:off x="3293716" y="475279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377">
                <a:alpha val="100000"/>
              </a:srgbClr>
            </a:solidFill>
            <a:ln w="5420" cap="flat">
              <a:solidFill>
                <a:srgbClr val="3C437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61" name="pg2561"/>
            <p:cNvSpPr/>
            <p:nvPr/>
          </p:nvSpPr>
          <p:spPr>
            <a:xfrm>
              <a:off x="3305353" y="475279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376">
                <a:alpha val="100000"/>
              </a:srgbClr>
            </a:solidFill>
            <a:ln w="5420" cap="flat">
              <a:solidFill>
                <a:srgbClr val="3C437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62" name="pg2562"/>
            <p:cNvSpPr/>
            <p:nvPr/>
          </p:nvSpPr>
          <p:spPr>
            <a:xfrm>
              <a:off x="3316991" y="475279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276">
                <a:alpha val="100000"/>
              </a:srgbClr>
            </a:solidFill>
            <a:ln w="5420" cap="flat">
              <a:solidFill>
                <a:srgbClr val="3C427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63" name="pg2563"/>
            <p:cNvSpPr/>
            <p:nvPr/>
          </p:nvSpPr>
          <p:spPr>
            <a:xfrm>
              <a:off x="3433364" y="475279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A80">
                <a:alpha val="100000"/>
              </a:srgbClr>
            </a:solidFill>
            <a:ln w="5420" cap="flat">
              <a:solidFill>
                <a:srgbClr val="3C4A8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64" name="pg2564"/>
            <p:cNvSpPr/>
            <p:nvPr/>
          </p:nvSpPr>
          <p:spPr>
            <a:xfrm>
              <a:off x="3445001" y="475279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A81">
                <a:alpha val="100000"/>
              </a:srgbClr>
            </a:solidFill>
            <a:ln w="5420" cap="flat">
              <a:solidFill>
                <a:srgbClr val="3C4A8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65" name="pg2565"/>
            <p:cNvSpPr/>
            <p:nvPr/>
          </p:nvSpPr>
          <p:spPr>
            <a:xfrm>
              <a:off x="3456639" y="475279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A81">
                <a:alpha val="100000"/>
              </a:srgbClr>
            </a:solidFill>
            <a:ln w="5420" cap="flat">
              <a:solidFill>
                <a:srgbClr val="3C4A8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66" name="pg2566"/>
            <p:cNvSpPr/>
            <p:nvPr/>
          </p:nvSpPr>
          <p:spPr>
            <a:xfrm>
              <a:off x="3468276" y="475279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A81">
                <a:alpha val="100000"/>
              </a:srgbClr>
            </a:solidFill>
            <a:ln w="5420" cap="flat">
              <a:solidFill>
                <a:srgbClr val="3C4A8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67" name="pg2567"/>
            <p:cNvSpPr/>
            <p:nvPr/>
          </p:nvSpPr>
          <p:spPr>
            <a:xfrm>
              <a:off x="3479913" y="475279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A81">
                <a:alpha val="100000"/>
              </a:srgbClr>
            </a:solidFill>
            <a:ln w="5420" cap="flat">
              <a:solidFill>
                <a:srgbClr val="3C4A8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68" name="pg2568"/>
            <p:cNvSpPr/>
            <p:nvPr/>
          </p:nvSpPr>
          <p:spPr>
            <a:xfrm>
              <a:off x="3491551" y="475279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A81">
                <a:alpha val="100000"/>
              </a:srgbClr>
            </a:solidFill>
            <a:ln w="5420" cap="flat">
              <a:solidFill>
                <a:srgbClr val="3C4A8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69" name="pg2569"/>
            <p:cNvSpPr/>
            <p:nvPr/>
          </p:nvSpPr>
          <p:spPr>
            <a:xfrm>
              <a:off x="3503188" y="475279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A81">
                <a:alpha val="100000"/>
              </a:srgbClr>
            </a:solidFill>
            <a:ln w="5420" cap="flat">
              <a:solidFill>
                <a:srgbClr val="3C4A8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70" name="pg2570"/>
            <p:cNvSpPr/>
            <p:nvPr/>
          </p:nvSpPr>
          <p:spPr>
            <a:xfrm>
              <a:off x="3514825" y="475279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A81">
                <a:alpha val="100000"/>
              </a:srgbClr>
            </a:solidFill>
            <a:ln w="5420" cap="flat">
              <a:solidFill>
                <a:srgbClr val="3C4A8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71" name="pg2571"/>
            <p:cNvSpPr/>
            <p:nvPr/>
          </p:nvSpPr>
          <p:spPr>
            <a:xfrm>
              <a:off x="3526463" y="475279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980">
                <a:alpha val="100000"/>
              </a:srgbClr>
            </a:solidFill>
            <a:ln w="5420" cap="flat">
              <a:solidFill>
                <a:srgbClr val="3C498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72" name="pg2572"/>
            <p:cNvSpPr/>
            <p:nvPr/>
          </p:nvSpPr>
          <p:spPr>
            <a:xfrm>
              <a:off x="3538100" y="475279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980">
                <a:alpha val="100000"/>
              </a:srgbClr>
            </a:solidFill>
            <a:ln w="5420" cap="flat">
              <a:solidFill>
                <a:srgbClr val="3C498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73" name="pg2573"/>
            <p:cNvSpPr/>
            <p:nvPr/>
          </p:nvSpPr>
          <p:spPr>
            <a:xfrm>
              <a:off x="3549737" y="475279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980">
                <a:alpha val="100000"/>
              </a:srgbClr>
            </a:solidFill>
            <a:ln w="5420" cap="flat">
              <a:solidFill>
                <a:srgbClr val="3C498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74" name="pg2574"/>
            <p:cNvSpPr/>
            <p:nvPr/>
          </p:nvSpPr>
          <p:spPr>
            <a:xfrm>
              <a:off x="3561375" y="475279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A80">
                <a:alpha val="100000"/>
              </a:srgbClr>
            </a:solidFill>
            <a:ln w="5420" cap="flat">
              <a:solidFill>
                <a:srgbClr val="3C4A8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75" name="pg2575"/>
            <p:cNvSpPr/>
            <p:nvPr/>
          </p:nvSpPr>
          <p:spPr>
            <a:xfrm>
              <a:off x="3573012" y="475279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A81">
                <a:alpha val="100000"/>
              </a:srgbClr>
            </a:solidFill>
            <a:ln w="5420" cap="flat">
              <a:solidFill>
                <a:srgbClr val="3C4A8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76" name="pg2576"/>
            <p:cNvSpPr/>
            <p:nvPr/>
          </p:nvSpPr>
          <p:spPr>
            <a:xfrm>
              <a:off x="3584649" y="475279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B83">
                <a:alpha val="100000"/>
              </a:srgbClr>
            </a:solidFill>
            <a:ln w="5420" cap="flat">
              <a:solidFill>
                <a:srgbClr val="3C4B8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77" name="pg2577"/>
            <p:cNvSpPr/>
            <p:nvPr/>
          </p:nvSpPr>
          <p:spPr>
            <a:xfrm>
              <a:off x="3933769" y="475279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A81">
                <a:alpha val="100000"/>
              </a:srgbClr>
            </a:solidFill>
            <a:ln w="5420" cap="flat">
              <a:solidFill>
                <a:srgbClr val="3C4A8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78" name="pg2578"/>
            <p:cNvSpPr/>
            <p:nvPr/>
          </p:nvSpPr>
          <p:spPr>
            <a:xfrm>
              <a:off x="3945407" y="475279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980">
                <a:alpha val="100000"/>
              </a:srgbClr>
            </a:solidFill>
            <a:ln w="5420" cap="flat">
              <a:solidFill>
                <a:srgbClr val="3C498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79" name="pg2579"/>
            <p:cNvSpPr/>
            <p:nvPr/>
          </p:nvSpPr>
          <p:spPr>
            <a:xfrm>
              <a:off x="3957044" y="475279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980">
                <a:alpha val="100000"/>
              </a:srgbClr>
            </a:solidFill>
            <a:ln w="5420" cap="flat">
              <a:solidFill>
                <a:srgbClr val="3C498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80" name="pg2580"/>
            <p:cNvSpPr/>
            <p:nvPr/>
          </p:nvSpPr>
          <p:spPr>
            <a:xfrm>
              <a:off x="3968681" y="475279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97F">
                <a:alpha val="100000"/>
              </a:srgbClr>
            </a:solidFill>
            <a:ln w="5420" cap="flat">
              <a:solidFill>
                <a:srgbClr val="3C497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81" name="pg2581"/>
            <p:cNvSpPr/>
            <p:nvPr/>
          </p:nvSpPr>
          <p:spPr>
            <a:xfrm>
              <a:off x="3980318" y="475279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97F">
                <a:alpha val="100000"/>
              </a:srgbClr>
            </a:solidFill>
            <a:ln w="5420" cap="flat">
              <a:solidFill>
                <a:srgbClr val="3C497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82" name="pg2582"/>
            <p:cNvSpPr/>
            <p:nvPr/>
          </p:nvSpPr>
          <p:spPr>
            <a:xfrm>
              <a:off x="3991956" y="475279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87F">
                <a:alpha val="100000"/>
              </a:srgbClr>
            </a:solidFill>
            <a:ln w="5420" cap="flat">
              <a:solidFill>
                <a:srgbClr val="3C487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83" name="pg2583"/>
            <p:cNvSpPr/>
            <p:nvPr/>
          </p:nvSpPr>
          <p:spPr>
            <a:xfrm>
              <a:off x="4003593" y="475279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87E">
                <a:alpha val="100000"/>
              </a:srgbClr>
            </a:solidFill>
            <a:ln w="5420" cap="flat">
              <a:solidFill>
                <a:srgbClr val="3C487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84" name="pg2584"/>
            <p:cNvSpPr/>
            <p:nvPr/>
          </p:nvSpPr>
          <p:spPr>
            <a:xfrm>
              <a:off x="4026868" y="475279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87E">
                <a:alpha val="100000"/>
              </a:srgbClr>
            </a:solidFill>
            <a:ln w="5420" cap="flat">
              <a:solidFill>
                <a:srgbClr val="3C487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85" name="pg2585"/>
            <p:cNvSpPr/>
            <p:nvPr/>
          </p:nvSpPr>
          <p:spPr>
            <a:xfrm>
              <a:off x="4038505" y="475279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87E">
                <a:alpha val="100000"/>
              </a:srgbClr>
            </a:solidFill>
            <a:ln w="5420" cap="flat">
              <a:solidFill>
                <a:srgbClr val="3C487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86" name="pg2586"/>
            <p:cNvSpPr/>
            <p:nvPr/>
          </p:nvSpPr>
          <p:spPr>
            <a:xfrm>
              <a:off x="4050142" y="475279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87E">
                <a:alpha val="100000"/>
              </a:srgbClr>
            </a:solidFill>
            <a:ln w="5420" cap="flat">
              <a:solidFill>
                <a:srgbClr val="3C487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87" name="pg2587"/>
            <p:cNvSpPr/>
            <p:nvPr/>
          </p:nvSpPr>
          <p:spPr>
            <a:xfrm>
              <a:off x="4061780" y="475279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87E">
                <a:alpha val="100000"/>
              </a:srgbClr>
            </a:solidFill>
            <a:ln w="5420" cap="flat">
              <a:solidFill>
                <a:srgbClr val="3C487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88" name="pg2588"/>
            <p:cNvSpPr/>
            <p:nvPr/>
          </p:nvSpPr>
          <p:spPr>
            <a:xfrm>
              <a:off x="4073417" y="475279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87E">
                <a:alpha val="100000"/>
              </a:srgbClr>
            </a:solidFill>
            <a:ln w="5420" cap="flat">
              <a:solidFill>
                <a:srgbClr val="3C487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89" name="pg2589"/>
            <p:cNvSpPr/>
            <p:nvPr/>
          </p:nvSpPr>
          <p:spPr>
            <a:xfrm>
              <a:off x="4085054" y="475279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87F">
                <a:alpha val="100000"/>
              </a:srgbClr>
            </a:solidFill>
            <a:ln w="5420" cap="flat">
              <a:solidFill>
                <a:srgbClr val="3C487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90" name="pg2590"/>
            <p:cNvSpPr/>
            <p:nvPr/>
          </p:nvSpPr>
          <p:spPr>
            <a:xfrm>
              <a:off x="4096692" y="475279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97F">
                <a:alpha val="100000"/>
              </a:srgbClr>
            </a:solidFill>
            <a:ln w="5420" cap="flat">
              <a:solidFill>
                <a:srgbClr val="3C497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91" name="pg2591"/>
            <p:cNvSpPr/>
            <p:nvPr/>
          </p:nvSpPr>
          <p:spPr>
            <a:xfrm>
              <a:off x="4108329" y="475279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97F">
                <a:alpha val="100000"/>
              </a:srgbClr>
            </a:solidFill>
            <a:ln w="5420" cap="flat">
              <a:solidFill>
                <a:srgbClr val="3C497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92" name="pg2592"/>
            <p:cNvSpPr/>
            <p:nvPr/>
          </p:nvSpPr>
          <p:spPr>
            <a:xfrm>
              <a:off x="4119966" y="475279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97F">
                <a:alpha val="100000"/>
              </a:srgbClr>
            </a:solidFill>
            <a:ln w="5420" cap="flat">
              <a:solidFill>
                <a:srgbClr val="3C497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93" name="pg2593"/>
            <p:cNvSpPr/>
            <p:nvPr/>
          </p:nvSpPr>
          <p:spPr>
            <a:xfrm>
              <a:off x="4131604" y="475279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980">
                <a:alpha val="100000"/>
              </a:srgbClr>
            </a:solidFill>
            <a:ln w="5420" cap="flat">
              <a:solidFill>
                <a:srgbClr val="3C498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94" name="pg2594"/>
            <p:cNvSpPr/>
            <p:nvPr/>
          </p:nvSpPr>
          <p:spPr>
            <a:xfrm>
              <a:off x="4143241" y="475279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980">
                <a:alpha val="100000"/>
              </a:srgbClr>
            </a:solidFill>
            <a:ln w="5420" cap="flat">
              <a:solidFill>
                <a:srgbClr val="3C498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95" name="pg2595"/>
            <p:cNvSpPr/>
            <p:nvPr/>
          </p:nvSpPr>
          <p:spPr>
            <a:xfrm>
              <a:off x="4154878" y="475279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980">
                <a:alpha val="100000"/>
              </a:srgbClr>
            </a:solidFill>
            <a:ln w="5420" cap="flat">
              <a:solidFill>
                <a:srgbClr val="3C498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96" name="pg2596"/>
            <p:cNvSpPr/>
            <p:nvPr/>
          </p:nvSpPr>
          <p:spPr>
            <a:xfrm>
              <a:off x="4166516" y="475279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980">
                <a:alpha val="100000"/>
              </a:srgbClr>
            </a:solidFill>
            <a:ln w="5420" cap="flat">
              <a:solidFill>
                <a:srgbClr val="3C498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97" name="pg2597"/>
            <p:cNvSpPr/>
            <p:nvPr/>
          </p:nvSpPr>
          <p:spPr>
            <a:xfrm>
              <a:off x="4178153" y="475279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980">
                <a:alpha val="100000"/>
              </a:srgbClr>
            </a:solidFill>
            <a:ln w="5420" cap="flat">
              <a:solidFill>
                <a:srgbClr val="3C498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98" name="pg2598"/>
            <p:cNvSpPr/>
            <p:nvPr/>
          </p:nvSpPr>
          <p:spPr>
            <a:xfrm>
              <a:off x="4189790" y="475279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97F">
                <a:alpha val="100000"/>
              </a:srgbClr>
            </a:solidFill>
            <a:ln w="5420" cap="flat">
              <a:solidFill>
                <a:srgbClr val="3C497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99" name="pg2599"/>
            <p:cNvSpPr/>
            <p:nvPr/>
          </p:nvSpPr>
          <p:spPr>
            <a:xfrm>
              <a:off x="4399262" y="475279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3D6E">
                <a:alpha val="100000"/>
              </a:srgbClr>
            </a:solidFill>
            <a:ln w="5420" cap="flat">
              <a:solidFill>
                <a:srgbClr val="3B3D6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00" name="pg2600"/>
            <p:cNvSpPr/>
            <p:nvPr/>
          </p:nvSpPr>
          <p:spPr>
            <a:xfrm>
              <a:off x="4410900" y="475279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3D6E">
                <a:alpha val="100000"/>
              </a:srgbClr>
            </a:solidFill>
            <a:ln w="5420" cap="flat">
              <a:solidFill>
                <a:srgbClr val="3B3D6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01" name="pg2601"/>
            <p:cNvSpPr/>
            <p:nvPr/>
          </p:nvSpPr>
          <p:spPr>
            <a:xfrm>
              <a:off x="4422537" y="475279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3D6E">
                <a:alpha val="100000"/>
              </a:srgbClr>
            </a:solidFill>
            <a:ln w="5420" cap="flat">
              <a:solidFill>
                <a:srgbClr val="3B3D6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02" name="pg2602"/>
            <p:cNvSpPr/>
            <p:nvPr/>
          </p:nvSpPr>
          <p:spPr>
            <a:xfrm>
              <a:off x="4434174" y="475279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3E6F">
                <a:alpha val="100000"/>
              </a:srgbClr>
            </a:solidFill>
            <a:ln w="5420" cap="flat">
              <a:solidFill>
                <a:srgbClr val="3B3E6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03" name="pg2603"/>
            <p:cNvSpPr/>
            <p:nvPr/>
          </p:nvSpPr>
          <p:spPr>
            <a:xfrm>
              <a:off x="2956233" y="476709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508A">
                <a:alpha val="100000"/>
              </a:srgbClr>
            </a:solidFill>
            <a:ln w="5420" cap="flat">
              <a:solidFill>
                <a:srgbClr val="3B508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04" name="pg2604"/>
            <p:cNvSpPr/>
            <p:nvPr/>
          </p:nvSpPr>
          <p:spPr>
            <a:xfrm>
              <a:off x="2967871" y="476709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508A">
                <a:alpha val="100000"/>
              </a:srgbClr>
            </a:solidFill>
            <a:ln w="5420" cap="flat">
              <a:solidFill>
                <a:srgbClr val="3B508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05" name="pg2605"/>
            <p:cNvSpPr/>
            <p:nvPr/>
          </p:nvSpPr>
          <p:spPr>
            <a:xfrm>
              <a:off x="2979508" y="476709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5089">
                <a:alpha val="100000"/>
              </a:srgbClr>
            </a:solidFill>
            <a:ln w="5420" cap="flat">
              <a:solidFill>
                <a:srgbClr val="3B508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06" name="pg2606"/>
            <p:cNvSpPr/>
            <p:nvPr/>
          </p:nvSpPr>
          <p:spPr>
            <a:xfrm>
              <a:off x="2991145" y="476709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5089">
                <a:alpha val="100000"/>
              </a:srgbClr>
            </a:solidFill>
            <a:ln w="5420" cap="flat">
              <a:solidFill>
                <a:srgbClr val="3B508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07" name="pg2607"/>
            <p:cNvSpPr/>
            <p:nvPr/>
          </p:nvSpPr>
          <p:spPr>
            <a:xfrm>
              <a:off x="3002783" y="476709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4F89">
                <a:alpha val="100000"/>
              </a:srgbClr>
            </a:solidFill>
            <a:ln w="5420" cap="flat">
              <a:solidFill>
                <a:srgbClr val="3B4F8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08" name="pg2608"/>
            <p:cNvSpPr/>
            <p:nvPr/>
          </p:nvSpPr>
          <p:spPr>
            <a:xfrm>
              <a:off x="3014420" y="476709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4F88">
                <a:alpha val="100000"/>
              </a:srgbClr>
            </a:solidFill>
            <a:ln w="5420" cap="flat">
              <a:solidFill>
                <a:srgbClr val="3B4F8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09" name="pg2609"/>
            <p:cNvSpPr/>
            <p:nvPr/>
          </p:nvSpPr>
          <p:spPr>
            <a:xfrm>
              <a:off x="3049332" y="476709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4D85">
                <a:alpha val="100000"/>
              </a:srgbClr>
            </a:solidFill>
            <a:ln w="5420" cap="flat">
              <a:solidFill>
                <a:srgbClr val="3B4D8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10" name="pg2610"/>
            <p:cNvSpPr/>
            <p:nvPr/>
          </p:nvSpPr>
          <p:spPr>
            <a:xfrm>
              <a:off x="3060969" y="476709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C84">
                <a:alpha val="100000"/>
              </a:srgbClr>
            </a:solidFill>
            <a:ln w="5420" cap="flat">
              <a:solidFill>
                <a:srgbClr val="3C4C8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11" name="pg2611"/>
            <p:cNvSpPr/>
            <p:nvPr/>
          </p:nvSpPr>
          <p:spPr>
            <a:xfrm>
              <a:off x="3072607" y="476709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C84">
                <a:alpha val="100000"/>
              </a:srgbClr>
            </a:solidFill>
            <a:ln w="5420" cap="flat">
              <a:solidFill>
                <a:srgbClr val="3C4C8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12" name="pg2612"/>
            <p:cNvSpPr/>
            <p:nvPr/>
          </p:nvSpPr>
          <p:spPr>
            <a:xfrm>
              <a:off x="3084244" y="476709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C84">
                <a:alpha val="100000"/>
              </a:srgbClr>
            </a:solidFill>
            <a:ln w="5420" cap="flat">
              <a:solidFill>
                <a:srgbClr val="3C4C8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13" name="pg2613"/>
            <p:cNvSpPr/>
            <p:nvPr/>
          </p:nvSpPr>
          <p:spPr>
            <a:xfrm>
              <a:off x="3095881" y="476709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D85">
                <a:alpha val="100000"/>
              </a:srgbClr>
            </a:solidFill>
            <a:ln w="5420" cap="flat">
              <a:solidFill>
                <a:srgbClr val="3C4D8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14" name="pg2614"/>
            <p:cNvSpPr/>
            <p:nvPr/>
          </p:nvSpPr>
          <p:spPr>
            <a:xfrm>
              <a:off x="3107519" y="476709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4E87">
                <a:alpha val="100000"/>
              </a:srgbClr>
            </a:solidFill>
            <a:ln w="5420" cap="flat">
              <a:solidFill>
                <a:srgbClr val="3B4E8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15" name="pg2615"/>
            <p:cNvSpPr/>
            <p:nvPr/>
          </p:nvSpPr>
          <p:spPr>
            <a:xfrm>
              <a:off x="3119156" y="476709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508A">
                <a:alpha val="100000"/>
              </a:srgbClr>
            </a:solidFill>
            <a:ln w="5420" cap="flat">
              <a:solidFill>
                <a:srgbClr val="3B508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16" name="pg2616"/>
            <p:cNvSpPr/>
            <p:nvPr/>
          </p:nvSpPr>
          <p:spPr>
            <a:xfrm>
              <a:off x="3130793" y="476709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528C">
                <a:alpha val="100000"/>
              </a:srgbClr>
            </a:solidFill>
            <a:ln w="5420" cap="flat">
              <a:solidFill>
                <a:srgbClr val="3B528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17" name="pg2617"/>
            <p:cNvSpPr/>
            <p:nvPr/>
          </p:nvSpPr>
          <p:spPr>
            <a:xfrm>
              <a:off x="3142431" y="476709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528D">
                <a:alpha val="100000"/>
              </a:srgbClr>
            </a:solidFill>
            <a:ln w="5420" cap="flat">
              <a:solidFill>
                <a:srgbClr val="3B528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18" name="pg2618"/>
            <p:cNvSpPr/>
            <p:nvPr/>
          </p:nvSpPr>
          <p:spPr>
            <a:xfrm>
              <a:off x="3154068" y="476709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528D">
                <a:alpha val="100000"/>
              </a:srgbClr>
            </a:solidFill>
            <a:ln w="5420" cap="flat">
              <a:solidFill>
                <a:srgbClr val="3B528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19" name="pg2619"/>
            <p:cNvSpPr/>
            <p:nvPr/>
          </p:nvSpPr>
          <p:spPr>
            <a:xfrm>
              <a:off x="3165705" y="476709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528C">
                <a:alpha val="100000"/>
              </a:srgbClr>
            </a:solidFill>
            <a:ln w="5420" cap="flat">
              <a:solidFill>
                <a:srgbClr val="3B528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20" name="pg2620"/>
            <p:cNvSpPr/>
            <p:nvPr/>
          </p:nvSpPr>
          <p:spPr>
            <a:xfrm>
              <a:off x="3177343" y="476709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508A">
                <a:alpha val="100000"/>
              </a:srgbClr>
            </a:solidFill>
            <a:ln w="5420" cap="flat">
              <a:solidFill>
                <a:srgbClr val="3B508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21" name="pg2621"/>
            <p:cNvSpPr/>
            <p:nvPr/>
          </p:nvSpPr>
          <p:spPr>
            <a:xfrm>
              <a:off x="3188980" y="476709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4F88">
                <a:alpha val="100000"/>
              </a:srgbClr>
            </a:solidFill>
            <a:ln w="5420" cap="flat">
              <a:solidFill>
                <a:srgbClr val="3B4F8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22" name="pg2622"/>
            <p:cNvSpPr/>
            <p:nvPr/>
          </p:nvSpPr>
          <p:spPr>
            <a:xfrm>
              <a:off x="3200617" y="476709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4E86">
                <a:alpha val="100000"/>
              </a:srgbClr>
            </a:solidFill>
            <a:ln w="5420" cap="flat">
              <a:solidFill>
                <a:srgbClr val="3B4E8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23" name="pg2623"/>
            <p:cNvSpPr/>
            <p:nvPr/>
          </p:nvSpPr>
          <p:spPr>
            <a:xfrm>
              <a:off x="3258804" y="476709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67B">
                <a:alpha val="100000"/>
              </a:srgbClr>
            </a:solidFill>
            <a:ln w="5420" cap="flat">
              <a:solidFill>
                <a:srgbClr val="3C467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24" name="pg2624"/>
            <p:cNvSpPr/>
            <p:nvPr/>
          </p:nvSpPr>
          <p:spPr>
            <a:xfrm>
              <a:off x="3270441" y="476709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479">
                <a:alpha val="100000"/>
              </a:srgbClr>
            </a:solidFill>
            <a:ln w="5420" cap="flat">
              <a:solidFill>
                <a:srgbClr val="3C447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25" name="pg2625"/>
            <p:cNvSpPr/>
            <p:nvPr/>
          </p:nvSpPr>
          <p:spPr>
            <a:xfrm>
              <a:off x="3282079" y="476709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377">
                <a:alpha val="100000"/>
              </a:srgbClr>
            </a:solidFill>
            <a:ln w="5420" cap="flat">
              <a:solidFill>
                <a:srgbClr val="3C437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26" name="pg2626"/>
            <p:cNvSpPr/>
            <p:nvPr/>
          </p:nvSpPr>
          <p:spPr>
            <a:xfrm>
              <a:off x="3293716" y="476709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174">
                <a:alpha val="100000"/>
              </a:srgbClr>
            </a:solidFill>
            <a:ln w="5420" cap="flat">
              <a:solidFill>
                <a:srgbClr val="3C417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27" name="pg2627"/>
            <p:cNvSpPr/>
            <p:nvPr/>
          </p:nvSpPr>
          <p:spPr>
            <a:xfrm>
              <a:off x="3305353" y="476709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174">
                <a:alpha val="100000"/>
              </a:srgbClr>
            </a:solidFill>
            <a:ln w="5420" cap="flat">
              <a:solidFill>
                <a:srgbClr val="3C417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28" name="pg2628"/>
            <p:cNvSpPr/>
            <p:nvPr/>
          </p:nvSpPr>
          <p:spPr>
            <a:xfrm>
              <a:off x="3316991" y="476709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174">
                <a:alpha val="100000"/>
              </a:srgbClr>
            </a:solidFill>
            <a:ln w="5420" cap="flat">
              <a:solidFill>
                <a:srgbClr val="3C417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29" name="pg2629"/>
            <p:cNvSpPr/>
            <p:nvPr/>
          </p:nvSpPr>
          <p:spPr>
            <a:xfrm>
              <a:off x="3328628" y="476709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175">
                <a:alpha val="100000"/>
              </a:srgbClr>
            </a:solidFill>
            <a:ln w="5420" cap="flat">
              <a:solidFill>
                <a:srgbClr val="3C417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30" name="pg2630"/>
            <p:cNvSpPr/>
            <p:nvPr/>
          </p:nvSpPr>
          <p:spPr>
            <a:xfrm>
              <a:off x="3340265" y="476709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275">
                <a:alpha val="100000"/>
              </a:srgbClr>
            </a:solidFill>
            <a:ln w="5420" cap="flat">
              <a:solidFill>
                <a:srgbClr val="3C427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31" name="pg2631"/>
            <p:cNvSpPr/>
            <p:nvPr/>
          </p:nvSpPr>
          <p:spPr>
            <a:xfrm>
              <a:off x="3456639" y="476709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A81">
                <a:alpha val="100000"/>
              </a:srgbClr>
            </a:solidFill>
            <a:ln w="5420" cap="flat">
              <a:solidFill>
                <a:srgbClr val="3C4A8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32" name="pg2632"/>
            <p:cNvSpPr/>
            <p:nvPr/>
          </p:nvSpPr>
          <p:spPr>
            <a:xfrm>
              <a:off x="3468276" y="476709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A81">
                <a:alpha val="100000"/>
              </a:srgbClr>
            </a:solidFill>
            <a:ln w="5420" cap="flat">
              <a:solidFill>
                <a:srgbClr val="3C4A8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33" name="pg2633"/>
            <p:cNvSpPr/>
            <p:nvPr/>
          </p:nvSpPr>
          <p:spPr>
            <a:xfrm>
              <a:off x="3479913" y="476709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A81">
                <a:alpha val="100000"/>
              </a:srgbClr>
            </a:solidFill>
            <a:ln w="5420" cap="flat">
              <a:solidFill>
                <a:srgbClr val="3C4A8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34" name="pg2634"/>
            <p:cNvSpPr/>
            <p:nvPr/>
          </p:nvSpPr>
          <p:spPr>
            <a:xfrm>
              <a:off x="3491551" y="476709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A81">
                <a:alpha val="100000"/>
              </a:srgbClr>
            </a:solidFill>
            <a:ln w="5420" cap="flat">
              <a:solidFill>
                <a:srgbClr val="3C4A8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35" name="pg2635"/>
            <p:cNvSpPr/>
            <p:nvPr/>
          </p:nvSpPr>
          <p:spPr>
            <a:xfrm>
              <a:off x="3503188" y="476709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A81">
                <a:alpha val="100000"/>
              </a:srgbClr>
            </a:solidFill>
            <a:ln w="5420" cap="flat">
              <a:solidFill>
                <a:srgbClr val="3C4A8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36" name="pg2636"/>
            <p:cNvSpPr/>
            <p:nvPr/>
          </p:nvSpPr>
          <p:spPr>
            <a:xfrm>
              <a:off x="3514825" y="476709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A80">
                <a:alpha val="100000"/>
              </a:srgbClr>
            </a:solidFill>
            <a:ln w="5420" cap="flat">
              <a:solidFill>
                <a:srgbClr val="3C4A8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37" name="pg2637"/>
            <p:cNvSpPr/>
            <p:nvPr/>
          </p:nvSpPr>
          <p:spPr>
            <a:xfrm>
              <a:off x="3526463" y="476709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97F">
                <a:alpha val="100000"/>
              </a:srgbClr>
            </a:solidFill>
            <a:ln w="5420" cap="flat">
              <a:solidFill>
                <a:srgbClr val="3C497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38" name="pg2638"/>
            <p:cNvSpPr/>
            <p:nvPr/>
          </p:nvSpPr>
          <p:spPr>
            <a:xfrm>
              <a:off x="3538100" y="476709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87F">
                <a:alpha val="100000"/>
              </a:srgbClr>
            </a:solidFill>
            <a:ln w="5420" cap="flat">
              <a:solidFill>
                <a:srgbClr val="3C487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39" name="pg2639"/>
            <p:cNvSpPr/>
            <p:nvPr/>
          </p:nvSpPr>
          <p:spPr>
            <a:xfrm>
              <a:off x="3549737" y="476709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87F">
                <a:alpha val="100000"/>
              </a:srgbClr>
            </a:solidFill>
            <a:ln w="5420" cap="flat">
              <a:solidFill>
                <a:srgbClr val="3C487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40" name="pg2640"/>
            <p:cNvSpPr/>
            <p:nvPr/>
          </p:nvSpPr>
          <p:spPr>
            <a:xfrm>
              <a:off x="3561375" y="476709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97F">
                <a:alpha val="100000"/>
              </a:srgbClr>
            </a:solidFill>
            <a:ln w="5420" cap="flat">
              <a:solidFill>
                <a:srgbClr val="3C497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41" name="pg2641"/>
            <p:cNvSpPr/>
            <p:nvPr/>
          </p:nvSpPr>
          <p:spPr>
            <a:xfrm>
              <a:off x="3573012" y="476709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980">
                <a:alpha val="100000"/>
              </a:srgbClr>
            </a:solidFill>
            <a:ln w="5420" cap="flat">
              <a:solidFill>
                <a:srgbClr val="3C498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42" name="pg2642"/>
            <p:cNvSpPr/>
            <p:nvPr/>
          </p:nvSpPr>
          <p:spPr>
            <a:xfrm>
              <a:off x="3584649" y="476709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A81">
                <a:alpha val="100000"/>
              </a:srgbClr>
            </a:solidFill>
            <a:ln w="5420" cap="flat">
              <a:solidFill>
                <a:srgbClr val="3C4A8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43" name="pg2643"/>
            <p:cNvSpPr/>
            <p:nvPr/>
          </p:nvSpPr>
          <p:spPr>
            <a:xfrm>
              <a:off x="3945407" y="476709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980">
                <a:alpha val="100000"/>
              </a:srgbClr>
            </a:solidFill>
            <a:ln w="5420" cap="flat">
              <a:solidFill>
                <a:srgbClr val="3C498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44" name="pg2644"/>
            <p:cNvSpPr/>
            <p:nvPr/>
          </p:nvSpPr>
          <p:spPr>
            <a:xfrm>
              <a:off x="3957044" y="476709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97F">
                <a:alpha val="100000"/>
              </a:srgbClr>
            </a:solidFill>
            <a:ln w="5420" cap="flat">
              <a:solidFill>
                <a:srgbClr val="3C497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45" name="pg2645"/>
            <p:cNvSpPr/>
            <p:nvPr/>
          </p:nvSpPr>
          <p:spPr>
            <a:xfrm>
              <a:off x="3968681" y="476709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97F">
                <a:alpha val="100000"/>
              </a:srgbClr>
            </a:solidFill>
            <a:ln w="5420" cap="flat">
              <a:solidFill>
                <a:srgbClr val="3C497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46" name="pg2646"/>
            <p:cNvSpPr/>
            <p:nvPr/>
          </p:nvSpPr>
          <p:spPr>
            <a:xfrm>
              <a:off x="3980318" y="476709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87F">
                <a:alpha val="100000"/>
              </a:srgbClr>
            </a:solidFill>
            <a:ln w="5420" cap="flat">
              <a:solidFill>
                <a:srgbClr val="3C487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47" name="pg2647"/>
            <p:cNvSpPr/>
            <p:nvPr/>
          </p:nvSpPr>
          <p:spPr>
            <a:xfrm>
              <a:off x="3991956" y="476709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87E">
                <a:alpha val="100000"/>
              </a:srgbClr>
            </a:solidFill>
            <a:ln w="5420" cap="flat">
              <a:solidFill>
                <a:srgbClr val="3C487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48" name="pg2648"/>
            <p:cNvSpPr/>
            <p:nvPr/>
          </p:nvSpPr>
          <p:spPr>
            <a:xfrm>
              <a:off x="4003593" y="476709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87E">
                <a:alpha val="100000"/>
              </a:srgbClr>
            </a:solidFill>
            <a:ln w="5420" cap="flat">
              <a:solidFill>
                <a:srgbClr val="3C487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49" name="pg2649"/>
            <p:cNvSpPr/>
            <p:nvPr/>
          </p:nvSpPr>
          <p:spPr>
            <a:xfrm>
              <a:off x="4015230" y="476709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87E">
                <a:alpha val="100000"/>
              </a:srgbClr>
            </a:solidFill>
            <a:ln w="5420" cap="flat">
              <a:solidFill>
                <a:srgbClr val="3C487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50" name="pg2650"/>
            <p:cNvSpPr/>
            <p:nvPr/>
          </p:nvSpPr>
          <p:spPr>
            <a:xfrm>
              <a:off x="4026868" y="476709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87E">
                <a:alpha val="100000"/>
              </a:srgbClr>
            </a:solidFill>
            <a:ln w="5420" cap="flat">
              <a:solidFill>
                <a:srgbClr val="3C487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51" name="pg2651"/>
            <p:cNvSpPr/>
            <p:nvPr/>
          </p:nvSpPr>
          <p:spPr>
            <a:xfrm>
              <a:off x="4038505" y="476709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87E">
                <a:alpha val="100000"/>
              </a:srgbClr>
            </a:solidFill>
            <a:ln w="5420" cap="flat">
              <a:solidFill>
                <a:srgbClr val="3C487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52" name="pg2652"/>
            <p:cNvSpPr/>
            <p:nvPr/>
          </p:nvSpPr>
          <p:spPr>
            <a:xfrm>
              <a:off x="4050142" y="476709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87E">
                <a:alpha val="100000"/>
              </a:srgbClr>
            </a:solidFill>
            <a:ln w="5420" cap="flat">
              <a:solidFill>
                <a:srgbClr val="3C487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53" name="pg2653"/>
            <p:cNvSpPr/>
            <p:nvPr/>
          </p:nvSpPr>
          <p:spPr>
            <a:xfrm>
              <a:off x="4061780" y="476709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87E">
                <a:alpha val="100000"/>
              </a:srgbClr>
            </a:solidFill>
            <a:ln w="5420" cap="flat">
              <a:solidFill>
                <a:srgbClr val="3C487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54" name="pg2654"/>
            <p:cNvSpPr/>
            <p:nvPr/>
          </p:nvSpPr>
          <p:spPr>
            <a:xfrm>
              <a:off x="4073417" y="476709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87E">
                <a:alpha val="100000"/>
              </a:srgbClr>
            </a:solidFill>
            <a:ln w="5420" cap="flat">
              <a:solidFill>
                <a:srgbClr val="3C487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55" name="pg2655"/>
            <p:cNvSpPr/>
            <p:nvPr/>
          </p:nvSpPr>
          <p:spPr>
            <a:xfrm>
              <a:off x="4085054" y="476709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87E">
                <a:alpha val="100000"/>
              </a:srgbClr>
            </a:solidFill>
            <a:ln w="5420" cap="flat">
              <a:solidFill>
                <a:srgbClr val="3C487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56" name="pg2656"/>
            <p:cNvSpPr/>
            <p:nvPr/>
          </p:nvSpPr>
          <p:spPr>
            <a:xfrm>
              <a:off x="4096692" y="476709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87F">
                <a:alpha val="100000"/>
              </a:srgbClr>
            </a:solidFill>
            <a:ln w="5420" cap="flat">
              <a:solidFill>
                <a:srgbClr val="3C487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57" name="pg2657"/>
            <p:cNvSpPr/>
            <p:nvPr/>
          </p:nvSpPr>
          <p:spPr>
            <a:xfrm>
              <a:off x="4108329" y="476709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97F">
                <a:alpha val="100000"/>
              </a:srgbClr>
            </a:solidFill>
            <a:ln w="5420" cap="flat">
              <a:solidFill>
                <a:srgbClr val="3C497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58" name="pg2658"/>
            <p:cNvSpPr/>
            <p:nvPr/>
          </p:nvSpPr>
          <p:spPr>
            <a:xfrm>
              <a:off x="4119966" y="476709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97F">
                <a:alpha val="100000"/>
              </a:srgbClr>
            </a:solidFill>
            <a:ln w="5420" cap="flat">
              <a:solidFill>
                <a:srgbClr val="3C497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59" name="pg2659"/>
            <p:cNvSpPr/>
            <p:nvPr/>
          </p:nvSpPr>
          <p:spPr>
            <a:xfrm>
              <a:off x="4131604" y="476709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97F">
                <a:alpha val="100000"/>
              </a:srgbClr>
            </a:solidFill>
            <a:ln w="5420" cap="flat">
              <a:solidFill>
                <a:srgbClr val="3C497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60" name="pg2660"/>
            <p:cNvSpPr/>
            <p:nvPr/>
          </p:nvSpPr>
          <p:spPr>
            <a:xfrm>
              <a:off x="4143241" y="476709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980">
                <a:alpha val="100000"/>
              </a:srgbClr>
            </a:solidFill>
            <a:ln w="5420" cap="flat">
              <a:solidFill>
                <a:srgbClr val="3C498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61" name="pg2661"/>
            <p:cNvSpPr/>
            <p:nvPr/>
          </p:nvSpPr>
          <p:spPr>
            <a:xfrm>
              <a:off x="4154878" y="476709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980">
                <a:alpha val="100000"/>
              </a:srgbClr>
            </a:solidFill>
            <a:ln w="5420" cap="flat">
              <a:solidFill>
                <a:srgbClr val="3C498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62" name="pg2662"/>
            <p:cNvSpPr/>
            <p:nvPr/>
          </p:nvSpPr>
          <p:spPr>
            <a:xfrm>
              <a:off x="4166516" y="476709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980">
                <a:alpha val="100000"/>
              </a:srgbClr>
            </a:solidFill>
            <a:ln w="5420" cap="flat">
              <a:solidFill>
                <a:srgbClr val="3C498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63" name="pg2663"/>
            <p:cNvSpPr/>
            <p:nvPr/>
          </p:nvSpPr>
          <p:spPr>
            <a:xfrm>
              <a:off x="4178153" y="476709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980">
                <a:alpha val="100000"/>
              </a:srgbClr>
            </a:solidFill>
            <a:ln w="5420" cap="flat">
              <a:solidFill>
                <a:srgbClr val="3C498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64" name="pg2664"/>
            <p:cNvSpPr/>
            <p:nvPr/>
          </p:nvSpPr>
          <p:spPr>
            <a:xfrm>
              <a:off x="4189790" y="476709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97F">
                <a:alpha val="100000"/>
              </a:srgbClr>
            </a:solidFill>
            <a:ln w="5420" cap="flat">
              <a:solidFill>
                <a:srgbClr val="3C497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65" name="pg2665"/>
            <p:cNvSpPr/>
            <p:nvPr/>
          </p:nvSpPr>
          <p:spPr>
            <a:xfrm>
              <a:off x="4201428" y="476709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97F">
                <a:alpha val="100000"/>
              </a:srgbClr>
            </a:solidFill>
            <a:ln w="5420" cap="flat">
              <a:solidFill>
                <a:srgbClr val="3C497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66" name="pg2666"/>
            <p:cNvSpPr/>
            <p:nvPr/>
          </p:nvSpPr>
          <p:spPr>
            <a:xfrm>
              <a:off x="4399262" y="476709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3E70">
                <a:alpha val="100000"/>
              </a:srgbClr>
            </a:solidFill>
            <a:ln w="5420" cap="flat">
              <a:solidFill>
                <a:srgbClr val="3B3E7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67" name="pg2667"/>
            <p:cNvSpPr/>
            <p:nvPr/>
          </p:nvSpPr>
          <p:spPr>
            <a:xfrm>
              <a:off x="4410900" y="476709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3E70">
                <a:alpha val="100000"/>
              </a:srgbClr>
            </a:solidFill>
            <a:ln w="5420" cap="flat">
              <a:solidFill>
                <a:srgbClr val="3B3E7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68" name="pg2668"/>
            <p:cNvSpPr/>
            <p:nvPr/>
          </p:nvSpPr>
          <p:spPr>
            <a:xfrm>
              <a:off x="4422537" y="476709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3F71">
                <a:alpha val="100000"/>
              </a:srgbClr>
            </a:solidFill>
            <a:ln w="5420" cap="flat">
              <a:solidFill>
                <a:srgbClr val="3B3F7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69" name="pg2669"/>
            <p:cNvSpPr/>
            <p:nvPr/>
          </p:nvSpPr>
          <p:spPr>
            <a:xfrm>
              <a:off x="4434174" y="476709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3F71">
                <a:alpha val="100000"/>
              </a:srgbClr>
            </a:solidFill>
            <a:ln w="5420" cap="flat">
              <a:solidFill>
                <a:srgbClr val="3B3F7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70" name="pg2670"/>
            <p:cNvSpPr/>
            <p:nvPr/>
          </p:nvSpPr>
          <p:spPr>
            <a:xfrm>
              <a:off x="4445812" y="476709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4072">
                <a:alpha val="100000"/>
              </a:srgbClr>
            </a:solidFill>
            <a:ln w="5420" cap="flat">
              <a:solidFill>
                <a:srgbClr val="3B407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71" name="pg2671"/>
            <p:cNvSpPr/>
            <p:nvPr/>
          </p:nvSpPr>
          <p:spPr>
            <a:xfrm>
              <a:off x="2944596" y="478139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508A">
                <a:alpha val="100000"/>
              </a:srgbClr>
            </a:solidFill>
            <a:ln w="5420" cap="flat">
              <a:solidFill>
                <a:srgbClr val="3B508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72" name="pg2672"/>
            <p:cNvSpPr/>
            <p:nvPr/>
          </p:nvSpPr>
          <p:spPr>
            <a:xfrm>
              <a:off x="2956233" y="478139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508A">
                <a:alpha val="100000"/>
              </a:srgbClr>
            </a:solidFill>
            <a:ln w="5420" cap="flat">
              <a:solidFill>
                <a:srgbClr val="3B508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73" name="pg2673"/>
            <p:cNvSpPr/>
            <p:nvPr/>
          </p:nvSpPr>
          <p:spPr>
            <a:xfrm>
              <a:off x="2967871" y="478139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518A">
                <a:alpha val="100000"/>
              </a:srgbClr>
            </a:solidFill>
            <a:ln w="5420" cap="flat">
              <a:solidFill>
                <a:srgbClr val="3B518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74" name="pg2674"/>
            <p:cNvSpPr/>
            <p:nvPr/>
          </p:nvSpPr>
          <p:spPr>
            <a:xfrm>
              <a:off x="2979508" y="478139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508A">
                <a:alpha val="100000"/>
              </a:srgbClr>
            </a:solidFill>
            <a:ln w="5420" cap="flat">
              <a:solidFill>
                <a:srgbClr val="3B508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75" name="pg2675"/>
            <p:cNvSpPr/>
            <p:nvPr/>
          </p:nvSpPr>
          <p:spPr>
            <a:xfrm>
              <a:off x="2991145" y="478139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508A">
                <a:alpha val="100000"/>
              </a:srgbClr>
            </a:solidFill>
            <a:ln w="5420" cap="flat">
              <a:solidFill>
                <a:srgbClr val="3B508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76" name="pg2676"/>
            <p:cNvSpPr/>
            <p:nvPr/>
          </p:nvSpPr>
          <p:spPr>
            <a:xfrm>
              <a:off x="3002783" y="478139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5089">
                <a:alpha val="100000"/>
              </a:srgbClr>
            </a:solidFill>
            <a:ln w="5420" cap="flat">
              <a:solidFill>
                <a:srgbClr val="3B508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77" name="pg2677"/>
            <p:cNvSpPr/>
            <p:nvPr/>
          </p:nvSpPr>
          <p:spPr>
            <a:xfrm>
              <a:off x="3014420" y="478139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4F88">
                <a:alpha val="100000"/>
              </a:srgbClr>
            </a:solidFill>
            <a:ln w="5420" cap="flat">
              <a:solidFill>
                <a:srgbClr val="3B4F8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78" name="pg2678"/>
            <p:cNvSpPr/>
            <p:nvPr/>
          </p:nvSpPr>
          <p:spPr>
            <a:xfrm>
              <a:off x="3026057" y="478139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4F88">
                <a:alpha val="100000"/>
              </a:srgbClr>
            </a:solidFill>
            <a:ln w="5420" cap="flat">
              <a:solidFill>
                <a:srgbClr val="3B4F8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79" name="pg2679"/>
            <p:cNvSpPr/>
            <p:nvPr/>
          </p:nvSpPr>
          <p:spPr>
            <a:xfrm>
              <a:off x="3037695" y="478139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4E86">
                <a:alpha val="100000"/>
              </a:srgbClr>
            </a:solidFill>
            <a:ln w="5420" cap="flat">
              <a:solidFill>
                <a:srgbClr val="3B4E8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80" name="pg2680"/>
            <p:cNvSpPr/>
            <p:nvPr/>
          </p:nvSpPr>
          <p:spPr>
            <a:xfrm>
              <a:off x="3049332" y="478139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4D86">
                <a:alpha val="100000"/>
              </a:srgbClr>
            </a:solidFill>
            <a:ln w="5420" cap="flat">
              <a:solidFill>
                <a:srgbClr val="3B4D8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81" name="pg2681"/>
            <p:cNvSpPr/>
            <p:nvPr/>
          </p:nvSpPr>
          <p:spPr>
            <a:xfrm>
              <a:off x="3060969" y="478139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C84">
                <a:alpha val="100000"/>
              </a:srgbClr>
            </a:solidFill>
            <a:ln w="5420" cap="flat">
              <a:solidFill>
                <a:srgbClr val="3C4C8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82" name="pg2682"/>
            <p:cNvSpPr/>
            <p:nvPr/>
          </p:nvSpPr>
          <p:spPr>
            <a:xfrm>
              <a:off x="3072607" y="478139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C84">
                <a:alpha val="100000"/>
              </a:srgbClr>
            </a:solidFill>
            <a:ln w="5420" cap="flat">
              <a:solidFill>
                <a:srgbClr val="3C4C8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83" name="pg2683"/>
            <p:cNvSpPr/>
            <p:nvPr/>
          </p:nvSpPr>
          <p:spPr>
            <a:xfrm>
              <a:off x="3084244" y="478139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C84">
                <a:alpha val="100000"/>
              </a:srgbClr>
            </a:solidFill>
            <a:ln w="5420" cap="flat">
              <a:solidFill>
                <a:srgbClr val="3C4C8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84" name="pg2684"/>
            <p:cNvSpPr/>
            <p:nvPr/>
          </p:nvSpPr>
          <p:spPr>
            <a:xfrm>
              <a:off x="3095881" y="478139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D85">
                <a:alpha val="100000"/>
              </a:srgbClr>
            </a:solidFill>
            <a:ln w="5420" cap="flat">
              <a:solidFill>
                <a:srgbClr val="3C4D8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85" name="pg2685"/>
            <p:cNvSpPr/>
            <p:nvPr/>
          </p:nvSpPr>
          <p:spPr>
            <a:xfrm>
              <a:off x="3107519" y="478139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4E87">
                <a:alpha val="100000"/>
              </a:srgbClr>
            </a:solidFill>
            <a:ln w="5420" cap="flat">
              <a:solidFill>
                <a:srgbClr val="3B4E8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86" name="pg2686"/>
            <p:cNvSpPr/>
            <p:nvPr/>
          </p:nvSpPr>
          <p:spPr>
            <a:xfrm>
              <a:off x="3119156" y="478139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5089">
                <a:alpha val="100000"/>
              </a:srgbClr>
            </a:solidFill>
            <a:ln w="5420" cap="flat">
              <a:solidFill>
                <a:srgbClr val="3B508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87" name="pg2687"/>
            <p:cNvSpPr/>
            <p:nvPr/>
          </p:nvSpPr>
          <p:spPr>
            <a:xfrm>
              <a:off x="3130793" y="478139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528C">
                <a:alpha val="100000"/>
              </a:srgbClr>
            </a:solidFill>
            <a:ln w="5420" cap="flat">
              <a:solidFill>
                <a:srgbClr val="3B528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88" name="pg2688"/>
            <p:cNvSpPr/>
            <p:nvPr/>
          </p:nvSpPr>
          <p:spPr>
            <a:xfrm>
              <a:off x="3142431" y="478139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528D">
                <a:alpha val="100000"/>
              </a:srgbClr>
            </a:solidFill>
            <a:ln w="5420" cap="flat">
              <a:solidFill>
                <a:srgbClr val="3B528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89" name="pg2689"/>
            <p:cNvSpPr/>
            <p:nvPr/>
          </p:nvSpPr>
          <p:spPr>
            <a:xfrm>
              <a:off x="3154068" y="478139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528D">
                <a:alpha val="100000"/>
              </a:srgbClr>
            </a:solidFill>
            <a:ln w="5420" cap="flat">
              <a:solidFill>
                <a:srgbClr val="3B528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90" name="pg2690"/>
            <p:cNvSpPr/>
            <p:nvPr/>
          </p:nvSpPr>
          <p:spPr>
            <a:xfrm>
              <a:off x="3165705" y="478139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528C">
                <a:alpha val="100000"/>
              </a:srgbClr>
            </a:solidFill>
            <a:ln w="5420" cap="flat">
              <a:solidFill>
                <a:srgbClr val="3B528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91" name="pg2691"/>
            <p:cNvSpPr/>
            <p:nvPr/>
          </p:nvSpPr>
          <p:spPr>
            <a:xfrm>
              <a:off x="3177343" y="478139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508A">
                <a:alpha val="100000"/>
              </a:srgbClr>
            </a:solidFill>
            <a:ln w="5420" cap="flat">
              <a:solidFill>
                <a:srgbClr val="3B508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92" name="pg2692"/>
            <p:cNvSpPr/>
            <p:nvPr/>
          </p:nvSpPr>
          <p:spPr>
            <a:xfrm>
              <a:off x="3188980" y="478139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4F88">
                <a:alpha val="100000"/>
              </a:srgbClr>
            </a:solidFill>
            <a:ln w="5420" cap="flat">
              <a:solidFill>
                <a:srgbClr val="3B4F8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93" name="pg2693"/>
            <p:cNvSpPr/>
            <p:nvPr/>
          </p:nvSpPr>
          <p:spPr>
            <a:xfrm>
              <a:off x="3200617" y="478139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4D86">
                <a:alpha val="100000"/>
              </a:srgbClr>
            </a:solidFill>
            <a:ln w="5420" cap="flat">
              <a:solidFill>
                <a:srgbClr val="3B4D8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94" name="pg2694"/>
            <p:cNvSpPr/>
            <p:nvPr/>
          </p:nvSpPr>
          <p:spPr>
            <a:xfrm>
              <a:off x="3212255" y="478139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C84">
                <a:alpha val="100000"/>
              </a:srgbClr>
            </a:solidFill>
            <a:ln w="5420" cap="flat">
              <a:solidFill>
                <a:srgbClr val="3C4C8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95" name="pg2695"/>
            <p:cNvSpPr/>
            <p:nvPr/>
          </p:nvSpPr>
          <p:spPr>
            <a:xfrm>
              <a:off x="3223892" y="478139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A81">
                <a:alpha val="100000"/>
              </a:srgbClr>
            </a:solidFill>
            <a:ln w="5420" cap="flat">
              <a:solidFill>
                <a:srgbClr val="3C4A8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96" name="pg2696"/>
            <p:cNvSpPr/>
            <p:nvPr/>
          </p:nvSpPr>
          <p:spPr>
            <a:xfrm>
              <a:off x="3235529" y="478139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87F">
                <a:alpha val="100000"/>
              </a:srgbClr>
            </a:solidFill>
            <a:ln w="5420" cap="flat">
              <a:solidFill>
                <a:srgbClr val="3C487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97" name="pg2697"/>
            <p:cNvSpPr/>
            <p:nvPr/>
          </p:nvSpPr>
          <p:spPr>
            <a:xfrm>
              <a:off x="3247167" y="478139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67C">
                <a:alpha val="100000"/>
              </a:srgbClr>
            </a:solidFill>
            <a:ln w="5420" cap="flat">
              <a:solidFill>
                <a:srgbClr val="3C467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98" name="pg2698"/>
            <p:cNvSpPr/>
            <p:nvPr/>
          </p:nvSpPr>
          <p:spPr>
            <a:xfrm>
              <a:off x="3258804" y="478139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579">
                <a:alpha val="100000"/>
              </a:srgbClr>
            </a:solidFill>
            <a:ln w="5420" cap="flat">
              <a:solidFill>
                <a:srgbClr val="3C457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99" name="pg2699"/>
            <p:cNvSpPr/>
            <p:nvPr/>
          </p:nvSpPr>
          <p:spPr>
            <a:xfrm>
              <a:off x="3270441" y="478139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377">
                <a:alpha val="100000"/>
              </a:srgbClr>
            </a:solidFill>
            <a:ln w="5420" cap="flat">
              <a:solidFill>
                <a:srgbClr val="3C437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00" name="pg2700"/>
            <p:cNvSpPr/>
            <p:nvPr/>
          </p:nvSpPr>
          <p:spPr>
            <a:xfrm>
              <a:off x="3282079" y="478139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175">
                <a:alpha val="100000"/>
              </a:srgbClr>
            </a:solidFill>
            <a:ln w="5420" cap="flat">
              <a:solidFill>
                <a:srgbClr val="3C417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01" name="pg2701"/>
            <p:cNvSpPr/>
            <p:nvPr/>
          </p:nvSpPr>
          <p:spPr>
            <a:xfrm>
              <a:off x="3293716" y="478139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3F72">
                <a:alpha val="100000"/>
              </a:srgbClr>
            </a:solidFill>
            <a:ln w="5420" cap="flat">
              <a:solidFill>
                <a:srgbClr val="3B3F7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02" name="pg2702"/>
            <p:cNvSpPr/>
            <p:nvPr/>
          </p:nvSpPr>
          <p:spPr>
            <a:xfrm>
              <a:off x="3305353" y="478139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3F71">
                <a:alpha val="100000"/>
              </a:srgbClr>
            </a:solidFill>
            <a:ln w="5420" cap="flat">
              <a:solidFill>
                <a:srgbClr val="3B3F7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03" name="pg2703"/>
            <p:cNvSpPr/>
            <p:nvPr/>
          </p:nvSpPr>
          <p:spPr>
            <a:xfrm>
              <a:off x="3316991" y="478139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3F71">
                <a:alpha val="100000"/>
              </a:srgbClr>
            </a:solidFill>
            <a:ln w="5420" cap="flat">
              <a:solidFill>
                <a:srgbClr val="3B3F7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04" name="pg2704"/>
            <p:cNvSpPr/>
            <p:nvPr/>
          </p:nvSpPr>
          <p:spPr>
            <a:xfrm>
              <a:off x="3328628" y="478139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4072">
                <a:alpha val="100000"/>
              </a:srgbClr>
            </a:solidFill>
            <a:ln w="5420" cap="flat">
              <a:solidFill>
                <a:srgbClr val="3B407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05" name="pg2705"/>
            <p:cNvSpPr/>
            <p:nvPr/>
          </p:nvSpPr>
          <p:spPr>
            <a:xfrm>
              <a:off x="3340265" y="478139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174">
                <a:alpha val="100000"/>
              </a:srgbClr>
            </a:solidFill>
            <a:ln w="5420" cap="flat">
              <a:solidFill>
                <a:srgbClr val="3C417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06" name="pg2706"/>
            <p:cNvSpPr/>
            <p:nvPr/>
          </p:nvSpPr>
          <p:spPr>
            <a:xfrm>
              <a:off x="3351903" y="478139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275">
                <a:alpha val="100000"/>
              </a:srgbClr>
            </a:solidFill>
            <a:ln w="5420" cap="flat">
              <a:solidFill>
                <a:srgbClr val="3C427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07" name="pg2707"/>
            <p:cNvSpPr/>
            <p:nvPr/>
          </p:nvSpPr>
          <p:spPr>
            <a:xfrm>
              <a:off x="3363540" y="478139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478">
                <a:alpha val="100000"/>
              </a:srgbClr>
            </a:solidFill>
            <a:ln w="5420" cap="flat">
              <a:solidFill>
                <a:srgbClr val="3C447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08" name="pg2708"/>
            <p:cNvSpPr/>
            <p:nvPr/>
          </p:nvSpPr>
          <p:spPr>
            <a:xfrm>
              <a:off x="3375177" y="478139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57A">
                <a:alpha val="100000"/>
              </a:srgbClr>
            </a:solidFill>
            <a:ln w="5420" cap="flat">
              <a:solidFill>
                <a:srgbClr val="3C457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09" name="pg2709"/>
            <p:cNvSpPr/>
            <p:nvPr/>
          </p:nvSpPr>
          <p:spPr>
            <a:xfrm>
              <a:off x="3468276" y="478139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A81">
                <a:alpha val="100000"/>
              </a:srgbClr>
            </a:solidFill>
            <a:ln w="5420" cap="flat">
              <a:solidFill>
                <a:srgbClr val="3C4A8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10" name="pg2710"/>
            <p:cNvSpPr/>
            <p:nvPr/>
          </p:nvSpPr>
          <p:spPr>
            <a:xfrm>
              <a:off x="3479913" y="478139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A81">
                <a:alpha val="100000"/>
              </a:srgbClr>
            </a:solidFill>
            <a:ln w="5420" cap="flat">
              <a:solidFill>
                <a:srgbClr val="3C4A8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11" name="pg2711"/>
            <p:cNvSpPr/>
            <p:nvPr/>
          </p:nvSpPr>
          <p:spPr>
            <a:xfrm>
              <a:off x="3491551" y="478139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A81">
                <a:alpha val="100000"/>
              </a:srgbClr>
            </a:solidFill>
            <a:ln w="5420" cap="flat">
              <a:solidFill>
                <a:srgbClr val="3C4A8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12" name="pg2712"/>
            <p:cNvSpPr/>
            <p:nvPr/>
          </p:nvSpPr>
          <p:spPr>
            <a:xfrm>
              <a:off x="3514825" y="478139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A80">
                <a:alpha val="100000"/>
              </a:srgbClr>
            </a:solidFill>
            <a:ln w="5420" cap="flat">
              <a:solidFill>
                <a:srgbClr val="3C4A8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13" name="pg2713"/>
            <p:cNvSpPr/>
            <p:nvPr/>
          </p:nvSpPr>
          <p:spPr>
            <a:xfrm>
              <a:off x="3526463" y="478139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87E">
                <a:alpha val="100000"/>
              </a:srgbClr>
            </a:solidFill>
            <a:ln w="5420" cap="flat">
              <a:solidFill>
                <a:srgbClr val="3C487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14" name="pg2714"/>
            <p:cNvSpPr/>
            <p:nvPr/>
          </p:nvSpPr>
          <p:spPr>
            <a:xfrm>
              <a:off x="3538100" y="478139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87E">
                <a:alpha val="100000"/>
              </a:srgbClr>
            </a:solidFill>
            <a:ln w="5420" cap="flat">
              <a:solidFill>
                <a:srgbClr val="3C487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15" name="pg2715"/>
            <p:cNvSpPr/>
            <p:nvPr/>
          </p:nvSpPr>
          <p:spPr>
            <a:xfrm>
              <a:off x="3549737" y="478139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87D">
                <a:alpha val="100000"/>
              </a:srgbClr>
            </a:solidFill>
            <a:ln w="5420" cap="flat">
              <a:solidFill>
                <a:srgbClr val="3C487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16" name="pg2716"/>
            <p:cNvSpPr/>
            <p:nvPr/>
          </p:nvSpPr>
          <p:spPr>
            <a:xfrm>
              <a:off x="3561375" y="478139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87E">
                <a:alpha val="100000"/>
              </a:srgbClr>
            </a:solidFill>
            <a:ln w="5420" cap="flat">
              <a:solidFill>
                <a:srgbClr val="3C487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17" name="pg2717"/>
            <p:cNvSpPr/>
            <p:nvPr/>
          </p:nvSpPr>
          <p:spPr>
            <a:xfrm>
              <a:off x="3573012" y="478139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87F">
                <a:alpha val="100000"/>
              </a:srgbClr>
            </a:solidFill>
            <a:ln w="5420" cap="flat">
              <a:solidFill>
                <a:srgbClr val="3C487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18" name="pg2718"/>
            <p:cNvSpPr/>
            <p:nvPr/>
          </p:nvSpPr>
          <p:spPr>
            <a:xfrm>
              <a:off x="3584649" y="478139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980">
                <a:alpha val="100000"/>
              </a:srgbClr>
            </a:solidFill>
            <a:ln w="5420" cap="flat">
              <a:solidFill>
                <a:srgbClr val="3C498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19" name="pg2719"/>
            <p:cNvSpPr/>
            <p:nvPr/>
          </p:nvSpPr>
          <p:spPr>
            <a:xfrm>
              <a:off x="3957044" y="478139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97F">
                <a:alpha val="100000"/>
              </a:srgbClr>
            </a:solidFill>
            <a:ln w="5420" cap="flat">
              <a:solidFill>
                <a:srgbClr val="3C497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20" name="pg2720"/>
            <p:cNvSpPr/>
            <p:nvPr/>
          </p:nvSpPr>
          <p:spPr>
            <a:xfrm>
              <a:off x="3968681" y="478139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97F">
                <a:alpha val="100000"/>
              </a:srgbClr>
            </a:solidFill>
            <a:ln w="5420" cap="flat">
              <a:solidFill>
                <a:srgbClr val="3C497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21" name="pg2721"/>
            <p:cNvSpPr/>
            <p:nvPr/>
          </p:nvSpPr>
          <p:spPr>
            <a:xfrm>
              <a:off x="3980318" y="478139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87E">
                <a:alpha val="100000"/>
              </a:srgbClr>
            </a:solidFill>
            <a:ln w="5420" cap="flat">
              <a:solidFill>
                <a:srgbClr val="3C487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22" name="pg2722"/>
            <p:cNvSpPr/>
            <p:nvPr/>
          </p:nvSpPr>
          <p:spPr>
            <a:xfrm>
              <a:off x="3991956" y="478139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87E">
                <a:alpha val="100000"/>
              </a:srgbClr>
            </a:solidFill>
            <a:ln w="5420" cap="flat">
              <a:solidFill>
                <a:srgbClr val="3C487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23" name="pg2723"/>
            <p:cNvSpPr/>
            <p:nvPr/>
          </p:nvSpPr>
          <p:spPr>
            <a:xfrm>
              <a:off x="4003593" y="478139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87E">
                <a:alpha val="100000"/>
              </a:srgbClr>
            </a:solidFill>
            <a:ln w="5420" cap="flat">
              <a:solidFill>
                <a:srgbClr val="3C487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24" name="pg2724"/>
            <p:cNvSpPr/>
            <p:nvPr/>
          </p:nvSpPr>
          <p:spPr>
            <a:xfrm>
              <a:off x="4015230" y="478139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87E">
                <a:alpha val="100000"/>
              </a:srgbClr>
            </a:solidFill>
            <a:ln w="5420" cap="flat">
              <a:solidFill>
                <a:srgbClr val="3C487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25" name="pg2725"/>
            <p:cNvSpPr/>
            <p:nvPr/>
          </p:nvSpPr>
          <p:spPr>
            <a:xfrm>
              <a:off x="4026868" y="478139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87E">
                <a:alpha val="100000"/>
              </a:srgbClr>
            </a:solidFill>
            <a:ln w="5420" cap="flat">
              <a:solidFill>
                <a:srgbClr val="3C487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26" name="pg2726"/>
            <p:cNvSpPr/>
            <p:nvPr/>
          </p:nvSpPr>
          <p:spPr>
            <a:xfrm>
              <a:off x="4038505" y="478139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87E">
                <a:alpha val="100000"/>
              </a:srgbClr>
            </a:solidFill>
            <a:ln w="5420" cap="flat">
              <a:solidFill>
                <a:srgbClr val="3C487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27" name="pg2727"/>
            <p:cNvSpPr/>
            <p:nvPr/>
          </p:nvSpPr>
          <p:spPr>
            <a:xfrm>
              <a:off x="4050142" y="478139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87E">
                <a:alpha val="100000"/>
              </a:srgbClr>
            </a:solidFill>
            <a:ln w="5420" cap="flat">
              <a:solidFill>
                <a:srgbClr val="3C487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28" name="pg2728"/>
            <p:cNvSpPr/>
            <p:nvPr/>
          </p:nvSpPr>
          <p:spPr>
            <a:xfrm>
              <a:off x="4061780" y="478139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87E">
                <a:alpha val="100000"/>
              </a:srgbClr>
            </a:solidFill>
            <a:ln w="5420" cap="flat">
              <a:solidFill>
                <a:srgbClr val="3C487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29" name="pg2729"/>
            <p:cNvSpPr/>
            <p:nvPr/>
          </p:nvSpPr>
          <p:spPr>
            <a:xfrm>
              <a:off x="4073417" y="478139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87E">
                <a:alpha val="100000"/>
              </a:srgbClr>
            </a:solidFill>
            <a:ln w="5420" cap="flat">
              <a:solidFill>
                <a:srgbClr val="3C487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30" name="pg2730"/>
            <p:cNvSpPr/>
            <p:nvPr/>
          </p:nvSpPr>
          <p:spPr>
            <a:xfrm>
              <a:off x="4085054" y="478139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87E">
                <a:alpha val="100000"/>
              </a:srgbClr>
            </a:solidFill>
            <a:ln w="5420" cap="flat">
              <a:solidFill>
                <a:srgbClr val="3C487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31" name="pg2731"/>
            <p:cNvSpPr/>
            <p:nvPr/>
          </p:nvSpPr>
          <p:spPr>
            <a:xfrm>
              <a:off x="4096692" y="478139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87E">
                <a:alpha val="100000"/>
              </a:srgbClr>
            </a:solidFill>
            <a:ln w="5420" cap="flat">
              <a:solidFill>
                <a:srgbClr val="3C487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32" name="pg2732"/>
            <p:cNvSpPr/>
            <p:nvPr/>
          </p:nvSpPr>
          <p:spPr>
            <a:xfrm>
              <a:off x="4108329" y="478139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87F">
                <a:alpha val="100000"/>
              </a:srgbClr>
            </a:solidFill>
            <a:ln w="5420" cap="flat">
              <a:solidFill>
                <a:srgbClr val="3C487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33" name="pg2733"/>
            <p:cNvSpPr/>
            <p:nvPr/>
          </p:nvSpPr>
          <p:spPr>
            <a:xfrm>
              <a:off x="4143241" y="478139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980">
                <a:alpha val="100000"/>
              </a:srgbClr>
            </a:solidFill>
            <a:ln w="5420" cap="flat">
              <a:solidFill>
                <a:srgbClr val="3C498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34" name="pg2734"/>
            <p:cNvSpPr/>
            <p:nvPr/>
          </p:nvSpPr>
          <p:spPr>
            <a:xfrm>
              <a:off x="4154878" y="478139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980">
                <a:alpha val="100000"/>
              </a:srgbClr>
            </a:solidFill>
            <a:ln w="5420" cap="flat">
              <a:solidFill>
                <a:srgbClr val="3C498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35" name="pg2735"/>
            <p:cNvSpPr/>
            <p:nvPr/>
          </p:nvSpPr>
          <p:spPr>
            <a:xfrm>
              <a:off x="4166516" y="478139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980">
                <a:alpha val="100000"/>
              </a:srgbClr>
            </a:solidFill>
            <a:ln w="5420" cap="flat">
              <a:solidFill>
                <a:srgbClr val="3C498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36" name="pg2736"/>
            <p:cNvSpPr/>
            <p:nvPr/>
          </p:nvSpPr>
          <p:spPr>
            <a:xfrm>
              <a:off x="4178153" y="478139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980">
                <a:alpha val="100000"/>
              </a:srgbClr>
            </a:solidFill>
            <a:ln w="5420" cap="flat">
              <a:solidFill>
                <a:srgbClr val="3C498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37" name="pg2737"/>
            <p:cNvSpPr/>
            <p:nvPr/>
          </p:nvSpPr>
          <p:spPr>
            <a:xfrm>
              <a:off x="4189790" y="478139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97F">
                <a:alpha val="100000"/>
              </a:srgbClr>
            </a:solidFill>
            <a:ln w="5420" cap="flat">
              <a:solidFill>
                <a:srgbClr val="3C497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38" name="pg2738"/>
            <p:cNvSpPr/>
            <p:nvPr/>
          </p:nvSpPr>
          <p:spPr>
            <a:xfrm>
              <a:off x="4201428" y="478139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97F">
                <a:alpha val="100000"/>
              </a:srgbClr>
            </a:solidFill>
            <a:ln w="5420" cap="flat">
              <a:solidFill>
                <a:srgbClr val="3C497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39" name="pg2739"/>
            <p:cNvSpPr/>
            <p:nvPr/>
          </p:nvSpPr>
          <p:spPr>
            <a:xfrm>
              <a:off x="4213065" y="478139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97F">
                <a:alpha val="100000"/>
              </a:srgbClr>
            </a:solidFill>
            <a:ln w="5420" cap="flat">
              <a:solidFill>
                <a:srgbClr val="3C497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40" name="pg2740"/>
            <p:cNvSpPr/>
            <p:nvPr/>
          </p:nvSpPr>
          <p:spPr>
            <a:xfrm>
              <a:off x="4399262" y="478139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4072">
                <a:alpha val="100000"/>
              </a:srgbClr>
            </a:solidFill>
            <a:ln w="5420" cap="flat">
              <a:solidFill>
                <a:srgbClr val="3B407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41" name="pg2741"/>
            <p:cNvSpPr/>
            <p:nvPr/>
          </p:nvSpPr>
          <p:spPr>
            <a:xfrm>
              <a:off x="4410900" y="478139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4072">
                <a:alpha val="100000"/>
              </a:srgbClr>
            </a:solidFill>
            <a:ln w="5420" cap="flat">
              <a:solidFill>
                <a:srgbClr val="3B407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42" name="pg2742"/>
            <p:cNvSpPr/>
            <p:nvPr/>
          </p:nvSpPr>
          <p:spPr>
            <a:xfrm>
              <a:off x="4422537" y="478139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073">
                <a:alpha val="100000"/>
              </a:srgbClr>
            </a:solidFill>
            <a:ln w="5420" cap="flat">
              <a:solidFill>
                <a:srgbClr val="3C407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43" name="pg2743"/>
            <p:cNvSpPr/>
            <p:nvPr/>
          </p:nvSpPr>
          <p:spPr>
            <a:xfrm>
              <a:off x="4434174" y="478139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073">
                <a:alpha val="100000"/>
              </a:srgbClr>
            </a:solidFill>
            <a:ln w="5420" cap="flat">
              <a:solidFill>
                <a:srgbClr val="3C407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44" name="pg2744"/>
            <p:cNvSpPr/>
            <p:nvPr/>
          </p:nvSpPr>
          <p:spPr>
            <a:xfrm>
              <a:off x="4445812" y="478139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174">
                <a:alpha val="100000"/>
              </a:srgbClr>
            </a:solidFill>
            <a:ln w="5420" cap="flat">
              <a:solidFill>
                <a:srgbClr val="3C417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45" name="pg2745"/>
            <p:cNvSpPr/>
            <p:nvPr/>
          </p:nvSpPr>
          <p:spPr>
            <a:xfrm>
              <a:off x="2944596" y="479569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518A">
                <a:alpha val="100000"/>
              </a:srgbClr>
            </a:solidFill>
            <a:ln w="5420" cap="flat">
              <a:solidFill>
                <a:srgbClr val="3B518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46" name="pg2746"/>
            <p:cNvSpPr/>
            <p:nvPr/>
          </p:nvSpPr>
          <p:spPr>
            <a:xfrm>
              <a:off x="2956233" y="479569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518A">
                <a:alpha val="100000"/>
              </a:srgbClr>
            </a:solidFill>
            <a:ln w="5420" cap="flat">
              <a:solidFill>
                <a:srgbClr val="3B518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47" name="pg2747"/>
            <p:cNvSpPr/>
            <p:nvPr/>
          </p:nvSpPr>
          <p:spPr>
            <a:xfrm>
              <a:off x="2967871" y="479569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518B">
                <a:alpha val="100000"/>
              </a:srgbClr>
            </a:solidFill>
            <a:ln w="5420" cap="flat">
              <a:solidFill>
                <a:srgbClr val="3B518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48" name="pg2748"/>
            <p:cNvSpPr/>
            <p:nvPr/>
          </p:nvSpPr>
          <p:spPr>
            <a:xfrm>
              <a:off x="2979508" y="479569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518B">
                <a:alpha val="100000"/>
              </a:srgbClr>
            </a:solidFill>
            <a:ln w="5420" cap="flat">
              <a:solidFill>
                <a:srgbClr val="3B518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49" name="pg2749"/>
            <p:cNvSpPr/>
            <p:nvPr/>
          </p:nvSpPr>
          <p:spPr>
            <a:xfrm>
              <a:off x="2991145" y="479569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518A">
                <a:alpha val="100000"/>
              </a:srgbClr>
            </a:solidFill>
            <a:ln w="5420" cap="flat">
              <a:solidFill>
                <a:srgbClr val="3B518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50" name="pg2750"/>
            <p:cNvSpPr/>
            <p:nvPr/>
          </p:nvSpPr>
          <p:spPr>
            <a:xfrm>
              <a:off x="3002783" y="479569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508A">
                <a:alpha val="100000"/>
              </a:srgbClr>
            </a:solidFill>
            <a:ln w="5420" cap="flat">
              <a:solidFill>
                <a:srgbClr val="3B508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51" name="pg2751"/>
            <p:cNvSpPr/>
            <p:nvPr/>
          </p:nvSpPr>
          <p:spPr>
            <a:xfrm>
              <a:off x="3014420" y="479569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5089">
                <a:alpha val="100000"/>
              </a:srgbClr>
            </a:solidFill>
            <a:ln w="5420" cap="flat">
              <a:solidFill>
                <a:srgbClr val="3B508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52" name="pg2752"/>
            <p:cNvSpPr/>
            <p:nvPr/>
          </p:nvSpPr>
          <p:spPr>
            <a:xfrm>
              <a:off x="3026057" y="479569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4F88">
                <a:alpha val="100000"/>
              </a:srgbClr>
            </a:solidFill>
            <a:ln w="5420" cap="flat">
              <a:solidFill>
                <a:srgbClr val="3B4F8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53" name="pg2753"/>
            <p:cNvSpPr/>
            <p:nvPr/>
          </p:nvSpPr>
          <p:spPr>
            <a:xfrm>
              <a:off x="3037695" y="479569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4E87">
                <a:alpha val="100000"/>
              </a:srgbClr>
            </a:solidFill>
            <a:ln w="5420" cap="flat">
              <a:solidFill>
                <a:srgbClr val="3B4E8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54" name="pg2754"/>
            <p:cNvSpPr/>
            <p:nvPr/>
          </p:nvSpPr>
          <p:spPr>
            <a:xfrm>
              <a:off x="3049332" y="479569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4D86">
                <a:alpha val="100000"/>
              </a:srgbClr>
            </a:solidFill>
            <a:ln w="5420" cap="flat">
              <a:solidFill>
                <a:srgbClr val="3B4D8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55" name="pg2755"/>
            <p:cNvSpPr/>
            <p:nvPr/>
          </p:nvSpPr>
          <p:spPr>
            <a:xfrm>
              <a:off x="3060969" y="479569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C84">
                <a:alpha val="100000"/>
              </a:srgbClr>
            </a:solidFill>
            <a:ln w="5420" cap="flat">
              <a:solidFill>
                <a:srgbClr val="3C4C8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56" name="pg2756"/>
            <p:cNvSpPr/>
            <p:nvPr/>
          </p:nvSpPr>
          <p:spPr>
            <a:xfrm>
              <a:off x="3072607" y="479569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C84">
                <a:alpha val="100000"/>
              </a:srgbClr>
            </a:solidFill>
            <a:ln w="5420" cap="flat">
              <a:solidFill>
                <a:srgbClr val="3C4C8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57" name="pg2757"/>
            <p:cNvSpPr/>
            <p:nvPr/>
          </p:nvSpPr>
          <p:spPr>
            <a:xfrm>
              <a:off x="3084244" y="479569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C84">
                <a:alpha val="100000"/>
              </a:srgbClr>
            </a:solidFill>
            <a:ln w="5420" cap="flat">
              <a:solidFill>
                <a:srgbClr val="3C4C8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58" name="pg2758"/>
            <p:cNvSpPr/>
            <p:nvPr/>
          </p:nvSpPr>
          <p:spPr>
            <a:xfrm>
              <a:off x="3095881" y="479569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D85">
                <a:alpha val="100000"/>
              </a:srgbClr>
            </a:solidFill>
            <a:ln w="5420" cap="flat">
              <a:solidFill>
                <a:srgbClr val="3C4D8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59" name="pg2759"/>
            <p:cNvSpPr/>
            <p:nvPr/>
          </p:nvSpPr>
          <p:spPr>
            <a:xfrm>
              <a:off x="3107519" y="479569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4E86">
                <a:alpha val="100000"/>
              </a:srgbClr>
            </a:solidFill>
            <a:ln w="5420" cap="flat">
              <a:solidFill>
                <a:srgbClr val="3B4E8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60" name="pg2760"/>
            <p:cNvSpPr/>
            <p:nvPr/>
          </p:nvSpPr>
          <p:spPr>
            <a:xfrm>
              <a:off x="3119156" y="479569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5089">
                <a:alpha val="100000"/>
              </a:srgbClr>
            </a:solidFill>
            <a:ln w="5420" cap="flat">
              <a:solidFill>
                <a:srgbClr val="3B508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61" name="pg2761"/>
            <p:cNvSpPr/>
            <p:nvPr/>
          </p:nvSpPr>
          <p:spPr>
            <a:xfrm>
              <a:off x="3130793" y="479569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518B">
                <a:alpha val="100000"/>
              </a:srgbClr>
            </a:solidFill>
            <a:ln w="5420" cap="flat">
              <a:solidFill>
                <a:srgbClr val="3B518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62" name="pg2762"/>
            <p:cNvSpPr/>
            <p:nvPr/>
          </p:nvSpPr>
          <p:spPr>
            <a:xfrm>
              <a:off x="3142431" y="479569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528C">
                <a:alpha val="100000"/>
              </a:srgbClr>
            </a:solidFill>
            <a:ln w="5420" cap="flat">
              <a:solidFill>
                <a:srgbClr val="3B528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63" name="pg2763"/>
            <p:cNvSpPr/>
            <p:nvPr/>
          </p:nvSpPr>
          <p:spPr>
            <a:xfrm>
              <a:off x="3154068" y="479569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528C">
                <a:alpha val="100000"/>
              </a:srgbClr>
            </a:solidFill>
            <a:ln w="5420" cap="flat">
              <a:solidFill>
                <a:srgbClr val="3B528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64" name="pg2764"/>
            <p:cNvSpPr/>
            <p:nvPr/>
          </p:nvSpPr>
          <p:spPr>
            <a:xfrm>
              <a:off x="3165705" y="479569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518B">
                <a:alpha val="100000"/>
              </a:srgbClr>
            </a:solidFill>
            <a:ln w="5420" cap="flat">
              <a:solidFill>
                <a:srgbClr val="3B518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65" name="pg2765"/>
            <p:cNvSpPr/>
            <p:nvPr/>
          </p:nvSpPr>
          <p:spPr>
            <a:xfrm>
              <a:off x="3177343" y="479569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5089">
                <a:alpha val="100000"/>
              </a:srgbClr>
            </a:solidFill>
            <a:ln w="5420" cap="flat">
              <a:solidFill>
                <a:srgbClr val="3B508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66" name="pg2766"/>
            <p:cNvSpPr/>
            <p:nvPr/>
          </p:nvSpPr>
          <p:spPr>
            <a:xfrm>
              <a:off x="3188980" y="479569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4E87">
                <a:alpha val="100000"/>
              </a:srgbClr>
            </a:solidFill>
            <a:ln w="5420" cap="flat">
              <a:solidFill>
                <a:srgbClr val="3B4E8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67" name="pg2767"/>
            <p:cNvSpPr/>
            <p:nvPr/>
          </p:nvSpPr>
          <p:spPr>
            <a:xfrm>
              <a:off x="3200617" y="479569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D85">
                <a:alpha val="100000"/>
              </a:srgbClr>
            </a:solidFill>
            <a:ln w="5420" cap="flat">
              <a:solidFill>
                <a:srgbClr val="3C4D8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68" name="pg2768"/>
            <p:cNvSpPr/>
            <p:nvPr/>
          </p:nvSpPr>
          <p:spPr>
            <a:xfrm>
              <a:off x="3212255" y="479569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B83">
                <a:alpha val="100000"/>
              </a:srgbClr>
            </a:solidFill>
            <a:ln w="5420" cap="flat">
              <a:solidFill>
                <a:srgbClr val="3C4B8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69" name="pg2769"/>
            <p:cNvSpPr/>
            <p:nvPr/>
          </p:nvSpPr>
          <p:spPr>
            <a:xfrm>
              <a:off x="3223892" y="479569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A80">
                <a:alpha val="100000"/>
              </a:srgbClr>
            </a:solidFill>
            <a:ln w="5420" cap="flat">
              <a:solidFill>
                <a:srgbClr val="3C4A8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70" name="pg2770"/>
            <p:cNvSpPr/>
            <p:nvPr/>
          </p:nvSpPr>
          <p:spPr>
            <a:xfrm>
              <a:off x="3235529" y="479569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87E">
                <a:alpha val="100000"/>
              </a:srgbClr>
            </a:solidFill>
            <a:ln w="5420" cap="flat">
              <a:solidFill>
                <a:srgbClr val="3C487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71" name="pg2771"/>
            <p:cNvSpPr/>
            <p:nvPr/>
          </p:nvSpPr>
          <p:spPr>
            <a:xfrm>
              <a:off x="3247167" y="479569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67B">
                <a:alpha val="100000"/>
              </a:srgbClr>
            </a:solidFill>
            <a:ln w="5420" cap="flat">
              <a:solidFill>
                <a:srgbClr val="3C467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72" name="pg2772"/>
            <p:cNvSpPr/>
            <p:nvPr/>
          </p:nvSpPr>
          <p:spPr>
            <a:xfrm>
              <a:off x="3258804" y="479569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478">
                <a:alpha val="100000"/>
              </a:srgbClr>
            </a:solidFill>
            <a:ln w="5420" cap="flat">
              <a:solidFill>
                <a:srgbClr val="3C447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73" name="pg2773"/>
            <p:cNvSpPr/>
            <p:nvPr/>
          </p:nvSpPr>
          <p:spPr>
            <a:xfrm>
              <a:off x="3270441" y="479569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275">
                <a:alpha val="100000"/>
              </a:srgbClr>
            </a:solidFill>
            <a:ln w="5420" cap="flat">
              <a:solidFill>
                <a:srgbClr val="3C427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74" name="pg2774"/>
            <p:cNvSpPr/>
            <p:nvPr/>
          </p:nvSpPr>
          <p:spPr>
            <a:xfrm>
              <a:off x="3282079" y="479569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4072">
                <a:alpha val="100000"/>
              </a:srgbClr>
            </a:solidFill>
            <a:ln w="5420" cap="flat">
              <a:solidFill>
                <a:srgbClr val="3B407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75" name="pg2775"/>
            <p:cNvSpPr/>
            <p:nvPr/>
          </p:nvSpPr>
          <p:spPr>
            <a:xfrm>
              <a:off x="3293716" y="479569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3D6F">
                <a:alpha val="100000"/>
              </a:srgbClr>
            </a:solidFill>
            <a:ln w="5420" cap="flat">
              <a:solidFill>
                <a:srgbClr val="3B3D6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76" name="pg2776"/>
            <p:cNvSpPr/>
            <p:nvPr/>
          </p:nvSpPr>
          <p:spPr>
            <a:xfrm>
              <a:off x="3305353" y="479569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3C6E">
                <a:alpha val="100000"/>
              </a:srgbClr>
            </a:solidFill>
            <a:ln w="5420" cap="flat">
              <a:solidFill>
                <a:srgbClr val="3B3C6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77" name="pg2777"/>
            <p:cNvSpPr/>
            <p:nvPr/>
          </p:nvSpPr>
          <p:spPr>
            <a:xfrm>
              <a:off x="3316991" y="479569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3D6E">
                <a:alpha val="100000"/>
              </a:srgbClr>
            </a:solidFill>
            <a:ln w="5420" cap="flat">
              <a:solidFill>
                <a:srgbClr val="3B3D6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78" name="pg2778"/>
            <p:cNvSpPr/>
            <p:nvPr/>
          </p:nvSpPr>
          <p:spPr>
            <a:xfrm>
              <a:off x="3328628" y="479569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3D6F">
                <a:alpha val="100000"/>
              </a:srgbClr>
            </a:solidFill>
            <a:ln w="5420" cap="flat">
              <a:solidFill>
                <a:srgbClr val="3B3D6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79" name="pg2779"/>
            <p:cNvSpPr/>
            <p:nvPr/>
          </p:nvSpPr>
          <p:spPr>
            <a:xfrm>
              <a:off x="3340265" y="479569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3F71">
                <a:alpha val="100000"/>
              </a:srgbClr>
            </a:solidFill>
            <a:ln w="5420" cap="flat">
              <a:solidFill>
                <a:srgbClr val="3B3F7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80" name="pg2780"/>
            <p:cNvSpPr/>
            <p:nvPr/>
          </p:nvSpPr>
          <p:spPr>
            <a:xfrm>
              <a:off x="3351903" y="479569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174">
                <a:alpha val="100000"/>
              </a:srgbClr>
            </a:solidFill>
            <a:ln w="5420" cap="flat">
              <a:solidFill>
                <a:srgbClr val="3C417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81" name="pg2781"/>
            <p:cNvSpPr/>
            <p:nvPr/>
          </p:nvSpPr>
          <p:spPr>
            <a:xfrm>
              <a:off x="3363540" y="479569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377">
                <a:alpha val="100000"/>
              </a:srgbClr>
            </a:solidFill>
            <a:ln w="5420" cap="flat">
              <a:solidFill>
                <a:srgbClr val="3C437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82" name="pg2782"/>
            <p:cNvSpPr/>
            <p:nvPr/>
          </p:nvSpPr>
          <p:spPr>
            <a:xfrm>
              <a:off x="3375177" y="479569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57A">
                <a:alpha val="100000"/>
              </a:srgbClr>
            </a:solidFill>
            <a:ln w="5420" cap="flat">
              <a:solidFill>
                <a:srgbClr val="3C457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83" name="pg2783"/>
            <p:cNvSpPr/>
            <p:nvPr/>
          </p:nvSpPr>
          <p:spPr>
            <a:xfrm>
              <a:off x="3386815" y="479569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77C">
                <a:alpha val="100000"/>
              </a:srgbClr>
            </a:solidFill>
            <a:ln w="5420" cap="flat">
              <a:solidFill>
                <a:srgbClr val="3C477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84" name="pg2784"/>
            <p:cNvSpPr/>
            <p:nvPr/>
          </p:nvSpPr>
          <p:spPr>
            <a:xfrm>
              <a:off x="3456639" y="479569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A82">
                <a:alpha val="100000"/>
              </a:srgbClr>
            </a:solidFill>
            <a:ln w="5420" cap="flat">
              <a:solidFill>
                <a:srgbClr val="3C4A8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85" name="pg2785"/>
            <p:cNvSpPr/>
            <p:nvPr/>
          </p:nvSpPr>
          <p:spPr>
            <a:xfrm>
              <a:off x="3468276" y="479569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B82">
                <a:alpha val="100000"/>
              </a:srgbClr>
            </a:solidFill>
            <a:ln w="5420" cap="flat">
              <a:solidFill>
                <a:srgbClr val="3C4B8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86" name="pg2786"/>
            <p:cNvSpPr/>
            <p:nvPr/>
          </p:nvSpPr>
          <p:spPr>
            <a:xfrm>
              <a:off x="3479913" y="479569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B82">
                <a:alpha val="100000"/>
              </a:srgbClr>
            </a:solidFill>
            <a:ln w="5420" cap="flat">
              <a:solidFill>
                <a:srgbClr val="3C4B8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87" name="pg2787"/>
            <p:cNvSpPr/>
            <p:nvPr/>
          </p:nvSpPr>
          <p:spPr>
            <a:xfrm>
              <a:off x="3491551" y="479569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B82">
                <a:alpha val="100000"/>
              </a:srgbClr>
            </a:solidFill>
            <a:ln w="5420" cap="flat">
              <a:solidFill>
                <a:srgbClr val="3C4B8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88" name="pg2788"/>
            <p:cNvSpPr/>
            <p:nvPr/>
          </p:nvSpPr>
          <p:spPr>
            <a:xfrm>
              <a:off x="3503188" y="479569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A81">
                <a:alpha val="100000"/>
              </a:srgbClr>
            </a:solidFill>
            <a:ln w="5420" cap="flat">
              <a:solidFill>
                <a:srgbClr val="3C4A8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89" name="pg2789"/>
            <p:cNvSpPr/>
            <p:nvPr/>
          </p:nvSpPr>
          <p:spPr>
            <a:xfrm>
              <a:off x="3514825" y="479569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A81">
                <a:alpha val="100000"/>
              </a:srgbClr>
            </a:solidFill>
            <a:ln w="5420" cap="flat">
              <a:solidFill>
                <a:srgbClr val="3C4A8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90" name="pg2790"/>
            <p:cNvSpPr/>
            <p:nvPr/>
          </p:nvSpPr>
          <p:spPr>
            <a:xfrm>
              <a:off x="3526463" y="479569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87E">
                <a:alpha val="100000"/>
              </a:srgbClr>
            </a:solidFill>
            <a:ln w="5420" cap="flat">
              <a:solidFill>
                <a:srgbClr val="3C487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91" name="pg2791"/>
            <p:cNvSpPr/>
            <p:nvPr/>
          </p:nvSpPr>
          <p:spPr>
            <a:xfrm>
              <a:off x="3538100" y="479569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77D">
                <a:alpha val="100000"/>
              </a:srgbClr>
            </a:solidFill>
            <a:ln w="5420" cap="flat">
              <a:solidFill>
                <a:srgbClr val="3C477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92" name="pg2792"/>
            <p:cNvSpPr/>
            <p:nvPr/>
          </p:nvSpPr>
          <p:spPr>
            <a:xfrm>
              <a:off x="3549737" y="479569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77D">
                <a:alpha val="100000"/>
              </a:srgbClr>
            </a:solidFill>
            <a:ln w="5420" cap="flat">
              <a:solidFill>
                <a:srgbClr val="3C477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93" name="pg2793"/>
            <p:cNvSpPr/>
            <p:nvPr/>
          </p:nvSpPr>
          <p:spPr>
            <a:xfrm>
              <a:off x="3561375" y="479569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77D">
                <a:alpha val="100000"/>
              </a:srgbClr>
            </a:solidFill>
            <a:ln w="5420" cap="flat">
              <a:solidFill>
                <a:srgbClr val="3C477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94" name="pg2794"/>
            <p:cNvSpPr/>
            <p:nvPr/>
          </p:nvSpPr>
          <p:spPr>
            <a:xfrm>
              <a:off x="3573012" y="479569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87E">
                <a:alpha val="100000"/>
              </a:srgbClr>
            </a:solidFill>
            <a:ln w="5420" cap="flat">
              <a:solidFill>
                <a:srgbClr val="3C487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95" name="pg2795"/>
            <p:cNvSpPr/>
            <p:nvPr/>
          </p:nvSpPr>
          <p:spPr>
            <a:xfrm>
              <a:off x="3968681" y="479569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87F">
                <a:alpha val="100000"/>
              </a:srgbClr>
            </a:solidFill>
            <a:ln w="5420" cap="flat">
              <a:solidFill>
                <a:srgbClr val="3C487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96" name="pg2796"/>
            <p:cNvSpPr/>
            <p:nvPr/>
          </p:nvSpPr>
          <p:spPr>
            <a:xfrm>
              <a:off x="3980318" y="479569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87E">
                <a:alpha val="100000"/>
              </a:srgbClr>
            </a:solidFill>
            <a:ln w="5420" cap="flat">
              <a:solidFill>
                <a:srgbClr val="3C487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97" name="pg2797"/>
            <p:cNvSpPr/>
            <p:nvPr/>
          </p:nvSpPr>
          <p:spPr>
            <a:xfrm>
              <a:off x="3991956" y="479569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87E">
                <a:alpha val="100000"/>
              </a:srgbClr>
            </a:solidFill>
            <a:ln w="5420" cap="flat">
              <a:solidFill>
                <a:srgbClr val="3C487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98" name="pg2798"/>
            <p:cNvSpPr/>
            <p:nvPr/>
          </p:nvSpPr>
          <p:spPr>
            <a:xfrm>
              <a:off x="4003593" y="479569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87E">
                <a:alpha val="100000"/>
              </a:srgbClr>
            </a:solidFill>
            <a:ln w="5420" cap="flat">
              <a:solidFill>
                <a:srgbClr val="3C487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99" name="pg2799"/>
            <p:cNvSpPr/>
            <p:nvPr/>
          </p:nvSpPr>
          <p:spPr>
            <a:xfrm>
              <a:off x="4015230" y="479569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87E">
                <a:alpha val="100000"/>
              </a:srgbClr>
            </a:solidFill>
            <a:ln w="5420" cap="flat">
              <a:solidFill>
                <a:srgbClr val="3C487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00" name="pg2800"/>
            <p:cNvSpPr/>
            <p:nvPr/>
          </p:nvSpPr>
          <p:spPr>
            <a:xfrm>
              <a:off x="4026868" y="479569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87E">
                <a:alpha val="100000"/>
              </a:srgbClr>
            </a:solidFill>
            <a:ln w="5420" cap="flat">
              <a:solidFill>
                <a:srgbClr val="3C487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01" name="pg2801"/>
            <p:cNvSpPr/>
            <p:nvPr/>
          </p:nvSpPr>
          <p:spPr>
            <a:xfrm>
              <a:off x="4038505" y="479569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87E">
                <a:alpha val="100000"/>
              </a:srgbClr>
            </a:solidFill>
            <a:ln w="5420" cap="flat">
              <a:solidFill>
                <a:srgbClr val="3C487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02" name="pg2802"/>
            <p:cNvSpPr/>
            <p:nvPr/>
          </p:nvSpPr>
          <p:spPr>
            <a:xfrm>
              <a:off x="4050142" y="479569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87E">
                <a:alpha val="100000"/>
              </a:srgbClr>
            </a:solidFill>
            <a:ln w="5420" cap="flat">
              <a:solidFill>
                <a:srgbClr val="3C487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03" name="pg2803"/>
            <p:cNvSpPr/>
            <p:nvPr/>
          </p:nvSpPr>
          <p:spPr>
            <a:xfrm>
              <a:off x="4061780" y="479569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87E">
                <a:alpha val="100000"/>
              </a:srgbClr>
            </a:solidFill>
            <a:ln w="5420" cap="flat">
              <a:solidFill>
                <a:srgbClr val="3C487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04" name="pg2804"/>
            <p:cNvSpPr/>
            <p:nvPr/>
          </p:nvSpPr>
          <p:spPr>
            <a:xfrm>
              <a:off x="4073417" y="479569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87E">
                <a:alpha val="100000"/>
              </a:srgbClr>
            </a:solidFill>
            <a:ln w="5420" cap="flat">
              <a:solidFill>
                <a:srgbClr val="3C487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05" name="pg2805"/>
            <p:cNvSpPr/>
            <p:nvPr/>
          </p:nvSpPr>
          <p:spPr>
            <a:xfrm>
              <a:off x="4154878" y="479569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980">
                <a:alpha val="100000"/>
              </a:srgbClr>
            </a:solidFill>
            <a:ln w="5420" cap="flat">
              <a:solidFill>
                <a:srgbClr val="3C498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06" name="pg2806"/>
            <p:cNvSpPr/>
            <p:nvPr/>
          </p:nvSpPr>
          <p:spPr>
            <a:xfrm>
              <a:off x="4166516" y="479569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980">
                <a:alpha val="100000"/>
              </a:srgbClr>
            </a:solidFill>
            <a:ln w="5420" cap="flat">
              <a:solidFill>
                <a:srgbClr val="3C498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07" name="pg2807"/>
            <p:cNvSpPr/>
            <p:nvPr/>
          </p:nvSpPr>
          <p:spPr>
            <a:xfrm>
              <a:off x="4178153" y="479569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980">
                <a:alpha val="100000"/>
              </a:srgbClr>
            </a:solidFill>
            <a:ln w="5420" cap="flat">
              <a:solidFill>
                <a:srgbClr val="3C498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08" name="pg2808"/>
            <p:cNvSpPr/>
            <p:nvPr/>
          </p:nvSpPr>
          <p:spPr>
            <a:xfrm>
              <a:off x="4189790" y="479569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97F">
                <a:alpha val="100000"/>
              </a:srgbClr>
            </a:solidFill>
            <a:ln w="5420" cap="flat">
              <a:solidFill>
                <a:srgbClr val="3C497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09" name="pg2809"/>
            <p:cNvSpPr/>
            <p:nvPr/>
          </p:nvSpPr>
          <p:spPr>
            <a:xfrm>
              <a:off x="4201428" y="479569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97F">
                <a:alpha val="100000"/>
              </a:srgbClr>
            </a:solidFill>
            <a:ln w="5420" cap="flat">
              <a:solidFill>
                <a:srgbClr val="3C497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10" name="pg2810"/>
            <p:cNvSpPr/>
            <p:nvPr/>
          </p:nvSpPr>
          <p:spPr>
            <a:xfrm>
              <a:off x="4213065" y="479569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97F">
                <a:alpha val="100000"/>
              </a:srgbClr>
            </a:solidFill>
            <a:ln w="5420" cap="flat">
              <a:solidFill>
                <a:srgbClr val="3C497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11" name="pg2811"/>
            <p:cNvSpPr/>
            <p:nvPr/>
          </p:nvSpPr>
          <p:spPr>
            <a:xfrm>
              <a:off x="4410900" y="479569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174">
                <a:alpha val="100000"/>
              </a:srgbClr>
            </a:solidFill>
            <a:ln w="5420" cap="flat">
              <a:solidFill>
                <a:srgbClr val="3C417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12" name="pg2812"/>
            <p:cNvSpPr/>
            <p:nvPr/>
          </p:nvSpPr>
          <p:spPr>
            <a:xfrm>
              <a:off x="4422537" y="479569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175">
                <a:alpha val="100000"/>
              </a:srgbClr>
            </a:solidFill>
            <a:ln w="5420" cap="flat">
              <a:solidFill>
                <a:srgbClr val="3C417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13" name="pg2813"/>
            <p:cNvSpPr/>
            <p:nvPr/>
          </p:nvSpPr>
          <p:spPr>
            <a:xfrm>
              <a:off x="4434174" y="479569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275">
                <a:alpha val="100000"/>
              </a:srgbClr>
            </a:solidFill>
            <a:ln w="5420" cap="flat">
              <a:solidFill>
                <a:srgbClr val="3C427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14" name="pg2814"/>
            <p:cNvSpPr/>
            <p:nvPr/>
          </p:nvSpPr>
          <p:spPr>
            <a:xfrm>
              <a:off x="4445812" y="479569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276">
                <a:alpha val="100000"/>
              </a:srgbClr>
            </a:solidFill>
            <a:ln w="5420" cap="flat">
              <a:solidFill>
                <a:srgbClr val="3C427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15" name="pg2815"/>
            <p:cNvSpPr/>
            <p:nvPr/>
          </p:nvSpPr>
          <p:spPr>
            <a:xfrm>
              <a:off x="4457449" y="479569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376">
                <a:alpha val="100000"/>
              </a:srgbClr>
            </a:solidFill>
            <a:ln w="5420" cap="flat">
              <a:solidFill>
                <a:srgbClr val="3C437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16" name="pg2816"/>
            <p:cNvSpPr/>
            <p:nvPr/>
          </p:nvSpPr>
          <p:spPr>
            <a:xfrm>
              <a:off x="2944596" y="480999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518A">
                <a:alpha val="100000"/>
              </a:srgbClr>
            </a:solidFill>
            <a:ln w="5420" cap="flat">
              <a:solidFill>
                <a:srgbClr val="3B518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17" name="pg2817"/>
            <p:cNvSpPr/>
            <p:nvPr/>
          </p:nvSpPr>
          <p:spPr>
            <a:xfrm>
              <a:off x="2956233" y="480999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518B">
                <a:alpha val="100000"/>
              </a:srgbClr>
            </a:solidFill>
            <a:ln w="5420" cap="flat">
              <a:solidFill>
                <a:srgbClr val="3B518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18" name="pg2818"/>
            <p:cNvSpPr/>
            <p:nvPr/>
          </p:nvSpPr>
          <p:spPr>
            <a:xfrm>
              <a:off x="2967871" y="480999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518B">
                <a:alpha val="100000"/>
              </a:srgbClr>
            </a:solidFill>
            <a:ln w="5420" cap="flat">
              <a:solidFill>
                <a:srgbClr val="3B518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19" name="pg2819"/>
            <p:cNvSpPr/>
            <p:nvPr/>
          </p:nvSpPr>
          <p:spPr>
            <a:xfrm>
              <a:off x="2979508" y="480999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518B">
                <a:alpha val="100000"/>
              </a:srgbClr>
            </a:solidFill>
            <a:ln w="5420" cap="flat">
              <a:solidFill>
                <a:srgbClr val="3B518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20" name="pg2820"/>
            <p:cNvSpPr/>
            <p:nvPr/>
          </p:nvSpPr>
          <p:spPr>
            <a:xfrm>
              <a:off x="2991145" y="480999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518B">
                <a:alpha val="100000"/>
              </a:srgbClr>
            </a:solidFill>
            <a:ln w="5420" cap="flat">
              <a:solidFill>
                <a:srgbClr val="3B518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21" name="pg2821"/>
            <p:cNvSpPr/>
            <p:nvPr/>
          </p:nvSpPr>
          <p:spPr>
            <a:xfrm>
              <a:off x="3002783" y="480999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518A">
                <a:alpha val="100000"/>
              </a:srgbClr>
            </a:solidFill>
            <a:ln w="5420" cap="flat">
              <a:solidFill>
                <a:srgbClr val="3B518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22" name="pg2822"/>
            <p:cNvSpPr/>
            <p:nvPr/>
          </p:nvSpPr>
          <p:spPr>
            <a:xfrm>
              <a:off x="3014420" y="480999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5089">
                <a:alpha val="100000"/>
              </a:srgbClr>
            </a:solidFill>
            <a:ln w="5420" cap="flat">
              <a:solidFill>
                <a:srgbClr val="3B508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23" name="pg2823"/>
            <p:cNvSpPr/>
            <p:nvPr/>
          </p:nvSpPr>
          <p:spPr>
            <a:xfrm>
              <a:off x="3026057" y="480999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4F88">
                <a:alpha val="100000"/>
              </a:srgbClr>
            </a:solidFill>
            <a:ln w="5420" cap="flat">
              <a:solidFill>
                <a:srgbClr val="3B4F8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24" name="pg2824"/>
            <p:cNvSpPr/>
            <p:nvPr/>
          </p:nvSpPr>
          <p:spPr>
            <a:xfrm>
              <a:off x="3037695" y="480999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4F87">
                <a:alpha val="100000"/>
              </a:srgbClr>
            </a:solidFill>
            <a:ln w="5420" cap="flat">
              <a:solidFill>
                <a:srgbClr val="3B4F8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25" name="pg2825"/>
            <p:cNvSpPr/>
            <p:nvPr/>
          </p:nvSpPr>
          <p:spPr>
            <a:xfrm>
              <a:off x="3049332" y="480999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4E87">
                <a:alpha val="100000"/>
              </a:srgbClr>
            </a:solidFill>
            <a:ln w="5420" cap="flat">
              <a:solidFill>
                <a:srgbClr val="3B4E8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26" name="pg2826"/>
            <p:cNvSpPr/>
            <p:nvPr/>
          </p:nvSpPr>
          <p:spPr>
            <a:xfrm>
              <a:off x="3060969" y="480999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4D85">
                <a:alpha val="100000"/>
              </a:srgbClr>
            </a:solidFill>
            <a:ln w="5420" cap="flat">
              <a:solidFill>
                <a:srgbClr val="3B4D8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27" name="pg2827"/>
            <p:cNvSpPr/>
            <p:nvPr/>
          </p:nvSpPr>
          <p:spPr>
            <a:xfrm>
              <a:off x="3072607" y="480999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D85">
                <a:alpha val="100000"/>
              </a:srgbClr>
            </a:solidFill>
            <a:ln w="5420" cap="flat">
              <a:solidFill>
                <a:srgbClr val="3C4D8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28" name="pg2828"/>
            <p:cNvSpPr/>
            <p:nvPr/>
          </p:nvSpPr>
          <p:spPr>
            <a:xfrm>
              <a:off x="3084244" y="480999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4D85">
                <a:alpha val="100000"/>
              </a:srgbClr>
            </a:solidFill>
            <a:ln w="5420" cap="flat">
              <a:solidFill>
                <a:srgbClr val="3B4D8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29" name="pg2829"/>
            <p:cNvSpPr/>
            <p:nvPr/>
          </p:nvSpPr>
          <p:spPr>
            <a:xfrm>
              <a:off x="3095881" y="480999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4D86">
                <a:alpha val="100000"/>
              </a:srgbClr>
            </a:solidFill>
            <a:ln w="5420" cap="flat">
              <a:solidFill>
                <a:srgbClr val="3B4D8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30" name="pg2830"/>
            <p:cNvSpPr/>
            <p:nvPr/>
          </p:nvSpPr>
          <p:spPr>
            <a:xfrm>
              <a:off x="3107519" y="480999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4E87">
                <a:alpha val="100000"/>
              </a:srgbClr>
            </a:solidFill>
            <a:ln w="5420" cap="flat">
              <a:solidFill>
                <a:srgbClr val="3B4E8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31" name="pg2831"/>
            <p:cNvSpPr/>
            <p:nvPr/>
          </p:nvSpPr>
          <p:spPr>
            <a:xfrm>
              <a:off x="3119156" y="480999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4F88">
                <a:alpha val="100000"/>
              </a:srgbClr>
            </a:solidFill>
            <a:ln w="5420" cap="flat">
              <a:solidFill>
                <a:srgbClr val="3B4F8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32" name="pg2832"/>
            <p:cNvSpPr/>
            <p:nvPr/>
          </p:nvSpPr>
          <p:spPr>
            <a:xfrm>
              <a:off x="3130793" y="480999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5089">
                <a:alpha val="100000"/>
              </a:srgbClr>
            </a:solidFill>
            <a:ln w="5420" cap="flat">
              <a:solidFill>
                <a:srgbClr val="3B508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33" name="pg2833"/>
            <p:cNvSpPr/>
            <p:nvPr/>
          </p:nvSpPr>
          <p:spPr>
            <a:xfrm>
              <a:off x="3142431" y="480999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5089">
                <a:alpha val="100000"/>
              </a:srgbClr>
            </a:solidFill>
            <a:ln w="5420" cap="flat">
              <a:solidFill>
                <a:srgbClr val="3B508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34" name="pg2834"/>
            <p:cNvSpPr/>
            <p:nvPr/>
          </p:nvSpPr>
          <p:spPr>
            <a:xfrm>
              <a:off x="3154068" y="480999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508A">
                <a:alpha val="100000"/>
              </a:srgbClr>
            </a:solidFill>
            <a:ln w="5420" cap="flat">
              <a:solidFill>
                <a:srgbClr val="3B508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35" name="pg2835"/>
            <p:cNvSpPr/>
            <p:nvPr/>
          </p:nvSpPr>
          <p:spPr>
            <a:xfrm>
              <a:off x="3165705" y="480999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5089">
                <a:alpha val="100000"/>
              </a:srgbClr>
            </a:solidFill>
            <a:ln w="5420" cap="flat">
              <a:solidFill>
                <a:srgbClr val="3B508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36" name="pg2836"/>
            <p:cNvSpPr/>
            <p:nvPr/>
          </p:nvSpPr>
          <p:spPr>
            <a:xfrm>
              <a:off x="3177343" y="480999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4E87">
                <a:alpha val="100000"/>
              </a:srgbClr>
            </a:solidFill>
            <a:ln w="5420" cap="flat">
              <a:solidFill>
                <a:srgbClr val="3B4E8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37" name="pg2837"/>
            <p:cNvSpPr/>
            <p:nvPr/>
          </p:nvSpPr>
          <p:spPr>
            <a:xfrm>
              <a:off x="3188980" y="480999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D85">
                <a:alpha val="100000"/>
              </a:srgbClr>
            </a:solidFill>
            <a:ln w="5420" cap="flat">
              <a:solidFill>
                <a:srgbClr val="3C4D8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38" name="pg2838"/>
            <p:cNvSpPr/>
            <p:nvPr/>
          </p:nvSpPr>
          <p:spPr>
            <a:xfrm>
              <a:off x="3200617" y="480999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C83">
                <a:alpha val="100000"/>
              </a:srgbClr>
            </a:solidFill>
            <a:ln w="5420" cap="flat">
              <a:solidFill>
                <a:srgbClr val="3C4C8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39" name="pg2839"/>
            <p:cNvSpPr/>
            <p:nvPr/>
          </p:nvSpPr>
          <p:spPr>
            <a:xfrm>
              <a:off x="3212255" y="480999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A81">
                <a:alpha val="100000"/>
              </a:srgbClr>
            </a:solidFill>
            <a:ln w="5420" cap="flat">
              <a:solidFill>
                <a:srgbClr val="3C4A8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40" name="pg2840"/>
            <p:cNvSpPr/>
            <p:nvPr/>
          </p:nvSpPr>
          <p:spPr>
            <a:xfrm>
              <a:off x="3223892" y="480999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87F">
                <a:alpha val="100000"/>
              </a:srgbClr>
            </a:solidFill>
            <a:ln w="5420" cap="flat">
              <a:solidFill>
                <a:srgbClr val="3C487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41" name="pg2841"/>
            <p:cNvSpPr/>
            <p:nvPr/>
          </p:nvSpPr>
          <p:spPr>
            <a:xfrm>
              <a:off x="3235529" y="480999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67C">
                <a:alpha val="100000"/>
              </a:srgbClr>
            </a:solidFill>
            <a:ln w="5420" cap="flat">
              <a:solidFill>
                <a:srgbClr val="3C467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42" name="pg2842"/>
            <p:cNvSpPr/>
            <p:nvPr/>
          </p:nvSpPr>
          <p:spPr>
            <a:xfrm>
              <a:off x="3247167" y="480999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479">
                <a:alpha val="100000"/>
              </a:srgbClr>
            </a:solidFill>
            <a:ln w="5420" cap="flat">
              <a:solidFill>
                <a:srgbClr val="3C447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43" name="pg2843"/>
            <p:cNvSpPr/>
            <p:nvPr/>
          </p:nvSpPr>
          <p:spPr>
            <a:xfrm>
              <a:off x="3258804" y="480999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276">
                <a:alpha val="100000"/>
              </a:srgbClr>
            </a:solidFill>
            <a:ln w="5420" cap="flat">
              <a:solidFill>
                <a:srgbClr val="3C427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44" name="pg2844"/>
            <p:cNvSpPr/>
            <p:nvPr/>
          </p:nvSpPr>
          <p:spPr>
            <a:xfrm>
              <a:off x="3270441" y="480999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4072">
                <a:alpha val="100000"/>
              </a:srgbClr>
            </a:solidFill>
            <a:ln w="5420" cap="flat">
              <a:solidFill>
                <a:srgbClr val="3B407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45" name="pg2845"/>
            <p:cNvSpPr/>
            <p:nvPr/>
          </p:nvSpPr>
          <p:spPr>
            <a:xfrm>
              <a:off x="3282079" y="480999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3D6F">
                <a:alpha val="100000"/>
              </a:srgbClr>
            </a:solidFill>
            <a:ln w="5420" cap="flat">
              <a:solidFill>
                <a:srgbClr val="3B3D6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46" name="pg2846"/>
            <p:cNvSpPr/>
            <p:nvPr/>
          </p:nvSpPr>
          <p:spPr>
            <a:xfrm>
              <a:off x="3293716" y="480999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3A6A">
                <a:alpha val="100000"/>
              </a:srgbClr>
            </a:solidFill>
            <a:ln w="5420" cap="flat">
              <a:solidFill>
                <a:srgbClr val="3B3A6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47" name="pg2847"/>
            <p:cNvSpPr/>
            <p:nvPr/>
          </p:nvSpPr>
          <p:spPr>
            <a:xfrm>
              <a:off x="3305353" y="480999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3968">
                <a:alpha val="100000"/>
              </a:srgbClr>
            </a:solidFill>
            <a:ln w="5420" cap="flat">
              <a:solidFill>
                <a:srgbClr val="3B396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48" name="pg2848"/>
            <p:cNvSpPr/>
            <p:nvPr/>
          </p:nvSpPr>
          <p:spPr>
            <a:xfrm>
              <a:off x="3316991" y="480999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3968">
                <a:alpha val="100000"/>
              </a:srgbClr>
            </a:solidFill>
            <a:ln w="5420" cap="flat">
              <a:solidFill>
                <a:srgbClr val="3B396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49" name="pg2849"/>
            <p:cNvSpPr/>
            <p:nvPr/>
          </p:nvSpPr>
          <p:spPr>
            <a:xfrm>
              <a:off x="3328628" y="480999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3A6A">
                <a:alpha val="100000"/>
              </a:srgbClr>
            </a:solidFill>
            <a:ln w="5420" cap="flat">
              <a:solidFill>
                <a:srgbClr val="3B3A6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50" name="pg2850"/>
            <p:cNvSpPr/>
            <p:nvPr/>
          </p:nvSpPr>
          <p:spPr>
            <a:xfrm>
              <a:off x="3340265" y="480999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3C6D">
                <a:alpha val="100000"/>
              </a:srgbClr>
            </a:solidFill>
            <a:ln w="5420" cap="flat">
              <a:solidFill>
                <a:srgbClr val="3B3C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51" name="pg2851"/>
            <p:cNvSpPr/>
            <p:nvPr/>
          </p:nvSpPr>
          <p:spPr>
            <a:xfrm>
              <a:off x="3351903" y="480999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4072">
                <a:alpha val="100000"/>
              </a:srgbClr>
            </a:solidFill>
            <a:ln w="5420" cap="flat">
              <a:solidFill>
                <a:srgbClr val="3B407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52" name="pg2852"/>
            <p:cNvSpPr/>
            <p:nvPr/>
          </p:nvSpPr>
          <p:spPr>
            <a:xfrm>
              <a:off x="3363540" y="480999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377">
                <a:alpha val="100000"/>
              </a:srgbClr>
            </a:solidFill>
            <a:ln w="5420" cap="flat">
              <a:solidFill>
                <a:srgbClr val="3C437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53" name="pg2853"/>
            <p:cNvSpPr/>
            <p:nvPr/>
          </p:nvSpPr>
          <p:spPr>
            <a:xfrm>
              <a:off x="3375177" y="480999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67B">
                <a:alpha val="100000"/>
              </a:srgbClr>
            </a:solidFill>
            <a:ln w="5420" cap="flat">
              <a:solidFill>
                <a:srgbClr val="3C467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54" name="pg2854"/>
            <p:cNvSpPr/>
            <p:nvPr/>
          </p:nvSpPr>
          <p:spPr>
            <a:xfrm>
              <a:off x="3386815" y="480999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87E">
                <a:alpha val="100000"/>
              </a:srgbClr>
            </a:solidFill>
            <a:ln w="5420" cap="flat">
              <a:solidFill>
                <a:srgbClr val="3C487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55" name="pg2855"/>
            <p:cNvSpPr/>
            <p:nvPr/>
          </p:nvSpPr>
          <p:spPr>
            <a:xfrm>
              <a:off x="3445001" y="480999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A82">
                <a:alpha val="100000"/>
              </a:srgbClr>
            </a:solidFill>
            <a:ln w="5420" cap="flat">
              <a:solidFill>
                <a:srgbClr val="3C4A8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56" name="pg2856"/>
            <p:cNvSpPr/>
            <p:nvPr/>
          </p:nvSpPr>
          <p:spPr>
            <a:xfrm>
              <a:off x="3456639" y="480999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B82">
                <a:alpha val="100000"/>
              </a:srgbClr>
            </a:solidFill>
            <a:ln w="5420" cap="flat">
              <a:solidFill>
                <a:srgbClr val="3C4B8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57" name="pg2857"/>
            <p:cNvSpPr/>
            <p:nvPr/>
          </p:nvSpPr>
          <p:spPr>
            <a:xfrm>
              <a:off x="3468276" y="480999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B82">
                <a:alpha val="100000"/>
              </a:srgbClr>
            </a:solidFill>
            <a:ln w="5420" cap="flat">
              <a:solidFill>
                <a:srgbClr val="3C4B8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58" name="pg2858"/>
            <p:cNvSpPr/>
            <p:nvPr/>
          </p:nvSpPr>
          <p:spPr>
            <a:xfrm>
              <a:off x="3479913" y="480999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B83">
                <a:alpha val="100000"/>
              </a:srgbClr>
            </a:solidFill>
            <a:ln w="5420" cap="flat">
              <a:solidFill>
                <a:srgbClr val="3C4B8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59" name="pg2859"/>
            <p:cNvSpPr/>
            <p:nvPr/>
          </p:nvSpPr>
          <p:spPr>
            <a:xfrm>
              <a:off x="3491551" y="480999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B83">
                <a:alpha val="100000"/>
              </a:srgbClr>
            </a:solidFill>
            <a:ln w="5420" cap="flat">
              <a:solidFill>
                <a:srgbClr val="3C4B8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60" name="pg2860"/>
            <p:cNvSpPr/>
            <p:nvPr/>
          </p:nvSpPr>
          <p:spPr>
            <a:xfrm>
              <a:off x="3503188" y="480999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B83">
                <a:alpha val="100000"/>
              </a:srgbClr>
            </a:solidFill>
            <a:ln w="5420" cap="flat">
              <a:solidFill>
                <a:srgbClr val="3C4B8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61" name="pg2861"/>
            <p:cNvSpPr/>
            <p:nvPr/>
          </p:nvSpPr>
          <p:spPr>
            <a:xfrm>
              <a:off x="3514825" y="480999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B82">
                <a:alpha val="100000"/>
              </a:srgbClr>
            </a:solidFill>
            <a:ln w="5420" cap="flat">
              <a:solidFill>
                <a:srgbClr val="3C4B8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62" name="pg2862"/>
            <p:cNvSpPr/>
            <p:nvPr/>
          </p:nvSpPr>
          <p:spPr>
            <a:xfrm>
              <a:off x="3526463" y="480999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97F">
                <a:alpha val="100000"/>
              </a:srgbClr>
            </a:solidFill>
            <a:ln w="5420" cap="flat">
              <a:solidFill>
                <a:srgbClr val="3C497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63" name="pg2863"/>
            <p:cNvSpPr/>
            <p:nvPr/>
          </p:nvSpPr>
          <p:spPr>
            <a:xfrm>
              <a:off x="3538100" y="480999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87E">
                <a:alpha val="100000"/>
              </a:srgbClr>
            </a:solidFill>
            <a:ln w="5420" cap="flat">
              <a:solidFill>
                <a:srgbClr val="3C487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64" name="pg2864"/>
            <p:cNvSpPr/>
            <p:nvPr/>
          </p:nvSpPr>
          <p:spPr>
            <a:xfrm>
              <a:off x="3549737" y="480999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87D">
                <a:alpha val="100000"/>
              </a:srgbClr>
            </a:solidFill>
            <a:ln w="5420" cap="flat">
              <a:solidFill>
                <a:srgbClr val="3C487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65" name="pg2865"/>
            <p:cNvSpPr/>
            <p:nvPr/>
          </p:nvSpPr>
          <p:spPr>
            <a:xfrm>
              <a:off x="3561375" y="480999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87E">
                <a:alpha val="100000"/>
              </a:srgbClr>
            </a:solidFill>
            <a:ln w="5420" cap="flat">
              <a:solidFill>
                <a:srgbClr val="3C487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66" name="pg2866"/>
            <p:cNvSpPr/>
            <p:nvPr/>
          </p:nvSpPr>
          <p:spPr>
            <a:xfrm>
              <a:off x="3573012" y="480999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87E">
                <a:alpha val="100000"/>
              </a:srgbClr>
            </a:solidFill>
            <a:ln w="5420" cap="flat">
              <a:solidFill>
                <a:srgbClr val="3C487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67" name="pg2867"/>
            <p:cNvSpPr/>
            <p:nvPr/>
          </p:nvSpPr>
          <p:spPr>
            <a:xfrm>
              <a:off x="3584649" y="480999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97F">
                <a:alpha val="100000"/>
              </a:srgbClr>
            </a:solidFill>
            <a:ln w="5420" cap="flat">
              <a:solidFill>
                <a:srgbClr val="3C497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68" name="pg2868"/>
            <p:cNvSpPr/>
            <p:nvPr/>
          </p:nvSpPr>
          <p:spPr>
            <a:xfrm>
              <a:off x="3596287" y="480999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A80">
                <a:alpha val="100000"/>
              </a:srgbClr>
            </a:solidFill>
            <a:ln w="5420" cap="flat">
              <a:solidFill>
                <a:srgbClr val="3C4A8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69" name="pg2869"/>
            <p:cNvSpPr/>
            <p:nvPr/>
          </p:nvSpPr>
          <p:spPr>
            <a:xfrm>
              <a:off x="3968681" y="480999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87F">
                <a:alpha val="100000"/>
              </a:srgbClr>
            </a:solidFill>
            <a:ln w="5420" cap="flat">
              <a:solidFill>
                <a:srgbClr val="3C487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70" name="pg2870"/>
            <p:cNvSpPr/>
            <p:nvPr/>
          </p:nvSpPr>
          <p:spPr>
            <a:xfrm>
              <a:off x="3980318" y="480999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87F">
                <a:alpha val="100000"/>
              </a:srgbClr>
            </a:solidFill>
            <a:ln w="5420" cap="flat">
              <a:solidFill>
                <a:srgbClr val="3C487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71" name="pg2871"/>
            <p:cNvSpPr/>
            <p:nvPr/>
          </p:nvSpPr>
          <p:spPr>
            <a:xfrm>
              <a:off x="3991956" y="480999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87E">
                <a:alpha val="100000"/>
              </a:srgbClr>
            </a:solidFill>
            <a:ln w="5420" cap="flat">
              <a:solidFill>
                <a:srgbClr val="3C487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72" name="pg2872"/>
            <p:cNvSpPr/>
            <p:nvPr/>
          </p:nvSpPr>
          <p:spPr>
            <a:xfrm>
              <a:off x="4003593" y="480999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87E">
                <a:alpha val="100000"/>
              </a:srgbClr>
            </a:solidFill>
            <a:ln w="5420" cap="flat">
              <a:solidFill>
                <a:srgbClr val="3C487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73" name="pg2873"/>
            <p:cNvSpPr/>
            <p:nvPr/>
          </p:nvSpPr>
          <p:spPr>
            <a:xfrm>
              <a:off x="4015230" y="480999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87E">
                <a:alpha val="100000"/>
              </a:srgbClr>
            </a:solidFill>
            <a:ln w="5420" cap="flat">
              <a:solidFill>
                <a:srgbClr val="3C487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74" name="pg2874"/>
            <p:cNvSpPr/>
            <p:nvPr/>
          </p:nvSpPr>
          <p:spPr>
            <a:xfrm>
              <a:off x="4026868" y="480999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87E">
                <a:alpha val="100000"/>
              </a:srgbClr>
            </a:solidFill>
            <a:ln w="5420" cap="flat">
              <a:solidFill>
                <a:srgbClr val="3C487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75" name="pg2875"/>
            <p:cNvSpPr/>
            <p:nvPr/>
          </p:nvSpPr>
          <p:spPr>
            <a:xfrm>
              <a:off x="4038505" y="480999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87E">
                <a:alpha val="100000"/>
              </a:srgbClr>
            </a:solidFill>
            <a:ln w="5420" cap="flat">
              <a:solidFill>
                <a:srgbClr val="3C487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76" name="pg2876"/>
            <p:cNvSpPr/>
            <p:nvPr/>
          </p:nvSpPr>
          <p:spPr>
            <a:xfrm>
              <a:off x="4050142" y="480999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87E">
                <a:alpha val="100000"/>
              </a:srgbClr>
            </a:solidFill>
            <a:ln w="5420" cap="flat">
              <a:solidFill>
                <a:srgbClr val="3C487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77" name="pg2877"/>
            <p:cNvSpPr/>
            <p:nvPr/>
          </p:nvSpPr>
          <p:spPr>
            <a:xfrm>
              <a:off x="4166516" y="480999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980">
                <a:alpha val="100000"/>
              </a:srgbClr>
            </a:solidFill>
            <a:ln w="5420" cap="flat">
              <a:solidFill>
                <a:srgbClr val="3C498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78" name="pg2878"/>
            <p:cNvSpPr/>
            <p:nvPr/>
          </p:nvSpPr>
          <p:spPr>
            <a:xfrm>
              <a:off x="4178153" y="480999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980">
                <a:alpha val="100000"/>
              </a:srgbClr>
            </a:solidFill>
            <a:ln w="5420" cap="flat">
              <a:solidFill>
                <a:srgbClr val="3C498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79" name="pg2879"/>
            <p:cNvSpPr/>
            <p:nvPr/>
          </p:nvSpPr>
          <p:spPr>
            <a:xfrm>
              <a:off x="4189790" y="480999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980">
                <a:alpha val="100000"/>
              </a:srgbClr>
            </a:solidFill>
            <a:ln w="5420" cap="flat">
              <a:solidFill>
                <a:srgbClr val="3C498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80" name="pg2880"/>
            <p:cNvSpPr/>
            <p:nvPr/>
          </p:nvSpPr>
          <p:spPr>
            <a:xfrm>
              <a:off x="4201428" y="480999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980">
                <a:alpha val="100000"/>
              </a:srgbClr>
            </a:solidFill>
            <a:ln w="5420" cap="flat">
              <a:solidFill>
                <a:srgbClr val="3C498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81" name="pg2881"/>
            <p:cNvSpPr/>
            <p:nvPr/>
          </p:nvSpPr>
          <p:spPr>
            <a:xfrm>
              <a:off x="4213065" y="480999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97F">
                <a:alpha val="100000"/>
              </a:srgbClr>
            </a:solidFill>
            <a:ln w="5420" cap="flat">
              <a:solidFill>
                <a:srgbClr val="3C497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82" name="pg2882"/>
            <p:cNvSpPr/>
            <p:nvPr/>
          </p:nvSpPr>
          <p:spPr>
            <a:xfrm>
              <a:off x="4224702" y="480999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97F">
                <a:alpha val="100000"/>
              </a:srgbClr>
            </a:solidFill>
            <a:ln w="5420" cap="flat">
              <a:solidFill>
                <a:srgbClr val="3C497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83" name="pg2883"/>
            <p:cNvSpPr/>
            <p:nvPr/>
          </p:nvSpPr>
          <p:spPr>
            <a:xfrm>
              <a:off x="4236340" y="480999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87F">
                <a:alpha val="100000"/>
              </a:srgbClr>
            </a:solidFill>
            <a:ln w="5420" cap="flat">
              <a:solidFill>
                <a:srgbClr val="3C487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84" name="pg2884"/>
            <p:cNvSpPr/>
            <p:nvPr/>
          </p:nvSpPr>
          <p:spPr>
            <a:xfrm>
              <a:off x="4410900" y="480999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377">
                <a:alpha val="100000"/>
              </a:srgbClr>
            </a:solidFill>
            <a:ln w="5420" cap="flat">
              <a:solidFill>
                <a:srgbClr val="3C437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85" name="pg2885"/>
            <p:cNvSpPr/>
            <p:nvPr/>
          </p:nvSpPr>
          <p:spPr>
            <a:xfrm>
              <a:off x="4422537" y="480999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478">
                <a:alpha val="100000"/>
              </a:srgbClr>
            </a:solidFill>
            <a:ln w="5420" cap="flat">
              <a:solidFill>
                <a:srgbClr val="3C447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86" name="pg2886"/>
            <p:cNvSpPr/>
            <p:nvPr/>
          </p:nvSpPr>
          <p:spPr>
            <a:xfrm>
              <a:off x="4434174" y="480999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478">
                <a:alpha val="100000"/>
              </a:srgbClr>
            </a:solidFill>
            <a:ln w="5420" cap="flat">
              <a:solidFill>
                <a:srgbClr val="3C447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87" name="pg2887"/>
            <p:cNvSpPr/>
            <p:nvPr/>
          </p:nvSpPr>
          <p:spPr>
            <a:xfrm>
              <a:off x="4445812" y="480999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478">
                <a:alpha val="100000"/>
              </a:srgbClr>
            </a:solidFill>
            <a:ln w="5420" cap="flat">
              <a:solidFill>
                <a:srgbClr val="3C447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88" name="pg2888"/>
            <p:cNvSpPr/>
            <p:nvPr/>
          </p:nvSpPr>
          <p:spPr>
            <a:xfrm>
              <a:off x="4457449" y="480999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479">
                <a:alpha val="100000"/>
              </a:srgbClr>
            </a:solidFill>
            <a:ln w="5420" cap="flat">
              <a:solidFill>
                <a:srgbClr val="3C447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89" name="pg2889"/>
            <p:cNvSpPr/>
            <p:nvPr/>
          </p:nvSpPr>
          <p:spPr>
            <a:xfrm>
              <a:off x="2944596" y="482430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518A">
                <a:alpha val="100000"/>
              </a:srgbClr>
            </a:solidFill>
            <a:ln w="5420" cap="flat">
              <a:solidFill>
                <a:srgbClr val="3B518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90" name="pg2890"/>
            <p:cNvSpPr/>
            <p:nvPr/>
          </p:nvSpPr>
          <p:spPr>
            <a:xfrm>
              <a:off x="2956233" y="482430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518A">
                <a:alpha val="100000"/>
              </a:srgbClr>
            </a:solidFill>
            <a:ln w="5420" cap="flat">
              <a:solidFill>
                <a:srgbClr val="3B518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91" name="pg2891"/>
            <p:cNvSpPr/>
            <p:nvPr/>
          </p:nvSpPr>
          <p:spPr>
            <a:xfrm>
              <a:off x="2967871" y="482430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518B">
                <a:alpha val="100000"/>
              </a:srgbClr>
            </a:solidFill>
            <a:ln w="5420" cap="flat">
              <a:solidFill>
                <a:srgbClr val="3B518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92" name="pg2892"/>
            <p:cNvSpPr/>
            <p:nvPr/>
          </p:nvSpPr>
          <p:spPr>
            <a:xfrm>
              <a:off x="2979508" y="482430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518B">
                <a:alpha val="100000"/>
              </a:srgbClr>
            </a:solidFill>
            <a:ln w="5420" cap="flat">
              <a:solidFill>
                <a:srgbClr val="3B518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93" name="pg2893"/>
            <p:cNvSpPr/>
            <p:nvPr/>
          </p:nvSpPr>
          <p:spPr>
            <a:xfrm>
              <a:off x="2991145" y="482430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518A">
                <a:alpha val="100000"/>
              </a:srgbClr>
            </a:solidFill>
            <a:ln w="5420" cap="flat">
              <a:solidFill>
                <a:srgbClr val="3B518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94" name="pg2894"/>
            <p:cNvSpPr/>
            <p:nvPr/>
          </p:nvSpPr>
          <p:spPr>
            <a:xfrm>
              <a:off x="3002783" y="482430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508A">
                <a:alpha val="100000"/>
              </a:srgbClr>
            </a:solidFill>
            <a:ln w="5420" cap="flat">
              <a:solidFill>
                <a:srgbClr val="3B508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95" name="pg2895"/>
            <p:cNvSpPr/>
            <p:nvPr/>
          </p:nvSpPr>
          <p:spPr>
            <a:xfrm>
              <a:off x="3014420" y="482430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5089">
                <a:alpha val="100000"/>
              </a:srgbClr>
            </a:solidFill>
            <a:ln w="5420" cap="flat">
              <a:solidFill>
                <a:srgbClr val="3B508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96" name="pg2896"/>
            <p:cNvSpPr/>
            <p:nvPr/>
          </p:nvSpPr>
          <p:spPr>
            <a:xfrm>
              <a:off x="3026057" y="482430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4F88">
                <a:alpha val="100000"/>
              </a:srgbClr>
            </a:solidFill>
            <a:ln w="5420" cap="flat">
              <a:solidFill>
                <a:srgbClr val="3B4F8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97" name="pg2897"/>
            <p:cNvSpPr/>
            <p:nvPr/>
          </p:nvSpPr>
          <p:spPr>
            <a:xfrm>
              <a:off x="3037695" y="482430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4F88">
                <a:alpha val="100000"/>
              </a:srgbClr>
            </a:solidFill>
            <a:ln w="5420" cap="flat">
              <a:solidFill>
                <a:srgbClr val="3B4F8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98" name="pg2898"/>
            <p:cNvSpPr/>
            <p:nvPr/>
          </p:nvSpPr>
          <p:spPr>
            <a:xfrm>
              <a:off x="3049332" y="482430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4E87">
                <a:alpha val="100000"/>
              </a:srgbClr>
            </a:solidFill>
            <a:ln w="5420" cap="flat">
              <a:solidFill>
                <a:srgbClr val="3B4E8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99" name="pg2899"/>
            <p:cNvSpPr/>
            <p:nvPr/>
          </p:nvSpPr>
          <p:spPr>
            <a:xfrm>
              <a:off x="3060969" y="482430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4D86">
                <a:alpha val="100000"/>
              </a:srgbClr>
            </a:solidFill>
            <a:ln w="5420" cap="flat">
              <a:solidFill>
                <a:srgbClr val="3B4D8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00" name="pg2900"/>
            <p:cNvSpPr/>
            <p:nvPr/>
          </p:nvSpPr>
          <p:spPr>
            <a:xfrm>
              <a:off x="3072607" y="482430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4D86">
                <a:alpha val="100000"/>
              </a:srgbClr>
            </a:solidFill>
            <a:ln w="5420" cap="flat">
              <a:solidFill>
                <a:srgbClr val="3B4D8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01" name="pg2901"/>
            <p:cNvSpPr/>
            <p:nvPr/>
          </p:nvSpPr>
          <p:spPr>
            <a:xfrm>
              <a:off x="3188980" y="482430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C84">
                <a:alpha val="100000"/>
              </a:srgbClr>
            </a:solidFill>
            <a:ln w="5420" cap="flat">
              <a:solidFill>
                <a:srgbClr val="3C4C8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02" name="pg2902"/>
            <p:cNvSpPr/>
            <p:nvPr/>
          </p:nvSpPr>
          <p:spPr>
            <a:xfrm>
              <a:off x="3200617" y="482430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B82">
                <a:alpha val="100000"/>
              </a:srgbClr>
            </a:solidFill>
            <a:ln w="5420" cap="flat">
              <a:solidFill>
                <a:srgbClr val="3C4B8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03" name="pg2903"/>
            <p:cNvSpPr/>
            <p:nvPr/>
          </p:nvSpPr>
          <p:spPr>
            <a:xfrm>
              <a:off x="3212255" y="482430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A80">
                <a:alpha val="100000"/>
              </a:srgbClr>
            </a:solidFill>
            <a:ln w="5420" cap="flat">
              <a:solidFill>
                <a:srgbClr val="3C4A8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04" name="pg2904"/>
            <p:cNvSpPr/>
            <p:nvPr/>
          </p:nvSpPr>
          <p:spPr>
            <a:xfrm>
              <a:off x="3223892" y="482430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87E">
                <a:alpha val="100000"/>
              </a:srgbClr>
            </a:solidFill>
            <a:ln w="5420" cap="flat">
              <a:solidFill>
                <a:srgbClr val="3C487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05" name="pg2905"/>
            <p:cNvSpPr/>
            <p:nvPr/>
          </p:nvSpPr>
          <p:spPr>
            <a:xfrm>
              <a:off x="3235529" y="482430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67B">
                <a:alpha val="100000"/>
              </a:srgbClr>
            </a:solidFill>
            <a:ln w="5420" cap="flat">
              <a:solidFill>
                <a:srgbClr val="3C467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06" name="pg2906"/>
            <p:cNvSpPr/>
            <p:nvPr/>
          </p:nvSpPr>
          <p:spPr>
            <a:xfrm>
              <a:off x="3247167" y="482430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478">
                <a:alpha val="100000"/>
              </a:srgbClr>
            </a:solidFill>
            <a:ln w="5420" cap="flat">
              <a:solidFill>
                <a:srgbClr val="3C447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07" name="pg2907"/>
            <p:cNvSpPr/>
            <p:nvPr/>
          </p:nvSpPr>
          <p:spPr>
            <a:xfrm>
              <a:off x="3258804" y="482430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275">
                <a:alpha val="100000"/>
              </a:srgbClr>
            </a:solidFill>
            <a:ln w="5420" cap="flat">
              <a:solidFill>
                <a:srgbClr val="3C427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08" name="pg2908"/>
            <p:cNvSpPr/>
            <p:nvPr/>
          </p:nvSpPr>
          <p:spPr>
            <a:xfrm>
              <a:off x="3270441" y="482430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3F72">
                <a:alpha val="100000"/>
              </a:srgbClr>
            </a:solidFill>
            <a:ln w="5420" cap="flat">
              <a:solidFill>
                <a:srgbClr val="3B3F7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09" name="pg2909"/>
            <p:cNvSpPr/>
            <p:nvPr/>
          </p:nvSpPr>
          <p:spPr>
            <a:xfrm>
              <a:off x="3282079" y="482430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3D6F">
                <a:alpha val="100000"/>
              </a:srgbClr>
            </a:solidFill>
            <a:ln w="5420" cap="flat">
              <a:solidFill>
                <a:srgbClr val="3B3D6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10" name="pg2910"/>
            <p:cNvSpPr/>
            <p:nvPr/>
          </p:nvSpPr>
          <p:spPr>
            <a:xfrm>
              <a:off x="3293716" y="482430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3A6A">
                <a:alpha val="100000"/>
              </a:srgbClr>
            </a:solidFill>
            <a:ln w="5420" cap="flat">
              <a:solidFill>
                <a:srgbClr val="3B3A6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11" name="pg2911"/>
            <p:cNvSpPr/>
            <p:nvPr/>
          </p:nvSpPr>
          <p:spPr>
            <a:xfrm>
              <a:off x="3316991" y="482430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3868">
                <a:alpha val="100000"/>
              </a:srgbClr>
            </a:solidFill>
            <a:ln w="5420" cap="flat">
              <a:solidFill>
                <a:srgbClr val="3B386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12" name="pg2912"/>
            <p:cNvSpPr/>
            <p:nvPr/>
          </p:nvSpPr>
          <p:spPr>
            <a:xfrm>
              <a:off x="3328628" y="482430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3969">
                <a:alpha val="100000"/>
              </a:srgbClr>
            </a:solidFill>
            <a:ln w="5420" cap="flat">
              <a:solidFill>
                <a:srgbClr val="3B396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13" name="pg2913"/>
            <p:cNvSpPr/>
            <p:nvPr/>
          </p:nvSpPr>
          <p:spPr>
            <a:xfrm>
              <a:off x="3340265" y="482430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3C6D">
                <a:alpha val="100000"/>
              </a:srgbClr>
            </a:solidFill>
            <a:ln w="5420" cap="flat">
              <a:solidFill>
                <a:srgbClr val="3B3C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14" name="pg2914"/>
            <p:cNvSpPr/>
            <p:nvPr/>
          </p:nvSpPr>
          <p:spPr>
            <a:xfrm>
              <a:off x="3351903" y="482430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073">
                <a:alpha val="100000"/>
              </a:srgbClr>
            </a:solidFill>
            <a:ln w="5420" cap="flat">
              <a:solidFill>
                <a:srgbClr val="3C407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15" name="pg2915"/>
            <p:cNvSpPr/>
            <p:nvPr/>
          </p:nvSpPr>
          <p:spPr>
            <a:xfrm>
              <a:off x="3363540" y="482430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478">
                <a:alpha val="100000"/>
              </a:srgbClr>
            </a:solidFill>
            <a:ln w="5420" cap="flat">
              <a:solidFill>
                <a:srgbClr val="3C447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16" name="pg2916"/>
            <p:cNvSpPr/>
            <p:nvPr/>
          </p:nvSpPr>
          <p:spPr>
            <a:xfrm>
              <a:off x="3375177" y="482430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77D">
                <a:alpha val="100000"/>
              </a:srgbClr>
            </a:solidFill>
            <a:ln w="5420" cap="flat">
              <a:solidFill>
                <a:srgbClr val="3C477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17" name="pg2917"/>
            <p:cNvSpPr/>
            <p:nvPr/>
          </p:nvSpPr>
          <p:spPr>
            <a:xfrm>
              <a:off x="3386815" y="482430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A80">
                <a:alpha val="100000"/>
              </a:srgbClr>
            </a:solidFill>
            <a:ln w="5420" cap="flat">
              <a:solidFill>
                <a:srgbClr val="3C4A8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18" name="pg2918"/>
            <p:cNvSpPr/>
            <p:nvPr/>
          </p:nvSpPr>
          <p:spPr>
            <a:xfrm>
              <a:off x="3398452" y="482430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B82">
                <a:alpha val="100000"/>
              </a:srgbClr>
            </a:solidFill>
            <a:ln w="5420" cap="flat">
              <a:solidFill>
                <a:srgbClr val="3C4B8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19" name="pg2919"/>
            <p:cNvSpPr/>
            <p:nvPr/>
          </p:nvSpPr>
          <p:spPr>
            <a:xfrm>
              <a:off x="3421727" y="482430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B82">
                <a:alpha val="100000"/>
              </a:srgbClr>
            </a:solidFill>
            <a:ln w="5420" cap="flat">
              <a:solidFill>
                <a:srgbClr val="3C4B8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20" name="pg2920"/>
            <p:cNvSpPr/>
            <p:nvPr/>
          </p:nvSpPr>
          <p:spPr>
            <a:xfrm>
              <a:off x="3433364" y="482430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B82">
                <a:alpha val="100000"/>
              </a:srgbClr>
            </a:solidFill>
            <a:ln w="5420" cap="flat">
              <a:solidFill>
                <a:srgbClr val="3C4B8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21" name="pg2921"/>
            <p:cNvSpPr/>
            <p:nvPr/>
          </p:nvSpPr>
          <p:spPr>
            <a:xfrm>
              <a:off x="3445001" y="482430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B82">
                <a:alpha val="100000"/>
              </a:srgbClr>
            </a:solidFill>
            <a:ln w="5420" cap="flat">
              <a:solidFill>
                <a:srgbClr val="3C4B8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22" name="pg2922"/>
            <p:cNvSpPr/>
            <p:nvPr/>
          </p:nvSpPr>
          <p:spPr>
            <a:xfrm>
              <a:off x="3456639" y="482430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B82">
                <a:alpha val="100000"/>
              </a:srgbClr>
            </a:solidFill>
            <a:ln w="5420" cap="flat">
              <a:solidFill>
                <a:srgbClr val="3C4B8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23" name="pg2923"/>
            <p:cNvSpPr/>
            <p:nvPr/>
          </p:nvSpPr>
          <p:spPr>
            <a:xfrm>
              <a:off x="3468276" y="482430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B82">
                <a:alpha val="100000"/>
              </a:srgbClr>
            </a:solidFill>
            <a:ln w="5420" cap="flat">
              <a:solidFill>
                <a:srgbClr val="3C4B8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24" name="pg2924"/>
            <p:cNvSpPr/>
            <p:nvPr/>
          </p:nvSpPr>
          <p:spPr>
            <a:xfrm>
              <a:off x="3479913" y="482430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B83">
                <a:alpha val="100000"/>
              </a:srgbClr>
            </a:solidFill>
            <a:ln w="5420" cap="flat">
              <a:solidFill>
                <a:srgbClr val="3C4B8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25" name="pg2925"/>
            <p:cNvSpPr/>
            <p:nvPr/>
          </p:nvSpPr>
          <p:spPr>
            <a:xfrm>
              <a:off x="3491551" y="482430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C83">
                <a:alpha val="100000"/>
              </a:srgbClr>
            </a:solidFill>
            <a:ln w="5420" cap="flat">
              <a:solidFill>
                <a:srgbClr val="3C4C8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26" name="pg2926"/>
            <p:cNvSpPr/>
            <p:nvPr/>
          </p:nvSpPr>
          <p:spPr>
            <a:xfrm>
              <a:off x="3503188" y="482430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C83">
                <a:alpha val="100000"/>
              </a:srgbClr>
            </a:solidFill>
            <a:ln w="5420" cap="flat">
              <a:solidFill>
                <a:srgbClr val="3C4C8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27" name="pg2927"/>
            <p:cNvSpPr/>
            <p:nvPr/>
          </p:nvSpPr>
          <p:spPr>
            <a:xfrm>
              <a:off x="3514825" y="482430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B83">
                <a:alpha val="100000"/>
              </a:srgbClr>
            </a:solidFill>
            <a:ln w="5420" cap="flat">
              <a:solidFill>
                <a:srgbClr val="3C4B8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28" name="pg2928"/>
            <p:cNvSpPr/>
            <p:nvPr/>
          </p:nvSpPr>
          <p:spPr>
            <a:xfrm>
              <a:off x="3526463" y="482430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980">
                <a:alpha val="100000"/>
              </a:srgbClr>
            </a:solidFill>
            <a:ln w="5420" cap="flat">
              <a:solidFill>
                <a:srgbClr val="3C498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29" name="pg2929"/>
            <p:cNvSpPr/>
            <p:nvPr/>
          </p:nvSpPr>
          <p:spPr>
            <a:xfrm>
              <a:off x="3538100" y="482430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97F">
                <a:alpha val="100000"/>
              </a:srgbClr>
            </a:solidFill>
            <a:ln w="5420" cap="flat">
              <a:solidFill>
                <a:srgbClr val="3C497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30" name="pg2930"/>
            <p:cNvSpPr/>
            <p:nvPr/>
          </p:nvSpPr>
          <p:spPr>
            <a:xfrm>
              <a:off x="3549737" y="482430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87F">
                <a:alpha val="100000"/>
              </a:srgbClr>
            </a:solidFill>
            <a:ln w="5420" cap="flat">
              <a:solidFill>
                <a:srgbClr val="3C487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31" name="pg2931"/>
            <p:cNvSpPr/>
            <p:nvPr/>
          </p:nvSpPr>
          <p:spPr>
            <a:xfrm>
              <a:off x="3561375" y="482430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87F">
                <a:alpha val="100000"/>
              </a:srgbClr>
            </a:solidFill>
            <a:ln w="5420" cap="flat">
              <a:solidFill>
                <a:srgbClr val="3C487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32" name="pg2932"/>
            <p:cNvSpPr/>
            <p:nvPr/>
          </p:nvSpPr>
          <p:spPr>
            <a:xfrm>
              <a:off x="3573012" y="482430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97F">
                <a:alpha val="100000"/>
              </a:srgbClr>
            </a:solidFill>
            <a:ln w="5420" cap="flat">
              <a:solidFill>
                <a:srgbClr val="3C497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33" name="pg2933"/>
            <p:cNvSpPr/>
            <p:nvPr/>
          </p:nvSpPr>
          <p:spPr>
            <a:xfrm>
              <a:off x="3584649" y="482430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980">
                <a:alpha val="100000"/>
              </a:srgbClr>
            </a:solidFill>
            <a:ln w="5420" cap="flat">
              <a:solidFill>
                <a:srgbClr val="3C498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34" name="pg2934"/>
            <p:cNvSpPr/>
            <p:nvPr/>
          </p:nvSpPr>
          <p:spPr>
            <a:xfrm>
              <a:off x="3596287" y="482430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A81">
                <a:alpha val="100000"/>
              </a:srgbClr>
            </a:solidFill>
            <a:ln w="5420" cap="flat">
              <a:solidFill>
                <a:srgbClr val="3C4A8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35" name="pg2935"/>
            <p:cNvSpPr/>
            <p:nvPr/>
          </p:nvSpPr>
          <p:spPr>
            <a:xfrm>
              <a:off x="3607924" y="482430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B82">
                <a:alpha val="100000"/>
              </a:srgbClr>
            </a:solidFill>
            <a:ln w="5420" cap="flat">
              <a:solidFill>
                <a:srgbClr val="3C4B8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36" name="pg2936"/>
            <p:cNvSpPr/>
            <p:nvPr/>
          </p:nvSpPr>
          <p:spPr>
            <a:xfrm>
              <a:off x="3991956" y="482430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87E">
                <a:alpha val="100000"/>
              </a:srgbClr>
            </a:solidFill>
            <a:ln w="5420" cap="flat">
              <a:solidFill>
                <a:srgbClr val="3C487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37" name="pg2937"/>
            <p:cNvSpPr/>
            <p:nvPr/>
          </p:nvSpPr>
          <p:spPr>
            <a:xfrm>
              <a:off x="4178153" y="482430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980">
                <a:alpha val="100000"/>
              </a:srgbClr>
            </a:solidFill>
            <a:ln w="5420" cap="flat">
              <a:solidFill>
                <a:srgbClr val="3C498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38" name="pg2938"/>
            <p:cNvSpPr/>
            <p:nvPr/>
          </p:nvSpPr>
          <p:spPr>
            <a:xfrm>
              <a:off x="4189790" y="482430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980">
                <a:alpha val="100000"/>
              </a:srgbClr>
            </a:solidFill>
            <a:ln w="5420" cap="flat">
              <a:solidFill>
                <a:srgbClr val="3C498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39" name="pg2939"/>
            <p:cNvSpPr/>
            <p:nvPr/>
          </p:nvSpPr>
          <p:spPr>
            <a:xfrm>
              <a:off x="4201428" y="482430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980">
                <a:alpha val="100000"/>
              </a:srgbClr>
            </a:solidFill>
            <a:ln w="5420" cap="flat">
              <a:solidFill>
                <a:srgbClr val="3C498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40" name="pg2940"/>
            <p:cNvSpPr/>
            <p:nvPr/>
          </p:nvSpPr>
          <p:spPr>
            <a:xfrm>
              <a:off x="4213065" y="482430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980">
                <a:alpha val="100000"/>
              </a:srgbClr>
            </a:solidFill>
            <a:ln w="5420" cap="flat">
              <a:solidFill>
                <a:srgbClr val="3C498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41" name="pg2941"/>
            <p:cNvSpPr/>
            <p:nvPr/>
          </p:nvSpPr>
          <p:spPr>
            <a:xfrm>
              <a:off x="4224702" y="482430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97F">
                <a:alpha val="100000"/>
              </a:srgbClr>
            </a:solidFill>
            <a:ln w="5420" cap="flat">
              <a:solidFill>
                <a:srgbClr val="3C497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42" name="pg2942"/>
            <p:cNvSpPr/>
            <p:nvPr/>
          </p:nvSpPr>
          <p:spPr>
            <a:xfrm>
              <a:off x="4236340" y="482430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97F">
                <a:alpha val="100000"/>
              </a:srgbClr>
            </a:solidFill>
            <a:ln w="5420" cap="flat">
              <a:solidFill>
                <a:srgbClr val="3C497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43" name="pg2943"/>
            <p:cNvSpPr/>
            <p:nvPr/>
          </p:nvSpPr>
          <p:spPr>
            <a:xfrm>
              <a:off x="4247977" y="482430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87E">
                <a:alpha val="100000"/>
              </a:srgbClr>
            </a:solidFill>
            <a:ln w="5420" cap="flat">
              <a:solidFill>
                <a:srgbClr val="3C487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44" name="pg2944"/>
            <p:cNvSpPr/>
            <p:nvPr/>
          </p:nvSpPr>
          <p:spPr>
            <a:xfrm>
              <a:off x="4410900" y="482430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479">
                <a:alpha val="100000"/>
              </a:srgbClr>
            </a:solidFill>
            <a:ln w="5420" cap="flat">
              <a:solidFill>
                <a:srgbClr val="3C447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45" name="pg2945"/>
            <p:cNvSpPr/>
            <p:nvPr/>
          </p:nvSpPr>
          <p:spPr>
            <a:xfrm>
              <a:off x="4422537" y="482430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579">
                <a:alpha val="100000"/>
              </a:srgbClr>
            </a:solidFill>
            <a:ln w="5420" cap="flat">
              <a:solidFill>
                <a:srgbClr val="3C457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46" name="pg2946"/>
            <p:cNvSpPr/>
            <p:nvPr/>
          </p:nvSpPr>
          <p:spPr>
            <a:xfrm>
              <a:off x="4434174" y="482430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579">
                <a:alpha val="100000"/>
              </a:srgbClr>
            </a:solidFill>
            <a:ln w="5420" cap="flat">
              <a:solidFill>
                <a:srgbClr val="3C457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47" name="pg2947"/>
            <p:cNvSpPr/>
            <p:nvPr/>
          </p:nvSpPr>
          <p:spPr>
            <a:xfrm>
              <a:off x="4445812" y="482430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57A">
                <a:alpha val="100000"/>
              </a:srgbClr>
            </a:solidFill>
            <a:ln w="5420" cap="flat">
              <a:solidFill>
                <a:srgbClr val="3C457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48" name="pg2948"/>
            <p:cNvSpPr/>
            <p:nvPr/>
          </p:nvSpPr>
          <p:spPr>
            <a:xfrm>
              <a:off x="4457449" y="482430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57A">
                <a:alpha val="100000"/>
              </a:srgbClr>
            </a:solidFill>
            <a:ln w="5420" cap="flat">
              <a:solidFill>
                <a:srgbClr val="3C457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49" name="pg2949"/>
            <p:cNvSpPr/>
            <p:nvPr/>
          </p:nvSpPr>
          <p:spPr>
            <a:xfrm>
              <a:off x="2932959" y="483860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508A">
                <a:alpha val="100000"/>
              </a:srgbClr>
            </a:solidFill>
            <a:ln w="5420" cap="flat">
              <a:solidFill>
                <a:srgbClr val="3B508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50" name="pg2950"/>
            <p:cNvSpPr/>
            <p:nvPr/>
          </p:nvSpPr>
          <p:spPr>
            <a:xfrm>
              <a:off x="2944596" y="483860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508A">
                <a:alpha val="100000"/>
              </a:srgbClr>
            </a:solidFill>
            <a:ln w="5420" cap="flat">
              <a:solidFill>
                <a:srgbClr val="3B508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51" name="pg2951"/>
            <p:cNvSpPr/>
            <p:nvPr/>
          </p:nvSpPr>
          <p:spPr>
            <a:xfrm>
              <a:off x="2956233" y="483860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518A">
                <a:alpha val="100000"/>
              </a:srgbClr>
            </a:solidFill>
            <a:ln w="5420" cap="flat">
              <a:solidFill>
                <a:srgbClr val="3B518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52" name="pg2952"/>
            <p:cNvSpPr/>
            <p:nvPr/>
          </p:nvSpPr>
          <p:spPr>
            <a:xfrm>
              <a:off x="2967871" y="483860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518A">
                <a:alpha val="100000"/>
              </a:srgbClr>
            </a:solidFill>
            <a:ln w="5420" cap="flat">
              <a:solidFill>
                <a:srgbClr val="3B518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53" name="pg2953"/>
            <p:cNvSpPr/>
            <p:nvPr/>
          </p:nvSpPr>
          <p:spPr>
            <a:xfrm>
              <a:off x="2979508" y="483860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518A">
                <a:alpha val="100000"/>
              </a:srgbClr>
            </a:solidFill>
            <a:ln w="5420" cap="flat">
              <a:solidFill>
                <a:srgbClr val="3B518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54" name="pg2954"/>
            <p:cNvSpPr/>
            <p:nvPr/>
          </p:nvSpPr>
          <p:spPr>
            <a:xfrm>
              <a:off x="2991145" y="483860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508A">
                <a:alpha val="100000"/>
              </a:srgbClr>
            </a:solidFill>
            <a:ln w="5420" cap="flat">
              <a:solidFill>
                <a:srgbClr val="3B508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55" name="pg2955"/>
            <p:cNvSpPr/>
            <p:nvPr/>
          </p:nvSpPr>
          <p:spPr>
            <a:xfrm>
              <a:off x="3002783" y="483860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508A">
                <a:alpha val="100000"/>
              </a:srgbClr>
            </a:solidFill>
            <a:ln w="5420" cap="flat">
              <a:solidFill>
                <a:srgbClr val="3B508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56" name="pg2956"/>
            <p:cNvSpPr/>
            <p:nvPr/>
          </p:nvSpPr>
          <p:spPr>
            <a:xfrm>
              <a:off x="3014420" y="483860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5089">
                <a:alpha val="100000"/>
              </a:srgbClr>
            </a:solidFill>
            <a:ln w="5420" cap="flat">
              <a:solidFill>
                <a:srgbClr val="3B508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57" name="pg2957"/>
            <p:cNvSpPr/>
            <p:nvPr/>
          </p:nvSpPr>
          <p:spPr>
            <a:xfrm>
              <a:off x="3026057" y="483860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4F88">
                <a:alpha val="100000"/>
              </a:srgbClr>
            </a:solidFill>
            <a:ln w="5420" cap="flat">
              <a:solidFill>
                <a:srgbClr val="3B4F8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58" name="pg2958"/>
            <p:cNvSpPr/>
            <p:nvPr/>
          </p:nvSpPr>
          <p:spPr>
            <a:xfrm>
              <a:off x="3037695" y="483860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4F88">
                <a:alpha val="100000"/>
              </a:srgbClr>
            </a:solidFill>
            <a:ln w="5420" cap="flat">
              <a:solidFill>
                <a:srgbClr val="3B4F8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59" name="pg2959"/>
            <p:cNvSpPr/>
            <p:nvPr/>
          </p:nvSpPr>
          <p:spPr>
            <a:xfrm>
              <a:off x="3247167" y="483860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478">
                <a:alpha val="100000"/>
              </a:srgbClr>
            </a:solidFill>
            <a:ln w="5420" cap="flat">
              <a:solidFill>
                <a:srgbClr val="3C447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60" name="pg2960"/>
            <p:cNvSpPr/>
            <p:nvPr/>
          </p:nvSpPr>
          <p:spPr>
            <a:xfrm>
              <a:off x="3258804" y="483860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275">
                <a:alpha val="100000"/>
              </a:srgbClr>
            </a:solidFill>
            <a:ln w="5420" cap="flat">
              <a:solidFill>
                <a:srgbClr val="3C427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61" name="pg2961"/>
            <p:cNvSpPr/>
            <p:nvPr/>
          </p:nvSpPr>
          <p:spPr>
            <a:xfrm>
              <a:off x="3328628" y="483860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3B6B">
                <a:alpha val="100000"/>
              </a:srgbClr>
            </a:solidFill>
            <a:ln w="5420" cap="flat">
              <a:solidFill>
                <a:srgbClr val="3B3B6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62" name="pg2962"/>
            <p:cNvSpPr/>
            <p:nvPr/>
          </p:nvSpPr>
          <p:spPr>
            <a:xfrm>
              <a:off x="3340265" y="483860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3D6F">
                <a:alpha val="100000"/>
              </a:srgbClr>
            </a:solidFill>
            <a:ln w="5420" cap="flat">
              <a:solidFill>
                <a:srgbClr val="3B3D6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63" name="pg2963"/>
            <p:cNvSpPr/>
            <p:nvPr/>
          </p:nvSpPr>
          <p:spPr>
            <a:xfrm>
              <a:off x="3351903" y="483860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174">
                <a:alpha val="100000"/>
              </a:srgbClr>
            </a:solidFill>
            <a:ln w="5420" cap="flat">
              <a:solidFill>
                <a:srgbClr val="3C417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64" name="pg2964"/>
            <p:cNvSpPr/>
            <p:nvPr/>
          </p:nvSpPr>
          <p:spPr>
            <a:xfrm>
              <a:off x="3363540" y="483860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57A">
                <a:alpha val="100000"/>
              </a:srgbClr>
            </a:solidFill>
            <a:ln w="5420" cap="flat">
              <a:solidFill>
                <a:srgbClr val="3C457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65" name="pg2965"/>
            <p:cNvSpPr/>
            <p:nvPr/>
          </p:nvSpPr>
          <p:spPr>
            <a:xfrm>
              <a:off x="3375177" y="483860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87F">
                <a:alpha val="100000"/>
              </a:srgbClr>
            </a:solidFill>
            <a:ln w="5420" cap="flat">
              <a:solidFill>
                <a:srgbClr val="3C487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66" name="pg2966"/>
            <p:cNvSpPr/>
            <p:nvPr/>
          </p:nvSpPr>
          <p:spPr>
            <a:xfrm>
              <a:off x="3386815" y="483860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B82">
                <a:alpha val="100000"/>
              </a:srgbClr>
            </a:solidFill>
            <a:ln w="5420" cap="flat">
              <a:solidFill>
                <a:srgbClr val="3C4B8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67" name="pg2967"/>
            <p:cNvSpPr/>
            <p:nvPr/>
          </p:nvSpPr>
          <p:spPr>
            <a:xfrm>
              <a:off x="3398452" y="483860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B83">
                <a:alpha val="100000"/>
              </a:srgbClr>
            </a:solidFill>
            <a:ln w="5420" cap="flat">
              <a:solidFill>
                <a:srgbClr val="3C4B8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68" name="pg2968"/>
            <p:cNvSpPr/>
            <p:nvPr/>
          </p:nvSpPr>
          <p:spPr>
            <a:xfrm>
              <a:off x="3410089" y="483860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B83">
                <a:alpha val="100000"/>
              </a:srgbClr>
            </a:solidFill>
            <a:ln w="5420" cap="flat">
              <a:solidFill>
                <a:srgbClr val="3C4B8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69" name="pg2969"/>
            <p:cNvSpPr/>
            <p:nvPr/>
          </p:nvSpPr>
          <p:spPr>
            <a:xfrm>
              <a:off x="3421727" y="483860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B82">
                <a:alpha val="100000"/>
              </a:srgbClr>
            </a:solidFill>
            <a:ln w="5420" cap="flat">
              <a:solidFill>
                <a:srgbClr val="3C4B8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70" name="pg2970"/>
            <p:cNvSpPr/>
            <p:nvPr/>
          </p:nvSpPr>
          <p:spPr>
            <a:xfrm>
              <a:off x="3433364" y="483860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B82">
                <a:alpha val="100000"/>
              </a:srgbClr>
            </a:solidFill>
            <a:ln w="5420" cap="flat">
              <a:solidFill>
                <a:srgbClr val="3C4B8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71" name="pg2971"/>
            <p:cNvSpPr/>
            <p:nvPr/>
          </p:nvSpPr>
          <p:spPr>
            <a:xfrm>
              <a:off x="3445001" y="483860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B82">
                <a:alpha val="100000"/>
              </a:srgbClr>
            </a:solidFill>
            <a:ln w="5420" cap="flat">
              <a:solidFill>
                <a:srgbClr val="3C4B8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72" name="pg2972"/>
            <p:cNvSpPr/>
            <p:nvPr/>
          </p:nvSpPr>
          <p:spPr>
            <a:xfrm>
              <a:off x="3456639" y="483860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B82">
                <a:alpha val="100000"/>
              </a:srgbClr>
            </a:solidFill>
            <a:ln w="5420" cap="flat">
              <a:solidFill>
                <a:srgbClr val="3C4B8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73" name="pg2973"/>
            <p:cNvSpPr/>
            <p:nvPr/>
          </p:nvSpPr>
          <p:spPr>
            <a:xfrm>
              <a:off x="3468276" y="483860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B82">
                <a:alpha val="100000"/>
              </a:srgbClr>
            </a:solidFill>
            <a:ln w="5420" cap="flat">
              <a:solidFill>
                <a:srgbClr val="3C4B8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74" name="pg2974"/>
            <p:cNvSpPr/>
            <p:nvPr/>
          </p:nvSpPr>
          <p:spPr>
            <a:xfrm>
              <a:off x="3479913" y="483860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B83">
                <a:alpha val="100000"/>
              </a:srgbClr>
            </a:solidFill>
            <a:ln w="5420" cap="flat">
              <a:solidFill>
                <a:srgbClr val="3C4B8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75" name="pg2975"/>
            <p:cNvSpPr/>
            <p:nvPr/>
          </p:nvSpPr>
          <p:spPr>
            <a:xfrm>
              <a:off x="3491551" y="483860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B83">
                <a:alpha val="100000"/>
              </a:srgbClr>
            </a:solidFill>
            <a:ln w="5420" cap="flat">
              <a:solidFill>
                <a:srgbClr val="3C4B8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76" name="pg2976"/>
            <p:cNvSpPr/>
            <p:nvPr/>
          </p:nvSpPr>
          <p:spPr>
            <a:xfrm>
              <a:off x="3503188" y="483860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B83">
                <a:alpha val="100000"/>
              </a:srgbClr>
            </a:solidFill>
            <a:ln w="5420" cap="flat">
              <a:solidFill>
                <a:srgbClr val="3C4B8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77" name="pg2977"/>
            <p:cNvSpPr/>
            <p:nvPr/>
          </p:nvSpPr>
          <p:spPr>
            <a:xfrm>
              <a:off x="3514825" y="483860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B82">
                <a:alpha val="100000"/>
              </a:srgbClr>
            </a:solidFill>
            <a:ln w="5420" cap="flat">
              <a:solidFill>
                <a:srgbClr val="3C4B8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78" name="pg2978"/>
            <p:cNvSpPr/>
            <p:nvPr/>
          </p:nvSpPr>
          <p:spPr>
            <a:xfrm>
              <a:off x="3526463" y="483860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A81">
                <a:alpha val="100000"/>
              </a:srgbClr>
            </a:solidFill>
            <a:ln w="5420" cap="flat">
              <a:solidFill>
                <a:srgbClr val="3C4A8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79" name="pg2979"/>
            <p:cNvSpPr/>
            <p:nvPr/>
          </p:nvSpPr>
          <p:spPr>
            <a:xfrm>
              <a:off x="3538100" y="483860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980">
                <a:alpha val="100000"/>
              </a:srgbClr>
            </a:solidFill>
            <a:ln w="5420" cap="flat">
              <a:solidFill>
                <a:srgbClr val="3C498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80" name="pg2980"/>
            <p:cNvSpPr/>
            <p:nvPr/>
          </p:nvSpPr>
          <p:spPr>
            <a:xfrm>
              <a:off x="3549737" y="483860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980">
                <a:alpha val="100000"/>
              </a:srgbClr>
            </a:solidFill>
            <a:ln w="5420" cap="flat">
              <a:solidFill>
                <a:srgbClr val="3C498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81" name="pg2981"/>
            <p:cNvSpPr/>
            <p:nvPr/>
          </p:nvSpPr>
          <p:spPr>
            <a:xfrm>
              <a:off x="3561375" y="483860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980">
                <a:alpha val="100000"/>
              </a:srgbClr>
            </a:solidFill>
            <a:ln w="5420" cap="flat">
              <a:solidFill>
                <a:srgbClr val="3C498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82" name="pg2982"/>
            <p:cNvSpPr/>
            <p:nvPr/>
          </p:nvSpPr>
          <p:spPr>
            <a:xfrm>
              <a:off x="3573012" y="483860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980">
                <a:alpha val="100000"/>
              </a:srgbClr>
            </a:solidFill>
            <a:ln w="5420" cap="flat">
              <a:solidFill>
                <a:srgbClr val="3C498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83" name="pg2983"/>
            <p:cNvSpPr/>
            <p:nvPr/>
          </p:nvSpPr>
          <p:spPr>
            <a:xfrm>
              <a:off x="3584649" y="483860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A80">
                <a:alpha val="100000"/>
              </a:srgbClr>
            </a:solidFill>
            <a:ln w="5420" cap="flat">
              <a:solidFill>
                <a:srgbClr val="3C4A8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84" name="pg2984"/>
            <p:cNvSpPr/>
            <p:nvPr/>
          </p:nvSpPr>
          <p:spPr>
            <a:xfrm>
              <a:off x="3596287" y="483860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A81">
                <a:alpha val="100000"/>
              </a:srgbClr>
            </a:solidFill>
            <a:ln w="5420" cap="flat">
              <a:solidFill>
                <a:srgbClr val="3C4A8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85" name="pg2985"/>
            <p:cNvSpPr/>
            <p:nvPr/>
          </p:nvSpPr>
          <p:spPr>
            <a:xfrm>
              <a:off x="3607924" y="483860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B82">
                <a:alpha val="100000"/>
              </a:srgbClr>
            </a:solidFill>
            <a:ln w="5420" cap="flat">
              <a:solidFill>
                <a:srgbClr val="3C4B8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86" name="pg2986"/>
            <p:cNvSpPr/>
            <p:nvPr/>
          </p:nvSpPr>
          <p:spPr>
            <a:xfrm>
              <a:off x="3619561" y="483860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B83">
                <a:alpha val="100000"/>
              </a:srgbClr>
            </a:solidFill>
            <a:ln w="5420" cap="flat">
              <a:solidFill>
                <a:srgbClr val="3C4B8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87" name="pg2987"/>
            <p:cNvSpPr/>
            <p:nvPr/>
          </p:nvSpPr>
          <p:spPr>
            <a:xfrm>
              <a:off x="4189790" y="483860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980">
                <a:alpha val="100000"/>
              </a:srgbClr>
            </a:solidFill>
            <a:ln w="5420" cap="flat">
              <a:solidFill>
                <a:srgbClr val="3C498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88" name="pg2988"/>
            <p:cNvSpPr/>
            <p:nvPr/>
          </p:nvSpPr>
          <p:spPr>
            <a:xfrm>
              <a:off x="4201428" y="483860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980">
                <a:alpha val="100000"/>
              </a:srgbClr>
            </a:solidFill>
            <a:ln w="5420" cap="flat">
              <a:solidFill>
                <a:srgbClr val="3C498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89" name="pg2989"/>
            <p:cNvSpPr/>
            <p:nvPr/>
          </p:nvSpPr>
          <p:spPr>
            <a:xfrm>
              <a:off x="4213065" y="483860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980">
                <a:alpha val="100000"/>
              </a:srgbClr>
            </a:solidFill>
            <a:ln w="5420" cap="flat">
              <a:solidFill>
                <a:srgbClr val="3C498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90" name="pg2990"/>
            <p:cNvSpPr/>
            <p:nvPr/>
          </p:nvSpPr>
          <p:spPr>
            <a:xfrm>
              <a:off x="4224702" y="483860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980">
                <a:alpha val="100000"/>
              </a:srgbClr>
            </a:solidFill>
            <a:ln w="5420" cap="flat">
              <a:solidFill>
                <a:srgbClr val="3C498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91" name="pg2991"/>
            <p:cNvSpPr/>
            <p:nvPr/>
          </p:nvSpPr>
          <p:spPr>
            <a:xfrm>
              <a:off x="4236340" y="483860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97F">
                <a:alpha val="100000"/>
              </a:srgbClr>
            </a:solidFill>
            <a:ln w="5420" cap="flat">
              <a:solidFill>
                <a:srgbClr val="3C497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92" name="pg2992"/>
            <p:cNvSpPr/>
            <p:nvPr/>
          </p:nvSpPr>
          <p:spPr>
            <a:xfrm>
              <a:off x="4247977" y="483860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97F">
                <a:alpha val="100000"/>
              </a:srgbClr>
            </a:solidFill>
            <a:ln w="5420" cap="flat">
              <a:solidFill>
                <a:srgbClr val="3C497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93" name="pg2993"/>
            <p:cNvSpPr/>
            <p:nvPr/>
          </p:nvSpPr>
          <p:spPr>
            <a:xfrm>
              <a:off x="4259614" y="483860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87E">
                <a:alpha val="100000"/>
              </a:srgbClr>
            </a:solidFill>
            <a:ln w="5420" cap="flat">
              <a:solidFill>
                <a:srgbClr val="3C487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94" name="pg2994"/>
            <p:cNvSpPr/>
            <p:nvPr/>
          </p:nvSpPr>
          <p:spPr>
            <a:xfrm>
              <a:off x="4422537" y="483860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57A">
                <a:alpha val="100000"/>
              </a:srgbClr>
            </a:solidFill>
            <a:ln w="5420" cap="flat">
              <a:solidFill>
                <a:srgbClr val="3C457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95" name="pg2995"/>
            <p:cNvSpPr/>
            <p:nvPr/>
          </p:nvSpPr>
          <p:spPr>
            <a:xfrm>
              <a:off x="4434174" y="483860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67B">
                <a:alpha val="100000"/>
              </a:srgbClr>
            </a:solidFill>
            <a:ln w="5420" cap="flat">
              <a:solidFill>
                <a:srgbClr val="3C467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96" name="pg2996"/>
            <p:cNvSpPr/>
            <p:nvPr/>
          </p:nvSpPr>
          <p:spPr>
            <a:xfrm>
              <a:off x="4445812" y="483860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67B">
                <a:alpha val="100000"/>
              </a:srgbClr>
            </a:solidFill>
            <a:ln w="5420" cap="flat">
              <a:solidFill>
                <a:srgbClr val="3C467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97" name="pg2997"/>
            <p:cNvSpPr/>
            <p:nvPr/>
          </p:nvSpPr>
          <p:spPr>
            <a:xfrm>
              <a:off x="4457449" y="483860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67B">
                <a:alpha val="100000"/>
              </a:srgbClr>
            </a:solidFill>
            <a:ln w="5420" cap="flat">
              <a:solidFill>
                <a:srgbClr val="3C467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98" name="pg2998"/>
            <p:cNvSpPr/>
            <p:nvPr/>
          </p:nvSpPr>
          <p:spPr>
            <a:xfrm>
              <a:off x="4469086" y="483860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77C">
                <a:alpha val="100000"/>
              </a:srgbClr>
            </a:solidFill>
            <a:ln w="5420" cap="flat">
              <a:solidFill>
                <a:srgbClr val="3C477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99" name="pg2999"/>
            <p:cNvSpPr/>
            <p:nvPr/>
          </p:nvSpPr>
          <p:spPr>
            <a:xfrm>
              <a:off x="2932959" y="485290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5089">
                <a:alpha val="100000"/>
              </a:srgbClr>
            </a:solidFill>
            <a:ln w="5420" cap="flat">
              <a:solidFill>
                <a:srgbClr val="3B508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00" name="pg3000"/>
            <p:cNvSpPr/>
            <p:nvPr/>
          </p:nvSpPr>
          <p:spPr>
            <a:xfrm>
              <a:off x="2944596" y="485290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508A">
                <a:alpha val="100000"/>
              </a:srgbClr>
            </a:solidFill>
            <a:ln w="5420" cap="flat">
              <a:solidFill>
                <a:srgbClr val="3B508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01" name="pg3001"/>
            <p:cNvSpPr/>
            <p:nvPr/>
          </p:nvSpPr>
          <p:spPr>
            <a:xfrm>
              <a:off x="2956233" y="485290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508A">
                <a:alpha val="100000"/>
              </a:srgbClr>
            </a:solidFill>
            <a:ln w="5420" cap="flat">
              <a:solidFill>
                <a:srgbClr val="3B508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02" name="pg3002"/>
            <p:cNvSpPr/>
            <p:nvPr/>
          </p:nvSpPr>
          <p:spPr>
            <a:xfrm>
              <a:off x="2967871" y="485290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508A">
                <a:alpha val="100000"/>
              </a:srgbClr>
            </a:solidFill>
            <a:ln w="5420" cap="flat">
              <a:solidFill>
                <a:srgbClr val="3B508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03" name="pg3003"/>
            <p:cNvSpPr/>
            <p:nvPr/>
          </p:nvSpPr>
          <p:spPr>
            <a:xfrm>
              <a:off x="2979508" y="485290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508A">
                <a:alpha val="100000"/>
              </a:srgbClr>
            </a:solidFill>
            <a:ln w="5420" cap="flat">
              <a:solidFill>
                <a:srgbClr val="3B508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04" name="pg3004"/>
            <p:cNvSpPr/>
            <p:nvPr/>
          </p:nvSpPr>
          <p:spPr>
            <a:xfrm>
              <a:off x="2991145" y="485290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5089">
                <a:alpha val="100000"/>
              </a:srgbClr>
            </a:solidFill>
            <a:ln w="5420" cap="flat">
              <a:solidFill>
                <a:srgbClr val="3B508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05" name="pg3005"/>
            <p:cNvSpPr/>
            <p:nvPr/>
          </p:nvSpPr>
          <p:spPr>
            <a:xfrm>
              <a:off x="3002783" y="485290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5089">
                <a:alpha val="100000"/>
              </a:srgbClr>
            </a:solidFill>
            <a:ln w="5420" cap="flat">
              <a:solidFill>
                <a:srgbClr val="3B508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06" name="pg3006"/>
            <p:cNvSpPr/>
            <p:nvPr/>
          </p:nvSpPr>
          <p:spPr>
            <a:xfrm>
              <a:off x="3014420" y="485290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5089">
                <a:alpha val="100000"/>
              </a:srgbClr>
            </a:solidFill>
            <a:ln w="5420" cap="flat">
              <a:solidFill>
                <a:srgbClr val="3B508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07" name="pg3007"/>
            <p:cNvSpPr/>
            <p:nvPr/>
          </p:nvSpPr>
          <p:spPr>
            <a:xfrm>
              <a:off x="3340265" y="485290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3F72">
                <a:alpha val="100000"/>
              </a:srgbClr>
            </a:solidFill>
            <a:ln w="5420" cap="flat">
              <a:solidFill>
                <a:srgbClr val="3B3F7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08" name="pg3008"/>
            <p:cNvSpPr/>
            <p:nvPr/>
          </p:nvSpPr>
          <p:spPr>
            <a:xfrm>
              <a:off x="3351903" y="485290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376">
                <a:alpha val="100000"/>
              </a:srgbClr>
            </a:solidFill>
            <a:ln w="5420" cap="flat">
              <a:solidFill>
                <a:srgbClr val="3C437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09" name="pg3009"/>
            <p:cNvSpPr/>
            <p:nvPr/>
          </p:nvSpPr>
          <p:spPr>
            <a:xfrm>
              <a:off x="3363540" y="485290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67B">
                <a:alpha val="100000"/>
              </a:srgbClr>
            </a:solidFill>
            <a:ln w="5420" cap="flat">
              <a:solidFill>
                <a:srgbClr val="3C467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10" name="pg3010"/>
            <p:cNvSpPr/>
            <p:nvPr/>
          </p:nvSpPr>
          <p:spPr>
            <a:xfrm>
              <a:off x="3375177" y="485290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97F">
                <a:alpha val="100000"/>
              </a:srgbClr>
            </a:solidFill>
            <a:ln w="5420" cap="flat">
              <a:solidFill>
                <a:srgbClr val="3C497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11" name="pg3011"/>
            <p:cNvSpPr/>
            <p:nvPr/>
          </p:nvSpPr>
          <p:spPr>
            <a:xfrm>
              <a:off x="3386815" y="485290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B82">
                <a:alpha val="100000"/>
              </a:srgbClr>
            </a:solidFill>
            <a:ln w="5420" cap="flat">
              <a:solidFill>
                <a:srgbClr val="3C4B8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12" name="pg3012"/>
            <p:cNvSpPr/>
            <p:nvPr/>
          </p:nvSpPr>
          <p:spPr>
            <a:xfrm>
              <a:off x="3398452" y="485290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C83">
                <a:alpha val="100000"/>
              </a:srgbClr>
            </a:solidFill>
            <a:ln w="5420" cap="flat">
              <a:solidFill>
                <a:srgbClr val="3C4C8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13" name="pg3013"/>
            <p:cNvSpPr/>
            <p:nvPr/>
          </p:nvSpPr>
          <p:spPr>
            <a:xfrm>
              <a:off x="3410089" y="485290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B83">
                <a:alpha val="100000"/>
              </a:srgbClr>
            </a:solidFill>
            <a:ln w="5420" cap="flat">
              <a:solidFill>
                <a:srgbClr val="3C4B8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14" name="pg3014"/>
            <p:cNvSpPr/>
            <p:nvPr/>
          </p:nvSpPr>
          <p:spPr>
            <a:xfrm>
              <a:off x="3421727" y="485290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B82">
                <a:alpha val="100000"/>
              </a:srgbClr>
            </a:solidFill>
            <a:ln w="5420" cap="flat">
              <a:solidFill>
                <a:srgbClr val="3C4B8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15" name="pg3015"/>
            <p:cNvSpPr/>
            <p:nvPr/>
          </p:nvSpPr>
          <p:spPr>
            <a:xfrm>
              <a:off x="3433364" y="485290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B82">
                <a:alpha val="100000"/>
              </a:srgbClr>
            </a:solidFill>
            <a:ln w="5420" cap="flat">
              <a:solidFill>
                <a:srgbClr val="3C4B8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16" name="pg3016"/>
            <p:cNvSpPr/>
            <p:nvPr/>
          </p:nvSpPr>
          <p:spPr>
            <a:xfrm>
              <a:off x="3445001" y="485290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B82">
                <a:alpha val="100000"/>
              </a:srgbClr>
            </a:solidFill>
            <a:ln w="5420" cap="flat">
              <a:solidFill>
                <a:srgbClr val="3C4B8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17" name="pg3017"/>
            <p:cNvSpPr/>
            <p:nvPr/>
          </p:nvSpPr>
          <p:spPr>
            <a:xfrm>
              <a:off x="3456639" y="485290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B82">
                <a:alpha val="100000"/>
              </a:srgbClr>
            </a:solidFill>
            <a:ln w="5420" cap="flat">
              <a:solidFill>
                <a:srgbClr val="3C4B8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18" name="pg3018"/>
            <p:cNvSpPr/>
            <p:nvPr/>
          </p:nvSpPr>
          <p:spPr>
            <a:xfrm>
              <a:off x="3468276" y="485290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B82">
                <a:alpha val="100000"/>
              </a:srgbClr>
            </a:solidFill>
            <a:ln w="5420" cap="flat">
              <a:solidFill>
                <a:srgbClr val="3C4B8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19" name="pg3019"/>
            <p:cNvSpPr/>
            <p:nvPr/>
          </p:nvSpPr>
          <p:spPr>
            <a:xfrm>
              <a:off x="3479913" y="485290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B82">
                <a:alpha val="100000"/>
              </a:srgbClr>
            </a:solidFill>
            <a:ln w="5420" cap="flat">
              <a:solidFill>
                <a:srgbClr val="3C4B8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20" name="pg3020"/>
            <p:cNvSpPr/>
            <p:nvPr/>
          </p:nvSpPr>
          <p:spPr>
            <a:xfrm>
              <a:off x="3491551" y="485290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B82">
                <a:alpha val="100000"/>
              </a:srgbClr>
            </a:solidFill>
            <a:ln w="5420" cap="flat">
              <a:solidFill>
                <a:srgbClr val="3C4B8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21" name="pg3021"/>
            <p:cNvSpPr/>
            <p:nvPr/>
          </p:nvSpPr>
          <p:spPr>
            <a:xfrm>
              <a:off x="3503188" y="485290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B82">
                <a:alpha val="100000"/>
              </a:srgbClr>
            </a:solidFill>
            <a:ln w="5420" cap="flat">
              <a:solidFill>
                <a:srgbClr val="3C4B8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22" name="pg3022"/>
            <p:cNvSpPr/>
            <p:nvPr/>
          </p:nvSpPr>
          <p:spPr>
            <a:xfrm>
              <a:off x="3514825" y="485290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B82">
                <a:alpha val="100000"/>
              </a:srgbClr>
            </a:solidFill>
            <a:ln w="5420" cap="flat">
              <a:solidFill>
                <a:srgbClr val="3C4B8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23" name="pg3023"/>
            <p:cNvSpPr/>
            <p:nvPr/>
          </p:nvSpPr>
          <p:spPr>
            <a:xfrm>
              <a:off x="3526463" y="485290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A81">
                <a:alpha val="100000"/>
              </a:srgbClr>
            </a:solidFill>
            <a:ln w="5420" cap="flat">
              <a:solidFill>
                <a:srgbClr val="3C4A8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24" name="pg3024"/>
            <p:cNvSpPr/>
            <p:nvPr/>
          </p:nvSpPr>
          <p:spPr>
            <a:xfrm>
              <a:off x="3538100" y="485290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A81">
                <a:alpha val="100000"/>
              </a:srgbClr>
            </a:solidFill>
            <a:ln w="5420" cap="flat">
              <a:solidFill>
                <a:srgbClr val="3C4A8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25" name="pg3025"/>
            <p:cNvSpPr/>
            <p:nvPr/>
          </p:nvSpPr>
          <p:spPr>
            <a:xfrm>
              <a:off x="3549737" y="485290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A80">
                <a:alpha val="100000"/>
              </a:srgbClr>
            </a:solidFill>
            <a:ln w="5420" cap="flat">
              <a:solidFill>
                <a:srgbClr val="3C4A8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26" name="pg3026"/>
            <p:cNvSpPr/>
            <p:nvPr/>
          </p:nvSpPr>
          <p:spPr>
            <a:xfrm>
              <a:off x="3561375" y="485290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A80">
                <a:alpha val="100000"/>
              </a:srgbClr>
            </a:solidFill>
            <a:ln w="5420" cap="flat">
              <a:solidFill>
                <a:srgbClr val="3C4A8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27" name="pg3027"/>
            <p:cNvSpPr/>
            <p:nvPr/>
          </p:nvSpPr>
          <p:spPr>
            <a:xfrm>
              <a:off x="3573012" y="485290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A81">
                <a:alpha val="100000"/>
              </a:srgbClr>
            </a:solidFill>
            <a:ln w="5420" cap="flat">
              <a:solidFill>
                <a:srgbClr val="3C4A8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28" name="pg3028"/>
            <p:cNvSpPr/>
            <p:nvPr/>
          </p:nvSpPr>
          <p:spPr>
            <a:xfrm>
              <a:off x="3584649" y="485290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A81">
                <a:alpha val="100000"/>
              </a:srgbClr>
            </a:solidFill>
            <a:ln w="5420" cap="flat">
              <a:solidFill>
                <a:srgbClr val="3C4A8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29" name="pg3029"/>
            <p:cNvSpPr/>
            <p:nvPr/>
          </p:nvSpPr>
          <p:spPr>
            <a:xfrm>
              <a:off x="3596287" y="485290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A81">
                <a:alpha val="100000"/>
              </a:srgbClr>
            </a:solidFill>
            <a:ln w="5420" cap="flat">
              <a:solidFill>
                <a:srgbClr val="3C4A8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30" name="pg3030"/>
            <p:cNvSpPr/>
            <p:nvPr/>
          </p:nvSpPr>
          <p:spPr>
            <a:xfrm>
              <a:off x="3607924" y="485290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B82">
                <a:alpha val="100000"/>
              </a:srgbClr>
            </a:solidFill>
            <a:ln w="5420" cap="flat">
              <a:solidFill>
                <a:srgbClr val="3C4B8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31" name="pg3031"/>
            <p:cNvSpPr/>
            <p:nvPr/>
          </p:nvSpPr>
          <p:spPr>
            <a:xfrm>
              <a:off x="3619561" y="485290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B83">
                <a:alpha val="100000"/>
              </a:srgbClr>
            </a:solidFill>
            <a:ln w="5420" cap="flat">
              <a:solidFill>
                <a:srgbClr val="3C4B8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32" name="pg3032"/>
            <p:cNvSpPr/>
            <p:nvPr/>
          </p:nvSpPr>
          <p:spPr>
            <a:xfrm>
              <a:off x="4201428" y="485290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980">
                <a:alpha val="100000"/>
              </a:srgbClr>
            </a:solidFill>
            <a:ln w="5420" cap="flat">
              <a:solidFill>
                <a:srgbClr val="3C498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33" name="pg3033"/>
            <p:cNvSpPr/>
            <p:nvPr/>
          </p:nvSpPr>
          <p:spPr>
            <a:xfrm>
              <a:off x="4213065" y="485290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980">
                <a:alpha val="100000"/>
              </a:srgbClr>
            </a:solidFill>
            <a:ln w="5420" cap="flat">
              <a:solidFill>
                <a:srgbClr val="3C498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34" name="pg3034"/>
            <p:cNvSpPr/>
            <p:nvPr/>
          </p:nvSpPr>
          <p:spPr>
            <a:xfrm>
              <a:off x="4224702" y="485290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980">
                <a:alpha val="100000"/>
              </a:srgbClr>
            </a:solidFill>
            <a:ln w="5420" cap="flat">
              <a:solidFill>
                <a:srgbClr val="3C498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35" name="pg3035"/>
            <p:cNvSpPr/>
            <p:nvPr/>
          </p:nvSpPr>
          <p:spPr>
            <a:xfrm>
              <a:off x="4236340" y="485290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97F">
                <a:alpha val="100000"/>
              </a:srgbClr>
            </a:solidFill>
            <a:ln w="5420" cap="flat">
              <a:solidFill>
                <a:srgbClr val="3C497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36" name="pg3036"/>
            <p:cNvSpPr/>
            <p:nvPr/>
          </p:nvSpPr>
          <p:spPr>
            <a:xfrm>
              <a:off x="4247977" y="485290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97F">
                <a:alpha val="100000"/>
              </a:srgbClr>
            </a:solidFill>
            <a:ln w="5420" cap="flat">
              <a:solidFill>
                <a:srgbClr val="3C497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37" name="pg3037"/>
            <p:cNvSpPr/>
            <p:nvPr/>
          </p:nvSpPr>
          <p:spPr>
            <a:xfrm>
              <a:off x="4259614" y="485290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97F">
                <a:alpha val="100000"/>
              </a:srgbClr>
            </a:solidFill>
            <a:ln w="5420" cap="flat">
              <a:solidFill>
                <a:srgbClr val="3C497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38" name="pg3038"/>
            <p:cNvSpPr/>
            <p:nvPr/>
          </p:nvSpPr>
          <p:spPr>
            <a:xfrm>
              <a:off x="4271252" y="485290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87E">
                <a:alpha val="100000"/>
              </a:srgbClr>
            </a:solidFill>
            <a:ln w="5420" cap="flat">
              <a:solidFill>
                <a:srgbClr val="3C487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39" name="pg3039"/>
            <p:cNvSpPr/>
            <p:nvPr/>
          </p:nvSpPr>
          <p:spPr>
            <a:xfrm>
              <a:off x="4422537" y="485290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67B">
                <a:alpha val="100000"/>
              </a:srgbClr>
            </a:solidFill>
            <a:ln w="5420" cap="flat">
              <a:solidFill>
                <a:srgbClr val="3C467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40" name="pg3040"/>
            <p:cNvSpPr/>
            <p:nvPr/>
          </p:nvSpPr>
          <p:spPr>
            <a:xfrm>
              <a:off x="4434174" y="485290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67C">
                <a:alpha val="100000"/>
              </a:srgbClr>
            </a:solidFill>
            <a:ln w="5420" cap="flat">
              <a:solidFill>
                <a:srgbClr val="3C467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41" name="pg3041"/>
            <p:cNvSpPr/>
            <p:nvPr/>
          </p:nvSpPr>
          <p:spPr>
            <a:xfrm>
              <a:off x="4445812" y="485290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67C">
                <a:alpha val="100000"/>
              </a:srgbClr>
            </a:solidFill>
            <a:ln w="5420" cap="flat">
              <a:solidFill>
                <a:srgbClr val="3C467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42" name="pg3042"/>
            <p:cNvSpPr/>
            <p:nvPr/>
          </p:nvSpPr>
          <p:spPr>
            <a:xfrm>
              <a:off x="4457449" y="485290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77C">
                <a:alpha val="100000"/>
              </a:srgbClr>
            </a:solidFill>
            <a:ln w="5420" cap="flat">
              <a:solidFill>
                <a:srgbClr val="3C477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43" name="pg3043"/>
            <p:cNvSpPr/>
            <p:nvPr/>
          </p:nvSpPr>
          <p:spPr>
            <a:xfrm>
              <a:off x="4469086" y="485290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77D">
                <a:alpha val="100000"/>
              </a:srgbClr>
            </a:solidFill>
            <a:ln w="5420" cap="flat">
              <a:solidFill>
                <a:srgbClr val="3C477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44" name="pg3044"/>
            <p:cNvSpPr/>
            <p:nvPr/>
          </p:nvSpPr>
          <p:spPr>
            <a:xfrm>
              <a:off x="2921322" y="486720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5089">
                <a:alpha val="100000"/>
              </a:srgbClr>
            </a:solidFill>
            <a:ln w="5420" cap="flat">
              <a:solidFill>
                <a:srgbClr val="3B508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45" name="pg3045"/>
            <p:cNvSpPr/>
            <p:nvPr/>
          </p:nvSpPr>
          <p:spPr>
            <a:xfrm>
              <a:off x="2932959" y="486720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5089">
                <a:alpha val="100000"/>
              </a:srgbClr>
            </a:solidFill>
            <a:ln w="5420" cap="flat">
              <a:solidFill>
                <a:srgbClr val="3B508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46" name="pg3046"/>
            <p:cNvSpPr/>
            <p:nvPr/>
          </p:nvSpPr>
          <p:spPr>
            <a:xfrm>
              <a:off x="2944596" y="486720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5089">
                <a:alpha val="100000"/>
              </a:srgbClr>
            </a:solidFill>
            <a:ln w="5420" cap="flat">
              <a:solidFill>
                <a:srgbClr val="3B508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47" name="pg3047"/>
            <p:cNvSpPr/>
            <p:nvPr/>
          </p:nvSpPr>
          <p:spPr>
            <a:xfrm>
              <a:off x="2956233" y="486720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5089">
                <a:alpha val="100000"/>
              </a:srgbClr>
            </a:solidFill>
            <a:ln w="5420" cap="flat">
              <a:solidFill>
                <a:srgbClr val="3B508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48" name="pg3048"/>
            <p:cNvSpPr/>
            <p:nvPr/>
          </p:nvSpPr>
          <p:spPr>
            <a:xfrm>
              <a:off x="2967871" y="486720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5089">
                <a:alpha val="100000"/>
              </a:srgbClr>
            </a:solidFill>
            <a:ln w="5420" cap="flat">
              <a:solidFill>
                <a:srgbClr val="3B508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49" name="pg3049"/>
            <p:cNvSpPr/>
            <p:nvPr/>
          </p:nvSpPr>
          <p:spPr>
            <a:xfrm>
              <a:off x="2979508" y="486720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5089">
                <a:alpha val="100000"/>
              </a:srgbClr>
            </a:solidFill>
            <a:ln w="5420" cap="flat">
              <a:solidFill>
                <a:srgbClr val="3B508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50" name="pg3050"/>
            <p:cNvSpPr/>
            <p:nvPr/>
          </p:nvSpPr>
          <p:spPr>
            <a:xfrm>
              <a:off x="3351903" y="486720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478">
                <a:alpha val="100000"/>
              </a:srgbClr>
            </a:solidFill>
            <a:ln w="5420" cap="flat">
              <a:solidFill>
                <a:srgbClr val="3C447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51" name="pg3051"/>
            <p:cNvSpPr/>
            <p:nvPr/>
          </p:nvSpPr>
          <p:spPr>
            <a:xfrm>
              <a:off x="3363540" y="486720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67C">
                <a:alpha val="100000"/>
              </a:srgbClr>
            </a:solidFill>
            <a:ln w="5420" cap="flat">
              <a:solidFill>
                <a:srgbClr val="3C467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52" name="pg3052"/>
            <p:cNvSpPr/>
            <p:nvPr/>
          </p:nvSpPr>
          <p:spPr>
            <a:xfrm>
              <a:off x="3375177" y="486720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97F">
                <a:alpha val="100000"/>
              </a:srgbClr>
            </a:solidFill>
            <a:ln w="5420" cap="flat">
              <a:solidFill>
                <a:srgbClr val="3C497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53" name="pg3053"/>
            <p:cNvSpPr/>
            <p:nvPr/>
          </p:nvSpPr>
          <p:spPr>
            <a:xfrm>
              <a:off x="3386815" y="486720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A81">
                <a:alpha val="100000"/>
              </a:srgbClr>
            </a:solidFill>
            <a:ln w="5420" cap="flat">
              <a:solidFill>
                <a:srgbClr val="3C4A8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54" name="pg3054"/>
            <p:cNvSpPr/>
            <p:nvPr/>
          </p:nvSpPr>
          <p:spPr>
            <a:xfrm>
              <a:off x="3398452" y="486720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B82">
                <a:alpha val="100000"/>
              </a:srgbClr>
            </a:solidFill>
            <a:ln w="5420" cap="flat">
              <a:solidFill>
                <a:srgbClr val="3C4B8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55" name="pg3055"/>
            <p:cNvSpPr/>
            <p:nvPr/>
          </p:nvSpPr>
          <p:spPr>
            <a:xfrm>
              <a:off x="3410089" y="486720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B82">
                <a:alpha val="100000"/>
              </a:srgbClr>
            </a:solidFill>
            <a:ln w="5420" cap="flat">
              <a:solidFill>
                <a:srgbClr val="3C4B8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56" name="pg3056"/>
            <p:cNvSpPr/>
            <p:nvPr/>
          </p:nvSpPr>
          <p:spPr>
            <a:xfrm>
              <a:off x="3421727" y="486720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B82">
                <a:alpha val="100000"/>
              </a:srgbClr>
            </a:solidFill>
            <a:ln w="5420" cap="flat">
              <a:solidFill>
                <a:srgbClr val="3C4B8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57" name="pg3057"/>
            <p:cNvSpPr/>
            <p:nvPr/>
          </p:nvSpPr>
          <p:spPr>
            <a:xfrm>
              <a:off x="3433364" y="486720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B82">
                <a:alpha val="100000"/>
              </a:srgbClr>
            </a:solidFill>
            <a:ln w="5420" cap="flat">
              <a:solidFill>
                <a:srgbClr val="3C4B8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58" name="pg3058"/>
            <p:cNvSpPr/>
            <p:nvPr/>
          </p:nvSpPr>
          <p:spPr>
            <a:xfrm>
              <a:off x="3445001" y="486720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B82">
                <a:alpha val="100000"/>
              </a:srgbClr>
            </a:solidFill>
            <a:ln w="5420" cap="flat">
              <a:solidFill>
                <a:srgbClr val="3C4B8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59" name="pg3059"/>
            <p:cNvSpPr/>
            <p:nvPr/>
          </p:nvSpPr>
          <p:spPr>
            <a:xfrm>
              <a:off x="3456639" y="486720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B82">
                <a:alpha val="100000"/>
              </a:srgbClr>
            </a:solidFill>
            <a:ln w="5420" cap="flat">
              <a:solidFill>
                <a:srgbClr val="3C4B8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60" name="pg3060"/>
            <p:cNvSpPr/>
            <p:nvPr/>
          </p:nvSpPr>
          <p:spPr>
            <a:xfrm>
              <a:off x="3468276" y="486720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B82">
                <a:alpha val="100000"/>
              </a:srgbClr>
            </a:solidFill>
            <a:ln w="5420" cap="flat">
              <a:solidFill>
                <a:srgbClr val="3C4B8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61" name="pg3061"/>
            <p:cNvSpPr/>
            <p:nvPr/>
          </p:nvSpPr>
          <p:spPr>
            <a:xfrm>
              <a:off x="3479913" y="486720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B82">
                <a:alpha val="100000"/>
              </a:srgbClr>
            </a:solidFill>
            <a:ln w="5420" cap="flat">
              <a:solidFill>
                <a:srgbClr val="3C4B8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62" name="pg3062"/>
            <p:cNvSpPr/>
            <p:nvPr/>
          </p:nvSpPr>
          <p:spPr>
            <a:xfrm>
              <a:off x="3491551" y="486720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B82">
                <a:alpha val="100000"/>
              </a:srgbClr>
            </a:solidFill>
            <a:ln w="5420" cap="flat">
              <a:solidFill>
                <a:srgbClr val="3C4B8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63" name="pg3063"/>
            <p:cNvSpPr/>
            <p:nvPr/>
          </p:nvSpPr>
          <p:spPr>
            <a:xfrm>
              <a:off x="3503188" y="486720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B82">
                <a:alpha val="100000"/>
              </a:srgbClr>
            </a:solidFill>
            <a:ln w="5420" cap="flat">
              <a:solidFill>
                <a:srgbClr val="3C4B8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64" name="pg3064"/>
            <p:cNvSpPr/>
            <p:nvPr/>
          </p:nvSpPr>
          <p:spPr>
            <a:xfrm>
              <a:off x="3514825" y="486720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B82">
                <a:alpha val="100000"/>
              </a:srgbClr>
            </a:solidFill>
            <a:ln w="5420" cap="flat">
              <a:solidFill>
                <a:srgbClr val="3C4B8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65" name="pg3065"/>
            <p:cNvSpPr/>
            <p:nvPr/>
          </p:nvSpPr>
          <p:spPr>
            <a:xfrm>
              <a:off x="3526463" y="486720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A81">
                <a:alpha val="100000"/>
              </a:srgbClr>
            </a:solidFill>
            <a:ln w="5420" cap="flat">
              <a:solidFill>
                <a:srgbClr val="3C4A8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66" name="pg3066"/>
            <p:cNvSpPr/>
            <p:nvPr/>
          </p:nvSpPr>
          <p:spPr>
            <a:xfrm>
              <a:off x="3538100" y="486720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A81">
                <a:alpha val="100000"/>
              </a:srgbClr>
            </a:solidFill>
            <a:ln w="5420" cap="flat">
              <a:solidFill>
                <a:srgbClr val="3C4A8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67" name="pg3067"/>
            <p:cNvSpPr/>
            <p:nvPr/>
          </p:nvSpPr>
          <p:spPr>
            <a:xfrm>
              <a:off x="3549737" y="486720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A81">
                <a:alpha val="100000"/>
              </a:srgbClr>
            </a:solidFill>
            <a:ln w="5420" cap="flat">
              <a:solidFill>
                <a:srgbClr val="3C4A8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68" name="pg3068"/>
            <p:cNvSpPr/>
            <p:nvPr/>
          </p:nvSpPr>
          <p:spPr>
            <a:xfrm>
              <a:off x="3561375" y="486720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A81">
                <a:alpha val="100000"/>
              </a:srgbClr>
            </a:solidFill>
            <a:ln w="5420" cap="flat">
              <a:solidFill>
                <a:srgbClr val="3C4A8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69" name="pg3069"/>
            <p:cNvSpPr/>
            <p:nvPr/>
          </p:nvSpPr>
          <p:spPr>
            <a:xfrm>
              <a:off x="3573012" y="486720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A81">
                <a:alpha val="100000"/>
              </a:srgbClr>
            </a:solidFill>
            <a:ln w="5420" cap="flat">
              <a:solidFill>
                <a:srgbClr val="3C4A8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70" name="pg3070"/>
            <p:cNvSpPr/>
            <p:nvPr/>
          </p:nvSpPr>
          <p:spPr>
            <a:xfrm>
              <a:off x="3584649" y="486720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A81">
                <a:alpha val="100000"/>
              </a:srgbClr>
            </a:solidFill>
            <a:ln w="5420" cap="flat">
              <a:solidFill>
                <a:srgbClr val="3C4A8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71" name="pg3071"/>
            <p:cNvSpPr/>
            <p:nvPr/>
          </p:nvSpPr>
          <p:spPr>
            <a:xfrm>
              <a:off x="3596287" y="486720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B82">
                <a:alpha val="100000"/>
              </a:srgbClr>
            </a:solidFill>
            <a:ln w="5420" cap="flat">
              <a:solidFill>
                <a:srgbClr val="3C4B8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72" name="pg3072"/>
            <p:cNvSpPr/>
            <p:nvPr/>
          </p:nvSpPr>
          <p:spPr>
            <a:xfrm>
              <a:off x="3607924" y="486720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B82">
                <a:alpha val="100000"/>
              </a:srgbClr>
            </a:solidFill>
            <a:ln w="5420" cap="flat">
              <a:solidFill>
                <a:srgbClr val="3C4B8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73" name="pg3073"/>
            <p:cNvSpPr/>
            <p:nvPr/>
          </p:nvSpPr>
          <p:spPr>
            <a:xfrm>
              <a:off x="3619561" y="486720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B83">
                <a:alpha val="100000"/>
              </a:srgbClr>
            </a:solidFill>
            <a:ln w="5420" cap="flat">
              <a:solidFill>
                <a:srgbClr val="3C4B8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74" name="pg3074"/>
            <p:cNvSpPr/>
            <p:nvPr/>
          </p:nvSpPr>
          <p:spPr>
            <a:xfrm>
              <a:off x="4213065" y="486720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980">
                <a:alpha val="100000"/>
              </a:srgbClr>
            </a:solidFill>
            <a:ln w="5420" cap="flat">
              <a:solidFill>
                <a:srgbClr val="3C498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75" name="pg3075"/>
            <p:cNvSpPr/>
            <p:nvPr/>
          </p:nvSpPr>
          <p:spPr>
            <a:xfrm>
              <a:off x="4224702" y="486720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980">
                <a:alpha val="100000"/>
              </a:srgbClr>
            </a:solidFill>
            <a:ln w="5420" cap="flat">
              <a:solidFill>
                <a:srgbClr val="3C498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76" name="pg3076"/>
            <p:cNvSpPr/>
            <p:nvPr/>
          </p:nvSpPr>
          <p:spPr>
            <a:xfrm>
              <a:off x="4236340" y="486720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980">
                <a:alpha val="100000"/>
              </a:srgbClr>
            </a:solidFill>
            <a:ln w="5420" cap="flat">
              <a:solidFill>
                <a:srgbClr val="3C498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77" name="pg3077"/>
            <p:cNvSpPr/>
            <p:nvPr/>
          </p:nvSpPr>
          <p:spPr>
            <a:xfrm>
              <a:off x="4247977" y="486720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97F">
                <a:alpha val="100000"/>
              </a:srgbClr>
            </a:solidFill>
            <a:ln w="5420" cap="flat">
              <a:solidFill>
                <a:srgbClr val="3C497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78" name="pg3078"/>
            <p:cNvSpPr/>
            <p:nvPr/>
          </p:nvSpPr>
          <p:spPr>
            <a:xfrm>
              <a:off x="4259614" y="486720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97F">
                <a:alpha val="100000"/>
              </a:srgbClr>
            </a:solidFill>
            <a:ln w="5420" cap="flat">
              <a:solidFill>
                <a:srgbClr val="3C497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79" name="pg3079"/>
            <p:cNvSpPr/>
            <p:nvPr/>
          </p:nvSpPr>
          <p:spPr>
            <a:xfrm>
              <a:off x="4271252" y="486720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97F">
                <a:alpha val="100000"/>
              </a:srgbClr>
            </a:solidFill>
            <a:ln w="5420" cap="flat">
              <a:solidFill>
                <a:srgbClr val="3C497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80" name="pg3080"/>
            <p:cNvSpPr/>
            <p:nvPr/>
          </p:nvSpPr>
          <p:spPr>
            <a:xfrm>
              <a:off x="4282889" y="486720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87F">
                <a:alpha val="100000"/>
              </a:srgbClr>
            </a:solidFill>
            <a:ln w="5420" cap="flat">
              <a:solidFill>
                <a:srgbClr val="3C487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81" name="pg3081"/>
            <p:cNvSpPr/>
            <p:nvPr/>
          </p:nvSpPr>
          <p:spPr>
            <a:xfrm>
              <a:off x="4434174" y="486720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77D">
                <a:alpha val="100000"/>
              </a:srgbClr>
            </a:solidFill>
            <a:ln w="5420" cap="flat">
              <a:solidFill>
                <a:srgbClr val="3C477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82" name="pg3082"/>
            <p:cNvSpPr/>
            <p:nvPr/>
          </p:nvSpPr>
          <p:spPr>
            <a:xfrm>
              <a:off x="4445812" y="486720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77D">
                <a:alpha val="100000"/>
              </a:srgbClr>
            </a:solidFill>
            <a:ln w="5420" cap="flat">
              <a:solidFill>
                <a:srgbClr val="3C477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83" name="pg3083"/>
            <p:cNvSpPr/>
            <p:nvPr/>
          </p:nvSpPr>
          <p:spPr>
            <a:xfrm>
              <a:off x="4457449" y="486720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77D">
                <a:alpha val="100000"/>
              </a:srgbClr>
            </a:solidFill>
            <a:ln w="5420" cap="flat">
              <a:solidFill>
                <a:srgbClr val="3C477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84" name="pg3084"/>
            <p:cNvSpPr/>
            <p:nvPr/>
          </p:nvSpPr>
          <p:spPr>
            <a:xfrm>
              <a:off x="4469086" y="486720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87E">
                <a:alpha val="100000"/>
              </a:srgbClr>
            </a:solidFill>
            <a:ln w="5420" cap="flat">
              <a:solidFill>
                <a:srgbClr val="3C487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85" name="pg3085"/>
            <p:cNvSpPr/>
            <p:nvPr/>
          </p:nvSpPr>
          <p:spPr>
            <a:xfrm>
              <a:off x="4480724" y="486720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87E">
                <a:alpha val="100000"/>
              </a:srgbClr>
            </a:solidFill>
            <a:ln w="5420" cap="flat">
              <a:solidFill>
                <a:srgbClr val="3C487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86" name="pg3086"/>
            <p:cNvSpPr/>
            <p:nvPr/>
          </p:nvSpPr>
          <p:spPr>
            <a:xfrm>
              <a:off x="2898047" y="488150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508A">
                <a:alpha val="100000"/>
              </a:srgbClr>
            </a:solidFill>
            <a:ln w="5420" cap="flat">
              <a:solidFill>
                <a:srgbClr val="3B508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87" name="pg3087"/>
            <p:cNvSpPr/>
            <p:nvPr/>
          </p:nvSpPr>
          <p:spPr>
            <a:xfrm>
              <a:off x="2909684" y="488150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508A">
                <a:alpha val="100000"/>
              </a:srgbClr>
            </a:solidFill>
            <a:ln w="5420" cap="flat">
              <a:solidFill>
                <a:srgbClr val="3B508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88" name="pg3088"/>
            <p:cNvSpPr/>
            <p:nvPr/>
          </p:nvSpPr>
          <p:spPr>
            <a:xfrm>
              <a:off x="2921322" y="488150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5089">
                <a:alpha val="100000"/>
              </a:srgbClr>
            </a:solidFill>
            <a:ln w="5420" cap="flat">
              <a:solidFill>
                <a:srgbClr val="3B508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89" name="pg3089"/>
            <p:cNvSpPr/>
            <p:nvPr/>
          </p:nvSpPr>
          <p:spPr>
            <a:xfrm>
              <a:off x="2932959" y="488150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5089">
                <a:alpha val="100000"/>
              </a:srgbClr>
            </a:solidFill>
            <a:ln w="5420" cap="flat">
              <a:solidFill>
                <a:srgbClr val="3B508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90" name="pg3090"/>
            <p:cNvSpPr/>
            <p:nvPr/>
          </p:nvSpPr>
          <p:spPr>
            <a:xfrm>
              <a:off x="2944596" y="488150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5089">
                <a:alpha val="100000"/>
              </a:srgbClr>
            </a:solidFill>
            <a:ln w="5420" cap="flat">
              <a:solidFill>
                <a:srgbClr val="3B508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91" name="pg3091"/>
            <p:cNvSpPr/>
            <p:nvPr/>
          </p:nvSpPr>
          <p:spPr>
            <a:xfrm>
              <a:off x="2956233" y="488150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5089">
                <a:alpha val="100000"/>
              </a:srgbClr>
            </a:solidFill>
            <a:ln w="5420" cap="flat">
              <a:solidFill>
                <a:srgbClr val="3B508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92" name="pg3092"/>
            <p:cNvSpPr/>
            <p:nvPr/>
          </p:nvSpPr>
          <p:spPr>
            <a:xfrm>
              <a:off x="2967871" y="488150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5089">
                <a:alpha val="100000"/>
              </a:srgbClr>
            </a:solidFill>
            <a:ln w="5420" cap="flat">
              <a:solidFill>
                <a:srgbClr val="3B508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93" name="pg3093"/>
            <p:cNvSpPr/>
            <p:nvPr/>
          </p:nvSpPr>
          <p:spPr>
            <a:xfrm>
              <a:off x="3375177" y="488150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87F">
                <a:alpha val="100000"/>
              </a:srgbClr>
            </a:solidFill>
            <a:ln w="5420" cap="flat">
              <a:solidFill>
                <a:srgbClr val="3C487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94" name="pg3094"/>
            <p:cNvSpPr/>
            <p:nvPr/>
          </p:nvSpPr>
          <p:spPr>
            <a:xfrm>
              <a:off x="3386815" y="488150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A80">
                <a:alpha val="100000"/>
              </a:srgbClr>
            </a:solidFill>
            <a:ln w="5420" cap="flat">
              <a:solidFill>
                <a:srgbClr val="3C4A8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95" name="pg3095"/>
            <p:cNvSpPr/>
            <p:nvPr/>
          </p:nvSpPr>
          <p:spPr>
            <a:xfrm>
              <a:off x="3398452" y="488150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A81">
                <a:alpha val="100000"/>
              </a:srgbClr>
            </a:solidFill>
            <a:ln w="5420" cap="flat">
              <a:solidFill>
                <a:srgbClr val="3C4A8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96" name="pg3096"/>
            <p:cNvSpPr/>
            <p:nvPr/>
          </p:nvSpPr>
          <p:spPr>
            <a:xfrm>
              <a:off x="3410089" y="488150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B82">
                <a:alpha val="100000"/>
              </a:srgbClr>
            </a:solidFill>
            <a:ln w="5420" cap="flat">
              <a:solidFill>
                <a:srgbClr val="3C4B8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97" name="pg3097"/>
            <p:cNvSpPr/>
            <p:nvPr/>
          </p:nvSpPr>
          <p:spPr>
            <a:xfrm>
              <a:off x="3421727" y="488150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A82">
                <a:alpha val="100000"/>
              </a:srgbClr>
            </a:solidFill>
            <a:ln w="5420" cap="flat">
              <a:solidFill>
                <a:srgbClr val="3C4A8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98" name="pg3098"/>
            <p:cNvSpPr/>
            <p:nvPr/>
          </p:nvSpPr>
          <p:spPr>
            <a:xfrm>
              <a:off x="3433364" y="488150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A81">
                <a:alpha val="100000"/>
              </a:srgbClr>
            </a:solidFill>
            <a:ln w="5420" cap="flat">
              <a:solidFill>
                <a:srgbClr val="3C4A8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99" name="pg3099"/>
            <p:cNvSpPr/>
            <p:nvPr/>
          </p:nvSpPr>
          <p:spPr>
            <a:xfrm>
              <a:off x="3445001" y="488150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A81">
                <a:alpha val="100000"/>
              </a:srgbClr>
            </a:solidFill>
            <a:ln w="5420" cap="flat">
              <a:solidFill>
                <a:srgbClr val="3C4A8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00" name="pg3100"/>
            <p:cNvSpPr/>
            <p:nvPr/>
          </p:nvSpPr>
          <p:spPr>
            <a:xfrm>
              <a:off x="3456639" y="488150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A81">
                <a:alpha val="100000"/>
              </a:srgbClr>
            </a:solidFill>
            <a:ln w="5420" cap="flat">
              <a:solidFill>
                <a:srgbClr val="3C4A8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01" name="pg3101"/>
            <p:cNvSpPr/>
            <p:nvPr/>
          </p:nvSpPr>
          <p:spPr>
            <a:xfrm>
              <a:off x="3468276" y="488150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B82">
                <a:alpha val="100000"/>
              </a:srgbClr>
            </a:solidFill>
            <a:ln w="5420" cap="flat">
              <a:solidFill>
                <a:srgbClr val="3C4B8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02" name="pg3102"/>
            <p:cNvSpPr/>
            <p:nvPr/>
          </p:nvSpPr>
          <p:spPr>
            <a:xfrm>
              <a:off x="3479913" y="488150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B82">
                <a:alpha val="100000"/>
              </a:srgbClr>
            </a:solidFill>
            <a:ln w="5420" cap="flat">
              <a:solidFill>
                <a:srgbClr val="3C4B8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03" name="pg3103"/>
            <p:cNvSpPr/>
            <p:nvPr/>
          </p:nvSpPr>
          <p:spPr>
            <a:xfrm>
              <a:off x="3491551" y="488150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B82">
                <a:alpha val="100000"/>
              </a:srgbClr>
            </a:solidFill>
            <a:ln w="5420" cap="flat">
              <a:solidFill>
                <a:srgbClr val="3C4B8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04" name="pg3104"/>
            <p:cNvSpPr/>
            <p:nvPr/>
          </p:nvSpPr>
          <p:spPr>
            <a:xfrm>
              <a:off x="3503188" y="488150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B82">
                <a:alpha val="100000"/>
              </a:srgbClr>
            </a:solidFill>
            <a:ln w="5420" cap="flat">
              <a:solidFill>
                <a:srgbClr val="3C4B8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05" name="pg3105"/>
            <p:cNvSpPr/>
            <p:nvPr/>
          </p:nvSpPr>
          <p:spPr>
            <a:xfrm>
              <a:off x="3538100" y="488150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A81">
                <a:alpha val="100000"/>
              </a:srgbClr>
            </a:solidFill>
            <a:ln w="5420" cap="flat">
              <a:solidFill>
                <a:srgbClr val="3C4A8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06" name="pg3106"/>
            <p:cNvSpPr/>
            <p:nvPr/>
          </p:nvSpPr>
          <p:spPr>
            <a:xfrm>
              <a:off x="3549737" y="488150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A81">
                <a:alpha val="100000"/>
              </a:srgbClr>
            </a:solidFill>
            <a:ln w="5420" cap="flat">
              <a:solidFill>
                <a:srgbClr val="3C4A8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07" name="pg3107"/>
            <p:cNvSpPr/>
            <p:nvPr/>
          </p:nvSpPr>
          <p:spPr>
            <a:xfrm>
              <a:off x="3561375" y="488150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A81">
                <a:alpha val="100000"/>
              </a:srgbClr>
            </a:solidFill>
            <a:ln w="5420" cap="flat">
              <a:solidFill>
                <a:srgbClr val="3C4A8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08" name="pg3108"/>
            <p:cNvSpPr/>
            <p:nvPr/>
          </p:nvSpPr>
          <p:spPr>
            <a:xfrm>
              <a:off x="3573012" y="488150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A81">
                <a:alpha val="100000"/>
              </a:srgbClr>
            </a:solidFill>
            <a:ln w="5420" cap="flat">
              <a:solidFill>
                <a:srgbClr val="3C4A8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09" name="pg3109"/>
            <p:cNvSpPr/>
            <p:nvPr/>
          </p:nvSpPr>
          <p:spPr>
            <a:xfrm>
              <a:off x="3584649" y="488150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B82">
                <a:alpha val="100000"/>
              </a:srgbClr>
            </a:solidFill>
            <a:ln w="5420" cap="flat">
              <a:solidFill>
                <a:srgbClr val="3C4B8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10" name="pg3110"/>
            <p:cNvSpPr/>
            <p:nvPr/>
          </p:nvSpPr>
          <p:spPr>
            <a:xfrm>
              <a:off x="3596287" y="488150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B82">
                <a:alpha val="100000"/>
              </a:srgbClr>
            </a:solidFill>
            <a:ln w="5420" cap="flat">
              <a:solidFill>
                <a:srgbClr val="3C4B8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11" name="pg3111"/>
            <p:cNvSpPr/>
            <p:nvPr/>
          </p:nvSpPr>
          <p:spPr>
            <a:xfrm>
              <a:off x="3607924" y="488150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B82">
                <a:alpha val="100000"/>
              </a:srgbClr>
            </a:solidFill>
            <a:ln w="5420" cap="flat">
              <a:solidFill>
                <a:srgbClr val="3C4B8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12" name="pg3112"/>
            <p:cNvSpPr/>
            <p:nvPr/>
          </p:nvSpPr>
          <p:spPr>
            <a:xfrm>
              <a:off x="3619561" y="488150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B83">
                <a:alpha val="100000"/>
              </a:srgbClr>
            </a:solidFill>
            <a:ln w="5420" cap="flat">
              <a:solidFill>
                <a:srgbClr val="3C4B8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13" name="pg3113"/>
            <p:cNvSpPr/>
            <p:nvPr/>
          </p:nvSpPr>
          <p:spPr>
            <a:xfrm>
              <a:off x="4236340" y="488150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980">
                <a:alpha val="100000"/>
              </a:srgbClr>
            </a:solidFill>
            <a:ln w="5420" cap="flat">
              <a:solidFill>
                <a:srgbClr val="3C498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14" name="pg3114"/>
            <p:cNvSpPr/>
            <p:nvPr/>
          </p:nvSpPr>
          <p:spPr>
            <a:xfrm>
              <a:off x="4247977" y="488150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980">
                <a:alpha val="100000"/>
              </a:srgbClr>
            </a:solidFill>
            <a:ln w="5420" cap="flat">
              <a:solidFill>
                <a:srgbClr val="3C498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15" name="pg3115"/>
            <p:cNvSpPr/>
            <p:nvPr/>
          </p:nvSpPr>
          <p:spPr>
            <a:xfrm>
              <a:off x="4259614" y="488150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980">
                <a:alpha val="100000"/>
              </a:srgbClr>
            </a:solidFill>
            <a:ln w="5420" cap="flat">
              <a:solidFill>
                <a:srgbClr val="3C498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16" name="pg3116"/>
            <p:cNvSpPr/>
            <p:nvPr/>
          </p:nvSpPr>
          <p:spPr>
            <a:xfrm>
              <a:off x="4271252" y="488150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97F">
                <a:alpha val="100000"/>
              </a:srgbClr>
            </a:solidFill>
            <a:ln w="5420" cap="flat">
              <a:solidFill>
                <a:srgbClr val="3C497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17" name="pg3117"/>
            <p:cNvSpPr/>
            <p:nvPr/>
          </p:nvSpPr>
          <p:spPr>
            <a:xfrm>
              <a:off x="4282889" y="488150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97F">
                <a:alpha val="100000"/>
              </a:srgbClr>
            </a:solidFill>
            <a:ln w="5420" cap="flat">
              <a:solidFill>
                <a:srgbClr val="3C497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18" name="pg3118"/>
            <p:cNvSpPr/>
            <p:nvPr/>
          </p:nvSpPr>
          <p:spPr>
            <a:xfrm>
              <a:off x="4294526" y="488150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97F">
                <a:alpha val="100000"/>
              </a:srgbClr>
            </a:solidFill>
            <a:ln w="5420" cap="flat">
              <a:solidFill>
                <a:srgbClr val="3C497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19" name="pg3119"/>
            <p:cNvSpPr/>
            <p:nvPr/>
          </p:nvSpPr>
          <p:spPr>
            <a:xfrm>
              <a:off x="4434174" y="488150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87D">
                <a:alpha val="100000"/>
              </a:srgbClr>
            </a:solidFill>
            <a:ln w="5420" cap="flat">
              <a:solidFill>
                <a:srgbClr val="3C487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20" name="pg3120"/>
            <p:cNvSpPr/>
            <p:nvPr/>
          </p:nvSpPr>
          <p:spPr>
            <a:xfrm>
              <a:off x="4445812" y="488150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87E">
                <a:alpha val="100000"/>
              </a:srgbClr>
            </a:solidFill>
            <a:ln w="5420" cap="flat">
              <a:solidFill>
                <a:srgbClr val="3C487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21" name="pg3121"/>
            <p:cNvSpPr/>
            <p:nvPr/>
          </p:nvSpPr>
          <p:spPr>
            <a:xfrm>
              <a:off x="4457449" y="488150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87E">
                <a:alpha val="100000"/>
              </a:srgbClr>
            </a:solidFill>
            <a:ln w="5420" cap="flat">
              <a:solidFill>
                <a:srgbClr val="3C487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22" name="pg3122"/>
            <p:cNvSpPr/>
            <p:nvPr/>
          </p:nvSpPr>
          <p:spPr>
            <a:xfrm>
              <a:off x="4469086" y="488150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87F">
                <a:alpha val="100000"/>
              </a:srgbClr>
            </a:solidFill>
            <a:ln w="5420" cap="flat">
              <a:solidFill>
                <a:srgbClr val="3C487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23" name="pg3123"/>
            <p:cNvSpPr/>
            <p:nvPr/>
          </p:nvSpPr>
          <p:spPr>
            <a:xfrm>
              <a:off x="4480724" y="488150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97F">
                <a:alpha val="100000"/>
              </a:srgbClr>
            </a:solidFill>
            <a:ln w="5420" cap="flat">
              <a:solidFill>
                <a:srgbClr val="3C497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24" name="pg3124"/>
            <p:cNvSpPr/>
            <p:nvPr/>
          </p:nvSpPr>
          <p:spPr>
            <a:xfrm>
              <a:off x="4492361" y="488150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97F">
                <a:alpha val="100000"/>
              </a:srgbClr>
            </a:solidFill>
            <a:ln w="5420" cap="flat">
              <a:solidFill>
                <a:srgbClr val="3C497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25" name="pg3125"/>
            <p:cNvSpPr/>
            <p:nvPr/>
          </p:nvSpPr>
          <p:spPr>
            <a:xfrm>
              <a:off x="2781674" y="489580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4F87">
                <a:alpha val="100000"/>
              </a:srgbClr>
            </a:solidFill>
            <a:ln w="5420" cap="flat">
              <a:solidFill>
                <a:srgbClr val="3B4F8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26" name="pg3126"/>
            <p:cNvSpPr/>
            <p:nvPr/>
          </p:nvSpPr>
          <p:spPr>
            <a:xfrm>
              <a:off x="2793311" y="489580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5089">
                <a:alpha val="100000"/>
              </a:srgbClr>
            </a:solidFill>
            <a:ln w="5420" cap="flat">
              <a:solidFill>
                <a:srgbClr val="3B508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27" name="pg3127"/>
            <p:cNvSpPr/>
            <p:nvPr/>
          </p:nvSpPr>
          <p:spPr>
            <a:xfrm>
              <a:off x="2804948" y="489580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518A">
                <a:alpha val="100000"/>
              </a:srgbClr>
            </a:solidFill>
            <a:ln w="5420" cap="flat">
              <a:solidFill>
                <a:srgbClr val="3B518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28" name="pg3128"/>
            <p:cNvSpPr/>
            <p:nvPr/>
          </p:nvSpPr>
          <p:spPr>
            <a:xfrm>
              <a:off x="2816586" y="489580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518B">
                <a:alpha val="100000"/>
              </a:srgbClr>
            </a:solidFill>
            <a:ln w="5420" cap="flat">
              <a:solidFill>
                <a:srgbClr val="3B518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29" name="pg3129"/>
            <p:cNvSpPr/>
            <p:nvPr/>
          </p:nvSpPr>
          <p:spPr>
            <a:xfrm>
              <a:off x="2828223" y="489580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528D">
                <a:alpha val="100000"/>
              </a:srgbClr>
            </a:solidFill>
            <a:ln w="5420" cap="flat">
              <a:solidFill>
                <a:srgbClr val="3B528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30" name="pg3130"/>
            <p:cNvSpPr/>
            <p:nvPr/>
          </p:nvSpPr>
          <p:spPr>
            <a:xfrm>
              <a:off x="2839860" y="489580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528D">
                <a:alpha val="100000"/>
              </a:srgbClr>
            </a:solidFill>
            <a:ln w="5420" cap="flat">
              <a:solidFill>
                <a:srgbClr val="3B528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31" name="pg3131"/>
            <p:cNvSpPr/>
            <p:nvPr/>
          </p:nvSpPr>
          <p:spPr>
            <a:xfrm>
              <a:off x="2874772" y="489580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518B">
                <a:alpha val="100000"/>
              </a:srgbClr>
            </a:solidFill>
            <a:ln w="5420" cap="flat">
              <a:solidFill>
                <a:srgbClr val="3B518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32" name="pg3132"/>
            <p:cNvSpPr/>
            <p:nvPr/>
          </p:nvSpPr>
          <p:spPr>
            <a:xfrm>
              <a:off x="2886410" y="489580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518B">
                <a:alpha val="100000"/>
              </a:srgbClr>
            </a:solidFill>
            <a:ln w="5420" cap="flat">
              <a:solidFill>
                <a:srgbClr val="3B518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33" name="pg3133"/>
            <p:cNvSpPr/>
            <p:nvPr/>
          </p:nvSpPr>
          <p:spPr>
            <a:xfrm>
              <a:off x="2898047" y="489580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518A">
                <a:alpha val="100000"/>
              </a:srgbClr>
            </a:solidFill>
            <a:ln w="5420" cap="flat">
              <a:solidFill>
                <a:srgbClr val="3B518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34" name="pg3134"/>
            <p:cNvSpPr/>
            <p:nvPr/>
          </p:nvSpPr>
          <p:spPr>
            <a:xfrm>
              <a:off x="2909684" y="489580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508A">
                <a:alpha val="100000"/>
              </a:srgbClr>
            </a:solidFill>
            <a:ln w="5420" cap="flat">
              <a:solidFill>
                <a:srgbClr val="3B508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35" name="pg3135"/>
            <p:cNvSpPr/>
            <p:nvPr/>
          </p:nvSpPr>
          <p:spPr>
            <a:xfrm>
              <a:off x="2921322" y="489580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5089">
                <a:alpha val="100000"/>
              </a:srgbClr>
            </a:solidFill>
            <a:ln w="5420" cap="flat">
              <a:solidFill>
                <a:srgbClr val="3B508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36" name="pg3136"/>
            <p:cNvSpPr/>
            <p:nvPr/>
          </p:nvSpPr>
          <p:spPr>
            <a:xfrm>
              <a:off x="2932959" y="489580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5089">
                <a:alpha val="100000"/>
              </a:srgbClr>
            </a:solidFill>
            <a:ln w="5420" cap="flat">
              <a:solidFill>
                <a:srgbClr val="3B508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37" name="pg3137"/>
            <p:cNvSpPr/>
            <p:nvPr/>
          </p:nvSpPr>
          <p:spPr>
            <a:xfrm>
              <a:off x="2944596" y="489580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5089">
                <a:alpha val="100000"/>
              </a:srgbClr>
            </a:solidFill>
            <a:ln w="5420" cap="flat">
              <a:solidFill>
                <a:srgbClr val="3B508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38" name="pg3138"/>
            <p:cNvSpPr/>
            <p:nvPr/>
          </p:nvSpPr>
          <p:spPr>
            <a:xfrm>
              <a:off x="2956233" y="489580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5089">
                <a:alpha val="100000"/>
              </a:srgbClr>
            </a:solidFill>
            <a:ln w="5420" cap="flat">
              <a:solidFill>
                <a:srgbClr val="3B508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39" name="pg3139"/>
            <p:cNvSpPr/>
            <p:nvPr/>
          </p:nvSpPr>
          <p:spPr>
            <a:xfrm>
              <a:off x="3468276" y="489580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A81">
                <a:alpha val="100000"/>
              </a:srgbClr>
            </a:solidFill>
            <a:ln w="5420" cap="flat">
              <a:solidFill>
                <a:srgbClr val="3C4A8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40" name="pg3140"/>
            <p:cNvSpPr/>
            <p:nvPr/>
          </p:nvSpPr>
          <p:spPr>
            <a:xfrm>
              <a:off x="3479913" y="489580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A82">
                <a:alpha val="100000"/>
              </a:srgbClr>
            </a:solidFill>
            <a:ln w="5420" cap="flat">
              <a:solidFill>
                <a:srgbClr val="3C4A8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41" name="pg3141"/>
            <p:cNvSpPr/>
            <p:nvPr/>
          </p:nvSpPr>
          <p:spPr>
            <a:xfrm>
              <a:off x="3549737" y="489580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A82">
                <a:alpha val="100000"/>
              </a:srgbClr>
            </a:solidFill>
            <a:ln w="5420" cap="flat">
              <a:solidFill>
                <a:srgbClr val="3C4A8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42" name="pg3142"/>
            <p:cNvSpPr/>
            <p:nvPr/>
          </p:nvSpPr>
          <p:spPr>
            <a:xfrm>
              <a:off x="3561375" y="489580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B82">
                <a:alpha val="100000"/>
              </a:srgbClr>
            </a:solidFill>
            <a:ln w="5420" cap="flat">
              <a:solidFill>
                <a:srgbClr val="3C4B8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43" name="pg3143"/>
            <p:cNvSpPr/>
            <p:nvPr/>
          </p:nvSpPr>
          <p:spPr>
            <a:xfrm>
              <a:off x="3573012" y="489580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B82">
                <a:alpha val="100000"/>
              </a:srgbClr>
            </a:solidFill>
            <a:ln w="5420" cap="flat">
              <a:solidFill>
                <a:srgbClr val="3C4B8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44" name="pg3144"/>
            <p:cNvSpPr/>
            <p:nvPr/>
          </p:nvSpPr>
          <p:spPr>
            <a:xfrm>
              <a:off x="3584649" y="489580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B82">
                <a:alpha val="100000"/>
              </a:srgbClr>
            </a:solidFill>
            <a:ln w="5420" cap="flat">
              <a:solidFill>
                <a:srgbClr val="3C4B8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45" name="pg3145"/>
            <p:cNvSpPr/>
            <p:nvPr/>
          </p:nvSpPr>
          <p:spPr>
            <a:xfrm>
              <a:off x="3596287" y="489580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B82">
                <a:alpha val="100000"/>
              </a:srgbClr>
            </a:solidFill>
            <a:ln w="5420" cap="flat">
              <a:solidFill>
                <a:srgbClr val="3C4B8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46" name="pg3146"/>
            <p:cNvSpPr/>
            <p:nvPr/>
          </p:nvSpPr>
          <p:spPr>
            <a:xfrm>
              <a:off x="3607924" y="489580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B83">
                <a:alpha val="100000"/>
              </a:srgbClr>
            </a:solidFill>
            <a:ln w="5420" cap="flat">
              <a:solidFill>
                <a:srgbClr val="3C4B8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47" name="pg3147"/>
            <p:cNvSpPr/>
            <p:nvPr/>
          </p:nvSpPr>
          <p:spPr>
            <a:xfrm>
              <a:off x="4247977" y="489580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980">
                <a:alpha val="100000"/>
              </a:srgbClr>
            </a:solidFill>
            <a:ln w="5420" cap="flat">
              <a:solidFill>
                <a:srgbClr val="3C498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48" name="pg3148"/>
            <p:cNvSpPr/>
            <p:nvPr/>
          </p:nvSpPr>
          <p:spPr>
            <a:xfrm>
              <a:off x="4259614" y="489580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980">
                <a:alpha val="100000"/>
              </a:srgbClr>
            </a:solidFill>
            <a:ln w="5420" cap="flat">
              <a:solidFill>
                <a:srgbClr val="3C498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49" name="pg3149"/>
            <p:cNvSpPr/>
            <p:nvPr/>
          </p:nvSpPr>
          <p:spPr>
            <a:xfrm>
              <a:off x="4271252" y="489580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980">
                <a:alpha val="100000"/>
              </a:srgbClr>
            </a:solidFill>
            <a:ln w="5420" cap="flat">
              <a:solidFill>
                <a:srgbClr val="3C498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50" name="pg3150"/>
            <p:cNvSpPr/>
            <p:nvPr/>
          </p:nvSpPr>
          <p:spPr>
            <a:xfrm>
              <a:off x="4282889" y="489580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980">
                <a:alpha val="100000"/>
              </a:srgbClr>
            </a:solidFill>
            <a:ln w="5420" cap="flat">
              <a:solidFill>
                <a:srgbClr val="3C498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51" name="pg3151"/>
            <p:cNvSpPr/>
            <p:nvPr/>
          </p:nvSpPr>
          <p:spPr>
            <a:xfrm>
              <a:off x="4294526" y="489580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97F">
                <a:alpha val="100000"/>
              </a:srgbClr>
            </a:solidFill>
            <a:ln w="5420" cap="flat">
              <a:solidFill>
                <a:srgbClr val="3C497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52" name="pg3152"/>
            <p:cNvSpPr/>
            <p:nvPr/>
          </p:nvSpPr>
          <p:spPr>
            <a:xfrm>
              <a:off x="4445812" y="489580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87E">
                <a:alpha val="100000"/>
              </a:srgbClr>
            </a:solidFill>
            <a:ln w="5420" cap="flat">
              <a:solidFill>
                <a:srgbClr val="3C487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53" name="pg3153"/>
            <p:cNvSpPr/>
            <p:nvPr/>
          </p:nvSpPr>
          <p:spPr>
            <a:xfrm>
              <a:off x="4457449" y="489580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87F">
                <a:alpha val="100000"/>
              </a:srgbClr>
            </a:solidFill>
            <a:ln w="5420" cap="flat">
              <a:solidFill>
                <a:srgbClr val="3C487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54" name="pg3154"/>
            <p:cNvSpPr/>
            <p:nvPr/>
          </p:nvSpPr>
          <p:spPr>
            <a:xfrm>
              <a:off x="4469086" y="489580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97F">
                <a:alpha val="100000"/>
              </a:srgbClr>
            </a:solidFill>
            <a:ln w="5420" cap="flat">
              <a:solidFill>
                <a:srgbClr val="3C497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55" name="pg3155"/>
            <p:cNvSpPr/>
            <p:nvPr/>
          </p:nvSpPr>
          <p:spPr>
            <a:xfrm>
              <a:off x="4480724" y="489580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980">
                <a:alpha val="100000"/>
              </a:srgbClr>
            </a:solidFill>
            <a:ln w="5420" cap="flat">
              <a:solidFill>
                <a:srgbClr val="3C498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56" name="pg3156"/>
            <p:cNvSpPr/>
            <p:nvPr/>
          </p:nvSpPr>
          <p:spPr>
            <a:xfrm>
              <a:off x="4492361" y="489580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980">
                <a:alpha val="100000"/>
              </a:srgbClr>
            </a:solidFill>
            <a:ln w="5420" cap="flat">
              <a:solidFill>
                <a:srgbClr val="3C498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57" name="pg3157"/>
            <p:cNvSpPr/>
            <p:nvPr/>
          </p:nvSpPr>
          <p:spPr>
            <a:xfrm>
              <a:off x="2770036" y="491010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4D85">
                <a:alpha val="100000"/>
              </a:srgbClr>
            </a:solidFill>
            <a:ln w="5420" cap="flat">
              <a:solidFill>
                <a:srgbClr val="3B4D8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58" name="pg3158"/>
            <p:cNvSpPr/>
            <p:nvPr/>
          </p:nvSpPr>
          <p:spPr>
            <a:xfrm>
              <a:off x="2781674" y="491010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4E87">
                <a:alpha val="100000"/>
              </a:srgbClr>
            </a:solidFill>
            <a:ln w="5420" cap="flat">
              <a:solidFill>
                <a:srgbClr val="3B4E8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59" name="pg3159"/>
            <p:cNvSpPr/>
            <p:nvPr/>
          </p:nvSpPr>
          <p:spPr>
            <a:xfrm>
              <a:off x="2793311" y="491010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5089">
                <a:alpha val="100000"/>
              </a:srgbClr>
            </a:solidFill>
            <a:ln w="5420" cap="flat">
              <a:solidFill>
                <a:srgbClr val="3B508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60" name="pg3160"/>
            <p:cNvSpPr/>
            <p:nvPr/>
          </p:nvSpPr>
          <p:spPr>
            <a:xfrm>
              <a:off x="2804948" y="491010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518B">
                <a:alpha val="100000"/>
              </a:srgbClr>
            </a:solidFill>
            <a:ln w="5420" cap="flat">
              <a:solidFill>
                <a:srgbClr val="3B518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61" name="pg3161"/>
            <p:cNvSpPr/>
            <p:nvPr/>
          </p:nvSpPr>
          <p:spPr>
            <a:xfrm>
              <a:off x="2816586" y="491010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528C">
                <a:alpha val="100000"/>
              </a:srgbClr>
            </a:solidFill>
            <a:ln w="5420" cap="flat">
              <a:solidFill>
                <a:srgbClr val="3B528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62" name="pg3162"/>
            <p:cNvSpPr/>
            <p:nvPr/>
          </p:nvSpPr>
          <p:spPr>
            <a:xfrm>
              <a:off x="2828223" y="491010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538D">
                <a:alpha val="100000"/>
              </a:srgbClr>
            </a:solidFill>
            <a:ln w="5420" cap="flat">
              <a:solidFill>
                <a:srgbClr val="3B538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63" name="pg3163"/>
            <p:cNvSpPr/>
            <p:nvPr/>
          </p:nvSpPr>
          <p:spPr>
            <a:xfrm>
              <a:off x="2839860" y="491010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538D">
                <a:alpha val="100000"/>
              </a:srgbClr>
            </a:solidFill>
            <a:ln w="5420" cap="flat">
              <a:solidFill>
                <a:srgbClr val="3B538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64" name="pg3164"/>
            <p:cNvSpPr/>
            <p:nvPr/>
          </p:nvSpPr>
          <p:spPr>
            <a:xfrm>
              <a:off x="2851498" y="491010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538D">
                <a:alpha val="100000"/>
              </a:srgbClr>
            </a:solidFill>
            <a:ln w="5420" cap="flat">
              <a:solidFill>
                <a:srgbClr val="3B538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65" name="pg3165"/>
            <p:cNvSpPr/>
            <p:nvPr/>
          </p:nvSpPr>
          <p:spPr>
            <a:xfrm>
              <a:off x="2863135" y="491010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528C">
                <a:alpha val="100000"/>
              </a:srgbClr>
            </a:solidFill>
            <a:ln w="5420" cap="flat">
              <a:solidFill>
                <a:srgbClr val="3B528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66" name="pg3166"/>
            <p:cNvSpPr/>
            <p:nvPr/>
          </p:nvSpPr>
          <p:spPr>
            <a:xfrm>
              <a:off x="2874772" y="491010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528C">
                <a:alpha val="100000"/>
              </a:srgbClr>
            </a:solidFill>
            <a:ln w="5420" cap="flat">
              <a:solidFill>
                <a:srgbClr val="3B528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67" name="pg3167"/>
            <p:cNvSpPr/>
            <p:nvPr/>
          </p:nvSpPr>
          <p:spPr>
            <a:xfrm>
              <a:off x="2886410" y="491010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518B">
                <a:alpha val="100000"/>
              </a:srgbClr>
            </a:solidFill>
            <a:ln w="5420" cap="flat">
              <a:solidFill>
                <a:srgbClr val="3B518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68" name="pg3168"/>
            <p:cNvSpPr/>
            <p:nvPr/>
          </p:nvSpPr>
          <p:spPr>
            <a:xfrm>
              <a:off x="2898047" y="491010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518A">
                <a:alpha val="100000"/>
              </a:srgbClr>
            </a:solidFill>
            <a:ln w="5420" cap="flat">
              <a:solidFill>
                <a:srgbClr val="3B518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69" name="pg3169"/>
            <p:cNvSpPr/>
            <p:nvPr/>
          </p:nvSpPr>
          <p:spPr>
            <a:xfrm>
              <a:off x="2909684" y="491010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508A">
                <a:alpha val="100000"/>
              </a:srgbClr>
            </a:solidFill>
            <a:ln w="5420" cap="flat">
              <a:solidFill>
                <a:srgbClr val="3B508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70" name="pg3170"/>
            <p:cNvSpPr/>
            <p:nvPr/>
          </p:nvSpPr>
          <p:spPr>
            <a:xfrm>
              <a:off x="2921322" y="491010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5089">
                <a:alpha val="100000"/>
              </a:srgbClr>
            </a:solidFill>
            <a:ln w="5420" cap="flat">
              <a:solidFill>
                <a:srgbClr val="3B508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71" name="pg3171"/>
            <p:cNvSpPr/>
            <p:nvPr/>
          </p:nvSpPr>
          <p:spPr>
            <a:xfrm>
              <a:off x="2932959" y="491010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5089">
                <a:alpha val="100000"/>
              </a:srgbClr>
            </a:solidFill>
            <a:ln w="5420" cap="flat">
              <a:solidFill>
                <a:srgbClr val="3B508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72" name="pg3172"/>
            <p:cNvSpPr/>
            <p:nvPr/>
          </p:nvSpPr>
          <p:spPr>
            <a:xfrm>
              <a:off x="2944596" y="491010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4F89">
                <a:alpha val="100000"/>
              </a:srgbClr>
            </a:solidFill>
            <a:ln w="5420" cap="flat">
              <a:solidFill>
                <a:srgbClr val="3B4F8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73" name="pg3173"/>
            <p:cNvSpPr/>
            <p:nvPr/>
          </p:nvSpPr>
          <p:spPr>
            <a:xfrm>
              <a:off x="3549737" y="491010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B82">
                <a:alpha val="100000"/>
              </a:srgbClr>
            </a:solidFill>
            <a:ln w="5420" cap="flat">
              <a:solidFill>
                <a:srgbClr val="3C4B8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74" name="pg3174"/>
            <p:cNvSpPr/>
            <p:nvPr/>
          </p:nvSpPr>
          <p:spPr>
            <a:xfrm>
              <a:off x="3561375" y="491010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B82">
                <a:alpha val="100000"/>
              </a:srgbClr>
            </a:solidFill>
            <a:ln w="5420" cap="flat">
              <a:solidFill>
                <a:srgbClr val="3C4B8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75" name="pg3175"/>
            <p:cNvSpPr/>
            <p:nvPr/>
          </p:nvSpPr>
          <p:spPr>
            <a:xfrm>
              <a:off x="3573012" y="491010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B82">
                <a:alpha val="100000"/>
              </a:srgbClr>
            </a:solidFill>
            <a:ln w="5420" cap="flat">
              <a:solidFill>
                <a:srgbClr val="3C4B8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76" name="pg3176"/>
            <p:cNvSpPr/>
            <p:nvPr/>
          </p:nvSpPr>
          <p:spPr>
            <a:xfrm>
              <a:off x="3584649" y="491010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B82">
                <a:alpha val="100000"/>
              </a:srgbClr>
            </a:solidFill>
            <a:ln w="5420" cap="flat">
              <a:solidFill>
                <a:srgbClr val="3C4B8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77" name="pg3177"/>
            <p:cNvSpPr/>
            <p:nvPr/>
          </p:nvSpPr>
          <p:spPr>
            <a:xfrm>
              <a:off x="4247977" y="491010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A80">
                <a:alpha val="100000"/>
              </a:srgbClr>
            </a:solidFill>
            <a:ln w="5420" cap="flat">
              <a:solidFill>
                <a:srgbClr val="3C4A8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78" name="pg3178"/>
            <p:cNvSpPr/>
            <p:nvPr/>
          </p:nvSpPr>
          <p:spPr>
            <a:xfrm>
              <a:off x="4259614" y="491010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A80">
                <a:alpha val="100000"/>
              </a:srgbClr>
            </a:solidFill>
            <a:ln w="5420" cap="flat">
              <a:solidFill>
                <a:srgbClr val="3C4A8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79" name="pg3179"/>
            <p:cNvSpPr/>
            <p:nvPr/>
          </p:nvSpPr>
          <p:spPr>
            <a:xfrm>
              <a:off x="4271252" y="491010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980">
                <a:alpha val="100000"/>
              </a:srgbClr>
            </a:solidFill>
            <a:ln w="5420" cap="flat">
              <a:solidFill>
                <a:srgbClr val="3C498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80" name="pg3180"/>
            <p:cNvSpPr/>
            <p:nvPr/>
          </p:nvSpPr>
          <p:spPr>
            <a:xfrm>
              <a:off x="4282889" y="491010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980">
                <a:alpha val="100000"/>
              </a:srgbClr>
            </a:solidFill>
            <a:ln w="5420" cap="flat">
              <a:solidFill>
                <a:srgbClr val="3C498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81" name="pg3181"/>
            <p:cNvSpPr/>
            <p:nvPr/>
          </p:nvSpPr>
          <p:spPr>
            <a:xfrm>
              <a:off x="4294526" y="491010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980">
                <a:alpha val="100000"/>
              </a:srgbClr>
            </a:solidFill>
            <a:ln w="5420" cap="flat">
              <a:solidFill>
                <a:srgbClr val="3C498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82" name="pg3182"/>
            <p:cNvSpPr/>
            <p:nvPr/>
          </p:nvSpPr>
          <p:spPr>
            <a:xfrm>
              <a:off x="4445812" y="491010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97F">
                <a:alpha val="100000"/>
              </a:srgbClr>
            </a:solidFill>
            <a:ln w="5420" cap="flat">
              <a:solidFill>
                <a:srgbClr val="3C497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83" name="pg3183"/>
            <p:cNvSpPr/>
            <p:nvPr/>
          </p:nvSpPr>
          <p:spPr>
            <a:xfrm>
              <a:off x="4457449" y="491010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97F">
                <a:alpha val="100000"/>
              </a:srgbClr>
            </a:solidFill>
            <a:ln w="5420" cap="flat">
              <a:solidFill>
                <a:srgbClr val="3C497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84" name="pg3184"/>
            <p:cNvSpPr/>
            <p:nvPr/>
          </p:nvSpPr>
          <p:spPr>
            <a:xfrm>
              <a:off x="4469086" y="491010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980">
                <a:alpha val="100000"/>
              </a:srgbClr>
            </a:solidFill>
            <a:ln w="5420" cap="flat">
              <a:solidFill>
                <a:srgbClr val="3C498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85" name="pg3185"/>
            <p:cNvSpPr/>
            <p:nvPr/>
          </p:nvSpPr>
          <p:spPr>
            <a:xfrm>
              <a:off x="4480724" y="491010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A80">
                <a:alpha val="100000"/>
              </a:srgbClr>
            </a:solidFill>
            <a:ln w="5420" cap="flat">
              <a:solidFill>
                <a:srgbClr val="3C4A8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86" name="pg3186"/>
            <p:cNvSpPr/>
            <p:nvPr/>
          </p:nvSpPr>
          <p:spPr>
            <a:xfrm>
              <a:off x="4492361" y="491010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A81">
                <a:alpha val="100000"/>
              </a:srgbClr>
            </a:solidFill>
            <a:ln w="5420" cap="flat">
              <a:solidFill>
                <a:srgbClr val="3C4A8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87" name="pg3187"/>
            <p:cNvSpPr/>
            <p:nvPr/>
          </p:nvSpPr>
          <p:spPr>
            <a:xfrm>
              <a:off x="4503998" y="491010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A81">
                <a:alpha val="100000"/>
              </a:srgbClr>
            </a:solidFill>
            <a:ln w="5420" cap="flat">
              <a:solidFill>
                <a:srgbClr val="3C4A8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88" name="pg3188"/>
            <p:cNvSpPr/>
            <p:nvPr/>
          </p:nvSpPr>
          <p:spPr>
            <a:xfrm>
              <a:off x="2770036" y="492440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C84">
                <a:alpha val="100000"/>
              </a:srgbClr>
            </a:solidFill>
            <a:ln w="5420" cap="flat">
              <a:solidFill>
                <a:srgbClr val="3C4C8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89" name="pg3189"/>
            <p:cNvSpPr/>
            <p:nvPr/>
          </p:nvSpPr>
          <p:spPr>
            <a:xfrm>
              <a:off x="2781674" y="492440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4E86">
                <a:alpha val="100000"/>
              </a:srgbClr>
            </a:solidFill>
            <a:ln w="5420" cap="flat">
              <a:solidFill>
                <a:srgbClr val="3B4E8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90" name="pg3190"/>
            <p:cNvSpPr/>
            <p:nvPr/>
          </p:nvSpPr>
          <p:spPr>
            <a:xfrm>
              <a:off x="2793311" y="492440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4F88">
                <a:alpha val="100000"/>
              </a:srgbClr>
            </a:solidFill>
            <a:ln w="5420" cap="flat">
              <a:solidFill>
                <a:srgbClr val="3B4F8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91" name="pg3191"/>
            <p:cNvSpPr/>
            <p:nvPr/>
          </p:nvSpPr>
          <p:spPr>
            <a:xfrm>
              <a:off x="2804948" y="492440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518A">
                <a:alpha val="100000"/>
              </a:srgbClr>
            </a:solidFill>
            <a:ln w="5420" cap="flat">
              <a:solidFill>
                <a:srgbClr val="3B518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92" name="pg3192"/>
            <p:cNvSpPr/>
            <p:nvPr/>
          </p:nvSpPr>
          <p:spPr>
            <a:xfrm>
              <a:off x="2816586" y="492440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528C">
                <a:alpha val="100000"/>
              </a:srgbClr>
            </a:solidFill>
            <a:ln w="5420" cap="flat">
              <a:solidFill>
                <a:srgbClr val="3B528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93" name="pg3193"/>
            <p:cNvSpPr/>
            <p:nvPr/>
          </p:nvSpPr>
          <p:spPr>
            <a:xfrm>
              <a:off x="2828223" y="492440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538E">
                <a:alpha val="100000"/>
              </a:srgbClr>
            </a:solidFill>
            <a:ln w="5420" cap="flat">
              <a:solidFill>
                <a:srgbClr val="3B538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94" name="pg3194"/>
            <p:cNvSpPr/>
            <p:nvPr/>
          </p:nvSpPr>
          <p:spPr>
            <a:xfrm>
              <a:off x="2839860" y="492440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538E">
                <a:alpha val="100000"/>
              </a:srgbClr>
            </a:solidFill>
            <a:ln w="5420" cap="flat">
              <a:solidFill>
                <a:srgbClr val="3B538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95" name="pg3195"/>
            <p:cNvSpPr/>
            <p:nvPr/>
          </p:nvSpPr>
          <p:spPr>
            <a:xfrm>
              <a:off x="2851498" y="492440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538D">
                <a:alpha val="100000"/>
              </a:srgbClr>
            </a:solidFill>
            <a:ln w="5420" cap="flat">
              <a:solidFill>
                <a:srgbClr val="3B538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96" name="pg3196"/>
            <p:cNvSpPr/>
            <p:nvPr/>
          </p:nvSpPr>
          <p:spPr>
            <a:xfrm>
              <a:off x="2863135" y="492440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528D">
                <a:alpha val="100000"/>
              </a:srgbClr>
            </a:solidFill>
            <a:ln w="5420" cap="flat">
              <a:solidFill>
                <a:srgbClr val="3B528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97" name="pg3197"/>
            <p:cNvSpPr/>
            <p:nvPr/>
          </p:nvSpPr>
          <p:spPr>
            <a:xfrm>
              <a:off x="2874772" y="492440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528C">
                <a:alpha val="100000"/>
              </a:srgbClr>
            </a:solidFill>
            <a:ln w="5420" cap="flat">
              <a:solidFill>
                <a:srgbClr val="3B528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98" name="pg3198"/>
            <p:cNvSpPr/>
            <p:nvPr/>
          </p:nvSpPr>
          <p:spPr>
            <a:xfrm>
              <a:off x="2886410" y="492440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518B">
                <a:alpha val="100000"/>
              </a:srgbClr>
            </a:solidFill>
            <a:ln w="5420" cap="flat">
              <a:solidFill>
                <a:srgbClr val="3B518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99" name="pg3199"/>
            <p:cNvSpPr/>
            <p:nvPr/>
          </p:nvSpPr>
          <p:spPr>
            <a:xfrm>
              <a:off x="2898047" y="492440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518A">
                <a:alpha val="100000"/>
              </a:srgbClr>
            </a:solidFill>
            <a:ln w="5420" cap="flat">
              <a:solidFill>
                <a:srgbClr val="3B518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00" name="pg3200"/>
            <p:cNvSpPr/>
            <p:nvPr/>
          </p:nvSpPr>
          <p:spPr>
            <a:xfrm>
              <a:off x="2909684" y="492440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508A">
                <a:alpha val="100000"/>
              </a:srgbClr>
            </a:solidFill>
            <a:ln w="5420" cap="flat">
              <a:solidFill>
                <a:srgbClr val="3B508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01" name="pg3201"/>
            <p:cNvSpPr/>
            <p:nvPr/>
          </p:nvSpPr>
          <p:spPr>
            <a:xfrm>
              <a:off x="2921322" y="492440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5089">
                <a:alpha val="100000"/>
              </a:srgbClr>
            </a:solidFill>
            <a:ln w="5420" cap="flat">
              <a:solidFill>
                <a:srgbClr val="3B508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02" name="pg3202"/>
            <p:cNvSpPr/>
            <p:nvPr/>
          </p:nvSpPr>
          <p:spPr>
            <a:xfrm>
              <a:off x="2932959" y="492440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5089">
                <a:alpha val="100000"/>
              </a:srgbClr>
            </a:solidFill>
            <a:ln w="5420" cap="flat">
              <a:solidFill>
                <a:srgbClr val="3B508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03" name="pg3203"/>
            <p:cNvSpPr/>
            <p:nvPr/>
          </p:nvSpPr>
          <p:spPr>
            <a:xfrm>
              <a:off x="4247977" y="492440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A81">
                <a:alpha val="100000"/>
              </a:srgbClr>
            </a:solidFill>
            <a:ln w="5420" cap="flat">
              <a:solidFill>
                <a:srgbClr val="3C4A8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04" name="pg3204"/>
            <p:cNvSpPr/>
            <p:nvPr/>
          </p:nvSpPr>
          <p:spPr>
            <a:xfrm>
              <a:off x="4259614" y="492440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A81">
                <a:alpha val="100000"/>
              </a:srgbClr>
            </a:solidFill>
            <a:ln w="5420" cap="flat">
              <a:solidFill>
                <a:srgbClr val="3C4A8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05" name="pg3205"/>
            <p:cNvSpPr/>
            <p:nvPr/>
          </p:nvSpPr>
          <p:spPr>
            <a:xfrm>
              <a:off x="4271252" y="492440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A80">
                <a:alpha val="100000"/>
              </a:srgbClr>
            </a:solidFill>
            <a:ln w="5420" cap="flat">
              <a:solidFill>
                <a:srgbClr val="3C4A8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06" name="pg3206"/>
            <p:cNvSpPr/>
            <p:nvPr/>
          </p:nvSpPr>
          <p:spPr>
            <a:xfrm>
              <a:off x="4282889" y="492440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A80">
                <a:alpha val="100000"/>
              </a:srgbClr>
            </a:solidFill>
            <a:ln w="5420" cap="flat">
              <a:solidFill>
                <a:srgbClr val="3C4A8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07" name="pg3207"/>
            <p:cNvSpPr/>
            <p:nvPr/>
          </p:nvSpPr>
          <p:spPr>
            <a:xfrm>
              <a:off x="4294526" y="492440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A80">
                <a:alpha val="100000"/>
              </a:srgbClr>
            </a:solidFill>
            <a:ln w="5420" cap="flat">
              <a:solidFill>
                <a:srgbClr val="3C4A8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08" name="pg3208"/>
            <p:cNvSpPr/>
            <p:nvPr/>
          </p:nvSpPr>
          <p:spPr>
            <a:xfrm>
              <a:off x="4445812" y="492440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980">
                <a:alpha val="100000"/>
              </a:srgbClr>
            </a:solidFill>
            <a:ln w="5420" cap="flat">
              <a:solidFill>
                <a:srgbClr val="3C498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09" name="pg3209"/>
            <p:cNvSpPr/>
            <p:nvPr/>
          </p:nvSpPr>
          <p:spPr>
            <a:xfrm>
              <a:off x="4457449" y="492440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980">
                <a:alpha val="100000"/>
              </a:srgbClr>
            </a:solidFill>
            <a:ln w="5420" cap="flat">
              <a:solidFill>
                <a:srgbClr val="3C498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10" name="pg3210"/>
            <p:cNvSpPr/>
            <p:nvPr/>
          </p:nvSpPr>
          <p:spPr>
            <a:xfrm>
              <a:off x="4469086" y="492440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A81">
                <a:alpha val="100000"/>
              </a:srgbClr>
            </a:solidFill>
            <a:ln w="5420" cap="flat">
              <a:solidFill>
                <a:srgbClr val="3C4A8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11" name="pg3211"/>
            <p:cNvSpPr/>
            <p:nvPr/>
          </p:nvSpPr>
          <p:spPr>
            <a:xfrm>
              <a:off x="4480724" y="492440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A81">
                <a:alpha val="100000"/>
              </a:srgbClr>
            </a:solidFill>
            <a:ln w="5420" cap="flat">
              <a:solidFill>
                <a:srgbClr val="3C4A8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12" name="pg3212"/>
            <p:cNvSpPr/>
            <p:nvPr/>
          </p:nvSpPr>
          <p:spPr>
            <a:xfrm>
              <a:off x="4492361" y="492440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A81">
                <a:alpha val="100000"/>
              </a:srgbClr>
            </a:solidFill>
            <a:ln w="5420" cap="flat">
              <a:solidFill>
                <a:srgbClr val="3C4A8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13" name="pg3213"/>
            <p:cNvSpPr/>
            <p:nvPr/>
          </p:nvSpPr>
          <p:spPr>
            <a:xfrm>
              <a:off x="4503998" y="492440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A82">
                <a:alpha val="100000"/>
              </a:srgbClr>
            </a:solidFill>
            <a:ln w="5420" cap="flat">
              <a:solidFill>
                <a:srgbClr val="3C4A8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14" name="pg3214"/>
            <p:cNvSpPr/>
            <p:nvPr/>
          </p:nvSpPr>
          <p:spPr>
            <a:xfrm>
              <a:off x="4515636" y="492440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B82">
                <a:alpha val="100000"/>
              </a:srgbClr>
            </a:solidFill>
            <a:ln w="5420" cap="flat">
              <a:solidFill>
                <a:srgbClr val="3C4B8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15" name="pg3215"/>
            <p:cNvSpPr/>
            <p:nvPr/>
          </p:nvSpPr>
          <p:spPr>
            <a:xfrm>
              <a:off x="2758399" y="493870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980">
                <a:alpha val="100000"/>
              </a:srgbClr>
            </a:solidFill>
            <a:ln w="5420" cap="flat">
              <a:solidFill>
                <a:srgbClr val="3C498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16" name="pg3216"/>
            <p:cNvSpPr/>
            <p:nvPr/>
          </p:nvSpPr>
          <p:spPr>
            <a:xfrm>
              <a:off x="2770036" y="493870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B82">
                <a:alpha val="100000"/>
              </a:srgbClr>
            </a:solidFill>
            <a:ln w="5420" cap="flat">
              <a:solidFill>
                <a:srgbClr val="3C4B8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17" name="pg3217"/>
            <p:cNvSpPr/>
            <p:nvPr/>
          </p:nvSpPr>
          <p:spPr>
            <a:xfrm>
              <a:off x="2781674" y="493870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D84">
                <a:alpha val="100000"/>
              </a:srgbClr>
            </a:solidFill>
            <a:ln w="5420" cap="flat">
              <a:solidFill>
                <a:srgbClr val="3C4D8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18" name="pg3218"/>
            <p:cNvSpPr/>
            <p:nvPr/>
          </p:nvSpPr>
          <p:spPr>
            <a:xfrm>
              <a:off x="2793311" y="493870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4E87">
                <a:alpha val="100000"/>
              </a:srgbClr>
            </a:solidFill>
            <a:ln w="5420" cap="flat">
              <a:solidFill>
                <a:srgbClr val="3B4E8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19" name="pg3219"/>
            <p:cNvSpPr/>
            <p:nvPr/>
          </p:nvSpPr>
          <p:spPr>
            <a:xfrm>
              <a:off x="2804948" y="493870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508A">
                <a:alpha val="100000"/>
              </a:srgbClr>
            </a:solidFill>
            <a:ln w="5420" cap="flat">
              <a:solidFill>
                <a:srgbClr val="3B508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20" name="pg3220"/>
            <p:cNvSpPr/>
            <p:nvPr/>
          </p:nvSpPr>
          <p:spPr>
            <a:xfrm>
              <a:off x="2816586" y="493870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518C">
                <a:alpha val="100000"/>
              </a:srgbClr>
            </a:solidFill>
            <a:ln w="5420" cap="flat">
              <a:solidFill>
                <a:srgbClr val="3B518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21" name="pg3221"/>
            <p:cNvSpPr/>
            <p:nvPr/>
          </p:nvSpPr>
          <p:spPr>
            <a:xfrm>
              <a:off x="2828223" y="493870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538D">
                <a:alpha val="100000"/>
              </a:srgbClr>
            </a:solidFill>
            <a:ln w="5420" cap="flat">
              <a:solidFill>
                <a:srgbClr val="3B538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22" name="pg3222"/>
            <p:cNvSpPr/>
            <p:nvPr/>
          </p:nvSpPr>
          <p:spPr>
            <a:xfrm>
              <a:off x="2839860" y="493870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538D">
                <a:alpha val="100000"/>
              </a:srgbClr>
            </a:solidFill>
            <a:ln w="5420" cap="flat">
              <a:solidFill>
                <a:srgbClr val="3B538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23" name="pg3223"/>
            <p:cNvSpPr/>
            <p:nvPr/>
          </p:nvSpPr>
          <p:spPr>
            <a:xfrm>
              <a:off x="2851498" y="493870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538D">
                <a:alpha val="100000"/>
              </a:srgbClr>
            </a:solidFill>
            <a:ln w="5420" cap="flat">
              <a:solidFill>
                <a:srgbClr val="3B538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24" name="pg3224"/>
            <p:cNvSpPr/>
            <p:nvPr/>
          </p:nvSpPr>
          <p:spPr>
            <a:xfrm>
              <a:off x="2863135" y="493870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528C">
                <a:alpha val="100000"/>
              </a:srgbClr>
            </a:solidFill>
            <a:ln w="5420" cap="flat">
              <a:solidFill>
                <a:srgbClr val="3B528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25" name="pg3225"/>
            <p:cNvSpPr/>
            <p:nvPr/>
          </p:nvSpPr>
          <p:spPr>
            <a:xfrm>
              <a:off x="2874772" y="493870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528C">
                <a:alpha val="100000"/>
              </a:srgbClr>
            </a:solidFill>
            <a:ln w="5420" cap="flat">
              <a:solidFill>
                <a:srgbClr val="3B528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26" name="pg3226"/>
            <p:cNvSpPr/>
            <p:nvPr/>
          </p:nvSpPr>
          <p:spPr>
            <a:xfrm>
              <a:off x="2886410" y="493870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518B">
                <a:alpha val="100000"/>
              </a:srgbClr>
            </a:solidFill>
            <a:ln w="5420" cap="flat">
              <a:solidFill>
                <a:srgbClr val="3B518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27" name="pg3227"/>
            <p:cNvSpPr/>
            <p:nvPr/>
          </p:nvSpPr>
          <p:spPr>
            <a:xfrm>
              <a:off x="2898047" y="493870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518A">
                <a:alpha val="100000"/>
              </a:srgbClr>
            </a:solidFill>
            <a:ln w="5420" cap="flat">
              <a:solidFill>
                <a:srgbClr val="3B518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28" name="pg3228"/>
            <p:cNvSpPr/>
            <p:nvPr/>
          </p:nvSpPr>
          <p:spPr>
            <a:xfrm>
              <a:off x="2909684" y="493870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508A">
                <a:alpha val="100000"/>
              </a:srgbClr>
            </a:solidFill>
            <a:ln w="5420" cap="flat">
              <a:solidFill>
                <a:srgbClr val="3B508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29" name="pg3229"/>
            <p:cNvSpPr/>
            <p:nvPr/>
          </p:nvSpPr>
          <p:spPr>
            <a:xfrm>
              <a:off x="4247977" y="493870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A81">
                <a:alpha val="100000"/>
              </a:srgbClr>
            </a:solidFill>
            <a:ln w="5420" cap="flat">
              <a:solidFill>
                <a:srgbClr val="3C4A8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30" name="pg3230"/>
            <p:cNvSpPr/>
            <p:nvPr/>
          </p:nvSpPr>
          <p:spPr>
            <a:xfrm>
              <a:off x="4259614" y="493870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A81">
                <a:alpha val="100000"/>
              </a:srgbClr>
            </a:solidFill>
            <a:ln w="5420" cap="flat">
              <a:solidFill>
                <a:srgbClr val="3C4A8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31" name="pg3231"/>
            <p:cNvSpPr/>
            <p:nvPr/>
          </p:nvSpPr>
          <p:spPr>
            <a:xfrm>
              <a:off x="4271252" y="493870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A81">
                <a:alpha val="100000"/>
              </a:srgbClr>
            </a:solidFill>
            <a:ln w="5420" cap="flat">
              <a:solidFill>
                <a:srgbClr val="3C4A8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32" name="pg3232"/>
            <p:cNvSpPr/>
            <p:nvPr/>
          </p:nvSpPr>
          <p:spPr>
            <a:xfrm>
              <a:off x="4282889" y="493870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A81">
                <a:alpha val="100000"/>
              </a:srgbClr>
            </a:solidFill>
            <a:ln w="5420" cap="flat">
              <a:solidFill>
                <a:srgbClr val="3C4A8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33" name="pg3233"/>
            <p:cNvSpPr/>
            <p:nvPr/>
          </p:nvSpPr>
          <p:spPr>
            <a:xfrm>
              <a:off x="4294526" y="493870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A81">
                <a:alpha val="100000"/>
              </a:srgbClr>
            </a:solidFill>
            <a:ln w="5420" cap="flat">
              <a:solidFill>
                <a:srgbClr val="3C4A8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34" name="pg3234"/>
            <p:cNvSpPr/>
            <p:nvPr/>
          </p:nvSpPr>
          <p:spPr>
            <a:xfrm>
              <a:off x="4445812" y="493870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A81">
                <a:alpha val="100000"/>
              </a:srgbClr>
            </a:solidFill>
            <a:ln w="5420" cap="flat">
              <a:solidFill>
                <a:srgbClr val="3C4A8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35" name="pg3235"/>
            <p:cNvSpPr/>
            <p:nvPr/>
          </p:nvSpPr>
          <p:spPr>
            <a:xfrm>
              <a:off x="4457449" y="493870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A81">
                <a:alpha val="100000"/>
              </a:srgbClr>
            </a:solidFill>
            <a:ln w="5420" cap="flat">
              <a:solidFill>
                <a:srgbClr val="3C4A8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36" name="pg3236"/>
            <p:cNvSpPr/>
            <p:nvPr/>
          </p:nvSpPr>
          <p:spPr>
            <a:xfrm>
              <a:off x="4469086" y="493870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A81">
                <a:alpha val="100000"/>
              </a:srgbClr>
            </a:solidFill>
            <a:ln w="5420" cap="flat">
              <a:solidFill>
                <a:srgbClr val="3C4A8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37" name="pg3237"/>
            <p:cNvSpPr/>
            <p:nvPr/>
          </p:nvSpPr>
          <p:spPr>
            <a:xfrm>
              <a:off x="4480724" y="493870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A81">
                <a:alpha val="100000"/>
              </a:srgbClr>
            </a:solidFill>
            <a:ln w="5420" cap="flat">
              <a:solidFill>
                <a:srgbClr val="3C4A8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38" name="pg3238"/>
            <p:cNvSpPr/>
            <p:nvPr/>
          </p:nvSpPr>
          <p:spPr>
            <a:xfrm>
              <a:off x="4492361" y="493870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B82">
                <a:alpha val="100000"/>
              </a:srgbClr>
            </a:solidFill>
            <a:ln w="5420" cap="flat">
              <a:solidFill>
                <a:srgbClr val="3C4B8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39" name="pg3239"/>
            <p:cNvSpPr/>
            <p:nvPr/>
          </p:nvSpPr>
          <p:spPr>
            <a:xfrm>
              <a:off x="4503998" y="493870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B82">
                <a:alpha val="100000"/>
              </a:srgbClr>
            </a:solidFill>
            <a:ln w="5420" cap="flat">
              <a:solidFill>
                <a:srgbClr val="3C4B8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40" name="pg3240"/>
            <p:cNvSpPr/>
            <p:nvPr/>
          </p:nvSpPr>
          <p:spPr>
            <a:xfrm>
              <a:off x="4515636" y="493870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B82">
                <a:alpha val="100000"/>
              </a:srgbClr>
            </a:solidFill>
            <a:ln w="5420" cap="flat">
              <a:solidFill>
                <a:srgbClr val="3C4B8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41" name="pg3241"/>
            <p:cNvSpPr/>
            <p:nvPr/>
          </p:nvSpPr>
          <p:spPr>
            <a:xfrm>
              <a:off x="2758399" y="495300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67B">
                <a:alpha val="100000"/>
              </a:srgbClr>
            </a:solidFill>
            <a:ln w="5420" cap="flat">
              <a:solidFill>
                <a:srgbClr val="3C467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42" name="pg3242"/>
            <p:cNvSpPr/>
            <p:nvPr/>
          </p:nvSpPr>
          <p:spPr>
            <a:xfrm>
              <a:off x="2770036" y="495300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77D">
                <a:alpha val="100000"/>
              </a:srgbClr>
            </a:solidFill>
            <a:ln w="5420" cap="flat">
              <a:solidFill>
                <a:srgbClr val="3C477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43" name="pg3243"/>
            <p:cNvSpPr/>
            <p:nvPr/>
          </p:nvSpPr>
          <p:spPr>
            <a:xfrm>
              <a:off x="2781674" y="495300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980">
                <a:alpha val="100000"/>
              </a:srgbClr>
            </a:solidFill>
            <a:ln w="5420" cap="flat">
              <a:solidFill>
                <a:srgbClr val="3C498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44" name="pg3244"/>
            <p:cNvSpPr/>
            <p:nvPr/>
          </p:nvSpPr>
          <p:spPr>
            <a:xfrm>
              <a:off x="2793311" y="495300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B83">
                <a:alpha val="100000"/>
              </a:srgbClr>
            </a:solidFill>
            <a:ln w="5420" cap="flat">
              <a:solidFill>
                <a:srgbClr val="3C4B8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45" name="pg3245"/>
            <p:cNvSpPr/>
            <p:nvPr/>
          </p:nvSpPr>
          <p:spPr>
            <a:xfrm>
              <a:off x="2804948" y="495300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4E86">
                <a:alpha val="100000"/>
              </a:srgbClr>
            </a:solidFill>
            <a:ln w="5420" cap="flat">
              <a:solidFill>
                <a:srgbClr val="3B4E8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46" name="pg3246"/>
            <p:cNvSpPr/>
            <p:nvPr/>
          </p:nvSpPr>
          <p:spPr>
            <a:xfrm>
              <a:off x="2816586" y="495300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4F88">
                <a:alpha val="100000"/>
              </a:srgbClr>
            </a:solidFill>
            <a:ln w="5420" cap="flat">
              <a:solidFill>
                <a:srgbClr val="3B4F8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47" name="pg3247"/>
            <p:cNvSpPr/>
            <p:nvPr/>
          </p:nvSpPr>
          <p:spPr>
            <a:xfrm>
              <a:off x="2828223" y="495300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518B">
                <a:alpha val="100000"/>
              </a:srgbClr>
            </a:solidFill>
            <a:ln w="5420" cap="flat">
              <a:solidFill>
                <a:srgbClr val="3B518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48" name="pg3248"/>
            <p:cNvSpPr/>
            <p:nvPr/>
          </p:nvSpPr>
          <p:spPr>
            <a:xfrm>
              <a:off x="2839860" y="495300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518B">
                <a:alpha val="100000"/>
              </a:srgbClr>
            </a:solidFill>
            <a:ln w="5420" cap="flat">
              <a:solidFill>
                <a:srgbClr val="3B518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49" name="pg3249"/>
            <p:cNvSpPr/>
            <p:nvPr/>
          </p:nvSpPr>
          <p:spPr>
            <a:xfrm>
              <a:off x="2851498" y="495300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518B">
                <a:alpha val="100000"/>
              </a:srgbClr>
            </a:solidFill>
            <a:ln w="5420" cap="flat">
              <a:solidFill>
                <a:srgbClr val="3B518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50" name="pg3250"/>
            <p:cNvSpPr/>
            <p:nvPr/>
          </p:nvSpPr>
          <p:spPr>
            <a:xfrm>
              <a:off x="2863135" y="495300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518B">
                <a:alpha val="100000"/>
              </a:srgbClr>
            </a:solidFill>
            <a:ln w="5420" cap="flat">
              <a:solidFill>
                <a:srgbClr val="3B518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51" name="pg3251"/>
            <p:cNvSpPr/>
            <p:nvPr/>
          </p:nvSpPr>
          <p:spPr>
            <a:xfrm>
              <a:off x="2874772" y="495300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518B">
                <a:alpha val="100000"/>
              </a:srgbClr>
            </a:solidFill>
            <a:ln w="5420" cap="flat">
              <a:solidFill>
                <a:srgbClr val="3B518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52" name="pg3252"/>
            <p:cNvSpPr/>
            <p:nvPr/>
          </p:nvSpPr>
          <p:spPr>
            <a:xfrm>
              <a:off x="2886410" y="495300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518A">
                <a:alpha val="100000"/>
              </a:srgbClr>
            </a:solidFill>
            <a:ln w="5420" cap="flat">
              <a:solidFill>
                <a:srgbClr val="3B518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53" name="pg3253"/>
            <p:cNvSpPr/>
            <p:nvPr/>
          </p:nvSpPr>
          <p:spPr>
            <a:xfrm>
              <a:off x="4247977" y="495300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B82">
                <a:alpha val="100000"/>
              </a:srgbClr>
            </a:solidFill>
            <a:ln w="5420" cap="flat">
              <a:solidFill>
                <a:srgbClr val="3C4B8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54" name="pg3254"/>
            <p:cNvSpPr/>
            <p:nvPr/>
          </p:nvSpPr>
          <p:spPr>
            <a:xfrm>
              <a:off x="4259614" y="495300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B82">
                <a:alpha val="100000"/>
              </a:srgbClr>
            </a:solidFill>
            <a:ln w="5420" cap="flat">
              <a:solidFill>
                <a:srgbClr val="3C4B8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55" name="pg3255"/>
            <p:cNvSpPr/>
            <p:nvPr/>
          </p:nvSpPr>
          <p:spPr>
            <a:xfrm>
              <a:off x="4271252" y="495300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A82">
                <a:alpha val="100000"/>
              </a:srgbClr>
            </a:solidFill>
            <a:ln w="5420" cap="flat">
              <a:solidFill>
                <a:srgbClr val="3C4A8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56" name="pg3256"/>
            <p:cNvSpPr/>
            <p:nvPr/>
          </p:nvSpPr>
          <p:spPr>
            <a:xfrm>
              <a:off x="4282889" y="495300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A81">
                <a:alpha val="100000"/>
              </a:srgbClr>
            </a:solidFill>
            <a:ln w="5420" cap="flat">
              <a:solidFill>
                <a:srgbClr val="3C4A8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57" name="pg3257"/>
            <p:cNvSpPr/>
            <p:nvPr/>
          </p:nvSpPr>
          <p:spPr>
            <a:xfrm>
              <a:off x="4294526" y="495300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A81">
                <a:alpha val="100000"/>
              </a:srgbClr>
            </a:solidFill>
            <a:ln w="5420" cap="flat">
              <a:solidFill>
                <a:srgbClr val="3C4A8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58" name="pg3258"/>
            <p:cNvSpPr/>
            <p:nvPr/>
          </p:nvSpPr>
          <p:spPr>
            <a:xfrm>
              <a:off x="4457449" y="495300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B82">
                <a:alpha val="100000"/>
              </a:srgbClr>
            </a:solidFill>
            <a:ln w="5420" cap="flat">
              <a:solidFill>
                <a:srgbClr val="3C4B8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59" name="pg3259"/>
            <p:cNvSpPr/>
            <p:nvPr/>
          </p:nvSpPr>
          <p:spPr>
            <a:xfrm>
              <a:off x="4469086" y="495300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B82">
                <a:alpha val="100000"/>
              </a:srgbClr>
            </a:solidFill>
            <a:ln w="5420" cap="flat">
              <a:solidFill>
                <a:srgbClr val="3C4B8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60" name="pg3260"/>
            <p:cNvSpPr/>
            <p:nvPr/>
          </p:nvSpPr>
          <p:spPr>
            <a:xfrm>
              <a:off x="4480724" y="495300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B82">
                <a:alpha val="100000"/>
              </a:srgbClr>
            </a:solidFill>
            <a:ln w="5420" cap="flat">
              <a:solidFill>
                <a:srgbClr val="3C4B8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61" name="pg3261"/>
            <p:cNvSpPr/>
            <p:nvPr/>
          </p:nvSpPr>
          <p:spPr>
            <a:xfrm>
              <a:off x="4492361" y="495300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B83">
                <a:alpha val="100000"/>
              </a:srgbClr>
            </a:solidFill>
            <a:ln w="5420" cap="flat">
              <a:solidFill>
                <a:srgbClr val="3C4B8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62" name="pg3262"/>
            <p:cNvSpPr/>
            <p:nvPr/>
          </p:nvSpPr>
          <p:spPr>
            <a:xfrm>
              <a:off x="4503998" y="495300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C83">
                <a:alpha val="100000"/>
              </a:srgbClr>
            </a:solidFill>
            <a:ln w="5420" cap="flat">
              <a:solidFill>
                <a:srgbClr val="3C4C8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63" name="pg3263"/>
            <p:cNvSpPr/>
            <p:nvPr/>
          </p:nvSpPr>
          <p:spPr>
            <a:xfrm>
              <a:off x="4515636" y="495300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C83">
                <a:alpha val="100000"/>
              </a:srgbClr>
            </a:solidFill>
            <a:ln w="5420" cap="flat">
              <a:solidFill>
                <a:srgbClr val="3C4C8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64" name="pg3264"/>
            <p:cNvSpPr/>
            <p:nvPr/>
          </p:nvSpPr>
          <p:spPr>
            <a:xfrm>
              <a:off x="2723487" y="496730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377">
                <a:alpha val="100000"/>
              </a:srgbClr>
            </a:solidFill>
            <a:ln w="5420" cap="flat">
              <a:solidFill>
                <a:srgbClr val="3C437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65" name="pg3265"/>
            <p:cNvSpPr/>
            <p:nvPr/>
          </p:nvSpPr>
          <p:spPr>
            <a:xfrm>
              <a:off x="2735124" y="496730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377">
                <a:alpha val="100000"/>
              </a:srgbClr>
            </a:solidFill>
            <a:ln w="5420" cap="flat">
              <a:solidFill>
                <a:srgbClr val="3C437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66" name="pg3266"/>
            <p:cNvSpPr/>
            <p:nvPr/>
          </p:nvSpPr>
          <p:spPr>
            <a:xfrm>
              <a:off x="2746762" y="496730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377">
                <a:alpha val="100000"/>
              </a:srgbClr>
            </a:solidFill>
            <a:ln w="5420" cap="flat">
              <a:solidFill>
                <a:srgbClr val="3C437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67" name="pg3267"/>
            <p:cNvSpPr/>
            <p:nvPr/>
          </p:nvSpPr>
          <p:spPr>
            <a:xfrm>
              <a:off x="2758399" y="496730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479">
                <a:alpha val="100000"/>
              </a:srgbClr>
            </a:solidFill>
            <a:ln w="5420" cap="flat">
              <a:solidFill>
                <a:srgbClr val="3C447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68" name="pg3268"/>
            <p:cNvSpPr/>
            <p:nvPr/>
          </p:nvSpPr>
          <p:spPr>
            <a:xfrm>
              <a:off x="2770036" y="496730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67B">
                <a:alpha val="100000"/>
              </a:srgbClr>
            </a:solidFill>
            <a:ln w="5420" cap="flat">
              <a:solidFill>
                <a:srgbClr val="3C467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69" name="pg3269"/>
            <p:cNvSpPr/>
            <p:nvPr/>
          </p:nvSpPr>
          <p:spPr>
            <a:xfrm>
              <a:off x="2781674" y="496730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87D">
                <a:alpha val="100000"/>
              </a:srgbClr>
            </a:solidFill>
            <a:ln w="5420" cap="flat">
              <a:solidFill>
                <a:srgbClr val="3C487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70" name="pg3270"/>
            <p:cNvSpPr/>
            <p:nvPr/>
          </p:nvSpPr>
          <p:spPr>
            <a:xfrm>
              <a:off x="2793311" y="496730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A81">
                <a:alpha val="100000"/>
              </a:srgbClr>
            </a:solidFill>
            <a:ln w="5420" cap="flat">
              <a:solidFill>
                <a:srgbClr val="3C4A8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71" name="pg3271"/>
            <p:cNvSpPr/>
            <p:nvPr/>
          </p:nvSpPr>
          <p:spPr>
            <a:xfrm>
              <a:off x="2804948" y="496730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C83">
                <a:alpha val="100000"/>
              </a:srgbClr>
            </a:solidFill>
            <a:ln w="5420" cap="flat">
              <a:solidFill>
                <a:srgbClr val="3C4C8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72" name="pg3272"/>
            <p:cNvSpPr/>
            <p:nvPr/>
          </p:nvSpPr>
          <p:spPr>
            <a:xfrm>
              <a:off x="2816586" y="496730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4E86">
                <a:alpha val="100000"/>
              </a:srgbClr>
            </a:solidFill>
            <a:ln w="5420" cap="flat">
              <a:solidFill>
                <a:srgbClr val="3B4E8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73" name="pg3273"/>
            <p:cNvSpPr/>
            <p:nvPr/>
          </p:nvSpPr>
          <p:spPr>
            <a:xfrm>
              <a:off x="2828223" y="496730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5089">
                <a:alpha val="100000"/>
              </a:srgbClr>
            </a:solidFill>
            <a:ln w="5420" cap="flat">
              <a:solidFill>
                <a:srgbClr val="3B508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74" name="pg3274"/>
            <p:cNvSpPr/>
            <p:nvPr/>
          </p:nvSpPr>
          <p:spPr>
            <a:xfrm>
              <a:off x="2839860" y="496730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508A">
                <a:alpha val="100000"/>
              </a:srgbClr>
            </a:solidFill>
            <a:ln w="5420" cap="flat">
              <a:solidFill>
                <a:srgbClr val="3B508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75" name="pg3275"/>
            <p:cNvSpPr/>
            <p:nvPr/>
          </p:nvSpPr>
          <p:spPr>
            <a:xfrm>
              <a:off x="2851498" y="496730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508A">
                <a:alpha val="100000"/>
              </a:srgbClr>
            </a:solidFill>
            <a:ln w="5420" cap="flat">
              <a:solidFill>
                <a:srgbClr val="3B508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76" name="pg3276"/>
            <p:cNvSpPr/>
            <p:nvPr/>
          </p:nvSpPr>
          <p:spPr>
            <a:xfrm>
              <a:off x="2863135" y="496730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518A">
                <a:alpha val="100000"/>
              </a:srgbClr>
            </a:solidFill>
            <a:ln w="5420" cap="flat">
              <a:solidFill>
                <a:srgbClr val="3B518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77" name="pg3277"/>
            <p:cNvSpPr/>
            <p:nvPr/>
          </p:nvSpPr>
          <p:spPr>
            <a:xfrm>
              <a:off x="4247977" y="496730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B82">
                <a:alpha val="100000"/>
              </a:srgbClr>
            </a:solidFill>
            <a:ln w="5420" cap="flat">
              <a:solidFill>
                <a:srgbClr val="3C4B8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78" name="pg3278"/>
            <p:cNvSpPr/>
            <p:nvPr/>
          </p:nvSpPr>
          <p:spPr>
            <a:xfrm>
              <a:off x="4259614" y="496730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B82">
                <a:alpha val="100000"/>
              </a:srgbClr>
            </a:solidFill>
            <a:ln w="5420" cap="flat">
              <a:solidFill>
                <a:srgbClr val="3C4B8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79" name="pg3279"/>
            <p:cNvSpPr/>
            <p:nvPr/>
          </p:nvSpPr>
          <p:spPr>
            <a:xfrm>
              <a:off x="4271252" y="496730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B82">
                <a:alpha val="100000"/>
              </a:srgbClr>
            </a:solidFill>
            <a:ln w="5420" cap="flat">
              <a:solidFill>
                <a:srgbClr val="3C4B8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80" name="pg3280"/>
            <p:cNvSpPr/>
            <p:nvPr/>
          </p:nvSpPr>
          <p:spPr>
            <a:xfrm>
              <a:off x="4282889" y="496730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B82">
                <a:alpha val="100000"/>
              </a:srgbClr>
            </a:solidFill>
            <a:ln w="5420" cap="flat">
              <a:solidFill>
                <a:srgbClr val="3C4B8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81" name="pg3281"/>
            <p:cNvSpPr/>
            <p:nvPr/>
          </p:nvSpPr>
          <p:spPr>
            <a:xfrm>
              <a:off x="4294526" y="496730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B82">
                <a:alpha val="100000"/>
              </a:srgbClr>
            </a:solidFill>
            <a:ln w="5420" cap="flat">
              <a:solidFill>
                <a:srgbClr val="3C4B8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82" name="pg3282"/>
            <p:cNvSpPr/>
            <p:nvPr/>
          </p:nvSpPr>
          <p:spPr>
            <a:xfrm>
              <a:off x="4457449" y="496730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B82">
                <a:alpha val="100000"/>
              </a:srgbClr>
            </a:solidFill>
            <a:ln w="5420" cap="flat">
              <a:solidFill>
                <a:srgbClr val="3C4B8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83" name="pg3283"/>
            <p:cNvSpPr/>
            <p:nvPr/>
          </p:nvSpPr>
          <p:spPr>
            <a:xfrm>
              <a:off x="4469086" y="496730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B83">
                <a:alpha val="100000"/>
              </a:srgbClr>
            </a:solidFill>
            <a:ln w="5420" cap="flat">
              <a:solidFill>
                <a:srgbClr val="3C4B8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84" name="pg3284"/>
            <p:cNvSpPr/>
            <p:nvPr/>
          </p:nvSpPr>
          <p:spPr>
            <a:xfrm>
              <a:off x="4480724" y="496730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B83">
                <a:alpha val="100000"/>
              </a:srgbClr>
            </a:solidFill>
            <a:ln w="5420" cap="flat">
              <a:solidFill>
                <a:srgbClr val="3C4B8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85" name="pg3285"/>
            <p:cNvSpPr/>
            <p:nvPr/>
          </p:nvSpPr>
          <p:spPr>
            <a:xfrm>
              <a:off x="4492361" y="496730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C83">
                <a:alpha val="100000"/>
              </a:srgbClr>
            </a:solidFill>
            <a:ln w="5420" cap="flat">
              <a:solidFill>
                <a:srgbClr val="3C4C8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86" name="pg3286"/>
            <p:cNvSpPr/>
            <p:nvPr/>
          </p:nvSpPr>
          <p:spPr>
            <a:xfrm>
              <a:off x="4503998" y="496730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C83">
                <a:alpha val="100000"/>
              </a:srgbClr>
            </a:solidFill>
            <a:ln w="5420" cap="flat">
              <a:solidFill>
                <a:srgbClr val="3C4C8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87" name="pg3287"/>
            <p:cNvSpPr/>
            <p:nvPr/>
          </p:nvSpPr>
          <p:spPr>
            <a:xfrm>
              <a:off x="4515636" y="496730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C84">
                <a:alpha val="100000"/>
              </a:srgbClr>
            </a:solidFill>
            <a:ln w="5420" cap="flat">
              <a:solidFill>
                <a:srgbClr val="3C4C8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88" name="pg3288"/>
            <p:cNvSpPr/>
            <p:nvPr/>
          </p:nvSpPr>
          <p:spPr>
            <a:xfrm>
              <a:off x="2723487" y="498160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276">
                <a:alpha val="100000"/>
              </a:srgbClr>
            </a:solidFill>
            <a:ln w="5420" cap="flat">
              <a:solidFill>
                <a:srgbClr val="3C427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89" name="pg3289"/>
            <p:cNvSpPr/>
            <p:nvPr/>
          </p:nvSpPr>
          <p:spPr>
            <a:xfrm>
              <a:off x="2735124" y="498160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276">
                <a:alpha val="100000"/>
              </a:srgbClr>
            </a:solidFill>
            <a:ln w="5420" cap="flat">
              <a:solidFill>
                <a:srgbClr val="3C427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90" name="pg3290"/>
            <p:cNvSpPr/>
            <p:nvPr/>
          </p:nvSpPr>
          <p:spPr>
            <a:xfrm>
              <a:off x="2746762" y="498160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276">
                <a:alpha val="100000"/>
              </a:srgbClr>
            </a:solidFill>
            <a:ln w="5420" cap="flat">
              <a:solidFill>
                <a:srgbClr val="3C427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91" name="pg3291"/>
            <p:cNvSpPr/>
            <p:nvPr/>
          </p:nvSpPr>
          <p:spPr>
            <a:xfrm>
              <a:off x="2758399" y="498160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377">
                <a:alpha val="100000"/>
              </a:srgbClr>
            </a:solidFill>
            <a:ln w="5420" cap="flat">
              <a:solidFill>
                <a:srgbClr val="3C437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92" name="pg3292"/>
            <p:cNvSpPr/>
            <p:nvPr/>
          </p:nvSpPr>
          <p:spPr>
            <a:xfrm>
              <a:off x="2770036" y="498160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479">
                <a:alpha val="100000"/>
              </a:srgbClr>
            </a:solidFill>
            <a:ln w="5420" cap="flat">
              <a:solidFill>
                <a:srgbClr val="3C447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93" name="pg3293"/>
            <p:cNvSpPr/>
            <p:nvPr/>
          </p:nvSpPr>
          <p:spPr>
            <a:xfrm>
              <a:off x="2781674" y="498160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67C">
                <a:alpha val="100000"/>
              </a:srgbClr>
            </a:solidFill>
            <a:ln w="5420" cap="flat">
              <a:solidFill>
                <a:srgbClr val="3C467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94" name="pg3294"/>
            <p:cNvSpPr/>
            <p:nvPr/>
          </p:nvSpPr>
          <p:spPr>
            <a:xfrm>
              <a:off x="2793311" y="498160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87E">
                <a:alpha val="100000"/>
              </a:srgbClr>
            </a:solidFill>
            <a:ln w="5420" cap="flat">
              <a:solidFill>
                <a:srgbClr val="3C487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95" name="pg3295"/>
            <p:cNvSpPr/>
            <p:nvPr/>
          </p:nvSpPr>
          <p:spPr>
            <a:xfrm>
              <a:off x="2804948" y="498160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A81">
                <a:alpha val="100000"/>
              </a:srgbClr>
            </a:solidFill>
            <a:ln w="5420" cap="flat">
              <a:solidFill>
                <a:srgbClr val="3C4A8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96" name="pg3296"/>
            <p:cNvSpPr/>
            <p:nvPr/>
          </p:nvSpPr>
          <p:spPr>
            <a:xfrm>
              <a:off x="2816586" y="498160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C84">
                <a:alpha val="100000"/>
              </a:srgbClr>
            </a:solidFill>
            <a:ln w="5420" cap="flat">
              <a:solidFill>
                <a:srgbClr val="3C4C8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97" name="pg3297"/>
            <p:cNvSpPr/>
            <p:nvPr/>
          </p:nvSpPr>
          <p:spPr>
            <a:xfrm>
              <a:off x="4236340" y="498160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B82">
                <a:alpha val="100000"/>
              </a:srgbClr>
            </a:solidFill>
            <a:ln w="5420" cap="flat">
              <a:solidFill>
                <a:srgbClr val="3C4B8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98" name="pg3298"/>
            <p:cNvSpPr/>
            <p:nvPr/>
          </p:nvSpPr>
          <p:spPr>
            <a:xfrm>
              <a:off x="4247977" y="498160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B82">
                <a:alpha val="100000"/>
              </a:srgbClr>
            </a:solidFill>
            <a:ln w="5420" cap="flat">
              <a:solidFill>
                <a:srgbClr val="3C4B8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99" name="pg3299"/>
            <p:cNvSpPr/>
            <p:nvPr/>
          </p:nvSpPr>
          <p:spPr>
            <a:xfrm>
              <a:off x="4259614" y="498160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B82">
                <a:alpha val="100000"/>
              </a:srgbClr>
            </a:solidFill>
            <a:ln w="5420" cap="flat">
              <a:solidFill>
                <a:srgbClr val="3C4B8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00" name="pg3300"/>
            <p:cNvSpPr/>
            <p:nvPr/>
          </p:nvSpPr>
          <p:spPr>
            <a:xfrm>
              <a:off x="4271252" y="498160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B82">
                <a:alpha val="100000"/>
              </a:srgbClr>
            </a:solidFill>
            <a:ln w="5420" cap="flat">
              <a:solidFill>
                <a:srgbClr val="3C4B8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01" name="pg3301"/>
            <p:cNvSpPr/>
            <p:nvPr/>
          </p:nvSpPr>
          <p:spPr>
            <a:xfrm>
              <a:off x="4282889" y="498160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B82">
                <a:alpha val="100000"/>
              </a:srgbClr>
            </a:solidFill>
            <a:ln w="5420" cap="flat">
              <a:solidFill>
                <a:srgbClr val="3C4B8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02" name="pg3302"/>
            <p:cNvSpPr/>
            <p:nvPr/>
          </p:nvSpPr>
          <p:spPr>
            <a:xfrm>
              <a:off x="4457449" y="498160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B83">
                <a:alpha val="100000"/>
              </a:srgbClr>
            </a:solidFill>
            <a:ln w="5420" cap="flat">
              <a:solidFill>
                <a:srgbClr val="3C4B8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03" name="pg3303"/>
            <p:cNvSpPr/>
            <p:nvPr/>
          </p:nvSpPr>
          <p:spPr>
            <a:xfrm>
              <a:off x="4469086" y="498160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C83">
                <a:alpha val="100000"/>
              </a:srgbClr>
            </a:solidFill>
            <a:ln w="5420" cap="flat">
              <a:solidFill>
                <a:srgbClr val="3C4C8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04" name="pg3304"/>
            <p:cNvSpPr/>
            <p:nvPr/>
          </p:nvSpPr>
          <p:spPr>
            <a:xfrm>
              <a:off x="4480724" y="498160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C83">
                <a:alpha val="100000"/>
              </a:srgbClr>
            </a:solidFill>
            <a:ln w="5420" cap="flat">
              <a:solidFill>
                <a:srgbClr val="3C4C8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05" name="pg3305"/>
            <p:cNvSpPr/>
            <p:nvPr/>
          </p:nvSpPr>
          <p:spPr>
            <a:xfrm>
              <a:off x="4492361" y="498160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C84">
                <a:alpha val="100000"/>
              </a:srgbClr>
            </a:solidFill>
            <a:ln w="5420" cap="flat">
              <a:solidFill>
                <a:srgbClr val="3C4C8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06" name="pg3306"/>
            <p:cNvSpPr/>
            <p:nvPr/>
          </p:nvSpPr>
          <p:spPr>
            <a:xfrm>
              <a:off x="4503998" y="498160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C84">
                <a:alpha val="100000"/>
              </a:srgbClr>
            </a:solidFill>
            <a:ln w="5420" cap="flat">
              <a:solidFill>
                <a:srgbClr val="3C4C8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07" name="pg3307"/>
            <p:cNvSpPr/>
            <p:nvPr/>
          </p:nvSpPr>
          <p:spPr>
            <a:xfrm>
              <a:off x="4515636" y="498160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C84">
                <a:alpha val="100000"/>
              </a:srgbClr>
            </a:solidFill>
            <a:ln w="5420" cap="flat">
              <a:solidFill>
                <a:srgbClr val="3C4C8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08" name="pg3308"/>
            <p:cNvSpPr/>
            <p:nvPr/>
          </p:nvSpPr>
          <p:spPr>
            <a:xfrm>
              <a:off x="2711850" y="499590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276">
                <a:alpha val="100000"/>
              </a:srgbClr>
            </a:solidFill>
            <a:ln w="5420" cap="flat">
              <a:solidFill>
                <a:srgbClr val="3C427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09" name="pg3309"/>
            <p:cNvSpPr/>
            <p:nvPr/>
          </p:nvSpPr>
          <p:spPr>
            <a:xfrm>
              <a:off x="2723487" y="499590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275">
                <a:alpha val="100000"/>
              </a:srgbClr>
            </a:solidFill>
            <a:ln w="5420" cap="flat">
              <a:solidFill>
                <a:srgbClr val="3C427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10" name="pg3310"/>
            <p:cNvSpPr/>
            <p:nvPr/>
          </p:nvSpPr>
          <p:spPr>
            <a:xfrm>
              <a:off x="2735124" y="499590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275">
                <a:alpha val="100000"/>
              </a:srgbClr>
            </a:solidFill>
            <a:ln w="5420" cap="flat">
              <a:solidFill>
                <a:srgbClr val="3C427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11" name="pg3311"/>
            <p:cNvSpPr/>
            <p:nvPr/>
          </p:nvSpPr>
          <p:spPr>
            <a:xfrm>
              <a:off x="2746762" y="499590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276">
                <a:alpha val="100000"/>
              </a:srgbClr>
            </a:solidFill>
            <a:ln w="5420" cap="flat">
              <a:solidFill>
                <a:srgbClr val="3C427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12" name="pg3312"/>
            <p:cNvSpPr/>
            <p:nvPr/>
          </p:nvSpPr>
          <p:spPr>
            <a:xfrm>
              <a:off x="2758399" y="499590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376">
                <a:alpha val="100000"/>
              </a:srgbClr>
            </a:solidFill>
            <a:ln w="5420" cap="flat">
              <a:solidFill>
                <a:srgbClr val="3C437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13" name="pg3313"/>
            <p:cNvSpPr/>
            <p:nvPr/>
          </p:nvSpPr>
          <p:spPr>
            <a:xfrm>
              <a:off x="2770036" y="499590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478">
                <a:alpha val="100000"/>
              </a:srgbClr>
            </a:solidFill>
            <a:ln w="5420" cap="flat">
              <a:solidFill>
                <a:srgbClr val="3C447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14" name="pg3314"/>
            <p:cNvSpPr/>
            <p:nvPr/>
          </p:nvSpPr>
          <p:spPr>
            <a:xfrm>
              <a:off x="2781674" y="499590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57A">
                <a:alpha val="100000"/>
              </a:srgbClr>
            </a:solidFill>
            <a:ln w="5420" cap="flat">
              <a:solidFill>
                <a:srgbClr val="3C457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15" name="pg3315"/>
            <p:cNvSpPr/>
            <p:nvPr/>
          </p:nvSpPr>
          <p:spPr>
            <a:xfrm>
              <a:off x="2793311" y="499590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77D">
                <a:alpha val="100000"/>
              </a:srgbClr>
            </a:solidFill>
            <a:ln w="5420" cap="flat">
              <a:solidFill>
                <a:srgbClr val="3C477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16" name="pg3316"/>
            <p:cNvSpPr/>
            <p:nvPr/>
          </p:nvSpPr>
          <p:spPr>
            <a:xfrm>
              <a:off x="4236340" y="499590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B83">
                <a:alpha val="100000"/>
              </a:srgbClr>
            </a:solidFill>
            <a:ln w="5420" cap="flat">
              <a:solidFill>
                <a:srgbClr val="3C4B8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17" name="pg3317"/>
            <p:cNvSpPr/>
            <p:nvPr/>
          </p:nvSpPr>
          <p:spPr>
            <a:xfrm>
              <a:off x="4247977" y="499590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B83">
                <a:alpha val="100000"/>
              </a:srgbClr>
            </a:solidFill>
            <a:ln w="5420" cap="flat">
              <a:solidFill>
                <a:srgbClr val="3C4B8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18" name="pg3318"/>
            <p:cNvSpPr/>
            <p:nvPr/>
          </p:nvSpPr>
          <p:spPr>
            <a:xfrm>
              <a:off x="4259614" y="499590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B83">
                <a:alpha val="100000"/>
              </a:srgbClr>
            </a:solidFill>
            <a:ln w="5420" cap="flat">
              <a:solidFill>
                <a:srgbClr val="3C4B8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19" name="pg3319"/>
            <p:cNvSpPr/>
            <p:nvPr/>
          </p:nvSpPr>
          <p:spPr>
            <a:xfrm>
              <a:off x="4271252" y="499590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B83">
                <a:alpha val="100000"/>
              </a:srgbClr>
            </a:solidFill>
            <a:ln w="5420" cap="flat">
              <a:solidFill>
                <a:srgbClr val="3C4B8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20" name="pg3320"/>
            <p:cNvSpPr/>
            <p:nvPr/>
          </p:nvSpPr>
          <p:spPr>
            <a:xfrm>
              <a:off x="4282889" y="499590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B83">
                <a:alpha val="100000"/>
              </a:srgbClr>
            </a:solidFill>
            <a:ln w="5420" cap="flat">
              <a:solidFill>
                <a:srgbClr val="3C4B8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21" name="pg3321"/>
            <p:cNvSpPr/>
            <p:nvPr/>
          </p:nvSpPr>
          <p:spPr>
            <a:xfrm>
              <a:off x="4294526" y="499590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B82">
                <a:alpha val="100000"/>
              </a:srgbClr>
            </a:solidFill>
            <a:ln w="5420" cap="flat">
              <a:solidFill>
                <a:srgbClr val="3C4B8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22" name="pg3322"/>
            <p:cNvSpPr/>
            <p:nvPr/>
          </p:nvSpPr>
          <p:spPr>
            <a:xfrm>
              <a:off x="4306164" y="499590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B82">
                <a:alpha val="100000"/>
              </a:srgbClr>
            </a:solidFill>
            <a:ln w="5420" cap="flat">
              <a:solidFill>
                <a:srgbClr val="3C4B8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23" name="pg3323"/>
            <p:cNvSpPr/>
            <p:nvPr/>
          </p:nvSpPr>
          <p:spPr>
            <a:xfrm>
              <a:off x="4469086" y="499590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C84">
                <a:alpha val="100000"/>
              </a:srgbClr>
            </a:solidFill>
            <a:ln w="5420" cap="flat">
              <a:solidFill>
                <a:srgbClr val="3C4C8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24" name="pg3324"/>
            <p:cNvSpPr/>
            <p:nvPr/>
          </p:nvSpPr>
          <p:spPr>
            <a:xfrm>
              <a:off x="4480724" y="499590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C84">
                <a:alpha val="100000"/>
              </a:srgbClr>
            </a:solidFill>
            <a:ln w="5420" cap="flat">
              <a:solidFill>
                <a:srgbClr val="3C4C8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25" name="pg3325"/>
            <p:cNvSpPr/>
            <p:nvPr/>
          </p:nvSpPr>
          <p:spPr>
            <a:xfrm>
              <a:off x="4492361" y="499590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C84">
                <a:alpha val="100000"/>
              </a:srgbClr>
            </a:solidFill>
            <a:ln w="5420" cap="flat">
              <a:solidFill>
                <a:srgbClr val="3C4C8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26" name="pg3326"/>
            <p:cNvSpPr/>
            <p:nvPr/>
          </p:nvSpPr>
          <p:spPr>
            <a:xfrm>
              <a:off x="4503998" y="499590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C84">
                <a:alpha val="100000"/>
              </a:srgbClr>
            </a:solidFill>
            <a:ln w="5420" cap="flat">
              <a:solidFill>
                <a:srgbClr val="3C4C8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27" name="pg3327"/>
            <p:cNvSpPr/>
            <p:nvPr/>
          </p:nvSpPr>
          <p:spPr>
            <a:xfrm>
              <a:off x="4515636" y="499590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D85">
                <a:alpha val="100000"/>
              </a:srgbClr>
            </a:solidFill>
            <a:ln w="5420" cap="flat">
              <a:solidFill>
                <a:srgbClr val="3C4D8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28" name="pg3328"/>
            <p:cNvSpPr/>
            <p:nvPr/>
          </p:nvSpPr>
          <p:spPr>
            <a:xfrm>
              <a:off x="2700212" y="501020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378">
                <a:alpha val="100000"/>
              </a:srgbClr>
            </a:solidFill>
            <a:ln w="5420" cap="flat">
              <a:solidFill>
                <a:srgbClr val="3C437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29" name="pg3329"/>
            <p:cNvSpPr/>
            <p:nvPr/>
          </p:nvSpPr>
          <p:spPr>
            <a:xfrm>
              <a:off x="2711850" y="501020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276">
                <a:alpha val="100000"/>
              </a:srgbClr>
            </a:solidFill>
            <a:ln w="5420" cap="flat">
              <a:solidFill>
                <a:srgbClr val="3C427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30" name="pg3330"/>
            <p:cNvSpPr/>
            <p:nvPr/>
          </p:nvSpPr>
          <p:spPr>
            <a:xfrm>
              <a:off x="2723487" y="501020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276">
                <a:alpha val="100000"/>
              </a:srgbClr>
            </a:solidFill>
            <a:ln w="5420" cap="flat">
              <a:solidFill>
                <a:srgbClr val="3C427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31" name="pg3331"/>
            <p:cNvSpPr/>
            <p:nvPr/>
          </p:nvSpPr>
          <p:spPr>
            <a:xfrm>
              <a:off x="2735124" y="501020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275">
                <a:alpha val="100000"/>
              </a:srgbClr>
            </a:solidFill>
            <a:ln w="5420" cap="flat">
              <a:solidFill>
                <a:srgbClr val="3C427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32" name="pg3332"/>
            <p:cNvSpPr/>
            <p:nvPr/>
          </p:nvSpPr>
          <p:spPr>
            <a:xfrm>
              <a:off x="2746762" y="501020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276">
                <a:alpha val="100000"/>
              </a:srgbClr>
            </a:solidFill>
            <a:ln w="5420" cap="flat">
              <a:solidFill>
                <a:srgbClr val="3C427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33" name="pg3333"/>
            <p:cNvSpPr/>
            <p:nvPr/>
          </p:nvSpPr>
          <p:spPr>
            <a:xfrm>
              <a:off x="2758399" y="501020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377">
                <a:alpha val="100000"/>
              </a:srgbClr>
            </a:solidFill>
            <a:ln w="5420" cap="flat">
              <a:solidFill>
                <a:srgbClr val="3C437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34" name="pg3334"/>
            <p:cNvSpPr/>
            <p:nvPr/>
          </p:nvSpPr>
          <p:spPr>
            <a:xfrm>
              <a:off x="2770036" y="501020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478">
                <a:alpha val="100000"/>
              </a:srgbClr>
            </a:solidFill>
            <a:ln w="5420" cap="flat">
              <a:solidFill>
                <a:srgbClr val="3C447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35" name="pg3335"/>
            <p:cNvSpPr/>
            <p:nvPr/>
          </p:nvSpPr>
          <p:spPr>
            <a:xfrm>
              <a:off x="2781674" y="501020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57A">
                <a:alpha val="100000"/>
              </a:srgbClr>
            </a:solidFill>
            <a:ln w="5420" cap="flat">
              <a:solidFill>
                <a:srgbClr val="3C457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36" name="pg3336"/>
            <p:cNvSpPr/>
            <p:nvPr/>
          </p:nvSpPr>
          <p:spPr>
            <a:xfrm>
              <a:off x="4236340" y="501020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B83">
                <a:alpha val="100000"/>
              </a:srgbClr>
            </a:solidFill>
            <a:ln w="5420" cap="flat">
              <a:solidFill>
                <a:srgbClr val="3C4B8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37" name="pg3337"/>
            <p:cNvSpPr/>
            <p:nvPr/>
          </p:nvSpPr>
          <p:spPr>
            <a:xfrm>
              <a:off x="4247977" y="501020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B83">
                <a:alpha val="100000"/>
              </a:srgbClr>
            </a:solidFill>
            <a:ln w="5420" cap="flat">
              <a:solidFill>
                <a:srgbClr val="3C4B8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38" name="pg3338"/>
            <p:cNvSpPr/>
            <p:nvPr/>
          </p:nvSpPr>
          <p:spPr>
            <a:xfrm>
              <a:off x="4259614" y="501020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B83">
                <a:alpha val="100000"/>
              </a:srgbClr>
            </a:solidFill>
            <a:ln w="5420" cap="flat">
              <a:solidFill>
                <a:srgbClr val="3C4B8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39" name="pg3339"/>
            <p:cNvSpPr/>
            <p:nvPr/>
          </p:nvSpPr>
          <p:spPr>
            <a:xfrm>
              <a:off x="4271252" y="501020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B83">
                <a:alpha val="100000"/>
              </a:srgbClr>
            </a:solidFill>
            <a:ln w="5420" cap="flat">
              <a:solidFill>
                <a:srgbClr val="3C4B8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40" name="pg3340"/>
            <p:cNvSpPr/>
            <p:nvPr/>
          </p:nvSpPr>
          <p:spPr>
            <a:xfrm>
              <a:off x="4282889" y="501020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B83">
                <a:alpha val="100000"/>
              </a:srgbClr>
            </a:solidFill>
            <a:ln w="5420" cap="flat">
              <a:solidFill>
                <a:srgbClr val="3C4B8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41" name="pg3341"/>
            <p:cNvSpPr/>
            <p:nvPr/>
          </p:nvSpPr>
          <p:spPr>
            <a:xfrm>
              <a:off x="4294526" y="501020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B83">
                <a:alpha val="100000"/>
              </a:srgbClr>
            </a:solidFill>
            <a:ln w="5420" cap="flat">
              <a:solidFill>
                <a:srgbClr val="3C4B8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42" name="pg3342"/>
            <p:cNvSpPr/>
            <p:nvPr/>
          </p:nvSpPr>
          <p:spPr>
            <a:xfrm>
              <a:off x="4306164" y="501020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B83">
                <a:alpha val="100000"/>
              </a:srgbClr>
            </a:solidFill>
            <a:ln w="5420" cap="flat">
              <a:solidFill>
                <a:srgbClr val="3C4B8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43" name="pg3343"/>
            <p:cNvSpPr/>
            <p:nvPr/>
          </p:nvSpPr>
          <p:spPr>
            <a:xfrm>
              <a:off x="4317801" y="501020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B83">
                <a:alpha val="100000"/>
              </a:srgbClr>
            </a:solidFill>
            <a:ln w="5420" cap="flat">
              <a:solidFill>
                <a:srgbClr val="3C4B8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44" name="pg3344"/>
            <p:cNvSpPr/>
            <p:nvPr/>
          </p:nvSpPr>
          <p:spPr>
            <a:xfrm>
              <a:off x="4469086" y="501020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C84">
                <a:alpha val="100000"/>
              </a:srgbClr>
            </a:solidFill>
            <a:ln w="5420" cap="flat">
              <a:solidFill>
                <a:srgbClr val="3C4C8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45" name="pg3345"/>
            <p:cNvSpPr/>
            <p:nvPr/>
          </p:nvSpPr>
          <p:spPr>
            <a:xfrm>
              <a:off x="4480724" y="501020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C84">
                <a:alpha val="100000"/>
              </a:srgbClr>
            </a:solidFill>
            <a:ln w="5420" cap="flat">
              <a:solidFill>
                <a:srgbClr val="3C4C8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46" name="pg3346"/>
            <p:cNvSpPr/>
            <p:nvPr/>
          </p:nvSpPr>
          <p:spPr>
            <a:xfrm>
              <a:off x="4492361" y="501020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D84">
                <a:alpha val="100000"/>
              </a:srgbClr>
            </a:solidFill>
            <a:ln w="5420" cap="flat">
              <a:solidFill>
                <a:srgbClr val="3C4D8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47" name="pg3347"/>
            <p:cNvSpPr/>
            <p:nvPr/>
          </p:nvSpPr>
          <p:spPr>
            <a:xfrm>
              <a:off x="4503998" y="501020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D85">
                <a:alpha val="100000"/>
              </a:srgbClr>
            </a:solidFill>
            <a:ln w="5420" cap="flat">
              <a:solidFill>
                <a:srgbClr val="3C4D8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48" name="pg3348"/>
            <p:cNvSpPr/>
            <p:nvPr/>
          </p:nvSpPr>
          <p:spPr>
            <a:xfrm>
              <a:off x="4515636" y="501020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D85">
                <a:alpha val="100000"/>
              </a:srgbClr>
            </a:solidFill>
            <a:ln w="5420" cap="flat">
              <a:solidFill>
                <a:srgbClr val="3C4D8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49" name="pg3349"/>
            <p:cNvSpPr/>
            <p:nvPr/>
          </p:nvSpPr>
          <p:spPr>
            <a:xfrm>
              <a:off x="4527273" y="501020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D85">
                <a:alpha val="100000"/>
              </a:srgbClr>
            </a:solidFill>
            <a:ln w="5420" cap="flat">
              <a:solidFill>
                <a:srgbClr val="3C4D8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50" name="pg3350"/>
            <p:cNvSpPr/>
            <p:nvPr/>
          </p:nvSpPr>
          <p:spPr>
            <a:xfrm>
              <a:off x="2688575" y="502450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479">
                <a:alpha val="100000"/>
              </a:srgbClr>
            </a:solidFill>
            <a:ln w="5420" cap="flat">
              <a:solidFill>
                <a:srgbClr val="3C447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51" name="pg3351"/>
            <p:cNvSpPr/>
            <p:nvPr/>
          </p:nvSpPr>
          <p:spPr>
            <a:xfrm>
              <a:off x="2700212" y="502450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478">
                <a:alpha val="100000"/>
              </a:srgbClr>
            </a:solidFill>
            <a:ln w="5420" cap="flat">
              <a:solidFill>
                <a:srgbClr val="3C447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52" name="pg3352"/>
            <p:cNvSpPr/>
            <p:nvPr/>
          </p:nvSpPr>
          <p:spPr>
            <a:xfrm>
              <a:off x="2711850" y="502450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377">
                <a:alpha val="100000"/>
              </a:srgbClr>
            </a:solidFill>
            <a:ln w="5420" cap="flat">
              <a:solidFill>
                <a:srgbClr val="3C437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53" name="pg3353"/>
            <p:cNvSpPr/>
            <p:nvPr/>
          </p:nvSpPr>
          <p:spPr>
            <a:xfrm>
              <a:off x="2723487" y="502450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376">
                <a:alpha val="100000"/>
              </a:srgbClr>
            </a:solidFill>
            <a:ln w="5420" cap="flat">
              <a:solidFill>
                <a:srgbClr val="3C437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54" name="pg3354"/>
            <p:cNvSpPr/>
            <p:nvPr/>
          </p:nvSpPr>
          <p:spPr>
            <a:xfrm>
              <a:off x="2735124" y="502450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276">
                <a:alpha val="100000"/>
              </a:srgbClr>
            </a:solidFill>
            <a:ln w="5420" cap="flat">
              <a:solidFill>
                <a:srgbClr val="3C427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55" name="pg3355"/>
            <p:cNvSpPr/>
            <p:nvPr/>
          </p:nvSpPr>
          <p:spPr>
            <a:xfrm>
              <a:off x="2746762" y="502450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377">
                <a:alpha val="100000"/>
              </a:srgbClr>
            </a:solidFill>
            <a:ln w="5420" cap="flat">
              <a:solidFill>
                <a:srgbClr val="3C437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56" name="pg3356"/>
            <p:cNvSpPr/>
            <p:nvPr/>
          </p:nvSpPr>
          <p:spPr>
            <a:xfrm>
              <a:off x="2758399" y="502450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377">
                <a:alpha val="100000"/>
              </a:srgbClr>
            </a:solidFill>
            <a:ln w="5420" cap="flat">
              <a:solidFill>
                <a:srgbClr val="3C437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57" name="pg3357"/>
            <p:cNvSpPr/>
            <p:nvPr/>
          </p:nvSpPr>
          <p:spPr>
            <a:xfrm>
              <a:off x="2770036" y="502450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478">
                <a:alpha val="100000"/>
              </a:srgbClr>
            </a:solidFill>
            <a:ln w="5420" cap="flat">
              <a:solidFill>
                <a:srgbClr val="3C447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58" name="pg3358"/>
            <p:cNvSpPr/>
            <p:nvPr/>
          </p:nvSpPr>
          <p:spPr>
            <a:xfrm>
              <a:off x="4236340" y="502450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C83">
                <a:alpha val="100000"/>
              </a:srgbClr>
            </a:solidFill>
            <a:ln w="5420" cap="flat">
              <a:solidFill>
                <a:srgbClr val="3C4C8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59" name="pg3359"/>
            <p:cNvSpPr/>
            <p:nvPr/>
          </p:nvSpPr>
          <p:spPr>
            <a:xfrm>
              <a:off x="4247977" y="502450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C83">
                <a:alpha val="100000"/>
              </a:srgbClr>
            </a:solidFill>
            <a:ln w="5420" cap="flat">
              <a:solidFill>
                <a:srgbClr val="3C4C8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60" name="pg3360"/>
            <p:cNvSpPr/>
            <p:nvPr/>
          </p:nvSpPr>
          <p:spPr>
            <a:xfrm>
              <a:off x="4259614" y="502450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C83">
                <a:alpha val="100000"/>
              </a:srgbClr>
            </a:solidFill>
            <a:ln w="5420" cap="flat">
              <a:solidFill>
                <a:srgbClr val="3C4C8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61" name="pg3361"/>
            <p:cNvSpPr/>
            <p:nvPr/>
          </p:nvSpPr>
          <p:spPr>
            <a:xfrm>
              <a:off x="4271252" y="502450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C83">
                <a:alpha val="100000"/>
              </a:srgbClr>
            </a:solidFill>
            <a:ln w="5420" cap="flat">
              <a:solidFill>
                <a:srgbClr val="3C4C8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62" name="pg3362"/>
            <p:cNvSpPr/>
            <p:nvPr/>
          </p:nvSpPr>
          <p:spPr>
            <a:xfrm>
              <a:off x="4282889" y="502450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C83">
                <a:alpha val="100000"/>
              </a:srgbClr>
            </a:solidFill>
            <a:ln w="5420" cap="flat">
              <a:solidFill>
                <a:srgbClr val="3C4C8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63" name="pg3363"/>
            <p:cNvSpPr/>
            <p:nvPr/>
          </p:nvSpPr>
          <p:spPr>
            <a:xfrm>
              <a:off x="4294526" y="502450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C83">
                <a:alpha val="100000"/>
              </a:srgbClr>
            </a:solidFill>
            <a:ln w="5420" cap="flat">
              <a:solidFill>
                <a:srgbClr val="3C4C8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64" name="pg3364"/>
            <p:cNvSpPr/>
            <p:nvPr/>
          </p:nvSpPr>
          <p:spPr>
            <a:xfrm>
              <a:off x="4306164" y="502450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C83">
                <a:alpha val="100000"/>
              </a:srgbClr>
            </a:solidFill>
            <a:ln w="5420" cap="flat">
              <a:solidFill>
                <a:srgbClr val="3C4C8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65" name="pg3365"/>
            <p:cNvSpPr/>
            <p:nvPr/>
          </p:nvSpPr>
          <p:spPr>
            <a:xfrm>
              <a:off x="4317801" y="502450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C83">
                <a:alpha val="100000"/>
              </a:srgbClr>
            </a:solidFill>
            <a:ln w="5420" cap="flat">
              <a:solidFill>
                <a:srgbClr val="3C4C8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66" name="pg3366"/>
            <p:cNvSpPr/>
            <p:nvPr/>
          </p:nvSpPr>
          <p:spPr>
            <a:xfrm>
              <a:off x="4480724" y="502450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D85">
                <a:alpha val="100000"/>
              </a:srgbClr>
            </a:solidFill>
            <a:ln w="5420" cap="flat">
              <a:solidFill>
                <a:srgbClr val="3C4D8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67" name="pg3367"/>
            <p:cNvSpPr/>
            <p:nvPr/>
          </p:nvSpPr>
          <p:spPr>
            <a:xfrm>
              <a:off x="4492361" y="502450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D85">
                <a:alpha val="100000"/>
              </a:srgbClr>
            </a:solidFill>
            <a:ln w="5420" cap="flat">
              <a:solidFill>
                <a:srgbClr val="3C4D8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68" name="pg3368"/>
            <p:cNvSpPr/>
            <p:nvPr/>
          </p:nvSpPr>
          <p:spPr>
            <a:xfrm>
              <a:off x="4503998" y="502450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D85">
                <a:alpha val="100000"/>
              </a:srgbClr>
            </a:solidFill>
            <a:ln w="5420" cap="flat">
              <a:solidFill>
                <a:srgbClr val="3C4D8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69" name="pg3369"/>
            <p:cNvSpPr/>
            <p:nvPr/>
          </p:nvSpPr>
          <p:spPr>
            <a:xfrm>
              <a:off x="4515636" y="502450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D85">
                <a:alpha val="100000"/>
              </a:srgbClr>
            </a:solidFill>
            <a:ln w="5420" cap="flat">
              <a:solidFill>
                <a:srgbClr val="3C4D8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70" name="pg3370"/>
            <p:cNvSpPr/>
            <p:nvPr/>
          </p:nvSpPr>
          <p:spPr>
            <a:xfrm>
              <a:off x="4527273" y="502450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4D85">
                <a:alpha val="100000"/>
              </a:srgbClr>
            </a:solidFill>
            <a:ln w="5420" cap="flat">
              <a:solidFill>
                <a:srgbClr val="3B4D8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71" name="pg3371"/>
            <p:cNvSpPr/>
            <p:nvPr/>
          </p:nvSpPr>
          <p:spPr>
            <a:xfrm>
              <a:off x="2688575" y="503880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579">
                <a:alpha val="100000"/>
              </a:srgbClr>
            </a:solidFill>
            <a:ln w="5420" cap="flat">
              <a:solidFill>
                <a:srgbClr val="3C457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72" name="pg3372"/>
            <p:cNvSpPr/>
            <p:nvPr/>
          </p:nvSpPr>
          <p:spPr>
            <a:xfrm>
              <a:off x="2700212" y="503880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479">
                <a:alpha val="100000"/>
              </a:srgbClr>
            </a:solidFill>
            <a:ln w="5420" cap="flat">
              <a:solidFill>
                <a:srgbClr val="3C447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73" name="pg3373"/>
            <p:cNvSpPr/>
            <p:nvPr/>
          </p:nvSpPr>
          <p:spPr>
            <a:xfrm>
              <a:off x="2711850" y="503880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377">
                <a:alpha val="100000"/>
              </a:srgbClr>
            </a:solidFill>
            <a:ln w="5420" cap="flat">
              <a:solidFill>
                <a:srgbClr val="3C437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74" name="pg3374"/>
            <p:cNvSpPr/>
            <p:nvPr/>
          </p:nvSpPr>
          <p:spPr>
            <a:xfrm>
              <a:off x="2723487" y="503880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377">
                <a:alpha val="100000"/>
              </a:srgbClr>
            </a:solidFill>
            <a:ln w="5420" cap="flat">
              <a:solidFill>
                <a:srgbClr val="3C437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75" name="pg3375"/>
            <p:cNvSpPr/>
            <p:nvPr/>
          </p:nvSpPr>
          <p:spPr>
            <a:xfrm>
              <a:off x="2735124" y="503880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377">
                <a:alpha val="100000"/>
              </a:srgbClr>
            </a:solidFill>
            <a:ln w="5420" cap="flat">
              <a:solidFill>
                <a:srgbClr val="3C437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76" name="pg3376"/>
            <p:cNvSpPr/>
            <p:nvPr/>
          </p:nvSpPr>
          <p:spPr>
            <a:xfrm>
              <a:off x="2746762" y="503880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378">
                <a:alpha val="100000"/>
              </a:srgbClr>
            </a:solidFill>
            <a:ln w="5420" cap="flat">
              <a:solidFill>
                <a:srgbClr val="3C437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77" name="pg3377"/>
            <p:cNvSpPr/>
            <p:nvPr/>
          </p:nvSpPr>
          <p:spPr>
            <a:xfrm>
              <a:off x="2758399" y="503880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478">
                <a:alpha val="100000"/>
              </a:srgbClr>
            </a:solidFill>
            <a:ln w="5420" cap="flat">
              <a:solidFill>
                <a:srgbClr val="3C447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78" name="pg3378"/>
            <p:cNvSpPr/>
            <p:nvPr/>
          </p:nvSpPr>
          <p:spPr>
            <a:xfrm>
              <a:off x="4236340" y="503880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C83">
                <a:alpha val="100000"/>
              </a:srgbClr>
            </a:solidFill>
            <a:ln w="5420" cap="flat">
              <a:solidFill>
                <a:srgbClr val="3C4C8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79" name="pg3379"/>
            <p:cNvSpPr/>
            <p:nvPr/>
          </p:nvSpPr>
          <p:spPr>
            <a:xfrm>
              <a:off x="4247977" y="503880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C83">
                <a:alpha val="100000"/>
              </a:srgbClr>
            </a:solidFill>
            <a:ln w="5420" cap="flat">
              <a:solidFill>
                <a:srgbClr val="3C4C8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80" name="pg3380"/>
            <p:cNvSpPr/>
            <p:nvPr/>
          </p:nvSpPr>
          <p:spPr>
            <a:xfrm>
              <a:off x="4259614" y="503880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C83">
                <a:alpha val="100000"/>
              </a:srgbClr>
            </a:solidFill>
            <a:ln w="5420" cap="flat">
              <a:solidFill>
                <a:srgbClr val="3C4C8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81" name="pg3381"/>
            <p:cNvSpPr/>
            <p:nvPr/>
          </p:nvSpPr>
          <p:spPr>
            <a:xfrm>
              <a:off x="4271252" y="503880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C83">
                <a:alpha val="100000"/>
              </a:srgbClr>
            </a:solidFill>
            <a:ln w="5420" cap="flat">
              <a:solidFill>
                <a:srgbClr val="3C4C8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82" name="pg3382"/>
            <p:cNvSpPr/>
            <p:nvPr/>
          </p:nvSpPr>
          <p:spPr>
            <a:xfrm>
              <a:off x="4282889" y="503880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C83">
                <a:alpha val="100000"/>
              </a:srgbClr>
            </a:solidFill>
            <a:ln w="5420" cap="flat">
              <a:solidFill>
                <a:srgbClr val="3C4C8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83" name="pg3383"/>
            <p:cNvSpPr/>
            <p:nvPr/>
          </p:nvSpPr>
          <p:spPr>
            <a:xfrm>
              <a:off x="4294526" y="503880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C83">
                <a:alpha val="100000"/>
              </a:srgbClr>
            </a:solidFill>
            <a:ln w="5420" cap="flat">
              <a:solidFill>
                <a:srgbClr val="3C4C8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84" name="pg3384"/>
            <p:cNvSpPr/>
            <p:nvPr/>
          </p:nvSpPr>
          <p:spPr>
            <a:xfrm>
              <a:off x="4306164" y="503880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C83">
                <a:alpha val="100000"/>
              </a:srgbClr>
            </a:solidFill>
            <a:ln w="5420" cap="flat">
              <a:solidFill>
                <a:srgbClr val="3C4C8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85" name="pg3385"/>
            <p:cNvSpPr/>
            <p:nvPr/>
          </p:nvSpPr>
          <p:spPr>
            <a:xfrm>
              <a:off x="4317801" y="503880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C83">
                <a:alpha val="100000"/>
              </a:srgbClr>
            </a:solidFill>
            <a:ln w="5420" cap="flat">
              <a:solidFill>
                <a:srgbClr val="3C4C8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86" name="pg3386"/>
            <p:cNvSpPr/>
            <p:nvPr/>
          </p:nvSpPr>
          <p:spPr>
            <a:xfrm>
              <a:off x="4480724" y="503880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D85">
                <a:alpha val="100000"/>
              </a:srgbClr>
            </a:solidFill>
            <a:ln w="5420" cap="flat">
              <a:solidFill>
                <a:srgbClr val="3C4D8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87" name="pg3387"/>
            <p:cNvSpPr/>
            <p:nvPr/>
          </p:nvSpPr>
          <p:spPr>
            <a:xfrm>
              <a:off x="4492361" y="503880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D85">
                <a:alpha val="100000"/>
              </a:srgbClr>
            </a:solidFill>
            <a:ln w="5420" cap="flat">
              <a:solidFill>
                <a:srgbClr val="3C4D8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88" name="pg3388"/>
            <p:cNvSpPr/>
            <p:nvPr/>
          </p:nvSpPr>
          <p:spPr>
            <a:xfrm>
              <a:off x="4503998" y="503880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4D85">
                <a:alpha val="100000"/>
              </a:srgbClr>
            </a:solidFill>
            <a:ln w="5420" cap="flat">
              <a:solidFill>
                <a:srgbClr val="3B4D8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89" name="pg3389"/>
            <p:cNvSpPr/>
            <p:nvPr/>
          </p:nvSpPr>
          <p:spPr>
            <a:xfrm>
              <a:off x="4515636" y="503880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4D86">
                <a:alpha val="100000"/>
              </a:srgbClr>
            </a:solidFill>
            <a:ln w="5420" cap="flat">
              <a:solidFill>
                <a:srgbClr val="3B4D8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90" name="pg3390"/>
            <p:cNvSpPr/>
            <p:nvPr/>
          </p:nvSpPr>
          <p:spPr>
            <a:xfrm>
              <a:off x="4527273" y="503880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4D86">
                <a:alpha val="100000"/>
              </a:srgbClr>
            </a:solidFill>
            <a:ln w="5420" cap="flat">
              <a:solidFill>
                <a:srgbClr val="3B4D8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91" name="pg3391"/>
            <p:cNvSpPr/>
            <p:nvPr/>
          </p:nvSpPr>
          <p:spPr>
            <a:xfrm>
              <a:off x="2665300" y="505310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67B">
                <a:alpha val="100000"/>
              </a:srgbClr>
            </a:solidFill>
            <a:ln w="5420" cap="flat">
              <a:solidFill>
                <a:srgbClr val="3C467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92" name="pg3392"/>
            <p:cNvSpPr/>
            <p:nvPr/>
          </p:nvSpPr>
          <p:spPr>
            <a:xfrm>
              <a:off x="2676938" y="505310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67B">
                <a:alpha val="100000"/>
              </a:srgbClr>
            </a:solidFill>
            <a:ln w="5420" cap="flat">
              <a:solidFill>
                <a:srgbClr val="3C467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93" name="pg3393"/>
            <p:cNvSpPr/>
            <p:nvPr/>
          </p:nvSpPr>
          <p:spPr>
            <a:xfrm>
              <a:off x="2700212" y="505310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579">
                <a:alpha val="100000"/>
              </a:srgbClr>
            </a:solidFill>
            <a:ln w="5420" cap="flat">
              <a:solidFill>
                <a:srgbClr val="3C457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94" name="pg3394"/>
            <p:cNvSpPr/>
            <p:nvPr/>
          </p:nvSpPr>
          <p:spPr>
            <a:xfrm>
              <a:off x="2711850" y="505310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478">
                <a:alpha val="100000"/>
              </a:srgbClr>
            </a:solidFill>
            <a:ln w="5420" cap="flat">
              <a:solidFill>
                <a:srgbClr val="3C447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95" name="pg3395"/>
            <p:cNvSpPr/>
            <p:nvPr/>
          </p:nvSpPr>
          <p:spPr>
            <a:xfrm>
              <a:off x="2723487" y="505310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478">
                <a:alpha val="100000"/>
              </a:srgbClr>
            </a:solidFill>
            <a:ln w="5420" cap="flat">
              <a:solidFill>
                <a:srgbClr val="3C447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96" name="pg3396"/>
            <p:cNvSpPr/>
            <p:nvPr/>
          </p:nvSpPr>
          <p:spPr>
            <a:xfrm>
              <a:off x="2735124" y="505310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478">
                <a:alpha val="100000"/>
              </a:srgbClr>
            </a:solidFill>
            <a:ln w="5420" cap="flat">
              <a:solidFill>
                <a:srgbClr val="3C447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97" name="pg3397"/>
            <p:cNvSpPr/>
            <p:nvPr/>
          </p:nvSpPr>
          <p:spPr>
            <a:xfrm>
              <a:off x="2746762" y="505310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479">
                <a:alpha val="100000"/>
              </a:srgbClr>
            </a:solidFill>
            <a:ln w="5420" cap="flat">
              <a:solidFill>
                <a:srgbClr val="3C447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98" name="pg3398"/>
            <p:cNvSpPr/>
            <p:nvPr/>
          </p:nvSpPr>
          <p:spPr>
            <a:xfrm>
              <a:off x="4236340" y="505310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C84">
                <a:alpha val="100000"/>
              </a:srgbClr>
            </a:solidFill>
            <a:ln w="5420" cap="flat">
              <a:solidFill>
                <a:srgbClr val="3C4C8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99" name="pg3399"/>
            <p:cNvSpPr/>
            <p:nvPr/>
          </p:nvSpPr>
          <p:spPr>
            <a:xfrm>
              <a:off x="4247977" y="505310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C84">
                <a:alpha val="100000"/>
              </a:srgbClr>
            </a:solidFill>
            <a:ln w="5420" cap="flat">
              <a:solidFill>
                <a:srgbClr val="3C4C8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00" name="pg3400"/>
            <p:cNvSpPr/>
            <p:nvPr/>
          </p:nvSpPr>
          <p:spPr>
            <a:xfrm>
              <a:off x="4259614" y="505310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C84">
                <a:alpha val="100000"/>
              </a:srgbClr>
            </a:solidFill>
            <a:ln w="5420" cap="flat">
              <a:solidFill>
                <a:srgbClr val="3C4C8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01" name="pg3401"/>
            <p:cNvSpPr/>
            <p:nvPr/>
          </p:nvSpPr>
          <p:spPr>
            <a:xfrm>
              <a:off x="4271252" y="505310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C84">
                <a:alpha val="100000"/>
              </a:srgbClr>
            </a:solidFill>
            <a:ln w="5420" cap="flat">
              <a:solidFill>
                <a:srgbClr val="3C4C8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02" name="pg3402"/>
            <p:cNvSpPr/>
            <p:nvPr/>
          </p:nvSpPr>
          <p:spPr>
            <a:xfrm>
              <a:off x="4282889" y="505310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C84">
                <a:alpha val="100000"/>
              </a:srgbClr>
            </a:solidFill>
            <a:ln w="5420" cap="flat">
              <a:solidFill>
                <a:srgbClr val="3C4C8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03" name="pg3403"/>
            <p:cNvSpPr/>
            <p:nvPr/>
          </p:nvSpPr>
          <p:spPr>
            <a:xfrm>
              <a:off x="4294526" y="505310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C84">
                <a:alpha val="100000"/>
              </a:srgbClr>
            </a:solidFill>
            <a:ln w="5420" cap="flat">
              <a:solidFill>
                <a:srgbClr val="3C4C8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04" name="pg3404"/>
            <p:cNvSpPr/>
            <p:nvPr/>
          </p:nvSpPr>
          <p:spPr>
            <a:xfrm>
              <a:off x="4306164" y="505310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C84">
                <a:alpha val="100000"/>
              </a:srgbClr>
            </a:solidFill>
            <a:ln w="5420" cap="flat">
              <a:solidFill>
                <a:srgbClr val="3C4C8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05" name="pg3405"/>
            <p:cNvSpPr/>
            <p:nvPr/>
          </p:nvSpPr>
          <p:spPr>
            <a:xfrm>
              <a:off x="4317801" y="505310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C84">
                <a:alpha val="100000"/>
              </a:srgbClr>
            </a:solidFill>
            <a:ln w="5420" cap="flat">
              <a:solidFill>
                <a:srgbClr val="3C4C8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06" name="pg3406"/>
            <p:cNvSpPr/>
            <p:nvPr/>
          </p:nvSpPr>
          <p:spPr>
            <a:xfrm>
              <a:off x="4480724" y="505310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D85">
                <a:alpha val="100000"/>
              </a:srgbClr>
            </a:solidFill>
            <a:ln w="5420" cap="flat">
              <a:solidFill>
                <a:srgbClr val="3C4D8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07" name="pg3407"/>
            <p:cNvSpPr/>
            <p:nvPr/>
          </p:nvSpPr>
          <p:spPr>
            <a:xfrm>
              <a:off x="4492361" y="505310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4D86">
                <a:alpha val="100000"/>
              </a:srgbClr>
            </a:solidFill>
            <a:ln w="5420" cap="flat">
              <a:solidFill>
                <a:srgbClr val="3B4D8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08" name="pg3408"/>
            <p:cNvSpPr/>
            <p:nvPr/>
          </p:nvSpPr>
          <p:spPr>
            <a:xfrm>
              <a:off x="4503998" y="505310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4D86">
                <a:alpha val="100000"/>
              </a:srgbClr>
            </a:solidFill>
            <a:ln w="5420" cap="flat">
              <a:solidFill>
                <a:srgbClr val="3B4D8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09" name="pg3409"/>
            <p:cNvSpPr/>
            <p:nvPr/>
          </p:nvSpPr>
          <p:spPr>
            <a:xfrm>
              <a:off x="4515636" y="505310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4E86">
                <a:alpha val="100000"/>
              </a:srgbClr>
            </a:solidFill>
            <a:ln w="5420" cap="flat">
              <a:solidFill>
                <a:srgbClr val="3B4E8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10" name="pg3410"/>
            <p:cNvSpPr/>
            <p:nvPr/>
          </p:nvSpPr>
          <p:spPr>
            <a:xfrm>
              <a:off x="4527273" y="505310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4E86">
                <a:alpha val="100000"/>
              </a:srgbClr>
            </a:solidFill>
            <a:ln w="5420" cap="flat">
              <a:solidFill>
                <a:srgbClr val="3B4E8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11" name="pg3411"/>
            <p:cNvSpPr/>
            <p:nvPr/>
          </p:nvSpPr>
          <p:spPr>
            <a:xfrm>
              <a:off x="2653663" y="506741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77C">
                <a:alpha val="100000"/>
              </a:srgbClr>
            </a:solidFill>
            <a:ln w="5420" cap="flat">
              <a:solidFill>
                <a:srgbClr val="3C477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12" name="pg3412"/>
            <p:cNvSpPr/>
            <p:nvPr/>
          </p:nvSpPr>
          <p:spPr>
            <a:xfrm>
              <a:off x="2665300" y="506741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67C">
                <a:alpha val="100000"/>
              </a:srgbClr>
            </a:solidFill>
            <a:ln w="5420" cap="flat">
              <a:solidFill>
                <a:srgbClr val="3C467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13" name="pg3413"/>
            <p:cNvSpPr/>
            <p:nvPr/>
          </p:nvSpPr>
          <p:spPr>
            <a:xfrm>
              <a:off x="2676938" y="506741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67B">
                <a:alpha val="100000"/>
              </a:srgbClr>
            </a:solidFill>
            <a:ln w="5420" cap="flat">
              <a:solidFill>
                <a:srgbClr val="3C467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14" name="pg3414"/>
            <p:cNvSpPr/>
            <p:nvPr/>
          </p:nvSpPr>
          <p:spPr>
            <a:xfrm>
              <a:off x="2688575" y="506741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67B">
                <a:alpha val="100000"/>
              </a:srgbClr>
            </a:solidFill>
            <a:ln w="5420" cap="flat">
              <a:solidFill>
                <a:srgbClr val="3C467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15" name="pg3415"/>
            <p:cNvSpPr/>
            <p:nvPr/>
          </p:nvSpPr>
          <p:spPr>
            <a:xfrm>
              <a:off x="2700212" y="506741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57A">
                <a:alpha val="100000"/>
              </a:srgbClr>
            </a:solidFill>
            <a:ln w="5420" cap="flat">
              <a:solidFill>
                <a:srgbClr val="3C457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16" name="pg3416"/>
            <p:cNvSpPr/>
            <p:nvPr/>
          </p:nvSpPr>
          <p:spPr>
            <a:xfrm>
              <a:off x="2711850" y="506741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579">
                <a:alpha val="100000"/>
              </a:srgbClr>
            </a:solidFill>
            <a:ln w="5420" cap="flat">
              <a:solidFill>
                <a:srgbClr val="3C457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17" name="pg3417"/>
            <p:cNvSpPr/>
            <p:nvPr/>
          </p:nvSpPr>
          <p:spPr>
            <a:xfrm>
              <a:off x="2723487" y="506741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579">
                <a:alpha val="100000"/>
              </a:srgbClr>
            </a:solidFill>
            <a:ln w="5420" cap="flat">
              <a:solidFill>
                <a:srgbClr val="3C457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18" name="pg3418"/>
            <p:cNvSpPr/>
            <p:nvPr/>
          </p:nvSpPr>
          <p:spPr>
            <a:xfrm>
              <a:off x="2735124" y="506741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579">
                <a:alpha val="100000"/>
              </a:srgbClr>
            </a:solidFill>
            <a:ln w="5420" cap="flat">
              <a:solidFill>
                <a:srgbClr val="3C457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19" name="pg3419"/>
            <p:cNvSpPr/>
            <p:nvPr/>
          </p:nvSpPr>
          <p:spPr>
            <a:xfrm>
              <a:off x="2746762" y="506741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57A">
                <a:alpha val="100000"/>
              </a:srgbClr>
            </a:solidFill>
            <a:ln w="5420" cap="flat">
              <a:solidFill>
                <a:srgbClr val="3C457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20" name="pg3420"/>
            <p:cNvSpPr/>
            <p:nvPr/>
          </p:nvSpPr>
          <p:spPr>
            <a:xfrm>
              <a:off x="4247977" y="506741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C84">
                <a:alpha val="100000"/>
              </a:srgbClr>
            </a:solidFill>
            <a:ln w="5420" cap="flat">
              <a:solidFill>
                <a:srgbClr val="3C4C8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21" name="pg3421"/>
            <p:cNvSpPr/>
            <p:nvPr/>
          </p:nvSpPr>
          <p:spPr>
            <a:xfrm>
              <a:off x="4259614" y="506741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C84">
                <a:alpha val="100000"/>
              </a:srgbClr>
            </a:solidFill>
            <a:ln w="5420" cap="flat">
              <a:solidFill>
                <a:srgbClr val="3C4C8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22" name="pg3422"/>
            <p:cNvSpPr/>
            <p:nvPr/>
          </p:nvSpPr>
          <p:spPr>
            <a:xfrm>
              <a:off x="4271252" y="506741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C84">
                <a:alpha val="100000"/>
              </a:srgbClr>
            </a:solidFill>
            <a:ln w="5420" cap="flat">
              <a:solidFill>
                <a:srgbClr val="3C4C8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23" name="pg3423"/>
            <p:cNvSpPr/>
            <p:nvPr/>
          </p:nvSpPr>
          <p:spPr>
            <a:xfrm>
              <a:off x="4282889" y="506741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C84">
                <a:alpha val="100000"/>
              </a:srgbClr>
            </a:solidFill>
            <a:ln w="5420" cap="flat">
              <a:solidFill>
                <a:srgbClr val="3C4C8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24" name="pg3424"/>
            <p:cNvSpPr/>
            <p:nvPr/>
          </p:nvSpPr>
          <p:spPr>
            <a:xfrm>
              <a:off x="4294526" y="506741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C84">
                <a:alpha val="100000"/>
              </a:srgbClr>
            </a:solidFill>
            <a:ln w="5420" cap="flat">
              <a:solidFill>
                <a:srgbClr val="3C4C8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25" name="pg3425"/>
            <p:cNvSpPr/>
            <p:nvPr/>
          </p:nvSpPr>
          <p:spPr>
            <a:xfrm>
              <a:off x="4306164" y="506741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C84">
                <a:alpha val="100000"/>
              </a:srgbClr>
            </a:solidFill>
            <a:ln w="5420" cap="flat">
              <a:solidFill>
                <a:srgbClr val="3C4C8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26" name="pg3426"/>
            <p:cNvSpPr/>
            <p:nvPr/>
          </p:nvSpPr>
          <p:spPr>
            <a:xfrm>
              <a:off x="4492361" y="506741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4D86">
                <a:alpha val="100000"/>
              </a:srgbClr>
            </a:solidFill>
            <a:ln w="5420" cap="flat">
              <a:solidFill>
                <a:srgbClr val="3B4D8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27" name="pg3427"/>
            <p:cNvSpPr/>
            <p:nvPr/>
          </p:nvSpPr>
          <p:spPr>
            <a:xfrm>
              <a:off x="4503998" y="506741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4E86">
                <a:alpha val="100000"/>
              </a:srgbClr>
            </a:solidFill>
            <a:ln w="5420" cap="flat">
              <a:solidFill>
                <a:srgbClr val="3B4E8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28" name="pg3428"/>
            <p:cNvSpPr/>
            <p:nvPr/>
          </p:nvSpPr>
          <p:spPr>
            <a:xfrm>
              <a:off x="4515636" y="506741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4E86">
                <a:alpha val="100000"/>
              </a:srgbClr>
            </a:solidFill>
            <a:ln w="5420" cap="flat">
              <a:solidFill>
                <a:srgbClr val="3B4E8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29" name="pg3429"/>
            <p:cNvSpPr/>
            <p:nvPr/>
          </p:nvSpPr>
          <p:spPr>
            <a:xfrm>
              <a:off x="4527273" y="506741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4E86">
                <a:alpha val="100000"/>
              </a:srgbClr>
            </a:solidFill>
            <a:ln w="5420" cap="flat">
              <a:solidFill>
                <a:srgbClr val="3B4E8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30" name="pg3430"/>
            <p:cNvSpPr/>
            <p:nvPr/>
          </p:nvSpPr>
          <p:spPr>
            <a:xfrm>
              <a:off x="4538910" y="506741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4E87">
                <a:alpha val="100000"/>
              </a:srgbClr>
            </a:solidFill>
            <a:ln w="5420" cap="flat">
              <a:solidFill>
                <a:srgbClr val="3B4E8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31" name="pg3431"/>
            <p:cNvSpPr/>
            <p:nvPr/>
          </p:nvSpPr>
          <p:spPr>
            <a:xfrm>
              <a:off x="2653663" y="508171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77D">
                <a:alpha val="100000"/>
              </a:srgbClr>
            </a:solidFill>
            <a:ln w="5420" cap="flat">
              <a:solidFill>
                <a:srgbClr val="3C477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32" name="pg3432"/>
            <p:cNvSpPr/>
            <p:nvPr/>
          </p:nvSpPr>
          <p:spPr>
            <a:xfrm>
              <a:off x="2665300" y="508171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77C">
                <a:alpha val="100000"/>
              </a:srgbClr>
            </a:solidFill>
            <a:ln w="5420" cap="flat">
              <a:solidFill>
                <a:srgbClr val="3C477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33" name="pg3433"/>
            <p:cNvSpPr/>
            <p:nvPr/>
          </p:nvSpPr>
          <p:spPr>
            <a:xfrm>
              <a:off x="2676938" y="508171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67C">
                <a:alpha val="100000"/>
              </a:srgbClr>
            </a:solidFill>
            <a:ln w="5420" cap="flat">
              <a:solidFill>
                <a:srgbClr val="3C467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34" name="pg3434"/>
            <p:cNvSpPr/>
            <p:nvPr/>
          </p:nvSpPr>
          <p:spPr>
            <a:xfrm>
              <a:off x="2688575" y="508171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67B">
                <a:alpha val="100000"/>
              </a:srgbClr>
            </a:solidFill>
            <a:ln w="5420" cap="flat">
              <a:solidFill>
                <a:srgbClr val="3C467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35" name="pg3435"/>
            <p:cNvSpPr/>
            <p:nvPr/>
          </p:nvSpPr>
          <p:spPr>
            <a:xfrm>
              <a:off x="2700212" y="508171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67B">
                <a:alpha val="100000"/>
              </a:srgbClr>
            </a:solidFill>
            <a:ln w="5420" cap="flat">
              <a:solidFill>
                <a:srgbClr val="3C467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36" name="pg3436"/>
            <p:cNvSpPr/>
            <p:nvPr/>
          </p:nvSpPr>
          <p:spPr>
            <a:xfrm>
              <a:off x="2711850" y="508171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57A">
                <a:alpha val="100000"/>
              </a:srgbClr>
            </a:solidFill>
            <a:ln w="5420" cap="flat">
              <a:solidFill>
                <a:srgbClr val="3C457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37" name="pg3437"/>
            <p:cNvSpPr/>
            <p:nvPr/>
          </p:nvSpPr>
          <p:spPr>
            <a:xfrm>
              <a:off x="2723487" y="508171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57A">
                <a:alpha val="100000"/>
              </a:srgbClr>
            </a:solidFill>
            <a:ln w="5420" cap="flat">
              <a:solidFill>
                <a:srgbClr val="3C457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38" name="pg3438"/>
            <p:cNvSpPr/>
            <p:nvPr/>
          </p:nvSpPr>
          <p:spPr>
            <a:xfrm>
              <a:off x="2735124" y="508171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67A">
                <a:alpha val="100000"/>
              </a:srgbClr>
            </a:solidFill>
            <a:ln w="5420" cap="flat">
              <a:solidFill>
                <a:srgbClr val="3C467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39" name="pg3439"/>
            <p:cNvSpPr/>
            <p:nvPr/>
          </p:nvSpPr>
          <p:spPr>
            <a:xfrm>
              <a:off x="4247977" y="508171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C84">
                <a:alpha val="100000"/>
              </a:srgbClr>
            </a:solidFill>
            <a:ln w="5420" cap="flat">
              <a:solidFill>
                <a:srgbClr val="3C4C8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40" name="pg3440"/>
            <p:cNvSpPr/>
            <p:nvPr/>
          </p:nvSpPr>
          <p:spPr>
            <a:xfrm>
              <a:off x="4259614" y="508171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C84">
                <a:alpha val="100000"/>
              </a:srgbClr>
            </a:solidFill>
            <a:ln w="5420" cap="flat">
              <a:solidFill>
                <a:srgbClr val="3C4C8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41" name="pg3441"/>
            <p:cNvSpPr/>
            <p:nvPr/>
          </p:nvSpPr>
          <p:spPr>
            <a:xfrm>
              <a:off x="4271252" y="508171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C84">
                <a:alpha val="100000"/>
              </a:srgbClr>
            </a:solidFill>
            <a:ln w="5420" cap="flat">
              <a:solidFill>
                <a:srgbClr val="3C4C8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42" name="pg3442"/>
            <p:cNvSpPr/>
            <p:nvPr/>
          </p:nvSpPr>
          <p:spPr>
            <a:xfrm>
              <a:off x="4282889" y="508171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C84">
                <a:alpha val="100000"/>
              </a:srgbClr>
            </a:solidFill>
            <a:ln w="5420" cap="flat">
              <a:solidFill>
                <a:srgbClr val="3C4C8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43" name="pg3443"/>
            <p:cNvSpPr/>
            <p:nvPr/>
          </p:nvSpPr>
          <p:spPr>
            <a:xfrm>
              <a:off x="4294526" y="508171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C84">
                <a:alpha val="100000"/>
              </a:srgbClr>
            </a:solidFill>
            <a:ln w="5420" cap="flat">
              <a:solidFill>
                <a:srgbClr val="3C4C8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44" name="pg3444"/>
            <p:cNvSpPr/>
            <p:nvPr/>
          </p:nvSpPr>
          <p:spPr>
            <a:xfrm>
              <a:off x="4492361" y="508171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4E86">
                <a:alpha val="100000"/>
              </a:srgbClr>
            </a:solidFill>
            <a:ln w="5420" cap="flat">
              <a:solidFill>
                <a:srgbClr val="3B4E8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45" name="pg3445"/>
            <p:cNvSpPr/>
            <p:nvPr/>
          </p:nvSpPr>
          <p:spPr>
            <a:xfrm>
              <a:off x="4503998" y="508171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4E86">
                <a:alpha val="100000"/>
              </a:srgbClr>
            </a:solidFill>
            <a:ln w="5420" cap="flat">
              <a:solidFill>
                <a:srgbClr val="3B4E8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46" name="pg3446"/>
            <p:cNvSpPr/>
            <p:nvPr/>
          </p:nvSpPr>
          <p:spPr>
            <a:xfrm>
              <a:off x="4515636" y="508171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4E87">
                <a:alpha val="100000"/>
              </a:srgbClr>
            </a:solidFill>
            <a:ln w="5420" cap="flat">
              <a:solidFill>
                <a:srgbClr val="3B4E8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47" name="pg3447"/>
            <p:cNvSpPr/>
            <p:nvPr/>
          </p:nvSpPr>
          <p:spPr>
            <a:xfrm>
              <a:off x="4527273" y="508171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4E87">
                <a:alpha val="100000"/>
              </a:srgbClr>
            </a:solidFill>
            <a:ln w="5420" cap="flat">
              <a:solidFill>
                <a:srgbClr val="3B4E8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48" name="pg3448"/>
            <p:cNvSpPr/>
            <p:nvPr/>
          </p:nvSpPr>
          <p:spPr>
            <a:xfrm>
              <a:off x="4538910" y="508171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4E87">
                <a:alpha val="100000"/>
              </a:srgbClr>
            </a:solidFill>
            <a:ln w="5420" cap="flat">
              <a:solidFill>
                <a:srgbClr val="3B4E8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49" name="pg3449"/>
            <p:cNvSpPr/>
            <p:nvPr/>
          </p:nvSpPr>
          <p:spPr>
            <a:xfrm>
              <a:off x="2653663" y="509601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87D">
                <a:alpha val="100000"/>
              </a:srgbClr>
            </a:solidFill>
            <a:ln w="5420" cap="flat">
              <a:solidFill>
                <a:srgbClr val="3C487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50" name="pg3450"/>
            <p:cNvSpPr/>
            <p:nvPr/>
          </p:nvSpPr>
          <p:spPr>
            <a:xfrm>
              <a:off x="2665300" y="509601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77D">
                <a:alpha val="100000"/>
              </a:srgbClr>
            </a:solidFill>
            <a:ln w="5420" cap="flat">
              <a:solidFill>
                <a:srgbClr val="3C477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51" name="pg3451"/>
            <p:cNvSpPr/>
            <p:nvPr/>
          </p:nvSpPr>
          <p:spPr>
            <a:xfrm>
              <a:off x="2676938" y="509601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77D">
                <a:alpha val="100000"/>
              </a:srgbClr>
            </a:solidFill>
            <a:ln w="5420" cap="flat">
              <a:solidFill>
                <a:srgbClr val="3C477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52" name="pg3452"/>
            <p:cNvSpPr/>
            <p:nvPr/>
          </p:nvSpPr>
          <p:spPr>
            <a:xfrm>
              <a:off x="2688575" y="509601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77D">
                <a:alpha val="100000"/>
              </a:srgbClr>
            </a:solidFill>
            <a:ln w="5420" cap="flat">
              <a:solidFill>
                <a:srgbClr val="3C477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53" name="pg3453"/>
            <p:cNvSpPr/>
            <p:nvPr/>
          </p:nvSpPr>
          <p:spPr>
            <a:xfrm>
              <a:off x="2700212" y="509601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77C">
                <a:alpha val="100000"/>
              </a:srgbClr>
            </a:solidFill>
            <a:ln w="5420" cap="flat">
              <a:solidFill>
                <a:srgbClr val="3C477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54" name="pg3454"/>
            <p:cNvSpPr/>
            <p:nvPr/>
          </p:nvSpPr>
          <p:spPr>
            <a:xfrm>
              <a:off x="2711850" y="509601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77C">
                <a:alpha val="100000"/>
              </a:srgbClr>
            </a:solidFill>
            <a:ln w="5420" cap="flat">
              <a:solidFill>
                <a:srgbClr val="3C477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55" name="pg3455"/>
            <p:cNvSpPr/>
            <p:nvPr/>
          </p:nvSpPr>
          <p:spPr>
            <a:xfrm>
              <a:off x="2723487" y="509601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77C">
                <a:alpha val="100000"/>
              </a:srgbClr>
            </a:solidFill>
            <a:ln w="5420" cap="flat">
              <a:solidFill>
                <a:srgbClr val="3C477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56" name="pg3456"/>
            <p:cNvSpPr/>
            <p:nvPr/>
          </p:nvSpPr>
          <p:spPr>
            <a:xfrm>
              <a:off x="2735124" y="509601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77C">
                <a:alpha val="100000"/>
              </a:srgbClr>
            </a:solidFill>
            <a:ln w="5420" cap="flat">
              <a:solidFill>
                <a:srgbClr val="3C477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57" name="pg3457"/>
            <p:cNvSpPr/>
            <p:nvPr/>
          </p:nvSpPr>
          <p:spPr>
            <a:xfrm>
              <a:off x="4247977" y="509601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D85">
                <a:alpha val="100000"/>
              </a:srgbClr>
            </a:solidFill>
            <a:ln w="5420" cap="flat">
              <a:solidFill>
                <a:srgbClr val="3C4D8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58" name="pg3458"/>
            <p:cNvSpPr/>
            <p:nvPr/>
          </p:nvSpPr>
          <p:spPr>
            <a:xfrm>
              <a:off x="4259614" y="509601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D85">
                <a:alpha val="100000"/>
              </a:srgbClr>
            </a:solidFill>
            <a:ln w="5420" cap="flat">
              <a:solidFill>
                <a:srgbClr val="3C4D8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59" name="pg3459"/>
            <p:cNvSpPr/>
            <p:nvPr/>
          </p:nvSpPr>
          <p:spPr>
            <a:xfrm>
              <a:off x="4271252" y="509601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D85">
                <a:alpha val="100000"/>
              </a:srgbClr>
            </a:solidFill>
            <a:ln w="5420" cap="flat">
              <a:solidFill>
                <a:srgbClr val="3C4D8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60" name="pg3460"/>
            <p:cNvSpPr/>
            <p:nvPr/>
          </p:nvSpPr>
          <p:spPr>
            <a:xfrm>
              <a:off x="4282889" y="509601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D85">
                <a:alpha val="100000"/>
              </a:srgbClr>
            </a:solidFill>
            <a:ln w="5420" cap="flat">
              <a:solidFill>
                <a:srgbClr val="3C4D8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61" name="pg3461"/>
            <p:cNvSpPr/>
            <p:nvPr/>
          </p:nvSpPr>
          <p:spPr>
            <a:xfrm>
              <a:off x="4294526" y="509601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D85">
                <a:alpha val="100000"/>
              </a:srgbClr>
            </a:solidFill>
            <a:ln w="5420" cap="flat">
              <a:solidFill>
                <a:srgbClr val="3C4D8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62" name="pg3462"/>
            <p:cNvSpPr/>
            <p:nvPr/>
          </p:nvSpPr>
          <p:spPr>
            <a:xfrm>
              <a:off x="4306164" y="509601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D85">
                <a:alpha val="100000"/>
              </a:srgbClr>
            </a:solidFill>
            <a:ln w="5420" cap="flat">
              <a:solidFill>
                <a:srgbClr val="3C4D8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63" name="pg3463"/>
            <p:cNvSpPr/>
            <p:nvPr/>
          </p:nvSpPr>
          <p:spPr>
            <a:xfrm>
              <a:off x="4503998" y="509601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4E87">
                <a:alpha val="100000"/>
              </a:srgbClr>
            </a:solidFill>
            <a:ln w="5420" cap="flat">
              <a:solidFill>
                <a:srgbClr val="3B4E8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64" name="pg3464"/>
            <p:cNvSpPr/>
            <p:nvPr/>
          </p:nvSpPr>
          <p:spPr>
            <a:xfrm>
              <a:off x="4515636" y="509601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4E87">
                <a:alpha val="100000"/>
              </a:srgbClr>
            </a:solidFill>
            <a:ln w="5420" cap="flat">
              <a:solidFill>
                <a:srgbClr val="3B4E8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65" name="pg3465"/>
            <p:cNvSpPr/>
            <p:nvPr/>
          </p:nvSpPr>
          <p:spPr>
            <a:xfrm>
              <a:off x="4527273" y="509601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4E87">
                <a:alpha val="100000"/>
              </a:srgbClr>
            </a:solidFill>
            <a:ln w="5420" cap="flat">
              <a:solidFill>
                <a:srgbClr val="3B4E8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66" name="pg3466"/>
            <p:cNvSpPr/>
            <p:nvPr/>
          </p:nvSpPr>
          <p:spPr>
            <a:xfrm>
              <a:off x="4538910" y="509601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4F87">
                <a:alpha val="100000"/>
              </a:srgbClr>
            </a:solidFill>
            <a:ln w="5420" cap="flat">
              <a:solidFill>
                <a:srgbClr val="3B4F8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67" name="pg3467"/>
            <p:cNvSpPr/>
            <p:nvPr/>
          </p:nvSpPr>
          <p:spPr>
            <a:xfrm>
              <a:off x="4550548" y="509601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4F88">
                <a:alpha val="100000"/>
              </a:srgbClr>
            </a:solidFill>
            <a:ln w="5420" cap="flat">
              <a:solidFill>
                <a:srgbClr val="3B4F8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68" name="pg3468"/>
            <p:cNvSpPr/>
            <p:nvPr/>
          </p:nvSpPr>
          <p:spPr>
            <a:xfrm>
              <a:off x="2665300" y="511031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87E">
                <a:alpha val="100000"/>
              </a:srgbClr>
            </a:solidFill>
            <a:ln w="5420" cap="flat">
              <a:solidFill>
                <a:srgbClr val="3C487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69" name="pg3469"/>
            <p:cNvSpPr/>
            <p:nvPr/>
          </p:nvSpPr>
          <p:spPr>
            <a:xfrm>
              <a:off x="2676938" y="511031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87E">
                <a:alpha val="100000"/>
              </a:srgbClr>
            </a:solidFill>
            <a:ln w="5420" cap="flat">
              <a:solidFill>
                <a:srgbClr val="3C487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70" name="pg3470"/>
            <p:cNvSpPr/>
            <p:nvPr/>
          </p:nvSpPr>
          <p:spPr>
            <a:xfrm>
              <a:off x="2688575" y="511031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87D">
                <a:alpha val="100000"/>
              </a:srgbClr>
            </a:solidFill>
            <a:ln w="5420" cap="flat">
              <a:solidFill>
                <a:srgbClr val="3C487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71" name="pg3471"/>
            <p:cNvSpPr/>
            <p:nvPr/>
          </p:nvSpPr>
          <p:spPr>
            <a:xfrm>
              <a:off x="2700212" y="511031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77D">
                <a:alpha val="100000"/>
              </a:srgbClr>
            </a:solidFill>
            <a:ln w="5420" cap="flat">
              <a:solidFill>
                <a:srgbClr val="3C477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72" name="pg3472"/>
            <p:cNvSpPr/>
            <p:nvPr/>
          </p:nvSpPr>
          <p:spPr>
            <a:xfrm>
              <a:off x="2711850" y="511031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77D">
                <a:alpha val="100000"/>
              </a:srgbClr>
            </a:solidFill>
            <a:ln w="5420" cap="flat">
              <a:solidFill>
                <a:srgbClr val="3C477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73" name="pg3473"/>
            <p:cNvSpPr/>
            <p:nvPr/>
          </p:nvSpPr>
          <p:spPr>
            <a:xfrm>
              <a:off x="2723487" y="511031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77D">
                <a:alpha val="100000"/>
              </a:srgbClr>
            </a:solidFill>
            <a:ln w="5420" cap="flat">
              <a:solidFill>
                <a:srgbClr val="3C477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74" name="pg3474"/>
            <p:cNvSpPr/>
            <p:nvPr/>
          </p:nvSpPr>
          <p:spPr>
            <a:xfrm>
              <a:off x="4259614" y="511031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D85">
                <a:alpha val="100000"/>
              </a:srgbClr>
            </a:solidFill>
            <a:ln w="5420" cap="flat">
              <a:solidFill>
                <a:srgbClr val="3C4D8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75" name="pg3475"/>
            <p:cNvSpPr/>
            <p:nvPr/>
          </p:nvSpPr>
          <p:spPr>
            <a:xfrm>
              <a:off x="4271252" y="511031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D85">
                <a:alpha val="100000"/>
              </a:srgbClr>
            </a:solidFill>
            <a:ln w="5420" cap="flat">
              <a:solidFill>
                <a:srgbClr val="3C4D8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76" name="pg3476"/>
            <p:cNvSpPr/>
            <p:nvPr/>
          </p:nvSpPr>
          <p:spPr>
            <a:xfrm>
              <a:off x="4282889" y="511031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D85">
                <a:alpha val="100000"/>
              </a:srgbClr>
            </a:solidFill>
            <a:ln w="5420" cap="flat">
              <a:solidFill>
                <a:srgbClr val="3C4D8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77" name="pg3477"/>
            <p:cNvSpPr/>
            <p:nvPr/>
          </p:nvSpPr>
          <p:spPr>
            <a:xfrm>
              <a:off x="4294526" y="511031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D85">
                <a:alpha val="100000"/>
              </a:srgbClr>
            </a:solidFill>
            <a:ln w="5420" cap="flat">
              <a:solidFill>
                <a:srgbClr val="3C4D8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78" name="pg3478"/>
            <p:cNvSpPr/>
            <p:nvPr/>
          </p:nvSpPr>
          <p:spPr>
            <a:xfrm>
              <a:off x="4306164" y="511031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D85">
                <a:alpha val="100000"/>
              </a:srgbClr>
            </a:solidFill>
            <a:ln w="5420" cap="flat">
              <a:solidFill>
                <a:srgbClr val="3C4D8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79" name="pg3479"/>
            <p:cNvSpPr/>
            <p:nvPr/>
          </p:nvSpPr>
          <p:spPr>
            <a:xfrm>
              <a:off x="4503998" y="511031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4E87">
                <a:alpha val="100000"/>
              </a:srgbClr>
            </a:solidFill>
            <a:ln w="5420" cap="flat">
              <a:solidFill>
                <a:srgbClr val="3B4E8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80" name="pg3480"/>
            <p:cNvSpPr/>
            <p:nvPr/>
          </p:nvSpPr>
          <p:spPr>
            <a:xfrm>
              <a:off x="4515636" y="511031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4F87">
                <a:alpha val="100000"/>
              </a:srgbClr>
            </a:solidFill>
            <a:ln w="5420" cap="flat">
              <a:solidFill>
                <a:srgbClr val="3B4F8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81" name="pg3481"/>
            <p:cNvSpPr/>
            <p:nvPr/>
          </p:nvSpPr>
          <p:spPr>
            <a:xfrm>
              <a:off x="4527273" y="511031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4F88">
                <a:alpha val="100000"/>
              </a:srgbClr>
            </a:solidFill>
            <a:ln w="5420" cap="flat">
              <a:solidFill>
                <a:srgbClr val="3B4F8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82" name="pg3482"/>
            <p:cNvSpPr/>
            <p:nvPr/>
          </p:nvSpPr>
          <p:spPr>
            <a:xfrm>
              <a:off x="4538910" y="511031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4F88">
                <a:alpha val="100000"/>
              </a:srgbClr>
            </a:solidFill>
            <a:ln w="5420" cap="flat">
              <a:solidFill>
                <a:srgbClr val="3B4F8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83" name="pg3483"/>
            <p:cNvSpPr/>
            <p:nvPr/>
          </p:nvSpPr>
          <p:spPr>
            <a:xfrm>
              <a:off x="4550548" y="511031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4F88">
                <a:alpha val="100000"/>
              </a:srgbClr>
            </a:solidFill>
            <a:ln w="5420" cap="flat">
              <a:solidFill>
                <a:srgbClr val="3B4F8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84" name="pg3484"/>
            <p:cNvSpPr/>
            <p:nvPr/>
          </p:nvSpPr>
          <p:spPr>
            <a:xfrm>
              <a:off x="4562185" y="511031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4F88">
                <a:alpha val="100000"/>
              </a:srgbClr>
            </a:solidFill>
            <a:ln w="5420" cap="flat">
              <a:solidFill>
                <a:srgbClr val="3B4F8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85" name="pg3485"/>
            <p:cNvSpPr/>
            <p:nvPr/>
          </p:nvSpPr>
          <p:spPr>
            <a:xfrm>
              <a:off x="2665300" y="512461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87E">
                <a:alpha val="100000"/>
              </a:srgbClr>
            </a:solidFill>
            <a:ln w="5420" cap="flat">
              <a:solidFill>
                <a:srgbClr val="3C487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86" name="pg3486"/>
            <p:cNvSpPr/>
            <p:nvPr/>
          </p:nvSpPr>
          <p:spPr>
            <a:xfrm>
              <a:off x="2676938" y="512461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87E">
                <a:alpha val="100000"/>
              </a:srgbClr>
            </a:solidFill>
            <a:ln w="5420" cap="flat">
              <a:solidFill>
                <a:srgbClr val="3C487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87" name="pg3487"/>
            <p:cNvSpPr/>
            <p:nvPr/>
          </p:nvSpPr>
          <p:spPr>
            <a:xfrm>
              <a:off x="2688575" y="512461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87E">
                <a:alpha val="100000"/>
              </a:srgbClr>
            </a:solidFill>
            <a:ln w="5420" cap="flat">
              <a:solidFill>
                <a:srgbClr val="3C487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88" name="pg3488"/>
            <p:cNvSpPr/>
            <p:nvPr/>
          </p:nvSpPr>
          <p:spPr>
            <a:xfrm>
              <a:off x="2700212" y="512461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87E">
                <a:alpha val="100000"/>
              </a:srgbClr>
            </a:solidFill>
            <a:ln w="5420" cap="flat">
              <a:solidFill>
                <a:srgbClr val="3C487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89" name="pg3489"/>
            <p:cNvSpPr/>
            <p:nvPr/>
          </p:nvSpPr>
          <p:spPr>
            <a:xfrm>
              <a:off x="2711850" y="512461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87E">
                <a:alpha val="100000"/>
              </a:srgbClr>
            </a:solidFill>
            <a:ln w="5420" cap="flat">
              <a:solidFill>
                <a:srgbClr val="3C487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90" name="pg3490"/>
            <p:cNvSpPr/>
            <p:nvPr/>
          </p:nvSpPr>
          <p:spPr>
            <a:xfrm>
              <a:off x="2723487" y="512461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87E">
                <a:alpha val="100000"/>
              </a:srgbClr>
            </a:solidFill>
            <a:ln w="5420" cap="flat">
              <a:solidFill>
                <a:srgbClr val="3C487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91" name="pg3491"/>
            <p:cNvSpPr/>
            <p:nvPr/>
          </p:nvSpPr>
          <p:spPr>
            <a:xfrm>
              <a:off x="4271252" y="512461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D85">
                <a:alpha val="100000"/>
              </a:srgbClr>
            </a:solidFill>
            <a:ln w="5420" cap="flat">
              <a:solidFill>
                <a:srgbClr val="3C4D8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92" name="pg3492"/>
            <p:cNvSpPr/>
            <p:nvPr/>
          </p:nvSpPr>
          <p:spPr>
            <a:xfrm>
              <a:off x="4282889" y="512461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D85">
                <a:alpha val="100000"/>
              </a:srgbClr>
            </a:solidFill>
            <a:ln w="5420" cap="flat">
              <a:solidFill>
                <a:srgbClr val="3C4D8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93" name="pg3493"/>
            <p:cNvSpPr/>
            <p:nvPr/>
          </p:nvSpPr>
          <p:spPr>
            <a:xfrm>
              <a:off x="4294526" y="512461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4D85">
                <a:alpha val="100000"/>
              </a:srgbClr>
            </a:solidFill>
            <a:ln w="5420" cap="flat">
              <a:solidFill>
                <a:srgbClr val="3B4D8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94" name="pg3494"/>
            <p:cNvSpPr/>
            <p:nvPr/>
          </p:nvSpPr>
          <p:spPr>
            <a:xfrm>
              <a:off x="4306164" y="512461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4D85">
                <a:alpha val="100000"/>
              </a:srgbClr>
            </a:solidFill>
            <a:ln w="5420" cap="flat">
              <a:solidFill>
                <a:srgbClr val="3B4D8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95" name="pg3495"/>
            <p:cNvSpPr/>
            <p:nvPr/>
          </p:nvSpPr>
          <p:spPr>
            <a:xfrm>
              <a:off x="4317801" y="512461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4D85">
                <a:alpha val="100000"/>
              </a:srgbClr>
            </a:solidFill>
            <a:ln w="5420" cap="flat">
              <a:solidFill>
                <a:srgbClr val="3B4D8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96" name="pg3496"/>
            <p:cNvSpPr/>
            <p:nvPr/>
          </p:nvSpPr>
          <p:spPr>
            <a:xfrm>
              <a:off x="4329438" y="512461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4D86">
                <a:alpha val="100000"/>
              </a:srgbClr>
            </a:solidFill>
            <a:ln w="5420" cap="flat">
              <a:solidFill>
                <a:srgbClr val="3B4D8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97" name="pg3497"/>
            <p:cNvSpPr/>
            <p:nvPr/>
          </p:nvSpPr>
          <p:spPr>
            <a:xfrm>
              <a:off x="4341076" y="512461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4D86">
                <a:alpha val="100000"/>
              </a:srgbClr>
            </a:solidFill>
            <a:ln w="5420" cap="flat">
              <a:solidFill>
                <a:srgbClr val="3B4D8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98" name="pg3498"/>
            <p:cNvSpPr/>
            <p:nvPr/>
          </p:nvSpPr>
          <p:spPr>
            <a:xfrm>
              <a:off x="4352713" y="512461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4D86">
                <a:alpha val="100000"/>
              </a:srgbClr>
            </a:solidFill>
            <a:ln w="5420" cap="flat">
              <a:solidFill>
                <a:srgbClr val="3B4D8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99" name="pg3499"/>
            <p:cNvSpPr/>
            <p:nvPr/>
          </p:nvSpPr>
          <p:spPr>
            <a:xfrm>
              <a:off x="4515636" y="512461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4F88">
                <a:alpha val="100000"/>
              </a:srgbClr>
            </a:solidFill>
            <a:ln w="5420" cap="flat">
              <a:solidFill>
                <a:srgbClr val="3B4F8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00" name="pg3500"/>
            <p:cNvSpPr/>
            <p:nvPr/>
          </p:nvSpPr>
          <p:spPr>
            <a:xfrm>
              <a:off x="4527273" y="512461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4F88">
                <a:alpha val="100000"/>
              </a:srgbClr>
            </a:solidFill>
            <a:ln w="5420" cap="flat">
              <a:solidFill>
                <a:srgbClr val="3B4F8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01" name="pg3501"/>
            <p:cNvSpPr/>
            <p:nvPr/>
          </p:nvSpPr>
          <p:spPr>
            <a:xfrm>
              <a:off x="4538910" y="512461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4F88">
                <a:alpha val="100000"/>
              </a:srgbClr>
            </a:solidFill>
            <a:ln w="5420" cap="flat">
              <a:solidFill>
                <a:srgbClr val="3B4F8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02" name="pg3502"/>
            <p:cNvSpPr/>
            <p:nvPr/>
          </p:nvSpPr>
          <p:spPr>
            <a:xfrm>
              <a:off x="4550548" y="512461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4F88">
                <a:alpha val="100000"/>
              </a:srgbClr>
            </a:solidFill>
            <a:ln w="5420" cap="flat">
              <a:solidFill>
                <a:srgbClr val="3B4F8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03" name="pg3503"/>
            <p:cNvSpPr/>
            <p:nvPr/>
          </p:nvSpPr>
          <p:spPr>
            <a:xfrm>
              <a:off x="4562185" y="512461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4F88">
                <a:alpha val="100000"/>
              </a:srgbClr>
            </a:solidFill>
            <a:ln w="5420" cap="flat">
              <a:solidFill>
                <a:srgbClr val="3B4F8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04" name="pg3504"/>
            <p:cNvSpPr/>
            <p:nvPr/>
          </p:nvSpPr>
          <p:spPr>
            <a:xfrm>
              <a:off x="2676938" y="513891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87F">
                <a:alpha val="100000"/>
              </a:srgbClr>
            </a:solidFill>
            <a:ln w="5420" cap="flat">
              <a:solidFill>
                <a:srgbClr val="3C487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05" name="pg3505"/>
            <p:cNvSpPr/>
            <p:nvPr/>
          </p:nvSpPr>
          <p:spPr>
            <a:xfrm>
              <a:off x="2688575" y="513891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87F">
                <a:alpha val="100000"/>
              </a:srgbClr>
            </a:solidFill>
            <a:ln w="5420" cap="flat">
              <a:solidFill>
                <a:srgbClr val="3C487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06" name="pg3506"/>
            <p:cNvSpPr/>
            <p:nvPr/>
          </p:nvSpPr>
          <p:spPr>
            <a:xfrm>
              <a:off x="2700212" y="513891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87E">
                <a:alpha val="100000"/>
              </a:srgbClr>
            </a:solidFill>
            <a:ln w="5420" cap="flat">
              <a:solidFill>
                <a:srgbClr val="3C487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07" name="pg3507"/>
            <p:cNvSpPr/>
            <p:nvPr/>
          </p:nvSpPr>
          <p:spPr>
            <a:xfrm>
              <a:off x="2711850" y="513891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87E">
                <a:alpha val="100000"/>
              </a:srgbClr>
            </a:solidFill>
            <a:ln w="5420" cap="flat">
              <a:solidFill>
                <a:srgbClr val="3C487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08" name="pg3508"/>
            <p:cNvSpPr/>
            <p:nvPr/>
          </p:nvSpPr>
          <p:spPr>
            <a:xfrm>
              <a:off x="2723487" y="513891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87E">
                <a:alpha val="100000"/>
              </a:srgbClr>
            </a:solidFill>
            <a:ln w="5420" cap="flat">
              <a:solidFill>
                <a:srgbClr val="3C487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09" name="pg3509"/>
            <p:cNvSpPr/>
            <p:nvPr/>
          </p:nvSpPr>
          <p:spPr>
            <a:xfrm>
              <a:off x="4271252" y="513891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4D85">
                <a:alpha val="100000"/>
              </a:srgbClr>
            </a:solidFill>
            <a:ln w="5420" cap="flat">
              <a:solidFill>
                <a:srgbClr val="3B4D8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10" name="pg3510"/>
            <p:cNvSpPr/>
            <p:nvPr/>
          </p:nvSpPr>
          <p:spPr>
            <a:xfrm>
              <a:off x="4282889" y="513891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4D86">
                <a:alpha val="100000"/>
              </a:srgbClr>
            </a:solidFill>
            <a:ln w="5420" cap="flat">
              <a:solidFill>
                <a:srgbClr val="3B4D8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11" name="pg3511"/>
            <p:cNvSpPr/>
            <p:nvPr/>
          </p:nvSpPr>
          <p:spPr>
            <a:xfrm>
              <a:off x="4294526" y="513891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4D86">
                <a:alpha val="100000"/>
              </a:srgbClr>
            </a:solidFill>
            <a:ln w="5420" cap="flat">
              <a:solidFill>
                <a:srgbClr val="3B4D8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12" name="pg3512"/>
            <p:cNvSpPr/>
            <p:nvPr/>
          </p:nvSpPr>
          <p:spPr>
            <a:xfrm>
              <a:off x="4306164" y="513891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4D86">
                <a:alpha val="100000"/>
              </a:srgbClr>
            </a:solidFill>
            <a:ln w="5420" cap="flat">
              <a:solidFill>
                <a:srgbClr val="3B4D8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13" name="pg3513"/>
            <p:cNvSpPr/>
            <p:nvPr/>
          </p:nvSpPr>
          <p:spPr>
            <a:xfrm>
              <a:off x="4317801" y="513891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4D86">
                <a:alpha val="100000"/>
              </a:srgbClr>
            </a:solidFill>
            <a:ln w="5420" cap="flat">
              <a:solidFill>
                <a:srgbClr val="3B4D8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14" name="pg3514"/>
            <p:cNvSpPr/>
            <p:nvPr/>
          </p:nvSpPr>
          <p:spPr>
            <a:xfrm>
              <a:off x="4329438" y="513891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4D86">
                <a:alpha val="100000"/>
              </a:srgbClr>
            </a:solidFill>
            <a:ln w="5420" cap="flat">
              <a:solidFill>
                <a:srgbClr val="3B4D8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15" name="pg3515"/>
            <p:cNvSpPr/>
            <p:nvPr/>
          </p:nvSpPr>
          <p:spPr>
            <a:xfrm>
              <a:off x="4341076" y="513891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4D86">
                <a:alpha val="100000"/>
              </a:srgbClr>
            </a:solidFill>
            <a:ln w="5420" cap="flat">
              <a:solidFill>
                <a:srgbClr val="3B4D8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16" name="pg3516"/>
            <p:cNvSpPr/>
            <p:nvPr/>
          </p:nvSpPr>
          <p:spPr>
            <a:xfrm>
              <a:off x="4352713" y="513891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4E86">
                <a:alpha val="100000"/>
              </a:srgbClr>
            </a:solidFill>
            <a:ln w="5420" cap="flat">
              <a:solidFill>
                <a:srgbClr val="3B4E8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17" name="pg3517"/>
            <p:cNvSpPr/>
            <p:nvPr/>
          </p:nvSpPr>
          <p:spPr>
            <a:xfrm>
              <a:off x="4364350" y="513891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4E86">
                <a:alpha val="100000"/>
              </a:srgbClr>
            </a:solidFill>
            <a:ln w="5420" cap="flat">
              <a:solidFill>
                <a:srgbClr val="3B4E8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18" name="pg3518"/>
            <p:cNvSpPr/>
            <p:nvPr/>
          </p:nvSpPr>
          <p:spPr>
            <a:xfrm>
              <a:off x="4515636" y="513891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4F88">
                <a:alpha val="100000"/>
              </a:srgbClr>
            </a:solidFill>
            <a:ln w="5420" cap="flat">
              <a:solidFill>
                <a:srgbClr val="3B4F8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19" name="pg3519"/>
            <p:cNvSpPr/>
            <p:nvPr/>
          </p:nvSpPr>
          <p:spPr>
            <a:xfrm>
              <a:off x="4527273" y="513891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4F88">
                <a:alpha val="100000"/>
              </a:srgbClr>
            </a:solidFill>
            <a:ln w="5420" cap="flat">
              <a:solidFill>
                <a:srgbClr val="3B4F8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20" name="pg3520"/>
            <p:cNvSpPr/>
            <p:nvPr/>
          </p:nvSpPr>
          <p:spPr>
            <a:xfrm>
              <a:off x="4538910" y="513891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4F88">
                <a:alpha val="100000"/>
              </a:srgbClr>
            </a:solidFill>
            <a:ln w="5420" cap="flat">
              <a:solidFill>
                <a:srgbClr val="3B4F8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21" name="pg3521"/>
            <p:cNvSpPr/>
            <p:nvPr/>
          </p:nvSpPr>
          <p:spPr>
            <a:xfrm>
              <a:off x="4550548" y="513891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4F88">
                <a:alpha val="100000"/>
              </a:srgbClr>
            </a:solidFill>
            <a:ln w="5420" cap="flat">
              <a:solidFill>
                <a:srgbClr val="3B4F8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22" name="pg3522"/>
            <p:cNvSpPr/>
            <p:nvPr/>
          </p:nvSpPr>
          <p:spPr>
            <a:xfrm>
              <a:off x="4562185" y="513891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4F89">
                <a:alpha val="100000"/>
              </a:srgbClr>
            </a:solidFill>
            <a:ln w="5420" cap="flat">
              <a:solidFill>
                <a:srgbClr val="3B4F8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23" name="pg3523"/>
            <p:cNvSpPr/>
            <p:nvPr/>
          </p:nvSpPr>
          <p:spPr>
            <a:xfrm>
              <a:off x="2676938" y="515321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97F">
                <a:alpha val="100000"/>
              </a:srgbClr>
            </a:solidFill>
            <a:ln w="5420" cap="flat">
              <a:solidFill>
                <a:srgbClr val="3C497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24" name="pg3524"/>
            <p:cNvSpPr/>
            <p:nvPr/>
          </p:nvSpPr>
          <p:spPr>
            <a:xfrm>
              <a:off x="2688575" y="515321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97F">
                <a:alpha val="100000"/>
              </a:srgbClr>
            </a:solidFill>
            <a:ln w="5420" cap="flat">
              <a:solidFill>
                <a:srgbClr val="3C497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25" name="pg3525"/>
            <p:cNvSpPr/>
            <p:nvPr/>
          </p:nvSpPr>
          <p:spPr>
            <a:xfrm>
              <a:off x="2700212" y="515321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97F">
                <a:alpha val="100000"/>
              </a:srgbClr>
            </a:solidFill>
            <a:ln w="5420" cap="flat">
              <a:solidFill>
                <a:srgbClr val="3C497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26" name="pg3526"/>
            <p:cNvSpPr/>
            <p:nvPr/>
          </p:nvSpPr>
          <p:spPr>
            <a:xfrm>
              <a:off x="2711850" y="515321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97F">
                <a:alpha val="100000"/>
              </a:srgbClr>
            </a:solidFill>
            <a:ln w="5420" cap="flat">
              <a:solidFill>
                <a:srgbClr val="3C497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27" name="pg3527"/>
            <p:cNvSpPr/>
            <p:nvPr/>
          </p:nvSpPr>
          <p:spPr>
            <a:xfrm>
              <a:off x="2723487" y="515321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97F">
                <a:alpha val="100000"/>
              </a:srgbClr>
            </a:solidFill>
            <a:ln w="5420" cap="flat">
              <a:solidFill>
                <a:srgbClr val="3C497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28" name="pg3528"/>
            <p:cNvSpPr/>
            <p:nvPr/>
          </p:nvSpPr>
          <p:spPr>
            <a:xfrm>
              <a:off x="4282889" y="515321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4D86">
                <a:alpha val="100000"/>
              </a:srgbClr>
            </a:solidFill>
            <a:ln w="5420" cap="flat">
              <a:solidFill>
                <a:srgbClr val="3B4D8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29" name="pg3529"/>
            <p:cNvSpPr/>
            <p:nvPr/>
          </p:nvSpPr>
          <p:spPr>
            <a:xfrm>
              <a:off x="4294526" y="515321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4D86">
                <a:alpha val="100000"/>
              </a:srgbClr>
            </a:solidFill>
            <a:ln w="5420" cap="flat">
              <a:solidFill>
                <a:srgbClr val="3B4D8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30" name="pg3530"/>
            <p:cNvSpPr/>
            <p:nvPr/>
          </p:nvSpPr>
          <p:spPr>
            <a:xfrm>
              <a:off x="4306164" y="515321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4E86">
                <a:alpha val="100000"/>
              </a:srgbClr>
            </a:solidFill>
            <a:ln w="5420" cap="flat">
              <a:solidFill>
                <a:srgbClr val="3B4E8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31" name="pg3531"/>
            <p:cNvSpPr/>
            <p:nvPr/>
          </p:nvSpPr>
          <p:spPr>
            <a:xfrm>
              <a:off x="4317801" y="515321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4E86">
                <a:alpha val="100000"/>
              </a:srgbClr>
            </a:solidFill>
            <a:ln w="5420" cap="flat">
              <a:solidFill>
                <a:srgbClr val="3B4E8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32" name="pg3532"/>
            <p:cNvSpPr/>
            <p:nvPr/>
          </p:nvSpPr>
          <p:spPr>
            <a:xfrm>
              <a:off x="4329438" y="515321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4E86">
                <a:alpha val="100000"/>
              </a:srgbClr>
            </a:solidFill>
            <a:ln w="5420" cap="flat">
              <a:solidFill>
                <a:srgbClr val="3B4E8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33" name="pg3533"/>
            <p:cNvSpPr/>
            <p:nvPr/>
          </p:nvSpPr>
          <p:spPr>
            <a:xfrm>
              <a:off x="4341076" y="515321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4E86">
                <a:alpha val="100000"/>
              </a:srgbClr>
            </a:solidFill>
            <a:ln w="5420" cap="flat">
              <a:solidFill>
                <a:srgbClr val="3B4E8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34" name="pg3534"/>
            <p:cNvSpPr/>
            <p:nvPr/>
          </p:nvSpPr>
          <p:spPr>
            <a:xfrm>
              <a:off x="4352713" y="515321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4E86">
                <a:alpha val="100000"/>
              </a:srgbClr>
            </a:solidFill>
            <a:ln w="5420" cap="flat">
              <a:solidFill>
                <a:srgbClr val="3B4E8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35" name="pg3535"/>
            <p:cNvSpPr/>
            <p:nvPr/>
          </p:nvSpPr>
          <p:spPr>
            <a:xfrm>
              <a:off x="4364350" y="515321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4E86">
                <a:alpha val="100000"/>
              </a:srgbClr>
            </a:solidFill>
            <a:ln w="5420" cap="flat">
              <a:solidFill>
                <a:srgbClr val="3B4E8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36" name="pg3536"/>
            <p:cNvSpPr/>
            <p:nvPr/>
          </p:nvSpPr>
          <p:spPr>
            <a:xfrm>
              <a:off x="4527273" y="515321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4F88">
                <a:alpha val="100000"/>
              </a:srgbClr>
            </a:solidFill>
            <a:ln w="5420" cap="flat">
              <a:solidFill>
                <a:srgbClr val="3B4F8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37" name="pg3537"/>
            <p:cNvSpPr/>
            <p:nvPr/>
          </p:nvSpPr>
          <p:spPr>
            <a:xfrm>
              <a:off x="4538910" y="515321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4F88">
                <a:alpha val="100000"/>
              </a:srgbClr>
            </a:solidFill>
            <a:ln w="5420" cap="flat">
              <a:solidFill>
                <a:srgbClr val="3B4F8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38" name="pg3538"/>
            <p:cNvSpPr/>
            <p:nvPr/>
          </p:nvSpPr>
          <p:spPr>
            <a:xfrm>
              <a:off x="4550548" y="515321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4F89">
                <a:alpha val="100000"/>
              </a:srgbClr>
            </a:solidFill>
            <a:ln w="5420" cap="flat">
              <a:solidFill>
                <a:srgbClr val="3B4F8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39" name="pg3539"/>
            <p:cNvSpPr/>
            <p:nvPr/>
          </p:nvSpPr>
          <p:spPr>
            <a:xfrm>
              <a:off x="4562185" y="515321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5089">
                <a:alpha val="100000"/>
              </a:srgbClr>
            </a:solidFill>
            <a:ln w="5420" cap="flat">
              <a:solidFill>
                <a:srgbClr val="3B508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40" name="pg3540"/>
            <p:cNvSpPr/>
            <p:nvPr/>
          </p:nvSpPr>
          <p:spPr>
            <a:xfrm>
              <a:off x="4573822" y="515321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5089">
                <a:alpha val="100000"/>
              </a:srgbClr>
            </a:solidFill>
            <a:ln w="5420" cap="flat">
              <a:solidFill>
                <a:srgbClr val="3B508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41" name="pg3541"/>
            <p:cNvSpPr/>
            <p:nvPr/>
          </p:nvSpPr>
          <p:spPr>
            <a:xfrm>
              <a:off x="2676938" y="516751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980">
                <a:alpha val="100000"/>
              </a:srgbClr>
            </a:solidFill>
            <a:ln w="5420" cap="flat">
              <a:solidFill>
                <a:srgbClr val="3C498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42" name="pg3542"/>
            <p:cNvSpPr/>
            <p:nvPr/>
          </p:nvSpPr>
          <p:spPr>
            <a:xfrm>
              <a:off x="2688575" y="516751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980">
                <a:alpha val="100000"/>
              </a:srgbClr>
            </a:solidFill>
            <a:ln w="5420" cap="flat">
              <a:solidFill>
                <a:srgbClr val="3C498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43" name="pg3543"/>
            <p:cNvSpPr/>
            <p:nvPr/>
          </p:nvSpPr>
          <p:spPr>
            <a:xfrm>
              <a:off x="2700212" y="516751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980">
                <a:alpha val="100000"/>
              </a:srgbClr>
            </a:solidFill>
            <a:ln w="5420" cap="flat">
              <a:solidFill>
                <a:srgbClr val="3C498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44" name="pg3544"/>
            <p:cNvSpPr/>
            <p:nvPr/>
          </p:nvSpPr>
          <p:spPr>
            <a:xfrm>
              <a:off x="2711850" y="516751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980">
                <a:alpha val="100000"/>
              </a:srgbClr>
            </a:solidFill>
            <a:ln w="5420" cap="flat">
              <a:solidFill>
                <a:srgbClr val="3C498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45" name="pg3545"/>
            <p:cNvSpPr/>
            <p:nvPr/>
          </p:nvSpPr>
          <p:spPr>
            <a:xfrm>
              <a:off x="2723487" y="516751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980">
                <a:alpha val="100000"/>
              </a:srgbClr>
            </a:solidFill>
            <a:ln w="5420" cap="flat">
              <a:solidFill>
                <a:srgbClr val="3C498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46" name="pg3546"/>
            <p:cNvSpPr/>
            <p:nvPr/>
          </p:nvSpPr>
          <p:spPr>
            <a:xfrm>
              <a:off x="4294526" y="516751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4E86">
                <a:alpha val="100000"/>
              </a:srgbClr>
            </a:solidFill>
            <a:ln w="5420" cap="flat">
              <a:solidFill>
                <a:srgbClr val="3B4E8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47" name="pg3547"/>
            <p:cNvSpPr/>
            <p:nvPr/>
          </p:nvSpPr>
          <p:spPr>
            <a:xfrm>
              <a:off x="4306164" y="516751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4E86">
                <a:alpha val="100000"/>
              </a:srgbClr>
            </a:solidFill>
            <a:ln w="5420" cap="flat">
              <a:solidFill>
                <a:srgbClr val="3B4E8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48" name="pg3548"/>
            <p:cNvSpPr/>
            <p:nvPr/>
          </p:nvSpPr>
          <p:spPr>
            <a:xfrm>
              <a:off x="4317801" y="516751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4E86">
                <a:alpha val="100000"/>
              </a:srgbClr>
            </a:solidFill>
            <a:ln w="5420" cap="flat">
              <a:solidFill>
                <a:srgbClr val="3B4E8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49" name="pg3549"/>
            <p:cNvSpPr/>
            <p:nvPr/>
          </p:nvSpPr>
          <p:spPr>
            <a:xfrm>
              <a:off x="4329438" y="516751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4E86">
                <a:alpha val="100000"/>
              </a:srgbClr>
            </a:solidFill>
            <a:ln w="5420" cap="flat">
              <a:solidFill>
                <a:srgbClr val="3B4E8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50" name="pg3550"/>
            <p:cNvSpPr/>
            <p:nvPr/>
          </p:nvSpPr>
          <p:spPr>
            <a:xfrm>
              <a:off x="4341076" y="516751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4E86">
                <a:alpha val="100000"/>
              </a:srgbClr>
            </a:solidFill>
            <a:ln w="5420" cap="flat">
              <a:solidFill>
                <a:srgbClr val="3B4E8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51" name="pg3551"/>
            <p:cNvSpPr/>
            <p:nvPr/>
          </p:nvSpPr>
          <p:spPr>
            <a:xfrm>
              <a:off x="4352713" y="516751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4E86">
                <a:alpha val="100000"/>
              </a:srgbClr>
            </a:solidFill>
            <a:ln w="5420" cap="flat">
              <a:solidFill>
                <a:srgbClr val="3B4E8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52" name="pg3552"/>
            <p:cNvSpPr/>
            <p:nvPr/>
          </p:nvSpPr>
          <p:spPr>
            <a:xfrm>
              <a:off x="4364350" y="516751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4E87">
                <a:alpha val="100000"/>
              </a:srgbClr>
            </a:solidFill>
            <a:ln w="5420" cap="flat">
              <a:solidFill>
                <a:srgbClr val="3B4E8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53" name="pg3553"/>
            <p:cNvSpPr/>
            <p:nvPr/>
          </p:nvSpPr>
          <p:spPr>
            <a:xfrm>
              <a:off x="4375988" y="516751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4E87">
                <a:alpha val="100000"/>
              </a:srgbClr>
            </a:solidFill>
            <a:ln w="5420" cap="flat">
              <a:solidFill>
                <a:srgbClr val="3B4E8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54" name="pg3554"/>
            <p:cNvSpPr/>
            <p:nvPr/>
          </p:nvSpPr>
          <p:spPr>
            <a:xfrm>
              <a:off x="4527273" y="516751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4F88">
                <a:alpha val="100000"/>
              </a:srgbClr>
            </a:solidFill>
            <a:ln w="5420" cap="flat">
              <a:solidFill>
                <a:srgbClr val="3B4F8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55" name="pg3555"/>
            <p:cNvSpPr/>
            <p:nvPr/>
          </p:nvSpPr>
          <p:spPr>
            <a:xfrm>
              <a:off x="4538910" y="516751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4F89">
                <a:alpha val="100000"/>
              </a:srgbClr>
            </a:solidFill>
            <a:ln w="5420" cap="flat">
              <a:solidFill>
                <a:srgbClr val="3B4F8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56" name="pg3556"/>
            <p:cNvSpPr/>
            <p:nvPr/>
          </p:nvSpPr>
          <p:spPr>
            <a:xfrm>
              <a:off x="4550548" y="516751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5089">
                <a:alpha val="100000"/>
              </a:srgbClr>
            </a:solidFill>
            <a:ln w="5420" cap="flat">
              <a:solidFill>
                <a:srgbClr val="3B508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57" name="pg3557"/>
            <p:cNvSpPr/>
            <p:nvPr/>
          </p:nvSpPr>
          <p:spPr>
            <a:xfrm>
              <a:off x="4562185" y="516751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5089">
                <a:alpha val="100000"/>
              </a:srgbClr>
            </a:solidFill>
            <a:ln w="5420" cap="flat">
              <a:solidFill>
                <a:srgbClr val="3B508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58" name="pg3558"/>
            <p:cNvSpPr/>
            <p:nvPr/>
          </p:nvSpPr>
          <p:spPr>
            <a:xfrm>
              <a:off x="4573822" y="516751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5089">
                <a:alpha val="100000"/>
              </a:srgbClr>
            </a:solidFill>
            <a:ln w="5420" cap="flat">
              <a:solidFill>
                <a:srgbClr val="3B508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59" name="pg3559"/>
            <p:cNvSpPr/>
            <p:nvPr/>
          </p:nvSpPr>
          <p:spPr>
            <a:xfrm>
              <a:off x="2688575" y="518181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980">
                <a:alpha val="100000"/>
              </a:srgbClr>
            </a:solidFill>
            <a:ln w="5420" cap="flat">
              <a:solidFill>
                <a:srgbClr val="3C498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60" name="pg3560"/>
            <p:cNvSpPr/>
            <p:nvPr/>
          </p:nvSpPr>
          <p:spPr>
            <a:xfrm>
              <a:off x="2700212" y="518181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980">
                <a:alpha val="100000"/>
              </a:srgbClr>
            </a:solidFill>
            <a:ln w="5420" cap="flat">
              <a:solidFill>
                <a:srgbClr val="3C498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61" name="pg3561"/>
            <p:cNvSpPr/>
            <p:nvPr/>
          </p:nvSpPr>
          <p:spPr>
            <a:xfrm>
              <a:off x="2711850" y="518181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980">
                <a:alpha val="100000"/>
              </a:srgbClr>
            </a:solidFill>
            <a:ln w="5420" cap="flat">
              <a:solidFill>
                <a:srgbClr val="3C498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62" name="pg3562"/>
            <p:cNvSpPr/>
            <p:nvPr/>
          </p:nvSpPr>
          <p:spPr>
            <a:xfrm>
              <a:off x="2723487" y="518181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A80">
                <a:alpha val="100000"/>
              </a:srgbClr>
            </a:solidFill>
            <a:ln w="5420" cap="flat">
              <a:solidFill>
                <a:srgbClr val="3C4A8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63" name="pg3563"/>
            <p:cNvSpPr/>
            <p:nvPr/>
          </p:nvSpPr>
          <p:spPr>
            <a:xfrm>
              <a:off x="4306164" y="518181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4E86">
                <a:alpha val="100000"/>
              </a:srgbClr>
            </a:solidFill>
            <a:ln w="5420" cap="flat">
              <a:solidFill>
                <a:srgbClr val="3B4E8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64" name="pg3564"/>
            <p:cNvSpPr/>
            <p:nvPr/>
          </p:nvSpPr>
          <p:spPr>
            <a:xfrm>
              <a:off x="4317801" y="518181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4E86">
                <a:alpha val="100000"/>
              </a:srgbClr>
            </a:solidFill>
            <a:ln w="5420" cap="flat">
              <a:solidFill>
                <a:srgbClr val="3B4E8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65" name="pg3565"/>
            <p:cNvSpPr/>
            <p:nvPr/>
          </p:nvSpPr>
          <p:spPr>
            <a:xfrm>
              <a:off x="4329438" y="518181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4E86">
                <a:alpha val="100000"/>
              </a:srgbClr>
            </a:solidFill>
            <a:ln w="5420" cap="flat">
              <a:solidFill>
                <a:srgbClr val="3B4E8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66" name="pg3566"/>
            <p:cNvSpPr/>
            <p:nvPr/>
          </p:nvSpPr>
          <p:spPr>
            <a:xfrm>
              <a:off x="4341076" y="518181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4E87">
                <a:alpha val="100000"/>
              </a:srgbClr>
            </a:solidFill>
            <a:ln w="5420" cap="flat">
              <a:solidFill>
                <a:srgbClr val="3B4E8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67" name="pg3567"/>
            <p:cNvSpPr/>
            <p:nvPr/>
          </p:nvSpPr>
          <p:spPr>
            <a:xfrm>
              <a:off x="4352713" y="518181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4E87">
                <a:alpha val="100000"/>
              </a:srgbClr>
            </a:solidFill>
            <a:ln w="5420" cap="flat">
              <a:solidFill>
                <a:srgbClr val="3B4E8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68" name="pg3568"/>
            <p:cNvSpPr/>
            <p:nvPr/>
          </p:nvSpPr>
          <p:spPr>
            <a:xfrm>
              <a:off x="4364350" y="518181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4E87">
                <a:alpha val="100000"/>
              </a:srgbClr>
            </a:solidFill>
            <a:ln w="5420" cap="flat">
              <a:solidFill>
                <a:srgbClr val="3B4E8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69" name="pg3569"/>
            <p:cNvSpPr/>
            <p:nvPr/>
          </p:nvSpPr>
          <p:spPr>
            <a:xfrm>
              <a:off x="4375988" y="518181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4E87">
                <a:alpha val="100000"/>
              </a:srgbClr>
            </a:solidFill>
            <a:ln w="5420" cap="flat">
              <a:solidFill>
                <a:srgbClr val="3B4E8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70" name="pg3570"/>
            <p:cNvSpPr/>
            <p:nvPr/>
          </p:nvSpPr>
          <p:spPr>
            <a:xfrm>
              <a:off x="4387625" y="518181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4E87">
                <a:alpha val="100000"/>
              </a:srgbClr>
            </a:solidFill>
            <a:ln w="5420" cap="flat">
              <a:solidFill>
                <a:srgbClr val="3B4E8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71" name="pg3571"/>
            <p:cNvSpPr/>
            <p:nvPr/>
          </p:nvSpPr>
          <p:spPr>
            <a:xfrm>
              <a:off x="4527273" y="518181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4F89">
                <a:alpha val="100000"/>
              </a:srgbClr>
            </a:solidFill>
            <a:ln w="5420" cap="flat">
              <a:solidFill>
                <a:srgbClr val="3B4F8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72" name="pg3572"/>
            <p:cNvSpPr/>
            <p:nvPr/>
          </p:nvSpPr>
          <p:spPr>
            <a:xfrm>
              <a:off x="4538910" y="518181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5089">
                <a:alpha val="100000"/>
              </a:srgbClr>
            </a:solidFill>
            <a:ln w="5420" cap="flat">
              <a:solidFill>
                <a:srgbClr val="3B508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73" name="pg3573"/>
            <p:cNvSpPr/>
            <p:nvPr/>
          </p:nvSpPr>
          <p:spPr>
            <a:xfrm>
              <a:off x="4550548" y="518181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5089">
                <a:alpha val="100000"/>
              </a:srgbClr>
            </a:solidFill>
            <a:ln w="5420" cap="flat">
              <a:solidFill>
                <a:srgbClr val="3B508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74" name="pg3574"/>
            <p:cNvSpPr/>
            <p:nvPr/>
          </p:nvSpPr>
          <p:spPr>
            <a:xfrm>
              <a:off x="4562185" y="518181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5089">
                <a:alpha val="100000"/>
              </a:srgbClr>
            </a:solidFill>
            <a:ln w="5420" cap="flat">
              <a:solidFill>
                <a:srgbClr val="3B508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75" name="pg3575"/>
            <p:cNvSpPr/>
            <p:nvPr/>
          </p:nvSpPr>
          <p:spPr>
            <a:xfrm>
              <a:off x="4573822" y="518181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5089">
                <a:alpha val="100000"/>
              </a:srgbClr>
            </a:solidFill>
            <a:ln w="5420" cap="flat">
              <a:solidFill>
                <a:srgbClr val="3B508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76" name="pg3576"/>
            <p:cNvSpPr/>
            <p:nvPr/>
          </p:nvSpPr>
          <p:spPr>
            <a:xfrm>
              <a:off x="2688575" y="519611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A81">
                <a:alpha val="100000"/>
              </a:srgbClr>
            </a:solidFill>
            <a:ln w="5420" cap="flat">
              <a:solidFill>
                <a:srgbClr val="3C4A8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77" name="pg3577"/>
            <p:cNvSpPr/>
            <p:nvPr/>
          </p:nvSpPr>
          <p:spPr>
            <a:xfrm>
              <a:off x="2700212" y="519611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A81">
                <a:alpha val="100000"/>
              </a:srgbClr>
            </a:solidFill>
            <a:ln w="5420" cap="flat">
              <a:solidFill>
                <a:srgbClr val="3C4A8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78" name="pg3578"/>
            <p:cNvSpPr/>
            <p:nvPr/>
          </p:nvSpPr>
          <p:spPr>
            <a:xfrm>
              <a:off x="2711850" y="519611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A81">
                <a:alpha val="100000"/>
              </a:srgbClr>
            </a:solidFill>
            <a:ln w="5420" cap="flat">
              <a:solidFill>
                <a:srgbClr val="3C4A8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79" name="pg3579"/>
            <p:cNvSpPr/>
            <p:nvPr/>
          </p:nvSpPr>
          <p:spPr>
            <a:xfrm>
              <a:off x="2723487" y="519611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A81">
                <a:alpha val="100000"/>
              </a:srgbClr>
            </a:solidFill>
            <a:ln w="5420" cap="flat">
              <a:solidFill>
                <a:srgbClr val="3C4A8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80" name="pg3580"/>
            <p:cNvSpPr/>
            <p:nvPr/>
          </p:nvSpPr>
          <p:spPr>
            <a:xfrm>
              <a:off x="4317801" y="519611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4E87">
                <a:alpha val="100000"/>
              </a:srgbClr>
            </a:solidFill>
            <a:ln w="5420" cap="flat">
              <a:solidFill>
                <a:srgbClr val="3B4E8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81" name="pg3581"/>
            <p:cNvSpPr/>
            <p:nvPr/>
          </p:nvSpPr>
          <p:spPr>
            <a:xfrm>
              <a:off x="4329438" y="519611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4E87">
                <a:alpha val="100000"/>
              </a:srgbClr>
            </a:solidFill>
            <a:ln w="5420" cap="flat">
              <a:solidFill>
                <a:srgbClr val="3B4E8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82" name="pg3582"/>
            <p:cNvSpPr/>
            <p:nvPr/>
          </p:nvSpPr>
          <p:spPr>
            <a:xfrm>
              <a:off x="4341076" y="519611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4E87">
                <a:alpha val="100000"/>
              </a:srgbClr>
            </a:solidFill>
            <a:ln w="5420" cap="flat">
              <a:solidFill>
                <a:srgbClr val="3B4E8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83" name="pg3583"/>
            <p:cNvSpPr/>
            <p:nvPr/>
          </p:nvSpPr>
          <p:spPr>
            <a:xfrm>
              <a:off x="4352713" y="519611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4E87">
                <a:alpha val="100000"/>
              </a:srgbClr>
            </a:solidFill>
            <a:ln w="5420" cap="flat">
              <a:solidFill>
                <a:srgbClr val="3B4E8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84" name="pg3584"/>
            <p:cNvSpPr/>
            <p:nvPr/>
          </p:nvSpPr>
          <p:spPr>
            <a:xfrm>
              <a:off x="4364350" y="519611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4E87">
                <a:alpha val="100000"/>
              </a:srgbClr>
            </a:solidFill>
            <a:ln w="5420" cap="flat">
              <a:solidFill>
                <a:srgbClr val="3B4E8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85" name="pg3585"/>
            <p:cNvSpPr/>
            <p:nvPr/>
          </p:nvSpPr>
          <p:spPr>
            <a:xfrm>
              <a:off x="4375988" y="519611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4E87">
                <a:alpha val="100000"/>
              </a:srgbClr>
            </a:solidFill>
            <a:ln w="5420" cap="flat">
              <a:solidFill>
                <a:srgbClr val="3B4E8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86" name="pg3586"/>
            <p:cNvSpPr/>
            <p:nvPr/>
          </p:nvSpPr>
          <p:spPr>
            <a:xfrm>
              <a:off x="4527273" y="519611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5089">
                <a:alpha val="100000"/>
              </a:srgbClr>
            </a:solidFill>
            <a:ln w="5420" cap="flat">
              <a:solidFill>
                <a:srgbClr val="3B508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87" name="pg3587"/>
            <p:cNvSpPr/>
            <p:nvPr/>
          </p:nvSpPr>
          <p:spPr>
            <a:xfrm>
              <a:off x="4538910" y="519611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5089">
                <a:alpha val="100000"/>
              </a:srgbClr>
            </a:solidFill>
            <a:ln w="5420" cap="flat">
              <a:solidFill>
                <a:srgbClr val="3B508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88" name="pg3588"/>
            <p:cNvSpPr/>
            <p:nvPr/>
          </p:nvSpPr>
          <p:spPr>
            <a:xfrm>
              <a:off x="4550548" y="519611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5089">
                <a:alpha val="100000"/>
              </a:srgbClr>
            </a:solidFill>
            <a:ln w="5420" cap="flat">
              <a:solidFill>
                <a:srgbClr val="3B508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89" name="pg3589"/>
            <p:cNvSpPr/>
            <p:nvPr/>
          </p:nvSpPr>
          <p:spPr>
            <a:xfrm>
              <a:off x="4562185" y="519611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5089">
                <a:alpha val="100000"/>
              </a:srgbClr>
            </a:solidFill>
            <a:ln w="5420" cap="flat">
              <a:solidFill>
                <a:srgbClr val="3B508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90" name="pg3590"/>
            <p:cNvSpPr/>
            <p:nvPr/>
          </p:nvSpPr>
          <p:spPr>
            <a:xfrm>
              <a:off x="4573822" y="519611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508A">
                <a:alpha val="100000"/>
              </a:srgbClr>
            </a:solidFill>
            <a:ln w="5420" cap="flat">
              <a:solidFill>
                <a:srgbClr val="3B508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91" name="pg3591"/>
            <p:cNvSpPr/>
            <p:nvPr/>
          </p:nvSpPr>
          <p:spPr>
            <a:xfrm>
              <a:off x="2688575" y="521041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A81">
                <a:alpha val="100000"/>
              </a:srgbClr>
            </a:solidFill>
            <a:ln w="5420" cap="flat">
              <a:solidFill>
                <a:srgbClr val="3C4A8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92" name="pg3592"/>
            <p:cNvSpPr/>
            <p:nvPr/>
          </p:nvSpPr>
          <p:spPr>
            <a:xfrm>
              <a:off x="2700212" y="521041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A81">
                <a:alpha val="100000"/>
              </a:srgbClr>
            </a:solidFill>
            <a:ln w="5420" cap="flat">
              <a:solidFill>
                <a:srgbClr val="3C4A8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93" name="pg3593"/>
            <p:cNvSpPr/>
            <p:nvPr/>
          </p:nvSpPr>
          <p:spPr>
            <a:xfrm>
              <a:off x="2711850" y="521041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A81">
                <a:alpha val="100000"/>
              </a:srgbClr>
            </a:solidFill>
            <a:ln w="5420" cap="flat">
              <a:solidFill>
                <a:srgbClr val="3C4A8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94" name="pg3594"/>
            <p:cNvSpPr/>
            <p:nvPr/>
          </p:nvSpPr>
          <p:spPr>
            <a:xfrm>
              <a:off x="2723487" y="521041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A81">
                <a:alpha val="100000"/>
              </a:srgbClr>
            </a:solidFill>
            <a:ln w="5420" cap="flat">
              <a:solidFill>
                <a:srgbClr val="3C4A8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95" name="pg3595"/>
            <p:cNvSpPr/>
            <p:nvPr/>
          </p:nvSpPr>
          <p:spPr>
            <a:xfrm>
              <a:off x="2735124" y="521041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A81">
                <a:alpha val="100000"/>
              </a:srgbClr>
            </a:solidFill>
            <a:ln w="5420" cap="flat">
              <a:solidFill>
                <a:srgbClr val="3C4A8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96" name="pg3596"/>
            <p:cNvSpPr/>
            <p:nvPr/>
          </p:nvSpPr>
          <p:spPr>
            <a:xfrm>
              <a:off x="4317801" y="521041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4E87">
                <a:alpha val="100000"/>
              </a:srgbClr>
            </a:solidFill>
            <a:ln w="5420" cap="flat">
              <a:solidFill>
                <a:srgbClr val="3B4E8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97" name="pg3597"/>
            <p:cNvSpPr/>
            <p:nvPr/>
          </p:nvSpPr>
          <p:spPr>
            <a:xfrm>
              <a:off x="4329438" y="521041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4E87">
                <a:alpha val="100000"/>
              </a:srgbClr>
            </a:solidFill>
            <a:ln w="5420" cap="flat">
              <a:solidFill>
                <a:srgbClr val="3B4E8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98" name="pg3598"/>
            <p:cNvSpPr/>
            <p:nvPr/>
          </p:nvSpPr>
          <p:spPr>
            <a:xfrm>
              <a:off x="4341076" y="521041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4E87">
                <a:alpha val="100000"/>
              </a:srgbClr>
            </a:solidFill>
            <a:ln w="5420" cap="flat">
              <a:solidFill>
                <a:srgbClr val="3B4E8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99" name="pg3599"/>
            <p:cNvSpPr/>
            <p:nvPr/>
          </p:nvSpPr>
          <p:spPr>
            <a:xfrm>
              <a:off x="4352713" y="521041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4E87">
                <a:alpha val="100000"/>
              </a:srgbClr>
            </a:solidFill>
            <a:ln w="5420" cap="flat">
              <a:solidFill>
                <a:srgbClr val="3B4E8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00" name="pg3600"/>
            <p:cNvSpPr/>
            <p:nvPr/>
          </p:nvSpPr>
          <p:spPr>
            <a:xfrm>
              <a:off x="4364350" y="521041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4E87">
                <a:alpha val="100000"/>
              </a:srgbClr>
            </a:solidFill>
            <a:ln w="5420" cap="flat">
              <a:solidFill>
                <a:srgbClr val="3B4E8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01" name="pg3601"/>
            <p:cNvSpPr/>
            <p:nvPr/>
          </p:nvSpPr>
          <p:spPr>
            <a:xfrm>
              <a:off x="4375988" y="521041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4F87">
                <a:alpha val="100000"/>
              </a:srgbClr>
            </a:solidFill>
            <a:ln w="5420" cap="flat">
              <a:solidFill>
                <a:srgbClr val="3B4F8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02" name="pg3602"/>
            <p:cNvSpPr/>
            <p:nvPr/>
          </p:nvSpPr>
          <p:spPr>
            <a:xfrm>
              <a:off x="4527273" y="521041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5089">
                <a:alpha val="100000"/>
              </a:srgbClr>
            </a:solidFill>
            <a:ln w="5420" cap="flat">
              <a:solidFill>
                <a:srgbClr val="3B508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03" name="pg3603"/>
            <p:cNvSpPr/>
            <p:nvPr/>
          </p:nvSpPr>
          <p:spPr>
            <a:xfrm>
              <a:off x="4538910" y="521041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5089">
                <a:alpha val="100000"/>
              </a:srgbClr>
            </a:solidFill>
            <a:ln w="5420" cap="flat">
              <a:solidFill>
                <a:srgbClr val="3B508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04" name="pg3604"/>
            <p:cNvSpPr/>
            <p:nvPr/>
          </p:nvSpPr>
          <p:spPr>
            <a:xfrm>
              <a:off x="4550548" y="521041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5089">
                <a:alpha val="100000"/>
              </a:srgbClr>
            </a:solidFill>
            <a:ln w="5420" cap="flat">
              <a:solidFill>
                <a:srgbClr val="3B508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05" name="pg3605"/>
            <p:cNvSpPr/>
            <p:nvPr/>
          </p:nvSpPr>
          <p:spPr>
            <a:xfrm>
              <a:off x="4562185" y="521041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508A">
                <a:alpha val="100000"/>
              </a:srgbClr>
            </a:solidFill>
            <a:ln w="5420" cap="flat">
              <a:solidFill>
                <a:srgbClr val="3B508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06" name="pg3606"/>
            <p:cNvSpPr/>
            <p:nvPr/>
          </p:nvSpPr>
          <p:spPr>
            <a:xfrm>
              <a:off x="4573822" y="521041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508A">
                <a:alpha val="100000"/>
              </a:srgbClr>
            </a:solidFill>
            <a:ln w="5420" cap="flat">
              <a:solidFill>
                <a:srgbClr val="3B508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07" name="pg3607"/>
            <p:cNvSpPr/>
            <p:nvPr/>
          </p:nvSpPr>
          <p:spPr>
            <a:xfrm>
              <a:off x="2688575" y="522471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A81">
                <a:alpha val="100000"/>
              </a:srgbClr>
            </a:solidFill>
            <a:ln w="5420" cap="flat">
              <a:solidFill>
                <a:srgbClr val="3C4A8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08" name="pg3608"/>
            <p:cNvSpPr/>
            <p:nvPr/>
          </p:nvSpPr>
          <p:spPr>
            <a:xfrm>
              <a:off x="2700212" y="522471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A81">
                <a:alpha val="100000"/>
              </a:srgbClr>
            </a:solidFill>
            <a:ln w="5420" cap="flat">
              <a:solidFill>
                <a:srgbClr val="3C4A8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09" name="pg3609"/>
            <p:cNvSpPr/>
            <p:nvPr/>
          </p:nvSpPr>
          <p:spPr>
            <a:xfrm>
              <a:off x="2711850" y="522471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A81">
                <a:alpha val="100000"/>
              </a:srgbClr>
            </a:solidFill>
            <a:ln w="5420" cap="flat">
              <a:solidFill>
                <a:srgbClr val="3C4A8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10" name="pg3610"/>
            <p:cNvSpPr/>
            <p:nvPr/>
          </p:nvSpPr>
          <p:spPr>
            <a:xfrm>
              <a:off x="2723487" y="522471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A81">
                <a:alpha val="100000"/>
              </a:srgbClr>
            </a:solidFill>
            <a:ln w="5420" cap="flat">
              <a:solidFill>
                <a:srgbClr val="3C4A8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11" name="pg3611"/>
            <p:cNvSpPr/>
            <p:nvPr/>
          </p:nvSpPr>
          <p:spPr>
            <a:xfrm>
              <a:off x="2735124" y="522471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A82">
                <a:alpha val="100000"/>
              </a:srgbClr>
            </a:solidFill>
            <a:ln w="5420" cap="flat">
              <a:solidFill>
                <a:srgbClr val="3C4A8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12" name="pg3612"/>
            <p:cNvSpPr/>
            <p:nvPr/>
          </p:nvSpPr>
          <p:spPr>
            <a:xfrm>
              <a:off x="4329438" y="522471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4E87">
                <a:alpha val="100000"/>
              </a:srgbClr>
            </a:solidFill>
            <a:ln w="5420" cap="flat">
              <a:solidFill>
                <a:srgbClr val="3B4E8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13" name="pg3613"/>
            <p:cNvSpPr/>
            <p:nvPr/>
          </p:nvSpPr>
          <p:spPr>
            <a:xfrm>
              <a:off x="4341076" y="522471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4E87">
                <a:alpha val="100000"/>
              </a:srgbClr>
            </a:solidFill>
            <a:ln w="5420" cap="flat">
              <a:solidFill>
                <a:srgbClr val="3B4E8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14" name="pg3614"/>
            <p:cNvSpPr/>
            <p:nvPr/>
          </p:nvSpPr>
          <p:spPr>
            <a:xfrm>
              <a:off x="4352713" y="522471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4F87">
                <a:alpha val="100000"/>
              </a:srgbClr>
            </a:solidFill>
            <a:ln w="5420" cap="flat">
              <a:solidFill>
                <a:srgbClr val="3B4F8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15" name="pg3615"/>
            <p:cNvSpPr/>
            <p:nvPr/>
          </p:nvSpPr>
          <p:spPr>
            <a:xfrm>
              <a:off x="4364350" y="522471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4F87">
                <a:alpha val="100000"/>
              </a:srgbClr>
            </a:solidFill>
            <a:ln w="5420" cap="flat">
              <a:solidFill>
                <a:srgbClr val="3B4F8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16" name="pg3616"/>
            <p:cNvSpPr/>
            <p:nvPr/>
          </p:nvSpPr>
          <p:spPr>
            <a:xfrm>
              <a:off x="4375988" y="522471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4F88">
                <a:alpha val="100000"/>
              </a:srgbClr>
            </a:solidFill>
            <a:ln w="5420" cap="flat">
              <a:solidFill>
                <a:srgbClr val="3B4F8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17" name="pg3617"/>
            <p:cNvSpPr/>
            <p:nvPr/>
          </p:nvSpPr>
          <p:spPr>
            <a:xfrm>
              <a:off x="4527273" y="522471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5089">
                <a:alpha val="100000"/>
              </a:srgbClr>
            </a:solidFill>
            <a:ln w="5420" cap="flat">
              <a:solidFill>
                <a:srgbClr val="3B508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18" name="pg3618"/>
            <p:cNvSpPr/>
            <p:nvPr/>
          </p:nvSpPr>
          <p:spPr>
            <a:xfrm>
              <a:off x="4538910" y="522471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5089">
                <a:alpha val="100000"/>
              </a:srgbClr>
            </a:solidFill>
            <a:ln w="5420" cap="flat">
              <a:solidFill>
                <a:srgbClr val="3B508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19" name="pg3619"/>
            <p:cNvSpPr/>
            <p:nvPr/>
          </p:nvSpPr>
          <p:spPr>
            <a:xfrm>
              <a:off x="4550548" y="522471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508A">
                <a:alpha val="100000"/>
              </a:srgbClr>
            </a:solidFill>
            <a:ln w="5420" cap="flat">
              <a:solidFill>
                <a:srgbClr val="3B508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20" name="pg3620"/>
            <p:cNvSpPr/>
            <p:nvPr/>
          </p:nvSpPr>
          <p:spPr>
            <a:xfrm>
              <a:off x="4562185" y="522471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508A">
                <a:alpha val="100000"/>
              </a:srgbClr>
            </a:solidFill>
            <a:ln w="5420" cap="flat">
              <a:solidFill>
                <a:srgbClr val="3B508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21" name="pg3621"/>
            <p:cNvSpPr/>
            <p:nvPr/>
          </p:nvSpPr>
          <p:spPr>
            <a:xfrm>
              <a:off x="2700212" y="523901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B82">
                <a:alpha val="100000"/>
              </a:srgbClr>
            </a:solidFill>
            <a:ln w="5420" cap="flat">
              <a:solidFill>
                <a:srgbClr val="3C4B8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22" name="pg3622"/>
            <p:cNvSpPr/>
            <p:nvPr/>
          </p:nvSpPr>
          <p:spPr>
            <a:xfrm>
              <a:off x="2711850" y="523901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B82">
                <a:alpha val="100000"/>
              </a:srgbClr>
            </a:solidFill>
            <a:ln w="5420" cap="flat">
              <a:solidFill>
                <a:srgbClr val="3C4B8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23" name="pg3623"/>
            <p:cNvSpPr/>
            <p:nvPr/>
          </p:nvSpPr>
          <p:spPr>
            <a:xfrm>
              <a:off x="2723487" y="523901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B82">
                <a:alpha val="100000"/>
              </a:srgbClr>
            </a:solidFill>
            <a:ln w="5420" cap="flat">
              <a:solidFill>
                <a:srgbClr val="3C4B8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24" name="pg3624"/>
            <p:cNvSpPr/>
            <p:nvPr/>
          </p:nvSpPr>
          <p:spPr>
            <a:xfrm>
              <a:off x="2735124" y="523901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B82">
                <a:alpha val="100000"/>
              </a:srgbClr>
            </a:solidFill>
            <a:ln w="5420" cap="flat">
              <a:solidFill>
                <a:srgbClr val="3C4B8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25" name="pg3625"/>
            <p:cNvSpPr/>
            <p:nvPr/>
          </p:nvSpPr>
          <p:spPr>
            <a:xfrm>
              <a:off x="2746762" y="523901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B82">
                <a:alpha val="100000"/>
              </a:srgbClr>
            </a:solidFill>
            <a:ln w="5420" cap="flat">
              <a:solidFill>
                <a:srgbClr val="3C4B8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26" name="pg3626"/>
            <p:cNvSpPr/>
            <p:nvPr/>
          </p:nvSpPr>
          <p:spPr>
            <a:xfrm>
              <a:off x="4341076" y="523901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4F88">
                <a:alpha val="100000"/>
              </a:srgbClr>
            </a:solidFill>
            <a:ln w="5420" cap="flat">
              <a:solidFill>
                <a:srgbClr val="3B4F8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27" name="pg3627"/>
            <p:cNvSpPr/>
            <p:nvPr/>
          </p:nvSpPr>
          <p:spPr>
            <a:xfrm>
              <a:off x="4352713" y="523901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4F88">
                <a:alpha val="100000"/>
              </a:srgbClr>
            </a:solidFill>
            <a:ln w="5420" cap="flat">
              <a:solidFill>
                <a:srgbClr val="3B4F8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28" name="pg3628"/>
            <p:cNvSpPr/>
            <p:nvPr/>
          </p:nvSpPr>
          <p:spPr>
            <a:xfrm>
              <a:off x="4364350" y="523901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4F88">
                <a:alpha val="100000"/>
              </a:srgbClr>
            </a:solidFill>
            <a:ln w="5420" cap="flat">
              <a:solidFill>
                <a:srgbClr val="3B4F8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29" name="pg3629"/>
            <p:cNvSpPr/>
            <p:nvPr/>
          </p:nvSpPr>
          <p:spPr>
            <a:xfrm>
              <a:off x="4375988" y="523901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4F88">
                <a:alpha val="100000"/>
              </a:srgbClr>
            </a:solidFill>
            <a:ln w="5420" cap="flat">
              <a:solidFill>
                <a:srgbClr val="3B4F8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30" name="pg3630"/>
            <p:cNvSpPr/>
            <p:nvPr/>
          </p:nvSpPr>
          <p:spPr>
            <a:xfrm>
              <a:off x="4387625" y="523901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4F88">
                <a:alpha val="100000"/>
              </a:srgbClr>
            </a:solidFill>
            <a:ln w="5420" cap="flat">
              <a:solidFill>
                <a:srgbClr val="3B4F8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31" name="pg3631"/>
            <p:cNvSpPr/>
            <p:nvPr/>
          </p:nvSpPr>
          <p:spPr>
            <a:xfrm>
              <a:off x="4527273" y="523901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508A">
                <a:alpha val="100000"/>
              </a:srgbClr>
            </a:solidFill>
            <a:ln w="5420" cap="flat">
              <a:solidFill>
                <a:srgbClr val="3B508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32" name="pg3632"/>
            <p:cNvSpPr/>
            <p:nvPr/>
          </p:nvSpPr>
          <p:spPr>
            <a:xfrm>
              <a:off x="4538910" y="523901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508A">
                <a:alpha val="100000"/>
              </a:srgbClr>
            </a:solidFill>
            <a:ln w="5420" cap="flat">
              <a:solidFill>
                <a:srgbClr val="3B508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33" name="pg3633"/>
            <p:cNvSpPr/>
            <p:nvPr/>
          </p:nvSpPr>
          <p:spPr>
            <a:xfrm>
              <a:off x="4550548" y="523901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508A">
                <a:alpha val="100000"/>
              </a:srgbClr>
            </a:solidFill>
            <a:ln w="5420" cap="flat">
              <a:solidFill>
                <a:srgbClr val="3B508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34" name="pg3634"/>
            <p:cNvSpPr/>
            <p:nvPr/>
          </p:nvSpPr>
          <p:spPr>
            <a:xfrm>
              <a:off x="4562185" y="523901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508A">
                <a:alpha val="100000"/>
              </a:srgbClr>
            </a:solidFill>
            <a:ln w="5420" cap="flat">
              <a:solidFill>
                <a:srgbClr val="3B508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35" name="pg3635"/>
            <p:cNvSpPr/>
            <p:nvPr/>
          </p:nvSpPr>
          <p:spPr>
            <a:xfrm>
              <a:off x="2700212" y="525331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B82">
                <a:alpha val="100000"/>
              </a:srgbClr>
            </a:solidFill>
            <a:ln w="5420" cap="flat">
              <a:solidFill>
                <a:srgbClr val="3C4B8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36" name="pg3636"/>
            <p:cNvSpPr/>
            <p:nvPr/>
          </p:nvSpPr>
          <p:spPr>
            <a:xfrm>
              <a:off x="2711850" y="525331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B82">
                <a:alpha val="100000"/>
              </a:srgbClr>
            </a:solidFill>
            <a:ln w="5420" cap="flat">
              <a:solidFill>
                <a:srgbClr val="3C4B8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37" name="pg3637"/>
            <p:cNvSpPr/>
            <p:nvPr/>
          </p:nvSpPr>
          <p:spPr>
            <a:xfrm>
              <a:off x="2723487" y="525331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B82">
                <a:alpha val="100000"/>
              </a:srgbClr>
            </a:solidFill>
            <a:ln w="5420" cap="flat">
              <a:solidFill>
                <a:srgbClr val="3C4B8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38" name="pg3638"/>
            <p:cNvSpPr/>
            <p:nvPr/>
          </p:nvSpPr>
          <p:spPr>
            <a:xfrm>
              <a:off x="2735124" y="525331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B82">
                <a:alpha val="100000"/>
              </a:srgbClr>
            </a:solidFill>
            <a:ln w="5420" cap="flat">
              <a:solidFill>
                <a:srgbClr val="3C4B8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39" name="pg3639"/>
            <p:cNvSpPr/>
            <p:nvPr/>
          </p:nvSpPr>
          <p:spPr>
            <a:xfrm>
              <a:off x="2746762" y="525331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B83">
                <a:alpha val="100000"/>
              </a:srgbClr>
            </a:solidFill>
            <a:ln w="5420" cap="flat">
              <a:solidFill>
                <a:srgbClr val="3C4B8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40" name="pg3640"/>
            <p:cNvSpPr/>
            <p:nvPr/>
          </p:nvSpPr>
          <p:spPr>
            <a:xfrm>
              <a:off x="2758399" y="525331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B83">
                <a:alpha val="100000"/>
              </a:srgbClr>
            </a:solidFill>
            <a:ln w="5420" cap="flat">
              <a:solidFill>
                <a:srgbClr val="3C4B8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41" name="pg3641"/>
            <p:cNvSpPr/>
            <p:nvPr/>
          </p:nvSpPr>
          <p:spPr>
            <a:xfrm>
              <a:off x="4341076" y="525331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4F88">
                <a:alpha val="100000"/>
              </a:srgbClr>
            </a:solidFill>
            <a:ln w="5420" cap="flat">
              <a:solidFill>
                <a:srgbClr val="3B4F8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42" name="pg3642"/>
            <p:cNvSpPr/>
            <p:nvPr/>
          </p:nvSpPr>
          <p:spPr>
            <a:xfrm>
              <a:off x="4352713" y="525331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4F88">
                <a:alpha val="100000"/>
              </a:srgbClr>
            </a:solidFill>
            <a:ln w="5420" cap="flat">
              <a:solidFill>
                <a:srgbClr val="3B4F8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43" name="pg3643"/>
            <p:cNvSpPr/>
            <p:nvPr/>
          </p:nvSpPr>
          <p:spPr>
            <a:xfrm>
              <a:off x="4364350" y="525331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4F88">
                <a:alpha val="100000"/>
              </a:srgbClr>
            </a:solidFill>
            <a:ln w="5420" cap="flat">
              <a:solidFill>
                <a:srgbClr val="3B4F8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44" name="pg3644"/>
            <p:cNvSpPr/>
            <p:nvPr/>
          </p:nvSpPr>
          <p:spPr>
            <a:xfrm>
              <a:off x="4375988" y="525331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4F88">
                <a:alpha val="100000"/>
              </a:srgbClr>
            </a:solidFill>
            <a:ln w="5420" cap="flat">
              <a:solidFill>
                <a:srgbClr val="3B4F8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45" name="pg3645"/>
            <p:cNvSpPr/>
            <p:nvPr/>
          </p:nvSpPr>
          <p:spPr>
            <a:xfrm>
              <a:off x="4387625" y="525331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4F88">
                <a:alpha val="100000"/>
              </a:srgbClr>
            </a:solidFill>
            <a:ln w="5420" cap="flat">
              <a:solidFill>
                <a:srgbClr val="3B4F8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46" name="pg3646"/>
            <p:cNvSpPr/>
            <p:nvPr/>
          </p:nvSpPr>
          <p:spPr>
            <a:xfrm>
              <a:off x="4527273" y="525331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508A">
                <a:alpha val="100000"/>
              </a:srgbClr>
            </a:solidFill>
            <a:ln w="5420" cap="flat">
              <a:solidFill>
                <a:srgbClr val="3B508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47" name="pg3647"/>
            <p:cNvSpPr/>
            <p:nvPr/>
          </p:nvSpPr>
          <p:spPr>
            <a:xfrm>
              <a:off x="4538910" y="525331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508A">
                <a:alpha val="100000"/>
              </a:srgbClr>
            </a:solidFill>
            <a:ln w="5420" cap="flat">
              <a:solidFill>
                <a:srgbClr val="3B508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48" name="pg3648"/>
            <p:cNvSpPr/>
            <p:nvPr/>
          </p:nvSpPr>
          <p:spPr>
            <a:xfrm>
              <a:off x="4550548" y="525331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508A">
                <a:alpha val="100000"/>
              </a:srgbClr>
            </a:solidFill>
            <a:ln w="5420" cap="flat">
              <a:solidFill>
                <a:srgbClr val="3B508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49" name="pg3649"/>
            <p:cNvSpPr/>
            <p:nvPr/>
          </p:nvSpPr>
          <p:spPr>
            <a:xfrm>
              <a:off x="4562185" y="525331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518A">
                <a:alpha val="100000"/>
              </a:srgbClr>
            </a:solidFill>
            <a:ln w="5420" cap="flat">
              <a:solidFill>
                <a:srgbClr val="3B518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50" name="pg3650"/>
            <p:cNvSpPr/>
            <p:nvPr/>
          </p:nvSpPr>
          <p:spPr>
            <a:xfrm>
              <a:off x="2711850" y="526761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B83">
                <a:alpha val="100000"/>
              </a:srgbClr>
            </a:solidFill>
            <a:ln w="5420" cap="flat">
              <a:solidFill>
                <a:srgbClr val="3C4B8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51" name="pg3651"/>
            <p:cNvSpPr/>
            <p:nvPr/>
          </p:nvSpPr>
          <p:spPr>
            <a:xfrm>
              <a:off x="2723487" y="526761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B83">
                <a:alpha val="100000"/>
              </a:srgbClr>
            </a:solidFill>
            <a:ln w="5420" cap="flat">
              <a:solidFill>
                <a:srgbClr val="3C4B8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52" name="pg3652"/>
            <p:cNvSpPr/>
            <p:nvPr/>
          </p:nvSpPr>
          <p:spPr>
            <a:xfrm>
              <a:off x="2735124" y="526761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B83">
                <a:alpha val="100000"/>
              </a:srgbClr>
            </a:solidFill>
            <a:ln w="5420" cap="flat">
              <a:solidFill>
                <a:srgbClr val="3C4B8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53" name="pg3653"/>
            <p:cNvSpPr/>
            <p:nvPr/>
          </p:nvSpPr>
          <p:spPr>
            <a:xfrm>
              <a:off x="2746762" y="526761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B83">
                <a:alpha val="100000"/>
              </a:srgbClr>
            </a:solidFill>
            <a:ln w="5420" cap="flat">
              <a:solidFill>
                <a:srgbClr val="3C4B8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54" name="pg3654"/>
            <p:cNvSpPr/>
            <p:nvPr/>
          </p:nvSpPr>
          <p:spPr>
            <a:xfrm>
              <a:off x="2758399" y="526761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B83">
                <a:alpha val="100000"/>
              </a:srgbClr>
            </a:solidFill>
            <a:ln w="5420" cap="flat">
              <a:solidFill>
                <a:srgbClr val="3C4B8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55" name="pg3655"/>
            <p:cNvSpPr/>
            <p:nvPr/>
          </p:nvSpPr>
          <p:spPr>
            <a:xfrm>
              <a:off x="4341076" y="526761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4F88">
                <a:alpha val="100000"/>
              </a:srgbClr>
            </a:solidFill>
            <a:ln w="5420" cap="flat">
              <a:solidFill>
                <a:srgbClr val="3B4F8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56" name="pg3656"/>
            <p:cNvSpPr/>
            <p:nvPr/>
          </p:nvSpPr>
          <p:spPr>
            <a:xfrm>
              <a:off x="4352713" y="526761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4F88">
                <a:alpha val="100000"/>
              </a:srgbClr>
            </a:solidFill>
            <a:ln w="5420" cap="flat">
              <a:solidFill>
                <a:srgbClr val="3B4F8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57" name="pg3657"/>
            <p:cNvSpPr/>
            <p:nvPr/>
          </p:nvSpPr>
          <p:spPr>
            <a:xfrm>
              <a:off x="4364350" y="526761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4F88">
                <a:alpha val="100000"/>
              </a:srgbClr>
            </a:solidFill>
            <a:ln w="5420" cap="flat">
              <a:solidFill>
                <a:srgbClr val="3B4F8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58" name="pg3658"/>
            <p:cNvSpPr/>
            <p:nvPr/>
          </p:nvSpPr>
          <p:spPr>
            <a:xfrm>
              <a:off x="4375988" y="526761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4F88">
                <a:alpha val="100000"/>
              </a:srgbClr>
            </a:solidFill>
            <a:ln w="5420" cap="flat">
              <a:solidFill>
                <a:srgbClr val="3B4F8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59" name="pg3659"/>
            <p:cNvSpPr/>
            <p:nvPr/>
          </p:nvSpPr>
          <p:spPr>
            <a:xfrm>
              <a:off x="4387625" y="526761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4F88">
                <a:alpha val="100000"/>
              </a:srgbClr>
            </a:solidFill>
            <a:ln w="5420" cap="flat">
              <a:solidFill>
                <a:srgbClr val="3B4F8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60" name="pg3660"/>
            <p:cNvSpPr/>
            <p:nvPr/>
          </p:nvSpPr>
          <p:spPr>
            <a:xfrm>
              <a:off x="4399262" y="526761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4F88">
                <a:alpha val="100000"/>
              </a:srgbClr>
            </a:solidFill>
            <a:ln w="5420" cap="flat">
              <a:solidFill>
                <a:srgbClr val="3B4F8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61" name="pg3661"/>
            <p:cNvSpPr/>
            <p:nvPr/>
          </p:nvSpPr>
          <p:spPr>
            <a:xfrm>
              <a:off x="4410900" y="526761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4F89">
                <a:alpha val="100000"/>
              </a:srgbClr>
            </a:solidFill>
            <a:ln w="5420" cap="flat">
              <a:solidFill>
                <a:srgbClr val="3B4F8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62" name="pg3662"/>
            <p:cNvSpPr/>
            <p:nvPr/>
          </p:nvSpPr>
          <p:spPr>
            <a:xfrm>
              <a:off x="4422537" y="526761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4F89">
                <a:alpha val="100000"/>
              </a:srgbClr>
            </a:solidFill>
            <a:ln w="5420" cap="flat">
              <a:solidFill>
                <a:srgbClr val="3B4F8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63" name="pg3663"/>
            <p:cNvSpPr/>
            <p:nvPr/>
          </p:nvSpPr>
          <p:spPr>
            <a:xfrm>
              <a:off x="4527273" y="526761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508A">
                <a:alpha val="100000"/>
              </a:srgbClr>
            </a:solidFill>
            <a:ln w="5420" cap="flat">
              <a:solidFill>
                <a:srgbClr val="3B508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64" name="pg3664"/>
            <p:cNvSpPr/>
            <p:nvPr/>
          </p:nvSpPr>
          <p:spPr>
            <a:xfrm>
              <a:off x="4538910" y="526761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508A">
                <a:alpha val="100000"/>
              </a:srgbClr>
            </a:solidFill>
            <a:ln w="5420" cap="flat">
              <a:solidFill>
                <a:srgbClr val="3B508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65" name="pg3665"/>
            <p:cNvSpPr/>
            <p:nvPr/>
          </p:nvSpPr>
          <p:spPr>
            <a:xfrm>
              <a:off x="4550548" y="526761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518A">
                <a:alpha val="100000"/>
              </a:srgbClr>
            </a:solidFill>
            <a:ln w="5420" cap="flat">
              <a:solidFill>
                <a:srgbClr val="3B518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66" name="pg3666"/>
            <p:cNvSpPr/>
            <p:nvPr/>
          </p:nvSpPr>
          <p:spPr>
            <a:xfrm>
              <a:off x="4562185" y="526761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518A">
                <a:alpha val="100000"/>
              </a:srgbClr>
            </a:solidFill>
            <a:ln w="5420" cap="flat">
              <a:solidFill>
                <a:srgbClr val="3B518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67" name="pg3667"/>
            <p:cNvSpPr/>
            <p:nvPr/>
          </p:nvSpPr>
          <p:spPr>
            <a:xfrm>
              <a:off x="2723487" y="528191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B83">
                <a:alpha val="100000"/>
              </a:srgbClr>
            </a:solidFill>
            <a:ln w="5420" cap="flat">
              <a:solidFill>
                <a:srgbClr val="3C4B8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68" name="pg3668"/>
            <p:cNvSpPr/>
            <p:nvPr/>
          </p:nvSpPr>
          <p:spPr>
            <a:xfrm>
              <a:off x="2735124" y="528191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B83">
                <a:alpha val="100000"/>
              </a:srgbClr>
            </a:solidFill>
            <a:ln w="5420" cap="flat">
              <a:solidFill>
                <a:srgbClr val="3C4B8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69" name="pg3669"/>
            <p:cNvSpPr/>
            <p:nvPr/>
          </p:nvSpPr>
          <p:spPr>
            <a:xfrm>
              <a:off x="2746762" y="528191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C83">
                <a:alpha val="100000"/>
              </a:srgbClr>
            </a:solidFill>
            <a:ln w="5420" cap="flat">
              <a:solidFill>
                <a:srgbClr val="3C4C8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70" name="pg3670"/>
            <p:cNvSpPr/>
            <p:nvPr/>
          </p:nvSpPr>
          <p:spPr>
            <a:xfrm>
              <a:off x="2758399" y="528191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C83">
                <a:alpha val="100000"/>
              </a:srgbClr>
            </a:solidFill>
            <a:ln w="5420" cap="flat">
              <a:solidFill>
                <a:srgbClr val="3C4C8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71" name="pg3671"/>
            <p:cNvSpPr/>
            <p:nvPr/>
          </p:nvSpPr>
          <p:spPr>
            <a:xfrm>
              <a:off x="4352713" y="528191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4F88">
                <a:alpha val="100000"/>
              </a:srgbClr>
            </a:solidFill>
            <a:ln w="5420" cap="flat">
              <a:solidFill>
                <a:srgbClr val="3B4F8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72" name="pg3672"/>
            <p:cNvSpPr/>
            <p:nvPr/>
          </p:nvSpPr>
          <p:spPr>
            <a:xfrm>
              <a:off x="4364350" y="528191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4F88">
                <a:alpha val="100000"/>
              </a:srgbClr>
            </a:solidFill>
            <a:ln w="5420" cap="flat">
              <a:solidFill>
                <a:srgbClr val="3B4F8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73" name="pg3673"/>
            <p:cNvSpPr/>
            <p:nvPr/>
          </p:nvSpPr>
          <p:spPr>
            <a:xfrm>
              <a:off x="4375988" y="528191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4F88">
                <a:alpha val="100000"/>
              </a:srgbClr>
            </a:solidFill>
            <a:ln w="5420" cap="flat">
              <a:solidFill>
                <a:srgbClr val="3B4F8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74" name="pg3674"/>
            <p:cNvSpPr/>
            <p:nvPr/>
          </p:nvSpPr>
          <p:spPr>
            <a:xfrm>
              <a:off x="4387625" y="528191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4F89">
                <a:alpha val="100000"/>
              </a:srgbClr>
            </a:solidFill>
            <a:ln w="5420" cap="flat">
              <a:solidFill>
                <a:srgbClr val="3B4F8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75" name="pg3675"/>
            <p:cNvSpPr/>
            <p:nvPr/>
          </p:nvSpPr>
          <p:spPr>
            <a:xfrm>
              <a:off x="4399262" y="528191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4F89">
                <a:alpha val="100000"/>
              </a:srgbClr>
            </a:solidFill>
            <a:ln w="5420" cap="flat">
              <a:solidFill>
                <a:srgbClr val="3B4F8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76" name="pg3676"/>
            <p:cNvSpPr/>
            <p:nvPr/>
          </p:nvSpPr>
          <p:spPr>
            <a:xfrm>
              <a:off x="4410900" y="528191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5089">
                <a:alpha val="100000"/>
              </a:srgbClr>
            </a:solidFill>
            <a:ln w="5420" cap="flat">
              <a:solidFill>
                <a:srgbClr val="3B508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77" name="pg3677"/>
            <p:cNvSpPr/>
            <p:nvPr/>
          </p:nvSpPr>
          <p:spPr>
            <a:xfrm>
              <a:off x="4422537" y="528191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5089">
                <a:alpha val="100000"/>
              </a:srgbClr>
            </a:solidFill>
            <a:ln w="5420" cap="flat">
              <a:solidFill>
                <a:srgbClr val="3B508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78" name="pg3678"/>
            <p:cNvSpPr/>
            <p:nvPr/>
          </p:nvSpPr>
          <p:spPr>
            <a:xfrm>
              <a:off x="4434174" y="528191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5089">
                <a:alpha val="100000"/>
              </a:srgbClr>
            </a:solidFill>
            <a:ln w="5420" cap="flat">
              <a:solidFill>
                <a:srgbClr val="3B508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79" name="pg3679"/>
            <p:cNvSpPr/>
            <p:nvPr/>
          </p:nvSpPr>
          <p:spPr>
            <a:xfrm>
              <a:off x="4515636" y="528191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508A">
                <a:alpha val="100000"/>
              </a:srgbClr>
            </a:solidFill>
            <a:ln w="5420" cap="flat">
              <a:solidFill>
                <a:srgbClr val="3B508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80" name="pg3680"/>
            <p:cNvSpPr/>
            <p:nvPr/>
          </p:nvSpPr>
          <p:spPr>
            <a:xfrm>
              <a:off x="4527273" y="528191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508A">
                <a:alpha val="100000"/>
              </a:srgbClr>
            </a:solidFill>
            <a:ln w="5420" cap="flat">
              <a:solidFill>
                <a:srgbClr val="3B508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81" name="pg3681"/>
            <p:cNvSpPr/>
            <p:nvPr/>
          </p:nvSpPr>
          <p:spPr>
            <a:xfrm>
              <a:off x="4538910" y="528191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518A">
                <a:alpha val="100000"/>
              </a:srgbClr>
            </a:solidFill>
            <a:ln w="5420" cap="flat">
              <a:solidFill>
                <a:srgbClr val="3B518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82" name="pg3682"/>
            <p:cNvSpPr/>
            <p:nvPr/>
          </p:nvSpPr>
          <p:spPr>
            <a:xfrm>
              <a:off x="4550548" y="528191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518A">
                <a:alpha val="100000"/>
              </a:srgbClr>
            </a:solidFill>
            <a:ln w="5420" cap="flat">
              <a:solidFill>
                <a:srgbClr val="3B518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83" name="pg3683"/>
            <p:cNvSpPr/>
            <p:nvPr/>
          </p:nvSpPr>
          <p:spPr>
            <a:xfrm>
              <a:off x="4562185" y="528191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518B">
                <a:alpha val="100000"/>
              </a:srgbClr>
            </a:solidFill>
            <a:ln w="5420" cap="flat">
              <a:solidFill>
                <a:srgbClr val="3B518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84" name="pg3684"/>
            <p:cNvSpPr/>
            <p:nvPr/>
          </p:nvSpPr>
          <p:spPr>
            <a:xfrm>
              <a:off x="2723487" y="529622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C83">
                <a:alpha val="100000"/>
              </a:srgbClr>
            </a:solidFill>
            <a:ln w="5420" cap="flat">
              <a:solidFill>
                <a:srgbClr val="3C4C8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85" name="pg3685"/>
            <p:cNvSpPr/>
            <p:nvPr/>
          </p:nvSpPr>
          <p:spPr>
            <a:xfrm>
              <a:off x="2735124" y="529622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C83">
                <a:alpha val="100000"/>
              </a:srgbClr>
            </a:solidFill>
            <a:ln w="5420" cap="flat">
              <a:solidFill>
                <a:srgbClr val="3C4C8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86" name="pg3686"/>
            <p:cNvSpPr/>
            <p:nvPr/>
          </p:nvSpPr>
          <p:spPr>
            <a:xfrm>
              <a:off x="2746762" y="529622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C83">
                <a:alpha val="100000"/>
              </a:srgbClr>
            </a:solidFill>
            <a:ln w="5420" cap="flat">
              <a:solidFill>
                <a:srgbClr val="3C4C8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87" name="pg3687"/>
            <p:cNvSpPr/>
            <p:nvPr/>
          </p:nvSpPr>
          <p:spPr>
            <a:xfrm>
              <a:off x="2758399" y="529622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C83">
                <a:alpha val="100000"/>
              </a:srgbClr>
            </a:solidFill>
            <a:ln w="5420" cap="flat">
              <a:solidFill>
                <a:srgbClr val="3C4C8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88" name="pg3688"/>
            <p:cNvSpPr/>
            <p:nvPr/>
          </p:nvSpPr>
          <p:spPr>
            <a:xfrm>
              <a:off x="4364350" y="529622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4F89">
                <a:alpha val="100000"/>
              </a:srgbClr>
            </a:solidFill>
            <a:ln w="5420" cap="flat">
              <a:solidFill>
                <a:srgbClr val="3B4F8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89" name="pg3689"/>
            <p:cNvSpPr/>
            <p:nvPr/>
          </p:nvSpPr>
          <p:spPr>
            <a:xfrm>
              <a:off x="4375988" y="529622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4F89">
                <a:alpha val="100000"/>
              </a:srgbClr>
            </a:solidFill>
            <a:ln w="5420" cap="flat">
              <a:solidFill>
                <a:srgbClr val="3B4F8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90" name="pg3690"/>
            <p:cNvSpPr/>
            <p:nvPr/>
          </p:nvSpPr>
          <p:spPr>
            <a:xfrm>
              <a:off x="4387625" y="529622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5089">
                <a:alpha val="100000"/>
              </a:srgbClr>
            </a:solidFill>
            <a:ln w="5420" cap="flat">
              <a:solidFill>
                <a:srgbClr val="3B508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91" name="pg3691"/>
            <p:cNvSpPr/>
            <p:nvPr/>
          </p:nvSpPr>
          <p:spPr>
            <a:xfrm>
              <a:off x="4399262" y="529622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5089">
                <a:alpha val="100000"/>
              </a:srgbClr>
            </a:solidFill>
            <a:ln w="5420" cap="flat">
              <a:solidFill>
                <a:srgbClr val="3B508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92" name="pg3692"/>
            <p:cNvSpPr/>
            <p:nvPr/>
          </p:nvSpPr>
          <p:spPr>
            <a:xfrm>
              <a:off x="4410900" y="529622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5089">
                <a:alpha val="100000"/>
              </a:srgbClr>
            </a:solidFill>
            <a:ln w="5420" cap="flat">
              <a:solidFill>
                <a:srgbClr val="3B508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93" name="pg3693"/>
            <p:cNvSpPr/>
            <p:nvPr/>
          </p:nvSpPr>
          <p:spPr>
            <a:xfrm>
              <a:off x="4422537" y="529622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5089">
                <a:alpha val="100000"/>
              </a:srgbClr>
            </a:solidFill>
            <a:ln w="5420" cap="flat">
              <a:solidFill>
                <a:srgbClr val="3B508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94" name="pg3694"/>
            <p:cNvSpPr/>
            <p:nvPr/>
          </p:nvSpPr>
          <p:spPr>
            <a:xfrm>
              <a:off x="4434174" y="529622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5089">
                <a:alpha val="100000"/>
              </a:srgbClr>
            </a:solidFill>
            <a:ln w="5420" cap="flat">
              <a:solidFill>
                <a:srgbClr val="3B508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95" name="pg3695"/>
            <p:cNvSpPr/>
            <p:nvPr/>
          </p:nvSpPr>
          <p:spPr>
            <a:xfrm>
              <a:off x="4515636" y="529622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518A">
                <a:alpha val="100000"/>
              </a:srgbClr>
            </a:solidFill>
            <a:ln w="5420" cap="flat">
              <a:solidFill>
                <a:srgbClr val="3B518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96" name="pg3696"/>
            <p:cNvSpPr/>
            <p:nvPr/>
          </p:nvSpPr>
          <p:spPr>
            <a:xfrm>
              <a:off x="4527273" y="529622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518A">
                <a:alpha val="100000"/>
              </a:srgbClr>
            </a:solidFill>
            <a:ln w="5420" cap="flat">
              <a:solidFill>
                <a:srgbClr val="3B518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97" name="pg3697"/>
            <p:cNvSpPr/>
            <p:nvPr/>
          </p:nvSpPr>
          <p:spPr>
            <a:xfrm>
              <a:off x="4538910" y="529622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518A">
                <a:alpha val="100000"/>
              </a:srgbClr>
            </a:solidFill>
            <a:ln w="5420" cap="flat">
              <a:solidFill>
                <a:srgbClr val="3B518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98" name="pg3698"/>
            <p:cNvSpPr/>
            <p:nvPr/>
          </p:nvSpPr>
          <p:spPr>
            <a:xfrm>
              <a:off x="4550548" y="529622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518B">
                <a:alpha val="100000"/>
              </a:srgbClr>
            </a:solidFill>
            <a:ln w="5420" cap="flat">
              <a:solidFill>
                <a:srgbClr val="3B518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99" name="pg3699"/>
            <p:cNvSpPr/>
            <p:nvPr/>
          </p:nvSpPr>
          <p:spPr>
            <a:xfrm>
              <a:off x="4562185" y="529622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518B">
                <a:alpha val="100000"/>
              </a:srgbClr>
            </a:solidFill>
            <a:ln w="5420" cap="flat">
              <a:solidFill>
                <a:srgbClr val="3B518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00" name="pg3700"/>
            <p:cNvSpPr/>
            <p:nvPr/>
          </p:nvSpPr>
          <p:spPr>
            <a:xfrm>
              <a:off x="2711850" y="531052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C83">
                <a:alpha val="100000"/>
              </a:srgbClr>
            </a:solidFill>
            <a:ln w="5420" cap="flat">
              <a:solidFill>
                <a:srgbClr val="3C4C8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01" name="pg3701"/>
            <p:cNvSpPr/>
            <p:nvPr/>
          </p:nvSpPr>
          <p:spPr>
            <a:xfrm>
              <a:off x="2723487" y="531052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C83">
                <a:alpha val="100000"/>
              </a:srgbClr>
            </a:solidFill>
            <a:ln w="5420" cap="flat">
              <a:solidFill>
                <a:srgbClr val="3C4C8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02" name="pg3702"/>
            <p:cNvSpPr/>
            <p:nvPr/>
          </p:nvSpPr>
          <p:spPr>
            <a:xfrm>
              <a:off x="2735124" y="531052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C83">
                <a:alpha val="100000"/>
              </a:srgbClr>
            </a:solidFill>
            <a:ln w="5420" cap="flat">
              <a:solidFill>
                <a:srgbClr val="3C4C8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03" name="pg3703"/>
            <p:cNvSpPr/>
            <p:nvPr/>
          </p:nvSpPr>
          <p:spPr>
            <a:xfrm>
              <a:off x="2746762" y="531052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C83">
                <a:alpha val="100000"/>
              </a:srgbClr>
            </a:solidFill>
            <a:ln w="5420" cap="flat">
              <a:solidFill>
                <a:srgbClr val="3C4C8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04" name="pg3704"/>
            <p:cNvSpPr/>
            <p:nvPr/>
          </p:nvSpPr>
          <p:spPr>
            <a:xfrm>
              <a:off x="2758399" y="531052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C84">
                <a:alpha val="100000"/>
              </a:srgbClr>
            </a:solidFill>
            <a:ln w="5420" cap="flat">
              <a:solidFill>
                <a:srgbClr val="3C4C8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05" name="pg3705"/>
            <p:cNvSpPr/>
            <p:nvPr/>
          </p:nvSpPr>
          <p:spPr>
            <a:xfrm>
              <a:off x="4375988" y="531052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5089">
                <a:alpha val="100000"/>
              </a:srgbClr>
            </a:solidFill>
            <a:ln w="5420" cap="flat">
              <a:solidFill>
                <a:srgbClr val="3B508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06" name="pg3706"/>
            <p:cNvSpPr/>
            <p:nvPr/>
          </p:nvSpPr>
          <p:spPr>
            <a:xfrm>
              <a:off x="4387625" y="531052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5089">
                <a:alpha val="100000"/>
              </a:srgbClr>
            </a:solidFill>
            <a:ln w="5420" cap="flat">
              <a:solidFill>
                <a:srgbClr val="3B508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07" name="pg3707"/>
            <p:cNvSpPr/>
            <p:nvPr/>
          </p:nvSpPr>
          <p:spPr>
            <a:xfrm>
              <a:off x="4399262" y="531052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5089">
                <a:alpha val="100000"/>
              </a:srgbClr>
            </a:solidFill>
            <a:ln w="5420" cap="flat">
              <a:solidFill>
                <a:srgbClr val="3B508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08" name="pg3708"/>
            <p:cNvSpPr/>
            <p:nvPr/>
          </p:nvSpPr>
          <p:spPr>
            <a:xfrm>
              <a:off x="4410900" y="531052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5089">
                <a:alpha val="100000"/>
              </a:srgbClr>
            </a:solidFill>
            <a:ln w="5420" cap="flat">
              <a:solidFill>
                <a:srgbClr val="3B508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09" name="pg3709"/>
            <p:cNvSpPr/>
            <p:nvPr/>
          </p:nvSpPr>
          <p:spPr>
            <a:xfrm>
              <a:off x="4422537" y="531052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5089">
                <a:alpha val="100000"/>
              </a:srgbClr>
            </a:solidFill>
            <a:ln w="5420" cap="flat">
              <a:solidFill>
                <a:srgbClr val="3B508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10" name="pg3710"/>
            <p:cNvSpPr/>
            <p:nvPr/>
          </p:nvSpPr>
          <p:spPr>
            <a:xfrm>
              <a:off x="4434174" y="531052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5089">
                <a:alpha val="100000"/>
              </a:srgbClr>
            </a:solidFill>
            <a:ln w="5420" cap="flat">
              <a:solidFill>
                <a:srgbClr val="3B508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11" name="pg3711"/>
            <p:cNvSpPr/>
            <p:nvPr/>
          </p:nvSpPr>
          <p:spPr>
            <a:xfrm>
              <a:off x="4445812" y="531052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5089">
                <a:alpha val="100000"/>
              </a:srgbClr>
            </a:solidFill>
            <a:ln w="5420" cap="flat">
              <a:solidFill>
                <a:srgbClr val="3B508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12" name="pg3712"/>
            <p:cNvSpPr/>
            <p:nvPr/>
          </p:nvSpPr>
          <p:spPr>
            <a:xfrm>
              <a:off x="4503998" y="531052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518A">
                <a:alpha val="100000"/>
              </a:srgbClr>
            </a:solidFill>
            <a:ln w="5420" cap="flat">
              <a:solidFill>
                <a:srgbClr val="3B518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13" name="pg3713"/>
            <p:cNvSpPr/>
            <p:nvPr/>
          </p:nvSpPr>
          <p:spPr>
            <a:xfrm>
              <a:off x="4515636" y="531052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518A">
                <a:alpha val="100000"/>
              </a:srgbClr>
            </a:solidFill>
            <a:ln w="5420" cap="flat">
              <a:solidFill>
                <a:srgbClr val="3B518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14" name="pg3714"/>
            <p:cNvSpPr/>
            <p:nvPr/>
          </p:nvSpPr>
          <p:spPr>
            <a:xfrm>
              <a:off x="4527273" y="531052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518A">
                <a:alpha val="100000"/>
              </a:srgbClr>
            </a:solidFill>
            <a:ln w="5420" cap="flat">
              <a:solidFill>
                <a:srgbClr val="3B518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15" name="pg3715"/>
            <p:cNvSpPr/>
            <p:nvPr/>
          </p:nvSpPr>
          <p:spPr>
            <a:xfrm>
              <a:off x="4538910" y="531052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518B">
                <a:alpha val="100000"/>
              </a:srgbClr>
            </a:solidFill>
            <a:ln w="5420" cap="flat">
              <a:solidFill>
                <a:srgbClr val="3B518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16" name="pg3716"/>
            <p:cNvSpPr/>
            <p:nvPr/>
          </p:nvSpPr>
          <p:spPr>
            <a:xfrm>
              <a:off x="4550548" y="531052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518B">
                <a:alpha val="100000"/>
              </a:srgbClr>
            </a:solidFill>
            <a:ln w="5420" cap="flat">
              <a:solidFill>
                <a:srgbClr val="3B518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17" name="pg3717"/>
            <p:cNvSpPr/>
            <p:nvPr/>
          </p:nvSpPr>
          <p:spPr>
            <a:xfrm>
              <a:off x="4562185" y="531052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518B">
                <a:alpha val="100000"/>
              </a:srgbClr>
            </a:solidFill>
            <a:ln w="5420" cap="flat">
              <a:solidFill>
                <a:srgbClr val="3B518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18" name="pg3718"/>
            <p:cNvSpPr/>
            <p:nvPr/>
          </p:nvSpPr>
          <p:spPr>
            <a:xfrm>
              <a:off x="2711850" y="532482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C84">
                <a:alpha val="100000"/>
              </a:srgbClr>
            </a:solidFill>
            <a:ln w="5420" cap="flat">
              <a:solidFill>
                <a:srgbClr val="3C4C8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19" name="pg3719"/>
            <p:cNvSpPr/>
            <p:nvPr/>
          </p:nvSpPr>
          <p:spPr>
            <a:xfrm>
              <a:off x="2723487" y="532482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C84">
                <a:alpha val="100000"/>
              </a:srgbClr>
            </a:solidFill>
            <a:ln w="5420" cap="flat">
              <a:solidFill>
                <a:srgbClr val="3C4C8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20" name="pg3720"/>
            <p:cNvSpPr/>
            <p:nvPr/>
          </p:nvSpPr>
          <p:spPr>
            <a:xfrm>
              <a:off x="2735124" y="532482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C84">
                <a:alpha val="100000"/>
              </a:srgbClr>
            </a:solidFill>
            <a:ln w="5420" cap="flat">
              <a:solidFill>
                <a:srgbClr val="3C4C8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21" name="pg3721"/>
            <p:cNvSpPr/>
            <p:nvPr/>
          </p:nvSpPr>
          <p:spPr>
            <a:xfrm>
              <a:off x="2746762" y="532482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C84">
                <a:alpha val="100000"/>
              </a:srgbClr>
            </a:solidFill>
            <a:ln w="5420" cap="flat">
              <a:solidFill>
                <a:srgbClr val="3C4C8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22" name="pg3722"/>
            <p:cNvSpPr/>
            <p:nvPr/>
          </p:nvSpPr>
          <p:spPr>
            <a:xfrm>
              <a:off x="2758399" y="532482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C84">
                <a:alpha val="100000"/>
              </a:srgbClr>
            </a:solidFill>
            <a:ln w="5420" cap="flat">
              <a:solidFill>
                <a:srgbClr val="3C4C8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23" name="pg3723"/>
            <p:cNvSpPr/>
            <p:nvPr/>
          </p:nvSpPr>
          <p:spPr>
            <a:xfrm>
              <a:off x="4399262" y="532482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5089">
                <a:alpha val="100000"/>
              </a:srgbClr>
            </a:solidFill>
            <a:ln w="5420" cap="flat">
              <a:solidFill>
                <a:srgbClr val="3B508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24" name="pg3724"/>
            <p:cNvSpPr/>
            <p:nvPr/>
          </p:nvSpPr>
          <p:spPr>
            <a:xfrm>
              <a:off x="4410900" y="532482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5089">
                <a:alpha val="100000"/>
              </a:srgbClr>
            </a:solidFill>
            <a:ln w="5420" cap="flat">
              <a:solidFill>
                <a:srgbClr val="3B508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25" name="pg3725"/>
            <p:cNvSpPr/>
            <p:nvPr/>
          </p:nvSpPr>
          <p:spPr>
            <a:xfrm>
              <a:off x="4422537" y="532482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5089">
                <a:alpha val="100000"/>
              </a:srgbClr>
            </a:solidFill>
            <a:ln w="5420" cap="flat">
              <a:solidFill>
                <a:srgbClr val="3B508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26" name="pg3726"/>
            <p:cNvSpPr/>
            <p:nvPr/>
          </p:nvSpPr>
          <p:spPr>
            <a:xfrm>
              <a:off x="4434174" y="532482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5089">
                <a:alpha val="100000"/>
              </a:srgbClr>
            </a:solidFill>
            <a:ln w="5420" cap="flat">
              <a:solidFill>
                <a:srgbClr val="3B508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27" name="pg3727"/>
            <p:cNvSpPr/>
            <p:nvPr/>
          </p:nvSpPr>
          <p:spPr>
            <a:xfrm>
              <a:off x="4445812" y="532482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508A">
                <a:alpha val="100000"/>
              </a:srgbClr>
            </a:solidFill>
            <a:ln w="5420" cap="flat">
              <a:solidFill>
                <a:srgbClr val="3B508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28" name="pg3728"/>
            <p:cNvSpPr/>
            <p:nvPr/>
          </p:nvSpPr>
          <p:spPr>
            <a:xfrm>
              <a:off x="4503998" y="532482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518A">
                <a:alpha val="100000"/>
              </a:srgbClr>
            </a:solidFill>
            <a:ln w="5420" cap="flat">
              <a:solidFill>
                <a:srgbClr val="3B518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29" name="pg3729"/>
            <p:cNvSpPr/>
            <p:nvPr/>
          </p:nvSpPr>
          <p:spPr>
            <a:xfrm>
              <a:off x="4515636" y="532482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518A">
                <a:alpha val="100000"/>
              </a:srgbClr>
            </a:solidFill>
            <a:ln w="5420" cap="flat">
              <a:solidFill>
                <a:srgbClr val="3B518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30" name="pg3730"/>
            <p:cNvSpPr/>
            <p:nvPr/>
          </p:nvSpPr>
          <p:spPr>
            <a:xfrm>
              <a:off x="4527273" y="532482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518B">
                <a:alpha val="100000"/>
              </a:srgbClr>
            </a:solidFill>
            <a:ln w="5420" cap="flat">
              <a:solidFill>
                <a:srgbClr val="3B518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31" name="pg3731"/>
            <p:cNvSpPr/>
            <p:nvPr/>
          </p:nvSpPr>
          <p:spPr>
            <a:xfrm>
              <a:off x="4538910" y="532482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518B">
                <a:alpha val="100000"/>
              </a:srgbClr>
            </a:solidFill>
            <a:ln w="5420" cap="flat">
              <a:solidFill>
                <a:srgbClr val="3B518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32" name="pg3732"/>
            <p:cNvSpPr/>
            <p:nvPr/>
          </p:nvSpPr>
          <p:spPr>
            <a:xfrm>
              <a:off x="4550548" y="532482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518B">
                <a:alpha val="100000"/>
              </a:srgbClr>
            </a:solidFill>
            <a:ln w="5420" cap="flat">
              <a:solidFill>
                <a:srgbClr val="3B518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33" name="pg3733"/>
            <p:cNvSpPr/>
            <p:nvPr/>
          </p:nvSpPr>
          <p:spPr>
            <a:xfrm>
              <a:off x="2700212" y="533912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C84">
                <a:alpha val="100000"/>
              </a:srgbClr>
            </a:solidFill>
            <a:ln w="5420" cap="flat">
              <a:solidFill>
                <a:srgbClr val="3C4C8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34" name="pg3734"/>
            <p:cNvSpPr/>
            <p:nvPr/>
          </p:nvSpPr>
          <p:spPr>
            <a:xfrm>
              <a:off x="2711850" y="533912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C84">
                <a:alpha val="100000"/>
              </a:srgbClr>
            </a:solidFill>
            <a:ln w="5420" cap="flat">
              <a:solidFill>
                <a:srgbClr val="3C4C8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35" name="pg3735"/>
            <p:cNvSpPr/>
            <p:nvPr/>
          </p:nvSpPr>
          <p:spPr>
            <a:xfrm>
              <a:off x="2723487" y="533912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C84">
                <a:alpha val="100000"/>
              </a:srgbClr>
            </a:solidFill>
            <a:ln w="5420" cap="flat">
              <a:solidFill>
                <a:srgbClr val="3C4C8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36" name="pg3736"/>
            <p:cNvSpPr/>
            <p:nvPr/>
          </p:nvSpPr>
          <p:spPr>
            <a:xfrm>
              <a:off x="2735124" y="533912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C84">
                <a:alpha val="100000"/>
              </a:srgbClr>
            </a:solidFill>
            <a:ln w="5420" cap="flat">
              <a:solidFill>
                <a:srgbClr val="3C4C8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37" name="pg3737"/>
            <p:cNvSpPr/>
            <p:nvPr/>
          </p:nvSpPr>
          <p:spPr>
            <a:xfrm>
              <a:off x="2746762" y="533912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C84">
                <a:alpha val="100000"/>
              </a:srgbClr>
            </a:solidFill>
            <a:ln w="5420" cap="flat">
              <a:solidFill>
                <a:srgbClr val="3C4C8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38" name="pg3738"/>
            <p:cNvSpPr/>
            <p:nvPr/>
          </p:nvSpPr>
          <p:spPr>
            <a:xfrm>
              <a:off x="4410900" y="533912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5089">
                <a:alpha val="100000"/>
              </a:srgbClr>
            </a:solidFill>
            <a:ln w="5420" cap="flat">
              <a:solidFill>
                <a:srgbClr val="3B508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39" name="pg3739"/>
            <p:cNvSpPr/>
            <p:nvPr/>
          </p:nvSpPr>
          <p:spPr>
            <a:xfrm>
              <a:off x="4422537" y="533912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508A">
                <a:alpha val="100000"/>
              </a:srgbClr>
            </a:solidFill>
            <a:ln w="5420" cap="flat">
              <a:solidFill>
                <a:srgbClr val="3B508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40" name="pg3740"/>
            <p:cNvSpPr/>
            <p:nvPr/>
          </p:nvSpPr>
          <p:spPr>
            <a:xfrm>
              <a:off x="4434174" y="533912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508A">
                <a:alpha val="100000"/>
              </a:srgbClr>
            </a:solidFill>
            <a:ln w="5420" cap="flat">
              <a:solidFill>
                <a:srgbClr val="3B508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41" name="pg3741"/>
            <p:cNvSpPr/>
            <p:nvPr/>
          </p:nvSpPr>
          <p:spPr>
            <a:xfrm>
              <a:off x="4445812" y="533912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508A">
                <a:alpha val="100000"/>
              </a:srgbClr>
            </a:solidFill>
            <a:ln w="5420" cap="flat">
              <a:solidFill>
                <a:srgbClr val="3B508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42" name="pg3742"/>
            <p:cNvSpPr/>
            <p:nvPr/>
          </p:nvSpPr>
          <p:spPr>
            <a:xfrm>
              <a:off x="4457449" y="533912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508A">
                <a:alpha val="100000"/>
              </a:srgbClr>
            </a:solidFill>
            <a:ln w="5420" cap="flat">
              <a:solidFill>
                <a:srgbClr val="3B508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43" name="pg3743"/>
            <p:cNvSpPr/>
            <p:nvPr/>
          </p:nvSpPr>
          <p:spPr>
            <a:xfrm>
              <a:off x="4469086" y="533912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508A">
                <a:alpha val="100000"/>
              </a:srgbClr>
            </a:solidFill>
            <a:ln w="5420" cap="flat">
              <a:solidFill>
                <a:srgbClr val="3B508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44" name="pg3744"/>
            <p:cNvSpPr/>
            <p:nvPr/>
          </p:nvSpPr>
          <p:spPr>
            <a:xfrm>
              <a:off x="4492361" y="533912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518A">
                <a:alpha val="100000"/>
              </a:srgbClr>
            </a:solidFill>
            <a:ln w="5420" cap="flat">
              <a:solidFill>
                <a:srgbClr val="3B518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45" name="pg3745"/>
            <p:cNvSpPr/>
            <p:nvPr/>
          </p:nvSpPr>
          <p:spPr>
            <a:xfrm>
              <a:off x="4503998" y="533912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518A">
                <a:alpha val="100000"/>
              </a:srgbClr>
            </a:solidFill>
            <a:ln w="5420" cap="flat">
              <a:solidFill>
                <a:srgbClr val="3B518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46" name="pg3746"/>
            <p:cNvSpPr/>
            <p:nvPr/>
          </p:nvSpPr>
          <p:spPr>
            <a:xfrm>
              <a:off x="4515636" y="533912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518B">
                <a:alpha val="100000"/>
              </a:srgbClr>
            </a:solidFill>
            <a:ln w="5420" cap="flat">
              <a:solidFill>
                <a:srgbClr val="3B518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47" name="pg3747"/>
            <p:cNvSpPr/>
            <p:nvPr/>
          </p:nvSpPr>
          <p:spPr>
            <a:xfrm>
              <a:off x="4527273" y="533912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518B">
                <a:alpha val="100000"/>
              </a:srgbClr>
            </a:solidFill>
            <a:ln w="5420" cap="flat">
              <a:solidFill>
                <a:srgbClr val="3B518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48" name="pg3748"/>
            <p:cNvSpPr/>
            <p:nvPr/>
          </p:nvSpPr>
          <p:spPr>
            <a:xfrm>
              <a:off x="4538910" y="533912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518B">
                <a:alpha val="100000"/>
              </a:srgbClr>
            </a:solidFill>
            <a:ln w="5420" cap="flat">
              <a:solidFill>
                <a:srgbClr val="3B518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49" name="pg3749"/>
            <p:cNvSpPr/>
            <p:nvPr/>
          </p:nvSpPr>
          <p:spPr>
            <a:xfrm>
              <a:off x="2688575" y="535342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C84">
                <a:alpha val="100000"/>
              </a:srgbClr>
            </a:solidFill>
            <a:ln w="5420" cap="flat">
              <a:solidFill>
                <a:srgbClr val="3C4C8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50" name="pg3750"/>
            <p:cNvSpPr/>
            <p:nvPr/>
          </p:nvSpPr>
          <p:spPr>
            <a:xfrm>
              <a:off x="2700212" y="535342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C84">
                <a:alpha val="100000"/>
              </a:srgbClr>
            </a:solidFill>
            <a:ln w="5420" cap="flat">
              <a:solidFill>
                <a:srgbClr val="3C4C8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51" name="pg3751"/>
            <p:cNvSpPr/>
            <p:nvPr/>
          </p:nvSpPr>
          <p:spPr>
            <a:xfrm>
              <a:off x="2711850" y="535342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C84">
                <a:alpha val="100000"/>
              </a:srgbClr>
            </a:solidFill>
            <a:ln w="5420" cap="flat">
              <a:solidFill>
                <a:srgbClr val="3C4C8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52" name="pg3752"/>
            <p:cNvSpPr/>
            <p:nvPr/>
          </p:nvSpPr>
          <p:spPr>
            <a:xfrm>
              <a:off x="2723487" y="535342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C84">
                <a:alpha val="100000"/>
              </a:srgbClr>
            </a:solidFill>
            <a:ln w="5420" cap="flat">
              <a:solidFill>
                <a:srgbClr val="3C4C8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53" name="pg3753"/>
            <p:cNvSpPr/>
            <p:nvPr/>
          </p:nvSpPr>
          <p:spPr>
            <a:xfrm>
              <a:off x="2735124" y="535342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C84">
                <a:alpha val="100000"/>
              </a:srgbClr>
            </a:solidFill>
            <a:ln w="5420" cap="flat">
              <a:solidFill>
                <a:srgbClr val="3C4C8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54" name="pg3754"/>
            <p:cNvSpPr/>
            <p:nvPr/>
          </p:nvSpPr>
          <p:spPr>
            <a:xfrm>
              <a:off x="2746762" y="535342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C84">
                <a:alpha val="100000"/>
              </a:srgbClr>
            </a:solidFill>
            <a:ln w="5420" cap="flat">
              <a:solidFill>
                <a:srgbClr val="3C4C8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55" name="pg3755"/>
            <p:cNvSpPr/>
            <p:nvPr/>
          </p:nvSpPr>
          <p:spPr>
            <a:xfrm>
              <a:off x="4410900" y="535342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508A">
                <a:alpha val="100000"/>
              </a:srgbClr>
            </a:solidFill>
            <a:ln w="5420" cap="flat">
              <a:solidFill>
                <a:srgbClr val="3B508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56" name="pg3756"/>
            <p:cNvSpPr/>
            <p:nvPr/>
          </p:nvSpPr>
          <p:spPr>
            <a:xfrm>
              <a:off x="4422537" y="535342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508A">
                <a:alpha val="100000"/>
              </a:srgbClr>
            </a:solidFill>
            <a:ln w="5420" cap="flat">
              <a:solidFill>
                <a:srgbClr val="3B508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57" name="pg3757"/>
            <p:cNvSpPr/>
            <p:nvPr/>
          </p:nvSpPr>
          <p:spPr>
            <a:xfrm>
              <a:off x="4434174" y="535342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508A">
                <a:alpha val="100000"/>
              </a:srgbClr>
            </a:solidFill>
            <a:ln w="5420" cap="flat">
              <a:solidFill>
                <a:srgbClr val="3B508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58" name="pg3758"/>
            <p:cNvSpPr/>
            <p:nvPr/>
          </p:nvSpPr>
          <p:spPr>
            <a:xfrm>
              <a:off x="4445812" y="535342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508A">
                <a:alpha val="100000"/>
              </a:srgbClr>
            </a:solidFill>
            <a:ln w="5420" cap="flat">
              <a:solidFill>
                <a:srgbClr val="3B508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59" name="pg3759"/>
            <p:cNvSpPr/>
            <p:nvPr/>
          </p:nvSpPr>
          <p:spPr>
            <a:xfrm>
              <a:off x="4457449" y="535342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508A">
                <a:alpha val="100000"/>
              </a:srgbClr>
            </a:solidFill>
            <a:ln w="5420" cap="flat">
              <a:solidFill>
                <a:srgbClr val="3B508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60" name="pg3760"/>
            <p:cNvSpPr/>
            <p:nvPr/>
          </p:nvSpPr>
          <p:spPr>
            <a:xfrm>
              <a:off x="4469086" y="535342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518A">
                <a:alpha val="100000"/>
              </a:srgbClr>
            </a:solidFill>
            <a:ln w="5420" cap="flat">
              <a:solidFill>
                <a:srgbClr val="3B518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61" name="pg3761"/>
            <p:cNvSpPr/>
            <p:nvPr/>
          </p:nvSpPr>
          <p:spPr>
            <a:xfrm>
              <a:off x="4480724" y="535342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518A">
                <a:alpha val="100000"/>
              </a:srgbClr>
            </a:solidFill>
            <a:ln w="5420" cap="flat">
              <a:solidFill>
                <a:srgbClr val="3B518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62" name="pg3762"/>
            <p:cNvSpPr/>
            <p:nvPr/>
          </p:nvSpPr>
          <p:spPr>
            <a:xfrm>
              <a:off x="4492361" y="535342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518A">
                <a:alpha val="100000"/>
              </a:srgbClr>
            </a:solidFill>
            <a:ln w="5420" cap="flat">
              <a:solidFill>
                <a:srgbClr val="3B518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63" name="pg3763"/>
            <p:cNvSpPr/>
            <p:nvPr/>
          </p:nvSpPr>
          <p:spPr>
            <a:xfrm>
              <a:off x="4503998" y="535342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518B">
                <a:alpha val="100000"/>
              </a:srgbClr>
            </a:solidFill>
            <a:ln w="5420" cap="flat">
              <a:solidFill>
                <a:srgbClr val="3B518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64" name="pg3764"/>
            <p:cNvSpPr/>
            <p:nvPr/>
          </p:nvSpPr>
          <p:spPr>
            <a:xfrm>
              <a:off x="4515636" y="535342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518B">
                <a:alpha val="100000"/>
              </a:srgbClr>
            </a:solidFill>
            <a:ln w="5420" cap="flat">
              <a:solidFill>
                <a:srgbClr val="3B518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65" name="pg3765"/>
            <p:cNvSpPr/>
            <p:nvPr/>
          </p:nvSpPr>
          <p:spPr>
            <a:xfrm>
              <a:off x="4527273" y="535342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518B">
                <a:alpha val="100000"/>
              </a:srgbClr>
            </a:solidFill>
            <a:ln w="5420" cap="flat">
              <a:solidFill>
                <a:srgbClr val="3B518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66" name="pg3766"/>
            <p:cNvSpPr/>
            <p:nvPr/>
          </p:nvSpPr>
          <p:spPr>
            <a:xfrm>
              <a:off x="4538910" y="535342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518B">
                <a:alpha val="100000"/>
              </a:srgbClr>
            </a:solidFill>
            <a:ln w="5420" cap="flat">
              <a:solidFill>
                <a:srgbClr val="3B518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67" name="pg3767"/>
            <p:cNvSpPr/>
            <p:nvPr/>
          </p:nvSpPr>
          <p:spPr>
            <a:xfrm>
              <a:off x="2688575" y="536772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C84">
                <a:alpha val="100000"/>
              </a:srgbClr>
            </a:solidFill>
            <a:ln w="5420" cap="flat">
              <a:solidFill>
                <a:srgbClr val="3C4C8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68" name="pg3768"/>
            <p:cNvSpPr/>
            <p:nvPr/>
          </p:nvSpPr>
          <p:spPr>
            <a:xfrm>
              <a:off x="2700212" y="536772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C84">
                <a:alpha val="100000"/>
              </a:srgbClr>
            </a:solidFill>
            <a:ln w="5420" cap="flat">
              <a:solidFill>
                <a:srgbClr val="3C4C8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69" name="pg3769"/>
            <p:cNvSpPr/>
            <p:nvPr/>
          </p:nvSpPr>
          <p:spPr>
            <a:xfrm>
              <a:off x="2711850" y="536772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C84">
                <a:alpha val="100000"/>
              </a:srgbClr>
            </a:solidFill>
            <a:ln w="5420" cap="flat">
              <a:solidFill>
                <a:srgbClr val="3C4C8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70" name="pg3770"/>
            <p:cNvSpPr/>
            <p:nvPr/>
          </p:nvSpPr>
          <p:spPr>
            <a:xfrm>
              <a:off x="2723487" y="536772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C84">
                <a:alpha val="100000"/>
              </a:srgbClr>
            </a:solidFill>
            <a:ln w="5420" cap="flat">
              <a:solidFill>
                <a:srgbClr val="3C4C8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71" name="pg3771"/>
            <p:cNvSpPr/>
            <p:nvPr/>
          </p:nvSpPr>
          <p:spPr>
            <a:xfrm>
              <a:off x="2735124" y="536772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C84">
                <a:alpha val="100000"/>
              </a:srgbClr>
            </a:solidFill>
            <a:ln w="5420" cap="flat">
              <a:solidFill>
                <a:srgbClr val="3C4C8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72" name="pg3772"/>
            <p:cNvSpPr/>
            <p:nvPr/>
          </p:nvSpPr>
          <p:spPr>
            <a:xfrm>
              <a:off x="4410900" y="536772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508A">
                <a:alpha val="100000"/>
              </a:srgbClr>
            </a:solidFill>
            <a:ln w="5420" cap="flat">
              <a:solidFill>
                <a:srgbClr val="3B508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73" name="pg3773"/>
            <p:cNvSpPr/>
            <p:nvPr/>
          </p:nvSpPr>
          <p:spPr>
            <a:xfrm>
              <a:off x="4422537" y="536772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508A">
                <a:alpha val="100000"/>
              </a:srgbClr>
            </a:solidFill>
            <a:ln w="5420" cap="flat">
              <a:solidFill>
                <a:srgbClr val="3B508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74" name="pg3774"/>
            <p:cNvSpPr/>
            <p:nvPr/>
          </p:nvSpPr>
          <p:spPr>
            <a:xfrm>
              <a:off x="4434174" y="536772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508A">
                <a:alpha val="100000"/>
              </a:srgbClr>
            </a:solidFill>
            <a:ln w="5420" cap="flat">
              <a:solidFill>
                <a:srgbClr val="3B508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75" name="pg3775"/>
            <p:cNvSpPr/>
            <p:nvPr/>
          </p:nvSpPr>
          <p:spPr>
            <a:xfrm>
              <a:off x="4445812" y="536772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508A">
                <a:alpha val="100000"/>
              </a:srgbClr>
            </a:solidFill>
            <a:ln w="5420" cap="flat">
              <a:solidFill>
                <a:srgbClr val="3B508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76" name="pg3776"/>
            <p:cNvSpPr/>
            <p:nvPr/>
          </p:nvSpPr>
          <p:spPr>
            <a:xfrm>
              <a:off x="4457449" y="536772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518A">
                <a:alpha val="100000"/>
              </a:srgbClr>
            </a:solidFill>
            <a:ln w="5420" cap="flat">
              <a:solidFill>
                <a:srgbClr val="3B518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77" name="pg3777"/>
            <p:cNvSpPr/>
            <p:nvPr/>
          </p:nvSpPr>
          <p:spPr>
            <a:xfrm>
              <a:off x="4469086" y="536772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518A">
                <a:alpha val="100000"/>
              </a:srgbClr>
            </a:solidFill>
            <a:ln w="5420" cap="flat">
              <a:solidFill>
                <a:srgbClr val="3B518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78" name="pg3778"/>
            <p:cNvSpPr/>
            <p:nvPr/>
          </p:nvSpPr>
          <p:spPr>
            <a:xfrm>
              <a:off x="4480724" y="536772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518A">
                <a:alpha val="100000"/>
              </a:srgbClr>
            </a:solidFill>
            <a:ln w="5420" cap="flat">
              <a:solidFill>
                <a:srgbClr val="3B518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79" name="pg3779"/>
            <p:cNvSpPr/>
            <p:nvPr/>
          </p:nvSpPr>
          <p:spPr>
            <a:xfrm>
              <a:off x="4492361" y="536772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518B">
                <a:alpha val="100000"/>
              </a:srgbClr>
            </a:solidFill>
            <a:ln w="5420" cap="flat">
              <a:solidFill>
                <a:srgbClr val="3B518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80" name="pg3780"/>
            <p:cNvSpPr/>
            <p:nvPr/>
          </p:nvSpPr>
          <p:spPr>
            <a:xfrm>
              <a:off x="4503998" y="536772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518B">
                <a:alpha val="100000"/>
              </a:srgbClr>
            </a:solidFill>
            <a:ln w="5420" cap="flat">
              <a:solidFill>
                <a:srgbClr val="3B518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81" name="pg3781"/>
            <p:cNvSpPr/>
            <p:nvPr/>
          </p:nvSpPr>
          <p:spPr>
            <a:xfrm>
              <a:off x="4515636" y="536772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518B">
                <a:alpha val="100000"/>
              </a:srgbClr>
            </a:solidFill>
            <a:ln w="5420" cap="flat">
              <a:solidFill>
                <a:srgbClr val="3B518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82" name="pg3782"/>
            <p:cNvSpPr/>
            <p:nvPr/>
          </p:nvSpPr>
          <p:spPr>
            <a:xfrm>
              <a:off x="4527273" y="536772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518B">
                <a:alpha val="100000"/>
              </a:srgbClr>
            </a:solidFill>
            <a:ln w="5420" cap="flat">
              <a:solidFill>
                <a:srgbClr val="3B518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83" name="pg3783"/>
            <p:cNvSpPr/>
            <p:nvPr/>
          </p:nvSpPr>
          <p:spPr>
            <a:xfrm>
              <a:off x="4538910" y="536772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518B">
                <a:alpha val="100000"/>
              </a:srgbClr>
            </a:solidFill>
            <a:ln w="5420" cap="flat">
              <a:solidFill>
                <a:srgbClr val="3B518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84" name="pg3784"/>
            <p:cNvSpPr/>
            <p:nvPr/>
          </p:nvSpPr>
          <p:spPr>
            <a:xfrm>
              <a:off x="2688575" y="538202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D85">
                <a:alpha val="100000"/>
              </a:srgbClr>
            </a:solidFill>
            <a:ln w="5420" cap="flat">
              <a:solidFill>
                <a:srgbClr val="3C4D8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85" name="pg3785"/>
            <p:cNvSpPr/>
            <p:nvPr/>
          </p:nvSpPr>
          <p:spPr>
            <a:xfrm>
              <a:off x="2700212" y="538202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D84">
                <a:alpha val="100000"/>
              </a:srgbClr>
            </a:solidFill>
            <a:ln w="5420" cap="flat">
              <a:solidFill>
                <a:srgbClr val="3C4D8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86" name="pg3786"/>
            <p:cNvSpPr/>
            <p:nvPr/>
          </p:nvSpPr>
          <p:spPr>
            <a:xfrm>
              <a:off x="2711850" y="538202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D85">
                <a:alpha val="100000"/>
              </a:srgbClr>
            </a:solidFill>
            <a:ln w="5420" cap="flat">
              <a:solidFill>
                <a:srgbClr val="3C4D8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87" name="pg3787"/>
            <p:cNvSpPr/>
            <p:nvPr/>
          </p:nvSpPr>
          <p:spPr>
            <a:xfrm>
              <a:off x="2723487" y="538202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D85">
                <a:alpha val="100000"/>
              </a:srgbClr>
            </a:solidFill>
            <a:ln w="5420" cap="flat">
              <a:solidFill>
                <a:srgbClr val="3C4D8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88" name="pg3788"/>
            <p:cNvSpPr/>
            <p:nvPr/>
          </p:nvSpPr>
          <p:spPr>
            <a:xfrm>
              <a:off x="2735124" y="538202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D84">
                <a:alpha val="100000"/>
              </a:srgbClr>
            </a:solidFill>
            <a:ln w="5420" cap="flat">
              <a:solidFill>
                <a:srgbClr val="3C4D8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89" name="pg3789"/>
            <p:cNvSpPr/>
            <p:nvPr/>
          </p:nvSpPr>
          <p:spPr>
            <a:xfrm>
              <a:off x="4410900" y="538202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508A">
                <a:alpha val="100000"/>
              </a:srgbClr>
            </a:solidFill>
            <a:ln w="5420" cap="flat">
              <a:solidFill>
                <a:srgbClr val="3B508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90" name="pg3790"/>
            <p:cNvSpPr/>
            <p:nvPr/>
          </p:nvSpPr>
          <p:spPr>
            <a:xfrm>
              <a:off x="4422537" y="538202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508A">
                <a:alpha val="100000"/>
              </a:srgbClr>
            </a:solidFill>
            <a:ln w="5420" cap="flat">
              <a:solidFill>
                <a:srgbClr val="3B508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91" name="pg3791"/>
            <p:cNvSpPr/>
            <p:nvPr/>
          </p:nvSpPr>
          <p:spPr>
            <a:xfrm>
              <a:off x="4434174" y="538202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518A">
                <a:alpha val="100000"/>
              </a:srgbClr>
            </a:solidFill>
            <a:ln w="5420" cap="flat">
              <a:solidFill>
                <a:srgbClr val="3B518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92" name="pg3792"/>
            <p:cNvSpPr/>
            <p:nvPr/>
          </p:nvSpPr>
          <p:spPr>
            <a:xfrm>
              <a:off x="4445812" y="538202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518A">
                <a:alpha val="100000"/>
              </a:srgbClr>
            </a:solidFill>
            <a:ln w="5420" cap="flat">
              <a:solidFill>
                <a:srgbClr val="3B518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93" name="pg3793"/>
            <p:cNvSpPr/>
            <p:nvPr/>
          </p:nvSpPr>
          <p:spPr>
            <a:xfrm>
              <a:off x="4457449" y="538202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518A">
                <a:alpha val="100000"/>
              </a:srgbClr>
            </a:solidFill>
            <a:ln w="5420" cap="flat">
              <a:solidFill>
                <a:srgbClr val="3B518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94" name="pg3794"/>
            <p:cNvSpPr/>
            <p:nvPr/>
          </p:nvSpPr>
          <p:spPr>
            <a:xfrm>
              <a:off x="4469086" y="538202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518B">
                <a:alpha val="100000"/>
              </a:srgbClr>
            </a:solidFill>
            <a:ln w="5420" cap="flat">
              <a:solidFill>
                <a:srgbClr val="3B518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95" name="pg3795"/>
            <p:cNvSpPr/>
            <p:nvPr/>
          </p:nvSpPr>
          <p:spPr>
            <a:xfrm>
              <a:off x="4480724" y="538202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518B">
                <a:alpha val="100000"/>
              </a:srgbClr>
            </a:solidFill>
            <a:ln w="5420" cap="flat">
              <a:solidFill>
                <a:srgbClr val="3B518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96" name="pg3796"/>
            <p:cNvSpPr/>
            <p:nvPr/>
          </p:nvSpPr>
          <p:spPr>
            <a:xfrm>
              <a:off x="4492361" y="538202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518B">
                <a:alpha val="100000"/>
              </a:srgbClr>
            </a:solidFill>
            <a:ln w="5420" cap="flat">
              <a:solidFill>
                <a:srgbClr val="3B518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97" name="pg3797"/>
            <p:cNvSpPr/>
            <p:nvPr/>
          </p:nvSpPr>
          <p:spPr>
            <a:xfrm>
              <a:off x="4503998" y="538202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518B">
                <a:alpha val="100000"/>
              </a:srgbClr>
            </a:solidFill>
            <a:ln w="5420" cap="flat">
              <a:solidFill>
                <a:srgbClr val="3B518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98" name="pg3798"/>
            <p:cNvSpPr/>
            <p:nvPr/>
          </p:nvSpPr>
          <p:spPr>
            <a:xfrm>
              <a:off x="4515636" y="538202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518B">
                <a:alpha val="100000"/>
              </a:srgbClr>
            </a:solidFill>
            <a:ln w="5420" cap="flat">
              <a:solidFill>
                <a:srgbClr val="3B518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99" name="pg3799"/>
            <p:cNvSpPr/>
            <p:nvPr/>
          </p:nvSpPr>
          <p:spPr>
            <a:xfrm>
              <a:off x="4527273" y="538202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518B">
                <a:alpha val="100000"/>
              </a:srgbClr>
            </a:solidFill>
            <a:ln w="5420" cap="flat">
              <a:solidFill>
                <a:srgbClr val="3B518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00" name="pg3800"/>
            <p:cNvSpPr/>
            <p:nvPr/>
          </p:nvSpPr>
          <p:spPr>
            <a:xfrm>
              <a:off x="2676938" y="539632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D85">
                <a:alpha val="100000"/>
              </a:srgbClr>
            </a:solidFill>
            <a:ln w="5420" cap="flat">
              <a:solidFill>
                <a:srgbClr val="3C4D8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01" name="pg3801"/>
            <p:cNvSpPr/>
            <p:nvPr/>
          </p:nvSpPr>
          <p:spPr>
            <a:xfrm>
              <a:off x="2688575" y="539632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D85">
                <a:alpha val="100000"/>
              </a:srgbClr>
            </a:solidFill>
            <a:ln w="5420" cap="flat">
              <a:solidFill>
                <a:srgbClr val="3C4D8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02" name="pg3802"/>
            <p:cNvSpPr/>
            <p:nvPr/>
          </p:nvSpPr>
          <p:spPr>
            <a:xfrm>
              <a:off x="2700212" y="539632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D85">
                <a:alpha val="100000"/>
              </a:srgbClr>
            </a:solidFill>
            <a:ln w="5420" cap="flat">
              <a:solidFill>
                <a:srgbClr val="3C4D8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03" name="pg3803"/>
            <p:cNvSpPr/>
            <p:nvPr/>
          </p:nvSpPr>
          <p:spPr>
            <a:xfrm>
              <a:off x="2711850" y="539632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D85">
                <a:alpha val="100000"/>
              </a:srgbClr>
            </a:solidFill>
            <a:ln w="5420" cap="flat">
              <a:solidFill>
                <a:srgbClr val="3C4D8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04" name="pg3804"/>
            <p:cNvSpPr/>
            <p:nvPr/>
          </p:nvSpPr>
          <p:spPr>
            <a:xfrm>
              <a:off x="2723487" y="539632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D85">
                <a:alpha val="100000"/>
              </a:srgbClr>
            </a:solidFill>
            <a:ln w="5420" cap="flat">
              <a:solidFill>
                <a:srgbClr val="3C4D8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05" name="pg3805"/>
            <p:cNvSpPr/>
            <p:nvPr/>
          </p:nvSpPr>
          <p:spPr>
            <a:xfrm>
              <a:off x="4422537" y="539632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518A">
                <a:alpha val="100000"/>
              </a:srgbClr>
            </a:solidFill>
            <a:ln w="5420" cap="flat">
              <a:solidFill>
                <a:srgbClr val="3B518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06" name="pg3806"/>
            <p:cNvSpPr/>
            <p:nvPr/>
          </p:nvSpPr>
          <p:spPr>
            <a:xfrm>
              <a:off x="4434174" y="539632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518A">
                <a:alpha val="100000"/>
              </a:srgbClr>
            </a:solidFill>
            <a:ln w="5420" cap="flat">
              <a:solidFill>
                <a:srgbClr val="3B518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07" name="pg3807"/>
            <p:cNvSpPr/>
            <p:nvPr/>
          </p:nvSpPr>
          <p:spPr>
            <a:xfrm>
              <a:off x="4445812" y="539632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518A">
                <a:alpha val="100000"/>
              </a:srgbClr>
            </a:solidFill>
            <a:ln w="5420" cap="flat">
              <a:solidFill>
                <a:srgbClr val="3B518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08" name="pg3808"/>
            <p:cNvSpPr/>
            <p:nvPr/>
          </p:nvSpPr>
          <p:spPr>
            <a:xfrm>
              <a:off x="4457449" y="539632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518B">
                <a:alpha val="100000"/>
              </a:srgbClr>
            </a:solidFill>
            <a:ln w="5420" cap="flat">
              <a:solidFill>
                <a:srgbClr val="3B518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09" name="pg3809"/>
            <p:cNvSpPr/>
            <p:nvPr/>
          </p:nvSpPr>
          <p:spPr>
            <a:xfrm>
              <a:off x="4469086" y="539632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518B">
                <a:alpha val="100000"/>
              </a:srgbClr>
            </a:solidFill>
            <a:ln w="5420" cap="flat">
              <a:solidFill>
                <a:srgbClr val="3B518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10" name="pg3810"/>
            <p:cNvSpPr/>
            <p:nvPr/>
          </p:nvSpPr>
          <p:spPr>
            <a:xfrm>
              <a:off x="4480724" y="539632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518B">
                <a:alpha val="100000"/>
              </a:srgbClr>
            </a:solidFill>
            <a:ln w="5420" cap="flat">
              <a:solidFill>
                <a:srgbClr val="3B518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11" name="pg3811"/>
            <p:cNvSpPr/>
            <p:nvPr/>
          </p:nvSpPr>
          <p:spPr>
            <a:xfrm>
              <a:off x="4492361" y="539632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518B">
                <a:alpha val="100000"/>
              </a:srgbClr>
            </a:solidFill>
            <a:ln w="5420" cap="flat">
              <a:solidFill>
                <a:srgbClr val="3B518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12" name="pg3812"/>
            <p:cNvSpPr/>
            <p:nvPr/>
          </p:nvSpPr>
          <p:spPr>
            <a:xfrm>
              <a:off x="4503998" y="539632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518B">
                <a:alpha val="100000"/>
              </a:srgbClr>
            </a:solidFill>
            <a:ln w="5420" cap="flat">
              <a:solidFill>
                <a:srgbClr val="3B518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13" name="pg3813"/>
            <p:cNvSpPr/>
            <p:nvPr/>
          </p:nvSpPr>
          <p:spPr>
            <a:xfrm>
              <a:off x="4515636" y="539632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518B">
                <a:alpha val="100000"/>
              </a:srgbClr>
            </a:solidFill>
            <a:ln w="5420" cap="flat">
              <a:solidFill>
                <a:srgbClr val="3B518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14" name="pg3814"/>
            <p:cNvSpPr/>
            <p:nvPr/>
          </p:nvSpPr>
          <p:spPr>
            <a:xfrm>
              <a:off x="2676938" y="541062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D85">
                <a:alpha val="100000"/>
              </a:srgbClr>
            </a:solidFill>
            <a:ln w="5420" cap="flat">
              <a:solidFill>
                <a:srgbClr val="3C4D8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15" name="pg3815"/>
            <p:cNvSpPr/>
            <p:nvPr/>
          </p:nvSpPr>
          <p:spPr>
            <a:xfrm>
              <a:off x="2688575" y="541062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D85">
                <a:alpha val="100000"/>
              </a:srgbClr>
            </a:solidFill>
            <a:ln w="5420" cap="flat">
              <a:solidFill>
                <a:srgbClr val="3C4D8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16" name="pg3816"/>
            <p:cNvSpPr/>
            <p:nvPr/>
          </p:nvSpPr>
          <p:spPr>
            <a:xfrm>
              <a:off x="2700212" y="541062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D85">
                <a:alpha val="100000"/>
              </a:srgbClr>
            </a:solidFill>
            <a:ln w="5420" cap="flat">
              <a:solidFill>
                <a:srgbClr val="3C4D8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17" name="pg3817"/>
            <p:cNvSpPr/>
            <p:nvPr/>
          </p:nvSpPr>
          <p:spPr>
            <a:xfrm>
              <a:off x="2711850" y="541062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D85">
                <a:alpha val="100000"/>
              </a:srgbClr>
            </a:solidFill>
            <a:ln w="5420" cap="flat">
              <a:solidFill>
                <a:srgbClr val="3C4D8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18" name="pg3818"/>
            <p:cNvSpPr/>
            <p:nvPr/>
          </p:nvSpPr>
          <p:spPr>
            <a:xfrm>
              <a:off x="2723487" y="541062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D85">
                <a:alpha val="100000"/>
              </a:srgbClr>
            </a:solidFill>
            <a:ln w="5420" cap="flat">
              <a:solidFill>
                <a:srgbClr val="3C4D8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19" name="pg3819"/>
            <p:cNvSpPr/>
            <p:nvPr/>
          </p:nvSpPr>
          <p:spPr>
            <a:xfrm>
              <a:off x="4434174" y="541062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518A">
                <a:alpha val="100000"/>
              </a:srgbClr>
            </a:solidFill>
            <a:ln w="5420" cap="flat">
              <a:solidFill>
                <a:srgbClr val="3B518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20" name="pg3820"/>
            <p:cNvSpPr/>
            <p:nvPr/>
          </p:nvSpPr>
          <p:spPr>
            <a:xfrm>
              <a:off x="4445812" y="541062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518B">
                <a:alpha val="100000"/>
              </a:srgbClr>
            </a:solidFill>
            <a:ln w="5420" cap="flat">
              <a:solidFill>
                <a:srgbClr val="3B518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21" name="pg3821"/>
            <p:cNvSpPr/>
            <p:nvPr/>
          </p:nvSpPr>
          <p:spPr>
            <a:xfrm>
              <a:off x="4457449" y="541062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518B">
                <a:alpha val="100000"/>
              </a:srgbClr>
            </a:solidFill>
            <a:ln w="5420" cap="flat">
              <a:solidFill>
                <a:srgbClr val="3B518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22" name="pg3822"/>
            <p:cNvSpPr/>
            <p:nvPr/>
          </p:nvSpPr>
          <p:spPr>
            <a:xfrm>
              <a:off x="4469086" y="541062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518B">
                <a:alpha val="100000"/>
              </a:srgbClr>
            </a:solidFill>
            <a:ln w="5420" cap="flat">
              <a:solidFill>
                <a:srgbClr val="3B518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23" name="pg3823"/>
            <p:cNvSpPr/>
            <p:nvPr/>
          </p:nvSpPr>
          <p:spPr>
            <a:xfrm>
              <a:off x="4480724" y="541062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518B">
                <a:alpha val="100000"/>
              </a:srgbClr>
            </a:solidFill>
            <a:ln w="5420" cap="flat">
              <a:solidFill>
                <a:srgbClr val="3B518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24" name="pg3824"/>
            <p:cNvSpPr/>
            <p:nvPr/>
          </p:nvSpPr>
          <p:spPr>
            <a:xfrm>
              <a:off x="2676938" y="542492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D85">
                <a:alpha val="100000"/>
              </a:srgbClr>
            </a:solidFill>
            <a:ln w="5420" cap="flat">
              <a:solidFill>
                <a:srgbClr val="3C4D8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25" name="pg3825"/>
            <p:cNvSpPr/>
            <p:nvPr/>
          </p:nvSpPr>
          <p:spPr>
            <a:xfrm>
              <a:off x="2688575" y="542492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D85">
                <a:alpha val="100000"/>
              </a:srgbClr>
            </a:solidFill>
            <a:ln w="5420" cap="flat">
              <a:solidFill>
                <a:srgbClr val="3C4D8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26" name="pg3826"/>
            <p:cNvSpPr/>
            <p:nvPr/>
          </p:nvSpPr>
          <p:spPr>
            <a:xfrm>
              <a:off x="2700212" y="542492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D85">
                <a:alpha val="100000"/>
              </a:srgbClr>
            </a:solidFill>
            <a:ln w="5420" cap="flat">
              <a:solidFill>
                <a:srgbClr val="3C4D8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27" name="pg3827"/>
            <p:cNvSpPr/>
            <p:nvPr/>
          </p:nvSpPr>
          <p:spPr>
            <a:xfrm>
              <a:off x="2711850" y="542492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D85">
                <a:alpha val="100000"/>
              </a:srgbClr>
            </a:solidFill>
            <a:ln w="5420" cap="flat">
              <a:solidFill>
                <a:srgbClr val="3C4D8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28" name="pg3828"/>
            <p:cNvSpPr/>
            <p:nvPr/>
          </p:nvSpPr>
          <p:spPr>
            <a:xfrm>
              <a:off x="2723487" y="542492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D85">
                <a:alpha val="100000"/>
              </a:srgbClr>
            </a:solidFill>
            <a:ln w="5420" cap="flat">
              <a:solidFill>
                <a:srgbClr val="3C4D8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29" name="pg3829"/>
            <p:cNvSpPr/>
            <p:nvPr/>
          </p:nvSpPr>
          <p:spPr>
            <a:xfrm>
              <a:off x="2676938" y="543922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D85">
                <a:alpha val="100000"/>
              </a:srgbClr>
            </a:solidFill>
            <a:ln w="5420" cap="flat">
              <a:solidFill>
                <a:srgbClr val="3C4D8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30" name="pg3830"/>
            <p:cNvSpPr/>
            <p:nvPr/>
          </p:nvSpPr>
          <p:spPr>
            <a:xfrm>
              <a:off x="2688575" y="543922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D85">
                <a:alpha val="100000"/>
              </a:srgbClr>
            </a:solidFill>
            <a:ln w="5420" cap="flat">
              <a:solidFill>
                <a:srgbClr val="3C4D8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31" name="pg3831"/>
            <p:cNvSpPr/>
            <p:nvPr/>
          </p:nvSpPr>
          <p:spPr>
            <a:xfrm>
              <a:off x="2700212" y="543922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D85">
                <a:alpha val="100000"/>
              </a:srgbClr>
            </a:solidFill>
            <a:ln w="5420" cap="flat">
              <a:solidFill>
                <a:srgbClr val="3C4D8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32" name="pg3832"/>
            <p:cNvSpPr/>
            <p:nvPr/>
          </p:nvSpPr>
          <p:spPr>
            <a:xfrm>
              <a:off x="2711850" y="543922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D85">
                <a:alpha val="100000"/>
              </a:srgbClr>
            </a:solidFill>
            <a:ln w="5420" cap="flat">
              <a:solidFill>
                <a:srgbClr val="3C4D8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33" name="pg3833"/>
            <p:cNvSpPr/>
            <p:nvPr/>
          </p:nvSpPr>
          <p:spPr>
            <a:xfrm>
              <a:off x="2665300" y="545352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D85">
                <a:alpha val="100000"/>
              </a:srgbClr>
            </a:solidFill>
            <a:ln w="5420" cap="flat">
              <a:solidFill>
                <a:srgbClr val="3C4D8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34" name="pg3834"/>
            <p:cNvSpPr/>
            <p:nvPr/>
          </p:nvSpPr>
          <p:spPr>
            <a:xfrm>
              <a:off x="2676938" y="545352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D85">
                <a:alpha val="100000"/>
              </a:srgbClr>
            </a:solidFill>
            <a:ln w="5420" cap="flat">
              <a:solidFill>
                <a:srgbClr val="3C4D8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35" name="pg3835"/>
            <p:cNvSpPr/>
            <p:nvPr/>
          </p:nvSpPr>
          <p:spPr>
            <a:xfrm>
              <a:off x="2688575" y="545352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D85">
                <a:alpha val="100000"/>
              </a:srgbClr>
            </a:solidFill>
            <a:ln w="5420" cap="flat">
              <a:solidFill>
                <a:srgbClr val="3C4D8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36" name="pg3836"/>
            <p:cNvSpPr/>
            <p:nvPr/>
          </p:nvSpPr>
          <p:spPr>
            <a:xfrm>
              <a:off x="2700212" y="545352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D85">
                <a:alpha val="100000"/>
              </a:srgbClr>
            </a:solidFill>
            <a:ln w="5420" cap="flat">
              <a:solidFill>
                <a:srgbClr val="3C4D8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37" name="pg3837"/>
            <p:cNvSpPr/>
            <p:nvPr/>
          </p:nvSpPr>
          <p:spPr>
            <a:xfrm>
              <a:off x="2711850" y="545352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D85">
                <a:alpha val="100000"/>
              </a:srgbClr>
            </a:solidFill>
            <a:ln w="5420" cap="flat">
              <a:solidFill>
                <a:srgbClr val="3C4D8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38" name="pg3838"/>
            <p:cNvSpPr/>
            <p:nvPr/>
          </p:nvSpPr>
          <p:spPr>
            <a:xfrm>
              <a:off x="2665300" y="546782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4D85">
                <a:alpha val="100000"/>
              </a:srgbClr>
            </a:solidFill>
            <a:ln w="5420" cap="flat">
              <a:solidFill>
                <a:srgbClr val="3B4D8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39" name="pg3839"/>
            <p:cNvSpPr/>
            <p:nvPr/>
          </p:nvSpPr>
          <p:spPr>
            <a:xfrm>
              <a:off x="2676938" y="546782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4D85">
                <a:alpha val="100000"/>
              </a:srgbClr>
            </a:solidFill>
            <a:ln w="5420" cap="flat">
              <a:solidFill>
                <a:srgbClr val="3B4D8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40" name="pg3840"/>
            <p:cNvSpPr/>
            <p:nvPr/>
          </p:nvSpPr>
          <p:spPr>
            <a:xfrm>
              <a:off x="2688575" y="546782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4D85">
                <a:alpha val="100000"/>
              </a:srgbClr>
            </a:solidFill>
            <a:ln w="5420" cap="flat">
              <a:solidFill>
                <a:srgbClr val="3B4D8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41" name="pg3841"/>
            <p:cNvSpPr/>
            <p:nvPr/>
          </p:nvSpPr>
          <p:spPr>
            <a:xfrm>
              <a:off x="2700212" y="546782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4D85">
                <a:alpha val="100000"/>
              </a:srgbClr>
            </a:solidFill>
            <a:ln w="5420" cap="flat">
              <a:solidFill>
                <a:srgbClr val="3B4D8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42" name="pg3842"/>
            <p:cNvSpPr/>
            <p:nvPr/>
          </p:nvSpPr>
          <p:spPr>
            <a:xfrm>
              <a:off x="2711850" y="546782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4D85">
                <a:alpha val="100000"/>
              </a:srgbClr>
            </a:solidFill>
            <a:ln w="5420" cap="flat">
              <a:solidFill>
                <a:srgbClr val="3B4D8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43" name="pg3843"/>
            <p:cNvSpPr/>
            <p:nvPr/>
          </p:nvSpPr>
          <p:spPr>
            <a:xfrm>
              <a:off x="2665300" y="548212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4D86">
                <a:alpha val="100000"/>
              </a:srgbClr>
            </a:solidFill>
            <a:ln w="5420" cap="flat">
              <a:solidFill>
                <a:srgbClr val="3B4D8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44" name="pg3844"/>
            <p:cNvSpPr/>
            <p:nvPr/>
          </p:nvSpPr>
          <p:spPr>
            <a:xfrm>
              <a:off x="2676938" y="548212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4D86">
                <a:alpha val="100000"/>
              </a:srgbClr>
            </a:solidFill>
            <a:ln w="5420" cap="flat">
              <a:solidFill>
                <a:srgbClr val="3B4D8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45" name="pg3845"/>
            <p:cNvSpPr/>
            <p:nvPr/>
          </p:nvSpPr>
          <p:spPr>
            <a:xfrm>
              <a:off x="2688575" y="548212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4D86">
                <a:alpha val="100000"/>
              </a:srgbClr>
            </a:solidFill>
            <a:ln w="5420" cap="flat">
              <a:solidFill>
                <a:srgbClr val="3B4D8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46" name="pg3846"/>
            <p:cNvSpPr/>
            <p:nvPr/>
          </p:nvSpPr>
          <p:spPr>
            <a:xfrm>
              <a:off x="2700212" y="548212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4D86">
                <a:alpha val="100000"/>
              </a:srgbClr>
            </a:solidFill>
            <a:ln w="5420" cap="flat">
              <a:solidFill>
                <a:srgbClr val="3B4D8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47" name="pg3847"/>
            <p:cNvSpPr/>
            <p:nvPr/>
          </p:nvSpPr>
          <p:spPr>
            <a:xfrm>
              <a:off x="2711850" y="548212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4D85">
                <a:alpha val="100000"/>
              </a:srgbClr>
            </a:solidFill>
            <a:ln w="5420" cap="flat">
              <a:solidFill>
                <a:srgbClr val="3B4D8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48" name="pg3848"/>
            <p:cNvSpPr/>
            <p:nvPr/>
          </p:nvSpPr>
          <p:spPr>
            <a:xfrm>
              <a:off x="2665300" y="549642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4D86">
                <a:alpha val="100000"/>
              </a:srgbClr>
            </a:solidFill>
            <a:ln w="5420" cap="flat">
              <a:solidFill>
                <a:srgbClr val="3B4D8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49" name="pg3849"/>
            <p:cNvSpPr/>
            <p:nvPr/>
          </p:nvSpPr>
          <p:spPr>
            <a:xfrm>
              <a:off x="2676938" y="549642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4D86">
                <a:alpha val="100000"/>
              </a:srgbClr>
            </a:solidFill>
            <a:ln w="5420" cap="flat">
              <a:solidFill>
                <a:srgbClr val="3B4D8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50" name="pg3850"/>
            <p:cNvSpPr/>
            <p:nvPr/>
          </p:nvSpPr>
          <p:spPr>
            <a:xfrm>
              <a:off x="2688575" y="549642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4D86">
                <a:alpha val="100000"/>
              </a:srgbClr>
            </a:solidFill>
            <a:ln w="5420" cap="flat">
              <a:solidFill>
                <a:srgbClr val="3B4D8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51" name="pg3851"/>
            <p:cNvSpPr/>
            <p:nvPr/>
          </p:nvSpPr>
          <p:spPr>
            <a:xfrm>
              <a:off x="2700212" y="549642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4D86">
                <a:alpha val="100000"/>
              </a:srgbClr>
            </a:solidFill>
            <a:ln w="5420" cap="flat">
              <a:solidFill>
                <a:srgbClr val="3B4D8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52" name="pg3852"/>
            <p:cNvSpPr/>
            <p:nvPr/>
          </p:nvSpPr>
          <p:spPr>
            <a:xfrm>
              <a:off x="2665300" y="551072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4D86">
                <a:alpha val="100000"/>
              </a:srgbClr>
            </a:solidFill>
            <a:ln w="5420" cap="flat">
              <a:solidFill>
                <a:srgbClr val="3B4D8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53" name="pg3853"/>
            <p:cNvSpPr/>
            <p:nvPr/>
          </p:nvSpPr>
          <p:spPr>
            <a:xfrm>
              <a:off x="2676938" y="551072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4D86">
                <a:alpha val="100000"/>
              </a:srgbClr>
            </a:solidFill>
            <a:ln w="5420" cap="flat">
              <a:solidFill>
                <a:srgbClr val="3B4D8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54" name="pg3854"/>
            <p:cNvSpPr/>
            <p:nvPr/>
          </p:nvSpPr>
          <p:spPr>
            <a:xfrm>
              <a:off x="2688575" y="551072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4D86">
                <a:alpha val="100000"/>
              </a:srgbClr>
            </a:solidFill>
            <a:ln w="5420" cap="flat">
              <a:solidFill>
                <a:srgbClr val="3B4D8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55" name="pg3855"/>
            <p:cNvSpPr/>
            <p:nvPr/>
          </p:nvSpPr>
          <p:spPr>
            <a:xfrm>
              <a:off x="2700212" y="551072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4D86">
                <a:alpha val="100000"/>
              </a:srgbClr>
            </a:solidFill>
            <a:ln w="5420" cap="flat">
              <a:solidFill>
                <a:srgbClr val="3B4D8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56" name="pg3856"/>
            <p:cNvSpPr/>
            <p:nvPr/>
          </p:nvSpPr>
          <p:spPr>
            <a:xfrm>
              <a:off x="2665300" y="552502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4E86">
                <a:alpha val="100000"/>
              </a:srgbClr>
            </a:solidFill>
            <a:ln w="5420" cap="flat">
              <a:solidFill>
                <a:srgbClr val="3B4E8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57" name="pg3857"/>
            <p:cNvSpPr/>
            <p:nvPr/>
          </p:nvSpPr>
          <p:spPr>
            <a:xfrm>
              <a:off x="2676938" y="552502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4E86">
                <a:alpha val="100000"/>
              </a:srgbClr>
            </a:solidFill>
            <a:ln w="5420" cap="flat">
              <a:solidFill>
                <a:srgbClr val="3B4E8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58" name="pg3858"/>
            <p:cNvSpPr/>
            <p:nvPr/>
          </p:nvSpPr>
          <p:spPr>
            <a:xfrm>
              <a:off x="2688575" y="552502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4E86">
                <a:alpha val="100000"/>
              </a:srgbClr>
            </a:solidFill>
            <a:ln w="5420" cap="flat">
              <a:solidFill>
                <a:srgbClr val="3B4E8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59" name="pg3859"/>
            <p:cNvSpPr/>
            <p:nvPr/>
          </p:nvSpPr>
          <p:spPr>
            <a:xfrm>
              <a:off x="2700212" y="552502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4E86">
                <a:alpha val="100000"/>
              </a:srgbClr>
            </a:solidFill>
            <a:ln w="5420" cap="flat">
              <a:solidFill>
                <a:srgbClr val="3B4E8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60" name="pg3860"/>
            <p:cNvSpPr/>
            <p:nvPr/>
          </p:nvSpPr>
          <p:spPr>
            <a:xfrm>
              <a:off x="2665300" y="553933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4E86">
                <a:alpha val="100000"/>
              </a:srgbClr>
            </a:solidFill>
            <a:ln w="5420" cap="flat">
              <a:solidFill>
                <a:srgbClr val="3B4E8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61" name="pg3861"/>
            <p:cNvSpPr/>
            <p:nvPr/>
          </p:nvSpPr>
          <p:spPr>
            <a:xfrm>
              <a:off x="2676938" y="553933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4E86">
                <a:alpha val="100000"/>
              </a:srgbClr>
            </a:solidFill>
            <a:ln w="5420" cap="flat">
              <a:solidFill>
                <a:srgbClr val="3B4E8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62" name="pg3862"/>
            <p:cNvSpPr/>
            <p:nvPr/>
          </p:nvSpPr>
          <p:spPr>
            <a:xfrm>
              <a:off x="2688575" y="553933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4E86">
                <a:alpha val="100000"/>
              </a:srgbClr>
            </a:solidFill>
            <a:ln w="5420" cap="flat">
              <a:solidFill>
                <a:srgbClr val="3B4E8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63" name="pg3863"/>
            <p:cNvSpPr/>
            <p:nvPr/>
          </p:nvSpPr>
          <p:spPr>
            <a:xfrm>
              <a:off x="2700212" y="553933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4E86">
                <a:alpha val="100000"/>
              </a:srgbClr>
            </a:solidFill>
            <a:ln w="5420" cap="flat">
              <a:solidFill>
                <a:srgbClr val="3B4E8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64" name="pg3864"/>
            <p:cNvSpPr/>
            <p:nvPr/>
          </p:nvSpPr>
          <p:spPr>
            <a:xfrm>
              <a:off x="2665300" y="555363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4E86">
                <a:alpha val="100000"/>
              </a:srgbClr>
            </a:solidFill>
            <a:ln w="5420" cap="flat">
              <a:solidFill>
                <a:srgbClr val="3B4E8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65" name="pg3865"/>
            <p:cNvSpPr/>
            <p:nvPr/>
          </p:nvSpPr>
          <p:spPr>
            <a:xfrm>
              <a:off x="2676938" y="555363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4E86">
                <a:alpha val="100000"/>
              </a:srgbClr>
            </a:solidFill>
            <a:ln w="5420" cap="flat">
              <a:solidFill>
                <a:srgbClr val="3B4E8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66" name="pg3866"/>
            <p:cNvSpPr/>
            <p:nvPr/>
          </p:nvSpPr>
          <p:spPr>
            <a:xfrm>
              <a:off x="2688575" y="555363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4E86">
                <a:alpha val="100000"/>
              </a:srgbClr>
            </a:solidFill>
            <a:ln w="5420" cap="flat">
              <a:solidFill>
                <a:srgbClr val="3B4E8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67" name="pg3867"/>
            <p:cNvSpPr/>
            <p:nvPr/>
          </p:nvSpPr>
          <p:spPr>
            <a:xfrm>
              <a:off x="2232276" y="2540116"/>
              <a:ext cx="3705599" cy="2850404"/>
            </a:xfrm>
            <a:custGeom>
              <a:avLst/>
              <a:pathLst>
                <a:path w="3705599" h="2850404">
                  <a:moveTo>
                    <a:pt x="2893187" y="266106"/>
                  </a:moveTo>
                  <a:lnTo>
                    <a:pt x="2917831" y="266068"/>
                  </a:lnTo>
                  <a:lnTo>
                    <a:pt x="2961871" y="266005"/>
                  </a:lnTo>
                  <a:lnTo>
                    <a:pt x="3005910" y="265941"/>
                  </a:lnTo>
                  <a:lnTo>
                    <a:pt x="3049950" y="265884"/>
                  </a:lnTo>
                  <a:lnTo>
                    <a:pt x="3093989" y="265820"/>
                  </a:lnTo>
                  <a:lnTo>
                    <a:pt x="3138033" y="265757"/>
                  </a:lnTo>
                  <a:lnTo>
                    <a:pt x="3182073" y="265693"/>
                  </a:lnTo>
                  <a:lnTo>
                    <a:pt x="3226112" y="265630"/>
                  </a:lnTo>
                  <a:lnTo>
                    <a:pt x="3236535" y="240559"/>
                  </a:lnTo>
                  <a:lnTo>
                    <a:pt x="3246246" y="228887"/>
                  </a:lnTo>
                  <a:lnTo>
                    <a:pt x="3259547" y="232754"/>
                  </a:lnTo>
                  <a:lnTo>
                    <a:pt x="3266632" y="232430"/>
                  </a:lnTo>
                  <a:lnTo>
                    <a:pt x="3274508" y="226410"/>
                  </a:lnTo>
                  <a:lnTo>
                    <a:pt x="3280895" y="222752"/>
                  </a:lnTo>
                  <a:lnTo>
                    <a:pt x="3285102" y="223292"/>
                  </a:lnTo>
                  <a:lnTo>
                    <a:pt x="3288693" y="228804"/>
                  </a:lnTo>
                  <a:lnTo>
                    <a:pt x="3291680" y="232481"/>
                  </a:lnTo>
                  <a:lnTo>
                    <a:pt x="3295168" y="231408"/>
                  </a:lnTo>
                  <a:lnTo>
                    <a:pt x="3298155" y="226207"/>
                  </a:lnTo>
                  <a:lnTo>
                    <a:pt x="3298052" y="218993"/>
                  </a:lnTo>
                  <a:lnTo>
                    <a:pt x="3302140" y="213970"/>
                  </a:lnTo>
                  <a:lnTo>
                    <a:pt x="3306992" y="213201"/>
                  </a:lnTo>
                  <a:lnTo>
                    <a:pt x="3311478" y="213360"/>
                  </a:lnTo>
                  <a:lnTo>
                    <a:pt x="3313715" y="210909"/>
                  </a:lnTo>
                  <a:lnTo>
                    <a:pt x="3313467" y="207391"/>
                  </a:lnTo>
                  <a:lnTo>
                    <a:pt x="3311850" y="201726"/>
                  </a:lnTo>
                  <a:lnTo>
                    <a:pt x="3312398" y="194906"/>
                  </a:lnTo>
                  <a:lnTo>
                    <a:pt x="3323601" y="182859"/>
                  </a:lnTo>
                  <a:lnTo>
                    <a:pt x="3337337" y="174686"/>
                  </a:lnTo>
                  <a:lnTo>
                    <a:pt x="3342153" y="170603"/>
                  </a:lnTo>
                  <a:lnTo>
                    <a:pt x="3343554" y="162322"/>
                  </a:lnTo>
                  <a:lnTo>
                    <a:pt x="3351429" y="153717"/>
                  </a:lnTo>
                  <a:lnTo>
                    <a:pt x="3355367" y="148770"/>
                  </a:lnTo>
                  <a:lnTo>
                    <a:pt x="3356328" y="144471"/>
                  </a:lnTo>
                  <a:lnTo>
                    <a:pt x="3354287" y="139181"/>
                  </a:lnTo>
                  <a:lnTo>
                    <a:pt x="3354494" y="129097"/>
                  </a:lnTo>
                  <a:lnTo>
                    <a:pt x="3357202" y="117050"/>
                  </a:lnTo>
                  <a:lnTo>
                    <a:pt x="3360442" y="103930"/>
                  </a:lnTo>
                  <a:lnTo>
                    <a:pt x="3367703" y="92099"/>
                  </a:lnTo>
                  <a:lnTo>
                    <a:pt x="3379609" y="79195"/>
                  </a:lnTo>
                  <a:lnTo>
                    <a:pt x="3382673" y="62240"/>
                  </a:lnTo>
                  <a:lnTo>
                    <a:pt x="3385903" y="44357"/>
                  </a:lnTo>
                  <a:lnTo>
                    <a:pt x="3400295" y="26932"/>
                  </a:lnTo>
                  <a:lnTo>
                    <a:pt x="3416615" y="7169"/>
                  </a:lnTo>
                  <a:lnTo>
                    <a:pt x="3422535" y="0"/>
                  </a:lnTo>
                  <a:lnTo>
                    <a:pt x="3618932" y="0"/>
                  </a:lnTo>
                  <a:lnTo>
                    <a:pt x="3619257" y="14859"/>
                  </a:lnTo>
                  <a:lnTo>
                    <a:pt x="3619521" y="35130"/>
                  </a:lnTo>
                  <a:lnTo>
                    <a:pt x="3619800" y="56493"/>
                  </a:lnTo>
                  <a:lnTo>
                    <a:pt x="3620001" y="71740"/>
                  </a:lnTo>
                  <a:lnTo>
                    <a:pt x="3620347" y="92677"/>
                  </a:lnTo>
                  <a:lnTo>
                    <a:pt x="3620621" y="109334"/>
                  </a:lnTo>
                  <a:lnTo>
                    <a:pt x="3620988" y="131078"/>
                  </a:lnTo>
                  <a:lnTo>
                    <a:pt x="3621179" y="142699"/>
                  </a:lnTo>
                  <a:lnTo>
                    <a:pt x="3623045" y="146052"/>
                  </a:lnTo>
                  <a:lnTo>
                    <a:pt x="3621924" y="150631"/>
                  </a:lnTo>
                  <a:lnTo>
                    <a:pt x="3621433" y="152923"/>
                  </a:lnTo>
                  <a:lnTo>
                    <a:pt x="3621552" y="154746"/>
                  </a:lnTo>
                  <a:lnTo>
                    <a:pt x="3622296" y="157038"/>
                  </a:lnTo>
                  <a:lnTo>
                    <a:pt x="3622172" y="160245"/>
                  </a:lnTo>
                  <a:lnTo>
                    <a:pt x="3620435" y="163147"/>
                  </a:lnTo>
                  <a:lnTo>
                    <a:pt x="3619567" y="166500"/>
                  </a:lnTo>
                  <a:lnTo>
                    <a:pt x="3619319" y="171993"/>
                  </a:lnTo>
                  <a:lnTo>
                    <a:pt x="3621179" y="175353"/>
                  </a:lnTo>
                  <a:lnTo>
                    <a:pt x="3624285" y="177334"/>
                  </a:lnTo>
                  <a:lnTo>
                    <a:pt x="3626895" y="177334"/>
                  </a:lnTo>
                  <a:lnTo>
                    <a:pt x="3630249" y="179322"/>
                  </a:lnTo>
                  <a:lnTo>
                    <a:pt x="3634595" y="182834"/>
                  </a:lnTo>
                  <a:lnTo>
                    <a:pt x="3641173" y="185882"/>
                  </a:lnTo>
                  <a:lnTo>
                    <a:pt x="3648005" y="186949"/>
                  </a:lnTo>
                  <a:lnTo>
                    <a:pt x="3652723" y="186187"/>
                  </a:lnTo>
                  <a:lnTo>
                    <a:pt x="3658434" y="188174"/>
                  </a:lnTo>
                  <a:lnTo>
                    <a:pt x="3660423" y="193058"/>
                  </a:lnTo>
                  <a:lnTo>
                    <a:pt x="3659307" y="197630"/>
                  </a:lnTo>
                  <a:lnTo>
                    <a:pt x="3656077" y="199770"/>
                  </a:lnTo>
                  <a:lnTo>
                    <a:pt x="3652599" y="201453"/>
                  </a:lnTo>
                  <a:lnTo>
                    <a:pt x="3651979" y="204958"/>
                  </a:lnTo>
                  <a:lnTo>
                    <a:pt x="3653715" y="208623"/>
                  </a:lnTo>
                  <a:lnTo>
                    <a:pt x="3656201" y="211829"/>
                  </a:lnTo>
                  <a:lnTo>
                    <a:pt x="3658935" y="217462"/>
                  </a:lnTo>
                  <a:lnTo>
                    <a:pt x="3657813" y="222346"/>
                  </a:lnTo>
                  <a:lnTo>
                    <a:pt x="3655333" y="226467"/>
                  </a:lnTo>
                  <a:lnTo>
                    <a:pt x="3654212" y="230735"/>
                  </a:lnTo>
                  <a:lnTo>
                    <a:pt x="3656325" y="234405"/>
                  </a:lnTo>
                  <a:lnTo>
                    <a:pt x="3661912" y="239282"/>
                  </a:lnTo>
                  <a:lnTo>
                    <a:pt x="3665389" y="244013"/>
                  </a:lnTo>
                  <a:lnTo>
                    <a:pt x="3670857" y="246611"/>
                  </a:lnTo>
                  <a:lnTo>
                    <a:pt x="3673461" y="244775"/>
                  </a:lnTo>
                  <a:lnTo>
                    <a:pt x="3675575" y="242330"/>
                  </a:lnTo>
                  <a:lnTo>
                    <a:pt x="3677807" y="240501"/>
                  </a:lnTo>
                  <a:lnTo>
                    <a:pt x="3681657" y="241575"/>
                  </a:lnTo>
                  <a:lnTo>
                    <a:pt x="3686127" y="242946"/>
                  </a:lnTo>
                  <a:lnTo>
                    <a:pt x="3691011" y="244578"/>
                  </a:lnTo>
                  <a:lnTo>
                    <a:pt x="3690427" y="248535"/>
                  </a:lnTo>
                  <a:lnTo>
                    <a:pt x="3693404" y="255203"/>
                  </a:lnTo>
                  <a:lnTo>
                    <a:pt x="3695708" y="268024"/>
                  </a:lnTo>
                  <a:lnTo>
                    <a:pt x="3692169" y="273847"/>
                  </a:lnTo>
                  <a:lnTo>
                    <a:pt x="3692928" y="281563"/>
                  </a:lnTo>
                  <a:lnTo>
                    <a:pt x="3702742" y="283811"/>
                  </a:lnTo>
                  <a:lnTo>
                    <a:pt x="3705129" y="286173"/>
                  </a:lnTo>
                  <a:lnTo>
                    <a:pt x="3705599" y="289025"/>
                  </a:lnTo>
                  <a:lnTo>
                    <a:pt x="3683983" y="308806"/>
                  </a:lnTo>
                  <a:lnTo>
                    <a:pt x="3665694" y="306037"/>
                  </a:lnTo>
                  <a:lnTo>
                    <a:pt x="3655772" y="311283"/>
                  </a:lnTo>
                  <a:lnTo>
                    <a:pt x="3645380" y="312813"/>
                  </a:lnTo>
                  <a:lnTo>
                    <a:pt x="3640822" y="321653"/>
                  </a:lnTo>
                  <a:lnTo>
                    <a:pt x="3635117" y="323526"/>
                  </a:lnTo>
                  <a:lnTo>
                    <a:pt x="3627303" y="322993"/>
                  </a:lnTo>
                  <a:lnTo>
                    <a:pt x="3620565" y="320497"/>
                  </a:lnTo>
                  <a:lnTo>
                    <a:pt x="3615423" y="321723"/>
                  </a:lnTo>
                  <a:lnTo>
                    <a:pt x="3608229" y="337675"/>
                  </a:lnTo>
                  <a:lnTo>
                    <a:pt x="3602338" y="336284"/>
                  </a:lnTo>
                  <a:lnTo>
                    <a:pt x="3599992" y="342025"/>
                  </a:lnTo>
                  <a:lnTo>
                    <a:pt x="3596912" y="344534"/>
                  </a:lnTo>
                  <a:lnTo>
                    <a:pt x="3592395" y="346686"/>
                  </a:lnTo>
                  <a:lnTo>
                    <a:pt x="3588473" y="339599"/>
                  </a:lnTo>
                  <a:lnTo>
                    <a:pt x="3585977" y="332862"/>
                  </a:lnTo>
                  <a:lnTo>
                    <a:pt x="3582298" y="331382"/>
                  </a:lnTo>
                  <a:lnTo>
                    <a:pt x="3577409" y="329661"/>
                  </a:lnTo>
                  <a:lnTo>
                    <a:pt x="3572381" y="329718"/>
                  </a:lnTo>
                  <a:lnTo>
                    <a:pt x="3569027" y="330683"/>
                  </a:lnTo>
                  <a:lnTo>
                    <a:pt x="3564867" y="335040"/>
                  </a:lnTo>
                  <a:lnTo>
                    <a:pt x="3558836" y="338780"/>
                  </a:lnTo>
                  <a:lnTo>
                    <a:pt x="3554273" y="335662"/>
                  </a:lnTo>
                  <a:lnTo>
                    <a:pt x="3550702" y="330652"/>
                  </a:lnTo>
                  <a:lnTo>
                    <a:pt x="3547648" y="338710"/>
                  </a:lnTo>
                  <a:lnTo>
                    <a:pt x="3543204" y="347220"/>
                  </a:lnTo>
                  <a:lnTo>
                    <a:pt x="3543943" y="357145"/>
                  </a:lnTo>
                  <a:lnTo>
                    <a:pt x="3542031" y="363032"/>
                  </a:lnTo>
                  <a:lnTo>
                    <a:pt x="3537814" y="361445"/>
                  </a:lnTo>
                  <a:lnTo>
                    <a:pt x="3533618" y="356282"/>
                  </a:lnTo>
                  <a:lnTo>
                    <a:pt x="3521840" y="352154"/>
                  </a:lnTo>
                  <a:lnTo>
                    <a:pt x="3512461" y="352535"/>
                  </a:lnTo>
                  <a:lnTo>
                    <a:pt x="3514368" y="347023"/>
                  </a:lnTo>
                  <a:lnTo>
                    <a:pt x="3523236" y="339110"/>
                  </a:lnTo>
                  <a:lnTo>
                    <a:pt x="3520507" y="337561"/>
                  </a:lnTo>
                  <a:lnTo>
                    <a:pt x="3516156" y="338659"/>
                  </a:lnTo>
                  <a:lnTo>
                    <a:pt x="3514259" y="337561"/>
                  </a:lnTo>
                  <a:lnTo>
                    <a:pt x="3517370" y="330372"/>
                  </a:lnTo>
                  <a:lnTo>
                    <a:pt x="3517670" y="322441"/>
                  </a:lnTo>
                  <a:lnTo>
                    <a:pt x="3513701" y="325216"/>
                  </a:lnTo>
                  <a:lnTo>
                    <a:pt x="3508709" y="333585"/>
                  </a:lnTo>
                  <a:lnTo>
                    <a:pt x="3496632" y="340247"/>
                  </a:lnTo>
                  <a:lnTo>
                    <a:pt x="3497195" y="351398"/>
                  </a:lnTo>
                  <a:lnTo>
                    <a:pt x="3485826" y="374253"/>
                  </a:lnTo>
                  <a:lnTo>
                    <a:pt x="3485320" y="383982"/>
                  </a:lnTo>
                  <a:lnTo>
                    <a:pt x="3478028" y="391749"/>
                  </a:lnTo>
                  <a:lnTo>
                    <a:pt x="3468628" y="398429"/>
                  </a:lnTo>
                  <a:lnTo>
                    <a:pt x="3456091" y="396550"/>
                  </a:lnTo>
                  <a:lnTo>
                    <a:pt x="3446521" y="402354"/>
                  </a:lnTo>
                  <a:lnTo>
                    <a:pt x="3441663" y="409015"/>
                  </a:lnTo>
                  <a:lnTo>
                    <a:pt x="3437441" y="410019"/>
                  </a:lnTo>
                  <a:lnTo>
                    <a:pt x="3435240" y="401535"/>
                  </a:lnTo>
                  <a:lnTo>
                    <a:pt x="3433638" y="398912"/>
                  </a:lnTo>
                  <a:lnTo>
                    <a:pt x="3430113" y="411422"/>
                  </a:lnTo>
                  <a:lnTo>
                    <a:pt x="3426522" y="412197"/>
                  </a:lnTo>
                  <a:lnTo>
                    <a:pt x="3425163" y="403325"/>
                  </a:lnTo>
                  <a:lnTo>
                    <a:pt x="3423457" y="397464"/>
                  </a:lnTo>
                  <a:lnTo>
                    <a:pt x="3418563" y="402519"/>
                  </a:lnTo>
                  <a:lnTo>
                    <a:pt x="3415313" y="415918"/>
                  </a:lnTo>
                  <a:lnTo>
                    <a:pt x="3411907" y="414788"/>
                  </a:lnTo>
                  <a:lnTo>
                    <a:pt x="3410822" y="409803"/>
                  </a:lnTo>
                  <a:lnTo>
                    <a:pt x="3408383" y="408291"/>
                  </a:lnTo>
                  <a:lnTo>
                    <a:pt x="3407546" y="413988"/>
                  </a:lnTo>
                  <a:lnTo>
                    <a:pt x="3408776" y="422002"/>
                  </a:lnTo>
                  <a:lnTo>
                    <a:pt x="3407003" y="426282"/>
                  </a:lnTo>
                  <a:lnTo>
                    <a:pt x="3403618" y="423996"/>
                  </a:lnTo>
                  <a:lnTo>
                    <a:pt x="3400213" y="420141"/>
                  </a:lnTo>
                  <a:lnTo>
                    <a:pt x="3394595" y="423069"/>
                  </a:lnTo>
                  <a:lnTo>
                    <a:pt x="3389438" y="424256"/>
                  </a:lnTo>
                  <a:lnTo>
                    <a:pt x="3389417" y="420332"/>
                  </a:lnTo>
                  <a:lnTo>
                    <a:pt x="3390399" y="415518"/>
                  </a:lnTo>
                  <a:lnTo>
                    <a:pt x="3380121" y="418179"/>
                  </a:lnTo>
                  <a:lnTo>
                    <a:pt x="3367796" y="427057"/>
                  </a:lnTo>
                  <a:lnTo>
                    <a:pt x="3358225" y="439339"/>
                  </a:lnTo>
                  <a:lnTo>
                    <a:pt x="3361543" y="441383"/>
                  </a:lnTo>
                  <a:lnTo>
                    <a:pt x="3365279" y="445295"/>
                  </a:lnTo>
                  <a:lnTo>
                    <a:pt x="3348654" y="464270"/>
                  </a:lnTo>
                  <a:lnTo>
                    <a:pt x="3331611" y="481359"/>
                  </a:lnTo>
                  <a:lnTo>
                    <a:pt x="3318738" y="509244"/>
                  </a:lnTo>
                  <a:lnTo>
                    <a:pt x="3313571" y="512508"/>
                  </a:lnTo>
                  <a:lnTo>
                    <a:pt x="3309132" y="517620"/>
                  </a:lnTo>
                  <a:lnTo>
                    <a:pt x="3304419" y="534455"/>
                  </a:lnTo>
                  <a:lnTo>
                    <a:pt x="3298977" y="549442"/>
                  </a:lnTo>
                  <a:lnTo>
                    <a:pt x="3302021" y="556116"/>
                  </a:lnTo>
                  <a:lnTo>
                    <a:pt x="3304026" y="562981"/>
                  </a:lnTo>
                  <a:lnTo>
                    <a:pt x="3308858" y="569737"/>
                  </a:lnTo>
                  <a:lnTo>
                    <a:pt x="3312966" y="570347"/>
                  </a:lnTo>
                  <a:lnTo>
                    <a:pt x="3317415" y="569128"/>
                  </a:lnTo>
                  <a:lnTo>
                    <a:pt x="3320681" y="569414"/>
                  </a:lnTo>
                  <a:lnTo>
                    <a:pt x="3322780" y="572284"/>
                  </a:lnTo>
                  <a:lnTo>
                    <a:pt x="3321849" y="575726"/>
                  </a:lnTo>
                  <a:lnTo>
                    <a:pt x="3316718" y="576583"/>
                  </a:lnTo>
                  <a:lnTo>
                    <a:pt x="3307147" y="582603"/>
                  </a:lnTo>
                  <a:lnTo>
                    <a:pt x="3298755" y="584915"/>
                  </a:lnTo>
                  <a:lnTo>
                    <a:pt x="3294548" y="592192"/>
                  </a:lnTo>
                  <a:lnTo>
                    <a:pt x="3288244" y="600600"/>
                  </a:lnTo>
                  <a:lnTo>
                    <a:pt x="3275996" y="613720"/>
                  </a:lnTo>
                  <a:lnTo>
                    <a:pt x="3281231" y="617765"/>
                  </a:lnTo>
                  <a:lnTo>
                    <a:pt x="3300150" y="622325"/>
                  </a:lnTo>
                  <a:lnTo>
                    <a:pt x="3308584" y="627018"/>
                  </a:lnTo>
                  <a:lnTo>
                    <a:pt x="3321348" y="651524"/>
                  </a:lnTo>
                  <a:lnTo>
                    <a:pt x="3318433" y="653975"/>
                  </a:lnTo>
                  <a:lnTo>
                    <a:pt x="3317276" y="658465"/>
                  </a:lnTo>
                  <a:lnTo>
                    <a:pt x="3328624" y="664765"/>
                  </a:lnTo>
                  <a:lnTo>
                    <a:pt x="3332247" y="682362"/>
                  </a:lnTo>
                  <a:lnTo>
                    <a:pt x="3341564" y="688350"/>
                  </a:lnTo>
                  <a:lnTo>
                    <a:pt x="3355450" y="692033"/>
                  </a:lnTo>
                  <a:lnTo>
                    <a:pt x="3372431" y="686712"/>
                  </a:lnTo>
                  <a:lnTo>
                    <a:pt x="3386570" y="679390"/>
                  </a:lnTo>
                  <a:lnTo>
                    <a:pt x="3386074" y="673388"/>
                  </a:lnTo>
                  <a:lnTo>
                    <a:pt x="3377191" y="659424"/>
                  </a:lnTo>
                  <a:lnTo>
                    <a:pt x="3375051" y="652864"/>
                  </a:lnTo>
                  <a:lnTo>
                    <a:pt x="3368457" y="648616"/>
                  </a:lnTo>
                  <a:lnTo>
                    <a:pt x="3365951" y="652216"/>
                  </a:lnTo>
                  <a:lnTo>
                    <a:pt x="3361687" y="647542"/>
                  </a:lnTo>
                  <a:lnTo>
                    <a:pt x="3361207" y="644920"/>
                  </a:lnTo>
                  <a:lnTo>
                    <a:pt x="3365181" y="643643"/>
                  </a:lnTo>
                  <a:lnTo>
                    <a:pt x="3369801" y="644151"/>
                  </a:lnTo>
                  <a:lnTo>
                    <a:pt x="3375191" y="646596"/>
                  </a:lnTo>
                  <a:lnTo>
                    <a:pt x="3389061" y="661818"/>
                  </a:lnTo>
                  <a:lnTo>
                    <a:pt x="3392900" y="681771"/>
                  </a:lnTo>
                  <a:lnTo>
                    <a:pt x="3393722" y="694440"/>
                  </a:lnTo>
                  <a:lnTo>
                    <a:pt x="3392156" y="698771"/>
                  </a:lnTo>
                  <a:lnTo>
                    <a:pt x="3388120" y="697882"/>
                  </a:lnTo>
                  <a:lnTo>
                    <a:pt x="3380420" y="698746"/>
                  </a:lnTo>
                  <a:lnTo>
                    <a:pt x="3343890" y="705306"/>
                  </a:lnTo>
                  <a:lnTo>
                    <a:pt x="3335776" y="711084"/>
                  </a:lnTo>
                  <a:lnTo>
                    <a:pt x="3317173" y="717359"/>
                  </a:lnTo>
                  <a:lnTo>
                    <a:pt x="3316015" y="714228"/>
                  </a:lnTo>
                  <a:lnTo>
                    <a:pt x="3317359" y="707750"/>
                  </a:lnTo>
                  <a:lnTo>
                    <a:pt x="3316186" y="694484"/>
                  </a:lnTo>
                  <a:lnTo>
                    <a:pt x="3312516" y="693868"/>
                  </a:lnTo>
                  <a:lnTo>
                    <a:pt x="3283613" y="715498"/>
                  </a:lnTo>
                  <a:lnTo>
                    <a:pt x="3272441" y="716857"/>
                  </a:lnTo>
                  <a:lnTo>
                    <a:pt x="3263046" y="723188"/>
                  </a:lnTo>
                  <a:lnTo>
                    <a:pt x="3260943" y="719676"/>
                  </a:lnTo>
                  <a:lnTo>
                    <a:pt x="3259263" y="703458"/>
                  </a:lnTo>
                  <a:lnTo>
                    <a:pt x="3265144" y="689855"/>
                  </a:lnTo>
                  <a:lnTo>
                    <a:pt x="3262012" y="690071"/>
                  </a:lnTo>
                  <a:lnTo>
                    <a:pt x="3252194" y="698238"/>
                  </a:lnTo>
                  <a:lnTo>
                    <a:pt x="3247997" y="693214"/>
                  </a:lnTo>
                  <a:lnTo>
                    <a:pt x="3245894" y="687702"/>
                  </a:lnTo>
                  <a:lnTo>
                    <a:pt x="3242871" y="684584"/>
                  </a:lnTo>
                  <a:lnTo>
                    <a:pt x="3239595" y="683403"/>
                  </a:lnTo>
                  <a:lnTo>
                    <a:pt x="3242396" y="695443"/>
                  </a:lnTo>
                  <a:lnTo>
                    <a:pt x="3235740" y="704474"/>
                  </a:lnTo>
                  <a:lnTo>
                    <a:pt x="3233915" y="727830"/>
                  </a:lnTo>
                  <a:lnTo>
                    <a:pt x="3225549" y="737553"/>
                  </a:lnTo>
                  <a:lnTo>
                    <a:pt x="3199467" y="743802"/>
                  </a:lnTo>
                  <a:lnTo>
                    <a:pt x="3182465" y="742481"/>
                  </a:lnTo>
                  <a:lnTo>
                    <a:pt x="3167231" y="744424"/>
                  </a:lnTo>
                  <a:lnTo>
                    <a:pt x="3146974" y="748907"/>
                  </a:lnTo>
                  <a:lnTo>
                    <a:pt x="3135780" y="746240"/>
                  </a:lnTo>
                  <a:lnTo>
                    <a:pt x="3124313" y="750971"/>
                  </a:lnTo>
                  <a:lnTo>
                    <a:pt x="3085390" y="752260"/>
                  </a:lnTo>
                  <a:lnTo>
                    <a:pt x="3077183" y="749752"/>
                  </a:lnTo>
                  <a:lnTo>
                    <a:pt x="3066703" y="758687"/>
                  </a:lnTo>
                  <a:lnTo>
                    <a:pt x="3049924" y="763970"/>
                  </a:lnTo>
                  <a:lnTo>
                    <a:pt x="3007512" y="783993"/>
                  </a:lnTo>
                  <a:lnTo>
                    <a:pt x="2998159" y="791277"/>
                  </a:lnTo>
                  <a:lnTo>
                    <a:pt x="2986769" y="802651"/>
                  </a:lnTo>
                  <a:lnTo>
                    <a:pt x="2979121" y="808766"/>
                  </a:lnTo>
                  <a:lnTo>
                    <a:pt x="2972832" y="810754"/>
                  </a:lnTo>
                  <a:lnTo>
                    <a:pt x="2968966" y="815847"/>
                  </a:lnTo>
                  <a:lnTo>
                    <a:pt x="2964744" y="819174"/>
                  </a:lnTo>
                  <a:lnTo>
                    <a:pt x="2968821" y="807807"/>
                  </a:lnTo>
                  <a:lnTo>
                    <a:pt x="2973250" y="798224"/>
                  </a:lnTo>
                  <a:lnTo>
                    <a:pt x="2976930" y="779662"/>
                  </a:lnTo>
                  <a:lnTo>
                    <a:pt x="2975844" y="764650"/>
                  </a:lnTo>
                  <a:lnTo>
                    <a:pt x="2971281" y="758477"/>
                  </a:lnTo>
                  <a:lnTo>
                    <a:pt x="2966563" y="754362"/>
                  </a:lnTo>
                  <a:lnTo>
                    <a:pt x="2972093" y="769178"/>
                  </a:lnTo>
                  <a:lnTo>
                    <a:pt x="2972987" y="787346"/>
                  </a:lnTo>
                  <a:lnTo>
                    <a:pt x="2971085" y="797989"/>
                  </a:lnTo>
                  <a:lnTo>
                    <a:pt x="2960682" y="818520"/>
                  </a:lnTo>
                  <a:lnTo>
                    <a:pt x="2956253" y="823302"/>
                  </a:lnTo>
                  <a:lnTo>
                    <a:pt x="2951075" y="827506"/>
                  </a:lnTo>
                  <a:lnTo>
                    <a:pt x="2947174" y="829335"/>
                  </a:lnTo>
                  <a:lnTo>
                    <a:pt x="2943572" y="832618"/>
                  </a:lnTo>
                  <a:lnTo>
                    <a:pt x="2939386" y="837819"/>
                  </a:lnTo>
                  <a:lnTo>
                    <a:pt x="2935417" y="848145"/>
                  </a:lnTo>
                  <a:lnTo>
                    <a:pt x="2937820" y="857556"/>
                  </a:lnTo>
                  <a:lnTo>
                    <a:pt x="2958104" y="860992"/>
                  </a:lnTo>
                  <a:lnTo>
                    <a:pt x="2963545" y="858090"/>
                  </a:lnTo>
                  <a:lnTo>
                    <a:pt x="2966315" y="864827"/>
                  </a:lnTo>
                  <a:lnTo>
                    <a:pt x="2967865" y="874188"/>
                  </a:lnTo>
                  <a:lnTo>
                    <a:pt x="2966346" y="884310"/>
                  </a:lnTo>
                  <a:lnTo>
                    <a:pt x="2962956" y="894611"/>
                  </a:lnTo>
                  <a:lnTo>
                    <a:pt x="2960382" y="907400"/>
                  </a:lnTo>
                  <a:lnTo>
                    <a:pt x="2958202" y="926902"/>
                  </a:lnTo>
                  <a:lnTo>
                    <a:pt x="2954920" y="944449"/>
                  </a:lnTo>
                  <a:lnTo>
                    <a:pt x="2954491" y="939121"/>
                  </a:lnTo>
                  <a:lnTo>
                    <a:pt x="2956543" y="917790"/>
                  </a:lnTo>
                  <a:lnTo>
                    <a:pt x="2953220" y="920019"/>
                  </a:lnTo>
                  <a:lnTo>
                    <a:pt x="2950931" y="924940"/>
                  </a:lnTo>
                  <a:lnTo>
                    <a:pt x="2944740" y="952450"/>
                  </a:lnTo>
                  <a:lnTo>
                    <a:pt x="2936229" y="967113"/>
                  </a:lnTo>
                  <a:lnTo>
                    <a:pt x="2928389" y="977255"/>
                  </a:lnTo>
                  <a:lnTo>
                    <a:pt x="2920302" y="975578"/>
                  </a:lnTo>
                  <a:lnTo>
                    <a:pt x="2922121" y="983637"/>
                  </a:lnTo>
                  <a:lnTo>
                    <a:pt x="2919899" y="987834"/>
                  </a:lnTo>
                  <a:lnTo>
                    <a:pt x="2917997" y="996592"/>
                  </a:lnTo>
                  <a:lnTo>
                    <a:pt x="2913175" y="1002396"/>
                  </a:lnTo>
                  <a:lnTo>
                    <a:pt x="2908643" y="1001837"/>
                  </a:lnTo>
                  <a:lnTo>
                    <a:pt x="2902132" y="1005838"/>
                  </a:lnTo>
                  <a:lnTo>
                    <a:pt x="2899564" y="1008899"/>
                  </a:lnTo>
                  <a:lnTo>
                    <a:pt x="2899372" y="1014760"/>
                  </a:lnTo>
                  <a:lnTo>
                    <a:pt x="2895016" y="1019917"/>
                  </a:lnTo>
                  <a:lnTo>
                    <a:pt x="2879296" y="1046703"/>
                  </a:lnTo>
                  <a:lnTo>
                    <a:pt x="2865648" y="1054609"/>
                  </a:lnTo>
                  <a:lnTo>
                    <a:pt x="2862382" y="1053459"/>
                  </a:lnTo>
                  <a:lnTo>
                    <a:pt x="2865978" y="1040816"/>
                  </a:lnTo>
                  <a:lnTo>
                    <a:pt x="2868443" y="1028032"/>
                  </a:lnTo>
                  <a:lnTo>
                    <a:pt x="2860160" y="1022469"/>
                  </a:lnTo>
                  <a:lnTo>
                    <a:pt x="2852232" y="1019529"/>
                  </a:lnTo>
                  <a:lnTo>
                    <a:pt x="2843137" y="1019917"/>
                  </a:lnTo>
                  <a:lnTo>
                    <a:pt x="2833091" y="1009978"/>
                  </a:lnTo>
                  <a:lnTo>
                    <a:pt x="2820141" y="1002751"/>
                  </a:lnTo>
                  <a:lnTo>
                    <a:pt x="2802064" y="983199"/>
                  </a:lnTo>
                  <a:lnTo>
                    <a:pt x="2802591" y="977775"/>
                  </a:lnTo>
                  <a:lnTo>
                    <a:pt x="2802136" y="968675"/>
                  </a:lnTo>
                  <a:lnTo>
                    <a:pt x="2807630" y="954298"/>
                  </a:lnTo>
                  <a:lnTo>
                    <a:pt x="2812896" y="944245"/>
                  </a:lnTo>
                  <a:lnTo>
                    <a:pt x="2820167" y="939038"/>
                  </a:lnTo>
                  <a:lnTo>
                    <a:pt x="2841266" y="933735"/>
                  </a:lnTo>
                  <a:lnTo>
                    <a:pt x="2846558" y="925759"/>
                  </a:lnTo>
                  <a:lnTo>
                    <a:pt x="2849695" y="919041"/>
                  </a:lnTo>
                  <a:lnTo>
                    <a:pt x="2839241" y="930579"/>
                  </a:lnTo>
                  <a:lnTo>
                    <a:pt x="2823582" y="934491"/>
                  </a:lnTo>
                  <a:lnTo>
                    <a:pt x="2815144" y="938797"/>
                  </a:lnTo>
                  <a:lnTo>
                    <a:pt x="2808395" y="945382"/>
                  </a:lnTo>
                  <a:lnTo>
                    <a:pt x="2804400" y="953650"/>
                  </a:lnTo>
                  <a:lnTo>
                    <a:pt x="2795356" y="963614"/>
                  </a:lnTo>
                  <a:lnTo>
                    <a:pt x="2795992" y="970288"/>
                  </a:lnTo>
                  <a:lnTo>
                    <a:pt x="2797506" y="975032"/>
                  </a:lnTo>
                  <a:lnTo>
                    <a:pt x="2796808" y="984920"/>
                  </a:lnTo>
                  <a:lnTo>
                    <a:pt x="2802529" y="994559"/>
                  </a:lnTo>
                  <a:lnTo>
                    <a:pt x="2813872" y="1010353"/>
                  </a:lnTo>
                  <a:lnTo>
                    <a:pt x="2816038" y="1034884"/>
                  </a:lnTo>
                  <a:lnTo>
                    <a:pt x="2824694" y="1051300"/>
                  </a:lnTo>
                  <a:lnTo>
                    <a:pt x="2837959" y="1070440"/>
                  </a:lnTo>
                  <a:lnTo>
                    <a:pt x="2848160" y="1075883"/>
                  </a:lnTo>
                  <a:lnTo>
                    <a:pt x="2848656" y="1083001"/>
                  </a:lnTo>
                  <a:lnTo>
                    <a:pt x="2843948" y="1094756"/>
                  </a:lnTo>
                  <a:lnTo>
                    <a:pt x="2837742" y="1100128"/>
                  </a:lnTo>
                  <a:lnTo>
                    <a:pt x="2845814" y="1099055"/>
                  </a:lnTo>
                  <a:lnTo>
                    <a:pt x="2849835" y="1101741"/>
                  </a:lnTo>
                  <a:lnTo>
                    <a:pt x="2853746" y="1111546"/>
                  </a:lnTo>
                  <a:lnTo>
                    <a:pt x="2853442" y="1121555"/>
                  </a:lnTo>
                  <a:lnTo>
                    <a:pt x="2852119" y="1127194"/>
                  </a:lnTo>
                  <a:lnTo>
                    <a:pt x="2849674" y="1129442"/>
                  </a:lnTo>
                  <a:lnTo>
                    <a:pt x="2849778" y="1123682"/>
                  </a:lnTo>
                  <a:lnTo>
                    <a:pt x="2848046" y="1121682"/>
                  </a:lnTo>
                  <a:lnTo>
                    <a:pt x="2845189" y="1124177"/>
                  </a:lnTo>
                  <a:lnTo>
                    <a:pt x="2843339" y="1127022"/>
                  </a:lnTo>
                  <a:lnTo>
                    <a:pt x="2842569" y="1138231"/>
                  </a:lnTo>
                  <a:lnTo>
                    <a:pt x="2840610" y="1143832"/>
                  </a:lnTo>
                  <a:lnTo>
                    <a:pt x="2833685" y="1145496"/>
                  </a:lnTo>
                  <a:lnTo>
                    <a:pt x="2826662" y="1160203"/>
                  </a:lnTo>
                  <a:lnTo>
                    <a:pt x="2820130" y="1168547"/>
                  </a:lnTo>
                  <a:lnTo>
                    <a:pt x="2794426" y="1224971"/>
                  </a:lnTo>
                  <a:lnTo>
                    <a:pt x="2795408" y="1234401"/>
                  </a:lnTo>
                  <a:lnTo>
                    <a:pt x="2790705" y="1237436"/>
                  </a:lnTo>
                  <a:lnTo>
                    <a:pt x="2783584" y="1239907"/>
                  </a:lnTo>
                  <a:lnTo>
                    <a:pt x="2776380" y="1245546"/>
                  </a:lnTo>
                  <a:lnTo>
                    <a:pt x="2771600" y="1251763"/>
                  </a:lnTo>
                  <a:lnTo>
                    <a:pt x="2767161" y="1268484"/>
                  </a:lnTo>
                  <a:lnTo>
                    <a:pt x="2758655" y="1287306"/>
                  </a:lnTo>
                  <a:lnTo>
                    <a:pt x="2753348" y="1279463"/>
                  </a:lnTo>
                  <a:lnTo>
                    <a:pt x="2751989" y="1272751"/>
                  </a:lnTo>
                  <a:lnTo>
                    <a:pt x="2754350" y="1255243"/>
                  </a:lnTo>
                  <a:lnTo>
                    <a:pt x="2763549" y="1226539"/>
                  </a:lnTo>
                  <a:lnTo>
                    <a:pt x="2773683" y="1208695"/>
                  </a:lnTo>
                  <a:lnTo>
                    <a:pt x="2781414" y="1200236"/>
                  </a:lnTo>
                  <a:lnTo>
                    <a:pt x="2787770" y="1182995"/>
                  </a:lnTo>
                  <a:lnTo>
                    <a:pt x="2779739" y="1180423"/>
                  </a:lnTo>
                  <a:lnTo>
                    <a:pt x="2767497" y="1180702"/>
                  </a:lnTo>
                  <a:lnTo>
                    <a:pt x="2769802" y="1172745"/>
                  </a:lnTo>
                  <a:lnTo>
                    <a:pt x="2773373" y="1165734"/>
                  </a:lnTo>
                  <a:lnTo>
                    <a:pt x="2766991" y="1158749"/>
                  </a:lnTo>
                  <a:lnTo>
                    <a:pt x="2763213" y="1157860"/>
                  </a:lnTo>
                  <a:lnTo>
                    <a:pt x="2759322" y="1154996"/>
                  </a:lnTo>
                  <a:lnTo>
                    <a:pt x="2763885" y="1149179"/>
                  </a:lnTo>
                  <a:lnTo>
                    <a:pt x="2766112" y="1143032"/>
                  </a:lnTo>
                  <a:lnTo>
                    <a:pt x="2764753" y="1135551"/>
                  </a:lnTo>
                  <a:lnTo>
                    <a:pt x="2766665" y="1129918"/>
                  </a:lnTo>
                  <a:lnTo>
                    <a:pt x="2763477" y="1130769"/>
                  </a:lnTo>
                  <a:lnTo>
                    <a:pt x="2758350" y="1136732"/>
                  </a:lnTo>
                  <a:lnTo>
                    <a:pt x="2755162" y="1139113"/>
                  </a:lnTo>
                  <a:lnTo>
                    <a:pt x="2753219" y="1133836"/>
                  </a:lnTo>
                  <a:lnTo>
                    <a:pt x="2751002" y="1135030"/>
                  </a:lnTo>
                  <a:lnTo>
                    <a:pt x="2749560" y="1138656"/>
                  </a:lnTo>
                  <a:lnTo>
                    <a:pt x="2746289" y="1140650"/>
                  </a:lnTo>
                  <a:lnTo>
                    <a:pt x="2739380" y="1135691"/>
                  </a:lnTo>
                  <a:lnTo>
                    <a:pt x="2729308" y="1130013"/>
                  </a:lnTo>
                  <a:lnTo>
                    <a:pt x="2723701" y="1120246"/>
                  </a:lnTo>
                  <a:lnTo>
                    <a:pt x="2720502" y="1112677"/>
                  </a:lnTo>
                  <a:lnTo>
                    <a:pt x="2723752" y="1098979"/>
                  </a:lnTo>
                  <a:lnTo>
                    <a:pt x="2730713" y="1096547"/>
                  </a:lnTo>
                  <a:lnTo>
                    <a:pt x="2739757" y="1098769"/>
                  </a:lnTo>
                  <a:lnTo>
                    <a:pt x="2751612" y="1098750"/>
                  </a:lnTo>
                  <a:lnTo>
                    <a:pt x="2749917" y="1095708"/>
                  </a:lnTo>
                  <a:lnTo>
                    <a:pt x="2745684" y="1096210"/>
                  </a:lnTo>
                  <a:lnTo>
                    <a:pt x="2733189" y="1085097"/>
                  </a:lnTo>
                  <a:lnTo>
                    <a:pt x="2729168" y="1078385"/>
                  </a:lnTo>
                  <a:lnTo>
                    <a:pt x="2722254" y="1076543"/>
                  </a:lnTo>
                  <a:lnTo>
                    <a:pt x="2719101" y="1082995"/>
                  </a:lnTo>
                  <a:lnTo>
                    <a:pt x="2715603" y="1084710"/>
                  </a:lnTo>
                  <a:lnTo>
                    <a:pt x="2719923" y="1070593"/>
                  </a:lnTo>
                  <a:lnTo>
                    <a:pt x="2725571" y="1070015"/>
                  </a:lnTo>
                  <a:lnTo>
                    <a:pt x="2733912" y="1066103"/>
                  </a:lnTo>
                  <a:lnTo>
                    <a:pt x="2731488" y="1057930"/>
                  </a:lnTo>
                  <a:lnTo>
                    <a:pt x="2726223" y="1054355"/>
                  </a:lnTo>
                  <a:lnTo>
                    <a:pt x="2716714" y="1058838"/>
                  </a:lnTo>
                  <a:lnTo>
                    <a:pt x="2716828" y="1053091"/>
                  </a:lnTo>
                  <a:lnTo>
                    <a:pt x="2718610" y="1045731"/>
                  </a:lnTo>
                  <a:lnTo>
                    <a:pt x="2725778" y="1045756"/>
                  </a:lnTo>
                  <a:lnTo>
                    <a:pt x="2732057" y="1048157"/>
                  </a:lnTo>
                  <a:lnTo>
                    <a:pt x="2737400" y="1036269"/>
                  </a:lnTo>
                  <a:lnTo>
                    <a:pt x="2737638" y="1030960"/>
                  </a:lnTo>
                  <a:lnTo>
                    <a:pt x="2728760" y="1038676"/>
                  </a:lnTo>
                  <a:lnTo>
                    <a:pt x="2726765" y="1022031"/>
                  </a:lnTo>
                  <a:lnTo>
                    <a:pt x="2735504" y="1005977"/>
                  </a:lnTo>
                  <a:lnTo>
                    <a:pt x="2743839" y="998979"/>
                  </a:lnTo>
                  <a:lnTo>
                    <a:pt x="2754252" y="999183"/>
                  </a:lnTo>
                  <a:lnTo>
                    <a:pt x="2764836" y="998052"/>
                  </a:lnTo>
                  <a:lnTo>
                    <a:pt x="2758195" y="995112"/>
                  </a:lnTo>
                  <a:lnTo>
                    <a:pt x="2751379" y="993518"/>
                  </a:lnTo>
                  <a:lnTo>
                    <a:pt x="2756500" y="987174"/>
                  </a:lnTo>
                  <a:lnTo>
                    <a:pt x="2760867" y="986037"/>
                  </a:lnTo>
                  <a:lnTo>
                    <a:pt x="2765156" y="980506"/>
                  </a:lnTo>
                  <a:lnTo>
                    <a:pt x="2754841" y="981325"/>
                  </a:lnTo>
                  <a:lnTo>
                    <a:pt x="2756056" y="970860"/>
                  </a:lnTo>
                  <a:lnTo>
                    <a:pt x="2751043" y="972987"/>
                  </a:lnTo>
                  <a:lnTo>
                    <a:pt x="2745043" y="973971"/>
                  </a:lnTo>
                  <a:lnTo>
                    <a:pt x="2742708" y="978410"/>
                  </a:lnTo>
                  <a:lnTo>
                    <a:pt x="2743168" y="985783"/>
                  </a:lnTo>
                  <a:lnTo>
                    <a:pt x="2741416" y="990622"/>
                  </a:lnTo>
                  <a:lnTo>
                    <a:pt x="2736749" y="994509"/>
                  </a:lnTo>
                  <a:lnTo>
                    <a:pt x="2728868" y="997538"/>
                  </a:lnTo>
                  <a:lnTo>
                    <a:pt x="2728104" y="992286"/>
                  </a:lnTo>
                  <a:lnTo>
                    <a:pt x="2725499" y="989905"/>
                  </a:lnTo>
                  <a:lnTo>
                    <a:pt x="2724528" y="1001151"/>
                  </a:lnTo>
                  <a:lnTo>
                    <a:pt x="2722460" y="1004974"/>
                  </a:lnTo>
                  <a:lnTo>
                    <a:pt x="2716698" y="994420"/>
                  </a:lnTo>
                  <a:lnTo>
                    <a:pt x="2714967" y="996547"/>
                  </a:lnTo>
                  <a:lnTo>
                    <a:pt x="2715189" y="999545"/>
                  </a:lnTo>
                  <a:lnTo>
                    <a:pt x="2713717" y="1004726"/>
                  </a:lnTo>
                  <a:lnTo>
                    <a:pt x="2708776" y="1007425"/>
                  </a:lnTo>
                  <a:lnTo>
                    <a:pt x="2709081" y="1014068"/>
                  </a:lnTo>
                  <a:lnTo>
                    <a:pt x="2707164" y="1017688"/>
                  </a:lnTo>
                  <a:lnTo>
                    <a:pt x="2691340" y="1011921"/>
                  </a:lnTo>
                  <a:lnTo>
                    <a:pt x="2690968" y="1013877"/>
                  </a:lnTo>
                  <a:lnTo>
                    <a:pt x="2699919" y="1026311"/>
                  </a:lnTo>
                  <a:lnTo>
                    <a:pt x="2706456" y="1030560"/>
                  </a:lnTo>
                  <a:lnTo>
                    <a:pt x="2707252" y="1037342"/>
                  </a:lnTo>
                  <a:lnTo>
                    <a:pt x="2701640" y="1042968"/>
                  </a:lnTo>
                  <a:lnTo>
                    <a:pt x="2693898" y="1038110"/>
                  </a:lnTo>
                  <a:lnTo>
                    <a:pt x="2692596" y="1038466"/>
                  </a:lnTo>
                  <a:lnTo>
                    <a:pt x="2696803" y="1046798"/>
                  </a:lnTo>
                  <a:lnTo>
                    <a:pt x="2699454" y="1054075"/>
                  </a:lnTo>
                  <a:lnTo>
                    <a:pt x="2696725" y="1060172"/>
                  </a:lnTo>
                  <a:lnTo>
                    <a:pt x="2697149" y="1067678"/>
                  </a:lnTo>
                  <a:lnTo>
                    <a:pt x="2696560" y="1074485"/>
                  </a:lnTo>
                  <a:lnTo>
                    <a:pt x="2694891" y="1080423"/>
                  </a:lnTo>
                  <a:lnTo>
                    <a:pt x="2698653" y="1107793"/>
                  </a:lnTo>
                  <a:lnTo>
                    <a:pt x="2703185" y="1115236"/>
                  </a:lnTo>
                  <a:lnTo>
                    <a:pt x="2707639" y="1122355"/>
                  </a:lnTo>
                  <a:lnTo>
                    <a:pt x="2710001" y="1129016"/>
                  </a:lnTo>
                  <a:lnTo>
                    <a:pt x="2705273" y="1129988"/>
                  </a:lnTo>
                  <a:lnTo>
                    <a:pt x="2697743" y="1124507"/>
                  </a:lnTo>
                  <a:lnTo>
                    <a:pt x="2691129" y="1120329"/>
                  </a:lnTo>
                  <a:lnTo>
                    <a:pt x="2683248" y="1106968"/>
                  </a:lnTo>
                  <a:lnTo>
                    <a:pt x="2681945" y="1101633"/>
                  </a:lnTo>
                  <a:lnTo>
                    <a:pt x="2680023" y="1097417"/>
                  </a:lnTo>
                  <a:lnTo>
                    <a:pt x="2680953" y="1107101"/>
                  </a:lnTo>
                  <a:lnTo>
                    <a:pt x="2683765" y="1117916"/>
                  </a:lnTo>
                  <a:lnTo>
                    <a:pt x="2708446" y="1142117"/>
                  </a:lnTo>
                  <a:lnTo>
                    <a:pt x="2713003" y="1151401"/>
                  </a:lnTo>
                  <a:lnTo>
                    <a:pt x="2716476" y="1158698"/>
                  </a:lnTo>
                  <a:lnTo>
                    <a:pt x="2715603" y="1165690"/>
                  </a:lnTo>
                  <a:lnTo>
                    <a:pt x="2709169" y="1160743"/>
                  </a:lnTo>
                  <a:lnTo>
                    <a:pt x="2703619" y="1154437"/>
                  </a:lnTo>
                  <a:lnTo>
                    <a:pt x="2688886" y="1147312"/>
                  </a:lnTo>
                  <a:lnTo>
                    <a:pt x="2670308" y="1142809"/>
                  </a:lnTo>
                  <a:lnTo>
                    <a:pt x="2659833" y="1126247"/>
                  </a:lnTo>
                  <a:lnTo>
                    <a:pt x="2659869" y="1133157"/>
                  </a:lnTo>
                  <a:lnTo>
                    <a:pt x="2657543" y="1139018"/>
                  </a:lnTo>
                  <a:lnTo>
                    <a:pt x="2651141" y="1131874"/>
                  </a:lnTo>
                  <a:lnTo>
                    <a:pt x="2647105" y="1125778"/>
                  </a:lnTo>
                  <a:lnTo>
                    <a:pt x="2645751" y="1119097"/>
                  </a:lnTo>
                  <a:lnTo>
                    <a:pt x="2637756" y="1119554"/>
                  </a:lnTo>
                  <a:lnTo>
                    <a:pt x="2629374" y="1125358"/>
                  </a:lnTo>
                  <a:lnTo>
                    <a:pt x="2621266" y="1123980"/>
                  </a:lnTo>
                  <a:lnTo>
                    <a:pt x="2620305" y="1112651"/>
                  </a:lnTo>
                  <a:lnTo>
                    <a:pt x="2622496" y="1106650"/>
                  </a:lnTo>
                  <a:lnTo>
                    <a:pt x="2631596" y="1092457"/>
                  </a:lnTo>
                  <a:lnTo>
                    <a:pt x="2640170" y="1085211"/>
                  </a:lnTo>
                  <a:lnTo>
                    <a:pt x="2643952" y="1075857"/>
                  </a:lnTo>
                  <a:lnTo>
                    <a:pt x="2642660" y="1061353"/>
                  </a:lnTo>
                  <a:lnTo>
                    <a:pt x="2641048" y="1076111"/>
                  </a:lnTo>
                  <a:lnTo>
                    <a:pt x="2636149" y="1083427"/>
                  </a:lnTo>
                  <a:lnTo>
                    <a:pt x="2628449" y="1089015"/>
                  </a:lnTo>
                  <a:lnTo>
                    <a:pt x="2618315" y="1098973"/>
                  </a:lnTo>
                  <a:lnTo>
                    <a:pt x="2615840" y="1108181"/>
                  </a:lnTo>
                  <a:lnTo>
                    <a:pt x="2612677" y="1125422"/>
                  </a:lnTo>
                  <a:lnTo>
                    <a:pt x="2616956" y="1131258"/>
                  </a:lnTo>
                  <a:lnTo>
                    <a:pt x="2621328" y="1132782"/>
                  </a:lnTo>
                  <a:lnTo>
                    <a:pt x="2634242" y="1128870"/>
                  </a:lnTo>
                  <a:lnTo>
                    <a:pt x="2640924" y="1130617"/>
                  </a:lnTo>
                  <a:lnTo>
                    <a:pt x="2655786" y="1151376"/>
                  </a:lnTo>
                  <a:lnTo>
                    <a:pt x="2683460" y="1159587"/>
                  </a:lnTo>
                  <a:lnTo>
                    <a:pt x="2693552" y="1164718"/>
                  </a:lnTo>
                  <a:lnTo>
                    <a:pt x="2701779" y="1175552"/>
                  </a:lnTo>
                  <a:lnTo>
                    <a:pt x="2714146" y="1181788"/>
                  </a:lnTo>
                  <a:lnTo>
                    <a:pt x="2723742" y="1190850"/>
                  </a:lnTo>
                  <a:lnTo>
                    <a:pt x="2724000" y="1196762"/>
                  </a:lnTo>
                  <a:lnTo>
                    <a:pt x="2720678" y="1203754"/>
                  </a:lnTo>
                  <a:lnTo>
                    <a:pt x="2719365" y="1213216"/>
                  </a:lnTo>
                  <a:lnTo>
                    <a:pt x="2715288" y="1219185"/>
                  </a:lnTo>
                  <a:lnTo>
                    <a:pt x="2705500" y="1219871"/>
                  </a:lnTo>
                  <a:lnTo>
                    <a:pt x="2699588" y="1218334"/>
                  </a:lnTo>
                  <a:lnTo>
                    <a:pt x="2667807" y="1185071"/>
                  </a:lnTo>
                  <a:lnTo>
                    <a:pt x="2664013" y="1182010"/>
                  </a:lnTo>
                  <a:lnTo>
                    <a:pt x="2652226" y="1164591"/>
                  </a:lnTo>
                  <a:lnTo>
                    <a:pt x="2638397" y="1155262"/>
                  </a:lnTo>
                  <a:lnTo>
                    <a:pt x="2634118" y="1155459"/>
                  </a:lnTo>
                  <a:lnTo>
                    <a:pt x="2653802" y="1172713"/>
                  </a:lnTo>
                  <a:lnTo>
                    <a:pt x="2661838" y="1184779"/>
                  </a:lnTo>
                  <a:lnTo>
                    <a:pt x="2675992" y="1201696"/>
                  </a:lnTo>
                  <a:lnTo>
                    <a:pt x="2686111" y="1208860"/>
                  </a:lnTo>
                  <a:lnTo>
                    <a:pt x="2693557" y="1220036"/>
                  </a:lnTo>
                  <a:lnTo>
                    <a:pt x="2700477" y="1225275"/>
                  </a:lnTo>
                  <a:lnTo>
                    <a:pt x="2719370" y="1232737"/>
                  </a:lnTo>
                  <a:lnTo>
                    <a:pt x="2712802" y="1238097"/>
                  </a:lnTo>
                  <a:lnTo>
                    <a:pt x="2723287" y="1242663"/>
                  </a:lnTo>
                  <a:lnTo>
                    <a:pt x="2724786" y="1251058"/>
                  </a:lnTo>
                  <a:lnTo>
                    <a:pt x="2723825" y="1260628"/>
                  </a:lnTo>
                  <a:lnTo>
                    <a:pt x="2709272" y="1256843"/>
                  </a:lnTo>
                  <a:lnTo>
                    <a:pt x="2708797" y="1263892"/>
                  </a:lnTo>
                  <a:lnTo>
                    <a:pt x="2710099" y="1268052"/>
                  </a:lnTo>
                  <a:lnTo>
                    <a:pt x="2703671" y="1271487"/>
                  </a:lnTo>
                  <a:lnTo>
                    <a:pt x="2694730" y="1266826"/>
                  </a:lnTo>
                  <a:lnTo>
                    <a:pt x="2671517" y="1241329"/>
                  </a:lnTo>
                  <a:lnTo>
                    <a:pt x="2671713" y="1244739"/>
                  </a:lnTo>
                  <a:lnTo>
                    <a:pt x="2673594" y="1248696"/>
                  </a:lnTo>
                  <a:lnTo>
                    <a:pt x="2687056" y="1265111"/>
                  </a:lnTo>
                  <a:lnTo>
                    <a:pt x="2699071" y="1274955"/>
                  </a:lnTo>
                  <a:lnTo>
                    <a:pt x="2709257" y="1279400"/>
                  </a:lnTo>
                  <a:lnTo>
                    <a:pt x="2717107" y="1287649"/>
                  </a:lnTo>
                  <a:lnTo>
                    <a:pt x="2719877" y="1292640"/>
                  </a:lnTo>
                  <a:lnTo>
                    <a:pt x="2721727" y="1300210"/>
                  </a:lnTo>
                  <a:lnTo>
                    <a:pt x="2715908" y="1305354"/>
                  </a:lnTo>
                  <a:lnTo>
                    <a:pt x="2709283" y="1308193"/>
                  </a:lnTo>
                  <a:lnTo>
                    <a:pt x="2702813" y="1303061"/>
                  </a:lnTo>
                  <a:lnTo>
                    <a:pt x="2698069" y="1297657"/>
                  </a:lnTo>
                  <a:lnTo>
                    <a:pt x="2687966" y="1288481"/>
                  </a:lnTo>
                  <a:lnTo>
                    <a:pt x="2684938" y="1278225"/>
                  </a:lnTo>
                  <a:lnTo>
                    <a:pt x="2677253" y="1278752"/>
                  </a:lnTo>
                  <a:lnTo>
                    <a:pt x="2645136" y="1265747"/>
                  </a:lnTo>
                  <a:lnTo>
                    <a:pt x="2619323" y="1264248"/>
                  </a:lnTo>
                  <a:lnTo>
                    <a:pt x="2621845" y="1266864"/>
                  </a:lnTo>
                  <a:lnTo>
                    <a:pt x="2625111" y="1268604"/>
                  </a:lnTo>
                  <a:lnTo>
                    <a:pt x="2645668" y="1271811"/>
                  </a:lnTo>
                  <a:lnTo>
                    <a:pt x="2653792" y="1277800"/>
                  </a:lnTo>
                  <a:lnTo>
                    <a:pt x="2670700" y="1283115"/>
                  </a:lnTo>
                  <a:lnTo>
                    <a:pt x="2680602" y="1284569"/>
                  </a:lnTo>
                  <a:lnTo>
                    <a:pt x="2684617" y="1300896"/>
                  </a:lnTo>
                  <a:lnTo>
                    <a:pt x="2698301" y="1312130"/>
                  </a:lnTo>
                  <a:lnTo>
                    <a:pt x="2700079" y="1320455"/>
                  </a:lnTo>
                  <a:lnTo>
                    <a:pt x="2709422" y="1321389"/>
                  </a:lnTo>
                  <a:lnTo>
                    <a:pt x="2725861" y="1313222"/>
                  </a:lnTo>
                  <a:lnTo>
                    <a:pt x="2736470" y="1316086"/>
                  </a:lnTo>
                  <a:lnTo>
                    <a:pt x="2751772" y="1318423"/>
                  </a:lnTo>
                  <a:lnTo>
                    <a:pt x="2755270" y="1325015"/>
                  </a:lnTo>
                  <a:lnTo>
                    <a:pt x="2757896" y="1337557"/>
                  </a:lnTo>
                  <a:lnTo>
                    <a:pt x="2763306" y="1351667"/>
                  </a:lnTo>
                  <a:lnTo>
                    <a:pt x="2777337" y="1407303"/>
                  </a:lnTo>
                  <a:lnTo>
                    <a:pt x="2798416" y="1452810"/>
                  </a:lnTo>
                  <a:lnTo>
                    <a:pt x="2801010" y="1460646"/>
                  </a:lnTo>
                  <a:lnTo>
                    <a:pt x="2796111" y="1453769"/>
                  </a:lnTo>
                  <a:lnTo>
                    <a:pt x="2780473" y="1423630"/>
                  </a:lnTo>
                  <a:lnTo>
                    <a:pt x="2771843" y="1401867"/>
                  </a:lnTo>
                  <a:lnTo>
                    <a:pt x="2762975" y="1363441"/>
                  </a:lnTo>
                  <a:lnTo>
                    <a:pt x="2760402" y="1354836"/>
                  </a:lnTo>
                  <a:lnTo>
                    <a:pt x="2757374" y="1351401"/>
                  </a:lnTo>
                  <a:lnTo>
                    <a:pt x="2755379" y="1354195"/>
                  </a:lnTo>
                  <a:lnTo>
                    <a:pt x="2754521" y="1359091"/>
                  </a:lnTo>
                  <a:lnTo>
                    <a:pt x="2755968" y="1362850"/>
                  </a:lnTo>
                  <a:lnTo>
                    <a:pt x="2752475" y="1375500"/>
                  </a:lnTo>
                  <a:lnTo>
                    <a:pt x="2753989" y="1381305"/>
                  </a:lnTo>
                  <a:lnTo>
                    <a:pt x="2759663" y="1387306"/>
                  </a:lnTo>
                  <a:lnTo>
                    <a:pt x="2765828" y="1402280"/>
                  </a:lnTo>
                  <a:lnTo>
                    <a:pt x="2770753" y="1422442"/>
                  </a:lnTo>
                  <a:lnTo>
                    <a:pt x="2764092" y="1414269"/>
                  </a:lnTo>
                  <a:lnTo>
                    <a:pt x="2756981" y="1409938"/>
                  </a:lnTo>
                  <a:lnTo>
                    <a:pt x="2745917" y="1406617"/>
                  </a:lnTo>
                  <a:lnTo>
                    <a:pt x="2736062" y="1400794"/>
                  </a:lnTo>
                  <a:lnTo>
                    <a:pt x="2736780" y="1409145"/>
                  </a:lnTo>
                  <a:lnTo>
                    <a:pt x="2735835" y="1418162"/>
                  </a:lnTo>
                  <a:lnTo>
                    <a:pt x="2728238" y="1415412"/>
                  </a:lnTo>
                  <a:lnTo>
                    <a:pt x="2723070" y="1412421"/>
                  </a:lnTo>
                  <a:lnTo>
                    <a:pt x="2727644" y="1422030"/>
                  </a:lnTo>
                  <a:lnTo>
                    <a:pt x="2717716" y="1419147"/>
                  </a:lnTo>
                  <a:lnTo>
                    <a:pt x="2711102" y="1419750"/>
                  </a:lnTo>
                  <a:lnTo>
                    <a:pt x="2706802" y="1428278"/>
                  </a:lnTo>
                  <a:lnTo>
                    <a:pt x="2701035" y="1433454"/>
                  </a:lnTo>
                  <a:lnTo>
                    <a:pt x="2692508" y="1435124"/>
                  </a:lnTo>
                  <a:lnTo>
                    <a:pt x="2679858" y="1427326"/>
                  </a:lnTo>
                  <a:lnTo>
                    <a:pt x="2675760" y="1417857"/>
                  </a:lnTo>
                  <a:lnTo>
                    <a:pt x="2674065" y="1407316"/>
                  </a:lnTo>
                  <a:lnTo>
                    <a:pt x="2673388" y="1419782"/>
                  </a:lnTo>
                  <a:lnTo>
                    <a:pt x="2675641" y="1432762"/>
                  </a:lnTo>
                  <a:lnTo>
                    <a:pt x="2674850" y="1442630"/>
                  </a:lnTo>
                  <a:lnTo>
                    <a:pt x="2687031" y="1444446"/>
                  </a:lnTo>
                  <a:lnTo>
                    <a:pt x="2698420" y="1442833"/>
                  </a:lnTo>
                  <a:lnTo>
                    <a:pt x="2713789" y="1443246"/>
                  </a:lnTo>
                  <a:lnTo>
                    <a:pt x="2723814" y="1441398"/>
                  </a:lnTo>
                  <a:lnTo>
                    <a:pt x="2729850" y="1438261"/>
                  </a:lnTo>
                  <a:lnTo>
                    <a:pt x="2744325" y="1440979"/>
                  </a:lnTo>
                  <a:lnTo>
                    <a:pt x="2745353" y="1452899"/>
                  </a:lnTo>
                  <a:lnTo>
                    <a:pt x="2743700" y="1464749"/>
                  </a:lnTo>
                  <a:lnTo>
                    <a:pt x="2742863" y="1477367"/>
                  </a:lnTo>
                  <a:lnTo>
                    <a:pt x="2746873" y="1477284"/>
                  </a:lnTo>
                  <a:lnTo>
                    <a:pt x="2751586" y="1473252"/>
                  </a:lnTo>
                  <a:lnTo>
                    <a:pt x="2753942" y="1450651"/>
                  </a:lnTo>
                  <a:lnTo>
                    <a:pt x="2767172" y="1442300"/>
                  </a:lnTo>
                  <a:lnTo>
                    <a:pt x="2771605" y="1442872"/>
                  </a:lnTo>
                  <a:lnTo>
                    <a:pt x="2775817" y="1450136"/>
                  </a:lnTo>
                  <a:lnTo>
                    <a:pt x="2777233" y="1457503"/>
                  </a:lnTo>
                  <a:lnTo>
                    <a:pt x="2778727" y="1467619"/>
                  </a:lnTo>
                  <a:lnTo>
                    <a:pt x="2775636" y="1483031"/>
                  </a:lnTo>
                  <a:lnTo>
                    <a:pt x="2755312" y="1501054"/>
                  </a:lnTo>
                  <a:lnTo>
                    <a:pt x="2740754" y="1517717"/>
                  </a:lnTo>
                  <a:lnTo>
                    <a:pt x="2733313" y="1521115"/>
                  </a:lnTo>
                  <a:lnTo>
                    <a:pt x="2722579" y="1519178"/>
                  </a:lnTo>
                  <a:lnTo>
                    <a:pt x="2710409" y="1514987"/>
                  </a:lnTo>
                  <a:lnTo>
                    <a:pt x="2704441" y="1514142"/>
                  </a:lnTo>
                  <a:lnTo>
                    <a:pt x="2699903" y="1515539"/>
                  </a:lnTo>
                  <a:lnTo>
                    <a:pt x="2697139" y="1510408"/>
                  </a:lnTo>
                  <a:lnTo>
                    <a:pt x="2695356" y="1501047"/>
                  </a:lnTo>
                  <a:lnTo>
                    <a:pt x="2690622" y="1497942"/>
                  </a:lnTo>
                  <a:lnTo>
                    <a:pt x="2687041" y="1498285"/>
                  </a:lnTo>
                  <a:lnTo>
                    <a:pt x="2684597" y="1508230"/>
                  </a:lnTo>
                  <a:lnTo>
                    <a:pt x="2673243" y="1511056"/>
                  </a:lnTo>
                  <a:lnTo>
                    <a:pt x="2657807" y="1506947"/>
                  </a:lnTo>
                  <a:lnTo>
                    <a:pt x="2641642" y="1498584"/>
                  </a:lnTo>
                  <a:lnTo>
                    <a:pt x="2648577" y="1507557"/>
                  </a:lnTo>
                  <a:lnTo>
                    <a:pt x="2688689" y="1524296"/>
                  </a:lnTo>
                  <a:lnTo>
                    <a:pt x="2693206" y="1527427"/>
                  </a:lnTo>
                  <a:lnTo>
                    <a:pt x="2697423" y="1532006"/>
                  </a:lnTo>
                  <a:lnTo>
                    <a:pt x="2691811" y="1539188"/>
                  </a:lnTo>
                  <a:lnTo>
                    <a:pt x="2687413" y="1547278"/>
                  </a:lnTo>
                  <a:lnTo>
                    <a:pt x="2686793" y="1553629"/>
                  </a:lnTo>
                  <a:lnTo>
                    <a:pt x="2685242" y="1557636"/>
                  </a:lnTo>
                  <a:lnTo>
                    <a:pt x="2669248" y="1568431"/>
                  </a:lnTo>
                  <a:lnTo>
                    <a:pt x="2660582" y="1566526"/>
                  </a:lnTo>
                  <a:lnTo>
                    <a:pt x="2638438" y="1547062"/>
                  </a:lnTo>
                  <a:lnTo>
                    <a:pt x="2648526" y="1563897"/>
                  </a:lnTo>
                  <a:lnTo>
                    <a:pt x="2656603" y="1571041"/>
                  </a:lnTo>
                  <a:lnTo>
                    <a:pt x="2672866" y="1574852"/>
                  </a:lnTo>
                  <a:lnTo>
                    <a:pt x="2703371" y="1568558"/>
                  </a:lnTo>
                  <a:lnTo>
                    <a:pt x="2713376" y="1575430"/>
                  </a:lnTo>
                  <a:lnTo>
                    <a:pt x="2705164" y="1587603"/>
                  </a:lnTo>
                  <a:lnTo>
                    <a:pt x="2697004" y="1596145"/>
                  </a:lnTo>
                  <a:lnTo>
                    <a:pt x="2686302" y="1597097"/>
                  </a:lnTo>
                  <a:lnTo>
                    <a:pt x="2676876" y="1599409"/>
                  </a:lnTo>
                  <a:lnTo>
                    <a:pt x="2674111" y="1605283"/>
                  </a:lnTo>
                  <a:lnTo>
                    <a:pt x="2667393" y="1605651"/>
                  </a:lnTo>
                  <a:lnTo>
                    <a:pt x="2656892" y="1606000"/>
                  </a:lnTo>
                  <a:lnTo>
                    <a:pt x="2640635" y="1606534"/>
                  </a:lnTo>
                  <a:lnTo>
                    <a:pt x="2631705" y="1605162"/>
                  </a:lnTo>
                  <a:lnTo>
                    <a:pt x="2619230" y="1617164"/>
                  </a:lnTo>
                  <a:lnTo>
                    <a:pt x="2614522" y="1618815"/>
                  </a:lnTo>
                  <a:lnTo>
                    <a:pt x="2607944" y="1616561"/>
                  </a:lnTo>
                  <a:lnTo>
                    <a:pt x="2605184" y="1606921"/>
                  </a:lnTo>
                  <a:lnTo>
                    <a:pt x="2602244" y="1602184"/>
                  </a:lnTo>
                  <a:lnTo>
                    <a:pt x="2602171" y="1620219"/>
                  </a:lnTo>
                  <a:lnTo>
                    <a:pt x="2603324" y="1625077"/>
                  </a:lnTo>
                  <a:lnTo>
                    <a:pt x="2605680" y="1628741"/>
                  </a:lnTo>
                  <a:lnTo>
                    <a:pt x="2591087" y="1638527"/>
                  </a:lnTo>
                  <a:lnTo>
                    <a:pt x="2577118" y="1650733"/>
                  </a:lnTo>
                  <a:lnTo>
                    <a:pt x="2572111" y="1654054"/>
                  </a:lnTo>
                  <a:lnTo>
                    <a:pt x="2566421" y="1660169"/>
                  </a:lnTo>
                  <a:lnTo>
                    <a:pt x="2554768" y="1677830"/>
                  </a:lnTo>
                  <a:lnTo>
                    <a:pt x="2551889" y="1690708"/>
                  </a:lnTo>
                  <a:lnTo>
                    <a:pt x="2547678" y="1705066"/>
                  </a:lnTo>
                  <a:lnTo>
                    <a:pt x="2547145" y="1698602"/>
                  </a:lnTo>
                  <a:lnTo>
                    <a:pt x="2547869" y="1687717"/>
                  </a:lnTo>
                  <a:lnTo>
                    <a:pt x="2544985" y="1675251"/>
                  </a:lnTo>
                  <a:lnTo>
                    <a:pt x="2543156" y="1698087"/>
                  </a:lnTo>
                  <a:lnTo>
                    <a:pt x="2538629" y="1708699"/>
                  </a:lnTo>
                  <a:lnTo>
                    <a:pt x="2497086" y="1707950"/>
                  </a:lnTo>
                  <a:lnTo>
                    <a:pt x="2478900" y="1713716"/>
                  </a:lnTo>
                  <a:lnTo>
                    <a:pt x="2450984" y="1733116"/>
                  </a:lnTo>
                  <a:lnTo>
                    <a:pt x="2442638" y="1741619"/>
                  </a:lnTo>
                  <a:lnTo>
                    <a:pt x="2419580" y="1774495"/>
                  </a:lnTo>
                  <a:lnTo>
                    <a:pt x="2413694" y="1795534"/>
                  </a:lnTo>
                  <a:lnTo>
                    <a:pt x="2408976" y="1786688"/>
                  </a:lnTo>
                  <a:lnTo>
                    <a:pt x="2410144" y="1780052"/>
                  </a:lnTo>
                  <a:lnTo>
                    <a:pt x="2410237" y="1774629"/>
                  </a:lnTo>
                  <a:lnTo>
                    <a:pt x="2404428" y="1786263"/>
                  </a:lnTo>
                  <a:lnTo>
                    <a:pt x="2409942" y="1803205"/>
                  </a:lnTo>
                  <a:lnTo>
                    <a:pt x="2404992" y="1809676"/>
                  </a:lnTo>
                  <a:lnTo>
                    <a:pt x="2389762" y="1821755"/>
                  </a:lnTo>
                  <a:lnTo>
                    <a:pt x="2381427" y="1823736"/>
                  </a:lnTo>
                  <a:lnTo>
                    <a:pt x="2372068" y="1827172"/>
                  </a:lnTo>
                  <a:lnTo>
                    <a:pt x="2369122" y="1839085"/>
                  </a:lnTo>
                  <a:lnTo>
                    <a:pt x="2356415" y="1850071"/>
                  </a:lnTo>
                  <a:lnTo>
                    <a:pt x="2349010" y="1854936"/>
                  </a:lnTo>
                  <a:lnTo>
                    <a:pt x="2335449" y="1851989"/>
                  </a:lnTo>
                  <a:lnTo>
                    <a:pt x="2339625" y="1862569"/>
                  </a:lnTo>
                  <a:lnTo>
                    <a:pt x="2334643" y="1870577"/>
                  </a:lnTo>
                  <a:lnTo>
                    <a:pt x="2326065" y="1876718"/>
                  </a:lnTo>
                  <a:lnTo>
                    <a:pt x="2315399" y="1880725"/>
                  </a:lnTo>
                  <a:lnTo>
                    <a:pt x="2309285" y="1880236"/>
                  </a:lnTo>
                  <a:lnTo>
                    <a:pt x="2304061" y="1882363"/>
                  </a:lnTo>
                  <a:lnTo>
                    <a:pt x="2299968" y="1887456"/>
                  </a:lnTo>
                  <a:lnTo>
                    <a:pt x="2289968" y="1892219"/>
                  </a:lnTo>
                  <a:lnTo>
                    <a:pt x="2279581" y="1889539"/>
                  </a:lnTo>
                  <a:lnTo>
                    <a:pt x="2267809" y="1887932"/>
                  </a:lnTo>
                  <a:lnTo>
                    <a:pt x="2261251" y="1890790"/>
                  </a:lnTo>
                  <a:lnTo>
                    <a:pt x="2272274" y="1895515"/>
                  </a:lnTo>
                  <a:lnTo>
                    <a:pt x="2278176" y="1902360"/>
                  </a:lnTo>
                  <a:lnTo>
                    <a:pt x="2276961" y="1911588"/>
                  </a:lnTo>
                  <a:lnTo>
                    <a:pt x="2274010" y="1915150"/>
                  </a:lnTo>
                  <a:lnTo>
                    <a:pt x="2267055" y="1919976"/>
                  </a:lnTo>
                  <a:lnTo>
                    <a:pt x="2264001" y="1919259"/>
                  </a:lnTo>
                  <a:lnTo>
                    <a:pt x="2262135" y="1914909"/>
                  </a:lnTo>
                  <a:lnTo>
                    <a:pt x="2259872" y="1905847"/>
                  </a:lnTo>
                  <a:lnTo>
                    <a:pt x="2256637" y="1907777"/>
                  </a:lnTo>
                  <a:lnTo>
                    <a:pt x="2256078" y="1912000"/>
                  </a:lnTo>
                  <a:lnTo>
                    <a:pt x="2253298" y="1913505"/>
                  </a:lnTo>
                  <a:lnTo>
                    <a:pt x="2243433" y="1899071"/>
                  </a:lnTo>
                  <a:lnTo>
                    <a:pt x="2243924" y="1910082"/>
                  </a:lnTo>
                  <a:lnTo>
                    <a:pt x="2247371" y="1918541"/>
                  </a:lnTo>
                  <a:lnTo>
                    <a:pt x="2250704" y="1922834"/>
                  </a:lnTo>
                  <a:lnTo>
                    <a:pt x="2254068" y="1925361"/>
                  </a:lnTo>
                  <a:lnTo>
                    <a:pt x="2254895" y="1929286"/>
                  </a:lnTo>
                  <a:lnTo>
                    <a:pt x="2248146" y="1938850"/>
                  </a:lnTo>
                  <a:lnTo>
                    <a:pt x="2244673" y="1940977"/>
                  </a:lnTo>
                  <a:lnTo>
                    <a:pt x="2238493" y="1942527"/>
                  </a:lnTo>
                  <a:lnTo>
                    <a:pt x="2235015" y="1948420"/>
                  </a:lnTo>
                  <a:lnTo>
                    <a:pt x="2236043" y="1953494"/>
                  </a:lnTo>
                  <a:lnTo>
                    <a:pt x="2230638" y="1964505"/>
                  </a:lnTo>
                  <a:lnTo>
                    <a:pt x="2217713" y="1971383"/>
                  </a:lnTo>
                  <a:lnTo>
                    <a:pt x="2213765" y="1971116"/>
                  </a:lnTo>
                  <a:lnTo>
                    <a:pt x="2210546" y="1973129"/>
                  </a:lnTo>
                  <a:lnTo>
                    <a:pt x="2212427" y="1978032"/>
                  </a:lnTo>
                  <a:lnTo>
                    <a:pt x="2215651" y="1981601"/>
                  </a:lnTo>
                  <a:lnTo>
                    <a:pt x="2215538" y="1984915"/>
                  </a:lnTo>
                  <a:lnTo>
                    <a:pt x="2212122" y="1989418"/>
                  </a:lnTo>
                  <a:lnTo>
                    <a:pt x="2205378" y="1990675"/>
                  </a:lnTo>
                  <a:lnTo>
                    <a:pt x="2201590" y="1995813"/>
                  </a:lnTo>
                  <a:lnTo>
                    <a:pt x="2202789" y="2000658"/>
                  </a:lnTo>
                  <a:lnTo>
                    <a:pt x="2205016" y="2003363"/>
                  </a:lnTo>
                  <a:lnTo>
                    <a:pt x="2204551" y="2008025"/>
                  </a:lnTo>
                  <a:lnTo>
                    <a:pt x="2196882" y="2012705"/>
                  </a:lnTo>
                  <a:lnTo>
                    <a:pt x="2195084" y="2017309"/>
                  </a:lnTo>
                  <a:lnTo>
                    <a:pt x="2198892" y="2018668"/>
                  </a:lnTo>
                  <a:lnTo>
                    <a:pt x="2201822" y="2017309"/>
                  </a:lnTo>
                  <a:lnTo>
                    <a:pt x="2203967" y="2018299"/>
                  </a:lnTo>
                  <a:lnTo>
                    <a:pt x="2199368" y="2025996"/>
                  </a:lnTo>
                  <a:lnTo>
                    <a:pt x="2195239" y="2030689"/>
                  </a:lnTo>
                  <a:lnTo>
                    <a:pt x="2191316" y="2039122"/>
                  </a:lnTo>
                  <a:lnTo>
                    <a:pt x="2182216" y="2041453"/>
                  </a:lnTo>
                  <a:lnTo>
                    <a:pt x="2182557" y="2044177"/>
                  </a:lnTo>
                  <a:lnTo>
                    <a:pt x="2187699" y="2046590"/>
                  </a:lnTo>
                  <a:lnTo>
                    <a:pt x="2192004" y="2053074"/>
                  </a:lnTo>
                  <a:lnTo>
                    <a:pt x="2183916" y="2065045"/>
                  </a:lnTo>
                  <a:lnTo>
                    <a:pt x="2178867" y="2064060"/>
                  </a:lnTo>
                  <a:lnTo>
                    <a:pt x="2175782" y="2061425"/>
                  </a:lnTo>
                  <a:lnTo>
                    <a:pt x="2173813" y="2070874"/>
                  </a:lnTo>
                  <a:lnTo>
                    <a:pt x="2174568" y="2075917"/>
                  </a:lnTo>
                  <a:lnTo>
                    <a:pt x="2172645" y="2086223"/>
                  </a:lnTo>
                  <a:lnTo>
                    <a:pt x="2169555" y="2098613"/>
                  </a:lnTo>
                  <a:lnTo>
                    <a:pt x="2167457" y="2103699"/>
                  </a:lnTo>
                  <a:lnTo>
                    <a:pt x="2167902" y="2113174"/>
                  </a:lnTo>
                  <a:lnTo>
                    <a:pt x="2169199" y="2122325"/>
                  </a:lnTo>
                  <a:lnTo>
                    <a:pt x="2174149" y="2134118"/>
                  </a:lnTo>
                  <a:lnTo>
                    <a:pt x="2181710" y="2182343"/>
                  </a:lnTo>
                  <a:lnTo>
                    <a:pt x="2186857" y="2199089"/>
                  </a:lnTo>
                  <a:lnTo>
                    <a:pt x="2196128" y="2244272"/>
                  </a:lnTo>
                  <a:lnTo>
                    <a:pt x="2211471" y="2288077"/>
                  </a:lnTo>
                  <a:lnTo>
                    <a:pt x="2233118" y="2341026"/>
                  </a:lnTo>
                  <a:lnTo>
                    <a:pt x="2268646" y="2405203"/>
                  </a:lnTo>
                  <a:lnTo>
                    <a:pt x="2272899" y="2414348"/>
                  </a:lnTo>
                  <a:lnTo>
                    <a:pt x="2268274" y="2422102"/>
                  </a:lnTo>
                  <a:lnTo>
                    <a:pt x="2266863" y="2430135"/>
                  </a:lnTo>
                  <a:lnTo>
                    <a:pt x="2266460" y="2442245"/>
                  </a:lnTo>
                  <a:lnTo>
                    <a:pt x="2267742" y="2454044"/>
                  </a:lnTo>
                  <a:lnTo>
                    <a:pt x="2271943" y="2468453"/>
                  </a:lnTo>
                  <a:lnTo>
                    <a:pt x="2280015" y="2490483"/>
                  </a:lnTo>
                  <a:lnTo>
                    <a:pt x="2275499" y="2486088"/>
                  </a:lnTo>
                  <a:lnTo>
                    <a:pt x="2263809" y="2454470"/>
                  </a:lnTo>
                  <a:lnTo>
                    <a:pt x="2262450" y="2435901"/>
                  </a:lnTo>
                  <a:lnTo>
                    <a:pt x="2264135" y="2409560"/>
                  </a:lnTo>
                  <a:lnTo>
                    <a:pt x="2261391" y="2410195"/>
                  </a:lnTo>
                  <a:lnTo>
                    <a:pt x="2259164" y="2418755"/>
                  </a:lnTo>
                  <a:lnTo>
                    <a:pt x="2257939" y="2428808"/>
                  </a:lnTo>
                  <a:lnTo>
                    <a:pt x="2254973" y="2432700"/>
                  </a:lnTo>
                  <a:lnTo>
                    <a:pt x="2250926" y="2417364"/>
                  </a:lnTo>
                  <a:lnTo>
                    <a:pt x="2251210" y="2410430"/>
                  </a:lnTo>
                  <a:lnTo>
                    <a:pt x="2255505" y="2402327"/>
                  </a:lnTo>
                  <a:lnTo>
                    <a:pt x="2254259" y="2399412"/>
                  </a:lnTo>
                  <a:lnTo>
                    <a:pt x="2247309" y="2395265"/>
                  </a:lnTo>
                  <a:lnTo>
                    <a:pt x="2245831" y="2388743"/>
                  </a:lnTo>
                  <a:lnTo>
                    <a:pt x="2246771" y="2382304"/>
                  </a:lnTo>
                  <a:lnTo>
                    <a:pt x="2242782" y="2378862"/>
                  </a:lnTo>
                  <a:lnTo>
                    <a:pt x="2239661" y="2379027"/>
                  </a:lnTo>
                  <a:lnTo>
                    <a:pt x="2241753" y="2394903"/>
                  </a:lnTo>
                  <a:lnTo>
                    <a:pt x="2245056" y="2404651"/>
                  </a:lnTo>
                  <a:lnTo>
                    <a:pt x="2249138" y="2428014"/>
                  </a:lnTo>
                  <a:lnTo>
                    <a:pt x="2255727" y="2442169"/>
                  </a:lnTo>
                  <a:lnTo>
                    <a:pt x="2259567" y="2454038"/>
                  </a:lnTo>
                  <a:lnTo>
                    <a:pt x="2304438" y="2580696"/>
                  </a:lnTo>
                  <a:lnTo>
                    <a:pt x="2315058" y="2596826"/>
                  </a:lnTo>
                  <a:lnTo>
                    <a:pt x="2318985" y="2608409"/>
                  </a:lnTo>
                  <a:lnTo>
                    <a:pt x="2323073" y="2632630"/>
                  </a:lnTo>
                  <a:lnTo>
                    <a:pt x="2323998" y="2663728"/>
                  </a:lnTo>
                  <a:lnTo>
                    <a:pt x="2316665" y="2720564"/>
                  </a:lnTo>
                  <a:lnTo>
                    <a:pt x="2314996" y="2759333"/>
                  </a:lnTo>
                  <a:lnTo>
                    <a:pt x="2313947" y="2758145"/>
                  </a:lnTo>
                  <a:lnTo>
                    <a:pt x="2313244" y="2754062"/>
                  </a:lnTo>
                  <a:lnTo>
                    <a:pt x="2311549" y="2753503"/>
                  </a:lnTo>
                  <a:lnTo>
                    <a:pt x="2305182" y="2771265"/>
                  </a:lnTo>
                  <a:lnTo>
                    <a:pt x="2296531" y="2787287"/>
                  </a:lnTo>
                  <a:lnTo>
                    <a:pt x="2293684" y="2812187"/>
                  </a:lnTo>
                  <a:lnTo>
                    <a:pt x="2289534" y="2824653"/>
                  </a:lnTo>
                  <a:lnTo>
                    <a:pt x="2277075" y="2837843"/>
                  </a:lnTo>
                  <a:lnTo>
                    <a:pt x="2269354" y="2837506"/>
                  </a:lnTo>
                  <a:lnTo>
                    <a:pt x="2250420" y="2847400"/>
                  </a:lnTo>
                  <a:lnTo>
                    <a:pt x="2237118" y="2844822"/>
                  </a:lnTo>
                  <a:lnTo>
                    <a:pt x="2221269" y="2850404"/>
                  </a:lnTo>
                  <a:lnTo>
                    <a:pt x="2210840" y="2849781"/>
                  </a:lnTo>
                  <a:lnTo>
                    <a:pt x="2204820" y="2838014"/>
                  </a:lnTo>
                  <a:lnTo>
                    <a:pt x="2205740" y="2832750"/>
                  </a:lnTo>
                  <a:lnTo>
                    <a:pt x="2208137" y="2827460"/>
                  </a:lnTo>
                  <a:lnTo>
                    <a:pt x="2212199" y="2826228"/>
                  </a:lnTo>
                  <a:lnTo>
                    <a:pt x="2226199" y="2838560"/>
                  </a:lnTo>
                  <a:lnTo>
                    <a:pt x="2228839" y="2833372"/>
                  </a:lnTo>
                  <a:lnTo>
                    <a:pt x="2224612" y="2827199"/>
                  </a:lnTo>
                  <a:lnTo>
                    <a:pt x="2216519" y="2823757"/>
                  </a:lnTo>
                  <a:lnTo>
                    <a:pt x="2210540" y="2819973"/>
                  </a:lnTo>
                  <a:lnTo>
                    <a:pt x="2198494" y="2791859"/>
                  </a:lnTo>
                  <a:lnTo>
                    <a:pt x="2186014" y="2772554"/>
                  </a:lnTo>
                  <a:lnTo>
                    <a:pt x="2183911" y="2759650"/>
                  </a:lnTo>
                  <a:lnTo>
                    <a:pt x="2162393" y="2751782"/>
                  </a:lnTo>
                  <a:lnTo>
                    <a:pt x="2146812" y="2739869"/>
                  </a:lnTo>
                  <a:lnTo>
                    <a:pt x="2136652" y="2718678"/>
                  </a:lnTo>
                  <a:lnTo>
                    <a:pt x="2130823" y="2681102"/>
                  </a:lnTo>
                  <a:lnTo>
                    <a:pt x="2123950" y="2676879"/>
                  </a:lnTo>
                  <a:lnTo>
                    <a:pt x="2121046" y="2673958"/>
                  </a:lnTo>
                  <a:lnTo>
                    <a:pt x="2127759" y="2660013"/>
                  </a:lnTo>
                  <a:lnTo>
                    <a:pt x="2134833" y="2648322"/>
                  </a:lnTo>
                  <a:lnTo>
                    <a:pt x="2129237" y="2651230"/>
                  </a:lnTo>
                  <a:lnTo>
                    <a:pt x="2125108" y="2655555"/>
                  </a:lnTo>
                  <a:lnTo>
                    <a:pt x="2119857" y="2665880"/>
                  </a:lnTo>
                  <a:lnTo>
                    <a:pt x="2116023" y="2667468"/>
                  </a:lnTo>
                  <a:lnTo>
                    <a:pt x="2112509" y="2665880"/>
                  </a:lnTo>
                  <a:lnTo>
                    <a:pt x="2108457" y="2646074"/>
                  </a:lnTo>
                  <a:lnTo>
                    <a:pt x="2109615" y="2621726"/>
                  </a:lnTo>
                  <a:lnTo>
                    <a:pt x="2115294" y="2612620"/>
                  </a:lnTo>
                  <a:lnTo>
                    <a:pt x="2106571" y="2612378"/>
                  </a:lnTo>
                  <a:lnTo>
                    <a:pt x="2097533" y="2615846"/>
                  </a:lnTo>
                  <a:lnTo>
                    <a:pt x="2098856" y="2623962"/>
                  </a:lnTo>
                  <a:lnTo>
                    <a:pt x="2097579" y="2628420"/>
                  </a:lnTo>
                  <a:lnTo>
                    <a:pt x="2090995" y="2627276"/>
                  </a:lnTo>
                  <a:lnTo>
                    <a:pt x="2086003" y="2624425"/>
                  </a:lnTo>
                  <a:lnTo>
                    <a:pt x="2079229" y="2615979"/>
                  </a:lnTo>
                  <a:lnTo>
                    <a:pt x="2069989" y="2599862"/>
                  </a:lnTo>
                  <a:lnTo>
                    <a:pt x="2051033" y="2555460"/>
                  </a:lnTo>
                  <a:lnTo>
                    <a:pt x="2047338" y="2549198"/>
                  </a:lnTo>
                  <a:lnTo>
                    <a:pt x="2041070" y="2542645"/>
                  </a:lnTo>
                  <a:lnTo>
                    <a:pt x="2044021" y="2540606"/>
                  </a:lnTo>
                  <a:lnTo>
                    <a:pt x="2049406" y="2539400"/>
                  </a:lnTo>
                  <a:lnTo>
                    <a:pt x="2061576" y="2519409"/>
                  </a:lnTo>
                  <a:lnTo>
                    <a:pt x="2071136" y="2507330"/>
                  </a:lnTo>
                  <a:lnTo>
                    <a:pt x="2074309" y="2498973"/>
                  </a:lnTo>
                  <a:lnTo>
                    <a:pt x="2073756" y="2495398"/>
                  </a:lnTo>
                  <a:lnTo>
                    <a:pt x="2069529" y="2490203"/>
                  </a:lnTo>
                  <a:lnTo>
                    <a:pt x="2063979" y="2494744"/>
                  </a:lnTo>
                  <a:lnTo>
                    <a:pt x="2061601" y="2493448"/>
                  </a:lnTo>
                  <a:lnTo>
                    <a:pt x="2055359" y="2482970"/>
                  </a:lnTo>
                  <a:lnTo>
                    <a:pt x="2049395" y="2480011"/>
                  </a:lnTo>
                  <a:lnTo>
                    <a:pt x="2045240" y="2482278"/>
                  </a:lnTo>
                  <a:lnTo>
                    <a:pt x="2049623" y="2490864"/>
                  </a:lnTo>
                  <a:lnTo>
                    <a:pt x="2053560" y="2494052"/>
                  </a:lnTo>
                  <a:lnTo>
                    <a:pt x="2052036" y="2506536"/>
                  </a:lnTo>
                  <a:lnTo>
                    <a:pt x="2050444" y="2510601"/>
                  </a:lnTo>
                  <a:lnTo>
                    <a:pt x="2046755" y="2514189"/>
                  </a:lnTo>
                  <a:lnTo>
                    <a:pt x="2040993" y="2512277"/>
                  </a:lnTo>
                  <a:lnTo>
                    <a:pt x="2038078" y="2515364"/>
                  </a:lnTo>
                  <a:lnTo>
                    <a:pt x="2034647" y="2512112"/>
                  </a:lnTo>
                  <a:lnTo>
                    <a:pt x="2031231" y="2506625"/>
                  </a:lnTo>
                  <a:lnTo>
                    <a:pt x="2027427" y="2497595"/>
                  </a:lnTo>
                  <a:lnTo>
                    <a:pt x="2037478" y="2446767"/>
                  </a:lnTo>
                  <a:lnTo>
                    <a:pt x="2046780" y="2414380"/>
                  </a:lnTo>
                  <a:lnTo>
                    <a:pt x="2047845" y="2377433"/>
                  </a:lnTo>
                  <a:lnTo>
                    <a:pt x="2048537" y="2371959"/>
                  </a:lnTo>
                  <a:lnTo>
                    <a:pt x="2047752" y="2362141"/>
                  </a:lnTo>
                  <a:lnTo>
                    <a:pt x="2035277" y="2340804"/>
                  </a:lnTo>
                  <a:lnTo>
                    <a:pt x="1980122" y="2288737"/>
                  </a:lnTo>
                  <a:lnTo>
                    <a:pt x="1937374" y="2227081"/>
                  </a:lnTo>
                  <a:lnTo>
                    <a:pt x="1900348" y="2203953"/>
                  </a:lnTo>
                  <a:lnTo>
                    <a:pt x="1872256" y="2209033"/>
                  </a:lnTo>
                  <a:lnTo>
                    <a:pt x="1867393" y="2213682"/>
                  </a:lnTo>
                  <a:lnTo>
                    <a:pt x="1865305" y="2219759"/>
                  </a:lnTo>
                  <a:lnTo>
                    <a:pt x="1867068" y="2226637"/>
                  </a:lnTo>
                  <a:lnTo>
                    <a:pt x="1864515" y="2229501"/>
                  </a:lnTo>
                  <a:lnTo>
                    <a:pt x="1856975" y="2229139"/>
                  </a:lnTo>
                  <a:lnTo>
                    <a:pt x="1846820" y="2230739"/>
                  </a:lnTo>
                  <a:lnTo>
                    <a:pt x="1820305" y="2246971"/>
                  </a:lnTo>
                  <a:lnTo>
                    <a:pt x="1810951" y="2246374"/>
                  </a:lnTo>
                  <a:lnTo>
                    <a:pt x="1802455" y="2250578"/>
                  </a:lnTo>
                  <a:lnTo>
                    <a:pt x="1796094" y="2253727"/>
                  </a:lnTo>
                  <a:lnTo>
                    <a:pt x="1779506" y="2255442"/>
                  </a:lnTo>
                  <a:lnTo>
                    <a:pt x="1765439" y="2259043"/>
                  </a:lnTo>
                  <a:lnTo>
                    <a:pt x="1759362" y="2257093"/>
                  </a:lnTo>
                  <a:lnTo>
                    <a:pt x="1755398" y="2247682"/>
                  </a:lnTo>
                  <a:lnTo>
                    <a:pt x="1755398" y="2237940"/>
                  </a:lnTo>
                  <a:lnTo>
                    <a:pt x="1758613" y="2245408"/>
                  </a:lnTo>
                  <a:lnTo>
                    <a:pt x="1763589" y="2251251"/>
                  </a:lnTo>
                  <a:lnTo>
                    <a:pt x="1765868" y="2248914"/>
                  </a:lnTo>
                  <a:lnTo>
                    <a:pt x="1766721" y="2243745"/>
                  </a:lnTo>
                  <a:lnTo>
                    <a:pt x="1761770" y="2233616"/>
                  </a:lnTo>
                  <a:lnTo>
                    <a:pt x="1745822" y="2220604"/>
                  </a:lnTo>
                  <a:lnTo>
                    <a:pt x="1727673" y="2201597"/>
                  </a:lnTo>
                  <a:lnTo>
                    <a:pt x="1733208" y="2202226"/>
                  </a:lnTo>
                  <a:lnTo>
                    <a:pt x="1734608" y="2198155"/>
                  </a:lnTo>
                  <a:lnTo>
                    <a:pt x="1728981" y="2192815"/>
                  </a:lnTo>
                  <a:lnTo>
                    <a:pt x="1731358" y="2186642"/>
                  </a:lnTo>
                  <a:lnTo>
                    <a:pt x="1735322" y="2180158"/>
                  </a:lnTo>
                  <a:lnTo>
                    <a:pt x="1727663" y="2181130"/>
                  </a:lnTo>
                  <a:lnTo>
                    <a:pt x="1720790" y="2185670"/>
                  </a:lnTo>
                  <a:lnTo>
                    <a:pt x="1720563" y="2191278"/>
                  </a:lnTo>
                  <a:lnTo>
                    <a:pt x="1719203" y="2195736"/>
                  </a:lnTo>
                  <a:lnTo>
                    <a:pt x="1715503" y="2195088"/>
                  </a:lnTo>
                  <a:lnTo>
                    <a:pt x="1708635" y="2189569"/>
                  </a:lnTo>
                  <a:lnTo>
                    <a:pt x="1674823" y="2174208"/>
                  </a:lnTo>
                  <a:lnTo>
                    <a:pt x="1645264" y="2165546"/>
                  </a:lnTo>
                  <a:lnTo>
                    <a:pt x="1667950" y="2161647"/>
                  </a:lnTo>
                  <a:lnTo>
                    <a:pt x="1680254" y="2164676"/>
                  </a:lnTo>
                  <a:lnTo>
                    <a:pt x="1678787" y="2160027"/>
                  </a:lnTo>
                  <a:lnTo>
                    <a:pt x="1675826" y="2157075"/>
                  </a:lnTo>
                  <a:lnTo>
                    <a:pt x="1666121" y="2153334"/>
                  </a:lnTo>
                  <a:lnTo>
                    <a:pt x="1653759" y="2154757"/>
                  </a:lnTo>
                  <a:lnTo>
                    <a:pt x="1645951" y="2152998"/>
                  </a:lnTo>
                  <a:lnTo>
                    <a:pt x="1637967" y="2156706"/>
                  </a:lnTo>
                  <a:lnTo>
                    <a:pt x="1629218" y="2162218"/>
                  </a:lnTo>
                  <a:lnTo>
                    <a:pt x="1621430" y="2165057"/>
                  </a:lnTo>
                  <a:lnTo>
                    <a:pt x="1590951" y="2169026"/>
                  </a:lnTo>
                  <a:lnTo>
                    <a:pt x="1566234" y="2173332"/>
                  </a:lnTo>
                  <a:lnTo>
                    <a:pt x="1570197" y="2168785"/>
                  </a:lnTo>
                  <a:lnTo>
                    <a:pt x="1574424" y="2165863"/>
                  </a:lnTo>
                  <a:lnTo>
                    <a:pt x="1589028" y="2161418"/>
                  </a:lnTo>
                  <a:lnTo>
                    <a:pt x="1591214" y="2152178"/>
                  </a:lnTo>
                  <a:lnTo>
                    <a:pt x="1587783" y="2143281"/>
                  </a:lnTo>
                  <a:lnTo>
                    <a:pt x="1583938" y="2145415"/>
                  </a:lnTo>
                  <a:lnTo>
                    <a:pt x="1579902" y="2152369"/>
                  </a:lnTo>
                  <a:lnTo>
                    <a:pt x="1574952" y="2147358"/>
                  </a:lnTo>
                  <a:lnTo>
                    <a:pt x="1569469" y="2147384"/>
                  </a:lnTo>
                  <a:lnTo>
                    <a:pt x="1567980" y="2158446"/>
                  </a:lnTo>
                  <a:lnTo>
                    <a:pt x="1560952" y="2165863"/>
                  </a:lnTo>
                  <a:lnTo>
                    <a:pt x="1557779" y="2173332"/>
                  </a:lnTo>
                  <a:lnTo>
                    <a:pt x="1537170" y="2179180"/>
                  </a:lnTo>
                  <a:lnTo>
                    <a:pt x="1534530" y="2177231"/>
                  </a:lnTo>
                  <a:lnTo>
                    <a:pt x="1540560" y="2170137"/>
                  </a:lnTo>
                  <a:lnTo>
                    <a:pt x="1540080" y="2166194"/>
                  </a:lnTo>
                  <a:lnTo>
                    <a:pt x="1533202" y="2169578"/>
                  </a:lnTo>
                  <a:lnTo>
                    <a:pt x="1521667" y="2183022"/>
                  </a:lnTo>
                  <a:lnTo>
                    <a:pt x="1481059" y="2187423"/>
                  </a:lnTo>
                  <a:lnTo>
                    <a:pt x="1483276" y="2184368"/>
                  </a:lnTo>
                  <a:lnTo>
                    <a:pt x="1491849" y="2183759"/>
                  </a:lnTo>
                  <a:lnTo>
                    <a:pt x="1503885" y="2179504"/>
                  </a:lnTo>
                  <a:lnTo>
                    <a:pt x="1501451" y="2172341"/>
                  </a:lnTo>
                  <a:lnTo>
                    <a:pt x="1496810" y="2164466"/>
                  </a:lnTo>
                  <a:lnTo>
                    <a:pt x="1492526" y="2163590"/>
                  </a:lnTo>
                  <a:lnTo>
                    <a:pt x="1489700" y="2158973"/>
                  </a:lnTo>
                  <a:lnTo>
                    <a:pt x="1489839" y="2144425"/>
                  </a:lnTo>
                  <a:lnTo>
                    <a:pt x="1487100" y="2135921"/>
                  </a:lnTo>
                  <a:lnTo>
                    <a:pt x="1480491" y="2127171"/>
                  </a:lnTo>
                  <a:lnTo>
                    <a:pt x="1478258" y="2128853"/>
                  </a:lnTo>
                  <a:lnTo>
                    <a:pt x="1473395" y="2143815"/>
                  </a:lnTo>
                  <a:lnTo>
                    <a:pt x="1469354" y="2163438"/>
                  </a:lnTo>
                  <a:lnTo>
                    <a:pt x="1467354" y="2169775"/>
                  </a:lnTo>
                  <a:lnTo>
                    <a:pt x="1455314" y="2170220"/>
                  </a:lnTo>
                  <a:lnTo>
                    <a:pt x="1444658" y="2168880"/>
                  </a:lnTo>
                  <a:lnTo>
                    <a:pt x="1408442" y="2171236"/>
                  </a:lnTo>
                  <a:lnTo>
                    <a:pt x="1394913" y="2164587"/>
                  </a:lnTo>
                  <a:lnTo>
                    <a:pt x="1389301" y="2163311"/>
                  </a:lnTo>
                  <a:lnTo>
                    <a:pt x="1385885" y="2163463"/>
                  </a:lnTo>
                  <a:lnTo>
                    <a:pt x="1370134" y="2169559"/>
                  </a:lnTo>
                  <a:lnTo>
                    <a:pt x="1352186" y="2174227"/>
                  </a:lnTo>
                  <a:lnTo>
                    <a:pt x="1347959" y="2172760"/>
                  </a:lnTo>
                  <a:lnTo>
                    <a:pt x="1341929" y="2172544"/>
                  </a:lnTo>
                  <a:lnTo>
                    <a:pt x="1328916" y="2188433"/>
                  </a:lnTo>
                  <a:lnTo>
                    <a:pt x="1313573" y="2195869"/>
                  </a:lnTo>
                  <a:lnTo>
                    <a:pt x="1274862" y="2182501"/>
                  </a:lnTo>
                  <a:lnTo>
                    <a:pt x="1265234" y="2171750"/>
                  </a:lnTo>
                  <a:lnTo>
                    <a:pt x="1256687" y="2169451"/>
                  </a:lnTo>
                  <a:lnTo>
                    <a:pt x="1246176" y="2168124"/>
                  </a:lnTo>
                  <a:lnTo>
                    <a:pt x="1234884" y="2181352"/>
                  </a:lnTo>
                  <a:lnTo>
                    <a:pt x="1226306" y="2199203"/>
                  </a:lnTo>
                  <a:lnTo>
                    <a:pt x="1239861" y="2208989"/>
                  </a:lnTo>
                  <a:lnTo>
                    <a:pt x="1251462" y="2213669"/>
                  </a:lnTo>
                  <a:lnTo>
                    <a:pt x="1270635" y="2209745"/>
                  </a:lnTo>
                  <a:lnTo>
                    <a:pt x="1281234" y="2201083"/>
                  </a:lnTo>
                  <a:lnTo>
                    <a:pt x="1289890" y="2201368"/>
                  </a:lnTo>
                  <a:lnTo>
                    <a:pt x="1294029" y="2199609"/>
                  </a:lnTo>
                  <a:lnTo>
                    <a:pt x="1297806" y="2195088"/>
                  </a:lnTo>
                  <a:lnTo>
                    <a:pt x="1305207" y="2198657"/>
                  </a:lnTo>
                  <a:lnTo>
                    <a:pt x="1305470" y="2202232"/>
                  </a:lnTo>
                  <a:lnTo>
                    <a:pt x="1300215" y="2207268"/>
                  </a:lnTo>
                  <a:lnTo>
                    <a:pt x="1293595" y="2211510"/>
                  </a:lnTo>
                  <a:lnTo>
                    <a:pt x="1289579" y="2216508"/>
                  </a:lnTo>
                  <a:lnTo>
                    <a:pt x="1297135" y="2226580"/>
                  </a:lnTo>
                  <a:lnTo>
                    <a:pt x="1309000" y="2229964"/>
                  </a:lnTo>
                  <a:lnTo>
                    <a:pt x="1313465" y="2228504"/>
                  </a:lnTo>
                  <a:lnTo>
                    <a:pt x="1316229" y="2217181"/>
                  </a:lnTo>
                  <a:lnTo>
                    <a:pt x="1323526" y="2209891"/>
                  </a:lnTo>
                  <a:lnTo>
                    <a:pt x="1333443" y="2211466"/>
                  </a:lnTo>
                  <a:lnTo>
                    <a:pt x="1332032" y="2216038"/>
                  </a:lnTo>
                  <a:lnTo>
                    <a:pt x="1333422" y="2220356"/>
                  </a:lnTo>
                  <a:lnTo>
                    <a:pt x="1337980" y="2227729"/>
                  </a:lnTo>
                  <a:lnTo>
                    <a:pt x="1337458" y="2238290"/>
                  </a:lnTo>
                  <a:lnTo>
                    <a:pt x="1338342" y="2240836"/>
                  </a:lnTo>
                  <a:lnTo>
                    <a:pt x="1327655" y="2245497"/>
                  </a:lnTo>
                  <a:lnTo>
                    <a:pt x="1319692" y="2247079"/>
                  </a:lnTo>
                  <a:lnTo>
                    <a:pt x="1313320" y="2253181"/>
                  </a:lnTo>
                  <a:lnTo>
                    <a:pt x="1316658" y="2256725"/>
                  </a:lnTo>
                  <a:lnTo>
                    <a:pt x="1310168" y="2259837"/>
                  </a:lnTo>
                  <a:lnTo>
                    <a:pt x="1305780" y="2258592"/>
                  </a:lnTo>
                  <a:lnTo>
                    <a:pt x="1303574" y="2259741"/>
                  </a:lnTo>
                  <a:lnTo>
                    <a:pt x="1302912" y="2263488"/>
                  </a:lnTo>
                  <a:lnTo>
                    <a:pt x="1299558" y="2266968"/>
                  </a:lnTo>
                  <a:lnTo>
                    <a:pt x="1304437" y="2277453"/>
                  </a:lnTo>
                  <a:lnTo>
                    <a:pt x="1314436" y="2284298"/>
                  </a:lnTo>
                  <a:lnTo>
                    <a:pt x="1321490" y="2292878"/>
                  </a:lnTo>
                  <a:lnTo>
                    <a:pt x="1349851" y="2304175"/>
                  </a:lnTo>
                  <a:lnTo>
                    <a:pt x="1356724" y="2303851"/>
                  </a:lnTo>
                  <a:lnTo>
                    <a:pt x="1363488" y="2315225"/>
                  </a:lnTo>
                  <a:lnTo>
                    <a:pt x="1368940" y="2319136"/>
                  </a:lnTo>
                  <a:lnTo>
                    <a:pt x="1374191" y="2321124"/>
                  </a:lnTo>
                  <a:lnTo>
                    <a:pt x="1373591" y="2328948"/>
                  </a:lnTo>
                  <a:lnTo>
                    <a:pt x="1364263" y="2334676"/>
                  </a:lnTo>
                  <a:lnTo>
                    <a:pt x="1361742" y="2341509"/>
                  </a:lnTo>
                  <a:lnTo>
                    <a:pt x="1359395" y="2345351"/>
                  </a:lnTo>
                  <a:lnTo>
                    <a:pt x="1355189" y="2340486"/>
                  </a:lnTo>
                  <a:lnTo>
                    <a:pt x="1350869" y="2336962"/>
                  </a:lnTo>
                  <a:lnTo>
                    <a:pt x="1340869" y="2347681"/>
                  </a:lnTo>
                  <a:lnTo>
                    <a:pt x="1336048" y="2349936"/>
                  </a:lnTo>
                  <a:lnTo>
                    <a:pt x="1338440" y="2338378"/>
                  </a:lnTo>
                  <a:lnTo>
                    <a:pt x="1334663" y="2333850"/>
                  </a:lnTo>
                  <a:lnTo>
                    <a:pt x="1328952" y="2322261"/>
                  </a:lnTo>
                  <a:lnTo>
                    <a:pt x="1320632" y="2315091"/>
                  </a:lnTo>
                  <a:lnTo>
                    <a:pt x="1314772" y="2312716"/>
                  </a:lnTo>
                  <a:lnTo>
                    <a:pt x="1310209" y="2308182"/>
                  </a:lnTo>
                  <a:lnTo>
                    <a:pt x="1304685" y="2306347"/>
                  </a:lnTo>
                  <a:lnTo>
                    <a:pt x="1299972" y="2306817"/>
                  </a:lnTo>
                  <a:lnTo>
                    <a:pt x="1291993" y="2304175"/>
                  </a:lnTo>
                  <a:lnTo>
                    <a:pt x="1291466" y="2298009"/>
                  </a:lnTo>
                  <a:lnTo>
                    <a:pt x="1289254" y="2293392"/>
                  </a:lnTo>
                  <a:lnTo>
                    <a:pt x="1283011" y="2287943"/>
                  </a:lnTo>
                  <a:lnTo>
                    <a:pt x="1253183" y="2277649"/>
                  </a:lnTo>
                  <a:lnTo>
                    <a:pt x="1253002" y="2281910"/>
                  </a:lnTo>
                  <a:lnTo>
                    <a:pt x="1255069" y="2285117"/>
                  </a:lnTo>
                  <a:lnTo>
                    <a:pt x="1259353" y="2287251"/>
                  </a:lnTo>
                  <a:lnTo>
                    <a:pt x="1264480" y="2291404"/>
                  </a:lnTo>
                  <a:lnTo>
                    <a:pt x="1264433" y="2303705"/>
                  </a:lnTo>
                  <a:lnTo>
                    <a:pt x="1262216" y="2308912"/>
                  </a:lnTo>
                  <a:lnTo>
                    <a:pt x="1261265" y="2316330"/>
                  </a:lnTo>
                  <a:lnTo>
                    <a:pt x="1259291" y="2323868"/>
                  </a:lnTo>
                  <a:lnTo>
                    <a:pt x="1255643" y="2329811"/>
                  </a:lnTo>
                  <a:lnTo>
                    <a:pt x="1247499" y="2333863"/>
                  </a:lnTo>
                  <a:lnTo>
                    <a:pt x="1243907" y="2330472"/>
                  </a:lnTo>
                  <a:lnTo>
                    <a:pt x="1238099" y="2314240"/>
                  </a:lnTo>
                  <a:lnTo>
                    <a:pt x="1229887" y="2309128"/>
                  </a:lnTo>
                  <a:lnTo>
                    <a:pt x="1216839" y="2308525"/>
                  </a:lnTo>
                  <a:lnTo>
                    <a:pt x="1207976" y="2312195"/>
                  </a:lnTo>
                  <a:lnTo>
                    <a:pt x="1198317" y="2327919"/>
                  </a:lnTo>
                  <a:lnTo>
                    <a:pt x="1190535" y="2330491"/>
                  </a:lnTo>
                  <a:lnTo>
                    <a:pt x="1163895" y="2322343"/>
                  </a:lnTo>
                  <a:lnTo>
                    <a:pt x="1133478" y="2309928"/>
                  </a:lnTo>
                  <a:lnTo>
                    <a:pt x="1134263" y="2305794"/>
                  </a:lnTo>
                  <a:lnTo>
                    <a:pt x="1139049" y="2304467"/>
                  </a:lnTo>
                  <a:lnTo>
                    <a:pt x="1148227" y="2306163"/>
                  </a:lnTo>
                  <a:lnTo>
                    <a:pt x="1147741" y="2301902"/>
                  </a:lnTo>
                  <a:lnTo>
                    <a:pt x="1138361" y="2288032"/>
                  </a:lnTo>
                  <a:lnTo>
                    <a:pt x="1136641" y="2281771"/>
                  </a:lnTo>
                  <a:lnTo>
                    <a:pt x="1137850" y="2274131"/>
                  </a:lnTo>
                  <a:lnTo>
                    <a:pt x="1134791" y="2274303"/>
                  </a:lnTo>
                  <a:lnTo>
                    <a:pt x="1129158" y="2280717"/>
                  </a:lnTo>
                  <a:lnTo>
                    <a:pt x="1109763" y="2275281"/>
                  </a:lnTo>
                  <a:lnTo>
                    <a:pt x="1104410" y="2268784"/>
                  </a:lnTo>
                  <a:lnTo>
                    <a:pt x="1093015" y="2250476"/>
                  </a:lnTo>
                  <a:lnTo>
                    <a:pt x="1076933" y="2249879"/>
                  </a:lnTo>
                  <a:lnTo>
                    <a:pt x="1069657" y="2238779"/>
                  </a:lnTo>
                  <a:lnTo>
                    <a:pt x="1056515" y="2243427"/>
                  </a:lnTo>
                  <a:lnTo>
                    <a:pt x="1049859" y="2248571"/>
                  </a:lnTo>
                  <a:lnTo>
                    <a:pt x="1044009" y="2256541"/>
                  </a:lnTo>
                  <a:lnTo>
                    <a:pt x="1046288" y="2260675"/>
                  </a:lnTo>
                  <a:lnTo>
                    <a:pt x="1052117" y="2267241"/>
                  </a:lnTo>
                  <a:lnTo>
                    <a:pt x="1049456" y="2270410"/>
                  </a:lnTo>
                  <a:lnTo>
                    <a:pt x="1030744" y="2275090"/>
                  </a:lnTo>
                  <a:lnTo>
                    <a:pt x="987304" y="2269857"/>
                  </a:lnTo>
                  <a:lnTo>
                    <a:pt x="974601" y="2264968"/>
                  </a:lnTo>
                  <a:lnTo>
                    <a:pt x="957553" y="2254629"/>
                  </a:lnTo>
                  <a:lnTo>
                    <a:pt x="933921" y="2246202"/>
                  </a:lnTo>
                  <a:lnTo>
                    <a:pt x="922542" y="2244843"/>
                  </a:lnTo>
                  <a:lnTo>
                    <a:pt x="911400" y="2246513"/>
                  </a:lnTo>
                  <a:lnTo>
                    <a:pt x="878978" y="2247377"/>
                  </a:lnTo>
                  <a:lnTo>
                    <a:pt x="871454" y="2249619"/>
                  </a:lnTo>
                  <a:lnTo>
                    <a:pt x="865046" y="2253200"/>
                  </a:lnTo>
                  <a:lnTo>
                    <a:pt x="860891" y="2249238"/>
                  </a:lnTo>
                  <a:lnTo>
                    <a:pt x="858968" y="2242163"/>
                  </a:lnTo>
                  <a:lnTo>
                    <a:pt x="862731" y="2241014"/>
                  </a:lnTo>
                  <a:lnTo>
                    <a:pt x="866916" y="2236854"/>
                  </a:lnTo>
                  <a:lnTo>
                    <a:pt x="870694" y="2228631"/>
                  </a:lnTo>
                  <a:lnTo>
                    <a:pt x="871123" y="2223658"/>
                  </a:lnTo>
                  <a:lnTo>
                    <a:pt x="868482" y="2220413"/>
                  </a:lnTo>
                  <a:lnTo>
                    <a:pt x="863459" y="2220089"/>
                  </a:lnTo>
                  <a:lnTo>
                    <a:pt x="852364" y="2241516"/>
                  </a:lnTo>
                  <a:lnTo>
                    <a:pt x="858705" y="2253524"/>
                  </a:lnTo>
                  <a:lnTo>
                    <a:pt x="858271" y="2257855"/>
                  </a:lnTo>
                  <a:lnTo>
                    <a:pt x="836132" y="2260319"/>
                  </a:lnTo>
                  <a:lnTo>
                    <a:pt x="785881" y="2284495"/>
                  </a:lnTo>
                  <a:lnTo>
                    <a:pt x="766285" y="2297532"/>
                  </a:lnTo>
                  <a:lnTo>
                    <a:pt x="767288" y="2293144"/>
                  </a:lnTo>
                  <a:lnTo>
                    <a:pt x="790982" y="2276246"/>
                  </a:lnTo>
                  <a:lnTo>
                    <a:pt x="782615" y="2273661"/>
                  </a:lnTo>
                  <a:lnTo>
                    <a:pt x="769143" y="2277884"/>
                  </a:lnTo>
                  <a:lnTo>
                    <a:pt x="764311" y="2276259"/>
                  </a:lnTo>
                  <a:lnTo>
                    <a:pt x="770016" y="2262288"/>
                  </a:lnTo>
                  <a:lnTo>
                    <a:pt x="768156" y="2249968"/>
                  </a:lnTo>
                  <a:lnTo>
                    <a:pt x="758591" y="2249631"/>
                  </a:lnTo>
                  <a:lnTo>
                    <a:pt x="752498" y="2259468"/>
                  </a:lnTo>
                  <a:lnTo>
                    <a:pt x="748265" y="2259049"/>
                  </a:lnTo>
                  <a:lnTo>
                    <a:pt x="742720" y="2254832"/>
                  </a:lnTo>
                  <a:lnTo>
                    <a:pt x="738426" y="2256166"/>
                  </a:lnTo>
                  <a:lnTo>
                    <a:pt x="741604" y="2278456"/>
                  </a:lnTo>
                  <a:lnTo>
                    <a:pt x="747630" y="2287626"/>
                  </a:lnTo>
                  <a:lnTo>
                    <a:pt x="752668" y="2299317"/>
                  </a:lnTo>
                  <a:lnTo>
                    <a:pt x="738907" y="2313764"/>
                  </a:lnTo>
                  <a:lnTo>
                    <a:pt x="726127" y="2325684"/>
                  </a:lnTo>
                  <a:lnTo>
                    <a:pt x="724742" y="2337203"/>
                  </a:lnTo>
                  <a:lnTo>
                    <a:pt x="711900" y="2352209"/>
                  </a:lnTo>
                  <a:lnTo>
                    <a:pt x="699818" y="2360719"/>
                  </a:lnTo>
                  <a:lnTo>
                    <a:pt x="671432" y="2380723"/>
                  </a:lnTo>
                  <a:lnTo>
                    <a:pt x="663334" y="2385003"/>
                  </a:lnTo>
                  <a:lnTo>
                    <a:pt x="650523" y="2394287"/>
                  </a:lnTo>
                  <a:lnTo>
                    <a:pt x="632849" y="2401247"/>
                  </a:lnTo>
                  <a:lnTo>
                    <a:pt x="615904" y="2412297"/>
                  </a:lnTo>
                  <a:lnTo>
                    <a:pt x="610189" y="2413973"/>
                  </a:lnTo>
                  <a:lnTo>
                    <a:pt x="621010" y="2404619"/>
                  </a:lnTo>
                  <a:lnTo>
                    <a:pt x="633842" y="2395379"/>
                  </a:lnTo>
                  <a:lnTo>
                    <a:pt x="622834" y="2396643"/>
                  </a:lnTo>
                  <a:lnTo>
                    <a:pt x="605869" y="2392363"/>
                  </a:lnTo>
                  <a:lnTo>
                    <a:pt x="595487" y="2392115"/>
                  </a:lnTo>
                  <a:lnTo>
                    <a:pt x="595414" y="2395487"/>
                  </a:lnTo>
                  <a:lnTo>
                    <a:pt x="587518" y="2400250"/>
                  </a:lnTo>
                  <a:lnTo>
                    <a:pt x="579338" y="2393252"/>
                  </a:lnTo>
                  <a:lnTo>
                    <a:pt x="575772" y="2388546"/>
                  </a:lnTo>
                  <a:lnTo>
                    <a:pt x="574082" y="2384482"/>
                  </a:lnTo>
                  <a:lnTo>
                    <a:pt x="570609" y="2383498"/>
                  </a:lnTo>
                  <a:lnTo>
                    <a:pt x="567271" y="2385384"/>
                  </a:lnTo>
                  <a:lnTo>
                    <a:pt x="579482" y="2414005"/>
                  </a:lnTo>
                  <a:lnTo>
                    <a:pt x="584686" y="2415243"/>
                  </a:lnTo>
                  <a:lnTo>
                    <a:pt x="590443" y="2418088"/>
                  </a:lnTo>
                  <a:lnTo>
                    <a:pt x="583275" y="2424756"/>
                  </a:lnTo>
                  <a:lnTo>
                    <a:pt x="575560" y="2429817"/>
                  </a:lnTo>
                  <a:lnTo>
                    <a:pt x="563426" y="2433177"/>
                  </a:lnTo>
                  <a:lnTo>
                    <a:pt x="553142" y="2422730"/>
                  </a:lnTo>
                  <a:lnTo>
                    <a:pt x="550915" y="2435838"/>
                  </a:lnTo>
                  <a:lnTo>
                    <a:pt x="549613" y="2448926"/>
                  </a:lnTo>
                  <a:lnTo>
                    <a:pt x="546161" y="2452285"/>
                  </a:lnTo>
                  <a:lnTo>
                    <a:pt x="540647" y="2457073"/>
                  </a:lnTo>
                  <a:lnTo>
                    <a:pt x="537655" y="2453460"/>
                  </a:lnTo>
                  <a:lnTo>
                    <a:pt x="536234" y="2448399"/>
                  </a:lnTo>
                  <a:lnTo>
                    <a:pt x="532704" y="2452914"/>
                  </a:lnTo>
                  <a:lnTo>
                    <a:pt x="527536" y="2456305"/>
                  </a:lnTo>
                  <a:lnTo>
                    <a:pt x="519010" y="2456984"/>
                  </a:lnTo>
                  <a:lnTo>
                    <a:pt x="512612" y="2458794"/>
                  </a:lnTo>
                  <a:lnTo>
                    <a:pt x="512762" y="2464217"/>
                  </a:lnTo>
                  <a:lnTo>
                    <a:pt x="514224" y="2469666"/>
                  </a:lnTo>
                  <a:lnTo>
                    <a:pt x="525542" y="2465361"/>
                  </a:lnTo>
                  <a:lnTo>
                    <a:pt x="521438" y="2479376"/>
                  </a:lnTo>
                  <a:lnTo>
                    <a:pt x="511031" y="2493226"/>
                  </a:lnTo>
                  <a:lnTo>
                    <a:pt x="502550" y="2496497"/>
                  </a:lnTo>
                  <a:lnTo>
                    <a:pt x="489579" y="2494471"/>
                  </a:lnTo>
                  <a:lnTo>
                    <a:pt x="486375" y="2495861"/>
                  </a:lnTo>
                  <a:lnTo>
                    <a:pt x="483507" y="2498738"/>
                  </a:lnTo>
                  <a:lnTo>
                    <a:pt x="498618" y="2520406"/>
                  </a:lnTo>
                  <a:lnTo>
                    <a:pt x="488908" y="2553085"/>
                  </a:lnTo>
                  <a:lnTo>
                    <a:pt x="482701" y="2564928"/>
                  </a:lnTo>
                  <a:lnTo>
                    <a:pt x="478396" y="2566446"/>
                  </a:lnTo>
                  <a:lnTo>
                    <a:pt x="473730" y="2566789"/>
                  </a:lnTo>
                  <a:lnTo>
                    <a:pt x="456981" y="2556260"/>
                  </a:lnTo>
                  <a:lnTo>
                    <a:pt x="447845" y="2548119"/>
                  </a:lnTo>
                  <a:lnTo>
                    <a:pt x="455896" y="2570275"/>
                  </a:lnTo>
                  <a:lnTo>
                    <a:pt x="477833" y="2576746"/>
                  </a:lnTo>
                  <a:lnTo>
                    <a:pt x="478955" y="2585129"/>
                  </a:lnTo>
                  <a:lnTo>
                    <a:pt x="478831" y="2592292"/>
                  </a:lnTo>
                  <a:lnTo>
                    <a:pt x="474510" y="2600700"/>
                  </a:lnTo>
                  <a:lnTo>
                    <a:pt x="470469" y="2611870"/>
                  </a:lnTo>
                  <a:lnTo>
                    <a:pt x="473451" y="2619650"/>
                  </a:lnTo>
                  <a:lnTo>
                    <a:pt x="476913" y="2638885"/>
                  </a:lnTo>
                  <a:lnTo>
                    <a:pt x="479874" y="2647712"/>
                  </a:lnTo>
                  <a:lnTo>
                    <a:pt x="483130" y="2674492"/>
                  </a:lnTo>
                  <a:lnTo>
                    <a:pt x="486592" y="2686106"/>
                  </a:lnTo>
                  <a:lnTo>
                    <a:pt x="506535" y="2728851"/>
                  </a:lnTo>
                  <a:lnTo>
                    <a:pt x="513258" y="2729181"/>
                  </a:lnTo>
                  <a:lnTo>
                    <a:pt x="514338" y="2733811"/>
                  </a:lnTo>
                  <a:lnTo>
                    <a:pt x="513697" y="2742688"/>
                  </a:lnTo>
                  <a:lnTo>
                    <a:pt x="499352" y="2745273"/>
                  </a:lnTo>
                  <a:lnTo>
                    <a:pt x="493331" y="2749229"/>
                  </a:lnTo>
                  <a:lnTo>
                    <a:pt x="492158" y="2752665"/>
                  </a:lnTo>
                  <a:lnTo>
                    <a:pt x="491269" y="2754519"/>
                  </a:lnTo>
                  <a:lnTo>
                    <a:pt x="489419" y="2754348"/>
                  </a:lnTo>
                  <a:lnTo>
                    <a:pt x="482577" y="2751877"/>
                  </a:lnTo>
                  <a:lnTo>
                    <a:pt x="467022" y="2739735"/>
                  </a:lnTo>
                  <a:lnTo>
                    <a:pt x="444357" y="2732210"/>
                  </a:lnTo>
                  <a:lnTo>
                    <a:pt x="414575" y="2729295"/>
                  </a:lnTo>
                  <a:lnTo>
                    <a:pt x="394230" y="2723218"/>
                  </a:lnTo>
                  <a:lnTo>
                    <a:pt x="383321" y="2713959"/>
                  </a:lnTo>
                  <a:lnTo>
                    <a:pt x="371916" y="2708473"/>
                  </a:lnTo>
                  <a:lnTo>
                    <a:pt x="360019" y="2706745"/>
                  </a:lnTo>
                  <a:lnTo>
                    <a:pt x="350165" y="2701722"/>
                  </a:lnTo>
                  <a:lnTo>
                    <a:pt x="342351" y="2693403"/>
                  </a:lnTo>
                  <a:lnTo>
                    <a:pt x="330925" y="2688094"/>
                  </a:lnTo>
                  <a:lnTo>
                    <a:pt x="315887" y="2685789"/>
                  </a:lnTo>
                  <a:lnTo>
                    <a:pt x="306099" y="2679553"/>
                  </a:lnTo>
                  <a:lnTo>
                    <a:pt x="299293" y="2664306"/>
                  </a:lnTo>
                  <a:lnTo>
                    <a:pt x="299262" y="2664077"/>
                  </a:lnTo>
                  <a:lnTo>
                    <a:pt x="293170" y="2638586"/>
                  </a:lnTo>
                  <a:lnTo>
                    <a:pt x="285496" y="2622615"/>
                  </a:lnTo>
                  <a:lnTo>
                    <a:pt x="270561" y="2602853"/>
                  </a:lnTo>
                  <a:lnTo>
                    <a:pt x="269186" y="2600249"/>
                  </a:lnTo>
                  <a:lnTo>
                    <a:pt x="269062" y="2596998"/>
                  </a:lnTo>
                  <a:lnTo>
                    <a:pt x="270912" y="2585497"/>
                  </a:lnTo>
                  <a:lnTo>
                    <a:pt x="269336" y="2577229"/>
                  </a:lnTo>
                  <a:lnTo>
                    <a:pt x="264608" y="2570491"/>
                  </a:lnTo>
                  <a:lnTo>
                    <a:pt x="263522" y="2563360"/>
                  </a:lnTo>
                  <a:lnTo>
                    <a:pt x="266086" y="2555854"/>
                  </a:lnTo>
                  <a:lnTo>
                    <a:pt x="266251" y="2546836"/>
                  </a:lnTo>
                  <a:lnTo>
                    <a:pt x="264024" y="2536307"/>
                  </a:lnTo>
                  <a:lnTo>
                    <a:pt x="254500" y="2524921"/>
                  </a:lnTo>
                  <a:lnTo>
                    <a:pt x="237679" y="2512690"/>
                  </a:lnTo>
                  <a:lnTo>
                    <a:pt x="223349" y="2494826"/>
                  </a:lnTo>
                  <a:lnTo>
                    <a:pt x="211520" y="2471343"/>
                  </a:lnTo>
                  <a:lnTo>
                    <a:pt x="199820" y="2455073"/>
                  </a:lnTo>
                  <a:lnTo>
                    <a:pt x="188249" y="2446011"/>
                  </a:lnTo>
                  <a:lnTo>
                    <a:pt x="180338" y="2434949"/>
                  </a:lnTo>
                  <a:lnTo>
                    <a:pt x="176079" y="2421886"/>
                  </a:lnTo>
                  <a:lnTo>
                    <a:pt x="174824" y="2414303"/>
                  </a:lnTo>
                  <a:lnTo>
                    <a:pt x="176560" y="2412208"/>
                  </a:lnTo>
                  <a:lnTo>
                    <a:pt x="169449" y="2397684"/>
                  </a:lnTo>
                  <a:lnTo>
                    <a:pt x="153491" y="2370746"/>
                  </a:lnTo>
                  <a:lnTo>
                    <a:pt x="144324" y="2351047"/>
                  </a:lnTo>
                  <a:lnTo>
                    <a:pt x="141962" y="2338594"/>
                  </a:lnTo>
                  <a:lnTo>
                    <a:pt x="131807" y="2323772"/>
                  </a:lnTo>
                  <a:lnTo>
                    <a:pt x="113865" y="2306582"/>
                  </a:lnTo>
                  <a:lnTo>
                    <a:pt x="104108" y="2295399"/>
                  </a:lnTo>
                  <a:lnTo>
                    <a:pt x="101711" y="2287632"/>
                  </a:lnTo>
                  <a:lnTo>
                    <a:pt x="73712" y="2265044"/>
                  </a:lnTo>
                  <a:lnTo>
                    <a:pt x="65578" y="2250933"/>
                  </a:lnTo>
                  <a:lnTo>
                    <a:pt x="59227" y="2246475"/>
                  </a:lnTo>
                  <a:lnTo>
                    <a:pt x="51935" y="2246958"/>
                  </a:lnTo>
                  <a:lnTo>
                    <a:pt x="48194" y="2245605"/>
                  </a:lnTo>
                  <a:lnTo>
                    <a:pt x="48008" y="2242417"/>
                  </a:lnTo>
                  <a:lnTo>
                    <a:pt x="45646" y="2242265"/>
                  </a:lnTo>
                  <a:lnTo>
                    <a:pt x="41104" y="2245161"/>
                  </a:lnTo>
                  <a:lnTo>
                    <a:pt x="26210" y="2245745"/>
                  </a:lnTo>
                  <a:lnTo>
                    <a:pt x="961" y="2244024"/>
                  </a:lnTo>
                  <a:lnTo>
                    <a:pt x="0" y="2243821"/>
                  </a:lnTo>
                  <a:lnTo>
                    <a:pt x="0" y="0"/>
                  </a:lnTo>
                  <a:lnTo>
                    <a:pt x="1773799" y="0"/>
                  </a:lnTo>
                  <a:lnTo>
                    <a:pt x="1791779" y="9112"/>
                  </a:lnTo>
                  <a:lnTo>
                    <a:pt x="1812321" y="19521"/>
                  </a:lnTo>
                  <a:lnTo>
                    <a:pt x="1817499" y="36825"/>
                  </a:lnTo>
                  <a:lnTo>
                    <a:pt x="1822542" y="53673"/>
                  </a:lnTo>
                  <a:lnTo>
                    <a:pt x="1834568" y="65904"/>
                  </a:lnTo>
                  <a:lnTo>
                    <a:pt x="1845575" y="77074"/>
                  </a:lnTo>
                  <a:lnTo>
                    <a:pt x="1851947" y="76490"/>
                  </a:lnTo>
                  <a:lnTo>
                    <a:pt x="1858412" y="71772"/>
                  </a:lnTo>
                  <a:lnTo>
                    <a:pt x="1862515" y="69498"/>
                  </a:lnTo>
                  <a:lnTo>
                    <a:pt x="1869393" y="69123"/>
                  </a:lnTo>
                  <a:lnTo>
                    <a:pt x="1884690" y="65085"/>
                  </a:lnTo>
                  <a:lnTo>
                    <a:pt x="1889211" y="65967"/>
                  </a:lnTo>
                  <a:lnTo>
                    <a:pt x="1891780" y="67987"/>
                  </a:lnTo>
                  <a:lnTo>
                    <a:pt x="1891992" y="71149"/>
                  </a:lnTo>
                  <a:lnTo>
                    <a:pt x="1891470" y="73664"/>
                  </a:lnTo>
                  <a:lnTo>
                    <a:pt x="1889103" y="78713"/>
                  </a:lnTo>
                  <a:lnTo>
                    <a:pt x="1892839" y="88333"/>
                  </a:lnTo>
                  <a:lnTo>
                    <a:pt x="1893625" y="99021"/>
                  </a:lnTo>
                  <a:lnTo>
                    <a:pt x="1895676" y="107099"/>
                  </a:lnTo>
                  <a:lnTo>
                    <a:pt x="1901939" y="117437"/>
                  </a:lnTo>
                  <a:lnTo>
                    <a:pt x="1907381" y="125515"/>
                  </a:lnTo>
                  <a:lnTo>
                    <a:pt x="1914233" y="127077"/>
                  </a:lnTo>
                  <a:lnTo>
                    <a:pt x="1930093" y="122372"/>
                  </a:lnTo>
                  <a:lnTo>
                    <a:pt x="1940031" y="120593"/>
                  </a:lnTo>
                  <a:lnTo>
                    <a:pt x="1945674" y="121362"/>
                  </a:lnTo>
                  <a:lnTo>
                    <a:pt x="1955327" y="128925"/>
                  </a:lnTo>
                  <a:lnTo>
                    <a:pt x="1960050" y="133472"/>
                  </a:lnTo>
                  <a:lnTo>
                    <a:pt x="1961177" y="137250"/>
                  </a:lnTo>
                  <a:lnTo>
                    <a:pt x="1948139" y="160340"/>
                  </a:lnTo>
                  <a:lnTo>
                    <a:pt x="1968815" y="171797"/>
                  </a:lnTo>
                  <a:lnTo>
                    <a:pt x="1991889" y="184320"/>
                  </a:lnTo>
                  <a:lnTo>
                    <a:pt x="2019402" y="199249"/>
                  </a:lnTo>
                  <a:lnTo>
                    <a:pt x="2036223" y="208388"/>
                  </a:lnTo>
                  <a:lnTo>
                    <a:pt x="2058377" y="221438"/>
                  </a:lnTo>
                  <a:lnTo>
                    <a:pt x="2062170" y="240032"/>
                  </a:lnTo>
                  <a:lnTo>
                    <a:pt x="2065364" y="255723"/>
                  </a:lnTo>
                  <a:lnTo>
                    <a:pt x="2069436" y="277600"/>
                  </a:lnTo>
                  <a:lnTo>
                    <a:pt x="2073585" y="299916"/>
                  </a:lnTo>
                  <a:lnTo>
                    <a:pt x="2077725" y="322148"/>
                  </a:lnTo>
                  <a:lnTo>
                    <a:pt x="2082112" y="345746"/>
                  </a:lnTo>
                  <a:lnTo>
                    <a:pt x="2086934" y="371669"/>
                  </a:lnTo>
                  <a:lnTo>
                    <a:pt x="2091218" y="394676"/>
                  </a:lnTo>
                  <a:lnTo>
                    <a:pt x="2095894" y="419792"/>
                  </a:lnTo>
                  <a:lnTo>
                    <a:pt x="2102111" y="452477"/>
                  </a:lnTo>
                  <a:lnTo>
                    <a:pt x="2096551" y="465070"/>
                  </a:lnTo>
                  <a:lnTo>
                    <a:pt x="2084443" y="492491"/>
                  </a:lnTo>
                  <a:lnTo>
                    <a:pt x="2073498" y="517277"/>
                  </a:lnTo>
                  <a:lnTo>
                    <a:pt x="2072541" y="524465"/>
                  </a:lnTo>
                  <a:lnTo>
                    <a:pt x="2065017" y="560606"/>
                  </a:lnTo>
                  <a:lnTo>
                    <a:pt x="2058987" y="575535"/>
                  </a:lnTo>
                  <a:lnTo>
                    <a:pt x="2048424" y="584204"/>
                  </a:lnTo>
                  <a:lnTo>
                    <a:pt x="2037938" y="592605"/>
                  </a:lnTo>
                  <a:lnTo>
                    <a:pt x="2024859" y="606684"/>
                  </a:lnTo>
                  <a:lnTo>
                    <a:pt x="2010472" y="613638"/>
                  </a:lnTo>
                  <a:lnTo>
                    <a:pt x="2003123" y="617727"/>
                  </a:lnTo>
                  <a:lnTo>
                    <a:pt x="1999273" y="624179"/>
                  </a:lnTo>
                  <a:lnTo>
                    <a:pt x="1995026" y="638322"/>
                  </a:lnTo>
                  <a:lnTo>
                    <a:pt x="1995842" y="659919"/>
                  </a:lnTo>
                  <a:lnTo>
                    <a:pt x="2007692" y="678507"/>
                  </a:lnTo>
                  <a:lnTo>
                    <a:pt x="2025024" y="688902"/>
                  </a:lnTo>
                  <a:lnTo>
                    <a:pt x="2043669" y="699025"/>
                  </a:lnTo>
                  <a:lnTo>
                    <a:pt x="2070232" y="699069"/>
                  </a:lnTo>
                  <a:lnTo>
                    <a:pt x="2094122" y="685562"/>
                  </a:lnTo>
                  <a:lnTo>
                    <a:pt x="2119433" y="671255"/>
                  </a:lnTo>
                  <a:lnTo>
                    <a:pt x="2142001" y="658497"/>
                  </a:lnTo>
                  <a:lnTo>
                    <a:pt x="2168842" y="643326"/>
                  </a:lnTo>
                  <a:lnTo>
                    <a:pt x="2193151" y="629577"/>
                  </a:lnTo>
                  <a:lnTo>
                    <a:pt x="2219548" y="624637"/>
                  </a:lnTo>
                  <a:lnTo>
                    <a:pt x="2256125" y="617797"/>
                  </a:lnTo>
                  <a:lnTo>
                    <a:pt x="2302169" y="609180"/>
                  </a:lnTo>
                  <a:lnTo>
                    <a:pt x="2324587" y="599368"/>
                  </a:lnTo>
                  <a:lnTo>
                    <a:pt x="2353557" y="586687"/>
                  </a:lnTo>
                  <a:lnTo>
                    <a:pt x="2386977" y="572055"/>
                  </a:lnTo>
                  <a:lnTo>
                    <a:pt x="2415818" y="559431"/>
                  </a:lnTo>
                  <a:lnTo>
                    <a:pt x="2430319" y="552433"/>
                  </a:lnTo>
                  <a:lnTo>
                    <a:pt x="2440633" y="544450"/>
                  </a:lnTo>
                  <a:lnTo>
                    <a:pt x="2443191" y="538544"/>
                  </a:lnTo>
                  <a:lnTo>
                    <a:pt x="2442582" y="535153"/>
                  </a:lnTo>
                  <a:lnTo>
                    <a:pt x="2439920" y="531756"/>
                  </a:lnTo>
                  <a:lnTo>
                    <a:pt x="2436241" y="529247"/>
                  </a:lnTo>
                  <a:lnTo>
                    <a:pt x="2432970" y="527114"/>
                  </a:lnTo>
                  <a:lnTo>
                    <a:pt x="2431435" y="524472"/>
                  </a:lnTo>
                  <a:lnTo>
                    <a:pt x="2431130" y="518693"/>
                  </a:lnTo>
                  <a:lnTo>
                    <a:pt x="2429125" y="515372"/>
                  </a:lnTo>
                  <a:lnTo>
                    <a:pt x="2427213" y="512927"/>
                  </a:lnTo>
                  <a:lnTo>
                    <a:pt x="2427936" y="490561"/>
                  </a:lnTo>
                  <a:lnTo>
                    <a:pt x="2425414" y="483626"/>
                  </a:lnTo>
                  <a:lnTo>
                    <a:pt x="2416014" y="466048"/>
                  </a:lnTo>
                  <a:lnTo>
                    <a:pt x="2433941" y="458167"/>
                  </a:lnTo>
                  <a:lnTo>
                    <a:pt x="2450550" y="450858"/>
                  </a:lnTo>
                  <a:lnTo>
                    <a:pt x="2463795" y="445448"/>
                  </a:lnTo>
                  <a:lnTo>
                    <a:pt x="2491541" y="444597"/>
                  </a:lnTo>
                  <a:lnTo>
                    <a:pt x="2517307" y="444705"/>
                  </a:lnTo>
                  <a:lnTo>
                    <a:pt x="2552820" y="444851"/>
                  </a:lnTo>
                  <a:lnTo>
                    <a:pt x="2582741" y="444971"/>
                  </a:lnTo>
                  <a:lnTo>
                    <a:pt x="2617649" y="445117"/>
                  </a:lnTo>
                  <a:lnTo>
                    <a:pt x="2638113" y="445200"/>
                  </a:lnTo>
                  <a:lnTo>
                    <a:pt x="2664928" y="444946"/>
                  </a:lnTo>
                  <a:lnTo>
                    <a:pt x="2677997" y="424656"/>
                  </a:lnTo>
                  <a:lnTo>
                    <a:pt x="2689676" y="406513"/>
                  </a:lnTo>
                  <a:lnTo>
                    <a:pt x="2702539" y="389177"/>
                  </a:lnTo>
                  <a:lnTo>
                    <a:pt x="2725406" y="368824"/>
                  </a:lnTo>
                  <a:lnTo>
                    <a:pt x="2732047" y="365166"/>
                  </a:lnTo>
                  <a:lnTo>
                    <a:pt x="2735710" y="357139"/>
                  </a:lnTo>
                  <a:lnTo>
                    <a:pt x="2749570" y="349512"/>
                  </a:lnTo>
                  <a:lnTo>
                    <a:pt x="2764841" y="342438"/>
                  </a:lnTo>
                  <a:lnTo>
                    <a:pt x="2770830" y="335802"/>
                  </a:lnTo>
                  <a:lnTo>
                    <a:pt x="2773729" y="332023"/>
                  </a:lnTo>
                  <a:lnTo>
                    <a:pt x="2815076" y="296232"/>
                  </a:lnTo>
                  <a:lnTo>
                    <a:pt x="2838559" y="279702"/>
                  </a:lnTo>
                  <a:lnTo>
                    <a:pt x="2857953" y="270501"/>
                  </a:lnTo>
                  <a:lnTo>
                    <a:pt x="2872717" y="266106"/>
                  </a:lnTo>
                  <a:lnTo>
                    <a:pt x="2882686" y="266735"/>
                  </a:lnTo>
                  <a:lnTo>
                    <a:pt x="2888355" y="266113"/>
                  </a:lnTo>
                  <a:close/>
                </a:path>
              </a:pathLst>
            </a:custGeom>
            <a:solidFill>
              <a:srgbClr val="FFEFDB">
                <a:alpha val="100000"/>
              </a:srgbClr>
            </a:solidFill>
            <a:ln w="5420" cap="flat">
              <a:solidFill>
                <a:srgbClr val="5959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68" name="pg3868"/>
            <p:cNvSpPr/>
            <p:nvPr/>
          </p:nvSpPr>
          <p:spPr>
            <a:xfrm>
              <a:off x="5192267" y="3307053"/>
              <a:ext cx="225302" cy="75760"/>
            </a:xfrm>
            <a:custGeom>
              <a:avLst/>
              <a:pathLst>
                <a:path w="225302" h="75760">
                  <a:moveTo>
                    <a:pt x="153584" y="30132"/>
                  </a:moveTo>
                  <a:lnTo>
                    <a:pt x="160385" y="30983"/>
                  </a:lnTo>
                  <a:lnTo>
                    <a:pt x="166235" y="28513"/>
                  </a:lnTo>
                  <a:lnTo>
                    <a:pt x="171775" y="23521"/>
                  </a:lnTo>
                  <a:lnTo>
                    <a:pt x="184637" y="16771"/>
                  </a:lnTo>
                  <a:lnTo>
                    <a:pt x="195598" y="13818"/>
                  </a:lnTo>
                  <a:lnTo>
                    <a:pt x="199050" y="13208"/>
                  </a:lnTo>
                  <a:lnTo>
                    <a:pt x="204275" y="17946"/>
                  </a:lnTo>
                  <a:lnTo>
                    <a:pt x="214641" y="14142"/>
                  </a:lnTo>
                  <a:lnTo>
                    <a:pt x="225302" y="12008"/>
                  </a:lnTo>
                  <a:lnTo>
                    <a:pt x="179185" y="33669"/>
                  </a:lnTo>
                  <a:lnTo>
                    <a:pt x="169754" y="36108"/>
                  </a:lnTo>
                  <a:lnTo>
                    <a:pt x="156261" y="42560"/>
                  </a:lnTo>
                  <a:lnTo>
                    <a:pt x="143507" y="47132"/>
                  </a:lnTo>
                  <a:lnTo>
                    <a:pt x="134324" y="48796"/>
                  </a:lnTo>
                  <a:lnTo>
                    <a:pt x="88662" y="64875"/>
                  </a:lnTo>
                  <a:lnTo>
                    <a:pt x="85040" y="65224"/>
                  </a:lnTo>
                  <a:lnTo>
                    <a:pt x="81122" y="63656"/>
                  </a:lnTo>
                  <a:lnTo>
                    <a:pt x="43512" y="71937"/>
                  </a:lnTo>
                  <a:lnTo>
                    <a:pt x="28076" y="72870"/>
                  </a:lnTo>
                  <a:lnTo>
                    <a:pt x="14020" y="75760"/>
                  </a:lnTo>
                  <a:lnTo>
                    <a:pt x="24417" y="69092"/>
                  </a:lnTo>
                  <a:lnTo>
                    <a:pt x="24644" y="66596"/>
                  </a:lnTo>
                  <a:lnTo>
                    <a:pt x="22159" y="64646"/>
                  </a:lnTo>
                  <a:lnTo>
                    <a:pt x="16598" y="65212"/>
                  </a:lnTo>
                  <a:lnTo>
                    <a:pt x="10903" y="72076"/>
                  </a:lnTo>
                  <a:lnTo>
                    <a:pt x="1813" y="74369"/>
                  </a:lnTo>
                  <a:lnTo>
                    <a:pt x="0" y="66895"/>
                  </a:lnTo>
                  <a:lnTo>
                    <a:pt x="3033" y="61109"/>
                  </a:lnTo>
                  <a:lnTo>
                    <a:pt x="7141" y="55623"/>
                  </a:lnTo>
                  <a:lnTo>
                    <a:pt x="16169" y="46999"/>
                  </a:lnTo>
                  <a:lnTo>
                    <a:pt x="29083" y="41531"/>
                  </a:lnTo>
                  <a:lnTo>
                    <a:pt x="35646" y="36806"/>
                  </a:lnTo>
                  <a:lnTo>
                    <a:pt x="40194" y="40966"/>
                  </a:lnTo>
                  <a:lnTo>
                    <a:pt x="41191" y="35346"/>
                  </a:lnTo>
                  <a:lnTo>
                    <a:pt x="44690" y="32101"/>
                  </a:lnTo>
                  <a:lnTo>
                    <a:pt x="48493" y="30354"/>
                  </a:lnTo>
                  <a:lnTo>
                    <a:pt x="57640" y="30310"/>
                  </a:lnTo>
                  <a:lnTo>
                    <a:pt x="62565" y="29427"/>
                  </a:lnTo>
                  <a:lnTo>
                    <a:pt x="66126" y="27560"/>
                  </a:lnTo>
                  <a:lnTo>
                    <a:pt x="69779" y="27211"/>
                  </a:lnTo>
                  <a:lnTo>
                    <a:pt x="79784" y="29757"/>
                  </a:lnTo>
                  <a:lnTo>
                    <a:pt x="89556" y="29027"/>
                  </a:lnTo>
                  <a:lnTo>
                    <a:pt x="97447" y="25509"/>
                  </a:lnTo>
                  <a:lnTo>
                    <a:pt x="105648" y="24328"/>
                  </a:lnTo>
                  <a:lnTo>
                    <a:pt x="127343" y="23534"/>
                  </a:lnTo>
                  <a:lnTo>
                    <a:pt x="148902" y="20962"/>
                  </a:lnTo>
                  <a:lnTo>
                    <a:pt x="157522" y="16390"/>
                  </a:lnTo>
                  <a:lnTo>
                    <a:pt x="175630" y="3575"/>
                  </a:lnTo>
                  <a:lnTo>
                    <a:pt x="186048" y="0"/>
                  </a:lnTo>
                  <a:lnTo>
                    <a:pt x="169826" y="14891"/>
                  </a:lnTo>
                  <a:lnTo>
                    <a:pt x="161108" y="21718"/>
                  </a:lnTo>
                  <a:close/>
                </a:path>
              </a:pathLst>
            </a:custGeom>
            <a:solidFill>
              <a:srgbClr val="FFEFDB">
                <a:alpha val="100000"/>
              </a:srgbClr>
            </a:solidFill>
            <a:ln w="5420" cap="flat">
              <a:solidFill>
                <a:srgbClr val="5959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69" name="pg3869"/>
            <p:cNvSpPr/>
            <p:nvPr/>
          </p:nvSpPr>
          <p:spPr>
            <a:xfrm>
              <a:off x="5787092" y="2877417"/>
              <a:ext cx="23756" cy="26893"/>
            </a:xfrm>
            <a:custGeom>
              <a:avLst/>
              <a:pathLst>
                <a:path w="23756" h="26893">
                  <a:moveTo>
                    <a:pt x="17596" y="18663"/>
                  </a:moveTo>
                  <a:lnTo>
                    <a:pt x="10841" y="17558"/>
                  </a:lnTo>
                  <a:lnTo>
                    <a:pt x="10981" y="24423"/>
                  </a:lnTo>
                  <a:lnTo>
                    <a:pt x="10226" y="26893"/>
                  </a:lnTo>
                  <a:lnTo>
                    <a:pt x="2744" y="23363"/>
                  </a:lnTo>
                  <a:lnTo>
                    <a:pt x="0" y="21089"/>
                  </a:lnTo>
                  <a:lnTo>
                    <a:pt x="237" y="11995"/>
                  </a:lnTo>
                  <a:lnTo>
                    <a:pt x="6847" y="3397"/>
                  </a:lnTo>
                  <a:lnTo>
                    <a:pt x="11885" y="0"/>
                  </a:lnTo>
                  <a:lnTo>
                    <a:pt x="18381" y="2355"/>
                  </a:lnTo>
                  <a:lnTo>
                    <a:pt x="23368" y="11983"/>
                  </a:lnTo>
                  <a:lnTo>
                    <a:pt x="23756" y="16129"/>
                  </a:lnTo>
                  <a:close/>
                </a:path>
              </a:pathLst>
            </a:custGeom>
            <a:solidFill>
              <a:srgbClr val="FFEFDB">
                <a:alpha val="100000"/>
              </a:srgbClr>
            </a:solidFill>
            <a:ln w="5420" cap="flat">
              <a:solidFill>
                <a:srgbClr val="5959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70" name="pg3870"/>
            <p:cNvSpPr/>
            <p:nvPr/>
          </p:nvSpPr>
          <p:spPr>
            <a:xfrm>
              <a:off x="5170691" y="3371376"/>
              <a:ext cx="17833" cy="18174"/>
            </a:xfrm>
            <a:custGeom>
              <a:avLst/>
              <a:pathLst>
                <a:path w="17833" h="18174">
                  <a:moveTo>
                    <a:pt x="0" y="18174"/>
                  </a:moveTo>
                  <a:lnTo>
                    <a:pt x="5048" y="5702"/>
                  </a:lnTo>
                  <a:lnTo>
                    <a:pt x="14330" y="0"/>
                  </a:lnTo>
                  <a:lnTo>
                    <a:pt x="17689" y="1187"/>
                  </a:lnTo>
                  <a:lnTo>
                    <a:pt x="17833" y="5594"/>
                  </a:lnTo>
                  <a:lnTo>
                    <a:pt x="16531" y="9360"/>
                  </a:lnTo>
                  <a:lnTo>
                    <a:pt x="10304" y="15164"/>
                  </a:lnTo>
                  <a:lnTo>
                    <a:pt x="5054" y="17635"/>
                  </a:lnTo>
                  <a:close/>
                </a:path>
              </a:pathLst>
            </a:custGeom>
            <a:solidFill>
              <a:srgbClr val="FFEFDB">
                <a:alpha val="100000"/>
              </a:srgbClr>
            </a:solidFill>
            <a:ln w="5420" cap="flat">
              <a:solidFill>
                <a:srgbClr val="5959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71" name="pg3871"/>
            <p:cNvSpPr/>
            <p:nvPr/>
          </p:nvSpPr>
          <p:spPr>
            <a:xfrm>
              <a:off x="5531238" y="3267490"/>
              <a:ext cx="33791" cy="16879"/>
            </a:xfrm>
            <a:custGeom>
              <a:avLst/>
              <a:pathLst>
                <a:path w="33791" h="16879">
                  <a:moveTo>
                    <a:pt x="4645" y="16879"/>
                  </a:moveTo>
                  <a:lnTo>
                    <a:pt x="0" y="12776"/>
                  </a:lnTo>
                  <a:lnTo>
                    <a:pt x="7270" y="10878"/>
                  </a:lnTo>
                  <a:lnTo>
                    <a:pt x="16454" y="1130"/>
                  </a:lnTo>
                  <a:lnTo>
                    <a:pt x="22562" y="0"/>
                  </a:lnTo>
                  <a:lnTo>
                    <a:pt x="32158" y="5518"/>
                  </a:lnTo>
                  <a:lnTo>
                    <a:pt x="33791" y="10522"/>
                  </a:lnTo>
                  <a:close/>
                </a:path>
              </a:pathLst>
            </a:custGeom>
            <a:solidFill>
              <a:srgbClr val="FFEFDB">
                <a:alpha val="100000"/>
              </a:srgbClr>
            </a:solidFill>
            <a:ln w="5420" cap="flat">
              <a:solidFill>
                <a:srgbClr val="5959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72" name="pg3872"/>
            <p:cNvSpPr/>
            <p:nvPr/>
          </p:nvSpPr>
          <p:spPr>
            <a:xfrm>
              <a:off x="5476517" y="3241859"/>
              <a:ext cx="12087" cy="24671"/>
            </a:xfrm>
            <a:custGeom>
              <a:avLst/>
              <a:pathLst>
                <a:path w="12087" h="24671">
                  <a:moveTo>
                    <a:pt x="5855" y="24671"/>
                  </a:moveTo>
                  <a:lnTo>
                    <a:pt x="0" y="24048"/>
                  </a:lnTo>
                  <a:lnTo>
                    <a:pt x="2971" y="19248"/>
                  </a:lnTo>
                  <a:lnTo>
                    <a:pt x="4103" y="12199"/>
                  </a:lnTo>
                  <a:lnTo>
                    <a:pt x="6991" y="4457"/>
                  </a:lnTo>
                  <a:lnTo>
                    <a:pt x="8655" y="2089"/>
                  </a:lnTo>
                  <a:lnTo>
                    <a:pt x="12087" y="0"/>
                  </a:lnTo>
                  <a:lnTo>
                    <a:pt x="11095" y="21115"/>
                  </a:lnTo>
                  <a:close/>
                </a:path>
              </a:pathLst>
            </a:custGeom>
            <a:solidFill>
              <a:srgbClr val="FFEFDB">
                <a:alpha val="100000"/>
              </a:srgbClr>
            </a:solidFill>
            <a:ln w="5420" cap="flat">
              <a:solidFill>
                <a:srgbClr val="5959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73" name="pg3873"/>
            <p:cNvSpPr/>
            <p:nvPr/>
          </p:nvSpPr>
          <p:spPr>
            <a:xfrm>
              <a:off x="5594331" y="3275262"/>
              <a:ext cx="27001" cy="19248"/>
            </a:xfrm>
            <a:custGeom>
              <a:avLst/>
              <a:pathLst>
                <a:path w="27001" h="19248">
                  <a:moveTo>
                    <a:pt x="18836" y="19248"/>
                  </a:moveTo>
                  <a:lnTo>
                    <a:pt x="0" y="14453"/>
                  </a:lnTo>
                  <a:lnTo>
                    <a:pt x="15498" y="10389"/>
                  </a:lnTo>
                  <a:lnTo>
                    <a:pt x="18030" y="8973"/>
                  </a:lnTo>
                  <a:lnTo>
                    <a:pt x="20050" y="2997"/>
                  </a:lnTo>
                  <a:lnTo>
                    <a:pt x="20303" y="0"/>
                  </a:lnTo>
                  <a:lnTo>
                    <a:pt x="26190" y="12853"/>
                  </a:lnTo>
                  <a:lnTo>
                    <a:pt x="27001" y="17152"/>
                  </a:lnTo>
                  <a:close/>
                </a:path>
              </a:pathLst>
            </a:custGeom>
            <a:solidFill>
              <a:srgbClr val="FFEFDB">
                <a:alpha val="100000"/>
              </a:srgbClr>
            </a:solidFill>
            <a:ln w="5420" cap="flat">
              <a:solidFill>
                <a:srgbClr val="5959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74" name="pg3874"/>
            <p:cNvSpPr/>
            <p:nvPr/>
          </p:nvSpPr>
          <p:spPr>
            <a:xfrm>
              <a:off x="5013918" y="3984239"/>
              <a:ext cx="8624" cy="14377"/>
            </a:xfrm>
            <a:custGeom>
              <a:avLst/>
              <a:pathLst>
                <a:path w="8624" h="14377">
                  <a:moveTo>
                    <a:pt x="7028" y="14377"/>
                  </a:moveTo>
                  <a:lnTo>
                    <a:pt x="0" y="0"/>
                  </a:lnTo>
                  <a:lnTo>
                    <a:pt x="7229" y="4648"/>
                  </a:lnTo>
                  <a:lnTo>
                    <a:pt x="8521" y="8515"/>
                  </a:lnTo>
                  <a:lnTo>
                    <a:pt x="8624" y="11735"/>
                  </a:lnTo>
                  <a:close/>
                </a:path>
              </a:pathLst>
            </a:custGeom>
            <a:solidFill>
              <a:srgbClr val="FFEFDB">
                <a:alpha val="100000"/>
              </a:srgbClr>
            </a:solidFill>
            <a:ln w="5420" cap="flat">
              <a:solidFill>
                <a:srgbClr val="5959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75" name="pg3875"/>
            <p:cNvSpPr/>
            <p:nvPr/>
          </p:nvSpPr>
          <p:spPr>
            <a:xfrm>
              <a:off x="5016786" y="4007259"/>
              <a:ext cx="24727" cy="72349"/>
            </a:xfrm>
            <a:custGeom>
              <a:avLst/>
              <a:pathLst>
                <a:path w="24727" h="72349">
                  <a:moveTo>
                    <a:pt x="1250" y="72349"/>
                  </a:moveTo>
                  <a:lnTo>
                    <a:pt x="0" y="71213"/>
                  </a:lnTo>
                  <a:lnTo>
                    <a:pt x="16267" y="63796"/>
                  </a:lnTo>
                  <a:lnTo>
                    <a:pt x="21399" y="37670"/>
                  </a:lnTo>
                  <a:lnTo>
                    <a:pt x="22102" y="25623"/>
                  </a:lnTo>
                  <a:lnTo>
                    <a:pt x="19663" y="4388"/>
                  </a:lnTo>
                  <a:lnTo>
                    <a:pt x="19745" y="0"/>
                  </a:lnTo>
                  <a:lnTo>
                    <a:pt x="22391" y="6845"/>
                  </a:lnTo>
                  <a:lnTo>
                    <a:pt x="24727" y="26658"/>
                  </a:lnTo>
                  <a:lnTo>
                    <a:pt x="23849" y="41683"/>
                  </a:lnTo>
                  <a:lnTo>
                    <a:pt x="19130" y="63573"/>
                  </a:lnTo>
                  <a:lnTo>
                    <a:pt x="15446" y="68806"/>
                  </a:lnTo>
                  <a:close/>
                </a:path>
              </a:pathLst>
            </a:custGeom>
            <a:solidFill>
              <a:srgbClr val="FFEFDB">
                <a:alpha val="100000"/>
              </a:srgbClr>
            </a:solidFill>
            <a:ln w="5420" cap="flat">
              <a:solidFill>
                <a:srgbClr val="5959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76" name="pg3876"/>
            <p:cNvSpPr/>
            <p:nvPr/>
          </p:nvSpPr>
          <p:spPr>
            <a:xfrm>
              <a:off x="4985661" y="4082556"/>
              <a:ext cx="21404" cy="9277"/>
            </a:xfrm>
            <a:custGeom>
              <a:avLst/>
              <a:pathLst>
                <a:path w="21404" h="9277">
                  <a:moveTo>
                    <a:pt x="2170" y="9277"/>
                  </a:moveTo>
                  <a:lnTo>
                    <a:pt x="0" y="8725"/>
                  </a:lnTo>
                  <a:lnTo>
                    <a:pt x="12619" y="2089"/>
                  </a:lnTo>
                  <a:lnTo>
                    <a:pt x="21404" y="0"/>
                  </a:lnTo>
                  <a:close/>
                </a:path>
              </a:pathLst>
            </a:custGeom>
            <a:solidFill>
              <a:srgbClr val="FFEFDB">
                <a:alpha val="100000"/>
              </a:srgbClr>
            </a:solidFill>
            <a:ln w="5420" cap="flat">
              <a:solidFill>
                <a:srgbClr val="5959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77" name="pg3877"/>
            <p:cNvSpPr/>
            <p:nvPr/>
          </p:nvSpPr>
          <p:spPr>
            <a:xfrm>
              <a:off x="4928046" y="4115235"/>
              <a:ext cx="33993" cy="39982"/>
            </a:xfrm>
            <a:custGeom>
              <a:avLst/>
              <a:pathLst>
                <a:path w="33993" h="39982">
                  <a:moveTo>
                    <a:pt x="0" y="39982"/>
                  </a:moveTo>
                  <a:lnTo>
                    <a:pt x="9689" y="23744"/>
                  </a:lnTo>
                  <a:lnTo>
                    <a:pt x="28825" y="3149"/>
                  </a:lnTo>
                  <a:lnTo>
                    <a:pt x="33993" y="0"/>
                  </a:lnTo>
                  <a:lnTo>
                    <a:pt x="18081" y="17590"/>
                  </a:lnTo>
                  <a:lnTo>
                    <a:pt x="2635" y="38489"/>
                  </a:lnTo>
                  <a:close/>
                </a:path>
              </a:pathLst>
            </a:custGeom>
            <a:solidFill>
              <a:srgbClr val="FFEFDB">
                <a:alpha val="100000"/>
              </a:srgbClr>
            </a:solidFill>
            <a:ln w="5420" cap="flat">
              <a:solidFill>
                <a:srgbClr val="5959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78" name="pg3878"/>
            <p:cNvSpPr/>
            <p:nvPr/>
          </p:nvSpPr>
          <p:spPr>
            <a:xfrm>
              <a:off x="4327665" y="5206518"/>
              <a:ext cx="17373" cy="15672"/>
            </a:xfrm>
            <a:custGeom>
              <a:avLst/>
              <a:pathLst>
                <a:path w="17373" h="15672">
                  <a:moveTo>
                    <a:pt x="13601" y="15672"/>
                  </a:moveTo>
                  <a:lnTo>
                    <a:pt x="5968" y="13183"/>
                  </a:lnTo>
                  <a:lnTo>
                    <a:pt x="1798" y="8725"/>
                  </a:lnTo>
                  <a:lnTo>
                    <a:pt x="0" y="0"/>
                  </a:lnTo>
                  <a:lnTo>
                    <a:pt x="6645" y="9239"/>
                  </a:lnTo>
                  <a:lnTo>
                    <a:pt x="9028" y="11329"/>
                  </a:lnTo>
                  <a:lnTo>
                    <a:pt x="17373" y="12281"/>
                  </a:lnTo>
                  <a:close/>
                </a:path>
              </a:pathLst>
            </a:custGeom>
            <a:solidFill>
              <a:srgbClr val="FFEFDB">
                <a:alpha val="100000"/>
              </a:srgbClr>
            </a:solidFill>
            <a:ln w="5420" cap="flat">
              <a:solidFill>
                <a:srgbClr val="5959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79" name="pg3879"/>
            <p:cNvSpPr/>
            <p:nvPr/>
          </p:nvSpPr>
          <p:spPr>
            <a:xfrm>
              <a:off x="4331075" y="5186660"/>
              <a:ext cx="9033" cy="26938"/>
            </a:xfrm>
            <a:custGeom>
              <a:avLst/>
              <a:pathLst>
                <a:path w="9033" h="26938">
                  <a:moveTo>
                    <a:pt x="8883" y="26938"/>
                  </a:moveTo>
                  <a:lnTo>
                    <a:pt x="3550" y="14142"/>
                  </a:lnTo>
                  <a:lnTo>
                    <a:pt x="0" y="0"/>
                  </a:lnTo>
                  <a:lnTo>
                    <a:pt x="5079" y="4578"/>
                  </a:lnTo>
                  <a:lnTo>
                    <a:pt x="9033" y="19298"/>
                  </a:lnTo>
                  <a:close/>
                </a:path>
              </a:pathLst>
            </a:custGeom>
            <a:solidFill>
              <a:srgbClr val="FFEFDB">
                <a:alpha val="100000"/>
              </a:srgbClr>
            </a:solidFill>
            <a:ln w="5420" cap="flat">
              <a:solidFill>
                <a:srgbClr val="5959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80" name="pg3880"/>
            <p:cNvSpPr/>
            <p:nvPr/>
          </p:nvSpPr>
          <p:spPr>
            <a:xfrm>
              <a:off x="4499202" y="5362642"/>
              <a:ext cx="34236" cy="51158"/>
            </a:xfrm>
            <a:custGeom>
              <a:avLst/>
              <a:pathLst>
                <a:path w="34236" h="51158">
                  <a:moveTo>
                    <a:pt x="0" y="51158"/>
                  </a:moveTo>
                  <a:lnTo>
                    <a:pt x="2330" y="45036"/>
                  </a:lnTo>
                  <a:lnTo>
                    <a:pt x="10531" y="31948"/>
                  </a:lnTo>
                  <a:lnTo>
                    <a:pt x="13182" y="25788"/>
                  </a:lnTo>
                  <a:lnTo>
                    <a:pt x="18722" y="21883"/>
                  </a:lnTo>
                  <a:lnTo>
                    <a:pt x="23880" y="14821"/>
                  </a:lnTo>
                  <a:lnTo>
                    <a:pt x="24267" y="6585"/>
                  </a:lnTo>
                  <a:lnTo>
                    <a:pt x="31760" y="825"/>
                  </a:lnTo>
                  <a:lnTo>
                    <a:pt x="34236" y="0"/>
                  </a:lnTo>
                  <a:lnTo>
                    <a:pt x="21032" y="26703"/>
                  </a:lnTo>
                  <a:close/>
                </a:path>
              </a:pathLst>
            </a:custGeom>
            <a:solidFill>
              <a:srgbClr val="FFEFDB">
                <a:alpha val="100000"/>
              </a:srgbClr>
            </a:solidFill>
            <a:ln w="5420" cap="flat">
              <a:solidFill>
                <a:srgbClr val="5959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81" name="pg3881"/>
            <p:cNvSpPr/>
            <p:nvPr/>
          </p:nvSpPr>
          <p:spPr>
            <a:xfrm>
              <a:off x="3289924" y="4803878"/>
              <a:ext cx="26706" cy="20480"/>
            </a:xfrm>
            <a:custGeom>
              <a:avLst/>
              <a:pathLst>
                <a:path w="26706" h="20480">
                  <a:moveTo>
                    <a:pt x="18603" y="20480"/>
                  </a:moveTo>
                  <a:lnTo>
                    <a:pt x="1100" y="9214"/>
                  </a:lnTo>
                  <a:lnTo>
                    <a:pt x="0" y="4375"/>
                  </a:lnTo>
                  <a:lnTo>
                    <a:pt x="8635" y="0"/>
                  </a:lnTo>
                  <a:lnTo>
                    <a:pt x="13906" y="387"/>
                  </a:lnTo>
                  <a:lnTo>
                    <a:pt x="22241" y="6109"/>
                  </a:lnTo>
                  <a:lnTo>
                    <a:pt x="25290" y="7703"/>
                  </a:lnTo>
                  <a:lnTo>
                    <a:pt x="26706" y="10020"/>
                  </a:lnTo>
                  <a:lnTo>
                    <a:pt x="25900" y="13646"/>
                  </a:lnTo>
                  <a:lnTo>
                    <a:pt x="22536" y="18625"/>
                  </a:lnTo>
                  <a:close/>
                </a:path>
              </a:pathLst>
            </a:custGeom>
            <a:solidFill>
              <a:srgbClr val="FFEFDB">
                <a:alpha val="100000"/>
              </a:srgbClr>
            </a:solidFill>
            <a:ln w="5420" cap="flat">
              <a:solidFill>
                <a:srgbClr val="5959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82" name="pg3882"/>
            <p:cNvSpPr/>
            <p:nvPr/>
          </p:nvSpPr>
          <p:spPr>
            <a:xfrm>
              <a:off x="2757638" y="5000397"/>
              <a:ext cx="20774" cy="30399"/>
            </a:xfrm>
            <a:custGeom>
              <a:avLst/>
              <a:pathLst>
                <a:path w="20774" h="30399">
                  <a:moveTo>
                    <a:pt x="0" y="30399"/>
                  </a:moveTo>
                  <a:lnTo>
                    <a:pt x="5121" y="19749"/>
                  </a:lnTo>
                  <a:lnTo>
                    <a:pt x="6072" y="15482"/>
                  </a:lnTo>
                  <a:lnTo>
                    <a:pt x="14469" y="2006"/>
                  </a:lnTo>
                  <a:lnTo>
                    <a:pt x="18903" y="0"/>
                  </a:lnTo>
                  <a:lnTo>
                    <a:pt x="20774" y="5734"/>
                  </a:lnTo>
                  <a:lnTo>
                    <a:pt x="12138" y="15202"/>
                  </a:lnTo>
                  <a:lnTo>
                    <a:pt x="2294" y="30081"/>
                  </a:lnTo>
                  <a:close/>
                </a:path>
              </a:pathLst>
            </a:custGeom>
            <a:solidFill>
              <a:srgbClr val="FFEFDB">
                <a:alpha val="100000"/>
              </a:srgbClr>
            </a:solidFill>
            <a:ln w="5420" cap="flat">
              <a:solidFill>
                <a:srgbClr val="5959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83" name="pg3883"/>
            <p:cNvSpPr/>
            <p:nvPr/>
          </p:nvSpPr>
          <p:spPr>
            <a:xfrm>
              <a:off x="2782499" y="4968054"/>
              <a:ext cx="42075" cy="30323"/>
            </a:xfrm>
            <a:custGeom>
              <a:avLst/>
              <a:pathLst>
                <a:path w="42075" h="30323">
                  <a:moveTo>
                    <a:pt x="0" y="30323"/>
                  </a:moveTo>
                  <a:lnTo>
                    <a:pt x="4816" y="23299"/>
                  </a:lnTo>
                  <a:lnTo>
                    <a:pt x="12645" y="19756"/>
                  </a:lnTo>
                  <a:lnTo>
                    <a:pt x="29822" y="6261"/>
                  </a:lnTo>
                  <a:lnTo>
                    <a:pt x="36830" y="5334"/>
                  </a:lnTo>
                  <a:lnTo>
                    <a:pt x="40478" y="685"/>
                  </a:lnTo>
                  <a:lnTo>
                    <a:pt x="42075" y="0"/>
                  </a:lnTo>
                  <a:lnTo>
                    <a:pt x="41042" y="5696"/>
                  </a:lnTo>
                  <a:lnTo>
                    <a:pt x="27223" y="13786"/>
                  </a:lnTo>
                  <a:lnTo>
                    <a:pt x="3886" y="29783"/>
                  </a:lnTo>
                  <a:close/>
                </a:path>
              </a:pathLst>
            </a:custGeom>
            <a:solidFill>
              <a:srgbClr val="FFEFDB">
                <a:alpha val="100000"/>
              </a:srgbClr>
            </a:solidFill>
            <a:ln w="5420" cap="flat">
              <a:solidFill>
                <a:srgbClr val="5959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84" name="pg3884"/>
            <p:cNvSpPr/>
            <p:nvPr/>
          </p:nvSpPr>
          <p:spPr>
            <a:xfrm>
              <a:off x="2720724" y="5040830"/>
              <a:ext cx="34318" cy="75366"/>
            </a:xfrm>
            <a:custGeom>
              <a:avLst/>
              <a:pathLst>
                <a:path w="34318" h="75366">
                  <a:moveTo>
                    <a:pt x="0" y="75366"/>
                  </a:moveTo>
                  <a:lnTo>
                    <a:pt x="909" y="64215"/>
                  </a:lnTo>
                  <a:lnTo>
                    <a:pt x="9503" y="38877"/>
                  </a:lnTo>
                  <a:lnTo>
                    <a:pt x="26965" y="5575"/>
                  </a:lnTo>
                  <a:lnTo>
                    <a:pt x="34318" y="0"/>
                  </a:lnTo>
                  <a:lnTo>
                    <a:pt x="14175" y="36521"/>
                  </a:lnTo>
                  <a:lnTo>
                    <a:pt x="3302" y="67885"/>
                  </a:lnTo>
                  <a:close/>
                </a:path>
              </a:pathLst>
            </a:custGeom>
            <a:solidFill>
              <a:srgbClr val="FFEFDB">
                <a:alpha val="100000"/>
              </a:srgbClr>
            </a:solidFill>
            <a:ln w="5420" cap="flat">
              <a:solidFill>
                <a:srgbClr val="5959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85" name="pg3885"/>
            <p:cNvSpPr/>
            <p:nvPr/>
          </p:nvSpPr>
          <p:spPr>
            <a:xfrm>
              <a:off x="2963633" y="4843237"/>
              <a:ext cx="34081" cy="26658"/>
            </a:xfrm>
            <a:custGeom>
              <a:avLst/>
              <a:pathLst>
                <a:path w="34081" h="26658">
                  <a:moveTo>
                    <a:pt x="0" y="26658"/>
                  </a:moveTo>
                  <a:lnTo>
                    <a:pt x="23068" y="6655"/>
                  </a:lnTo>
                  <a:lnTo>
                    <a:pt x="27905" y="0"/>
                  </a:lnTo>
                  <a:lnTo>
                    <a:pt x="34081" y="292"/>
                  </a:lnTo>
                  <a:lnTo>
                    <a:pt x="23781" y="11500"/>
                  </a:lnTo>
                  <a:lnTo>
                    <a:pt x="5286" y="25414"/>
                  </a:lnTo>
                  <a:close/>
                </a:path>
              </a:pathLst>
            </a:custGeom>
            <a:solidFill>
              <a:srgbClr val="FFEFDB">
                <a:alpha val="100000"/>
              </a:srgbClr>
            </a:solidFill>
            <a:ln w="5420" cap="flat">
              <a:solidFill>
                <a:srgbClr val="5959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86" name="pg3886"/>
            <p:cNvSpPr/>
            <p:nvPr/>
          </p:nvSpPr>
          <p:spPr>
            <a:xfrm>
              <a:off x="2718358" y="5122184"/>
              <a:ext cx="25027" cy="140921"/>
            </a:xfrm>
            <a:custGeom>
              <a:avLst/>
              <a:pathLst>
                <a:path w="25027" h="140921">
                  <a:moveTo>
                    <a:pt x="23564" y="140921"/>
                  </a:moveTo>
                  <a:lnTo>
                    <a:pt x="14800" y="112719"/>
                  </a:lnTo>
                  <a:lnTo>
                    <a:pt x="537" y="48898"/>
                  </a:lnTo>
                  <a:lnTo>
                    <a:pt x="0" y="12522"/>
                  </a:lnTo>
                  <a:lnTo>
                    <a:pt x="2242" y="0"/>
                  </a:lnTo>
                  <a:lnTo>
                    <a:pt x="5922" y="51374"/>
                  </a:lnTo>
                  <a:lnTo>
                    <a:pt x="21688" y="116618"/>
                  </a:lnTo>
                  <a:lnTo>
                    <a:pt x="25027" y="134882"/>
                  </a:lnTo>
                  <a:close/>
                </a:path>
              </a:pathLst>
            </a:custGeom>
            <a:solidFill>
              <a:srgbClr val="FFEFDB">
                <a:alpha val="100000"/>
              </a:srgbClr>
            </a:solidFill>
            <a:ln w="5420" cap="flat">
              <a:solidFill>
                <a:srgbClr val="5959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87" name="pg3887"/>
            <p:cNvSpPr/>
            <p:nvPr/>
          </p:nvSpPr>
          <p:spPr>
            <a:xfrm>
              <a:off x="5470466" y="3252585"/>
              <a:ext cx="5178" cy="13666"/>
            </a:xfrm>
            <a:custGeom>
              <a:avLst/>
              <a:pathLst>
                <a:path w="5178" h="13666">
                  <a:moveTo>
                    <a:pt x="1095" y="13666"/>
                  </a:moveTo>
                  <a:lnTo>
                    <a:pt x="0" y="7385"/>
                  </a:lnTo>
                  <a:lnTo>
                    <a:pt x="2056" y="165"/>
                  </a:lnTo>
                  <a:lnTo>
                    <a:pt x="4139" y="0"/>
                  </a:lnTo>
                  <a:lnTo>
                    <a:pt x="5178" y="3841"/>
                  </a:lnTo>
                  <a:lnTo>
                    <a:pt x="4030" y="11259"/>
                  </a:lnTo>
                  <a:close/>
                </a:path>
              </a:pathLst>
            </a:custGeom>
            <a:solidFill>
              <a:srgbClr val="FFEFDB">
                <a:alpha val="100000"/>
              </a:srgbClr>
            </a:solidFill>
            <a:ln w="5420" cap="flat">
              <a:solidFill>
                <a:srgbClr val="5959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88" name="pg3888"/>
            <p:cNvSpPr/>
            <p:nvPr/>
          </p:nvSpPr>
          <p:spPr>
            <a:xfrm>
              <a:off x="5168862" y="3489988"/>
              <a:ext cx="15498" cy="28227"/>
            </a:xfrm>
            <a:custGeom>
              <a:avLst/>
              <a:pathLst>
                <a:path w="15498" h="28227">
                  <a:moveTo>
                    <a:pt x="284" y="28227"/>
                  </a:moveTo>
                  <a:lnTo>
                    <a:pt x="0" y="24442"/>
                  </a:lnTo>
                  <a:lnTo>
                    <a:pt x="15498" y="0"/>
                  </a:lnTo>
                  <a:lnTo>
                    <a:pt x="12697" y="8541"/>
                  </a:lnTo>
                  <a:close/>
                </a:path>
              </a:pathLst>
            </a:custGeom>
            <a:solidFill>
              <a:srgbClr val="FFEFDB">
                <a:alpha val="100000"/>
              </a:srgbClr>
            </a:solidFill>
            <a:ln w="5420" cap="flat">
              <a:solidFill>
                <a:srgbClr val="5959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89" name="pg3889"/>
            <p:cNvSpPr/>
            <p:nvPr/>
          </p:nvSpPr>
          <p:spPr>
            <a:xfrm>
              <a:off x="5049761" y="3678353"/>
              <a:ext cx="29698" cy="55407"/>
            </a:xfrm>
            <a:custGeom>
              <a:avLst/>
              <a:pathLst>
                <a:path w="29698" h="55407">
                  <a:moveTo>
                    <a:pt x="0" y="55407"/>
                  </a:moveTo>
                  <a:lnTo>
                    <a:pt x="16143" y="29364"/>
                  </a:lnTo>
                  <a:lnTo>
                    <a:pt x="25518" y="7544"/>
                  </a:lnTo>
                  <a:lnTo>
                    <a:pt x="29698" y="0"/>
                  </a:lnTo>
                  <a:lnTo>
                    <a:pt x="25642" y="15291"/>
                  </a:lnTo>
                  <a:lnTo>
                    <a:pt x="18552" y="29351"/>
                  </a:lnTo>
                  <a:lnTo>
                    <a:pt x="4811" y="53298"/>
                  </a:lnTo>
                  <a:close/>
                </a:path>
              </a:pathLst>
            </a:custGeom>
            <a:solidFill>
              <a:srgbClr val="FFEFDB">
                <a:alpha val="100000"/>
              </a:srgbClr>
            </a:solidFill>
            <a:ln w="5420" cap="flat">
              <a:solidFill>
                <a:srgbClr val="5959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90" name="pg3890"/>
            <p:cNvSpPr/>
            <p:nvPr/>
          </p:nvSpPr>
          <p:spPr>
            <a:xfrm>
              <a:off x="4912662" y="4146288"/>
              <a:ext cx="13513" cy="6191"/>
            </a:xfrm>
            <a:custGeom>
              <a:avLst/>
              <a:pathLst>
                <a:path w="13513" h="6191">
                  <a:moveTo>
                    <a:pt x="11157" y="6191"/>
                  </a:moveTo>
                  <a:lnTo>
                    <a:pt x="6997" y="4756"/>
                  </a:lnTo>
                  <a:lnTo>
                    <a:pt x="1266" y="2013"/>
                  </a:lnTo>
                  <a:lnTo>
                    <a:pt x="0" y="0"/>
                  </a:lnTo>
                  <a:lnTo>
                    <a:pt x="5467" y="730"/>
                  </a:lnTo>
                  <a:lnTo>
                    <a:pt x="13513" y="5886"/>
                  </a:lnTo>
                  <a:close/>
                </a:path>
              </a:pathLst>
            </a:custGeom>
            <a:solidFill>
              <a:srgbClr val="FFEFDB">
                <a:alpha val="100000"/>
              </a:srgbClr>
            </a:solidFill>
            <a:ln w="5420" cap="flat">
              <a:solidFill>
                <a:srgbClr val="5959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91" name="pg3891"/>
            <p:cNvSpPr/>
            <p:nvPr/>
          </p:nvSpPr>
          <p:spPr>
            <a:xfrm>
              <a:off x="4410183" y="5440364"/>
              <a:ext cx="10779" cy="15615"/>
            </a:xfrm>
            <a:custGeom>
              <a:avLst/>
              <a:pathLst>
                <a:path w="10779" h="15615">
                  <a:moveTo>
                    <a:pt x="6020" y="15615"/>
                  </a:moveTo>
                  <a:lnTo>
                    <a:pt x="4511" y="14790"/>
                  </a:lnTo>
                  <a:lnTo>
                    <a:pt x="4511" y="10890"/>
                  </a:lnTo>
                  <a:lnTo>
                    <a:pt x="0" y="2260"/>
                  </a:lnTo>
                  <a:lnTo>
                    <a:pt x="170" y="0"/>
                  </a:lnTo>
                  <a:lnTo>
                    <a:pt x="10516" y="8446"/>
                  </a:lnTo>
                  <a:lnTo>
                    <a:pt x="10779" y="10713"/>
                  </a:lnTo>
                  <a:lnTo>
                    <a:pt x="9193" y="12942"/>
                  </a:lnTo>
                  <a:close/>
                </a:path>
              </a:pathLst>
            </a:custGeom>
            <a:solidFill>
              <a:srgbClr val="FFEFDB">
                <a:alpha val="100000"/>
              </a:srgbClr>
            </a:solidFill>
            <a:ln w="5420" cap="flat">
              <a:solidFill>
                <a:srgbClr val="5959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92" name="pg3892"/>
            <p:cNvSpPr/>
            <p:nvPr/>
          </p:nvSpPr>
          <p:spPr>
            <a:xfrm>
              <a:off x="4470862" y="5427841"/>
              <a:ext cx="6681" cy="5543"/>
            </a:xfrm>
            <a:custGeom>
              <a:avLst/>
              <a:pathLst>
                <a:path w="6681" h="5543">
                  <a:moveTo>
                    <a:pt x="0" y="5543"/>
                  </a:moveTo>
                  <a:lnTo>
                    <a:pt x="1002" y="3695"/>
                  </a:lnTo>
                  <a:lnTo>
                    <a:pt x="5178" y="0"/>
                  </a:lnTo>
                  <a:lnTo>
                    <a:pt x="6681" y="1435"/>
                  </a:lnTo>
                  <a:lnTo>
                    <a:pt x="6516" y="3283"/>
                  </a:lnTo>
                  <a:lnTo>
                    <a:pt x="2005" y="5543"/>
                  </a:lnTo>
                  <a:close/>
                </a:path>
              </a:pathLst>
            </a:custGeom>
            <a:solidFill>
              <a:srgbClr val="FFEFDB">
                <a:alpha val="100000"/>
              </a:srgbClr>
            </a:solidFill>
            <a:ln w="5420" cap="flat">
              <a:solidFill>
                <a:srgbClr val="5959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93" name="pg3893"/>
            <p:cNvSpPr/>
            <p:nvPr/>
          </p:nvSpPr>
          <p:spPr>
            <a:xfrm>
              <a:off x="4490252" y="5415509"/>
              <a:ext cx="5348" cy="5550"/>
            </a:xfrm>
            <a:custGeom>
              <a:avLst/>
              <a:pathLst>
                <a:path w="5348" h="5550">
                  <a:moveTo>
                    <a:pt x="0" y="5550"/>
                  </a:moveTo>
                  <a:lnTo>
                    <a:pt x="4175" y="0"/>
                  </a:lnTo>
                  <a:lnTo>
                    <a:pt x="5348" y="412"/>
                  </a:lnTo>
                  <a:lnTo>
                    <a:pt x="2842" y="4934"/>
                  </a:lnTo>
                  <a:close/>
                </a:path>
              </a:pathLst>
            </a:custGeom>
            <a:solidFill>
              <a:srgbClr val="FFEFDB">
                <a:alpha val="100000"/>
              </a:srgbClr>
            </a:solidFill>
            <a:ln w="5420" cap="flat">
              <a:solidFill>
                <a:srgbClr val="5959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94" name="pg3894"/>
            <p:cNvSpPr/>
            <p:nvPr/>
          </p:nvSpPr>
          <p:spPr>
            <a:xfrm>
              <a:off x="4440275" y="5439132"/>
              <a:ext cx="21895" cy="8630"/>
            </a:xfrm>
            <a:custGeom>
              <a:avLst/>
              <a:pathLst>
                <a:path w="21895" h="8630">
                  <a:moveTo>
                    <a:pt x="5012" y="8630"/>
                  </a:moveTo>
                  <a:lnTo>
                    <a:pt x="0" y="6369"/>
                  </a:lnTo>
                  <a:lnTo>
                    <a:pt x="5513" y="3289"/>
                  </a:lnTo>
                  <a:lnTo>
                    <a:pt x="21895" y="0"/>
                  </a:lnTo>
                  <a:lnTo>
                    <a:pt x="15709" y="4108"/>
                  </a:lnTo>
                  <a:lnTo>
                    <a:pt x="9860" y="5550"/>
                  </a:lnTo>
                  <a:close/>
                </a:path>
              </a:pathLst>
            </a:custGeom>
            <a:solidFill>
              <a:srgbClr val="FFEFDB">
                <a:alpha val="100000"/>
              </a:srgbClr>
            </a:solidFill>
            <a:ln w="5420" cap="flat">
              <a:solidFill>
                <a:srgbClr val="5959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95" name="pg3895"/>
            <p:cNvSpPr/>
            <p:nvPr/>
          </p:nvSpPr>
          <p:spPr>
            <a:xfrm>
              <a:off x="4403522" y="4631229"/>
              <a:ext cx="6945" cy="31688"/>
            </a:xfrm>
            <a:custGeom>
              <a:avLst/>
              <a:pathLst>
                <a:path w="6945" h="31688">
                  <a:moveTo>
                    <a:pt x="2237" y="31688"/>
                  </a:moveTo>
                  <a:lnTo>
                    <a:pt x="201" y="20467"/>
                  </a:lnTo>
                  <a:lnTo>
                    <a:pt x="0" y="9570"/>
                  </a:lnTo>
                  <a:lnTo>
                    <a:pt x="3565" y="3124"/>
                  </a:lnTo>
                  <a:lnTo>
                    <a:pt x="6945" y="0"/>
                  </a:lnTo>
                  <a:close/>
                </a:path>
              </a:pathLst>
            </a:custGeom>
            <a:solidFill>
              <a:srgbClr val="FFEFDB">
                <a:alpha val="100000"/>
              </a:srgbClr>
            </a:solidFill>
            <a:ln w="5420" cap="flat">
              <a:solidFill>
                <a:srgbClr val="5959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96" name="pg3896"/>
            <p:cNvSpPr/>
            <p:nvPr/>
          </p:nvSpPr>
          <p:spPr>
            <a:xfrm>
              <a:off x="4387977" y="5448277"/>
              <a:ext cx="10567" cy="12891"/>
            </a:xfrm>
            <a:custGeom>
              <a:avLst/>
              <a:pathLst>
                <a:path w="10567" h="12891">
                  <a:moveTo>
                    <a:pt x="0" y="12891"/>
                  </a:moveTo>
                  <a:lnTo>
                    <a:pt x="5529" y="7772"/>
                  </a:lnTo>
                  <a:lnTo>
                    <a:pt x="7322" y="0"/>
                  </a:lnTo>
                  <a:lnTo>
                    <a:pt x="10567" y="6070"/>
                  </a:lnTo>
                  <a:lnTo>
                    <a:pt x="10505" y="9754"/>
                  </a:lnTo>
                  <a:lnTo>
                    <a:pt x="6857" y="11608"/>
                  </a:lnTo>
                  <a:close/>
                </a:path>
              </a:pathLst>
            </a:custGeom>
            <a:solidFill>
              <a:srgbClr val="FFEFDB">
                <a:alpha val="100000"/>
              </a:srgbClr>
            </a:solidFill>
            <a:ln w="5420" cap="flat">
              <a:solidFill>
                <a:srgbClr val="5959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97" name="pg3897"/>
            <p:cNvSpPr/>
            <p:nvPr/>
          </p:nvSpPr>
          <p:spPr>
            <a:xfrm>
              <a:off x="4514406" y="5037121"/>
              <a:ext cx="28195" cy="83983"/>
            </a:xfrm>
            <a:custGeom>
              <a:avLst/>
              <a:pathLst>
                <a:path w="28195" h="83983">
                  <a:moveTo>
                    <a:pt x="28195" y="83983"/>
                  </a:moveTo>
                  <a:lnTo>
                    <a:pt x="18464" y="61770"/>
                  </a:lnTo>
                  <a:lnTo>
                    <a:pt x="6438" y="26938"/>
                  </a:lnTo>
                  <a:lnTo>
                    <a:pt x="0" y="0"/>
                  </a:lnTo>
                  <a:lnTo>
                    <a:pt x="4356" y="7283"/>
                  </a:lnTo>
                  <a:lnTo>
                    <a:pt x="8614" y="22359"/>
                  </a:lnTo>
                  <a:lnTo>
                    <a:pt x="26474" y="74407"/>
                  </a:lnTo>
                  <a:close/>
                </a:path>
              </a:pathLst>
            </a:custGeom>
            <a:solidFill>
              <a:srgbClr val="FFEFDB">
                <a:alpha val="100000"/>
              </a:srgbClr>
            </a:solidFill>
            <a:ln w="5420" cap="flat">
              <a:solidFill>
                <a:srgbClr val="5959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98" name="pg3898"/>
            <p:cNvSpPr/>
            <p:nvPr/>
          </p:nvSpPr>
          <p:spPr>
            <a:xfrm>
              <a:off x="4368934" y="5462902"/>
              <a:ext cx="7699" cy="4470"/>
            </a:xfrm>
            <a:custGeom>
              <a:avLst/>
              <a:pathLst>
                <a:path w="7699" h="4470">
                  <a:moveTo>
                    <a:pt x="232" y="4470"/>
                  </a:moveTo>
                  <a:lnTo>
                    <a:pt x="0" y="2457"/>
                  </a:lnTo>
                  <a:lnTo>
                    <a:pt x="4630" y="0"/>
                  </a:lnTo>
                  <a:lnTo>
                    <a:pt x="7699" y="165"/>
                  </a:lnTo>
                  <a:lnTo>
                    <a:pt x="7586" y="2889"/>
                  </a:lnTo>
                  <a:lnTo>
                    <a:pt x="2919" y="4178"/>
                  </a:lnTo>
                  <a:close/>
                </a:path>
              </a:pathLst>
            </a:custGeom>
            <a:solidFill>
              <a:srgbClr val="FFEFDB">
                <a:alpha val="100000"/>
              </a:srgbClr>
            </a:solidFill>
            <a:ln w="5420" cap="flat">
              <a:solidFill>
                <a:srgbClr val="5959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99" name="pg3899"/>
            <p:cNvSpPr/>
            <p:nvPr/>
          </p:nvSpPr>
          <p:spPr>
            <a:xfrm>
              <a:off x="3614100" y="4789697"/>
              <a:ext cx="7508" cy="12059"/>
            </a:xfrm>
            <a:custGeom>
              <a:avLst/>
              <a:pathLst>
                <a:path w="7508" h="12059">
                  <a:moveTo>
                    <a:pt x="0" y="12059"/>
                  </a:moveTo>
                  <a:lnTo>
                    <a:pt x="263" y="9462"/>
                  </a:lnTo>
                  <a:lnTo>
                    <a:pt x="4490" y="2648"/>
                  </a:lnTo>
                  <a:lnTo>
                    <a:pt x="7508" y="0"/>
                  </a:lnTo>
                  <a:lnTo>
                    <a:pt x="5746" y="5251"/>
                  </a:lnTo>
                  <a:close/>
                </a:path>
              </a:pathLst>
            </a:custGeom>
            <a:solidFill>
              <a:srgbClr val="FFEFDB">
                <a:alpha val="100000"/>
              </a:srgbClr>
            </a:solidFill>
            <a:ln w="5420" cap="flat">
              <a:solidFill>
                <a:srgbClr val="5959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00" name="pg3900"/>
            <p:cNvSpPr/>
            <p:nvPr/>
          </p:nvSpPr>
          <p:spPr>
            <a:xfrm>
              <a:off x="3637463" y="4723202"/>
              <a:ext cx="17435" cy="7734"/>
            </a:xfrm>
            <a:custGeom>
              <a:avLst/>
              <a:pathLst>
                <a:path w="17435" h="7734">
                  <a:moveTo>
                    <a:pt x="16107" y="7734"/>
                  </a:moveTo>
                  <a:lnTo>
                    <a:pt x="6733" y="5029"/>
                  </a:lnTo>
                  <a:lnTo>
                    <a:pt x="1033" y="2514"/>
                  </a:lnTo>
                  <a:lnTo>
                    <a:pt x="0" y="0"/>
                  </a:lnTo>
                  <a:lnTo>
                    <a:pt x="15756" y="4565"/>
                  </a:lnTo>
                  <a:lnTo>
                    <a:pt x="17435" y="6286"/>
                  </a:lnTo>
                  <a:close/>
                </a:path>
              </a:pathLst>
            </a:custGeom>
            <a:solidFill>
              <a:srgbClr val="FFEFDB">
                <a:alpha val="100000"/>
              </a:srgbClr>
            </a:solidFill>
            <a:ln w="5420" cap="flat">
              <a:solidFill>
                <a:srgbClr val="5959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01" name="pg3901"/>
            <p:cNvSpPr/>
            <p:nvPr/>
          </p:nvSpPr>
          <p:spPr>
            <a:xfrm>
              <a:off x="3680495" y="4721970"/>
              <a:ext cx="25921" cy="5569"/>
            </a:xfrm>
            <a:custGeom>
              <a:avLst/>
              <a:pathLst>
                <a:path w="25921" h="5569">
                  <a:moveTo>
                    <a:pt x="16609" y="5569"/>
                  </a:moveTo>
                  <a:lnTo>
                    <a:pt x="2806" y="5308"/>
                  </a:lnTo>
                  <a:lnTo>
                    <a:pt x="0" y="4330"/>
                  </a:lnTo>
                  <a:lnTo>
                    <a:pt x="5539" y="2470"/>
                  </a:lnTo>
                  <a:lnTo>
                    <a:pt x="21895" y="0"/>
                  </a:lnTo>
                  <a:lnTo>
                    <a:pt x="25921" y="2781"/>
                  </a:lnTo>
                  <a:close/>
                </a:path>
              </a:pathLst>
            </a:custGeom>
            <a:solidFill>
              <a:srgbClr val="FFEFDB">
                <a:alpha val="100000"/>
              </a:srgbClr>
            </a:solidFill>
            <a:ln w="5420" cap="flat">
              <a:solidFill>
                <a:srgbClr val="5959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02" name="pg3902"/>
            <p:cNvSpPr/>
            <p:nvPr/>
          </p:nvSpPr>
          <p:spPr>
            <a:xfrm>
              <a:off x="3571937" y="4735636"/>
              <a:ext cx="16650" cy="17044"/>
            </a:xfrm>
            <a:custGeom>
              <a:avLst/>
              <a:pathLst>
                <a:path w="16650" h="17044">
                  <a:moveTo>
                    <a:pt x="12862" y="17044"/>
                  </a:moveTo>
                  <a:lnTo>
                    <a:pt x="7679" y="14034"/>
                  </a:lnTo>
                  <a:lnTo>
                    <a:pt x="0" y="13761"/>
                  </a:lnTo>
                  <a:lnTo>
                    <a:pt x="3379" y="11697"/>
                  </a:lnTo>
                  <a:lnTo>
                    <a:pt x="5751" y="9684"/>
                  </a:lnTo>
                  <a:lnTo>
                    <a:pt x="6935" y="7518"/>
                  </a:lnTo>
                  <a:lnTo>
                    <a:pt x="16650" y="0"/>
                  </a:lnTo>
                  <a:lnTo>
                    <a:pt x="13896" y="5518"/>
                  </a:lnTo>
                  <a:lnTo>
                    <a:pt x="12490" y="10998"/>
                  </a:lnTo>
                  <a:close/>
                </a:path>
              </a:pathLst>
            </a:custGeom>
            <a:solidFill>
              <a:srgbClr val="FFEFDB">
                <a:alpha val="100000"/>
              </a:srgbClr>
            </a:solidFill>
            <a:ln w="5420" cap="flat">
              <a:solidFill>
                <a:srgbClr val="5959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03" name="pg3903"/>
            <p:cNvSpPr/>
            <p:nvPr/>
          </p:nvSpPr>
          <p:spPr>
            <a:xfrm>
              <a:off x="3622219" y="4750191"/>
              <a:ext cx="5746" cy="36527"/>
            </a:xfrm>
            <a:custGeom>
              <a:avLst/>
              <a:pathLst>
                <a:path w="5746" h="36527">
                  <a:moveTo>
                    <a:pt x="1188" y="36527"/>
                  </a:moveTo>
                  <a:lnTo>
                    <a:pt x="4118" y="16695"/>
                  </a:lnTo>
                  <a:lnTo>
                    <a:pt x="0" y="0"/>
                  </a:lnTo>
                  <a:lnTo>
                    <a:pt x="4340" y="7328"/>
                  </a:lnTo>
                  <a:lnTo>
                    <a:pt x="5746" y="16047"/>
                  </a:lnTo>
                  <a:lnTo>
                    <a:pt x="4175" y="32386"/>
                  </a:lnTo>
                  <a:close/>
                </a:path>
              </a:pathLst>
            </a:custGeom>
            <a:solidFill>
              <a:srgbClr val="FFEFDB">
                <a:alpha val="100000"/>
              </a:srgbClr>
            </a:solidFill>
            <a:ln w="5420" cap="flat">
              <a:solidFill>
                <a:srgbClr val="5959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04" name="pg3904"/>
            <p:cNvSpPr/>
            <p:nvPr/>
          </p:nvSpPr>
          <p:spPr>
            <a:xfrm>
              <a:off x="4019115" y="4792371"/>
              <a:ext cx="40173" cy="16358"/>
            </a:xfrm>
            <a:custGeom>
              <a:avLst/>
              <a:pathLst>
                <a:path w="40173" h="16358">
                  <a:moveTo>
                    <a:pt x="11482" y="16358"/>
                  </a:moveTo>
                  <a:lnTo>
                    <a:pt x="0" y="12954"/>
                  </a:lnTo>
                  <a:lnTo>
                    <a:pt x="7136" y="12307"/>
                  </a:lnTo>
                  <a:lnTo>
                    <a:pt x="12299" y="13685"/>
                  </a:lnTo>
                  <a:lnTo>
                    <a:pt x="25373" y="6991"/>
                  </a:lnTo>
                  <a:lnTo>
                    <a:pt x="32231" y="1924"/>
                  </a:lnTo>
                  <a:lnTo>
                    <a:pt x="40173" y="0"/>
                  </a:lnTo>
                  <a:lnTo>
                    <a:pt x="22102" y="11678"/>
                  </a:lnTo>
                  <a:close/>
                </a:path>
              </a:pathLst>
            </a:custGeom>
            <a:solidFill>
              <a:srgbClr val="FFEFDB">
                <a:alpha val="100000"/>
              </a:srgbClr>
            </a:solidFill>
            <a:ln w="5420" cap="flat">
              <a:solidFill>
                <a:srgbClr val="5959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05" name="pg3905"/>
            <p:cNvSpPr/>
            <p:nvPr/>
          </p:nvSpPr>
          <p:spPr>
            <a:xfrm>
              <a:off x="5756262" y="2903466"/>
              <a:ext cx="8449" cy="10395"/>
            </a:xfrm>
            <a:custGeom>
              <a:avLst/>
              <a:pathLst>
                <a:path w="8449" h="10395">
                  <a:moveTo>
                    <a:pt x="4428" y="10395"/>
                  </a:moveTo>
                  <a:lnTo>
                    <a:pt x="139" y="9563"/>
                  </a:lnTo>
                  <a:lnTo>
                    <a:pt x="0" y="3149"/>
                  </a:lnTo>
                  <a:lnTo>
                    <a:pt x="1297" y="971"/>
                  </a:lnTo>
                  <a:lnTo>
                    <a:pt x="2780" y="0"/>
                  </a:lnTo>
                  <a:lnTo>
                    <a:pt x="4981" y="1803"/>
                  </a:lnTo>
                  <a:lnTo>
                    <a:pt x="8449" y="7823"/>
                  </a:lnTo>
                  <a:close/>
                </a:path>
              </a:pathLst>
            </a:custGeom>
            <a:solidFill>
              <a:srgbClr val="FFEFDB">
                <a:alpha val="100000"/>
              </a:srgbClr>
            </a:solidFill>
            <a:ln w="5420" cap="flat">
              <a:solidFill>
                <a:srgbClr val="5959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06" name="pg3906"/>
            <p:cNvSpPr/>
            <p:nvPr/>
          </p:nvSpPr>
          <p:spPr>
            <a:xfrm>
              <a:off x="2232276" y="4782381"/>
              <a:ext cx="513697" cy="755524"/>
            </a:xfrm>
            <a:custGeom>
              <a:avLst/>
              <a:pathLst>
                <a:path w="513697" h="755524">
                  <a:moveTo>
                    <a:pt x="961" y="1759"/>
                  </a:moveTo>
                  <a:lnTo>
                    <a:pt x="26210" y="3480"/>
                  </a:lnTo>
                  <a:lnTo>
                    <a:pt x="41104" y="2895"/>
                  </a:lnTo>
                  <a:lnTo>
                    <a:pt x="45646" y="0"/>
                  </a:lnTo>
                  <a:lnTo>
                    <a:pt x="48008" y="152"/>
                  </a:lnTo>
                  <a:lnTo>
                    <a:pt x="48194" y="3340"/>
                  </a:lnTo>
                  <a:lnTo>
                    <a:pt x="51935" y="4692"/>
                  </a:lnTo>
                  <a:lnTo>
                    <a:pt x="59227" y="4210"/>
                  </a:lnTo>
                  <a:lnTo>
                    <a:pt x="65578" y="8668"/>
                  </a:lnTo>
                  <a:lnTo>
                    <a:pt x="73712" y="22778"/>
                  </a:lnTo>
                  <a:lnTo>
                    <a:pt x="101747" y="45379"/>
                  </a:lnTo>
                  <a:lnTo>
                    <a:pt x="104108" y="53133"/>
                  </a:lnTo>
                  <a:lnTo>
                    <a:pt x="113865" y="64316"/>
                  </a:lnTo>
                  <a:lnTo>
                    <a:pt x="131807" y="81507"/>
                  </a:lnTo>
                  <a:lnTo>
                    <a:pt x="141962" y="96329"/>
                  </a:lnTo>
                  <a:lnTo>
                    <a:pt x="144324" y="108782"/>
                  </a:lnTo>
                  <a:lnTo>
                    <a:pt x="153491" y="128481"/>
                  </a:lnTo>
                  <a:lnTo>
                    <a:pt x="169449" y="155419"/>
                  </a:lnTo>
                  <a:lnTo>
                    <a:pt x="176560" y="169942"/>
                  </a:lnTo>
                  <a:lnTo>
                    <a:pt x="174824" y="172038"/>
                  </a:lnTo>
                  <a:lnTo>
                    <a:pt x="176079" y="179620"/>
                  </a:lnTo>
                  <a:lnTo>
                    <a:pt x="180338" y="192683"/>
                  </a:lnTo>
                  <a:lnTo>
                    <a:pt x="188249" y="203745"/>
                  </a:lnTo>
                  <a:lnTo>
                    <a:pt x="199820" y="212807"/>
                  </a:lnTo>
                  <a:lnTo>
                    <a:pt x="211520" y="229077"/>
                  </a:lnTo>
                  <a:lnTo>
                    <a:pt x="223349" y="252561"/>
                  </a:lnTo>
                  <a:lnTo>
                    <a:pt x="237679" y="270425"/>
                  </a:lnTo>
                  <a:lnTo>
                    <a:pt x="254500" y="282655"/>
                  </a:lnTo>
                  <a:lnTo>
                    <a:pt x="264024" y="294042"/>
                  </a:lnTo>
                  <a:lnTo>
                    <a:pt x="266251" y="304571"/>
                  </a:lnTo>
                  <a:lnTo>
                    <a:pt x="266086" y="313588"/>
                  </a:lnTo>
                  <a:lnTo>
                    <a:pt x="263522" y="321094"/>
                  </a:lnTo>
                  <a:lnTo>
                    <a:pt x="264608" y="328226"/>
                  </a:lnTo>
                  <a:lnTo>
                    <a:pt x="269336" y="334964"/>
                  </a:lnTo>
                  <a:lnTo>
                    <a:pt x="270912" y="343232"/>
                  </a:lnTo>
                  <a:lnTo>
                    <a:pt x="269062" y="354732"/>
                  </a:lnTo>
                  <a:lnTo>
                    <a:pt x="269191" y="357990"/>
                  </a:lnTo>
                  <a:lnTo>
                    <a:pt x="270561" y="360587"/>
                  </a:lnTo>
                  <a:lnTo>
                    <a:pt x="285496" y="380350"/>
                  </a:lnTo>
                  <a:lnTo>
                    <a:pt x="293170" y="396321"/>
                  </a:lnTo>
                  <a:lnTo>
                    <a:pt x="299262" y="421811"/>
                  </a:lnTo>
                  <a:lnTo>
                    <a:pt x="299293" y="422040"/>
                  </a:lnTo>
                  <a:lnTo>
                    <a:pt x="306099" y="437287"/>
                  </a:lnTo>
                  <a:lnTo>
                    <a:pt x="315887" y="443523"/>
                  </a:lnTo>
                  <a:lnTo>
                    <a:pt x="330925" y="445829"/>
                  </a:lnTo>
                  <a:lnTo>
                    <a:pt x="342351" y="451138"/>
                  </a:lnTo>
                  <a:lnTo>
                    <a:pt x="350165" y="459457"/>
                  </a:lnTo>
                  <a:lnTo>
                    <a:pt x="360019" y="464480"/>
                  </a:lnTo>
                  <a:lnTo>
                    <a:pt x="371916" y="466207"/>
                  </a:lnTo>
                  <a:lnTo>
                    <a:pt x="383321" y="471694"/>
                  </a:lnTo>
                  <a:lnTo>
                    <a:pt x="394230" y="480953"/>
                  </a:lnTo>
                  <a:lnTo>
                    <a:pt x="414575" y="487030"/>
                  </a:lnTo>
                  <a:lnTo>
                    <a:pt x="444357" y="489945"/>
                  </a:lnTo>
                  <a:lnTo>
                    <a:pt x="467022" y="497470"/>
                  </a:lnTo>
                  <a:lnTo>
                    <a:pt x="482577" y="509612"/>
                  </a:lnTo>
                  <a:lnTo>
                    <a:pt x="489419" y="512082"/>
                  </a:lnTo>
                  <a:lnTo>
                    <a:pt x="491269" y="512254"/>
                  </a:lnTo>
                  <a:lnTo>
                    <a:pt x="492158" y="510399"/>
                  </a:lnTo>
                  <a:lnTo>
                    <a:pt x="493331" y="506964"/>
                  </a:lnTo>
                  <a:lnTo>
                    <a:pt x="499352" y="503008"/>
                  </a:lnTo>
                  <a:lnTo>
                    <a:pt x="513697" y="500423"/>
                  </a:lnTo>
                  <a:lnTo>
                    <a:pt x="511770" y="527285"/>
                  </a:lnTo>
                  <a:lnTo>
                    <a:pt x="505372" y="549327"/>
                  </a:lnTo>
                  <a:lnTo>
                    <a:pt x="484293" y="595152"/>
                  </a:lnTo>
                  <a:lnTo>
                    <a:pt x="475508" y="623576"/>
                  </a:lnTo>
                  <a:lnTo>
                    <a:pt x="458511" y="704804"/>
                  </a:lnTo>
                  <a:lnTo>
                    <a:pt x="453534" y="755524"/>
                  </a:lnTo>
                  <a:lnTo>
                    <a:pt x="0" y="755524"/>
                  </a:lnTo>
                  <a:lnTo>
                    <a:pt x="0" y="1556"/>
                  </a:lnTo>
                  <a:close/>
                </a:path>
              </a:pathLst>
            </a:custGeom>
            <a:solidFill>
              <a:srgbClr val="FFEFDB">
                <a:alpha val="100000"/>
              </a:srgbClr>
            </a:solidFill>
            <a:ln w="5420" cap="flat">
              <a:solidFill>
                <a:srgbClr val="5959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07" name="pg3907"/>
            <p:cNvSpPr/>
            <p:nvPr/>
          </p:nvSpPr>
          <p:spPr>
            <a:xfrm>
              <a:off x="4006075" y="2540116"/>
              <a:ext cx="1519164" cy="699069"/>
            </a:xfrm>
            <a:custGeom>
              <a:avLst/>
              <a:pathLst>
                <a:path w="1519164" h="699069">
                  <a:moveTo>
                    <a:pt x="1509975" y="5632"/>
                  </a:moveTo>
                  <a:lnTo>
                    <a:pt x="1494849" y="16263"/>
                  </a:lnTo>
                  <a:lnTo>
                    <a:pt x="1478746" y="33041"/>
                  </a:lnTo>
                  <a:lnTo>
                    <a:pt x="1440965" y="45729"/>
                  </a:lnTo>
                  <a:lnTo>
                    <a:pt x="1426940" y="48955"/>
                  </a:lnTo>
                  <a:lnTo>
                    <a:pt x="1413994" y="47234"/>
                  </a:lnTo>
                  <a:lnTo>
                    <a:pt x="1398238" y="57559"/>
                  </a:lnTo>
                  <a:lnTo>
                    <a:pt x="1379593" y="63872"/>
                  </a:lnTo>
                  <a:lnTo>
                    <a:pt x="1374089" y="73474"/>
                  </a:lnTo>
                  <a:lnTo>
                    <a:pt x="1329270" y="99193"/>
                  </a:lnTo>
                  <a:lnTo>
                    <a:pt x="1312066" y="102431"/>
                  </a:lnTo>
                  <a:lnTo>
                    <a:pt x="1297426" y="109283"/>
                  </a:lnTo>
                  <a:lnTo>
                    <a:pt x="1293095" y="120917"/>
                  </a:lnTo>
                  <a:lnTo>
                    <a:pt x="1280026" y="127934"/>
                  </a:lnTo>
                  <a:lnTo>
                    <a:pt x="1276399" y="133307"/>
                  </a:lnTo>
                  <a:lnTo>
                    <a:pt x="1265407" y="149583"/>
                  </a:lnTo>
                  <a:lnTo>
                    <a:pt x="1244974" y="170603"/>
                  </a:lnTo>
                  <a:lnTo>
                    <a:pt x="1220075" y="174121"/>
                  </a:lnTo>
                  <a:lnTo>
                    <a:pt x="1210975" y="181436"/>
                  </a:lnTo>
                  <a:lnTo>
                    <a:pt x="1200438" y="193242"/>
                  </a:lnTo>
                  <a:lnTo>
                    <a:pt x="1185576" y="201345"/>
                  </a:lnTo>
                  <a:lnTo>
                    <a:pt x="1156233" y="197547"/>
                  </a:lnTo>
                  <a:lnTo>
                    <a:pt x="1163370" y="202513"/>
                  </a:lnTo>
                  <a:lnTo>
                    <a:pt x="1189622" y="210255"/>
                  </a:lnTo>
                  <a:lnTo>
                    <a:pt x="1192351" y="221730"/>
                  </a:lnTo>
                  <a:lnTo>
                    <a:pt x="1179199" y="224473"/>
                  </a:lnTo>
                  <a:lnTo>
                    <a:pt x="1151660" y="239771"/>
                  </a:lnTo>
                  <a:lnTo>
                    <a:pt x="1114556" y="266113"/>
                  </a:lnTo>
                  <a:lnTo>
                    <a:pt x="1108887" y="266735"/>
                  </a:lnTo>
                  <a:lnTo>
                    <a:pt x="1098918" y="266106"/>
                  </a:lnTo>
                  <a:lnTo>
                    <a:pt x="1084154" y="270501"/>
                  </a:lnTo>
                  <a:lnTo>
                    <a:pt x="1064759" y="279702"/>
                  </a:lnTo>
                  <a:lnTo>
                    <a:pt x="1041277" y="296232"/>
                  </a:lnTo>
                  <a:lnTo>
                    <a:pt x="999930" y="332023"/>
                  </a:lnTo>
                  <a:lnTo>
                    <a:pt x="997031" y="335802"/>
                  </a:lnTo>
                  <a:lnTo>
                    <a:pt x="991042" y="342438"/>
                  </a:lnTo>
                  <a:lnTo>
                    <a:pt x="975771" y="349512"/>
                  </a:lnTo>
                  <a:lnTo>
                    <a:pt x="961911" y="357139"/>
                  </a:lnTo>
                  <a:lnTo>
                    <a:pt x="958248" y="365166"/>
                  </a:lnTo>
                  <a:lnTo>
                    <a:pt x="951607" y="368824"/>
                  </a:lnTo>
                  <a:lnTo>
                    <a:pt x="928740" y="389177"/>
                  </a:lnTo>
                  <a:lnTo>
                    <a:pt x="915877" y="406513"/>
                  </a:lnTo>
                  <a:lnTo>
                    <a:pt x="904198" y="424656"/>
                  </a:lnTo>
                  <a:lnTo>
                    <a:pt x="891129" y="444946"/>
                  </a:lnTo>
                  <a:lnTo>
                    <a:pt x="864314" y="445200"/>
                  </a:lnTo>
                  <a:lnTo>
                    <a:pt x="843850" y="445117"/>
                  </a:lnTo>
                  <a:lnTo>
                    <a:pt x="808942" y="444971"/>
                  </a:lnTo>
                  <a:lnTo>
                    <a:pt x="779020" y="444851"/>
                  </a:lnTo>
                  <a:lnTo>
                    <a:pt x="743508" y="444705"/>
                  </a:lnTo>
                  <a:lnTo>
                    <a:pt x="717742" y="444597"/>
                  </a:lnTo>
                  <a:lnTo>
                    <a:pt x="689996" y="445448"/>
                  </a:lnTo>
                  <a:lnTo>
                    <a:pt x="676751" y="450858"/>
                  </a:lnTo>
                  <a:lnTo>
                    <a:pt x="660142" y="458167"/>
                  </a:lnTo>
                  <a:lnTo>
                    <a:pt x="642215" y="466048"/>
                  </a:lnTo>
                  <a:lnTo>
                    <a:pt x="651615" y="483626"/>
                  </a:lnTo>
                  <a:lnTo>
                    <a:pt x="654137" y="490561"/>
                  </a:lnTo>
                  <a:lnTo>
                    <a:pt x="653414" y="512927"/>
                  </a:lnTo>
                  <a:lnTo>
                    <a:pt x="655326" y="515372"/>
                  </a:lnTo>
                  <a:lnTo>
                    <a:pt x="657331" y="518693"/>
                  </a:lnTo>
                  <a:lnTo>
                    <a:pt x="657636" y="524472"/>
                  </a:lnTo>
                  <a:lnTo>
                    <a:pt x="659171" y="527114"/>
                  </a:lnTo>
                  <a:lnTo>
                    <a:pt x="662442" y="529247"/>
                  </a:lnTo>
                  <a:lnTo>
                    <a:pt x="666121" y="531756"/>
                  </a:lnTo>
                  <a:lnTo>
                    <a:pt x="668783" y="535153"/>
                  </a:lnTo>
                  <a:lnTo>
                    <a:pt x="669392" y="538544"/>
                  </a:lnTo>
                  <a:lnTo>
                    <a:pt x="666834" y="544450"/>
                  </a:lnTo>
                  <a:lnTo>
                    <a:pt x="656520" y="552433"/>
                  </a:lnTo>
                  <a:lnTo>
                    <a:pt x="642019" y="559431"/>
                  </a:lnTo>
                  <a:lnTo>
                    <a:pt x="613178" y="572055"/>
                  </a:lnTo>
                  <a:lnTo>
                    <a:pt x="579758" y="586687"/>
                  </a:lnTo>
                  <a:lnTo>
                    <a:pt x="550788" y="599368"/>
                  </a:lnTo>
                  <a:lnTo>
                    <a:pt x="528370" y="609180"/>
                  </a:lnTo>
                  <a:lnTo>
                    <a:pt x="482326" y="617797"/>
                  </a:lnTo>
                  <a:lnTo>
                    <a:pt x="445749" y="624637"/>
                  </a:lnTo>
                  <a:lnTo>
                    <a:pt x="419352" y="629577"/>
                  </a:lnTo>
                  <a:lnTo>
                    <a:pt x="395043" y="643326"/>
                  </a:lnTo>
                  <a:lnTo>
                    <a:pt x="368202" y="658497"/>
                  </a:lnTo>
                  <a:lnTo>
                    <a:pt x="345634" y="671255"/>
                  </a:lnTo>
                  <a:lnTo>
                    <a:pt x="320323" y="685562"/>
                  </a:lnTo>
                  <a:lnTo>
                    <a:pt x="296432" y="699069"/>
                  </a:lnTo>
                  <a:lnTo>
                    <a:pt x="269870" y="699025"/>
                  </a:lnTo>
                  <a:lnTo>
                    <a:pt x="251225" y="688902"/>
                  </a:lnTo>
                  <a:lnTo>
                    <a:pt x="233893" y="678507"/>
                  </a:lnTo>
                  <a:lnTo>
                    <a:pt x="222043" y="659919"/>
                  </a:lnTo>
                  <a:lnTo>
                    <a:pt x="221227" y="638322"/>
                  </a:lnTo>
                  <a:lnTo>
                    <a:pt x="225474" y="624179"/>
                  </a:lnTo>
                  <a:lnTo>
                    <a:pt x="229324" y="617727"/>
                  </a:lnTo>
                  <a:lnTo>
                    <a:pt x="236673" y="613638"/>
                  </a:lnTo>
                  <a:lnTo>
                    <a:pt x="251060" y="606684"/>
                  </a:lnTo>
                  <a:lnTo>
                    <a:pt x="264139" y="592605"/>
                  </a:lnTo>
                  <a:lnTo>
                    <a:pt x="274625" y="584204"/>
                  </a:lnTo>
                  <a:lnTo>
                    <a:pt x="285187" y="575535"/>
                  </a:lnTo>
                  <a:lnTo>
                    <a:pt x="291218" y="560606"/>
                  </a:lnTo>
                  <a:lnTo>
                    <a:pt x="298742" y="524465"/>
                  </a:lnTo>
                  <a:lnTo>
                    <a:pt x="299698" y="517277"/>
                  </a:lnTo>
                  <a:lnTo>
                    <a:pt x="310644" y="492491"/>
                  </a:lnTo>
                  <a:lnTo>
                    <a:pt x="322752" y="465070"/>
                  </a:lnTo>
                  <a:lnTo>
                    <a:pt x="328312" y="452477"/>
                  </a:lnTo>
                  <a:lnTo>
                    <a:pt x="322095" y="419792"/>
                  </a:lnTo>
                  <a:lnTo>
                    <a:pt x="317419" y="394676"/>
                  </a:lnTo>
                  <a:lnTo>
                    <a:pt x="313135" y="371669"/>
                  </a:lnTo>
                  <a:lnTo>
                    <a:pt x="308313" y="345746"/>
                  </a:lnTo>
                  <a:lnTo>
                    <a:pt x="303926" y="322148"/>
                  </a:lnTo>
                  <a:lnTo>
                    <a:pt x="299786" y="299916"/>
                  </a:lnTo>
                  <a:lnTo>
                    <a:pt x="295637" y="277600"/>
                  </a:lnTo>
                  <a:lnTo>
                    <a:pt x="291564" y="255723"/>
                  </a:lnTo>
                  <a:lnTo>
                    <a:pt x="288371" y="240032"/>
                  </a:lnTo>
                  <a:lnTo>
                    <a:pt x="284578" y="221438"/>
                  </a:lnTo>
                  <a:lnTo>
                    <a:pt x="262424" y="208388"/>
                  </a:lnTo>
                  <a:lnTo>
                    <a:pt x="245603" y="199249"/>
                  </a:lnTo>
                  <a:lnTo>
                    <a:pt x="218090" y="184320"/>
                  </a:lnTo>
                  <a:lnTo>
                    <a:pt x="195016" y="171797"/>
                  </a:lnTo>
                  <a:lnTo>
                    <a:pt x="174340" y="160340"/>
                  </a:lnTo>
                  <a:lnTo>
                    <a:pt x="187378" y="137250"/>
                  </a:lnTo>
                  <a:lnTo>
                    <a:pt x="186251" y="133472"/>
                  </a:lnTo>
                  <a:lnTo>
                    <a:pt x="181528" y="128925"/>
                  </a:lnTo>
                  <a:lnTo>
                    <a:pt x="171875" y="121362"/>
                  </a:lnTo>
                  <a:lnTo>
                    <a:pt x="166232" y="120593"/>
                  </a:lnTo>
                  <a:lnTo>
                    <a:pt x="156294" y="122372"/>
                  </a:lnTo>
                  <a:lnTo>
                    <a:pt x="140434" y="127077"/>
                  </a:lnTo>
                  <a:lnTo>
                    <a:pt x="133582" y="125515"/>
                  </a:lnTo>
                  <a:lnTo>
                    <a:pt x="128140" y="117437"/>
                  </a:lnTo>
                  <a:lnTo>
                    <a:pt x="121877" y="107099"/>
                  </a:lnTo>
                  <a:lnTo>
                    <a:pt x="119825" y="99021"/>
                  </a:lnTo>
                  <a:lnTo>
                    <a:pt x="119040" y="88333"/>
                  </a:lnTo>
                  <a:lnTo>
                    <a:pt x="115304" y="78713"/>
                  </a:lnTo>
                  <a:lnTo>
                    <a:pt x="117671" y="73664"/>
                  </a:lnTo>
                  <a:lnTo>
                    <a:pt x="118192" y="71149"/>
                  </a:lnTo>
                  <a:lnTo>
                    <a:pt x="117981" y="67987"/>
                  </a:lnTo>
                  <a:lnTo>
                    <a:pt x="115412" y="65967"/>
                  </a:lnTo>
                  <a:lnTo>
                    <a:pt x="110890" y="65085"/>
                  </a:lnTo>
                  <a:lnTo>
                    <a:pt x="95594" y="69123"/>
                  </a:lnTo>
                  <a:lnTo>
                    <a:pt x="88716" y="69498"/>
                  </a:lnTo>
                  <a:lnTo>
                    <a:pt x="84613" y="71772"/>
                  </a:lnTo>
                  <a:lnTo>
                    <a:pt x="78148" y="76490"/>
                  </a:lnTo>
                  <a:lnTo>
                    <a:pt x="71776" y="77074"/>
                  </a:lnTo>
                  <a:lnTo>
                    <a:pt x="60769" y="65904"/>
                  </a:lnTo>
                  <a:lnTo>
                    <a:pt x="48743" y="53673"/>
                  </a:lnTo>
                  <a:lnTo>
                    <a:pt x="43700" y="36825"/>
                  </a:lnTo>
                  <a:lnTo>
                    <a:pt x="38522" y="19521"/>
                  </a:lnTo>
                  <a:lnTo>
                    <a:pt x="17980" y="9112"/>
                  </a:lnTo>
                  <a:lnTo>
                    <a:pt x="0" y="0"/>
                  </a:lnTo>
                  <a:lnTo>
                    <a:pt x="1519164" y="0"/>
                  </a:lnTo>
                  <a:close/>
                </a:path>
              </a:pathLst>
            </a:custGeom>
            <a:solidFill>
              <a:srgbClr val="FFEFDB">
                <a:alpha val="100000"/>
              </a:srgbClr>
            </a:solidFill>
            <a:ln w="5420" cap="flat">
              <a:solidFill>
                <a:srgbClr val="5959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08" name="pg3908"/>
            <p:cNvSpPr/>
            <p:nvPr/>
          </p:nvSpPr>
          <p:spPr>
            <a:xfrm>
              <a:off x="5851209" y="2540116"/>
              <a:ext cx="296962" cy="257863"/>
            </a:xfrm>
            <a:custGeom>
              <a:avLst/>
              <a:pathLst>
                <a:path w="296962" h="257863">
                  <a:moveTo>
                    <a:pt x="67195" y="242946"/>
                  </a:moveTo>
                  <a:lnTo>
                    <a:pt x="62725" y="241575"/>
                  </a:lnTo>
                  <a:lnTo>
                    <a:pt x="58875" y="240501"/>
                  </a:lnTo>
                  <a:lnTo>
                    <a:pt x="56643" y="242330"/>
                  </a:lnTo>
                  <a:lnTo>
                    <a:pt x="54529" y="244775"/>
                  </a:lnTo>
                  <a:lnTo>
                    <a:pt x="51924" y="246611"/>
                  </a:lnTo>
                  <a:lnTo>
                    <a:pt x="46457" y="244013"/>
                  </a:lnTo>
                  <a:lnTo>
                    <a:pt x="42979" y="239282"/>
                  </a:lnTo>
                  <a:lnTo>
                    <a:pt x="37393" y="234405"/>
                  </a:lnTo>
                  <a:lnTo>
                    <a:pt x="35279" y="230735"/>
                  </a:lnTo>
                  <a:lnTo>
                    <a:pt x="36401" y="226467"/>
                  </a:lnTo>
                  <a:lnTo>
                    <a:pt x="38881" y="222346"/>
                  </a:lnTo>
                  <a:lnTo>
                    <a:pt x="40002" y="217462"/>
                  </a:lnTo>
                  <a:lnTo>
                    <a:pt x="37269" y="211829"/>
                  </a:lnTo>
                  <a:lnTo>
                    <a:pt x="34783" y="208623"/>
                  </a:lnTo>
                  <a:lnTo>
                    <a:pt x="33047" y="204958"/>
                  </a:lnTo>
                  <a:lnTo>
                    <a:pt x="33667" y="201453"/>
                  </a:lnTo>
                  <a:lnTo>
                    <a:pt x="37145" y="199770"/>
                  </a:lnTo>
                  <a:lnTo>
                    <a:pt x="40375" y="197630"/>
                  </a:lnTo>
                  <a:lnTo>
                    <a:pt x="41491" y="193058"/>
                  </a:lnTo>
                  <a:lnTo>
                    <a:pt x="39501" y="188174"/>
                  </a:lnTo>
                  <a:lnTo>
                    <a:pt x="33791" y="186187"/>
                  </a:lnTo>
                  <a:lnTo>
                    <a:pt x="29073" y="186949"/>
                  </a:lnTo>
                  <a:lnTo>
                    <a:pt x="22241" y="185882"/>
                  </a:lnTo>
                  <a:lnTo>
                    <a:pt x="15663" y="182834"/>
                  </a:lnTo>
                  <a:lnTo>
                    <a:pt x="11316" y="179322"/>
                  </a:lnTo>
                  <a:lnTo>
                    <a:pt x="7963" y="177334"/>
                  </a:lnTo>
                  <a:lnTo>
                    <a:pt x="5353" y="177334"/>
                  </a:lnTo>
                  <a:lnTo>
                    <a:pt x="2247" y="175353"/>
                  </a:lnTo>
                  <a:lnTo>
                    <a:pt x="387" y="171993"/>
                  </a:lnTo>
                  <a:lnTo>
                    <a:pt x="635" y="166500"/>
                  </a:lnTo>
                  <a:lnTo>
                    <a:pt x="1503" y="163147"/>
                  </a:lnTo>
                  <a:lnTo>
                    <a:pt x="3239" y="160245"/>
                  </a:lnTo>
                  <a:lnTo>
                    <a:pt x="3363" y="157038"/>
                  </a:lnTo>
                  <a:lnTo>
                    <a:pt x="2619" y="154746"/>
                  </a:lnTo>
                  <a:lnTo>
                    <a:pt x="2500" y="152923"/>
                  </a:lnTo>
                  <a:lnTo>
                    <a:pt x="2991" y="150631"/>
                  </a:lnTo>
                  <a:lnTo>
                    <a:pt x="4113" y="146052"/>
                  </a:lnTo>
                  <a:lnTo>
                    <a:pt x="2247" y="142699"/>
                  </a:lnTo>
                  <a:lnTo>
                    <a:pt x="2056" y="131078"/>
                  </a:lnTo>
                  <a:lnTo>
                    <a:pt x="1689" y="109334"/>
                  </a:lnTo>
                  <a:lnTo>
                    <a:pt x="1415" y="92677"/>
                  </a:lnTo>
                  <a:lnTo>
                    <a:pt x="1069" y="71740"/>
                  </a:lnTo>
                  <a:lnTo>
                    <a:pt x="867" y="56493"/>
                  </a:lnTo>
                  <a:lnTo>
                    <a:pt x="588" y="35130"/>
                  </a:lnTo>
                  <a:lnTo>
                    <a:pt x="325" y="14859"/>
                  </a:lnTo>
                  <a:lnTo>
                    <a:pt x="0" y="0"/>
                  </a:lnTo>
                  <a:lnTo>
                    <a:pt x="276472" y="0"/>
                  </a:lnTo>
                  <a:lnTo>
                    <a:pt x="276633" y="57"/>
                  </a:lnTo>
                  <a:lnTo>
                    <a:pt x="276810" y="0"/>
                  </a:lnTo>
                  <a:lnTo>
                    <a:pt x="296962" y="0"/>
                  </a:lnTo>
                  <a:lnTo>
                    <a:pt x="296962" y="192012"/>
                  </a:lnTo>
                  <a:lnTo>
                    <a:pt x="290901" y="195833"/>
                  </a:lnTo>
                  <a:lnTo>
                    <a:pt x="267083" y="205085"/>
                  </a:lnTo>
                  <a:lnTo>
                    <a:pt x="239280" y="222746"/>
                  </a:lnTo>
                  <a:lnTo>
                    <a:pt x="203354" y="237625"/>
                  </a:lnTo>
                  <a:lnTo>
                    <a:pt x="195825" y="237682"/>
                  </a:lnTo>
                  <a:lnTo>
                    <a:pt x="179510" y="225438"/>
                  </a:lnTo>
                  <a:lnTo>
                    <a:pt x="184073" y="219863"/>
                  </a:lnTo>
                  <a:lnTo>
                    <a:pt x="188316" y="212306"/>
                  </a:lnTo>
                  <a:lnTo>
                    <a:pt x="184260" y="214484"/>
                  </a:lnTo>
                  <a:lnTo>
                    <a:pt x="181629" y="217761"/>
                  </a:lnTo>
                  <a:lnTo>
                    <a:pt x="171790" y="223019"/>
                  </a:lnTo>
                  <a:lnTo>
                    <a:pt x="179769" y="233199"/>
                  </a:lnTo>
                  <a:lnTo>
                    <a:pt x="175914" y="237015"/>
                  </a:lnTo>
                  <a:lnTo>
                    <a:pt x="164503" y="242032"/>
                  </a:lnTo>
                  <a:lnTo>
                    <a:pt x="153878" y="249290"/>
                  </a:lnTo>
                  <a:lnTo>
                    <a:pt x="144577" y="254142"/>
                  </a:lnTo>
                  <a:lnTo>
                    <a:pt x="137052" y="247970"/>
                  </a:lnTo>
                  <a:lnTo>
                    <a:pt x="116283" y="255768"/>
                  </a:lnTo>
                  <a:lnTo>
                    <a:pt x="98791" y="257863"/>
                  </a:lnTo>
                  <a:lnTo>
                    <a:pt x="95008" y="253913"/>
                  </a:lnTo>
                  <a:lnTo>
                    <a:pt x="93897" y="247677"/>
                  </a:lnTo>
                  <a:lnTo>
                    <a:pt x="87773" y="246172"/>
                  </a:lnTo>
                  <a:lnTo>
                    <a:pt x="76394" y="247893"/>
                  </a:lnTo>
                  <a:lnTo>
                    <a:pt x="72079" y="244578"/>
                  </a:lnTo>
                  <a:close/>
                </a:path>
              </a:pathLst>
            </a:custGeom>
            <a:solidFill>
              <a:srgbClr val="FFEFDB">
                <a:alpha val="100000"/>
              </a:srgbClr>
            </a:solidFill>
            <a:ln w="5420" cap="flat">
              <a:solidFill>
                <a:srgbClr val="5959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09" name="pg3909"/>
            <p:cNvSpPr/>
            <p:nvPr/>
          </p:nvSpPr>
          <p:spPr>
            <a:xfrm>
              <a:off x="5120632" y="2540116"/>
              <a:ext cx="534180" cy="266113"/>
            </a:xfrm>
            <a:custGeom>
              <a:avLst/>
              <a:pathLst>
                <a:path w="534180" h="266113">
                  <a:moveTo>
                    <a:pt x="528260" y="7169"/>
                  </a:moveTo>
                  <a:lnTo>
                    <a:pt x="511940" y="26932"/>
                  </a:lnTo>
                  <a:lnTo>
                    <a:pt x="497548" y="44357"/>
                  </a:lnTo>
                  <a:lnTo>
                    <a:pt x="494318" y="62240"/>
                  </a:lnTo>
                  <a:lnTo>
                    <a:pt x="491254" y="79195"/>
                  </a:lnTo>
                  <a:lnTo>
                    <a:pt x="479347" y="92099"/>
                  </a:lnTo>
                  <a:lnTo>
                    <a:pt x="472087" y="103930"/>
                  </a:lnTo>
                  <a:lnTo>
                    <a:pt x="468847" y="117050"/>
                  </a:lnTo>
                  <a:lnTo>
                    <a:pt x="466139" y="129097"/>
                  </a:lnTo>
                  <a:lnTo>
                    <a:pt x="465932" y="139181"/>
                  </a:lnTo>
                  <a:lnTo>
                    <a:pt x="467973" y="144471"/>
                  </a:lnTo>
                  <a:lnTo>
                    <a:pt x="467012" y="148770"/>
                  </a:lnTo>
                  <a:lnTo>
                    <a:pt x="463074" y="153717"/>
                  </a:lnTo>
                  <a:lnTo>
                    <a:pt x="455199" y="162322"/>
                  </a:lnTo>
                  <a:lnTo>
                    <a:pt x="453798" y="170603"/>
                  </a:lnTo>
                  <a:lnTo>
                    <a:pt x="448982" y="174686"/>
                  </a:lnTo>
                  <a:lnTo>
                    <a:pt x="435246" y="182859"/>
                  </a:lnTo>
                  <a:lnTo>
                    <a:pt x="424042" y="194906"/>
                  </a:lnTo>
                  <a:lnTo>
                    <a:pt x="423495" y="201726"/>
                  </a:lnTo>
                  <a:lnTo>
                    <a:pt x="425112" y="207391"/>
                  </a:lnTo>
                  <a:lnTo>
                    <a:pt x="425360" y="210909"/>
                  </a:lnTo>
                  <a:lnTo>
                    <a:pt x="423122" y="213360"/>
                  </a:lnTo>
                  <a:lnTo>
                    <a:pt x="418637" y="213201"/>
                  </a:lnTo>
                  <a:lnTo>
                    <a:pt x="413784" y="213970"/>
                  </a:lnTo>
                  <a:lnTo>
                    <a:pt x="409697" y="218993"/>
                  </a:lnTo>
                  <a:lnTo>
                    <a:pt x="409800" y="226207"/>
                  </a:lnTo>
                  <a:lnTo>
                    <a:pt x="406813" y="231408"/>
                  </a:lnTo>
                  <a:lnTo>
                    <a:pt x="403325" y="232481"/>
                  </a:lnTo>
                  <a:lnTo>
                    <a:pt x="400338" y="228804"/>
                  </a:lnTo>
                  <a:lnTo>
                    <a:pt x="396746" y="223292"/>
                  </a:lnTo>
                  <a:lnTo>
                    <a:pt x="392540" y="222752"/>
                  </a:lnTo>
                  <a:lnTo>
                    <a:pt x="386153" y="226410"/>
                  </a:lnTo>
                  <a:lnTo>
                    <a:pt x="378277" y="232430"/>
                  </a:lnTo>
                  <a:lnTo>
                    <a:pt x="371192" y="232754"/>
                  </a:lnTo>
                  <a:lnTo>
                    <a:pt x="357890" y="228887"/>
                  </a:lnTo>
                  <a:lnTo>
                    <a:pt x="348180" y="240559"/>
                  </a:lnTo>
                  <a:lnTo>
                    <a:pt x="337757" y="265630"/>
                  </a:lnTo>
                  <a:lnTo>
                    <a:pt x="293717" y="265693"/>
                  </a:lnTo>
                  <a:lnTo>
                    <a:pt x="249678" y="265757"/>
                  </a:lnTo>
                  <a:lnTo>
                    <a:pt x="205634" y="265820"/>
                  </a:lnTo>
                  <a:lnTo>
                    <a:pt x="161594" y="265884"/>
                  </a:lnTo>
                  <a:lnTo>
                    <a:pt x="117555" y="265941"/>
                  </a:lnTo>
                  <a:lnTo>
                    <a:pt x="73516" y="266005"/>
                  </a:lnTo>
                  <a:lnTo>
                    <a:pt x="29476" y="266068"/>
                  </a:lnTo>
                  <a:lnTo>
                    <a:pt x="4831" y="266106"/>
                  </a:lnTo>
                  <a:lnTo>
                    <a:pt x="0" y="266113"/>
                  </a:lnTo>
                  <a:lnTo>
                    <a:pt x="15089" y="261204"/>
                  </a:lnTo>
                  <a:lnTo>
                    <a:pt x="46550" y="242127"/>
                  </a:lnTo>
                  <a:lnTo>
                    <a:pt x="69753" y="235218"/>
                  </a:lnTo>
                  <a:lnTo>
                    <a:pt x="99933" y="215182"/>
                  </a:lnTo>
                  <a:lnTo>
                    <a:pt x="121792" y="211328"/>
                  </a:lnTo>
                  <a:lnTo>
                    <a:pt x="125952" y="206921"/>
                  </a:lnTo>
                  <a:lnTo>
                    <a:pt x="129616" y="190302"/>
                  </a:lnTo>
                  <a:lnTo>
                    <a:pt x="131616" y="184377"/>
                  </a:lnTo>
                  <a:lnTo>
                    <a:pt x="141823" y="168056"/>
                  </a:lnTo>
                  <a:lnTo>
                    <a:pt x="154080" y="154289"/>
                  </a:lnTo>
                  <a:lnTo>
                    <a:pt x="163971" y="135250"/>
                  </a:lnTo>
                  <a:lnTo>
                    <a:pt x="181924" y="123083"/>
                  </a:lnTo>
                  <a:lnTo>
                    <a:pt x="209070" y="112909"/>
                  </a:lnTo>
                  <a:lnTo>
                    <a:pt x="234180" y="90689"/>
                  </a:lnTo>
                  <a:lnTo>
                    <a:pt x="247942" y="83914"/>
                  </a:lnTo>
                  <a:lnTo>
                    <a:pt x="261280" y="79062"/>
                  </a:lnTo>
                  <a:lnTo>
                    <a:pt x="266881" y="70032"/>
                  </a:lnTo>
                  <a:lnTo>
                    <a:pt x="275129" y="64869"/>
                  </a:lnTo>
                  <a:lnTo>
                    <a:pt x="297180" y="54372"/>
                  </a:lnTo>
                  <a:lnTo>
                    <a:pt x="321484" y="51533"/>
                  </a:lnTo>
                  <a:lnTo>
                    <a:pt x="346046" y="42820"/>
                  </a:lnTo>
                  <a:lnTo>
                    <a:pt x="364887" y="38203"/>
                  </a:lnTo>
                  <a:lnTo>
                    <a:pt x="376442" y="30030"/>
                  </a:lnTo>
                  <a:lnTo>
                    <a:pt x="393243" y="25725"/>
                  </a:lnTo>
                  <a:lnTo>
                    <a:pt x="443385" y="2273"/>
                  </a:lnTo>
                  <a:lnTo>
                    <a:pt x="446265" y="0"/>
                  </a:lnTo>
                  <a:lnTo>
                    <a:pt x="534180" y="0"/>
                  </a:lnTo>
                  <a:close/>
                </a:path>
              </a:pathLst>
            </a:custGeom>
            <a:solidFill>
              <a:srgbClr val="FFEFDB">
                <a:alpha val="100000"/>
              </a:srgbClr>
            </a:solidFill>
            <a:ln w="5420" cap="flat">
              <a:solidFill>
                <a:srgbClr val="5959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10" name="pg3910"/>
            <p:cNvSpPr/>
            <p:nvPr/>
          </p:nvSpPr>
          <p:spPr>
            <a:xfrm>
              <a:off x="6021903" y="2797057"/>
              <a:ext cx="126268" cy="202407"/>
            </a:xfrm>
            <a:custGeom>
              <a:avLst/>
              <a:pathLst>
                <a:path w="126268" h="202407">
                  <a:moveTo>
                    <a:pt x="117079" y="175208"/>
                  </a:moveTo>
                  <a:lnTo>
                    <a:pt x="108057" y="174662"/>
                  </a:lnTo>
                  <a:lnTo>
                    <a:pt x="101406" y="175266"/>
                  </a:lnTo>
                  <a:lnTo>
                    <a:pt x="91386" y="182892"/>
                  </a:lnTo>
                  <a:lnTo>
                    <a:pt x="89830" y="198305"/>
                  </a:lnTo>
                  <a:lnTo>
                    <a:pt x="85406" y="196266"/>
                  </a:lnTo>
                  <a:lnTo>
                    <a:pt x="80916" y="196768"/>
                  </a:lnTo>
                  <a:lnTo>
                    <a:pt x="78595" y="201607"/>
                  </a:lnTo>
                  <a:lnTo>
                    <a:pt x="75288" y="202407"/>
                  </a:lnTo>
                  <a:lnTo>
                    <a:pt x="66529" y="197829"/>
                  </a:lnTo>
                  <a:lnTo>
                    <a:pt x="56214" y="200331"/>
                  </a:lnTo>
                  <a:lnTo>
                    <a:pt x="48147" y="196857"/>
                  </a:lnTo>
                  <a:lnTo>
                    <a:pt x="37863" y="174275"/>
                  </a:lnTo>
                  <a:lnTo>
                    <a:pt x="32401" y="166362"/>
                  </a:lnTo>
                  <a:lnTo>
                    <a:pt x="22717" y="163810"/>
                  </a:lnTo>
                  <a:lnTo>
                    <a:pt x="20205" y="168585"/>
                  </a:lnTo>
                  <a:lnTo>
                    <a:pt x="16448" y="173259"/>
                  </a:lnTo>
                  <a:lnTo>
                    <a:pt x="7126" y="163943"/>
                  </a:lnTo>
                  <a:lnTo>
                    <a:pt x="56" y="129365"/>
                  </a:lnTo>
                  <a:lnTo>
                    <a:pt x="0" y="121021"/>
                  </a:lnTo>
                  <a:lnTo>
                    <a:pt x="9896" y="91936"/>
                  </a:lnTo>
                  <a:lnTo>
                    <a:pt x="34401" y="65753"/>
                  </a:lnTo>
                  <a:lnTo>
                    <a:pt x="26577" y="64877"/>
                  </a:lnTo>
                  <a:lnTo>
                    <a:pt x="4940" y="83033"/>
                  </a:lnTo>
                  <a:lnTo>
                    <a:pt x="7172" y="78638"/>
                  </a:lnTo>
                  <a:lnTo>
                    <a:pt x="10841" y="74059"/>
                  </a:lnTo>
                  <a:lnTo>
                    <a:pt x="18138" y="66674"/>
                  </a:lnTo>
                  <a:lnTo>
                    <a:pt x="29213" y="59733"/>
                  </a:lnTo>
                  <a:lnTo>
                    <a:pt x="43961" y="55688"/>
                  </a:lnTo>
                  <a:lnTo>
                    <a:pt x="54106" y="55072"/>
                  </a:lnTo>
                  <a:lnTo>
                    <a:pt x="61098" y="51236"/>
                  </a:lnTo>
                  <a:lnTo>
                    <a:pt x="71231" y="44441"/>
                  </a:lnTo>
                  <a:lnTo>
                    <a:pt x="73112" y="40834"/>
                  </a:lnTo>
                  <a:lnTo>
                    <a:pt x="64126" y="44981"/>
                  </a:lnTo>
                  <a:lnTo>
                    <a:pt x="49196" y="49064"/>
                  </a:lnTo>
                  <a:lnTo>
                    <a:pt x="53026" y="43711"/>
                  </a:lnTo>
                  <a:lnTo>
                    <a:pt x="56762" y="40847"/>
                  </a:lnTo>
                  <a:lnTo>
                    <a:pt x="126268" y="0"/>
                  </a:lnTo>
                  <a:lnTo>
                    <a:pt x="126268" y="168132"/>
                  </a:lnTo>
                  <a:close/>
                </a:path>
              </a:pathLst>
            </a:custGeom>
            <a:solidFill>
              <a:srgbClr val="FFEFDB">
                <a:alpha val="100000"/>
              </a:srgbClr>
            </a:solidFill>
            <a:ln w="5420" cap="flat">
              <a:solidFill>
                <a:srgbClr val="5959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11" name="pg3911"/>
            <p:cNvSpPr/>
            <p:nvPr/>
          </p:nvSpPr>
          <p:spPr>
            <a:xfrm>
              <a:off x="6008033" y="2885799"/>
              <a:ext cx="12040" cy="17520"/>
            </a:xfrm>
            <a:custGeom>
              <a:avLst/>
              <a:pathLst>
                <a:path w="12040" h="17520">
                  <a:moveTo>
                    <a:pt x="0" y="17520"/>
                  </a:moveTo>
                  <a:lnTo>
                    <a:pt x="1291" y="13062"/>
                  </a:lnTo>
                  <a:lnTo>
                    <a:pt x="7792" y="1695"/>
                  </a:lnTo>
                  <a:lnTo>
                    <a:pt x="12040" y="0"/>
                  </a:lnTo>
                  <a:lnTo>
                    <a:pt x="5327" y="12973"/>
                  </a:lnTo>
                  <a:close/>
                </a:path>
              </a:pathLst>
            </a:custGeom>
            <a:solidFill>
              <a:srgbClr val="FFEFDB">
                <a:alpha val="100000"/>
              </a:srgbClr>
            </a:solidFill>
            <a:ln w="5420" cap="flat">
              <a:solidFill>
                <a:srgbClr val="5959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12" name="pg3912"/>
            <p:cNvSpPr/>
            <p:nvPr/>
          </p:nvSpPr>
          <p:spPr>
            <a:xfrm>
              <a:off x="5947395" y="2832043"/>
              <a:ext cx="16050" cy="22950"/>
            </a:xfrm>
            <a:custGeom>
              <a:avLst/>
              <a:pathLst>
                <a:path w="16050" h="22950">
                  <a:moveTo>
                    <a:pt x="0" y="22950"/>
                  </a:moveTo>
                  <a:lnTo>
                    <a:pt x="5539" y="5391"/>
                  </a:lnTo>
                  <a:lnTo>
                    <a:pt x="10046" y="0"/>
                  </a:lnTo>
                  <a:lnTo>
                    <a:pt x="16050" y="1816"/>
                  </a:lnTo>
                  <a:lnTo>
                    <a:pt x="15208" y="12427"/>
                  </a:lnTo>
                  <a:lnTo>
                    <a:pt x="14242" y="16072"/>
                  </a:lnTo>
                  <a:close/>
                </a:path>
              </a:pathLst>
            </a:custGeom>
            <a:solidFill>
              <a:srgbClr val="FFEFDB">
                <a:alpha val="100000"/>
              </a:srgbClr>
            </a:solidFill>
            <a:ln w="5420" cap="flat">
              <a:solidFill>
                <a:srgbClr val="5959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13" name="pg3913"/>
            <p:cNvSpPr/>
            <p:nvPr/>
          </p:nvSpPr>
          <p:spPr>
            <a:xfrm>
              <a:off x="5199832" y="2715076"/>
              <a:ext cx="51274" cy="34247"/>
            </a:xfrm>
            <a:custGeom>
              <a:avLst/>
              <a:pathLst>
                <a:path w="51274" h="34247">
                  <a:moveTo>
                    <a:pt x="33548" y="33244"/>
                  </a:moveTo>
                  <a:lnTo>
                    <a:pt x="19601" y="30837"/>
                  </a:lnTo>
                  <a:lnTo>
                    <a:pt x="4268" y="34177"/>
                  </a:lnTo>
                  <a:lnTo>
                    <a:pt x="0" y="34247"/>
                  </a:lnTo>
                  <a:lnTo>
                    <a:pt x="11389" y="24582"/>
                  </a:lnTo>
                  <a:lnTo>
                    <a:pt x="28903" y="18638"/>
                  </a:lnTo>
                  <a:lnTo>
                    <a:pt x="46364" y="463"/>
                  </a:lnTo>
                  <a:lnTo>
                    <a:pt x="51274" y="0"/>
                  </a:lnTo>
                  <a:lnTo>
                    <a:pt x="44628" y="20587"/>
                  </a:lnTo>
                  <a:lnTo>
                    <a:pt x="43274" y="27948"/>
                  </a:lnTo>
                  <a:lnTo>
                    <a:pt x="41703" y="30646"/>
                  </a:lnTo>
                  <a:close/>
                </a:path>
              </a:pathLst>
            </a:custGeom>
            <a:solidFill>
              <a:srgbClr val="FFEFDB">
                <a:alpha val="100000"/>
              </a:srgbClr>
            </a:solidFill>
            <a:ln w="5420" cap="flat">
              <a:solidFill>
                <a:srgbClr val="5959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14" name="pg3914"/>
            <p:cNvSpPr/>
            <p:nvPr/>
          </p:nvSpPr>
          <p:spPr>
            <a:xfrm>
              <a:off x="5210715" y="2716409"/>
              <a:ext cx="30200" cy="16853"/>
            </a:xfrm>
            <a:custGeom>
              <a:avLst/>
              <a:pathLst>
                <a:path w="30200" h="16853">
                  <a:moveTo>
                    <a:pt x="4423" y="16853"/>
                  </a:moveTo>
                  <a:lnTo>
                    <a:pt x="0" y="15723"/>
                  </a:lnTo>
                  <a:lnTo>
                    <a:pt x="14082" y="2946"/>
                  </a:lnTo>
                  <a:lnTo>
                    <a:pt x="30200" y="0"/>
                  </a:lnTo>
                  <a:lnTo>
                    <a:pt x="17187" y="14174"/>
                  </a:lnTo>
                  <a:close/>
                </a:path>
              </a:pathLst>
            </a:custGeom>
            <a:solidFill>
              <a:srgbClr val="FFEFDB">
                <a:alpha val="100000"/>
              </a:srgbClr>
            </a:solidFill>
            <a:ln w="5420" cap="flat">
              <a:solidFill>
                <a:srgbClr val="5959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15" name="pg3915"/>
            <p:cNvSpPr/>
            <p:nvPr/>
          </p:nvSpPr>
          <p:spPr>
            <a:xfrm>
              <a:off x="5500816" y="2547127"/>
              <a:ext cx="30784" cy="17069"/>
            </a:xfrm>
            <a:custGeom>
              <a:avLst/>
              <a:pathLst>
                <a:path w="30784" h="17069">
                  <a:moveTo>
                    <a:pt x="0" y="17069"/>
                  </a:moveTo>
                  <a:lnTo>
                    <a:pt x="2294" y="12554"/>
                  </a:lnTo>
                  <a:lnTo>
                    <a:pt x="15430" y="4508"/>
                  </a:lnTo>
                  <a:lnTo>
                    <a:pt x="25084" y="0"/>
                  </a:lnTo>
                  <a:lnTo>
                    <a:pt x="30784" y="95"/>
                  </a:lnTo>
                  <a:lnTo>
                    <a:pt x="21502" y="9957"/>
                  </a:lnTo>
                  <a:lnTo>
                    <a:pt x="9622" y="16015"/>
                  </a:lnTo>
                  <a:close/>
                </a:path>
              </a:pathLst>
            </a:custGeom>
            <a:solidFill>
              <a:srgbClr val="FFEFDB">
                <a:alpha val="100000"/>
              </a:srgbClr>
            </a:solidFill>
            <a:ln w="5420" cap="flat">
              <a:solidFill>
                <a:srgbClr val="5959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16" name="pg3916"/>
            <p:cNvSpPr/>
            <p:nvPr/>
          </p:nvSpPr>
          <p:spPr>
            <a:xfrm>
              <a:off x="4772327" y="5500509"/>
              <a:ext cx="49258" cy="37397"/>
            </a:xfrm>
            <a:custGeom>
              <a:avLst/>
              <a:pathLst>
                <a:path w="49258" h="37397">
                  <a:moveTo>
                    <a:pt x="36380" y="7931"/>
                  </a:moveTo>
                  <a:lnTo>
                    <a:pt x="25890" y="16136"/>
                  </a:lnTo>
                  <a:lnTo>
                    <a:pt x="33512" y="21991"/>
                  </a:lnTo>
                  <a:lnTo>
                    <a:pt x="40695" y="9258"/>
                  </a:lnTo>
                  <a:lnTo>
                    <a:pt x="46395" y="19603"/>
                  </a:lnTo>
                  <a:lnTo>
                    <a:pt x="49258" y="37397"/>
                  </a:lnTo>
                  <a:lnTo>
                    <a:pt x="16879" y="37397"/>
                  </a:lnTo>
                  <a:lnTo>
                    <a:pt x="15627" y="32145"/>
                  </a:lnTo>
                  <a:lnTo>
                    <a:pt x="9084" y="25573"/>
                  </a:lnTo>
                  <a:lnTo>
                    <a:pt x="0" y="8807"/>
                  </a:lnTo>
                  <a:lnTo>
                    <a:pt x="5276" y="4483"/>
                  </a:lnTo>
                  <a:lnTo>
                    <a:pt x="12309" y="5924"/>
                  </a:lnTo>
                  <a:lnTo>
                    <a:pt x="15911" y="3905"/>
                  </a:lnTo>
                  <a:lnTo>
                    <a:pt x="25662" y="2292"/>
                  </a:lnTo>
                  <a:lnTo>
                    <a:pt x="31585" y="0"/>
                  </a:lnTo>
                  <a:lnTo>
                    <a:pt x="36215" y="4953"/>
                  </a:lnTo>
                  <a:close/>
                </a:path>
              </a:pathLst>
            </a:custGeom>
            <a:solidFill>
              <a:srgbClr val="FFEFDB">
                <a:alpha val="100000"/>
              </a:srgbClr>
            </a:solidFill>
            <a:ln w="5420" cap="flat">
              <a:solidFill>
                <a:srgbClr val="5959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17" name="pg3917"/>
            <p:cNvSpPr/>
            <p:nvPr/>
          </p:nvSpPr>
          <p:spPr>
            <a:xfrm>
              <a:off x="4778270" y="5155530"/>
              <a:ext cx="95830" cy="135860"/>
            </a:xfrm>
            <a:custGeom>
              <a:avLst/>
              <a:pathLst>
                <a:path w="95830" h="135860">
                  <a:moveTo>
                    <a:pt x="73800" y="135860"/>
                  </a:moveTo>
                  <a:lnTo>
                    <a:pt x="64612" y="122835"/>
                  </a:lnTo>
                  <a:lnTo>
                    <a:pt x="57211" y="119050"/>
                  </a:lnTo>
                  <a:lnTo>
                    <a:pt x="68772" y="109842"/>
                  </a:lnTo>
                  <a:lnTo>
                    <a:pt x="73764" y="101930"/>
                  </a:lnTo>
                  <a:lnTo>
                    <a:pt x="73660" y="84669"/>
                  </a:lnTo>
                  <a:lnTo>
                    <a:pt x="76482" y="75214"/>
                  </a:lnTo>
                  <a:lnTo>
                    <a:pt x="75526" y="67028"/>
                  </a:lnTo>
                  <a:lnTo>
                    <a:pt x="78073" y="58671"/>
                  </a:lnTo>
                  <a:lnTo>
                    <a:pt x="74627" y="49285"/>
                  </a:lnTo>
                  <a:lnTo>
                    <a:pt x="64963" y="41842"/>
                  </a:lnTo>
                  <a:lnTo>
                    <a:pt x="45842" y="12237"/>
                  </a:lnTo>
                  <a:lnTo>
                    <a:pt x="15637" y="5048"/>
                  </a:lnTo>
                  <a:lnTo>
                    <a:pt x="0" y="4750"/>
                  </a:lnTo>
                  <a:lnTo>
                    <a:pt x="8593" y="0"/>
                  </a:lnTo>
                  <a:lnTo>
                    <a:pt x="16531" y="577"/>
                  </a:lnTo>
                  <a:lnTo>
                    <a:pt x="28748" y="3403"/>
                  </a:lnTo>
                  <a:lnTo>
                    <a:pt x="43377" y="4769"/>
                  </a:lnTo>
                  <a:lnTo>
                    <a:pt x="52318" y="13481"/>
                  </a:lnTo>
                  <a:lnTo>
                    <a:pt x="60855" y="25033"/>
                  </a:lnTo>
                  <a:lnTo>
                    <a:pt x="68565" y="29707"/>
                  </a:lnTo>
                  <a:lnTo>
                    <a:pt x="71738" y="32679"/>
                  </a:lnTo>
                  <a:lnTo>
                    <a:pt x="71381" y="36032"/>
                  </a:lnTo>
                  <a:lnTo>
                    <a:pt x="72663" y="39181"/>
                  </a:lnTo>
                  <a:lnTo>
                    <a:pt x="82724" y="44586"/>
                  </a:lnTo>
                  <a:lnTo>
                    <a:pt x="92858" y="53311"/>
                  </a:lnTo>
                  <a:lnTo>
                    <a:pt x="95830" y="78897"/>
                  </a:lnTo>
                  <a:lnTo>
                    <a:pt x="82177" y="91007"/>
                  </a:lnTo>
                  <a:lnTo>
                    <a:pt x="79665" y="128055"/>
                  </a:lnTo>
                  <a:lnTo>
                    <a:pt x="76001" y="134723"/>
                  </a:lnTo>
                  <a:close/>
                </a:path>
              </a:pathLst>
            </a:custGeom>
            <a:solidFill>
              <a:srgbClr val="FFEFDB">
                <a:alpha val="100000"/>
              </a:srgbClr>
            </a:solidFill>
            <a:ln w="5420" cap="flat">
              <a:solidFill>
                <a:srgbClr val="5959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18" name="pg3918"/>
            <p:cNvSpPr/>
            <p:nvPr/>
          </p:nvSpPr>
          <p:spPr>
            <a:xfrm>
              <a:off x="4726246" y="5381534"/>
              <a:ext cx="74105" cy="118987"/>
            </a:xfrm>
            <a:custGeom>
              <a:avLst/>
              <a:pathLst>
                <a:path w="74105" h="118987">
                  <a:moveTo>
                    <a:pt x="72947" y="80116"/>
                  </a:moveTo>
                  <a:lnTo>
                    <a:pt x="74105" y="91896"/>
                  </a:lnTo>
                  <a:lnTo>
                    <a:pt x="73035" y="96094"/>
                  </a:lnTo>
                  <a:lnTo>
                    <a:pt x="61583" y="103968"/>
                  </a:lnTo>
                  <a:lnTo>
                    <a:pt x="58643" y="108369"/>
                  </a:lnTo>
                  <a:lnTo>
                    <a:pt x="47847" y="112808"/>
                  </a:lnTo>
                  <a:lnTo>
                    <a:pt x="41315" y="118987"/>
                  </a:lnTo>
                  <a:lnTo>
                    <a:pt x="38044" y="108947"/>
                  </a:lnTo>
                  <a:lnTo>
                    <a:pt x="31703" y="102742"/>
                  </a:lnTo>
                  <a:lnTo>
                    <a:pt x="30639" y="92194"/>
                  </a:lnTo>
                  <a:lnTo>
                    <a:pt x="25792" y="95757"/>
                  </a:lnTo>
                  <a:lnTo>
                    <a:pt x="18805" y="93585"/>
                  </a:lnTo>
                  <a:lnTo>
                    <a:pt x="7281" y="85596"/>
                  </a:lnTo>
                  <a:lnTo>
                    <a:pt x="0" y="74750"/>
                  </a:lnTo>
                  <a:lnTo>
                    <a:pt x="10201" y="72870"/>
                  </a:lnTo>
                  <a:lnTo>
                    <a:pt x="12309" y="79608"/>
                  </a:lnTo>
                  <a:lnTo>
                    <a:pt x="20381" y="71340"/>
                  </a:lnTo>
                  <a:lnTo>
                    <a:pt x="18546" y="66983"/>
                  </a:lnTo>
                  <a:lnTo>
                    <a:pt x="17089" y="66425"/>
                  </a:lnTo>
                  <a:lnTo>
                    <a:pt x="14443" y="58321"/>
                  </a:lnTo>
                  <a:lnTo>
                    <a:pt x="26587" y="37098"/>
                  </a:lnTo>
                  <a:lnTo>
                    <a:pt x="29207" y="23407"/>
                  </a:lnTo>
                  <a:lnTo>
                    <a:pt x="23699" y="1441"/>
                  </a:lnTo>
                  <a:lnTo>
                    <a:pt x="28841" y="0"/>
                  </a:lnTo>
                  <a:lnTo>
                    <a:pt x="42545" y="7703"/>
                  </a:lnTo>
                  <a:lnTo>
                    <a:pt x="48685" y="15285"/>
                  </a:lnTo>
                  <a:lnTo>
                    <a:pt x="48886" y="25693"/>
                  </a:lnTo>
                  <a:lnTo>
                    <a:pt x="54648" y="33752"/>
                  </a:lnTo>
                  <a:lnTo>
                    <a:pt x="62989" y="53057"/>
                  </a:lnTo>
                  <a:lnTo>
                    <a:pt x="73180" y="64367"/>
                  </a:lnTo>
                  <a:close/>
                </a:path>
              </a:pathLst>
            </a:custGeom>
            <a:solidFill>
              <a:srgbClr val="FFEFDB">
                <a:alpha val="100000"/>
              </a:srgbClr>
            </a:solidFill>
            <a:ln w="5420" cap="flat">
              <a:solidFill>
                <a:srgbClr val="5959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19" name="pg3919"/>
            <p:cNvSpPr/>
            <p:nvPr/>
          </p:nvSpPr>
          <p:spPr>
            <a:xfrm>
              <a:off x="4668001" y="5174016"/>
              <a:ext cx="112522" cy="38661"/>
            </a:xfrm>
            <a:custGeom>
              <a:avLst/>
              <a:pathLst>
                <a:path w="112522" h="38661">
                  <a:moveTo>
                    <a:pt x="64973" y="13005"/>
                  </a:moveTo>
                  <a:lnTo>
                    <a:pt x="71841" y="12453"/>
                  </a:lnTo>
                  <a:lnTo>
                    <a:pt x="75960" y="9792"/>
                  </a:lnTo>
                  <a:lnTo>
                    <a:pt x="94931" y="10878"/>
                  </a:lnTo>
                  <a:lnTo>
                    <a:pt x="110248" y="6985"/>
                  </a:lnTo>
                  <a:lnTo>
                    <a:pt x="112522" y="13894"/>
                  </a:lnTo>
                  <a:lnTo>
                    <a:pt x="112134" y="17501"/>
                  </a:lnTo>
                  <a:lnTo>
                    <a:pt x="79562" y="20886"/>
                  </a:lnTo>
                  <a:lnTo>
                    <a:pt x="49682" y="31028"/>
                  </a:lnTo>
                  <a:lnTo>
                    <a:pt x="33305" y="37899"/>
                  </a:lnTo>
                  <a:lnTo>
                    <a:pt x="25611" y="38661"/>
                  </a:lnTo>
                  <a:lnTo>
                    <a:pt x="19730" y="35047"/>
                  </a:lnTo>
                  <a:lnTo>
                    <a:pt x="0" y="14104"/>
                  </a:lnTo>
                  <a:lnTo>
                    <a:pt x="5276" y="16193"/>
                  </a:lnTo>
                  <a:lnTo>
                    <a:pt x="19854" y="28030"/>
                  </a:lnTo>
                  <a:lnTo>
                    <a:pt x="28908" y="25871"/>
                  </a:lnTo>
                  <a:lnTo>
                    <a:pt x="37295" y="18047"/>
                  </a:lnTo>
                  <a:lnTo>
                    <a:pt x="38577" y="12135"/>
                  </a:lnTo>
                  <a:lnTo>
                    <a:pt x="37326" y="9335"/>
                  </a:lnTo>
                  <a:lnTo>
                    <a:pt x="41119" y="0"/>
                  </a:lnTo>
                  <a:lnTo>
                    <a:pt x="52152" y="8960"/>
                  </a:lnTo>
                  <a:close/>
                </a:path>
              </a:pathLst>
            </a:custGeom>
            <a:solidFill>
              <a:srgbClr val="FFEFDB">
                <a:alpha val="100000"/>
              </a:srgbClr>
            </a:solidFill>
            <a:ln w="5420" cap="flat">
              <a:solidFill>
                <a:srgbClr val="5959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20" name="pg3920"/>
            <p:cNvSpPr/>
            <p:nvPr/>
          </p:nvSpPr>
          <p:spPr>
            <a:xfrm>
              <a:off x="4818681" y="5397055"/>
              <a:ext cx="30985" cy="11691"/>
            </a:xfrm>
            <a:custGeom>
              <a:avLst/>
              <a:pathLst>
                <a:path w="30985" h="11691">
                  <a:moveTo>
                    <a:pt x="10733" y="11691"/>
                  </a:moveTo>
                  <a:lnTo>
                    <a:pt x="2191" y="9030"/>
                  </a:lnTo>
                  <a:lnTo>
                    <a:pt x="0" y="6890"/>
                  </a:lnTo>
                  <a:lnTo>
                    <a:pt x="3658" y="3295"/>
                  </a:lnTo>
                  <a:lnTo>
                    <a:pt x="11710" y="298"/>
                  </a:lnTo>
                  <a:lnTo>
                    <a:pt x="24639" y="0"/>
                  </a:lnTo>
                  <a:lnTo>
                    <a:pt x="30303" y="3543"/>
                  </a:lnTo>
                  <a:lnTo>
                    <a:pt x="30985" y="5093"/>
                  </a:lnTo>
                  <a:lnTo>
                    <a:pt x="22686" y="8992"/>
                  </a:lnTo>
                  <a:close/>
                </a:path>
              </a:pathLst>
            </a:custGeom>
            <a:solidFill>
              <a:srgbClr val="FFEFDB">
                <a:alpha val="100000"/>
              </a:srgbClr>
            </a:solidFill>
            <a:ln w="5420" cap="flat">
              <a:solidFill>
                <a:srgbClr val="5959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21" name="pg3921"/>
            <p:cNvSpPr/>
            <p:nvPr/>
          </p:nvSpPr>
          <p:spPr>
            <a:xfrm>
              <a:off x="5137929" y="5521433"/>
              <a:ext cx="12277" cy="16472"/>
            </a:xfrm>
            <a:custGeom>
              <a:avLst/>
              <a:pathLst>
                <a:path w="12277" h="16472">
                  <a:moveTo>
                    <a:pt x="7008" y="16472"/>
                  </a:moveTo>
                  <a:lnTo>
                    <a:pt x="0" y="16472"/>
                  </a:lnTo>
                  <a:lnTo>
                    <a:pt x="1962" y="2806"/>
                  </a:lnTo>
                  <a:lnTo>
                    <a:pt x="7771" y="0"/>
                  </a:lnTo>
                  <a:lnTo>
                    <a:pt x="10050" y="152"/>
                  </a:lnTo>
                  <a:lnTo>
                    <a:pt x="12277" y="7620"/>
                  </a:lnTo>
                  <a:close/>
                </a:path>
              </a:pathLst>
            </a:custGeom>
            <a:solidFill>
              <a:srgbClr val="FFEFDB">
                <a:alpha val="100000"/>
              </a:srgbClr>
            </a:solidFill>
            <a:ln w="5420" cap="flat">
              <a:solidFill>
                <a:srgbClr val="5959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22" name="pg3922"/>
            <p:cNvSpPr/>
            <p:nvPr/>
          </p:nvSpPr>
          <p:spPr>
            <a:xfrm>
              <a:off x="4901365" y="5334383"/>
              <a:ext cx="70456" cy="119063"/>
            </a:xfrm>
            <a:custGeom>
              <a:avLst/>
              <a:pathLst>
                <a:path w="70456" h="119063">
                  <a:moveTo>
                    <a:pt x="31373" y="24747"/>
                  </a:moveTo>
                  <a:lnTo>
                    <a:pt x="46235" y="30285"/>
                  </a:lnTo>
                  <a:lnTo>
                    <a:pt x="62302" y="48650"/>
                  </a:lnTo>
                  <a:lnTo>
                    <a:pt x="69221" y="55191"/>
                  </a:lnTo>
                  <a:lnTo>
                    <a:pt x="70456" y="61147"/>
                  </a:lnTo>
                  <a:lnTo>
                    <a:pt x="67748" y="88340"/>
                  </a:lnTo>
                  <a:lnTo>
                    <a:pt x="64136" y="104711"/>
                  </a:lnTo>
                  <a:lnTo>
                    <a:pt x="64679" y="119063"/>
                  </a:lnTo>
                  <a:lnTo>
                    <a:pt x="60906" y="114815"/>
                  </a:lnTo>
                  <a:lnTo>
                    <a:pt x="57093" y="105416"/>
                  </a:lnTo>
                  <a:lnTo>
                    <a:pt x="50840" y="100012"/>
                  </a:lnTo>
                  <a:lnTo>
                    <a:pt x="48757" y="97180"/>
                  </a:lnTo>
                  <a:lnTo>
                    <a:pt x="59997" y="96557"/>
                  </a:lnTo>
                  <a:lnTo>
                    <a:pt x="60994" y="81761"/>
                  </a:lnTo>
                  <a:lnTo>
                    <a:pt x="66477" y="70089"/>
                  </a:lnTo>
                  <a:lnTo>
                    <a:pt x="65645" y="57947"/>
                  </a:lnTo>
                  <a:lnTo>
                    <a:pt x="52529" y="44579"/>
                  </a:lnTo>
                  <a:lnTo>
                    <a:pt x="43538" y="32812"/>
                  </a:lnTo>
                  <a:lnTo>
                    <a:pt x="29714" y="29046"/>
                  </a:lnTo>
                  <a:lnTo>
                    <a:pt x="16929" y="17330"/>
                  </a:lnTo>
                  <a:lnTo>
                    <a:pt x="9301" y="15888"/>
                  </a:lnTo>
                  <a:lnTo>
                    <a:pt x="0" y="17952"/>
                  </a:lnTo>
                  <a:lnTo>
                    <a:pt x="3359" y="10967"/>
                  </a:lnTo>
                  <a:lnTo>
                    <a:pt x="5684" y="1727"/>
                  </a:lnTo>
                  <a:lnTo>
                    <a:pt x="7389" y="0"/>
                  </a:lnTo>
                  <a:lnTo>
                    <a:pt x="13952" y="10078"/>
                  </a:lnTo>
                  <a:close/>
                </a:path>
              </a:pathLst>
            </a:custGeom>
            <a:solidFill>
              <a:srgbClr val="FFEFDB">
                <a:alpha val="100000"/>
              </a:srgbClr>
            </a:solidFill>
            <a:ln w="5420" cap="flat">
              <a:solidFill>
                <a:srgbClr val="5959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23" name="pg3923"/>
            <p:cNvSpPr/>
            <p:nvPr/>
          </p:nvSpPr>
          <p:spPr>
            <a:xfrm>
              <a:off x="5011081" y="5447191"/>
              <a:ext cx="46804" cy="72629"/>
            </a:xfrm>
            <a:custGeom>
              <a:avLst/>
              <a:pathLst>
                <a:path w="46804" h="72629">
                  <a:moveTo>
                    <a:pt x="46804" y="71314"/>
                  </a:moveTo>
                  <a:lnTo>
                    <a:pt x="39713" y="69974"/>
                  </a:lnTo>
                  <a:lnTo>
                    <a:pt x="29249" y="72559"/>
                  </a:lnTo>
                  <a:lnTo>
                    <a:pt x="25482" y="72629"/>
                  </a:lnTo>
                  <a:lnTo>
                    <a:pt x="27828" y="68101"/>
                  </a:lnTo>
                  <a:lnTo>
                    <a:pt x="35094" y="61979"/>
                  </a:lnTo>
                  <a:lnTo>
                    <a:pt x="35460" y="56150"/>
                  </a:lnTo>
                  <a:lnTo>
                    <a:pt x="26469" y="47742"/>
                  </a:lnTo>
                  <a:lnTo>
                    <a:pt x="16004" y="26824"/>
                  </a:lnTo>
                  <a:lnTo>
                    <a:pt x="11105" y="21864"/>
                  </a:lnTo>
                  <a:lnTo>
                    <a:pt x="8779" y="14002"/>
                  </a:lnTo>
                  <a:lnTo>
                    <a:pt x="0" y="5569"/>
                  </a:lnTo>
                  <a:lnTo>
                    <a:pt x="1834" y="1060"/>
                  </a:lnTo>
                  <a:lnTo>
                    <a:pt x="3638" y="0"/>
                  </a:lnTo>
                  <a:lnTo>
                    <a:pt x="9575" y="2165"/>
                  </a:lnTo>
                  <a:lnTo>
                    <a:pt x="23022" y="32253"/>
                  </a:lnTo>
                  <a:lnTo>
                    <a:pt x="23900" y="35136"/>
                  </a:lnTo>
                  <a:lnTo>
                    <a:pt x="46101" y="64704"/>
                  </a:lnTo>
                  <a:close/>
                </a:path>
              </a:pathLst>
            </a:custGeom>
            <a:solidFill>
              <a:srgbClr val="FFEFDB">
                <a:alpha val="100000"/>
              </a:srgbClr>
            </a:solidFill>
            <a:ln w="5420" cap="flat">
              <a:solidFill>
                <a:srgbClr val="5959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24" name="pt3924"/>
            <p:cNvSpPr/>
            <p:nvPr/>
          </p:nvSpPr>
          <p:spPr>
            <a:xfrm>
              <a:off x="5244939" y="3276309"/>
              <a:ext cx="63202" cy="63202"/>
            </a:xfrm>
            <a:prstGeom prst="ellipse">
              <a:avLst/>
            </a:prstGeom>
            <a:solidFill>
              <a:srgbClr val="3888A6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25" name="pt3925"/>
            <p:cNvSpPr/>
            <p:nvPr/>
          </p:nvSpPr>
          <p:spPr>
            <a:xfrm>
              <a:off x="3119545" y="4746129"/>
              <a:ext cx="63202" cy="63202"/>
            </a:xfrm>
            <a:prstGeom prst="ellipse">
              <a:avLst/>
            </a:prstGeom>
            <a:solidFill>
              <a:srgbClr val="3B549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26" name="pt3926"/>
            <p:cNvSpPr/>
            <p:nvPr/>
          </p:nvSpPr>
          <p:spPr>
            <a:xfrm>
              <a:off x="4987953" y="3735383"/>
              <a:ext cx="63202" cy="63202"/>
            </a:xfrm>
            <a:prstGeom prst="ellipse">
              <a:avLst/>
            </a:prstGeom>
            <a:solidFill>
              <a:srgbClr val="3A5996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27" name="pt3927"/>
            <p:cNvSpPr/>
            <p:nvPr/>
          </p:nvSpPr>
          <p:spPr>
            <a:xfrm>
              <a:off x="3648675" y="4677487"/>
              <a:ext cx="63202" cy="63202"/>
            </a:xfrm>
            <a:prstGeom prst="ellipse">
              <a:avLst/>
            </a:prstGeom>
            <a:solidFill>
              <a:srgbClr val="395C9A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28" name="pt3928"/>
            <p:cNvSpPr/>
            <p:nvPr/>
          </p:nvSpPr>
          <p:spPr>
            <a:xfrm>
              <a:off x="5067426" y="3545894"/>
              <a:ext cx="63202" cy="63202"/>
            </a:xfrm>
            <a:prstGeom prst="ellipse">
              <a:avLst/>
            </a:prstGeom>
            <a:solidFill>
              <a:srgbClr val="3A73A1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29" name="pt3929"/>
            <p:cNvSpPr/>
            <p:nvPr/>
          </p:nvSpPr>
          <p:spPr>
            <a:xfrm>
              <a:off x="3468669" y="4800931"/>
              <a:ext cx="63202" cy="63202"/>
            </a:xfrm>
            <a:prstGeom prst="ellipse">
              <a:avLst/>
            </a:prstGeom>
            <a:solidFill>
              <a:srgbClr val="3C4C83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30" name="pt3930"/>
            <p:cNvSpPr/>
            <p:nvPr/>
          </p:nvSpPr>
          <p:spPr>
            <a:xfrm>
              <a:off x="5435217" y="3222656"/>
              <a:ext cx="63202" cy="63202"/>
            </a:xfrm>
            <a:prstGeom prst="ellipse">
              <a:avLst/>
            </a:prstGeom>
            <a:solidFill>
              <a:srgbClr val="3B3F71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31" name="pt3931"/>
            <p:cNvSpPr/>
            <p:nvPr/>
          </p:nvSpPr>
          <p:spPr>
            <a:xfrm>
              <a:off x="4022168" y="4765547"/>
              <a:ext cx="63202" cy="63202"/>
            </a:xfrm>
            <a:prstGeom prst="ellipse">
              <a:avLst/>
            </a:prstGeom>
            <a:solidFill>
              <a:srgbClr val="3C487E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32" name="pt3932"/>
            <p:cNvSpPr/>
            <p:nvPr/>
          </p:nvSpPr>
          <p:spPr>
            <a:xfrm>
              <a:off x="4746871" y="4211118"/>
              <a:ext cx="63202" cy="63202"/>
            </a:xfrm>
            <a:prstGeom prst="ellipse">
              <a:avLst/>
            </a:prstGeom>
            <a:solidFill>
              <a:srgbClr val="3A659E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33" name="pt3933"/>
            <p:cNvSpPr/>
            <p:nvPr/>
          </p:nvSpPr>
          <p:spPr>
            <a:xfrm>
              <a:off x="4431462" y="4463619"/>
              <a:ext cx="63202" cy="63202"/>
            </a:xfrm>
            <a:prstGeom prst="ellipse">
              <a:avLst/>
            </a:prstGeom>
            <a:solidFill>
              <a:srgbClr val="3A7DA4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34" name="pt3934"/>
            <p:cNvSpPr/>
            <p:nvPr/>
          </p:nvSpPr>
          <p:spPr>
            <a:xfrm>
              <a:off x="4539875" y="4368015"/>
              <a:ext cx="63202" cy="63202"/>
            </a:xfrm>
            <a:prstGeom prst="ellipse">
              <a:avLst/>
            </a:prstGeom>
            <a:solidFill>
              <a:srgbClr val="3A5895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35" name="pt3935"/>
            <p:cNvSpPr/>
            <p:nvPr/>
          </p:nvSpPr>
          <p:spPr>
            <a:xfrm>
              <a:off x="5003510" y="3498927"/>
              <a:ext cx="63202" cy="63202"/>
            </a:xfrm>
            <a:prstGeom prst="ellipse">
              <a:avLst/>
            </a:prstGeom>
            <a:solidFill>
              <a:srgbClr val="3B518B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36" name="pt3936"/>
            <p:cNvSpPr/>
            <p:nvPr/>
          </p:nvSpPr>
          <p:spPr>
            <a:xfrm>
              <a:off x="3976508" y="4766403"/>
              <a:ext cx="63202" cy="63202"/>
            </a:xfrm>
            <a:prstGeom prst="ellipse">
              <a:avLst/>
            </a:prstGeom>
            <a:solidFill>
              <a:srgbClr val="3C487E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37" name="pt3937"/>
            <p:cNvSpPr/>
            <p:nvPr/>
          </p:nvSpPr>
          <p:spPr>
            <a:xfrm>
              <a:off x="3523866" y="4772296"/>
              <a:ext cx="63202" cy="63202"/>
            </a:xfrm>
            <a:prstGeom prst="ellipse">
              <a:avLst/>
            </a:prstGeom>
            <a:solidFill>
              <a:srgbClr val="3C487E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38" name="pt3938"/>
            <p:cNvSpPr/>
            <p:nvPr/>
          </p:nvSpPr>
          <p:spPr>
            <a:xfrm>
              <a:off x="4849017" y="3641698"/>
              <a:ext cx="63202" cy="63202"/>
            </a:xfrm>
            <a:prstGeom prst="ellipse">
              <a:avLst/>
            </a:prstGeom>
            <a:solidFill>
              <a:srgbClr val="395B9A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39" name="pt3939"/>
            <p:cNvSpPr/>
            <p:nvPr/>
          </p:nvSpPr>
          <p:spPr>
            <a:xfrm>
              <a:off x="4384774" y="4536931"/>
              <a:ext cx="63202" cy="63202"/>
            </a:xfrm>
            <a:prstGeom prst="ellipse">
              <a:avLst/>
            </a:prstGeom>
            <a:solidFill>
              <a:srgbClr val="395C9B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40" name="pt3940"/>
            <p:cNvSpPr/>
            <p:nvPr/>
          </p:nvSpPr>
          <p:spPr>
            <a:xfrm>
              <a:off x="3290018" y="4801454"/>
              <a:ext cx="63202" cy="63202"/>
            </a:xfrm>
            <a:prstGeom prst="ellipse">
              <a:avLst/>
            </a:prstGeom>
            <a:solidFill>
              <a:srgbClr val="3B3969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41" name="pt3941"/>
            <p:cNvSpPr/>
            <p:nvPr/>
          </p:nvSpPr>
          <p:spPr>
            <a:xfrm>
              <a:off x="4628335" y="4267713"/>
              <a:ext cx="63202" cy="63202"/>
            </a:xfrm>
            <a:prstGeom prst="ellipse">
              <a:avLst/>
            </a:prstGeom>
            <a:solidFill>
              <a:srgbClr val="3A699F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42" name="pt3942"/>
            <p:cNvSpPr/>
            <p:nvPr/>
          </p:nvSpPr>
          <p:spPr>
            <a:xfrm>
              <a:off x="5596358" y="2927118"/>
              <a:ext cx="63202" cy="63202"/>
            </a:xfrm>
            <a:prstGeom prst="ellipse">
              <a:avLst/>
            </a:prstGeom>
            <a:solidFill>
              <a:srgbClr val="3B4E86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43" name="pt3943"/>
            <p:cNvSpPr/>
            <p:nvPr/>
          </p:nvSpPr>
          <p:spPr>
            <a:xfrm>
              <a:off x="3056027" y="4753931"/>
              <a:ext cx="63202" cy="63202"/>
            </a:xfrm>
            <a:prstGeom prst="ellipse">
              <a:avLst/>
            </a:prstGeom>
            <a:solidFill>
              <a:srgbClr val="3C4D85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44" name="pt3944"/>
            <p:cNvSpPr/>
            <p:nvPr/>
          </p:nvSpPr>
          <p:spPr>
            <a:xfrm>
              <a:off x="6020203" y="2929573"/>
              <a:ext cx="63202" cy="63202"/>
            </a:xfrm>
            <a:prstGeom prst="ellipse">
              <a:avLst/>
            </a:prstGeom>
            <a:solidFill>
              <a:srgbClr val="3B3F72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45" name="pt3945"/>
            <p:cNvSpPr/>
            <p:nvPr/>
          </p:nvSpPr>
          <p:spPr>
            <a:xfrm>
              <a:off x="4391907" y="4541579"/>
              <a:ext cx="63202" cy="63202"/>
            </a:xfrm>
            <a:prstGeom prst="ellipse">
              <a:avLst/>
            </a:prstGeom>
            <a:solidFill>
              <a:srgbClr val="3B518B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46" name="pt3946"/>
            <p:cNvSpPr/>
            <p:nvPr/>
          </p:nvSpPr>
          <p:spPr>
            <a:xfrm>
              <a:off x="5498857" y="3067530"/>
              <a:ext cx="63202" cy="63202"/>
            </a:xfrm>
            <a:prstGeom prst="ellipse">
              <a:avLst/>
            </a:prstGeom>
            <a:solidFill>
              <a:srgbClr val="3A5B99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47" name="pt3947"/>
            <p:cNvSpPr/>
            <p:nvPr/>
          </p:nvSpPr>
          <p:spPr>
            <a:xfrm>
              <a:off x="4420910" y="4467164"/>
              <a:ext cx="63202" cy="63202"/>
            </a:xfrm>
            <a:prstGeom prst="ellipse">
              <a:avLst/>
            </a:prstGeom>
            <a:solidFill>
              <a:srgbClr val="3A5997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48" name="pt3948"/>
            <p:cNvSpPr/>
            <p:nvPr/>
          </p:nvSpPr>
          <p:spPr>
            <a:xfrm>
              <a:off x="2812052" y="4895874"/>
              <a:ext cx="63202" cy="63202"/>
            </a:xfrm>
            <a:prstGeom prst="ellipse">
              <a:avLst/>
            </a:prstGeom>
            <a:solidFill>
              <a:srgbClr val="3B538E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49" name="pt3949"/>
            <p:cNvSpPr/>
            <p:nvPr/>
          </p:nvSpPr>
          <p:spPr>
            <a:xfrm>
              <a:off x="4755148" y="4187507"/>
              <a:ext cx="63202" cy="63202"/>
            </a:xfrm>
            <a:prstGeom prst="ellipse">
              <a:avLst/>
            </a:prstGeom>
            <a:solidFill>
              <a:srgbClr val="3A5794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50" name="pt3950"/>
            <p:cNvSpPr/>
            <p:nvPr/>
          </p:nvSpPr>
          <p:spPr>
            <a:xfrm>
              <a:off x="2681487" y="4948042"/>
              <a:ext cx="117405" cy="117405"/>
            </a:xfrm>
            <a:prstGeom prst="ellipse">
              <a:avLst/>
            </a:prstGeom>
            <a:solidFill>
              <a:srgbClr val="3C4276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51" name="pt3951"/>
            <p:cNvSpPr/>
            <p:nvPr/>
          </p:nvSpPr>
          <p:spPr>
            <a:xfrm>
              <a:off x="3346108" y="4796518"/>
              <a:ext cx="117405" cy="117405"/>
            </a:xfrm>
            <a:prstGeom prst="ellipse">
              <a:avLst/>
            </a:prstGeom>
            <a:solidFill>
              <a:srgbClr val="3C4C84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52" name="pt3952"/>
            <p:cNvSpPr/>
            <p:nvPr/>
          </p:nvSpPr>
          <p:spPr>
            <a:xfrm>
              <a:off x="4349639" y="4641492"/>
              <a:ext cx="117405" cy="117405"/>
            </a:xfrm>
            <a:prstGeom prst="ellipse">
              <a:avLst/>
            </a:prstGeom>
            <a:solidFill>
              <a:srgbClr val="3B3B6C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53" name="pt3953"/>
            <p:cNvSpPr/>
            <p:nvPr/>
          </p:nvSpPr>
          <p:spPr>
            <a:xfrm>
              <a:off x="5463793" y="3001325"/>
              <a:ext cx="117405" cy="117405"/>
            </a:xfrm>
            <a:prstGeom prst="ellipse">
              <a:avLst/>
            </a:prstGeom>
            <a:solidFill>
              <a:srgbClr val="3A619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54" name="pt3954"/>
            <p:cNvSpPr/>
            <p:nvPr/>
          </p:nvSpPr>
          <p:spPr>
            <a:xfrm>
              <a:off x="5607920" y="2879905"/>
              <a:ext cx="117405" cy="117405"/>
            </a:xfrm>
            <a:prstGeom prst="ellipse">
              <a:avLst/>
            </a:prstGeom>
            <a:solidFill>
              <a:srgbClr val="392C57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55" name="pl3955"/>
            <p:cNvSpPr/>
            <p:nvPr/>
          </p:nvSpPr>
          <p:spPr>
            <a:xfrm>
              <a:off x="2680581" y="4910670"/>
              <a:ext cx="52368" cy="84406"/>
            </a:xfrm>
            <a:custGeom>
              <a:avLst/>
              <a:pathLst>
                <a:path w="52368" h="84406">
                  <a:moveTo>
                    <a:pt x="0" y="0"/>
                  </a:moveTo>
                  <a:lnTo>
                    <a:pt x="52368" y="84406"/>
                  </a:lnTo>
                </a:path>
              </a:pathLst>
            </a:custGeom>
            <a:ln w="1355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56" name="pl3956"/>
            <p:cNvSpPr/>
            <p:nvPr/>
          </p:nvSpPr>
          <p:spPr>
            <a:xfrm>
              <a:off x="3343725" y="4761371"/>
              <a:ext cx="53561" cy="82290"/>
            </a:xfrm>
            <a:custGeom>
              <a:avLst/>
              <a:pathLst>
                <a:path w="53561" h="82290">
                  <a:moveTo>
                    <a:pt x="0" y="0"/>
                  </a:moveTo>
                  <a:lnTo>
                    <a:pt x="53561" y="82290"/>
                  </a:lnTo>
                </a:path>
              </a:pathLst>
            </a:custGeom>
            <a:ln w="1355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57" name="pl3957"/>
            <p:cNvSpPr/>
            <p:nvPr/>
          </p:nvSpPr>
          <p:spPr>
            <a:xfrm>
              <a:off x="4346026" y="4608982"/>
              <a:ext cx="54498" cy="79771"/>
            </a:xfrm>
            <a:custGeom>
              <a:avLst/>
              <a:pathLst>
                <a:path w="54498" h="79771">
                  <a:moveTo>
                    <a:pt x="0" y="0"/>
                  </a:moveTo>
                  <a:lnTo>
                    <a:pt x="54498" y="79771"/>
                  </a:lnTo>
                </a:path>
              </a:pathLst>
            </a:custGeom>
            <a:ln w="1355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58" name="pl3958"/>
            <p:cNvSpPr/>
            <p:nvPr/>
          </p:nvSpPr>
          <p:spPr>
            <a:xfrm>
              <a:off x="5341721" y="3050208"/>
              <a:ext cx="164113" cy="8914"/>
            </a:xfrm>
            <a:custGeom>
              <a:avLst/>
              <a:pathLst>
                <a:path w="164113" h="8914">
                  <a:moveTo>
                    <a:pt x="0" y="0"/>
                  </a:moveTo>
                  <a:lnTo>
                    <a:pt x="164113" y="8914"/>
                  </a:lnTo>
                </a:path>
              </a:pathLst>
            </a:custGeom>
            <a:ln w="1355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59" name="pl3959"/>
            <p:cNvSpPr/>
            <p:nvPr/>
          </p:nvSpPr>
          <p:spPr>
            <a:xfrm>
              <a:off x="5575542" y="2862796"/>
              <a:ext cx="79696" cy="66336"/>
            </a:xfrm>
            <a:custGeom>
              <a:avLst/>
              <a:pathLst>
                <a:path w="79696" h="66336">
                  <a:moveTo>
                    <a:pt x="0" y="0"/>
                  </a:moveTo>
                  <a:lnTo>
                    <a:pt x="79696" y="66336"/>
                  </a:lnTo>
                </a:path>
              </a:pathLst>
            </a:custGeom>
            <a:ln w="1355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60" name="pg3960"/>
            <p:cNvSpPr/>
            <p:nvPr/>
          </p:nvSpPr>
          <p:spPr>
            <a:xfrm>
              <a:off x="2122065" y="4761971"/>
              <a:ext cx="558515" cy="191932"/>
            </a:xfrm>
            <a:custGeom>
              <a:avLst/>
              <a:pathLst>
                <a:path w="558515" h="191932">
                  <a:moveTo>
                    <a:pt x="27431" y="191932"/>
                  </a:moveTo>
                  <a:lnTo>
                    <a:pt x="531083" y="191932"/>
                  </a:lnTo>
                  <a:lnTo>
                    <a:pt x="529978" y="191910"/>
                  </a:lnTo>
                  <a:lnTo>
                    <a:pt x="534390" y="191732"/>
                  </a:lnTo>
                  <a:lnTo>
                    <a:pt x="538715" y="190849"/>
                  </a:lnTo>
                  <a:lnTo>
                    <a:pt x="542843" y="189284"/>
                  </a:lnTo>
                  <a:lnTo>
                    <a:pt x="546666" y="187076"/>
                  </a:lnTo>
                  <a:lnTo>
                    <a:pt x="550086" y="184284"/>
                  </a:lnTo>
                  <a:lnTo>
                    <a:pt x="553013" y="180980"/>
                  </a:lnTo>
                  <a:lnTo>
                    <a:pt x="555373" y="177248"/>
                  </a:lnTo>
                  <a:lnTo>
                    <a:pt x="557103" y="173187"/>
                  </a:lnTo>
                  <a:lnTo>
                    <a:pt x="558160" y="168900"/>
                  </a:lnTo>
                  <a:lnTo>
                    <a:pt x="558515" y="164500"/>
                  </a:lnTo>
                  <a:lnTo>
                    <a:pt x="558515" y="27432"/>
                  </a:lnTo>
                  <a:lnTo>
                    <a:pt x="558160" y="23031"/>
                  </a:lnTo>
                  <a:lnTo>
                    <a:pt x="557103" y="18745"/>
                  </a:lnTo>
                  <a:lnTo>
                    <a:pt x="555373" y="14683"/>
                  </a:lnTo>
                  <a:lnTo>
                    <a:pt x="553013" y="10952"/>
                  </a:lnTo>
                  <a:lnTo>
                    <a:pt x="550086" y="7647"/>
                  </a:lnTo>
                  <a:lnTo>
                    <a:pt x="546666" y="4855"/>
                  </a:lnTo>
                  <a:lnTo>
                    <a:pt x="542843" y="2648"/>
                  </a:lnTo>
                  <a:lnTo>
                    <a:pt x="538715" y="1083"/>
                  </a:lnTo>
                  <a:lnTo>
                    <a:pt x="534390" y="200"/>
                  </a:lnTo>
                  <a:lnTo>
                    <a:pt x="531083" y="0"/>
                  </a:lnTo>
                  <a:lnTo>
                    <a:pt x="27431" y="0"/>
                  </a:lnTo>
                  <a:lnTo>
                    <a:pt x="30738" y="200"/>
                  </a:lnTo>
                  <a:lnTo>
                    <a:pt x="26327" y="22"/>
                  </a:lnTo>
                  <a:lnTo>
                    <a:pt x="21944" y="554"/>
                  </a:lnTo>
                  <a:lnTo>
                    <a:pt x="17704" y="1782"/>
                  </a:lnTo>
                  <a:lnTo>
                    <a:pt x="13715" y="3675"/>
                  </a:lnTo>
                  <a:lnTo>
                    <a:pt x="10082" y="6183"/>
                  </a:lnTo>
                  <a:lnTo>
                    <a:pt x="6898" y="9241"/>
                  </a:lnTo>
                  <a:lnTo>
                    <a:pt x="4246" y="12770"/>
                  </a:lnTo>
                  <a:lnTo>
                    <a:pt x="2195" y="16679"/>
                  </a:lnTo>
                  <a:lnTo>
                    <a:pt x="797" y="20867"/>
                  </a:lnTo>
                  <a:lnTo>
                    <a:pt x="88" y="25224"/>
                  </a:lnTo>
                  <a:lnTo>
                    <a:pt x="0" y="27432"/>
                  </a:lnTo>
                  <a:lnTo>
                    <a:pt x="0" y="164500"/>
                  </a:lnTo>
                  <a:lnTo>
                    <a:pt x="88" y="162293"/>
                  </a:lnTo>
                  <a:lnTo>
                    <a:pt x="88" y="166707"/>
                  </a:lnTo>
                  <a:lnTo>
                    <a:pt x="797" y="171065"/>
                  </a:lnTo>
                  <a:lnTo>
                    <a:pt x="2195" y="175252"/>
                  </a:lnTo>
                  <a:lnTo>
                    <a:pt x="4246" y="179162"/>
                  </a:lnTo>
                  <a:lnTo>
                    <a:pt x="6898" y="182691"/>
                  </a:lnTo>
                  <a:lnTo>
                    <a:pt x="10082" y="185749"/>
                  </a:lnTo>
                  <a:lnTo>
                    <a:pt x="13715" y="188257"/>
                  </a:lnTo>
                  <a:lnTo>
                    <a:pt x="17704" y="190149"/>
                  </a:lnTo>
                  <a:lnTo>
                    <a:pt x="21944" y="191378"/>
                  </a:lnTo>
                  <a:lnTo>
                    <a:pt x="26327" y="19191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6775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61" name="tx3961"/>
            <p:cNvSpPr/>
            <p:nvPr/>
          </p:nvSpPr>
          <p:spPr>
            <a:xfrm>
              <a:off x="2167785" y="4807691"/>
              <a:ext cx="467075" cy="10049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3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3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W1_TX</a:t>
              </a:r>
            </a:p>
          </p:txBody>
        </p:sp>
        <p:sp>
          <p:nvSpPr>
            <p:cNvPr id="3962" name="pg3962"/>
            <p:cNvSpPr/>
            <p:nvPr/>
          </p:nvSpPr>
          <p:spPr>
            <a:xfrm>
              <a:off x="2792891" y="4612629"/>
              <a:ext cx="550834" cy="191932"/>
            </a:xfrm>
            <a:custGeom>
              <a:avLst/>
              <a:pathLst>
                <a:path w="550834" h="191932">
                  <a:moveTo>
                    <a:pt x="27432" y="191932"/>
                  </a:moveTo>
                  <a:lnTo>
                    <a:pt x="523402" y="191932"/>
                  </a:lnTo>
                  <a:lnTo>
                    <a:pt x="522297" y="191910"/>
                  </a:lnTo>
                  <a:lnTo>
                    <a:pt x="526709" y="191732"/>
                  </a:lnTo>
                  <a:lnTo>
                    <a:pt x="531034" y="190849"/>
                  </a:lnTo>
                  <a:lnTo>
                    <a:pt x="535162" y="189284"/>
                  </a:lnTo>
                  <a:lnTo>
                    <a:pt x="538985" y="187076"/>
                  </a:lnTo>
                  <a:lnTo>
                    <a:pt x="542405" y="184284"/>
                  </a:lnTo>
                  <a:lnTo>
                    <a:pt x="545332" y="180980"/>
                  </a:lnTo>
                  <a:lnTo>
                    <a:pt x="547692" y="177248"/>
                  </a:lnTo>
                  <a:lnTo>
                    <a:pt x="549422" y="173187"/>
                  </a:lnTo>
                  <a:lnTo>
                    <a:pt x="550479" y="168900"/>
                  </a:lnTo>
                  <a:lnTo>
                    <a:pt x="550834" y="164500"/>
                  </a:lnTo>
                  <a:lnTo>
                    <a:pt x="550834" y="27431"/>
                  </a:lnTo>
                  <a:lnTo>
                    <a:pt x="550479" y="23031"/>
                  </a:lnTo>
                  <a:lnTo>
                    <a:pt x="549422" y="18745"/>
                  </a:lnTo>
                  <a:lnTo>
                    <a:pt x="547692" y="14683"/>
                  </a:lnTo>
                  <a:lnTo>
                    <a:pt x="545332" y="10952"/>
                  </a:lnTo>
                  <a:lnTo>
                    <a:pt x="542405" y="7647"/>
                  </a:lnTo>
                  <a:lnTo>
                    <a:pt x="538985" y="4855"/>
                  </a:lnTo>
                  <a:lnTo>
                    <a:pt x="535162" y="2648"/>
                  </a:lnTo>
                  <a:lnTo>
                    <a:pt x="531034" y="1083"/>
                  </a:lnTo>
                  <a:lnTo>
                    <a:pt x="526709" y="200"/>
                  </a:lnTo>
                  <a:lnTo>
                    <a:pt x="523402" y="0"/>
                  </a:lnTo>
                  <a:lnTo>
                    <a:pt x="27432" y="0"/>
                  </a:lnTo>
                  <a:lnTo>
                    <a:pt x="30738" y="200"/>
                  </a:lnTo>
                  <a:lnTo>
                    <a:pt x="26327" y="22"/>
                  </a:lnTo>
                  <a:lnTo>
                    <a:pt x="21944" y="554"/>
                  </a:lnTo>
                  <a:lnTo>
                    <a:pt x="17704" y="1782"/>
                  </a:lnTo>
                  <a:lnTo>
                    <a:pt x="13716" y="3675"/>
                  </a:lnTo>
                  <a:lnTo>
                    <a:pt x="10082" y="6183"/>
                  </a:lnTo>
                  <a:lnTo>
                    <a:pt x="6898" y="9241"/>
                  </a:lnTo>
                  <a:lnTo>
                    <a:pt x="4246" y="12770"/>
                  </a:lnTo>
                  <a:lnTo>
                    <a:pt x="2195" y="16679"/>
                  </a:lnTo>
                  <a:lnTo>
                    <a:pt x="797" y="20867"/>
                  </a:lnTo>
                  <a:lnTo>
                    <a:pt x="88" y="25224"/>
                  </a:lnTo>
                  <a:lnTo>
                    <a:pt x="0" y="27431"/>
                  </a:lnTo>
                  <a:lnTo>
                    <a:pt x="0" y="164500"/>
                  </a:lnTo>
                  <a:lnTo>
                    <a:pt x="88" y="162293"/>
                  </a:lnTo>
                  <a:lnTo>
                    <a:pt x="88" y="166707"/>
                  </a:lnTo>
                  <a:lnTo>
                    <a:pt x="797" y="171065"/>
                  </a:lnTo>
                  <a:lnTo>
                    <a:pt x="2195" y="175252"/>
                  </a:lnTo>
                  <a:lnTo>
                    <a:pt x="4246" y="179162"/>
                  </a:lnTo>
                  <a:lnTo>
                    <a:pt x="6898" y="182691"/>
                  </a:lnTo>
                  <a:lnTo>
                    <a:pt x="10082" y="185749"/>
                  </a:lnTo>
                  <a:lnTo>
                    <a:pt x="13716" y="188257"/>
                  </a:lnTo>
                  <a:lnTo>
                    <a:pt x="17704" y="190149"/>
                  </a:lnTo>
                  <a:lnTo>
                    <a:pt x="21944" y="191378"/>
                  </a:lnTo>
                  <a:lnTo>
                    <a:pt x="26327" y="19191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6775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63" name="tx3963"/>
            <p:cNvSpPr/>
            <p:nvPr/>
          </p:nvSpPr>
          <p:spPr>
            <a:xfrm>
              <a:off x="2838611" y="4658349"/>
              <a:ext cx="459394" cy="10049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3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3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W2_LA</a:t>
              </a:r>
            </a:p>
          </p:txBody>
        </p:sp>
        <p:sp>
          <p:nvSpPr>
            <p:cNvPr id="3964" name="pg3964"/>
            <p:cNvSpPr/>
            <p:nvPr/>
          </p:nvSpPr>
          <p:spPr>
            <a:xfrm>
              <a:off x="3803055" y="4460113"/>
              <a:ext cx="542970" cy="191932"/>
            </a:xfrm>
            <a:custGeom>
              <a:avLst/>
              <a:pathLst>
                <a:path w="542970" h="191932">
                  <a:moveTo>
                    <a:pt x="27431" y="191932"/>
                  </a:moveTo>
                  <a:lnTo>
                    <a:pt x="515538" y="191932"/>
                  </a:lnTo>
                  <a:lnTo>
                    <a:pt x="514434" y="191910"/>
                  </a:lnTo>
                  <a:lnTo>
                    <a:pt x="518845" y="191732"/>
                  </a:lnTo>
                  <a:lnTo>
                    <a:pt x="523170" y="190849"/>
                  </a:lnTo>
                  <a:lnTo>
                    <a:pt x="527298" y="189284"/>
                  </a:lnTo>
                  <a:lnTo>
                    <a:pt x="531121" y="187076"/>
                  </a:lnTo>
                  <a:lnTo>
                    <a:pt x="534541" y="184284"/>
                  </a:lnTo>
                  <a:lnTo>
                    <a:pt x="537469" y="180980"/>
                  </a:lnTo>
                  <a:lnTo>
                    <a:pt x="539828" y="177248"/>
                  </a:lnTo>
                  <a:lnTo>
                    <a:pt x="541558" y="173187"/>
                  </a:lnTo>
                  <a:lnTo>
                    <a:pt x="542615" y="168900"/>
                  </a:lnTo>
                  <a:lnTo>
                    <a:pt x="542970" y="164500"/>
                  </a:lnTo>
                  <a:lnTo>
                    <a:pt x="542970" y="27431"/>
                  </a:lnTo>
                  <a:lnTo>
                    <a:pt x="542615" y="23031"/>
                  </a:lnTo>
                  <a:lnTo>
                    <a:pt x="541558" y="18745"/>
                  </a:lnTo>
                  <a:lnTo>
                    <a:pt x="539828" y="14683"/>
                  </a:lnTo>
                  <a:lnTo>
                    <a:pt x="537469" y="10952"/>
                  </a:lnTo>
                  <a:lnTo>
                    <a:pt x="534541" y="7647"/>
                  </a:lnTo>
                  <a:lnTo>
                    <a:pt x="531121" y="4855"/>
                  </a:lnTo>
                  <a:lnTo>
                    <a:pt x="527298" y="2648"/>
                  </a:lnTo>
                  <a:lnTo>
                    <a:pt x="523170" y="1083"/>
                  </a:lnTo>
                  <a:lnTo>
                    <a:pt x="518845" y="200"/>
                  </a:lnTo>
                  <a:lnTo>
                    <a:pt x="515538" y="0"/>
                  </a:lnTo>
                  <a:lnTo>
                    <a:pt x="27431" y="0"/>
                  </a:lnTo>
                  <a:lnTo>
                    <a:pt x="30738" y="200"/>
                  </a:lnTo>
                  <a:lnTo>
                    <a:pt x="26327" y="22"/>
                  </a:lnTo>
                  <a:lnTo>
                    <a:pt x="21944" y="554"/>
                  </a:lnTo>
                  <a:lnTo>
                    <a:pt x="17704" y="1782"/>
                  </a:lnTo>
                  <a:lnTo>
                    <a:pt x="13715" y="3675"/>
                  </a:lnTo>
                  <a:lnTo>
                    <a:pt x="10082" y="6183"/>
                  </a:lnTo>
                  <a:lnTo>
                    <a:pt x="6898" y="9241"/>
                  </a:lnTo>
                  <a:lnTo>
                    <a:pt x="4246" y="12770"/>
                  </a:lnTo>
                  <a:lnTo>
                    <a:pt x="2195" y="16679"/>
                  </a:lnTo>
                  <a:lnTo>
                    <a:pt x="797" y="20867"/>
                  </a:lnTo>
                  <a:lnTo>
                    <a:pt x="88" y="25224"/>
                  </a:lnTo>
                  <a:lnTo>
                    <a:pt x="0" y="27431"/>
                  </a:lnTo>
                  <a:lnTo>
                    <a:pt x="0" y="164500"/>
                  </a:lnTo>
                  <a:lnTo>
                    <a:pt x="88" y="162293"/>
                  </a:lnTo>
                  <a:lnTo>
                    <a:pt x="88" y="166707"/>
                  </a:lnTo>
                  <a:lnTo>
                    <a:pt x="797" y="171065"/>
                  </a:lnTo>
                  <a:lnTo>
                    <a:pt x="2195" y="175252"/>
                  </a:lnTo>
                  <a:lnTo>
                    <a:pt x="4246" y="179162"/>
                  </a:lnTo>
                  <a:lnTo>
                    <a:pt x="6898" y="182691"/>
                  </a:lnTo>
                  <a:lnTo>
                    <a:pt x="10082" y="185749"/>
                  </a:lnTo>
                  <a:lnTo>
                    <a:pt x="13715" y="188257"/>
                  </a:lnTo>
                  <a:lnTo>
                    <a:pt x="17704" y="190149"/>
                  </a:lnTo>
                  <a:lnTo>
                    <a:pt x="21944" y="191378"/>
                  </a:lnTo>
                  <a:lnTo>
                    <a:pt x="26327" y="19191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6775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65" name="tx3965"/>
            <p:cNvSpPr/>
            <p:nvPr/>
          </p:nvSpPr>
          <p:spPr>
            <a:xfrm>
              <a:off x="3848775" y="4505833"/>
              <a:ext cx="451530" cy="10049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3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3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W3_FL</a:t>
              </a:r>
            </a:p>
          </p:txBody>
        </p:sp>
        <p:sp>
          <p:nvSpPr>
            <p:cNvPr id="3966" name="pg3966"/>
            <p:cNvSpPr/>
            <p:nvPr/>
          </p:nvSpPr>
          <p:spPr>
            <a:xfrm>
              <a:off x="4759979" y="2954218"/>
              <a:ext cx="581741" cy="191932"/>
            </a:xfrm>
            <a:custGeom>
              <a:avLst/>
              <a:pathLst>
                <a:path w="581741" h="191932">
                  <a:moveTo>
                    <a:pt x="27432" y="191932"/>
                  </a:moveTo>
                  <a:lnTo>
                    <a:pt x="554309" y="191932"/>
                  </a:lnTo>
                  <a:lnTo>
                    <a:pt x="553204" y="191910"/>
                  </a:lnTo>
                  <a:lnTo>
                    <a:pt x="557615" y="191732"/>
                  </a:lnTo>
                  <a:lnTo>
                    <a:pt x="561941" y="190849"/>
                  </a:lnTo>
                  <a:lnTo>
                    <a:pt x="566069" y="189284"/>
                  </a:lnTo>
                  <a:lnTo>
                    <a:pt x="569892" y="187076"/>
                  </a:lnTo>
                  <a:lnTo>
                    <a:pt x="573312" y="184284"/>
                  </a:lnTo>
                  <a:lnTo>
                    <a:pt x="576239" y="180980"/>
                  </a:lnTo>
                  <a:lnTo>
                    <a:pt x="578599" y="177248"/>
                  </a:lnTo>
                  <a:lnTo>
                    <a:pt x="580329" y="173187"/>
                  </a:lnTo>
                  <a:lnTo>
                    <a:pt x="581386" y="168900"/>
                  </a:lnTo>
                  <a:lnTo>
                    <a:pt x="581741" y="164500"/>
                  </a:lnTo>
                  <a:lnTo>
                    <a:pt x="581741" y="27432"/>
                  </a:lnTo>
                  <a:lnTo>
                    <a:pt x="581386" y="23031"/>
                  </a:lnTo>
                  <a:lnTo>
                    <a:pt x="580329" y="18745"/>
                  </a:lnTo>
                  <a:lnTo>
                    <a:pt x="578599" y="14683"/>
                  </a:lnTo>
                  <a:lnTo>
                    <a:pt x="576239" y="10952"/>
                  </a:lnTo>
                  <a:lnTo>
                    <a:pt x="573312" y="7647"/>
                  </a:lnTo>
                  <a:lnTo>
                    <a:pt x="569892" y="4855"/>
                  </a:lnTo>
                  <a:lnTo>
                    <a:pt x="566069" y="2648"/>
                  </a:lnTo>
                  <a:lnTo>
                    <a:pt x="561941" y="1083"/>
                  </a:lnTo>
                  <a:lnTo>
                    <a:pt x="557615" y="200"/>
                  </a:lnTo>
                  <a:lnTo>
                    <a:pt x="554309" y="0"/>
                  </a:lnTo>
                  <a:lnTo>
                    <a:pt x="27432" y="0"/>
                  </a:lnTo>
                  <a:lnTo>
                    <a:pt x="30738" y="200"/>
                  </a:lnTo>
                  <a:lnTo>
                    <a:pt x="26327" y="22"/>
                  </a:lnTo>
                  <a:lnTo>
                    <a:pt x="21944" y="554"/>
                  </a:lnTo>
                  <a:lnTo>
                    <a:pt x="17704" y="1782"/>
                  </a:lnTo>
                  <a:lnTo>
                    <a:pt x="13715" y="3675"/>
                  </a:lnTo>
                  <a:lnTo>
                    <a:pt x="10082" y="6183"/>
                  </a:lnTo>
                  <a:lnTo>
                    <a:pt x="6898" y="9241"/>
                  </a:lnTo>
                  <a:lnTo>
                    <a:pt x="4246" y="12770"/>
                  </a:lnTo>
                  <a:lnTo>
                    <a:pt x="2195" y="16679"/>
                  </a:lnTo>
                  <a:lnTo>
                    <a:pt x="797" y="20867"/>
                  </a:lnTo>
                  <a:lnTo>
                    <a:pt x="88" y="25224"/>
                  </a:lnTo>
                  <a:lnTo>
                    <a:pt x="0" y="27432"/>
                  </a:lnTo>
                  <a:lnTo>
                    <a:pt x="0" y="164500"/>
                  </a:lnTo>
                  <a:lnTo>
                    <a:pt x="88" y="162293"/>
                  </a:lnTo>
                  <a:lnTo>
                    <a:pt x="88" y="166707"/>
                  </a:lnTo>
                  <a:lnTo>
                    <a:pt x="797" y="171065"/>
                  </a:lnTo>
                  <a:lnTo>
                    <a:pt x="2195" y="175252"/>
                  </a:lnTo>
                  <a:lnTo>
                    <a:pt x="4246" y="179162"/>
                  </a:lnTo>
                  <a:lnTo>
                    <a:pt x="6898" y="182691"/>
                  </a:lnTo>
                  <a:lnTo>
                    <a:pt x="10082" y="185749"/>
                  </a:lnTo>
                  <a:lnTo>
                    <a:pt x="13715" y="188257"/>
                  </a:lnTo>
                  <a:lnTo>
                    <a:pt x="17704" y="190149"/>
                  </a:lnTo>
                  <a:lnTo>
                    <a:pt x="21944" y="191378"/>
                  </a:lnTo>
                  <a:lnTo>
                    <a:pt x="26327" y="19191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6775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67" name="tx3967"/>
            <p:cNvSpPr/>
            <p:nvPr/>
          </p:nvSpPr>
          <p:spPr>
            <a:xfrm>
              <a:off x="4805699" y="2999938"/>
              <a:ext cx="490301" cy="10049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3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3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W5_NH</a:t>
              </a:r>
            </a:p>
          </p:txBody>
        </p:sp>
        <p:sp>
          <p:nvSpPr>
            <p:cNvPr id="3968" name="pg3968"/>
            <p:cNvSpPr/>
            <p:nvPr/>
          </p:nvSpPr>
          <p:spPr>
            <a:xfrm>
              <a:off x="5121597" y="2670864"/>
              <a:ext cx="589605" cy="191932"/>
            </a:xfrm>
            <a:custGeom>
              <a:avLst/>
              <a:pathLst>
                <a:path w="589605" h="191932">
                  <a:moveTo>
                    <a:pt x="27432" y="191932"/>
                  </a:moveTo>
                  <a:lnTo>
                    <a:pt x="562173" y="191932"/>
                  </a:lnTo>
                  <a:lnTo>
                    <a:pt x="561068" y="191910"/>
                  </a:lnTo>
                  <a:lnTo>
                    <a:pt x="565479" y="191732"/>
                  </a:lnTo>
                  <a:lnTo>
                    <a:pt x="569805" y="190849"/>
                  </a:lnTo>
                  <a:lnTo>
                    <a:pt x="573933" y="189284"/>
                  </a:lnTo>
                  <a:lnTo>
                    <a:pt x="577756" y="187076"/>
                  </a:lnTo>
                  <a:lnTo>
                    <a:pt x="581175" y="184284"/>
                  </a:lnTo>
                  <a:lnTo>
                    <a:pt x="584103" y="180980"/>
                  </a:lnTo>
                  <a:lnTo>
                    <a:pt x="586462" y="177248"/>
                  </a:lnTo>
                  <a:lnTo>
                    <a:pt x="588193" y="173187"/>
                  </a:lnTo>
                  <a:lnTo>
                    <a:pt x="589249" y="168900"/>
                  </a:lnTo>
                  <a:lnTo>
                    <a:pt x="589605" y="164500"/>
                  </a:lnTo>
                  <a:lnTo>
                    <a:pt x="589605" y="27432"/>
                  </a:lnTo>
                  <a:lnTo>
                    <a:pt x="589249" y="23031"/>
                  </a:lnTo>
                  <a:lnTo>
                    <a:pt x="588193" y="18745"/>
                  </a:lnTo>
                  <a:lnTo>
                    <a:pt x="586462" y="14683"/>
                  </a:lnTo>
                  <a:lnTo>
                    <a:pt x="584103" y="10952"/>
                  </a:lnTo>
                  <a:lnTo>
                    <a:pt x="581175" y="7647"/>
                  </a:lnTo>
                  <a:lnTo>
                    <a:pt x="577756" y="4855"/>
                  </a:lnTo>
                  <a:lnTo>
                    <a:pt x="573933" y="2648"/>
                  </a:lnTo>
                  <a:lnTo>
                    <a:pt x="569805" y="1083"/>
                  </a:lnTo>
                  <a:lnTo>
                    <a:pt x="565479" y="200"/>
                  </a:lnTo>
                  <a:lnTo>
                    <a:pt x="562173" y="0"/>
                  </a:lnTo>
                  <a:lnTo>
                    <a:pt x="27432" y="0"/>
                  </a:lnTo>
                  <a:lnTo>
                    <a:pt x="30738" y="200"/>
                  </a:lnTo>
                  <a:lnTo>
                    <a:pt x="26327" y="22"/>
                  </a:lnTo>
                  <a:lnTo>
                    <a:pt x="21944" y="554"/>
                  </a:lnTo>
                  <a:lnTo>
                    <a:pt x="17704" y="1782"/>
                  </a:lnTo>
                  <a:lnTo>
                    <a:pt x="13715" y="3675"/>
                  </a:lnTo>
                  <a:lnTo>
                    <a:pt x="10082" y="6183"/>
                  </a:lnTo>
                  <a:lnTo>
                    <a:pt x="6898" y="9241"/>
                  </a:lnTo>
                  <a:lnTo>
                    <a:pt x="4246" y="12770"/>
                  </a:lnTo>
                  <a:lnTo>
                    <a:pt x="2195" y="16679"/>
                  </a:lnTo>
                  <a:lnTo>
                    <a:pt x="797" y="20867"/>
                  </a:lnTo>
                  <a:lnTo>
                    <a:pt x="88" y="25224"/>
                  </a:lnTo>
                  <a:lnTo>
                    <a:pt x="0" y="27432"/>
                  </a:lnTo>
                  <a:lnTo>
                    <a:pt x="0" y="164500"/>
                  </a:lnTo>
                  <a:lnTo>
                    <a:pt x="88" y="162293"/>
                  </a:lnTo>
                  <a:lnTo>
                    <a:pt x="88" y="166707"/>
                  </a:lnTo>
                  <a:lnTo>
                    <a:pt x="797" y="171065"/>
                  </a:lnTo>
                  <a:lnTo>
                    <a:pt x="2195" y="175252"/>
                  </a:lnTo>
                  <a:lnTo>
                    <a:pt x="4246" y="179162"/>
                  </a:lnTo>
                  <a:lnTo>
                    <a:pt x="6898" y="182691"/>
                  </a:lnTo>
                  <a:lnTo>
                    <a:pt x="10082" y="185749"/>
                  </a:lnTo>
                  <a:lnTo>
                    <a:pt x="13715" y="188257"/>
                  </a:lnTo>
                  <a:lnTo>
                    <a:pt x="17704" y="190149"/>
                  </a:lnTo>
                  <a:lnTo>
                    <a:pt x="21944" y="191378"/>
                  </a:lnTo>
                  <a:lnTo>
                    <a:pt x="26327" y="19191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6775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69" name="tx3969"/>
            <p:cNvSpPr/>
            <p:nvPr/>
          </p:nvSpPr>
          <p:spPr>
            <a:xfrm>
              <a:off x="5167317" y="2716584"/>
              <a:ext cx="498165" cy="10049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3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3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W6_ME</a:t>
              </a:r>
            </a:p>
          </p:txBody>
        </p:sp>
        <p:sp>
          <p:nvSpPr>
            <p:cNvPr id="3970" name="rc3970"/>
            <p:cNvSpPr/>
            <p:nvPr/>
          </p:nvSpPr>
          <p:spPr>
            <a:xfrm>
              <a:off x="2034901" y="2354586"/>
              <a:ext cx="4342247" cy="3366361"/>
            </a:xfrm>
            <a:prstGeom prst="rect">
              <a:avLst/>
            </a:prstGeom>
            <a:ln w="13550" cap="rnd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71" name="tx3971"/>
            <p:cNvSpPr/>
            <p:nvPr/>
          </p:nvSpPr>
          <p:spPr>
            <a:xfrm>
              <a:off x="1722549" y="5366840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25</a:t>
              </a:r>
            </a:p>
          </p:txBody>
        </p:sp>
        <p:sp>
          <p:nvSpPr>
            <p:cNvPr id="3972" name="tx3972"/>
            <p:cNvSpPr/>
            <p:nvPr/>
          </p:nvSpPr>
          <p:spPr>
            <a:xfrm>
              <a:off x="1846907" y="5348460"/>
              <a:ext cx="44714" cy="9848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Symbol"/>
                  <a:cs typeface="Symbol"/>
                </a:rPr>
                <a:t>°</a:t>
              </a:r>
            </a:p>
          </p:txBody>
        </p:sp>
        <p:sp>
          <p:nvSpPr>
            <p:cNvPr id="3973" name="tx3973"/>
            <p:cNvSpPr/>
            <p:nvPr/>
          </p:nvSpPr>
          <p:spPr>
            <a:xfrm>
              <a:off x="1891621" y="5366840"/>
              <a:ext cx="80650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N</a:t>
              </a:r>
            </a:p>
          </p:txBody>
        </p:sp>
        <p:sp>
          <p:nvSpPr>
            <p:cNvPr id="3974" name="tx3974"/>
            <p:cNvSpPr/>
            <p:nvPr/>
          </p:nvSpPr>
          <p:spPr>
            <a:xfrm>
              <a:off x="1722549" y="4716468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30</a:t>
              </a:r>
            </a:p>
          </p:txBody>
        </p:sp>
        <p:sp>
          <p:nvSpPr>
            <p:cNvPr id="3975" name="tx3975"/>
            <p:cNvSpPr/>
            <p:nvPr/>
          </p:nvSpPr>
          <p:spPr>
            <a:xfrm>
              <a:off x="1846907" y="4698089"/>
              <a:ext cx="44714" cy="9848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Symbol"/>
                  <a:cs typeface="Symbol"/>
                </a:rPr>
                <a:t>°</a:t>
              </a:r>
            </a:p>
          </p:txBody>
        </p:sp>
        <p:sp>
          <p:nvSpPr>
            <p:cNvPr id="3976" name="tx3976"/>
            <p:cNvSpPr/>
            <p:nvPr/>
          </p:nvSpPr>
          <p:spPr>
            <a:xfrm>
              <a:off x="1891621" y="4716468"/>
              <a:ext cx="80650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N</a:t>
              </a:r>
            </a:p>
          </p:txBody>
        </p:sp>
        <p:sp>
          <p:nvSpPr>
            <p:cNvPr id="3977" name="tx3977"/>
            <p:cNvSpPr/>
            <p:nvPr/>
          </p:nvSpPr>
          <p:spPr>
            <a:xfrm>
              <a:off x="1722549" y="4066188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35</a:t>
              </a:r>
            </a:p>
          </p:txBody>
        </p:sp>
        <p:sp>
          <p:nvSpPr>
            <p:cNvPr id="3978" name="tx3978"/>
            <p:cNvSpPr/>
            <p:nvPr/>
          </p:nvSpPr>
          <p:spPr>
            <a:xfrm>
              <a:off x="1846907" y="4047809"/>
              <a:ext cx="44714" cy="9848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Symbol"/>
                  <a:cs typeface="Symbol"/>
                </a:rPr>
                <a:t>°</a:t>
              </a:r>
            </a:p>
          </p:txBody>
        </p:sp>
        <p:sp>
          <p:nvSpPr>
            <p:cNvPr id="3979" name="tx3979"/>
            <p:cNvSpPr/>
            <p:nvPr/>
          </p:nvSpPr>
          <p:spPr>
            <a:xfrm>
              <a:off x="1891621" y="4066188"/>
              <a:ext cx="80650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N</a:t>
              </a:r>
            </a:p>
          </p:txBody>
        </p:sp>
        <p:sp>
          <p:nvSpPr>
            <p:cNvPr id="3980" name="tx3980"/>
            <p:cNvSpPr/>
            <p:nvPr/>
          </p:nvSpPr>
          <p:spPr>
            <a:xfrm>
              <a:off x="1722549" y="3415908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40</a:t>
              </a:r>
            </a:p>
          </p:txBody>
        </p:sp>
        <p:sp>
          <p:nvSpPr>
            <p:cNvPr id="3981" name="tx3981"/>
            <p:cNvSpPr/>
            <p:nvPr/>
          </p:nvSpPr>
          <p:spPr>
            <a:xfrm>
              <a:off x="1846907" y="3397529"/>
              <a:ext cx="44714" cy="9848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Symbol"/>
                  <a:cs typeface="Symbol"/>
                </a:rPr>
                <a:t>°</a:t>
              </a:r>
            </a:p>
          </p:txBody>
        </p:sp>
        <p:sp>
          <p:nvSpPr>
            <p:cNvPr id="3982" name="tx3982"/>
            <p:cNvSpPr/>
            <p:nvPr/>
          </p:nvSpPr>
          <p:spPr>
            <a:xfrm>
              <a:off x="1891621" y="3415908"/>
              <a:ext cx="80650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N</a:t>
              </a:r>
            </a:p>
          </p:txBody>
        </p:sp>
        <p:sp>
          <p:nvSpPr>
            <p:cNvPr id="3983" name="tx3983"/>
            <p:cNvSpPr/>
            <p:nvPr/>
          </p:nvSpPr>
          <p:spPr>
            <a:xfrm>
              <a:off x="1722549" y="2765720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45</a:t>
              </a:r>
            </a:p>
          </p:txBody>
        </p:sp>
        <p:sp>
          <p:nvSpPr>
            <p:cNvPr id="3984" name="tx3984"/>
            <p:cNvSpPr/>
            <p:nvPr/>
          </p:nvSpPr>
          <p:spPr>
            <a:xfrm>
              <a:off x="1846907" y="2747340"/>
              <a:ext cx="44714" cy="9848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Symbol"/>
                  <a:cs typeface="Symbol"/>
                </a:rPr>
                <a:t>°</a:t>
              </a:r>
            </a:p>
          </p:txBody>
        </p:sp>
        <p:sp>
          <p:nvSpPr>
            <p:cNvPr id="3985" name="tx3985"/>
            <p:cNvSpPr/>
            <p:nvPr/>
          </p:nvSpPr>
          <p:spPr>
            <a:xfrm>
              <a:off x="1891621" y="2765720"/>
              <a:ext cx="80650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N</a:t>
              </a:r>
            </a:p>
          </p:txBody>
        </p:sp>
        <p:sp>
          <p:nvSpPr>
            <p:cNvPr id="3986" name="pl3986"/>
            <p:cNvSpPr/>
            <p:nvPr/>
          </p:nvSpPr>
          <p:spPr>
            <a:xfrm>
              <a:off x="2000107" y="5407850"/>
              <a:ext cx="34794" cy="0"/>
            </a:xfrm>
            <a:custGeom>
              <a:avLst/>
              <a:pathLst>
                <a:path w="34794" h="0">
                  <a:moveTo>
                    <a:pt x="0" y="0"/>
                  </a:moveTo>
                  <a:lnTo>
                    <a:pt x="34794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87" name="pl3987"/>
            <p:cNvSpPr/>
            <p:nvPr/>
          </p:nvSpPr>
          <p:spPr>
            <a:xfrm>
              <a:off x="2000107" y="4757570"/>
              <a:ext cx="34794" cy="0"/>
            </a:xfrm>
            <a:custGeom>
              <a:avLst/>
              <a:pathLst>
                <a:path w="34794" h="0">
                  <a:moveTo>
                    <a:pt x="0" y="0"/>
                  </a:moveTo>
                  <a:lnTo>
                    <a:pt x="34794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88" name="pl3988"/>
            <p:cNvSpPr/>
            <p:nvPr/>
          </p:nvSpPr>
          <p:spPr>
            <a:xfrm>
              <a:off x="2000107" y="4107291"/>
              <a:ext cx="34794" cy="0"/>
            </a:xfrm>
            <a:custGeom>
              <a:avLst/>
              <a:pathLst>
                <a:path w="34794" h="0">
                  <a:moveTo>
                    <a:pt x="0" y="0"/>
                  </a:moveTo>
                  <a:lnTo>
                    <a:pt x="34794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89" name="pl3989"/>
            <p:cNvSpPr/>
            <p:nvPr/>
          </p:nvSpPr>
          <p:spPr>
            <a:xfrm>
              <a:off x="2000107" y="3457011"/>
              <a:ext cx="34794" cy="0"/>
            </a:xfrm>
            <a:custGeom>
              <a:avLst/>
              <a:pathLst>
                <a:path w="34794" h="0">
                  <a:moveTo>
                    <a:pt x="0" y="0"/>
                  </a:moveTo>
                  <a:lnTo>
                    <a:pt x="34794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90" name="pl3990"/>
            <p:cNvSpPr/>
            <p:nvPr/>
          </p:nvSpPr>
          <p:spPr>
            <a:xfrm>
              <a:off x="2000107" y="2806731"/>
              <a:ext cx="34794" cy="0"/>
            </a:xfrm>
            <a:custGeom>
              <a:avLst/>
              <a:pathLst>
                <a:path w="34794" h="0">
                  <a:moveTo>
                    <a:pt x="0" y="0"/>
                  </a:moveTo>
                  <a:lnTo>
                    <a:pt x="34794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91" name="pl3991"/>
            <p:cNvSpPr/>
            <p:nvPr/>
          </p:nvSpPr>
          <p:spPr>
            <a:xfrm>
              <a:off x="2443946" y="5720948"/>
              <a:ext cx="0" cy="34794"/>
            </a:xfrm>
            <a:custGeom>
              <a:avLst/>
              <a:pathLst>
                <a:path w="0" h="34794">
                  <a:moveTo>
                    <a:pt x="0" y="34794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92" name="pl3992"/>
            <p:cNvSpPr/>
            <p:nvPr/>
          </p:nvSpPr>
          <p:spPr>
            <a:xfrm>
              <a:off x="2973121" y="5720948"/>
              <a:ext cx="0" cy="34794"/>
            </a:xfrm>
            <a:custGeom>
              <a:avLst/>
              <a:pathLst>
                <a:path w="0" h="34794">
                  <a:moveTo>
                    <a:pt x="0" y="34794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93" name="pl3993"/>
            <p:cNvSpPr/>
            <p:nvPr/>
          </p:nvSpPr>
          <p:spPr>
            <a:xfrm>
              <a:off x="3502296" y="5720948"/>
              <a:ext cx="0" cy="34794"/>
            </a:xfrm>
            <a:custGeom>
              <a:avLst/>
              <a:pathLst>
                <a:path w="0" h="34794">
                  <a:moveTo>
                    <a:pt x="0" y="34794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94" name="pl3994"/>
            <p:cNvSpPr/>
            <p:nvPr/>
          </p:nvSpPr>
          <p:spPr>
            <a:xfrm>
              <a:off x="4031471" y="5720948"/>
              <a:ext cx="0" cy="34794"/>
            </a:xfrm>
            <a:custGeom>
              <a:avLst/>
              <a:pathLst>
                <a:path w="0" h="34794">
                  <a:moveTo>
                    <a:pt x="0" y="34794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95" name="pl3995"/>
            <p:cNvSpPr/>
            <p:nvPr/>
          </p:nvSpPr>
          <p:spPr>
            <a:xfrm>
              <a:off x="4560646" y="5720948"/>
              <a:ext cx="0" cy="34794"/>
            </a:xfrm>
            <a:custGeom>
              <a:avLst/>
              <a:pathLst>
                <a:path w="0" h="34794">
                  <a:moveTo>
                    <a:pt x="0" y="34794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96" name="pl3996"/>
            <p:cNvSpPr/>
            <p:nvPr/>
          </p:nvSpPr>
          <p:spPr>
            <a:xfrm>
              <a:off x="5089822" y="5720948"/>
              <a:ext cx="0" cy="34794"/>
            </a:xfrm>
            <a:custGeom>
              <a:avLst/>
              <a:pathLst>
                <a:path w="0" h="34794">
                  <a:moveTo>
                    <a:pt x="0" y="34794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97" name="pl3997"/>
            <p:cNvSpPr/>
            <p:nvPr/>
          </p:nvSpPr>
          <p:spPr>
            <a:xfrm>
              <a:off x="5618997" y="5720948"/>
              <a:ext cx="0" cy="34794"/>
            </a:xfrm>
            <a:custGeom>
              <a:avLst/>
              <a:pathLst>
                <a:path w="0" h="34794">
                  <a:moveTo>
                    <a:pt x="0" y="34794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98" name="pl3998"/>
            <p:cNvSpPr/>
            <p:nvPr/>
          </p:nvSpPr>
          <p:spPr>
            <a:xfrm>
              <a:off x="6148172" y="5720948"/>
              <a:ext cx="0" cy="34794"/>
            </a:xfrm>
            <a:custGeom>
              <a:avLst/>
              <a:pathLst>
                <a:path w="0" h="34794">
                  <a:moveTo>
                    <a:pt x="0" y="34794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99" name="tx3999"/>
            <p:cNvSpPr/>
            <p:nvPr/>
          </p:nvSpPr>
          <p:spPr>
            <a:xfrm>
              <a:off x="2275605" y="5783578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100</a:t>
              </a:r>
            </a:p>
          </p:txBody>
        </p:sp>
        <p:sp>
          <p:nvSpPr>
            <p:cNvPr id="4000" name="tx4000"/>
            <p:cNvSpPr/>
            <p:nvPr/>
          </p:nvSpPr>
          <p:spPr>
            <a:xfrm>
              <a:off x="2462143" y="5765198"/>
              <a:ext cx="44714" cy="9848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Symbol"/>
                  <a:cs typeface="Symbol"/>
                </a:rPr>
                <a:t>°</a:t>
              </a:r>
            </a:p>
          </p:txBody>
        </p:sp>
        <p:sp>
          <p:nvSpPr>
            <p:cNvPr id="4001" name="tx4001"/>
            <p:cNvSpPr/>
            <p:nvPr/>
          </p:nvSpPr>
          <p:spPr>
            <a:xfrm>
              <a:off x="2506857" y="5783578"/>
              <a:ext cx="105430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W</a:t>
              </a:r>
            </a:p>
          </p:txBody>
        </p:sp>
        <p:sp>
          <p:nvSpPr>
            <p:cNvPr id="4002" name="tx4002"/>
            <p:cNvSpPr/>
            <p:nvPr/>
          </p:nvSpPr>
          <p:spPr>
            <a:xfrm>
              <a:off x="2820371" y="5783578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 95</a:t>
              </a:r>
            </a:p>
          </p:txBody>
        </p:sp>
        <p:sp>
          <p:nvSpPr>
            <p:cNvPr id="4003" name="tx4003"/>
            <p:cNvSpPr/>
            <p:nvPr/>
          </p:nvSpPr>
          <p:spPr>
            <a:xfrm>
              <a:off x="2975727" y="5765198"/>
              <a:ext cx="44714" cy="9848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Symbol"/>
                  <a:cs typeface="Symbol"/>
                </a:rPr>
                <a:t>°</a:t>
              </a:r>
            </a:p>
          </p:txBody>
        </p:sp>
        <p:sp>
          <p:nvSpPr>
            <p:cNvPr id="4004" name="tx4004"/>
            <p:cNvSpPr/>
            <p:nvPr/>
          </p:nvSpPr>
          <p:spPr>
            <a:xfrm>
              <a:off x="3020442" y="5783578"/>
              <a:ext cx="105430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W</a:t>
              </a:r>
            </a:p>
          </p:txBody>
        </p:sp>
        <p:sp>
          <p:nvSpPr>
            <p:cNvPr id="4005" name="tx4005"/>
            <p:cNvSpPr/>
            <p:nvPr/>
          </p:nvSpPr>
          <p:spPr>
            <a:xfrm>
              <a:off x="3349546" y="5783578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 90</a:t>
              </a:r>
            </a:p>
          </p:txBody>
        </p:sp>
        <p:sp>
          <p:nvSpPr>
            <p:cNvPr id="4006" name="tx4006"/>
            <p:cNvSpPr/>
            <p:nvPr/>
          </p:nvSpPr>
          <p:spPr>
            <a:xfrm>
              <a:off x="3504902" y="5765198"/>
              <a:ext cx="44714" cy="9848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Symbol"/>
                  <a:cs typeface="Symbol"/>
                </a:rPr>
                <a:t>°</a:t>
              </a:r>
            </a:p>
          </p:txBody>
        </p:sp>
        <p:sp>
          <p:nvSpPr>
            <p:cNvPr id="4007" name="tx4007"/>
            <p:cNvSpPr/>
            <p:nvPr/>
          </p:nvSpPr>
          <p:spPr>
            <a:xfrm>
              <a:off x="3549617" y="5783578"/>
              <a:ext cx="105430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W</a:t>
              </a:r>
            </a:p>
          </p:txBody>
        </p:sp>
        <p:sp>
          <p:nvSpPr>
            <p:cNvPr id="4008" name="tx4008"/>
            <p:cNvSpPr/>
            <p:nvPr/>
          </p:nvSpPr>
          <p:spPr>
            <a:xfrm>
              <a:off x="3878721" y="5783578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 85</a:t>
              </a:r>
            </a:p>
          </p:txBody>
        </p:sp>
        <p:sp>
          <p:nvSpPr>
            <p:cNvPr id="4009" name="tx4009"/>
            <p:cNvSpPr/>
            <p:nvPr/>
          </p:nvSpPr>
          <p:spPr>
            <a:xfrm>
              <a:off x="4034077" y="5765198"/>
              <a:ext cx="44714" cy="9848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Symbol"/>
                  <a:cs typeface="Symbol"/>
                </a:rPr>
                <a:t>°</a:t>
              </a:r>
            </a:p>
          </p:txBody>
        </p:sp>
        <p:sp>
          <p:nvSpPr>
            <p:cNvPr id="4010" name="tx4010"/>
            <p:cNvSpPr/>
            <p:nvPr/>
          </p:nvSpPr>
          <p:spPr>
            <a:xfrm>
              <a:off x="4078792" y="5783578"/>
              <a:ext cx="105430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W</a:t>
              </a:r>
            </a:p>
          </p:txBody>
        </p:sp>
        <p:sp>
          <p:nvSpPr>
            <p:cNvPr id="4011" name="tx4011"/>
            <p:cNvSpPr/>
            <p:nvPr/>
          </p:nvSpPr>
          <p:spPr>
            <a:xfrm>
              <a:off x="4407896" y="5783578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 80</a:t>
              </a:r>
            </a:p>
          </p:txBody>
        </p:sp>
        <p:sp>
          <p:nvSpPr>
            <p:cNvPr id="4012" name="tx4012"/>
            <p:cNvSpPr/>
            <p:nvPr/>
          </p:nvSpPr>
          <p:spPr>
            <a:xfrm>
              <a:off x="4563253" y="5765198"/>
              <a:ext cx="44714" cy="9848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Symbol"/>
                  <a:cs typeface="Symbol"/>
                </a:rPr>
                <a:t>°</a:t>
              </a:r>
            </a:p>
          </p:txBody>
        </p:sp>
        <p:sp>
          <p:nvSpPr>
            <p:cNvPr id="4013" name="tx4013"/>
            <p:cNvSpPr/>
            <p:nvPr/>
          </p:nvSpPr>
          <p:spPr>
            <a:xfrm>
              <a:off x="4607967" y="5783578"/>
              <a:ext cx="105430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W</a:t>
              </a:r>
            </a:p>
          </p:txBody>
        </p:sp>
        <p:sp>
          <p:nvSpPr>
            <p:cNvPr id="4014" name="tx4014"/>
            <p:cNvSpPr/>
            <p:nvPr/>
          </p:nvSpPr>
          <p:spPr>
            <a:xfrm>
              <a:off x="4937071" y="5783578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 75</a:t>
              </a:r>
            </a:p>
          </p:txBody>
        </p:sp>
        <p:sp>
          <p:nvSpPr>
            <p:cNvPr id="4015" name="tx4015"/>
            <p:cNvSpPr/>
            <p:nvPr/>
          </p:nvSpPr>
          <p:spPr>
            <a:xfrm>
              <a:off x="5092428" y="5765198"/>
              <a:ext cx="44714" cy="9848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Symbol"/>
                  <a:cs typeface="Symbol"/>
                </a:rPr>
                <a:t>°</a:t>
              </a:r>
            </a:p>
          </p:txBody>
        </p:sp>
        <p:sp>
          <p:nvSpPr>
            <p:cNvPr id="4016" name="tx4016"/>
            <p:cNvSpPr/>
            <p:nvPr/>
          </p:nvSpPr>
          <p:spPr>
            <a:xfrm>
              <a:off x="5137142" y="5783578"/>
              <a:ext cx="105430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W</a:t>
              </a:r>
            </a:p>
          </p:txBody>
        </p:sp>
        <p:sp>
          <p:nvSpPr>
            <p:cNvPr id="4017" name="tx4017"/>
            <p:cNvSpPr/>
            <p:nvPr/>
          </p:nvSpPr>
          <p:spPr>
            <a:xfrm>
              <a:off x="5466246" y="5783578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 70</a:t>
              </a:r>
            </a:p>
          </p:txBody>
        </p:sp>
        <p:sp>
          <p:nvSpPr>
            <p:cNvPr id="4018" name="tx4018"/>
            <p:cNvSpPr/>
            <p:nvPr/>
          </p:nvSpPr>
          <p:spPr>
            <a:xfrm>
              <a:off x="5621603" y="5765198"/>
              <a:ext cx="44714" cy="9848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Symbol"/>
                  <a:cs typeface="Symbol"/>
                </a:rPr>
                <a:t>°</a:t>
              </a:r>
            </a:p>
          </p:txBody>
        </p:sp>
        <p:sp>
          <p:nvSpPr>
            <p:cNvPr id="4019" name="tx4019"/>
            <p:cNvSpPr/>
            <p:nvPr/>
          </p:nvSpPr>
          <p:spPr>
            <a:xfrm>
              <a:off x="5666317" y="5783578"/>
              <a:ext cx="105430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W</a:t>
              </a:r>
            </a:p>
          </p:txBody>
        </p:sp>
        <p:sp>
          <p:nvSpPr>
            <p:cNvPr id="4020" name="tx4020"/>
            <p:cNvSpPr/>
            <p:nvPr/>
          </p:nvSpPr>
          <p:spPr>
            <a:xfrm>
              <a:off x="5995421" y="5783578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 65</a:t>
              </a:r>
            </a:p>
          </p:txBody>
        </p:sp>
        <p:sp>
          <p:nvSpPr>
            <p:cNvPr id="4021" name="tx4021"/>
            <p:cNvSpPr/>
            <p:nvPr/>
          </p:nvSpPr>
          <p:spPr>
            <a:xfrm>
              <a:off x="6150778" y="5765198"/>
              <a:ext cx="44714" cy="9848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Symbol"/>
                  <a:cs typeface="Symbol"/>
                </a:rPr>
                <a:t>°</a:t>
              </a:r>
            </a:p>
          </p:txBody>
        </p:sp>
        <p:sp>
          <p:nvSpPr>
            <p:cNvPr id="4022" name="tx4022"/>
            <p:cNvSpPr/>
            <p:nvPr/>
          </p:nvSpPr>
          <p:spPr>
            <a:xfrm>
              <a:off x="6195492" y="5783578"/>
              <a:ext cx="105430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W</a:t>
              </a:r>
            </a:p>
          </p:txBody>
        </p:sp>
        <p:sp>
          <p:nvSpPr>
            <p:cNvPr id="4023" name="tx4023"/>
            <p:cNvSpPr/>
            <p:nvPr/>
          </p:nvSpPr>
          <p:spPr>
            <a:xfrm>
              <a:off x="3899107" y="5925448"/>
              <a:ext cx="613836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Longitude</a:t>
              </a:r>
            </a:p>
          </p:txBody>
        </p:sp>
        <p:sp>
          <p:nvSpPr>
            <p:cNvPr id="4024" name="tx4024"/>
            <p:cNvSpPr/>
            <p:nvPr/>
          </p:nvSpPr>
          <p:spPr>
            <a:xfrm rot="-5400000">
              <a:off x="1358159" y="3987658"/>
              <a:ext cx="497159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Latitude</a:t>
              </a:r>
            </a:p>
          </p:txBody>
        </p:sp>
        <p:sp>
          <p:nvSpPr>
            <p:cNvPr id="4025" name="rc4025"/>
            <p:cNvSpPr/>
            <p:nvPr/>
          </p:nvSpPr>
          <p:spPr>
            <a:xfrm>
              <a:off x="6516327" y="3243743"/>
              <a:ext cx="1071043" cy="1588048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4026" name="tx4026"/>
            <p:cNvSpPr/>
            <p:nvPr/>
          </p:nvSpPr>
          <p:spPr>
            <a:xfrm>
              <a:off x="6585916" y="3328785"/>
              <a:ext cx="931865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Environmental </a:t>
              </a:r>
            </a:p>
          </p:txBody>
        </p:sp>
        <p:sp>
          <p:nvSpPr>
            <p:cNvPr id="4027" name="tx4027"/>
            <p:cNvSpPr/>
            <p:nvPr/>
          </p:nvSpPr>
          <p:spPr>
            <a:xfrm>
              <a:off x="6585916" y="3479661"/>
              <a:ext cx="543519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Distance</a:t>
              </a:r>
            </a:p>
          </p:txBody>
        </p:sp>
        <p:pic>
          <p:nvPicPr>
            <p:cNvPr id="4028" name="pic4028"/>
            <p:cNvPicPr/>
            <p:nvPr/>
          </p:nvPicPr>
          <p:blipFill>
            <a:blip r:embed="rId2" cstate="print"/>
            <a:stretch>
              <a:fillRect/>
            </a:stretch>
          </p:blipFill>
          <p:spPr>
            <a:xfrm>
              <a:off x="6585916" y="3664922"/>
              <a:ext cx="219455" cy="1097280"/>
            </a:xfrm>
            <a:prstGeom prst="rect">
              <a:avLst/>
            </a:prstGeom>
          </p:spPr>
        </p:pic>
        <p:sp>
          <p:nvSpPr>
            <p:cNvPr id="4029" name="pl4029"/>
            <p:cNvSpPr/>
            <p:nvPr/>
          </p:nvSpPr>
          <p:spPr>
            <a:xfrm>
              <a:off x="6761481" y="4760373"/>
              <a:ext cx="43891" cy="0"/>
            </a:xfrm>
            <a:custGeom>
              <a:avLst/>
              <a:pathLst>
                <a:path w="43891" h="0">
                  <a:moveTo>
                    <a:pt x="0" y="0"/>
                  </a:moveTo>
                  <a:lnTo>
                    <a:pt x="43891" y="0"/>
                  </a:lnTo>
                </a:path>
              </a:pathLst>
            </a:custGeom>
            <a:ln w="4762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30" name="pl4030"/>
            <p:cNvSpPr/>
            <p:nvPr/>
          </p:nvSpPr>
          <p:spPr>
            <a:xfrm>
              <a:off x="6761481" y="4578103"/>
              <a:ext cx="43891" cy="0"/>
            </a:xfrm>
            <a:custGeom>
              <a:avLst/>
              <a:pathLst>
                <a:path w="43891" h="0">
                  <a:moveTo>
                    <a:pt x="0" y="0"/>
                  </a:moveTo>
                  <a:lnTo>
                    <a:pt x="43891" y="0"/>
                  </a:lnTo>
                </a:path>
              </a:pathLst>
            </a:custGeom>
            <a:ln w="4762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31" name="pl4031"/>
            <p:cNvSpPr/>
            <p:nvPr/>
          </p:nvSpPr>
          <p:spPr>
            <a:xfrm>
              <a:off x="6761481" y="4395832"/>
              <a:ext cx="43891" cy="0"/>
            </a:xfrm>
            <a:custGeom>
              <a:avLst/>
              <a:pathLst>
                <a:path w="43891" h="0">
                  <a:moveTo>
                    <a:pt x="0" y="0"/>
                  </a:moveTo>
                  <a:lnTo>
                    <a:pt x="43891" y="0"/>
                  </a:lnTo>
                </a:path>
              </a:pathLst>
            </a:custGeom>
            <a:ln w="4762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32" name="pl4032"/>
            <p:cNvSpPr/>
            <p:nvPr/>
          </p:nvSpPr>
          <p:spPr>
            <a:xfrm>
              <a:off x="6761481" y="4213562"/>
              <a:ext cx="43891" cy="0"/>
            </a:xfrm>
            <a:custGeom>
              <a:avLst/>
              <a:pathLst>
                <a:path w="43891" h="0">
                  <a:moveTo>
                    <a:pt x="0" y="0"/>
                  </a:moveTo>
                  <a:lnTo>
                    <a:pt x="43891" y="0"/>
                  </a:lnTo>
                </a:path>
              </a:pathLst>
            </a:custGeom>
            <a:ln w="4762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33" name="pl4033"/>
            <p:cNvSpPr/>
            <p:nvPr/>
          </p:nvSpPr>
          <p:spPr>
            <a:xfrm>
              <a:off x="6761481" y="4031291"/>
              <a:ext cx="43891" cy="0"/>
            </a:xfrm>
            <a:custGeom>
              <a:avLst/>
              <a:pathLst>
                <a:path w="43891" h="0">
                  <a:moveTo>
                    <a:pt x="0" y="0"/>
                  </a:moveTo>
                  <a:lnTo>
                    <a:pt x="43891" y="0"/>
                  </a:lnTo>
                </a:path>
              </a:pathLst>
            </a:custGeom>
            <a:ln w="4762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34" name="pl4034"/>
            <p:cNvSpPr/>
            <p:nvPr/>
          </p:nvSpPr>
          <p:spPr>
            <a:xfrm>
              <a:off x="6761481" y="3849021"/>
              <a:ext cx="43891" cy="0"/>
            </a:xfrm>
            <a:custGeom>
              <a:avLst/>
              <a:pathLst>
                <a:path w="43891" h="0">
                  <a:moveTo>
                    <a:pt x="0" y="0"/>
                  </a:moveTo>
                  <a:lnTo>
                    <a:pt x="43891" y="0"/>
                  </a:lnTo>
                </a:path>
              </a:pathLst>
            </a:custGeom>
            <a:ln w="4762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35" name="pl4035"/>
            <p:cNvSpPr/>
            <p:nvPr/>
          </p:nvSpPr>
          <p:spPr>
            <a:xfrm>
              <a:off x="6761481" y="3666751"/>
              <a:ext cx="43891" cy="0"/>
            </a:xfrm>
            <a:custGeom>
              <a:avLst/>
              <a:pathLst>
                <a:path w="43891" h="0">
                  <a:moveTo>
                    <a:pt x="0" y="0"/>
                  </a:moveTo>
                  <a:lnTo>
                    <a:pt x="43891" y="0"/>
                  </a:lnTo>
                </a:path>
              </a:pathLst>
            </a:custGeom>
            <a:ln w="4762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36" name="pl4036"/>
            <p:cNvSpPr/>
            <p:nvPr/>
          </p:nvSpPr>
          <p:spPr>
            <a:xfrm>
              <a:off x="6585916" y="4760373"/>
              <a:ext cx="43891" cy="0"/>
            </a:xfrm>
            <a:custGeom>
              <a:avLst/>
              <a:pathLst>
                <a:path w="43891" h="0">
                  <a:moveTo>
                    <a:pt x="43891" y="0"/>
                  </a:moveTo>
                  <a:lnTo>
                    <a:pt x="0" y="0"/>
                  </a:lnTo>
                </a:path>
              </a:pathLst>
            </a:custGeom>
            <a:ln w="4762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37" name="pl4037"/>
            <p:cNvSpPr/>
            <p:nvPr/>
          </p:nvSpPr>
          <p:spPr>
            <a:xfrm>
              <a:off x="6585916" y="4578103"/>
              <a:ext cx="43891" cy="0"/>
            </a:xfrm>
            <a:custGeom>
              <a:avLst/>
              <a:pathLst>
                <a:path w="43891" h="0">
                  <a:moveTo>
                    <a:pt x="43891" y="0"/>
                  </a:moveTo>
                  <a:lnTo>
                    <a:pt x="0" y="0"/>
                  </a:lnTo>
                </a:path>
              </a:pathLst>
            </a:custGeom>
            <a:ln w="4762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38" name="pl4038"/>
            <p:cNvSpPr/>
            <p:nvPr/>
          </p:nvSpPr>
          <p:spPr>
            <a:xfrm>
              <a:off x="6585916" y="4395832"/>
              <a:ext cx="43891" cy="0"/>
            </a:xfrm>
            <a:custGeom>
              <a:avLst/>
              <a:pathLst>
                <a:path w="43891" h="0">
                  <a:moveTo>
                    <a:pt x="43891" y="0"/>
                  </a:moveTo>
                  <a:lnTo>
                    <a:pt x="0" y="0"/>
                  </a:lnTo>
                </a:path>
              </a:pathLst>
            </a:custGeom>
            <a:ln w="4762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39" name="pl4039"/>
            <p:cNvSpPr/>
            <p:nvPr/>
          </p:nvSpPr>
          <p:spPr>
            <a:xfrm>
              <a:off x="6585916" y="4213562"/>
              <a:ext cx="43891" cy="0"/>
            </a:xfrm>
            <a:custGeom>
              <a:avLst/>
              <a:pathLst>
                <a:path w="43891" h="0">
                  <a:moveTo>
                    <a:pt x="43891" y="0"/>
                  </a:moveTo>
                  <a:lnTo>
                    <a:pt x="0" y="0"/>
                  </a:lnTo>
                </a:path>
              </a:pathLst>
            </a:custGeom>
            <a:ln w="4762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40" name="pl4040"/>
            <p:cNvSpPr/>
            <p:nvPr/>
          </p:nvSpPr>
          <p:spPr>
            <a:xfrm>
              <a:off x="6585916" y="4031291"/>
              <a:ext cx="43891" cy="0"/>
            </a:xfrm>
            <a:custGeom>
              <a:avLst/>
              <a:pathLst>
                <a:path w="43891" h="0">
                  <a:moveTo>
                    <a:pt x="43891" y="0"/>
                  </a:moveTo>
                  <a:lnTo>
                    <a:pt x="0" y="0"/>
                  </a:lnTo>
                </a:path>
              </a:pathLst>
            </a:custGeom>
            <a:ln w="4762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41" name="pl4041"/>
            <p:cNvSpPr/>
            <p:nvPr/>
          </p:nvSpPr>
          <p:spPr>
            <a:xfrm>
              <a:off x="6585916" y="3849021"/>
              <a:ext cx="43891" cy="0"/>
            </a:xfrm>
            <a:custGeom>
              <a:avLst/>
              <a:pathLst>
                <a:path w="43891" h="0">
                  <a:moveTo>
                    <a:pt x="43891" y="0"/>
                  </a:moveTo>
                  <a:lnTo>
                    <a:pt x="0" y="0"/>
                  </a:lnTo>
                </a:path>
              </a:pathLst>
            </a:custGeom>
            <a:ln w="4762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42" name="pl4042"/>
            <p:cNvSpPr/>
            <p:nvPr/>
          </p:nvSpPr>
          <p:spPr>
            <a:xfrm>
              <a:off x="6585916" y="3666751"/>
              <a:ext cx="43891" cy="0"/>
            </a:xfrm>
            <a:custGeom>
              <a:avLst/>
              <a:pathLst>
                <a:path w="43891" h="0">
                  <a:moveTo>
                    <a:pt x="43891" y="0"/>
                  </a:moveTo>
                  <a:lnTo>
                    <a:pt x="0" y="0"/>
                  </a:lnTo>
                </a:path>
              </a:pathLst>
            </a:custGeom>
            <a:ln w="4762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43" name="tx4043"/>
            <p:cNvSpPr/>
            <p:nvPr/>
          </p:nvSpPr>
          <p:spPr>
            <a:xfrm>
              <a:off x="6874961" y="472032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4044" name="tx4044"/>
            <p:cNvSpPr/>
            <p:nvPr/>
          </p:nvSpPr>
          <p:spPr>
            <a:xfrm>
              <a:off x="6874961" y="453805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4045" name="tx4045"/>
            <p:cNvSpPr/>
            <p:nvPr/>
          </p:nvSpPr>
          <p:spPr>
            <a:xfrm>
              <a:off x="6874961" y="4355781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4046" name="tx4046"/>
            <p:cNvSpPr/>
            <p:nvPr/>
          </p:nvSpPr>
          <p:spPr>
            <a:xfrm>
              <a:off x="6874961" y="4173511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4047" name="tx4047"/>
            <p:cNvSpPr/>
            <p:nvPr/>
          </p:nvSpPr>
          <p:spPr>
            <a:xfrm>
              <a:off x="6874961" y="3991241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4048" name="tx4048"/>
            <p:cNvSpPr/>
            <p:nvPr/>
          </p:nvSpPr>
          <p:spPr>
            <a:xfrm>
              <a:off x="6874961" y="3808970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5</a:t>
              </a:r>
            </a:p>
          </p:txBody>
        </p:sp>
        <p:sp>
          <p:nvSpPr>
            <p:cNvPr id="4049" name="tx4049"/>
            <p:cNvSpPr/>
            <p:nvPr/>
          </p:nvSpPr>
          <p:spPr>
            <a:xfrm>
              <a:off x="6874961" y="3626700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6</a:t>
              </a:r>
            </a:p>
          </p:txBody>
        </p:sp>
        <p:sp>
          <p:nvSpPr>
            <p:cNvPr id="4050" name="tx4050"/>
            <p:cNvSpPr/>
            <p:nvPr/>
          </p:nvSpPr>
          <p:spPr>
            <a:xfrm>
              <a:off x="2034901" y="1669789"/>
              <a:ext cx="3642695" cy="21863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2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24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Environmental Distance to </a:t>
              </a:r>
            </a:p>
          </p:txBody>
        </p:sp>
        <p:sp>
          <p:nvSpPr>
            <p:cNvPr id="4051" name="tx4051"/>
            <p:cNvSpPr/>
            <p:nvPr/>
          </p:nvSpPr>
          <p:spPr>
            <a:xfrm>
              <a:off x="2034901" y="1998973"/>
              <a:ext cx="1422714" cy="21863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2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24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York River</a:t>
              </a:r>
            </a:p>
          </p:txBody>
        </p:sp>
      </p:grp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rc4"/>
            <p:cNvSpPr/>
            <p:nvPr/>
          </p:nvSpPr>
          <p:spPr>
            <a:xfrm>
              <a:off x="1754045" y="1600200"/>
              <a:ext cx="5635909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13550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rc5"/>
            <p:cNvSpPr/>
            <p:nvPr/>
          </p:nvSpPr>
          <p:spPr>
            <a:xfrm>
              <a:off x="2301906" y="1669789"/>
              <a:ext cx="4149766" cy="4051159"/>
            </a:xfrm>
            <a:prstGeom prst="rect">
              <a:avLst/>
            </a:prstGeom>
            <a:solidFill>
              <a:srgbClr val="F0F8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2384234" y="1669789"/>
              <a:ext cx="0" cy="4051159"/>
            </a:xfrm>
            <a:custGeom>
              <a:avLst/>
              <a:pathLst>
                <a:path w="0" h="4051159">
                  <a:moveTo>
                    <a:pt x="0" y="4051159"/>
                  </a:moveTo>
                  <a:lnTo>
                    <a:pt x="0" y="4027755"/>
                  </a:lnTo>
                  <a:lnTo>
                    <a:pt x="0" y="3970809"/>
                  </a:lnTo>
                  <a:lnTo>
                    <a:pt x="0" y="3913864"/>
                  </a:lnTo>
                  <a:lnTo>
                    <a:pt x="0" y="3856918"/>
                  </a:lnTo>
                  <a:lnTo>
                    <a:pt x="0" y="3799972"/>
                  </a:lnTo>
                  <a:lnTo>
                    <a:pt x="0" y="3743027"/>
                  </a:lnTo>
                  <a:lnTo>
                    <a:pt x="0" y="3686081"/>
                  </a:lnTo>
                  <a:lnTo>
                    <a:pt x="0" y="3629136"/>
                  </a:lnTo>
                  <a:lnTo>
                    <a:pt x="0" y="3572190"/>
                  </a:lnTo>
                  <a:lnTo>
                    <a:pt x="0" y="3515244"/>
                  </a:lnTo>
                  <a:lnTo>
                    <a:pt x="0" y="3458299"/>
                  </a:lnTo>
                  <a:lnTo>
                    <a:pt x="0" y="3401353"/>
                  </a:lnTo>
                  <a:lnTo>
                    <a:pt x="0" y="3344407"/>
                  </a:lnTo>
                  <a:lnTo>
                    <a:pt x="0" y="3287462"/>
                  </a:lnTo>
                  <a:lnTo>
                    <a:pt x="0" y="3230516"/>
                  </a:lnTo>
                  <a:lnTo>
                    <a:pt x="0" y="3173571"/>
                  </a:lnTo>
                  <a:lnTo>
                    <a:pt x="0" y="3116625"/>
                  </a:lnTo>
                  <a:lnTo>
                    <a:pt x="0" y="3059679"/>
                  </a:lnTo>
                  <a:lnTo>
                    <a:pt x="0" y="3002734"/>
                  </a:lnTo>
                  <a:lnTo>
                    <a:pt x="0" y="2945788"/>
                  </a:lnTo>
                  <a:lnTo>
                    <a:pt x="0" y="2888843"/>
                  </a:lnTo>
                  <a:lnTo>
                    <a:pt x="0" y="2831897"/>
                  </a:lnTo>
                  <a:lnTo>
                    <a:pt x="0" y="2774951"/>
                  </a:lnTo>
                  <a:lnTo>
                    <a:pt x="0" y="2718006"/>
                  </a:lnTo>
                  <a:lnTo>
                    <a:pt x="0" y="2661060"/>
                  </a:lnTo>
                  <a:lnTo>
                    <a:pt x="0" y="2604115"/>
                  </a:lnTo>
                  <a:lnTo>
                    <a:pt x="0" y="2547169"/>
                  </a:lnTo>
                  <a:lnTo>
                    <a:pt x="0" y="2490223"/>
                  </a:lnTo>
                  <a:lnTo>
                    <a:pt x="0" y="2433278"/>
                  </a:lnTo>
                  <a:lnTo>
                    <a:pt x="0" y="2376332"/>
                  </a:lnTo>
                  <a:lnTo>
                    <a:pt x="0" y="2319386"/>
                  </a:lnTo>
                  <a:lnTo>
                    <a:pt x="0" y="2262441"/>
                  </a:lnTo>
                  <a:lnTo>
                    <a:pt x="0" y="2205495"/>
                  </a:lnTo>
                  <a:lnTo>
                    <a:pt x="0" y="2148550"/>
                  </a:lnTo>
                  <a:lnTo>
                    <a:pt x="0" y="2091604"/>
                  </a:lnTo>
                  <a:lnTo>
                    <a:pt x="0" y="2034658"/>
                  </a:lnTo>
                  <a:lnTo>
                    <a:pt x="0" y="1977713"/>
                  </a:lnTo>
                  <a:lnTo>
                    <a:pt x="0" y="1920767"/>
                  </a:lnTo>
                  <a:lnTo>
                    <a:pt x="0" y="1863822"/>
                  </a:lnTo>
                  <a:lnTo>
                    <a:pt x="0" y="1806876"/>
                  </a:lnTo>
                  <a:lnTo>
                    <a:pt x="0" y="1749930"/>
                  </a:lnTo>
                  <a:lnTo>
                    <a:pt x="0" y="1692985"/>
                  </a:lnTo>
                  <a:lnTo>
                    <a:pt x="0" y="1636039"/>
                  </a:lnTo>
                  <a:lnTo>
                    <a:pt x="0" y="1579094"/>
                  </a:lnTo>
                  <a:lnTo>
                    <a:pt x="0" y="1522148"/>
                  </a:lnTo>
                  <a:lnTo>
                    <a:pt x="0" y="1465202"/>
                  </a:lnTo>
                  <a:lnTo>
                    <a:pt x="0" y="1408257"/>
                  </a:lnTo>
                  <a:lnTo>
                    <a:pt x="0" y="1351311"/>
                  </a:lnTo>
                  <a:lnTo>
                    <a:pt x="0" y="1294366"/>
                  </a:lnTo>
                  <a:lnTo>
                    <a:pt x="0" y="1237420"/>
                  </a:lnTo>
                  <a:lnTo>
                    <a:pt x="0" y="1180474"/>
                  </a:lnTo>
                  <a:lnTo>
                    <a:pt x="0" y="1123529"/>
                  </a:lnTo>
                  <a:lnTo>
                    <a:pt x="0" y="1066583"/>
                  </a:lnTo>
                  <a:lnTo>
                    <a:pt x="0" y="1009637"/>
                  </a:lnTo>
                  <a:lnTo>
                    <a:pt x="0" y="952692"/>
                  </a:lnTo>
                  <a:lnTo>
                    <a:pt x="0" y="895746"/>
                  </a:lnTo>
                  <a:lnTo>
                    <a:pt x="0" y="838801"/>
                  </a:lnTo>
                  <a:lnTo>
                    <a:pt x="0" y="781855"/>
                  </a:lnTo>
                  <a:lnTo>
                    <a:pt x="0" y="724909"/>
                  </a:lnTo>
                  <a:lnTo>
                    <a:pt x="0" y="667964"/>
                  </a:lnTo>
                  <a:lnTo>
                    <a:pt x="0" y="611018"/>
                  </a:lnTo>
                  <a:lnTo>
                    <a:pt x="0" y="554073"/>
                  </a:lnTo>
                  <a:lnTo>
                    <a:pt x="0" y="497127"/>
                  </a:lnTo>
                  <a:lnTo>
                    <a:pt x="0" y="440181"/>
                  </a:lnTo>
                  <a:lnTo>
                    <a:pt x="0" y="383236"/>
                  </a:lnTo>
                  <a:lnTo>
                    <a:pt x="0" y="326290"/>
                  </a:lnTo>
                  <a:lnTo>
                    <a:pt x="0" y="269345"/>
                  </a:lnTo>
                  <a:lnTo>
                    <a:pt x="0" y="212399"/>
                  </a:lnTo>
                  <a:lnTo>
                    <a:pt x="0" y="155453"/>
                  </a:lnTo>
                  <a:lnTo>
                    <a:pt x="0" y="98508"/>
                  </a:lnTo>
                  <a:lnTo>
                    <a:pt x="0" y="41562"/>
                  </a:ln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rnd">
              <a:solidFill>
                <a:srgbClr val="F0F8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3124860" y="1669789"/>
              <a:ext cx="0" cy="4051159"/>
            </a:xfrm>
            <a:custGeom>
              <a:avLst/>
              <a:pathLst>
                <a:path w="0" h="4051159">
                  <a:moveTo>
                    <a:pt x="0" y="4051159"/>
                  </a:moveTo>
                  <a:lnTo>
                    <a:pt x="0" y="4027755"/>
                  </a:lnTo>
                  <a:lnTo>
                    <a:pt x="0" y="3970809"/>
                  </a:lnTo>
                  <a:lnTo>
                    <a:pt x="0" y="3913864"/>
                  </a:lnTo>
                  <a:lnTo>
                    <a:pt x="0" y="3856918"/>
                  </a:lnTo>
                  <a:lnTo>
                    <a:pt x="0" y="3799972"/>
                  </a:lnTo>
                  <a:lnTo>
                    <a:pt x="0" y="3743027"/>
                  </a:lnTo>
                  <a:lnTo>
                    <a:pt x="0" y="3686081"/>
                  </a:lnTo>
                  <a:lnTo>
                    <a:pt x="0" y="3629136"/>
                  </a:lnTo>
                  <a:lnTo>
                    <a:pt x="0" y="3572190"/>
                  </a:lnTo>
                  <a:lnTo>
                    <a:pt x="0" y="3515244"/>
                  </a:lnTo>
                  <a:lnTo>
                    <a:pt x="0" y="3458299"/>
                  </a:lnTo>
                  <a:lnTo>
                    <a:pt x="0" y="3401353"/>
                  </a:lnTo>
                  <a:lnTo>
                    <a:pt x="0" y="3344407"/>
                  </a:lnTo>
                  <a:lnTo>
                    <a:pt x="0" y="3287462"/>
                  </a:lnTo>
                  <a:lnTo>
                    <a:pt x="0" y="3230516"/>
                  </a:lnTo>
                  <a:lnTo>
                    <a:pt x="0" y="3173571"/>
                  </a:lnTo>
                  <a:lnTo>
                    <a:pt x="0" y="3116625"/>
                  </a:lnTo>
                  <a:lnTo>
                    <a:pt x="0" y="3059679"/>
                  </a:lnTo>
                  <a:lnTo>
                    <a:pt x="0" y="3002734"/>
                  </a:lnTo>
                  <a:lnTo>
                    <a:pt x="0" y="2945788"/>
                  </a:lnTo>
                  <a:lnTo>
                    <a:pt x="0" y="2888843"/>
                  </a:lnTo>
                  <a:lnTo>
                    <a:pt x="0" y="2831897"/>
                  </a:lnTo>
                  <a:lnTo>
                    <a:pt x="0" y="2774951"/>
                  </a:lnTo>
                  <a:lnTo>
                    <a:pt x="0" y="2718006"/>
                  </a:lnTo>
                  <a:lnTo>
                    <a:pt x="0" y="2661060"/>
                  </a:lnTo>
                  <a:lnTo>
                    <a:pt x="0" y="2604115"/>
                  </a:lnTo>
                  <a:lnTo>
                    <a:pt x="0" y="2547169"/>
                  </a:lnTo>
                  <a:lnTo>
                    <a:pt x="0" y="2490223"/>
                  </a:lnTo>
                  <a:lnTo>
                    <a:pt x="0" y="2433278"/>
                  </a:lnTo>
                  <a:lnTo>
                    <a:pt x="0" y="2376332"/>
                  </a:lnTo>
                  <a:lnTo>
                    <a:pt x="0" y="2319386"/>
                  </a:lnTo>
                  <a:lnTo>
                    <a:pt x="0" y="2262441"/>
                  </a:lnTo>
                  <a:lnTo>
                    <a:pt x="0" y="2205495"/>
                  </a:lnTo>
                  <a:lnTo>
                    <a:pt x="0" y="2148550"/>
                  </a:lnTo>
                  <a:lnTo>
                    <a:pt x="0" y="2091604"/>
                  </a:lnTo>
                  <a:lnTo>
                    <a:pt x="0" y="2034658"/>
                  </a:lnTo>
                  <a:lnTo>
                    <a:pt x="0" y="1977713"/>
                  </a:lnTo>
                  <a:lnTo>
                    <a:pt x="0" y="1920767"/>
                  </a:lnTo>
                  <a:lnTo>
                    <a:pt x="0" y="1863822"/>
                  </a:lnTo>
                  <a:lnTo>
                    <a:pt x="0" y="1806876"/>
                  </a:lnTo>
                  <a:lnTo>
                    <a:pt x="0" y="1749930"/>
                  </a:lnTo>
                  <a:lnTo>
                    <a:pt x="0" y="1692985"/>
                  </a:lnTo>
                  <a:lnTo>
                    <a:pt x="0" y="1636039"/>
                  </a:lnTo>
                  <a:lnTo>
                    <a:pt x="0" y="1579094"/>
                  </a:lnTo>
                  <a:lnTo>
                    <a:pt x="0" y="1522148"/>
                  </a:lnTo>
                  <a:lnTo>
                    <a:pt x="0" y="1465202"/>
                  </a:lnTo>
                  <a:lnTo>
                    <a:pt x="0" y="1408257"/>
                  </a:lnTo>
                  <a:lnTo>
                    <a:pt x="0" y="1351311"/>
                  </a:lnTo>
                  <a:lnTo>
                    <a:pt x="0" y="1294366"/>
                  </a:lnTo>
                  <a:lnTo>
                    <a:pt x="0" y="1237420"/>
                  </a:lnTo>
                  <a:lnTo>
                    <a:pt x="0" y="1180474"/>
                  </a:lnTo>
                  <a:lnTo>
                    <a:pt x="0" y="1123529"/>
                  </a:lnTo>
                  <a:lnTo>
                    <a:pt x="0" y="1066583"/>
                  </a:lnTo>
                  <a:lnTo>
                    <a:pt x="0" y="1009637"/>
                  </a:lnTo>
                  <a:lnTo>
                    <a:pt x="0" y="952692"/>
                  </a:lnTo>
                  <a:lnTo>
                    <a:pt x="0" y="895746"/>
                  </a:lnTo>
                  <a:lnTo>
                    <a:pt x="0" y="838801"/>
                  </a:lnTo>
                  <a:lnTo>
                    <a:pt x="0" y="781855"/>
                  </a:lnTo>
                  <a:lnTo>
                    <a:pt x="0" y="724909"/>
                  </a:lnTo>
                  <a:lnTo>
                    <a:pt x="0" y="667964"/>
                  </a:lnTo>
                  <a:lnTo>
                    <a:pt x="0" y="611018"/>
                  </a:lnTo>
                  <a:lnTo>
                    <a:pt x="0" y="554073"/>
                  </a:lnTo>
                  <a:lnTo>
                    <a:pt x="0" y="497127"/>
                  </a:lnTo>
                  <a:lnTo>
                    <a:pt x="0" y="440181"/>
                  </a:lnTo>
                  <a:lnTo>
                    <a:pt x="0" y="383236"/>
                  </a:lnTo>
                  <a:lnTo>
                    <a:pt x="0" y="326290"/>
                  </a:lnTo>
                  <a:lnTo>
                    <a:pt x="0" y="269345"/>
                  </a:lnTo>
                  <a:lnTo>
                    <a:pt x="0" y="212399"/>
                  </a:lnTo>
                  <a:lnTo>
                    <a:pt x="0" y="155453"/>
                  </a:lnTo>
                  <a:lnTo>
                    <a:pt x="0" y="98508"/>
                  </a:lnTo>
                  <a:lnTo>
                    <a:pt x="0" y="41562"/>
                  </a:ln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rnd">
              <a:solidFill>
                <a:srgbClr val="F0F8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3865485" y="1669789"/>
              <a:ext cx="0" cy="4051159"/>
            </a:xfrm>
            <a:custGeom>
              <a:avLst/>
              <a:pathLst>
                <a:path w="0" h="4051159">
                  <a:moveTo>
                    <a:pt x="0" y="4051159"/>
                  </a:moveTo>
                  <a:lnTo>
                    <a:pt x="0" y="4027755"/>
                  </a:lnTo>
                  <a:lnTo>
                    <a:pt x="0" y="3970809"/>
                  </a:lnTo>
                  <a:lnTo>
                    <a:pt x="0" y="3913864"/>
                  </a:lnTo>
                  <a:lnTo>
                    <a:pt x="0" y="3856918"/>
                  </a:lnTo>
                  <a:lnTo>
                    <a:pt x="0" y="3799972"/>
                  </a:lnTo>
                  <a:lnTo>
                    <a:pt x="0" y="3743027"/>
                  </a:lnTo>
                  <a:lnTo>
                    <a:pt x="0" y="3686081"/>
                  </a:lnTo>
                  <a:lnTo>
                    <a:pt x="0" y="3629136"/>
                  </a:lnTo>
                  <a:lnTo>
                    <a:pt x="0" y="3572190"/>
                  </a:lnTo>
                  <a:lnTo>
                    <a:pt x="0" y="3515244"/>
                  </a:lnTo>
                  <a:lnTo>
                    <a:pt x="0" y="3458299"/>
                  </a:lnTo>
                  <a:lnTo>
                    <a:pt x="0" y="3401353"/>
                  </a:lnTo>
                  <a:lnTo>
                    <a:pt x="0" y="3344407"/>
                  </a:lnTo>
                  <a:lnTo>
                    <a:pt x="0" y="3287462"/>
                  </a:lnTo>
                  <a:lnTo>
                    <a:pt x="0" y="3230516"/>
                  </a:lnTo>
                  <a:lnTo>
                    <a:pt x="0" y="3173571"/>
                  </a:lnTo>
                  <a:lnTo>
                    <a:pt x="0" y="3116625"/>
                  </a:lnTo>
                  <a:lnTo>
                    <a:pt x="0" y="3059679"/>
                  </a:lnTo>
                  <a:lnTo>
                    <a:pt x="0" y="3002734"/>
                  </a:lnTo>
                  <a:lnTo>
                    <a:pt x="0" y="2945788"/>
                  </a:lnTo>
                  <a:lnTo>
                    <a:pt x="0" y="2888843"/>
                  </a:lnTo>
                  <a:lnTo>
                    <a:pt x="0" y="2831897"/>
                  </a:lnTo>
                  <a:lnTo>
                    <a:pt x="0" y="2774951"/>
                  </a:lnTo>
                  <a:lnTo>
                    <a:pt x="0" y="2718006"/>
                  </a:lnTo>
                  <a:lnTo>
                    <a:pt x="0" y="2661060"/>
                  </a:lnTo>
                  <a:lnTo>
                    <a:pt x="0" y="2604115"/>
                  </a:lnTo>
                  <a:lnTo>
                    <a:pt x="0" y="2547169"/>
                  </a:lnTo>
                  <a:lnTo>
                    <a:pt x="0" y="2490223"/>
                  </a:lnTo>
                  <a:lnTo>
                    <a:pt x="0" y="2433278"/>
                  </a:lnTo>
                  <a:lnTo>
                    <a:pt x="0" y="2376332"/>
                  </a:lnTo>
                  <a:lnTo>
                    <a:pt x="0" y="2319386"/>
                  </a:lnTo>
                  <a:lnTo>
                    <a:pt x="0" y="2262441"/>
                  </a:lnTo>
                  <a:lnTo>
                    <a:pt x="0" y="2205495"/>
                  </a:lnTo>
                  <a:lnTo>
                    <a:pt x="0" y="2148550"/>
                  </a:lnTo>
                  <a:lnTo>
                    <a:pt x="0" y="2091604"/>
                  </a:lnTo>
                  <a:lnTo>
                    <a:pt x="0" y="2034658"/>
                  </a:lnTo>
                  <a:lnTo>
                    <a:pt x="0" y="1977713"/>
                  </a:lnTo>
                  <a:lnTo>
                    <a:pt x="0" y="1920767"/>
                  </a:lnTo>
                  <a:lnTo>
                    <a:pt x="0" y="1863822"/>
                  </a:lnTo>
                  <a:lnTo>
                    <a:pt x="0" y="1806876"/>
                  </a:lnTo>
                  <a:lnTo>
                    <a:pt x="0" y="1749930"/>
                  </a:lnTo>
                  <a:lnTo>
                    <a:pt x="0" y="1692985"/>
                  </a:lnTo>
                  <a:lnTo>
                    <a:pt x="0" y="1636039"/>
                  </a:lnTo>
                  <a:lnTo>
                    <a:pt x="0" y="1579094"/>
                  </a:lnTo>
                  <a:lnTo>
                    <a:pt x="0" y="1522148"/>
                  </a:lnTo>
                  <a:lnTo>
                    <a:pt x="0" y="1465202"/>
                  </a:lnTo>
                  <a:lnTo>
                    <a:pt x="0" y="1408257"/>
                  </a:lnTo>
                  <a:lnTo>
                    <a:pt x="0" y="1351311"/>
                  </a:lnTo>
                  <a:lnTo>
                    <a:pt x="0" y="1294366"/>
                  </a:lnTo>
                  <a:lnTo>
                    <a:pt x="0" y="1237420"/>
                  </a:lnTo>
                  <a:lnTo>
                    <a:pt x="0" y="1180474"/>
                  </a:lnTo>
                  <a:lnTo>
                    <a:pt x="0" y="1123529"/>
                  </a:lnTo>
                  <a:lnTo>
                    <a:pt x="0" y="1066583"/>
                  </a:lnTo>
                  <a:lnTo>
                    <a:pt x="0" y="1009637"/>
                  </a:lnTo>
                  <a:lnTo>
                    <a:pt x="0" y="952692"/>
                  </a:lnTo>
                  <a:lnTo>
                    <a:pt x="0" y="895746"/>
                  </a:lnTo>
                  <a:lnTo>
                    <a:pt x="0" y="838801"/>
                  </a:lnTo>
                  <a:lnTo>
                    <a:pt x="0" y="781855"/>
                  </a:lnTo>
                  <a:lnTo>
                    <a:pt x="0" y="724909"/>
                  </a:lnTo>
                  <a:lnTo>
                    <a:pt x="0" y="667964"/>
                  </a:lnTo>
                  <a:lnTo>
                    <a:pt x="0" y="611018"/>
                  </a:lnTo>
                  <a:lnTo>
                    <a:pt x="0" y="554073"/>
                  </a:lnTo>
                  <a:lnTo>
                    <a:pt x="0" y="497127"/>
                  </a:lnTo>
                  <a:lnTo>
                    <a:pt x="0" y="440181"/>
                  </a:lnTo>
                  <a:lnTo>
                    <a:pt x="0" y="383236"/>
                  </a:lnTo>
                  <a:lnTo>
                    <a:pt x="0" y="326290"/>
                  </a:lnTo>
                  <a:lnTo>
                    <a:pt x="0" y="269345"/>
                  </a:lnTo>
                  <a:lnTo>
                    <a:pt x="0" y="212399"/>
                  </a:lnTo>
                  <a:lnTo>
                    <a:pt x="0" y="155453"/>
                  </a:lnTo>
                  <a:lnTo>
                    <a:pt x="0" y="98508"/>
                  </a:lnTo>
                  <a:lnTo>
                    <a:pt x="0" y="41562"/>
                  </a:ln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rnd">
              <a:solidFill>
                <a:srgbClr val="F0F8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4606110" y="1669789"/>
              <a:ext cx="0" cy="4051159"/>
            </a:xfrm>
            <a:custGeom>
              <a:avLst/>
              <a:pathLst>
                <a:path w="0" h="4051159">
                  <a:moveTo>
                    <a:pt x="0" y="4051159"/>
                  </a:moveTo>
                  <a:lnTo>
                    <a:pt x="0" y="4027755"/>
                  </a:lnTo>
                  <a:lnTo>
                    <a:pt x="0" y="3970809"/>
                  </a:lnTo>
                  <a:lnTo>
                    <a:pt x="0" y="3913864"/>
                  </a:lnTo>
                  <a:lnTo>
                    <a:pt x="0" y="3856918"/>
                  </a:lnTo>
                  <a:lnTo>
                    <a:pt x="0" y="3799972"/>
                  </a:lnTo>
                  <a:lnTo>
                    <a:pt x="0" y="3743027"/>
                  </a:lnTo>
                  <a:lnTo>
                    <a:pt x="0" y="3686081"/>
                  </a:lnTo>
                  <a:lnTo>
                    <a:pt x="0" y="3629136"/>
                  </a:lnTo>
                  <a:lnTo>
                    <a:pt x="0" y="3572190"/>
                  </a:lnTo>
                  <a:lnTo>
                    <a:pt x="0" y="3515244"/>
                  </a:lnTo>
                  <a:lnTo>
                    <a:pt x="0" y="3458299"/>
                  </a:lnTo>
                  <a:lnTo>
                    <a:pt x="0" y="3401353"/>
                  </a:lnTo>
                  <a:lnTo>
                    <a:pt x="0" y="3344407"/>
                  </a:lnTo>
                  <a:lnTo>
                    <a:pt x="0" y="3287462"/>
                  </a:lnTo>
                  <a:lnTo>
                    <a:pt x="0" y="3230516"/>
                  </a:lnTo>
                  <a:lnTo>
                    <a:pt x="0" y="3173571"/>
                  </a:lnTo>
                  <a:lnTo>
                    <a:pt x="0" y="3116625"/>
                  </a:lnTo>
                  <a:lnTo>
                    <a:pt x="0" y="3059679"/>
                  </a:lnTo>
                  <a:lnTo>
                    <a:pt x="0" y="3002734"/>
                  </a:lnTo>
                  <a:lnTo>
                    <a:pt x="0" y="2945788"/>
                  </a:lnTo>
                  <a:lnTo>
                    <a:pt x="0" y="2888843"/>
                  </a:lnTo>
                  <a:lnTo>
                    <a:pt x="0" y="2831897"/>
                  </a:lnTo>
                  <a:lnTo>
                    <a:pt x="0" y="2774951"/>
                  </a:lnTo>
                  <a:lnTo>
                    <a:pt x="0" y="2718006"/>
                  </a:lnTo>
                  <a:lnTo>
                    <a:pt x="0" y="2661060"/>
                  </a:lnTo>
                  <a:lnTo>
                    <a:pt x="0" y="2604115"/>
                  </a:lnTo>
                  <a:lnTo>
                    <a:pt x="0" y="2547169"/>
                  </a:lnTo>
                  <a:lnTo>
                    <a:pt x="0" y="2490223"/>
                  </a:lnTo>
                  <a:lnTo>
                    <a:pt x="0" y="2433278"/>
                  </a:lnTo>
                  <a:lnTo>
                    <a:pt x="0" y="2376332"/>
                  </a:lnTo>
                  <a:lnTo>
                    <a:pt x="0" y="2319386"/>
                  </a:lnTo>
                  <a:lnTo>
                    <a:pt x="0" y="2262441"/>
                  </a:lnTo>
                  <a:lnTo>
                    <a:pt x="0" y="2205495"/>
                  </a:lnTo>
                  <a:lnTo>
                    <a:pt x="0" y="2148550"/>
                  </a:lnTo>
                  <a:lnTo>
                    <a:pt x="0" y="2091604"/>
                  </a:lnTo>
                  <a:lnTo>
                    <a:pt x="0" y="2034658"/>
                  </a:lnTo>
                  <a:lnTo>
                    <a:pt x="0" y="1977713"/>
                  </a:lnTo>
                  <a:lnTo>
                    <a:pt x="0" y="1920767"/>
                  </a:lnTo>
                  <a:lnTo>
                    <a:pt x="0" y="1863822"/>
                  </a:lnTo>
                  <a:lnTo>
                    <a:pt x="0" y="1806876"/>
                  </a:lnTo>
                  <a:lnTo>
                    <a:pt x="0" y="1749930"/>
                  </a:lnTo>
                  <a:lnTo>
                    <a:pt x="0" y="1692985"/>
                  </a:lnTo>
                  <a:lnTo>
                    <a:pt x="0" y="1636039"/>
                  </a:lnTo>
                  <a:lnTo>
                    <a:pt x="0" y="1579094"/>
                  </a:lnTo>
                  <a:lnTo>
                    <a:pt x="0" y="1522148"/>
                  </a:lnTo>
                  <a:lnTo>
                    <a:pt x="0" y="1465202"/>
                  </a:lnTo>
                  <a:lnTo>
                    <a:pt x="0" y="1408257"/>
                  </a:lnTo>
                  <a:lnTo>
                    <a:pt x="0" y="1351311"/>
                  </a:lnTo>
                  <a:lnTo>
                    <a:pt x="0" y="1294366"/>
                  </a:lnTo>
                  <a:lnTo>
                    <a:pt x="0" y="1237420"/>
                  </a:lnTo>
                  <a:lnTo>
                    <a:pt x="0" y="1180474"/>
                  </a:lnTo>
                  <a:lnTo>
                    <a:pt x="0" y="1123529"/>
                  </a:lnTo>
                  <a:lnTo>
                    <a:pt x="0" y="1066583"/>
                  </a:lnTo>
                  <a:lnTo>
                    <a:pt x="0" y="1009637"/>
                  </a:lnTo>
                  <a:lnTo>
                    <a:pt x="0" y="952692"/>
                  </a:lnTo>
                  <a:lnTo>
                    <a:pt x="0" y="895746"/>
                  </a:lnTo>
                  <a:lnTo>
                    <a:pt x="0" y="838801"/>
                  </a:lnTo>
                  <a:lnTo>
                    <a:pt x="0" y="781855"/>
                  </a:lnTo>
                  <a:lnTo>
                    <a:pt x="0" y="724909"/>
                  </a:lnTo>
                  <a:lnTo>
                    <a:pt x="0" y="667964"/>
                  </a:lnTo>
                  <a:lnTo>
                    <a:pt x="0" y="611018"/>
                  </a:lnTo>
                  <a:lnTo>
                    <a:pt x="0" y="554073"/>
                  </a:lnTo>
                  <a:lnTo>
                    <a:pt x="0" y="497127"/>
                  </a:lnTo>
                  <a:lnTo>
                    <a:pt x="0" y="440181"/>
                  </a:lnTo>
                  <a:lnTo>
                    <a:pt x="0" y="383236"/>
                  </a:lnTo>
                  <a:lnTo>
                    <a:pt x="0" y="326290"/>
                  </a:lnTo>
                  <a:lnTo>
                    <a:pt x="0" y="269345"/>
                  </a:lnTo>
                  <a:lnTo>
                    <a:pt x="0" y="212399"/>
                  </a:lnTo>
                  <a:lnTo>
                    <a:pt x="0" y="155453"/>
                  </a:lnTo>
                  <a:lnTo>
                    <a:pt x="0" y="98508"/>
                  </a:lnTo>
                  <a:lnTo>
                    <a:pt x="0" y="41562"/>
                  </a:ln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rnd">
              <a:solidFill>
                <a:srgbClr val="F0F8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5346735" y="1669789"/>
              <a:ext cx="0" cy="4051159"/>
            </a:xfrm>
            <a:custGeom>
              <a:avLst/>
              <a:pathLst>
                <a:path w="0" h="4051159">
                  <a:moveTo>
                    <a:pt x="0" y="4051159"/>
                  </a:moveTo>
                  <a:lnTo>
                    <a:pt x="0" y="4027755"/>
                  </a:lnTo>
                  <a:lnTo>
                    <a:pt x="0" y="3970809"/>
                  </a:lnTo>
                  <a:lnTo>
                    <a:pt x="0" y="3913864"/>
                  </a:lnTo>
                  <a:lnTo>
                    <a:pt x="0" y="3856918"/>
                  </a:lnTo>
                  <a:lnTo>
                    <a:pt x="0" y="3799972"/>
                  </a:lnTo>
                  <a:lnTo>
                    <a:pt x="0" y="3743027"/>
                  </a:lnTo>
                  <a:lnTo>
                    <a:pt x="0" y="3686081"/>
                  </a:lnTo>
                  <a:lnTo>
                    <a:pt x="0" y="3629136"/>
                  </a:lnTo>
                  <a:lnTo>
                    <a:pt x="0" y="3572190"/>
                  </a:lnTo>
                  <a:lnTo>
                    <a:pt x="0" y="3515244"/>
                  </a:lnTo>
                  <a:lnTo>
                    <a:pt x="0" y="3458299"/>
                  </a:lnTo>
                  <a:lnTo>
                    <a:pt x="0" y="3401353"/>
                  </a:lnTo>
                  <a:lnTo>
                    <a:pt x="0" y="3344407"/>
                  </a:lnTo>
                  <a:lnTo>
                    <a:pt x="0" y="3287462"/>
                  </a:lnTo>
                  <a:lnTo>
                    <a:pt x="0" y="3230516"/>
                  </a:lnTo>
                  <a:lnTo>
                    <a:pt x="0" y="3173571"/>
                  </a:lnTo>
                  <a:lnTo>
                    <a:pt x="0" y="3116625"/>
                  </a:lnTo>
                  <a:lnTo>
                    <a:pt x="0" y="3059679"/>
                  </a:lnTo>
                  <a:lnTo>
                    <a:pt x="0" y="3002734"/>
                  </a:lnTo>
                  <a:lnTo>
                    <a:pt x="0" y="2945788"/>
                  </a:lnTo>
                  <a:lnTo>
                    <a:pt x="0" y="2888843"/>
                  </a:lnTo>
                  <a:lnTo>
                    <a:pt x="0" y="2831897"/>
                  </a:lnTo>
                  <a:lnTo>
                    <a:pt x="0" y="2774951"/>
                  </a:lnTo>
                  <a:lnTo>
                    <a:pt x="0" y="2718006"/>
                  </a:lnTo>
                  <a:lnTo>
                    <a:pt x="0" y="2661060"/>
                  </a:lnTo>
                  <a:lnTo>
                    <a:pt x="0" y="2604115"/>
                  </a:lnTo>
                  <a:lnTo>
                    <a:pt x="0" y="2547169"/>
                  </a:lnTo>
                  <a:lnTo>
                    <a:pt x="0" y="2490223"/>
                  </a:lnTo>
                  <a:lnTo>
                    <a:pt x="0" y="2433278"/>
                  </a:lnTo>
                  <a:lnTo>
                    <a:pt x="0" y="2376332"/>
                  </a:lnTo>
                  <a:lnTo>
                    <a:pt x="0" y="2319386"/>
                  </a:lnTo>
                  <a:lnTo>
                    <a:pt x="0" y="2262441"/>
                  </a:lnTo>
                  <a:lnTo>
                    <a:pt x="0" y="2205495"/>
                  </a:lnTo>
                  <a:lnTo>
                    <a:pt x="0" y="2148550"/>
                  </a:lnTo>
                  <a:lnTo>
                    <a:pt x="0" y="2091604"/>
                  </a:lnTo>
                  <a:lnTo>
                    <a:pt x="0" y="2034658"/>
                  </a:lnTo>
                  <a:lnTo>
                    <a:pt x="0" y="1977713"/>
                  </a:lnTo>
                  <a:lnTo>
                    <a:pt x="0" y="1920767"/>
                  </a:lnTo>
                  <a:lnTo>
                    <a:pt x="0" y="1863822"/>
                  </a:lnTo>
                  <a:lnTo>
                    <a:pt x="0" y="1806876"/>
                  </a:lnTo>
                  <a:lnTo>
                    <a:pt x="0" y="1749930"/>
                  </a:lnTo>
                  <a:lnTo>
                    <a:pt x="0" y="1692985"/>
                  </a:lnTo>
                  <a:lnTo>
                    <a:pt x="0" y="1636039"/>
                  </a:lnTo>
                  <a:lnTo>
                    <a:pt x="0" y="1579094"/>
                  </a:lnTo>
                  <a:lnTo>
                    <a:pt x="0" y="1522148"/>
                  </a:lnTo>
                  <a:lnTo>
                    <a:pt x="0" y="1465202"/>
                  </a:lnTo>
                  <a:lnTo>
                    <a:pt x="0" y="1408257"/>
                  </a:lnTo>
                  <a:lnTo>
                    <a:pt x="0" y="1351311"/>
                  </a:lnTo>
                  <a:lnTo>
                    <a:pt x="0" y="1294366"/>
                  </a:lnTo>
                  <a:lnTo>
                    <a:pt x="0" y="1237420"/>
                  </a:lnTo>
                  <a:lnTo>
                    <a:pt x="0" y="1180474"/>
                  </a:lnTo>
                  <a:lnTo>
                    <a:pt x="0" y="1123529"/>
                  </a:lnTo>
                  <a:lnTo>
                    <a:pt x="0" y="1066583"/>
                  </a:lnTo>
                  <a:lnTo>
                    <a:pt x="0" y="1009637"/>
                  </a:lnTo>
                  <a:lnTo>
                    <a:pt x="0" y="952692"/>
                  </a:lnTo>
                  <a:lnTo>
                    <a:pt x="0" y="895746"/>
                  </a:lnTo>
                  <a:lnTo>
                    <a:pt x="0" y="838801"/>
                  </a:lnTo>
                  <a:lnTo>
                    <a:pt x="0" y="781855"/>
                  </a:lnTo>
                  <a:lnTo>
                    <a:pt x="0" y="724909"/>
                  </a:lnTo>
                  <a:lnTo>
                    <a:pt x="0" y="667964"/>
                  </a:lnTo>
                  <a:lnTo>
                    <a:pt x="0" y="611018"/>
                  </a:lnTo>
                  <a:lnTo>
                    <a:pt x="0" y="554073"/>
                  </a:lnTo>
                  <a:lnTo>
                    <a:pt x="0" y="497127"/>
                  </a:lnTo>
                  <a:lnTo>
                    <a:pt x="0" y="440181"/>
                  </a:lnTo>
                  <a:lnTo>
                    <a:pt x="0" y="383236"/>
                  </a:lnTo>
                  <a:lnTo>
                    <a:pt x="0" y="326290"/>
                  </a:lnTo>
                  <a:lnTo>
                    <a:pt x="0" y="269345"/>
                  </a:lnTo>
                  <a:lnTo>
                    <a:pt x="0" y="212399"/>
                  </a:lnTo>
                  <a:lnTo>
                    <a:pt x="0" y="155453"/>
                  </a:lnTo>
                  <a:lnTo>
                    <a:pt x="0" y="98508"/>
                  </a:lnTo>
                  <a:lnTo>
                    <a:pt x="0" y="41562"/>
                  </a:ln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rnd">
              <a:solidFill>
                <a:srgbClr val="F0F8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6087361" y="1669789"/>
              <a:ext cx="0" cy="4051159"/>
            </a:xfrm>
            <a:custGeom>
              <a:avLst/>
              <a:pathLst>
                <a:path w="0" h="4051159">
                  <a:moveTo>
                    <a:pt x="0" y="4051159"/>
                  </a:moveTo>
                  <a:lnTo>
                    <a:pt x="0" y="4027755"/>
                  </a:lnTo>
                  <a:lnTo>
                    <a:pt x="0" y="3970809"/>
                  </a:lnTo>
                  <a:lnTo>
                    <a:pt x="0" y="3913864"/>
                  </a:lnTo>
                  <a:lnTo>
                    <a:pt x="0" y="3856918"/>
                  </a:lnTo>
                  <a:lnTo>
                    <a:pt x="0" y="3799972"/>
                  </a:lnTo>
                  <a:lnTo>
                    <a:pt x="0" y="3743027"/>
                  </a:lnTo>
                  <a:lnTo>
                    <a:pt x="0" y="3686081"/>
                  </a:lnTo>
                  <a:lnTo>
                    <a:pt x="0" y="3629136"/>
                  </a:lnTo>
                  <a:lnTo>
                    <a:pt x="0" y="3572190"/>
                  </a:lnTo>
                  <a:lnTo>
                    <a:pt x="0" y="3515244"/>
                  </a:lnTo>
                  <a:lnTo>
                    <a:pt x="0" y="3458299"/>
                  </a:lnTo>
                  <a:lnTo>
                    <a:pt x="0" y="3401353"/>
                  </a:lnTo>
                  <a:lnTo>
                    <a:pt x="0" y="3344407"/>
                  </a:lnTo>
                  <a:lnTo>
                    <a:pt x="0" y="3287462"/>
                  </a:lnTo>
                  <a:lnTo>
                    <a:pt x="0" y="3230516"/>
                  </a:lnTo>
                  <a:lnTo>
                    <a:pt x="0" y="3173571"/>
                  </a:lnTo>
                  <a:lnTo>
                    <a:pt x="0" y="3116625"/>
                  </a:lnTo>
                  <a:lnTo>
                    <a:pt x="0" y="3059679"/>
                  </a:lnTo>
                  <a:lnTo>
                    <a:pt x="0" y="3002734"/>
                  </a:lnTo>
                  <a:lnTo>
                    <a:pt x="0" y="2945788"/>
                  </a:lnTo>
                  <a:lnTo>
                    <a:pt x="0" y="2888843"/>
                  </a:lnTo>
                  <a:lnTo>
                    <a:pt x="0" y="2831897"/>
                  </a:lnTo>
                  <a:lnTo>
                    <a:pt x="0" y="2774951"/>
                  </a:lnTo>
                  <a:lnTo>
                    <a:pt x="0" y="2718006"/>
                  </a:lnTo>
                  <a:lnTo>
                    <a:pt x="0" y="2661060"/>
                  </a:lnTo>
                  <a:lnTo>
                    <a:pt x="0" y="2604115"/>
                  </a:lnTo>
                  <a:lnTo>
                    <a:pt x="0" y="2547169"/>
                  </a:lnTo>
                  <a:lnTo>
                    <a:pt x="0" y="2490223"/>
                  </a:lnTo>
                  <a:lnTo>
                    <a:pt x="0" y="2433278"/>
                  </a:lnTo>
                  <a:lnTo>
                    <a:pt x="0" y="2376332"/>
                  </a:lnTo>
                  <a:lnTo>
                    <a:pt x="0" y="2319386"/>
                  </a:lnTo>
                  <a:lnTo>
                    <a:pt x="0" y="2262441"/>
                  </a:lnTo>
                  <a:lnTo>
                    <a:pt x="0" y="2205495"/>
                  </a:lnTo>
                  <a:lnTo>
                    <a:pt x="0" y="2148550"/>
                  </a:lnTo>
                  <a:lnTo>
                    <a:pt x="0" y="2091604"/>
                  </a:lnTo>
                  <a:lnTo>
                    <a:pt x="0" y="2034658"/>
                  </a:lnTo>
                  <a:lnTo>
                    <a:pt x="0" y="1977713"/>
                  </a:lnTo>
                  <a:lnTo>
                    <a:pt x="0" y="1920767"/>
                  </a:lnTo>
                  <a:lnTo>
                    <a:pt x="0" y="1863822"/>
                  </a:lnTo>
                  <a:lnTo>
                    <a:pt x="0" y="1806876"/>
                  </a:lnTo>
                  <a:lnTo>
                    <a:pt x="0" y="1749930"/>
                  </a:lnTo>
                  <a:lnTo>
                    <a:pt x="0" y="1692985"/>
                  </a:lnTo>
                  <a:lnTo>
                    <a:pt x="0" y="1636039"/>
                  </a:lnTo>
                  <a:lnTo>
                    <a:pt x="0" y="1579094"/>
                  </a:lnTo>
                  <a:lnTo>
                    <a:pt x="0" y="1522148"/>
                  </a:lnTo>
                  <a:lnTo>
                    <a:pt x="0" y="1465202"/>
                  </a:lnTo>
                  <a:lnTo>
                    <a:pt x="0" y="1408257"/>
                  </a:lnTo>
                  <a:lnTo>
                    <a:pt x="0" y="1351311"/>
                  </a:lnTo>
                  <a:lnTo>
                    <a:pt x="0" y="1294366"/>
                  </a:lnTo>
                  <a:lnTo>
                    <a:pt x="0" y="1237420"/>
                  </a:lnTo>
                  <a:lnTo>
                    <a:pt x="0" y="1180474"/>
                  </a:lnTo>
                  <a:lnTo>
                    <a:pt x="0" y="1123529"/>
                  </a:lnTo>
                  <a:lnTo>
                    <a:pt x="0" y="1066583"/>
                  </a:lnTo>
                  <a:lnTo>
                    <a:pt x="0" y="1009637"/>
                  </a:lnTo>
                  <a:lnTo>
                    <a:pt x="0" y="952692"/>
                  </a:lnTo>
                  <a:lnTo>
                    <a:pt x="0" y="895746"/>
                  </a:lnTo>
                  <a:lnTo>
                    <a:pt x="0" y="838801"/>
                  </a:lnTo>
                  <a:lnTo>
                    <a:pt x="0" y="781855"/>
                  </a:lnTo>
                  <a:lnTo>
                    <a:pt x="0" y="724909"/>
                  </a:lnTo>
                  <a:lnTo>
                    <a:pt x="0" y="667964"/>
                  </a:lnTo>
                  <a:lnTo>
                    <a:pt x="0" y="611018"/>
                  </a:lnTo>
                  <a:lnTo>
                    <a:pt x="0" y="554073"/>
                  </a:lnTo>
                  <a:lnTo>
                    <a:pt x="0" y="497127"/>
                  </a:lnTo>
                  <a:lnTo>
                    <a:pt x="0" y="440181"/>
                  </a:lnTo>
                  <a:lnTo>
                    <a:pt x="0" y="383236"/>
                  </a:lnTo>
                  <a:lnTo>
                    <a:pt x="0" y="326290"/>
                  </a:lnTo>
                  <a:lnTo>
                    <a:pt x="0" y="269345"/>
                  </a:lnTo>
                  <a:lnTo>
                    <a:pt x="0" y="212399"/>
                  </a:lnTo>
                  <a:lnTo>
                    <a:pt x="0" y="155453"/>
                  </a:lnTo>
                  <a:lnTo>
                    <a:pt x="0" y="98508"/>
                  </a:lnTo>
                  <a:lnTo>
                    <a:pt x="0" y="41562"/>
                  </a:ln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rnd">
              <a:solidFill>
                <a:srgbClr val="F0F8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2301906" y="5555180"/>
              <a:ext cx="4149766" cy="0"/>
            </a:xfrm>
            <a:custGeom>
              <a:avLst/>
              <a:pathLst>
                <a:path w="4149766" h="0">
                  <a:moveTo>
                    <a:pt x="0" y="0"/>
                  </a:moveTo>
                  <a:lnTo>
                    <a:pt x="22479" y="0"/>
                  </a:lnTo>
                  <a:lnTo>
                    <a:pt x="74847" y="0"/>
                  </a:lnTo>
                  <a:lnTo>
                    <a:pt x="127214" y="0"/>
                  </a:lnTo>
                  <a:lnTo>
                    <a:pt x="179582" y="0"/>
                  </a:lnTo>
                  <a:lnTo>
                    <a:pt x="231949" y="0"/>
                  </a:lnTo>
                  <a:lnTo>
                    <a:pt x="284316" y="0"/>
                  </a:lnTo>
                  <a:lnTo>
                    <a:pt x="336684" y="0"/>
                  </a:lnTo>
                  <a:lnTo>
                    <a:pt x="389051" y="0"/>
                  </a:lnTo>
                  <a:lnTo>
                    <a:pt x="441419" y="0"/>
                  </a:lnTo>
                  <a:lnTo>
                    <a:pt x="493786" y="0"/>
                  </a:lnTo>
                  <a:lnTo>
                    <a:pt x="546154" y="0"/>
                  </a:lnTo>
                  <a:lnTo>
                    <a:pt x="598521" y="0"/>
                  </a:lnTo>
                  <a:lnTo>
                    <a:pt x="650889" y="0"/>
                  </a:lnTo>
                  <a:lnTo>
                    <a:pt x="703256" y="0"/>
                  </a:lnTo>
                  <a:lnTo>
                    <a:pt x="755623" y="0"/>
                  </a:lnTo>
                  <a:lnTo>
                    <a:pt x="807991" y="0"/>
                  </a:lnTo>
                  <a:lnTo>
                    <a:pt x="860358" y="0"/>
                  </a:lnTo>
                  <a:lnTo>
                    <a:pt x="912726" y="0"/>
                  </a:lnTo>
                  <a:lnTo>
                    <a:pt x="965093" y="0"/>
                  </a:lnTo>
                  <a:lnTo>
                    <a:pt x="1017461" y="0"/>
                  </a:lnTo>
                  <a:lnTo>
                    <a:pt x="1069828" y="0"/>
                  </a:lnTo>
                  <a:lnTo>
                    <a:pt x="1122196" y="0"/>
                  </a:lnTo>
                  <a:lnTo>
                    <a:pt x="1174563" y="0"/>
                  </a:lnTo>
                  <a:lnTo>
                    <a:pt x="1226930" y="0"/>
                  </a:lnTo>
                  <a:lnTo>
                    <a:pt x="1279298" y="0"/>
                  </a:lnTo>
                  <a:lnTo>
                    <a:pt x="1331665" y="0"/>
                  </a:lnTo>
                  <a:lnTo>
                    <a:pt x="1384033" y="0"/>
                  </a:lnTo>
                  <a:lnTo>
                    <a:pt x="1436400" y="0"/>
                  </a:lnTo>
                  <a:lnTo>
                    <a:pt x="1488768" y="0"/>
                  </a:lnTo>
                  <a:lnTo>
                    <a:pt x="1541135" y="0"/>
                  </a:lnTo>
                  <a:lnTo>
                    <a:pt x="1593503" y="0"/>
                  </a:lnTo>
                  <a:lnTo>
                    <a:pt x="1645870" y="0"/>
                  </a:lnTo>
                  <a:lnTo>
                    <a:pt x="1698237" y="0"/>
                  </a:lnTo>
                  <a:lnTo>
                    <a:pt x="1750605" y="0"/>
                  </a:lnTo>
                  <a:lnTo>
                    <a:pt x="1802972" y="0"/>
                  </a:lnTo>
                  <a:lnTo>
                    <a:pt x="1855340" y="0"/>
                  </a:lnTo>
                  <a:lnTo>
                    <a:pt x="1907707" y="0"/>
                  </a:lnTo>
                  <a:lnTo>
                    <a:pt x="1960075" y="0"/>
                  </a:lnTo>
                  <a:lnTo>
                    <a:pt x="2012442" y="0"/>
                  </a:lnTo>
                  <a:lnTo>
                    <a:pt x="2064810" y="0"/>
                  </a:lnTo>
                  <a:lnTo>
                    <a:pt x="2117177" y="0"/>
                  </a:lnTo>
                  <a:lnTo>
                    <a:pt x="2169544" y="0"/>
                  </a:lnTo>
                  <a:lnTo>
                    <a:pt x="2221912" y="0"/>
                  </a:lnTo>
                  <a:lnTo>
                    <a:pt x="2274279" y="0"/>
                  </a:lnTo>
                  <a:lnTo>
                    <a:pt x="2326647" y="0"/>
                  </a:lnTo>
                  <a:lnTo>
                    <a:pt x="2379014" y="0"/>
                  </a:lnTo>
                  <a:lnTo>
                    <a:pt x="2431382" y="0"/>
                  </a:lnTo>
                  <a:lnTo>
                    <a:pt x="2483749" y="0"/>
                  </a:lnTo>
                  <a:lnTo>
                    <a:pt x="2536117" y="0"/>
                  </a:lnTo>
                  <a:lnTo>
                    <a:pt x="2588484" y="0"/>
                  </a:lnTo>
                  <a:lnTo>
                    <a:pt x="2640851" y="0"/>
                  </a:lnTo>
                  <a:lnTo>
                    <a:pt x="2693219" y="0"/>
                  </a:lnTo>
                  <a:lnTo>
                    <a:pt x="2745586" y="0"/>
                  </a:lnTo>
                  <a:lnTo>
                    <a:pt x="2797954" y="0"/>
                  </a:lnTo>
                  <a:lnTo>
                    <a:pt x="2850321" y="0"/>
                  </a:lnTo>
                  <a:lnTo>
                    <a:pt x="2902689" y="0"/>
                  </a:lnTo>
                  <a:lnTo>
                    <a:pt x="2955056" y="0"/>
                  </a:lnTo>
                  <a:lnTo>
                    <a:pt x="3007424" y="0"/>
                  </a:lnTo>
                  <a:lnTo>
                    <a:pt x="3059791" y="0"/>
                  </a:lnTo>
                  <a:lnTo>
                    <a:pt x="3112158" y="0"/>
                  </a:lnTo>
                  <a:lnTo>
                    <a:pt x="3164526" y="0"/>
                  </a:lnTo>
                  <a:lnTo>
                    <a:pt x="3216893" y="0"/>
                  </a:lnTo>
                  <a:lnTo>
                    <a:pt x="3269261" y="0"/>
                  </a:lnTo>
                  <a:lnTo>
                    <a:pt x="3321628" y="0"/>
                  </a:lnTo>
                  <a:lnTo>
                    <a:pt x="3373996" y="0"/>
                  </a:lnTo>
                  <a:lnTo>
                    <a:pt x="3426363" y="0"/>
                  </a:lnTo>
                  <a:lnTo>
                    <a:pt x="3478730" y="0"/>
                  </a:lnTo>
                  <a:lnTo>
                    <a:pt x="3531098" y="0"/>
                  </a:lnTo>
                  <a:lnTo>
                    <a:pt x="3583465" y="0"/>
                  </a:lnTo>
                  <a:lnTo>
                    <a:pt x="3635833" y="0"/>
                  </a:lnTo>
                  <a:lnTo>
                    <a:pt x="3688200" y="0"/>
                  </a:lnTo>
                  <a:lnTo>
                    <a:pt x="3740568" y="0"/>
                  </a:lnTo>
                  <a:lnTo>
                    <a:pt x="3792935" y="0"/>
                  </a:lnTo>
                  <a:lnTo>
                    <a:pt x="3845303" y="0"/>
                  </a:lnTo>
                  <a:lnTo>
                    <a:pt x="3897670" y="0"/>
                  </a:lnTo>
                  <a:lnTo>
                    <a:pt x="3950037" y="0"/>
                  </a:lnTo>
                  <a:lnTo>
                    <a:pt x="4002405" y="0"/>
                  </a:lnTo>
                  <a:lnTo>
                    <a:pt x="4054772" y="0"/>
                  </a:lnTo>
                  <a:lnTo>
                    <a:pt x="4107140" y="0"/>
                  </a:lnTo>
                  <a:lnTo>
                    <a:pt x="4149766" y="0"/>
                  </a:lnTo>
                  <a:lnTo>
                    <a:pt x="4149766" y="0"/>
                  </a:lnTo>
                </a:path>
              </a:pathLst>
            </a:custGeom>
            <a:ln w="13550" cap="rnd">
              <a:solidFill>
                <a:srgbClr val="F0F8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2301906" y="4615577"/>
              <a:ext cx="4149766" cy="0"/>
            </a:xfrm>
            <a:custGeom>
              <a:avLst/>
              <a:pathLst>
                <a:path w="4149766" h="0">
                  <a:moveTo>
                    <a:pt x="0" y="0"/>
                  </a:moveTo>
                  <a:lnTo>
                    <a:pt x="22479" y="0"/>
                  </a:lnTo>
                  <a:lnTo>
                    <a:pt x="74847" y="0"/>
                  </a:lnTo>
                  <a:lnTo>
                    <a:pt x="127214" y="0"/>
                  </a:lnTo>
                  <a:lnTo>
                    <a:pt x="179582" y="0"/>
                  </a:lnTo>
                  <a:lnTo>
                    <a:pt x="231949" y="0"/>
                  </a:lnTo>
                  <a:lnTo>
                    <a:pt x="284316" y="0"/>
                  </a:lnTo>
                  <a:lnTo>
                    <a:pt x="336684" y="0"/>
                  </a:lnTo>
                  <a:lnTo>
                    <a:pt x="389051" y="0"/>
                  </a:lnTo>
                  <a:lnTo>
                    <a:pt x="441419" y="0"/>
                  </a:lnTo>
                  <a:lnTo>
                    <a:pt x="493786" y="0"/>
                  </a:lnTo>
                  <a:lnTo>
                    <a:pt x="546154" y="0"/>
                  </a:lnTo>
                  <a:lnTo>
                    <a:pt x="598521" y="0"/>
                  </a:lnTo>
                  <a:lnTo>
                    <a:pt x="650889" y="0"/>
                  </a:lnTo>
                  <a:lnTo>
                    <a:pt x="703256" y="0"/>
                  </a:lnTo>
                  <a:lnTo>
                    <a:pt x="755623" y="0"/>
                  </a:lnTo>
                  <a:lnTo>
                    <a:pt x="807991" y="0"/>
                  </a:lnTo>
                  <a:lnTo>
                    <a:pt x="860358" y="0"/>
                  </a:lnTo>
                  <a:lnTo>
                    <a:pt x="912726" y="0"/>
                  </a:lnTo>
                  <a:lnTo>
                    <a:pt x="965093" y="0"/>
                  </a:lnTo>
                  <a:lnTo>
                    <a:pt x="1017461" y="0"/>
                  </a:lnTo>
                  <a:lnTo>
                    <a:pt x="1069828" y="0"/>
                  </a:lnTo>
                  <a:lnTo>
                    <a:pt x="1122196" y="0"/>
                  </a:lnTo>
                  <a:lnTo>
                    <a:pt x="1174563" y="0"/>
                  </a:lnTo>
                  <a:lnTo>
                    <a:pt x="1226930" y="0"/>
                  </a:lnTo>
                  <a:lnTo>
                    <a:pt x="1279298" y="0"/>
                  </a:lnTo>
                  <a:lnTo>
                    <a:pt x="1331665" y="0"/>
                  </a:lnTo>
                  <a:lnTo>
                    <a:pt x="1384033" y="0"/>
                  </a:lnTo>
                  <a:lnTo>
                    <a:pt x="1436400" y="0"/>
                  </a:lnTo>
                  <a:lnTo>
                    <a:pt x="1488768" y="0"/>
                  </a:lnTo>
                  <a:lnTo>
                    <a:pt x="1541135" y="0"/>
                  </a:lnTo>
                  <a:lnTo>
                    <a:pt x="1593503" y="0"/>
                  </a:lnTo>
                  <a:lnTo>
                    <a:pt x="1645870" y="0"/>
                  </a:lnTo>
                  <a:lnTo>
                    <a:pt x="1698237" y="0"/>
                  </a:lnTo>
                  <a:lnTo>
                    <a:pt x="1750605" y="0"/>
                  </a:lnTo>
                  <a:lnTo>
                    <a:pt x="1802972" y="0"/>
                  </a:lnTo>
                  <a:lnTo>
                    <a:pt x="1855340" y="0"/>
                  </a:lnTo>
                  <a:lnTo>
                    <a:pt x="1907707" y="0"/>
                  </a:lnTo>
                  <a:lnTo>
                    <a:pt x="1960075" y="0"/>
                  </a:lnTo>
                  <a:lnTo>
                    <a:pt x="2012442" y="0"/>
                  </a:lnTo>
                  <a:lnTo>
                    <a:pt x="2064810" y="0"/>
                  </a:lnTo>
                  <a:lnTo>
                    <a:pt x="2117177" y="0"/>
                  </a:lnTo>
                  <a:lnTo>
                    <a:pt x="2169544" y="0"/>
                  </a:lnTo>
                  <a:lnTo>
                    <a:pt x="2221912" y="0"/>
                  </a:lnTo>
                  <a:lnTo>
                    <a:pt x="2274279" y="0"/>
                  </a:lnTo>
                  <a:lnTo>
                    <a:pt x="2326647" y="0"/>
                  </a:lnTo>
                  <a:lnTo>
                    <a:pt x="2379014" y="0"/>
                  </a:lnTo>
                  <a:lnTo>
                    <a:pt x="2431382" y="0"/>
                  </a:lnTo>
                  <a:lnTo>
                    <a:pt x="2483749" y="0"/>
                  </a:lnTo>
                  <a:lnTo>
                    <a:pt x="2536117" y="0"/>
                  </a:lnTo>
                  <a:lnTo>
                    <a:pt x="2588484" y="0"/>
                  </a:lnTo>
                  <a:lnTo>
                    <a:pt x="2640851" y="0"/>
                  </a:lnTo>
                  <a:lnTo>
                    <a:pt x="2693219" y="0"/>
                  </a:lnTo>
                  <a:lnTo>
                    <a:pt x="2745586" y="0"/>
                  </a:lnTo>
                  <a:lnTo>
                    <a:pt x="2797954" y="0"/>
                  </a:lnTo>
                  <a:lnTo>
                    <a:pt x="2850321" y="0"/>
                  </a:lnTo>
                  <a:lnTo>
                    <a:pt x="2902689" y="0"/>
                  </a:lnTo>
                  <a:lnTo>
                    <a:pt x="2955056" y="0"/>
                  </a:lnTo>
                  <a:lnTo>
                    <a:pt x="3007424" y="0"/>
                  </a:lnTo>
                  <a:lnTo>
                    <a:pt x="3059791" y="0"/>
                  </a:lnTo>
                  <a:lnTo>
                    <a:pt x="3112158" y="0"/>
                  </a:lnTo>
                  <a:lnTo>
                    <a:pt x="3164526" y="0"/>
                  </a:lnTo>
                  <a:lnTo>
                    <a:pt x="3216893" y="0"/>
                  </a:lnTo>
                  <a:lnTo>
                    <a:pt x="3269261" y="0"/>
                  </a:lnTo>
                  <a:lnTo>
                    <a:pt x="3321628" y="0"/>
                  </a:lnTo>
                  <a:lnTo>
                    <a:pt x="3373996" y="0"/>
                  </a:lnTo>
                  <a:lnTo>
                    <a:pt x="3426363" y="0"/>
                  </a:lnTo>
                  <a:lnTo>
                    <a:pt x="3478730" y="0"/>
                  </a:lnTo>
                  <a:lnTo>
                    <a:pt x="3531098" y="0"/>
                  </a:lnTo>
                  <a:lnTo>
                    <a:pt x="3583465" y="0"/>
                  </a:lnTo>
                  <a:lnTo>
                    <a:pt x="3635833" y="0"/>
                  </a:lnTo>
                  <a:lnTo>
                    <a:pt x="3688200" y="0"/>
                  </a:lnTo>
                  <a:lnTo>
                    <a:pt x="3740568" y="0"/>
                  </a:lnTo>
                  <a:lnTo>
                    <a:pt x="3792935" y="0"/>
                  </a:lnTo>
                  <a:lnTo>
                    <a:pt x="3845303" y="0"/>
                  </a:lnTo>
                  <a:lnTo>
                    <a:pt x="3897670" y="0"/>
                  </a:lnTo>
                  <a:lnTo>
                    <a:pt x="3950037" y="0"/>
                  </a:lnTo>
                  <a:lnTo>
                    <a:pt x="4002405" y="0"/>
                  </a:lnTo>
                  <a:lnTo>
                    <a:pt x="4054772" y="0"/>
                  </a:lnTo>
                  <a:lnTo>
                    <a:pt x="4107140" y="0"/>
                  </a:lnTo>
                  <a:lnTo>
                    <a:pt x="4149766" y="0"/>
                  </a:lnTo>
                  <a:lnTo>
                    <a:pt x="4149766" y="0"/>
                  </a:lnTo>
                </a:path>
              </a:pathLst>
            </a:custGeom>
            <a:ln w="13550" cap="rnd">
              <a:solidFill>
                <a:srgbClr val="F0F8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2301906" y="3675975"/>
              <a:ext cx="4149766" cy="0"/>
            </a:xfrm>
            <a:custGeom>
              <a:avLst/>
              <a:pathLst>
                <a:path w="4149766" h="0">
                  <a:moveTo>
                    <a:pt x="0" y="0"/>
                  </a:moveTo>
                  <a:lnTo>
                    <a:pt x="22479" y="0"/>
                  </a:lnTo>
                  <a:lnTo>
                    <a:pt x="74847" y="0"/>
                  </a:lnTo>
                  <a:lnTo>
                    <a:pt x="127214" y="0"/>
                  </a:lnTo>
                  <a:lnTo>
                    <a:pt x="179582" y="0"/>
                  </a:lnTo>
                  <a:lnTo>
                    <a:pt x="231949" y="0"/>
                  </a:lnTo>
                  <a:lnTo>
                    <a:pt x="284316" y="0"/>
                  </a:lnTo>
                  <a:lnTo>
                    <a:pt x="336684" y="0"/>
                  </a:lnTo>
                  <a:lnTo>
                    <a:pt x="389051" y="0"/>
                  </a:lnTo>
                  <a:lnTo>
                    <a:pt x="441419" y="0"/>
                  </a:lnTo>
                  <a:lnTo>
                    <a:pt x="493786" y="0"/>
                  </a:lnTo>
                  <a:lnTo>
                    <a:pt x="546154" y="0"/>
                  </a:lnTo>
                  <a:lnTo>
                    <a:pt x="598521" y="0"/>
                  </a:lnTo>
                  <a:lnTo>
                    <a:pt x="650889" y="0"/>
                  </a:lnTo>
                  <a:lnTo>
                    <a:pt x="703256" y="0"/>
                  </a:lnTo>
                  <a:lnTo>
                    <a:pt x="755623" y="0"/>
                  </a:lnTo>
                  <a:lnTo>
                    <a:pt x="807991" y="0"/>
                  </a:lnTo>
                  <a:lnTo>
                    <a:pt x="860358" y="0"/>
                  </a:lnTo>
                  <a:lnTo>
                    <a:pt x="912726" y="0"/>
                  </a:lnTo>
                  <a:lnTo>
                    <a:pt x="965093" y="0"/>
                  </a:lnTo>
                  <a:lnTo>
                    <a:pt x="1017461" y="0"/>
                  </a:lnTo>
                  <a:lnTo>
                    <a:pt x="1069828" y="0"/>
                  </a:lnTo>
                  <a:lnTo>
                    <a:pt x="1122196" y="0"/>
                  </a:lnTo>
                  <a:lnTo>
                    <a:pt x="1174563" y="0"/>
                  </a:lnTo>
                  <a:lnTo>
                    <a:pt x="1226930" y="0"/>
                  </a:lnTo>
                  <a:lnTo>
                    <a:pt x="1279298" y="0"/>
                  </a:lnTo>
                  <a:lnTo>
                    <a:pt x="1331665" y="0"/>
                  </a:lnTo>
                  <a:lnTo>
                    <a:pt x="1384033" y="0"/>
                  </a:lnTo>
                  <a:lnTo>
                    <a:pt x="1436400" y="0"/>
                  </a:lnTo>
                  <a:lnTo>
                    <a:pt x="1488768" y="0"/>
                  </a:lnTo>
                  <a:lnTo>
                    <a:pt x="1541135" y="0"/>
                  </a:lnTo>
                  <a:lnTo>
                    <a:pt x="1593503" y="0"/>
                  </a:lnTo>
                  <a:lnTo>
                    <a:pt x="1645870" y="0"/>
                  </a:lnTo>
                  <a:lnTo>
                    <a:pt x="1698237" y="0"/>
                  </a:lnTo>
                  <a:lnTo>
                    <a:pt x="1750605" y="0"/>
                  </a:lnTo>
                  <a:lnTo>
                    <a:pt x="1802972" y="0"/>
                  </a:lnTo>
                  <a:lnTo>
                    <a:pt x="1855340" y="0"/>
                  </a:lnTo>
                  <a:lnTo>
                    <a:pt x="1907707" y="0"/>
                  </a:lnTo>
                  <a:lnTo>
                    <a:pt x="1960075" y="0"/>
                  </a:lnTo>
                  <a:lnTo>
                    <a:pt x="2012442" y="0"/>
                  </a:lnTo>
                  <a:lnTo>
                    <a:pt x="2064810" y="0"/>
                  </a:lnTo>
                  <a:lnTo>
                    <a:pt x="2117177" y="0"/>
                  </a:lnTo>
                  <a:lnTo>
                    <a:pt x="2169544" y="0"/>
                  </a:lnTo>
                  <a:lnTo>
                    <a:pt x="2221912" y="0"/>
                  </a:lnTo>
                  <a:lnTo>
                    <a:pt x="2274279" y="0"/>
                  </a:lnTo>
                  <a:lnTo>
                    <a:pt x="2326647" y="0"/>
                  </a:lnTo>
                  <a:lnTo>
                    <a:pt x="2379014" y="0"/>
                  </a:lnTo>
                  <a:lnTo>
                    <a:pt x="2431382" y="0"/>
                  </a:lnTo>
                  <a:lnTo>
                    <a:pt x="2483749" y="0"/>
                  </a:lnTo>
                  <a:lnTo>
                    <a:pt x="2536117" y="0"/>
                  </a:lnTo>
                  <a:lnTo>
                    <a:pt x="2588484" y="0"/>
                  </a:lnTo>
                  <a:lnTo>
                    <a:pt x="2640851" y="0"/>
                  </a:lnTo>
                  <a:lnTo>
                    <a:pt x="2693219" y="0"/>
                  </a:lnTo>
                  <a:lnTo>
                    <a:pt x="2745586" y="0"/>
                  </a:lnTo>
                  <a:lnTo>
                    <a:pt x="2797954" y="0"/>
                  </a:lnTo>
                  <a:lnTo>
                    <a:pt x="2850321" y="0"/>
                  </a:lnTo>
                  <a:lnTo>
                    <a:pt x="2902689" y="0"/>
                  </a:lnTo>
                  <a:lnTo>
                    <a:pt x="2955056" y="0"/>
                  </a:lnTo>
                  <a:lnTo>
                    <a:pt x="3007424" y="0"/>
                  </a:lnTo>
                  <a:lnTo>
                    <a:pt x="3059791" y="0"/>
                  </a:lnTo>
                  <a:lnTo>
                    <a:pt x="3112158" y="0"/>
                  </a:lnTo>
                  <a:lnTo>
                    <a:pt x="3164526" y="0"/>
                  </a:lnTo>
                  <a:lnTo>
                    <a:pt x="3216893" y="0"/>
                  </a:lnTo>
                  <a:lnTo>
                    <a:pt x="3269261" y="0"/>
                  </a:lnTo>
                  <a:lnTo>
                    <a:pt x="3321628" y="0"/>
                  </a:lnTo>
                  <a:lnTo>
                    <a:pt x="3373996" y="0"/>
                  </a:lnTo>
                  <a:lnTo>
                    <a:pt x="3426363" y="0"/>
                  </a:lnTo>
                  <a:lnTo>
                    <a:pt x="3478730" y="0"/>
                  </a:lnTo>
                  <a:lnTo>
                    <a:pt x="3531098" y="0"/>
                  </a:lnTo>
                  <a:lnTo>
                    <a:pt x="3583465" y="0"/>
                  </a:lnTo>
                  <a:lnTo>
                    <a:pt x="3635833" y="0"/>
                  </a:lnTo>
                  <a:lnTo>
                    <a:pt x="3688200" y="0"/>
                  </a:lnTo>
                  <a:lnTo>
                    <a:pt x="3740568" y="0"/>
                  </a:lnTo>
                  <a:lnTo>
                    <a:pt x="3792935" y="0"/>
                  </a:lnTo>
                  <a:lnTo>
                    <a:pt x="3845303" y="0"/>
                  </a:lnTo>
                  <a:lnTo>
                    <a:pt x="3897670" y="0"/>
                  </a:lnTo>
                  <a:lnTo>
                    <a:pt x="3950037" y="0"/>
                  </a:lnTo>
                  <a:lnTo>
                    <a:pt x="4002405" y="0"/>
                  </a:lnTo>
                  <a:lnTo>
                    <a:pt x="4054772" y="0"/>
                  </a:lnTo>
                  <a:lnTo>
                    <a:pt x="4107140" y="0"/>
                  </a:lnTo>
                  <a:lnTo>
                    <a:pt x="4149766" y="0"/>
                  </a:lnTo>
                  <a:lnTo>
                    <a:pt x="4149766" y="0"/>
                  </a:lnTo>
                </a:path>
              </a:pathLst>
            </a:custGeom>
            <a:ln w="13550" cap="rnd">
              <a:solidFill>
                <a:srgbClr val="F0F8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2301906" y="2736372"/>
              <a:ext cx="4149766" cy="0"/>
            </a:xfrm>
            <a:custGeom>
              <a:avLst/>
              <a:pathLst>
                <a:path w="4149766" h="0">
                  <a:moveTo>
                    <a:pt x="0" y="0"/>
                  </a:moveTo>
                  <a:lnTo>
                    <a:pt x="22479" y="0"/>
                  </a:lnTo>
                  <a:lnTo>
                    <a:pt x="74847" y="0"/>
                  </a:lnTo>
                  <a:lnTo>
                    <a:pt x="127214" y="0"/>
                  </a:lnTo>
                  <a:lnTo>
                    <a:pt x="179582" y="0"/>
                  </a:lnTo>
                  <a:lnTo>
                    <a:pt x="231949" y="0"/>
                  </a:lnTo>
                  <a:lnTo>
                    <a:pt x="284316" y="0"/>
                  </a:lnTo>
                  <a:lnTo>
                    <a:pt x="336684" y="0"/>
                  </a:lnTo>
                  <a:lnTo>
                    <a:pt x="389051" y="0"/>
                  </a:lnTo>
                  <a:lnTo>
                    <a:pt x="441419" y="0"/>
                  </a:lnTo>
                  <a:lnTo>
                    <a:pt x="493786" y="0"/>
                  </a:lnTo>
                  <a:lnTo>
                    <a:pt x="546154" y="0"/>
                  </a:lnTo>
                  <a:lnTo>
                    <a:pt x="598521" y="0"/>
                  </a:lnTo>
                  <a:lnTo>
                    <a:pt x="650889" y="0"/>
                  </a:lnTo>
                  <a:lnTo>
                    <a:pt x="703256" y="0"/>
                  </a:lnTo>
                  <a:lnTo>
                    <a:pt x="755623" y="0"/>
                  </a:lnTo>
                  <a:lnTo>
                    <a:pt x="807991" y="0"/>
                  </a:lnTo>
                  <a:lnTo>
                    <a:pt x="860358" y="0"/>
                  </a:lnTo>
                  <a:lnTo>
                    <a:pt x="912726" y="0"/>
                  </a:lnTo>
                  <a:lnTo>
                    <a:pt x="965093" y="0"/>
                  </a:lnTo>
                  <a:lnTo>
                    <a:pt x="1017461" y="0"/>
                  </a:lnTo>
                  <a:lnTo>
                    <a:pt x="1069828" y="0"/>
                  </a:lnTo>
                  <a:lnTo>
                    <a:pt x="1122196" y="0"/>
                  </a:lnTo>
                  <a:lnTo>
                    <a:pt x="1174563" y="0"/>
                  </a:lnTo>
                  <a:lnTo>
                    <a:pt x="1226930" y="0"/>
                  </a:lnTo>
                  <a:lnTo>
                    <a:pt x="1279298" y="0"/>
                  </a:lnTo>
                  <a:lnTo>
                    <a:pt x="1331665" y="0"/>
                  </a:lnTo>
                  <a:lnTo>
                    <a:pt x="1384033" y="0"/>
                  </a:lnTo>
                  <a:lnTo>
                    <a:pt x="1436400" y="0"/>
                  </a:lnTo>
                  <a:lnTo>
                    <a:pt x="1488768" y="0"/>
                  </a:lnTo>
                  <a:lnTo>
                    <a:pt x="1541135" y="0"/>
                  </a:lnTo>
                  <a:lnTo>
                    <a:pt x="1593503" y="0"/>
                  </a:lnTo>
                  <a:lnTo>
                    <a:pt x="1645870" y="0"/>
                  </a:lnTo>
                  <a:lnTo>
                    <a:pt x="1698237" y="0"/>
                  </a:lnTo>
                  <a:lnTo>
                    <a:pt x="1750605" y="0"/>
                  </a:lnTo>
                  <a:lnTo>
                    <a:pt x="1802972" y="0"/>
                  </a:lnTo>
                  <a:lnTo>
                    <a:pt x="1855340" y="0"/>
                  </a:lnTo>
                  <a:lnTo>
                    <a:pt x="1907707" y="0"/>
                  </a:lnTo>
                  <a:lnTo>
                    <a:pt x="1960075" y="0"/>
                  </a:lnTo>
                  <a:lnTo>
                    <a:pt x="2012442" y="0"/>
                  </a:lnTo>
                  <a:lnTo>
                    <a:pt x="2064810" y="0"/>
                  </a:lnTo>
                  <a:lnTo>
                    <a:pt x="2117177" y="0"/>
                  </a:lnTo>
                  <a:lnTo>
                    <a:pt x="2169544" y="0"/>
                  </a:lnTo>
                  <a:lnTo>
                    <a:pt x="2221912" y="0"/>
                  </a:lnTo>
                  <a:lnTo>
                    <a:pt x="2274279" y="0"/>
                  </a:lnTo>
                  <a:lnTo>
                    <a:pt x="2326647" y="0"/>
                  </a:lnTo>
                  <a:lnTo>
                    <a:pt x="2379014" y="0"/>
                  </a:lnTo>
                  <a:lnTo>
                    <a:pt x="2431382" y="0"/>
                  </a:lnTo>
                  <a:lnTo>
                    <a:pt x="2483749" y="0"/>
                  </a:lnTo>
                  <a:lnTo>
                    <a:pt x="2536117" y="0"/>
                  </a:lnTo>
                  <a:lnTo>
                    <a:pt x="2588484" y="0"/>
                  </a:lnTo>
                  <a:lnTo>
                    <a:pt x="2640851" y="0"/>
                  </a:lnTo>
                  <a:lnTo>
                    <a:pt x="2693219" y="0"/>
                  </a:lnTo>
                  <a:lnTo>
                    <a:pt x="2745586" y="0"/>
                  </a:lnTo>
                  <a:lnTo>
                    <a:pt x="2797954" y="0"/>
                  </a:lnTo>
                  <a:lnTo>
                    <a:pt x="2850321" y="0"/>
                  </a:lnTo>
                  <a:lnTo>
                    <a:pt x="2902689" y="0"/>
                  </a:lnTo>
                  <a:lnTo>
                    <a:pt x="2955056" y="0"/>
                  </a:lnTo>
                  <a:lnTo>
                    <a:pt x="3007424" y="0"/>
                  </a:lnTo>
                  <a:lnTo>
                    <a:pt x="3059791" y="0"/>
                  </a:lnTo>
                  <a:lnTo>
                    <a:pt x="3112158" y="0"/>
                  </a:lnTo>
                  <a:lnTo>
                    <a:pt x="3164526" y="0"/>
                  </a:lnTo>
                  <a:lnTo>
                    <a:pt x="3216893" y="0"/>
                  </a:lnTo>
                  <a:lnTo>
                    <a:pt x="3269261" y="0"/>
                  </a:lnTo>
                  <a:lnTo>
                    <a:pt x="3321628" y="0"/>
                  </a:lnTo>
                  <a:lnTo>
                    <a:pt x="3373996" y="0"/>
                  </a:lnTo>
                  <a:lnTo>
                    <a:pt x="3426363" y="0"/>
                  </a:lnTo>
                  <a:lnTo>
                    <a:pt x="3478730" y="0"/>
                  </a:lnTo>
                  <a:lnTo>
                    <a:pt x="3531098" y="0"/>
                  </a:lnTo>
                  <a:lnTo>
                    <a:pt x="3583465" y="0"/>
                  </a:lnTo>
                  <a:lnTo>
                    <a:pt x="3635833" y="0"/>
                  </a:lnTo>
                  <a:lnTo>
                    <a:pt x="3688200" y="0"/>
                  </a:lnTo>
                  <a:lnTo>
                    <a:pt x="3740568" y="0"/>
                  </a:lnTo>
                  <a:lnTo>
                    <a:pt x="3792935" y="0"/>
                  </a:lnTo>
                  <a:lnTo>
                    <a:pt x="3845303" y="0"/>
                  </a:lnTo>
                  <a:lnTo>
                    <a:pt x="3897670" y="0"/>
                  </a:lnTo>
                  <a:lnTo>
                    <a:pt x="3950037" y="0"/>
                  </a:lnTo>
                  <a:lnTo>
                    <a:pt x="4002405" y="0"/>
                  </a:lnTo>
                  <a:lnTo>
                    <a:pt x="4054772" y="0"/>
                  </a:lnTo>
                  <a:lnTo>
                    <a:pt x="4107140" y="0"/>
                  </a:lnTo>
                  <a:lnTo>
                    <a:pt x="4149766" y="0"/>
                  </a:lnTo>
                  <a:lnTo>
                    <a:pt x="4149766" y="0"/>
                  </a:lnTo>
                </a:path>
              </a:pathLst>
            </a:custGeom>
            <a:ln w="13550" cap="rnd">
              <a:solidFill>
                <a:srgbClr val="F0F8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2301906" y="1796770"/>
              <a:ext cx="4149766" cy="0"/>
            </a:xfrm>
            <a:custGeom>
              <a:avLst/>
              <a:pathLst>
                <a:path w="4149766" h="0">
                  <a:moveTo>
                    <a:pt x="0" y="0"/>
                  </a:moveTo>
                  <a:lnTo>
                    <a:pt x="22479" y="0"/>
                  </a:lnTo>
                  <a:lnTo>
                    <a:pt x="74847" y="0"/>
                  </a:lnTo>
                  <a:lnTo>
                    <a:pt x="127214" y="0"/>
                  </a:lnTo>
                  <a:lnTo>
                    <a:pt x="179582" y="0"/>
                  </a:lnTo>
                  <a:lnTo>
                    <a:pt x="231949" y="0"/>
                  </a:lnTo>
                  <a:lnTo>
                    <a:pt x="284316" y="0"/>
                  </a:lnTo>
                  <a:lnTo>
                    <a:pt x="336684" y="0"/>
                  </a:lnTo>
                  <a:lnTo>
                    <a:pt x="389051" y="0"/>
                  </a:lnTo>
                  <a:lnTo>
                    <a:pt x="441419" y="0"/>
                  </a:lnTo>
                  <a:lnTo>
                    <a:pt x="493786" y="0"/>
                  </a:lnTo>
                  <a:lnTo>
                    <a:pt x="546154" y="0"/>
                  </a:lnTo>
                  <a:lnTo>
                    <a:pt x="598521" y="0"/>
                  </a:lnTo>
                  <a:lnTo>
                    <a:pt x="650889" y="0"/>
                  </a:lnTo>
                  <a:lnTo>
                    <a:pt x="703256" y="0"/>
                  </a:lnTo>
                  <a:lnTo>
                    <a:pt x="755623" y="0"/>
                  </a:lnTo>
                  <a:lnTo>
                    <a:pt x="807991" y="0"/>
                  </a:lnTo>
                  <a:lnTo>
                    <a:pt x="860358" y="0"/>
                  </a:lnTo>
                  <a:lnTo>
                    <a:pt x="912726" y="0"/>
                  </a:lnTo>
                  <a:lnTo>
                    <a:pt x="965093" y="0"/>
                  </a:lnTo>
                  <a:lnTo>
                    <a:pt x="1017461" y="0"/>
                  </a:lnTo>
                  <a:lnTo>
                    <a:pt x="1069828" y="0"/>
                  </a:lnTo>
                  <a:lnTo>
                    <a:pt x="1122196" y="0"/>
                  </a:lnTo>
                  <a:lnTo>
                    <a:pt x="1174563" y="0"/>
                  </a:lnTo>
                  <a:lnTo>
                    <a:pt x="1226930" y="0"/>
                  </a:lnTo>
                  <a:lnTo>
                    <a:pt x="1279298" y="0"/>
                  </a:lnTo>
                  <a:lnTo>
                    <a:pt x="1331665" y="0"/>
                  </a:lnTo>
                  <a:lnTo>
                    <a:pt x="1384033" y="0"/>
                  </a:lnTo>
                  <a:lnTo>
                    <a:pt x="1436400" y="0"/>
                  </a:lnTo>
                  <a:lnTo>
                    <a:pt x="1488768" y="0"/>
                  </a:lnTo>
                  <a:lnTo>
                    <a:pt x="1541135" y="0"/>
                  </a:lnTo>
                  <a:lnTo>
                    <a:pt x="1593503" y="0"/>
                  </a:lnTo>
                  <a:lnTo>
                    <a:pt x="1645870" y="0"/>
                  </a:lnTo>
                  <a:lnTo>
                    <a:pt x="1698237" y="0"/>
                  </a:lnTo>
                  <a:lnTo>
                    <a:pt x="1750605" y="0"/>
                  </a:lnTo>
                  <a:lnTo>
                    <a:pt x="1802972" y="0"/>
                  </a:lnTo>
                  <a:lnTo>
                    <a:pt x="1855340" y="0"/>
                  </a:lnTo>
                  <a:lnTo>
                    <a:pt x="1907707" y="0"/>
                  </a:lnTo>
                  <a:lnTo>
                    <a:pt x="1960075" y="0"/>
                  </a:lnTo>
                  <a:lnTo>
                    <a:pt x="2012442" y="0"/>
                  </a:lnTo>
                  <a:lnTo>
                    <a:pt x="2064810" y="0"/>
                  </a:lnTo>
                  <a:lnTo>
                    <a:pt x="2117177" y="0"/>
                  </a:lnTo>
                  <a:lnTo>
                    <a:pt x="2169544" y="0"/>
                  </a:lnTo>
                  <a:lnTo>
                    <a:pt x="2221912" y="0"/>
                  </a:lnTo>
                  <a:lnTo>
                    <a:pt x="2274279" y="0"/>
                  </a:lnTo>
                  <a:lnTo>
                    <a:pt x="2326647" y="0"/>
                  </a:lnTo>
                  <a:lnTo>
                    <a:pt x="2379014" y="0"/>
                  </a:lnTo>
                  <a:lnTo>
                    <a:pt x="2431382" y="0"/>
                  </a:lnTo>
                  <a:lnTo>
                    <a:pt x="2483749" y="0"/>
                  </a:lnTo>
                  <a:lnTo>
                    <a:pt x="2536117" y="0"/>
                  </a:lnTo>
                  <a:lnTo>
                    <a:pt x="2588484" y="0"/>
                  </a:lnTo>
                  <a:lnTo>
                    <a:pt x="2640851" y="0"/>
                  </a:lnTo>
                  <a:lnTo>
                    <a:pt x="2693219" y="0"/>
                  </a:lnTo>
                  <a:lnTo>
                    <a:pt x="2745586" y="0"/>
                  </a:lnTo>
                  <a:lnTo>
                    <a:pt x="2797954" y="0"/>
                  </a:lnTo>
                  <a:lnTo>
                    <a:pt x="2850321" y="0"/>
                  </a:lnTo>
                  <a:lnTo>
                    <a:pt x="2902689" y="0"/>
                  </a:lnTo>
                  <a:lnTo>
                    <a:pt x="2955056" y="0"/>
                  </a:lnTo>
                  <a:lnTo>
                    <a:pt x="3007424" y="0"/>
                  </a:lnTo>
                  <a:lnTo>
                    <a:pt x="3059791" y="0"/>
                  </a:lnTo>
                  <a:lnTo>
                    <a:pt x="3112158" y="0"/>
                  </a:lnTo>
                  <a:lnTo>
                    <a:pt x="3164526" y="0"/>
                  </a:lnTo>
                  <a:lnTo>
                    <a:pt x="3216893" y="0"/>
                  </a:lnTo>
                  <a:lnTo>
                    <a:pt x="3269261" y="0"/>
                  </a:lnTo>
                  <a:lnTo>
                    <a:pt x="3321628" y="0"/>
                  </a:lnTo>
                  <a:lnTo>
                    <a:pt x="3373996" y="0"/>
                  </a:lnTo>
                  <a:lnTo>
                    <a:pt x="3426363" y="0"/>
                  </a:lnTo>
                  <a:lnTo>
                    <a:pt x="3478730" y="0"/>
                  </a:lnTo>
                  <a:lnTo>
                    <a:pt x="3531098" y="0"/>
                  </a:lnTo>
                  <a:lnTo>
                    <a:pt x="3583465" y="0"/>
                  </a:lnTo>
                  <a:lnTo>
                    <a:pt x="3635833" y="0"/>
                  </a:lnTo>
                  <a:lnTo>
                    <a:pt x="3688200" y="0"/>
                  </a:lnTo>
                  <a:lnTo>
                    <a:pt x="3740568" y="0"/>
                  </a:lnTo>
                  <a:lnTo>
                    <a:pt x="3792935" y="0"/>
                  </a:lnTo>
                  <a:lnTo>
                    <a:pt x="3845303" y="0"/>
                  </a:lnTo>
                  <a:lnTo>
                    <a:pt x="3897670" y="0"/>
                  </a:lnTo>
                  <a:lnTo>
                    <a:pt x="3950037" y="0"/>
                  </a:lnTo>
                  <a:lnTo>
                    <a:pt x="4002405" y="0"/>
                  </a:lnTo>
                  <a:lnTo>
                    <a:pt x="4054772" y="0"/>
                  </a:lnTo>
                  <a:lnTo>
                    <a:pt x="4107140" y="0"/>
                  </a:lnTo>
                  <a:lnTo>
                    <a:pt x="4149766" y="0"/>
                  </a:lnTo>
                  <a:lnTo>
                    <a:pt x="4149766" y="0"/>
                  </a:lnTo>
                </a:path>
              </a:pathLst>
            </a:custGeom>
            <a:ln w="13550" cap="rnd">
              <a:solidFill>
                <a:srgbClr val="F0F8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g17"/>
            <p:cNvSpPr/>
            <p:nvPr/>
          </p:nvSpPr>
          <p:spPr>
            <a:xfrm>
              <a:off x="4171236" y="1756539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A619D">
                <a:alpha val="100000"/>
              </a:srgbClr>
            </a:solidFill>
            <a:ln w="5420" cap="flat">
              <a:solidFill>
                <a:srgbClr val="3A61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g18"/>
            <p:cNvSpPr/>
            <p:nvPr/>
          </p:nvSpPr>
          <p:spPr>
            <a:xfrm>
              <a:off x="4252673" y="1756539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A619D">
                <a:alpha val="100000"/>
              </a:srgbClr>
            </a:solidFill>
            <a:ln w="5420" cap="flat">
              <a:solidFill>
                <a:srgbClr val="3A61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g19"/>
            <p:cNvSpPr/>
            <p:nvPr/>
          </p:nvSpPr>
          <p:spPr>
            <a:xfrm>
              <a:off x="4334110" y="1756539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A629D">
                <a:alpha val="100000"/>
              </a:srgbClr>
            </a:solidFill>
            <a:ln w="5420" cap="flat">
              <a:solidFill>
                <a:srgbClr val="3A62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g20"/>
            <p:cNvSpPr/>
            <p:nvPr/>
          </p:nvSpPr>
          <p:spPr>
            <a:xfrm>
              <a:off x="4415547" y="1756539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A639D">
                <a:alpha val="100000"/>
              </a:srgbClr>
            </a:solidFill>
            <a:ln w="5420" cap="flat">
              <a:solidFill>
                <a:srgbClr val="3A63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g21"/>
            <p:cNvSpPr/>
            <p:nvPr/>
          </p:nvSpPr>
          <p:spPr>
            <a:xfrm>
              <a:off x="4496984" y="1756539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A649E">
                <a:alpha val="100000"/>
              </a:srgbClr>
            </a:solidFill>
            <a:ln w="5420" cap="flat">
              <a:solidFill>
                <a:srgbClr val="3A64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g22"/>
            <p:cNvSpPr/>
            <p:nvPr/>
          </p:nvSpPr>
          <p:spPr>
            <a:xfrm>
              <a:off x="4578421" y="1756539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A659E">
                <a:alpha val="100000"/>
              </a:srgbClr>
            </a:solidFill>
            <a:ln w="5420" cap="flat">
              <a:solidFill>
                <a:srgbClr val="3A65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pg23"/>
            <p:cNvSpPr/>
            <p:nvPr/>
          </p:nvSpPr>
          <p:spPr>
            <a:xfrm>
              <a:off x="4659858" y="1756539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A669E">
                <a:alpha val="100000"/>
              </a:srgbClr>
            </a:solidFill>
            <a:ln w="5420" cap="flat">
              <a:solidFill>
                <a:srgbClr val="3A66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g24"/>
            <p:cNvSpPr/>
            <p:nvPr/>
          </p:nvSpPr>
          <p:spPr>
            <a:xfrm>
              <a:off x="5067044" y="1756539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A6B9F">
                <a:alpha val="100000"/>
              </a:srgbClr>
            </a:solidFill>
            <a:ln w="5420" cap="flat">
              <a:solidFill>
                <a:srgbClr val="3A6B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g25"/>
            <p:cNvSpPr/>
            <p:nvPr/>
          </p:nvSpPr>
          <p:spPr>
            <a:xfrm>
              <a:off x="5148481" y="1756539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A6C9F">
                <a:alpha val="100000"/>
              </a:srgbClr>
            </a:solidFill>
            <a:ln w="5420" cap="flat">
              <a:solidFill>
                <a:srgbClr val="3A6C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" name="pg26"/>
            <p:cNvSpPr/>
            <p:nvPr/>
          </p:nvSpPr>
          <p:spPr>
            <a:xfrm>
              <a:off x="5229918" y="1756539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A6CA0">
                <a:alpha val="100000"/>
              </a:srgbClr>
            </a:solidFill>
            <a:ln w="5420" cap="flat">
              <a:solidFill>
                <a:srgbClr val="3A6CA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" name="pg27"/>
            <p:cNvSpPr/>
            <p:nvPr/>
          </p:nvSpPr>
          <p:spPr>
            <a:xfrm>
              <a:off x="5311355" y="1756539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A6CA0">
                <a:alpha val="100000"/>
              </a:srgbClr>
            </a:solidFill>
            <a:ln w="5420" cap="flat">
              <a:solidFill>
                <a:srgbClr val="3A6CA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" name="pg28"/>
            <p:cNvSpPr/>
            <p:nvPr/>
          </p:nvSpPr>
          <p:spPr>
            <a:xfrm>
              <a:off x="5392793" y="1756539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A6DA0">
                <a:alpha val="100000"/>
              </a:srgbClr>
            </a:solidFill>
            <a:ln w="5420" cap="flat">
              <a:solidFill>
                <a:srgbClr val="3A6DA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" name="pg29"/>
            <p:cNvSpPr/>
            <p:nvPr/>
          </p:nvSpPr>
          <p:spPr>
            <a:xfrm>
              <a:off x="4089798" y="1859855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95E9C">
                <a:alpha val="100000"/>
              </a:srgbClr>
            </a:solidFill>
            <a:ln w="5420" cap="flat">
              <a:solidFill>
                <a:srgbClr val="395E9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" name="pg30"/>
            <p:cNvSpPr/>
            <p:nvPr/>
          </p:nvSpPr>
          <p:spPr>
            <a:xfrm>
              <a:off x="4171236" y="1859855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95E9C">
                <a:alpha val="100000"/>
              </a:srgbClr>
            </a:solidFill>
            <a:ln w="5420" cap="flat">
              <a:solidFill>
                <a:srgbClr val="395E9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" name="pg31"/>
            <p:cNvSpPr/>
            <p:nvPr/>
          </p:nvSpPr>
          <p:spPr>
            <a:xfrm>
              <a:off x="4252673" y="1859855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95F9C">
                <a:alpha val="100000"/>
              </a:srgbClr>
            </a:solidFill>
            <a:ln w="5420" cap="flat">
              <a:solidFill>
                <a:srgbClr val="395F9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" name="pg32"/>
            <p:cNvSpPr/>
            <p:nvPr/>
          </p:nvSpPr>
          <p:spPr>
            <a:xfrm>
              <a:off x="4334110" y="1859855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9609D">
                <a:alpha val="100000"/>
              </a:srgbClr>
            </a:solidFill>
            <a:ln w="5420" cap="flat">
              <a:solidFill>
                <a:srgbClr val="3960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" name="pg33"/>
            <p:cNvSpPr/>
            <p:nvPr/>
          </p:nvSpPr>
          <p:spPr>
            <a:xfrm>
              <a:off x="4415547" y="1859855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A629D">
                <a:alpha val="100000"/>
              </a:srgbClr>
            </a:solidFill>
            <a:ln w="5420" cap="flat">
              <a:solidFill>
                <a:srgbClr val="3A62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" name="pg34"/>
            <p:cNvSpPr/>
            <p:nvPr/>
          </p:nvSpPr>
          <p:spPr>
            <a:xfrm>
              <a:off x="4496984" y="1859855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A639D">
                <a:alpha val="100000"/>
              </a:srgbClr>
            </a:solidFill>
            <a:ln w="5420" cap="flat">
              <a:solidFill>
                <a:srgbClr val="3A63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" name="pg35"/>
            <p:cNvSpPr/>
            <p:nvPr/>
          </p:nvSpPr>
          <p:spPr>
            <a:xfrm>
              <a:off x="4578421" y="1859855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A649E">
                <a:alpha val="100000"/>
              </a:srgbClr>
            </a:solidFill>
            <a:ln w="5420" cap="flat">
              <a:solidFill>
                <a:srgbClr val="3A64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" name="pg36"/>
            <p:cNvSpPr/>
            <p:nvPr/>
          </p:nvSpPr>
          <p:spPr>
            <a:xfrm>
              <a:off x="4659858" y="1859855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A669E">
                <a:alpha val="100000"/>
              </a:srgbClr>
            </a:solidFill>
            <a:ln w="5420" cap="flat">
              <a:solidFill>
                <a:srgbClr val="3A66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" name="pg37"/>
            <p:cNvSpPr/>
            <p:nvPr/>
          </p:nvSpPr>
          <p:spPr>
            <a:xfrm>
              <a:off x="5067044" y="1859855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A6B9F">
                <a:alpha val="100000"/>
              </a:srgbClr>
            </a:solidFill>
            <a:ln w="5420" cap="flat">
              <a:solidFill>
                <a:srgbClr val="3A6B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" name="pg38"/>
            <p:cNvSpPr/>
            <p:nvPr/>
          </p:nvSpPr>
          <p:spPr>
            <a:xfrm>
              <a:off x="5148481" y="1859855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A6C9F">
                <a:alpha val="100000"/>
              </a:srgbClr>
            </a:solidFill>
            <a:ln w="5420" cap="flat">
              <a:solidFill>
                <a:srgbClr val="3A6C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" name="pg39"/>
            <p:cNvSpPr/>
            <p:nvPr/>
          </p:nvSpPr>
          <p:spPr>
            <a:xfrm>
              <a:off x="5229918" y="1859855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A6CA0">
                <a:alpha val="100000"/>
              </a:srgbClr>
            </a:solidFill>
            <a:ln w="5420" cap="flat">
              <a:solidFill>
                <a:srgbClr val="3A6CA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" name="pg40"/>
            <p:cNvSpPr/>
            <p:nvPr/>
          </p:nvSpPr>
          <p:spPr>
            <a:xfrm>
              <a:off x="5311355" y="1859855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A6CA0">
                <a:alpha val="100000"/>
              </a:srgbClr>
            </a:solidFill>
            <a:ln w="5420" cap="flat">
              <a:solidFill>
                <a:srgbClr val="3A6CA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" name="pg41"/>
            <p:cNvSpPr/>
            <p:nvPr/>
          </p:nvSpPr>
          <p:spPr>
            <a:xfrm>
              <a:off x="5392793" y="1859855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A6DA0">
                <a:alpha val="100000"/>
              </a:srgbClr>
            </a:solidFill>
            <a:ln w="5420" cap="flat">
              <a:solidFill>
                <a:srgbClr val="3A6DA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" name="pg42"/>
            <p:cNvSpPr/>
            <p:nvPr/>
          </p:nvSpPr>
          <p:spPr>
            <a:xfrm>
              <a:off x="3682613" y="1963171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A639D">
                <a:alpha val="100000"/>
              </a:srgbClr>
            </a:solidFill>
            <a:ln w="5420" cap="flat">
              <a:solidFill>
                <a:srgbClr val="3A63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" name="pg43"/>
            <p:cNvSpPr/>
            <p:nvPr/>
          </p:nvSpPr>
          <p:spPr>
            <a:xfrm>
              <a:off x="3764050" y="1963171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A619D">
                <a:alpha val="100000"/>
              </a:srgbClr>
            </a:solidFill>
            <a:ln w="5420" cap="flat">
              <a:solidFill>
                <a:srgbClr val="3A61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" name="pg44"/>
            <p:cNvSpPr/>
            <p:nvPr/>
          </p:nvSpPr>
          <p:spPr>
            <a:xfrm>
              <a:off x="3845487" y="1963171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9609D">
                <a:alpha val="100000"/>
              </a:srgbClr>
            </a:solidFill>
            <a:ln w="5420" cap="flat">
              <a:solidFill>
                <a:srgbClr val="3960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" name="pg45"/>
            <p:cNvSpPr/>
            <p:nvPr/>
          </p:nvSpPr>
          <p:spPr>
            <a:xfrm>
              <a:off x="3926924" y="1963171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95E9C">
                <a:alpha val="100000"/>
              </a:srgbClr>
            </a:solidFill>
            <a:ln w="5420" cap="flat">
              <a:solidFill>
                <a:srgbClr val="395E9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" name="pg46"/>
            <p:cNvSpPr/>
            <p:nvPr/>
          </p:nvSpPr>
          <p:spPr>
            <a:xfrm>
              <a:off x="4008361" y="1963171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95C9B">
                <a:alpha val="100000"/>
              </a:srgbClr>
            </a:solidFill>
            <a:ln w="5420" cap="flat">
              <a:solidFill>
                <a:srgbClr val="395C9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" name="pg47"/>
            <p:cNvSpPr/>
            <p:nvPr/>
          </p:nvSpPr>
          <p:spPr>
            <a:xfrm>
              <a:off x="4089798" y="1963171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95C9A">
                <a:alpha val="100000"/>
              </a:srgbClr>
            </a:solidFill>
            <a:ln w="5420" cap="flat">
              <a:solidFill>
                <a:srgbClr val="395C9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" name="pg48"/>
            <p:cNvSpPr/>
            <p:nvPr/>
          </p:nvSpPr>
          <p:spPr>
            <a:xfrm>
              <a:off x="4171236" y="1963171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95B9A">
                <a:alpha val="100000"/>
              </a:srgbClr>
            </a:solidFill>
            <a:ln w="5420" cap="flat">
              <a:solidFill>
                <a:srgbClr val="395B9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" name="pg49"/>
            <p:cNvSpPr/>
            <p:nvPr/>
          </p:nvSpPr>
          <p:spPr>
            <a:xfrm>
              <a:off x="4252673" y="1963171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95C9A">
                <a:alpha val="100000"/>
              </a:srgbClr>
            </a:solidFill>
            <a:ln w="5420" cap="flat">
              <a:solidFill>
                <a:srgbClr val="395C9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" name="pg50"/>
            <p:cNvSpPr/>
            <p:nvPr/>
          </p:nvSpPr>
          <p:spPr>
            <a:xfrm>
              <a:off x="4334110" y="1963171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95E9C">
                <a:alpha val="100000"/>
              </a:srgbClr>
            </a:solidFill>
            <a:ln w="5420" cap="flat">
              <a:solidFill>
                <a:srgbClr val="395E9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" name="pg51"/>
            <p:cNvSpPr/>
            <p:nvPr/>
          </p:nvSpPr>
          <p:spPr>
            <a:xfrm>
              <a:off x="4415547" y="1963171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9609D">
                <a:alpha val="100000"/>
              </a:srgbClr>
            </a:solidFill>
            <a:ln w="5420" cap="flat">
              <a:solidFill>
                <a:srgbClr val="3960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" name="pg52"/>
            <p:cNvSpPr/>
            <p:nvPr/>
          </p:nvSpPr>
          <p:spPr>
            <a:xfrm>
              <a:off x="4496984" y="1963171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A629D">
                <a:alpha val="100000"/>
              </a:srgbClr>
            </a:solidFill>
            <a:ln w="5420" cap="flat">
              <a:solidFill>
                <a:srgbClr val="3A62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" name="pg53"/>
            <p:cNvSpPr/>
            <p:nvPr/>
          </p:nvSpPr>
          <p:spPr>
            <a:xfrm>
              <a:off x="4578421" y="1963171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A649E">
                <a:alpha val="100000"/>
              </a:srgbClr>
            </a:solidFill>
            <a:ln w="5420" cap="flat">
              <a:solidFill>
                <a:srgbClr val="3A64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" name="pg54"/>
            <p:cNvSpPr/>
            <p:nvPr/>
          </p:nvSpPr>
          <p:spPr>
            <a:xfrm>
              <a:off x="4985607" y="1963171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A6A9F">
                <a:alpha val="100000"/>
              </a:srgbClr>
            </a:solidFill>
            <a:ln w="5420" cap="flat">
              <a:solidFill>
                <a:srgbClr val="3A6A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" name="pg55"/>
            <p:cNvSpPr/>
            <p:nvPr/>
          </p:nvSpPr>
          <p:spPr>
            <a:xfrm>
              <a:off x="5067044" y="1963171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A6B9F">
                <a:alpha val="100000"/>
              </a:srgbClr>
            </a:solidFill>
            <a:ln w="5420" cap="flat">
              <a:solidFill>
                <a:srgbClr val="3A6B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" name="pg56"/>
            <p:cNvSpPr/>
            <p:nvPr/>
          </p:nvSpPr>
          <p:spPr>
            <a:xfrm>
              <a:off x="5148481" y="1963171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A6C9F">
                <a:alpha val="100000"/>
              </a:srgbClr>
            </a:solidFill>
            <a:ln w="5420" cap="flat">
              <a:solidFill>
                <a:srgbClr val="3A6C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" name="pg57"/>
            <p:cNvSpPr/>
            <p:nvPr/>
          </p:nvSpPr>
          <p:spPr>
            <a:xfrm>
              <a:off x="5229918" y="1963171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A6CA0">
                <a:alpha val="100000"/>
              </a:srgbClr>
            </a:solidFill>
            <a:ln w="5420" cap="flat">
              <a:solidFill>
                <a:srgbClr val="3A6CA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" name="pg58"/>
            <p:cNvSpPr/>
            <p:nvPr/>
          </p:nvSpPr>
          <p:spPr>
            <a:xfrm>
              <a:off x="5311355" y="1963171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A6CA0">
                <a:alpha val="100000"/>
              </a:srgbClr>
            </a:solidFill>
            <a:ln w="5420" cap="flat">
              <a:solidFill>
                <a:srgbClr val="3A6CA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" name="pg59"/>
            <p:cNvSpPr/>
            <p:nvPr/>
          </p:nvSpPr>
          <p:spPr>
            <a:xfrm>
              <a:off x="5392793" y="1963171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A6DA0">
                <a:alpha val="100000"/>
              </a:srgbClr>
            </a:solidFill>
            <a:ln w="5420" cap="flat">
              <a:solidFill>
                <a:srgbClr val="3A6DA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" name="pg60"/>
            <p:cNvSpPr/>
            <p:nvPr/>
          </p:nvSpPr>
          <p:spPr>
            <a:xfrm>
              <a:off x="3601176" y="2066487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A649E">
                <a:alpha val="100000"/>
              </a:srgbClr>
            </a:solidFill>
            <a:ln w="5420" cap="flat">
              <a:solidFill>
                <a:srgbClr val="3A64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" name="pg61"/>
            <p:cNvSpPr/>
            <p:nvPr/>
          </p:nvSpPr>
          <p:spPr>
            <a:xfrm>
              <a:off x="3682613" y="2066487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A639D">
                <a:alpha val="100000"/>
              </a:srgbClr>
            </a:solidFill>
            <a:ln w="5420" cap="flat">
              <a:solidFill>
                <a:srgbClr val="3A63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" name="pg62"/>
            <p:cNvSpPr/>
            <p:nvPr/>
          </p:nvSpPr>
          <p:spPr>
            <a:xfrm>
              <a:off x="3764050" y="2066487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9609D">
                <a:alpha val="100000"/>
              </a:srgbClr>
            </a:solidFill>
            <a:ln w="5420" cap="flat">
              <a:solidFill>
                <a:srgbClr val="3960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" name="pg63"/>
            <p:cNvSpPr/>
            <p:nvPr/>
          </p:nvSpPr>
          <p:spPr>
            <a:xfrm>
              <a:off x="3845487" y="2066487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95E9C">
                <a:alpha val="100000"/>
              </a:srgbClr>
            </a:solidFill>
            <a:ln w="5420" cap="flat">
              <a:solidFill>
                <a:srgbClr val="395E9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" name="pg64"/>
            <p:cNvSpPr/>
            <p:nvPr/>
          </p:nvSpPr>
          <p:spPr>
            <a:xfrm>
              <a:off x="3926924" y="2066487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95C9B">
                <a:alpha val="100000"/>
              </a:srgbClr>
            </a:solidFill>
            <a:ln w="5420" cap="flat">
              <a:solidFill>
                <a:srgbClr val="395C9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" name="pg65"/>
            <p:cNvSpPr/>
            <p:nvPr/>
          </p:nvSpPr>
          <p:spPr>
            <a:xfrm>
              <a:off x="4008361" y="2066487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A5A98">
                <a:alpha val="100000"/>
              </a:srgbClr>
            </a:solidFill>
            <a:ln w="5420" cap="flat">
              <a:solidFill>
                <a:srgbClr val="3A5A9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" name="pg66"/>
            <p:cNvSpPr/>
            <p:nvPr/>
          </p:nvSpPr>
          <p:spPr>
            <a:xfrm>
              <a:off x="4089798" y="2066487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A5996">
                <a:alpha val="100000"/>
              </a:srgbClr>
            </a:solidFill>
            <a:ln w="5420" cap="flat">
              <a:solidFill>
                <a:srgbClr val="3A599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" name="pg67"/>
            <p:cNvSpPr/>
            <p:nvPr/>
          </p:nvSpPr>
          <p:spPr>
            <a:xfrm>
              <a:off x="4171236" y="2066487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A5895">
                <a:alpha val="100000"/>
              </a:srgbClr>
            </a:solidFill>
            <a:ln w="5420" cap="flat">
              <a:solidFill>
                <a:srgbClr val="3A589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" name="pg68"/>
            <p:cNvSpPr/>
            <p:nvPr/>
          </p:nvSpPr>
          <p:spPr>
            <a:xfrm>
              <a:off x="4252673" y="2066487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A5895">
                <a:alpha val="100000"/>
              </a:srgbClr>
            </a:solidFill>
            <a:ln w="5420" cap="flat">
              <a:solidFill>
                <a:srgbClr val="3A589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" name="pg69"/>
            <p:cNvSpPr/>
            <p:nvPr/>
          </p:nvSpPr>
          <p:spPr>
            <a:xfrm>
              <a:off x="4334110" y="2066487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95B9A">
                <a:alpha val="100000"/>
              </a:srgbClr>
            </a:solidFill>
            <a:ln w="5420" cap="flat">
              <a:solidFill>
                <a:srgbClr val="395B9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" name="pg70"/>
            <p:cNvSpPr/>
            <p:nvPr/>
          </p:nvSpPr>
          <p:spPr>
            <a:xfrm>
              <a:off x="4415547" y="2066487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95E9C">
                <a:alpha val="100000"/>
              </a:srgbClr>
            </a:solidFill>
            <a:ln w="5420" cap="flat">
              <a:solidFill>
                <a:srgbClr val="395E9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" name="pg71"/>
            <p:cNvSpPr/>
            <p:nvPr/>
          </p:nvSpPr>
          <p:spPr>
            <a:xfrm>
              <a:off x="4496984" y="2066487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9619D">
                <a:alpha val="100000"/>
              </a:srgbClr>
            </a:solidFill>
            <a:ln w="5420" cap="flat">
              <a:solidFill>
                <a:srgbClr val="3961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" name="pg72"/>
            <p:cNvSpPr/>
            <p:nvPr/>
          </p:nvSpPr>
          <p:spPr>
            <a:xfrm>
              <a:off x="4904170" y="2066487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A6A9F">
                <a:alpha val="100000"/>
              </a:srgbClr>
            </a:solidFill>
            <a:ln w="5420" cap="flat">
              <a:solidFill>
                <a:srgbClr val="3A6A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" name="pg73"/>
            <p:cNvSpPr/>
            <p:nvPr/>
          </p:nvSpPr>
          <p:spPr>
            <a:xfrm>
              <a:off x="4985607" y="2066487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A6A9F">
                <a:alpha val="100000"/>
              </a:srgbClr>
            </a:solidFill>
            <a:ln w="5420" cap="flat">
              <a:solidFill>
                <a:srgbClr val="3A6A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" name="pg74"/>
            <p:cNvSpPr/>
            <p:nvPr/>
          </p:nvSpPr>
          <p:spPr>
            <a:xfrm>
              <a:off x="5067044" y="2066487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A6B9F">
                <a:alpha val="100000"/>
              </a:srgbClr>
            </a:solidFill>
            <a:ln w="5420" cap="flat">
              <a:solidFill>
                <a:srgbClr val="3A6B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" name="pg75"/>
            <p:cNvSpPr/>
            <p:nvPr/>
          </p:nvSpPr>
          <p:spPr>
            <a:xfrm>
              <a:off x="5148481" y="2066487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A6CA0">
                <a:alpha val="100000"/>
              </a:srgbClr>
            </a:solidFill>
            <a:ln w="5420" cap="flat">
              <a:solidFill>
                <a:srgbClr val="3A6CA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" name="pg76"/>
            <p:cNvSpPr/>
            <p:nvPr/>
          </p:nvSpPr>
          <p:spPr>
            <a:xfrm>
              <a:off x="5229918" y="2066487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A6CA0">
                <a:alpha val="100000"/>
              </a:srgbClr>
            </a:solidFill>
            <a:ln w="5420" cap="flat">
              <a:solidFill>
                <a:srgbClr val="3A6CA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" name="pg77"/>
            <p:cNvSpPr/>
            <p:nvPr/>
          </p:nvSpPr>
          <p:spPr>
            <a:xfrm>
              <a:off x="5311355" y="2066487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A6DA0">
                <a:alpha val="100000"/>
              </a:srgbClr>
            </a:solidFill>
            <a:ln w="5420" cap="flat">
              <a:solidFill>
                <a:srgbClr val="3A6DA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" name="pg78"/>
            <p:cNvSpPr/>
            <p:nvPr/>
          </p:nvSpPr>
          <p:spPr>
            <a:xfrm>
              <a:off x="5392793" y="2066487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A6DA0">
                <a:alpha val="100000"/>
              </a:srgbClr>
            </a:solidFill>
            <a:ln w="5420" cap="flat">
              <a:solidFill>
                <a:srgbClr val="3A6DA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" name="pg79"/>
            <p:cNvSpPr/>
            <p:nvPr/>
          </p:nvSpPr>
          <p:spPr>
            <a:xfrm>
              <a:off x="3438301" y="2169803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A699F">
                <a:alpha val="100000"/>
              </a:srgbClr>
            </a:solidFill>
            <a:ln w="5420" cap="flat">
              <a:solidFill>
                <a:srgbClr val="3A69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" name="pg80"/>
            <p:cNvSpPr/>
            <p:nvPr/>
          </p:nvSpPr>
          <p:spPr>
            <a:xfrm>
              <a:off x="3519738" y="2169803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A669E">
                <a:alpha val="100000"/>
              </a:srgbClr>
            </a:solidFill>
            <a:ln w="5420" cap="flat">
              <a:solidFill>
                <a:srgbClr val="3A66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" name="pg81"/>
            <p:cNvSpPr/>
            <p:nvPr/>
          </p:nvSpPr>
          <p:spPr>
            <a:xfrm>
              <a:off x="3601176" y="2169803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A649E">
                <a:alpha val="100000"/>
              </a:srgbClr>
            </a:solidFill>
            <a:ln w="5420" cap="flat">
              <a:solidFill>
                <a:srgbClr val="3A64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" name="pg82"/>
            <p:cNvSpPr/>
            <p:nvPr/>
          </p:nvSpPr>
          <p:spPr>
            <a:xfrm>
              <a:off x="3682613" y="2169803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A629D">
                <a:alpha val="100000"/>
              </a:srgbClr>
            </a:solidFill>
            <a:ln w="5420" cap="flat">
              <a:solidFill>
                <a:srgbClr val="3A62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" name="pg83"/>
            <p:cNvSpPr/>
            <p:nvPr/>
          </p:nvSpPr>
          <p:spPr>
            <a:xfrm>
              <a:off x="3764050" y="2169803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95F9D">
                <a:alpha val="100000"/>
              </a:srgbClr>
            </a:solidFill>
            <a:ln w="5420" cap="flat">
              <a:solidFill>
                <a:srgbClr val="395F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" name="pg84"/>
            <p:cNvSpPr/>
            <p:nvPr/>
          </p:nvSpPr>
          <p:spPr>
            <a:xfrm>
              <a:off x="3845487" y="2169803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95C9B">
                <a:alpha val="100000"/>
              </a:srgbClr>
            </a:solidFill>
            <a:ln w="5420" cap="flat">
              <a:solidFill>
                <a:srgbClr val="395C9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" name="pg85"/>
            <p:cNvSpPr/>
            <p:nvPr/>
          </p:nvSpPr>
          <p:spPr>
            <a:xfrm>
              <a:off x="3926924" y="2169803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A5997">
                <a:alpha val="100000"/>
              </a:srgbClr>
            </a:solidFill>
            <a:ln w="5420" cap="flat">
              <a:solidFill>
                <a:srgbClr val="3A599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" name="pg86"/>
            <p:cNvSpPr/>
            <p:nvPr/>
          </p:nvSpPr>
          <p:spPr>
            <a:xfrm>
              <a:off x="4008361" y="2169803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A5692">
                <a:alpha val="100000"/>
              </a:srgbClr>
            </a:solidFill>
            <a:ln w="5420" cap="flat">
              <a:solidFill>
                <a:srgbClr val="3A569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" name="pg87"/>
            <p:cNvSpPr/>
            <p:nvPr/>
          </p:nvSpPr>
          <p:spPr>
            <a:xfrm>
              <a:off x="4089798" y="2169803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B548F">
                <a:alpha val="100000"/>
              </a:srgbClr>
            </a:solidFill>
            <a:ln w="5420" cap="flat">
              <a:solidFill>
                <a:srgbClr val="3B548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" name="pg88"/>
            <p:cNvSpPr/>
            <p:nvPr/>
          </p:nvSpPr>
          <p:spPr>
            <a:xfrm>
              <a:off x="4171236" y="2169803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B528D">
                <a:alpha val="100000"/>
              </a:srgbClr>
            </a:solidFill>
            <a:ln w="5420" cap="flat">
              <a:solidFill>
                <a:srgbClr val="3B528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" name="pg89"/>
            <p:cNvSpPr/>
            <p:nvPr/>
          </p:nvSpPr>
          <p:spPr>
            <a:xfrm>
              <a:off x="4252673" y="2169803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B528D">
                <a:alpha val="100000"/>
              </a:srgbClr>
            </a:solidFill>
            <a:ln w="5420" cap="flat">
              <a:solidFill>
                <a:srgbClr val="3B528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" name="pg90"/>
            <p:cNvSpPr/>
            <p:nvPr/>
          </p:nvSpPr>
          <p:spPr>
            <a:xfrm>
              <a:off x="4334110" y="2169803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A5895">
                <a:alpha val="100000"/>
              </a:srgbClr>
            </a:solidFill>
            <a:ln w="5420" cap="flat">
              <a:solidFill>
                <a:srgbClr val="3A589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" name="pg91"/>
            <p:cNvSpPr/>
            <p:nvPr/>
          </p:nvSpPr>
          <p:spPr>
            <a:xfrm>
              <a:off x="4822733" y="2169803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A6B9F">
                <a:alpha val="100000"/>
              </a:srgbClr>
            </a:solidFill>
            <a:ln w="5420" cap="flat">
              <a:solidFill>
                <a:srgbClr val="3A6B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" name="pg92"/>
            <p:cNvSpPr/>
            <p:nvPr/>
          </p:nvSpPr>
          <p:spPr>
            <a:xfrm>
              <a:off x="4904170" y="2169803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A6C9F">
                <a:alpha val="100000"/>
              </a:srgbClr>
            </a:solidFill>
            <a:ln w="5420" cap="flat">
              <a:solidFill>
                <a:srgbClr val="3A6C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" name="pg93"/>
            <p:cNvSpPr/>
            <p:nvPr/>
          </p:nvSpPr>
          <p:spPr>
            <a:xfrm>
              <a:off x="4985607" y="2169803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A6CA0">
                <a:alpha val="100000"/>
              </a:srgbClr>
            </a:solidFill>
            <a:ln w="5420" cap="flat">
              <a:solidFill>
                <a:srgbClr val="3A6CA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" name="pg94"/>
            <p:cNvSpPr/>
            <p:nvPr/>
          </p:nvSpPr>
          <p:spPr>
            <a:xfrm>
              <a:off x="5067044" y="2169803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A6CA0">
                <a:alpha val="100000"/>
              </a:srgbClr>
            </a:solidFill>
            <a:ln w="5420" cap="flat">
              <a:solidFill>
                <a:srgbClr val="3A6CA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" name="pg95"/>
            <p:cNvSpPr/>
            <p:nvPr/>
          </p:nvSpPr>
          <p:spPr>
            <a:xfrm>
              <a:off x="5148481" y="2169803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A6DA0">
                <a:alpha val="100000"/>
              </a:srgbClr>
            </a:solidFill>
            <a:ln w="5420" cap="flat">
              <a:solidFill>
                <a:srgbClr val="3A6DA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" name="pg96"/>
            <p:cNvSpPr/>
            <p:nvPr/>
          </p:nvSpPr>
          <p:spPr>
            <a:xfrm>
              <a:off x="5229918" y="2169803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A6DA0">
                <a:alpha val="100000"/>
              </a:srgbClr>
            </a:solidFill>
            <a:ln w="5420" cap="flat">
              <a:solidFill>
                <a:srgbClr val="3A6DA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7" name="pg97"/>
            <p:cNvSpPr/>
            <p:nvPr/>
          </p:nvSpPr>
          <p:spPr>
            <a:xfrm>
              <a:off x="3275427" y="2273120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A6CA0">
                <a:alpha val="100000"/>
              </a:srgbClr>
            </a:solidFill>
            <a:ln w="5420" cap="flat">
              <a:solidFill>
                <a:srgbClr val="3A6CA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8" name="pg98"/>
            <p:cNvSpPr/>
            <p:nvPr/>
          </p:nvSpPr>
          <p:spPr>
            <a:xfrm>
              <a:off x="3356864" y="2273120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A6B9F">
                <a:alpha val="100000"/>
              </a:srgbClr>
            </a:solidFill>
            <a:ln w="5420" cap="flat">
              <a:solidFill>
                <a:srgbClr val="3A6B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9" name="pg99"/>
            <p:cNvSpPr/>
            <p:nvPr/>
          </p:nvSpPr>
          <p:spPr>
            <a:xfrm>
              <a:off x="3438301" y="2273120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A6A9F">
                <a:alpha val="100000"/>
              </a:srgbClr>
            </a:solidFill>
            <a:ln w="5420" cap="flat">
              <a:solidFill>
                <a:srgbClr val="3A6A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0" name="pg100"/>
            <p:cNvSpPr/>
            <p:nvPr/>
          </p:nvSpPr>
          <p:spPr>
            <a:xfrm>
              <a:off x="3519738" y="2273120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A679E">
                <a:alpha val="100000"/>
              </a:srgbClr>
            </a:solidFill>
            <a:ln w="5420" cap="flat">
              <a:solidFill>
                <a:srgbClr val="3A67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1" name="pg101"/>
            <p:cNvSpPr/>
            <p:nvPr/>
          </p:nvSpPr>
          <p:spPr>
            <a:xfrm>
              <a:off x="3601176" y="2273120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A659E">
                <a:alpha val="100000"/>
              </a:srgbClr>
            </a:solidFill>
            <a:ln w="5420" cap="flat">
              <a:solidFill>
                <a:srgbClr val="3A65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2" name="pg102"/>
            <p:cNvSpPr/>
            <p:nvPr/>
          </p:nvSpPr>
          <p:spPr>
            <a:xfrm>
              <a:off x="3682613" y="2273120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A639D">
                <a:alpha val="100000"/>
              </a:srgbClr>
            </a:solidFill>
            <a:ln w="5420" cap="flat">
              <a:solidFill>
                <a:srgbClr val="3A63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3" name="pg103"/>
            <p:cNvSpPr/>
            <p:nvPr/>
          </p:nvSpPr>
          <p:spPr>
            <a:xfrm>
              <a:off x="3764050" y="2273120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9609D">
                <a:alpha val="100000"/>
              </a:srgbClr>
            </a:solidFill>
            <a:ln w="5420" cap="flat">
              <a:solidFill>
                <a:srgbClr val="3960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4" name="pg104"/>
            <p:cNvSpPr/>
            <p:nvPr/>
          </p:nvSpPr>
          <p:spPr>
            <a:xfrm>
              <a:off x="3845487" y="2273120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95D9C">
                <a:alpha val="100000"/>
              </a:srgbClr>
            </a:solidFill>
            <a:ln w="5420" cap="flat">
              <a:solidFill>
                <a:srgbClr val="395D9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5" name="pg105"/>
            <p:cNvSpPr/>
            <p:nvPr/>
          </p:nvSpPr>
          <p:spPr>
            <a:xfrm>
              <a:off x="3926924" y="2273120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A5A97">
                <a:alpha val="100000"/>
              </a:srgbClr>
            </a:solidFill>
            <a:ln w="5420" cap="flat">
              <a:solidFill>
                <a:srgbClr val="3A5A9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6" name="pg106"/>
            <p:cNvSpPr/>
            <p:nvPr/>
          </p:nvSpPr>
          <p:spPr>
            <a:xfrm>
              <a:off x="4008361" y="2273120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A5693">
                <a:alpha val="100000"/>
              </a:srgbClr>
            </a:solidFill>
            <a:ln w="5420" cap="flat">
              <a:solidFill>
                <a:srgbClr val="3A569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7" name="pg107"/>
            <p:cNvSpPr/>
            <p:nvPr/>
          </p:nvSpPr>
          <p:spPr>
            <a:xfrm>
              <a:off x="4089798" y="2273120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B548F">
                <a:alpha val="100000"/>
              </a:srgbClr>
            </a:solidFill>
            <a:ln w="5420" cap="flat">
              <a:solidFill>
                <a:srgbClr val="3B548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8" name="pg108"/>
            <p:cNvSpPr/>
            <p:nvPr/>
          </p:nvSpPr>
          <p:spPr>
            <a:xfrm>
              <a:off x="4171236" y="2273120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B528C">
                <a:alpha val="100000"/>
              </a:srgbClr>
            </a:solidFill>
            <a:ln w="5420" cap="flat">
              <a:solidFill>
                <a:srgbClr val="3B528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9" name="pg109"/>
            <p:cNvSpPr/>
            <p:nvPr/>
          </p:nvSpPr>
          <p:spPr>
            <a:xfrm>
              <a:off x="4252673" y="2273120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B528C">
                <a:alpha val="100000"/>
              </a:srgbClr>
            </a:solidFill>
            <a:ln w="5420" cap="flat">
              <a:solidFill>
                <a:srgbClr val="3B528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0" name="pg110"/>
            <p:cNvSpPr/>
            <p:nvPr/>
          </p:nvSpPr>
          <p:spPr>
            <a:xfrm>
              <a:off x="4334110" y="2273120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A5996">
                <a:alpha val="100000"/>
              </a:srgbClr>
            </a:solidFill>
            <a:ln w="5420" cap="flat">
              <a:solidFill>
                <a:srgbClr val="3A599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1" name="pg111"/>
            <p:cNvSpPr/>
            <p:nvPr/>
          </p:nvSpPr>
          <p:spPr>
            <a:xfrm>
              <a:off x="4415547" y="2273120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95F9C">
                <a:alpha val="100000"/>
              </a:srgbClr>
            </a:solidFill>
            <a:ln w="5420" cap="flat">
              <a:solidFill>
                <a:srgbClr val="395F9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2" name="pg112"/>
            <p:cNvSpPr/>
            <p:nvPr/>
          </p:nvSpPr>
          <p:spPr>
            <a:xfrm>
              <a:off x="4496984" y="2273120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A649E">
                <a:alpha val="100000"/>
              </a:srgbClr>
            </a:solidFill>
            <a:ln w="5420" cap="flat">
              <a:solidFill>
                <a:srgbClr val="3A64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3" name="pg113"/>
            <p:cNvSpPr/>
            <p:nvPr/>
          </p:nvSpPr>
          <p:spPr>
            <a:xfrm>
              <a:off x="4578421" y="2273120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A689F">
                <a:alpha val="100000"/>
              </a:srgbClr>
            </a:solidFill>
            <a:ln w="5420" cap="flat">
              <a:solidFill>
                <a:srgbClr val="3A68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4" name="pg114"/>
            <p:cNvSpPr/>
            <p:nvPr/>
          </p:nvSpPr>
          <p:spPr>
            <a:xfrm>
              <a:off x="4741296" y="2273120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A6CA0">
                <a:alpha val="100000"/>
              </a:srgbClr>
            </a:solidFill>
            <a:ln w="5420" cap="flat">
              <a:solidFill>
                <a:srgbClr val="3A6CA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5" name="pg115"/>
            <p:cNvSpPr/>
            <p:nvPr/>
          </p:nvSpPr>
          <p:spPr>
            <a:xfrm>
              <a:off x="4822733" y="2273120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A6DA0">
                <a:alpha val="100000"/>
              </a:srgbClr>
            </a:solidFill>
            <a:ln w="5420" cap="flat">
              <a:solidFill>
                <a:srgbClr val="3A6DA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6" name="pg116"/>
            <p:cNvSpPr/>
            <p:nvPr/>
          </p:nvSpPr>
          <p:spPr>
            <a:xfrm>
              <a:off x="4904170" y="2273120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A6DA0">
                <a:alpha val="100000"/>
              </a:srgbClr>
            </a:solidFill>
            <a:ln w="5420" cap="flat">
              <a:solidFill>
                <a:srgbClr val="3A6DA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7" name="pg117"/>
            <p:cNvSpPr/>
            <p:nvPr/>
          </p:nvSpPr>
          <p:spPr>
            <a:xfrm>
              <a:off x="4985607" y="2273120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A6DA0">
                <a:alpha val="100000"/>
              </a:srgbClr>
            </a:solidFill>
            <a:ln w="5420" cap="flat">
              <a:solidFill>
                <a:srgbClr val="3A6DA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8" name="pg118"/>
            <p:cNvSpPr/>
            <p:nvPr/>
          </p:nvSpPr>
          <p:spPr>
            <a:xfrm>
              <a:off x="5067044" y="2273120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A6DA0">
                <a:alpha val="100000"/>
              </a:srgbClr>
            </a:solidFill>
            <a:ln w="5420" cap="flat">
              <a:solidFill>
                <a:srgbClr val="3A6DA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9" name="pg119"/>
            <p:cNvSpPr/>
            <p:nvPr/>
          </p:nvSpPr>
          <p:spPr>
            <a:xfrm>
              <a:off x="5148481" y="2273120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A6EA0">
                <a:alpha val="100000"/>
              </a:srgbClr>
            </a:solidFill>
            <a:ln w="5420" cap="flat">
              <a:solidFill>
                <a:srgbClr val="3A6EA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0" name="pg120"/>
            <p:cNvSpPr/>
            <p:nvPr/>
          </p:nvSpPr>
          <p:spPr>
            <a:xfrm>
              <a:off x="5229918" y="2273120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A6DA0">
                <a:alpha val="100000"/>
              </a:srgbClr>
            </a:solidFill>
            <a:ln w="5420" cap="flat">
              <a:solidFill>
                <a:srgbClr val="3A6DA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1" name="pg121"/>
            <p:cNvSpPr/>
            <p:nvPr/>
          </p:nvSpPr>
          <p:spPr>
            <a:xfrm>
              <a:off x="3275427" y="2376436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A6CA0">
                <a:alpha val="100000"/>
              </a:srgbClr>
            </a:solidFill>
            <a:ln w="5420" cap="flat">
              <a:solidFill>
                <a:srgbClr val="3A6CA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2" name="pg122"/>
            <p:cNvSpPr/>
            <p:nvPr/>
          </p:nvSpPr>
          <p:spPr>
            <a:xfrm>
              <a:off x="3356864" y="2376436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A6C9F">
                <a:alpha val="100000"/>
              </a:srgbClr>
            </a:solidFill>
            <a:ln w="5420" cap="flat">
              <a:solidFill>
                <a:srgbClr val="3A6C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3" name="pg123"/>
            <p:cNvSpPr/>
            <p:nvPr/>
          </p:nvSpPr>
          <p:spPr>
            <a:xfrm>
              <a:off x="3438301" y="2376436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A6B9F">
                <a:alpha val="100000"/>
              </a:srgbClr>
            </a:solidFill>
            <a:ln w="5420" cap="flat">
              <a:solidFill>
                <a:srgbClr val="3A6B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4" name="pg124"/>
            <p:cNvSpPr/>
            <p:nvPr/>
          </p:nvSpPr>
          <p:spPr>
            <a:xfrm>
              <a:off x="3519738" y="2376436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A689F">
                <a:alpha val="100000"/>
              </a:srgbClr>
            </a:solidFill>
            <a:ln w="5420" cap="flat">
              <a:solidFill>
                <a:srgbClr val="3A68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5" name="pg125"/>
            <p:cNvSpPr/>
            <p:nvPr/>
          </p:nvSpPr>
          <p:spPr>
            <a:xfrm>
              <a:off x="3601176" y="2376436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A669E">
                <a:alpha val="100000"/>
              </a:srgbClr>
            </a:solidFill>
            <a:ln w="5420" cap="flat">
              <a:solidFill>
                <a:srgbClr val="3A66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6" name="pg126"/>
            <p:cNvSpPr/>
            <p:nvPr/>
          </p:nvSpPr>
          <p:spPr>
            <a:xfrm>
              <a:off x="3682613" y="2376436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A649E">
                <a:alpha val="100000"/>
              </a:srgbClr>
            </a:solidFill>
            <a:ln w="5420" cap="flat">
              <a:solidFill>
                <a:srgbClr val="3A64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7" name="pg127"/>
            <p:cNvSpPr/>
            <p:nvPr/>
          </p:nvSpPr>
          <p:spPr>
            <a:xfrm>
              <a:off x="3764050" y="2376436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A629D">
                <a:alpha val="100000"/>
              </a:srgbClr>
            </a:solidFill>
            <a:ln w="5420" cap="flat">
              <a:solidFill>
                <a:srgbClr val="3A62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8" name="pg128"/>
            <p:cNvSpPr/>
            <p:nvPr/>
          </p:nvSpPr>
          <p:spPr>
            <a:xfrm>
              <a:off x="3845487" y="2376436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95F9C">
                <a:alpha val="100000"/>
              </a:srgbClr>
            </a:solidFill>
            <a:ln w="5420" cap="flat">
              <a:solidFill>
                <a:srgbClr val="395F9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9" name="pg129"/>
            <p:cNvSpPr/>
            <p:nvPr/>
          </p:nvSpPr>
          <p:spPr>
            <a:xfrm>
              <a:off x="3926924" y="2376436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95C9A">
                <a:alpha val="100000"/>
              </a:srgbClr>
            </a:solidFill>
            <a:ln w="5420" cap="flat">
              <a:solidFill>
                <a:srgbClr val="395C9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0" name="pg130"/>
            <p:cNvSpPr/>
            <p:nvPr/>
          </p:nvSpPr>
          <p:spPr>
            <a:xfrm>
              <a:off x="4008361" y="2376436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A5996">
                <a:alpha val="100000"/>
              </a:srgbClr>
            </a:solidFill>
            <a:ln w="5420" cap="flat">
              <a:solidFill>
                <a:srgbClr val="3A599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1" name="pg131"/>
            <p:cNvSpPr/>
            <p:nvPr/>
          </p:nvSpPr>
          <p:spPr>
            <a:xfrm>
              <a:off x="4089798" y="2376436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A5692">
                <a:alpha val="100000"/>
              </a:srgbClr>
            </a:solidFill>
            <a:ln w="5420" cap="flat">
              <a:solidFill>
                <a:srgbClr val="3A569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2" name="pg132"/>
            <p:cNvSpPr/>
            <p:nvPr/>
          </p:nvSpPr>
          <p:spPr>
            <a:xfrm>
              <a:off x="4171236" y="2376436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B5590">
                <a:alpha val="100000"/>
              </a:srgbClr>
            </a:solidFill>
            <a:ln w="5420" cap="flat">
              <a:solidFill>
                <a:srgbClr val="3B559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3" name="pg133"/>
            <p:cNvSpPr/>
            <p:nvPr/>
          </p:nvSpPr>
          <p:spPr>
            <a:xfrm>
              <a:off x="4252673" y="2376436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B5591">
                <a:alpha val="100000"/>
              </a:srgbClr>
            </a:solidFill>
            <a:ln w="5420" cap="flat">
              <a:solidFill>
                <a:srgbClr val="3B559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4" name="pg134"/>
            <p:cNvSpPr/>
            <p:nvPr/>
          </p:nvSpPr>
          <p:spPr>
            <a:xfrm>
              <a:off x="4334110" y="2376436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95D9C">
                <a:alpha val="100000"/>
              </a:srgbClr>
            </a:solidFill>
            <a:ln w="5420" cap="flat">
              <a:solidFill>
                <a:srgbClr val="395D9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5" name="pg135"/>
            <p:cNvSpPr/>
            <p:nvPr/>
          </p:nvSpPr>
          <p:spPr>
            <a:xfrm>
              <a:off x="4415547" y="2376436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A649E">
                <a:alpha val="100000"/>
              </a:srgbClr>
            </a:solidFill>
            <a:ln w="5420" cap="flat">
              <a:solidFill>
                <a:srgbClr val="3A64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6" name="pg136"/>
            <p:cNvSpPr/>
            <p:nvPr/>
          </p:nvSpPr>
          <p:spPr>
            <a:xfrm>
              <a:off x="4496984" y="2376436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A699F">
                <a:alpha val="100000"/>
              </a:srgbClr>
            </a:solidFill>
            <a:ln w="5420" cap="flat">
              <a:solidFill>
                <a:srgbClr val="3A69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7" name="pg137"/>
            <p:cNvSpPr/>
            <p:nvPr/>
          </p:nvSpPr>
          <p:spPr>
            <a:xfrm>
              <a:off x="4578421" y="2376436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A6DA0">
                <a:alpha val="100000"/>
              </a:srgbClr>
            </a:solidFill>
            <a:ln w="5420" cap="flat">
              <a:solidFill>
                <a:srgbClr val="3A6DA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8" name="pg138"/>
            <p:cNvSpPr/>
            <p:nvPr/>
          </p:nvSpPr>
          <p:spPr>
            <a:xfrm>
              <a:off x="4659858" y="2376436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A6EA0">
                <a:alpha val="100000"/>
              </a:srgbClr>
            </a:solidFill>
            <a:ln w="5420" cap="flat">
              <a:solidFill>
                <a:srgbClr val="3A6EA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9" name="pg139"/>
            <p:cNvSpPr/>
            <p:nvPr/>
          </p:nvSpPr>
          <p:spPr>
            <a:xfrm>
              <a:off x="4741296" y="2376436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A6FA0">
                <a:alpha val="100000"/>
              </a:srgbClr>
            </a:solidFill>
            <a:ln w="5420" cap="flat">
              <a:solidFill>
                <a:srgbClr val="3A6FA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0" name="pg140"/>
            <p:cNvSpPr/>
            <p:nvPr/>
          </p:nvSpPr>
          <p:spPr>
            <a:xfrm>
              <a:off x="4822733" y="2376436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A6FA0">
                <a:alpha val="100000"/>
              </a:srgbClr>
            </a:solidFill>
            <a:ln w="5420" cap="flat">
              <a:solidFill>
                <a:srgbClr val="3A6FA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1" name="pg141"/>
            <p:cNvSpPr/>
            <p:nvPr/>
          </p:nvSpPr>
          <p:spPr>
            <a:xfrm>
              <a:off x="4904170" y="2376436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A6FA0">
                <a:alpha val="100000"/>
              </a:srgbClr>
            </a:solidFill>
            <a:ln w="5420" cap="flat">
              <a:solidFill>
                <a:srgbClr val="3A6FA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2" name="pg142"/>
            <p:cNvSpPr/>
            <p:nvPr/>
          </p:nvSpPr>
          <p:spPr>
            <a:xfrm>
              <a:off x="4985607" y="2376436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A6EA0">
                <a:alpha val="100000"/>
              </a:srgbClr>
            </a:solidFill>
            <a:ln w="5420" cap="flat">
              <a:solidFill>
                <a:srgbClr val="3A6EA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3" name="pg143"/>
            <p:cNvSpPr/>
            <p:nvPr/>
          </p:nvSpPr>
          <p:spPr>
            <a:xfrm>
              <a:off x="5067044" y="2376436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A6EA0">
                <a:alpha val="100000"/>
              </a:srgbClr>
            </a:solidFill>
            <a:ln w="5420" cap="flat">
              <a:solidFill>
                <a:srgbClr val="3A6EA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4" name="pg144"/>
            <p:cNvSpPr/>
            <p:nvPr/>
          </p:nvSpPr>
          <p:spPr>
            <a:xfrm>
              <a:off x="5148481" y="2376436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A6EA0">
                <a:alpha val="100000"/>
              </a:srgbClr>
            </a:solidFill>
            <a:ln w="5420" cap="flat">
              <a:solidFill>
                <a:srgbClr val="3A6EA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5" name="pg145"/>
            <p:cNvSpPr/>
            <p:nvPr/>
          </p:nvSpPr>
          <p:spPr>
            <a:xfrm>
              <a:off x="3275427" y="2479752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A6DA0">
                <a:alpha val="100000"/>
              </a:srgbClr>
            </a:solidFill>
            <a:ln w="5420" cap="flat">
              <a:solidFill>
                <a:srgbClr val="3A6DA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6" name="pg146"/>
            <p:cNvSpPr/>
            <p:nvPr/>
          </p:nvSpPr>
          <p:spPr>
            <a:xfrm>
              <a:off x="3356864" y="2479752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A6CA0">
                <a:alpha val="100000"/>
              </a:srgbClr>
            </a:solidFill>
            <a:ln w="5420" cap="flat">
              <a:solidFill>
                <a:srgbClr val="3A6CA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7" name="pg147"/>
            <p:cNvSpPr/>
            <p:nvPr/>
          </p:nvSpPr>
          <p:spPr>
            <a:xfrm>
              <a:off x="3438301" y="2479752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A6B9F">
                <a:alpha val="100000"/>
              </a:srgbClr>
            </a:solidFill>
            <a:ln w="5420" cap="flat">
              <a:solidFill>
                <a:srgbClr val="3A6B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8" name="pg148"/>
            <p:cNvSpPr/>
            <p:nvPr/>
          </p:nvSpPr>
          <p:spPr>
            <a:xfrm>
              <a:off x="3519738" y="2479752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A699F">
                <a:alpha val="100000"/>
              </a:srgbClr>
            </a:solidFill>
            <a:ln w="5420" cap="flat">
              <a:solidFill>
                <a:srgbClr val="3A69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9" name="pg149"/>
            <p:cNvSpPr/>
            <p:nvPr/>
          </p:nvSpPr>
          <p:spPr>
            <a:xfrm>
              <a:off x="3601176" y="2479752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A689F">
                <a:alpha val="100000"/>
              </a:srgbClr>
            </a:solidFill>
            <a:ln w="5420" cap="flat">
              <a:solidFill>
                <a:srgbClr val="3A68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0" name="pg150"/>
            <p:cNvSpPr/>
            <p:nvPr/>
          </p:nvSpPr>
          <p:spPr>
            <a:xfrm>
              <a:off x="3682613" y="2479752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A669E">
                <a:alpha val="100000"/>
              </a:srgbClr>
            </a:solidFill>
            <a:ln w="5420" cap="flat">
              <a:solidFill>
                <a:srgbClr val="3A66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1" name="pg151"/>
            <p:cNvSpPr/>
            <p:nvPr/>
          </p:nvSpPr>
          <p:spPr>
            <a:xfrm>
              <a:off x="3764050" y="2479752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A649E">
                <a:alpha val="100000"/>
              </a:srgbClr>
            </a:solidFill>
            <a:ln w="5420" cap="flat">
              <a:solidFill>
                <a:srgbClr val="3A64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2" name="pg152"/>
            <p:cNvSpPr/>
            <p:nvPr/>
          </p:nvSpPr>
          <p:spPr>
            <a:xfrm>
              <a:off x="3845487" y="2479752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A629D">
                <a:alpha val="100000"/>
              </a:srgbClr>
            </a:solidFill>
            <a:ln w="5420" cap="flat">
              <a:solidFill>
                <a:srgbClr val="3A62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3" name="pg153"/>
            <p:cNvSpPr/>
            <p:nvPr/>
          </p:nvSpPr>
          <p:spPr>
            <a:xfrm>
              <a:off x="3926924" y="2479752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95F9C">
                <a:alpha val="100000"/>
              </a:srgbClr>
            </a:solidFill>
            <a:ln w="5420" cap="flat">
              <a:solidFill>
                <a:srgbClr val="395F9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4" name="pg154"/>
            <p:cNvSpPr/>
            <p:nvPr/>
          </p:nvSpPr>
          <p:spPr>
            <a:xfrm>
              <a:off x="4008361" y="2479752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95D9B">
                <a:alpha val="100000"/>
              </a:srgbClr>
            </a:solidFill>
            <a:ln w="5420" cap="flat">
              <a:solidFill>
                <a:srgbClr val="395D9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5" name="pg155"/>
            <p:cNvSpPr/>
            <p:nvPr/>
          </p:nvSpPr>
          <p:spPr>
            <a:xfrm>
              <a:off x="4089798" y="2479752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A5A98">
                <a:alpha val="100000"/>
              </a:srgbClr>
            </a:solidFill>
            <a:ln w="5420" cap="flat">
              <a:solidFill>
                <a:srgbClr val="3A5A9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6" name="pg156"/>
            <p:cNvSpPr/>
            <p:nvPr/>
          </p:nvSpPr>
          <p:spPr>
            <a:xfrm>
              <a:off x="4171236" y="2479752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A5B99">
                <a:alpha val="100000"/>
              </a:srgbClr>
            </a:solidFill>
            <a:ln w="5420" cap="flat">
              <a:solidFill>
                <a:srgbClr val="3A5B9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7" name="pg157"/>
            <p:cNvSpPr/>
            <p:nvPr/>
          </p:nvSpPr>
          <p:spPr>
            <a:xfrm>
              <a:off x="4252673" y="2479752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95C9A">
                <a:alpha val="100000"/>
              </a:srgbClr>
            </a:solidFill>
            <a:ln w="5420" cap="flat">
              <a:solidFill>
                <a:srgbClr val="395C9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8" name="pg158"/>
            <p:cNvSpPr/>
            <p:nvPr/>
          </p:nvSpPr>
          <p:spPr>
            <a:xfrm>
              <a:off x="4334110" y="2479752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A649E">
                <a:alpha val="100000"/>
              </a:srgbClr>
            </a:solidFill>
            <a:ln w="5420" cap="flat">
              <a:solidFill>
                <a:srgbClr val="3A64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9" name="pg159"/>
            <p:cNvSpPr/>
            <p:nvPr/>
          </p:nvSpPr>
          <p:spPr>
            <a:xfrm>
              <a:off x="4415547" y="2479752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A6A9F">
                <a:alpha val="100000"/>
              </a:srgbClr>
            </a:solidFill>
            <a:ln w="5420" cap="flat">
              <a:solidFill>
                <a:srgbClr val="3A6A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0" name="pg160"/>
            <p:cNvSpPr/>
            <p:nvPr/>
          </p:nvSpPr>
          <p:spPr>
            <a:xfrm>
              <a:off x="4496984" y="2479752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A6EA0">
                <a:alpha val="100000"/>
              </a:srgbClr>
            </a:solidFill>
            <a:ln w="5420" cap="flat">
              <a:solidFill>
                <a:srgbClr val="3A6EA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1" name="pg161"/>
            <p:cNvSpPr/>
            <p:nvPr/>
          </p:nvSpPr>
          <p:spPr>
            <a:xfrm>
              <a:off x="4578421" y="2479752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B71A1">
                <a:alpha val="100000"/>
              </a:srgbClr>
            </a:solidFill>
            <a:ln w="5420" cap="flat">
              <a:solidFill>
                <a:srgbClr val="3B71A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2" name="pg162"/>
            <p:cNvSpPr/>
            <p:nvPr/>
          </p:nvSpPr>
          <p:spPr>
            <a:xfrm>
              <a:off x="4659858" y="2479752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B71A1">
                <a:alpha val="100000"/>
              </a:srgbClr>
            </a:solidFill>
            <a:ln w="5420" cap="flat">
              <a:solidFill>
                <a:srgbClr val="3B71A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3" name="pg163"/>
            <p:cNvSpPr/>
            <p:nvPr/>
          </p:nvSpPr>
          <p:spPr>
            <a:xfrm>
              <a:off x="4741296" y="2479752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B71A1">
                <a:alpha val="100000"/>
              </a:srgbClr>
            </a:solidFill>
            <a:ln w="5420" cap="flat">
              <a:solidFill>
                <a:srgbClr val="3B71A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4" name="pg164"/>
            <p:cNvSpPr/>
            <p:nvPr/>
          </p:nvSpPr>
          <p:spPr>
            <a:xfrm>
              <a:off x="4822733" y="2479752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B70A1">
                <a:alpha val="100000"/>
              </a:srgbClr>
            </a:solidFill>
            <a:ln w="5420" cap="flat">
              <a:solidFill>
                <a:srgbClr val="3B70A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5" name="pg165"/>
            <p:cNvSpPr/>
            <p:nvPr/>
          </p:nvSpPr>
          <p:spPr>
            <a:xfrm>
              <a:off x="4904170" y="2479752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B70A0">
                <a:alpha val="100000"/>
              </a:srgbClr>
            </a:solidFill>
            <a:ln w="5420" cap="flat">
              <a:solidFill>
                <a:srgbClr val="3B70A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6" name="pg166"/>
            <p:cNvSpPr/>
            <p:nvPr/>
          </p:nvSpPr>
          <p:spPr>
            <a:xfrm>
              <a:off x="4985607" y="2479752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B6FA0">
                <a:alpha val="100000"/>
              </a:srgbClr>
            </a:solidFill>
            <a:ln w="5420" cap="flat">
              <a:solidFill>
                <a:srgbClr val="3B6FA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7" name="pg167"/>
            <p:cNvSpPr/>
            <p:nvPr/>
          </p:nvSpPr>
          <p:spPr>
            <a:xfrm>
              <a:off x="5067044" y="2479752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A6FA0">
                <a:alpha val="100000"/>
              </a:srgbClr>
            </a:solidFill>
            <a:ln w="5420" cap="flat">
              <a:solidFill>
                <a:srgbClr val="3A6FA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8" name="pg168"/>
            <p:cNvSpPr/>
            <p:nvPr/>
          </p:nvSpPr>
          <p:spPr>
            <a:xfrm>
              <a:off x="3031116" y="2583068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A6EA0">
                <a:alpha val="100000"/>
              </a:srgbClr>
            </a:solidFill>
            <a:ln w="5420" cap="flat">
              <a:solidFill>
                <a:srgbClr val="3A6EA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9" name="pg169"/>
            <p:cNvSpPr/>
            <p:nvPr/>
          </p:nvSpPr>
          <p:spPr>
            <a:xfrm>
              <a:off x="3112553" y="2583068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A6EA0">
                <a:alpha val="100000"/>
              </a:srgbClr>
            </a:solidFill>
            <a:ln w="5420" cap="flat">
              <a:solidFill>
                <a:srgbClr val="3A6EA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0" name="pg170"/>
            <p:cNvSpPr/>
            <p:nvPr/>
          </p:nvSpPr>
          <p:spPr>
            <a:xfrm>
              <a:off x="3275427" y="2583068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A6DA0">
                <a:alpha val="100000"/>
              </a:srgbClr>
            </a:solidFill>
            <a:ln w="5420" cap="flat">
              <a:solidFill>
                <a:srgbClr val="3A6DA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1" name="pg171"/>
            <p:cNvSpPr/>
            <p:nvPr/>
          </p:nvSpPr>
          <p:spPr>
            <a:xfrm>
              <a:off x="3356864" y="2583068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A6CA0">
                <a:alpha val="100000"/>
              </a:srgbClr>
            </a:solidFill>
            <a:ln w="5420" cap="flat">
              <a:solidFill>
                <a:srgbClr val="3A6CA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2" name="pg172"/>
            <p:cNvSpPr/>
            <p:nvPr/>
          </p:nvSpPr>
          <p:spPr>
            <a:xfrm>
              <a:off x="3438301" y="2583068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A6CA0">
                <a:alpha val="100000"/>
              </a:srgbClr>
            </a:solidFill>
            <a:ln w="5420" cap="flat">
              <a:solidFill>
                <a:srgbClr val="3A6CA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3" name="pg173"/>
            <p:cNvSpPr/>
            <p:nvPr/>
          </p:nvSpPr>
          <p:spPr>
            <a:xfrm>
              <a:off x="3519738" y="2583068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A6A9F">
                <a:alpha val="100000"/>
              </a:srgbClr>
            </a:solidFill>
            <a:ln w="5420" cap="flat">
              <a:solidFill>
                <a:srgbClr val="3A6A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4" name="pg174"/>
            <p:cNvSpPr/>
            <p:nvPr/>
          </p:nvSpPr>
          <p:spPr>
            <a:xfrm>
              <a:off x="3601176" y="2583068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A699F">
                <a:alpha val="100000"/>
              </a:srgbClr>
            </a:solidFill>
            <a:ln w="5420" cap="flat">
              <a:solidFill>
                <a:srgbClr val="3A69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5" name="pg175"/>
            <p:cNvSpPr/>
            <p:nvPr/>
          </p:nvSpPr>
          <p:spPr>
            <a:xfrm>
              <a:off x="3682613" y="2583068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A689F">
                <a:alpha val="100000"/>
              </a:srgbClr>
            </a:solidFill>
            <a:ln w="5420" cap="flat">
              <a:solidFill>
                <a:srgbClr val="3A68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6" name="pg176"/>
            <p:cNvSpPr/>
            <p:nvPr/>
          </p:nvSpPr>
          <p:spPr>
            <a:xfrm>
              <a:off x="3764050" y="2583068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A679E">
                <a:alpha val="100000"/>
              </a:srgbClr>
            </a:solidFill>
            <a:ln w="5420" cap="flat">
              <a:solidFill>
                <a:srgbClr val="3A67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7" name="pg177"/>
            <p:cNvSpPr/>
            <p:nvPr/>
          </p:nvSpPr>
          <p:spPr>
            <a:xfrm>
              <a:off x="3845487" y="2583068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A659E">
                <a:alpha val="100000"/>
              </a:srgbClr>
            </a:solidFill>
            <a:ln w="5420" cap="flat">
              <a:solidFill>
                <a:srgbClr val="3A65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8" name="pg178"/>
            <p:cNvSpPr/>
            <p:nvPr/>
          </p:nvSpPr>
          <p:spPr>
            <a:xfrm>
              <a:off x="4089798" y="2583068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9609D">
                <a:alpha val="100000"/>
              </a:srgbClr>
            </a:solidFill>
            <a:ln w="5420" cap="flat">
              <a:solidFill>
                <a:srgbClr val="3960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9" name="pg179"/>
            <p:cNvSpPr/>
            <p:nvPr/>
          </p:nvSpPr>
          <p:spPr>
            <a:xfrm>
              <a:off x="4171236" y="2583068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A619D">
                <a:alpha val="100000"/>
              </a:srgbClr>
            </a:solidFill>
            <a:ln w="5420" cap="flat">
              <a:solidFill>
                <a:srgbClr val="3A61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0" name="pg180"/>
            <p:cNvSpPr/>
            <p:nvPr/>
          </p:nvSpPr>
          <p:spPr>
            <a:xfrm>
              <a:off x="4252673" y="2583068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A629D">
                <a:alpha val="100000"/>
              </a:srgbClr>
            </a:solidFill>
            <a:ln w="5420" cap="flat">
              <a:solidFill>
                <a:srgbClr val="3A62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1" name="pg181"/>
            <p:cNvSpPr/>
            <p:nvPr/>
          </p:nvSpPr>
          <p:spPr>
            <a:xfrm>
              <a:off x="4334110" y="2583068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A699F">
                <a:alpha val="100000"/>
              </a:srgbClr>
            </a:solidFill>
            <a:ln w="5420" cap="flat">
              <a:solidFill>
                <a:srgbClr val="3A69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2" name="pg182"/>
            <p:cNvSpPr/>
            <p:nvPr/>
          </p:nvSpPr>
          <p:spPr>
            <a:xfrm>
              <a:off x="4415547" y="2583068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A6EA0">
                <a:alpha val="100000"/>
              </a:srgbClr>
            </a:solidFill>
            <a:ln w="5420" cap="flat">
              <a:solidFill>
                <a:srgbClr val="3A6EA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3" name="pg183"/>
            <p:cNvSpPr/>
            <p:nvPr/>
          </p:nvSpPr>
          <p:spPr>
            <a:xfrm>
              <a:off x="4496984" y="2583068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B71A1">
                <a:alpha val="100000"/>
              </a:srgbClr>
            </a:solidFill>
            <a:ln w="5420" cap="flat">
              <a:solidFill>
                <a:srgbClr val="3B71A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4" name="pg184"/>
            <p:cNvSpPr/>
            <p:nvPr/>
          </p:nvSpPr>
          <p:spPr>
            <a:xfrm>
              <a:off x="4578421" y="2583068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B73A1">
                <a:alpha val="100000"/>
              </a:srgbClr>
            </a:solidFill>
            <a:ln w="5420" cap="flat">
              <a:solidFill>
                <a:srgbClr val="3B73A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5" name="pg185"/>
            <p:cNvSpPr/>
            <p:nvPr/>
          </p:nvSpPr>
          <p:spPr>
            <a:xfrm>
              <a:off x="4659858" y="2583068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A73A1">
                <a:alpha val="100000"/>
              </a:srgbClr>
            </a:solidFill>
            <a:ln w="5420" cap="flat">
              <a:solidFill>
                <a:srgbClr val="3A73A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6" name="pg186"/>
            <p:cNvSpPr/>
            <p:nvPr/>
          </p:nvSpPr>
          <p:spPr>
            <a:xfrm>
              <a:off x="4741296" y="2583068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B72A1">
                <a:alpha val="100000"/>
              </a:srgbClr>
            </a:solidFill>
            <a:ln w="5420" cap="flat">
              <a:solidFill>
                <a:srgbClr val="3B72A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7" name="pg187"/>
            <p:cNvSpPr/>
            <p:nvPr/>
          </p:nvSpPr>
          <p:spPr>
            <a:xfrm>
              <a:off x="4822733" y="2583068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B71A1">
                <a:alpha val="100000"/>
              </a:srgbClr>
            </a:solidFill>
            <a:ln w="5420" cap="flat">
              <a:solidFill>
                <a:srgbClr val="3B71A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8" name="pg188"/>
            <p:cNvSpPr/>
            <p:nvPr/>
          </p:nvSpPr>
          <p:spPr>
            <a:xfrm>
              <a:off x="4904170" y="2583068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B71A1">
                <a:alpha val="100000"/>
              </a:srgbClr>
            </a:solidFill>
            <a:ln w="5420" cap="flat">
              <a:solidFill>
                <a:srgbClr val="3B71A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9" name="pg189"/>
            <p:cNvSpPr/>
            <p:nvPr/>
          </p:nvSpPr>
          <p:spPr>
            <a:xfrm>
              <a:off x="4985607" y="2583068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B70A1">
                <a:alpha val="100000"/>
              </a:srgbClr>
            </a:solidFill>
            <a:ln w="5420" cap="flat">
              <a:solidFill>
                <a:srgbClr val="3B70A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0" name="pg190"/>
            <p:cNvSpPr/>
            <p:nvPr/>
          </p:nvSpPr>
          <p:spPr>
            <a:xfrm>
              <a:off x="2949678" y="2686384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A6EA0">
                <a:alpha val="100000"/>
              </a:srgbClr>
            </a:solidFill>
            <a:ln w="5420" cap="flat">
              <a:solidFill>
                <a:srgbClr val="3A6EA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1" name="pg191"/>
            <p:cNvSpPr/>
            <p:nvPr/>
          </p:nvSpPr>
          <p:spPr>
            <a:xfrm>
              <a:off x="3031116" y="2686384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A6DA0">
                <a:alpha val="100000"/>
              </a:srgbClr>
            </a:solidFill>
            <a:ln w="5420" cap="flat">
              <a:solidFill>
                <a:srgbClr val="3A6DA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2" name="pg192"/>
            <p:cNvSpPr/>
            <p:nvPr/>
          </p:nvSpPr>
          <p:spPr>
            <a:xfrm>
              <a:off x="3112553" y="2686384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A6DA0">
                <a:alpha val="100000"/>
              </a:srgbClr>
            </a:solidFill>
            <a:ln w="5420" cap="flat">
              <a:solidFill>
                <a:srgbClr val="3A6DA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3" name="pg193"/>
            <p:cNvSpPr/>
            <p:nvPr/>
          </p:nvSpPr>
          <p:spPr>
            <a:xfrm>
              <a:off x="3193990" y="2686384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A6DA0">
                <a:alpha val="100000"/>
              </a:srgbClr>
            </a:solidFill>
            <a:ln w="5420" cap="flat">
              <a:solidFill>
                <a:srgbClr val="3A6DA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4" name="pg194"/>
            <p:cNvSpPr/>
            <p:nvPr/>
          </p:nvSpPr>
          <p:spPr>
            <a:xfrm>
              <a:off x="3275427" y="2686384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A6DA0">
                <a:alpha val="100000"/>
              </a:srgbClr>
            </a:solidFill>
            <a:ln w="5420" cap="flat">
              <a:solidFill>
                <a:srgbClr val="3A6DA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5" name="pg195"/>
            <p:cNvSpPr/>
            <p:nvPr/>
          </p:nvSpPr>
          <p:spPr>
            <a:xfrm>
              <a:off x="3356864" y="2686384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A6CA0">
                <a:alpha val="100000"/>
              </a:srgbClr>
            </a:solidFill>
            <a:ln w="5420" cap="flat">
              <a:solidFill>
                <a:srgbClr val="3A6CA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6" name="pg196"/>
            <p:cNvSpPr/>
            <p:nvPr/>
          </p:nvSpPr>
          <p:spPr>
            <a:xfrm>
              <a:off x="3438301" y="2686384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A6CA0">
                <a:alpha val="100000"/>
              </a:srgbClr>
            </a:solidFill>
            <a:ln w="5420" cap="flat">
              <a:solidFill>
                <a:srgbClr val="3A6CA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7" name="pg197"/>
            <p:cNvSpPr/>
            <p:nvPr/>
          </p:nvSpPr>
          <p:spPr>
            <a:xfrm>
              <a:off x="3519738" y="2686384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A6C9F">
                <a:alpha val="100000"/>
              </a:srgbClr>
            </a:solidFill>
            <a:ln w="5420" cap="flat">
              <a:solidFill>
                <a:srgbClr val="3A6C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8" name="pg198"/>
            <p:cNvSpPr/>
            <p:nvPr/>
          </p:nvSpPr>
          <p:spPr>
            <a:xfrm>
              <a:off x="3601176" y="2686384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A6B9F">
                <a:alpha val="100000"/>
              </a:srgbClr>
            </a:solidFill>
            <a:ln w="5420" cap="flat">
              <a:solidFill>
                <a:srgbClr val="3A6B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9" name="pg199"/>
            <p:cNvSpPr/>
            <p:nvPr/>
          </p:nvSpPr>
          <p:spPr>
            <a:xfrm>
              <a:off x="3682613" y="2686384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A6A9F">
                <a:alpha val="100000"/>
              </a:srgbClr>
            </a:solidFill>
            <a:ln w="5420" cap="flat">
              <a:solidFill>
                <a:srgbClr val="3A6A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0" name="pg200"/>
            <p:cNvSpPr/>
            <p:nvPr/>
          </p:nvSpPr>
          <p:spPr>
            <a:xfrm>
              <a:off x="3764050" y="2686384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A699F">
                <a:alpha val="100000"/>
              </a:srgbClr>
            </a:solidFill>
            <a:ln w="5420" cap="flat">
              <a:solidFill>
                <a:srgbClr val="3A69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1" name="pg201"/>
            <p:cNvSpPr/>
            <p:nvPr/>
          </p:nvSpPr>
          <p:spPr>
            <a:xfrm>
              <a:off x="3845487" y="2686384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A689F">
                <a:alpha val="100000"/>
              </a:srgbClr>
            </a:solidFill>
            <a:ln w="5420" cap="flat">
              <a:solidFill>
                <a:srgbClr val="3A68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2" name="pg202"/>
            <p:cNvSpPr/>
            <p:nvPr/>
          </p:nvSpPr>
          <p:spPr>
            <a:xfrm>
              <a:off x="4171236" y="2686384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A669E">
                <a:alpha val="100000"/>
              </a:srgbClr>
            </a:solidFill>
            <a:ln w="5420" cap="flat">
              <a:solidFill>
                <a:srgbClr val="3A66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3" name="pg203"/>
            <p:cNvSpPr/>
            <p:nvPr/>
          </p:nvSpPr>
          <p:spPr>
            <a:xfrm>
              <a:off x="4252673" y="2686384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A679E">
                <a:alpha val="100000"/>
              </a:srgbClr>
            </a:solidFill>
            <a:ln w="5420" cap="flat">
              <a:solidFill>
                <a:srgbClr val="3A67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4" name="pg204"/>
            <p:cNvSpPr/>
            <p:nvPr/>
          </p:nvSpPr>
          <p:spPr>
            <a:xfrm>
              <a:off x="4334110" y="2686384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A6CA0">
                <a:alpha val="100000"/>
              </a:srgbClr>
            </a:solidFill>
            <a:ln w="5420" cap="flat">
              <a:solidFill>
                <a:srgbClr val="3A6CA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5" name="pg205"/>
            <p:cNvSpPr/>
            <p:nvPr/>
          </p:nvSpPr>
          <p:spPr>
            <a:xfrm>
              <a:off x="4415547" y="2686384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A6FA0">
                <a:alpha val="100000"/>
              </a:srgbClr>
            </a:solidFill>
            <a:ln w="5420" cap="flat">
              <a:solidFill>
                <a:srgbClr val="3A6FA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6" name="pg206"/>
            <p:cNvSpPr/>
            <p:nvPr/>
          </p:nvSpPr>
          <p:spPr>
            <a:xfrm>
              <a:off x="4496984" y="2686384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B71A1">
                <a:alpha val="100000"/>
              </a:srgbClr>
            </a:solidFill>
            <a:ln w="5420" cap="flat">
              <a:solidFill>
                <a:srgbClr val="3B71A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7" name="pg207"/>
            <p:cNvSpPr/>
            <p:nvPr/>
          </p:nvSpPr>
          <p:spPr>
            <a:xfrm>
              <a:off x="4578421" y="2686384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B72A1">
                <a:alpha val="100000"/>
              </a:srgbClr>
            </a:solidFill>
            <a:ln w="5420" cap="flat">
              <a:solidFill>
                <a:srgbClr val="3B72A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8" name="pg208"/>
            <p:cNvSpPr/>
            <p:nvPr/>
          </p:nvSpPr>
          <p:spPr>
            <a:xfrm>
              <a:off x="4659858" y="2686384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B73A1">
                <a:alpha val="100000"/>
              </a:srgbClr>
            </a:solidFill>
            <a:ln w="5420" cap="flat">
              <a:solidFill>
                <a:srgbClr val="3B73A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9" name="pg209"/>
            <p:cNvSpPr/>
            <p:nvPr/>
          </p:nvSpPr>
          <p:spPr>
            <a:xfrm>
              <a:off x="4741296" y="2686384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B72A1">
                <a:alpha val="100000"/>
              </a:srgbClr>
            </a:solidFill>
            <a:ln w="5420" cap="flat">
              <a:solidFill>
                <a:srgbClr val="3B72A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0" name="pg210"/>
            <p:cNvSpPr/>
            <p:nvPr/>
          </p:nvSpPr>
          <p:spPr>
            <a:xfrm>
              <a:off x="4822733" y="2686384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B72A1">
                <a:alpha val="100000"/>
              </a:srgbClr>
            </a:solidFill>
            <a:ln w="5420" cap="flat">
              <a:solidFill>
                <a:srgbClr val="3B72A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1" name="pg211"/>
            <p:cNvSpPr/>
            <p:nvPr/>
          </p:nvSpPr>
          <p:spPr>
            <a:xfrm>
              <a:off x="4904170" y="2686384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B71A1">
                <a:alpha val="100000"/>
              </a:srgbClr>
            </a:solidFill>
            <a:ln w="5420" cap="flat">
              <a:solidFill>
                <a:srgbClr val="3B71A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2" name="pg212"/>
            <p:cNvSpPr/>
            <p:nvPr/>
          </p:nvSpPr>
          <p:spPr>
            <a:xfrm>
              <a:off x="2868241" y="2789700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A6DA0">
                <a:alpha val="100000"/>
              </a:srgbClr>
            </a:solidFill>
            <a:ln w="5420" cap="flat">
              <a:solidFill>
                <a:srgbClr val="3A6DA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3" name="pg213"/>
            <p:cNvSpPr/>
            <p:nvPr/>
          </p:nvSpPr>
          <p:spPr>
            <a:xfrm>
              <a:off x="2949678" y="2789700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A6DA0">
                <a:alpha val="100000"/>
              </a:srgbClr>
            </a:solidFill>
            <a:ln w="5420" cap="flat">
              <a:solidFill>
                <a:srgbClr val="3A6DA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4" name="pg214"/>
            <p:cNvSpPr/>
            <p:nvPr/>
          </p:nvSpPr>
          <p:spPr>
            <a:xfrm>
              <a:off x="3031116" y="2789700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A6CA0">
                <a:alpha val="100000"/>
              </a:srgbClr>
            </a:solidFill>
            <a:ln w="5420" cap="flat">
              <a:solidFill>
                <a:srgbClr val="3A6CA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5" name="pg215"/>
            <p:cNvSpPr/>
            <p:nvPr/>
          </p:nvSpPr>
          <p:spPr>
            <a:xfrm>
              <a:off x="3112553" y="2789700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A6CA0">
                <a:alpha val="100000"/>
              </a:srgbClr>
            </a:solidFill>
            <a:ln w="5420" cap="flat">
              <a:solidFill>
                <a:srgbClr val="3A6CA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6" name="pg216"/>
            <p:cNvSpPr/>
            <p:nvPr/>
          </p:nvSpPr>
          <p:spPr>
            <a:xfrm>
              <a:off x="3193990" y="2789700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A6CA0">
                <a:alpha val="100000"/>
              </a:srgbClr>
            </a:solidFill>
            <a:ln w="5420" cap="flat">
              <a:solidFill>
                <a:srgbClr val="3A6CA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7" name="pg217"/>
            <p:cNvSpPr/>
            <p:nvPr/>
          </p:nvSpPr>
          <p:spPr>
            <a:xfrm>
              <a:off x="3275427" y="2789700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A6CA0">
                <a:alpha val="100000"/>
              </a:srgbClr>
            </a:solidFill>
            <a:ln w="5420" cap="flat">
              <a:solidFill>
                <a:srgbClr val="3A6CA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8" name="pg218"/>
            <p:cNvSpPr/>
            <p:nvPr/>
          </p:nvSpPr>
          <p:spPr>
            <a:xfrm>
              <a:off x="3356864" y="2789700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A6CA0">
                <a:alpha val="100000"/>
              </a:srgbClr>
            </a:solidFill>
            <a:ln w="5420" cap="flat">
              <a:solidFill>
                <a:srgbClr val="3A6CA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9" name="pg219"/>
            <p:cNvSpPr/>
            <p:nvPr/>
          </p:nvSpPr>
          <p:spPr>
            <a:xfrm>
              <a:off x="3438301" y="2789700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A6CA0">
                <a:alpha val="100000"/>
              </a:srgbClr>
            </a:solidFill>
            <a:ln w="5420" cap="flat">
              <a:solidFill>
                <a:srgbClr val="3A6CA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0" name="pg220"/>
            <p:cNvSpPr/>
            <p:nvPr/>
          </p:nvSpPr>
          <p:spPr>
            <a:xfrm>
              <a:off x="3519738" y="2789700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A6CA0">
                <a:alpha val="100000"/>
              </a:srgbClr>
            </a:solidFill>
            <a:ln w="5420" cap="flat">
              <a:solidFill>
                <a:srgbClr val="3A6CA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1" name="pg221"/>
            <p:cNvSpPr/>
            <p:nvPr/>
          </p:nvSpPr>
          <p:spPr>
            <a:xfrm>
              <a:off x="3601176" y="2789700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A6CA0">
                <a:alpha val="100000"/>
              </a:srgbClr>
            </a:solidFill>
            <a:ln w="5420" cap="flat">
              <a:solidFill>
                <a:srgbClr val="3A6CA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2" name="pg222"/>
            <p:cNvSpPr/>
            <p:nvPr/>
          </p:nvSpPr>
          <p:spPr>
            <a:xfrm>
              <a:off x="3682613" y="2789700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A6C9F">
                <a:alpha val="100000"/>
              </a:srgbClr>
            </a:solidFill>
            <a:ln w="5420" cap="flat">
              <a:solidFill>
                <a:srgbClr val="3A6C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3" name="pg223"/>
            <p:cNvSpPr/>
            <p:nvPr/>
          </p:nvSpPr>
          <p:spPr>
            <a:xfrm>
              <a:off x="3764050" y="2789700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A6B9F">
                <a:alpha val="100000"/>
              </a:srgbClr>
            </a:solidFill>
            <a:ln w="5420" cap="flat">
              <a:solidFill>
                <a:srgbClr val="3A6B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4" name="pg224"/>
            <p:cNvSpPr/>
            <p:nvPr/>
          </p:nvSpPr>
          <p:spPr>
            <a:xfrm>
              <a:off x="3845487" y="2789700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A6B9F">
                <a:alpha val="100000"/>
              </a:srgbClr>
            </a:solidFill>
            <a:ln w="5420" cap="flat">
              <a:solidFill>
                <a:srgbClr val="3A6B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5" name="pg225"/>
            <p:cNvSpPr/>
            <p:nvPr/>
          </p:nvSpPr>
          <p:spPr>
            <a:xfrm>
              <a:off x="4171236" y="2789700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A699F">
                <a:alpha val="100000"/>
              </a:srgbClr>
            </a:solidFill>
            <a:ln w="5420" cap="flat">
              <a:solidFill>
                <a:srgbClr val="3A69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6" name="pg226"/>
            <p:cNvSpPr/>
            <p:nvPr/>
          </p:nvSpPr>
          <p:spPr>
            <a:xfrm>
              <a:off x="4252673" y="2789700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A6A9F">
                <a:alpha val="100000"/>
              </a:srgbClr>
            </a:solidFill>
            <a:ln w="5420" cap="flat">
              <a:solidFill>
                <a:srgbClr val="3A6A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7" name="pg227"/>
            <p:cNvSpPr/>
            <p:nvPr/>
          </p:nvSpPr>
          <p:spPr>
            <a:xfrm>
              <a:off x="4334110" y="2789700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A6DA0">
                <a:alpha val="100000"/>
              </a:srgbClr>
            </a:solidFill>
            <a:ln w="5420" cap="flat">
              <a:solidFill>
                <a:srgbClr val="3A6DA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8" name="pg228"/>
            <p:cNvSpPr/>
            <p:nvPr/>
          </p:nvSpPr>
          <p:spPr>
            <a:xfrm>
              <a:off x="4415547" y="2789700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A6FA0">
                <a:alpha val="100000"/>
              </a:srgbClr>
            </a:solidFill>
            <a:ln w="5420" cap="flat">
              <a:solidFill>
                <a:srgbClr val="3A6FA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9" name="pg229"/>
            <p:cNvSpPr/>
            <p:nvPr/>
          </p:nvSpPr>
          <p:spPr>
            <a:xfrm>
              <a:off x="4496984" y="2789700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B71A1">
                <a:alpha val="100000"/>
              </a:srgbClr>
            </a:solidFill>
            <a:ln w="5420" cap="flat">
              <a:solidFill>
                <a:srgbClr val="3B71A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0" name="pg230"/>
            <p:cNvSpPr/>
            <p:nvPr/>
          </p:nvSpPr>
          <p:spPr>
            <a:xfrm>
              <a:off x="4578421" y="2789700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B72A1">
                <a:alpha val="100000"/>
              </a:srgbClr>
            </a:solidFill>
            <a:ln w="5420" cap="flat">
              <a:solidFill>
                <a:srgbClr val="3B72A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1" name="pg231"/>
            <p:cNvSpPr/>
            <p:nvPr/>
          </p:nvSpPr>
          <p:spPr>
            <a:xfrm>
              <a:off x="4659858" y="2789700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B72A1">
                <a:alpha val="100000"/>
              </a:srgbClr>
            </a:solidFill>
            <a:ln w="5420" cap="flat">
              <a:solidFill>
                <a:srgbClr val="3B72A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2" name="pg232"/>
            <p:cNvSpPr/>
            <p:nvPr/>
          </p:nvSpPr>
          <p:spPr>
            <a:xfrm>
              <a:off x="4741296" y="2789700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B72A1">
                <a:alpha val="100000"/>
              </a:srgbClr>
            </a:solidFill>
            <a:ln w="5420" cap="flat">
              <a:solidFill>
                <a:srgbClr val="3B72A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3" name="pg233"/>
            <p:cNvSpPr/>
            <p:nvPr/>
          </p:nvSpPr>
          <p:spPr>
            <a:xfrm>
              <a:off x="4822733" y="2789700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B71A1">
                <a:alpha val="100000"/>
              </a:srgbClr>
            </a:solidFill>
            <a:ln w="5420" cap="flat">
              <a:solidFill>
                <a:srgbClr val="3B71A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4" name="pg234"/>
            <p:cNvSpPr/>
            <p:nvPr/>
          </p:nvSpPr>
          <p:spPr>
            <a:xfrm>
              <a:off x="2786804" y="2893016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A6DA0">
                <a:alpha val="100000"/>
              </a:srgbClr>
            </a:solidFill>
            <a:ln w="5420" cap="flat">
              <a:solidFill>
                <a:srgbClr val="3A6DA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5" name="pg235"/>
            <p:cNvSpPr/>
            <p:nvPr/>
          </p:nvSpPr>
          <p:spPr>
            <a:xfrm>
              <a:off x="2868241" y="2893016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A6CA0">
                <a:alpha val="100000"/>
              </a:srgbClr>
            </a:solidFill>
            <a:ln w="5420" cap="flat">
              <a:solidFill>
                <a:srgbClr val="3A6CA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6" name="pg236"/>
            <p:cNvSpPr/>
            <p:nvPr/>
          </p:nvSpPr>
          <p:spPr>
            <a:xfrm>
              <a:off x="2949678" y="2893016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A6B9F">
                <a:alpha val="100000"/>
              </a:srgbClr>
            </a:solidFill>
            <a:ln w="5420" cap="flat">
              <a:solidFill>
                <a:srgbClr val="3A6B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7" name="pg237"/>
            <p:cNvSpPr/>
            <p:nvPr/>
          </p:nvSpPr>
          <p:spPr>
            <a:xfrm>
              <a:off x="3031116" y="2893016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A6A9F">
                <a:alpha val="100000"/>
              </a:srgbClr>
            </a:solidFill>
            <a:ln w="5420" cap="flat">
              <a:solidFill>
                <a:srgbClr val="3A6A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8" name="pg238"/>
            <p:cNvSpPr/>
            <p:nvPr/>
          </p:nvSpPr>
          <p:spPr>
            <a:xfrm>
              <a:off x="3112553" y="2893016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A6A9F">
                <a:alpha val="100000"/>
              </a:srgbClr>
            </a:solidFill>
            <a:ln w="5420" cap="flat">
              <a:solidFill>
                <a:srgbClr val="3A6A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9" name="pg239"/>
            <p:cNvSpPr/>
            <p:nvPr/>
          </p:nvSpPr>
          <p:spPr>
            <a:xfrm>
              <a:off x="3193990" y="2893016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A6A9F">
                <a:alpha val="100000"/>
              </a:srgbClr>
            </a:solidFill>
            <a:ln w="5420" cap="flat">
              <a:solidFill>
                <a:srgbClr val="3A6A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0" name="pg240"/>
            <p:cNvSpPr/>
            <p:nvPr/>
          </p:nvSpPr>
          <p:spPr>
            <a:xfrm>
              <a:off x="3275427" y="2893016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A6B9F">
                <a:alpha val="100000"/>
              </a:srgbClr>
            </a:solidFill>
            <a:ln w="5420" cap="flat">
              <a:solidFill>
                <a:srgbClr val="3A6B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1" name="pg241"/>
            <p:cNvSpPr/>
            <p:nvPr/>
          </p:nvSpPr>
          <p:spPr>
            <a:xfrm>
              <a:off x="3356864" y="2893016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A6B9F">
                <a:alpha val="100000"/>
              </a:srgbClr>
            </a:solidFill>
            <a:ln w="5420" cap="flat">
              <a:solidFill>
                <a:srgbClr val="3A6B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2" name="pg242"/>
            <p:cNvSpPr/>
            <p:nvPr/>
          </p:nvSpPr>
          <p:spPr>
            <a:xfrm>
              <a:off x="3438301" y="2893016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A6CA0">
                <a:alpha val="100000"/>
              </a:srgbClr>
            </a:solidFill>
            <a:ln w="5420" cap="flat">
              <a:solidFill>
                <a:srgbClr val="3A6CA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3" name="pg243"/>
            <p:cNvSpPr/>
            <p:nvPr/>
          </p:nvSpPr>
          <p:spPr>
            <a:xfrm>
              <a:off x="3519738" y="2893016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A6DA0">
                <a:alpha val="100000"/>
              </a:srgbClr>
            </a:solidFill>
            <a:ln w="5420" cap="flat">
              <a:solidFill>
                <a:srgbClr val="3A6DA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4" name="pg244"/>
            <p:cNvSpPr/>
            <p:nvPr/>
          </p:nvSpPr>
          <p:spPr>
            <a:xfrm>
              <a:off x="3601176" y="2893016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A6DA0">
                <a:alpha val="100000"/>
              </a:srgbClr>
            </a:solidFill>
            <a:ln w="5420" cap="flat">
              <a:solidFill>
                <a:srgbClr val="3A6DA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5" name="pg245"/>
            <p:cNvSpPr/>
            <p:nvPr/>
          </p:nvSpPr>
          <p:spPr>
            <a:xfrm>
              <a:off x="3682613" y="2893016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A6DA0">
                <a:alpha val="100000"/>
              </a:srgbClr>
            </a:solidFill>
            <a:ln w="5420" cap="flat">
              <a:solidFill>
                <a:srgbClr val="3A6DA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6" name="pg246"/>
            <p:cNvSpPr/>
            <p:nvPr/>
          </p:nvSpPr>
          <p:spPr>
            <a:xfrm>
              <a:off x="3764050" y="2893016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A6DA0">
                <a:alpha val="100000"/>
              </a:srgbClr>
            </a:solidFill>
            <a:ln w="5420" cap="flat">
              <a:solidFill>
                <a:srgbClr val="3A6DA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7" name="pg247"/>
            <p:cNvSpPr/>
            <p:nvPr/>
          </p:nvSpPr>
          <p:spPr>
            <a:xfrm>
              <a:off x="3845487" y="2893016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A6DA0">
                <a:alpha val="100000"/>
              </a:srgbClr>
            </a:solidFill>
            <a:ln w="5420" cap="flat">
              <a:solidFill>
                <a:srgbClr val="3A6DA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8" name="pg248"/>
            <p:cNvSpPr/>
            <p:nvPr/>
          </p:nvSpPr>
          <p:spPr>
            <a:xfrm>
              <a:off x="3926924" y="2893016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A6DA0">
                <a:alpha val="100000"/>
              </a:srgbClr>
            </a:solidFill>
            <a:ln w="5420" cap="flat">
              <a:solidFill>
                <a:srgbClr val="3A6DA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9" name="pg249"/>
            <p:cNvSpPr/>
            <p:nvPr/>
          </p:nvSpPr>
          <p:spPr>
            <a:xfrm>
              <a:off x="4252673" y="2893016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A6DA0">
                <a:alpha val="100000"/>
              </a:srgbClr>
            </a:solidFill>
            <a:ln w="5420" cap="flat">
              <a:solidFill>
                <a:srgbClr val="3A6DA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0" name="pg250"/>
            <p:cNvSpPr/>
            <p:nvPr/>
          </p:nvSpPr>
          <p:spPr>
            <a:xfrm>
              <a:off x="4334110" y="2893016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A6EA0">
                <a:alpha val="100000"/>
              </a:srgbClr>
            </a:solidFill>
            <a:ln w="5420" cap="flat">
              <a:solidFill>
                <a:srgbClr val="3A6EA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1" name="pg251"/>
            <p:cNvSpPr/>
            <p:nvPr/>
          </p:nvSpPr>
          <p:spPr>
            <a:xfrm>
              <a:off x="4415547" y="2893016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B6FA0">
                <a:alpha val="100000"/>
              </a:srgbClr>
            </a:solidFill>
            <a:ln w="5420" cap="flat">
              <a:solidFill>
                <a:srgbClr val="3B6FA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2" name="pg252"/>
            <p:cNvSpPr/>
            <p:nvPr/>
          </p:nvSpPr>
          <p:spPr>
            <a:xfrm>
              <a:off x="4496984" y="2893016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B70A1">
                <a:alpha val="100000"/>
              </a:srgbClr>
            </a:solidFill>
            <a:ln w="5420" cap="flat">
              <a:solidFill>
                <a:srgbClr val="3B70A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3" name="pg253"/>
            <p:cNvSpPr/>
            <p:nvPr/>
          </p:nvSpPr>
          <p:spPr>
            <a:xfrm>
              <a:off x="4578421" y="2893016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B71A1">
                <a:alpha val="100000"/>
              </a:srgbClr>
            </a:solidFill>
            <a:ln w="5420" cap="flat">
              <a:solidFill>
                <a:srgbClr val="3B71A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4" name="pg254"/>
            <p:cNvSpPr/>
            <p:nvPr/>
          </p:nvSpPr>
          <p:spPr>
            <a:xfrm>
              <a:off x="4659858" y="2893016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B71A1">
                <a:alpha val="100000"/>
              </a:srgbClr>
            </a:solidFill>
            <a:ln w="5420" cap="flat">
              <a:solidFill>
                <a:srgbClr val="3B71A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5" name="pg255"/>
            <p:cNvSpPr/>
            <p:nvPr/>
          </p:nvSpPr>
          <p:spPr>
            <a:xfrm>
              <a:off x="4741296" y="2893016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B71A1">
                <a:alpha val="100000"/>
              </a:srgbClr>
            </a:solidFill>
            <a:ln w="5420" cap="flat">
              <a:solidFill>
                <a:srgbClr val="3B71A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6" name="pg256"/>
            <p:cNvSpPr/>
            <p:nvPr/>
          </p:nvSpPr>
          <p:spPr>
            <a:xfrm>
              <a:off x="2786804" y="2996333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A6C9F">
                <a:alpha val="100000"/>
              </a:srgbClr>
            </a:solidFill>
            <a:ln w="5420" cap="flat">
              <a:solidFill>
                <a:srgbClr val="3A6C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7" name="pg257"/>
            <p:cNvSpPr/>
            <p:nvPr/>
          </p:nvSpPr>
          <p:spPr>
            <a:xfrm>
              <a:off x="2868241" y="2996333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A6A9F">
                <a:alpha val="100000"/>
              </a:srgbClr>
            </a:solidFill>
            <a:ln w="5420" cap="flat">
              <a:solidFill>
                <a:srgbClr val="3A6A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8" name="pg258"/>
            <p:cNvSpPr/>
            <p:nvPr/>
          </p:nvSpPr>
          <p:spPr>
            <a:xfrm>
              <a:off x="2949678" y="2996333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A699F">
                <a:alpha val="100000"/>
              </a:srgbClr>
            </a:solidFill>
            <a:ln w="5420" cap="flat">
              <a:solidFill>
                <a:srgbClr val="3A69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9" name="pg259"/>
            <p:cNvSpPr/>
            <p:nvPr/>
          </p:nvSpPr>
          <p:spPr>
            <a:xfrm>
              <a:off x="3031116" y="2996333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A689F">
                <a:alpha val="100000"/>
              </a:srgbClr>
            </a:solidFill>
            <a:ln w="5420" cap="flat">
              <a:solidFill>
                <a:srgbClr val="3A68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0" name="pg260"/>
            <p:cNvSpPr/>
            <p:nvPr/>
          </p:nvSpPr>
          <p:spPr>
            <a:xfrm>
              <a:off x="3112553" y="2996333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A689F">
                <a:alpha val="100000"/>
              </a:srgbClr>
            </a:solidFill>
            <a:ln w="5420" cap="flat">
              <a:solidFill>
                <a:srgbClr val="3A68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1" name="pg261"/>
            <p:cNvSpPr/>
            <p:nvPr/>
          </p:nvSpPr>
          <p:spPr>
            <a:xfrm>
              <a:off x="3193990" y="2996333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A689F">
                <a:alpha val="100000"/>
              </a:srgbClr>
            </a:solidFill>
            <a:ln w="5420" cap="flat">
              <a:solidFill>
                <a:srgbClr val="3A68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2" name="pg262"/>
            <p:cNvSpPr/>
            <p:nvPr/>
          </p:nvSpPr>
          <p:spPr>
            <a:xfrm>
              <a:off x="3275427" y="2996333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A699F">
                <a:alpha val="100000"/>
              </a:srgbClr>
            </a:solidFill>
            <a:ln w="5420" cap="flat">
              <a:solidFill>
                <a:srgbClr val="3A69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3" name="pg263"/>
            <p:cNvSpPr/>
            <p:nvPr/>
          </p:nvSpPr>
          <p:spPr>
            <a:xfrm>
              <a:off x="3356864" y="2996333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A6A9F">
                <a:alpha val="100000"/>
              </a:srgbClr>
            </a:solidFill>
            <a:ln w="5420" cap="flat">
              <a:solidFill>
                <a:srgbClr val="3A6A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4" name="pg264"/>
            <p:cNvSpPr/>
            <p:nvPr/>
          </p:nvSpPr>
          <p:spPr>
            <a:xfrm>
              <a:off x="3438301" y="2996333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A6B9F">
                <a:alpha val="100000"/>
              </a:srgbClr>
            </a:solidFill>
            <a:ln w="5420" cap="flat">
              <a:solidFill>
                <a:srgbClr val="3A6B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5" name="pg265"/>
            <p:cNvSpPr/>
            <p:nvPr/>
          </p:nvSpPr>
          <p:spPr>
            <a:xfrm>
              <a:off x="3519738" y="2996333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A6DA0">
                <a:alpha val="100000"/>
              </a:srgbClr>
            </a:solidFill>
            <a:ln w="5420" cap="flat">
              <a:solidFill>
                <a:srgbClr val="3A6DA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6" name="pg266"/>
            <p:cNvSpPr/>
            <p:nvPr/>
          </p:nvSpPr>
          <p:spPr>
            <a:xfrm>
              <a:off x="3601176" y="2996333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A6DA0">
                <a:alpha val="100000"/>
              </a:srgbClr>
            </a:solidFill>
            <a:ln w="5420" cap="flat">
              <a:solidFill>
                <a:srgbClr val="3A6DA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7" name="pg267"/>
            <p:cNvSpPr/>
            <p:nvPr/>
          </p:nvSpPr>
          <p:spPr>
            <a:xfrm>
              <a:off x="3682613" y="2996333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A6EA0">
                <a:alpha val="100000"/>
              </a:srgbClr>
            </a:solidFill>
            <a:ln w="5420" cap="flat">
              <a:solidFill>
                <a:srgbClr val="3A6EA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8" name="pg268"/>
            <p:cNvSpPr/>
            <p:nvPr/>
          </p:nvSpPr>
          <p:spPr>
            <a:xfrm>
              <a:off x="3764050" y="2996333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A6EA0">
                <a:alpha val="100000"/>
              </a:srgbClr>
            </a:solidFill>
            <a:ln w="5420" cap="flat">
              <a:solidFill>
                <a:srgbClr val="3A6EA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9" name="pg269"/>
            <p:cNvSpPr/>
            <p:nvPr/>
          </p:nvSpPr>
          <p:spPr>
            <a:xfrm>
              <a:off x="3845487" y="2996333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A6EA0">
                <a:alpha val="100000"/>
              </a:srgbClr>
            </a:solidFill>
            <a:ln w="5420" cap="flat">
              <a:solidFill>
                <a:srgbClr val="3A6EA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0" name="pg270"/>
            <p:cNvSpPr/>
            <p:nvPr/>
          </p:nvSpPr>
          <p:spPr>
            <a:xfrm>
              <a:off x="3926924" y="2996333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A6EA0">
                <a:alpha val="100000"/>
              </a:srgbClr>
            </a:solidFill>
            <a:ln w="5420" cap="flat">
              <a:solidFill>
                <a:srgbClr val="3A6EA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1" name="pg271"/>
            <p:cNvSpPr/>
            <p:nvPr/>
          </p:nvSpPr>
          <p:spPr>
            <a:xfrm>
              <a:off x="4252673" y="2996333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A6FA0">
                <a:alpha val="100000"/>
              </a:srgbClr>
            </a:solidFill>
            <a:ln w="5420" cap="flat">
              <a:solidFill>
                <a:srgbClr val="3A6FA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2" name="pg272"/>
            <p:cNvSpPr/>
            <p:nvPr/>
          </p:nvSpPr>
          <p:spPr>
            <a:xfrm>
              <a:off x="4334110" y="2996333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B70A0">
                <a:alpha val="100000"/>
              </a:srgbClr>
            </a:solidFill>
            <a:ln w="5420" cap="flat">
              <a:solidFill>
                <a:srgbClr val="3B70A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3" name="pg273"/>
            <p:cNvSpPr/>
            <p:nvPr/>
          </p:nvSpPr>
          <p:spPr>
            <a:xfrm>
              <a:off x="4415547" y="2996333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B70A0">
                <a:alpha val="100000"/>
              </a:srgbClr>
            </a:solidFill>
            <a:ln w="5420" cap="flat">
              <a:solidFill>
                <a:srgbClr val="3B70A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4" name="pg274"/>
            <p:cNvSpPr/>
            <p:nvPr/>
          </p:nvSpPr>
          <p:spPr>
            <a:xfrm>
              <a:off x="4496984" y="2996333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B71A1">
                <a:alpha val="100000"/>
              </a:srgbClr>
            </a:solidFill>
            <a:ln w="5420" cap="flat">
              <a:solidFill>
                <a:srgbClr val="3B71A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5" name="pg275"/>
            <p:cNvSpPr/>
            <p:nvPr/>
          </p:nvSpPr>
          <p:spPr>
            <a:xfrm>
              <a:off x="4578421" y="2996333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B71A1">
                <a:alpha val="100000"/>
              </a:srgbClr>
            </a:solidFill>
            <a:ln w="5420" cap="flat">
              <a:solidFill>
                <a:srgbClr val="3B71A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6" name="pg276"/>
            <p:cNvSpPr/>
            <p:nvPr/>
          </p:nvSpPr>
          <p:spPr>
            <a:xfrm>
              <a:off x="4659858" y="2996333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B71A1">
                <a:alpha val="100000"/>
              </a:srgbClr>
            </a:solidFill>
            <a:ln w="5420" cap="flat">
              <a:solidFill>
                <a:srgbClr val="3B71A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7" name="pg277"/>
            <p:cNvSpPr/>
            <p:nvPr/>
          </p:nvSpPr>
          <p:spPr>
            <a:xfrm>
              <a:off x="2705367" y="3099649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A6CA0">
                <a:alpha val="100000"/>
              </a:srgbClr>
            </a:solidFill>
            <a:ln w="5420" cap="flat">
              <a:solidFill>
                <a:srgbClr val="3A6CA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8" name="pg278"/>
            <p:cNvSpPr/>
            <p:nvPr/>
          </p:nvSpPr>
          <p:spPr>
            <a:xfrm>
              <a:off x="2786804" y="3099649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A6A9F">
                <a:alpha val="100000"/>
              </a:srgbClr>
            </a:solidFill>
            <a:ln w="5420" cap="flat">
              <a:solidFill>
                <a:srgbClr val="3A6A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9" name="pg279"/>
            <p:cNvSpPr/>
            <p:nvPr/>
          </p:nvSpPr>
          <p:spPr>
            <a:xfrm>
              <a:off x="2868241" y="3099649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A689F">
                <a:alpha val="100000"/>
              </a:srgbClr>
            </a:solidFill>
            <a:ln w="5420" cap="flat">
              <a:solidFill>
                <a:srgbClr val="3A68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0" name="pg280"/>
            <p:cNvSpPr/>
            <p:nvPr/>
          </p:nvSpPr>
          <p:spPr>
            <a:xfrm>
              <a:off x="2949678" y="3099649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A669E">
                <a:alpha val="100000"/>
              </a:srgbClr>
            </a:solidFill>
            <a:ln w="5420" cap="flat">
              <a:solidFill>
                <a:srgbClr val="3A66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1" name="pg281"/>
            <p:cNvSpPr/>
            <p:nvPr/>
          </p:nvSpPr>
          <p:spPr>
            <a:xfrm>
              <a:off x="3031116" y="3099649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A649E">
                <a:alpha val="100000"/>
              </a:srgbClr>
            </a:solidFill>
            <a:ln w="5420" cap="flat">
              <a:solidFill>
                <a:srgbClr val="3A64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2" name="pg282"/>
            <p:cNvSpPr/>
            <p:nvPr/>
          </p:nvSpPr>
          <p:spPr>
            <a:xfrm>
              <a:off x="3112553" y="3099649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A649E">
                <a:alpha val="100000"/>
              </a:srgbClr>
            </a:solidFill>
            <a:ln w="5420" cap="flat">
              <a:solidFill>
                <a:srgbClr val="3A64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3" name="pg283"/>
            <p:cNvSpPr/>
            <p:nvPr/>
          </p:nvSpPr>
          <p:spPr>
            <a:xfrm>
              <a:off x="3193990" y="3099649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A659E">
                <a:alpha val="100000"/>
              </a:srgbClr>
            </a:solidFill>
            <a:ln w="5420" cap="flat">
              <a:solidFill>
                <a:srgbClr val="3A65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4" name="pg284"/>
            <p:cNvSpPr/>
            <p:nvPr/>
          </p:nvSpPr>
          <p:spPr>
            <a:xfrm>
              <a:off x="3275427" y="3099649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A669E">
                <a:alpha val="100000"/>
              </a:srgbClr>
            </a:solidFill>
            <a:ln w="5420" cap="flat">
              <a:solidFill>
                <a:srgbClr val="3A66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5" name="pg285"/>
            <p:cNvSpPr/>
            <p:nvPr/>
          </p:nvSpPr>
          <p:spPr>
            <a:xfrm>
              <a:off x="3356864" y="3099649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A689F">
                <a:alpha val="100000"/>
              </a:srgbClr>
            </a:solidFill>
            <a:ln w="5420" cap="flat">
              <a:solidFill>
                <a:srgbClr val="3A68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6" name="pg286"/>
            <p:cNvSpPr/>
            <p:nvPr/>
          </p:nvSpPr>
          <p:spPr>
            <a:xfrm>
              <a:off x="3438301" y="3099649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A6A9F">
                <a:alpha val="100000"/>
              </a:srgbClr>
            </a:solidFill>
            <a:ln w="5420" cap="flat">
              <a:solidFill>
                <a:srgbClr val="3A6A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7" name="pg287"/>
            <p:cNvSpPr/>
            <p:nvPr/>
          </p:nvSpPr>
          <p:spPr>
            <a:xfrm>
              <a:off x="3519738" y="3099649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A6DA0">
                <a:alpha val="100000"/>
              </a:srgbClr>
            </a:solidFill>
            <a:ln w="5420" cap="flat">
              <a:solidFill>
                <a:srgbClr val="3A6DA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8" name="pg288"/>
            <p:cNvSpPr/>
            <p:nvPr/>
          </p:nvSpPr>
          <p:spPr>
            <a:xfrm>
              <a:off x="3601176" y="3099649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A6EA0">
                <a:alpha val="100000"/>
              </a:srgbClr>
            </a:solidFill>
            <a:ln w="5420" cap="flat">
              <a:solidFill>
                <a:srgbClr val="3A6EA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9" name="pg289"/>
            <p:cNvSpPr/>
            <p:nvPr/>
          </p:nvSpPr>
          <p:spPr>
            <a:xfrm>
              <a:off x="3682613" y="3099649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A6EA0">
                <a:alpha val="100000"/>
              </a:srgbClr>
            </a:solidFill>
            <a:ln w="5420" cap="flat">
              <a:solidFill>
                <a:srgbClr val="3A6EA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0" name="pg290"/>
            <p:cNvSpPr/>
            <p:nvPr/>
          </p:nvSpPr>
          <p:spPr>
            <a:xfrm>
              <a:off x="3764050" y="3099649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A6FA0">
                <a:alpha val="100000"/>
              </a:srgbClr>
            </a:solidFill>
            <a:ln w="5420" cap="flat">
              <a:solidFill>
                <a:srgbClr val="3A6FA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1" name="pg291"/>
            <p:cNvSpPr/>
            <p:nvPr/>
          </p:nvSpPr>
          <p:spPr>
            <a:xfrm>
              <a:off x="3845487" y="3099649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B6FA0">
                <a:alpha val="100000"/>
              </a:srgbClr>
            </a:solidFill>
            <a:ln w="5420" cap="flat">
              <a:solidFill>
                <a:srgbClr val="3B6FA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2" name="pg292"/>
            <p:cNvSpPr/>
            <p:nvPr/>
          </p:nvSpPr>
          <p:spPr>
            <a:xfrm>
              <a:off x="3926924" y="3099649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B70A0">
                <a:alpha val="100000"/>
              </a:srgbClr>
            </a:solidFill>
            <a:ln w="5420" cap="flat">
              <a:solidFill>
                <a:srgbClr val="3B70A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3" name="pg293"/>
            <p:cNvSpPr/>
            <p:nvPr/>
          </p:nvSpPr>
          <p:spPr>
            <a:xfrm>
              <a:off x="4008361" y="3099649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B70A0">
                <a:alpha val="100000"/>
              </a:srgbClr>
            </a:solidFill>
            <a:ln w="5420" cap="flat">
              <a:solidFill>
                <a:srgbClr val="3B70A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4" name="pg294"/>
            <p:cNvSpPr/>
            <p:nvPr/>
          </p:nvSpPr>
          <p:spPr>
            <a:xfrm>
              <a:off x="4252673" y="3099649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B70A1">
                <a:alpha val="100000"/>
              </a:srgbClr>
            </a:solidFill>
            <a:ln w="5420" cap="flat">
              <a:solidFill>
                <a:srgbClr val="3B70A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5" name="pg295"/>
            <p:cNvSpPr/>
            <p:nvPr/>
          </p:nvSpPr>
          <p:spPr>
            <a:xfrm>
              <a:off x="4334110" y="3099649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B71A1">
                <a:alpha val="100000"/>
              </a:srgbClr>
            </a:solidFill>
            <a:ln w="5420" cap="flat">
              <a:solidFill>
                <a:srgbClr val="3B71A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6" name="pg296"/>
            <p:cNvSpPr/>
            <p:nvPr/>
          </p:nvSpPr>
          <p:spPr>
            <a:xfrm>
              <a:off x="4415547" y="3099649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B71A1">
                <a:alpha val="100000"/>
              </a:srgbClr>
            </a:solidFill>
            <a:ln w="5420" cap="flat">
              <a:solidFill>
                <a:srgbClr val="3B71A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7" name="pg297"/>
            <p:cNvSpPr/>
            <p:nvPr/>
          </p:nvSpPr>
          <p:spPr>
            <a:xfrm>
              <a:off x="4496984" y="3099649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B71A1">
                <a:alpha val="100000"/>
              </a:srgbClr>
            </a:solidFill>
            <a:ln w="5420" cap="flat">
              <a:solidFill>
                <a:srgbClr val="3B71A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8" name="pg298"/>
            <p:cNvSpPr/>
            <p:nvPr/>
          </p:nvSpPr>
          <p:spPr>
            <a:xfrm>
              <a:off x="4578421" y="3099649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B72A1">
                <a:alpha val="100000"/>
              </a:srgbClr>
            </a:solidFill>
            <a:ln w="5420" cap="flat">
              <a:solidFill>
                <a:srgbClr val="3B72A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9" name="pg299"/>
            <p:cNvSpPr/>
            <p:nvPr/>
          </p:nvSpPr>
          <p:spPr>
            <a:xfrm>
              <a:off x="4659858" y="3099649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B72A1">
                <a:alpha val="100000"/>
              </a:srgbClr>
            </a:solidFill>
            <a:ln w="5420" cap="flat">
              <a:solidFill>
                <a:srgbClr val="3B72A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0" name="pg300"/>
            <p:cNvSpPr/>
            <p:nvPr/>
          </p:nvSpPr>
          <p:spPr>
            <a:xfrm>
              <a:off x="2705367" y="3202965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A6CA0">
                <a:alpha val="100000"/>
              </a:srgbClr>
            </a:solidFill>
            <a:ln w="5420" cap="flat">
              <a:solidFill>
                <a:srgbClr val="3A6CA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1" name="pg301"/>
            <p:cNvSpPr/>
            <p:nvPr/>
          </p:nvSpPr>
          <p:spPr>
            <a:xfrm>
              <a:off x="2786804" y="3202965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A689F">
                <a:alpha val="100000"/>
              </a:srgbClr>
            </a:solidFill>
            <a:ln w="5420" cap="flat">
              <a:solidFill>
                <a:srgbClr val="3A68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2" name="pg302"/>
            <p:cNvSpPr/>
            <p:nvPr/>
          </p:nvSpPr>
          <p:spPr>
            <a:xfrm>
              <a:off x="2868241" y="3202965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A649E">
                <a:alpha val="100000"/>
              </a:srgbClr>
            </a:solidFill>
            <a:ln w="5420" cap="flat">
              <a:solidFill>
                <a:srgbClr val="3A64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3" name="pg303"/>
            <p:cNvSpPr/>
            <p:nvPr/>
          </p:nvSpPr>
          <p:spPr>
            <a:xfrm>
              <a:off x="2949678" y="3202965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9609D">
                <a:alpha val="100000"/>
              </a:srgbClr>
            </a:solidFill>
            <a:ln w="5420" cap="flat">
              <a:solidFill>
                <a:srgbClr val="3960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4" name="pg304"/>
            <p:cNvSpPr/>
            <p:nvPr/>
          </p:nvSpPr>
          <p:spPr>
            <a:xfrm>
              <a:off x="3031116" y="3202965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95D9C">
                <a:alpha val="100000"/>
              </a:srgbClr>
            </a:solidFill>
            <a:ln w="5420" cap="flat">
              <a:solidFill>
                <a:srgbClr val="395D9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5" name="pg305"/>
            <p:cNvSpPr/>
            <p:nvPr/>
          </p:nvSpPr>
          <p:spPr>
            <a:xfrm>
              <a:off x="3112553" y="3202965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95C9A">
                <a:alpha val="100000"/>
              </a:srgbClr>
            </a:solidFill>
            <a:ln w="5420" cap="flat">
              <a:solidFill>
                <a:srgbClr val="395C9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6" name="pg306"/>
            <p:cNvSpPr/>
            <p:nvPr/>
          </p:nvSpPr>
          <p:spPr>
            <a:xfrm>
              <a:off x="3193990" y="3202965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95D9C">
                <a:alpha val="100000"/>
              </a:srgbClr>
            </a:solidFill>
            <a:ln w="5420" cap="flat">
              <a:solidFill>
                <a:srgbClr val="395D9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7" name="pg307"/>
            <p:cNvSpPr/>
            <p:nvPr/>
          </p:nvSpPr>
          <p:spPr>
            <a:xfrm>
              <a:off x="3275427" y="3202965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A619D">
                <a:alpha val="100000"/>
              </a:srgbClr>
            </a:solidFill>
            <a:ln w="5420" cap="flat">
              <a:solidFill>
                <a:srgbClr val="3A61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8" name="pg308"/>
            <p:cNvSpPr/>
            <p:nvPr/>
          </p:nvSpPr>
          <p:spPr>
            <a:xfrm>
              <a:off x="3356864" y="3202965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A659E">
                <a:alpha val="100000"/>
              </a:srgbClr>
            </a:solidFill>
            <a:ln w="5420" cap="flat">
              <a:solidFill>
                <a:srgbClr val="3A65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9" name="pg309"/>
            <p:cNvSpPr/>
            <p:nvPr/>
          </p:nvSpPr>
          <p:spPr>
            <a:xfrm>
              <a:off x="3438301" y="3202965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A689F">
                <a:alpha val="100000"/>
              </a:srgbClr>
            </a:solidFill>
            <a:ln w="5420" cap="flat">
              <a:solidFill>
                <a:srgbClr val="3A68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0" name="pg310"/>
            <p:cNvSpPr/>
            <p:nvPr/>
          </p:nvSpPr>
          <p:spPr>
            <a:xfrm>
              <a:off x="3519738" y="3202965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A6B9F">
                <a:alpha val="100000"/>
              </a:srgbClr>
            </a:solidFill>
            <a:ln w="5420" cap="flat">
              <a:solidFill>
                <a:srgbClr val="3A6B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1" name="pg311"/>
            <p:cNvSpPr/>
            <p:nvPr/>
          </p:nvSpPr>
          <p:spPr>
            <a:xfrm>
              <a:off x="3601176" y="3202965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A6CA0">
                <a:alpha val="100000"/>
              </a:srgbClr>
            </a:solidFill>
            <a:ln w="5420" cap="flat">
              <a:solidFill>
                <a:srgbClr val="3A6CA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2" name="pg312"/>
            <p:cNvSpPr/>
            <p:nvPr/>
          </p:nvSpPr>
          <p:spPr>
            <a:xfrm>
              <a:off x="3682613" y="3202965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A6EA0">
                <a:alpha val="100000"/>
              </a:srgbClr>
            </a:solidFill>
            <a:ln w="5420" cap="flat">
              <a:solidFill>
                <a:srgbClr val="3A6EA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3" name="pg313"/>
            <p:cNvSpPr/>
            <p:nvPr/>
          </p:nvSpPr>
          <p:spPr>
            <a:xfrm>
              <a:off x="3764050" y="3202965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A6FA0">
                <a:alpha val="100000"/>
              </a:srgbClr>
            </a:solidFill>
            <a:ln w="5420" cap="flat">
              <a:solidFill>
                <a:srgbClr val="3A6FA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4" name="pg314"/>
            <p:cNvSpPr/>
            <p:nvPr/>
          </p:nvSpPr>
          <p:spPr>
            <a:xfrm>
              <a:off x="3845487" y="3202965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B70A1">
                <a:alpha val="100000"/>
              </a:srgbClr>
            </a:solidFill>
            <a:ln w="5420" cap="flat">
              <a:solidFill>
                <a:srgbClr val="3B70A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5" name="pg315"/>
            <p:cNvSpPr/>
            <p:nvPr/>
          </p:nvSpPr>
          <p:spPr>
            <a:xfrm>
              <a:off x="3926924" y="3202965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B71A1">
                <a:alpha val="100000"/>
              </a:srgbClr>
            </a:solidFill>
            <a:ln w="5420" cap="flat">
              <a:solidFill>
                <a:srgbClr val="3B71A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6" name="pg316"/>
            <p:cNvSpPr/>
            <p:nvPr/>
          </p:nvSpPr>
          <p:spPr>
            <a:xfrm>
              <a:off x="4008361" y="3202965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B72A1">
                <a:alpha val="100000"/>
              </a:srgbClr>
            </a:solidFill>
            <a:ln w="5420" cap="flat">
              <a:solidFill>
                <a:srgbClr val="3B72A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7" name="pg317"/>
            <p:cNvSpPr/>
            <p:nvPr/>
          </p:nvSpPr>
          <p:spPr>
            <a:xfrm>
              <a:off x="4089798" y="3202965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B72A1">
                <a:alpha val="100000"/>
              </a:srgbClr>
            </a:solidFill>
            <a:ln w="5420" cap="flat">
              <a:solidFill>
                <a:srgbClr val="3B72A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8" name="pg318"/>
            <p:cNvSpPr/>
            <p:nvPr/>
          </p:nvSpPr>
          <p:spPr>
            <a:xfrm>
              <a:off x="4334110" y="3202965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A73A1">
                <a:alpha val="100000"/>
              </a:srgbClr>
            </a:solidFill>
            <a:ln w="5420" cap="flat">
              <a:solidFill>
                <a:srgbClr val="3A73A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9" name="pg319"/>
            <p:cNvSpPr/>
            <p:nvPr/>
          </p:nvSpPr>
          <p:spPr>
            <a:xfrm>
              <a:off x="4415547" y="3202965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A73A1">
                <a:alpha val="100000"/>
              </a:srgbClr>
            </a:solidFill>
            <a:ln w="5420" cap="flat">
              <a:solidFill>
                <a:srgbClr val="3A73A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0" name="pg320"/>
            <p:cNvSpPr/>
            <p:nvPr/>
          </p:nvSpPr>
          <p:spPr>
            <a:xfrm>
              <a:off x="4496984" y="3202965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A73A1">
                <a:alpha val="100000"/>
              </a:srgbClr>
            </a:solidFill>
            <a:ln w="5420" cap="flat">
              <a:solidFill>
                <a:srgbClr val="3A73A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1" name="pg321"/>
            <p:cNvSpPr/>
            <p:nvPr/>
          </p:nvSpPr>
          <p:spPr>
            <a:xfrm>
              <a:off x="4578421" y="3202965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A73A1">
                <a:alpha val="100000"/>
              </a:srgbClr>
            </a:solidFill>
            <a:ln w="5420" cap="flat">
              <a:solidFill>
                <a:srgbClr val="3A73A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2" name="pg322"/>
            <p:cNvSpPr/>
            <p:nvPr/>
          </p:nvSpPr>
          <p:spPr>
            <a:xfrm>
              <a:off x="4659858" y="3202965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A74A1">
                <a:alpha val="100000"/>
              </a:srgbClr>
            </a:solidFill>
            <a:ln w="5420" cap="flat">
              <a:solidFill>
                <a:srgbClr val="3A74A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3" name="pg323"/>
            <p:cNvSpPr/>
            <p:nvPr/>
          </p:nvSpPr>
          <p:spPr>
            <a:xfrm>
              <a:off x="2705367" y="3306281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A6DA0">
                <a:alpha val="100000"/>
              </a:srgbClr>
            </a:solidFill>
            <a:ln w="5420" cap="flat">
              <a:solidFill>
                <a:srgbClr val="3A6DA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4" name="pg324"/>
            <p:cNvSpPr/>
            <p:nvPr/>
          </p:nvSpPr>
          <p:spPr>
            <a:xfrm>
              <a:off x="2786804" y="3306281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A6A9F">
                <a:alpha val="100000"/>
              </a:srgbClr>
            </a:solidFill>
            <a:ln w="5420" cap="flat">
              <a:solidFill>
                <a:srgbClr val="3A6A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5" name="pg325"/>
            <p:cNvSpPr/>
            <p:nvPr/>
          </p:nvSpPr>
          <p:spPr>
            <a:xfrm>
              <a:off x="2868241" y="3306281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A659E">
                <a:alpha val="100000"/>
              </a:srgbClr>
            </a:solidFill>
            <a:ln w="5420" cap="flat">
              <a:solidFill>
                <a:srgbClr val="3A65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6" name="pg326"/>
            <p:cNvSpPr/>
            <p:nvPr/>
          </p:nvSpPr>
          <p:spPr>
            <a:xfrm>
              <a:off x="2949678" y="3306281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9609D">
                <a:alpha val="100000"/>
              </a:srgbClr>
            </a:solidFill>
            <a:ln w="5420" cap="flat">
              <a:solidFill>
                <a:srgbClr val="3960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7" name="pg327"/>
            <p:cNvSpPr/>
            <p:nvPr/>
          </p:nvSpPr>
          <p:spPr>
            <a:xfrm>
              <a:off x="3031116" y="3306281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95D9B">
                <a:alpha val="100000"/>
              </a:srgbClr>
            </a:solidFill>
            <a:ln w="5420" cap="flat">
              <a:solidFill>
                <a:srgbClr val="395D9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8" name="pg328"/>
            <p:cNvSpPr/>
            <p:nvPr/>
          </p:nvSpPr>
          <p:spPr>
            <a:xfrm>
              <a:off x="3112553" y="3306281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95B9A">
                <a:alpha val="100000"/>
              </a:srgbClr>
            </a:solidFill>
            <a:ln w="5420" cap="flat">
              <a:solidFill>
                <a:srgbClr val="395B9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9" name="pg329"/>
            <p:cNvSpPr/>
            <p:nvPr/>
          </p:nvSpPr>
          <p:spPr>
            <a:xfrm>
              <a:off x="3193990" y="3306281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95D9C">
                <a:alpha val="100000"/>
              </a:srgbClr>
            </a:solidFill>
            <a:ln w="5420" cap="flat">
              <a:solidFill>
                <a:srgbClr val="395D9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0" name="pg330"/>
            <p:cNvSpPr/>
            <p:nvPr/>
          </p:nvSpPr>
          <p:spPr>
            <a:xfrm>
              <a:off x="3275427" y="3306281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A629D">
                <a:alpha val="100000"/>
              </a:srgbClr>
            </a:solidFill>
            <a:ln w="5420" cap="flat">
              <a:solidFill>
                <a:srgbClr val="3A62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1" name="pg331"/>
            <p:cNvSpPr/>
            <p:nvPr/>
          </p:nvSpPr>
          <p:spPr>
            <a:xfrm>
              <a:off x="3356864" y="3306281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A669E">
                <a:alpha val="100000"/>
              </a:srgbClr>
            </a:solidFill>
            <a:ln w="5420" cap="flat">
              <a:solidFill>
                <a:srgbClr val="3A66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2" name="pg332"/>
            <p:cNvSpPr/>
            <p:nvPr/>
          </p:nvSpPr>
          <p:spPr>
            <a:xfrm>
              <a:off x="3438301" y="3306281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A689F">
                <a:alpha val="100000"/>
              </a:srgbClr>
            </a:solidFill>
            <a:ln w="5420" cap="flat">
              <a:solidFill>
                <a:srgbClr val="3A68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3" name="pg333"/>
            <p:cNvSpPr/>
            <p:nvPr/>
          </p:nvSpPr>
          <p:spPr>
            <a:xfrm>
              <a:off x="3519738" y="3306281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A6A9F">
                <a:alpha val="100000"/>
              </a:srgbClr>
            </a:solidFill>
            <a:ln w="5420" cap="flat">
              <a:solidFill>
                <a:srgbClr val="3A6A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4" name="pg334"/>
            <p:cNvSpPr/>
            <p:nvPr/>
          </p:nvSpPr>
          <p:spPr>
            <a:xfrm>
              <a:off x="3601176" y="3306281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A6B9F">
                <a:alpha val="100000"/>
              </a:srgbClr>
            </a:solidFill>
            <a:ln w="5420" cap="flat">
              <a:solidFill>
                <a:srgbClr val="3A6B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5" name="pg335"/>
            <p:cNvSpPr/>
            <p:nvPr/>
          </p:nvSpPr>
          <p:spPr>
            <a:xfrm>
              <a:off x="3682613" y="3306281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A6DA0">
                <a:alpha val="100000"/>
              </a:srgbClr>
            </a:solidFill>
            <a:ln w="5420" cap="flat">
              <a:solidFill>
                <a:srgbClr val="3A6DA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6" name="pg336"/>
            <p:cNvSpPr/>
            <p:nvPr/>
          </p:nvSpPr>
          <p:spPr>
            <a:xfrm>
              <a:off x="3764050" y="3306281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A6FA0">
                <a:alpha val="100000"/>
              </a:srgbClr>
            </a:solidFill>
            <a:ln w="5420" cap="flat">
              <a:solidFill>
                <a:srgbClr val="3A6FA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7" name="pg337"/>
            <p:cNvSpPr/>
            <p:nvPr/>
          </p:nvSpPr>
          <p:spPr>
            <a:xfrm>
              <a:off x="3845487" y="3306281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B70A1">
                <a:alpha val="100000"/>
              </a:srgbClr>
            </a:solidFill>
            <a:ln w="5420" cap="flat">
              <a:solidFill>
                <a:srgbClr val="3B70A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8" name="pg338"/>
            <p:cNvSpPr/>
            <p:nvPr/>
          </p:nvSpPr>
          <p:spPr>
            <a:xfrm>
              <a:off x="3926924" y="3306281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B71A1">
                <a:alpha val="100000"/>
              </a:srgbClr>
            </a:solidFill>
            <a:ln w="5420" cap="flat">
              <a:solidFill>
                <a:srgbClr val="3B71A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9" name="pg339"/>
            <p:cNvSpPr/>
            <p:nvPr/>
          </p:nvSpPr>
          <p:spPr>
            <a:xfrm>
              <a:off x="4008361" y="3306281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B72A1">
                <a:alpha val="100000"/>
              </a:srgbClr>
            </a:solidFill>
            <a:ln w="5420" cap="flat">
              <a:solidFill>
                <a:srgbClr val="3B72A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0" name="pg340"/>
            <p:cNvSpPr/>
            <p:nvPr/>
          </p:nvSpPr>
          <p:spPr>
            <a:xfrm>
              <a:off x="4089798" y="3306281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A73A1">
                <a:alpha val="100000"/>
              </a:srgbClr>
            </a:solidFill>
            <a:ln w="5420" cap="flat">
              <a:solidFill>
                <a:srgbClr val="3A73A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1" name="pg341"/>
            <p:cNvSpPr/>
            <p:nvPr/>
          </p:nvSpPr>
          <p:spPr>
            <a:xfrm>
              <a:off x="4252673" y="3306281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A74A1">
                <a:alpha val="100000"/>
              </a:srgbClr>
            </a:solidFill>
            <a:ln w="5420" cap="flat">
              <a:solidFill>
                <a:srgbClr val="3A74A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2" name="pg342"/>
            <p:cNvSpPr/>
            <p:nvPr/>
          </p:nvSpPr>
          <p:spPr>
            <a:xfrm>
              <a:off x="4334110" y="3306281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A74A1">
                <a:alpha val="100000"/>
              </a:srgbClr>
            </a:solidFill>
            <a:ln w="5420" cap="flat">
              <a:solidFill>
                <a:srgbClr val="3A74A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3" name="pg343"/>
            <p:cNvSpPr/>
            <p:nvPr/>
          </p:nvSpPr>
          <p:spPr>
            <a:xfrm>
              <a:off x="4415547" y="3306281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A74A1">
                <a:alpha val="100000"/>
              </a:srgbClr>
            </a:solidFill>
            <a:ln w="5420" cap="flat">
              <a:solidFill>
                <a:srgbClr val="3A74A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4" name="pg344"/>
            <p:cNvSpPr/>
            <p:nvPr/>
          </p:nvSpPr>
          <p:spPr>
            <a:xfrm>
              <a:off x="4496984" y="3306281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A74A1">
                <a:alpha val="100000"/>
              </a:srgbClr>
            </a:solidFill>
            <a:ln w="5420" cap="flat">
              <a:solidFill>
                <a:srgbClr val="3A74A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5" name="pg345"/>
            <p:cNvSpPr/>
            <p:nvPr/>
          </p:nvSpPr>
          <p:spPr>
            <a:xfrm>
              <a:off x="4578421" y="3306281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A74A1">
                <a:alpha val="100000"/>
              </a:srgbClr>
            </a:solidFill>
            <a:ln w="5420" cap="flat">
              <a:solidFill>
                <a:srgbClr val="3A74A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6" name="pg346"/>
            <p:cNvSpPr/>
            <p:nvPr/>
          </p:nvSpPr>
          <p:spPr>
            <a:xfrm>
              <a:off x="4659858" y="3306281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A75A2">
                <a:alpha val="100000"/>
              </a:srgbClr>
            </a:solidFill>
            <a:ln w="5420" cap="flat">
              <a:solidFill>
                <a:srgbClr val="3A75A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7" name="pg347"/>
            <p:cNvSpPr/>
            <p:nvPr/>
          </p:nvSpPr>
          <p:spPr>
            <a:xfrm>
              <a:off x="2786804" y="3409597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A6DA0">
                <a:alpha val="100000"/>
              </a:srgbClr>
            </a:solidFill>
            <a:ln w="5420" cap="flat">
              <a:solidFill>
                <a:srgbClr val="3A6DA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8" name="pg348"/>
            <p:cNvSpPr/>
            <p:nvPr/>
          </p:nvSpPr>
          <p:spPr>
            <a:xfrm>
              <a:off x="2868241" y="3409597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A699F">
                <a:alpha val="100000"/>
              </a:srgbClr>
            </a:solidFill>
            <a:ln w="5420" cap="flat">
              <a:solidFill>
                <a:srgbClr val="3A69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9" name="pg349"/>
            <p:cNvSpPr/>
            <p:nvPr/>
          </p:nvSpPr>
          <p:spPr>
            <a:xfrm>
              <a:off x="2949678" y="3409597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A659E">
                <a:alpha val="100000"/>
              </a:srgbClr>
            </a:solidFill>
            <a:ln w="5420" cap="flat">
              <a:solidFill>
                <a:srgbClr val="3A65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0" name="pg350"/>
            <p:cNvSpPr/>
            <p:nvPr/>
          </p:nvSpPr>
          <p:spPr>
            <a:xfrm>
              <a:off x="3031116" y="3409597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A629D">
                <a:alpha val="100000"/>
              </a:srgbClr>
            </a:solidFill>
            <a:ln w="5420" cap="flat">
              <a:solidFill>
                <a:srgbClr val="3A62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1" name="pg351"/>
            <p:cNvSpPr/>
            <p:nvPr/>
          </p:nvSpPr>
          <p:spPr>
            <a:xfrm>
              <a:off x="3112553" y="3409597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9619D">
                <a:alpha val="100000"/>
              </a:srgbClr>
            </a:solidFill>
            <a:ln w="5420" cap="flat">
              <a:solidFill>
                <a:srgbClr val="3961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2" name="pg352"/>
            <p:cNvSpPr/>
            <p:nvPr/>
          </p:nvSpPr>
          <p:spPr>
            <a:xfrm>
              <a:off x="3193990" y="3409597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A629D">
                <a:alpha val="100000"/>
              </a:srgbClr>
            </a:solidFill>
            <a:ln w="5420" cap="flat">
              <a:solidFill>
                <a:srgbClr val="3A62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3" name="pg353"/>
            <p:cNvSpPr/>
            <p:nvPr/>
          </p:nvSpPr>
          <p:spPr>
            <a:xfrm>
              <a:off x="3275427" y="3409597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A659E">
                <a:alpha val="100000"/>
              </a:srgbClr>
            </a:solidFill>
            <a:ln w="5420" cap="flat">
              <a:solidFill>
                <a:srgbClr val="3A65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4" name="pg354"/>
            <p:cNvSpPr/>
            <p:nvPr/>
          </p:nvSpPr>
          <p:spPr>
            <a:xfrm>
              <a:off x="3356864" y="3409597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A669E">
                <a:alpha val="100000"/>
              </a:srgbClr>
            </a:solidFill>
            <a:ln w="5420" cap="flat">
              <a:solidFill>
                <a:srgbClr val="3A66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5" name="pg355"/>
            <p:cNvSpPr/>
            <p:nvPr/>
          </p:nvSpPr>
          <p:spPr>
            <a:xfrm>
              <a:off x="3438301" y="3409597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A669E">
                <a:alpha val="100000"/>
              </a:srgbClr>
            </a:solidFill>
            <a:ln w="5420" cap="flat">
              <a:solidFill>
                <a:srgbClr val="3A66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6" name="pg356"/>
            <p:cNvSpPr/>
            <p:nvPr/>
          </p:nvSpPr>
          <p:spPr>
            <a:xfrm>
              <a:off x="3519738" y="3409597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A679E">
                <a:alpha val="100000"/>
              </a:srgbClr>
            </a:solidFill>
            <a:ln w="5420" cap="flat">
              <a:solidFill>
                <a:srgbClr val="3A67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7" name="pg357"/>
            <p:cNvSpPr/>
            <p:nvPr/>
          </p:nvSpPr>
          <p:spPr>
            <a:xfrm>
              <a:off x="3601176" y="3409597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A699F">
                <a:alpha val="100000"/>
              </a:srgbClr>
            </a:solidFill>
            <a:ln w="5420" cap="flat">
              <a:solidFill>
                <a:srgbClr val="3A69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8" name="pg358"/>
            <p:cNvSpPr/>
            <p:nvPr/>
          </p:nvSpPr>
          <p:spPr>
            <a:xfrm>
              <a:off x="3682613" y="3409597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A6C9F">
                <a:alpha val="100000"/>
              </a:srgbClr>
            </a:solidFill>
            <a:ln w="5420" cap="flat">
              <a:solidFill>
                <a:srgbClr val="3A6C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9" name="pg359"/>
            <p:cNvSpPr/>
            <p:nvPr/>
          </p:nvSpPr>
          <p:spPr>
            <a:xfrm>
              <a:off x="3764050" y="3409597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A6EA0">
                <a:alpha val="100000"/>
              </a:srgbClr>
            </a:solidFill>
            <a:ln w="5420" cap="flat">
              <a:solidFill>
                <a:srgbClr val="3A6EA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0" name="pg360"/>
            <p:cNvSpPr/>
            <p:nvPr/>
          </p:nvSpPr>
          <p:spPr>
            <a:xfrm>
              <a:off x="3845487" y="3409597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B70A1">
                <a:alpha val="100000"/>
              </a:srgbClr>
            </a:solidFill>
            <a:ln w="5420" cap="flat">
              <a:solidFill>
                <a:srgbClr val="3B70A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1" name="pg361"/>
            <p:cNvSpPr/>
            <p:nvPr/>
          </p:nvSpPr>
          <p:spPr>
            <a:xfrm>
              <a:off x="3926924" y="3409597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B72A1">
                <a:alpha val="100000"/>
              </a:srgbClr>
            </a:solidFill>
            <a:ln w="5420" cap="flat">
              <a:solidFill>
                <a:srgbClr val="3B72A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2" name="pg362"/>
            <p:cNvSpPr/>
            <p:nvPr/>
          </p:nvSpPr>
          <p:spPr>
            <a:xfrm>
              <a:off x="4008361" y="3409597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B73A1">
                <a:alpha val="100000"/>
              </a:srgbClr>
            </a:solidFill>
            <a:ln w="5420" cap="flat">
              <a:solidFill>
                <a:srgbClr val="3B73A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3" name="pg363"/>
            <p:cNvSpPr/>
            <p:nvPr/>
          </p:nvSpPr>
          <p:spPr>
            <a:xfrm>
              <a:off x="4089798" y="3409597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A73A1">
                <a:alpha val="100000"/>
              </a:srgbClr>
            </a:solidFill>
            <a:ln w="5420" cap="flat">
              <a:solidFill>
                <a:srgbClr val="3A73A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4" name="pg364"/>
            <p:cNvSpPr/>
            <p:nvPr/>
          </p:nvSpPr>
          <p:spPr>
            <a:xfrm>
              <a:off x="4171236" y="3409597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A73A1">
                <a:alpha val="100000"/>
              </a:srgbClr>
            </a:solidFill>
            <a:ln w="5420" cap="flat">
              <a:solidFill>
                <a:srgbClr val="3A73A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5" name="pg365"/>
            <p:cNvSpPr/>
            <p:nvPr/>
          </p:nvSpPr>
          <p:spPr>
            <a:xfrm>
              <a:off x="4252673" y="3409597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A74A1">
                <a:alpha val="100000"/>
              </a:srgbClr>
            </a:solidFill>
            <a:ln w="5420" cap="flat">
              <a:solidFill>
                <a:srgbClr val="3A74A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6" name="pg366"/>
            <p:cNvSpPr/>
            <p:nvPr/>
          </p:nvSpPr>
          <p:spPr>
            <a:xfrm>
              <a:off x="4334110" y="3409597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A74A1">
                <a:alpha val="100000"/>
              </a:srgbClr>
            </a:solidFill>
            <a:ln w="5420" cap="flat">
              <a:solidFill>
                <a:srgbClr val="3A74A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7" name="pg367"/>
            <p:cNvSpPr/>
            <p:nvPr/>
          </p:nvSpPr>
          <p:spPr>
            <a:xfrm>
              <a:off x="4415547" y="3409597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A75A2">
                <a:alpha val="100000"/>
              </a:srgbClr>
            </a:solidFill>
            <a:ln w="5420" cap="flat">
              <a:solidFill>
                <a:srgbClr val="3A75A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8" name="pg368"/>
            <p:cNvSpPr/>
            <p:nvPr/>
          </p:nvSpPr>
          <p:spPr>
            <a:xfrm>
              <a:off x="4496984" y="3409597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A75A2">
                <a:alpha val="100000"/>
              </a:srgbClr>
            </a:solidFill>
            <a:ln w="5420" cap="flat">
              <a:solidFill>
                <a:srgbClr val="3A75A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9" name="pg369"/>
            <p:cNvSpPr/>
            <p:nvPr/>
          </p:nvSpPr>
          <p:spPr>
            <a:xfrm>
              <a:off x="4578421" y="3409597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A75A2">
                <a:alpha val="100000"/>
              </a:srgbClr>
            </a:solidFill>
            <a:ln w="5420" cap="flat">
              <a:solidFill>
                <a:srgbClr val="3A75A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0" name="pg370"/>
            <p:cNvSpPr/>
            <p:nvPr/>
          </p:nvSpPr>
          <p:spPr>
            <a:xfrm>
              <a:off x="4659858" y="3409597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A75A2">
                <a:alpha val="100000"/>
              </a:srgbClr>
            </a:solidFill>
            <a:ln w="5420" cap="flat">
              <a:solidFill>
                <a:srgbClr val="3A75A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1" name="pg371"/>
            <p:cNvSpPr/>
            <p:nvPr/>
          </p:nvSpPr>
          <p:spPr>
            <a:xfrm>
              <a:off x="2868241" y="3512913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A6FA0">
                <a:alpha val="100000"/>
              </a:srgbClr>
            </a:solidFill>
            <a:ln w="5420" cap="flat">
              <a:solidFill>
                <a:srgbClr val="3A6FA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2" name="pg372"/>
            <p:cNvSpPr/>
            <p:nvPr/>
          </p:nvSpPr>
          <p:spPr>
            <a:xfrm>
              <a:off x="2949678" y="3512913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A6CA0">
                <a:alpha val="100000"/>
              </a:srgbClr>
            </a:solidFill>
            <a:ln w="5420" cap="flat">
              <a:solidFill>
                <a:srgbClr val="3A6CA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3" name="pg373"/>
            <p:cNvSpPr/>
            <p:nvPr/>
          </p:nvSpPr>
          <p:spPr>
            <a:xfrm>
              <a:off x="3031116" y="3512913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A6A9F">
                <a:alpha val="100000"/>
              </a:srgbClr>
            </a:solidFill>
            <a:ln w="5420" cap="flat">
              <a:solidFill>
                <a:srgbClr val="3A6A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4" name="pg374"/>
            <p:cNvSpPr/>
            <p:nvPr/>
          </p:nvSpPr>
          <p:spPr>
            <a:xfrm>
              <a:off x="3112553" y="3512913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A699F">
                <a:alpha val="100000"/>
              </a:srgbClr>
            </a:solidFill>
            <a:ln w="5420" cap="flat">
              <a:solidFill>
                <a:srgbClr val="3A69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5" name="pg375"/>
            <p:cNvSpPr/>
            <p:nvPr/>
          </p:nvSpPr>
          <p:spPr>
            <a:xfrm>
              <a:off x="3193990" y="3512913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A699F">
                <a:alpha val="100000"/>
              </a:srgbClr>
            </a:solidFill>
            <a:ln w="5420" cap="flat">
              <a:solidFill>
                <a:srgbClr val="3A69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6" name="pg376"/>
            <p:cNvSpPr/>
            <p:nvPr/>
          </p:nvSpPr>
          <p:spPr>
            <a:xfrm>
              <a:off x="3275427" y="3512913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A689F">
                <a:alpha val="100000"/>
              </a:srgbClr>
            </a:solidFill>
            <a:ln w="5420" cap="flat">
              <a:solidFill>
                <a:srgbClr val="3A68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7" name="pg377"/>
            <p:cNvSpPr/>
            <p:nvPr/>
          </p:nvSpPr>
          <p:spPr>
            <a:xfrm>
              <a:off x="3356864" y="3512913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A669E">
                <a:alpha val="100000"/>
              </a:srgbClr>
            </a:solidFill>
            <a:ln w="5420" cap="flat">
              <a:solidFill>
                <a:srgbClr val="3A66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8" name="pg378"/>
            <p:cNvSpPr/>
            <p:nvPr/>
          </p:nvSpPr>
          <p:spPr>
            <a:xfrm>
              <a:off x="3438301" y="3512913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A649E">
                <a:alpha val="100000"/>
              </a:srgbClr>
            </a:solidFill>
            <a:ln w="5420" cap="flat">
              <a:solidFill>
                <a:srgbClr val="3A64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9" name="pg379"/>
            <p:cNvSpPr/>
            <p:nvPr/>
          </p:nvSpPr>
          <p:spPr>
            <a:xfrm>
              <a:off x="3519738" y="3512913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A649E">
                <a:alpha val="100000"/>
              </a:srgbClr>
            </a:solidFill>
            <a:ln w="5420" cap="flat">
              <a:solidFill>
                <a:srgbClr val="3A64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0" name="pg380"/>
            <p:cNvSpPr/>
            <p:nvPr/>
          </p:nvSpPr>
          <p:spPr>
            <a:xfrm>
              <a:off x="3601176" y="3512913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A679E">
                <a:alpha val="100000"/>
              </a:srgbClr>
            </a:solidFill>
            <a:ln w="5420" cap="flat">
              <a:solidFill>
                <a:srgbClr val="3A67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1" name="pg381"/>
            <p:cNvSpPr/>
            <p:nvPr/>
          </p:nvSpPr>
          <p:spPr>
            <a:xfrm>
              <a:off x="3682613" y="3512913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A6A9F">
                <a:alpha val="100000"/>
              </a:srgbClr>
            </a:solidFill>
            <a:ln w="5420" cap="flat">
              <a:solidFill>
                <a:srgbClr val="3A6A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2" name="pg382"/>
            <p:cNvSpPr/>
            <p:nvPr/>
          </p:nvSpPr>
          <p:spPr>
            <a:xfrm>
              <a:off x="3764050" y="3512913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A6EA0">
                <a:alpha val="100000"/>
              </a:srgbClr>
            </a:solidFill>
            <a:ln w="5420" cap="flat">
              <a:solidFill>
                <a:srgbClr val="3A6EA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3" name="pg383"/>
            <p:cNvSpPr/>
            <p:nvPr/>
          </p:nvSpPr>
          <p:spPr>
            <a:xfrm>
              <a:off x="3845487" y="3512913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B70A1">
                <a:alpha val="100000"/>
              </a:srgbClr>
            </a:solidFill>
            <a:ln w="5420" cap="flat">
              <a:solidFill>
                <a:srgbClr val="3B70A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4" name="pg384"/>
            <p:cNvSpPr/>
            <p:nvPr/>
          </p:nvSpPr>
          <p:spPr>
            <a:xfrm>
              <a:off x="3926924" y="3512913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B72A1">
                <a:alpha val="100000"/>
              </a:srgbClr>
            </a:solidFill>
            <a:ln w="5420" cap="flat">
              <a:solidFill>
                <a:srgbClr val="3B72A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5" name="pg385"/>
            <p:cNvSpPr/>
            <p:nvPr/>
          </p:nvSpPr>
          <p:spPr>
            <a:xfrm>
              <a:off x="4008361" y="3512913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B73A1">
                <a:alpha val="100000"/>
              </a:srgbClr>
            </a:solidFill>
            <a:ln w="5420" cap="flat">
              <a:solidFill>
                <a:srgbClr val="3B73A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6" name="pg386"/>
            <p:cNvSpPr/>
            <p:nvPr/>
          </p:nvSpPr>
          <p:spPr>
            <a:xfrm>
              <a:off x="4089798" y="3512913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A73A1">
                <a:alpha val="100000"/>
              </a:srgbClr>
            </a:solidFill>
            <a:ln w="5420" cap="flat">
              <a:solidFill>
                <a:srgbClr val="3A73A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7" name="pg387"/>
            <p:cNvSpPr/>
            <p:nvPr/>
          </p:nvSpPr>
          <p:spPr>
            <a:xfrm>
              <a:off x="4171236" y="3512913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A73A1">
                <a:alpha val="100000"/>
              </a:srgbClr>
            </a:solidFill>
            <a:ln w="5420" cap="flat">
              <a:solidFill>
                <a:srgbClr val="3A73A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8" name="pg388"/>
            <p:cNvSpPr/>
            <p:nvPr/>
          </p:nvSpPr>
          <p:spPr>
            <a:xfrm>
              <a:off x="4252673" y="3512913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A73A1">
                <a:alpha val="100000"/>
              </a:srgbClr>
            </a:solidFill>
            <a:ln w="5420" cap="flat">
              <a:solidFill>
                <a:srgbClr val="3A73A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9" name="pg389"/>
            <p:cNvSpPr/>
            <p:nvPr/>
          </p:nvSpPr>
          <p:spPr>
            <a:xfrm>
              <a:off x="4334110" y="3512913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A74A1">
                <a:alpha val="100000"/>
              </a:srgbClr>
            </a:solidFill>
            <a:ln w="5420" cap="flat">
              <a:solidFill>
                <a:srgbClr val="3A74A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0" name="pg390"/>
            <p:cNvSpPr/>
            <p:nvPr/>
          </p:nvSpPr>
          <p:spPr>
            <a:xfrm>
              <a:off x="4415547" y="3512913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A75A2">
                <a:alpha val="100000"/>
              </a:srgbClr>
            </a:solidFill>
            <a:ln w="5420" cap="flat">
              <a:solidFill>
                <a:srgbClr val="3A75A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1" name="pg391"/>
            <p:cNvSpPr/>
            <p:nvPr/>
          </p:nvSpPr>
          <p:spPr>
            <a:xfrm>
              <a:off x="4496984" y="3512913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A75A2">
                <a:alpha val="100000"/>
              </a:srgbClr>
            </a:solidFill>
            <a:ln w="5420" cap="flat">
              <a:solidFill>
                <a:srgbClr val="3A75A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2" name="pg392"/>
            <p:cNvSpPr/>
            <p:nvPr/>
          </p:nvSpPr>
          <p:spPr>
            <a:xfrm>
              <a:off x="4578421" y="3512913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A76A2">
                <a:alpha val="100000"/>
              </a:srgbClr>
            </a:solidFill>
            <a:ln w="5420" cap="flat">
              <a:solidFill>
                <a:srgbClr val="3A76A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3" name="pg393"/>
            <p:cNvSpPr/>
            <p:nvPr/>
          </p:nvSpPr>
          <p:spPr>
            <a:xfrm>
              <a:off x="2868241" y="3616229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A75A2">
                <a:alpha val="100000"/>
              </a:srgbClr>
            </a:solidFill>
            <a:ln w="5420" cap="flat">
              <a:solidFill>
                <a:srgbClr val="3A75A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4" name="pg394"/>
            <p:cNvSpPr/>
            <p:nvPr/>
          </p:nvSpPr>
          <p:spPr>
            <a:xfrm>
              <a:off x="2949678" y="3616229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A74A1">
                <a:alpha val="100000"/>
              </a:srgbClr>
            </a:solidFill>
            <a:ln w="5420" cap="flat">
              <a:solidFill>
                <a:srgbClr val="3A74A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5" name="pg395"/>
            <p:cNvSpPr/>
            <p:nvPr/>
          </p:nvSpPr>
          <p:spPr>
            <a:xfrm>
              <a:off x="3031116" y="3616229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B72A1">
                <a:alpha val="100000"/>
              </a:srgbClr>
            </a:solidFill>
            <a:ln w="5420" cap="flat">
              <a:solidFill>
                <a:srgbClr val="3B72A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6" name="pg396"/>
            <p:cNvSpPr/>
            <p:nvPr/>
          </p:nvSpPr>
          <p:spPr>
            <a:xfrm>
              <a:off x="3112553" y="3616229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B70A1">
                <a:alpha val="100000"/>
              </a:srgbClr>
            </a:solidFill>
            <a:ln w="5420" cap="flat">
              <a:solidFill>
                <a:srgbClr val="3B70A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7" name="pg397"/>
            <p:cNvSpPr/>
            <p:nvPr/>
          </p:nvSpPr>
          <p:spPr>
            <a:xfrm>
              <a:off x="3193990" y="3616229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A6EA0">
                <a:alpha val="100000"/>
              </a:srgbClr>
            </a:solidFill>
            <a:ln w="5420" cap="flat">
              <a:solidFill>
                <a:srgbClr val="3A6EA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8" name="pg398"/>
            <p:cNvSpPr/>
            <p:nvPr/>
          </p:nvSpPr>
          <p:spPr>
            <a:xfrm>
              <a:off x="3275427" y="3616229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A6B9F">
                <a:alpha val="100000"/>
              </a:srgbClr>
            </a:solidFill>
            <a:ln w="5420" cap="flat">
              <a:solidFill>
                <a:srgbClr val="3A6B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9" name="pg399"/>
            <p:cNvSpPr/>
            <p:nvPr/>
          </p:nvSpPr>
          <p:spPr>
            <a:xfrm>
              <a:off x="3356864" y="3616229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A669E">
                <a:alpha val="100000"/>
              </a:srgbClr>
            </a:solidFill>
            <a:ln w="5420" cap="flat">
              <a:solidFill>
                <a:srgbClr val="3A66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0" name="pg400"/>
            <p:cNvSpPr/>
            <p:nvPr/>
          </p:nvSpPr>
          <p:spPr>
            <a:xfrm>
              <a:off x="3438301" y="3616229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A629D">
                <a:alpha val="100000"/>
              </a:srgbClr>
            </a:solidFill>
            <a:ln w="5420" cap="flat">
              <a:solidFill>
                <a:srgbClr val="3A62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1" name="pg401"/>
            <p:cNvSpPr/>
            <p:nvPr/>
          </p:nvSpPr>
          <p:spPr>
            <a:xfrm>
              <a:off x="3519738" y="3616229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A629D">
                <a:alpha val="100000"/>
              </a:srgbClr>
            </a:solidFill>
            <a:ln w="5420" cap="flat">
              <a:solidFill>
                <a:srgbClr val="3A62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2" name="pg402"/>
            <p:cNvSpPr/>
            <p:nvPr/>
          </p:nvSpPr>
          <p:spPr>
            <a:xfrm>
              <a:off x="3601176" y="3616229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A669E">
                <a:alpha val="100000"/>
              </a:srgbClr>
            </a:solidFill>
            <a:ln w="5420" cap="flat">
              <a:solidFill>
                <a:srgbClr val="3A66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3" name="pg403"/>
            <p:cNvSpPr/>
            <p:nvPr/>
          </p:nvSpPr>
          <p:spPr>
            <a:xfrm>
              <a:off x="3682613" y="3616229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A6B9F">
                <a:alpha val="100000"/>
              </a:srgbClr>
            </a:solidFill>
            <a:ln w="5420" cap="flat">
              <a:solidFill>
                <a:srgbClr val="3A6B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4" name="pg404"/>
            <p:cNvSpPr/>
            <p:nvPr/>
          </p:nvSpPr>
          <p:spPr>
            <a:xfrm>
              <a:off x="3764050" y="3616229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A6FA0">
                <a:alpha val="100000"/>
              </a:srgbClr>
            </a:solidFill>
            <a:ln w="5420" cap="flat">
              <a:solidFill>
                <a:srgbClr val="3A6FA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5" name="pg405"/>
            <p:cNvSpPr/>
            <p:nvPr/>
          </p:nvSpPr>
          <p:spPr>
            <a:xfrm>
              <a:off x="3845487" y="3616229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B71A1">
                <a:alpha val="100000"/>
              </a:srgbClr>
            </a:solidFill>
            <a:ln w="5420" cap="flat">
              <a:solidFill>
                <a:srgbClr val="3B71A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6" name="pg406"/>
            <p:cNvSpPr/>
            <p:nvPr/>
          </p:nvSpPr>
          <p:spPr>
            <a:xfrm>
              <a:off x="3926924" y="3616229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B72A1">
                <a:alpha val="100000"/>
              </a:srgbClr>
            </a:solidFill>
            <a:ln w="5420" cap="flat">
              <a:solidFill>
                <a:srgbClr val="3B72A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7" name="pg407"/>
            <p:cNvSpPr/>
            <p:nvPr/>
          </p:nvSpPr>
          <p:spPr>
            <a:xfrm>
              <a:off x="4008361" y="3616229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B72A1">
                <a:alpha val="100000"/>
              </a:srgbClr>
            </a:solidFill>
            <a:ln w="5420" cap="flat">
              <a:solidFill>
                <a:srgbClr val="3B72A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8" name="pg408"/>
            <p:cNvSpPr/>
            <p:nvPr/>
          </p:nvSpPr>
          <p:spPr>
            <a:xfrm>
              <a:off x="4089798" y="3616229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B71A1">
                <a:alpha val="100000"/>
              </a:srgbClr>
            </a:solidFill>
            <a:ln w="5420" cap="flat">
              <a:solidFill>
                <a:srgbClr val="3B71A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9" name="pg409"/>
            <p:cNvSpPr/>
            <p:nvPr/>
          </p:nvSpPr>
          <p:spPr>
            <a:xfrm>
              <a:off x="4171236" y="3616229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B71A1">
                <a:alpha val="100000"/>
              </a:srgbClr>
            </a:solidFill>
            <a:ln w="5420" cap="flat">
              <a:solidFill>
                <a:srgbClr val="3B71A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0" name="pg410"/>
            <p:cNvSpPr/>
            <p:nvPr/>
          </p:nvSpPr>
          <p:spPr>
            <a:xfrm>
              <a:off x="4252673" y="3616229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B72A1">
                <a:alpha val="100000"/>
              </a:srgbClr>
            </a:solidFill>
            <a:ln w="5420" cap="flat">
              <a:solidFill>
                <a:srgbClr val="3B72A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1" name="pg411"/>
            <p:cNvSpPr/>
            <p:nvPr/>
          </p:nvSpPr>
          <p:spPr>
            <a:xfrm>
              <a:off x="4334110" y="3616229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A73A1">
                <a:alpha val="100000"/>
              </a:srgbClr>
            </a:solidFill>
            <a:ln w="5420" cap="flat">
              <a:solidFill>
                <a:srgbClr val="3A73A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2" name="pg412"/>
            <p:cNvSpPr/>
            <p:nvPr/>
          </p:nvSpPr>
          <p:spPr>
            <a:xfrm>
              <a:off x="4415547" y="3616229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A75A2">
                <a:alpha val="100000"/>
              </a:srgbClr>
            </a:solidFill>
            <a:ln w="5420" cap="flat">
              <a:solidFill>
                <a:srgbClr val="3A75A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3" name="pg413"/>
            <p:cNvSpPr/>
            <p:nvPr/>
          </p:nvSpPr>
          <p:spPr>
            <a:xfrm>
              <a:off x="4496984" y="3616229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A75A2">
                <a:alpha val="100000"/>
              </a:srgbClr>
            </a:solidFill>
            <a:ln w="5420" cap="flat">
              <a:solidFill>
                <a:srgbClr val="3A75A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4" name="pg414"/>
            <p:cNvSpPr/>
            <p:nvPr/>
          </p:nvSpPr>
          <p:spPr>
            <a:xfrm>
              <a:off x="3031116" y="3719546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A7BA3">
                <a:alpha val="100000"/>
              </a:srgbClr>
            </a:solidFill>
            <a:ln w="5420" cap="flat">
              <a:solidFill>
                <a:srgbClr val="3A7BA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5" name="pg415"/>
            <p:cNvSpPr/>
            <p:nvPr/>
          </p:nvSpPr>
          <p:spPr>
            <a:xfrm>
              <a:off x="3112553" y="3719546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A79A2">
                <a:alpha val="100000"/>
              </a:srgbClr>
            </a:solidFill>
            <a:ln w="5420" cap="flat">
              <a:solidFill>
                <a:srgbClr val="3A79A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6" name="pg416"/>
            <p:cNvSpPr/>
            <p:nvPr/>
          </p:nvSpPr>
          <p:spPr>
            <a:xfrm>
              <a:off x="3193990" y="3719546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A76A2">
                <a:alpha val="100000"/>
              </a:srgbClr>
            </a:solidFill>
            <a:ln w="5420" cap="flat">
              <a:solidFill>
                <a:srgbClr val="3A76A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7" name="pg417"/>
            <p:cNvSpPr/>
            <p:nvPr/>
          </p:nvSpPr>
          <p:spPr>
            <a:xfrm>
              <a:off x="3275427" y="3719546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B71A1">
                <a:alpha val="100000"/>
              </a:srgbClr>
            </a:solidFill>
            <a:ln w="5420" cap="flat">
              <a:solidFill>
                <a:srgbClr val="3B71A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8" name="pg418"/>
            <p:cNvSpPr/>
            <p:nvPr/>
          </p:nvSpPr>
          <p:spPr>
            <a:xfrm>
              <a:off x="3356864" y="3719546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A6B9F">
                <a:alpha val="100000"/>
              </a:srgbClr>
            </a:solidFill>
            <a:ln w="5420" cap="flat">
              <a:solidFill>
                <a:srgbClr val="3A6B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9" name="pg419"/>
            <p:cNvSpPr/>
            <p:nvPr/>
          </p:nvSpPr>
          <p:spPr>
            <a:xfrm>
              <a:off x="3438301" y="3719546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A659E">
                <a:alpha val="100000"/>
              </a:srgbClr>
            </a:solidFill>
            <a:ln w="5420" cap="flat">
              <a:solidFill>
                <a:srgbClr val="3A65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0" name="pg420"/>
            <p:cNvSpPr/>
            <p:nvPr/>
          </p:nvSpPr>
          <p:spPr>
            <a:xfrm>
              <a:off x="3519738" y="3719546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A659E">
                <a:alpha val="100000"/>
              </a:srgbClr>
            </a:solidFill>
            <a:ln w="5420" cap="flat">
              <a:solidFill>
                <a:srgbClr val="3A65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1" name="pg421"/>
            <p:cNvSpPr/>
            <p:nvPr/>
          </p:nvSpPr>
          <p:spPr>
            <a:xfrm>
              <a:off x="3601176" y="3719546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A699F">
                <a:alpha val="100000"/>
              </a:srgbClr>
            </a:solidFill>
            <a:ln w="5420" cap="flat">
              <a:solidFill>
                <a:srgbClr val="3A69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2" name="pg422"/>
            <p:cNvSpPr/>
            <p:nvPr/>
          </p:nvSpPr>
          <p:spPr>
            <a:xfrm>
              <a:off x="3682613" y="3719546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A6FA0">
                <a:alpha val="100000"/>
              </a:srgbClr>
            </a:solidFill>
            <a:ln w="5420" cap="flat">
              <a:solidFill>
                <a:srgbClr val="3A6FA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3" name="pg423"/>
            <p:cNvSpPr/>
            <p:nvPr/>
          </p:nvSpPr>
          <p:spPr>
            <a:xfrm>
              <a:off x="3764050" y="3719546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B72A1">
                <a:alpha val="100000"/>
              </a:srgbClr>
            </a:solidFill>
            <a:ln w="5420" cap="flat">
              <a:solidFill>
                <a:srgbClr val="3B72A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4" name="pg424"/>
            <p:cNvSpPr/>
            <p:nvPr/>
          </p:nvSpPr>
          <p:spPr>
            <a:xfrm>
              <a:off x="3845487" y="3719546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A73A1">
                <a:alpha val="100000"/>
              </a:srgbClr>
            </a:solidFill>
            <a:ln w="5420" cap="flat">
              <a:solidFill>
                <a:srgbClr val="3A73A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5" name="pg425"/>
            <p:cNvSpPr/>
            <p:nvPr/>
          </p:nvSpPr>
          <p:spPr>
            <a:xfrm>
              <a:off x="3926924" y="3719546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B72A1">
                <a:alpha val="100000"/>
              </a:srgbClr>
            </a:solidFill>
            <a:ln w="5420" cap="flat">
              <a:solidFill>
                <a:srgbClr val="3B72A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6" name="pg426"/>
            <p:cNvSpPr/>
            <p:nvPr/>
          </p:nvSpPr>
          <p:spPr>
            <a:xfrm>
              <a:off x="4008361" y="3719546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B6FA0">
                <a:alpha val="100000"/>
              </a:srgbClr>
            </a:solidFill>
            <a:ln w="5420" cap="flat">
              <a:solidFill>
                <a:srgbClr val="3B6FA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7" name="pg427"/>
            <p:cNvSpPr/>
            <p:nvPr/>
          </p:nvSpPr>
          <p:spPr>
            <a:xfrm>
              <a:off x="4089798" y="3719546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A6DA0">
                <a:alpha val="100000"/>
              </a:srgbClr>
            </a:solidFill>
            <a:ln w="5420" cap="flat">
              <a:solidFill>
                <a:srgbClr val="3A6DA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8" name="pg428"/>
            <p:cNvSpPr/>
            <p:nvPr/>
          </p:nvSpPr>
          <p:spPr>
            <a:xfrm>
              <a:off x="4171236" y="3719546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A6DA0">
                <a:alpha val="100000"/>
              </a:srgbClr>
            </a:solidFill>
            <a:ln w="5420" cap="flat">
              <a:solidFill>
                <a:srgbClr val="3A6DA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9" name="pg429"/>
            <p:cNvSpPr/>
            <p:nvPr/>
          </p:nvSpPr>
          <p:spPr>
            <a:xfrm>
              <a:off x="4252673" y="3719546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A6EA0">
                <a:alpha val="100000"/>
              </a:srgbClr>
            </a:solidFill>
            <a:ln w="5420" cap="flat">
              <a:solidFill>
                <a:srgbClr val="3A6EA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0" name="pg430"/>
            <p:cNvSpPr/>
            <p:nvPr/>
          </p:nvSpPr>
          <p:spPr>
            <a:xfrm>
              <a:off x="4334110" y="3719546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B72A1">
                <a:alpha val="100000"/>
              </a:srgbClr>
            </a:solidFill>
            <a:ln w="5420" cap="flat">
              <a:solidFill>
                <a:srgbClr val="3B72A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1" name="pg431"/>
            <p:cNvSpPr/>
            <p:nvPr/>
          </p:nvSpPr>
          <p:spPr>
            <a:xfrm>
              <a:off x="4415547" y="3719546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A74A1">
                <a:alpha val="100000"/>
              </a:srgbClr>
            </a:solidFill>
            <a:ln w="5420" cap="flat">
              <a:solidFill>
                <a:srgbClr val="3A74A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2" name="pg432"/>
            <p:cNvSpPr/>
            <p:nvPr/>
          </p:nvSpPr>
          <p:spPr>
            <a:xfrm>
              <a:off x="3112553" y="3822862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984A5">
                <a:alpha val="100000"/>
              </a:srgbClr>
            </a:solidFill>
            <a:ln w="5420" cap="flat">
              <a:solidFill>
                <a:srgbClr val="3984A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3" name="pg433"/>
            <p:cNvSpPr/>
            <p:nvPr/>
          </p:nvSpPr>
          <p:spPr>
            <a:xfrm>
              <a:off x="3193990" y="3822862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A81A4">
                <a:alpha val="100000"/>
              </a:srgbClr>
            </a:solidFill>
            <a:ln w="5420" cap="flat">
              <a:solidFill>
                <a:srgbClr val="3A81A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4" name="pg434"/>
            <p:cNvSpPr/>
            <p:nvPr/>
          </p:nvSpPr>
          <p:spPr>
            <a:xfrm>
              <a:off x="3275427" y="3822862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A7CA3">
                <a:alpha val="100000"/>
              </a:srgbClr>
            </a:solidFill>
            <a:ln w="5420" cap="flat">
              <a:solidFill>
                <a:srgbClr val="3A7CA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5" name="pg435"/>
            <p:cNvSpPr/>
            <p:nvPr/>
          </p:nvSpPr>
          <p:spPr>
            <a:xfrm>
              <a:off x="3356864" y="3822862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A77A2">
                <a:alpha val="100000"/>
              </a:srgbClr>
            </a:solidFill>
            <a:ln w="5420" cap="flat">
              <a:solidFill>
                <a:srgbClr val="3A77A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6" name="pg436"/>
            <p:cNvSpPr/>
            <p:nvPr/>
          </p:nvSpPr>
          <p:spPr>
            <a:xfrm>
              <a:off x="3438301" y="3822862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B72A1">
                <a:alpha val="100000"/>
              </a:srgbClr>
            </a:solidFill>
            <a:ln w="5420" cap="flat">
              <a:solidFill>
                <a:srgbClr val="3B72A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7" name="pg437"/>
            <p:cNvSpPr/>
            <p:nvPr/>
          </p:nvSpPr>
          <p:spPr>
            <a:xfrm>
              <a:off x="3519738" y="3822862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B70A1">
                <a:alpha val="100000"/>
              </a:srgbClr>
            </a:solidFill>
            <a:ln w="5420" cap="flat">
              <a:solidFill>
                <a:srgbClr val="3B70A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8" name="pg438"/>
            <p:cNvSpPr/>
            <p:nvPr/>
          </p:nvSpPr>
          <p:spPr>
            <a:xfrm>
              <a:off x="3601176" y="3822862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A74A1">
                <a:alpha val="100000"/>
              </a:srgbClr>
            </a:solidFill>
            <a:ln w="5420" cap="flat">
              <a:solidFill>
                <a:srgbClr val="3A74A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9" name="pg439"/>
            <p:cNvSpPr/>
            <p:nvPr/>
          </p:nvSpPr>
          <p:spPr>
            <a:xfrm>
              <a:off x="3682613" y="3822862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A77A2">
                <a:alpha val="100000"/>
              </a:srgbClr>
            </a:solidFill>
            <a:ln w="5420" cap="flat">
              <a:solidFill>
                <a:srgbClr val="3A77A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0" name="pg440"/>
            <p:cNvSpPr/>
            <p:nvPr/>
          </p:nvSpPr>
          <p:spPr>
            <a:xfrm>
              <a:off x="3764050" y="3822862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A78A2">
                <a:alpha val="100000"/>
              </a:srgbClr>
            </a:solidFill>
            <a:ln w="5420" cap="flat">
              <a:solidFill>
                <a:srgbClr val="3A78A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1" name="pg441"/>
            <p:cNvSpPr/>
            <p:nvPr/>
          </p:nvSpPr>
          <p:spPr>
            <a:xfrm>
              <a:off x="3845487" y="3822862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A75A2">
                <a:alpha val="100000"/>
              </a:srgbClr>
            </a:solidFill>
            <a:ln w="5420" cap="flat">
              <a:solidFill>
                <a:srgbClr val="3A75A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2" name="pg442"/>
            <p:cNvSpPr/>
            <p:nvPr/>
          </p:nvSpPr>
          <p:spPr>
            <a:xfrm>
              <a:off x="3926924" y="3822862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B70A0">
                <a:alpha val="100000"/>
              </a:srgbClr>
            </a:solidFill>
            <a:ln w="5420" cap="flat">
              <a:solidFill>
                <a:srgbClr val="3B70A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3" name="pg443"/>
            <p:cNvSpPr/>
            <p:nvPr/>
          </p:nvSpPr>
          <p:spPr>
            <a:xfrm>
              <a:off x="4008361" y="3822862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A6A9F">
                <a:alpha val="100000"/>
              </a:srgbClr>
            </a:solidFill>
            <a:ln w="5420" cap="flat">
              <a:solidFill>
                <a:srgbClr val="3A6A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4" name="pg444"/>
            <p:cNvSpPr/>
            <p:nvPr/>
          </p:nvSpPr>
          <p:spPr>
            <a:xfrm>
              <a:off x="4089798" y="3822862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A669E">
                <a:alpha val="100000"/>
              </a:srgbClr>
            </a:solidFill>
            <a:ln w="5420" cap="flat">
              <a:solidFill>
                <a:srgbClr val="3A66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5" name="pg445"/>
            <p:cNvSpPr/>
            <p:nvPr/>
          </p:nvSpPr>
          <p:spPr>
            <a:xfrm>
              <a:off x="4171236" y="3822862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A669E">
                <a:alpha val="100000"/>
              </a:srgbClr>
            </a:solidFill>
            <a:ln w="5420" cap="flat">
              <a:solidFill>
                <a:srgbClr val="3A66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6" name="pg446"/>
            <p:cNvSpPr/>
            <p:nvPr/>
          </p:nvSpPr>
          <p:spPr>
            <a:xfrm>
              <a:off x="4252673" y="3822862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A699F">
                <a:alpha val="100000"/>
              </a:srgbClr>
            </a:solidFill>
            <a:ln w="5420" cap="flat">
              <a:solidFill>
                <a:srgbClr val="3A69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7" name="pg447"/>
            <p:cNvSpPr/>
            <p:nvPr/>
          </p:nvSpPr>
          <p:spPr>
            <a:xfrm>
              <a:off x="4334110" y="3822862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B70A0">
                <a:alpha val="100000"/>
              </a:srgbClr>
            </a:solidFill>
            <a:ln w="5420" cap="flat">
              <a:solidFill>
                <a:srgbClr val="3B70A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8" name="pg448"/>
            <p:cNvSpPr/>
            <p:nvPr/>
          </p:nvSpPr>
          <p:spPr>
            <a:xfrm>
              <a:off x="3193990" y="3926178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691A8">
                <a:alpha val="100000"/>
              </a:srgbClr>
            </a:solidFill>
            <a:ln w="5420" cap="flat">
              <a:solidFill>
                <a:srgbClr val="3691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9" name="pg449"/>
            <p:cNvSpPr/>
            <p:nvPr/>
          </p:nvSpPr>
          <p:spPr>
            <a:xfrm>
              <a:off x="3275427" y="3926178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78FA7">
                <a:alpha val="100000"/>
              </a:srgbClr>
            </a:solidFill>
            <a:ln w="5420" cap="flat">
              <a:solidFill>
                <a:srgbClr val="378F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0" name="pg450"/>
            <p:cNvSpPr/>
            <p:nvPr/>
          </p:nvSpPr>
          <p:spPr>
            <a:xfrm>
              <a:off x="3356864" y="3926178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78CA7">
                <a:alpha val="100000"/>
              </a:srgbClr>
            </a:solidFill>
            <a:ln w="5420" cap="flat">
              <a:solidFill>
                <a:srgbClr val="378C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1" name="pg451"/>
            <p:cNvSpPr/>
            <p:nvPr/>
          </p:nvSpPr>
          <p:spPr>
            <a:xfrm>
              <a:off x="3438301" y="3926178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889A6">
                <a:alpha val="100000"/>
              </a:srgbClr>
            </a:solidFill>
            <a:ln w="5420" cap="flat">
              <a:solidFill>
                <a:srgbClr val="3889A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2" name="pg452"/>
            <p:cNvSpPr/>
            <p:nvPr/>
          </p:nvSpPr>
          <p:spPr>
            <a:xfrm>
              <a:off x="3519738" y="3926178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987A6">
                <a:alpha val="100000"/>
              </a:srgbClr>
            </a:solidFill>
            <a:ln w="5420" cap="flat">
              <a:solidFill>
                <a:srgbClr val="3987A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3" name="pg453"/>
            <p:cNvSpPr/>
            <p:nvPr/>
          </p:nvSpPr>
          <p:spPr>
            <a:xfrm>
              <a:off x="3601176" y="3926178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987A6">
                <a:alpha val="100000"/>
              </a:srgbClr>
            </a:solidFill>
            <a:ln w="5420" cap="flat">
              <a:solidFill>
                <a:srgbClr val="3987A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4" name="pg454"/>
            <p:cNvSpPr/>
            <p:nvPr/>
          </p:nvSpPr>
          <p:spPr>
            <a:xfrm>
              <a:off x="3682613" y="3926178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985A5">
                <a:alpha val="100000"/>
              </a:srgbClr>
            </a:solidFill>
            <a:ln w="5420" cap="flat">
              <a:solidFill>
                <a:srgbClr val="3985A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5" name="pg455"/>
            <p:cNvSpPr/>
            <p:nvPr/>
          </p:nvSpPr>
          <p:spPr>
            <a:xfrm>
              <a:off x="3764050" y="3926178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981A4">
                <a:alpha val="100000"/>
              </a:srgbClr>
            </a:solidFill>
            <a:ln w="5420" cap="flat">
              <a:solidFill>
                <a:srgbClr val="3981A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6" name="pg456"/>
            <p:cNvSpPr/>
            <p:nvPr/>
          </p:nvSpPr>
          <p:spPr>
            <a:xfrm>
              <a:off x="3845487" y="3926178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A78A2">
                <a:alpha val="100000"/>
              </a:srgbClr>
            </a:solidFill>
            <a:ln w="5420" cap="flat">
              <a:solidFill>
                <a:srgbClr val="3A78A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7" name="pg457"/>
            <p:cNvSpPr/>
            <p:nvPr/>
          </p:nvSpPr>
          <p:spPr>
            <a:xfrm>
              <a:off x="3926924" y="3926178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A6CA0">
                <a:alpha val="100000"/>
              </a:srgbClr>
            </a:solidFill>
            <a:ln w="5420" cap="flat">
              <a:solidFill>
                <a:srgbClr val="3A6CA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8" name="pg458"/>
            <p:cNvSpPr/>
            <p:nvPr/>
          </p:nvSpPr>
          <p:spPr>
            <a:xfrm>
              <a:off x="4008361" y="3926178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A629D">
                <a:alpha val="100000"/>
              </a:srgbClr>
            </a:solidFill>
            <a:ln w="5420" cap="flat">
              <a:solidFill>
                <a:srgbClr val="3A62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9" name="pg459"/>
            <p:cNvSpPr/>
            <p:nvPr/>
          </p:nvSpPr>
          <p:spPr>
            <a:xfrm>
              <a:off x="4089798" y="3926178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95D9C">
                <a:alpha val="100000"/>
              </a:srgbClr>
            </a:solidFill>
            <a:ln w="5420" cap="flat">
              <a:solidFill>
                <a:srgbClr val="395D9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0" name="pg460"/>
            <p:cNvSpPr/>
            <p:nvPr/>
          </p:nvSpPr>
          <p:spPr>
            <a:xfrm>
              <a:off x="4171236" y="3926178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95F9C">
                <a:alpha val="100000"/>
              </a:srgbClr>
            </a:solidFill>
            <a:ln w="5420" cap="flat">
              <a:solidFill>
                <a:srgbClr val="395F9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1" name="pg461"/>
            <p:cNvSpPr/>
            <p:nvPr/>
          </p:nvSpPr>
          <p:spPr>
            <a:xfrm>
              <a:off x="4252673" y="3926178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A649E">
                <a:alpha val="100000"/>
              </a:srgbClr>
            </a:solidFill>
            <a:ln w="5420" cap="flat">
              <a:solidFill>
                <a:srgbClr val="3A64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2" name="pg462"/>
            <p:cNvSpPr/>
            <p:nvPr/>
          </p:nvSpPr>
          <p:spPr>
            <a:xfrm>
              <a:off x="4334110" y="3926178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A6EA0">
                <a:alpha val="100000"/>
              </a:srgbClr>
            </a:solidFill>
            <a:ln w="5420" cap="flat">
              <a:solidFill>
                <a:srgbClr val="3A6EA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3" name="pg463"/>
            <p:cNvSpPr/>
            <p:nvPr/>
          </p:nvSpPr>
          <p:spPr>
            <a:xfrm>
              <a:off x="2868241" y="4029494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A9CA9">
                <a:alpha val="100000"/>
              </a:srgbClr>
            </a:solidFill>
            <a:ln w="5420" cap="flat">
              <a:solidFill>
                <a:srgbClr val="3A9C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4" name="pg464"/>
            <p:cNvSpPr/>
            <p:nvPr/>
          </p:nvSpPr>
          <p:spPr>
            <a:xfrm>
              <a:off x="2949678" y="4029494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D9FAA">
                <a:alpha val="100000"/>
              </a:srgbClr>
            </a:solidFill>
            <a:ln w="5420" cap="flat">
              <a:solidFill>
                <a:srgbClr val="3D9F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5" name="pg465"/>
            <p:cNvSpPr/>
            <p:nvPr/>
          </p:nvSpPr>
          <p:spPr>
            <a:xfrm>
              <a:off x="3031116" y="4029494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40A3AA">
                <a:alpha val="100000"/>
              </a:srgbClr>
            </a:solidFill>
            <a:ln w="5420" cap="flat">
              <a:solidFill>
                <a:srgbClr val="40A3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6" name="pg466"/>
            <p:cNvSpPr/>
            <p:nvPr/>
          </p:nvSpPr>
          <p:spPr>
            <a:xfrm>
              <a:off x="3112553" y="4029494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FA2AA">
                <a:alpha val="100000"/>
              </a:srgbClr>
            </a:solidFill>
            <a:ln w="5420" cap="flat">
              <a:solidFill>
                <a:srgbClr val="3FA2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7" name="pg467"/>
            <p:cNvSpPr/>
            <p:nvPr/>
          </p:nvSpPr>
          <p:spPr>
            <a:xfrm>
              <a:off x="3193990" y="4029494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41A4AA">
                <a:alpha val="100000"/>
              </a:srgbClr>
            </a:solidFill>
            <a:ln w="5420" cap="flat">
              <a:solidFill>
                <a:srgbClr val="41A4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8" name="pg468"/>
            <p:cNvSpPr/>
            <p:nvPr/>
          </p:nvSpPr>
          <p:spPr>
            <a:xfrm>
              <a:off x="3275427" y="4029494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43A6AA">
                <a:alpha val="100000"/>
              </a:srgbClr>
            </a:solidFill>
            <a:ln w="5420" cap="flat">
              <a:solidFill>
                <a:srgbClr val="43A6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9" name="pg469"/>
            <p:cNvSpPr/>
            <p:nvPr/>
          </p:nvSpPr>
          <p:spPr>
            <a:xfrm>
              <a:off x="3356864" y="4029494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44A7AA">
                <a:alpha val="100000"/>
              </a:srgbClr>
            </a:solidFill>
            <a:ln w="5420" cap="flat">
              <a:solidFill>
                <a:srgbClr val="44A7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0" name="pg470"/>
            <p:cNvSpPr/>
            <p:nvPr/>
          </p:nvSpPr>
          <p:spPr>
            <a:xfrm>
              <a:off x="3438301" y="4029494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44A8AA">
                <a:alpha val="100000"/>
              </a:srgbClr>
            </a:solidFill>
            <a:ln w="5420" cap="flat">
              <a:solidFill>
                <a:srgbClr val="44A8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1" name="pg471"/>
            <p:cNvSpPr/>
            <p:nvPr/>
          </p:nvSpPr>
          <p:spPr>
            <a:xfrm>
              <a:off x="3519738" y="4029494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41A4AA">
                <a:alpha val="100000"/>
              </a:srgbClr>
            </a:solidFill>
            <a:ln w="5420" cap="flat">
              <a:solidFill>
                <a:srgbClr val="41A4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2" name="pg472"/>
            <p:cNvSpPr/>
            <p:nvPr/>
          </p:nvSpPr>
          <p:spPr>
            <a:xfrm>
              <a:off x="3601176" y="4029494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C9FAA">
                <a:alpha val="100000"/>
              </a:srgbClr>
            </a:solidFill>
            <a:ln w="5420" cap="flat">
              <a:solidFill>
                <a:srgbClr val="3C9F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3" name="pg473"/>
            <p:cNvSpPr/>
            <p:nvPr/>
          </p:nvSpPr>
          <p:spPr>
            <a:xfrm>
              <a:off x="3682613" y="4029494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598A9">
                <a:alpha val="100000"/>
              </a:srgbClr>
            </a:solidFill>
            <a:ln w="5420" cap="flat">
              <a:solidFill>
                <a:srgbClr val="3598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4" name="pg474"/>
            <p:cNvSpPr/>
            <p:nvPr/>
          </p:nvSpPr>
          <p:spPr>
            <a:xfrm>
              <a:off x="3764050" y="4029494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78DA7">
                <a:alpha val="100000"/>
              </a:srgbClr>
            </a:solidFill>
            <a:ln w="5420" cap="flat">
              <a:solidFill>
                <a:srgbClr val="378D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5" name="pg475"/>
            <p:cNvSpPr/>
            <p:nvPr/>
          </p:nvSpPr>
          <p:spPr>
            <a:xfrm>
              <a:off x="3845487" y="4029494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A7EA4">
                <a:alpha val="100000"/>
              </a:srgbClr>
            </a:solidFill>
            <a:ln w="5420" cap="flat">
              <a:solidFill>
                <a:srgbClr val="3A7EA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6" name="pg476"/>
            <p:cNvSpPr/>
            <p:nvPr/>
          </p:nvSpPr>
          <p:spPr>
            <a:xfrm>
              <a:off x="3926924" y="4029494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A6DA0">
                <a:alpha val="100000"/>
              </a:srgbClr>
            </a:solidFill>
            <a:ln w="5420" cap="flat">
              <a:solidFill>
                <a:srgbClr val="3A6DA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7" name="pg477"/>
            <p:cNvSpPr/>
            <p:nvPr/>
          </p:nvSpPr>
          <p:spPr>
            <a:xfrm>
              <a:off x="4008361" y="4029494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95F9C">
                <a:alpha val="100000"/>
              </a:srgbClr>
            </a:solidFill>
            <a:ln w="5420" cap="flat">
              <a:solidFill>
                <a:srgbClr val="395F9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8" name="pg478"/>
            <p:cNvSpPr/>
            <p:nvPr/>
          </p:nvSpPr>
          <p:spPr>
            <a:xfrm>
              <a:off x="4089798" y="4029494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A5A97">
                <a:alpha val="100000"/>
              </a:srgbClr>
            </a:solidFill>
            <a:ln w="5420" cap="flat">
              <a:solidFill>
                <a:srgbClr val="3A5A9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9" name="pg479"/>
            <p:cNvSpPr/>
            <p:nvPr/>
          </p:nvSpPr>
          <p:spPr>
            <a:xfrm>
              <a:off x="4171236" y="4029494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95C9B">
                <a:alpha val="100000"/>
              </a:srgbClr>
            </a:solidFill>
            <a:ln w="5420" cap="flat">
              <a:solidFill>
                <a:srgbClr val="395C9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0" name="pg480"/>
            <p:cNvSpPr/>
            <p:nvPr/>
          </p:nvSpPr>
          <p:spPr>
            <a:xfrm>
              <a:off x="4252673" y="4029494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A639D">
                <a:alpha val="100000"/>
              </a:srgbClr>
            </a:solidFill>
            <a:ln w="5420" cap="flat">
              <a:solidFill>
                <a:srgbClr val="3A63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1" name="pg481"/>
            <p:cNvSpPr/>
            <p:nvPr/>
          </p:nvSpPr>
          <p:spPr>
            <a:xfrm>
              <a:off x="2786804" y="4132810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C9EAA">
                <a:alpha val="100000"/>
              </a:srgbClr>
            </a:solidFill>
            <a:ln w="5420" cap="flat">
              <a:solidFill>
                <a:srgbClr val="3C9E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2" name="pg482"/>
            <p:cNvSpPr/>
            <p:nvPr/>
          </p:nvSpPr>
          <p:spPr>
            <a:xfrm>
              <a:off x="2868241" y="4132810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FA1AA">
                <a:alpha val="100000"/>
              </a:srgbClr>
            </a:solidFill>
            <a:ln w="5420" cap="flat">
              <a:solidFill>
                <a:srgbClr val="3FA1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3" name="pg483"/>
            <p:cNvSpPr/>
            <p:nvPr/>
          </p:nvSpPr>
          <p:spPr>
            <a:xfrm>
              <a:off x="2949678" y="4132810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42A5AA">
                <a:alpha val="100000"/>
              </a:srgbClr>
            </a:solidFill>
            <a:ln w="5420" cap="flat">
              <a:solidFill>
                <a:srgbClr val="42A5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4" name="pg484"/>
            <p:cNvSpPr/>
            <p:nvPr/>
          </p:nvSpPr>
          <p:spPr>
            <a:xfrm>
              <a:off x="3031116" y="4132810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46AAAA">
                <a:alpha val="100000"/>
              </a:srgbClr>
            </a:solidFill>
            <a:ln w="5420" cap="flat">
              <a:solidFill>
                <a:srgbClr val="46AA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5" name="pg485"/>
            <p:cNvSpPr/>
            <p:nvPr/>
          </p:nvSpPr>
          <p:spPr>
            <a:xfrm>
              <a:off x="3112553" y="4132810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4BAFAB">
                <a:alpha val="100000"/>
              </a:srgbClr>
            </a:solidFill>
            <a:ln w="5420" cap="flat">
              <a:solidFill>
                <a:srgbClr val="4BAF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6" name="pg486"/>
            <p:cNvSpPr/>
            <p:nvPr/>
          </p:nvSpPr>
          <p:spPr>
            <a:xfrm>
              <a:off x="3193990" y="4132810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4FB6AB">
                <a:alpha val="100000"/>
              </a:srgbClr>
            </a:solidFill>
            <a:ln w="5420" cap="flat">
              <a:solidFill>
                <a:srgbClr val="4FB6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7" name="pg487"/>
            <p:cNvSpPr/>
            <p:nvPr/>
          </p:nvSpPr>
          <p:spPr>
            <a:xfrm>
              <a:off x="3275427" y="4132810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54BCAB">
                <a:alpha val="100000"/>
              </a:srgbClr>
            </a:solidFill>
            <a:ln w="5420" cap="flat">
              <a:solidFill>
                <a:srgbClr val="54BC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8" name="pg488"/>
            <p:cNvSpPr/>
            <p:nvPr/>
          </p:nvSpPr>
          <p:spPr>
            <a:xfrm>
              <a:off x="3356864" y="4132810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59C3AC">
                <a:alpha val="100000"/>
              </a:srgbClr>
            </a:solidFill>
            <a:ln w="5420" cap="flat">
              <a:solidFill>
                <a:srgbClr val="59C3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9" name="pg489"/>
            <p:cNvSpPr/>
            <p:nvPr/>
          </p:nvSpPr>
          <p:spPr>
            <a:xfrm>
              <a:off x="3438301" y="4132810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5CC7AC">
                <a:alpha val="100000"/>
              </a:srgbClr>
            </a:solidFill>
            <a:ln w="5420" cap="flat">
              <a:solidFill>
                <a:srgbClr val="5CC7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0" name="pg490"/>
            <p:cNvSpPr/>
            <p:nvPr/>
          </p:nvSpPr>
          <p:spPr>
            <a:xfrm>
              <a:off x="3519738" y="4132810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58C2AC">
                <a:alpha val="100000"/>
              </a:srgbClr>
            </a:solidFill>
            <a:ln w="5420" cap="flat">
              <a:solidFill>
                <a:srgbClr val="58C2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1" name="pg491"/>
            <p:cNvSpPr/>
            <p:nvPr/>
          </p:nvSpPr>
          <p:spPr>
            <a:xfrm>
              <a:off x="3601176" y="4132810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51B8AB">
                <a:alpha val="100000"/>
              </a:srgbClr>
            </a:solidFill>
            <a:ln w="5420" cap="flat">
              <a:solidFill>
                <a:srgbClr val="51B8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2" name="pg492"/>
            <p:cNvSpPr/>
            <p:nvPr/>
          </p:nvSpPr>
          <p:spPr>
            <a:xfrm>
              <a:off x="3682613" y="4132810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47ABAA">
                <a:alpha val="100000"/>
              </a:srgbClr>
            </a:solidFill>
            <a:ln w="5420" cap="flat">
              <a:solidFill>
                <a:srgbClr val="47AB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3" name="pg493"/>
            <p:cNvSpPr/>
            <p:nvPr/>
          </p:nvSpPr>
          <p:spPr>
            <a:xfrm>
              <a:off x="3764050" y="4132810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A9DA9">
                <a:alpha val="100000"/>
              </a:srgbClr>
            </a:solidFill>
            <a:ln w="5420" cap="flat">
              <a:solidFill>
                <a:srgbClr val="3A9D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4" name="pg494"/>
            <p:cNvSpPr/>
            <p:nvPr/>
          </p:nvSpPr>
          <p:spPr>
            <a:xfrm>
              <a:off x="3845487" y="4132810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88BA6">
                <a:alpha val="100000"/>
              </a:srgbClr>
            </a:solidFill>
            <a:ln w="5420" cap="flat">
              <a:solidFill>
                <a:srgbClr val="388BA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5" name="pg495"/>
            <p:cNvSpPr/>
            <p:nvPr/>
          </p:nvSpPr>
          <p:spPr>
            <a:xfrm>
              <a:off x="3926924" y="4132810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A78A2">
                <a:alpha val="100000"/>
              </a:srgbClr>
            </a:solidFill>
            <a:ln w="5420" cap="flat">
              <a:solidFill>
                <a:srgbClr val="3A78A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6" name="pg496"/>
            <p:cNvSpPr/>
            <p:nvPr/>
          </p:nvSpPr>
          <p:spPr>
            <a:xfrm>
              <a:off x="4008361" y="4132810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A699F">
                <a:alpha val="100000"/>
              </a:srgbClr>
            </a:solidFill>
            <a:ln w="5420" cap="flat">
              <a:solidFill>
                <a:srgbClr val="3A69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7" name="pg497"/>
            <p:cNvSpPr/>
            <p:nvPr/>
          </p:nvSpPr>
          <p:spPr>
            <a:xfrm>
              <a:off x="4089798" y="4132810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A629D">
                <a:alpha val="100000"/>
              </a:srgbClr>
            </a:solidFill>
            <a:ln w="5420" cap="flat">
              <a:solidFill>
                <a:srgbClr val="3A62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8" name="pg498"/>
            <p:cNvSpPr/>
            <p:nvPr/>
          </p:nvSpPr>
          <p:spPr>
            <a:xfrm>
              <a:off x="4171236" y="4132810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A639E">
                <a:alpha val="100000"/>
              </a:srgbClr>
            </a:solidFill>
            <a:ln w="5420" cap="flat">
              <a:solidFill>
                <a:srgbClr val="3A63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9" name="pg499"/>
            <p:cNvSpPr/>
            <p:nvPr/>
          </p:nvSpPr>
          <p:spPr>
            <a:xfrm>
              <a:off x="4252673" y="4132810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A689F">
                <a:alpha val="100000"/>
              </a:srgbClr>
            </a:solidFill>
            <a:ln w="5420" cap="flat">
              <a:solidFill>
                <a:srgbClr val="3A68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0" name="pg500"/>
            <p:cNvSpPr/>
            <p:nvPr/>
          </p:nvSpPr>
          <p:spPr>
            <a:xfrm>
              <a:off x="2786804" y="4236126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45A8AA">
                <a:alpha val="100000"/>
              </a:srgbClr>
            </a:solidFill>
            <a:ln w="5420" cap="flat">
              <a:solidFill>
                <a:srgbClr val="45A8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1" name="pg501"/>
            <p:cNvSpPr/>
            <p:nvPr/>
          </p:nvSpPr>
          <p:spPr>
            <a:xfrm>
              <a:off x="2868241" y="4236126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49ADAB">
                <a:alpha val="100000"/>
              </a:srgbClr>
            </a:solidFill>
            <a:ln w="5420" cap="flat">
              <a:solidFill>
                <a:srgbClr val="49AD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2" name="pg502"/>
            <p:cNvSpPr/>
            <p:nvPr/>
          </p:nvSpPr>
          <p:spPr>
            <a:xfrm>
              <a:off x="2949678" y="4236126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4DB3AB">
                <a:alpha val="100000"/>
              </a:srgbClr>
            </a:solidFill>
            <a:ln w="5420" cap="flat">
              <a:solidFill>
                <a:srgbClr val="4DB3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3" name="pg503"/>
            <p:cNvSpPr/>
            <p:nvPr/>
          </p:nvSpPr>
          <p:spPr>
            <a:xfrm>
              <a:off x="3031116" y="4236126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52B9AB">
                <a:alpha val="100000"/>
              </a:srgbClr>
            </a:solidFill>
            <a:ln w="5420" cap="flat">
              <a:solidFill>
                <a:srgbClr val="52B9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4" name="pg504"/>
            <p:cNvSpPr/>
            <p:nvPr/>
          </p:nvSpPr>
          <p:spPr>
            <a:xfrm>
              <a:off x="3112553" y="4236126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58C1AC">
                <a:alpha val="100000"/>
              </a:srgbClr>
            </a:solidFill>
            <a:ln w="5420" cap="flat">
              <a:solidFill>
                <a:srgbClr val="58C1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5" name="pg505"/>
            <p:cNvSpPr/>
            <p:nvPr/>
          </p:nvSpPr>
          <p:spPr>
            <a:xfrm>
              <a:off x="3193990" y="4236126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5ECAAC">
                <a:alpha val="100000"/>
              </a:srgbClr>
            </a:solidFill>
            <a:ln w="5420" cap="flat">
              <a:solidFill>
                <a:srgbClr val="5ECA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6" name="pg506"/>
            <p:cNvSpPr/>
            <p:nvPr/>
          </p:nvSpPr>
          <p:spPr>
            <a:xfrm>
              <a:off x="3275427" y="4236126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74D4B4">
                <a:alpha val="100000"/>
              </a:srgbClr>
            </a:solidFill>
            <a:ln w="5420" cap="flat">
              <a:solidFill>
                <a:srgbClr val="74D4B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7" name="pg507"/>
            <p:cNvSpPr/>
            <p:nvPr/>
          </p:nvSpPr>
          <p:spPr>
            <a:xfrm>
              <a:off x="3356864" y="4236126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96DEC2">
                <a:alpha val="100000"/>
              </a:srgbClr>
            </a:solidFill>
            <a:ln w="5420" cap="flat">
              <a:solidFill>
                <a:srgbClr val="96DEC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8" name="pg508"/>
            <p:cNvSpPr/>
            <p:nvPr/>
          </p:nvSpPr>
          <p:spPr>
            <a:xfrm>
              <a:off x="3438301" y="4236126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B3E7D0">
                <a:alpha val="100000"/>
              </a:srgbClr>
            </a:solidFill>
            <a:ln w="5420" cap="flat">
              <a:solidFill>
                <a:srgbClr val="B3E7D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9" name="pg509"/>
            <p:cNvSpPr/>
            <p:nvPr/>
          </p:nvSpPr>
          <p:spPr>
            <a:xfrm>
              <a:off x="3519738" y="4236126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A5E2C9">
                <a:alpha val="100000"/>
              </a:srgbClr>
            </a:solidFill>
            <a:ln w="5420" cap="flat">
              <a:solidFill>
                <a:srgbClr val="A5E2C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0" name="pg510"/>
            <p:cNvSpPr/>
            <p:nvPr/>
          </p:nvSpPr>
          <p:spPr>
            <a:xfrm>
              <a:off x="3601176" y="4236126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82D8B9">
                <a:alpha val="100000"/>
              </a:srgbClr>
            </a:solidFill>
            <a:ln w="5420" cap="flat">
              <a:solidFill>
                <a:srgbClr val="82D8B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1" name="pg511"/>
            <p:cNvSpPr/>
            <p:nvPr/>
          </p:nvSpPr>
          <p:spPr>
            <a:xfrm>
              <a:off x="3682613" y="4236126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5ECBAC">
                <a:alpha val="100000"/>
              </a:srgbClr>
            </a:solidFill>
            <a:ln w="5420" cap="flat">
              <a:solidFill>
                <a:srgbClr val="5ECB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2" name="pg512"/>
            <p:cNvSpPr/>
            <p:nvPr/>
          </p:nvSpPr>
          <p:spPr>
            <a:xfrm>
              <a:off x="3764050" y="4236126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52BAAB">
                <a:alpha val="100000"/>
              </a:srgbClr>
            </a:solidFill>
            <a:ln w="5420" cap="flat">
              <a:solidFill>
                <a:srgbClr val="52BA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3" name="pg513"/>
            <p:cNvSpPr/>
            <p:nvPr/>
          </p:nvSpPr>
          <p:spPr>
            <a:xfrm>
              <a:off x="3845487" y="4236126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46A9AA">
                <a:alpha val="100000"/>
              </a:srgbClr>
            </a:solidFill>
            <a:ln w="5420" cap="flat">
              <a:solidFill>
                <a:srgbClr val="46A9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4" name="pg514"/>
            <p:cNvSpPr/>
            <p:nvPr/>
          </p:nvSpPr>
          <p:spPr>
            <a:xfrm>
              <a:off x="3926924" y="4236126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89AA9">
                <a:alpha val="100000"/>
              </a:srgbClr>
            </a:solidFill>
            <a:ln w="5420" cap="flat">
              <a:solidFill>
                <a:srgbClr val="389A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5" name="pg515"/>
            <p:cNvSpPr/>
            <p:nvPr/>
          </p:nvSpPr>
          <p:spPr>
            <a:xfrm>
              <a:off x="4008361" y="4236126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78EA7">
                <a:alpha val="100000"/>
              </a:srgbClr>
            </a:solidFill>
            <a:ln w="5420" cap="flat">
              <a:solidFill>
                <a:srgbClr val="378E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6" name="pg516"/>
            <p:cNvSpPr/>
            <p:nvPr/>
          </p:nvSpPr>
          <p:spPr>
            <a:xfrm>
              <a:off x="4089798" y="4236126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985A5">
                <a:alpha val="100000"/>
              </a:srgbClr>
            </a:solidFill>
            <a:ln w="5420" cap="flat">
              <a:solidFill>
                <a:srgbClr val="3985A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7" name="pg517"/>
            <p:cNvSpPr/>
            <p:nvPr/>
          </p:nvSpPr>
          <p:spPr>
            <a:xfrm>
              <a:off x="4171236" y="4236126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A7EA4">
                <a:alpha val="100000"/>
              </a:srgbClr>
            </a:solidFill>
            <a:ln w="5420" cap="flat">
              <a:solidFill>
                <a:srgbClr val="3A7EA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8" name="pg518"/>
            <p:cNvSpPr/>
            <p:nvPr/>
          </p:nvSpPr>
          <p:spPr>
            <a:xfrm>
              <a:off x="2786804" y="4339442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47ABAA">
                <a:alpha val="100000"/>
              </a:srgbClr>
            </a:solidFill>
            <a:ln w="5420" cap="flat">
              <a:solidFill>
                <a:srgbClr val="47AB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9" name="pg519"/>
            <p:cNvSpPr/>
            <p:nvPr/>
          </p:nvSpPr>
          <p:spPr>
            <a:xfrm>
              <a:off x="2868241" y="4339442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4BB0AB">
                <a:alpha val="100000"/>
              </a:srgbClr>
            </a:solidFill>
            <a:ln w="5420" cap="flat">
              <a:solidFill>
                <a:srgbClr val="4BB0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0" name="pg520"/>
            <p:cNvSpPr/>
            <p:nvPr/>
          </p:nvSpPr>
          <p:spPr>
            <a:xfrm>
              <a:off x="2949678" y="4339442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4FB5AB">
                <a:alpha val="100000"/>
              </a:srgbClr>
            </a:solidFill>
            <a:ln w="5420" cap="flat">
              <a:solidFill>
                <a:srgbClr val="4FB5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1" name="pg521"/>
            <p:cNvSpPr/>
            <p:nvPr/>
          </p:nvSpPr>
          <p:spPr>
            <a:xfrm>
              <a:off x="3031116" y="4339442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54BBAB">
                <a:alpha val="100000"/>
              </a:srgbClr>
            </a:solidFill>
            <a:ln w="5420" cap="flat">
              <a:solidFill>
                <a:srgbClr val="54BB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2" name="pg522"/>
            <p:cNvSpPr/>
            <p:nvPr/>
          </p:nvSpPr>
          <p:spPr>
            <a:xfrm>
              <a:off x="3112553" y="4339442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58C2AC">
                <a:alpha val="100000"/>
              </a:srgbClr>
            </a:solidFill>
            <a:ln w="5420" cap="flat">
              <a:solidFill>
                <a:srgbClr val="58C2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3" name="pg523"/>
            <p:cNvSpPr/>
            <p:nvPr/>
          </p:nvSpPr>
          <p:spPr>
            <a:xfrm>
              <a:off x="3193990" y="4339442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5DC9AC">
                <a:alpha val="100000"/>
              </a:srgbClr>
            </a:solidFill>
            <a:ln w="5420" cap="flat">
              <a:solidFill>
                <a:srgbClr val="5DC9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4" name="pg524"/>
            <p:cNvSpPr/>
            <p:nvPr/>
          </p:nvSpPr>
          <p:spPr>
            <a:xfrm>
              <a:off x="3275427" y="4339442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66D0AE">
                <a:alpha val="100000"/>
              </a:srgbClr>
            </a:solidFill>
            <a:ln w="5420" cap="flat">
              <a:solidFill>
                <a:srgbClr val="66D0A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5" name="pg525"/>
            <p:cNvSpPr/>
            <p:nvPr/>
          </p:nvSpPr>
          <p:spPr>
            <a:xfrm>
              <a:off x="3356864" y="4339442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7ED6B8">
                <a:alpha val="100000"/>
              </a:srgbClr>
            </a:solidFill>
            <a:ln w="5420" cap="flat">
              <a:solidFill>
                <a:srgbClr val="7ED6B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6" name="pg526"/>
            <p:cNvSpPr/>
            <p:nvPr/>
          </p:nvSpPr>
          <p:spPr>
            <a:xfrm>
              <a:off x="3438301" y="4339442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A1E1C7">
                <a:alpha val="100000"/>
              </a:srgbClr>
            </a:solidFill>
            <a:ln w="5420" cap="flat">
              <a:solidFill>
                <a:srgbClr val="A1E1C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7" name="pg527"/>
            <p:cNvSpPr/>
            <p:nvPr/>
          </p:nvSpPr>
          <p:spPr>
            <a:xfrm>
              <a:off x="3519738" y="4339442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9EE0C6">
                <a:alpha val="100000"/>
              </a:srgbClr>
            </a:solidFill>
            <a:ln w="5420" cap="flat">
              <a:solidFill>
                <a:srgbClr val="9EE0C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8" name="pg528"/>
            <p:cNvSpPr/>
            <p:nvPr/>
          </p:nvSpPr>
          <p:spPr>
            <a:xfrm>
              <a:off x="3601176" y="4339442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81D7B9">
                <a:alpha val="100000"/>
              </a:srgbClr>
            </a:solidFill>
            <a:ln w="5420" cap="flat">
              <a:solidFill>
                <a:srgbClr val="81D7B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9" name="pg529"/>
            <p:cNvSpPr/>
            <p:nvPr/>
          </p:nvSpPr>
          <p:spPr>
            <a:xfrm>
              <a:off x="3682613" y="4339442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60CDAC">
                <a:alpha val="100000"/>
              </a:srgbClr>
            </a:solidFill>
            <a:ln w="5420" cap="flat">
              <a:solidFill>
                <a:srgbClr val="60CD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0" name="pg530"/>
            <p:cNvSpPr/>
            <p:nvPr/>
          </p:nvSpPr>
          <p:spPr>
            <a:xfrm>
              <a:off x="3764050" y="4339442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56BFAB">
                <a:alpha val="100000"/>
              </a:srgbClr>
            </a:solidFill>
            <a:ln w="5420" cap="flat">
              <a:solidFill>
                <a:srgbClr val="56BF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1" name="pg531"/>
            <p:cNvSpPr/>
            <p:nvPr/>
          </p:nvSpPr>
          <p:spPr>
            <a:xfrm>
              <a:off x="3845487" y="4339442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4DB2AB">
                <a:alpha val="100000"/>
              </a:srgbClr>
            </a:solidFill>
            <a:ln w="5420" cap="flat">
              <a:solidFill>
                <a:srgbClr val="4DB2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2" name="pg532"/>
            <p:cNvSpPr/>
            <p:nvPr/>
          </p:nvSpPr>
          <p:spPr>
            <a:xfrm>
              <a:off x="3926924" y="4339442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42A5AA">
                <a:alpha val="100000"/>
              </a:srgbClr>
            </a:solidFill>
            <a:ln w="5420" cap="flat">
              <a:solidFill>
                <a:srgbClr val="42A5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3" name="pg533"/>
            <p:cNvSpPr/>
            <p:nvPr/>
          </p:nvSpPr>
          <p:spPr>
            <a:xfrm>
              <a:off x="4008361" y="4339442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89BA9">
                <a:alpha val="100000"/>
              </a:srgbClr>
            </a:solidFill>
            <a:ln w="5420" cap="flat">
              <a:solidFill>
                <a:srgbClr val="389B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4" name="pg534"/>
            <p:cNvSpPr/>
            <p:nvPr/>
          </p:nvSpPr>
          <p:spPr>
            <a:xfrm>
              <a:off x="4089798" y="4339442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692A8">
                <a:alpha val="100000"/>
              </a:srgbClr>
            </a:solidFill>
            <a:ln w="5420" cap="flat">
              <a:solidFill>
                <a:srgbClr val="3692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5" name="pg535"/>
            <p:cNvSpPr/>
            <p:nvPr/>
          </p:nvSpPr>
          <p:spPr>
            <a:xfrm>
              <a:off x="2868241" y="4442758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4CB1AB">
                <a:alpha val="100000"/>
              </a:srgbClr>
            </a:solidFill>
            <a:ln w="5420" cap="flat">
              <a:solidFill>
                <a:srgbClr val="4CB1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6" name="pg536"/>
            <p:cNvSpPr/>
            <p:nvPr/>
          </p:nvSpPr>
          <p:spPr>
            <a:xfrm>
              <a:off x="2949678" y="4442758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4FB6AB">
                <a:alpha val="100000"/>
              </a:srgbClr>
            </a:solidFill>
            <a:ln w="5420" cap="flat">
              <a:solidFill>
                <a:srgbClr val="4FB6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7" name="pg537"/>
            <p:cNvSpPr/>
            <p:nvPr/>
          </p:nvSpPr>
          <p:spPr>
            <a:xfrm>
              <a:off x="3031116" y="4442758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53BBAB">
                <a:alpha val="100000"/>
              </a:srgbClr>
            </a:solidFill>
            <a:ln w="5420" cap="flat">
              <a:solidFill>
                <a:srgbClr val="53BB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8" name="pg538"/>
            <p:cNvSpPr/>
            <p:nvPr/>
          </p:nvSpPr>
          <p:spPr>
            <a:xfrm>
              <a:off x="3112553" y="4442758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56BFAB">
                <a:alpha val="100000"/>
              </a:srgbClr>
            </a:solidFill>
            <a:ln w="5420" cap="flat">
              <a:solidFill>
                <a:srgbClr val="56BF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9" name="pg539"/>
            <p:cNvSpPr/>
            <p:nvPr/>
          </p:nvSpPr>
          <p:spPr>
            <a:xfrm>
              <a:off x="3193990" y="4442758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58C2AC">
                <a:alpha val="100000"/>
              </a:srgbClr>
            </a:solidFill>
            <a:ln w="5420" cap="flat">
              <a:solidFill>
                <a:srgbClr val="58C2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0" name="pg540"/>
            <p:cNvSpPr/>
            <p:nvPr/>
          </p:nvSpPr>
          <p:spPr>
            <a:xfrm>
              <a:off x="3275427" y="4442758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58C2AC">
                <a:alpha val="100000"/>
              </a:srgbClr>
            </a:solidFill>
            <a:ln w="5420" cap="flat">
              <a:solidFill>
                <a:srgbClr val="58C2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1" name="pg541"/>
            <p:cNvSpPr/>
            <p:nvPr/>
          </p:nvSpPr>
          <p:spPr>
            <a:xfrm>
              <a:off x="3356864" y="4442758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53BAAB">
                <a:alpha val="100000"/>
              </a:srgbClr>
            </a:solidFill>
            <a:ln w="5420" cap="flat">
              <a:solidFill>
                <a:srgbClr val="53BA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2" name="pg542"/>
            <p:cNvSpPr/>
            <p:nvPr/>
          </p:nvSpPr>
          <p:spPr>
            <a:xfrm>
              <a:off x="3438301" y="4442758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4CB1AB">
                <a:alpha val="100000"/>
              </a:srgbClr>
            </a:solidFill>
            <a:ln w="5420" cap="flat">
              <a:solidFill>
                <a:srgbClr val="4CB1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3" name="pg543"/>
            <p:cNvSpPr/>
            <p:nvPr/>
          </p:nvSpPr>
          <p:spPr>
            <a:xfrm>
              <a:off x="3519738" y="4442758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67D0AE">
                <a:alpha val="100000"/>
              </a:srgbClr>
            </a:solidFill>
            <a:ln w="5420" cap="flat">
              <a:solidFill>
                <a:srgbClr val="67D0A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4" name="pg544"/>
            <p:cNvSpPr/>
            <p:nvPr/>
          </p:nvSpPr>
          <p:spPr>
            <a:xfrm>
              <a:off x="3601176" y="4442758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65CFAE">
                <a:alpha val="100000"/>
              </a:srgbClr>
            </a:solidFill>
            <a:ln w="5420" cap="flat">
              <a:solidFill>
                <a:srgbClr val="65CFA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5" name="pg545"/>
            <p:cNvSpPr/>
            <p:nvPr/>
          </p:nvSpPr>
          <p:spPr>
            <a:xfrm>
              <a:off x="3682613" y="4442758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5DC9AC">
                <a:alpha val="100000"/>
              </a:srgbClr>
            </a:solidFill>
            <a:ln w="5420" cap="flat">
              <a:solidFill>
                <a:srgbClr val="5DC9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6" name="pg546"/>
            <p:cNvSpPr/>
            <p:nvPr/>
          </p:nvSpPr>
          <p:spPr>
            <a:xfrm>
              <a:off x="3764050" y="4442758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56BFAB">
                <a:alpha val="100000"/>
              </a:srgbClr>
            </a:solidFill>
            <a:ln w="5420" cap="flat">
              <a:solidFill>
                <a:srgbClr val="56BF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7" name="pg547"/>
            <p:cNvSpPr/>
            <p:nvPr/>
          </p:nvSpPr>
          <p:spPr>
            <a:xfrm>
              <a:off x="3845487" y="4442758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4FB5AB">
                <a:alpha val="100000"/>
              </a:srgbClr>
            </a:solidFill>
            <a:ln w="5420" cap="flat">
              <a:solidFill>
                <a:srgbClr val="4FB5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8" name="pg548"/>
            <p:cNvSpPr/>
            <p:nvPr/>
          </p:nvSpPr>
          <p:spPr>
            <a:xfrm>
              <a:off x="3926924" y="4442758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47ABAA">
                <a:alpha val="100000"/>
              </a:srgbClr>
            </a:solidFill>
            <a:ln w="5420" cap="flat">
              <a:solidFill>
                <a:srgbClr val="47AB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9" name="pg549"/>
            <p:cNvSpPr/>
            <p:nvPr/>
          </p:nvSpPr>
          <p:spPr>
            <a:xfrm>
              <a:off x="4008361" y="4442758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FA2AA">
                <a:alpha val="100000"/>
              </a:srgbClr>
            </a:solidFill>
            <a:ln w="5420" cap="flat">
              <a:solidFill>
                <a:srgbClr val="3FA2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0" name="pg550"/>
            <p:cNvSpPr/>
            <p:nvPr/>
          </p:nvSpPr>
          <p:spPr>
            <a:xfrm>
              <a:off x="3112553" y="4546075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54BCAB">
                <a:alpha val="100000"/>
              </a:srgbClr>
            </a:solidFill>
            <a:ln w="5420" cap="flat">
              <a:solidFill>
                <a:srgbClr val="54BC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1" name="pg551"/>
            <p:cNvSpPr/>
            <p:nvPr/>
          </p:nvSpPr>
          <p:spPr>
            <a:xfrm>
              <a:off x="3193990" y="4546075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55BDAB">
                <a:alpha val="100000"/>
              </a:srgbClr>
            </a:solidFill>
            <a:ln w="5420" cap="flat">
              <a:solidFill>
                <a:srgbClr val="55BD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2" name="pg552"/>
            <p:cNvSpPr/>
            <p:nvPr/>
          </p:nvSpPr>
          <p:spPr>
            <a:xfrm>
              <a:off x="3275427" y="4546075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53BAAB">
                <a:alpha val="100000"/>
              </a:srgbClr>
            </a:solidFill>
            <a:ln w="5420" cap="flat">
              <a:solidFill>
                <a:srgbClr val="53BA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3" name="pg553"/>
            <p:cNvSpPr/>
            <p:nvPr/>
          </p:nvSpPr>
          <p:spPr>
            <a:xfrm>
              <a:off x="3356864" y="4546075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4DB2AB">
                <a:alpha val="100000"/>
              </a:srgbClr>
            </a:solidFill>
            <a:ln w="5420" cap="flat">
              <a:solidFill>
                <a:srgbClr val="4DB2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4" name="pg554"/>
            <p:cNvSpPr/>
            <p:nvPr/>
          </p:nvSpPr>
          <p:spPr>
            <a:xfrm>
              <a:off x="3438301" y="4546075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47ABAA">
                <a:alpha val="100000"/>
              </a:srgbClr>
            </a:solidFill>
            <a:ln w="5420" cap="flat">
              <a:solidFill>
                <a:srgbClr val="47AB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5" name="pg555"/>
            <p:cNvSpPr/>
            <p:nvPr/>
          </p:nvSpPr>
          <p:spPr>
            <a:xfrm>
              <a:off x="3519738" y="4546075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57C0AC">
                <a:alpha val="100000"/>
              </a:srgbClr>
            </a:solidFill>
            <a:ln w="5420" cap="flat">
              <a:solidFill>
                <a:srgbClr val="57C0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6" name="pg556"/>
            <p:cNvSpPr/>
            <p:nvPr/>
          </p:nvSpPr>
          <p:spPr>
            <a:xfrm>
              <a:off x="3601176" y="4546075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5AC4AC">
                <a:alpha val="100000"/>
              </a:srgbClr>
            </a:solidFill>
            <a:ln w="5420" cap="flat">
              <a:solidFill>
                <a:srgbClr val="5AC4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7" name="pg557"/>
            <p:cNvSpPr/>
            <p:nvPr/>
          </p:nvSpPr>
          <p:spPr>
            <a:xfrm>
              <a:off x="3682613" y="4546075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58C2AC">
                <a:alpha val="100000"/>
              </a:srgbClr>
            </a:solidFill>
            <a:ln w="5420" cap="flat">
              <a:solidFill>
                <a:srgbClr val="58C2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8" name="pg558"/>
            <p:cNvSpPr/>
            <p:nvPr/>
          </p:nvSpPr>
          <p:spPr>
            <a:xfrm>
              <a:off x="3764050" y="4546075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54BCAB">
                <a:alpha val="100000"/>
              </a:srgbClr>
            </a:solidFill>
            <a:ln w="5420" cap="flat">
              <a:solidFill>
                <a:srgbClr val="54BC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9" name="pg559"/>
            <p:cNvSpPr/>
            <p:nvPr/>
          </p:nvSpPr>
          <p:spPr>
            <a:xfrm>
              <a:off x="3845487" y="4546075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4FB5AB">
                <a:alpha val="100000"/>
              </a:srgbClr>
            </a:solidFill>
            <a:ln w="5420" cap="flat">
              <a:solidFill>
                <a:srgbClr val="4FB5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0" name="pg560"/>
            <p:cNvSpPr/>
            <p:nvPr/>
          </p:nvSpPr>
          <p:spPr>
            <a:xfrm>
              <a:off x="3926924" y="4546075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49ADAB">
                <a:alpha val="100000"/>
              </a:srgbClr>
            </a:solidFill>
            <a:ln w="5420" cap="flat">
              <a:solidFill>
                <a:srgbClr val="49AD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1" name="pg561"/>
            <p:cNvSpPr/>
            <p:nvPr/>
          </p:nvSpPr>
          <p:spPr>
            <a:xfrm>
              <a:off x="4008361" y="4546075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43A6AA">
                <a:alpha val="100000"/>
              </a:srgbClr>
            </a:solidFill>
            <a:ln w="5420" cap="flat">
              <a:solidFill>
                <a:srgbClr val="43A6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2" name="pg562"/>
            <p:cNvSpPr/>
            <p:nvPr/>
          </p:nvSpPr>
          <p:spPr>
            <a:xfrm>
              <a:off x="3275427" y="4649391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52B8AB">
                <a:alpha val="100000"/>
              </a:srgbClr>
            </a:solidFill>
            <a:ln w="5420" cap="flat">
              <a:solidFill>
                <a:srgbClr val="52B8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3" name="pg563"/>
            <p:cNvSpPr/>
            <p:nvPr/>
          </p:nvSpPr>
          <p:spPr>
            <a:xfrm>
              <a:off x="3356864" y="4649391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50B6AB">
                <a:alpha val="100000"/>
              </a:srgbClr>
            </a:solidFill>
            <a:ln w="5420" cap="flat">
              <a:solidFill>
                <a:srgbClr val="50B6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4" name="pg564"/>
            <p:cNvSpPr/>
            <p:nvPr/>
          </p:nvSpPr>
          <p:spPr>
            <a:xfrm>
              <a:off x="3438301" y="4649391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4FB5AB">
                <a:alpha val="100000"/>
              </a:srgbClr>
            </a:solidFill>
            <a:ln w="5420" cap="flat">
              <a:solidFill>
                <a:srgbClr val="4FB5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5" name="pg565"/>
            <p:cNvSpPr/>
            <p:nvPr/>
          </p:nvSpPr>
          <p:spPr>
            <a:xfrm>
              <a:off x="3519738" y="4649391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54BCAB">
                <a:alpha val="100000"/>
              </a:srgbClr>
            </a:solidFill>
            <a:ln w="5420" cap="flat">
              <a:solidFill>
                <a:srgbClr val="54BC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6" name="pg566"/>
            <p:cNvSpPr/>
            <p:nvPr/>
          </p:nvSpPr>
          <p:spPr>
            <a:xfrm>
              <a:off x="3601176" y="4649391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55BEAB">
                <a:alpha val="100000"/>
              </a:srgbClr>
            </a:solidFill>
            <a:ln w="5420" cap="flat">
              <a:solidFill>
                <a:srgbClr val="55BE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7" name="pg567"/>
            <p:cNvSpPr/>
            <p:nvPr/>
          </p:nvSpPr>
          <p:spPr>
            <a:xfrm>
              <a:off x="3682613" y="4649391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54BCAB">
                <a:alpha val="100000"/>
              </a:srgbClr>
            </a:solidFill>
            <a:ln w="5420" cap="flat">
              <a:solidFill>
                <a:srgbClr val="54BC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8" name="pg568"/>
            <p:cNvSpPr/>
            <p:nvPr/>
          </p:nvSpPr>
          <p:spPr>
            <a:xfrm>
              <a:off x="3764050" y="4649391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52B8AB">
                <a:alpha val="100000"/>
              </a:srgbClr>
            </a:solidFill>
            <a:ln w="5420" cap="flat">
              <a:solidFill>
                <a:srgbClr val="52B8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9" name="pg569"/>
            <p:cNvSpPr/>
            <p:nvPr/>
          </p:nvSpPr>
          <p:spPr>
            <a:xfrm>
              <a:off x="3845487" y="4649391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4EB3AB">
                <a:alpha val="100000"/>
              </a:srgbClr>
            </a:solidFill>
            <a:ln w="5420" cap="flat">
              <a:solidFill>
                <a:srgbClr val="4EB3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0" name="pg570"/>
            <p:cNvSpPr/>
            <p:nvPr/>
          </p:nvSpPr>
          <p:spPr>
            <a:xfrm>
              <a:off x="3926924" y="4649391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49ADAB">
                <a:alpha val="100000"/>
              </a:srgbClr>
            </a:solidFill>
            <a:ln w="5420" cap="flat">
              <a:solidFill>
                <a:srgbClr val="49AD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1" name="pg571"/>
            <p:cNvSpPr/>
            <p:nvPr/>
          </p:nvSpPr>
          <p:spPr>
            <a:xfrm>
              <a:off x="4008361" y="4649391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44A7AA">
                <a:alpha val="100000"/>
              </a:srgbClr>
            </a:solidFill>
            <a:ln w="5420" cap="flat">
              <a:solidFill>
                <a:srgbClr val="44A7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2" name="pg572"/>
            <p:cNvSpPr/>
            <p:nvPr/>
          </p:nvSpPr>
          <p:spPr>
            <a:xfrm>
              <a:off x="3356864" y="4752707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51B7AB">
                <a:alpha val="100000"/>
              </a:srgbClr>
            </a:solidFill>
            <a:ln w="5420" cap="flat">
              <a:solidFill>
                <a:srgbClr val="51B7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3" name="pg573"/>
            <p:cNvSpPr/>
            <p:nvPr/>
          </p:nvSpPr>
          <p:spPr>
            <a:xfrm>
              <a:off x="3438301" y="4752707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51B7AB">
                <a:alpha val="100000"/>
              </a:srgbClr>
            </a:solidFill>
            <a:ln w="5420" cap="flat">
              <a:solidFill>
                <a:srgbClr val="51B7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4" name="pg574"/>
            <p:cNvSpPr/>
            <p:nvPr/>
          </p:nvSpPr>
          <p:spPr>
            <a:xfrm>
              <a:off x="3519738" y="4752707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52B9AB">
                <a:alpha val="100000"/>
              </a:srgbClr>
            </a:solidFill>
            <a:ln w="5420" cap="flat">
              <a:solidFill>
                <a:srgbClr val="52B9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5" name="pg575"/>
            <p:cNvSpPr/>
            <p:nvPr/>
          </p:nvSpPr>
          <p:spPr>
            <a:xfrm>
              <a:off x="3601176" y="4752707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52B9AB">
                <a:alpha val="100000"/>
              </a:srgbClr>
            </a:solidFill>
            <a:ln w="5420" cap="flat">
              <a:solidFill>
                <a:srgbClr val="52B9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6" name="pg576"/>
            <p:cNvSpPr/>
            <p:nvPr/>
          </p:nvSpPr>
          <p:spPr>
            <a:xfrm>
              <a:off x="3682613" y="4752707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51B8AB">
                <a:alpha val="100000"/>
              </a:srgbClr>
            </a:solidFill>
            <a:ln w="5420" cap="flat">
              <a:solidFill>
                <a:srgbClr val="51B8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7" name="pg577"/>
            <p:cNvSpPr/>
            <p:nvPr/>
          </p:nvSpPr>
          <p:spPr>
            <a:xfrm>
              <a:off x="3764050" y="4752707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4FB5AB">
                <a:alpha val="100000"/>
              </a:srgbClr>
            </a:solidFill>
            <a:ln w="5420" cap="flat">
              <a:solidFill>
                <a:srgbClr val="4FB5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8" name="pg578"/>
            <p:cNvSpPr/>
            <p:nvPr/>
          </p:nvSpPr>
          <p:spPr>
            <a:xfrm>
              <a:off x="3845487" y="4752707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4CB0AB">
                <a:alpha val="100000"/>
              </a:srgbClr>
            </a:solidFill>
            <a:ln w="5420" cap="flat">
              <a:solidFill>
                <a:srgbClr val="4CB0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9" name="pg579"/>
            <p:cNvSpPr/>
            <p:nvPr/>
          </p:nvSpPr>
          <p:spPr>
            <a:xfrm>
              <a:off x="3926924" y="4752707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48ACAA">
                <a:alpha val="100000"/>
              </a:srgbClr>
            </a:solidFill>
            <a:ln w="5420" cap="flat">
              <a:solidFill>
                <a:srgbClr val="48AC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0" name="pg580"/>
            <p:cNvSpPr/>
            <p:nvPr/>
          </p:nvSpPr>
          <p:spPr>
            <a:xfrm>
              <a:off x="4008361" y="4752707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44A7AA">
                <a:alpha val="100000"/>
              </a:srgbClr>
            </a:solidFill>
            <a:ln w="5420" cap="flat">
              <a:solidFill>
                <a:srgbClr val="44A7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1" name="pg581"/>
            <p:cNvSpPr/>
            <p:nvPr/>
          </p:nvSpPr>
          <p:spPr>
            <a:xfrm>
              <a:off x="3438301" y="4856023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50B6AB">
                <a:alpha val="100000"/>
              </a:srgbClr>
            </a:solidFill>
            <a:ln w="5420" cap="flat">
              <a:solidFill>
                <a:srgbClr val="50B6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2" name="pg582"/>
            <p:cNvSpPr/>
            <p:nvPr/>
          </p:nvSpPr>
          <p:spPr>
            <a:xfrm>
              <a:off x="3519738" y="4856023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50B6AB">
                <a:alpha val="100000"/>
              </a:srgbClr>
            </a:solidFill>
            <a:ln w="5420" cap="flat">
              <a:solidFill>
                <a:srgbClr val="50B6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3" name="pg583"/>
            <p:cNvSpPr/>
            <p:nvPr/>
          </p:nvSpPr>
          <p:spPr>
            <a:xfrm>
              <a:off x="3601176" y="4856023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4FB6AB">
                <a:alpha val="100000"/>
              </a:srgbClr>
            </a:solidFill>
            <a:ln w="5420" cap="flat">
              <a:solidFill>
                <a:srgbClr val="4FB6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4" name="pg584"/>
            <p:cNvSpPr/>
            <p:nvPr/>
          </p:nvSpPr>
          <p:spPr>
            <a:xfrm>
              <a:off x="3682613" y="4856023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4EB3AB">
                <a:alpha val="100000"/>
              </a:srgbClr>
            </a:solidFill>
            <a:ln w="5420" cap="flat">
              <a:solidFill>
                <a:srgbClr val="4EB3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5" name="pg585"/>
            <p:cNvSpPr/>
            <p:nvPr/>
          </p:nvSpPr>
          <p:spPr>
            <a:xfrm>
              <a:off x="3764050" y="4856023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4CB1AB">
                <a:alpha val="100000"/>
              </a:srgbClr>
            </a:solidFill>
            <a:ln w="5420" cap="flat">
              <a:solidFill>
                <a:srgbClr val="4CB1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6" name="pg586"/>
            <p:cNvSpPr/>
            <p:nvPr/>
          </p:nvSpPr>
          <p:spPr>
            <a:xfrm>
              <a:off x="3845487" y="4856023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49AEAB">
                <a:alpha val="100000"/>
              </a:srgbClr>
            </a:solidFill>
            <a:ln w="5420" cap="flat">
              <a:solidFill>
                <a:srgbClr val="49AE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7" name="pg587"/>
            <p:cNvSpPr/>
            <p:nvPr/>
          </p:nvSpPr>
          <p:spPr>
            <a:xfrm>
              <a:off x="3926924" y="4856023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46AAAA">
                <a:alpha val="100000"/>
              </a:srgbClr>
            </a:solidFill>
            <a:ln w="5420" cap="flat">
              <a:solidFill>
                <a:srgbClr val="46AA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8" name="pg588"/>
            <p:cNvSpPr/>
            <p:nvPr/>
          </p:nvSpPr>
          <p:spPr>
            <a:xfrm>
              <a:off x="4008361" y="4856023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43A6AA">
                <a:alpha val="100000"/>
              </a:srgbClr>
            </a:solidFill>
            <a:ln w="5420" cap="flat">
              <a:solidFill>
                <a:srgbClr val="43A6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9" name="pg589"/>
            <p:cNvSpPr/>
            <p:nvPr/>
          </p:nvSpPr>
          <p:spPr>
            <a:xfrm>
              <a:off x="4089798" y="4856023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40A2AA">
                <a:alpha val="100000"/>
              </a:srgbClr>
            </a:solidFill>
            <a:ln w="5420" cap="flat">
              <a:solidFill>
                <a:srgbClr val="40A2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0" name="pg590"/>
            <p:cNvSpPr/>
            <p:nvPr/>
          </p:nvSpPr>
          <p:spPr>
            <a:xfrm>
              <a:off x="3682613" y="4959339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4BAFAB">
                <a:alpha val="100000"/>
              </a:srgbClr>
            </a:solidFill>
            <a:ln w="5420" cap="flat">
              <a:solidFill>
                <a:srgbClr val="4BAF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1" name="pg591"/>
            <p:cNvSpPr/>
            <p:nvPr/>
          </p:nvSpPr>
          <p:spPr>
            <a:xfrm>
              <a:off x="3764050" y="4959339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49ADAB">
                <a:alpha val="100000"/>
              </a:srgbClr>
            </a:solidFill>
            <a:ln w="5420" cap="flat">
              <a:solidFill>
                <a:srgbClr val="49AD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2" name="pg592"/>
            <p:cNvSpPr/>
            <p:nvPr/>
          </p:nvSpPr>
          <p:spPr>
            <a:xfrm>
              <a:off x="3845487" y="4959339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47AAAA">
                <a:alpha val="100000"/>
              </a:srgbClr>
            </a:solidFill>
            <a:ln w="5420" cap="flat">
              <a:solidFill>
                <a:srgbClr val="47AA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3" name="pg593"/>
            <p:cNvSpPr/>
            <p:nvPr/>
          </p:nvSpPr>
          <p:spPr>
            <a:xfrm>
              <a:off x="3926924" y="4959339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44A7AA">
                <a:alpha val="100000"/>
              </a:srgbClr>
            </a:solidFill>
            <a:ln w="5420" cap="flat">
              <a:solidFill>
                <a:srgbClr val="44A7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4" name="pg594"/>
            <p:cNvSpPr/>
            <p:nvPr/>
          </p:nvSpPr>
          <p:spPr>
            <a:xfrm>
              <a:off x="4008361" y="4959339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41A4AA">
                <a:alpha val="100000"/>
              </a:srgbClr>
            </a:solidFill>
            <a:ln w="5420" cap="flat">
              <a:solidFill>
                <a:srgbClr val="41A4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5" name="pg595"/>
            <p:cNvSpPr/>
            <p:nvPr/>
          </p:nvSpPr>
          <p:spPr>
            <a:xfrm>
              <a:off x="4089798" y="4959339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EA1AA">
                <a:alpha val="100000"/>
              </a:srgbClr>
            </a:solidFill>
            <a:ln w="5420" cap="flat">
              <a:solidFill>
                <a:srgbClr val="3EA1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6" name="pg596"/>
            <p:cNvSpPr/>
            <p:nvPr/>
          </p:nvSpPr>
          <p:spPr>
            <a:xfrm>
              <a:off x="3275427" y="5062655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48ABAA">
                <a:alpha val="100000"/>
              </a:srgbClr>
            </a:solidFill>
            <a:ln w="5420" cap="flat">
              <a:solidFill>
                <a:srgbClr val="48AB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7" name="pg597"/>
            <p:cNvSpPr/>
            <p:nvPr/>
          </p:nvSpPr>
          <p:spPr>
            <a:xfrm>
              <a:off x="3601176" y="5062655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48ACAA">
                <a:alpha val="100000"/>
              </a:srgbClr>
            </a:solidFill>
            <a:ln w="5420" cap="flat">
              <a:solidFill>
                <a:srgbClr val="48AC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8" name="pg598"/>
            <p:cNvSpPr/>
            <p:nvPr/>
          </p:nvSpPr>
          <p:spPr>
            <a:xfrm>
              <a:off x="3682613" y="5062655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47ABAA">
                <a:alpha val="100000"/>
              </a:srgbClr>
            </a:solidFill>
            <a:ln w="5420" cap="flat">
              <a:solidFill>
                <a:srgbClr val="47AB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9" name="pg599"/>
            <p:cNvSpPr/>
            <p:nvPr/>
          </p:nvSpPr>
          <p:spPr>
            <a:xfrm>
              <a:off x="3764050" y="5062655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46A9AA">
                <a:alpha val="100000"/>
              </a:srgbClr>
            </a:solidFill>
            <a:ln w="5420" cap="flat">
              <a:solidFill>
                <a:srgbClr val="46A9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0" name="pg600"/>
            <p:cNvSpPr/>
            <p:nvPr/>
          </p:nvSpPr>
          <p:spPr>
            <a:xfrm>
              <a:off x="3845487" y="5062655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44A7AA">
                <a:alpha val="100000"/>
              </a:srgbClr>
            </a:solidFill>
            <a:ln w="5420" cap="flat">
              <a:solidFill>
                <a:srgbClr val="44A7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1" name="pg601"/>
            <p:cNvSpPr/>
            <p:nvPr/>
          </p:nvSpPr>
          <p:spPr>
            <a:xfrm>
              <a:off x="3926924" y="5062655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42A5AA">
                <a:alpha val="100000"/>
              </a:srgbClr>
            </a:solidFill>
            <a:ln w="5420" cap="flat">
              <a:solidFill>
                <a:srgbClr val="42A5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2" name="pg602"/>
            <p:cNvSpPr/>
            <p:nvPr/>
          </p:nvSpPr>
          <p:spPr>
            <a:xfrm>
              <a:off x="4008361" y="5062655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FA2AA">
                <a:alpha val="100000"/>
              </a:srgbClr>
            </a:solidFill>
            <a:ln w="5420" cap="flat">
              <a:solidFill>
                <a:srgbClr val="3FA2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3" name="pg603"/>
            <p:cNvSpPr/>
            <p:nvPr/>
          </p:nvSpPr>
          <p:spPr>
            <a:xfrm>
              <a:off x="4089798" y="5062655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D9FAA">
                <a:alpha val="100000"/>
              </a:srgbClr>
            </a:solidFill>
            <a:ln w="5420" cap="flat">
              <a:solidFill>
                <a:srgbClr val="3D9F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4" name="pg604"/>
            <p:cNvSpPr/>
            <p:nvPr/>
          </p:nvSpPr>
          <p:spPr>
            <a:xfrm>
              <a:off x="3193990" y="5165971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44A7AA">
                <a:alpha val="100000"/>
              </a:srgbClr>
            </a:solidFill>
            <a:ln w="5420" cap="flat">
              <a:solidFill>
                <a:srgbClr val="44A7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5" name="pg605"/>
            <p:cNvSpPr/>
            <p:nvPr/>
          </p:nvSpPr>
          <p:spPr>
            <a:xfrm>
              <a:off x="3275427" y="5165971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45A9AA">
                <a:alpha val="100000"/>
              </a:srgbClr>
            </a:solidFill>
            <a:ln w="5420" cap="flat">
              <a:solidFill>
                <a:srgbClr val="45A9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6" name="pg606"/>
            <p:cNvSpPr/>
            <p:nvPr/>
          </p:nvSpPr>
          <p:spPr>
            <a:xfrm>
              <a:off x="3356864" y="5165971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46A9AA">
                <a:alpha val="100000"/>
              </a:srgbClr>
            </a:solidFill>
            <a:ln w="5420" cap="flat">
              <a:solidFill>
                <a:srgbClr val="46A9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7" name="pg607"/>
            <p:cNvSpPr/>
            <p:nvPr/>
          </p:nvSpPr>
          <p:spPr>
            <a:xfrm>
              <a:off x="3438301" y="5165971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46A9AA">
                <a:alpha val="100000"/>
              </a:srgbClr>
            </a:solidFill>
            <a:ln w="5420" cap="flat">
              <a:solidFill>
                <a:srgbClr val="46A9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8" name="pg608"/>
            <p:cNvSpPr/>
            <p:nvPr/>
          </p:nvSpPr>
          <p:spPr>
            <a:xfrm>
              <a:off x="3519738" y="5165971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45A9AA">
                <a:alpha val="100000"/>
              </a:srgbClr>
            </a:solidFill>
            <a:ln w="5420" cap="flat">
              <a:solidFill>
                <a:srgbClr val="45A9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9" name="pg609"/>
            <p:cNvSpPr/>
            <p:nvPr/>
          </p:nvSpPr>
          <p:spPr>
            <a:xfrm>
              <a:off x="3601176" y="5165971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45A9AA">
                <a:alpha val="100000"/>
              </a:srgbClr>
            </a:solidFill>
            <a:ln w="5420" cap="flat">
              <a:solidFill>
                <a:srgbClr val="45A9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0" name="pg610"/>
            <p:cNvSpPr/>
            <p:nvPr/>
          </p:nvSpPr>
          <p:spPr>
            <a:xfrm>
              <a:off x="3682613" y="5165971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44A7AA">
                <a:alpha val="100000"/>
              </a:srgbClr>
            </a:solidFill>
            <a:ln w="5420" cap="flat">
              <a:solidFill>
                <a:srgbClr val="44A7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1" name="pg611"/>
            <p:cNvSpPr/>
            <p:nvPr/>
          </p:nvSpPr>
          <p:spPr>
            <a:xfrm>
              <a:off x="3764050" y="5165971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43A6AA">
                <a:alpha val="100000"/>
              </a:srgbClr>
            </a:solidFill>
            <a:ln w="5420" cap="flat">
              <a:solidFill>
                <a:srgbClr val="43A6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2" name="pg612"/>
            <p:cNvSpPr/>
            <p:nvPr/>
          </p:nvSpPr>
          <p:spPr>
            <a:xfrm>
              <a:off x="3845487" y="5165971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41A4AA">
                <a:alpha val="100000"/>
              </a:srgbClr>
            </a:solidFill>
            <a:ln w="5420" cap="flat">
              <a:solidFill>
                <a:srgbClr val="41A4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3" name="pg613"/>
            <p:cNvSpPr/>
            <p:nvPr/>
          </p:nvSpPr>
          <p:spPr>
            <a:xfrm>
              <a:off x="3926924" y="5165971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FA2AA">
                <a:alpha val="100000"/>
              </a:srgbClr>
            </a:solidFill>
            <a:ln w="5420" cap="flat">
              <a:solidFill>
                <a:srgbClr val="3FA2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4" name="pg614"/>
            <p:cNvSpPr/>
            <p:nvPr/>
          </p:nvSpPr>
          <p:spPr>
            <a:xfrm>
              <a:off x="4008361" y="5165971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DA0AA">
                <a:alpha val="100000"/>
              </a:srgbClr>
            </a:solidFill>
            <a:ln w="5420" cap="flat">
              <a:solidFill>
                <a:srgbClr val="3DA0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5" name="pg615"/>
            <p:cNvSpPr/>
            <p:nvPr/>
          </p:nvSpPr>
          <p:spPr>
            <a:xfrm>
              <a:off x="4089798" y="5165971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B9DA9">
                <a:alpha val="100000"/>
              </a:srgbClr>
            </a:solidFill>
            <a:ln w="5420" cap="flat">
              <a:solidFill>
                <a:srgbClr val="3B9D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6" name="pg616"/>
            <p:cNvSpPr/>
            <p:nvPr/>
          </p:nvSpPr>
          <p:spPr>
            <a:xfrm>
              <a:off x="3112553" y="5269288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B9EAA">
                <a:alpha val="100000"/>
              </a:srgbClr>
            </a:solidFill>
            <a:ln w="5420" cap="flat">
              <a:solidFill>
                <a:srgbClr val="3B9E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7" name="pg617"/>
            <p:cNvSpPr/>
            <p:nvPr/>
          </p:nvSpPr>
          <p:spPr>
            <a:xfrm>
              <a:off x="3193990" y="5269288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C9FAA">
                <a:alpha val="100000"/>
              </a:srgbClr>
            </a:solidFill>
            <a:ln w="5420" cap="flat">
              <a:solidFill>
                <a:srgbClr val="3C9F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8" name="pg618"/>
            <p:cNvSpPr/>
            <p:nvPr/>
          </p:nvSpPr>
          <p:spPr>
            <a:xfrm>
              <a:off x="3275427" y="5269288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DA0AA">
                <a:alpha val="100000"/>
              </a:srgbClr>
            </a:solidFill>
            <a:ln w="5420" cap="flat">
              <a:solidFill>
                <a:srgbClr val="3DA0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9" name="pg619"/>
            <p:cNvSpPr/>
            <p:nvPr/>
          </p:nvSpPr>
          <p:spPr>
            <a:xfrm>
              <a:off x="3356864" y="5269288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EA1AA">
                <a:alpha val="100000"/>
              </a:srgbClr>
            </a:solidFill>
            <a:ln w="5420" cap="flat">
              <a:solidFill>
                <a:srgbClr val="3EA1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0" name="pg620"/>
            <p:cNvSpPr/>
            <p:nvPr/>
          </p:nvSpPr>
          <p:spPr>
            <a:xfrm>
              <a:off x="3438301" y="5269288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EA1AA">
                <a:alpha val="100000"/>
              </a:srgbClr>
            </a:solidFill>
            <a:ln w="5420" cap="flat">
              <a:solidFill>
                <a:srgbClr val="3EA1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1" name="pg621"/>
            <p:cNvSpPr/>
            <p:nvPr/>
          </p:nvSpPr>
          <p:spPr>
            <a:xfrm>
              <a:off x="3519738" y="5269288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EA1AA">
                <a:alpha val="100000"/>
              </a:srgbClr>
            </a:solidFill>
            <a:ln w="5420" cap="flat">
              <a:solidFill>
                <a:srgbClr val="3EA1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2" name="pg622"/>
            <p:cNvSpPr/>
            <p:nvPr/>
          </p:nvSpPr>
          <p:spPr>
            <a:xfrm>
              <a:off x="3601176" y="5269288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EA0AA">
                <a:alpha val="100000"/>
              </a:srgbClr>
            </a:solidFill>
            <a:ln w="5420" cap="flat">
              <a:solidFill>
                <a:srgbClr val="3EA0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3" name="pg623"/>
            <p:cNvSpPr/>
            <p:nvPr/>
          </p:nvSpPr>
          <p:spPr>
            <a:xfrm>
              <a:off x="3682613" y="5269288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DA0AA">
                <a:alpha val="100000"/>
              </a:srgbClr>
            </a:solidFill>
            <a:ln w="5420" cap="flat">
              <a:solidFill>
                <a:srgbClr val="3DA0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4" name="pg624"/>
            <p:cNvSpPr/>
            <p:nvPr/>
          </p:nvSpPr>
          <p:spPr>
            <a:xfrm>
              <a:off x="3764050" y="5269288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C9EAA">
                <a:alpha val="100000"/>
              </a:srgbClr>
            </a:solidFill>
            <a:ln w="5420" cap="flat">
              <a:solidFill>
                <a:srgbClr val="3C9E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5" name="pg625"/>
            <p:cNvSpPr/>
            <p:nvPr/>
          </p:nvSpPr>
          <p:spPr>
            <a:xfrm>
              <a:off x="3845487" y="5269288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B9DA9">
                <a:alpha val="100000"/>
              </a:srgbClr>
            </a:solidFill>
            <a:ln w="5420" cap="flat">
              <a:solidFill>
                <a:srgbClr val="3B9D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6" name="pg626"/>
            <p:cNvSpPr/>
            <p:nvPr/>
          </p:nvSpPr>
          <p:spPr>
            <a:xfrm>
              <a:off x="3926924" y="5269288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99CA9">
                <a:alpha val="100000"/>
              </a:srgbClr>
            </a:solidFill>
            <a:ln w="5420" cap="flat">
              <a:solidFill>
                <a:srgbClr val="399C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7" name="pg627"/>
            <p:cNvSpPr/>
            <p:nvPr/>
          </p:nvSpPr>
          <p:spPr>
            <a:xfrm>
              <a:off x="4008361" y="5269288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89AA9">
                <a:alpha val="100000"/>
              </a:srgbClr>
            </a:solidFill>
            <a:ln w="5420" cap="flat">
              <a:solidFill>
                <a:srgbClr val="389A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8" name="pg628"/>
            <p:cNvSpPr/>
            <p:nvPr/>
          </p:nvSpPr>
          <p:spPr>
            <a:xfrm>
              <a:off x="4089798" y="5269288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699A9">
                <a:alpha val="100000"/>
              </a:srgbClr>
            </a:solidFill>
            <a:ln w="5420" cap="flat">
              <a:solidFill>
                <a:srgbClr val="3699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9" name="pg629"/>
            <p:cNvSpPr/>
            <p:nvPr/>
          </p:nvSpPr>
          <p:spPr>
            <a:xfrm>
              <a:off x="4171236" y="5269288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497A9">
                <a:alpha val="100000"/>
              </a:srgbClr>
            </a:solidFill>
            <a:ln w="5420" cap="flat">
              <a:solidFill>
                <a:srgbClr val="3497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0" name="pg630"/>
            <p:cNvSpPr/>
            <p:nvPr/>
          </p:nvSpPr>
          <p:spPr>
            <a:xfrm>
              <a:off x="3112553" y="5372604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79AA9">
                <a:alpha val="100000"/>
              </a:srgbClr>
            </a:solidFill>
            <a:ln w="5420" cap="flat">
              <a:solidFill>
                <a:srgbClr val="379A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1" name="pg631"/>
            <p:cNvSpPr/>
            <p:nvPr/>
          </p:nvSpPr>
          <p:spPr>
            <a:xfrm>
              <a:off x="3193990" y="5372604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89BA9">
                <a:alpha val="100000"/>
              </a:srgbClr>
            </a:solidFill>
            <a:ln w="5420" cap="flat">
              <a:solidFill>
                <a:srgbClr val="389B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2" name="pg632"/>
            <p:cNvSpPr/>
            <p:nvPr/>
          </p:nvSpPr>
          <p:spPr>
            <a:xfrm>
              <a:off x="3275427" y="5372604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99BA9">
                <a:alpha val="100000"/>
              </a:srgbClr>
            </a:solidFill>
            <a:ln w="5420" cap="flat">
              <a:solidFill>
                <a:srgbClr val="399B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3" name="pg633"/>
            <p:cNvSpPr/>
            <p:nvPr/>
          </p:nvSpPr>
          <p:spPr>
            <a:xfrm>
              <a:off x="3356864" y="5372604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99CA9">
                <a:alpha val="100000"/>
              </a:srgbClr>
            </a:solidFill>
            <a:ln w="5420" cap="flat">
              <a:solidFill>
                <a:srgbClr val="399C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4" name="pg634"/>
            <p:cNvSpPr/>
            <p:nvPr/>
          </p:nvSpPr>
          <p:spPr>
            <a:xfrm>
              <a:off x="3438301" y="5372604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A9DA9">
                <a:alpha val="100000"/>
              </a:srgbClr>
            </a:solidFill>
            <a:ln w="5420" cap="flat">
              <a:solidFill>
                <a:srgbClr val="3A9D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5" name="pg635"/>
            <p:cNvSpPr/>
            <p:nvPr/>
          </p:nvSpPr>
          <p:spPr>
            <a:xfrm>
              <a:off x="3519738" y="5372604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A9DA9">
                <a:alpha val="100000"/>
              </a:srgbClr>
            </a:solidFill>
            <a:ln w="5420" cap="flat">
              <a:solidFill>
                <a:srgbClr val="3A9D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6" name="pg636"/>
            <p:cNvSpPr/>
            <p:nvPr/>
          </p:nvSpPr>
          <p:spPr>
            <a:xfrm>
              <a:off x="3601176" y="5372604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A9CA9">
                <a:alpha val="100000"/>
              </a:srgbClr>
            </a:solidFill>
            <a:ln w="5420" cap="flat">
              <a:solidFill>
                <a:srgbClr val="3A9C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7" name="pg637"/>
            <p:cNvSpPr/>
            <p:nvPr/>
          </p:nvSpPr>
          <p:spPr>
            <a:xfrm>
              <a:off x="3682613" y="5372604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99CA9">
                <a:alpha val="100000"/>
              </a:srgbClr>
            </a:solidFill>
            <a:ln w="5420" cap="flat">
              <a:solidFill>
                <a:srgbClr val="399C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8" name="pg638"/>
            <p:cNvSpPr/>
            <p:nvPr/>
          </p:nvSpPr>
          <p:spPr>
            <a:xfrm>
              <a:off x="3764050" y="5372604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89BA9">
                <a:alpha val="100000"/>
              </a:srgbClr>
            </a:solidFill>
            <a:ln w="5420" cap="flat">
              <a:solidFill>
                <a:srgbClr val="389B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9" name="pg639"/>
            <p:cNvSpPr/>
            <p:nvPr/>
          </p:nvSpPr>
          <p:spPr>
            <a:xfrm>
              <a:off x="3845487" y="5372604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79AA9">
                <a:alpha val="100000"/>
              </a:srgbClr>
            </a:solidFill>
            <a:ln w="5420" cap="flat">
              <a:solidFill>
                <a:srgbClr val="379A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0" name="pg640"/>
            <p:cNvSpPr/>
            <p:nvPr/>
          </p:nvSpPr>
          <p:spPr>
            <a:xfrm>
              <a:off x="3926924" y="5372604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699A9">
                <a:alpha val="100000"/>
              </a:srgbClr>
            </a:solidFill>
            <a:ln w="5420" cap="flat">
              <a:solidFill>
                <a:srgbClr val="3699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1" name="pg641"/>
            <p:cNvSpPr/>
            <p:nvPr/>
          </p:nvSpPr>
          <p:spPr>
            <a:xfrm>
              <a:off x="4008361" y="5372604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598A9">
                <a:alpha val="100000"/>
              </a:srgbClr>
            </a:solidFill>
            <a:ln w="5420" cap="flat">
              <a:solidFill>
                <a:srgbClr val="3598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2" name="pg642"/>
            <p:cNvSpPr/>
            <p:nvPr/>
          </p:nvSpPr>
          <p:spPr>
            <a:xfrm>
              <a:off x="4089798" y="5372604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496A9">
                <a:alpha val="100000"/>
              </a:srgbClr>
            </a:solidFill>
            <a:ln w="5420" cap="flat">
              <a:solidFill>
                <a:srgbClr val="3496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3" name="pg643"/>
            <p:cNvSpPr/>
            <p:nvPr/>
          </p:nvSpPr>
          <p:spPr>
            <a:xfrm>
              <a:off x="4171236" y="5372604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595A8">
                <a:alpha val="100000"/>
              </a:srgbClr>
            </a:solidFill>
            <a:ln w="5420" cap="flat">
              <a:solidFill>
                <a:srgbClr val="3595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4" name="pg644"/>
            <p:cNvSpPr/>
            <p:nvPr/>
          </p:nvSpPr>
          <p:spPr>
            <a:xfrm>
              <a:off x="4252673" y="5372604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593A8">
                <a:alpha val="100000"/>
              </a:srgbClr>
            </a:solidFill>
            <a:ln w="5420" cap="flat">
              <a:solidFill>
                <a:srgbClr val="3593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5" name="pg645"/>
            <p:cNvSpPr/>
            <p:nvPr/>
          </p:nvSpPr>
          <p:spPr>
            <a:xfrm>
              <a:off x="3112553" y="5475920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595A9">
                <a:alpha val="100000"/>
              </a:srgbClr>
            </a:solidFill>
            <a:ln w="5420" cap="flat">
              <a:solidFill>
                <a:srgbClr val="3595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6" name="pg646"/>
            <p:cNvSpPr/>
            <p:nvPr/>
          </p:nvSpPr>
          <p:spPr>
            <a:xfrm>
              <a:off x="3193990" y="5475920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496A9">
                <a:alpha val="100000"/>
              </a:srgbClr>
            </a:solidFill>
            <a:ln w="5420" cap="flat">
              <a:solidFill>
                <a:srgbClr val="3496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7" name="pg647"/>
            <p:cNvSpPr/>
            <p:nvPr/>
          </p:nvSpPr>
          <p:spPr>
            <a:xfrm>
              <a:off x="3275427" y="5475920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497A9">
                <a:alpha val="100000"/>
              </a:srgbClr>
            </a:solidFill>
            <a:ln w="5420" cap="flat">
              <a:solidFill>
                <a:srgbClr val="3497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8" name="pg648"/>
            <p:cNvSpPr/>
            <p:nvPr/>
          </p:nvSpPr>
          <p:spPr>
            <a:xfrm>
              <a:off x="3356864" y="5475920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598A9">
                <a:alpha val="100000"/>
              </a:srgbClr>
            </a:solidFill>
            <a:ln w="5420" cap="flat">
              <a:solidFill>
                <a:srgbClr val="3598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9" name="pg649"/>
            <p:cNvSpPr/>
            <p:nvPr/>
          </p:nvSpPr>
          <p:spPr>
            <a:xfrm>
              <a:off x="3438301" y="5475920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598A9">
                <a:alpha val="100000"/>
              </a:srgbClr>
            </a:solidFill>
            <a:ln w="5420" cap="flat">
              <a:solidFill>
                <a:srgbClr val="3598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0" name="pg650"/>
            <p:cNvSpPr/>
            <p:nvPr/>
          </p:nvSpPr>
          <p:spPr>
            <a:xfrm>
              <a:off x="3519738" y="5475920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699A9">
                <a:alpha val="100000"/>
              </a:srgbClr>
            </a:solidFill>
            <a:ln w="5420" cap="flat">
              <a:solidFill>
                <a:srgbClr val="3699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1" name="pg651"/>
            <p:cNvSpPr/>
            <p:nvPr/>
          </p:nvSpPr>
          <p:spPr>
            <a:xfrm>
              <a:off x="3601176" y="5475920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598A9">
                <a:alpha val="100000"/>
              </a:srgbClr>
            </a:solidFill>
            <a:ln w="5420" cap="flat">
              <a:solidFill>
                <a:srgbClr val="3598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2" name="pg652"/>
            <p:cNvSpPr/>
            <p:nvPr/>
          </p:nvSpPr>
          <p:spPr>
            <a:xfrm>
              <a:off x="3682613" y="5475920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598A9">
                <a:alpha val="100000"/>
              </a:srgbClr>
            </a:solidFill>
            <a:ln w="5420" cap="flat">
              <a:solidFill>
                <a:srgbClr val="3598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3" name="pg653"/>
            <p:cNvSpPr/>
            <p:nvPr/>
          </p:nvSpPr>
          <p:spPr>
            <a:xfrm>
              <a:off x="3764050" y="5475920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497A9">
                <a:alpha val="100000"/>
              </a:srgbClr>
            </a:solidFill>
            <a:ln w="5420" cap="flat">
              <a:solidFill>
                <a:srgbClr val="3497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4" name="pg654"/>
            <p:cNvSpPr/>
            <p:nvPr/>
          </p:nvSpPr>
          <p:spPr>
            <a:xfrm>
              <a:off x="3845487" y="5475920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497A9">
                <a:alpha val="100000"/>
              </a:srgbClr>
            </a:solidFill>
            <a:ln w="5420" cap="flat">
              <a:solidFill>
                <a:srgbClr val="3497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5" name="pg655"/>
            <p:cNvSpPr/>
            <p:nvPr/>
          </p:nvSpPr>
          <p:spPr>
            <a:xfrm>
              <a:off x="3926924" y="5475920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596A9">
                <a:alpha val="100000"/>
              </a:srgbClr>
            </a:solidFill>
            <a:ln w="5420" cap="flat">
              <a:solidFill>
                <a:srgbClr val="3596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6" name="pg656"/>
            <p:cNvSpPr/>
            <p:nvPr/>
          </p:nvSpPr>
          <p:spPr>
            <a:xfrm>
              <a:off x="4008361" y="5475920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594A8">
                <a:alpha val="100000"/>
              </a:srgbClr>
            </a:solidFill>
            <a:ln w="5420" cap="flat">
              <a:solidFill>
                <a:srgbClr val="3594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7" name="pg657"/>
            <p:cNvSpPr/>
            <p:nvPr/>
          </p:nvSpPr>
          <p:spPr>
            <a:xfrm>
              <a:off x="4089798" y="5475920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593A8">
                <a:alpha val="100000"/>
              </a:srgbClr>
            </a:solidFill>
            <a:ln w="5420" cap="flat">
              <a:solidFill>
                <a:srgbClr val="3593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8" name="pg658"/>
            <p:cNvSpPr/>
            <p:nvPr/>
          </p:nvSpPr>
          <p:spPr>
            <a:xfrm>
              <a:off x="4171236" y="5475920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692A8">
                <a:alpha val="100000"/>
              </a:srgbClr>
            </a:solidFill>
            <a:ln w="5420" cap="flat">
              <a:solidFill>
                <a:srgbClr val="3692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9" name="pg659"/>
            <p:cNvSpPr/>
            <p:nvPr/>
          </p:nvSpPr>
          <p:spPr>
            <a:xfrm>
              <a:off x="4252673" y="5475920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691A8">
                <a:alpha val="100000"/>
              </a:srgbClr>
            </a:solidFill>
            <a:ln w="5420" cap="flat">
              <a:solidFill>
                <a:srgbClr val="3691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0" name="pg660"/>
            <p:cNvSpPr/>
            <p:nvPr/>
          </p:nvSpPr>
          <p:spPr>
            <a:xfrm>
              <a:off x="5284534" y="1853932"/>
              <a:ext cx="27605" cy="141906"/>
            </a:xfrm>
            <a:custGeom>
              <a:avLst/>
              <a:pathLst>
                <a:path w="27605" h="141906">
                  <a:moveTo>
                    <a:pt x="25965" y="15142"/>
                  </a:moveTo>
                  <a:lnTo>
                    <a:pt x="3001" y="141906"/>
                  </a:lnTo>
                  <a:lnTo>
                    <a:pt x="0" y="103414"/>
                  </a:lnTo>
                  <a:lnTo>
                    <a:pt x="9634" y="0"/>
                  </a:lnTo>
                  <a:lnTo>
                    <a:pt x="27605" y="0"/>
                  </a:lnTo>
                  <a:close/>
                </a:path>
              </a:pathLst>
            </a:custGeom>
            <a:solidFill>
              <a:srgbClr val="FFEFDB">
                <a:alpha val="100000"/>
              </a:srgbClr>
            </a:solidFill>
            <a:ln w="5420" cap="flat">
              <a:solidFill>
                <a:srgbClr val="5959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1" name="pg661"/>
            <p:cNvSpPr/>
            <p:nvPr/>
          </p:nvSpPr>
          <p:spPr>
            <a:xfrm>
              <a:off x="4217860" y="1853932"/>
              <a:ext cx="1042192" cy="937770"/>
            </a:xfrm>
            <a:custGeom>
              <a:avLst/>
              <a:pathLst>
                <a:path w="1042192" h="937770">
                  <a:moveTo>
                    <a:pt x="1041757" y="966"/>
                  </a:moveTo>
                  <a:lnTo>
                    <a:pt x="998433" y="199714"/>
                  </a:lnTo>
                  <a:lnTo>
                    <a:pt x="938872" y="305648"/>
                  </a:lnTo>
                  <a:lnTo>
                    <a:pt x="884012" y="378917"/>
                  </a:lnTo>
                  <a:lnTo>
                    <a:pt x="827417" y="366805"/>
                  </a:lnTo>
                  <a:lnTo>
                    <a:pt x="840146" y="425026"/>
                  </a:lnTo>
                  <a:lnTo>
                    <a:pt x="824596" y="455352"/>
                  </a:lnTo>
                  <a:lnTo>
                    <a:pt x="811288" y="518619"/>
                  </a:lnTo>
                  <a:lnTo>
                    <a:pt x="777548" y="560552"/>
                  </a:lnTo>
                  <a:lnTo>
                    <a:pt x="745832" y="556515"/>
                  </a:lnTo>
                  <a:lnTo>
                    <a:pt x="700266" y="585419"/>
                  </a:lnTo>
                  <a:lnTo>
                    <a:pt x="682293" y="607532"/>
                  </a:lnTo>
                  <a:lnTo>
                    <a:pt x="680955" y="649879"/>
                  </a:lnTo>
                  <a:lnTo>
                    <a:pt x="650470" y="687132"/>
                  </a:lnTo>
                  <a:lnTo>
                    <a:pt x="540461" y="880650"/>
                  </a:lnTo>
                  <a:lnTo>
                    <a:pt x="444953" y="937770"/>
                  </a:lnTo>
                  <a:lnTo>
                    <a:pt x="422098" y="929465"/>
                  </a:lnTo>
                  <a:lnTo>
                    <a:pt x="447268" y="838120"/>
                  </a:lnTo>
                  <a:lnTo>
                    <a:pt x="464518" y="745766"/>
                  </a:lnTo>
                  <a:lnTo>
                    <a:pt x="406548" y="705576"/>
                  </a:lnTo>
                  <a:lnTo>
                    <a:pt x="351073" y="684334"/>
                  </a:lnTo>
                  <a:lnTo>
                    <a:pt x="287426" y="687132"/>
                  </a:lnTo>
                  <a:lnTo>
                    <a:pt x="217124" y="615332"/>
                  </a:lnTo>
                  <a:lnTo>
                    <a:pt x="126499" y="563121"/>
                  </a:lnTo>
                  <a:lnTo>
                    <a:pt x="0" y="421860"/>
                  </a:lnTo>
                  <a:lnTo>
                    <a:pt x="3688" y="382679"/>
                  </a:lnTo>
                  <a:lnTo>
                    <a:pt x="506" y="316935"/>
                  </a:lnTo>
                  <a:lnTo>
                    <a:pt x="38947" y="213064"/>
                  </a:lnTo>
                  <a:lnTo>
                    <a:pt x="75798" y="140438"/>
                  </a:lnTo>
                  <a:lnTo>
                    <a:pt x="126680" y="102817"/>
                  </a:lnTo>
                  <a:lnTo>
                    <a:pt x="274335" y="64508"/>
                  </a:lnTo>
                  <a:lnTo>
                    <a:pt x="311366" y="6884"/>
                  </a:lnTo>
                  <a:lnTo>
                    <a:pt x="314479" y="0"/>
                  </a:lnTo>
                  <a:lnTo>
                    <a:pt x="1042192" y="0"/>
                  </a:lnTo>
                  <a:close/>
                </a:path>
              </a:pathLst>
            </a:custGeom>
            <a:solidFill>
              <a:srgbClr val="FFEFDB">
                <a:alpha val="100000"/>
              </a:srgbClr>
            </a:solidFill>
            <a:ln w="5420" cap="flat">
              <a:solidFill>
                <a:srgbClr val="5959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2" name="pg662"/>
            <p:cNvSpPr/>
            <p:nvPr/>
          </p:nvSpPr>
          <p:spPr>
            <a:xfrm>
              <a:off x="2490532" y="1853932"/>
              <a:ext cx="2088998" cy="3682871"/>
            </a:xfrm>
            <a:custGeom>
              <a:avLst/>
              <a:pathLst>
                <a:path w="2088998" h="3682871">
                  <a:moveTo>
                    <a:pt x="1987487" y="41706"/>
                  </a:moveTo>
                  <a:lnTo>
                    <a:pt x="1877912" y="69968"/>
                  </a:lnTo>
                  <a:lnTo>
                    <a:pt x="1818858" y="101074"/>
                  </a:lnTo>
                  <a:lnTo>
                    <a:pt x="1771628" y="148650"/>
                  </a:lnTo>
                  <a:lnTo>
                    <a:pt x="1743674" y="208385"/>
                  </a:lnTo>
                  <a:lnTo>
                    <a:pt x="1680388" y="280369"/>
                  </a:lnTo>
                  <a:lnTo>
                    <a:pt x="1684836" y="328588"/>
                  </a:lnTo>
                  <a:lnTo>
                    <a:pt x="1695432" y="362859"/>
                  </a:lnTo>
                  <a:lnTo>
                    <a:pt x="1690550" y="434293"/>
                  </a:lnTo>
                  <a:lnTo>
                    <a:pt x="1730583" y="503937"/>
                  </a:lnTo>
                  <a:lnTo>
                    <a:pt x="1809961" y="618039"/>
                  </a:lnTo>
                  <a:lnTo>
                    <a:pt x="1825114" y="795269"/>
                  </a:lnTo>
                  <a:lnTo>
                    <a:pt x="1885687" y="913867"/>
                  </a:lnTo>
                  <a:lnTo>
                    <a:pt x="1978519" y="1052146"/>
                  </a:lnTo>
                  <a:lnTo>
                    <a:pt x="2049905" y="1091464"/>
                  </a:lnTo>
                  <a:lnTo>
                    <a:pt x="2053377" y="1142895"/>
                  </a:lnTo>
                  <a:lnTo>
                    <a:pt x="2020432" y="1227817"/>
                  </a:lnTo>
                  <a:lnTo>
                    <a:pt x="1977000" y="1266630"/>
                  </a:lnTo>
                  <a:lnTo>
                    <a:pt x="2033487" y="1258877"/>
                  </a:lnTo>
                  <a:lnTo>
                    <a:pt x="2061622" y="1278284"/>
                  </a:lnTo>
                  <a:lnTo>
                    <a:pt x="2088998" y="1349121"/>
                  </a:lnTo>
                  <a:lnTo>
                    <a:pt x="2086864" y="1421426"/>
                  </a:lnTo>
                  <a:lnTo>
                    <a:pt x="2077606" y="1462167"/>
                  </a:lnTo>
                  <a:lnTo>
                    <a:pt x="2060501" y="1478408"/>
                  </a:lnTo>
                  <a:lnTo>
                    <a:pt x="2061224" y="1436796"/>
                  </a:lnTo>
                  <a:lnTo>
                    <a:pt x="2049110" y="1422344"/>
                  </a:lnTo>
                  <a:lnTo>
                    <a:pt x="2029111" y="1440374"/>
                  </a:lnTo>
                  <a:lnTo>
                    <a:pt x="2016165" y="1460928"/>
                  </a:lnTo>
                  <a:lnTo>
                    <a:pt x="2010776" y="1541905"/>
                  </a:lnTo>
                  <a:lnTo>
                    <a:pt x="1997071" y="1582370"/>
                  </a:lnTo>
                  <a:lnTo>
                    <a:pt x="1948612" y="1594390"/>
                  </a:lnTo>
                  <a:lnTo>
                    <a:pt x="1899466" y="1700646"/>
                  </a:lnTo>
                  <a:lnTo>
                    <a:pt x="1853755" y="1760931"/>
                  </a:lnTo>
                  <a:lnTo>
                    <a:pt x="1673879" y="2168566"/>
                  </a:lnTo>
                  <a:lnTo>
                    <a:pt x="1680750" y="2236697"/>
                  </a:lnTo>
                  <a:lnTo>
                    <a:pt x="1647841" y="2258627"/>
                  </a:lnTo>
                  <a:lnTo>
                    <a:pt x="1598008" y="2276474"/>
                  </a:lnTo>
                  <a:lnTo>
                    <a:pt x="1547596" y="2317214"/>
                  </a:lnTo>
                  <a:lnTo>
                    <a:pt x="1514145" y="2362130"/>
                  </a:lnTo>
                  <a:lnTo>
                    <a:pt x="1483081" y="2482929"/>
                  </a:lnTo>
                  <a:lnTo>
                    <a:pt x="1423556" y="2618915"/>
                  </a:lnTo>
                  <a:lnTo>
                    <a:pt x="1386416" y="2562254"/>
                  </a:lnTo>
                  <a:lnTo>
                    <a:pt x="1376905" y="2513760"/>
                  </a:lnTo>
                  <a:lnTo>
                    <a:pt x="1393432" y="2387272"/>
                  </a:lnTo>
                  <a:lnTo>
                    <a:pt x="1457803" y="2179898"/>
                  </a:lnTo>
                  <a:lnTo>
                    <a:pt x="1528719" y="2050978"/>
                  </a:lnTo>
                  <a:lnTo>
                    <a:pt x="1582819" y="1989868"/>
                  </a:lnTo>
                  <a:lnTo>
                    <a:pt x="1627300" y="1865306"/>
                  </a:lnTo>
                  <a:lnTo>
                    <a:pt x="1571103" y="1846725"/>
                  </a:lnTo>
                  <a:lnTo>
                    <a:pt x="1485432" y="1848744"/>
                  </a:lnTo>
                  <a:lnTo>
                    <a:pt x="1501560" y="1791257"/>
                  </a:lnTo>
                  <a:lnTo>
                    <a:pt x="1526549" y="1740607"/>
                  </a:lnTo>
                  <a:lnTo>
                    <a:pt x="1481888" y="1690140"/>
                  </a:lnTo>
                  <a:lnTo>
                    <a:pt x="1455452" y="1683717"/>
                  </a:lnTo>
                  <a:lnTo>
                    <a:pt x="1428221" y="1663025"/>
                  </a:lnTo>
                  <a:lnTo>
                    <a:pt x="1460153" y="1621000"/>
                  </a:lnTo>
                  <a:lnTo>
                    <a:pt x="1475740" y="1576589"/>
                  </a:lnTo>
                  <a:lnTo>
                    <a:pt x="1466229" y="1522544"/>
                  </a:lnTo>
                  <a:lnTo>
                    <a:pt x="1479609" y="1481849"/>
                  </a:lnTo>
                  <a:lnTo>
                    <a:pt x="1457296" y="1487997"/>
                  </a:lnTo>
                  <a:lnTo>
                    <a:pt x="1421422" y="1531077"/>
                  </a:lnTo>
                  <a:lnTo>
                    <a:pt x="1399110" y="1548282"/>
                  </a:lnTo>
                  <a:lnTo>
                    <a:pt x="1385512" y="1510156"/>
                  </a:lnTo>
                  <a:lnTo>
                    <a:pt x="1369998" y="1518782"/>
                  </a:lnTo>
                  <a:lnTo>
                    <a:pt x="1359909" y="1544979"/>
                  </a:lnTo>
                  <a:lnTo>
                    <a:pt x="1337017" y="1559385"/>
                  </a:lnTo>
                  <a:lnTo>
                    <a:pt x="1288667" y="1523553"/>
                  </a:lnTo>
                  <a:lnTo>
                    <a:pt x="1218184" y="1482537"/>
                  </a:lnTo>
                  <a:lnTo>
                    <a:pt x="1178947" y="1411975"/>
                  </a:lnTo>
                  <a:lnTo>
                    <a:pt x="1156562" y="1357287"/>
                  </a:lnTo>
                  <a:lnTo>
                    <a:pt x="1179309" y="1258326"/>
                  </a:lnTo>
                  <a:lnTo>
                    <a:pt x="1228021" y="1240755"/>
                  </a:lnTo>
                  <a:lnTo>
                    <a:pt x="1291307" y="1256812"/>
                  </a:lnTo>
                  <a:lnTo>
                    <a:pt x="1374265" y="1256675"/>
                  </a:lnTo>
                  <a:lnTo>
                    <a:pt x="1362404" y="1234699"/>
                  </a:lnTo>
                  <a:lnTo>
                    <a:pt x="1332786" y="1238323"/>
                  </a:lnTo>
                  <a:lnTo>
                    <a:pt x="1245343" y="1158035"/>
                  </a:lnTo>
                  <a:lnTo>
                    <a:pt x="1217208" y="1109541"/>
                  </a:lnTo>
                  <a:lnTo>
                    <a:pt x="1168821" y="1096236"/>
                  </a:lnTo>
                  <a:lnTo>
                    <a:pt x="1146762" y="1142849"/>
                  </a:lnTo>
                  <a:lnTo>
                    <a:pt x="1122279" y="1155236"/>
                  </a:lnTo>
                  <a:lnTo>
                    <a:pt x="1152512" y="1053247"/>
                  </a:lnTo>
                  <a:lnTo>
                    <a:pt x="1192038" y="1049072"/>
                  </a:lnTo>
                  <a:lnTo>
                    <a:pt x="1250406" y="1020811"/>
                  </a:lnTo>
                  <a:lnTo>
                    <a:pt x="1233445" y="961764"/>
                  </a:lnTo>
                  <a:lnTo>
                    <a:pt x="1196595" y="935934"/>
                  </a:lnTo>
                  <a:lnTo>
                    <a:pt x="1130054" y="968325"/>
                  </a:lnTo>
                  <a:lnTo>
                    <a:pt x="1130850" y="926804"/>
                  </a:lnTo>
                  <a:lnTo>
                    <a:pt x="1143326" y="873631"/>
                  </a:lnTo>
                  <a:lnTo>
                    <a:pt x="1193485" y="873814"/>
                  </a:lnTo>
                  <a:lnTo>
                    <a:pt x="1237423" y="891156"/>
                  </a:lnTo>
                  <a:lnTo>
                    <a:pt x="1274816" y="805271"/>
                  </a:lnTo>
                  <a:lnTo>
                    <a:pt x="1276480" y="766916"/>
                  </a:lnTo>
                  <a:lnTo>
                    <a:pt x="1214351" y="822659"/>
                  </a:lnTo>
                  <a:lnTo>
                    <a:pt x="1200392" y="702410"/>
                  </a:lnTo>
                  <a:lnTo>
                    <a:pt x="1261544" y="586428"/>
                  </a:lnTo>
                  <a:lnTo>
                    <a:pt x="1319876" y="535869"/>
                  </a:lnTo>
                  <a:lnTo>
                    <a:pt x="1392745" y="537337"/>
                  </a:lnTo>
                  <a:lnTo>
                    <a:pt x="1466807" y="529171"/>
                  </a:lnTo>
                  <a:lnTo>
                    <a:pt x="1420338" y="507929"/>
                  </a:lnTo>
                  <a:lnTo>
                    <a:pt x="1372638" y="496413"/>
                  </a:lnTo>
                  <a:lnTo>
                    <a:pt x="1408476" y="450580"/>
                  </a:lnTo>
                  <a:lnTo>
                    <a:pt x="1439034" y="442368"/>
                  </a:lnTo>
                  <a:lnTo>
                    <a:pt x="1469050" y="402407"/>
                  </a:lnTo>
                  <a:lnTo>
                    <a:pt x="1396868" y="408326"/>
                  </a:lnTo>
                  <a:lnTo>
                    <a:pt x="1405366" y="332717"/>
                  </a:lnTo>
                  <a:lnTo>
                    <a:pt x="1370287" y="348086"/>
                  </a:lnTo>
                  <a:lnTo>
                    <a:pt x="1328302" y="355198"/>
                  </a:lnTo>
                  <a:lnTo>
                    <a:pt x="1311956" y="387267"/>
                  </a:lnTo>
                  <a:lnTo>
                    <a:pt x="1315175" y="440533"/>
                  </a:lnTo>
                  <a:lnTo>
                    <a:pt x="1302915" y="475492"/>
                  </a:lnTo>
                  <a:lnTo>
                    <a:pt x="1270260" y="503570"/>
                  </a:lnTo>
                  <a:lnTo>
                    <a:pt x="1215111" y="525455"/>
                  </a:lnTo>
                  <a:lnTo>
                    <a:pt x="1209758" y="487513"/>
                  </a:lnTo>
                  <a:lnTo>
                    <a:pt x="1191532" y="470308"/>
                  </a:lnTo>
                  <a:lnTo>
                    <a:pt x="1184733" y="551560"/>
                  </a:lnTo>
                  <a:lnTo>
                    <a:pt x="1170268" y="579179"/>
                  </a:lnTo>
                  <a:lnTo>
                    <a:pt x="1129946" y="502928"/>
                  </a:lnTo>
                  <a:lnTo>
                    <a:pt x="1117831" y="518298"/>
                  </a:lnTo>
                  <a:lnTo>
                    <a:pt x="1119386" y="539952"/>
                  </a:lnTo>
                  <a:lnTo>
                    <a:pt x="1109080" y="577390"/>
                  </a:lnTo>
                  <a:lnTo>
                    <a:pt x="1074507" y="596888"/>
                  </a:lnTo>
                  <a:lnTo>
                    <a:pt x="1076641" y="644878"/>
                  </a:lnTo>
                  <a:lnTo>
                    <a:pt x="1063225" y="671029"/>
                  </a:lnTo>
                  <a:lnTo>
                    <a:pt x="952492" y="629371"/>
                  </a:lnTo>
                  <a:lnTo>
                    <a:pt x="949889" y="643501"/>
                  </a:lnTo>
                  <a:lnTo>
                    <a:pt x="1012524" y="733333"/>
                  </a:lnTo>
                  <a:lnTo>
                    <a:pt x="1058270" y="764026"/>
                  </a:lnTo>
                  <a:lnTo>
                    <a:pt x="1063839" y="813024"/>
                  </a:lnTo>
                  <a:lnTo>
                    <a:pt x="1024566" y="853673"/>
                  </a:lnTo>
                  <a:lnTo>
                    <a:pt x="970393" y="818576"/>
                  </a:lnTo>
                  <a:lnTo>
                    <a:pt x="961280" y="821145"/>
                  </a:lnTo>
                  <a:lnTo>
                    <a:pt x="990717" y="881338"/>
                  </a:lnTo>
                  <a:lnTo>
                    <a:pt x="1009269" y="933916"/>
                  </a:lnTo>
                  <a:lnTo>
                    <a:pt x="990175" y="977960"/>
                  </a:lnTo>
                  <a:lnTo>
                    <a:pt x="993140" y="1032189"/>
                  </a:lnTo>
                  <a:lnTo>
                    <a:pt x="989017" y="1081371"/>
                  </a:lnTo>
                  <a:lnTo>
                    <a:pt x="977337" y="1124268"/>
                  </a:lnTo>
                  <a:lnTo>
                    <a:pt x="1003663" y="1322006"/>
                  </a:lnTo>
                  <a:lnTo>
                    <a:pt x="1035379" y="1375777"/>
                  </a:lnTo>
                  <a:lnTo>
                    <a:pt x="1066552" y="1427207"/>
                  </a:lnTo>
                  <a:lnTo>
                    <a:pt x="1083078" y="1475334"/>
                  </a:lnTo>
                  <a:lnTo>
                    <a:pt x="1049989" y="1482354"/>
                  </a:lnTo>
                  <a:lnTo>
                    <a:pt x="997299" y="1442760"/>
                  </a:lnTo>
                  <a:lnTo>
                    <a:pt x="951010" y="1412572"/>
                  </a:lnTo>
                  <a:lnTo>
                    <a:pt x="895861" y="1316042"/>
                  </a:lnTo>
                  <a:lnTo>
                    <a:pt x="886747" y="1277504"/>
                  </a:lnTo>
                  <a:lnTo>
                    <a:pt x="873295" y="1247040"/>
                  </a:lnTo>
                  <a:lnTo>
                    <a:pt x="879804" y="1317006"/>
                  </a:lnTo>
                  <a:lnTo>
                    <a:pt x="899477" y="1395138"/>
                  </a:lnTo>
                  <a:lnTo>
                    <a:pt x="1072193" y="1569983"/>
                  </a:lnTo>
                  <a:lnTo>
                    <a:pt x="1104089" y="1637058"/>
                  </a:lnTo>
                  <a:lnTo>
                    <a:pt x="1128391" y="1689773"/>
                  </a:lnTo>
                  <a:lnTo>
                    <a:pt x="1122279" y="1740286"/>
                  </a:lnTo>
                  <a:lnTo>
                    <a:pt x="1077256" y="1704546"/>
                  </a:lnTo>
                  <a:lnTo>
                    <a:pt x="1038416" y="1658988"/>
                  </a:lnTo>
                  <a:lnTo>
                    <a:pt x="935315" y="1607512"/>
                  </a:lnTo>
                  <a:lnTo>
                    <a:pt x="805308" y="1574983"/>
                  </a:lnTo>
                  <a:lnTo>
                    <a:pt x="732004" y="1455331"/>
                  </a:lnTo>
                  <a:lnTo>
                    <a:pt x="732258" y="1505247"/>
                  </a:lnTo>
                  <a:lnTo>
                    <a:pt x="715984" y="1547594"/>
                  </a:lnTo>
                  <a:lnTo>
                    <a:pt x="671178" y="1495980"/>
                  </a:lnTo>
                  <a:lnTo>
                    <a:pt x="642934" y="1451936"/>
                  </a:lnTo>
                  <a:lnTo>
                    <a:pt x="633459" y="1403671"/>
                  </a:lnTo>
                  <a:lnTo>
                    <a:pt x="577515" y="1406974"/>
                  </a:lnTo>
                  <a:lnTo>
                    <a:pt x="518858" y="1448908"/>
                  </a:lnTo>
                  <a:lnTo>
                    <a:pt x="462117" y="1438952"/>
                  </a:lnTo>
                  <a:lnTo>
                    <a:pt x="455391" y="1357104"/>
                  </a:lnTo>
                  <a:lnTo>
                    <a:pt x="470724" y="1313748"/>
                  </a:lnTo>
                  <a:lnTo>
                    <a:pt x="534408" y="1211209"/>
                  </a:lnTo>
                  <a:lnTo>
                    <a:pt x="594403" y="1158861"/>
                  </a:lnTo>
                  <a:lnTo>
                    <a:pt x="620875" y="1091281"/>
                  </a:lnTo>
                  <a:lnTo>
                    <a:pt x="611834" y="986493"/>
                  </a:lnTo>
                  <a:lnTo>
                    <a:pt x="600551" y="1093116"/>
                  </a:lnTo>
                  <a:lnTo>
                    <a:pt x="566268" y="1145969"/>
                  </a:lnTo>
                  <a:lnTo>
                    <a:pt x="512384" y="1186342"/>
                  </a:lnTo>
                  <a:lnTo>
                    <a:pt x="441468" y="1258280"/>
                  </a:lnTo>
                  <a:lnTo>
                    <a:pt x="424146" y="1324805"/>
                  </a:lnTo>
                  <a:lnTo>
                    <a:pt x="402014" y="1449367"/>
                  </a:lnTo>
                  <a:lnTo>
                    <a:pt x="431957" y="1491529"/>
                  </a:lnTo>
                  <a:lnTo>
                    <a:pt x="462551" y="1502540"/>
                  </a:lnTo>
                  <a:lnTo>
                    <a:pt x="552924" y="1474279"/>
                  </a:lnTo>
                  <a:lnTo>
                    <a:pt x="599683" y="1486896"/>
                  </a:lnTo>
                  <a:lnTo>
                    <a:pt x="703689" y="1636874"/>
                  </a:lnTo>
                  <a:lnTo>
                    <a:pt x="897343" y="1696196"/>
                  </a:lnTo>
                  <a:lnTo>
                    <a:pt x="967970" y="1733266"/>
                  </a:lnTo>
                  <a:lnTo>
                    <a:pt x="1025542" y="1811536"/>
                  </a:lnTo>
                  <a:lnTo>
                    <a:pt x="1112081" y="1856589"/>
                  </a:lnTo>
                  <a:lnTo>
                    <a:pt x="1179237" y="1922058"/>
                  </a:lnTo>
                  <a:lnTo>
                    <a:pt x="1181045" y="1964772"/>
                  </a:lnTo>
                  <a:lnTo>
                    <a:pt x="1157792" y="2015285"/>
                  </a:lnTo>
                  <a:lnTo>
                    <a:pt x="1148606" y="2083644"/>
                  </a:lnTo>
                  <a:lnTo>
                    <a:pt x="1120073" y="2126771"/>
                  </a:lnTo>
                  <a:lnTo>
                    <a:pt x="1051580" y="2131726"/>
                  </a:lnTo>
                  <a:lnTo>
                    <a:pt x="1010209" y="2120623"/>
                  </a:lnTo>
                  <a:lnTo>
                    <a:pt x="787804" y="1880308"/>
                  </a:lnTo>
                  <a:lnTo>
                    <a:pt x="761261" y="1858195"/>
                  </a:lnTo>
                  <a:lnTo>
                    <a:pt x="678772" y="1732349"/>
                  </a:lnTo>
                  <a:lnTo>
                    <a:pt x="581999" y="1664952"/>
                  </a:lnTo>
                  <a:lnTo>
                    <a:pt x="552056" y="1666374"/>
                  </a:lnTo>
                  <a:lnTo>
                    <a:pt x="689802" y="1791028"/>
                  </a:lnTo>
                  <a:lnTo>
                    <a:pt x="746036" y="1878198"/>
                  </a:lnTo>
                  <a:lnTo>
                    <a:pt x="845087" y="2000420"/>
                  </a:lnTo>
                  <a:lnTo>
                    <a:pt x="915895" y="2052171"/>
                  </a:lnTo>
                  <a:lnTo>
                    <a:pt x="968006" y="2132918"/>
                  </a:lnTo>
                  <a:lnTo>
                    <a:pt x="1016429" y="2170769"/>
                  </a:lnTo>
                  <a:lnTo>
                    <a:pt x="1148642" y="2224676"/>
                  </a:lnTo>
                  <a:lnTo>
                    <a:pt x="1102679" y="2263398"/>
                  </a:lnTo>
                  <a:lnTo>
                    <a:pt x="1176054" y="2296385"/>
                  </a:lnTo>
                  <a:lnTo>
                    <a:pt x="1186542" y="2357037"/>
                  </a:lnTo>
                  <a:lnTo>
                    <a:pt x="1179815" y="2426177"/>
                  </a:lnTo>
                  <a:lnTo>
                    <a:pt x="1077979" y="2398833"/>
                  </a:lnTo>
                  <a:lnTo>
                    <a:pt x="1074652" y="2449759"/>
                  </a:lnTo>
                  <a:lnTo>
                    <a:pt x="1083765" y="2479810"/>
                  </a:lnTo>
                  <a:lnTo>
                    <a:pt x="1038778" y="2504630"/>
                  </a:lnTo>
                  <a:lnTo>
                    <a:pt x="976216" y="2470955"/>
                  </a:lnTo>
                  <a:lnTo>
                    <a:pt x="813770" y="2286751"/>
                  </a:lnTo>
                  <a:lnTo>
                    <a:pt x="815144" y="2311388"/>
                  </a:lnTo>
                  <a:lnTo>
                    <a:pt x="828307" y="2339970"/>
                  </a:lnTo>
                  <a:lnTo>
                    <a:pt x="922513" y="2458568"/>
                  </a:lnTo>
                  <a:lnTo>
                    <a:pt x="1006593" y="2529680"/>
                  </a:lnTo>
                  <a:lnTo>
                    <a:pt x="1077871" y="2561796"/>
                  </a:lnTo>
                  <a:lnTo>
                    <a:pt x="1132803" y="2621392"/>
                  </a:lnTo>
                  <a:lnTo>
                    <a:pt x="1152186" y="2657453"/>
                  </a:lnTo>
                  <a:lnTo>
                    <a:pt x="1165133" y="2712141"/>
                  </a:lnTo>
                  <a:lnTo>
                    <a:pt x="1124413" y="2749303"/>
                  </a:lnTo>
                  <a:lnTo>
                    <a:pt x="1078051" y="2769811"/>
                  </a:lnTo>
                  <a:lnTo>
                    <a:pt x="1032775" y="2732741"/>
                  </a:lnTo>
                  <a:lnTo>
                    <a:pt x="999577" y="2693698"/>
                  </a:lnTo>
                  <a:lnTo>
                    <a:pt x="928878" y="2627403"/>
                  </a:lnTo>
                  <a:lnTo>
                    <a:pt x="907686" y="2553308"/>
                  </a:lnTo>
                  <a:lnTo>
                    <a:pt x="853911" y="2557116"/>
                  </a:lnTo>
                  <a:lnTo>
                    <a:pt x="629156" y="2463156"/>
                  </a:lnTo>
                  <a:lnTo>
                    <a:pt x="448520" y="2452328"/>
                  </a:lnTo>
                  <a:lnTo>
                    <a:pt x="466168" y="2471230"/>
                  </a:lnTo>
                  <a:lnTo>
                    <a:pt x="489023" y="2483801"/>
                  </a:lnTo>
                  <a:lnTo>
                    <a:pt x="632881" y="2506970"/>
                  </a:lnTo>
                  <a:lnTo>
                    <a:pt x="689730" y="2550234"/>
                  </a:lnTo>
                  <a:lnTo>
                    <a:pt x="808056" y="2588635"/>
                  </a:lnTo>
                  <a:lnTo>
                    <a:pt x="877345" y="2599141"/>
                  </a:lnTo>
                  <a:lnTo>
                    <a:pt x="905444" y="2717096"/>
                  </a:lnTo>
                  <a:lnTo>
                    <a:pt x="1001204" y="2798256"/>
                  </a:lnTo>
                  <a:lnTo>
                    <a:pt x="1013645" y="2858403"/>
                  </a:lnTo>
                  <a:lnTo>
                    <a:pt x="1079028" y="2865148"/>
                  </a:lnTo>
                  <a:lnTo>
                    <a:pt x="1194063" y="2806147"/>
                  </a:lnTo>
                  <a:lnTo>
                    <a:pt x="1268307" y="2826839"/>
                  </a:lnTo>
                  <a:lnTo>
                    <a:pt x="1375386" y="2843722"/>
                  </a:lnTo>
                  <a:lnTo>
                    <a:pt x="1399869" y="2891345"/>
                  </a:lnTo>
                  <a:lnTo>
                    <a:pt x="1418240" y="2981956"/>
                  </a:lnTo>
                  <a:lnTo>
                    <a:pt x="1456103" y="3083899"/>
                  </a:lnTo>
                  <a:lnTo>
                    <a:pt x="1554287" y="3485845"/>
                  </a:lnTo>
                  <a:lnTo>
                    <a:pt x="1642687" y="3682871"/>
                  </a:lnTo>
                  <a:lnTo>
                    <a:pt x="1615976" y="3682871"/>
                  </a:lnTo>
                  <a:lnTo>
                    <a:pt x="1576238" y="3603800"/>
                  </a:lnTo>
                  <a:lnTo>
                    <a:pt x="1515845" y="3446573"/>
                  </a:lnTo>
                  <a:lnTo>
                    <a:pt x="1453789" y="3168959"/>
                  </a:lnTo>
                  <a:lnTo>
                    <a:pt x="1435779" y="3106793"/>
                  </a:lnTo>
                  <a:lnTo>
                    <a:pt x="1414588" y="3081972"/>
                  </a:lnTo>
                  <a:lnTo>
                    <a:pt x="1400629" y="3102159"/>
                  </a:lnTo>
                  <a:lnTo>
                    <a:pt x="1394625" y="3137532"/>
                  </a:lnTo>
                  <a:lnTo>
                    <a:pt x="1404751" y="3164692"/>
                  </a:lnTo>
                  <a:lnTo>
                    <a:pt x="1380305" y="3256083"/>
                  </a:lnTo>
                  <a:lnTo>
                    <a:pt x="1390901" y="3298016"/>
                  </a:lnTo>
                  <a:lnTo>
                    <a:pt x="1430608" y="3341372"/>
                  </a:lnTo>
                  <a:lnTo>
                    <a:pt x="1473751" y="3449555"/>
                  </a:lnTo>
                  <a:lnTo>
                    <a:pt x="1508214" y="3595221"/>
                  </a:lnTo>
                  <a:lnTo>
                    <a:pt x="1461600" y="3536174"/>
                  </a:lnTo>
                  <a:lnTo>
                    <a:pt x="1411839" y="3504885"/>
                  </a:lnTo>
                  <a:lnTo>
                    <a:pt x="1334413" y="3480890"/>
                  </a:lnTo>
                  <a:lnTo>
                    <a:pt x="1265450" y="3438819"/>
                  </a:lnTo>
                  <a:lnTo>
                    <a:pt x="1270477" y="3499150"/>
                  </a:lnTo>
                  <a:lnTo>
                    <a:pt x="1263859" y="3564298"/>
                  </a:lnTo>
                  <a:lnTo>
                    <a:pt x="1210699" y="3544433"/>
                  </a:lnTo>
                  <a:lnTo>
                    <a:pt x="1174535" y="3522824"/>
                  </a:lnTo>
                  <a:lnTo>
                    <a:pt x="1206540" y="3592239"/>
                  </a:lnTo>
                  <a:lnTo>
                    <a:pt x="1137070" y="3571410"/>
                  </a:lnTo>
                  <a:lnTo>
                    <a:pt x="1090781" y="3575768"/>
                  </a:lnTo>
                  <a:lnTo>
                    <a:pt x="1060693" y="3637384"/>
                  </a:lnTo>
                  <a:lnTo>
                    <a:pt x="1020335" y="3674775"/>
                  </a:lnTo>
                  <a:lnTo>
                    <a:pt x="980297" y="3682871"/>
                  </a:lnTo>
                  <a:lnTo>
                    <a:pt x="954427" y="3682871"/>
                  </a:lnTo>
                  <a:lnTo>
                    <a:pt x="872137" y="3630502"/>
                  </a:lnTo>
                  <a:lnTo>
                    <a:pt x="843460" y="3562096"/>
                  </a:lnTo>
                  <a:lnTo>
                    <a:pt x="831598" y="3485937"/>
                  </a:lnTo>
                  <a:lnTo>
                    <a:pt x="826861" y="3575997"/>
                  </a:lnTo>
                  <a:lnTo>
                    <a:pt x="842628" y="3669774"/>
                  </a:lnTo>
                  <a:lnTo>
                    <a:pt x="841612" y="3682871"/>
                  </a:lnTo>
                  <a:lnTo>
                    <a:pt x="0" y="3682871"/>
                  </a:lnTo>
                  <a:lnTo>
                    <a:pt x="0" y="0"/>
                  </a:lnTo>
                  <a:lnTo>
                    <a:pt x="2024089" y="0"/>
                  </a:lnTo>
                  <a:close/>
                </a:path>
              </a:pathLst>
            </a:custGeom>
            <a:solidFill>
              <a:srgbClr val="FFEFDB">
                <a:alpha val="100000"/>
              </a:srgbClr>
            </a:solidFill>
            <a:ln w="5420" cap="flat">
              <a:solidFill>
                <a:srgbClr val="5959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3" name="pg663"/>
            <p:cNvSpPr/>
            <p:nvPr/>
          </p:nvSpPr>
          <p:spPr>
            <a:xfrm>
              <a:off x="5159228" y="2035019"/>
              <a:ext cx="108453" cy="203932"/>
            </a:xfrm>
            <a:custGeom>
              <a:avLst/>
              <a:pathLst>
                <a:path w="108453" h="203932">
                  <a:moveTo>
                    <a:pt x="1988" y="203932"/>
                  </a:moveTo>
                  <a:lnTo>
                    <a:pt x="0" y="176588"/>
                  </a:lnTo>
                  <a:lnTo>
                    <a:pt x="108453" y="0"/>
                  </a:lnTo>
                  <a:lnTo>
                    <a:pt x="88853" y="61707"/>
                  </a:lnTo>
                  <a:close/>
                </a:path>
              </a:pathLst>
            </a:custGeom>
            <a:solidFill>
              <a:srgbClr val="FFEFDB">
                <a:alpha val="100000"/>
              </a:srgbClr>
            </a:solidFill>
            <a:ln w="5420" cap="flat">
              <a:solidFill>
                <a:srgbClr val="5959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4" name="pg664"/>
            <p:cNvSpPr/>
            <p:nvPr/>
          </p:nvSpPr>
          <p:spPr>
            <a:xfrm>
              <a:off x="4325772" y="3395883"/>
              <a:ext cx="207830" cy="400294"/>
            </a:xfrm>
            <a:custGeom>
              <a:avLst/>
              <a:pathLst>
                <a:path w="207830" h="400294">
                  <a:moveTo>
                    <a:pt x="0" y="400294"/>
                  </a:moveTo>
                  <a:lnTo>
                    <a:pt x="112974" y="212144"/>
                  </a:lnTo>
                  <a:lnTo>
                    <a:pt x="178574" y="54504"/>
                  </a:lnTo>
                  <a:lnTo>
                    <a:pt x="207830" y="0"/>
                  </a:lnTo>
                  <a:lnTo>
                    <a:pt x="179442" y="110476"/>
                  </a:lnTo>
                  <a:lnTo>
                    <a:pt x="129826" y="212052"/>
                  </a:lnTo>
                  <a:lnTo>
                    <a:pt x="33668" y="385062"/>
                  </a:lnTo>
                  <a:close/>
                </a:path>
              </a:pathLst>
            </a:custGeom>
            <a:solidFill>
              <a:srgbClr val="FFEFDB">
                <a:alpha val="100000"/>
              </a:srgbClr>
            </a:solidFill>
            <a:ln w="5420" cap="flat">
              <a:solidFill>
                <a:srgbClr val="5959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5" name="pt665"/>
            <p:cNvSpPr/>
            <p:nvPr/>
          </p:nvSpPr>
          <p:spPr>
            <a:xfrm>
              <a:off x="3396934" y="3568029"/>
              <a:ext cx="252911" cy="252911"/>
            </a:xfrm>
            <a:prstGeom prst="ellipse">
              <a:avLst/>
            </a:prstGeom>
            <a:solidFill>
              <a:srgbClr val="3A659E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6" name="pt666"/>
            <p:cNvSpPr/>
            <p:nvPr/>
          </p:nvSpPr>
          <p:spPr>
            <a:xfrm>
              <a:off x="3369184" y="4256773"/>
              <a:ext cx="252911" cy="252911"/>
            </a:xfrm>
            <a:prstGeom prst="ellipse">
              <a:avLst/>
            </a:prstGeom>
            <a:solidFill>
              <a:srgbClr val="C7EEDA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7" name="pt667"/>
            <p:cNvSpPr/>
            <p:nvPr/>
          </p:nvSpPr>
          <p:spPr>
            <a:xfrm>
              <a:off x="3156157" y="4290865"/>
              <a:ext cx="252911" cy="252911"/>
            </a:xfrm>
            <a:prstGeom prst="ellipse">
              <a:avLst/>
            </a:prstGeom>
            <a:solidFill>
              <a:srgbClr val="44A7AA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8" name="pg668"/>
            <p:cNvSpPr/>
            <p:nvPr/>
          </p:nvSpPr>
          <p:spPr>
            <a:xfrm>
              <a:off x="3287769" y="4134760"/>
              <a:ext cx="267615" cy="231762"/>
            </a:xfrm>
            <a:custGeom>
              <a:avLst/>
              <a:pathLst>
                <a:path w="267615" h="231762">
                  <a:moveTo>
                    <a:pt x="133807" y="0"/>
                  </a:moveTo>
                  <a:lnTo>
                    <a:pt x="267615" y="231762"/>
                  </a:lnTo>
                  <a:lnTo>
                    <a:pt x="0" y="231762"/>
                  </a:lnTo>
                  <a:close/>
                </a:path>
              </a:pathLst>
            </a:custGeom>
            <a:solidFill>
              <a:srgbClr val="FF1493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9" name="pl669"/>
            <p:cNvSpPr/>
            <p:nvPr/>
          </p:nvSpPr>
          <p:spPr>
            <a:xfrm>
              <a:off x="3535687" y="3046617"/>
              <a:ext cx="1088783" cy="640632"/>
            </a:xfrm>
            <a:custGeom>
              <a:avLst/>
              <a:pathLst>
                <a:path w="1088783" h="640632">
                  <a:moveTo>
                    <a:pt x="1088783" y="0"/>
                  </a:moveTo>
                  <a:lnTo>
                    <a:pt x="0" y="640632"/>
                  </a:lnTo>
                </a:path>
              </a:pathLst>
            </a:custGeom>
            <a:ln w="1355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0" name="pl670"/>
            <p:cNvSpPr/>
            <p:nvPr/>
          </p:nvSpPr>
          <p:spPr>
            <a:xfrm>
              <a:off x="3508139" y="3983734"/>
              <a:ext cx="711406" cy="392596"/>
            </a:xfrm>
            <a:custGeom>
              <a:avLst/>
              <a:pathLst>
                <a:path w="711406" h="392596">
                  <a:moveTo>
                    <a:pt x="711406" y="0"/>
                  </a:moveTo>
                  <a:lnTo>
                    <a:pt x="0" y="392596"/>
                  </a:lnTo>
                </a:path>
              </a:pathLst>
            </a:custGeom>
            <a:ln w="1355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1" name="pl671"/>
            <p:cNvSpPr/>
            <p:nvPr/>
          </p:nvSpPr>
          <p:spPr>
            <a:xfrm>
              <a:off x="3295097" y="3561233"/>
              <a:ext cx="1531104" cy="849164"/>
            </a:xfrm>
            <a:custGeom>
              <a:avLst/>
              <a:pathLst>
                <a:path w="1531104" h="849164">
                  <a:moveTo>
                    <a:pt x="1531104" y="0"/>
                  </a:moveTo>
                  <a:lnTo>
                    <a:pt x="0" y="849164"/>
                  </a:lnTo>
                </a:path>
              </a:pathLst>
            </a:custGeom>
            <a:ln w="1355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2" name="pg672"/>
            <p:cNvSpPr/>
            <p:nvPr/>
          </p:nvSpPr>
          <p:spPr>
            <a:xfrm>
              <a:off x="4624470" y="2874447"/>
              <a:ext cx="1500987" cy="324611"/>
            </a:xfrm>
            <a:custGeom>
              <a:avLst/>
              <a:pathLst>
                <a:path w="1500987" h="324611">
                  <a:moveTo>
                    <a:pt x="27432" y="324611"/>
                  </a:moveTo>
                  <a:lnTo>
                    <a:pt x="1473555" y="324611"/>
                  </a:lnTo>
                  <a:lnTo>
                    <a:pt x="1472451" y="324589"/>
                  </a:lnTo>
                  <a:lnTo>
                    <a:pt x="1476862" y="324411"/>
                  </a:lnTo>
                  <a:lnTo>
                    <a:pt x="1481187" y="323528"/>
                  </a:lnTo>
                  <a:lnTo>
                    <a:pt x="1485315" y="321963"/>
                  </a:lnTo>
                  <a:lnTo>
                    <a:pt x="1489138" y="319756"/>
                  </a:lnTo>
                  <a:lnTo>
                    <a:pt x="1492558" y="316964"/>
                  </a:lnTo>
                  <a:lnTo>
                    <a:pt x="1495485" y="313659"/>
                  </a:lnTo>
                  <a:lnTo>
                    <a:pt x="1497845" y="309928"/>
                  </a:lnTo>
                  <a:lnTo>
                    <a:pt x="1499575" y="305866"/>
                  </a:lnTo>
                  <a:lnTo>
                    <a:pt x="1500632" y="301580"/>
                  </a:lnTo>
                  <a:lnTo>
                    <a:pt x="1500987" y="297179"/>
                  </a:lnTo>
                  <a:lnTo>
                    <a:pt x="1500987" y="27431"/>
                  </a:lnTo>
                  <a:lnTo>
                    <a:pt x="1500632" y="23031"/>
                  </a:lnTo>
                  <a:lnTo>
                    <a:pt x="1499575" y="18745"/>
                  </a:lnTo>
                  <a:lnTo>
                    <a:pt x="1497845" y="14683"/>
                  </a:lnTo>
                  <a:lnTo>
                    <a:pt x="1495485" y="10952"/>
                  </a:lnTo>
                  <a:lnTo>
                    <a:pt x="1492558" y="7647"/>
                  </a:lnTo>
                  <a:lnTo>
                    <a:pt x="1489138" y="4855"/>
                  </a:lnTo>
                  <a:lnTo>
                    <a:pt x="1485315" y="2648"/>
                  </a:lnTo>
                  <a:lnTo>
                    <a:pt x="1481187" y="1083"/>
                  </a:lnTo>
                  <a:lnTo>
                    <a:pt x="1476862" y="200"/>
                  </a:lnTo>
                  <a:lnTo>
                    <a:pt x="1473555" y="0"/>
                  </a:lnTo>
                  <a:lnTo>
                    <a:pt x="27432" y="0"/>
                  </a:lnTo>
                  <a:lnTo>
                    <a:pt x="30738" y="200"/>
                  </a:lnTo>
                  <a:lnTo>
                    <a:pt x="26327" y="22"/>
                  </a:lnTo>
                  <a:lnTo>
                    <a:pt x="21944" y="554"/>
                  </a:lnTo>
                  <a:lnTo>
                    <a:pt x="17704" y="1782"/>
                  </a:lnTo>
                  <a:lnTo>
                    <a:pt x="13715" y="3675"/>
                  </a:lnTo>
                  <a:lnTo>
                    <a:pt x="10082" y="6183"/>
                  </a:lnTo>
                  <a:lnTo>
                    <a:pt x="6898" y="9241"/>
                  </a:lnTo>
                  <a:lnTo>
                    <a:pt x="4246" y="12770"/>
                  </a:lnTo>
                  <a:lnTo>
                    <a:pt x="2195" y="16679"/>
                  </a:lnTo>
                  <a:lnTo>
                    <a:pt x="797" y="20867"/>
                  </a:lnTo>
                  <a:lnTo>
                    <a:pt x="88" y="25224"/>
                  </a:lnTo>
                  <a:lnTo>
                    <a:pt x="0" y="27431"/>
                  </a:lnTo>
                  <a:lnTo>
                    <a:pt x="0" y="297179"/>
                  </a:lnTo>
                  <a:lnTo>
                    <a:pt x="88" y="294972"/>
                  </a:lnTo>
                  <a:lnTo>
                    <a:pt x="88" y="299387"/>
                  </a:lnTo>
                  <a:lnTo>
                    <a:pt x="797" y="303744"/>
                  </a:lnTo>
                  <a:lnTo>
                    <a:pt x="2195" y="307932"/>
                  </a:lnTo>
                  <a:lnTo>
                    <a:pt x="4246" y="311841"/>
                  </a:lnTo>
                  <a:lnTo>
                    <a:pt x="6898" y="315370"/>
                  </a:lnTo>
                  <a:lnTo>
                    <a:pt x="10082" y="318428"/>
                  </a:lnTo>
                  <a:lnTo>
                    <a:pt x="13715" y="320936"/>
                  </a:lnTo>
                  <a:lnTo>
                    <a:pt x="17704" y="322829"/>
                  </a:lnTo>
                  <a:lnTo>
                    <a:pt x="21944" y="324057"/>
                  </a:lnTo>
                  <a:lnTo>
                    <a:pt x="26327" y="324589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6775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3" name="tx673"/>
            <p:cNvSpPr/>
            <p:nvPr/>
          </p:nvSpPr>
          <p:spPr>
            <a:xfrm>
              <a:off x="4670190" y="2920167"/>
              <a:ext cx="1409547" cy="23317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256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256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S1_LOLA</a:t>
              </a:r>
            </a:p>
          </p:txBody>
        </p:sp>
        <p:sp>
          <p:nvSpPr>
            <p:cNvPr id="674" name="pg674"/>
            <p:cNvSpPr/>
            <p:nvPr/>
          </p:nvSpPr>
          <p:spPr>
            <a:xfrm>
              <a:off x="4219545" y="3807806"/>
              <a:ext cx="1554937" cy="324611"/>
            </a:xfrm>
            <a:custGeom>
              <a:avLst/>
              <a:pathLst>
                <a:path w="1554937" h="324611">
                  <a:moveTo>
                    <a:pt x="27432" y="324611"/>
                  </a:moveTo>
                  <a:lnTo>
                    <a:pt x="1527505" y="324611"/>
                  </a:lnTo>
                  <a:lnTo>
                    <a:pt x="1526400" y="324589"/>
                  </a:lnTo>
                  <a:lnTo>
                    <a:pt x="1530811" y="324411"/>
                  </a:lnTo>
                  <a:lnTo>
                    <a:pt x="1535137" y="323528"/>
                  </a:lnTo>
                  <a:lnTo>
                    <a:pt x="1539265" y="321963"/>
                  </a:lnTo>
                  <a:lnTo>
                    <a:pt x="1543088" y="319756"/>
                  </a:lnTo>
                  <a:lnTo>
                    <a:pt x="1546508" y="316964"/>
                  </a:lnTo>
                  <a:lnTo>
                    <a:pt x="1549435" y="313659"/>
                  </a:lnTo>
                  <a:lnTo>
                    <a:pt x="1551795" y="309928"/>
                  </a:lnTo>
                  <a:lnTo>
                    <a:pt x="1553525" y="305866"/>
                  </a:lnTo>
                  <a:lnTo>
                    <a:pt x="1554581" y="301580"/>
                  </a:lnTo>
                  <a:lnTo>
                    <a:pt x="1554937" y="297179"/>
                  </a:lnTo>
                  <a:lnTo>
                    <a:pt x="1554937" y="27431"/>
                  </a:lnTo>
                  <a:lnTo>
                    <a:pt x="1554581" y="23031"/>
                  </a:lnTo>
                  <a:lnTo>
                    <a:pt x="1553525" y="18745"/>
                  </a:lnTo>
                  <a:lnTo>
                    <a:pt x="1551795" y="14683"/>
                  </a:lnTo>
                  <a:lnTo>
                    <a:pt x="1549435" y="10952"/>
                  </a:lnTo>
                  <a:lnTo>
                    <a:pt x="1546508" y="7647"/>
                  </a:lnTo>
                  <a:lnTo>
                    <a:pt x="1543088" y="4855"/>
                  </a:lnTo>
                  <a:lnTo>
                    <a:pt x="1539265" y="2648"/>
                  </a:lnTo>
                  <a:lnTo>
                    <a:pt x="1535137" y="1083"/>
                  </a:lnTo>
                  <a:lnTo>
                    <a:pt x="1530811" y="200"/>
                  </a:lnTo>
                  <a:lnTo>
                    <a:pt x="1527505" y="0"/>
                  </a:lnTo>
                  <a:lnTo>
                    <a:pt x="27432" y="0"/>
                  </a:lnTo>
                  <a:lnTo>
                    <a:pt x="30738" y="200"/>
                  </a:lnTo>
                  <a:lnTo>
                    <a:pt x="26327" y="22"/>
                  </a:lnTo>
                  <a:lnTo>
                    <a:pt x="21944" y="554"/>
                  </a:lnTo>
                  <a:lnTo>
                    <a:pt x="17704" y="1782"/>
                  </a:lnTo>
                  <a:lnTo>
                    <a:pt x="13715" y="3675"/>
                  </a:lnTo>
                  <a:lnTo>
                    <a:pt x="10082" y="6183"/>
                  </a:lnTo>
                  <a:lnTo>
                    <a:pt x="6898" y="9241"/>
                  </a:lnTo>
                  <a:lnTo>
                    <a:pt x="4246" y="12770"/>
                  </a:lnTo>
                  <a:lnTo>
                    <a:pt x="2195" y="16679"/>
                  </a:lnTo>
                  <a:lnTo>
                    <a:pt x="797" y="20867"/>
                  </a:lnTo>
                  <a:lnTo>
                    <a:pt x="88" y="25224"/>
                  </a:lnTo>
                  <a:lnTo>
                    <a:pt x="0" y="27431"/>
                  </a:lnTo>
                  <a:lnTo>
                    <a:pt x="0" y="297179"/>
                  </a:lnTo>
                  <a:lnTo>
                    <a:pt x="88" y="294972"/>
                  </a:lnTo>
                  <a:lnTo>
                    <a:pt x="88" y="299387"/>
                  </a:lnTo>
                  <a:lnTo>
                    <a:pt x="797" y="303744"/>
                  </a:lnTo>
                  <a:lnTo>
                    <a:pt x="2195" y="307932"/>
                  </a:lnTo>
                  <a:lnTo>
                    <a:pt x="4246" y="311841"/>
                  </a:lnTo>
                  <a:lnTo>
                    <a:pt x="6898" y="315370"/>
                  </a:lnTo>
                  <a:lnTo>
                    <a:pt x="10082" y="318428"/>
                  </a:lnTo>
                  <a:lnTo>
                    <a:pt x="13715" y="320936"/>
                  </a:lnTo>
                  <a:lnTo>
                    <a:pt x="17704" y="322829"/>
                  </a:lnTo>
                  <a:lnTo>
                    <a:pt x="21944" y="324057"/>
                  </a:lnTo>
                  <a:lnTo>
                    <a:pt x="26327" y="324589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6775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5" name="tx675"/>
            <p:cNvSpPr/>
            <p:nvPr/>
          </p:nvSpPr>
          <p:spPr>
            <a:xfrm>
              <a:off x="4265265" y="3853526"/>
              <a:ext cx="1463497" cy="23317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256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256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S2_DEBY</a:t>
              </a:r>
            </a:p>
          </p:txBody>
        </p:sp>
        <p:sp>
          <p:nvSpPr>
            <p:cNvPr id="676" name="pg676"/>
            <p:cNvSpPr/>
            <p:nvPr/>
          </p:nvSpPr>
          <p:spPr>
            <a:xfrm>
              <a:off x="4826201" y="3391947"/>
              <a:ext cx="1193383" cy="324612"/>
            </a:xfrm>
            <a:custGeom>
              <a:avLst/>
              <a:pathLst>
                <a:path w="1193383" h="324612">
                  <a:moveTo>
                    <a:pt x="27431" y="324612"/>
                  </a:moveTo>
                  <a:lnTo>
                    <a:pt x="1165951" y="324612"/>
                  </a:lnTo>
                  <a:lnTo>
                    <a:pt x="1164846" y="324589"/>
                  </a:lnTo>
                  <a:lnTo>
                    <a:pt x="1169258" y="324411"/>
                  </a:lnTo>
                  <a:lnTo>
                    <a:pt x="1173583" y="323528"/>
                  </a:lnTo>
                  <a:lnTo>
                    <a:pt x="1177711" y="321963"/>
                  </a:lnTo>
                  <a:lnTo>
                    <a:pt x="1181534" y="319756"/>
                  </a:lnTo>
                  <a:lnTo>
                    <a:pt x="1184954" y="316964"/>
                  </a:lnTo>
                  <a:lnTo>
                    <a:pt x="1187881" y="313659"/>
                  </a:lnTo>
                  <a:lnTo>
                    <a:pt x="1190241" y="309928"/>
                  </a:lnTo>
                  <a:lnTo>
                    <a:pt x="1191971" y="305866"/>
                  </a:lnTo>
                  <a:lnTo>
                    <a:pt x="1193028" y="301580"/>
                  </a:lnTo>
                  <a:lnTo>
                    <a:pt x="1193383" y="297180"/>
                  </a:lnTo>
                  <a:lnTo>
                    <a:pt x="1193383" y="27432"/>
                  </a:lnTo>
                  <a:lnTo>
                    <a:pt x="1193028" y="23031"/>
                  </a:lnTo>
                  <a:lnTo>
                    <a:pt x="1191971" y="18745"/>
                  </a:lnTo>
                  <a:lnTo>
                    <a:pt x="1190241" y="14683"/>
                  </a:lnTo>
                  <a:lnTo>
                    <a:pt x="1187881" y="10952"/>
                  </a:lnTo>
                  <a:lnTo>
                    <a:pt x="1184954" y="7647"/>
                  </a:lnTo>
                  <a:lnTo>
                    <a:pt x="1181534" y="4855"/>
                  </a:lnTo>
                  <a:lnTo>
                    <a:pt x="1177711" y="2648"/>
                  </a:lnTo>
                  <a:lnTo>
                    <a:pt x="1173583" y="1083"/>
                  </a:lnTo>
                  <a:lnTo>
                    <a:pt x="1169258" y="200"/>
                  </a:lnTo>
                  <a:lnTo>
                    <a:pt x="1165951" y="0"/>
                  </a:lnTo>
                  <a:lnTo>
                    <a:pt x="27431" y="0"/>
                  </a:lnTo>
                  <a:lnTo>
                    <a:pt x="30738" y="200"/>
                  </a:lnTo>
                  <a:lnTo>
                    <a:pt x="26327" y="22"/>
                  </a:lnTo>
                  <a:lnTo>
                    <a:pt x="21944" y="554"/>
                  </a:lnTo>
                  <a:lnTo>
                    <a:pt x="17704" y="1782"/>
                  </a:lnTo>
                  <a:lnTo>
                    <a:pt x="13715" y="3675"/>
                  </a:lnTo>
                  <a:lnTo>
                    <a:pt x="10082" y="6183"/>
                  </a:lnTo>
                  <a:lnTo>
                    <a:pt x="6898" y="9241"/>
                  </a:lnTo>
                  <a:lnTo>
                    <a:pt x="4246" y="12770"/>
                  </a:lnTo>
                  <a:lnTo>
                    <a:pt x="2195" y="16679"/>
                  </a:lnTo>
                  <a:lnTo>
                    <a:pt x="797" y="20867"/>
                  </a:lnTo>
                  <a:lnTo>
                    <a:pt x="88" y="25224"/>
                  </a:lnTo>
                  <a:lnTo>
                    <a:pt x="0" y="27432"/>
                  </a:lnTo>
                  <a:lnTo>
                    <a:pt x="0" y="297180"/>
                  </a:lnTo>
                  <a:lnTo>
                    <a:pt x="88" y="294972"/>
                  </a:lnTo>
                  <a:lnTo>
                    <a:pt x="88" y="299387"/>
                  </a:lnTo>
                  <a:lnTo>
                    <a:pt x="797" y="303744"/>
                  </a:lnTo>
                  <a:lnTo>
                    <a:pt x="2195" y="307932"/>
                  </a:lnTo>
                  <a:lnTo>
                    <a:pt x="4246" y="311841"/>
                  </a:lnTo>
                  <a:lnTo>
                    <a:pt x="6898" y="315370"/>
                  </a:lnTo>
                  <a:lnTo>
                    <a:pt x="10082" y="318428"/>
                  </a:lnTo>
                  <a:lnTo>
                    <a:pt x="13715" y="320936"/>
                  </a:lnTo>
                  <a:lnTo>
                    <a:pt x="17704" y="322829"/>
                  </a:lnTo>
                  <a:lnTo>
                    <a:pt x="21944" y="324057"/>
                  </a:lnTo>
                  <a:lnTo>
                    <a:pt x="26327" y="324589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6775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7" name="tx677"/>
            <p:cNvSpPr/>
            <p:nvPr/>
          </p:nvSpPr>
          <p:spPr>
            <a:xfrm>
              <a:off x="4871921" y="3437667"/>
              <a:ext cx="1101943" cy="23317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256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256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W4_VA</a:t>
              </a:r>
            </a:p>
          </p:txBody>
        </p:sp>
        <p:sp>
          <p:nvSpPr>
            <p:cNvPr id="678" name="rc678"/>
            <p:cNvSpPr/>
            <p:nvPr/>
          </p:nvSpPr>
          <p:spPr>
            <a:xfrm>
              <a:off x="2301906" y="1669789"/>
              <a:ext cx="4149766" cy="4051159"/>
            </a:xfrm>
            <a:prstGeom prst="rect">
              <a:avLst/>
            </a:prstGeom>
            <a:ln w="13550" cap="rnd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9" name="tx679"/>
            <p:cNvSpPr/>
            <p:nvPr/>
          </p:nvSpPr>
          <p:spPr>
            <a:xfrm>
              <a:off x="1989553" y="5514078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36</a:t>
              </a:r>
            </a:p>
          </p:txBody>
        </p:sp>
        <p:sp>
          <p:nvSpPr>
            <p:cNvPr id="680" name="tx680"/>
            <p:cNvSpPr/>
            <p:nvPr/>
          </p:nvSpPr>
          <p:spPr>
            <a:xfrm>
              <a:off x="2113912" y="5495698"/>
              <a:ext cx="44714" cy="9848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Symbol"/>
                  <a:cs typeface="Symbol"/>
                </a:rPr>
                <a:t>°</a:t>
              </a:r>
            </a:p>
          </p:txBody>
        </p:sp>
        <p:sp>
          <p:nvSpPr>
            <p:cNvPr id="681" name="tx681"/>
            <p:cNvSpPr/>
            <p:nvPr/>
          </p:nvSpPr>
          <p:spPr>
            <a:xfrm>
              <a:off x="2158626" y="5514078"/>
              <a:ext cx="80650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N</a:t>
              </a:r>
            </a:p>
          </p:txBody>
        </p:sp>
        <p:sp>
          <p:nvSpPr>
            <p:cNvPr id="682" name="tx682"/>
            <p:cNvSpPr/>
            <p:nvPr/>
          </p:nvSpPr>
          <p:spPr>
            <a:xfrm>
              <a:off x="1989553" y="4574475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37</a:t>
              </a:r>
            </a:p>
          </p:txBody>
        </p:sp>
        <p:sp>
          <p:nvSpPr>
            <p:cNvPr id="683" name="tx683"/>
            <p:cNvSpPr/>
            <p:nvPr/>
          </p:nvSpPr>
          <p:spPr>
            <a:xfrm>
              <a:off x="2113912" y="4556096"/>
              <a:ext cx="44714" cy="9848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Symbol"/>
                  <a:cs typeface="Symbol"/>
                </a:rPr>
                <a:t>°</a:t>
              </a:r>
            </a:p>
          </p:txBody>
        </p:sp>
        <p:sp>
          <p:nvSpPr>
            <p:cNvPr id="684" name="tx684"/>
            <p:cNvSpPr/>
            <p:nvPr/>
          </p:nvSpPr>
          <p:spPr>
            <a:xfrm>
              <a:off x="2158626" y="4574475"/>
              <a:ext cx="80650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N</a:t>
              </a:r>
            </a:p>
          </p:txBody>
        </p:sp>
        <p:sp>
          <p:nvSpPr>
            <p:cNvPr id="685" name="tx685"/>
            <p:cNvSpPr/>
            <p:nvPr/>
          </p:nvSpPr>
          <p:spPr>
            <a:xfrm>
              <a:off x="1989553" y="3634827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38</a:t>
              </a:r>
            </a:p>
          </p:txBody>
        </p:sp>
        <p:sp>
          <p:nvSpPr>
            <p:cNvPr id="686" name="tx686"/>
            <p:cNvSpPr/>
            <p:nvPr/>
          </p:nvSpPr>
          <p:spPr>
            <a:xfrm>
              <a:off x="2113912" y="3616447"/>
              <a:ext cx="44714" cy="9848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Symbol"/>
                  <a:cs typeface="Symbol"/>
                </a:rPr>
                <a:t>°</a:t>
              </a:r>
            </a:p>
          </p:txBody>
        </p:sp>
        <p:sp>
          <p:nvSpPr>
            <p:cNvPr id="687" name="tx687"/>
            <p:cNvSpPr/>
            <p:nvPr/>
          </p:nvSpPr>
          <p:spPr>
            <a:xfrm>
              <a:off x="2158626" y="3634827"/>
              <a:ext cx="80650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N</a:t>
              </a:r>
            </a:p>
          </p:txBody>
        </p:sp>
        <p:sp>
          <p:nvSpPr>
            <p:cNvPr id="688" name="tx688"/>
            <p:cNvSpPr/>
            <p:nvPr/>
          </p:nvSpPr>
          <p:spPr>
            <a:xfrm>
              <a:off x="1989553" y="2695270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39</a:t>
              </a:r>
            </a:p>
          </p:txBody>
        </p:sp>
        <p:sp>
          <p:nvSpPr>
            <p:cNvPr id="689" name="tx689"/>
            <p:cNvSpPr/>
            <p:nvPr/>
          </p:nvSpPr>
          <p:spPr>
            <a:xfrm>
              <a:off x="2113912" y="2676890"/>
              <a:ext cx="44714" cy="9848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Symbol"/>
                  <a:cs typeface="Symbol"/>
                </a:rPr>
                <a:t>°</a:t>
              </a:r>
            </a:p>
          </p:txBody>
        </p:sp>
        <p:sp>
          <p:nvSpPr>
            <p:cNvPr id="690" name="tx690"/>
            <p:cNvSpPr/>
            <p:nvPr/>
          </p:nvSpPr>
          <p:spPr>
            <a:xfrm>
              <a:off x="2158626" y="2695270"/>
              <a:ext cx="80650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N</a:t>
              </a:r>
            </a:p>
          </p:txBody>
        </p:sp>
        <p:sp>
          <p:nvSpPr>
            <p:cNvPr id="691" name="tx691"/>
            <p:cNvSpPr/>
            <p:nvPr/>
          </p:nvSpPr>
          <p:spPr>
            <a:xfrm>
              <a:off x="1989553" y="1755667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40</a:t>
              </a:r>
            </a:p>
          </p:txBody>
        </p:sp>
        <p:sp>
          <p:nvSpPr>
            <p:cNvPr id="692" name="tx692"/>
            <p:cNvSpPr/>
            <p:nvPr/>
          </p:nvSpPr>
          <p:spPr>
            <a:xfrm>
              <a:off x="2113912" y="1737288"/>
              <a:ext cx="44714" cy="9848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Symbol"/>
                  <a:cs typeface="Symbol"/>
                </a:rPr>
                <a:t>°</a:t>
              </a:r>
            </a:p>
          </p:txBody>
        </p:sp>
        <p:sp>
          <p:nvSpPr>
            <p:cNvPr id="693" name="tx693"/>
            <p:cNvSpPr/>
            <p:nvPr/>
          </p:nvSpPr>
          <p:spPr>
            <a:xfrm>
              <a:off x="2158626" y="1755667"/>
              <a:ext cx="80650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N</a:t>
              </a:r>
            </a:p>
          </p:txBody>
        </p:sp>
        <p:sp>
          <p:nvSpPr>
            <p:cNvPr id="694" name="pl694"/>
            <p:cNvSpPr/>
            <p:nvPr/>
          </p:nvSpPr>
          <p:spPr>
            <a:xfrm>
              <a:off x="2267112" y="5555180"/>
              <a:ext cx="34794" cy="0"/>
            </a:xfrm>
            <a:custGeom>
              <a:avLst/>
              <a:pathLst>
                <a:path w="34794" h="0">
                  <a:moveTo>
                    <a:pt x="0" y="0"/>
                  </a:moveTo>
                  <a:lnTo>
                    <a:pt x="34794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5" name="pl695"/>
            <p:cNvSpPr/>
            <p:nvPr/>
          </p:nvSpPr>
          <p:spPr>
            <a:xfrm>
              <a:off x="2267112" y="4615577"/>
              <a:ext cx="34794" cy="0"/>
            </a:xfrm>
            <a:custGeom>
              <a:avLst/>
              <a:pathLst>
                <a:path w="34794" h="0">
                  <a:moveTo>
                    <a:pt x="0" y="0"/>
                  </a:moveTo>
                  <a:lnTo>
                    <a:pt x="34794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6" name="pl696"/>
            <p:cNvSpPr/>
            <p:nvPr/>
          </p:nvSpPr>
          <p:spPr>
            <a:xfrm>
              <a:off x="2267112" y="3675975"/>
              <a:ext cx="34794" cy="0"/>
            </a:xfrm>
            <a:custGeom>
              <a:avLst/>
              <a:pathLst>
                <a:path w="34794" h="0">
                  <a:moveTo>
                    <a:pt x="0" y="0"/>
                  </a:moveTo>
                  <a:lnTo>
                    <a:pt x="34794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7" name="pl697"/>
            <p:cNvSpPr/>
            <p:nvPr/>
          </p:nvSpPr>
          <p:spPr>
            <a:xfrm>
              <a:off x="2267112" y="2736372"/>
              <a:ext cx="34794" cy="0"/>
            </a:xfrm>
            <a:custGeom>
              <a:avLst/>
              <a:pathLst>
                <a:path w="34794" h="0">
                  <a:moveTo>
                    <a:pt x="0" y="0"/>
                  </a:moveTo>
                  <a:lnTo>
                    <a:pt x="34794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8" name="pl698"/>
            <p:cNvSpPr/>
            <p:nvPr/>
          </p:nvSpPr>
          <p:spPr>
            <a:xfrm>
              <a:off x="2267112" y="1796770"/>
              <a:ext cx="34794" cy="0"/>
            </a:xfrm>
            <a:custGeom>
              <a:avLst/>
              <a:pathLst>
                <a:path w="34794" h="0">
                  <a:moveTo>
                    <a:pt x="0" y="0"/>
                  </a:moveTo>
                  <a:lnTo>
                    <a:pt x="34794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9" name="pl699"/>
            <p:cNvSpPr/>
            <p:nvPr/>
          </p:nvSpPr>
          <p:spPr>
            <a:xfrm>
              <a:off x="2384234" y="5720948"/>
              <a:ext cx="0" cy="34794"/>
            </a:xfrm>
            <a:custGeom>
              <a:avLst/>
              <a:pathLst>
                <a:path w="0" h="34794">
                  <a:moveTo>
                    <a:pt x="0" y="34794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0" name="pl700"/>
            <p:cNvSpPr/>
            <p:nvPr/>
          </p:nvSpPr>
          <p:spPr>
            <a:xfrm>
              <a:off x="3124860" y="5720948"/>
              <a:ext cx="0" cy="34794"/>
            </a:xfrm>
            <a:custGeom>
              <a:avLst/>
              <a:pathLst>
                <a:path w="0" h="34794">
                  <a:moveTo>
                    <a:pt x="0" y="34794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1" name="pl701"/>
            <p:cNvSpPr/>
            <p:nvPr/>
          </p:nvSpPr>
          <p:spPr>
            <a:xfrm>
              <a:off x="3865485" y="5720948"/>
              <a:ext cx="0" cy="34794"/>
            </a:xfrm>
            <a:custGeom>
              <a:avLst/>
              <a:pathLst>
                <a:path w="0" h="34794">
                  <a:moveTo>
                    <a:pt x="0" y="34794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2" name="pl702"/>
            <p:cNvSpPr/>
            <p:nvPr/>
          </p:nvSpPr>
          <p:spPr>
            <a:xfrm>
              <a:off x="4606110" y="5720948"/>
              <a:ext cx="0" cy="34794"/>
            </a:xfrm>
            <a:custGeom>
              <a:avLst/>
              <a:pathLst>
                <a:path w="0" h="34794">
                  <a:moveTo>
                    <a:pt x="0" y="34794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3" name="pl703"/>
            <p:cNvSpPr/>
            <p:nvPr/>
          </p:nvSpPr>
          <p:spPr>
            <a:xfrm>
              <a:off x="5346735" y="5720948"/>
              <a:ext cx="0" cy="34794"/>
            </a:xfrm>
            <a:custGeom>
              <a:avLst/>
              <a:pathLst>
                <a:path w="0" h="34794">
                  <a:moveTo>
                    <a:pt x="0" y="34794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4" name="pl704"/>
            <p:cNvSpPr/>
            <p:nvPr/>
          </p:nvSpPr>
          <p:spPr>
            <a:xfrm>
              <a:off x="6087361" y="5720948"/>
              <a:ext cx="0" cy="34794"/>
            </a:xfrm>
            <a:custGeom>
              <a:avLst/>
              <a:pathLst>
                <a:path w="0" h="34794">
                  <a:moveTo>
                    <a:pt x="0" y="34794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5" name="tx705"/>
            <p:cNvSpPr/>
            <p:nvPr/>
          </p:nvSpPr>
          <p:spPr>
            <a:xfrm>
              <a:off x="2246983" y="5783578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78</a:t>
              </a:r>
            </a:p>
          </p:txBody>
        </p:sp>
        <p:sp>
          <p:nvSpPr>
            <p:cNvPr id="706" name="tx706"/>
            <p:cNvSpPr/>
            <p:nvPr/>
          </p:nvSpPr>
          <p:spPr>
            <a:xfrm>
              <a:off x="2371341" y="5765198"/>
              <a:ext cx="44714" cy="9848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Symbol"/>
                  <a:cs typeface="Symbol"/>
                </a:rPr>
                <a:t>°</a:t>
              </a:r>
            </a:p>
          </p:txBody>
        </p:sp>
        <p:sp>
          <p:nvSpPr>
            <p:cNvPr id="707" name="tx707"/>
            <p:cNvSpPr/>
            <p:nvPr/>
          </p:nvSpPr>
          <p:spPr>
            <a:xfrm>
              <a:off x="2416055" y="5783578"/>
              <a:ext cx="105430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W</a:t>
              </a:r>
            </a:p>
          </p:txBody>
        </p:sp>
        <p:sp>
          <p:nvSpPr>
            <p:cNvPr id="708" name="tx708"/>
            <p:cNvSpPr/>
            <p:nvPr/>
          </p:nvSpPr>
          <p:spPr>
            <a:xfrm>
              <a:off x="2987608" y="5783578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77</a:t>
              </a:r>
            </a:p>
          </p:txBody>
        </p:sp>
        <p:sp>
          <p:nvSpPr>
            <p:cNvPr id="709" name="tx709"/>
            <p:cNvSpPr/>
            <p:nvPr/>
          </p:nvSpPr>
          <p:spPr>
            <a:xfrm>
              <a:off x="3111967" y="5765198"/>
              <a:ext cx="44714" cy="9848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Symbol"/>
                  <a:cs typeface="Symbol"/>
                </a:rPr>
                <a:t>°</a:t>
              </a:r>
            </a:p>
          </p:txBody>
        </p:sp>
        <p:sp>
          <p:nvSpPr>
            <p:cNvPr id="710" name="tx710"/>
            <p:cNvSpPr/>
            <p:nvPr/>
          </p:nvSpPr>
          <p:spPr>
            <a:xfrm>
              <a:off x="3156681" y="5783578"/>
              <a:ext cx="105430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W</a:t>
              </a:r>
            </a:p>
          </p:txBody>
        </p:sp>
        <p:sp>
          <p:nvSpPr>
            <p:cNvPr id="711" name="tx711"/>
            <p:cNvSpPr/>
            <p:nvPr/>
          </p:nvSpPr>
          <p:spPr>
            <a:xfrm>
              <a:off x="3728233" y="5783578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76</a:t>
              </a:r>
            </a:p>
          </p:txBody>
        </p:sp>
        <p:sp>
          <p:nvSpPr>
            <p:cNvPr id="712" name="tx712"/>
            <p:cNvSpPr/>
            <p:nvPr/>
          </p:nvSpPr>
          <p:spPr>
            <a:xfrm>
              <a:off x="3852592" y="5765198"/>
              <a:ext cx="44714" cy="9848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Symbol"/>
                  <a:cs typeface="Symbol"/>
                </a:rPr>
                <a:t>°</a:t>
              </a:r>
            </a:p>
          </p:txBody>
        </p:sp>
        <p:sp>
          <p:nvSpPr>
            <p:cNvPr id="713" name="tx713"/>
            <p:cNvSpPr/>
            <p:nvPr/>
          </p:nvSpPr>
          <p:spPr>
            <a:xfrm>
              <a:off x="3897306" y="5783578"/>
              <a:ext cx="105430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W</a:t>
              </a:r>
            </a:p>
          </p:txBody>
        </p:sp>
        <p:sp>
          <p:nvSpPr>
            <p:cNvPr id="714" name="tx714"/>
            <p:cNvSpPr/>
            <p:nvPr/>
          </p:nvSpPr>
          <p:spPr>
            <a:xfrm>
              <a:off x="4468859" y="5783578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75</a:t>
              </a:r>
            </a:p>
          </p:txBody>
        </p:sp>
        <p:sp>
          <p:nvSpPr>
            <p:cNvPr id="715" name="tx715"/>
            <p:cNvSpPr/>
            <p:nvPr/>
          </p:nvSpPr>
          <p:spPr>
            <a:xfrm>
              <a:off x="4593217" y="5765198"/>
              <a:ext cx="44714" cy="9848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Symbol"/>
                  <a:cs typeface="Symbol"/>
                </a:rPr>
                <a:t>°</a:t>
              </a:r>
            </a:p>
          </p:txBody>
        </p:sp>
        <p:sp>
          <p:nvSpPr>
            <p:cNvPr id="716" name="tx716"/>
            <p:cNvSpPr/>
            <p:nvPr/>
          </p:nvSpPr>
          <p:spPr>
            <a:xfrm>
              <a:off x="4637931" y="5783578"/>
              <a:ext cx="105430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W</a:t>
              </a:r>
            </a:p>
          </p:txBody>
        </p:sp>
        <p:sp>
          <p:nvSpPr>
            <p:cNvPr id="717" name="tx717"/>
            <p:cNvSpPr/>
            <p:nvPr/>
          </p:nvSpPr>
          <p:spPr>
            <a:xfrm>
              <a:off x="5209484" y="5783578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74</a:t>
              </a:r>
            </a:p>
          </p:txBody>
        </p:sp>
        <p:sp>
          <p:nvSpPr>
            <p:cNvPr id="718" name="tx718"/>
            <p:cNvSpPr/>
            <p:nvPr/>
          </p:nvSpPr>
          <p:spPr>
            <a:xfrm>
              <a:off x="5333842" y="5765198"/>
              <a:ext cx="44714" cy="9848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Symbol"/>
                  <a:cs typeface="Symbol"/>
                </a:rPr>
                <a:t>°</a:t>
              </a:r>
            </a:p>
          </p:txBody>
        </p:sp>
        <p:sp>
          <p:nvSpPr>
            <p:cNvPr id="719" name="tx719"/>
            <p:cNvSpPr/>
            <p:nvPr/>
          </p:nvSpPr>
          <p:spPr>
            <a:xfrm>
              <a:off x="5378557" y="5783578"/>
              <a:ext cx="105430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W</a:t>
              </a:r>
            </a:p>
          </p:txBody>
        </p:sp>
        <p:sp>
          <p:nvSpPr>
            <p:cNvPr id="720" name="tx720"/>
            <p:cNvSpPr/>
            <p:nvPr/>
          </p:nvSpPr>
          <p:spPr>
            <a:xfrm>
              <a:off x="5950109" y="5783578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73</a:t>
              </a:r>
            </a:p>
          </p:txBody>
        </p:sp>
        <p:sp>
          <p:nvSpPr>
            <p:cNvPr id="721" name="tx721"/>
            <p:cNvSpPr/>
            <p:nvPr/>
          </p:nvSpPr>
          <p:spPr>
            <a:xfrm>
              <a:off x="6074468" y="5765198"/>
              <a:ext cx="44714" cy="9848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Symbol"/>
                  <a:cs typeface="Symbol"/>
                </a:rPr>
                <a:t>°</a:t>
              </a:r>
            </a:p>
          </p:txBody>
        </p:sp>
        <p:sp>
          <p:nvSpPr>
            <p:cNvPr id="722" name="tx722"/>
            <p:cNvSpPr/>
            <p:nvPr/>
          </p:nvSpPr>
          <p:spPr>
            <a:xfrm>
              <a:off x="6119182" y="5783578"/>
              <a:ext cx="105430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W</a:t>
              </a:r>
            </a:p>
          </p:txBody>
        </p:sp>
        <p:sp>
          <p:nvSpPr>
            <p:cNvPr id="723" name="tx723"/>
            <p:cNvSpPr/>
            <p:nvPr/>
          </p:nvSpPr>
          <p:spPr>
            <a:xfrm>
              <a:off x="3801860" y="5925448"/>
              <a:ext cx="1149858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Longitude_manual</a:t>
              </a:r>
            </a:p>
          </p:txBody>
        </p:sp>
        <p:sp>
          <p:nvSpPr>
            <p:cNvPr id="724" name="tx724"/>
            <p:cNvSpPr/>
            <p:nvPr/>
          </p:nvSpPr>
          <p:spPr>
            <a:xfrm rot="-5400000">
              <a:off x="1357153" y="3645259"/>
              <a:ext cx="1033180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Latitude_manual</a:t>
              </a:r>
            </a:p>
          </p:txBody>
        </p:sp>
        <p:sp>
          <p:nvSpPr>
            <p:cNvPr id="725" name="rc725"/>
            <p:cNvSpPr/>
            <p:nvPr/>
          </p:nvSpPr>
          <p:spPr>
            <a:xfrm>
              <a:off x="6590850" y="2976782"/>
              <a:ext cx="729514" cy="143717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26" name="tx726"/>
            <p:cNvSpPr/>
            <p:nvPr/>
          </p:nvSpPr>
          <p:spPr>
            <a:xfrm>
              <a:off x="6660439" y="3061824"/>
              <a:ext cx="590336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var1.pred</a:t>
              </a:r>
            </a:p>
          </p:txBody>
        </p:sp>
        <p:pic>
          <p:nvPicPr>
            <p:cNvPr id="727" name="pic727"/>
            <p:cNvPicPr/>
            <p:nvPr/>
          </p:nvPicPr>
          <p:blipFill>
            <a:blip r:embed="rId2" cstate="print"/>
            <a:stretch>
              <a:fillRect/>
            </a:stretch>
          </p:blipFill>
          <p:spPr>
            <a:xfrm>
              <a:off x="6660439" y="3247085"/>
              <a:ext cx="219455" cy="1097280"/>
            </a:xfrm>
            <a:prstGeom prst="rect">
              <a:avLst/>
            </a:prstGeom>
          </p:spPr>
        </p:pic>
        <p:sp>
          <p:nvSpPr>
            <p:cNvPr id="728" name="pl728"/>
            <p:cNvSpPr/>
            <p:nvPr/>
          </p:nvSpPr>
          <p:spPr>
            <a:xfrm>
              <a:off x="6836004" y="4342536"/>
              <a:ext cx="43891" cy="0"/>
            </a:xfrm>
            <a:custGeom>
              <a:avLst/>
              <a:pathLst>
                <a:path w="43891" h="0">
                  <a:moveTo>
                    <a:pt x="0" y="0"/>
                  </a:moveTo>
                  <a:lnTo>
                    <a:pt x="43891" y="0"/>
                  </a:lnTo>
                </a:path>
              </a:pathLst>
            </a:custGeom>
            <a:ln w="4762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9" name="pl729"/>
            <p:cNvSpPr/>
            <p:nvPr/>
          </p:nvSpPr>
          <p:spPr>
            <a:xfrm>
              <a:off x="6836004" y="4160266"/>
              <a:ext cx="43891" cy="0"/>
            </a:xfrm>
            <a:custGeom>
              <a:avLst/>
              <a:pathLst>
                <a:path w="43891" h="0">
                  <a:moveTo>
                    <a:pt x="0" y="0"/>
                  </a:moveTo>
                  <a:lnTo>
                    <a:pt x="43891" y="0"/>
                  </a:lnTo>
                </a:path>
              </a:pathLst>
            </a:custGeom>
            <a:ln w="4762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0" name="pl730"/>
            <p:cNvSpPr/>
            <p:nvPr/>
          </p:nvSpPr>
          <p:spPr>
            <a:xfrm>
              <a:off x="6836004" y="3977995"/>
              <a:ext cx="43891" cy="0"/>
            </a:xfrm>
            <a:custGeom>
              <a:avLst/>
              <a:pathLst>
                <a:path w="43891" h="0">
                  <a:moveTo>
                    <a:pt x="0" y="0"/>
                  </a:moveTo>
                  <a:lnTo>
                    <a:pt x="43891" y="0"/>
                  </a:lnTo>
                </a:path>
              </a:pathLst>
            </a:custGeom>
            <a:ln w="4762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1" name="pl731"/>
            <p:cNvSpPr/>
            <p:nvPr/>
          </p:nvSpPr>
          <p:spPr>
            <a:xfrm>
              <a:off x="6836004" y="3795725"/>
              <a:ext cx="43891" cy="0"/>
            </a:xfrm>
            <a:custGeom>
              <a:avLst/>
              <a:pathLst>
                <a:path w="43891" h="0">
                  <a:moveTo>
                    <a:pt x="0" y="0"/>
                  </a:moveTo>
                  <a:lnTo>
                    <a:pt x="43891" y="0"/>
                  </a:lnTo>
                </a:path>
              </a:pathLst>
            </a:custGeom>
            <a:ln w="4762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2" name="pl732"/>
            <p:cNvSpPr/>
            <p:nvPr/>
          </p:nvSpPr>
          <p:spPr>
            <a:xfrm>
              <a:off x="6836004" y="3613455"/>
              <a:ext cx="43891" cy="0"/>
            </a:xfrm>
            <a:custGeom>
              <a:avLst/>
              <a:pathLst>
                <a:path w="43891" h="0">
                  <a:moveTo>
                    <a:pt x="0" y="0"/>
                  </a:moveTo>
                  <a:lnTo>
                    <a:pt x="43891" y="0"/>
                  </a:lnTo>
                </a:path>
              </a:pathLst>
            </a:custGeom>
            <a:ln w="4762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3" name="pl733"/>
            <p:cNvSpPr/>
            <p:nvPr/>
          </p:nvSpPr>
          <p:spPr>
            <a:xfrm>
              <a:off x="6836004" y="3431184"/>
              <a:ext cx="43891" cy="0"/>
            </a:xfrm>
            <a:custGeom>
              <a:avLst/>
              <a:pathLst>
                <a:path w="43891" h="0">
                  <a:moveTo>
                    <a:pt x="0" y="0"/>
                  </a:moveTo>
                  <a:lnTo>
                    <a:pt x="43891" y="0"/>
                  </a:lnTo>
                </a:path>
              </a:pathLst>
            </a:custGeom>
            <a:ln w="4762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4" name="pl734"/>
            <p:cNvSpPr/>
            <p:nvPr/>
          </p:nvSpPr>
          <p:spPr>
            <a:xfrm>
              <a:off x="6836004" y="3248914"/>
              <a:ext cx="43891" cy="0"/>
            </a:xfrm>
            <a:custGeom>
              <a:avLst/>
              <a:pathLst>
                <a:path w="43891" h="0">
                  <a:moveTo>
                    <a:pt x="0" y="0"/>
                  </a:moveTo>
                  <a:lnTo>
                    <a:pt x="43891" y="0"/>
                  </a:lnTo>
                </a:path>
              </a:pathLst>
            </a:custGeom>
            <a:ln w="4762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5" name="pl735"/>
            <p:cNvSpPr/>
            <p:nvPr/>
          </p:nvSpPr>
          <p:spPr>
            <a:xfrm>
              <a:off x="6660439" y="4342536"/>
              <a:ext cx="43891" cy="0"/>
            </a:xfrm>
            <a:custGeom>
              <a:avLst/>
              <a:pathLst>
                <a:path w="43891" h="0">
                  <a:moveTo>
                    <a:pt x="43891" y="0"/>
                  </a:moveTo>
                  <a:lnTo>
                    <a:pt x="0" y="0"/>
                  </a:lnTo>
                </a:path>
              </a:pathLst>
            </a:custGeom>
            <a:ln w="4762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6" name="pl736"/>
            <p:cNvSpPr/>
            <p:nvPr/>
          </p:nvSpPr>
          <p:spPr>
            <a:xfrm>
              <a:off x="6660439" y="4160266"/>
              <a:ext cx="43891" cy="0"/>
            </a:xfrm>
            <a:custGeom>
              <a:avLst/>
              <a:pathLst>
                <a:path w="43891" h="0">
                  <a:moveTo>
                    <a:pt x="43891" y="0"/>
                  </a:moveTo>
                  <a:lnTo>
                    <a:pt x="0" y="0"/>
                  </a:lnTo>
                </a:path>
              </a:pathLst>
            </a:custGeom>
            <a:ln w="4762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7" name="pl737"/>
            <p:cNvSpPr/>
            <p:nvPr/>
          </p:nvSpPr>
          <p:spPr>
            <a:xfrm>
              <a:off x="6660439" y="3977995"/>
              <a:ext cx="43891" cy="0"/>
            </a:xfrm>
            <a:custGeom>
              <a:avLst/>
              <a:pathLst>
                <a:path w="43891" h="0">
                  <a:moveTo>
                    <a:pt x="43891" y="0"/>
                  </a:moveTo>
                  <a:lnTo>
                    <a:pt x="0" y="0"/>
                  </a:lnTo>
                </a:path>
              </a:pathLst>
            </a:custGeom>
            <a:ln w="4762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8" name="pl738"/>
            <p:cNvSpPr/>
            <p:nvPr/>
          </p:nvSpPr>
          <p:spPr>
            <a:xfrm>
              <a:off x="6660439" y="3795725"/>
              <a:ext cx="43891" cy="0"/>
            </a:xfrm>
            <a:custGeom>
              <a:avLst/>
              <a:pathLst>
                <a:path w="43891" h="0">
                  <a:moveTo>
                    <a:pt x="43891" y="0"/>
                  </a:moveTo>
                  <a:lnTo>
                    <a:pt x="0" y="0"/>
                  </a:lnTo>
                </a:path>
              </a:pathLst>
            </a:custGeom>
            <a:ln w="4762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9" name="pl739"/>
            <p:cNvSpPr/>
            <p:nvPr/>
          </p:nvSpPr>
          <p:spPr>
            <a:xfrm>
              <a:off x="6660439" y="3613455"/>
              <a:ext cx="43891" cy="0"/>
            </a:xfrm>
            <a:custGeom>
              <a:avLst/>
              <a:pathLst>
                <a:path w="43891" h="0">
                  <a:moveTo>
                    <a:pt x="43891" y="0"/>
                  </a:moveTo>
                  <a:lnTo>
                    <a:pt x="0" y="0"/>
                  </a:lnTo>
                </a:path>
              </a:pathLst>
            </a:custGeom>
            <a:ln w="4762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0" name="pl740"/>
            <p:cNvSpPr/>
            <p:nvPr/>
          </p:nvSpPr>
          <p:spPr>
            <a:xfrm>
              <a:off x="6660439" y="3431184"/>
              <a:ext cx="43891" cy="0"/>
            </a:xfrm>
            <a:custGeom>
              <a:avLst/>
              <a:pathLst>
                <a:path w="43891" h="0">
                  <a:moveTo>
                    <a:pt x="43891" y="0"/>
                  </a:moveTo>
                  <a:lnTo>
                    <a:pt x="0" y="0"/>
                  </a:lnTo>
                </a:path>
              </a:pathLst>
            </a:custGeom>
            <a:ln w="4762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1" name="pl741"/>
            <p:cNvSpPr/>
            <p:nvPr/>
          </p:nvSpPr>
          <p:spPr>
            <a:xfrm>
              <a:off x="6660439" y="3248914"/>
              <a:ext cx="43891" cy="0"/>
            </a:xfrm>
            <a:custGeom>
              <a:avLst/>
              <a:pathLst>
                <a:path w="43891" h="0">
                  <a:moveTo>
                    <a:pt x="43891" y="0"/>
                  </a:moveTo>
                  <a:lnTo>
                    <a:pt x="0" y="0"/>
                  </a:lnTo>
                </a:path>
              </a:pathLst>
            </a:custGeom>
            <a:ln w="4762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2" name="tx742"/>
            <p:cNvSpPr/>
            <p:nvPr/>
          </p:nvSpPr>
          <p:spPr>
            <a:xfrm>
              <a:off x="6949485" y="4302486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743" name="tx743"/>
            <p:cNvSpPr/>
            <p:nvPr/>
          </p:nvSpPr>
          <p:spPr>
            <a:xfrm>
              <a:off x="6949485" y="412021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744" name="tx744"/>
            <p:cNvSpPr/>
            <p:nvPr/>
          </p:nvSpPr>
          <p:spPr>
            <a:xfrm>
              <a:off x="6949485" y="393794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745" name="tx745"/>
            <p:cNvSpPr/>
            <p:nvPr/>
          </p:nvSpPr>
          <p:spPr>
            <a:xfrm>
              <a:off x="6949485" y="3755674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746" name="tx746"/>
            <p:cNvSpPr/>
            <p:nvPr/>
          </p:nvSpPr>
          <p:spPr>
            <a:xfrm>
              <a:off x="6949485" y="3573404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747" name="tx747"/>
            <p:cNvSpPr/>
            <p:nvPr/>
          </p:nvSpPr>
          <p:spPr>
            <a:xfrm>
              <a:off x="6949485" y="3391134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5</a:t>
              </a:r>
            </a:p>
          </p:txBody>
        </p:sp>
        <p:sp>
          <p:nvSpPr>
            <p:cNvPr id="748" name="tx748"/>
            <p:cNvSpPr/>
            <p:nvPr/>
          </p:nvSpPr>
          <p:spPr>
            <a:xfrm>
              <a:off x="6949485" y="3208863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6</a:t>
              </a:r>
            </a:p>
          </p:txBody>
        </p:sp>
      </p:grp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camillerumberger</cp:lastModifiedBy>
  <cp:revision>3</cp:revision>
  <dcterms:created xsi:type="dcterms:W3CDTF">2017-02-13T16:18:36Z</dcterms:created>
  <dcterms:modified xsi:type="dcterms:W3CDTF">2025-12-16T14:29:17Z</dcterms:modified>
  <cp:category/>
</cp:coreProperties>
</file>